
<file path=[Content_Types].xml><?xml version="1.0" encoding="utf-8"?>
<Types xmlns="http://schemas.openxmlformats.org/package/2006/content-types">
  <Default Extension="jpeg" ContentType="image/jpeg"/>
  <Default Extension="JPG" ContentType="image/.jpg"/>
  <Default Extension="xlsx" ContentType="application/vnd.openxmlformats-officedocument.spreadsheetml.sheet"/>
  <Default Extension="png" ContentType="image/png"/>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drawings/drawing1.xml" ContentType="application/vnd.openxmlformats-officedocument.drawingml.chartshap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 id="2147483664" r:id="rId3"/>
  </p:sldMasterIdLst>
  <p:notesMasterIdLst>
    <p:notesMasterId r:id="rId5"/>
  </p:notesMasterIdLst>
  <p:handoutMasterIdLst>
    <p:handoutMasterId r:id="rId94"/>
  </p:handoutMasterIdLst>
  <p:sldIdLst>
    <p:sldId id="1006" r:id="rId4"/>
    <p:sldId id="798" r:id="rId6"/>
    <p:sldId id="581" r:id="rId7"/>
    <p:sldId id="307" r:id="rId8"/>
    <p:sldId id="538" r:id="rId9"/>
    <p:sldId id="308" r:id="rId10"/>
    <p:sldId id="309" r:id="rId11"/>
    <p:sldId id="582" r:id="rId12"/>
    <p:sldId id="319" r:id="rId13"/>
    <p:sldId id="540" r:id="rId14"/>
    <p:sldId id="654" r:id="rId15"/>
    <p:sldId id="584" r:id="rId16"/>
    <p:sldId id="744" r:id="rId17"/>
    <p:sldId id="583" r:id="rId18"/>
    <p:sldId id="585" r:id="rId19"/>
    <p:sldId id="586" r:id="rId20"/>
    <p:sldId id="728" r:id="rId21"/>
    <p:sldId id="587" r:id="rId22"/>
    <p:sldId id="336" r:id="rId23"/>
    <p:sldId id="337" r:id="rId24"/>
    <p:sldId id="509" r:id="rId25"/>
    <p:sldId id="339" r:id="rId26"/>
    <p:sldId id="666" r:id="rId27"/>
    <p:sldId id="414" r:id="rId28"/>
    <p:sldId id="554" r:id="rId29"/>
    <p:sldId id="343" r:id="rId30"/>
    <p:sldId id="426" r:id="rId31"/>
    <p:sldId id="741" r:id="rId32"/>
    <p:sldId id="1009" r:id="rId33"/>
    <p:sldId id="1010" r:id="rId34"/>
    <p:sldId id="1011" r:id="rId35"/>
    <p:sldId id="1012" r:id="rId36"/>
    <p:sldId id="1013" r:id="rId37"/>
    <p:sldId id="1014" r:id="rId38"/>
    <p:sldId id="1015" r:id="rId39"/>
    <p:sldId id="1016" r:id="rId40"/>
    <p:sldId id="1017" r:id="rId41"/>
    <p:sldId id="1008" r:id="rId42"/>
    <p:sldId id="1018" r:id="rId43"/>
    <p:sldId id="1019" r:id="rId44"/>
    <p:sldId id="1020" r:id="rId45"/>
    <p:sldId id="1026" r:id="rId46"/>
    <p:sldId id="1022" r:id="rId47"/>
    <p:sldId id="1023" r:id="rId48"/>
    <p:sldId id="747" r:id="rId49"/>
    <p:sldId id="420" r:id="rId50"/>
    <p:sldId id="777" r:id="rId51"/>
    <p:sldId id="778" r:id="rId52"/>
    <p:sldId id="779" r:id="rId53"/>
    <p:sldId id="791" r:id="rId54"/>
    <p:sldId id="508" r:id="rId55"/>
    <p:sldId id="541" r:id="rId56"/>
    <p:sldId id="338" r:id="rId57"/>
    <p:sldId id="530" r:id="rId58"/>
    <p:sldId id="423" r:id="rId59"/>
    <p:sldId id="421" r:id="rId60"/>
    <p:sldId id="489" r:id="rId61"/>
    <p:sldId id="491" r:id="rId62"/>
    <p:sldId id="551" r:id="rId63"/>
    <p:sldId id="653" r:id="rId64"/>
    <p:sldId id="529" r:id="rId65"/>
    <p:sldId id="434" r:id="rId66"/>
    <p:sldId id="557" r:id="rId67"/>
    <p:sldId id="340" r:id="rId68"/>
    <p:sldId id="738" r:id="rId69"/>
    <p:sldId id="737" r:id="rId70"/>
    <p:sldId id="484" r:id="rId71"/>
    <p:sldId id="406" r:id="rId72"/>
    <p:sldId id="435" r:id="rId73"/>
    <p:sldId id="415" r:id="rId74"/>
    <p:sldId id="341" r:id="rId75"/>
    <p:sldId id="487" r:id="rId76"/>
    <p:sldId id="392" r:id="rId77"/>
    <p:sldId id="673" r:id="rId78"/>
    <p:sldId id="545" r:id="rId79"/>
    <p:sldId id="546" r:id="rId80"/>
    <p:sldId id="664" r:id="rId81"/>
    <p:sldId id="588" r:id="rId82"/>
    <p:sldId id="797" r:id="rId83"/>
    <p:sldId id="669" r:id="rId84"/>
    <p:sldId id="482" r:id="rId85"/>
    <p:sldId id="399" r:id="rId86"/>
    <p:sldId id="795" r:id="rId87"/>
    <p:sldId id="796" r:id="rId88"/>
    <p:sldId id="792" r:id="rId89"/>
    <p:sldId id="614" r:id="rId90"/>
    <p:sldId id="407" r:id="rId91"/>
    <p:sldId id="418" r:id="rId92"/>
    <p:sldId id="743" r:id="rId93"/>
  </p:sldIdLst>
  <p:sldSz cx="12192000" cy="6858000"/>
  <p:notesSz cx="6718300" cy="9855200"/>
  <p:defaultTextStyle>
    <a:defPPr>
      <a:defRPr lang="en-US"/>
    </a:defPPr>
    <a:lvl1pPr marL="0" algn="l" defTabSz="1018540" rtl="0" eaLnBrk="1" latinLnBrk="0" hangingPunct="1">
      <a:defRPr sz="2000" kern="1200">
        <a:solidFill>
          <a:schemeClr val="tx1"/>
        </a:solidFill>
        <a:latin typeface="+mn-lt"/>
        <a:ea typeface="+mn-ea"/>
        <a:cs typeface="+mn-cs"/>
      </a:defRPr>
    </a:lvl1pPr>
    <a:lvl2pPr marL="509270" algn="l" defTabSz="1018540" rtl="0" eaLnBrk="1" latinLnBrk="0" hangingPunct="1">
      <a:defRPr sz="2000" kern="1200">
        <a:solidFill>
          <a:schemeClr val="tx1"/>
        </a:solidFill>
        <a:latin typeface="+mn-lt"/>
        <a:ea typeface="+mn-ea"/>
        <a:cs typeface="+mn-cs"/>
      </a:defRPr>
    </a:lvl2pPr>
    <a:lvl3pPr marL="1018540" algn="l" defTabSz="1018540" rtl="0" eaLnBrk="1" latinLnBrk="0" hangingPunct="1">
      <a:defRPr sz="2000" kern="1200">
        <a:solidFill>
          <a:schemeClr val="tx1"/>
        </a:solidFill>
        <a:latin typeface="+mn-lt"/>
        <a:ea typeface="+mn-ea"/>
        <a:cs typeface="+mn-cs"/>
      </a:defRPr>
    </a:lvl3pPr>
    <a:lvl4pPr marL="1528445" algn="l" defTabSz="1018540" rtl="0" eaLnBrk="1" latinLnBrk="0" hangingPunct="1">
      <a:defRPr sz="2000" kern="1200">
        <a:solidFill>
          <a:schemeClr val="tx1"/>
        </a:solidFill>
        <a:latin typeface="+mn-lt"/>
        <a:ea typeface="+mn-ea"/>
        <a:cs typeface="+mn-cs"/>
      </a:defRPr>
    </a:lvl4pPr>
    <a:lvl5pPr marL="2037715" algn="l" defTabSz="1018540" rtl="0" eaLnBrk="1" latinLnBrk="0" hangingPunct="1">
      <a:defRPr sz="2000" kern="1200">
        <a:solidFill>
          <a:schemeClr val="tx1"/>
        </a:solidFill>
        <a:latin typeface="+mn-lt"/>
        <a:ea typeface="+mn-ea"/>
        <a:cs typeface="+mn-cs"/>
      </a:defRPr>
    </a:lvl5pPr>
    <a:lvl6pPr marL="2546985" algn="l" defTabSz="1018540" rtl="0" eaLnBrk="1" latinLnBrk="0" hangingPunct="1">
      <a:defRPr sz="2000" kern="1200">
        <a:solidFill>
          <a:schemeClr val="tx1"/>
        </a:solidFill>
        <a:latin typeface="+mn-lt"/>
        <a:ea typeface="+mn-ea"/>
        <a:cs typeface="+mn-cs"/>
      </a:defRPr>
    </a:lvl6pPr>
    <a:lvl7pPr marL="3056255" algn="l" defTabSz="1018540" rtl="0" eaLnBrk="1" latinLnBrk="0" hangingPunct="1">
      <a:defRPr sz="2000" kern="1200">
        <a:solidFill>
          <a:schemeClr val="tx1"/>
        </a:solidFill>
        <a:latin typeface="+mn-lt"/>
        <a:ea typeface="+mn-ea"/>
        <a:cs typeface="+mn-cs"/>
      </a:defRPr>
    </a:lvl7pPr>
    <a:lvl8pPr marL="3566160" algn="l" defTabSz="1018540" rtl="0" eaLnBrk="1" latinLnBrk="0" hangingPunct="1">
      <a:defRPr sz="2000" kern="1200">
        <a:solidFill>
          <a:schemeClr val="tx1"/>
        </a:solidFill>
        <a:latin typeface="+mn-lt"/>
        <a:ea typeface="+mn-ea"/>
        <a:cs typeface="+mn-cs"/>
      </a:defRPr>
    </a:lvl8pPr>
    <a:lvl9pPr marL="4075430" algn="l" defTabSz="1018540" rtl="0" eaLnBrk="1" latinLnBrk="0" hangingPunct="1">
      <a:defRPr sz="20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A50DBC2-602D-429F-81EF-A126CA127084}">
          <p14:sldIdLst/>
        </p14:section>
        <p14:section name="Arrows" id="{61E976D0-99DD-4535-BE34-086960A4F829}">
          <p14:sldIdLst/>
        </p14:section>
        <p14:section name="Circular diagrams" id="{736D816C-3E4C-4329-9DEC-5173CB18BF6D}">
          <p14:sldIdLst/>
        </p14:section>
        <p14:section name="Other shapes" id="{6915425E-6EC3-41CD-B24A-34518E29A3D6}">
          <p14:sldIdLst>
            <p14:sldId id="1006"/>
            <p14:sldId id="798"/>
            <p14:sldId id="581"/>
            <p14:sldId id="307"/>
            <p14:sldId id="538"/>
            <p14:sldId id="308"/>
            <p14:sldId id="309"/>
            <p14:sldId id="582"/>
            <p14:sldId id="319"/>
            <p14:sldId id="540"/>
            <p14:sldId id="654"/>
            <p14:sldId id="584"/>
            <p14:sldId id="744"/>
            <p14:sldId id="583"/>
            <p14:sldId id="585"/>
            <p14:sldId id="586"/>
            <p14:sldId id="728"/>
            <p14:sldId id="587"/>
          </p14:sldIdLst>
        </p14:section>
        <p14:section name="Diagrams, process charts and timelines" id="{96E83A73-5949-4A4D-9ED8-A4D9CA5D3FB7}">
          <p14:sldIdLst>
            <p14:sldId id="336"/>
            <p14:sldId id="337"/>
            <p14:sldId id="509"/>
            <p14:sldId id="339"/>
            <p14:sldId id="666"/>
            <p14:sldId id="414"/>
            <p14:sldId id="554"/>
            <p14:sldId id="343"/>
            <p14:sldId id="426"/>
            <p14:sldId id="741"/>
            <p14:sldId id="1009"/>
            <p14:sldId id="1010"/>
            <p14:sldId id="1011"/>
            <p14:sldId id="1012"/>
            <p14:sldId id="1013"/>
            <p14:sldId id="1014"/>
            <p14:sldId id="1015"/>
            <p14:sldId id="1016"/>
            <p14:sldId id="1017"/>
            <p14:sldId id="1008"/>
            <p14:sldId id="1018"/>
            <p14:sldId id="1019"/>
            <p14:sldId id="1020"/>
            <p14:sldId id="1026"/>
            <p14:sldId id="1022"/>
            <p14:sldId id="1023"/>
            <p14:sldId id="747"/>
            <p14:sldId id="420"/>
            <p14:sldId id="777"/>
            <p14:sldId id="778"/>
            <p14:sldId id="779"/>
            <p14:sldId id="791"/>
            <p14:sldId id="508"/>
            <p14:sldId id="541"/>
            <p14:sldId id="338"/>
            <p14:sldId id="530"/>
            <p14:sldId id="423"/>
            <p14:sldId id="421"/>
            <p14:sldId id="489"/>
            <p14:sldId id="491"/>
            <p14:sldId id="551"/>
            <p14:sldId id="653"/>
            <p14:sldId id="529"/>
            <p14:sldId id="434"/>
            <p14:sldId id="557"/>
            <p14:sldId id="340"/>
            <p14:sldId id="738"/>
            <p14:sldId id="737"/>
            <p14:sldId id="484"/>
            <p14:sldId id="406"/>
            <p14:sldId id="435"/>
            <p14:sldId id="415"/>
            <p14:sldId id="341"/>
            <p14:sldId id="487"/>
            <p14:sldId id="392"/>
            <p14:sldId id="673"/>
            <p14:sldId id="545"/>
            <p14:sldId id="546"/>
            <p14:sldId id="664"/>
            <p14:sldId id="588"/>
            <p14:sldId id="797"/>
            <p14:sldId id="669"/>
            <p14:sldId id="482"/>
            <p14:sldId id="399"/>
            <p14:sldId id="795"/>
            <p14:sldId id="796"/>
            <p14:sldId id="792"/>
            <p14:sldId id="614"/>
            <p14:sldId id="407"/>
            <p14:sldId id="418"/>
            <p14:sldId id="743"/>
          </p14:sldIdLst>
        </p14:section>
        <p14:section name="Maps" id="{E4ABC0BA-367C-4F16-BB28-D662BEB77589}">
          <p14:sldIdLst/>
        </p14:section>
        <p14:section name="Icons" id="{B61DE427-AB50-4A89-8B05-57CA983E5E06}">
          <p14:sldIdLst/>
        </p14:section>
      </p14:sectionLst>
    </p:ext>
    <p:ext uri="{EFAFB233-063F-42B5-8137-9DF3F51BA10A}">
      <p15:sldGuideLst xmlns:p15="http://schemas.microsoft.com/office/powerpoint/2012/main">
        <p15:guide id="1" orient="horz" pos="376" userDrawn="1">
          <p15:clr>
            <a:srgbClr val="A4A3A4"/>
          </p15:clr>
        </p15:guide>
        <p15:guide id="2" orient="horz" pos="4185" userDrawn="1">
          <p15:clr>
            <a:srgbClr val="A4A3A4"/>
          </p15:clr>
        </p15:guide>
        <p15:guide id="4" orient="horz" pos="618" userDrawn="1">
          <p15:clr>
            <a:srgbClr val="A4A3A4"/>
          </p15:clr>
        </p15:guide>
        <p15:guide id="5" orient="horz" pos="3809" userDrawn="1">
          <p15:clr>
            <a:srgbClr val="A4A3A4"/>
          </p15:clr>
        </p15:guide>
        <p15:guide id="6" orient="horz" pos="3621" userDrawn="1">
          <p15:clr>
            <a:srgbClr val="A4A3A4"/>
          </p15:clr>
        </p15:guide>
        <p15:guide id="8" orient="horz" pos="2504" userDrawn="1">
          <p15:clr>
            <a:srgbClr val="A4A3A4"/>
          </p15:clr>
        </p15:guide>
        <p15:guide id="9" orient="horz" pos="1234" userDrawn="1">
          <p15:clr>
            <a:srgbClr val="A4A3A4"/>
          </p15:clr>
        </p15:guide>
        <p15:guide id="10" orient="horz" pos="1234" userDrawn="1">
          <p15:clr>
            <a:srgbClr val="A4A3A4"/>
          </p15:clr>
        </p15:guide>
        <p15:guide id="11" pos="438" userDrawn="1">
          <p15:clr>
            <a:srgbClr val="A4A3A4"/>
          </p15:clr>
        </p15:guide>
        <p15:guide id="12" pos="7272" userDrawn="1">
          <p15:clr>
            <a:srgbClr val="A4A3A4"/>
          </p15:clr>
        </p15:guide>
        <p15:guide id="14" pos="3906" userDrawn="1">
          <p15:clr>
            <a:srgbClr val="A4A3A4"/>
          </p15:clr>
        </p15:guide>
        <p15:guide id="15" pos="4864" userDrawn="1">
          <p15:clr>
            <a:srgbClr val="A4A3A4"/>
          </p15:clr>
        </p15:guide>
        <p15:guide id="16" pos="5033" userDrawn="1">
          <p15:clr>
            <a:srgbClr val="A4A3A4"/>
          </p15:clr>
        </p15:guide>
        <p15:guide id="17" pos="2859" userDrawn="1">
          <p15:clr>
            <a:srgbClr val="A4A3A4"/>
          </p15:clr>
        </p15:guide>
        <p15:guide id="18" pos="2676" userDrawn="1">
          <p15:clr>
            <a:srgbClr val="A4A3A4"/>
          </p15:clr>
        </p15:guide>
        <p15:guide id="19" pos="1368" userDrawn="1">
          <p15:clr>
            <a:srgbClr val="A4A3A4"/>
          </p15:clr>
        </p15:guide>
        <p15:guide id="20" pos="1501" userDrawn="1">
          <p15:clr>
            <a:srgbClr val="A4A3A4"/>
          </p15:clr>
        </p15:guide>
        <p15:guide id="21" pos="6269" userDrawn="1">
          <p15:clr>
            <a:srgbClr val="A4A3A4"/>
          </p15:clr>
        </p15:guide>
        <p15:guide id="22" pos="59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0052D9"/>
        </p14:laserClr>
      </p:ext>
      <p:ext uri="{2FDB2607-1784-4EEB-B798-7EB5836EED8A}">
        <p14:showMediaCtrls xmlns:p14="http://schemas.microsoft.com/office/powerpoint/2010/main" val="1"/>
      </p:ext>
    </p:extLst>
  </p:showPr>
  <p:clrMru>
    <a:srgbClr val="0052D9"/>
    <a:srgbClr val="0034B5"/>
    <a:srgbClr val="002A7C"/>
    <a:srgbClr val="4787EB"/>
    <a:srgbClr val="ECF2FE"/>
    <a:srgbClr val="D4E3FC"/>
    <a:srgbClr val="181818"/>
    <a:srgbClr val="000000"/>
    <a:srgbClr val="2BA47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D073F8-1565-44D7-B386-08B59EADF2EE}" styleName="FiT Table">
    <a:wholeTbl>
      <a:tcTxStyle>
        <a:fontRef idx="major">
          <a:prstClr val="black"/>
        </a:fontRef>
        <a:schemeClr val="dk1"/>
      </a:tcTxStyle>
      <a:tcStyle>
        <a:tcBdr>
          <a:left>
            <a:ln>
              <a:noFill/>
            </a:ln>
          </a:left>
          <a:right>
            <a:ln>
              <a:noFill/>
            </a:ln>
          </a:right>
          <a:top>
            <a:ln>
              <a:noFill/>
            </a:ln>
          </a:top>
          <a:bottom>
            <a:ln>
              <a:noFill/>
            </a:ln>
          </a:bottom>
          <a:insideH>
            <a:ln>
              <a:noFill/>
            </a:ln>
          </a:insideH>
          <a:insideV>
            <a:ln>
              <a:noFill/>
            </a:ln>
          </a:insideV>
        </a:tcBdr>
        <a:fill>
          <a:noFill/>
        </a:fill>
      </a:tcStyle>
    </a:wholeTbl>
    <a:band1H>
      <a:tcStyle>
        <a:tcBdr>
          <a:bottom>
            <a:ln w="38100" cmpd="sng">
              <a:noFill/>
            </a:ln>
          </a:bottom>
        </a:tcBdr>
      </a:tcStyle>
    </a:band1H>
    <a:band2H>
      <a:tcStyle>
        <a:tcBdr>
          <a:bottom>
            <a:ln w="38100" cmpd="sng">
              <a:noFill/>
            </a:ln>
          </a:bottom>
        </a:tcBdr>
      </a:tcStyle>
    </a:band2H>
    <a:firstCol>
      <a:tcTxStyle i="on">
        <a:fontRef idx="major">
          <a:prstClr val="black"/>
        </a:fontRef>
        <a:schemeClr val="dk1"/>
      </a:tcTxStyle>
      <a:tcStyle>
        <a:tcBdr/>
        <a:fill>
          <a:noFill/>
        </a:fill>
      </a:tcStyle>
    </a:firstCol>
    <a:firstRow>
      <a:tcTxStyle b="on">
        <a:fontRef idx="major">
          <a:prstClr val="black"/>
        </a:fontRef>
        <a:schemeClr val="dk2"/>
      </a:tcTxStyle>
      <a:tcStyle>
        <a:tcBdr>
          <a:bottom>
            <a:ln w="38100" cmpd="sng">
              <a:noFill/>
            </a:ln>
          </a:bottom>
        </a:tcBdr>
        <a:fill>
          <a:no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97" autoAdjust="0"/>
    <p:restoredTop sz="98729" autoAdjust="0"/>
  </p:normalViewPr>
  <p:slideViewPr>
    <p:cSldViewPr snapToObjects="1" showGuides="1">
      <p:cViewPr varScale="1">
        <p:scale>
          <a:sx n="60" d="100"/>
          <a:sy n="60" d="100"/>
        </p:scale>
        <p:origin x="1084" y="36"/>
      </p:cViewPr>
      <p:guideLst>
        <p:guide orient="horz" pos="376"/>
        <p:guide orient="horz" pos="4185"/>
        <p:guide orient="horz" pos="618"/>
        <p:guide orient="horz" pos="3809"/>
        <p:guide orient="horz" pos="3621"/>
        <p:guide orient="horz" pos="2504"/>
        <p:guide orient="horz" pos="1234"/>
        <p:guide orient="horz" pos="1234"/>
        <p:guide pos="438"/>
        <p:guide pos="7272"/>
        <p:guide pos="3906"/>
        <p:guide pos="4864"/>
        <p:guide pos="5033"/>
        <p:guide pos="2859"/>
        <p:guide pos="2676"/>
        <p:guide pos="1368"/>
        <p:guide pos="1501"/>
        <p:guide pos="6269"/>
        <p:guide pos="5992"/>
      </p:guideLst>
    </p:cSldViewPr>
  </p:slideViewPr>
  <p:notesTextViewPr>
    <p:cViewPr>
      <p:scale>
        <a:sx n="100" d="100"/>
        <a:sy n="100" d="100"/>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97" Type="http://schemas.openxmlformats.org/officeDocument/2006/relationships/tableStyles" Target="tableStyles.xml"/><Relationship Id="rId96" Type="http://schemas.openxmlformats.org/officeDocument/2006/relationships/viewProps" Target="viewProps.xml"/><Relationship Id="rId95" Type="http://schemas.openxmlformats.org/officeDocument/2006/relationships/presProps" Target="presProps.xml"/><Relationship Id="rId94" Type="http://schemas.openxmlformats.org/officeDocument/2006/relationships/handoutMaster" Target="handoutMasters/handoutMaster1.xml"/><Relationship Id="rId93" Type="http://schemas.openxmlformats.org/officeDocument/2006/relationships/slide" Target="slides/slide89.xml"/><Relationship Id="rId92" Type="http://schemas.openxmlformats.org/officeDocument/2006/relationships/slide" Target="slides/slide88.xml"/><Relationship Id="rId91" Type="http://schemas.openxmlformats.org/officeDocument/2006/relationships/slide" Target="slides/slide87.xml"/><Relationship Id="rId90" Type="http://schemas.openxmlformats.org/officeDocument/2006/relationships/slide" Target="slides/slide86.xml"/><Relationship Id="rId9" Type="http://schemas.openxmlformats.org/officeDocument/2006/relationships/slide" Target="slides/slide5.xml"/><Relationship Id="rId89" Type="http://schemas.openxmlformats.org/officeDocument/2006/relationships/slide" Target="slides/slide85.xml"/><Relationship Id="rId88" Type="http://schemas.openxmlformats.org/officeDocument/2006/relationships/slide" Target="slides/slide84.xml"/><Relationship Id="rId87" Type="http://schemas.openxmlformats.org/officeDocument/2006/relationships/slide" Target="slides/slide83.xml"/><Relationship Id="rId86" Type="http://schemas.openxmlformats.org/officeDocument/2006/relationships/slide" Target="slides/slide82.xml"/><Relationship Id="rId85" Type="http://schemas.openxmlformats.org/officeDocument/2006/relationships/slide" Target="slides/slide81.xml"/><Relationship Id="rId84" Type="http://schemas.openxmlformats.org/officeDocument/2006/relationships/slide" Target="slides/slide80.xml"/><Relationship Id="rId83" Type="http://schemas.openxmlformats.org/officeDocument/2006/relationships/slide" Target="slides/slide79.xml"/><Relationship Id="rId82" Type="http://schemas.openxmlformats.org/officeDocument/2006/relationships/slide" Target="slides/slide78.xml"/><Relationship Id="rId81" Type="http://schemas.openxmlformats.org/officeDocument/2006/relationships/slide" Target="slides/slide77.xml"/><Relationship Id="rId80" Type="http://schemas.openxmlformats.org/officeDocument/2006/relationships/slide" Target="slides/slide76.xml"/><Relationship Id="rId8" Type="http://schemas.openxmlformats.org/officeDocument/2006/relationships/slide" Target="slides/slide4.xml"/><Relationship Id="rId79" Type="http://schemas.openxmlformats.org/officeDocument/2006/relationships/slide" Target="slides/slide75.xml"/><Relationship Id="rId78" Type="http://schemas.openxmlformats.org/officeDocument/2006/relationships/slide" Target="slides/slide74.xml"/><Relationship Id="rId77" Type="http://schemas.openxmlformats.org/officeDocument/2006/relationships/slide" Target="slides/slide73.xml"/><Relationship Id="rId76" Type="http://schemas.openxmlformats.org/officeDocument/2006/relationships/slide" Target="slides/slide72.xml"/><Relationship Id="rId75" Type="http://schemas.openxmlformats.org/officeDocument/2006/relationships/slide" Target="slides/slide71.xml"/><Relationship Id="rId74" Type="http://schemas.openxmlformats.org/officeDocument/2006/relationships/slide" Target="slides/slide70.xml"/><Relationship Id="rId73" Type="http://schemas.openxmlformats.org/officeDocument/2006/relationships/slide" Target="slides/slide69.xml"/><Relationship Id="rId72" Type="http://schemas.openxmlformats.org/officeDocument/2006/relationships/slide" Target="slides/slide68.xml"/><Relationship Id="rId71" Type="http://schemas.openxmlformats.org/officeDocument/2006/relationships/slide" Target="slides/slide67.xml"/><Relationship Id="rId70" Type="http://schemas.openxmlformats.org/officeDocument/2006/relationships/slide" Target="slides/slide66.xml"/><Relationship Id="rId7" Type="http://schemas.openxmlformats.org/officeDocument/2006/relationships/slide" Target="slides/slide3.xml"/><Relationship Id="rId69" Type="http://schemas.openxmlformats.org/officeDocument/2006/relationships/slide" Target="slides/slide65.xml"/><Relationship Id="rId68" Type="http://schemas.openxmlformats.org/officeDocument/2006/relationships/slide" Target="slides/slide64.xml"/><Relationship Id="rId67" Type="http://schemas.openxmlformats.org/officeDocument/2006/relationships/slide" Target="slides/slide63.xml"/><Relationship Id="rId66" Type="http://schemas.openxmlformats.org/officeDocument/2006/relationships/slide" Target="slides/slide62.xml"/><Relationship Id="rId65" Type="http://schemas.openxmlformats.org/officeDocument/2006/relationships/slide" Target="slides/slide61.xml"/><Relationship Id="rId64" Type="http://schemas.openxmlformats.org/officeDocument/2006/relationships/slide" Target="slides/slide60.xml"/><Relationship Id="rId63" Type="http://schemas.openxmlformats.org/officeDocument/2006/relationships/slide" Target="slides/slide59.xml"/><Relationship Id="rId62" Type="http://schemas.openxmlformats.org/officeDocument/2006/relationships/slide" Target="slides/slide58.xml"/><Relationship Id="rId61" Type="http://schemas.openxmlformats.org/officeDocument/2006/relationships/slide" Target="slides/slide57.xml"/><Relationship Id="rId60" Type="http://schemas.openxmlformats.org/officeDocument/2006/relationships/slide" Target="slides/slide56.xml"/><Relationship Id="rId6" Type="http://schemas.openxmlformats.org/officeDocument/2006/relationships/slide" Target="slides/slide2.xml"/><Relationship Id="rId59" Type="http://schemas.openxmlformats.org/officeDocument/2006/relationships/slide" Target="slides/slide55.xml"/><Relationship Id="rId58" Type="http://schemas.openxmlformats.org/officeDocument/2006/relationships/slide" Target="slides/slide54.xml"/><Relationship Id="rId57" Type="http://schemas.openxmlformats.org/officeDocument/2006/relationships/slide" Target="slides/slide53.xml"/><Relationship Id="rId56" Type="http://schemas.openxmlformats.org/officeDocument/2006/relationships/slide" Target="slides/slide52.xml"/><Relationship Id="rId55" Type="http://schemas.openxmlformats.org/officeDocument/2006/relationships/slide" Target="slides/slide51.xml"/><Relationship Id="rId54" Type="http://schemas.openxmlformats.org/officeDocument/2006/relationships/slide" Target="slides/slide50.xml"/><Relationship Id="rId53" Type="http://schemas.openxmlformats.org/officeDocument/2006/relationships/slide" Target="slides/slide49.xml"/><Relationship Id="rId52" Type="http://schemas.openxmlformats.org/officeDocument/2006/relationships/slide" Target="slides/slide48.xml"/><Relationship Id="rId51" Type="http://schemas.openxmlformats.org/officeDocument/2006/relationships/slide" Target="slides/slide47.xml"/><Relationship Id="rId50" Type="http://schemas.openxmlformats.org/officeDocument/2006/relationships/slide" Target="slides/slide46.xml"/><Relationship Id="rId5" Type="http://schemas.openxmlformats.org/officeDocument/2006/relationships/notesMaster" Target="notesMasters/notesMaster1.xml"/><Relationship Id="rId49" Type="http://schemas.openxmlformats.org/officeDocument/2006/relationships/slide" Target="slides/slide45.xml"/><Relationship Id="rId48" Type="http://schemas.openxmlformats.org/officeDocument/2006/relationships/slide" Target="slides/slide44.xml"/><Relationship Id="rId47" Type="http://schemas.openxmlformats.org/officeDocument/2006/relationships/slide" Target="slides/slide43.xml"/><Relationship Id="rId46" Type="http://schemas.openxmlformats.org/officeDocument/2006/relationships/slide" Target="slides/slide42.xml"/><Relationship Id="rId45" Type="http://schemas.openxmlformats.org/officeDocument/2006/relationships/slide" Target="slides/slide41.xml"/><Relationship Id="rId44" Type="http://schemas.openxmlformats.org/officeDocument/2006/relationships/slide" Target="slides/slide40.xml"/><Relationship Id="rId43" Type="http://schemas.openxmlformats.org/officeDocument/2006/relationships/slide" Target="slides/slide39.xml"/><Relationship Id="rId42" Type="http://schemas.openxmlformats.org/officeDocument/2006/relationships/slide" Target="slides/slide38.xml"/><Relationship Id="rId41" Type="http://schemas.openxmlformats.org/officeDocument/2006/relationships/slide" Target="slides/slide37.xml"/><Relationship Id="rId40" Type="http://schemas.openxmlformats.org/officeDocument/2006/relationships/slide" Target="slides/slide36.xml"/><Relationship Id="rId4" Type="http://schemas.openxmlformats.org/officeDocument/2006/relationships/slide" Target="slides/slide1.xml"/><Relationship Id="rId39" Type="http://schemas.openxmlformats.org/officeDocument/2006/relationships/slide" Target="slides/slide35.xml"/><Relationship Id="rId38" Type="http://schemas.openxmlformats.org/officeDocument/2006/relationships/slide" Target="slides/slide34.xml"/><Relationship Id="rId37" Type="http://schemas.openxmlformats.org/officeDocument/2006/relationships/slide" Target="slides/slide33.xml"/><Relationship Id="rId36" Type="http://schemas.openxmlformats.org/officeDocument/2006/relationships/slide" Target="slides/slide32.xml"/><Relationship Id="rId35" Type="http://schemas.openxmlformats.org/officeDocument/2006/relationships/slide" Target="slides/slide31.xml"/><Relationship Id="rId34" Type="http://schemas.openxmlformats.org/officeDocument/2006/relationships/slide" Target="slides/slide30.xml"/><Relationship Id="rId33" Type="http://schemas.openxmlformats.org/officeDocument/2006/relationships/slide" Target="slides/slide29.xml"/><Relationship Id="rId32" Type="http://schemas.openxmlformats.org/officeDocument/2006/relationships/slide" Target="slides/slide28.xml"/><Relationship Id="rId31" Type="http://schemas.openxmlformats.org/officeDocument/2006/relationships/slide" Target="slides/slide27.xml"/><Relationship Id="rId30" Type="http://schemas.openxmlformats.org/officeDocument/2006/relationships/slide" Target="slides/slide26.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package" Target="../embeddings/Workbook1.xlsx"/></Relationships>
</file>

<file path=ppt/charts/_rels/chart2.xml.rels><?xml version="1.0" encoding="UTF-8" standalone="yes"?>
<Relationships xmlns="http://schemas.openxmlformats.org/package/2006/relationships"><Relationship Id="rId1" Type="http://schemas.openxmlformats.org/officeDocument/2006/relationships/package" Target="../embeddings/Workbook2.xlsx"/></Relationships>
</file>

<file path=ppt/charts/_rels/chart3.xml.rels><?xml version="1.0" encoding="UTF-8" standalone="yes"?>
<Relationships xmlns="http://schemas.openxmlformats.org/package/2006/relationships"><Relationship Id="rId2" Type="http://schemas.openxmlformats.org/officeDocument/2006/relationships/themeOverride" Target="../theme/themeOverride1.xml"/><Relationship Id="rId1" Type="http://schemas.openxmlformats.org/officeDocument/2006/relationships/package" Target="../embeddings/Workbook3.xlsx"/></Relationships>
</file>

<file path=ppt/charts/_rels/chart4.xml.rels><?xml version="1.0" encoding="UTF-8" standalone="yes"?>
<Relationships xmlns="http://schemas.openxmlformats.org/package/2006/relationships"><Relationship Id="rId1" Type="http://schemas.openxmlformats.org/officeDocument/2006/relationships/package" Target="../embeddings/Workbook4.xlsx"/></Relationships>
</file>

<file path=ppt/charts/_rels/chart5.xml.rels><?xml version="1.0" encoding="UTF-8" standalone="yes"?>
<Relationships xmlns="http://schemas.openxmlformats.org/package/2006/relationships"><Relationship Id="rId1" Type="http://schemas.openxmlformats.org/officeDocument/2006/relationships/package" Target="../embeddings/Workbook5.xlsx"/></Relationships>
</file>

<file path=ppt/charts/_rels/chart6.xml.rels><?xml version="1.0" encoding="UTF-8" standalone="yes"?>
<Relationships xmlns="http://schemas.openxmlformats.org/package/2006/relationships"><Relationship Id="rId1" Type="http://schemas.openxmlformats.org/officeDocument/2006/relationships/package" Target="../embeddings/Workbook6.xlsx"/></Relationships>
</file>

<file path=ppt/charts/_rels/chart7.xml.rels><?xml version="1.0" encoding="UTF-8" standalone="yes"?>
<Relationships xmlns="http://schemas.openxmlformats.org/package/2006/relationships"><Relationship Id="rId1" Type="http://schemas.openxmlformats.org/officeDocument/2006/relationships/package" Target="../embeddings/Workbook7.xlsx"/></Relationships>
</file>

<file path=ppt/charts/_rels/chart8.xml.rels><?xml version="1.0" encoding="UTF-8" standalone="yes"?>
<Relationships xmlns="http://schemas.openxmlformats.org/package/2006/relationships"><Relationship Id="rId1" Type="http://schemas.openxmlformats.org/officeDocument/2006/relationships/package" Target="../embeddings/Workbook8.xlsx"/></Relationships>
</file>

<file path=ppt/charts/_rels/chart9.xml.rels><?xml version="1.0" encoding="UTF-8" standalone="yes"?>
<Relationships xmlns="http://schemas.openxmlformats.org/package/2006/relationships"><Relationship Id="rId1" Type="http://schemas.openxmlformats.org/officeDocument/2006/relationships/package" Target="../embeddings/Workbook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Workbook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Workbook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Workbook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Workbook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Workbook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Workbook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Workbook16.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35955056179775"/>
          <c:y val="0.034965034965035"/>
          <c:w val="0.978651685393258"/>
          <c:h val="0.93006993006993"/>
        </c:manualLayout>
      </c:layout>
      <c:barChart>
        <c:barDir val="col"/>
        <c:grouping val="stacked"/>
        <c:varyColors val="0"/>
        <c:ser>
          <c:idx val="0"/>
          <c:order val="0"/>
          <c:tx>
            <c:strRef>
              <c:f>Sheet1!$A$2</c:f>
              <c:strCache>
                <c:ptCount val="1"/>
                <c:pt idx="0">
                  <c:v>Space</c:v>
                </c:pt>
              </c:strCache>
            </c:strRef>
          </c:tx>
          <c:spPr>
            <a:noFill/>
            <a:ln w="27371">
              <a:noFill/>
            </a:ln>
          </c:spPr>
          <c:invertIfNegative val="0"/>
          <c:dLbls>
            <c:delete val="1"/>
          </c:dLbls>
          <c:cat>
            <c:strRef>
              <c:f>Sheet1!$B$1:$F$1</c:f>
              <c:strCache>
                <c:ptCount val="5"/>
                <c:pt idx="0">
                  <c:v>Label A</c:v>
                </c:pt>
                <c:pt idx="1">
                  <c:v>Label B</c:v>
                </c:pt>
                <c:pt idx="2">
                  <c:v>Label C</c:v>
                </c:pt>
                <c:pt idx="3">
                  <c:v>Label D</c:v>
                </c:pt>
                <c:pt idx="4">
                  <c:v>Total</c:v>
                </c:pt>
              </c:strCache>
            </c:strRef>
          </c:cat>
          <c:val>
            <c:numRef>
              <c:f>Sheet1!$B$2:$F$2</c:f>
              <c:numCache>
                <c:formatCode>General</c:formatCode>
                <c:ptCount val="5"/>
                <c:pt idx="0">
                  <c:v>0</c:v>
                </c:pt>
                <c:pt idx="1">
                  <c:v>5</c:v>
                </c:pt>
                <c:pt idx="2">
                  <c:v>8</c:v>
                </c:pt>
                <c:pt idx="3">
                  <c:v>10</c:v>
                </c:pt>
              </c:numCache>
            </c:numRef>
          </c:val>
        </c:ser>
        <c:ser>
          <c:idx val="1"/>
          <c:order val="1"/>
          <c:tx>
            <c:strRef>
              <c:f>Sheet1!$A$3</c:f>
              <c:strCache>
                <c:ptCount val="1"/>
                <c:pt idx="0">
                  <c:v>Column</c:v>
                </c:pt>
              </c:strCache>
            </c:strRef>
          </c:tx>
          <c:spPr>
            <a:solidFill>
              <a:schemeClr val="tx2"/>
            </a:solidFill>
            <a:ln w="6350">
              <a:solidFill>
                <a:schemeClr val="accent1"/>
              </a:solidFill>
              <a:prstDash val="solid"/>
            </a:ln>
          </c:spPr>
          <c:invertIfNegative val="0"/>
          <c:dLbls>
            <c:dLbl>
              <c:idx val="0"/>
              <c:layout>
                <c:manualLayout>
                  <c:x val="0.00456087170545507"/>
                  <c:y val="-0.213113601668025"/>
                </c:manualLayout>
              </c:layout>
              <c:dLblPos val="ctr"/>
              <c:showLegendKey val="0"/>
              <c:showVal val="1"/>
              <c:showCatName val="0"/>
              <c:showSerName val="0"/>
              <c:showPercent val="0"/>
              <c:showBubbleSize val="0"/>
              <c:extLst>
                <c:ext xmlns:c15="http://schemas.microsoft.com/office/drawing/2012/chart" uri="{CE6537A1-D6FC-4f65-9D91-7224C49458BB}">
                  <c15:layout/>
                </c:ext>
              </c:extLst>
            </c:dLbl>
            <c:dLbl>
              <c:idx val="1"/>
              <c:layout>
                <c:manualLayout>
                  <c:x val="0.000965441673843094"/>
                  <c:y val="-0.147845558168617"/>
                </c:manualLayout>
              </c:layout>
              <c:dLblPos val="ctr"/>
              <c:showLegendKey val="0"/>
              <c:showVal val="1"/>
              <c:showCatName val="0"/>
              <c:showSerName val="0"/>
              <c:showPercent val="0"/>
              <c:showBubbleSize val="0"/>
              <c:extLst>
                <c:ext xmlns:c15="http://schemas.microsoft.com/office/drawing/2012/chart" uri="{CE6537A1-D6FC-4f65-9D91-7224C49458BB}">
                  <c15:layout/>
                </c:ext>
              </c:extLst>
            </c:dLbl>
            <c:dLbl>
              <c:idx val="2"/>
              <c:layout>
                <c:manualLayout>
                  <c:x val="0.00186428420836505"/>
                  <c:y val="-0.114628732969423"/>
                </c:manualLayout>
              </c:layout>
              <c:dLblPos val="ctr"/>
              <c:showLegendKey val="0"/>
              <c:showVal val="1"/>
              <c:showCatName val="0"/>
              <c:showSerName val="0"/>
              <c:showPercent val="0"/>
              <c:showBubbleSize val="0"/>
              <c:extLst>
                <c:ext xmlns:c15="http://schemas.microsoft.com/office/drawing/2012/chart" uri="{CE6537A1-D6FC-4f65-9D91-7224C49458BB}">
                  <c15:layout/>
                </c:ext>
              </c:extLst>
            </c:dLbl>
            <c:dLbl>
              <c:idx val="3"/>
              <c:layout>
                <c:manualLayout>
                  <c:x val="0.00388672224850491"/>
                  <c:y val="-0.0895705216622158"/>
                </c:manualLayout>
              </c:layout>
              <c:dLblPos val="ctr"/>
              <c:showLegendKey val="0"/>
              <c:showVal val="1"/>
              <c:showCatName val="0"/>
              <c:showSerName val="0"/>
              <c:showPercent val="0"/>
              <c:showBubbleSize val="0"/>
              <c:extLst>
                <c:ext xmlns:c15="http://schemas.microsoft.com/office/drawing/2012/chart" uri="{CE6537A1-D6FC-4f65-9D91-7224C49458BB}">
                  <c15:layout/>
                </c:ext>
              </c:extLst>
            </c:dLbl>
            <c:dLbl>
              <c:idx val="4"/>
              <c:layout>
                <c:manualLayout>
                  <c:x val="-0.00307336007161453"/>
                  <c:y val="-0.410083203788572"/>
                </c:manualLayout>
              </c:layout>
              <c:dLblPos val="ctr"/>
              <c:showLegendKey val="0"/>
              <c:showVal val="1"/>
              <c:showCatName val="0"/>
              <c:showSerName val="0"/>
              <c:showPercent val="0"/>
              <c:showBubbleSize val="0"/>
              <c:extLst>
                <c:ext xmlns:c15="http://schemas.microsoft.com/office/drawing/2012/chart" uri="{CE6537A1-D6FC-4f65-9D91-7224C49458BB}">
                  <c15:layout/>
                </c:ext>
              </c:extLst>
            </c:dLbl>
            <c:spPr>
              <a:noFill/>
              <a:ln w="27371">
                <a:noFill/>
              </a:ln>
              <a:effectLst/>
            </c:spPr>
            <c:txPr>
              <a:bodyPr rot="0" spcFirstLastPara="0" vertOverflow="ellipsis" vert="horz" wrap="square" lIns="38100" tIns="19050" rIns="38100" bIns="19050" anchor="ctr" anchorCtr="1"/>
              <a:lstStyle/>
              <a:p>
                <a:pPr>
                  <a:defRPr lang="zh-CN" sz="1400" b="1" i="0" u="none" strike="noStrike" kern="1200" baseline="0">
                    <a:solidFill>
                      <a:schemeClr val="tx1"/>
                    </a:solidFill>
                    <a:latin typeface="+mj-lt"/>
                    <a:ea typeface="DIN-Bold"/>
                    <a:cs typeface="DIN-Bold"/>
                  </a:defRPr>
                </a:pPr>
              </a:p>
            </c:txPr>
            <c:dLblPos val="in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Sheet1!$B$1:$F$1</c:f>
              <c:strCache>
                <c:ptCount val="5"/>
                <c:pt idx="0">
                  <c:v>Label A</c:v>
                </c:pt>
                <c:pt idx="1">
                  <c:v>Label B</c:v>
                </c:pt>
                <c:pt idx="2">
                  <c:v>Label C</c:v>
                </c:pt>
                <c:pt idx="3">
                  <c:v>Label D</c:v>
                </c:pt>
                <c:pt idx="4">
                  <c:v>Total</c:v>
                </c:pt>
              </c:strCache>
            </c:strRef>
          </c:cat>
          <c:val>
            <c:numRef>
              <c:f>Sheet1!$B$3:$F$3</c:f>
              <c:numCache>
                <c:formatCode>General</c:formatCode>
                <c:ptCount val="5"/>
                <c:pt idx="0">
                  <c:v>5</c:v>
                </c:pt>
                <c:pt idx="1">
                  <c:v>3</c:v>
                </c:pt>
                <c:pt idx="2">
                  <c:v>2</c:v>
                </c:pt>
                <c:pt idx="3">
                  <c:v>1</c:v>
                </c:pt>
                <c:pt idx="4">
                  <c:v>11</c:v>
                </c:pt>
              </c:numCache>
            </c:numRef>
          </c:val>
        </c:ser>
        <c:dLbls>
          <c:showLegendKey val="0"/>
          <c:showVal val="1"/>
          <c:showCatName val="0"/>
          <c:showSerName val="0"/>
          <c:showPercent val="0"/>
          <c:showBubbleSize val="0"/>
        </c:dLbls>
        <c:gapWidth val="80"/>
        <c:overlap val="100"/>
        <c:axId val="753530128"/>
        <c:axId val="753530520"/>
      </c:barChart>
      <c:catAx>
        <c:axId val="753530128"/>
        <c:scaling>
          <c:orientation val="minMax"/>
        </c:scaling>
        <c:delete val="0"/>
        <c:axPos val="b"/>
        <c:numFmt formatCode="General" sourceLinked="1"/>
        <c:majorTickMark val="none"/>
        <c:minorTickMark val="none"/>
        <c:tickLblPos val="nextTo"/>
        <c:spPr>
          <a:ln w="3421" cap="flat" cmpd="sng" algn="ctr">
            <a:solidFill>
              <a:schemeClr val="tx1"/>
            </a:solidFill>
            <a:prstDash val="solid"/>
            <a:round/>
          </a:ln>
        </c:spPr>
        <c:txPr>
          <a:bodyPr rot="0" spcFirstLastPara="0" vertOverflow="ellipsis" vert="horz" wrap="square" anchor="ctr" anchorCtr="1"/>
          <a:lstStyle/>
          <a:p>
            <a:pPr>
              <a:defRPr lang="zh-CN" sz="1400" b="1" i="0" u="none" strike="noStrike" kern="1200" baseline="0">
                <a:solidFill>
                  <a:schemeClr val="tx1"/>
                </a:solidFill>
                <a:latin typeface="+mj-lt"/>
                <a:ea typeface="DIN-Bold"/>
                <a:cs typeface="DIN-Bold"/>
              </a:defRPr>
            </a:pPr>
          </a:p>
        </c:txPr>
        <c:crossAx val="753530520"/>
        <c:crosses val="autoZero"/>
        <c:auto val="1"/>
        <c:lblAlgn val="ctr"/>
        <c:lblOffset val="100"/>
        <c:tickLblSkip val="1"/>
        <c:noMultiLvlLbl val="0"/>
      </c:catAx>
      <c:valAx>
        <c:axId val="753530520"/>
        <c:scaling>
          <c:orientation val="minMax"/>
          <c:max val="13"/>
        </c:scaling>
        <c:delete val="1"/>
        <c:axPos val="l"/>
        <c:numFmt formatCode="General" sourceLinked="1"/>
        <c:majorTickMark val="out"/>
        <c:minorTickMark val="none"/>
        <c:tickLblPos val="nextTo"/>
        <c:txPr>
          <a:bodyPr rot="-60000000" spcFirstLastPara="0" vertOverflow="ellipsis" vert="horz" wrap="square" anchor="ctr" anchorCtr="1"/>
          <a:lstStyle/>
          <a:p>
            <a:pPr>
              <a:defRPr lang="zh-CN" sz="1400" b="1" i="0" u="none" strike="noStrike" kern="1200" baseline="0">
                <a:solidFill>
                  <a:schemeClr val="tx1"/>
                </a:solidFill>
                <a:latin typeface="+mj-lt"/>
                <a:ea typeface="DIN-Bold"/>
                <a:cs typeface="DIN-Bold"/>
              </a:defRPr>
            </a:pPr>
          </a:p>
        </c:txPr>
        <c:crossAx val="753530128"/>
        <c:crosses val="autoZero"/>
        <c:crossBetween val="between"/>
      </c:valAx>
      <c:spPr>
        <a:noFill/>
        <a:ln w="27371">
          <a:noFill/>
        </a:ln>
      </c:spPr>
    </c:plotArea>
    <c:plotVisOnly val="1"/>
    <c:dispBlanksAs val="gap"/>
    <c:showDLblsOverMax val="0"/>
    <c:extLst>
      <c:ext uri="{0b15fc19-7d7d-44ad-8c2d-2c3a37ce22c3}">
        <chartProps xmlns="https://web.wps.cn/et/2018/main" chartId="{72dcbd2f-5e4f-48b0-bc44-8b3c445f1325}"/>
      </c:ext>
    </c:extLst>
  </c:chart>
  <c:spPr>
    <a:noFill/>
    <a:ln>
      <a:noFill/>
    </a:ln>
  </c:spPr>
  <c:txPr>
    <a:bodyPr/>
    <a:lstStyle/>
    <a:p>
      <a:pPr>
        <a:defRPr lang="zh-CN" sz="1400" b="1" i="0" u="none" strike="noStrike" baseline="0">
          <a:solidFill>
            <a:schemeClr val="tx1"/>
          </a:solidFill>
          <a:latin typeface="+mj-lt"/>
          <a:ea typeface="DIN-Bold"/>
          <a:cs typeface="DIN-Bold"/>
        </a:defRPr>
      </a:pPr>
    </a:p>
  </c:txPr>
  <c:externalData r:id="rId1">
    <c:autoUpdate val="0"/>
  </c:externalData>
  <c:userShapes r:id="rId2"/>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504100965525794"/>
          <c:y val="0.032566259998889"/>
          <c:w val="0.903104973693707"/>
          <c:h val="0.747256381235418"/>
        </c:manualLayout>
      </c:layout>
      <c:lineChart>
        <c:grouping val="stacked"/>
        <c:varyColors val="0"/>
        <c:ser>
          <c:idx val="0"/>
          <c:order val="0"/>
          <c:tx>
            <c:strRef>
              <c:f>Sheet1!$B$1</c:f>
              <c:strCache>
                <c:ptCount val="1"/>
                <c:pt idx="0">
                  <c:v>Series 1</c:v>
                </c:pt>
              </c:strCache>
            </c:strRef>
          </c:tx>
          <c:spPr>
            <a:ln w="57150" cap="rnd" cmpd="sng" algn="ctr">
              <a:noFill/>
              <a:prstDash val="solid"/>
              <a:round/>
            </a:ln>
          </c:spPr>
          <c:marker>
            <c:symbol val="circle"/>
            <c:size val="20"/>
            <c:spPr>
              <a:solidFill>
                <a:schemeClr val="accent4"/>
              </a:solidFill>
              <a:ln w="57150" cap="flat" cmpd="sng" algn="ctr">
                <a:solidFill>
                  <a:schemeClr val="bg2"/>
                </a:solidFill>
                <a:prstDash val="solid"/>
                <a:round/>
              </a:ln>
            </c:spPr>
          </c:marker>
          <c:dPt>
            <c:idx val="0"/>
            <c:marker>
              <c:symbol val="circle"/>
              <c:size val="20"/>
              <c:spPr>
                <a:noFill/>
                <a:ln w="57150" cap="flat" cmpd="sng" algn="ctr">
                  <a:noFill/>
                  <a:prstDash val="solid"/>
                  <a:round/>
                </a:ln>
              </c:spPr>
            </c:marker>
            <c:bubble3D val="0"/>
          </c:dPt>
          <c:dLbls>
            <c:dLbl>
              <c:idx val="0"/>
              <c:delete val="1"/>
            </c:dLbl>
            <c:spPr>
              <a:solidFill>
                <a:schemeClr val="accent4"/>
              </a:solidFill>
              <a:ln>
                <a:noFill/>
              </a:ln>
              <a:effectLst/>
            </c:spPr>
            <c:txPr>
              <a:bodyPr rot="0" spcFirstLastPara="0" vertOverflow="ellipsis" vert="horz" wrap="square" lIns="38100" tIns="19050" rIns="38100" bIns="19050" anchor="ctr" anchorCtr="1"/>
              <a:lstStyle/>
              <a:p>
                <a:pPr>
                  <a:defRPr lang="zh-CN" sz="1600" b="1" i="0" u="none" strike="noStrike" kern="1200" baseline="0">
                    <a:solidFill>
                      <a:schemeClr val="bg2"/>
                    </a:solidFill>
                    <a:latin typeface="+mj-lt"/>
                    <a:ea typeface="+mn-ea"/>
                    <a:cs typeface="+mn-cs"/>
                  </a:defRPr>
                </a:pPr>
              </a:p>
            </c:txPr>
            <c:dLblPos val="t"/>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Sheet1!$A$2:$A$10</c:f>
              <c:strCache>
                <c:ptCount val="9"/>
                <c:pt idx="1">
                  <c:v>Category 1</c:v>
                </c:pt>
                <c:pt idx="2">
                  <c:v>Category 2</c:v>
                </c:pt>
                <c:pt idx="3">
                  <c:v>Category 3</c:v>
                </c:pt>
                <c:pt idx="4">
                  <c:v>Category 4</c:v>
                </c:pt>
                <c:pt idx="5">
                  <c:v>Category 5</c:v>
                </c:pt>
                <c:pt idx="6">
                  <c:v>Category 6</c:v>
                </c:pt>
                <c:pt idx="7">
                  <c:v>Category 7</c:v>
                </c:pt>
                <c:pt idx="8">
                  <c:v>Category 8</c:v>
                </c:pt>
              </c:strCache>
            </c:strRef>
          </c:cat>
          <c:val>
            <c:numRef>
              <c:f>Sheet1!$B$2:$B$10</c:f>
              <c:numCache>
                <c:formatCode>General</c:formatCode>
                <c:ptCount val="9"/>
                <c:pt idx="1">
                  <c:v>37</c:v>
                </c:pt>
                <c:pt idx="2">
                  <c:v>55</c:v>
                </c:pt>
                <c:pt idx="3">
                  <c:v>79</c:v>
                </c:pt>
                <c:pt idx="4">
                  <c:v>29</c:v>
                </c:pt>
                <c:pt idx="5">
                  <c:v>53</c:v>
                </c:pt>
                <c:pt idx="6">
                  <c:v>88</c:v>
                </c:pt>
                <c:pt idx="7">
                  <c:v>47</c:v>
                </c:pt>
                <c:pt idx="8">
                  <c:v>22</c:v>
                </c:pt>
              </c:numCache>
            </c:numRef>
          </c:val>
          <c:smooth val="0"/>
        </c:ser>
        <c:dLbls>
          <c:showLegendKey val="0"/>
          <c:showVal val="0"/>
          <c:showCatName val="0"/>
          <c:showSerName val="0"/>
          <c:showPercent val="0"/>
          <c:showBubbleSize val="0"/>
        </c:dLbls>
        <c:marker val="1"/>
        <c:smooth val="0"/>
        <c:axId val="753531304"/>
        <c:axId val="753531696"/>
      </c:lineChart>
      <c:catAx>
        <c:axId val="753531304"/>
        <c:scaling>
          <c:orientation val="minMax"/>
        </c:scaling>
        <c:delete val="0"/>
        <c:axPos val="b"/>
        <c:majorGridlines>
          <c:spPr>
            <a:ln w="22225" cap="flat" cmpd="sng" algn="ctr">
              <a:solidFill>
                <a:schemeClr val="bg2"/>
              </a:solidFill>
              <a:prstDash val="sysDot"/>
              <a:round/>
            </a:ln>
          </c:spPr>
        </c:majorGridlines>
        <c:numFmt formatCode="General" sourceLinked="0"/>
        <c:majorTickMark val="out"/>
        <c:minorTickMark val="none"/>
        <c:tickLblPos val="nextTo"/>
        <c:spPr>
          <a:ln w="9525" cap="flat" cmpd="sng" algn="ctr">
            <a:solidFill>
              <a:schemeClr val="bg2"/>
            </a:solidFill>
            <a:prstDash val="solid"/>
            <a:round/>
          </a:ln>
        </c:spPr>
        <c:txPr>
          <a:bodyPr rot="2700000" spcFirstLastPara="0" vertOverflow="ellipsis" vert="horz" wrap="square" anchor="ctr" anchorCtr="1"/>
          <a:lstStyle/>
          <a:p>
            <a:pPr>
              <a:defRPr lang="zh-CN" sz="1200" b="1" i="0" u="none" strike="noStrike" kern="1200" baseline="0">
                <a:solidFill>
                  <a:schemeClr val="bg2"/>
                </a:solidFill>
                <a:latin typeface="+mj-lt"/>
                <a:ea typeface="+mn-ea"/>
                <a:cs typeface="+mn-cs"/>
              </a:defRPr>
            </a:pPr>
          </a:p>
        </c:txPr>
        <c:crossAx val="753531696"/>
        <c:crosses val="autoZero"/>
        <c:auto val="1"/>
        <c:lblAlgn val="ctr"/>
        <c:lblOffset val="100"/>
        <c:noMultiLvlLbl val="0"/>
      </c:catAx>
      <c:valAx>
        <c:axId val="753531696"/>
        <c:scaling>
          <c:orientation val="minMax"/>
        </c:scaling>
        <c:delete val="0"/>
        <c:axPos val="l"/>
        <c:numFmt formatCode="General" sourceLinked="1"/>
        <c:majorTickMark val="out"/>
        <c:minorTickMark val="none"/>
        <c:tickLblPos val="nextTo"/>
        <c:spPr>
          <a:ln w="9525" cap="flat" cmpd="sng" algn="ctr">
            <a:solidFill>
              <a:schemeClr val="bg2"/>
            </a:solidFill>
            <a:prstDash val="solid"/>
            <a:round/>
          </a:ln>
        </c:spPr>
        <c:txPr>
          <a:bodyPr rot="-60000000" spcFirstLastPara="0" vertOverflow="ellipsis" vert="horz" wrap="square" anchor="ctr" anchorCtr="1"/>
          <a:lstStyle/>
          <a:p>
            <a:pPr>
              <a:defRPr lang="zh-CN" sz="1200" b="0" i="0" u="none" strike="noStrike" kern="1200" baseline="0">
                <a:solidFill>
                  <a:schemeClr val="bg2"/>
                </a:solidFill>
                <a:latin typeface="+mj-lt"/>
                <a:ea typeface="+mn-ea"/>
                <a:cs typeface="+mn-cs"/>
              </a:defRPr>
            </a:pPr>
          </a:p>
        </c:txPr>
        <c:crossAx val="753531304"/>
        <c:crosses val="autoZero"/>
        <c:crossBetween val="midCat"/>
      </c:valAx>
      <c:spPr>
        <a:ln>
          <a:noFill/>
        </a:ln>
      </c:spPr>
    </c:plotArea>
    <c:plotVisOnly val="1"/>
    <c:dispBlanksAs val="zero"/>
    <c:showDLblsOverMax val="0"/>
    <c:extLst>
      <c:ext uri="{0b15fc19-7d7d-44ad-8c2d-2c3a37ce22c3}">
        <chartProps xmlns="https://web.wps.cn/et/2018/main" chartId="{9b9f115a-b4df-49c5-b715-e0dbbb03dddd}"/>
      </c:ext>
    </c:extLst>
  </c:chart>
  <c:txPr>
    <a:bodyPr/>
    <a:lstStyle/>
    <a:p>
      <a:pPr>
        <a:defRPr lang="zh-CN" sz="1800"/>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tx>
            <c:strRef>
              <c:f>Sheet1!$B$1</c:f>
              <c:strCache>
                <c:ptCount val="1"/>
                <c:pt idx="0">
                  <c:v>a</c:v>
                </c:pt>
              </c:strCache>
            </c:strRef>
          </c:tx>
          <c:spPr>
            <a:solidFill>
              <a:schemeClr val="bg1">
                <a:lumMod val="95000"/>
              </a:schemeClr>
            </a:solidFill>
            <a:ln>
              <a:solidFill>
                <a:schemeClr val="bg2"/>
              </a:solidFill>
            </a:ln>
          </c:spPr>
          <c:explosion val="0"/>
          <c:dPt>
            <c:idx val="0"/>
            <c:bubble3D val="0"/>
            <c:spPr>
              <a:solidFill>
                <a:srgbClr val="EAE8E2"/>
              </a:solidFill>
              <a:ln>
                <a:solidFill>
                  <a:schemeClr val="bg2"/>
                </a:solidFill>
              </a:ln>
            </c:spPr>
          </c:dPt>
          <c:dPt>
            <c:idx val="1"/>
            <c:bubble3D val="0"/>
            <c:spPr>
              <a:solidFill>
                <a:srgbClr val="366EF4">
                  <a:lumMod val="60000"/>
                  <a:lumOff val="40000"/>
                </a:srgbClr>
              </a:solidFill>
              <a:ln>
                <a:solidFill>
                  <a:schemeClr val="bg2"/>
                </a:solidFill>
              </a:ln>
            </c:spPr>
          </c:dPt>
          <c:dPt>
            <c:idx val="2"/>
            <c:bubble3D val="0"/>
            <c:spPr>
              <a:solidFill>
                <a:srgbClr val="EAE8E2"/>
              </a:solidFill>
              <a:ln>
                <a:solidFill>
                  <a:schemeClr val="bg2"/>
                </a:solidFill>
              </a:ln>
            </c:spPr>
          </c:dPt>
          <c:dPt>
            <c:idx val="3"/>
            <c:bubble3D val="0"/>
            <c:spPr>
              <a:solidFill>
                <a:srgbClr val="EAE8E2"/>
              </a:solidFill>
              <a:ln>
                <a:solidFill>
                  <a:schemeClr val="bg2"/>
                </a:solidFill>
              </a:ln>
            </c:spPr>
          </c:dPt>
          <c:dPt>
            <c:idx val="4"/>
            <c:bubble3D val="0"/>
            <c:spPr>
              <a:solidFill>
                <a:srgbClr val="EAE8E2"/>
              </a:solidFill>
              <a:ln>
                <a:solidFill>
                  <a:schemeClr val="bg2"/>
                </a:solidFill>
              </a:ln>
            </c:spPr>
          </c:dPt>
          <c:dPt>
            <c:idx val="5"/>
            <c:bubble3D val="0"/>
            <c:spPr>
              <a:solidFill>
                <a:srgbClr val="EAE8E2"/>
              </a:solidFill>
              <a:ln>
                <a:solidFill>
                  <a:schemeClr val="bg2"/>
                </a:solidFill>
              </a:ln>
            </c:spPr>
          </c:dPt>
          <c:dPt>
            <c:idx val="6"/>
            <c:bubble3D val="0"/>
            <c:spPr>
              <a:solidFill>
                <a:srgbClr val="EAE8E2"/>
              </a:solidFill>
              <a:ln>
                <a:solidFill>
                  <a:schemeClr val="bg2"/>
                </a:solidFill>
              </a:ln>
            </c:spPr>
          </c:dPt>
          <c:dPt>
            <c:idx val="7"/>
            <c:bubble3D val="0"/>
            <c:spPr>
              <a:solidFill>
                <a:srgbClr val="EAE8E2"/>
              </a:solidFill>
              <a:ln>
                <a:solidFill>
                  <a:schemeClr val="bg2"/>
                </a:solidFill>
              </a:ln>
            </c:spPr>
          </c:dPt>
          <c:dPt>
            <c:idx val="8"/>
            <c:bubble3D val="0"/>
            <c:spPr>
              <a:solidFill>
                <a:srgbClr val="366EF4">
                  <a:lumMod val="60000"/>
                  <a:lumOff val="40000"/>
                </a:srgbClr>
              </a:solidFill>
              <a:ln>
                <a:solidFill>
                  <a:schemeClr val="bg2"/>
                </a:solidFill>
              </a:ln>
            </c:spPr>
          </c:dPt>
          <c:dPt>
            <c:idx val="9"/>
            <c:bubble3D val="0"/>
            <c:spPr>
              <a:solidFill>
                <a:srgbClr val="EAE8E2"/>
              </a:solidFill>
              <a:ln>
                <a:solidFill>
                  <a:schemeClr val="bg2"/>
                </a:solidFill>
              </a:ln>
            </c:spPr>
          </c:dPt>
          <c:dPt>
            <c:idx val="10"/>
            <c:bubble3D val="0"/>
            <c:spPr>
              <a:solidFill>
                <a:srgbClr val="EAE8E2"/>
              </a:solidFill>
              <a:ln>
                <a:solidFill>
                  <a:schemeClr val="bg2"/>
                </a:solidFill>
              </a:ln>
            </c:spPr>
          </c:dPt>
          <c:dPt>
            <c:idx val="11"/>
            <c:bubble3D val="0"/>
            <c:spPr>
              <a:solidFill>
                <a:srgbClr val="EAE8E2"/>
              </a:solidFill>
              <a:ln>
                <a:solidFill>
                  <a:schemeClr val="bg2"/>
                </a:solidFill>
              </a:ln>
            </c:spPr>
          </c:dPt>
          <c:dPt>
            <c:idx val="12"/>
            <c:bubble3D val="0"/>
            <c:spPr>
              <a:noFill/>
              <a:ln>
                <a:solidFill>
                  <a:schemeClr val="bg2"/>
                </a:solidFill>
              </a:ln>
            </c:spPr>
          </c:dPt>
          <c:dPt>
            <c:idx val="13"/>
            <c:bubble3D val="0"/>
            <c:spPr>
              <a:noFill/>
              <a:ln>
                <a:solidFill>
                  <a:schemeClr val="bg2"/>
                </a:solidFill>
              </a:ln>
            </c:spPr>
          </c:dPt>
          <c:dLbls>
            <c:delete val="1"/>
          </c:dLbls>
          <c:cat>
            <c:strRef>
              <c:f>Sheet1!$A$2:$A$15</c:f>
              <c:strCache>
                <c:ptCount val="12"/>
                <c:pt idx="0">
                  <c:v>a</c:v>
                </c:pt>
                <c:pt idx="1">
                  <c:v>b</c:v>
                </c:pt>
                <c:pt idx="2">
                  <c:v>c</c:v>
                </c:pt>
                <c:pt idx="3">
                  <c:v>d</c:v>
                </c:pt>
                <c:pt idx="4">
                  <c:v>e</c:v>
                </c:pt>
                <c:pt idx="5">
                  <c:v>f</c:v>
                </c:pt>
                <c:pt idx="6">
                  <c:v>g</c:v>
                </c:pt>
                <c:pt idx="7">
                  <c:v>h</c:v>
                </c:pt>
                <c:pt idx="8">
                  <c:v>i</c:v>
                </c:pt>
                <c:pt idx="9">
                  <c:v>j</c:v>
                </c:pt>
                <c:pt idx="10">
                  <c:v>k</c:v>
                </c:pt>
                <c:pt idx="11">
                  <c:v>l</c:v>
                </c:pt>
              </c:strCache>
            </c:strRef>
          </c:cat>
          <c:val>
            <c:numRef>
              <c:f>Sheet1!$B$2:$B$15</c:f>
              <c:numCache>
                <c:formatCode>General</c:formatCode>
                <c:ptCount val="14"/>
                <c:pt idx="0">
                  <c:v>1</c:v>
                </c:pt>
                <c:pt idx="1">
                  <c:v>1</c:v>
                </c:pt>
                <c:pt idx="2">
                  <c:v>1</c:v>
                </c:pt>
                <c:pt idx="3">
                  <c:v>1</c:v>
                </c:pt>
                <c:pt idx="4">
                  <c:v>1</c:v>
                </c:pt>
                <c:pt idx="5">
                  <c:v>1</c:v>
                </c:pt>
                <c:pt idx="6">
                  <c:v>1</c:v>
                </c:pt>
                <c:pt idx="7">
                  <c:v>1</c:v>
                </c:pt>
                <c:pt idx="8">
                  <c:v>1</c:v>
                </c:pt>
                <c:pt idx="9">
                  <c:v>1</c:v>
                </c:pt>
                <c:pt idx="10">
                  <c:v>1</c:v>
                </c:pt>
                <c:pt idx="11">
                  <c:v>1</c:v>
                </c:pt>
                <c:pt idx="12">
                  <c:v>1</c:v>
                </c:pt>
                <c:pt idx="13">
                  <c:v>1</c:v>
                </c:pt>
              </c:numCache>
            </c:numRef>
          </c:val>
        </c:ser>
        <c:ser>
          <c:idx val="1"/>
          <c:order val="1"/>
          <c:tx>
            <c:strRef>
              <c:f>Sheet1!$C$1</c:f>
              <c:strCache>
                <c:ptCount val="1"/>
                <c:pt idx="0">
                  <c:v>b</c:v>
                </c:pt>
              </c:strCache>
            </c:strRef>
          </c:tx>
          <c:spPr>
            <a:solidFill>
              <a:schemeClr val="bg1">
                <a:lumMod val="95000"/>
              </a:schemeClr>
            </a:solidFill>
            <a:ln>
              <a:solidFill>
                <a:schemeClr val="bg2"/>
              </a:solidFill>
            </a:ln>
          </c:spPr>
          <c:explosion val="0"/>
          <c:dPt>
            <c:idx val="0"/>
            <c:bubble3D val="0"/>
            <c:spPr>
              <a:solidFill>
                <a:srgbClr val="602320"/>
              </a:solidFill>
              <a:ln>
                <a:solidFill>
                  <a:schemeClr val="bg2"/>
                </a:solidFill>
              </a:ln>
            </c:spPr>
          </c:dPt>
          <c:dPt>
            <c:idx val="1"/>
            <c:bubble3D val="0"/>
            <c:spPr>
              <a:solidFill>
                <a:srgbClr val="EAE8E2"/>
              </a:solidFill>
              <a:ln>
                <a:solidFill>
                  <a:schemeClr val="bg2"/>
                </a:solidFill>
              </a:ln>
            </c:spPr>
          </c:dPt>
          <c:dPt>
            <c:idx val="2"/>
            <c:bubble3D val="0"/>
            <c:spPr>
              <a:solidFill>
                <a:srgbClr val="602320"/>
              </a:solidFill>
              <a:ln>
                <a:solidFill>
                  <a:schemeClr val="bg2"/>
                </a:solidFill>
              </a:ln>
            </c:spPr>
          </c:dPt>
          <c:dPt>
            <c:idx val="3"/>
            <c:bubble3D val="0"/>
            <c:spPr>
              <a:solidFill>
                <a:srgbClr val="EAE8E2"/>
              </a:solidFill>
              <a:ln>
                <a:solidFill>
                  <a:schemeClr val="bg2"/>
                </a:solidFill>
              </a:ln>
            </c:spPr>
          </c:dPt>
          <c:dPt>
            <c:idx val="4"/>
            <c:bubble3D val="0"/>
            <c:spPr>
              <a:solidFill>
                <a:srgbClr val="602320"/>
              </a:solidFill>
              <a:ln>
                <a:solidFill>
                  <a:schemeClr val="bg2"/>
                </a:solidFill>
              </a:ln>
            </c:spPr>
          </c:dPt>
          <c:dPt>
            <c:idx val="5"/>
            <c:bubble3D val="0"/>
            <c:spPr>
              <a:solidFill>
                <a:srgbClr val="EAE8E2"/>
              </a:solidFill>
              <a:ln>
                <a:solidFill>
                  <a:schemeClr val="bg2"/>
                </a:solidFill>
              </a:ln>
            </c:spPr>
          </c:dPt>
          <c:dPt>
            <c:idx val="6"/>
            <c:bubble3D val="0"/>
            <c:spPr>
              <a:solidFill>
                <a:srgbClr val="602320"/>
              </a:solidFill>
              <a:ln>
                <a:solidFill>
                  <a:schemeClr val="bg2"/>
                </a:solidFill>
              </a:ln>
            </c:spPr>
          </c:dPt>
          <c:dPt>
            <c:idx val="7"/>
            <c:bubble3D val="0"/>
            <c:spPr>
              <a:solidFill>
                <a:srgbClr val="EAE8E2"/>
              </a:solidFill>
              <a:ln>
                <a:solidFill>
                  <a:schemeClr val="bg2"/>
                </a:solidFill>
              </a:ln>
            </c:spPr>
          </c:dPt>
          <c:dPt>
            <c:idx val="8"/>
            <c:bubble3D val="0"/>
            <c:spPr>
              <a:solidFill>
                <a:srgbClr val="602320"/>
              </a:solidFill>
              <a:ln>
                <a:solidFill>
                  <a:schemeClr val="bg2"/>
                </a:solidFill>
              </a:ln>
            </c:spPr>
          </c:dPt>
          <c:dPt>
            <c:idx val="9"/>
            <c:bubble3D val="0"/>
            <c:spPr>
              <a:solidFill>
                <a:srgbClr val="EAE8E2"/>
              </a:solidFill>
              <a:ln>
                <a:solidFill>
                  <a:schemeClr val="bg2"/>
                </a:solidFill>
              </a:ln>
            </c:spPr>
          </c:dPt>
          <c:dPt>
            <c:idx val="10"/>
            <c:bubble3D val="0"/>
            <c:spPr>
              <a:solidFill>
                <a:srgbClr val="602320"/>
              </a:solidFill>
              <a:ln>
                <a:solidFill>
                  <a:schemeClr val="bg2"/>
                </a:solidFill>
              </a:ln>
            </c:spPr>
          </c:dPt>
          <c:dPt>
            <c:idx val="11"/>
            <c:bubble3D val="0"/>
            <c:spPr>
              <a:solidFill>
                <a:srgbClr val="EAE8E2"/>
              </a:solidFill>
              <a:ln>
                <a:solidFill>
                  <a:schemeClr val="bg2"/>
                </a:solidFill>
              </a:ln>
            </c:spPr>
          </c:dPt>
          <c:dPt>
            <c:idx val="12"/>
            <c:bubble3D val="0"/>
            <c:spPr>
              <a:noFill/>
              <a:ln>
                <a:solidFill>
                  <a:schemeClr val="bg2"/>
                </a:solidFill>
              </a:ln>
            </c:spPr>
          </c:dPt>
          <c:dPt>
            <c:idx val="13"/>
            <c:bubble3D val="0"/>
            <c:spPr>
              <a:noFill/>
              <a:ln>
                <a:solidFill>
                  <a:schemeClr val="bg2"/>
                </a:solidFill>
              </a:ln>
            </c:spPr>
          </c:dPt>
          <c:dLbls>
            <c:delete val="1"/>
          </c:dLbls>
          <c:cat>
            <c:strRef>
              <c:f>Sheet1!$A$2:$A$15</c:f>
              <c:strCache>
                <c:ptCount val="12"/>
                <c:pt idx="0">
                  <c:v>a</c:v>
                </c:pt>
                <c:pt idx="1">
                  <c:v>b</c:v>
                </c:pt>
                <c:pt idx="2">
                  <c:v>c</c:v>
                </c:pt>
                <c:pt idx="3">
                  <c:v>d</c:v>
                </c:pt>
                <c:pt idx="4">
                  <c:v>e</c:v>
                </c:pt>
                <c:pt idx="5">
                  <c:v>f</c:v>
                </c:pt>
                <c:pt idx="6">
                  <c:v>g</c:v>
                </c:pt>
                <c:pt idx="7">
                  <c:v>h</c:v>
                </c:pt>
                <c:pt idx="8">
                  <c:v>i</c:v>
                </c:pt>
                <c:pt idx="9">
                  <c:v>j</c:v>
                </c:pt>
                <c:pt idx="10">
                  <c:v>k</c:v>
                </c:pt>
                <c:pt idx="11">
                  <c:v>l</c:v>
                </c:pt>
              </c:strCache>
            </c:strRef>
          </c:cat>
          <c:val>
            <c:numRef>
              <c:f>Sheet1!$C$2:$C$15</c:f>
              <c:numCache>
                <c:formatCode>General</c:formatCode>
                <c:ptCount val="14"/>
                <c:pt idx="0">
                  <c:v>1</c:v>
                </c:pt>
                <c:pt idx="1">
                  <c:v>1</c:v>
                </c:pt>
                <c:pt idx="2">
                  <c:v>1</c:v>
                </c:pt>
                <c:pt idx="3">
                  <c:v>1</c:v>
                </c:pt>
                <c:pt idx="4">
                  <c:v>1</c:v>
                </c:pt>
                <c:pt idx="5">
                  <c:v>1</c:v>
                </c:pt>
                <c:pt idx="6">
                  <c:v>1</c:v>
                </c:pt>
                <c:pt idx="7">
                  <c:v>1</c:v>
                </c:pt>
                <c:pt idx="8">
                  <c:v>1</c:v>
                </c:pt>
                <c:pt idx="9">
                  <c:v>1</c:v>
                </c:pt>
                <c:pt idx="10">
                  <c:v>1</c:v>
                </c:pt>
                <c:pt idx="11">
                  <c:v>1</c:v>
                </c:pt>
                <c:pt idx="12">
                  <c:v>1</c:v>
                </c:pt>
                <c:pt idx="13">
                  <c:v>1</c:v>
                </c:pt>
              </c:numCache>
            </c:numRef>
          </c:val>
        </c:ser>
        <c:ser>
          <c:idx val="2"/>
          <c:order val="2"/>
          <c:tx>
            <c:strRef>
              <c:f>Sheet1!$D$1</c:f>
              <c:strCache>
                <c:ptCount val="1"/>
                <c:pt idx="0">
                  <c:v>c</c:v>
                </c:pt>
              </c:strCache>
            </c:strRef>
          </c:tx>
          <c:spPr>
            <a:solidFill>
              <a:schemeClr val="bg1">
                <a:lumMod val="95000"/>
              </a:schemeClr>
            </a:solidFill>
            <a:ln>
              <a:solidFill>
                <a:schemeClr val="bg2"/>
              </a:solidFill>
            </a:ln>
          </c:spPr>
          <c:explosion val="0"/>
          <c:dPt>
            <c:idx val="0"/>
            <c:bubble3D val="0"/>
            <c:spPr>
              <a:solidFill>
                <a:srgbClr val="001F97"/>
              </a:solidFill>
              <a:ln>
                <a:solidFill>
                  <a:schemeClr val="bg2"/>
                </a:solidFill>
              </a:ln>
            </c:spPr>
          </c:dPt>
          <c:dPt>
            <c:idx val="1"/>
            <c:bubble3D val="0"/>
            <c:spPr>
              <a:solidFill>
                <a:srgbClr val="001F97"/>
              </a:solidFill>
              <a:ln>
                <a:solidFill>
                  <a:schemeClr val="bg2"/>
                </a:solidFill>
              </a:ln>
            </c:spPr>
          </c:dPt>
          <c:dPt>
            <c:idx val="2"/>
            <c:bubble3D val="0"/>
            <c:spPr>
              <a:solidFill>
                <a:srgbClr val="EAE8E2"/>
              </a:solidFill>
              <a:ln>
                <a:solidFill>
                  <a:schemeClr val="bg2"/>
                </a:solidFill>
              </a:ln>
            </c:spPr>
          </c:dPt>
          <c:dPt>
            <c:idx val="3"/>
            <c:bubble3D val="0"/>
            <c:spPr>
              <a:solidFill>
                <a:srgbClr val="EAE8E2"/>
              </a:solidFill>
              <a:ln>
                <a:solidFill>
                  <a:schemeClr val="bg2"/>
                </a:solidFill>
              </a:ln>
            </c:spPr>
          </c:dPt>
          <c:dPt>
            <c:idx val="4"/>
            <c:bubble3D val="0"/>
            <c:spPr>
              <a:solidFill>
                <a:srgbClr val="001F97"/>
              </a:solidFill>
              <a:ln>
                <a:solidFill>
                  <a:schemeClr val="bg2"/>
                </a:solidFill>
              </a:ln>
            </c:spPr>
          </c:dPt>
          <c:dPt>
            <c:idx val="5"/>
            <c:bubble3D val="0"/>
            <c:spPr>
              <a:solidFill>
                <a:srgbClr val="001F97"/>
              </a:solidFill>
              <a:ln>
                <a:solidFill>
                  <a:schemeClr val="bg2"/>
                </a:solidFill>
              </a:ln>
            </c:spPr>
          </c:dPt>
          <c:dPt>
            <c:idx val="6"/>
            <c:bubble3D val="0"/>
            <c:spPr>
              <a:solidFill>
                <a:srgbClr val="EAE8E2"/>
              </a:solidFill>
              <a:ln>
                <a:solidFill>
                  <a:schemeClr val="bg2"/>
                </a:solidFill>
              </a:ln>
            </c:spPr>
          </c:dPt>
          <c:dPt>
            <c:idx val="7"/>
            <c:bubble3D val="0"/>
            <c:spPr>
              <a:solidFill>
                <a:srgbClr val="EAE8E2"/>
              </a:solidFill>
              <a:ln>
                <a:solidFill>
                  <a:schemeClr val="bg2"/>
                </a:solidFill>
              </a:ln>
            </c:spPr>
          </c:dPt>
          <c:dPt>
            <c:idx val="8"/>
            <c:bubble3D val="0"/>
            <c:spPr>
              <a:solidFill>
                <a:srgbClr val="001F97"/>
              </a:solidFill>
              <a:ln>
                <a:solidFill>
                  <a:schemeClr val="bg2"/>
                </a:solidFill>
              </a:ln>
            </c:spPr>
          </c:dPt>
          <c:dPt>
            <c:idx val="9"/>
            <c:bubble3D val="0"/>
            <c:spPr>
              <a:solidFill>
                <a:srgbClr val="001F97"/>
              </a:solidFill>
              <a:ln>
                <a:solidFill>
                  <a:schemeClr val="bg2"/>
                </a:solidFill>
              </a:ln>
            </c:spPr>
          </c:dPt>
          <c:dPt>
            <c:idx val="10"/>
            <c:bubble3D val="0"/>
            <c:spPr>
              <a:solidFill>
                <a:srgbClr val="EAE8E2"/>
              </a:solidFill>
              <a:ln>
                <a:solidFill>
                  <a:schemeClr val="bg2"/>
                </a:solidFill>
              </a:ln>
            </c:spPr>
          </c:dPt>
          <c:dPt>
            <c:idx val="11"/>
            <c:bubble3D val="0"/>
            <c:spPr>
              <a:solidFill>
                <a:srgbClr val="EAE8E2"/>
              </a:solidFill>
              <a:ln>
                <a:solidFill>
                  <a:schemeClr val="bg2"/>
                </a:solidFill>
              </a:ln>
            </c:spPr>
          </c:dPt>
          <c:dPt>
            <c:idx val="12"/>
            <c:bubble3D val="0"/>
            <c:spPr>
              <a:noFill/>
              <a:ln>
                <a:solidFill>
                  <a:schemeClr val="bg2"/>
                </a:solidFill>
              </a:ln>
            </c:spPr>
          </c:dPt>
          <c:dPt>
            <c:idx val="13"/>
            <c:bubble3D val="0"/>
            <c:spPr>
              <a:noFill/>
              <a:ln>
                <a:solidFill>
                  <a:schemeClr val="bg2"/>
                </a:solidFill>
              </a:ln>
            </c:spPr>
          </c:dPt>
          <c:dLbls>
            <c:delete val="1"/>
          </c:dLbls>
          <c:cat>
            <c:strRef>
              <c:f>Sheet1!$A$2:$A$15</c:f>
              <c:strCache>
                <c:ptCount val="12"/>
                <c:pt idx="0">
                  <c:v>a</c:v>
                </c:pt>
                <c:pt idx="1">
                  <c:v>b</c:v>
                </c:pt>
                <c:pt idx="2">
                  <c:v>c</c:v>
                </c:pt>
                <c:pt idx="3">
                  <c:v>d</c:v>
                </c:pt>
                <c:pt idx="4">
                  <c:v>e</c:v>
                </c:pt>
                <c:pt idx="5">
                  <c:v>f</c:v>
                </c:pt>
                <c:pt idx="6">
                  <c:v>g</c:v>
                </c:pt>
                <c:pt idx="7">
                  <c:v>h</c:v>
                </c:pt>
                <c:pt idx="8">
                  <c:v>i</c:v>
                </c:pt>
                <c:pt idx="9">
                  <c:v>j</c:v>
                </c:pt>
                <c:pt idx="10">
                  <c:v>k</c:v>
                </c:pt>
                <c:pt idx="11">
                  <c:v>l</c:v>
                </c:pt>
              </c:strCache>
            </c:strRef>
          </c:cat>
          <c:val>
            <c:numRef>
              <c:f>Sheet1!$D$2:$D$15</c:f>
              <c:numCache>
                <c:formatCode>General</c:formatCode>
                <c:ptCount val="14"/>
                <c:pt idx="0">
                  <c:v>1</c:v>
                </c:pt>
                <c:pt idx="1">
                  <c:v>1</c:v>
                </c:pt>
                <c:pt idx="2">
                  <c:v>1</c:v>
                </c:pt>
                <c:pt idx="3">
                  <c:v>1</c:v>
                </c:pt>
                <c:pt idx="4">
                  <c:v>1</c:v>
                </c:pt>
                <c:pt idx="5">
                  <c:v>1</c:v>
                </c:pt>
                <c:pt idx="6">
                  <c:v>1</c:v>
                </c:pt>
                <c:pt idx="7">
                  <c:v>1</c:v>
                </c:pt>
                <c:pt idx="8">
                  <c:v>1</c:v>
                </c:pt>
                <c:pt idx="9">
                  <c:v>1</c:v>
                </c:pt>
                <c:pt idx="10">
                  <c:v>1</c:v>
                </c:pt>
                <c:pt idx="11">
                  <c:v>1</c:v>
                </c:pt>
                <c:pt idx="12">
                  <c:v>1</c:v>
                </c:pt>
                <c:pt idx="13">
                  <c:v>1</c:v>
                </c:pt>
              </c:numCache>
            </c:numRef>
          </c:val>
        </c:ser>
        <c:ser>
          <c:idx val="3"/>
          <c:order val="3"/>
          <c:tx>
            <c:strRef>
              <c:f>Sheet1!$E$1</c:f>
              <c:strCache>
                <c:ptCount val="1"/>
                <c:pt idx="0">
                  <c:v>d</c:v>
                </c:pt>
              </c:strCache>
            </c:strRef>
          </c:tx>
          <c:spPr>
            <a:solidFill>
              <a:schemeClr val="tx2">
                <a:lumMod val="50000"/>
              </a:schemeClr>
            </a:solidFill>
            <a:ln>
              <a:solidFill>
                <a:schemeClr val="bg2"/>
              </a:solidFill>
            </a:ln>
          </c:spPr>
          <c:explosion val="0"/>
          <c:dPt>
            <c:idx val="0"/>
            <c:bubble3D val="0"/>
            <c:spPr>
              <a:solidFill>
                <a:srgbClr val="EAE8E2"/>
              </a:solidFill>
              <a:ln>
                <a:solidFill>
                  <a:schemeClr val="bg2"/>
                </a:solidFill>
              </a:ln>
            </c:spPr>
          </c:dPt>
          <c:dPt>
            <c:idx val="1"/>
            <c:bubble3D val="0"/>
            <c:spPr>
              <a:solidFill>
                <a:srgbClr val="EAE8E2"/>
              </a:solidFill>
              <a:ln>
                <a:solidFill>
                  <a:schemeClr val="bg2"/>
                </a:solidFill>
              </a:ln>
            </c:spPr>
          </c:dPt>
          <c:dPt>
            <c:idx val="2"/>
            <c:bubble3D val="0"/>
            <c:spPr>
              <a:solidFill>
                <a:srgbClr val="0052D9"/>
              </a:solidFill>
              <a:ln>
                <a:solidFill>
                  <a:schemeClr val="bg2"/>
                </a:solidFill>
              </a:ln>
            </c:spPr>
          </c:dPt>
          <c:dPt>
            <c:idx val="3"/>
            <c:bubble3D val="0"/>
            <c:spPr>
              <a:solidFill>
                <a:srgbClr val="EAE8E2"/>
              </a:solidFill>
              <a:ln>
                <a:solidFill>
                  <a:schemeClr val="bg2"/>
                </a:solidFill>
              </a:ln>
            </c:spPr>
          </c:dPt>
          <c:dPt>
            <c:idx val="4"/>
            <c:bubble3D val="0"/>
            <c:spPr>
              <a:solidFill>
                <a:srgbClr val="EAE8E2"/>
              </a:solidFill>
              <a:ln>
                <a:solidFill>
                  <a:schemeClr val="bg2"/>
                </a:solidFill>
              </a:ln>
            </c:spPr>
          </c:dPt>
          <c:dPt>
            <c:idx val="5"/>
            <c:bubble3D val="0"/>
            <c:spPr>
              <a:solidFill>
                <a:srgbClr val="0052D9"/>
              </a:solidFill>
              <a:ln>
                <a:solidFill>
                  <a:schemeClr val="bg2"/>
                </a:solidFill>
              </a:ln>
            </c:spPr>
          </c:dPt>
          <c:dPt>
            <c:idx val="6"/>
            <c:bubble3D val="0"/>
            <c:spPr>
              <a:solidFill>
                <a:srgbClr val="EAE8E2"/>
              </a:solidFill>
              <a:ln>
                <a:solidFill>
                  <a:schemeClr val="bg2"/>
                </a:solidFill>
              </a:ln>
            </c:spPr>
          </c:dPt>
          <c:dPt>
            <c:idx val="7"/>
            <c:bubble3D val="0"/>
            <c:spPr>
              <a:solidFill>
                <a:srgbClr val="EAE8E2"/>
              </a:solidFill>
              <a:ln>
                <a:solidFill>
                  <a:schemeClr val="bg2"/>
                </a:solidFill>
              </a:ln>
            </c:spPr>
          </c:dPt>
          <c:dPt>
            <c:idx val="8"/>
            <c:bubble3D val="0"/>
            <c:spPr>
              <a:solidFill>
                <a:srgbClr val="0052D9"/>
              </a:solidFill>
              <a:ln>
                <a:solidFill>
                  <a:schemeClr val="bg2"/>
                </a:solidFill>
              </a:ln>
            </c:spPr>
          </c:dPt>
          <c:dPt>
            <c:idx val="9"/>
            <c:bubble3D val="0"/>
            <c:spPr>
              <a:solidFill>
                <a:srgbClr val="EAE8E2"/>
              </a:solidFill>
              <a:ln>
                <a:solidFill>
                  <a:schemeClr val="bg2"/>
                </a:solidFill>
              </a:ln>
            </c:spPr>
          </c:dPt>
          <c:dPt>
            <c:idx val="10"/>
            <c:bubble3D val="0"/>
            <c:spPr>
              <a:solidFill>
                <a:srgbClr val="EAE8E2"/>
              </a:solidFill>
              <a:ln>
                <a:solidFill>
                  <a:schemeClr val="bg2"/>
                </a:solidFill>
              </a:ln>
            </c:spPr>
          </c:dPt>
          <c:dPt>
            <c:idx val="11"/>
            <c:bubble3D val="0"/>
            <c:spPr>
              <a:solidFill>
                <a:srgbClr val="0052D9"/>
              </a:solidFill>
              <a:ln>
                <a:solidFill>
                  <a:schemeClr val="bg2"/>
                </a:solidFill>
              </a:ln>
            </c:spPr>
          </c:dPt>
          <c:dPt>
            <c:idx val="12"/>
            <c:bubble3D val="0"/>
            <c:spPr>
              <a:noFill/>
              <a:ln>
                <a:solidFill>
                  <a:schemeClr val="bg2"/>
                </a:solidFill>
              </a:ln>
            </c:spPr>
          </c:dPt>
          <c:dPt>
            <c:idx val="13"/>
            <c:bubble3D val="0"/>
            <c:spPr>
              <a:noFill/>
              <a:ln>
                <a:solidFill>
                  <a:schemeClr val="bg2"/>
                </a:solidFill>
              </a:ln>
            </c:spPr>
          </c:dPt>
          <c:dLbls>
            <c:delete val="1"/>
          </c:dLbls>
          <c:cat>
            <c:strRef>
              <c:f>Sheet1!$A$2:$A$15</c:f>
              <c:strCache>
                <c:ptCount val="12"/>
                <c:pt idx="0">
                  <c:v>a</c:v>
                </c:pt>
                <c:pt idx="1">
                  <c:v>b</c:v>
                </c:pt>
                <c:pt idx="2">
                  <c:v>c</c:v>
                </c:pt>
                <c:pt idx="3">
                  <c:v>d</c:v>
                </c:pt>
                <c:pt idx="4">
                  <c:v>e</c:v>
                </c:pt>
                <c:pt idx="5">
                  <c:v>f</c:v>
                </c:pt>
                <c:pt idx="6">
                  <c:v>g</c:v>
                </c:pt>
                <c:pt idx="7">
                  <c:v>h</c:v>
                </c:pt>
                <c:pt idx="8">
                  <c:v>i</c:v>
                </c:pt>
                <c:pt idx="9">
                  <c:v>j</c:v>
                </c:pt>
                <c:pt idx="10">
                  <c:v>k</c:v>
                </c:pt>
                <c:pt idx="11">
                  <c:v>l</c:v>
                </c:pt>
              </c:strCache>
            </c:strRef>
          </c:cat>
          <c:val>
            <c:numRef>
              <c:f>Sheet1!$E$2:$E$15</c:f>
              <c:numCache>
                <c:formatCode>General</c:formatCode>
                <c:ptCount val="14"/>
                <c:pt idx="0">
                  <c:v>1</c:v>
                </c:pt>
                <c:pt idx="1">
                  <c:v>1</c:v>
                </c:pt>
                <c:pt idx="2">
                  <c:v>1</c:v>
                </c:pt>
                <c:pt idx="3">
                  <c:v>1</c:v>
                </c:pt>
                <c:pt idx="4">
                  <c:v>1</c:v>
                </c:pt>
                <c:pt idx="5">
                  <c:v>1</c:v>
                </c:pt>
                <c:pt idx="6">
                  <c:v>1</c:v>
                </c:pt>
                <c:pt idx="7">
                  <c:v>1</c:v>
                </c:pt>
                <c:pt idx="8">
                  <c:v>1</c:v>
                </c:pt>
                <c:pt idx="9">
                  <c:v>1</c:v>
                </c:pt>
                <c:pt idx="10">
                  <c:v>1</c:v>
                </c:pt>
                <c:pt idx="11">
                  <c:v>1</c:v>
                </c:pt>
                <c:pt idx="12">
                  <c:v>1</c:v>
                </c:pt>
                <c:pt idx="13">
                  <c:v>1</c:v>
                </c:pt>
              </c:numCache>
            </c:numRef>
          </c:val>
        </c:ser>
        <c:ser>
          <c:idx val="4"/>
          <c:order val="4"/>
          <c:tx>
            <c:strRef>
              <c:f>Sheet1!$F$1</c:f>
              <c:strCache>
                <c:ptCount val="1"/>
                <c:pt idx="0">
                  <c:v>Column1</c:v>
                </c:pt>
              </c:strCache>
            </c:strRef>
          </c:tx>
          <c:spPr>
            <a:solidFill>
              <a:schemeClr val="accent1"/>
            </a:solidFill>
            <a:ln>
              <a:solidFill>
                <a:schemeClr val="bg2"/>
              </a:solidFill>
            </a:ln>
          </c:spPr>
          <c:explosion val="0"/>
          <c:dPt>
            <c:idx val="0"/>
            <c:bubble3D val="0"/>
            <c:spPr>
              <a:solidFill>
                <a:srgbClr val="366EF4"/>
              </a:solidFill>
              <a:ln>
                <a:solidFill>
                  <a:schemeClr val="bg2"/>
                </a:solidFill>
              </a:ln>
            </c:spPr>
          </c:dPt>
          <c:dPt>
            <c:idx val="1"/>
            <c:bubble3D val="0"/>
            <c:spPr>
              <a:solidFill>
                <a:srgbClr val="366EF4"/>
              </a:solidFill>
              <a:ln>
                <a:solidFill>
                  <a:schemeClr val="bg2"/>
                </a:solidFill>
              </a:ln>
            </c:spPr>
          </c:dPt>
          <c:dPt>
            <c:idx val="2"/>
            <c:bubble3D val="0"/>
            <c:spPr>
              <a:solidFill>
                <a:srgbClr val="366EF4"/>
              </a:solidFill>
              <a:ln>
                <a:solidFill>
                  <a:schemeClr val="bg2"/>
                </a:solidFill>
              </a:ln>
            </c:spPr>
          </c:dPt>
          <c:dPt>
            <c:idx val="3"/>
            <c:bubble3D val="0"/>
            <c:spPr>
              <a:solidFill>
                <a:srgbClr val="366EF4"/>
              </a:solidFill>
              <a:ln>
                <a:solidFill>
                  <a:schemeClr val="bg2"/>
                </a:solidFill>
              </a:ln>
            </c:spPr>
          </c:dPt>
          <c:dPt>
            <c:idx val="4"/>
            <c:bubble3D val="0"/>
            <c:spPr>
              <a:solidFill>
                <a:srgbClr val="366EF4"/>
              </a:solidFill>
              <a:ln>
                <a:solidFill>
                  <a:schemeClr val="bg2"/>
                </a:solidFill>
              </a:ln>
            </c:spPr>
          </c:dPt>
          <c:dPt>
            <c:idx val="5"/>
            <c:bubble3D val="0"/>
            <c:spPr>
              <a:solidFill>
                <a:srgbClr val="366EF4"/>
              </a:solidFill>
              <a:ln>
                <a:solidFill>
                  <a:schemeClr val="bg2"/>
                </a:solidFill>
              </a:ln>
            </c:spPr>
          </c:dPt>
          <c:dPt>
            <c:idx val="6"/>
            <c:bubble3D val="0"/>
            <c:spPr>
              <a:solidFill>
                <a:srgbClr val="366EF4"/>
              </a:solidFill>
              <a:ln>
                <a:solidFill>
                  <a:schemeClr val="bg2"/>
                </a:solidFill>
              </a:ln>
            </c:spPr>
          </c:dPt>
          <c:dPt>
            <c:idx val="7"/>
            <c:bubble3D val="0"/>
            <c:spPr>
              <a:solidFill>
                <a:srgbClr val="366EF4"/>
              </a:solidFill>
              <a:ln>
                <a:solidFill>
                  <a:schemeClr val="bg2"/>
                </a:solidFill>
              </a:ln>
            </c:spPr>
          </c:dPt>
          <c:dPt>
            <c:idx val="8"/>
            <c:bubble3D val="0"/>
            <c:spPr>
              <a:solidFill>
                <a:srgbClr val="366EF4"/>
              </a:solidFill>
              <a:ln>
                <a:solidFill>
                  <a:schemeClr val="bg2"/>
                </a:solidFill>
              </a:ln>
            </c:spPr>
          </c:dPt>
          <c:dPt>
            <c:idx val="9"/>
            <c:bubble3D val="0"/>
            <c:spPr>
              <a:solidFill>
                <a:srgbClr val="366EF4"/>
              </a:solidFill>
              <a:ln>
                <a:solidFill>
                  <a:schemeClr val="bg2"/>
                </a:solidFill>
              </a:ln>
            </c:spPr>
          </c:dPt>
          <c:dPt>
            <c:idx val="10"/>
            <c:bubble3D val="0"/>
            <c:spPr>
              <a:solidFill>
                <a:srgbClr val="366EF4"/>
              </a:solidFill>
              <a:ln>
                <a:solidFill>
                  <a:schemeClr val="bg2"/>
                </a:solidFill>
              </a:ln>
            </c:spPr>
          </c:dPt>
          <c:dPt>
            <c:idx val="11"/>
            <c:bubble3D val="0"/>
            <c:spPr>
              <a:solidFill>
                <a:srgbClr val="366EF4"/>
              </a:solidFill>
              <a:ln>
                <a:solidFill>
                  <a:schemeClr val="bg2"/>
                </a:solidFill>
              </a:ln>
            </c:spPr>
          </c:dPt>
          <c:dPt>
            <c:idx val="12"/>
            <c:bubble3D val="0"/>
            <c:spPr>
              <a:noFill/>
              <a:ln>
                <a:solidFill>
                  <a:schemeClr val="bg2"/>
                </a:solidFill>
              </a:ln>
            </c:spPr>
          </c:dPt>
          <c:dPt>
            <c:idx val="13"/>
            <c:bubble3D val="0"/>
            <c:spPr>
              <a:noFill/>
              <a:ln>
                <a:solidFill>
                  <a:schemeClr val="bg2"/>
                </a:solidFill>
              </a:ln>
            </c:spPr>
          </c:dPt>
          <c:dLbls>
            <c:delete val="1"/>
          </c:dLbls>
          <c:cat>
            <c:strRef>
              <c:f>Sheet1!$A$2:$A$15</c:f>
              <c:strCache>
                <c:ptCount val="12"/>
                <c:pt idx="0">
                  <c:v>a</c:v>
                </c:pt>
                <c:pt idx="1">
                  <c:v>b</c:v>
                </c:pt>
                <c:pt idx="2">
                  <c:v>c</c:v>
                </c:pt>
                <c:pt idx="3">
                  <c:v>d</c:v>
                </c:pt>
                <c:pt idx="4">
                  <c:v>e</c:v>
                </c:pt>
                <c:pt idx="5">
                  <c:v>f</c:v>
                </c:pt>
                <c:pt idx="6">
                  <c:v>g</c:v>
                </c:pt>
                <c:pt idx="7">
                  <c:v>h</c:v>
                </c:pt>
                <c:pt idx="8">
                  <c:v>i</c:v>
                </c:pt>
                <c:pt idx="9">
                  <c:v>j</c:v>
                </c:pt>
                <c:pt idx="10">
                  <c:v>k</c:v>
                </c:pt>
                <c:pt idx="11">
                  <c:v>l</c:v>
                </c:pt>
              </c:strCache>
            </c:strRef>
          </c:cat>
          <c:val>
            <c:numRef>
              <c:f>Sheet1!$F$2:$F$15</c:f>
              <c:numCache>
                <c:formatCode>General</c:formatCode>
                <c:ptCount val="14"/>
                <c:pt idx="0">
                  <c:v>1</c:v>
                </c:pt>
                <c:pt idx="1">
                  <c:v>1</c:v>
                </c:pt>
                <c:pt idx="2">
                  <c:v>1</c:v>
                </c:pt>
                <c:pt idx="3">
                  <c:v>1</c:v>
                </c:pt>
                <c:pt idx="4">
                  <c:v>1</c:v>
                </c:pt>
                <c:pt idx="5">
                  <c:v>1</c:v>
                </c:pt>
                <c:pt idx="6">
                  <c:v>1</c:v>
                </c:pt>
                <c:pt idx="7">
                  <c:v>1</c:v>
                </c:pt>
                <c:pt idx="8">
                  <c:v>1</c:v>
                </c:pt>
                <c:pt idx="9">
                  <c:v>1</c:v>
                </c:pt>
                <c:pt idx="10">
                  <c:v>1</c:v>
                </c:pt>
                <c:pt idx="11">
                  <c:v>1</c:v>
                </c:pt>
                <c:pt idx="12">
                  <c:v>1</c:v>
                </c:pt>
                <c:pt idx="13">
                  <c:v>1</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2a52b6ad-a829-4870-9520-2fbb001ad591}"/>
      </c:ext>
    </c:extLst>
  </c:chart>
  <c:txPr>
    <a:bodyPr/>
    <a:lstStyle/>
    <a:p>
      <a:pPr>
        <a:defRPr lang="zh-CN" sz="1800"/>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48722222222222"/>
          <c:y val="0.0306652777777778"/>
          <c:w val="0.930351984126984"/>
          <c:h val="0.930351984126984"/>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explosion val="0"/>
          <c:dPt>
            <c:idx val="0"/>
            <c:bubble3D val="0"/>
            <c:spPr>
              <a:solidFill>
                <a:schemeClr val="accent5"/>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Tabelle1!$B$2:$B$3</c:f>
              <c:numCache>
                <c:formatCode>General</c:formatCode>
                <c:ptCount val="2"/>
                <c:pt idx="0">
                  <c:v>83</c:v>
                </c:pt>
                <c:pt idx="1">
                  <c:v>17</c:v>
                </c:pt>
              </c:numCache>
            </c:numRef>
          </c:val>
        </c:ser>
        <c:ser>
          <c:idx val="1"/>
          <c:order val="1"/>
          <c:tx>
            <c:strRef>
              <c:f>Tabelle1!$C$1</c:f>
              <c:strCache>
                <c:ptCount val="1"/>
                <c:pt idx="0">
                  <c:v>Spalte1</c:v>
                </c:pt>
              </c:strCache>
            </c:strRef>
          </c:tx>
          <c:spPr>
            <a:solidFill>
              <a:schemeClr val="bg1"/>
            </a:solidFill>
            <a:ln w="12700">
              <a:solidFill>
                <a:schemeClr val="bg1"/>
              </a:solidFill>
            </a:ln>
          </c:spPr>
          <c:explosion val="0"/>
          <c:dPt>
            <c:idx val="0"/>
            <c:bubble3D val="0"/>
            <c:spPr>
              <a:solidFill>
                <a:schemeClr val="tx2"/>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Tabelle1!$C$2:$C$3</c:f>
              <c:numCache>
                <c:formatCode>General</c:formatCode>
                <c:ptCount val="2"/>
                <c:pt idx="0">
                  <c:v>8</c:v>
                </c:pt>
                <c:pt idx="1">
                  <c:v>92</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f079ddd4-146a-417b-8954-0bcaa090883d}"/>
      </c:ext>
    </c:extLst>
  </c:chart>
  <c:txPr>
    <a:bodyPr/>
    <a:lstStyle/>
    <a:p>
      <a:pPr>
        <a:defRPr lang="zh-CN" sz="1800"/>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48722222222222"/>
          <c:y val="0.0306652777777778"/>
          <c:w val="0.930351984126984"/>
          <c:h val="0.930351984126984"/>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explosion val="0"/>
          <c:dPt>
            <c:idx val="0"/>
            <c:bubble3D val="0"/>
            <c:spPr>
              <a:solidFill>
                <a:schemeClr val="accent5"/>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Tabelle1!$B$2:$B$3</c:f>
              <c:numCache>
                <c:formatCode>General</c:formatCode>
                <c:ptCount val="2"/>
                <c:pt idx="0">
                  <c:v>82</c:v>
                </c:pt>
                <c:pt idx="1">
                  <c:v>18</c:v>
                </c:pt>
              </c:numCache>
            </c:numRef>
          </c:val>
        </c:ser>
        <c:ser>
          <c:idx val="1"/>
          <c:order val="1"/>
          <c:tx>
            <c:strRef>
              <c:f>Tabelle1!$C$1</c:f>
              <c:strCache>
                <c:ptCount val="1"/>
                <c:pt idx="0">
                  <c:v>Spalte1</c:v>
                </c:pt>
              </c:strCache>
            </c:strRef>
          </c:tx>
          <c:spPr>
            <a:solidFill>
              <a:schemeClr val="bg1"/>
            </a:solidFill>
            <a:ln w="12700">
              <a:solidFill>
                <a:schemeClr val="bg1"/>
              </a:solidFill>
            </a:ln>
          </c:spPr>
          <c:explosion val="0"/>
          <c:dPt>
            <c:idx val="0"/>
            <c:bubble3D val="0"/>
            <c:spPr>
              <a:solidFill>
                <a:schemeClr val="tx2"/>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Tabelle1!$C$2:$C$3</c:f>
              <c:numCache>
                <c:formatCode>General</c:formatCode>
                <c:ptCount val="2"/>
                <c:pt idx="0">
                  <c:v>12</c:v>
                </c:pt>
                <c:pt idx="1">
                  <c:v>88</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8e7d6cc5-e7d6-4afb-b11a-df4c72f13769}"/>
      </c:ext>
    </c:extLst>
  </c:chart>
  <c:txPr>
    <a:bodyPr/>
    <a:lstStyle/>
    <a:p>
      <a:pPr>
        <a:defRPr lang="zh-CN" sz="1800"/>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48722222222222"/>
          <c:y val="0.0306652777777778"/>
          <c:w val="0.930351984126984"/>
          <c:h val="0.930351984126984"/>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explosion val="0"/>
          <c:dPt>
            <c:idx val="0"/>
            <c:bubble3D val="0"/>
            <c:spPr>
              <a:solidFill>
                <a:schemeClr val="accent5"/>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Tabelle1!$B$2:$B$3</c:f>
              <c:numCache>
                <c:formatCode>General</c:formatCode>
                <c:ptCount val="2"/>
                <c:pt idx="0">
                  <c:v>70</c:v>
                </c:pt>
                <c:pt idx="1">
                  <c:v>30</c:v>
                </c:pt>
              </c:numCache>
            </c:numRef>
          </c:val>
        </c:ser>
        <c:ser>
          <c:idx val="1"/>
          <c:order val="1"/>
          <c:tx>
            <c:strRef>
              <c:f>Tabelle1!$C$1</c:f>
              <c:strCache>
                <c:ptCount val="1"/>
                <c:pt idx="0">
                  <c:v>Spalte1</c:v>
                </c:pt>
              </c:strCache>
            </c:strRef>
          </c:tx>
          <c:spPr>
            <a:solidFill>
              <a:schemeClr val="bg1"/>
            </a:solidFill>
            <a:ln w="12700">
              <a:solidFill>
                <a:schemeClr val="bg1"/>
              </a:solidFill>
            </a:ln>
          </c:spPr>
          <c:explosion val="0"/>
          <c:dPt>
            <c:idx val="0"/>
            <c:bubble3D val="0"/>
            <c:spPr>
              <a:solidFill>
                <a:schemeClr val="tx2"/>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Tabelle1!$C$2:$C$3</c:f>
              <c:numCache>
                <c:formatCode>General</c:formatCode>
                <c:ptCount val="2"/>
                <c:pt idx="0">
                  <c:v>24</c:v>
                </c:pt>
                <c:pt idx="1">
                  <c:v>76</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0cf85044-891f-4859-8f69-e272e8dd1b91}"/>
      </c:ext>
    </c:extLst>
  </c:chart>
  <c:txPr>
    <a:bodyPr/>
    <a:lstStyle/>
    <a:p>
      <a:pPr>
        <a:defRPr lang="zh-CN" sz="1800"/>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48722222222222"/>
          <c:y val="0.0306652777777778"/>
          <c:w val="0.930351984126984"/>
          <c:h val="0.930351984126984"/>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explosion val="0"/>
          <c:dPt>
            <c:idx val="0"/>
            <c:bubble3D val="0"/>
            <c:spPr>
              <a:solidFill>
                <a:schemeClr val="accent5"/>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Tabelle1!$B$2:$B$3</c:f>
              <c:numCache>
                <c:formatCode>General</c:formatCode>
                <c:ptCount val="2"/>
                <c:pt idx="0">
                  <c:v>55</c:v>
                </c:pt>
                <c:pt idx="1">
                  <c:v>45</c:v>
                </c:pt>
              </c:numCache>
            </c:numRef>
          </c:val>
        </c:ser>
        <c:ser>
          <c:idx val="1"/>
          <c:order val="1"/>
          <c:tx>
            <c:strRef>
              <c:f>Tabelle1!$C$1</c:f>
              <c:strCache>
                <c:ptCount val="1"/>
                <c:pt idx="0">
                  <c:v>Spalte1</c:v>
                </c:pt>
              </c:strCache>
            </c:strRef>
          </c:tx>
          <c:spPr>
            <a:solidFill>
              <a:schemeClr val="bg1"/>
            </a:solidFill>
            <a:ln w="12700">
              <a:solidFill>
                <a:schemeClr val="bg1"/>
              </a:solidFill>
            </a:ln>
          </c:spPr>
          <c:explosion val="0"/>
          <c:dPt>
            <c:idx val="0"/>
            <c:bubble3D val="0"/>
            <c:spPr>
              <a:solidFill>
                <a:schemeClr val="tx2"/>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Tabelle1!$C$2:$C$3</c:f>
              <c:numCache>
                <c:formatCode>General</c:formatCode>
                <c:ptCount val="2"/>
                <c:pt idx="0">
                  <c:v>14</c:v>
                </c:pt>
                <c:pt idx="1">
                  <c:v>86</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98b2b314-d5d3-4b4a-ae94-f161f90c6f9a}"/>
      </c:ext>
    </c:extLst>
  </c:chart>
  <c:txPr>
    <a:bodyPr/>
    <a:lstStyle/>
    <a:p>
      <a:pPr>
        <a:defRPr lang="zh-CN" sz="1800"/>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48722222222222"/>
          <c:y val="0.0306652777777778"/>
          <c:w val="0.930351984126984"/>
          <c:h val="0.930351984126984"/>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explosion val="0"/>
          <c:dPt>
            <c:idx val="0"/>
            <c:bubble3D val="0"/>
            <c:spPr>
              <a:solidFill>
                <a:schemeClr val="accent5"/>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Tabelle1!$B$2:$B$3</c:f>
              <c:numCache>
                <c:formatCode>General</c:formatCode>
                <c:ptCount val="2"/>
                <c:pt idx="0">
                  <c:v>12</c:v>
                </c:pt>
                <c:pt idx="1">
                  <c:v>88</c:v>
                </c:pt>
              </c:numCache>
            </c:numRef>
          </c:val>
        </c:ser>
        <c:ser>
          <c:idx val="1"/>
          <c:order val="1"/>
          <c:tx>
            <c:strRef>
              <c:f>Tabelle1!$C$1</c:f>
              <c:strCache>
                <c:ptCount val="1"/>
                <c:pt idx="0">
                  <c:v>Spalte1</c:v>
                </c:pt>
              </c:strCache>
            </c:strRef>
          </c:tx>
          <c:spPr>
            <a:solidFill>
              <a:schemeClr val="bg1"/>
            </a:solidFill>
            <a:ln w="12700">
              <a:solidFill>
                <a:schemeClr val="bg1"/>
              </a:solidFill>
            </a:ln>
          </c:spPr>
          <c:explosion val="0"/>
          <c:dPt>
            <c:idx val="0"/>
            <c:bubble3D val="0"/>
            <c:spPr>
              <a:solidFill>
                <a:schemeClr val="tx2"/>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Tabelle1!$C$2:$C$3</c:f>
              <c:numCache>
                <c:formatCode>General</c:formatCode>
                <c:ptCount val="2"/>
                <c:pt idx="0">
                  <c:v>88</c:v>
                </c:pt>
                <c:pt idx="1">
                  <c:v>12</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bdfd3739-a882-4017-b7a6-91f1fa3921c7}"/>
      </c:ext>
    </c:extLst>
  </c:chart>
  <c:txPr>
    <a:bodyPr/>
    <a:lstStyle/>
    <a:p>
      <a:pPr>
        <a:defRPr lang="zh-CN" sz="1800"/>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48722222222222"/>
          <c:y val="0.0306652777777778"/>
          <c:w val="0.930351984126984"/>
          <c:h val="0.930351984126984"/>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explosion val="0"/>
          <c:dPt>
            <c:idx val="0"/>
            <c:bubble3D val="0"/>
            <c:spPr>
              <a:solidFill>
                <a:schemeClr val="accent5"/>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Tabelle1!$B$2:$B$3</c:f>
              <c:numCache>
                <c:formatCode>General</c:formatCode>
                <c:ptCount val="2"/>
                <c:pt idx="0">
                  <c:v>12</c:v>
                </c:pt>
                <c:pt idx="1">
                  <c:v>88</c:v>
                </c:pt>
              </c:numCache>
            </c:numRef>
          </c:val>
        </c:ser>
        <c:ser>
          <c:idx val="1"/>
          <c:order val="1"/>
          <c:tx>
            <c:strRef>
              <c:f>Tabelle1!$C$1</c:f>
              <c:strCache>
                <c:ptCount val="1"/>
                <c:pt idx="0">
                  <c:v>Spalte1</c:v>
                </c:pt>
              </c:strCache>
            </c:strRef>
          </c:tx>
          <c:spPr>
            <a:solidFill>
              <a:schemeClr val="bg1"/>
            </a:solidFill>
            <a:ln w="12700">
              <a:solidFill>
                <a:schemeClr val="bg1"/>
              </a:solidFill>
            </a:ln>
          </c:spPr>
          <c:explosion val="0"/>
          <c:dPt>
            <c:idx val="0"/>
            <c:bubble3D val="0"/>
            <c:spPr>
              <a:solidFill>
                <a:schemeClr val="tx2"/>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Tabelle1!$C$2:$C$3</c:f>
              <c:numCache>
                <c:formatCode>General</c:formatCode>
                <c:ptCount val="2"/>
                <c:pt idx="0">
                  <c:v>75</c:v>
                </c:pt>
                <c:pt idx="1">
                  <c:v>25</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90b9c85f-c818-467c-85f4-afa548efe88a}"/>
      </c:ext>
    </c:extLst>
  </c:chart>
  <c:txPr>
    <a:bodyPr/>
    <a:lstStyle/>
    <a:p>
      <a:pPr>
        <a:defRPr lang="zh-CN" sz="1800"/>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48722222222222"/>
          <c:y val="0.0306652777777778"/>
          <c:w val="0.930351984126984"/>
          <c:h val="0.930351984126984"/>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explosion val="0"/>
          <c:dPt>
            <c:idx val="0"/>
            <c:bubble3D val="0"/>
            <c:spPr>
              <a:solidFill>
                <a:schemeClr val="accent5"/>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Tabelle1!$B$2:$B$3</c:f>
              <c:numCache>
                <c:formatCode>General</c:formatCode>
                <c:ptCount val="2"/>
                <c:pt idx="0">
                  <c:v>5</c:v>
                </c:pt>
                <c:pt idx="1">
                  <c:v>95</c:v>
                </c:pt>
              </c:numCache>
            </c:numRef>
          </c:val>
        </c:ser>
        <c:ser>
          <c:idx val="1"/>
          <c:order val="1"/>
          <c:tx>
            <c:strRef>
              <c:f>Tabelle1!$C$1</c:f>
              <c:strCache>
                <c:ptCount val="1"/>
                <c:pt idx="0">
                  <c:v>Spalte1</c:v>
                </c:pt>
              </c:strCache>
            </c:strRef>
          </c:tx>
          <c:spPr>
            <a:solidFill>
              <a:schemeClr val="bg1"/>
            </a:solidFill>
            <a:ln w="12700">
              <a:solidFill>
                <a:schemeClr val="bg1"/>
              </a:solidFill>
            </a:ln>
          </c:spPr>
          <c:explosion val="0"/>
          <c:dPt>
            <c:idx val="0"/>
            <c:bubble3D val="0"/>
            <c:spPr>
              <a:solidFill>
                <a:schemeClr val="tx2"/>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Tabelle1!$C$2:$C$3</c:f>
              <c:numCache>
                <c:formatCode>General</c:formatCode>
                <c:ptCount val="2"/>
                <c:pt idx="0">
                  <c:v>91</c:v>
                </c:pt>
                <c:pt idx="1">
                  <c:v>9</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35d383fe-62fc-45ee-9af7-c0e4dbabaf02}"/>
      </c:ext>
    </c:extLst>
  </c:chart>
  <c:txPr>
    <a:bodyPr/>
    <a:lstStyle/>
    <a:p>
      <a:pPr>
        <a:defRPr lang="zh-CN" sz="1800"/>
      </a:pPr>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48722222222222"/>
          <c:y val="0.0306652777777778"/>
          <c:w val="0.930351984126984"/>
          <c:h val="0.930351984126984"/>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explosion val="0"/>
          <c:dPt>
            <c:idx val="0"/>
            <c:bubble3D val="0"/>
            <c:spPr>
              <a:solidFill>
                <a:schemeClr val="accent5"/>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Tabelle1!$B$2:$B$3</c:f>
              <c:numCache>
                <c:formatCode>General</c:formatCode>
                <c:ptCount val="2"/>
                <c:pt idx="0">
                  <c:v>5</c:v>
                </c:pt>
                <c:pt idx="1">
                  <c:v>95</c:v>
                </c:pt>
              </c:numCache>
            </c:numRef>
          </c:val>
        </c:ser>
        <c:ser>
          <c:idx val="1"/>
          <c:order val="1"/>
          <c:tx>
            <c:strRef>
              <c:f>Tabelle1!$C$1</c:f>
              <c:strCache>
                <c:ptCount val="1"/>
                <c:pt idx="0">
                  <c:v>Spalte1</c:v>
                </c:pt>
              </c:strCache>
            </c:strRef>
          </c:tx>
          <c:spPr>
            <a:solidFill>
              <a:schemeClr val="bg1"/>
            </a:solidFill>
            <a:ln w="12700">
              <a:solidFill>
                <a:schemeClr val="bg1"/>
              </a:solidFill>
            </a:ln>
          </c:spPr>
          <c:explosion val="0"/>
          <c:dPt>
            <c:idx val="0"/>
            <c:bubble3D val="0"/>
            <c:spPr>
              <a:solidFill>
                <a:schemeClr val="tx2"/>
              </a:solidFill>
              <a:ln w="12700">
                <a:solidFill>
                  <a:schemeClr val="bg1"/>
                </a:solidFill>
              </a:ln>
            </c:spPr>
          </c:dPt>
          <c:dPt>
            <c:idx val="1"/>
            <c:bubble3D val="0"/>
            <c:spPr>
              <a:solidFill>
                <a:schemeClr val="bg1"/>
              </a:solidFill>
              <a:ln w="12700">
                <a:solidFill>
                  <a:schemeClr val="bg1"/>
                </a:solidFill>
              </a:ln>
            </c:spPr>
          </c:dPt>
          <c:dLbls>
            <c:delete val="1"/>
          </c:dLbls>
          <c:cat>
            <c:strRef>
              <c:f>Tabelle1!$A$2:$A$3</c:f>
              <c:strCache>
                <c:ptCount val="2"/>
                <c:pt idx="0">
                  <c:v>1. Quartal</c:v>
                </c:pt>
                <c:pt idx="1">
                  <c:v>2. Quartal</c:v>
                </c:pt>
              </c:strCache>
            </c:strRef>
          </c:cat>
          <c:val>
            <c:numRef>
              <c:f>Tabelle1!$C$2:$C$3</c:f>
              <c:numCache>
                <c:formatCode>General</c:formatCode>
                <c:ptCount val="2"/>
                <c:pt idx="0">
                  <c:v>92</c:v>
                </c:pt>
                <c:pt idx="1">
                  <c:v>8</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d4c4ad56-58c5-4b78-a74e-f70b68d0e9dc}"/>
      </c:ext>
    </c:extLst>
  </c:chart>
  <c:txPr>
    <a:bodyPr/>
    <a:lstStyle/>
    <a:p>
      <a:pPr>
        <a:defRPr lang="zh-CN" sz="1800"/>
      </a:pPr>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doughnutChart>
        <c:varyColors val="1"/>
        <c:ser>
          <c:idx val="0"/>
          <c:order val="0"/>
          <c:tx>
            <c:strRef>
              <c:f>Sheet1!$B$1</c:f>
              <c:strCache>
                <c:ptCount val="1"/>
                <c:pt idx="0">
                  <c:v>Sales</c:v>
                </c:pt>
              </c:strCache>
            </c:strRef>
          </c:tx>
          <c:explosion val="0"/>
          <c:dPt>
            <c:idx val="0"/>
            <c:bubble3D val="0"/>
          </c:dPt>
          <c:dPt>
            <c:idx val="1"/>
            <c:bubble3D val="0"/>
          </c:dPt>
          <c:dPt>
            <c:idx val="2"/>
            <c:bubble3D val="0"/>
          </c:dPt>
          <c:dPt>
            <c:idx val="3"/>
            <c:bubble3D val="0"/>
          </c:dPt>
          <c:dLbls>
            <c:delete val="1"/>
          </c:dLbls>
          <c:cat>
            <c:strRef>
              <c:f>Sheet1!$A$2:$A$5</c:f>
              <c:strCache>
                <c:ptCount val="3"/>
                <c:pt idx="0">
                  <c:v>Profit Taxes</c:v>
                </c:pt>
                <c:pt idx="1">
                  <c:v>Labour taxes</c:v>
                </c:pt>
                <c:pt idx="2">
                  <c:v>Other taxes</c:v>
                </c:pt>
              </c:strCache>
            </c:strRef>
          </c:cat>
          <c:val>
            <c:numRef>
              <c:f>Sheet1!$B$2:$B$5</c:f>
              <c:numCache>
                <c:formatCode>General</c:formatCode>
                <c:ptCount val="4"/>
                <c:pt idx="0">
                  <c:v>12</c:v>
                </c:pt>
                <c:pt idx="1">
                  <c:v>39</c:v>
                </c:pt>
                <c:pt idx="2">
                  <c:v>49</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6f3f9112-963f-40da-9dbf-8dba474f7746}"/>
      </c:ext>
    </c:extLst>
  </c:chart>
  <c:txPr>
    <a:bodyPr/>
    <a:lstStyle/>
    <a:p>
      <a:pPr>
        <a:defRPr lang="zh-CN" sz="1800"/>
      </a:pPr>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doughnutChart>
        <c:varyColors val="1"/>
        <c:ser>
          <c:idx val="0"/>
          <c:order val="0"/>
          <c:tx>
            <c:strRef>
              <c:f>Sheet1!$B$1</c:f>
              <c:strCache>
                <c:ptCount val="1"/>
                <c:pt idx="0">
                  <c:v>Sales</c:v>
                </c:pt>
              </c:strCache>
            </c:strRef>
          </c:tx>
          <c:explosion val="0"/>
          <c:dPt>
            <c:idx val="0"/>
            <c:bubble3D val="0"/>
          </c:dPt>
          <c:dPt>
            <c:idx val="1"/>
            <c:bubble3D val="0"/>
          </c:dPt>
          <c:dPt>
            <c:idx val="2"/>
            <c:bubble3D val="0"/>
          </c:dPt>
          <c:dPt>
            <c:idx val="3"/>
            <c:bubble3D val="0"/>
          </c:dPt>
          <c:dLbls>
            <c:delete val="1"/>
          </c:dLbls>
          <c:cat>
            <c:strRef>
              <c:f>Sheet1!$A$2:$A$5</c:f>
              <c:strCache>
                <c:ptCount val="3"/>
                <c:pt idx="0">
                  <c:v>Profit Taxes</c:v>
                </c:pt>
                <c:pt idx="1">
                  <c:v>Labour taxes</c:v>
                </c:pt>
                <c:pt idx="2">
                  <c:v>Other taxes</c:v>
                </c:pt>
              </c:strCache>
            </c:strRef>
          </c:cat>
          <c:val>
            <c:numRef>
              <c:f>Sheet1!$B$2:$B$5</c:f>
              <c:numCache>
                <c:formatCode>General</c:formatCode>
                <c:ptCount val="4"/>
                <c:pt idx="0">
                  <c:v>12</c:v>
                </c:pt>
                <c:pt idx="1">
                  <c:v>39</c:v>
                </c:pt>
                <c:pt idx="2">
                  <c:v>49</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cf71eeff-fe3f-48c2-96b8-ee9435475572}"/>
      </c:ext>
    </c:extLst>
  </c:chart>
  <c:txPr>
    <a:bodyPr/>
    <a:lstStyle/>
    <a:p>
      <a:pPr>
        <a:defRPr lang="zh-CN" sz="1800"/>
      </a:pPr>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doughnutChart>
        <c:varyColors val="1"/>
        <c:ser>
          <c:idx val="0"/>
          <c:order val="0"/>
          <c:tx>
            <c:strRef>
              <c:f>Sheet1!$B$1</c:f>
              <c:strCache>
                <c:ptCount val="1"/>
                <c:pt idx="0">
                  <c:v>Sales</c:v>
                </c:pt>
              </c:strCache>
            </c:strRef>
          </c:tx>
          <c:explosion val="0"/>
          <c:dPt>
            <c:idx val="0"/>
            <c:bubble3D val="0"/>
          </c:dPt>
          <c:dPt>
            <c:idx val="1"/>
            <c:bubble3D val="0"/>
          </c:dPt>
          <c:dPt>
            <c:idx val="2"/>
            <c:bubble3D val="0"/>
          </c:dPt>
          <c:dPt>
            <c:idx val="3"/>
            <c:bubble3D val="0"/>
          </c:dPt>
          <c:dLbls>
            <c:delete val="1"/>
          </c:dLbls>
          <c:cat>
            <c:strRef>
              <c:f>Sheet1!$A$2:$A$5</c:f>
              <c:strCache>
                <c:ptCount val="3"/>
                <c:pt idx="0">
                  <c:v>Profit Taxes</c:v>
                </c:pt>
                <c:pt idx="1">
                  <c:v>Labour taxes</c:v>
                </c:pt>
                <c:pt idx="2">
                  <c:v>Other taxes</c:v>
                </c:pt>
              </c:strCache>
            </c:strRef>
          </c:cat>
          <c:val>
            <c:numRef>
              <c:f>Sheet1!$B$2:$B$5</c:f>
              <c:numCache>
                <c:formatCode>General</c:formatCode>
                <c:ptCount val="4"/>
                <c:pt idx="0">
                  <c:v>12</c:v>
                </c:pt>
                <c:pt idx="1">
                  <c:v>39</c:v>
                </c:pt>
                <c:pt idx="2">
                  <c:v>49</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9f702c9f-b3c5-42ec-b42d-61b6221c0c66}"/>
      </c:ext>
    </c:extLst>
  </c:chart>
  <c:txPr>
    <a:bodyPr/>
    <a:lstStyle/>
    <a:p>
      <a:pPr>
        <a:defRPr lang="zh-CN" sz="1800"/>
      </a:pPr>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doughnutChart>
        <c:varyColors val="1"/>
        <c:ser>
          <c:idx val="0"/>
          <c:order val="0"/>
          <c:tx>
            <c:strRef>
              <c:f>Sheet1!$B$1</c:f>
              <c:strCache>
                <c:ptCount val="1"/>
                <c:pt idx="0">
                  <c:v>Sales</c:v>
                </c:pt>
              </c:strCache>
            </c:strRef>
          </c:tx>
          <c:explosion val="0"/>
          <c:dPt>
            <c:idx val="0"/>
            <c:bubble3D val="0"/>
          </c:dPt>
          <c:dPt>
            <c:idx val="1"/>
            <c:bubble3D val="0"/>
          </c:dPt>
          <c:dPt>
            <c:idx val="2"/>
            <c:bubble3D val="0"/>
          </c:dPt>
          <c:dPt>
            <c:idx val="3"/>
            <c:bubble3D val="0"/>
          </c:dPt>
          <c:dLbls>
            <c:delete val="1"/>
          </c:dLbls>
          <c:cat>
            <c:strRef>
              <c:f>Sheet1!$A$2:$A$5</c:f>
              <c:strCache>
                <c:ptCount val="3"/>
                <c:pt idx="0">
                  <c:v>Profit Taxes</c:v>
                </c:pt>
                <c:pt idx="1">
                  <c:v>Labour taxes</c:v>
                </c:pt>
                <c:pt idx="2">
                  <c:v>Other taxes</c:v>
                </c:pt>
              </c:strCache>
            </c:strRef>
          </c:cat>
          <c:val>
            <c:numRef>
              <c:f>Sheet1!$B$2:$B$5</c:f>
              <c:numCache>
                <c:formatCode>General</c:formatCode>
                <c:ptCount val="4"/>
                <c:pt idx="0">
                  <c:v>12</c:v>
                </c:pt>
                <c:pt idx="1">
                  <c:v>39</c:v>
                </c:pt>
                <c:pt idx="2">
                  <c:v>49</c:v>
                </c:pt>
              </c:numCache>
            </c:numRef>
          </c:val>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0fe3aaaf-0692-4f9f-a8d8-c2631586f382}"/>
      </c:ext>
    </c:extLst>
  </c:chart>
  <c:txPr>
    <a:bodyPr/>
    <a:lstStyle/>
    <a:p>
      <a:pPr>
        <a:defRPr lang="zh-CN" sz="1800"/>
      </a:pPr>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percentStacked"/>
        <c:varyColors val="0"/>
        <c:ser>
          <c:idx val="0"/>
          <c:order val="0"/>
          <c:tx>
            <c:strRef>
              <c:f>Sheet1!$B$1</c:f>
              <c:strCache>
                <c:ptCount val="1"/>
                <c:pt idx="0">
                  <c:v>Series 1</c:v>
                </c:pt>
              </c:strCache>
            </c:strRef>
          </c:tx>
          <c:spPr>
            <a:ln w="28575">
              <a:solidFill>
                <a:schemeClr val="bg2"/>
              </a:solidFill>
            </a:ln>
          </c:spPr>
          <c:invertIfNegative val="0"/>
          <c:dPt>
            <c:idx val="0"/>
            <c:invertIfNegative val="0"/>
            <c:bubble3D val="0"/>
            <c:spPr>
              <a:solidFill>
                <a:schemeClr val="accent5"/>
              </a:solidFill>
              <a:ln w="28575">
                <a:solidFill>
                  <a:schemeClr val="bg2"/>
                </a:solidFill>
              </a:ln>
            </c:spPr>
          </c:dPt>
          <c:dPt>
            <c:idx val="2"/>
            <c:invertIfNegative val="0"/>
            <c:bubble3D val="0"/>
            <c:spPr>
              <a:solidFill>
                <a:srgbClr val="0052D9"/>
              </a:solidFill>
              <a:ln w="28575">
                <a:solidFill>
                  <a:schemeClr val="bg2"/>
                </a:solidFill>
              </a:ln>
            </c:spPr>
          </c:dPt>
          <c:dPt>
            <c:idx val="3"/>
            <c:invertIfNegative val="0"/>
            <c:bubble3D val="0"/>
            <c:spPr>
              <a:solidFill>
                <a:schemeClr val="accent4"/>
              </a:solidFill>
              <a:ln w="28575">
                <a:solidFill>
                  <a:schemeClr val="bg2"/>
                </a:solidFill>
              </a:ln>
            </c:spPr>
          </c:dPt>
          <c:dLbls>
            <c:delete val="1"/>
          </c:dLbls>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44</c:v>
                </c:pt>
                <c:pt idx="1">
                  <c:v>77</c:v>
                </c:pt>
                <c:pt idx="2">
                  <c:v>79</c:v>
                </c:pt>
                <c:pt idx="3">
                  <c:v>20</c:v>
                </c:pt>
              </c:numCache>
            </c:numRef>
          </c:val>
        </c:ser>
        <c:ser>
          <c:idx val="1"/>
          <c:order val="1"/>
          <c:tx>
            <c:strRef>
              <c:f>Sheet1!$C$1</c:f>
              <c:strCache>
                <c:ptCount val="1"/>
                <c:pt idx="0">
                  <c:v>Series 2</c:v>
                </c:pt>
              </c:strCache>
            </c:strRef>
          </c:tx>
          <c:spPr>
            <a:solidFill>
              <a:srgbClr val="EAE8E2"/>
            </a:solidFill>
            <a:ln w="28575">
              <a:solidFill>
                <a:schemeClr val="bg2"/>
              </a:solidFill>
            </a:ln>
          </c:spPr>
          <c:invertIfNegative val="0"/>
          <c:dLbls>
            <c:delete val="1"/>
          </c:dLbls>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56</c:v>
                </c:pt>
                <c:pt idx="1">
                  <c:v>23</c:v>
                </c:pt>
                <c:pt idx="2">
                  <c:v>21</c:v>
                </c:pt>
                <c:pt idx="3">
                  <c:v>80</c:v>
                </c:pt>
              </c:numCache>
            </c:numRef>
          </c:val>
        </c:ser>
        <c:dLbls>
          <c:showLegendKey val="0"/>
          <c:showVal val="0"/>
          <c:showCatName val="0"/>
          <c:showSerName val="0"/>
          <c:showPercent val="0"/>
          <c:showBubbleSize val="0"/>
        </c:dLbls>
        <c:gapWidth val="40"/>
        <c:overlap val="100"/>
        <c:axId val="677118368"/>
        <c:axId val="677118760"/>
      </c:barChart>
      <c:scatterChart>
        <c:scatterStyle val="lineMarker"/>
        <c:varyColors val="0"/>
        <c:ser>
          <c:idx val="2"/>
          <c:order val="2"/>
          <c:tx>
            <c:strRef>
              <c:f>Sheet1!$D$1</c:f>
              <c:strCache>
                <c:ptCount val="1"/>
                <c:pt idx="0">
                  <c:v>Series 3</c:v>
                </c:pt>
              </c:strCache>
            </c:strRef>
          </c:tx>
          <c:spPr>
            <a:ln w="28575" cap="rnd" cmpd="sng" algn="ctr">
              <a:noFill/>
              <a:prstDash val="solid"/>
              <a:round/>
            </a:ln>
          </c:spPr>
          <c:marker>
            <c:symbol val="circle"/>
            <c:size val="72"/>
            <c:spPr>
              <a:solidFill>
                <a:schemeClr val="accent1"/>
              </a:solidFill>
              <a:ln w="38100" cap="flat" cmpd="sng" algn="ctr">
                <a:solidFill>
                  <a:schemeClr val="bg1"/>
                </a:solidFill>
                <a:prstDash val="solid"/>
                <a:round/>
              </a:ln>
            </c:spPr>
          </c:marker>
          <c:dPt>
            <c:idx val="0"/>
            <c:marker>
              <c:symbol val="circle"/>
              <c:size val="72"/>
              <c:spPr>
                <a:solidFill>
                  <a:schemeClr val="accent5"/>
                </a:solidFill>
                <a:ln w="38100" cap="flat" cmpd="sng" algn="ctr">
                  <a:solidFill>
                    <a:schemeClr val="bg1"/>
                  </a:solidFill>
                  <a:prstDash val="solid"/>
                  <a:round/>
                </a:ln>
              </c:spPr>
            </c:marker>
            <c:bubble3D val="0"/>
          </c:dPt>
          <c:dPt>
            <c:idx val="2"/>
            <c:marker>
              <c:symbol val="circle"/>
              <c:size val="72"/>
              <c:spPr>
                <a:solidFill>
                  <a:srgbClr val="0052D9"/>
                </a:solidFill>
                <a:ln w="38100" cap="flat" cmpd="sng" algn="ctr">
                  <a:solidFill>
                    <a:schemeClr val="bg1"/>
                  </a:solidFill>
                  <a:prstDash val="solid"/>
                  <a:round/>
                </a:ln>
              </c:spPr>
            </c:marker>
            <c:bubble3D val="0"/>
          </c:dPt>
          <c:dPt>
            <c:idx val="3"/>
            <c:marker>
              <c:symbol val="circle"/>
              <c:size val="72"/>
              <c:spPr>
                <a:solidFill>
                  <a:schemeClr val="accent4"/>
                </a:solidFill>
                <a:ln w="38100" cap="flat" cmpd="sng" algn="ctr">
                  <a:solidFill>
                    <a:schemeClr val="bg1"/>
                  </a:solidFill>
                  <a:prstDash val="solid"/>
                  <a:round/>
                </a:ln>
              </c:spPr>
            </c:marker>
            <c:bubble3D val="0"/>
          </c:dPt>
          <c:dLbls>
            <c:numFmt formatCode="0&quot;%&quot;" sourceLinked="0"/>
            <c:spPr>
              <a:noFill/>
              <a:ln>
                <a:noFill/>
              </a:ln>
              <a:effectLst/>
            </c:spPr>
            <c:txPr>
              <a:bodyPr rot="0" spcFirstLastPara="0" vertOverflow="ellipsis" vert="horz" wrap="square" lIns="38100" tIns="19050" rIns="38100" bIns="19050" anchor="ctr" anchorCtr="1"/>
              <a:lstStyle/>
              <a:p>
                <a:pPr>
                  <a:defRPr lang="zh-CN" sz="2400" b="1" i="1" u="none" strike="noStrike" kern="1200" baseline="0">
                    <a:solidFill>
                      <a:schemeClr val="bg1"/>
                    </a:solidFill>
                    <a:latin typeface="+mj-lt"/>
                    <a:ea typeface="+mn-ea"/>
                    <a:cs typeface="+mn-cs"/>
                  </a:defRPr>
                </a:pPr>
              </a:p>
            </c:txPr>
            <c:dLblPos val="ctr"/>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xVal>
            <c:strRef>
              <c:f>Sheet1!$A$2:$A$5</c:f>
              <c:strCache>
                <c:ptCount val="4"/>
                <c:pt idx="0">
                  <c:v>Category 1</c:v>
                </c:pt>
                <c:pt idx="1">
                  <c:v>Category 2</c:v>
                </c:pt>
                <c:pt idx="2">
                  <c:v>Category 3</c:v>
                </c:pt>
                <c:pt idx="3">
                  <c:v>Category 4</c:v>
                </c:pt>
              </c:strCache>
            </c:strRef>
          </c:xVal>
          <c:yVal>
            <c:numRef>
              <c:f>Sheet1!$D$2:$D$5</c:f>
              <c:numCache>
                <c:formatCode>General</c:formatCode>
                <c:ptCount val="4"/>
                <c:pt idx="0">
                  <c:v>44</c:v>
                </c:pt>
                <c:pt idx="1">
                  <c:v>77</c:v>
                </c:pt>
                <c:pt idx="2">
                  <c:v>79</c:v>
                </c:pt>
                <c:pt idx="3">
                  <c:v>20</c:v>
                </c:pt>
              </c:numCache>
            </c:numRef>
          </c:yVal>
          <c:smooth val="0"/>
        </c:ser>
        <c:dLbls>
          <c:showLegendKey val="0"/>
          <c:showVal val="0"/>
          <c:showCatName val="0"/>
          <c:showSerName val="0"/>
          <c:showPercent val="0"/>
          <c:showBubbleSize val="0"/>
        </c:dLbls>
        <c:axId val="677119544"/>
        <c:axId val="677119152"/>
      </c:scatterChart>
      <c:catAx>
        <c:axId val="677118368"/>
        <c:scaling>
          <c:orientation val="minMax"/>
        </c:scaling>
        <c:delete val="0"/>
        <c:axPos val="b"/>
        <c:numFmt formatCode="General" sourceLinked="0"/>
        <c:majorTickMark val="out"/>
        <c:minorTickMark val="none"/>
        <c:tickLblPos val="nextTo"/>
        <c:spPr>
          <a:ln w="9525" cap="flat" cmpd="sng" algn="ctr">
            <a:solidFill>
              <a:srgbClr val="968C6D"/>
            </a:solidFill>
            <a:prstDash val="solid"/>
            <a:round/>
          </a:ln>
        </c:spPr>
        <c:txPr>
          <a:bodyPr rot="-60000000" spcFirstLastPara="0" vertOverflow="ellipsis" vert="horz" wrap="square" anchor="ctr" anchorCtr="1"/>
          <a:lstStyle/>
          <a:p>
            <a:pPr>
              <a:defRPr lang="zh-CN" sz="1800" b="0" i="0" u="none" strike="noStrike" kern="1200" baseline="0">
                <a:solidFill>
                  <a:schemeClr val="tx1"/>
                </a:solidFill>
                <a:latin typeface="+mj-lt"/>
                <a:ea typeface="+mn-ea"/>
                <a:cs typeface="+mn-cs"/>
              </a:defRPr>
            </a:pPr>
          </a:p>
        </c:txPr>
        <c:crossAx val="677118760"/>
        <c:crossesAt val="0"/>
        <c:auto val="1"/>
        <c:lblAlgn val="ctr"/>
        <c:lblOffset val="100"/>
        <c:noMultiLvlLbl val="0"/>
      </c:catAx>
      <c:valAx>
        <c:axId val="677118760"/>
        <c:scaling>
          <c:orientation val="minMax"/>
          <c:max val="1"/>
        </c:scaling>
        <c:delete val="0"/>
        <c:axPos val="l"/>
        <c:majorGridlines>
          <c:spPr>
            <a:ln w="9525" cap="flat" cmpd="sng" algn="ctr">
              <a:solidFill>
                <a:srgbClr val="B6AF99"/>
              </a:solidFill>
              <a:prstDash val="sysDot"/>
              <a:round/>
            </a:ln>
          </c:spPr>
        </c:majorGridlines>
        <c:numFmt formatCode="0%" sourceLinked="1"/>
        <c:majorTickMark val="out"/>
        <c:minorTickMark val="none"/>
        <c:tickLblPos val="nextTo"/>
        <c:spPr>
          <a:ln w="9525" cap="flat" cmpd="sng" algn="ctr">
            <a:solidFill>
              <a:srgbClr val="968C6D"/>
            </a:solidFill>
            <a:prstDash val="solid"/>
            <a:round/>
          </a:ln>
        </c:spPr>
        <c:txPr>
          <a:bodyPr rot="-60000000" spcFirstLastPara="0" vertOverflow="ellipsis" vert="horz" wrap="square" anchor="ctr" anchorCtr="1"/>
          <a:lstStyle/>
          <a:p>
            <a:pPr>
              <a:defRPr lang="zh-CN" sz="1800" b="0" i="0" u="none" strike="noStrike" kern="1200" baseline="0">
                <a:solidFill>
                  <a:schemeClr val="tx1"/>
                </a:solidFill>
                <a:latin typeface="+mj-lt"/>
                <a:ea typeface="+mn-ea"/>
                <a:cs typeface="+mn-cs"/>
              </a:defRPr>
            </a:pPr>
          </a:p>
        </c:txPr>
        <c:crossAx val="677118368"/>
        <c:crosses val="autoZero"/>
        <c:crossBetween val="between"/>
        <c:majorUnit val="0.2"/>
      </c:valAx>
      <c:valAx>
        <c:axId val="677119544"/>
        <c:scaling>
          <c:orientation val="minMax"/>
        </c:scaling>
        <c:delete val="1"/>
        <c:axPos val="t"/>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mj-lt"/>
                <a:ea typeface="+mn-ea"/>
                <a:cs typeface="+mn-cs"/>
              </a:defRPr>
            </a:pPr>
          </a:p>
        </c:txPr>
        <c:crossAx val="677119152"/>
        <c:crosses val="max"/>
        <c:crossBetween val="midCat"/>
      </c:valAx>
      <c:valAx>
        <c:axId val="677119152"/>
        <c:scaling>
          <c:orientation val="minMax"/>
          <c:max val="100"/>
        </c:scaling>
        <c:delete val="0"/>
        <c:axPos val="r"/>
        <c:numFmt formatCode="General" sourceLinked="1"/>
        <c:majorTickMark val="none"/>
        <c:minorTickMark val="none"/>
        <c:tickLblPos val="none"/>
        <c:spPr>
          <a:ln w="9525" cap="flat" cmpd="sng" algn="ctr">
            <a:noFill/>
            <a:prstDash val="solid"/>
            <a:round/>
          </a:ln>
        </c:spPr>
        <c:txPr>
          <a:bodyPr rot="-60000000" spcFirstLastPara="0" vertOverflow="ellipsis" vert="horz" wrap="square" anchor="ctr" anchorCtr="1"/>
          <a:lstStyle/>
          <a:p>
            <a:pPr>
              <a:defRPr lang="zh-CN" sz="1800" b="0" i="0" u="none" strike="noStrike" kern="1200" baseline="0">
                <a:solidFill>
                  <a:schemeClr val="tx1"/>
                </a:solidFill>
                <a:latin typeface="+mj-lt"/>
                <a:ea typeface="+mn-ea"/>
                <a:cs typeface="+mn-cs"/>
              </a:defRPr>
            </a:pPr>
          </a:p>
        </c:txPr>
        <c:crossAx val="677119544"/>
        <c:crosses val="max"/>
        <c:crossBetween val="midCat"/>
      </c:valAx>
    </c:plotArea>
    <c:plotVisOnly val="1"/>
    <c:dispBlanksAs val="gap"/>
    <c:showDLblsOverMax val="0"/>
    <c:extLst>
      <c:ext uri="{0b15fc19-7d7d-44ad-8c2d-2c3a37ce22c3}">
        <chartProps xmlns="https://web.wps.cn/et/2018/main" chartId="{3a828248-2992-4a19-b7c0-d51d97b7a34c}"/>
      </c:ext>
    </c:extLst>
  </c:chart>
  <c:txPr>
    <a:bodyPr/>
    <a:lstStyle/>
    <a:p>
      <a:pPr>
        <a:defRPr lang="zh-CN" sz="1800">
          <a:latin typeface="+mj-lt"/>
        </a:defRPr>
      </a:pPr>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89B43990-AAF2-4BC8-BE90-16DA58BF018F}" type="doc">
      <dgm:prSet loTypeId="urn:microsoft.com/office/officeart/2009/3/layout/StepUpProcess" loCatId="process" qsTypeId="urn:microsoft.com/office/officeart/2005/8/quickstyle/simple1" qsCatId="simple" csTypeId="urn:microsoft.com/office/officeart/2005/8/colors/accent1_2" csCatId="accent1" phldr="1"/>
      <dgm:spPr/>
      <dgm:t>
        <a:bodyPr/>
        <a:lstStyle/>
        <a:p>
          <a:endParaRPr lang="en-US"/>
        </a:p>
      </dgm:t>
    </dgm:pt>
    <dgm:pt modelId="{611C2FC5-47FC-41D1-9FE2-9F2A0BE00212}">
      <dgm:prSet phldrT="[Text]"/>
      <dgm:spPr/>
      <dgm:t>
        <a:bodyPr/>
        <a:lstStyle/>
        <a:p>
          <a:endParaRPr lang="en-US" dirty="0"/>
        </a:p>
      </dgm:t>
    </dgm:pt>
    <dgm:pt modelId="{5A21A355-8F44-409A-8BA2-5F38F3FDCE72}" cxnId="{660CAC52-A7DE-4BD2-B7BA-7D10013A3A4B}" type="parTrans">
      <dgm:prSet/>
      <dgm:spPr/>
      <dgm:t>
        <a:bodyPr/>
        <a:lstStyle/>
        <a:p>
          <a:endParaRPr lang="en-US"/>
        </a:p>
      </dgm:t>
    </dgm:pt>
    <dgm:pt modelId="{CBECEB35-43B7-4ED3-919D-8B7D43AB8087}" cxnId="{660CAC52-A7DE-4BD2-B7BA-7D10013A3A4B}" type="sibTrans">
      <dgm:prSet/>
      <dgm:spPr/>
      <dgm:t>
        <a:bodyPr/>
        <a:lstStyle/>
        <a:p>
          <a:endParaRPr lang="en-US"/>
        </a:p>
      </dgm:t>
    </dgm:pt>
    <dgm:pt modelId="{76B5076C-B82A-4345-ABC3-1AFD72CF6142}">
      <dgm:prSet phldrT="[Text]"/>
      <dgm:spPr/>
      <dgm:t>
        <a:bodyPr/>
        <a:lstStyle/>
        <a:p>
          <a:r>
            <a:rPr lang="en-US" dirty="0" smtClean="0"/>
            <a:t>2</a:t>
          </a:r>
          <a:endParaRPr lang="en-US" dirty="0"/>
        </a:p>
      </dgm:t>
    </dgm:pt>
    <dgm:pt modelId="{C3302CD4-DD7C-46ED-BB5D-2EE12355E9F0}" cxnId="{EA6AEE31-F748-46DD-A6DD-7482D68DD140}" type="parTrans">
      <dgm:prSet/>
      <dgm:spPr/>
      <dgm:t>
        <a:bodyPr/>
        <a:lstStyle/>
        <a:p>
          <a:endParaRPr lang="en-US"/>
        </a:p>
      </dgm:t>
    </dgm:pt>
    <dgm:pt modelId="{C376C6F0-B3D7-446B-9E95-58962C998DFF}" cxnId="{EA6AEE31-F748-46DD-A6DD-7482D68DD140}" type="sibTrans">
      <dgm:prSet/>
      <dgm:spPr/>
      <dgm:t>
        <a:bodyPr/>
        <a:lstStyle/>
        <a:p>
          <a:endParaRPr lang="en-US"/>
        </a:p>
      </dgm:t>
    </dgm:pt>
    <dgm:pt modelId="{BB8892DB-8AFB-42A6-9EB5-691415E1AF36}">
      <dgm:prSet phldrT="[Text]"/>
      <dgm:spPr/>
      <dgm:t>
        <a:bodyPr/>
        <a:lstStyle/>
        <a:p>
          <a:r>
            <a:rPr lang="en-US" dirty="0" smtClean="0"/>
            <a:t>4. </a:t>
          </a:r>
          <a:endParaRPr lang="en-US" dirty="0"/>
        </a:p>
      </dgm:t>
    </dgm:pt>
    <dgm:pt modelId="{C83D8ED5-2DBD-4CBD-A519-DECDC767C3BC}" cxnId="{2BAADB78-65E9-476D-A824-9C9E118CA95A}" type="parTrans">
      <dgm:prSet/>
      <dgm:spPr/>
      <dgm:t>
        <a:bodyPr/>
        <a:lstStyle/>
        <a:p>
          <a:endParaRPr lang="en-US"/>
        </a:p>
      </dgm:t>
    </dgm:pt>
    <dgm:pt modelId="{01E17E64-656D-4558-9F0A-6B3D24B9E7A8}" cxnId="{2BAADB78-65E9-476D-A824-9C9E118CA95A}" type="sibTrans">
      <dgm:prSet/>
      <dgm:spPr/>
      <dgm:t>
        <a:bodyPr/>
        <a:lstStyle/>
        <a:p>
          <a:endParaRPr lang="en-US"/>
        </a:p>
      </dgm:t>
    </dgm:pt>
    <dgm:pt modelId="{2448F398-93FF-48EF-8FEA-71AC3F597B85}">
      <dgm:prSet phldrT="[Text]"/>
      <dgm:spPr/>
      <dgm:t>
        <a:bodyPr/>
        <a:lstStyle/>
        <a:p>
          <a:r>
            <a:rPr lang="en-US" dirty="0" smtClean="0"/>
            <a:t>5. </a:t>
          </a:r>
          <a:endParaRPr lang="en-US" dirty="0"/>
        </a:p>
      </dgm:t>
    </dgm:pt>
    <dgm:pt modelId="{A8EADB11-2C0C-4880-BDF0-BD33F5942CC9}" cxnId="{99063377-C155-4976-B72A-42447DEED5F6}" type="parTrans">
      <dgm:prSet/>
      <dgm:spPr/>
      <dgm:t>
        <a:bodyPr/>
        <a:lstStyle/>
        <a:p>
          <a:endParaRPr lang="en-US"/>
        </a:p>
      </dgm:t>
    </dgm:pt>
    <dgm:pt modelId="{897CFF05-4C2E-44F4-943E-CF1F80B79FD5}" cxnId="{99063377-C155-4976-B72A-42447DEED5F6}" type="sibTrans">
      <dgm:prSet/>
      <dgm:spPr/>
      <dgm:t>
        <a:bodyPr/>
        <a:lstStyle/>
        <a:p>
          <a:endParaRPr lang="en-US"/>
        </a:p>
      </dgm:t>
    </dgm:pt>
    <dgm:pt modelId="{0205954B-7C23-4F56-A317-B2EDFF1D69E2}">
      <dgm:prSet phldrT="[Text]"/>
      <dgm:spPr/>
      <dgm:t>
        <a:bodyPr/>
        <a:lstStyle/>
        <a:p>
          <a:r>
            <a:rPr lang="en-US" dirty="0" smtClean="0"/>
            <a:t>6. </a:t>
          </a:r>
          <a:endParaRPr lang="en-US" dirty="0"/>
        </a:p>
      </dgm:t>
    </dgm:pt>
    <dgm:pt modelId="{C4C9DB14-CAE0-40D3-BEE6-78C97BF53D67}" cxnId="{761E4358-A45F-47F7-9362-CD3BE3A63655}" type="parTrans">
      <dgm:prSet/>
      <dgm:spPr/>
      <dgm:t>
        <a:bodyPr/>
        <a:lstStyle/>
        <a:p>
          <a:endParaRPr lang="en-US"/>
        </a:p>
      </dgm:t>
    </dgm:pt>
    <dgm:pt modelId="{CE53FF3E-7D2B-4C16-96EC-060504002FE7}" cxnId="{761E4358-A45F-47F7-9362-CD3BE3A63655}" type="sibTrans">
      <dgm:prSet/>
      <dgm:spPr/>
      <dgm:t>
        <a:bodyPr/>
        <a:lstStyle/>
        <a:p>
          <a:endParaRPr lang="en-US"/>
        </a:p>
      </dgm:t>
    </dgm:pt>
    <dgm:pt modelId="{C7365B95-BE66-4A98-A6F4-1629A2847AB6}">
      <dgm:prSet phldrT="[Text]"/>
      <dgm:spPr/>
      <dgm:t>
        <a:bodyPr/>
        <a:lstStyle/>
        <a:p>
          <a:r>
            <a:rPr lang="en-US" dirty="0" smtClean="0"/>
            <a:t>7. </a:t>
          </a:r>
          <a:endParaRPr lang="en-US" dirty="0"/>
        </a:p>
      </dgm:t>
    </dgm:pt>
    <dgm:pt modelId="{B77C15DE-71DE-4FA1-BE47-B51D40C67B0F}" cxnId="{986D4452-022F-432F-8BCF-2D220FADA91F}" type="parTrans">
      <dgm:prSet/>
      <dgm:spPr/>
      <dgm:t>
        <a:bodyPr/>
        <a:lstStyle/>
        <a:p>
          <a:endParaRPr lang="en-US"/>
        </a:p>
      </dgm:t>
    </dgm:pt>
    <dgm:pt modelId="{E870C38D-8BEF-47C4-BD8C-75831343A12F}" cxnId="{986D4452-022F-432F-8BCF-2D220FADA91F}" type="sibTrans">
      <dgm:prSet/>
      <dgm:spPr/>
      <dgm:t>
        <a:bodyPr/>
        <a:lstStyle/>
        <a:p>
          <a:endParaRPr lang="en-US"/>
        </a:p>
      </dgm:t>
    </dgm:pt>
    <dgm:pt modelId="{0676A3EA-728F-47BD-939B-6D6553172941}">
      <dgm:prSet phldrT="[Text]"/>
      <dgm:spPr/>
      <dgm:t>
        <a:bodyPr/>
        <a:lstStyle/>
        <a:p>
          <a:r>
            <a:rPr lang="en-US" dirty="0" smtClean="0"/>
            <a:t>3. </a:t>
          </a:r>
          <a:endParaRPr lang="en-US" dirty="0"/>
        </a:p>
      </dgm:t>
    </dgm:pt>
    <dgm:pt modelId="{0DEB4F89-B241-4628-AE82-424FF586CD62}" cxnId="{7AEDD1B7-7724-467F-8B66-C27D5C3F46BA}" type="parTrans">
      <dgm:prSet/>
      <dgm:spPr/>
      <dgm:t>
        <a:bodyPr/>
        <a:lstStyle/>
        <a:p>
          <a:endParaRPr lang="en-US"/>
        </a:p>
      </dgm:t>
    </dgm:pt>
    <dgm:pt modelId="{2225A082-73F5-49B1-BB08-CE80DA251FA9}" cxnId="{7AEDD1B7-7724-467F-8B66-C27D5C3F46BA}" type="sibTrans">
      <dgm:prSet/>
      <dgm:spPr/>
      <dgm:t>
        <a:bodyPr/>
        <a:lstStyle/>
        <a:p>
          <a:endParaRPr lang="en-US"/>
        </a:p>
      </dgm:t>
    </dgm:pt>
    <dgm:pt modelId="{17881F2F-C9C7-4FD8-BA31-17A79C4D8FB5}" type="pres">
      <dgm:prSet presAssocID="{89B43990-AAF2-4BC8-BE90-16DA58BF018F}" presName="rootnode" presStyleCnt="0">
        <dgm:presLayoutVars>
          <dgm:chMax/>
          <dgm:chPref/>
          <dgm:dir/>
          <dgm:animLvl val="lvl"/>
        </dgm:presLayoutVars>
      </dgm:prSet>
      <dgm:spPr/>
      <dgm:t>
        <a:bodyPr/>
        <a:lstStyle/>
        <a:p>
          <a:endParaRPr lang="en-US"/>
        </a:p>
      </dgm:t>
    </dgm:pt>
    <dgm:pt modelId="{D6ABF7A9-461A-4008-B0CA-2037F5116781}" type="pres">
      <dgm:prSet presAssocID="{611C2FC5-47FC-41D1-9FE2-9F2A0BE00212}" presName="composite" presStyleCnt="0"/>
      <dgm:spPr/>
    </dgm:pt>
    <dgm:pt modelId="{DC532A79-C8C8-4DB3-BA5B-FACE246EBB26}" type="pres">
      <dgm:prSet presAssocID="{611C2FC5-47FC-41D1-9FE2-9F2A0BE00212}" presName="LShape" presStyleLbl="alignNode1" presStyleIdx="0" presStyleCnt="13" custLinFactNeighborX="-4836" custLinFactNeighborY="1357"/>
      <dgm:spPr>
        <a:solidFill>
          <a:schemeClr val="accent6"/>
        </a:solidFill>
      </dgm:spPr>
      <dgm:t>
        <a:bodyPr/>
        <a:lstStyle/>
        <a:p>
          <a:endParaRPr lang="en-US"/>
        </a:p>
      </dgm:t>
    </dgm:pt>
    <dgm:pt modelId="{720F9B21-EE11-43C6-B0C6-870E1B85D4F5}" type="pres">
      <dgm:prSet presAssocID="{611C2FC5-47FC-41D1-9FE2-9F2A0BE00212}" presName="ParentText" presStyleLbl="revTx" presStyleIdx="0" presStyleCnt="7">
        <dgm:presLayoutVars>
          <dgm:chMax val="0"/>
          <dgm:chPref val="0"/>
          <dgm:bulletEnabled val="1"/>
        </dgm:presLayoutVars>
      </dgm:prSet>
      <dgm:spPr/>
      <dgm:t>
        <a:bodyPr/>
        <a:lstStyle/>
        <a:p>
          <a:endParaRPr lang="en-US"/>
        </a:p>
      </dgm:t>
    </dgm:pt>
    <dgm:pt modelId="{4B7D8E57-51DB-46FC-9CCE-85666735F839}" type="pres">
      <dgm:prSet presAssocID="{611C2FC5-47FC-41D1-9FE2-9F2A0BE00212}" presName="Triangle" presStyleLbl="alignNode1" presStyleIdx="1" presStyleCnt="13" custLinFactNeighborX="-28393" custLinFactNeighborY="4788"/>
      <dgm:spPr>
        <a:solidFill>
          <a:schemeClr val="accent6"/>
        </a:solidFill>
      </dgm:spPr>
      <dgm:t>
        <a:bodyPr/>
        <a:lstStyle/>
        <a:p>
          <a:endParaRPr lang="en-US"/>
        </a:p>
      </dgm:t>
    </dgm:pt>
    <dgm:pt modelId="{3ABB5483-515E-4FBC-8792-5BED48A850FF}" type="pres">
      <dgm:prSet presAssocID="{CBECEB35-43B7-4ED3-919D-8B7D43AB8087}" presName="sibTrans" presStyleCnt="0"/>
      <dgm:spPr/>
    </dgm:pt>
    <dgm:pt modelId="{3C9064F0-3AB7-4034-914D-D979FD736594}" type="pres">
      <dgm:prSet presAssocID="{CBECEB35-43B7-4ED3-919D-8B7D43AB8087}" presName="space" presStyleCnt="0"/>
      <dgm:spPr/>
    </dgm:pt>
    <dgm:pt modelId="{E7307E50-2D19-43E0-B54E-F0C6425CF51B}" type="pres">
      <dgm:prSet presAssocID="{76B5076C-B82A-4345-ABC3-1AFD72CF6142}" presName="composite" presStyleCnt="0"/>
      <dgm:spPr/>
    </dgm:pt>
    <dgm:pt modelId="{A60B4193-E092-4DD4-815D-2C576ACF6041}" type="pres">
      <dgm:prSet presAssocID="{76B5076C-B82A-4345-ABC3-1AFD72CF6142}" presName="LShape" presStyleLbl="alignNode1" presStyleIdx="2" presStyleCnt="13" custLinFactNeighborX="-4836" custLinFactNeighborY="1357"/>
      <dgm:spPr>
        <a:solidFill>
          <a:schemeClr val="accent6"/>
        </a:solidFill>
      </dgm:spPr>
      <dgm:t>
        <a:bodyPr/>
        <a:lstStyle/>
        <a:p>
          <a:endParaRPr lang="en-US"/>
        </a:p>
      </dgm:t>
    </dgm:pt>
    <dgm:pt modelId="{1AA68FBF-E435-4BD2-85D7-3B13F504019E}" type="pres">
      <dgm:prSet presAssocID="{76B5076C-B82A-4345-ABC3-1AFD72CF6142}" presName="ParentText" presStyleLbl="revTx" presStyleIdx="1" presStyleCnt="7">
        <dgm:presLayoutVars>
          <dgm:chMax val="0"/>
          <dgm:chPref val="0"/>
          <dgm:bulletEnabled val="1"/>
        </dgm:presLayoutVars>
      </dgm:prSet>
      <dgm:spPr/>
      <dgm:t>
        <a:bodyPr/>
        <a:lstStyle/>
        <a:p>
          <a:endParaRPr lang="en-US"/>
        </a:p>
      </dgm:t>
    </dgm:pt>
    <dgm:pt modelId="{4F043767-222B-4B86-A471-7AFC8AB52D04}" type="pres">
      <dgm:prSet presAssocID="{76B5076C-B82A-4345-ABC3-1AFD72CF6142}" presName="Triangle" presStyleLbl="alignNode1" presStyleIdx="3" presStyleCnt="13" custLinFactNeighborX="-28393" custLinFactNeighborY="4788"/>
      <dgm:spPr>
        <a:solidFill>
          <a:schemeClr val="accent6"/>
        </a:solidFill>
      </dgm:spPr>
      <dgm:t>
        <a:bodyPr/>
        <a:lstStyle/>
        <a:p>
          <a:endParaRPr lang="en-US"/>
        </a:p>
      </dgm:t>
    </dgm:pt>
    <dgm:pt modelId="{67F11213-6135-4292-BF7B-686A5053F45C}" type="pres">
      <dgm:prSet presAssocID="{C376C6F0-B3D7-446B-9E95-58962C998DFF}" presName="sibTrans" presStyleCnt="0"/>
      <dgm:spPr/>
    </dgm:pt>
    <dgm:pt modelId="{6778D72A-5E3C-4F4C-B851-84DF681DBA98}" type="pres">
      <dgm:prSet presAssocID="{C376C6F0-B3D7-446B-9E95-58962C998DFF}" presName="space" presStyleCnt="0"/>
      <dgm:spPr/>
    </dgm:pt>
    <dgm:pt modelId="{1D63B280-8CA9-45D5-B0D8-81354FE0B42A}" type="pres">
      <dgm:prSet presAssocID="{0676A3EA-728F-47BD-939B-6D6553172941}" presName="composite" presStyleCnt="0"/>
      <dgm:spPr/>
    </dgm:pt>
    <dgm:pt modelId="{72E053F4-D038-466C-9B54-09B481688F61}" type="pres">
      <dgm:prSet presAssocID="{0676A3EA-728F-47BD-939B-6D6553172941}" presName="LShape" presStyleLbl="alignNode1" presStyleIdx="4" presStyleCnt="13"/>
      <dgm:spPr>
        <a:solidFill>
          <a:schemeClr val="bg2">
            <a:lumMod val="65000"/>
          </a:schemeClr>
        </a:solidFill>
        <a:ln>
          <a:noFill/>
        </a:ln>
      </dgm:spPr>
      <dgm:t>
        <a:bodyPr/>
        <a:lstStyle/>
        <a:p>
          <a:endParaRPr lang="en-US"/>
        </a:p>
      </dgm:t>
    </dgm:pt>
    <dgm:pt modelId="{17D55388-9AFF-4366-B1AB-626986F8FAAA}" type="pres">
      <dgm:prSet presAssocID="{0676A3EA-728F-47BD-939B-6D6553172941}" presName="ParentText" presStyleLbl="revTx" presStyleIdx="2" presStyleCnt="7">
        <dgm:presLayoutVars>
          <dgm:chMax val="0"/>
          <dgm:chPref val="0"/>
          <dgm:bulletEnabled val="1"/>
        </dgm:presLayoutVars>
      </dgm:prSet>
      <dgm:spPr/>
      <dgm:t>
        <a:bodyPr/>
        <a:lstStyle/>
        <a:p>
          <a:endParaRPr lang="en-US"/>
        </a:p>
      </dgm:t>
    </dgm:pt>
    <dgm:pt modelId="{2D46EB54-6DDA-417A-B865-42CC3EB7D200}" type="pres">
      <dgm:prSet presAssocID="{0676A3EA-728F-47BD-939B-6D6553172941}" presName="Triangle" presStyleLbl="alignNode1" presStyleIdx="5" presStyleCnt="13"/>
      <dgm:spPr>
        <a:solidFill>
          <a:schemeClr val="bg2">
            <a:lumMod val="65000"/>
          </a:schemeClr>
        </a:solidFill>
        <a:ln>
          <a:noFill/>
        </a:ln>
      </dgm:spPr>
      <dgm:t>
        <a:bodyPr/>
        <a:lstStyle/>
        <a:p>
          <a:endParaRPr lang="en-US"/>
        </a:p>
      </dgm:t>
    </dgm:pt>
    <dgm:pt modelId="{6C33CEF5-2760-4E0D-BD0C-3EE5C538F3A2}" type="pres">
      <dgm:prSet presAssocID="{2225A082-73F5-49B1-BB08-CE80DA251FA9}" presName="sibTrans" presStyleCnt="0"/>
      <dgm:spPr/>
    </dgm:pt>
    <dgm:pt modelId="{D45F2BD2-785D-46CE-B3BA-77195D0AD521}" type="pres">
      <dgm:prSet presAssocID="{2225A082-73F5-49B1-BB08-CE80DA251FA9}" presName="space" presStyleCnt="0"/>
      <dgm:spPr/>
    </dgm:pt>
    <dgm:pt modelId="{078F13F6-5BB9-4862-A424-EC729622DABA}" type="pres">
      <dgm:prSet presAssocID="{BB8892DB-8AFB-42A6-9EB5-691415E1AF36}" presName="composite" presStyleCnt="0"/>
      <dgm:spPr/>
    </dgm:pt>
    <dgm:pt modelId="{DDB251B4-8D76-4D37-A920-5FF71058D9C5}" type="pres">
      <dgm:prSet presAssocID="{BB8892DB-8AFB-42A6-9EB5-691415E1AF36}" presName="LShape" presStyleLbl="alignNode1" presStyleIdx="6" presStyleCnt="13"/>
      <dgm:spPr>
        <a:solidFill>
          <a:schemeClr val="bg2">
            <a:lumMod val="65000"/>
          </a:schemeClr>
        </a:solidFill>
        <a:ln>
          <a:noFill/>
        </a:ln>
      </dgm:spPr>
      <dgm:t>
        <a:bodyPr/>
        <a:lstStyle/>
        <a:p>
          <a:endParaRPr lang="en-US"/>
        </a:p>
      </dgm:t>
    </dgm:pt>
    <dgm:pt modelId="{578DFDDC-01D4-4D75-AEDE-98E01EE6D082}" type="pres">
      <dgm:prSet presAssocID="{BB8892DB-8AFB-42A6-9EB5-691415E1AF36}" presName="ParentText" presStyleLbl="revTx" presStyleIdx="3" presStyleCnt="7">
        <dgm:presLayoutVars>
          <dgm:chMax val="0"/>
          <dgm:chPref val="0"/>
          <dgm:bulletEnabled val="1"/>
        </dgm:presLayoutVars>
      </dgm:prSet>
      <dgm:spPr/>
      <dgm:t>
        <a:bodyPr/>
        <a:lstStyle/>
        <a:p>
          <a:endParaRPr lang="en-US"/>
        </a:p>
      </dgm:t>
    </dgm:pt>
    <dgm:pt modelId="{80E70305-6F00-41FA-B5DC-E0BBBD484D9D}" type="pres">
      <dgm:prSet presAssocID="{BB8892DB-8AFB-42A6-9EB5-691415E1AF36}" presName="Triangle" presStyleLbl="alignNode1" presStyleIdx="7" presStyleCnt="13"/>
      <dgm:spPr>
        <a:solidFill>
          <a:schemeClr val="bg2">
            <a:lumMod val="65000"/>
          </a:schemeClr>
        </a:solidFill>
        <a:ln>
          <a:noFill/>
        </a:ln>
      </dgm:spPr>
      <dgm:t>
        <a:bodyPr/>
        <a:lstStyle/>
        <a:p>
          <a:endParaRPr lang="en-US"/>
        </a:p>
      </dgm:t>
    </dgm:pt>
    <dgm:pt modelId="{91E892F9-4DAC-4033-A7AD-E651179CBF3C}" type="pres">
      <dgm:prSet presAssocID="{01E17E64-656D-4558-9F0A-6B3D24B9E7A8}" presName="sibTrans" presStyleCnt="0"/>
      <dgm:spPr/>
    </dgm:pt>
    <dgm:pt modelId="{C7E366BF-76C7-4851-A90E-A48AF513794B}" type="pres">
      <dgm:prSet presAssocID="{01E17E64-656D-4558-9F0A-6B3D24B9E7A8}" presName="space" presStyleCnt="0"/>
      <dgm:spPr/>
    </dgm:pt>
    <dgm:pt modelId="{B0EA22E3-3BA2-40D8-BC5E-B172B431A444}" type="pres">
      <dgm:prSet presAssocID="{2448F398-93FF-48EF-8FEA-71AC3F597B85}" presName="composite" presStyleCnt="0"/>
      <dgm:spPr/>
    </dgm:pt>
    <dgm:pt modelId="{0ADE1CE3-1D2B-454E-AD1D-50F328D02468}" type="pres">
      <dgm:prSet presAssocID="{2448F398-93FF-48EF-8FEA-71AC3F597B85}" presName="LShape" presStyleLbl="alignNode1" presStyleIdx="8" presStyleCnt="13"/>
      <dgm:spPr>
        <a:solidFill>
          <a:schemeClr val="bg2">
            <a:lumMod val="65000"/>
          </a:schemeClr>
        </a:solidFill>
        <a:ln>
          <a:noFill/>
        </a:ln>
      </dgm:spPr>
      <dgm:t>
        <a:bodyPr/>
        <a:lstStyle/>
        <a:p>
          <a:endParaRPr lang="en-US"/>
        </a:p>
      </dgm:t>
    </dgm:pt>
    <dgm:pt modelId="{89226440-C221-44F5-BD3A-6720C79F88E9}" type="pres">
      <dgm:prSet presAssocID="{2448F398-93FF-48EF-8FEA-71AC3F597B85}" presName="ParentText" presStyleLbl="revTx" presStyleIdx="4" presStyleCnt="7">
        <dgm:presLayoutVars>
          <dgm:chMax val="0"/>
          <dgm:chPref val="0"/>
          <dgm:bulletEnabled val="1"/>
        </dgm:presLayoutVars>
      </dgm:prSet>
      <dgm:spPr/>
      <dgm:t>
        <a:bodyPr/>
        <a:lstStyle/>
        <a:p>
          <a:endParaRPr lang="en-US"/>
        </a:p>
      </dgm:t>
    </dgm:pt>
    <dgm:pt modelId="{F1BA3B12-8BE1-44EA-9DF2-B97EF91D4DBD}" type="pres">
      <dgm:prSet presAssocID="{2448F398-93FF-48EF-8FEA-71AC3F597B85}" presName="Triangle" presStyleLbl="alignNode1" presStyleIdx="9" presStyleCnt="13"/>
      <dgm:spPr>
        <a:solidFill>
          <a:schemeClr val="bg2">
            <a:lumMod val="65000"/>
          </a:schemeClr>
        </a:solidFill>
        <a:ln>
          <a:noFill/>
        </a:ln>
      </dgm:spPr>
      <dgm:t>
        <a:bodyPr/>
        <a:lstStyle/>
        <a:p>
          <a:endParaRPr lang="en-US"/>
        </a:p>
      </dgm:t>
    </dgm:pt>
    <dgm:pt modelId="{428E0A3F-7583-427D-9931-504BF0052042}" type="pres">
      <dgm:prSet presAssocID="{897CFF05-4C2E-44F4-943E-CF1F80B79FD5}" presName="sibTrans" presStyleCnt="0"/>
      <dgm:spPr/>
    </dgm:pt>
    <dgm:pt modelId="{390890B7-20D3-4017-961E-2290ED0E3898}" type="pres">
      <dgm:prSet presAssocID="{897CFF05-4C2E-44F4-943E-CF1F80B79FD5}" presName="space" presStyleCnt="0"/>
      <dgm:spPr/>
    </dgm:pt>
    <dgm:pt modelId="{1FDEDA9D-B8C7-4324-B113-C4F408C4BCEE}" type="pres">
      <dgm:prSet presAssocID="{0205954B-7C23-4F56-A317-B2EDFF1D69E2}" presName="composite" presStyleCnt="0"/>
      <dgm:spPr/>
    </dgm:pt>
    <dgm:pt modelId="{ADDCDC38-DF3F-4560-99DC-64A2B1F81885}" type="pres">
      <dgm:prSet presAssocID="{0205954B-7C23-4F56-A317-B2EDFF1D69E2}" presName="LShape" presStyleLbl="alignNode1" presStyleIdx="10" presStyleCnt="13"/>
      <dgm:spPr>
        <a:solidFill>
          <a:schemeClr val="bg2">
            <a:lumMod val="65000"/>
          </a:schemeClr>
        </a:solidFill>
        <a:ln>
          <a:noFill/>
        </a:ln>
      </dgm:spPr>
      <dgm:t>
        <a:bodyPr/>
        <a:lstStyle/>
        <a:p>
          <a:endParaRPr lang="en-US"/>
        </a:p>
      </dgm:t>
    </dgm:pt>
    <dgm:pt modelId="{A85EDF5A-9BDA-4C1E-B3BF-F66A03F84891}" type="pres">
      <dgm:prSet presAssocID="{0205954B-7C23-4F56-A317-B2EDFF1D69E2}" presName="ParentText" presStyleLbl="revTx" presStyleIdx="5" presStyleCnt="7">
        <dgm:presLayoutVars>
          <dgm:chMax val="0"/>
          <dgm:chPref val="0"/>
          <dgm:bulletEnabled val="1"/>
        </dgm:presLayoutVars>
      </dgm:prSet>
      <dgm:spPr/>
      <dgm:t>
        <a:bodyPr/>
        <a:lstStyle/>
        <a:p>
          <a:endParaRPr lang="en-US"/>
        </a:p>
      </dgm:t>
    </dgm:pt>
    <dgm:pt modelId="{B9197CD2-C1CC-4C2D-B47C-F4697EF98D5A}" type="pres">
      <dgm:prSet presAssocID="{0205954B-7C23-4F56-A317-B2EDFF1D69E2}" presName="Triangle" presStyleLbl="alignNode1" presStyleIdx="11" presStyleCnt="13"/>
      <dgm:spPr>
        <a:solidFill>
          <a:schemeClr val="bg2">
            <a:lumMod val="65000"/>
          </a:schemeClr>
        </a:solidFill>
        <a:ln>
          <a:noFill/>
        </a:ln>
      </dgm:spPr>
      <dgm:t>
        <a:bodyPr/>
        <a:lstStyle/>
        <a:p>
          <a:endParaRPr lang="en-US"/>
        </a:p>
      </dgm:t>
    </dgm:pt>
    <dgm:pt modelId="{A5A7EDE9-9017-40C8-959D-A58770BFA517}" type="pres">
      <dgm:prSet presAssocID="{CE53FF3E-7D2B-4C16-96EC-060504002FE7}" presName="sibTrans" presStyleCnt="0"/>
      <dgm:spPr/>
    </dgm:pt>
    <dgm:pt modelId="{666840CB-878C-42A8-BED4-8B5771FC6BE4}" type="pres">
      <dgm:prSet presAssocID="{CE53FF3E-7D2B-4C16-96EC-060504002FE7}" presName="space" presStyleCnt="0"/>
      <dgm:spPr/>
    </dgm:pt>
    <dgm:pt modelId="{A0ECAC3C-27BC-4734-903B-141EDCF46A46}" type="pres">
      <dgm:prSet presAssocID="{C7365B95-BE66-4A98-A6F4-1629A2847AB6}" presName="composite" presStyleCnt="0"/>
      <dgm:spPr/>
    </dgm:pt>
    <dgm:pt modelId="{B67BA80C-973E-437E-88B6-6C4B42B4EF1D}" type="pres">
      <dgm:prSet presAssocID="{C7365B95-BE66-4A98-A6F4-1629A2847AB6}" presName="LShape" presStyleLbl="alignNode1" presStyleIdx="12" presStyleCnt="13"/>
      <dgm:spPr>
        <a:solidFill>
          <a:schemeClr val="bg2">
            <a:lumMod val="65000"/>
          </a:schemeClr>
        </a:solidFill>
        <a:ln>
          <a:noFill/>
        </a:ln>
      </dgm:spPr>
      <dgm:t>
        <a:bodyPr/>
        <a:lstStyle/>
        <a:p>
          <a:endParaRPr lang="en-US"/>
        </a:p>
      </dgm:t>
    </dgm:pt>
    <dgm:pt modelId="{337D3ECD-0020-4E7D-8EA3-B56963A1746F}" type="pres">
      <dgm:prSet presAssocID="{C7365B95-BE66-4A98-A6F4-1629A2847AB6}" presName="ParentText" presStyleLbl="revTx" presStyleIdx="6" presStyleCnt="7">
        <dgm:presLayoutVars>
          <dgm:chMax val="0"/>
          <dgm:chPref val="0"/>
          <dgm:bulletEnabled val="1"/>
        </dgm:presLayoutVars>
      </dgm:prSet>
      <dgm:spPr/>
      <dgm:t>
        <a:bodyPr/>
        <a:lstStyle/>
        <a:p>
          <a:endParaRPr lang="en-US"/>
        </a:p>
      </dgm:t>
    </dgm:pt>
  </dgm:ptLst>
  <dgm:cxnLst>
    <dgm:cxn modelId="{2BD4124C-D211-4392-A44F-2C8EC9930AD6}" type="presOf" srcId="{611C2FC5-47FC-41D1-9FE2-9F2A0BE00212}" destId="{720F9B21-EE11-43C6-B0C6-870E1B85D4F5}" srcOrd="0" destOrd="0" presId="urn:microsoft.com/office/officeart/2009/3/layout/StepUpProcess"/>
    <dgm:cxn modelId="{986D4452-022F-432F-8BCF-2D220FADA91F}" srcId="{89B43990-AAF2-4BC8-BE90-16DA58BF018F}" destId="{C7365B95-BE66-4A98-A6F4-1629A2847AB6}" srcOrd="6" destOrd="0" parTransId="{B77C15DE-71DE-4FA1-BE47-B51D40C67B0F}" sibTransId="{E870C38D-8BEF-47C4-BD8C-75831343A12F}"/>
    <dgm:cxn modelId="{660CAC52-A7DE-4BD2-B7BA-7D10013A3A4B}" srcId="{89B43990-AAF2-4BC8-BE90-16DA58BF018F}" destId="{611C2FC5-47FC-41D1-9FE2-9F2A0BE00212}" srcOrd="0" destOrd="0" parTransId="{5A21A355-8F44-409A-8BA2-5F38F3FDCE72}" sibTransId="{CBECEB35-43B7-4ED3-919D-8B7D43AB8087}"/>
    <dgm:cxn modelId="{E3CC3CCA-B8C0-4FC6-A30F-7385D3B03DA2}" type="presOf" srcId="{BB8892DB-8AFB-42A6-9EB5-691415E1AF36}" destId="{578DFDDC-01D4-4D75-AEDE-98E01EE6D082}" srcOrd="0" destOrd="0" presId="urn:microsoft.com/office/officeart/2009/3/layout/StepUpProcess"/>
    <dgm:cxn modelId="{D4CD0945-C4BD-40E0-BC6F-DC9EF27CD7BD}" type="presOf" srcId="{89B43990-AAF2-4BC8-BE90-16DA58BF018F}" destId="{17881F2F-C9C7-4FD8-BA31-17A79C4D8FB5}" srcOrd="0" destOrd="0" presId="urn:microsoft.com/office/officeart/2009/3/layout/StepUpProcess"/>
    <dgm:cxn modelId="{08A0506F-C55B-4AB0-A5EC-87170C99695A}" type="presOf" srcId="{2448F398-93FF-48EF-8FEA-71AC3F597B85}" destId="{89226440-C221-44F5-BD3A-6720C79F88E9}" srcOrd="0" destOrd="0" presId="urn:microsoft.com/office/officeart/2009/3/layout/StepUpProcess"/>
    <dgm:cxn modelId="{FBE3644F-D67D-4CF4-B102-63A0CD663145}" type="presOf" srcId="{0676A3EA-728F-47BD-939B-6D6553172941}" destId="{17D55388-9AFF-4366-B1AB-626986F8FAAA}" srcOrd="0" destOrd="0" presId="urn:microsoft.com/office/officeart/2009/3/layout/StepUpProcess"/>
    <dgm:cxn modelId="{EA6AEE31-F748-46DD-A6DD-7482D68DD140}" srcId="{89B43990-AAF2-4BC8-BE90-16DA58BF018F}" destId="{76B5076C-B82A-4345-ABC3-1AFD72CF6142}" srcOrd="1" destOrd="0" parTransId="{C3302CD4-DD7C-46ED-BB5D-2EE12355E9F0}" sibTransId="{C376C6F0-B3D7-446B-9E95-58962C998DFF}"/>
    <dgm:cxn modelId="{761E4358-A45F-47F7-9362-CD3BE3A63655}" srcId="{89B43990-AAF2-4BC8-BE90-16DA58BF018F}" destId="{0205954B-7C23-4F56-A317-B2EDFF1D69E2}" srcOrd="5" destOrd="0" parTransId="{C4C9DB14-CAE0-40D3-BEE6-78C97BF53D67}" sibTransId="{CE53FF3E-7D2B-4C16-96EC-060504002FE7}"/>
    <dgm:cxn modelId="{A97F40F0-5959-44DC-A621-2197B8878B93}" type="presOf" srcId="{0205954B-7C23-4F56-A317-B2EDFF1D69E2}" destId="{A85EDF5A-9BDA-4C1E-B3BF-F66A03F84891}" srcOrd="0" destOrd="0" presId="urn:microsoft.com/office/officeart/2009/3/layout/StepUpProcess"/>
    <dgm:cxn modelId="{2BAADB78-65E9-476D-A824-9C9E118CA95A}" srcId="{89B43990-AAF2-4BC8-BE90-16DA58BF018F}" destId="{BB8892DB-8AFB-42A6-9EB5-691415E1AF36}" srcOrd="3" destOrd="0" parTransId="{C83D8ED5-2DBD-4CBD-A519-DECDC767C3BC}" sibTransId="{01E17E64-656D-4558-9F0A-6B3D24B9E7A8}"/>
    <dgm:cxn modelId="{99063377-C155-4976-B72A-42447DEED5F6}" srcId="{89B43990-AAF2-4BC8-BE90-16DA58BF018F}" destId="{2448F398-93FF-48EF-8FEA-71AC3F597B85}" srcOrd="4" destOrd="0" parTransId="{A8EADB11-2C0C-4880-BDF0-BD33F5942CC9}" sibTransId="{897CFF05-4C2E-44F4-943E-CF1F80B79FD5}"/>
    <dgm:cxn modelId="{F51C5120-5B79-4182-B156-F3847BA71D2E}" type="presOf" srcId="{76B5076C-B82A-4345-ABC3-1AFD72CF6142}" destId="{1AA68FBF-E435-4BD2-85D7-3B13F504019E}" srcOrd="0" destOrd="0" presId="urn:microsoft.com/office/officeart/2009/3/layout/StepUpProcess"/>
    <dgm:cxn modelId="{7AEDD1B7-7724-467F-8B66-C27D5C3F46BA}" srcId="{89B43990-AAF2-4BC8-BE90-16DA58BF018F}" destId="{0676A3EA-728F-47BD-939B-6D6553172941}" srcOrd="2" destOrd="0" parTransId="{0DEB4F89-B241-4628-AE82-424FF586CD62}" sibTransId="{2225A082-73F5-49B1-BB08-CE80DA251FA9}"/>
    <dgm:cxn modelId="{923F7FDE-AD4E-405A-AC2B-973BABC40AC1}" type="presOf" srcId="{C7365B95-BE66-4A98-A6F4-1629A2847AB6}" destId="{337D3ECD-0020-4E7D-8EA3-B56963A1746F}" srcOrd="0" destOrd="0" presId="urn:microsoft.com/office/officeart/2009/3/layout/StepUpProcess"/>
    <dgm:cxn modelId="{9C138B8B-0D59-49FC-AF6E-E2F1785D4008}" type="presParOf" srcId="{17881F2F-C9C7-4FD8-BA31-17A79C4D8FB5}" destId="{D6ABF7A9-461A-4008-B0CA-2037F5116781}" srcOrd="0" destOrd="0" presId="urn:microsoft.com/office/officeart/2009/3/layout/StepUpProcess"/>
    <dgm:cxn modelId="{1C46F80E-CE8E-4B04-86EC-D4156D7CF6B2}" type="presParOf" srcId="{D6ABF7A9-461A-4008-B0CA-2037F5116781}" destId="{DC532A79-C8C8-4DB3-BA5B-FACE246EBB26}" srcOrd="0" destOrd="0" presId="urn:microsoft.com/office/officeart/2009/3/layout/StepUpProcess"/>
    <dgm:cxn modelId="{96E67A02-DA7A-4DEE-9916-D67F7F806322}" type="presParOf" srcId="{D6ABF7A9-461A-4008-B0CA-2037F5116781}" destId="{720F9B21-EE11-43C6-B0C6-870E1B85D4F5}" srcOrd="1" destOrd="0" presId="urn:microsoft.com/office/officeart/2009/3/layout/StepUpProcess"/>
    <dgm:cxn modelId="{ACA4D789-F88C-4ECF-9138-AE45B5C5058B}" type="presParOf" srcId="{D6ABF7A9-461A-4008-B0CA-2037F5116781}" destId="{4B7D8E57-51DB-46FC-9CCE-85666735F839}" srcOrd="2" destOrd="0" presId="urn:microsoft.com/office/officeart/2009/3/layout/StepUpProcess"/>
    <dgm:cxn modelId="{9A745493-62B6-4693-85AE-9E795E55D8A7}" type="presParOf" srcId="{17881F2F-C9C7-4FD8-BA31-17A79C4D8FB5}" destId="{3ABB5483-515E-4FBC-8792-5BED48A850FF}" srcOrd="1" destOrd="0" presId="urn:microsoft.com/office/officeart/2009/3/layout/StepUpProcess"/>
    <dgm:cxn modelId="{0F6EF8B7-E945-4649-BB18-0C8275F6E4B9}" type="presParOf" srcId="{3ABB5483-515E-4FBC-8792-5BED48A850FF}" destId="{3C9064F0-3AB7-4034-914D-D979FD736594}" srcOrd="0" destOrd="0" presId="urn:microsoft.com/office/officeart/2009/3/layout/StepUpProcess"/>
    <dgm:cxn modelId="{994ADA70-8434-479B-AC6D-46DC1241F47D}" type="presParOf" srcId="{17881F2F-C9C7-4FD8-BA31-17A79C4D8FB5}" destId="{E7307E50-2D19-43E0-B54E-F0C6425CF51B}" srcOrd="2" destOrd="0" presId="urn:microsoft.com/office/officeart/2009/3/layout/StepUpProcess"/>
    <dgm:cxn modelId="{58A061D1-809A-4401-9F2B-B8F746E71E11}" type="presParOf" srcId="{E7307E50-2D19-43E0-B54E-F0C6425CF51B}" destId="{A60B4193-E092-4DD4-815D-2C576ACF6041}" srcOrd="0" destOrd="0" presId="urn:microsoft.com/office/officeart/2009/3/layout/StepUpProcess"/>
    <dgm:cxn modelId="{9B1E747A-5377-4F86-879B-2AACC1FC7C69}" type="presParOf" srcId="{E7307E50-2D19-43E0-B54E-F0C6425CF51B}" destId="{1AA68FBF-E435-4BD2-85D7-3B13F504019E}" srcOrd="1" destOrd="0" presId="urn:microsoft.com/office/officeart/2009/3/layout/StepUpProcess"/>
    <dgm:cxn modelId="{CD2A109E-25B7-4AD2-BFB1-DCC0D824F4F1}" type="presParOf" srcId="{E7307E50-2D19-43E0-B54E-F0C6425CF51B}" destId="{4F043767-222B-4B86-A471-7AFC8AB52D04}" srcOrd="2" destOrd="0" presId="urn:microsoft.com/office/officeart/2009/3/layout/StepUpProcess"/>
    <dgm:cxn modelId="{F32F0428-BAA3-4FA5-BCA9-35FB57B38A7A}" type="presParOf" srcId="{17881F2F-C9C7-4FD8-BA31-17A79C4D8FB5}" destId="{67F11213-6135-4292-BF7B-686A5053F45C}" srcOrd="3" destOrd="0" presId="urn:microsoft.com/office/officeart/2009/3/layout/StepUpProcess"/>
    <dgm:cxn modelId="{7FAD2120-A55D-42ED-9F92-A3F753EF6E71}" type="presParOf" srcId="{67F11213-6135-4292-BF7B-686A5053F45C}" destId="{6778D72A-5E3C-4F4C-B851-84DF681DBA98}" srcOrd="0" destOrd="0" presId="urn:microsoft.com/office/officeart/2009/3/layout/StepUpProcess"/>
    <dgm:cxn modelId="{22277431-5A95-4833-ADAF-2869E466DC38}" type="presParOf" srcId="{17881F2F-C9C7-4FD8-BA31-17A79C4D8FB5}" destId="{1D63B280-8CA9-45D5-B0D8-81354FE0B42A}" srcOrd="4" destOrd="0" presId="urn:microsoft.com/office/officeart/2009/3/layout/StepUpProcess"/>
    <dgm:cxn modelId="{9142228B-DDB1-4A45-A258-16972AFA6511}" type="presParOf" srcId="{1D63B280-8CA9-45D5-B0D8-81354FE0B42A}" destId="{72E053F4-D038-466C-9B54-09B481688F61}" srcOrd="0" destOrd="0" presId="urn:microsoft.com/office/officeart/2009/3/layout/StepUpProcess"/>
    <dgm:cxn modelId="{955B2B61-4EED-47A3-9D6F-9E2F2C62F98F}" type="presParOf" srcId="{1D63B280-8CA9-45D5-B0D8-81354FE0B42A}" destId="{17D55388-9AFF-4366-B1AB-626986F8FAAA}" srcOrd="1" destOrd="0" presId="urn:microsoft.com/office/officeart/2009/3/layout/StepUpProcess"/>
    <dgm:cxn modelId="{4B0FC75A-6FBB-409F-8970-339428B68FA1}" type="presParOf" srcId="{1D63B280-8CA9-45D5-B0D8-81354FE0B42A}" destId="{2D46EB54-6DDA-417A-B865-42CC3EB7D200}" srcOrd="2" destOrd="0" presId="urn:microsoft.com/office/officeart/2009/3/layout/StepUpProcess"/>
    <dgm:cxn modelId="{767090F7-B5DE-424F-9ADD-EE107E8D82D0}" type="presParOf" srcId="{17881F2F-C9C7-4FD8-BA31-17A79C4D8FB5}" destId="{6C33CEF5-2760-4E0D-BD0C-3EE5C538F3A2}" srcOrd="5" destOrd="0" presId="urn:microsoft.com/office/officeart/2009/3/layout/StepUpProcess"/>
    <dgm:cxn modelId="{1835EA67-A10E-470F-90AD-81A0118E60FD}" type="presParOf" srcId="{6C33CEF5-2760-4E0D-BD0C-3EE5C538F3A2}" destId="{D45F2BD2-785D-46CE-B3BA-77195D0AD521}" srcOrd="0" destOrd="0" presId="urn:microsoft.com/office/officeart/2009/3/layout/StepUpProcess"/>
    <dgm:cxn modelId="{57AFA691-4A1E-4F66-9006-956F53B86066}" type="presParOf" srcId="{17881F2F-C9C7-4FD8-BA31-17A79C4D8FB5}" destId="{078F13F6-5BB9-4862-A424-EC729622DABA}" srcOrd="6" destOrd="0" presId="urn:microsoft.com/office/officeart/2009/3/layout/StepUpProcess"/>
    <dgm:cxn modelId="{45185274-8759-4B77-901E-078E4CC7BF58}" type="presParOf" srcId="{078F13F6-5BB9-4862-A424-EC729622DABA}" destId="{DDB251B4-8D76-4D37-A920-5FF71058D9C5}" srcOrd="0" destOrd="0" presId="urn:microsoft.com/office/officeart/2009/3/layout/StepUpProcess"/>
    <dgm:cxn modelId="{FC545777-C4CE-4568-B83B-EDDAAC06AAE1}" type="presParOf" srcId="{078F13F6-5BB9-4862-A424-EC729622DABA}" destId="{578DFDDC-01D4-4D75-AEDE-98E01EE6D082}" srcOrd="1" destOrd="0" presId="urn:microsoft.com/office/officeart/2009/3/layout/StepUpProcess"/>
    <dgm:cxn modelId="{B3589A28-B415-4003-8652-3EEEF7C5993D}" type="presParOf" srcId="{078F13F6-5BB9-4862-A424-EC729622DABA}" destId="{80E70305-6F00-41FA-B5DC-E0BBBD484D9D}" srcOrd="2" destOrd="0" presId="urn:microsoft.com/office/officeart/2009/3/layout/StepUpProcess"/>
    <dgm:cxn modelId="{54AF5C89-5FCA-4F3E-A8CC-CD41A6911B00}" type="presParOf" srcId="{17881F2F-C9C7-4FD8-BA31-17A79C4D8FB5}" destId="{91E892F9-4DAC-4033-A7AD-E651179CBF3C}" srcOrd="7" destOrd="0" presId="urn:microsoft.com/office/officeart/2009/3/layout/StepUpProcess"/>
    <dgm:cxn modelId="{C9353E7A-1A9D-4C84-B624-8B17F65F55D3}" type="presParOf" srcId="{91E892F9-4DAC-4033-A7AD-E651179CBF3C}" destId="{C7E366BF-76C7-4851-A90E-A48AF513794B}" srcOrd="0" destOrd="0" presId="urn:microsoft.com/office/officeart/2009/3/layout/StepUpProcess"/>
    <dgm:cxn modelId="{C5715E11-0609-4B0C-83AA-B52C4D70DA7D}" type="presParOf" srcId="{17881F2F-C9C7-4FD8-BA31-17A79C4D8FB5}" destId="{B0EA22E3-3BA2-40D8-BC5E-B172B431A444}" srcOrd="8" destOrd="0" presId="urn:microsoft.com/office/officeart/2009/3/layout/StepUpProcess"/>
    <dgm:cxn modelId="{351A1F7B-5648-4713-8954-1D8DD9FF9EFF}" type="presParOf" srcId="{B0EA22E3-3BA2-40D8-BC5E-B172B431A444}" destId="{0ADE1CE3-1D2B-454E-AD1D-50F328D02468}" srcOrd="0" destOrd="0" presId="urn:microsoft.com/office/officeart/2009/3/layout/StepUpProcess"/>
    <dgm:cxn modelId="{A45C57DA-AD53-405A-995E-D12340819E99}" type="presParOf" srcId="{B0EA22E3-3BA2-40D8-BC5E-B172B431A444}" destId="{89226440-C221-44F5-BD3A-6720C79F88E9}" srcOrd="1" destOrd="0" presId="urn:microsoft.com/office/officeart/2009/3/layout/StepUpProcess"/>
    <dgm:cxn modelId="{D4917A94-063E-405F-8267-E331A6E4A5AE}" type="presParOf" srcId="{B0EA22E3-3BA2-40D8-BC5E-B172B431A444}" destId="{F1BA3B12-8BE1-44EA-9DF2-B97EF91D4DBD}" srcOrd="2" destOrd="0" presId="urn:microsoft.com/office/officeart/2009/3/layout/StepUpProcess"/>
    <dgm:cxn modelId="{E76B5075-C7C7-45EB-82CA-805BC6E7A4CE}" type="presParOf" srcId="{17881F2F-C9C7-4FD8-BA31-17A79C4D8FB5}" destId="{428E0A3F-7583-427D-9931-504BF0052042}" srcOrd="9" destOrd="0" presId="urn:microsoft.com/office/officeart/2009/3/layout/StepUpProcess"/>
    <dgm:cxn modelId="{EB623093-4ADB-4E83-A5DD-0D63F121FBEE}" type="presParOf" srcId="{428E0A3F-7583-427D-9931-504BF0052042}" destId="{390890B7-20D3-4017-961E-2290ED0E3898}" srcOrd="0" destOrd="0" presId="urn:microsoft.com/office/officeart/2009/3/layout/StepUpProcess"/>
    <dgm:cxn modelId="{5DD4241E-E4A9-4B47-9EC3-3AA5DC8FF57D}" type="presParOf" srcId="{17881F2F-C9C7-4FD8-BA31-17A79C4D8FB5}" destId="{1FDEDA9D-B8C7-4324-B113-C4F408C4BCEE}" srcOrd="10" destOrd="0" presId="urn:microsoft.com/office/officeart/2009/3/layout/StepUpProcess"/>
    <dgm:cxn modelId="{EB715192-1EC4-45D9-8423-1D4B0B94796B}" type="presParOf" srcId="{1FDEDA9D-B8C7-4324-B113-C4F408C4BCEE}" destId="{ADDCDC38-DF3F-4560-99DC-64A2B1F81885}" srcOrd="0" destOrd="0" presId="urn:microsoft.com/office/officeart/2009/3/layout/StepUpProcess"/>
    <dgm:cxn modelId="{7A0B3AC3-B8DC-4073-96E9-A7CAA804C4FA}" type="presParOf" srcId="{1FDEDA9D-B8C7-4324-B113-C4F408C4BCEE}" destId="{A85EDF5A-9BDA-4C1E-B3BF-F66A03F84891}" srcOrd="1" destOrd="0" presId="urn:microsoft.com/office/officeart/2009/3/layout/StepUpProcess"/>
    <dgm:cxn modelId="{45BD33EE-376B-4EF7-A8AB-ED23A3035072}" type="presParOf" srcId="{1FDEDA9D-B8C7-4324-B113-C4F408C4BCEE}" destId="{B9197CD2-C1CC-4C2D-B47C-F4697EF98D5A}" srcOrd="2" destOrd="0" presId="urn:microsoft.com/office/officeart/2009/3/layout/StepUpProcess"/>
    <dgm:cxn modelId="{13D30F4E-7F65-4F04-8176-60B481DBD11A}" type="presParOf" srcId="{17881F2F-C9C7-4FD8-BA31-17A79C4D8FB5}" destId="{A5A7EDE9-9017-40C8-959D-A58770BFA517}" srcOrd="11" destOrd="0" presId="urn:microsoft.com/office/officeart/2009/3/layout/StepUpProcess"/>
    <dgm:cxn modelId="{78756DAC-D315-46F8-9E35-C539539396D5}" type="presParOf" srcId="{A5A7EDE9-9017-40C8-959D-A58770BFA517}" destId="{666840CB-878C-42A8-BED4-8B5771FC6BE4}" srcOrd="0" destOrd="0" presId="urn:microsoft.com/office/officeart/2009/3/layout/StepUpProcess"/>
    <dgm:cxn modelId="{9A2F89CA-3154-4E92-8AC9-002146586B10}" type="presParOf" srcId="{17881F2F-C9C7-4FD8-BA31-17A79C4D8FB5}" destId="{A0ECAC3C-27BC-4734-903B-141EDCF46A46}" srcOrd="12" destOrd="0" presId="urn:microsoft.com/office/officeart/2009/3/layout/StepUpProcess"/>
    <dgm:cxn modelId="{1E296E1E-5D69-42C7-9950-A9E1E21DC0A9}" type="presParOf" srcId="{A0ECAC3C-27BC-4734-903B-141EDCF46A46}" destId="{B67BA80C-973E-437E-88B6-6C4B42B4EF1D}" srcOrd="0" destOrd="0" presId="urn:microsoft.com/office/officeart/2009/3/layout/StepUpProcess"/>
    <dgm:cxn modelId="{18C31297-328A-4D90-ACE5-14092EB3847E}" type="presParOf" srcId="{A0ECAC3C-27BC-4734-903B-141EDCF46A46}" destId="{337D3ECD-0020-4E7D-8EA3-B56963A1746F}" srcOrd="1" destOrd="0" presId="urn:microsoft.com/office/officeart/2009/3/layout/StepUpProcess"/>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组合 1"/>
      <dsp:cNvGrpSpPr/>
    </dsp:nvGrpSpPr>
    <dsp:grpSpPr>
      <a:xfrm>
        <a:off x="0" y="0"/>
        <a:ext cx="11210519" cy="3009221"/>
        <a:chOff x="0" y="0"/>
        <a:chExt cx="11210519" cy="3009221"/>
      </a:xfrm>
    </dsp:grpSpPr>
    <dsp:sp modelId="{DC532A79-C8C8-4DB3-BA5B-FACE246EBB26}">
      <dsp:nvSpPr>
        <dsp:cNvPr id="3" name="L 形 2"/>
        <dsp:cNvSpPr/>
      </dsp:nvSpPr>
      <dsp:spPr bwMode="white">
        <a:xfrm rot="5400000">
          <a:off x="1672464" y="1848322"/>
          <a:ext cx="644797" cy="1072928"/>
        </a:xfrm>
        <a:prstGeom prst="corner">
          <a:avLst>
            <a:gd name="adj1" fmla="val 16120"/>
            <a:gd name="adj2" fmla="val 16110"/>
          </a:avLst>
        </a:prstGeom>
        <a:solidFill>
          <a:schemeClr val="accent6"/>
        </a:solidFill>
      </dsp:spPr>
      <dsp:style>
        <a:lnRef idx="2">
          <a:schemeClr val="accent1"/>
        </a:lnRef>
        <a:fillRef idx="1">
          <a:schemeClr val="accent1"/>
        </a:fillRef>
        <a:effectRef idx="0">
          <a:scrgbClr r="0" g="0" b="0"/>
        </a:effectRef>
        <a:fontRef idx="minor">
          <a:schemeClr val="lt1"/>
        </a:fontRef>
      </dsp:style>
      <dsp:txXfrm rot="5400000">
        <a:off x="1672464" y="1848322"/>
        <a:ext cx="644797" cy="1072928"/>
      </dsp:txXfrm>
    </dsp:sp>
    <dsp:sp modelId="{720F9B21-EE11-43C6-B0C6-870E1B85D4F5}">
      <dsp:nvSpPr>
        <dsp:cNvPr id="4" name="矩形 3"/>
        <dsp:cNvSpPr/>
      </dsp:nvSpPr>
      <dsp:spPr bwMode="white">
        <a:xfrm>
          <a:off x="1616718" y="2160146"/>
          <a:ext cx="968646" cy="849075"/>
        </a:xfrm>
        <a:prstGeom prst="rect">
          <a:avLst/>
        </a:prstGeom>
      </dsp:spPr>
      <dsp:style>
        <a:lnRef idx="0">
          <a:schemeClr val="dk1">
            <a:alpha val="0"/>
          </a:schemeClr>
        </a:lnRef>
        <a:fillRef idx="0">
          <a:schemeClr val="lt1">
            <a:alpha val="0"/>
          </a:schemeClr>
        </a:fillRef>
        <a:effectRef idx="0">
          <a:scrgbClr r="0" g="0" b="0"/>
        </a:effectRef>
        <a:fontRef idx="minor"/>
      </dsp:style>
      <dsp:txBody>
        <a:bodyPr lIns="125730" tIns="125730" rIns="125730" bIns="125730" anchor="t"/>
        <a:lstStyle>
          <a:lvl1pPr algn="l">
            <a:defRPr sz="3300"/>
          </a:lvl1pPr>
          <a:lvl2pPr marL="228600" indent="-228600" algn="l">
            <a:defRPr sz="2600"/>
          </a:lvl2pPr>
          <a:lvl3pPr marL="457200" indent="-228600" algn="l">
            <a:defRPr sz="2600"/>
          </a:lvl3pPr>
          <a:lvl4pPr marL="685800" indent="-228600" algn="l">
            <a:defRPr sz="2600"/>
          </a:lvl4pPr>
          <a:lvl5pPr marL="914400" indent="-228600" algn="l">
            <a:defRPr sz="2600"/>
          </a:lvl5pPr>
          <a:lvl6pPr marL="1143000" indent="-228600" algn="l">
            <a:defRPr sz="2600"/>
          </a:lvl6pPr>
          <a:lvl7pPr marL="1371600" indent="-228600" algn="l">
            <a:defRPr sz="2600"/>
          </a:lvl7pPr>
          <a:lvl8pPr marL="1600200" indent="-228600" algn="l">
            <a:defRPr sz="2600"/>
          </a:lvl8pPr>
          <a:lvl9pPr marL="1828800" indent="-228600" algn="l">
            <a:defRPr sz="2600"/>
          </a:lvl9pPr>
        </a:lstStyle>
        <a:p>
          <a:pPr lvl="0">
            <a:lnSpc>
              <a:spcPct val="100000"/>
            </a:lnSpc>
            <a:spcBef>
              <a:spcPct val="0"/>
            </a:spcBef>
            <a:spcAft>
              <a:spcPct val="35000"/>
            </a:spcAft>
          </a:pPr>
          <a:endParaRPr lang="en-US" dirty="0">
            <a:solidFill>
              <a:schemeClr val="tx1"/>
            </a:solidFill>
          </a:endParaRPr>
        </a:p>
      </dsp:txBody>
      <dsp:txXfrm>
        <a:off x="1616718" y="2160146"/>
        <a:ext cx="968646" cy="849075"/>
      </dsp:txXfrm>
    </dsp:sp>
    <dsp:sp modelId="{4B7D8E57-51DB-46FC-9CCE-85666735F839}">
      <dsp:nvSpPr>
        <dsp:cNvPr id="5" name="等腰三角形 4"/>
        <dsp:cNvSpPr/>
      </dsp:nvSpPr>
      <dsp:spPr bwMode="white">
        <a:xfrm>
          <a:off x="2350709" y="1769332"/>
          <a:ext cx="182763" cy="182763"/>
        </a:xfrm>
        <a:prstGeom prst="triangle">
          <a:avLst>
            <a:gd name="adj" fmla="val 100000"/>
          </a:avLst>
        </a:prstGeom>
        <a:solidFill>
          <a:schemeClr val="accent6"/>
        </a:solidFill>
      </dsp:spPr>
      <dsp:style>
        <a:lnRef idx="2">
          <a:schemeClr val="accent1"/>
        </a:lnRef>
        <a:fillRef idx="1">
          <a:schemeClr val="accent1"/>
        </a:fillRef>
        <a:effectRef idx="0">
          <a:scrgbClr r="0" g="0" b="0"/>
        </a:effectRef>
        <a:fontRef idx="minor">
          <a:schemeClr val="lt1"/>
        </a:fontRef>
      </dsp:style>
      <dsp:txXfrm>
        <a:off x="2350709" y="1769332"/>
        <a:ext cx="182763" cy="182763"/>
      </dsp:txXfrm>
    </dsp:sp>
    <dsp:sp modelId="{A60B4193-E092-4DD4-815D-2C576ACF6041}">
      <dsp:nvSpPr>
        <dsp:cNvPr id="6" name="L 形 5"/>
        <dsp:cNvSpPr/>
      </dsp:nvSpPr>
      <dsp:spPr bwMode="white">
        <a:xfrm rot="5400000">
          <a:off x="2858276" y="1554891"/>
          <a:ext cx="644797" cy="1072928"/>
        </a:xfrm>
        <a:prstGeom prst="corner">
          <a:avLst>
            <a:gd name="adj1" fmla="val 16120"/>
            <a:gd name="adj2" fmla="val 16110"/>
          </a:avLst>
        </a:prstGeom>
        <a:solidFill>
          <a:schemeClr val="accent6"/>
        </a:solidFill>
      </dsp:spPr>
      <dsp:style>
        <a:lnRef idx="2">
          <a:schemeClr val="accent1"/>
        </a:lnRef>
        <a:fillRef idx="1">
          <a:schemeClr val="accent1"/>
        </a:fillRef>
        <a:effectRef idx="0">
          <a:scrgbClr r="0" g="0" b="0"/>
        </a:effectRef>
        <a:fontRef idx="minor">
          <a:schemeClr val="lt1"/>
        </a:fontRef>
      </dsp:style>
      <dsp:txXfrm rot="5400000">
        <a:off x="2858276" y="1554891"/>
        <a:ext cx="644797" cy="1072928"/>
      </dsp:txXfrm>
    </dsp:sp>
    <dsp:sp modelId="{1AA68FBF-E435-4BD2-85D7-3B13F504019E}">
      <dsp:nvSpPr>
        <dsp:cNvPr id="7" name="矩形 6"/>
        <dsp:cNvSpPr/>
      </dsp:nvSpPr>
      <dsp:spPr bwMode="white">
        <a:xfrm>
          <a:off x="2802530" y="1866716"/>
          <a:ext cx="968646" cy="849075"/>
        </a:xfrm>
        <a:prstGeom prst="rect">
          <a:avLst/>
        </a:prstGeom>
      </dsp:spPr>
      <dsp:style>
        <a:lnRef idx="0">
          <a:schemeClr val="dk1">
            <a:alpha val="0"/>
          </a:schemeClr>
        </a:lnRef>
        <a:fillRef idx="0">
          <a:schemeClr val="lt1">
            <a:alpha val="0"/>
          </a:schemeClr>
        </a:fillRef>
        <a:effectRef idx="0">
          <a:scrgbClr r="0" g="0" b="0"/>
        </a:effectRef>
        <a:fontRef idx="minor"/>
      </dsp:style>
      <dsp:txBody>
        <a:bodyPr lIns="125730" tIns="125730" rIns="125730" bIns="125730" anchor="t"/>
        <a:lstStyle>
          <a:lvl1pPr algn="l">
            <a:defRPr sz="3300"/>
          </a:lvl1pPr>
          <a:lvl2pPr marL="228600" indent="-228600" algn="l">
            <a:defRPr sz="2500"/>
          </a:lvl2pPr>
          <a:lvl3pPr marL="457200" indent="-228600" algn="l">
            <a:defRPr sz="2500"/>
          </a:lvl3pPr>
          <a:lvl4pPr marL="685800" indent="-228600" algn="l">
            <a:defRPr sz="2500"/>
          </a:lvl4pPr>
          <a:lvl5pPr marL="914400" indent="-228600" algn="l">
            <a:defRPr sz="2500"/>
          </a:lvl5pPr>
          <a:lvl6pPr marL="1143000" indent="-228600" algn="l">
            <a:defRPr sz="2500"/>
          </a:lvl6pPr>
          <a:lvl7pPr marL="1371600" indent="-228600" algn="l">
            <a:defRPr sz="2500"/>
          </a:lvl7pPr>
          <a:lvl8pPr marL="1600200" indent="-228600" algn="l">
            <a:defRPr sz="2500"/>
          </a:lvl8pPr>
          <a:lvl9pPr marL="1828800" indent="-228600" algn="l">
            <a:defRPr sz="2500"/>
          </a:lvl9pPr>
        </a:lstStyle>
        <a:p>
          <a:pPr lvl="0">
            <a:lnSpc>
              <a:spcPct val="100000"/>
            </a:lnSpc>
            <a:spcBef>
              <a:spcPct val="0"/>
            </a:spcBef>
            <a:spcAft>
              <a:spcPct val="35000"/>
            </a:spcAft>
          </a:pPr>
          <a:r>
            <a:rPr lang="en-US" dirty="0" smtClean="0">
              <a:solidFill>
                <a:schemeClr val="tx1"/>
              </a:solidFill>
            </a:rPr>
            <a:t>2</a:t>
          </a:r>
          <a:endParaRPr lang="en-US" dirty="0">
            <a:solidFill>
              <a:schemeClr val="tx1"/>
            </a:solidFill>
          </a:endParaRPr>
        </a:p>
      </dsp:txBody>
      <dsp:txXfrm>
        <a:off x="2802530" y="1866716"/>
        <a:ext cx="968646" cy="849075"/>
      </dsp:txXfrm>
    </dsp:sp>
    <dsp:sp modelId="{4F043767-222B-4B86-A471-7AFC8AB52D04}">
      <dsp:nvSpPr>
        <dsp:cNvPr id="8" name="等腰三角形 7"/>
        <dsp:cNvSpPr/>
      </dsp:nvSpPr>
      <dsp:spPr bwMode="white">
        <a:xfrm>
          <a:off x="3536520" y="1475902"/>
          <a:ext cx="182763" cy="182763"/>
        </a:xfrm>
        <a:prstGeom prst="triangle">
          <a:avLst>
            <a:gd name="adj" fmla="val 100000"/>
          </a:avLst>
        </a:prstGeom>
        <a:solidFill>
          <a:schemeClr val="accent6"/>
        </a:solidFill>
      </dsp:spPr>
      <dsp:style>
        <a:lnRef idx="2">
          <a:schemeClr val="accent1"/>
        </a:lnRef>
        <a:fillRef idx="1">
          <a:schemeClr val="accent1"/>
        </a:fillRef>
        <a:effectRef idx="0">
          <a:scrgbClr r="0" g="0" b="0"/>
        </a:effectRef>
        <a:fontRef idx="minor">
          <a:schemeClr val="lt1"/>
        </a:fontRef>
      </dsp:style>
      <dsp:txXfrm>
        <a:off x="3536520" y="1475902"/>
        <a:ext cx="182763" cy="182763"/>
      </dsp:txXfrm>
    </dsp:sp>
    <dsp:sp modelId="{72E053F4-D038-466C-9B54-09B481688F61}">
      <dsp:nvSpPr>
        <dsp:cNvPr id="9" name="L 形 8"/>
        <dsp:cNvSpPr/>
      </dsp:nvSpPr>
      <dsp:spPr bwMode="white">
        <a:xfrm rot="5400000">
          <a:off x="4095974" y="1252711"/>
          <a:ext cx="644797" cy="1072928"/>
        </a:xfrm>
        <a:prstGeom prst="corner">
          <a:avLst>
            <a:gd name="adj1" fmla="val 16120"/>
            <a:gd name="adj2" fmla="val 16110"/>
          </a:avLst>
        </a:prstGeom>
        <a:solidFill>
          <a:schemeClr val="bg2">
            <a:lumMod val="65000"/>
          </a:schemeClr>
        </a:solidFill>
        <a:ln>
          <a:noFill/>
        </a:ln>
      </dsp:spPr>
      <dsp:style>
        <a:lnRef idx="2">
          <a:schemeClr val="accent1"/>
        </a:lnRef>
        <a:fillRef idx="1">
          <a:schemeClr val="accent1"/>
        </a:fillRef>
        <a:effectRef idx="0">
          <a:scrgbClr r="0" g="0" b="0"/>
        </a:effectRef>
        <a:fontRef idx="minor">
          <a:schemeClr val="lt1"/>
        </a:fontRef>
      </dsp:style>
      <dsp:txXfrm rot="5400000">
        <a:off x="4095974" y="1252711"/>
        <a:ext cx="644797" cy="1072928"/>
      </dsp:txXfrm>
    </dsp:sp>
    <dsp:sp modelId="{17D55388-9AFF-4366-B1AB-626986F8FAAA}">
      <dsp:nvSpPr>
        <dsp:cNvPr id="10" name="矩形 9"/>
        <dsp:cNvSpPr/>
      </dsp:nvSpPr>
      <dsp:spPr bwMode="white">
        <a:xfrm>
          <a:off x="3988341" y="1573286"/>
          <a:ext cx="968646" cy="849075"/>
        </a:xfrm>
        <a:prstGeom prst="rect">
          <a:avLst/>
        </a:prstGeom>
      </dsp:spPr>
      <dsp:style>
        <a:lnRef idx="0">
          <a:schemeClr val="dk1">
            <a:alpha val="0"/>
          </a:schemeClr>
        </a:lnRef>
        <a:fillRef idx="0">
          <a:schemeClr val="lt1">
            <a:alpha val="0"/>
          </a:schemeClr>
        </a:fillRef>
        <a:effectRef idx="0">
          <a:scrgbClr r="0" g="0" b="0"/>
        </a:effectRef>
        <a:fontRef idx="minor"/>
      </dsp:style>
      <dsp:txBody>
        <a:bodyPr lIns="125730" tIns="125730" rIns="125730" bIns="125730" anchor="t"/>
        <a:lstStyle>
          <a:lvl1pPr algn="l">
            <a:defRPr sz="3300"/>
          </a:lvl1pPr>
          <a:lvl2pPr marL="228600" indent="-228600" algn="l">
            <a:defRPr sz="2500"/>
          </a:lvl2pPr>
          <a:lvl3pPr marL="457200" indent="-228600" algn="l">
            <a:defRPr sz="2500"/>
          </a:lvl3pPr>
          <a:lvl4pPr marL="685800" indent="-228600" algn="l">
            <a:defRPr sz="2500"/>
          </a:lvl4pPr>
          <a:lvl5pPr marL="914400" indent="-228600" algn="l">
            <a:defRPr sz="2500"/>
          </a:lvl5pPr>
          <a:lvl6pPr marL="1143000" indent="-228600" algn="l">
            <a:defRPr sz="2500"/>
          </a:lvl6pPr>
          <a:lvl7pPr marL="1371600" indent="-228600" algn="l">
            <a:defRPr sz="2500"/>
          </a:lvl7pPr>
          <a:lvl8pPr marL="1600200" indent="-228600" algn="l">
            <a:defRPr sz="2500"/>
          </a:lvl8pPr>
          <a:lvl9pPr marL="1828800" indent="-228600" algn="l">
            <a:defRPr sz="2500"/>
          </a:lvl9pPr>
        </a:lstStyle>
        <a:p>
          <a:pPr lvl="0">
            <a:lnSpc>
              <a:spcPct val="100000"/>
            </a:lnSpc>
            <a:spcBef>
              <a:spcPct val="0"/>
            </a:spcBef>
            <a:spcAft>
              <a:spcPct val="35000"/>
            </a:spcAft>
          </a:pPr>
          <a:r>
            <a:rPr lang="en-US" dirty="0" smtClean="0">
              <a:solidFill>
                <a:schemeClr val="tx1"/>
              </a:solidFill>
            </a:rPr>
            <a:t>3. </a:t>
          </a:r>
          <a:endParaRPr lang="en-US" dirty="0">
            <a:solidFill>
              <a:schemeClr val="tx1"/>
            </a:solidFill>
          </a:endParaRPr>
        </a:p>
      </dsp:txBody>
      <dsp:txXfrm>
        <a:off x="3988341" y="1573286"/>
        <a:ext cx="968646" cy="849075"/>
      </dsp:txXfrm>
    </dsp:sp>
    <dsp:sp modelId="{2D46EB54-6DDA-417A-B865-42CC3EB7D200}">
      <dsp:nvSpPr>
        <dsp:cNvPr id="11" name="等腰三角形 10"/>
        <dsp:cNvSpPr/>
      </dsp:nvSpPr>
      <dsp:spPr bwMode="white">
        <a:xfrm>
          <a:off x="4774224" y="1173721"/>
          <a:ext cx="182763" cy="182763"/>
        </a:xfrm>
        <a:prstGeom prst="triangle">
          <a:avLst>
            <a:gd name="adj" fmla="val 100000"/>
          </a:avLst>
        </a:prstGeom>
        <a:solidFill>
          <a:schemeClr val="bg2">
            <a:lumMod val="65000"/>
          </a:schemeClr>
        </a:solidFill>
        <a:ln>
          <a:noFill/>
        </a:ln>
      </dsp:spPr>
      <dsp:style>
        <a:lnRef idx="2">
          <a:schemeClr val="accent1"/>
        </a:lnRef>
        <a:fillRef idx="1">
          <a:schemeClr val="accent1"/>
        </a:fillRef>
        <a:effectRef idx="0">
          <a:scrgbClr r="0" g="0" b="0"/>
        </a:effectRef>
        <a:fontRef idx="minor">
          <a:schemeClr val="lt1"/>
        </a:fontRef>
      </dsp:style>
      <dsp:txXfrm>
        <a:off x="4774224" y="1173721"/>
        <a:ext cx="182763" cy="182763"/>
      </dsp:txXfrm>
    </dsp:sp>
    <dsp:sp modelId="{DDB251B4-8D76-4D37-A920-5FF71058D9C5}">
      <dsp:nvSpPr>
        <dsp:cNvPr id="12" name="L 形 11"/>
        <dsp:cNvSpPr/>
      </dsp:nvSpPr>
      <dsp:spPr bwMode="white">
        <a:xfrm rot="5400000">
          <a:off x="5281786" y="959281"/>
          <a:ext cx="644797" cy="1072928"/>
        </a:xfrm>
        <a:prstGeom prst="corner">
          <a:avLst>
            <a:gd name="adj1" fmla="val 16120"/>
            <a:gd name="adj2" fmla="val 16110"/>
          </a:avLst>
        </a:prstGeom>
        <a:solidFill>
          <a:schemeClr val="bg2">
            <a:lumMod val="65000"/>
          </a:schemeClr>
        </a:solidFill>
        <a:ln>
          <a:noFill/>
        </a:ln>
      </dsp:spPr>
      <dsp:style>
        <a:lnRef idx="2">
          <a:schemeClr val="accent1"/>
        </a:lnRef>
        <a:fillRef idx="1">
          <a:schemeClr val="accent1"/>
        </a:fillRef>
        <a:effectRef idx="0">
          <a:scrgbClr r="0" g="0" b="0"/>
        </a:effectRef>
        <a:fontRef idx="minor">
          <a:schemeClr val="lt1"/>
        </a:fontRef>
      </dsp:style>
      <dsp:txXfrm rot="5400000">
        <a:off x="5281786" y="959281"/>
        <a:ext cx="644797" cy="1072928"/>
      </dsp:txXfrm>
    </dsp:sp>
    <dsp:sp modelId="{578DFDDC-01D4-4D75-AEDE-98E01EE6D082}">
      <dsp:nvSpPr>
        <dsp:cNvPr id="13" name="矩形 12"/>
        <dsp:cNvSpPr/>
      </dsp:nvSpPr>
      <dsp:spPr bwMode="white">
        <a:xfrm>
          <a:off x="5174153" y="1279855"/>
          <a:ext cx="968646" cy="849075"/>
        </a:xfrm>
        <a:prstGeom prst="rect">
          <a:avLst/>
        </a:prstGeom>
      </dsp:spPr>
      <dsp:style>
        <a:lnRef idx="0">
          <a:schemeClr val="dk1">
            <a:alpha val="0"/>
          </a:schemeClr>
        </a:lnRef>
        <a:fillRef idx="0">
          <a:schemeClr val="lt1">
            <a:alpha val="0"/>
          </a:schemeClr>
        </a:fillRef>
        <a:effectRef idx="0">
          <a:scrgbClr r="0" g="0" b="0"/>
        </a:effectRef>
        <a:fontRef idx="minor"/>
      </dsp:style>
      <dsp:txBody>
        <a:bodyPr lIns="125730" tIns="125730" rIns="125730" bIns="125730" anchor="t"/>
        <a:lstStyle>
          <a:lvl1pPr algn="l">
            <a:defRPr sz="3300"/>
          </a:lvl1pPr>
          <a:lvl2pPr marL="228600" indent="-228600" algn="l">
            <a:defRPr sz="2500"/>
          </a:lvl2pPr>
          <a:lvl3pPr marL="457200" indent="-228600" algn="l">
            <a:defRPr sz="2500"/>
          </a:lvl3pPr>
          <a:lvl4pPr marL="685800" indent="-228600" algn="l">
            <a:defRPr sz="2500"/>
          </a:lvl4pPr>
          <a:lvl5pPr marL="914400" indent="-228600" algn="l">
            <a:defRPr sz="2500"/>
          </a:lvl5pPr>
          <a:lvl6pPr marL="1143000" indent="-228600" algn="l">
            <a:defRPr sz="2500"/>
          </a:lvl6pPr>
          <a:lvl7pPr marL="1371600" indent="-228600" algn="l">
            <a:defRPr sz="2500"/>
          </a:lvl7pPr>
          <a:lvl8pPr marL="1600200" indent="-228600" algn="l">
            <a:defRPr sz="2500"/>
          </a:lvl8pPr>
          <a:lvl9pPr marL="1828800" indent="-228600" algn="l">
            <a:defRPr sz="2500"/>
          </a:lvl9pPr>
        </a:lstStyle>
        <a:p>
          <a:pPr lvl="0">
            <a:lnSpc>
              <a:spcPct val="100000"/>
            </a:lnSpc>
            <a:spcBef>
              <a:spcPct val="0"/>
            </a:spcBef>
            <a:spcAft>
              <a:spcPct val="35000"/>
            </a:spcAft>
          </a:pPr>
          <a:r>
            <a:rPr lang="en-US" dirty="0" smtClean="0">
              <a:solidFill>
                <a:schemeClr val="tx1"/>
              </a:solidFill>
            </a:rPr>
            <a:t>4. </a:t>
          </a:r>
          <a:endParaRPr lang="en-US" dirty="0">
            <a:solidFill>
              <a:schemeClr val="tx1"/>
            </a:solidFill>
          </a:endParaRPr>
        </a:p>
      </dsp:txBody>
      <dsp:txXfrm>
        <a:off x="5174153" y="1279855"/>
        <a:ext cx="968646" cy="849075"/>
      </dsp:txXfrm>
    </dsp:sp>
    <dsp:sp modelId="{80E70305-6F00-41FA-B5DC-E0BBBD484D9D}">
      <dsp:nvSpPr>
        <dsp:cNvPr id="14" name="等腰三角形 13"/>
        <dsp:cNvSpPr/>
      </dsp:nvSpPr>
      <dsp:spPr bwMode="white">
        <a:xfrm>
          <a:off x="5960035" y="880291"/>
          <a:ext cx="182763" cy="182763"/>
        </a:xfrm>
        <a:prstGeom prst="triangle">
          <a:avLst>
            <a:gd name="adj" fmla="val 100000"/>
          </a:avLst>
        </a:prstGeom>
        <a:solidFill>
          <a:schemeClr val="bg2">
            <a:lumMod val="65000"/>
          </a:schemeClr>
        </a:solidFill>
        <a:ln>
          <a:noFill/>
        </a:ln>
      </dsp:spPr>
      <dsp:style>
        <a:lnRef idx="2">
          <a:schemeClr val="accent1"/>
        </a:lnRef>
        <a:fillRef idx="1">
          <a:schemeClr val="accent1"/>
        </a:fillRef>
        <a:effectRef idx="0">
          <a:scrgbClr r="0" g="0" b="0"/>
        </a:effectRef>
        <a:fontRef idx="minor">
          <a:schemeClr val="lt1"/>
        </a:fontRef>
      </dsp:style>
      <dsp:txXfrm>
        <a:off x="5960035" y="880291"/>
        <a:ext cx="182763" cy="182763"/>
      </dsp:txXfrm>
    </dsp:sp>
    <dsp:sp modelId="{0ADE1CE3-1D2B-454E-AD1D-50F328D02468}">
      <dsp:nvSpPr>
        <dsp:cNvPr id="15" name="L 形 14"/>
        <dsp:cNvSpPr/>
      </dsp:nvSpPr>
      <dsp:spPr bwMode="white">
        <a:xfrm rot="5400000">
          <a:off x="6467597" y="665851"/>
          <a:ext cx="644797" cy="1072928"/>
        </a:xfrm>
        <a:prstGeom prst="corner">
          <a:avLst>
            <a:gd name="adj1" fmla="val 16120"/>
            <a:gd name="adj2" fmla="val 16110"/>
          </a:avLst>
        </a:prstGeom>
        <a:solidFill>
          <a:schemeClr val="bg2">
            <a:lumMod val="65000"/>
          </a:schemeClr>
        </a:solidFill>
        <a:ln>
          <a:noFill/>
        </a:ln>
      </dsp:spPr>
      <dsp:style>
        <a:lnRef idx="2">
          <a:schemeClr val="accent1"/>
        </a:lnRef>
        <a:fillRef idx="1">
          <a:schemeClr val="accent1"/>
        </a:fillRef>
        <a:effectRef idx="0">
          <a:scrgbClr r="0" g="0" b="0"/>
        </a:effectRef>
        <a:fontRef idx="minor">
          <a:schemeClr val="lt1"/>
        </a:fontRef>
      </dsp:style>
      <dsp:txXfrm rot="5400000">
        <a:off x="6467597" y="665851"/>
        <a:ext cx="644797" cy="1072928"/>
      </dsp:txXfrm>
    </dsp:sp>
    <dsp:sp modelId="{89226440-C221-44F5-BD3A-6720C79F88E9}">
      <dsp:nvSpPr>
        <dsp:cNvPr id="16" name="矩形 15"/>
        <dsp:cNvSpPr/>
      </dsp:nvSpPr>
      <dsp:spPr bwMode="white">
        <a:xfrm>
          <a:off x="6359965" y="986425"/>
          <a:ext cx="968646" cy="849075"/>
        </a:xfrm>
        <a:prstGeom prst="rect">
          <a:avLst/>
        </a:prstGeom>
      </dsp:spPr>
      <dsp:style>
        <a:lnRef idx="0">
          <a:schemeClr val="dk1">
            <a:alpha val="0"/>
          </a:schemeClr>
        </a:lnRef>
        <a:fillRef idx="0">
          <a:schemeClr val="lt1">
            <a:alpha val="0"/>
          </a:schemeClr>
        </a:fillRef>
        <a:effectRef idx="0">
          <a:scrgbClr r="0" g="0" b="0"/>
        </a:effectRef>
        <a:fontRef idx="minor"/>
      </dsp:style>
      <dsp:txBody>
        <a:bodyPr lIns="125730" tIns="125730" rIns="125730" bIns="125730" anchor="t"/>
        <a:lstStyle>
          <a:lvl1pPr algn="l">
            <a:defRPr sz="3300"/>
          </a:lvl1pPr>
          <a:lvl2pPr marL="228600" indent="-228600" algn="l">
            <a:defRPr sz="2500"/>
          </a:lvl2pPr>
          <a:lvl3pPr marL="457200" indent="-228600" algn="l">
            <a:defRPr sz="2500"/>
          </a:lvl3pPr>
          <a:lvl4pPr marL="685800" indent="-228600" algn="l">
            <a:defRPr sz="2500"/>
          </a:lvl4pPr>
          <a:lvl5pPr marL="914400" indent="-228600" algn="l">
            <a:defRPr sz="2500"/>
          </a:lvl5pPr>
          <a:lvl6pPr marL="1143000" indent="-228600" algn="l">
            <a:defRPr sz="2500"/>
          </a:lvl6pPr>
          <a:lvl7pPr marL="1371600" indent="-228600" algn="l">
            <a:defRPr sz="2500"/>
          </a:lvl7pPr>
          <a:lvl8pPr marL="1600200" indent="-228600" algn="l">
            <a:defRPr sz="2500"/>
          </a:lvl8pPr>
          <a:lvl9pPr marL="1828800" indent="-228600" algn="l">
            <a:defRPr sz="2500"/>
          </a:lvl9pPr>
        </a:lstStyle>
        <a:p>
          <a:pPr lvl="0">
            <a:lnSpc>
              <a:spcPct val="100000"/>
            </a:lnSpc>
            <a:spcBef>
              <a:spcPct val="0"/>
            </a:spcBef>
            <a:spcAft>
              <a:spcPct val="35000"/>
            </a:spcAft>
          </a:pPr>
          <a:r>
            <a:rPr lang="en-US" dirty="0" smtClean="0">
              <a:solidFill>
                <a:schemeClr val="tx1"/>
              </a:solidFill>
            </a:rPr>
            <a:t>5. </a:t>
          </a:r>
          <a:endParaRPr lang="en-US" dirty="0">
            <a:solidFill>
              <a:schemeClr val="tx1"/>
            </a:solidFill>
          </a:endParaRPr>
        </a:p>
      </dsp:txBody>
      <dsp:txXfrm>
        <a:off x="6359965" y="986425"/>
        <a:ext cx="968646" cy="849075"/>
      </dsp:txXfrm>
    </dsp:sp>
    <dsp:sp modelId="{F1BA3B12-8BE1-44EA-9DF2-B97EF91D4DBD}">
      <dsp:nvSpPr>
        <dsp:cNvPr id="17" name="等腰三角形 16"/>
        <dsp:cNvSpPr/>
      </dsp:nvSpPr>
      <dsp:spPr bwMode="white">
        <a:xfrm>
          <a:off x="7145847" y="586861"/>
          <a:ext cx="182763" cy="182763"/>
        </a:xfrm>
        <a:prstGeom prst="triangle">
          <a:avLst>
            <a:gd name="adj" fmla="val 100000"/>
          </a:avLst>
        </a:prstGeom>
        <a:solidFill>
          <a:schemeClr val="bg2">
            <a:lumMod val="65000"/>
          </a:schemeClr>
        </a:solidFill>
        <a:ln>
          <a:noFill/>
        </a:ln>
      </dsp:spPr>
      <dsp:style>
        <a:lnRef idx="2">
          <a:schemeClr val="accent1"/>
        </a:lnRef>
        <a:fillRef idx="1">
          <a:schemeClr val="accent1"/>
        </a:fillRef>
        <a:effectRef idx="0">
          <a:scrgbClr r="0" g="0" b="0"/>
        </a:effectRef>
        <a:fontRef idx="minor">
          <a:schemeClr val="lt1"/>
        </a:fontRef>
      </dsp:style>
      <dsp:txXfrm>
        <a:off x="7145847" y="586861"/>
        <a:ext cx="182763" cy="182763"/>
      </dsp:txXfrm>
    </dsp:sp>
    <dsp:sp modelId="{ADDCDC38-DF3F-4560-99DC-64A2B1F81885}">
      <dsp:nvSpPr>
        <dsp:cNvPr id="18" name="L 形 17"/>
        <dsp:cNvSpPr/>
      </dsp:nvSpPr>
      <dsp:spPr bwMode="white">
        <a:xfrm rot="5400000">
          <a:off x="7653409" y="372420"/>
          <a:ext cx="644797" cy="1072928"/>
        </a:xfrm>
        <a:prstGeom prst="corner">
          <a:avLst>
            <a:gd name="adj1" fmla="val 16120"/>
            <a:gd name="adj2" fmla="val 16110"/>
          </a:avLst>
        </a:prstGeom>
        <a:solidFill>
          <a:schemeClr val="bg2">
            <a:lumMod val="65000"/>
          </a:schemeClr>
        </a:solidFill>
        <a:ln>
          <a:noFill/>
        </a:ln>
      </dsp:spPr>
      <dsp:style>
        <a:lnRef idx="2">
          <a:schemeClr val="accent1"/>
        </a:lnRef>
        <a:fillRef idx="1">
          <a:schemeClr val="accent1"/>
        </a:fillRef>
        <a:effectRef idx="0">
          <a:scrgbClr r="0" g="0" b="0"/>
        </a:effectRef>
        <a:fontRef idx="minor">
          <a:schemeClr val="lt1"/>
        </a:fontRef>
      </dsp:style>
      <dsp:txXfrm rot="5400000">
        <a:off x="7653409" y="372420"/>
        <a:ext cx="644797" cy="1072928"/>
      </dsp:txXfrm>
    </dsp:sp>
    <dsp:sp modelId="{A85EDF5A-9BDA-4C1E-B3BF-F66A03F84891}">
      <dsp:nvSpPr>
        <dsp:cNvPr id="19" name="矩形 18"/>
        <dsp:cNvSpPr/>
      </dsp:nvSpPr>
      <dsp:spPr bwMode="white">
        <a:xfrm>
          <a:off x="7545776" y="692995"/>
          <a:ext cx="968646" cy="849075"/>
        </a:xfrm>
        <a:prstGeom prst="rect">
          <a:avLst/>
        </a:prstGeom>
      </dsp:spPr>
      <dsp:style>
        <a:lnRef idx="0">
          <a:schemeClr val="dk1">
            <a:alpha val="0"/>
          </a:schemeClr>
        </a:lnRef>
        <a:fillRef idx="0">
          <a:schemeClr val="lt1">
            <a:alpha val="0"/>
          </a:schemeClr>
        </a:fillRef>
        <a:effectRef idx="0">
          <a:scrgbClr r="0" g="0" b="0"/>
        </a:effectRef>
        <a:fontRef idx="minor"/>
      </dsp:style>
      <dsp:txBody>
        <a:bodyPr lIns="125730" tIns="125730" rIns="125730" bIns="125730" anchor="t"/>
        <a:lstStyle>
          <a:lvl1pPr algn="l">
            <a:defRPr sz="3300"/>
          </a:lvl1pPr>
          <a:lvl2pPr marL="228600" indent="-228600" algn="l">
            <a:defRPr sz="2500"/>
          </a:lvl2pPr>
          <a:lvl3pPr marL="457200" indent="-228600" algn="l">
            <a:defRPr sz="2500"/>
          </a:lvl3pPr>
          <a:lvl4pPr marL="685800" indent="-228600" algn="l">
            <a:defRPr sz="2500"/>
          </a:lvl4pPr>
          <a:lvl5pPr marL="914400" indent="-228600" algn="l">
            <a:defRPr sz="2500"/>
          </a:lvl5pPr>
          <a:lvl6pPr marL="1143000" indent="-228600" algn="l">
            <a:defRPr sz="2500"/>
          </a:lvl6pPr>
          <a:lvl7pPr marL="1371600" indent="-228600" algn="l">
            <a:defRPr sz="2500"/>
          </a:lvl7pPr>
          <a:lvl8pPr marL="1600200" indent="-228600" algn="l">
            <a:defRPr sz="2500"/>
          </a:lvl8pPr>
          <a:lvl9pPr marL="1828800" indent="-228600" algn="l">
            <a:defRPr sz="2500"/>
          </a:lvl9pPr>
        </a:lstStyle>
        <a:p>
          <a:pPr lvl="0">
            <a:lnSpc>
              <a:spcPct val="100000"/>
            </a:lnSpc>
            <a:spcBef>
              <a:spcPct val="0"/>
            </a:spcBef>
            <a:spcAft>
              <a:spcPct val="35000"/>
            </a:spcAft>
          </a:pPr>
          <a:r>
            <a:rPr lang="en-US" dirty="0" smtClean="0">
              <a:solidFill>
                <a:schemeClr val="tx1"/>
              </a:solidFill>
            </a:rPr>
            <a:t>6. </a:t>
          </a:r>
          <a:endParaRPr lang="en-US" dirty="0">
            <a:solidFill>
              <a:schemeClr val="tx1"/>
            </a:solidFill>
          </a:endParaRPr>
        </a:p>
      </dsp:txBody>
      <dsp:txXfrm>
        <a:off x="7545776" y="692995"/>
        <a:ext cx="968646" cy="849075"/>
      </dsp:txXfrm>
    </dsp:sp>
    <dsp:sp modelId="{B9197CD2-C1CC-4C2D-B47C-F4697EF98D5A}">
      <dsp:nvSpPr>
        <dsp:cNvPr id="20" name="等腰三角形 19"/>
        <dsp:cNvSpPr/>
      </dsp:nvSpPr>
      <dsp:spPr bwMode="white">
        <a:xfrm>
          <a:off x="8331659" y="293430"/>
          <a:ext cx="182763" cy="182763"/>
        </a:xfrm>
        <a:prstGeom prst="triangle">
          <a:avLst>
            <a:gd name="adj" fmla="val 100000"/>
          </a:avLst>
        </a:prstGeom>
        <a:solidFill>
          <a:schemeClr val="bg2">
            <a:lumMod val="65000"/>
          </a:schemeClr>
        </a:solidFill>
        <a:ln>
          <a:noFill/>
        </a:ln>
      </dsp:spPr>
      <dsp:style>
        <a:lnRef idx="2">
          <a:schemeClr val="accent1"/>
        </a:lnRef>
        <a:fillRef idx="1">
          <a:schemeClr val="accent1"/>
        </a:fillRef>
        <a:effectRef idx="0">
          <a:scrgbClr r="0" g="0" b="0"/>
        </a:effectRef>
        <a:fontRef idx="minor">
          <a:schemeClr val="lt1"/>
        </a:fontRef>
      </dsp:style>
      <dsp:txXfrm>
        <a:off x="8331659" y="293430"/>
        <a:ext cx="182763" cy="182763"/>
      </dsp:txXfrm>
    </dsp:sp>
    <dsp:sp modelId="{B67BA80C-973E-437E-88B6-6C4B42B4EF1D}">
      <dsp:nvSpPr>
        <dsp:cNvPr id="21" name="L 形 20"/>
        <dsp:cNvSpPr/>
      </dsp:nvSpPr>
      <dsp:spPr bwMode="white">
        <a:xfrm rot="5400000">
          <a:off x="8839221" y="78990"/>
          <a:ext cx="644797" cy="1072928"/>
        </a:xfrm>
        <a:prstGeom prst="corner">
          <a:avLst>
            <a:gd name="adj1" fmla="val 16120"/>
            <a:gd name="adj2" fmla="val 16110"/>
          </a:avLst>
        </a:prstGeom>
        <a:solidFill>
          <a:schemeClr val="bg2">
            <a:lumMod val="65000"/>
          </a:schemeClr>
        </a:solidFill>
        <a:ln>
          <a:noFill/>
        </a:ln>
      </dsp:spPr>
      <dsp:style>
        <a:lnRef idx="2">
          <a:schemeClr val="accent1"/>
        </a:lnRef>
        <a:fillRef idx="1">
          <a:schemeClr val="accent1"/>
        </a:fillRef>
        <a:effectRef idx="0">
          <a:scrgbClr r="0" g="0" b="0"/>
        </a:effectRef>
        <a:fontRef idx="minor">
          <a:schemeClr val="lt1"/>
        </a:fontRef>
      </dsp:style>
      <dsp:txXfrm rot="5400000">
        <a:off x="8839221" y="78990"/>
        <a:ext cx="644797" cy="1072928"/>
      </dsp:txXfrm>
    </dsp:sp>
    <dsp:sp modelId="{337D3ECD-0020-4E7D-8EA3-B56963A1746F}">
      <dsp:nvSpPr>
        <dsp:cNvPr id="22" name="矩形 21"/>
        <dsp:cNvSpPr/>
      </dsp:nvSpPr>
      <dsp:spPr bwMode="white">
        <a:xfrm>
          <a:off x="8731588" y="399565"/>
          <a:ext cx="968646" cy="849075"/>
        </a:xfrm>
        <a:prstGeom prst="rect">
          <a:avLst/>
        </a:prstGeom>
      </dsp:spPr>
      <dsp:style>
        <a:lnRef idx="0">
          <a:schemeClr val="dk1">
            <a:alpha val="0"/>
          </a:schemeClr>
        </a:lnRef>
        <a:fillRef idx="0">
          <a:schemeClr val="lt1">
            <a:alpha val="0"/>
          </a:schemeClr>
        </a:fillRef>
        <a:effectRef idx="0">
          <a:scrgbClr r="0" g="0" b="0"/>
        </a:effectRef>
        <a:fontRef idx="minor"/>
      </dsp:style>
      <dsp:txBody>
        <a:bodyPr lIns="125730" tIns="125730" rIns="125730" bIns="125730" anchor="t"/>
        <a:lstStyle>
          <a:lvl1pPr algn="l">
            <a:defRPr sz="3300"/>
          </a:lvl1pPr>
          <a:lvl2pPr marL="228600" indent="-228600" algn="l">
            <a:defRPr sz="2500"/>
          </a:lvl2pPr>
          <a:lvl3pPr marL="457200" indent="-228600" algn="l">
            <a:defRPr sz="2500"/>
          </a:lvl3pPr>
          <a:lvl4pPr marL="685800" indent="-228600" algn="l">
            <a:defRPr sz="2500"/>
          </a:lvl4pPr>
          <a:lvl5pPr marL="914400" indent="-228600" algn="l">
            <a:defRPr sz="2500"/>
          </a:lvl5pPr>
          <a:lvl6pPr marL="1143000" indent="-228600" algn="l">
            <a:defRPr sz="2500"/>
          </a:lvl6pPr>
          <a:lvl7pPr marL="1371600" indent="-228600" algn="l">
            <a:defRPr sz="2500"/>
          </a:lvl7pPr>
          <a:lvl8pPr marL="1600200" indent="-228600" algn="l">
            <a:defRPr sz="2500"/>
          </a:lvl8pPr>
          <a:lvl9pPr marL="1828800" indent="-228600" algn="l">
            <a:defRPr sz="2500"/>
          </a:lvl9pPr>
        </a:lstStyle>
        <a:p>
          <a:pPr lvl="0">
            <a:lnSpc>
              <a:spcPct val="100000"/>
            </a:lnSpc>
            <a:spcBef>
              <a:spcPct val="0"/>
            </a:spcBef>
            <a:spcAft>
              <a:spcPct val="35000"/>
            </a:spcAft>
          </a:pPr>
          <a:r>
            <a:rPr lang="en-US" dirty="0" smtClean="0">
              <a:solidFill>
                <a:schemeClr val="tx1"/>
              </a:solidFill>
            </a:rPr>
            <a:t>7. </a:t>
          </a:r>
          <a:endParaRPr lang="en-US" dirty="0">
            <a:solidFill>
              <a:schemeClr val="tx1"/>
            </a:solidFill>
          </a:endParaRPr>
        </a:p>
      </dsp:txBody>
      <dsp:txXfrm>
        <a:off x="8731588" y="399565"/>
        <a:ext cx="968646" cy="849075"/>
      </dsp:txXfrm>
    </dsp:sp>
  </dsp:spTree>
</dsp:drawing>
</file>

<file path=ppt/diagrams/layout1.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bkpt" val="fixed"/>
          <dgm:param type="bkPtFixedVal" val="1"/>
          <dgm:param type="off" val="off"/>
          <dgm:param type="grDir" val="bL"/>
          <dgm:param type="flowDir" val="row"/>
        </dgm:alg>
      </dgm:if>
      <dgm:else name="Name2">
        <dgm:alg type="snake">
          <dgm:param type="bkpt" val="fixed"/>
          <dgm:param type="bkPtFixedVal" val="1"/>
          <dgm:param type="off" val="off"/>
          <dgm:param type="grDir" val="bR"/>
          <dgm:param type="flowDir" val="row"/>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type="corner" r:blip="" rot="90">
                <dgm:adjLst>
                  <dgm:adj idx="1" val="0.1612"/>
                  <dgm:adj idx="2" val="0.1611"/>
                </dgm:adjLst>
              </dgm:shape>
            </dgm:if>
            <dgm:else name="Name8">
              <dgm:shape xmlns:r="http://schemas.openxmlformats.org/officeDocument/2006/relationships" type="corner" r:blip="" rot="180">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type="triangle" r:blip="" rot="90">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drawings/drawing1.xml><?xml version="1.0" encoding="utf-8"?>
<c:userShapes xmlns:c="http://schemas.openxmlformats.org/drawingml/2006/chart">
  <cdr:relSizeAnchor xmlns:cdr="http://schemas.openxmlformats.org/drawingml/2006/chartDrawing">
    <cdr:from>
      <cdr:x>0.16899</cdr:x>
      <cdr:y>0.56549</cdr:y>
    </cdr:from>
    <cdr:to>
      <cdr:x>0.26314</cdr:x>
      <cdr:y>0.56549</cdr:y>
    </cdr:to>
    <cdr:sp>
      <cdr:nvSpPr>
        <cdr:cNvPr id="2" name="直接连接符 1"/>
        <cdr:cNvSpPr/>
      </cdr:nvSpPr>
      <cdr:spPr xmlns:a="http://schemas.openxmlformats.org/drawingml/2006/main">
        <a:xfrm xmlns:a="http://schemas.openxmlformats.org/drawingml/2006/main">
          <a:off x="1615398" y="2543243"/>
          <a:ext cx="900000" cy="0"/>
        </a:xfrm>
        <a:prstGeom xmlns:a="http://schemas.openxmlformats.org/drawingml/2006/main" prst="line">
          <a:avLst/>
        </a:prstGeom>
        <a:noFill/>
        <a:ln w="6350">
          <a:solidFill>
            <a:schemeClr val="accent1"/>
          </a:solidFill>
          <a:round/>
        </a:ln>
      </cdr:spPr>
    </cdr:sp>
  </cdr:relSizeAnchor>
  <cdr:relSizeAnchor xmlns:cdr="http://schemas.openxmlformats.org/drawingml/2006/chartDrawing">
    <cdr:from>
      <cdr:x>0.56296</cdr:x>
      <cdr:y>0.23375</cdr:y>
    </cdr:from>
    <cdr:to>
      <cdr:x>0.65296</cdr:x>
      <cdr:y>0.23375</cdr:y>
    </cdr:to>
    <cdr:sp>
      <cdr:nvSpPr>
        <cdr:cNvPr id="3" name="直接连接符 2"/>
        <cdr:cNvSpPr/>
      </cdr:nvSpPr>
      <cdr:spPr xmlns:a="http://schemas.openxmlformats.org/drawingml/2006/main">
        <a:xfrm xmlns:a="http://schemas.openxmlformats.org/drawingml/2006/main">
          <a:off x="5381492" y="1051264"/>
          <a:ext cx="860332" cy="0"/>
        </a:xfrm>
        <a:prstGeom xmlns:a="http://schemas.openxmlformats.org/drawingml/2006/main" prst="line">
          <a:avLst/>
        </a:prstGeom>
        <a:noFill/>
        <a:ln w="6350">
          <a:solidFill>
            <a:schemeClr val="accent1"/>
          </a:solidFill>
          <a:round/>
        </a:ln>
      </cdr:spPr>
    </cdr:sp>
  </cdr:relSizeAnchor>
  <cdr:relSizeAnchor xmlns:cdr="http://schemas.openxmlformats.org/drawingml/2006/chartDrawing">
    <cdr:from>
      <cdr:x>0.75002</cdr:x>
      <cdr:y>0.16924</cdr:y>
    </cdr:from>
    <cdr:to>
      <cdr:x>0.84602</cdr:x>
      <cdr:y>0.16924</cdr:y>
    </cdr:to>
    <cdr:sp>
      <cdr:nvSpPr>
        <cdr:cNvPr id="4" name="直接连接符 3"/>
        <cdr:cNvSpPr/>
      </cdr:nvSpPr>
      <cdr:spPr xmlns:a="http://schemas.openxmlformats.org/drawingml/2006/main">
        <a:xfrm xmlns:a="http://schemas.openxmlformats.org/drawingml/2006/main">
          <a:off x="7169673" y="761127"/>
          <a:ext cx="917688" cy="0"/>
        </a:xfrm>
        <a:prstGeom xmlns:a="http://schemas.openxmlformats.org/drawingml/2006/main" prst="line">
          <a:avLst/>
        </a:prstGeom>
        <a:noFill/>
        <a:ln w="6350">
          <a:solidFill>
            <a:schemeClr val="accent1"/>
          </a:solidFill>
          <a:round/>
        </a:ln>
      </cdr:spPr>
    </cdr:sp>
  </cdr:relSizeAnchor>
  <cdr:relSizeAnchor xmlns:cdr="http://schemas.openxmlformats.org/drawingml/2006/chartDrawing">
    <cdr:from>
      <cdr:x>0.36811</cdr:x>
      <cdr:y>0.3665</cdr:y>
    </cdr:from>
    <cdr:to>
      <cdr:x>0.45849</cdr:x>
      <cdr:y>0.3665</cdr:y>
    </cdr:to>
    <cdr:sp>
      <cdr:nvSpPr>
        <cdr:cNvPr id="5" name="直接连接符 4"/>
        <cdr:cNvSpPr/>
      </cdr:nvSpPr>
      <cdr:spPr xmlns:a="http://schemas.openxmlformats.org/drawingml/2006/main">
        <a:xfrm xmlns:a="http://schemas.openxmlformats.org/drawingml/2006/main">
          <a:off x="3518818" y="1648293"/>
          <a:ext cx="864000" cy="0"/>
        </a:xfrm>
        <a:prstGeom xmlns:a="http://schemas.openxmlformats.org/drawingml/2006/main" prst="line">
          <a:avLst/>
        </a:prstGeom>
        <a:noFill/>
        <a:ln w="6350">
          <a:solidFill>
            <a:schemeClr val="accent1"/>
          </a:solidFill>
          <a:round/>
        </a:ln>
      </cdr:spPr>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911263" cy="492760"/>
          </a:xfrm>
          <a:prstGeom prst="rect">
            <a:avLst/>
          </a:prstGeom>
        </p:spPr>
        <p:txBody>
          <a:bodyPr vert="horz" lIns="90471" tIns="45235" rIns="90471" bIns="45235" rtlCol="0"/>
          <a:lstStyle>
            <a:lvl1pPr algn="l">
              <a:defRPr sz="1200"/>
            </a:lvl1pPr>
          </a:lstStyle>
          <a:p>
            <a:endParaRPr lang="en-GB"/>
          </a:p>
        </p:txBody>
      </p:sp>
      <p:sp>
        <p:nvSpPr>
          <p:cNvPr id="3" name="Date Placeholder 2"/>
          <p:cNvSpPr>
            <a:spLocks noGrp="1"/>
          </p:cNvSpPr>
          <p:nvPr>
            <p:ph type="dt" sz="quarter" idx="1"/>
          </p:nvPr>
        </p:nvSpPr>
        <p:spPr>
          <a:xfrm>
            <a:off x="3805483" y="0"/>
            <a:ext cx="2911263" cy="492760"/>
          </a:xfrm>
          <a:prstGeom prst="rect">
            <a:avLst/>
          </a:prstGeom>
        </p:spPr>
        <p:txBody>
          <a:bodyPr vert="horz" lIns="90471" tIns="45235" rIns="90471" bIns="45235" rtlCol="0"/>
          <a:lstStyle>
            <a:lvl1pPr algn="r">
              <a:defRPr sz="1200"/>
            </a:lvl1pPr>
          </a:lstStyle>
          <a:p>
            <a:fld id="{E0E5718D-064E-42C1-91CB-2226096DD678}" type="datetimeFigureOut">
              <a:rPr lang="en-GB" smtClean="0"/>
            </a:fld>
            <a:endParaRPr lang="en-GB"/>
          </a:p>
        </p:txBody>
      </p:sp>
      <p:sp>
        <p:nvSpPr>
          <p:cNvPr id="4" name="Footer Placeholder 3"/>
          <p:cNvSpPr>
            <a:spLocks noGrp="1"/>
          </p:cNvSpPr>
          <p:nvPr>
            <p:ph type="ftr" sz="quarter" idx="2"/>
          </p:nvPr>
        </p:nvSpPr>
        <p:spPr>
          <a:xfrm>
            <a:off x="1" y="9360730"/>
            <a:ext cx="2911263" cy="492760"/>
          </a:xfrm>
          <a:prstGeom prst="rect">
            <a:avLst/>
          </a:prstGeom>
        </p:spPr>
        <p:txBody>
          <a:bodyPr vert="horz" lIns="90471" tIns="45235" rIns="90471" bIns="45235" rtlCol="0" anchor="b"/>
          <a:lstStyle>
            <a:lvl1pPr algn="l">
              <a:defRPr sz="1200"/>
            </a:lvl1pPr>
          </a:lstStyle>
          <a:p>
            <a:endParaRPr lang="en-GB"/>
          </a:p>
        </p:txBody>
      </p:sp>
      <p:sp>
        <p:nvSpPr>
          <p:cNvPr id="5" name="Slide Number Placeholder 4"/>
          <p:cNvSpPr>
            <a:spLocks noGrp="1"/>
          </p:cNvSpPr>
          <p:nvPr>
            <p:ph type="sldNum" sz="quarter" idx="3"/>
          </p:nvPr>
        </p:nvSpPr>
        <p:spPr>
          <a:xfrm>
            <a:off x="3805483" y="9360730"/>
            <a:ext cx="2911263" cy="492760"/>
          </a:xfrm>
          <a:prstGeom prst="rect">
            <a:avLst/>
          </a:prstGeom>
        </p:spPr>
        <p:txBody>
          <a:bodyPr vert="horz" lIns="90471" tIns="45235" rIns="90471" bIns="45235" rtlCol="0" anchor="b"/>
          <a:lstStyle>
            <a:lvl1pPr algn="r">
              <a:defRPr sz="1200"/>
            </a:lvl1pPr>
          </a:lstStyle>
          <a:p>
            <a:fld id="{2995C830-A674-400F-82FB-0D3756ACD8F1}" type="slidenum">
              <a:rPr lang="en-GB" smtClean="0"/>
            </a:fld>
            <a:endParaRPr lang="en-GB"/>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911263" cy="492760"/>
          </a:xfrm>
          <a:prstGeom prst="rect">
            <a:avLst/>
          </a:prstGeom>
        </p:spPr>
        <p:txBody>
          <a:bodyPr vert="horz" lIns="90471" tIns="45235" rIns="90471" bIns="45235" rtlCol="0"/>
          <a:lstStyle>
            <a:lvl1pPr algn="l">
              <a:defRPr sz="1200"/>
            </a:lvl1pPr>
          </a:lstStyle>
          <a:p>
            <a:endParaRPr lang="en-GB"/>
          </a:p>
        </p:txBody>
      </p:sp>
      <p:sp>
        <p:nvSpPr>
          <p:cNvPr id="3" name="Date Placeholder 2"/>
          <p:cNvSpPr>
            <a:spLocks noGrp="1"/>
          </p:cNvSpPr>
          <p:nvPr>
            <p:ph type="dt" idx="1"/>
          </p:nvPr>
        </p:nvSpPr>
        <p:spPr>
          <a:xfrm>
            <a:off x="3805483" y="0"/>
            <a:ext cx="2911263" cy="492760"/>
          </a:xfrm>
          <a:prstGeom prst="rect">
            <a:avLst/>
          </a:prstGeom>
        </p:spPr>
        <p:txBody>
          <a:bodyPr vert="horz" lIns="90471" tIns="45235" rIns="90471" bIns="45235" rtlCol="0"/>
          <a:lstStyle>
            <a:lvl1pPr algn="r">
              <a:defRPr sz="1200"/>
            </a:lvl1pPr>
          </a:lstStyle>
          <a:p>
            <a:fld id="{416B9FA3-0B3D-4699-8696-1174BE157FCC}" type="datetimeFigureOut">
              <a:rPr lang="en-GB" smtClean="0"/>
            </a:fld>
            <a:endParaRPr lang="en-GB"/>
          </a:p>
        </p:txBody>
      </p:sp>
      <p:sp>
        <p:nvSpPr>
          <p:cNvPr id="4" name="Slide Image Placeholder 3"/>
          <p:cNvSpPr>
            <a:spLocks noGrp="1" noRot="1" noChangeAspect="1"/>
          </p:cNvSpPr>
          <p:nvPr>
            <p:ph type="sldImg" idx="2"/>
          </p:nvPr>
        </p:nvSpPr>
        <p:spPr>
          <a:xfrm>
            <a:off x="74083" y="739775"/>
            <a:ext cx="6570133" cy="3695700"/>
          </a:xfrm>
          <a:prstGeom prst="rect">
            <a:avLst/>
          </a:prstGeom>
          <a:noFill/>
          <a:ln w="12700">
            <a:solidFill>
              <a:prstClr val="black"/>
            </a:solidFill>
          </a:ln>
        </p:spPr>
        <p:txBody>
          <a:bodyPr vert="horz" lIns="90471" tIns="45235" rIns="90471" bIns="45235" rtlCol="0" anchor="ctr"/>
          <a:lstStyle/>
          <a:p>
            <a:endParaRPr lang="en-GB"/>
          </a:p>
        </p:txBody>
      </p:sp>
      <p:sp>
        <p:nvSpPr>
          <p:cNvPr id="5" name="Notes Placeholder 4"/>
          <p:cNvSpPr>
            <a:spLocks noGrp="1"/>
          </p:cNvSpPr>
          <p:nvPr>
            <p:ph type="body" sz="quarter" idx="3"/>
          </p:nvPr>
        </p:nvSpPr>
        <p:spPr>
          <a:xfrm>
            <a:off x="671830" y="4681221"/>
            <a:ext cx="5374640" cy="4434840"/>
          </a:xfrm>
          <a:prstGeom prst="rect">
            <a:avLst/>
          </a:prstGeom>
        </p:spPr>
        <p:txBody>
          <a:bodyPr vert="horz" lIns="90471" tIns="45235" rIns="90471" bIns="45235" rtlCol="0">
            <a:normAutofit/>
          </a:bodyPr>
          <a:lstStyle/>
          <a:p>
            <a:pPr lvl="0"/>
            <a:r>
              <a:rPr lang="en-GB" smtClean="0"/>
              <a:t>Click to edit Master text styles</a:t>
            </a:r>
            <a:endParaRPr lang="en-GB" smtClean="0"/>
          </a:p>
          <a:p>
            <a:pPr lvl="1"/>
            <a:r>
              <a:rPr lang="en-GB" smtClean="0"/>
              <a:t>Second level</a:t>
            </a:r>
            <a:endParaRPr lang="en-GB" smtClean="0"/>
          </a:p>
          <a:p>
            <a:pPr lvl="2"/>
            <a:r>
              <a:rPr lang="en-GB" smtClean="0"/>
              <a:t>Third level</a:t>
            </a:r>
            <a:endParaRPr lang="en-GB" smtClean="0"/>
          </a:p>
          <a:p>
            <a:pPr lvl="3"/>
            <a:r>
              <a:rPr lang="en-GB" smtClean="0"/>
              <a:t>Fourth level</a:t>
            </a:r>
            <a:endParaRPr lang="en-GB" smtClean="0"/>
          </a:p>
          <a:p>
            <a:pPr lvl="4"/>
            <a:r>
              <a:rPr lang="en-GB" smtClean="0"/>
              <a:t>Fifth level</a:t>
            </a:r>
            <a:endParaRPr lang="en-GB"/>
          </a:p>
        </p:txBody>
      </p:sp>
      <p:sp>
        <p:nvSpPr>
          <p:cNvPr id="6" name="Footer Placeholder 5"/>
          <p:cNvSpPr>
            <a:spLocks noGrp="1"/>
          </p:cNvSpPr>
          <p:nvPr>
            <p:ph type="ftr" sz="quarter" idx="4"/>
          </p:nvPr>
        </p:nvSpPr>
        <p:spPr>
          <a:xfrm>
            <a:off x="1" y="9360730"/>
            <a:ext cx="2911263" cy="492760"/>
          </a:xfrm>
          <a:prstGeom prst="rect">
            <a:avLst/>
          </a:prstGeom>
        </p:spPr>
        <p:txBody>
          <a:bodyPr vert="horz" lIns="90471" tIns="45235" rIns="90471" bIns="45235" rtlCol="0" anchor="b"/>
          <a:lstStyle>
            <a:lvl1pPr algn="l">
              <a:defRPr sz="1200"/>
            </a:lvl1pPr>
          </a:lstStyle>
          <a:p>
            <a:endParaRPr lang="en-GB"/>
          </a:p>
        </p:txBody>
      </p:sp>
      <p:sp>
        <p:nvSpPr>
          <p:cNvPr id="7" name="Slide Number Placeholder 6"/>
          <p:cNvSpPr>
            <a:spLocks noGrp="1"/>
          </p:cNvSpPr>
          <p:nvPr>
            <p:ph type="sldNum" sz="quarter" idx="5"/>
          </p:nvPr>
        </p:nvSpPr>
        <p:spPr>
          <a:xfrm>
            <a:off x="3805483" y="9360730"/>
            <a:ext cx="2911263" cy="492760"/>
          </a:xfrm>
          <a:prstGeom prst="rect">
            <a:avLst/>
          </a:prstGeom>
        </p:spPr>
        <p:txBody>
          <a:bodyPr vert="horz" lIns="90471" tIns="45235" rIns="90471" bIns="45235" rtlCol="0" anchor="b"/>
          <a:lstStyle>
            <a:lvl1pPr algn="r">
              <a:defRPr sz="1200"/>
            </a:lvl1pPr>
          </a:lstStyle>
          <a:p>
            <a:fld id="{6B2C06E8-48A6-4E03-8711-C45C0018F498}" type="slidenum">
              <a:rPr lang="en-GB" smtClean="0"/>
            </a:fld>
            <a:endParaRPr lang="en-GB"/>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8.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9.xml"/></Relationships>
</file>

<file path=ppt/notesSlides/_rels/notesSlide5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0.xml"/></Relationships>
</file>

<file path=ppt/notesSlides/_rels/notesSlide5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1.xml"/></Relationships>
</file>

<file path=ppt/notesSlides/_rels/notesSlide5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2.xml"/></Relationships>
</file>

<file path=ppt/notesSlides/_rels/notesSlide5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3.xml"/></Relationships>
</file>

<file path=ppt/notesSlides/_rels/notesSlide5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4.xml"/></Relationships>
</file>

<file path=ppt/notesSlides/_rels/notesSlide5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5.xml"/></Relationships>
</file>

<file path=ppt/notesSlides/_rels/notesSlide6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6.xml"/></Relationships>
</file>

<file path=ppt/notesSlides/_rels/notesSlide6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8.xml"/></Relationships>
</file>

<file path=ppt/notesSlides/_rels/notesSlide6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6.xml"/></Relationships>
</file>

<file path=ppt/notesSlides/_rels/notesSlide6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7.xml"/></Relationships>
</file>

<file path=ppt/notesSlides/_rels/notesSlide7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8.xml"/></Relationships>
</file>

<file path=ppt/notesSlides/_rels/notesSlide7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9.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3579"/>
        <p:cNvGrpSpPr/>
        <p:nvPr/>
      </p:nvGrpSpPr>
      <p:grpSpPr>
        <a:xfrm>
          <a:off x="0" y="0"/>
          <a:ext cx="0" cy="0"/>
          <a:chOff x="0" y="0"/>
          <a:chExt cx="0" cy="0"/>
        </a:xfrm>
      </p:grpSpPr>
      <p:sp>
        <p:nvSpPr>
          <p:cNvPr id="3580" name="Shape 3580"/>
          <p:cNvSpPr txBox="1">
            <a:spLocks noGrp="1"/>
          </p:cNvSpPr>
          <p:nvPr>
            <p:ph type="body" idx="1"/>
          </p:nvPr>
        </p:nvSpPr>
        <p:spPr>
          <a:xfrm>
            <a:off x="685799" y="4343399"/>
            <a:ext cx="5486400" cy="4114800"/>
          </a:xfrm>
          <a:prstGeom prst="rect">
            <a:avLst/>
          </a:prstGeom>
        </p:spPr>
        <p:txBody>
          <a:bodyPr lIns="91425" tIns="91425" rIns="91425" bIns="91425" anchor="t" anchorCtr="0">
            <a:noAutofit/>
          </a:bodyPr>
          <a:lstStyle/>
          <a:p>
            <a:pPr lvl="0" rtl="0">
              <a:spcBef>
                <a:spcPts val="0"/>
              </a:spcBef>
              <a:buNone/>
            </a:pPr>
          </a:p>
        </p:txBody>
      </p:sp>
      <p:sp>
        <p:nvSpPr>
          <p:cNvPr id="3581" name="Shape 3581"/>
          <p:cNvSpPr>
            <a:spLocks noGrp="1" noRot="1" noChangeAspect="1"/>
          </p:cNvSpPr>
          <p:nvPr>
            <p:ph type="sldImg" idx="2"/>
          </p:nvPr>
        </p:nvSpPr>
        <p:spPr>
          <a:xfrm>
            <a:off x="381001"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9042" name="Rectangle 3"/>
          <p:cNvSpPr>
            <a:spLocks noGrp="1" noChangeArrowheads="1"/>
          </p:cNvSpPr>
          <p:nvPr>
            <p:ph type="dt" sz="quarter" idx="1"/>
          </p:nvPr>
        </p:nvSpPr>
        <p:spPr>
          <a:noFill/>
        </p:spPr>
        <p:txBody>
          <a:bodyPr/>
          <a:lstStyle/>
          <a:p>
            <a:r>
              <a:rPr lang="en-GB" smtClean="0"/>
              <a:t>Date</a:t>
            </a:r>
            <a:endParaRPr lang="en-GB" smtClean="0"/>
          </a:p>
        </p:txBody>
      </p:sp>
      <p:sp>
        <p:nvSpPr>
          <p:cNvPr id="599043" name="Rectangle 7"/>
          <p:cNvSpPr>
            <a:spLocks noGrp="1" noChangeArrowheads="1"/>
          </p:cNvSpPr>
          <p:nvPr>
            <p:ph type="sldNum" sz="quarter" idx="5"/>
          </p:nvPr>
        </p:nvSpPr>
        <p:spPr>
          <a:noFill/>
        </p:spPr>
        <p:txBody>
          <a:bodyPr/>
          <a:lstStyle/>
          <a:p>
            <a:fld id="{B3B7CCDC-93BA-4239-A374-6761F920DFCB}" type="slidenum">
              <a:rPr lang="en-GB" smtClean="0"/>
            </a:fld>
            <a:endParaRPr lang="en-GB" smtClean="0"/>
          </a:p>
        </p:txBody>
      </p:sp>
      <p:sp>
        <p:nvSpPr>
          <p:cNvPr id="599044" name="Rectangle 2"/>
          <p:cNvSpPr>
            <a:spLocks noGrp="1" noRot="1" noChangeAspect="1" noChangeArrowheads="1" noTextEdit="1"/>
          </p:cNvSpPr>
          <p:nvPr>
            <p:ph type="sldImg"/>
          </p:nvPr>
        </p:nvSpPr>
        <p:spPr>
          <a:xfrm>
            <a:off x="188472" y="728663"/>
            <a:ext cx="6482644" cy="3646487"/>
          </a:xfrm>
        </p:spPr>
      </p:sp>
      <p:sp>
        <p:nvSpPr>
          <p:cNvPr id="599045" name="Rectangle 3"/>
          <p:cNvSpPr>
            <a:spLocks noGrp="1" noChangeArrowheads="1"/>
          </p:cNvSpPr>
          <p:nvPr>
            <p:ph type="body" idx="1"/>
          </p:nvPr>
        </p:nvSpPr>
        <p:spPr>
          <a:xfrm>
            <a:off x="685800" y="4619625"/>
            <a:ext cx="5486400" cy="4375150"/>
          </a:xfrm>
          <a:noFill/>
        </p:spPr>
        <p:txBody>
          <a:bodyPr/>
          <a:lstStyle/>
          <a:p>
            <a:pPr eaLnBrk="1" hangingPunct="1"/>
            <a:endParaRPr lang="en-US"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8690" name="Rectangle 3"/>
          <p:cNvSpPr>
            <a:spLocks noGrp="1" noChangeArrowheads="1"/>
          </p:cNvSpPr>
          <p:nvPr>
            <p:ph type="dt" sz="quarter" idx="1"/>
          </p:nvPr>
        </p:nvSpPr>
        <p:spPr>
          <a:noFill/>
        </p:spPr>
        <p:txBody>
          <a:bodyPr/>
          <a:lstStyle/>
          <a:p>
            <a:r>
              <a:rPr lang="en-GB" smtClean="0"/>
              <a:t>Date</a:t>
            </a:r>
            <a:endParaRPr lang="en-GB" smtClean="0"/>
          </a:p>
        </p:txBody>
      </p:sp>
      <p:sp>
        <p:nvSpPr>
          <p:cNvPr id="498691" name="Rectangle 7"/>
          <p:cNvSpPr>
            <a:spLocks noGrp="1" noChangeArrowheads="1"/>
          </p:cNvSpPr>
          <p:nvPr>
            <p:ph type="sldNum" sz="quarter" idx="5"/>
          </p:nvPr>
        </p:nvSpPr>
        <p:spPr>
          <a:noFill/>
        </p:spPr>
        <p:txBody>
          <a:bodyPr/>
          <a:lstStyle/>
          <a:p>
            <a:fld id="{B3FAE7B3-E1FD-4DD0-B86E-6B443966D26E}" type="slidenum">
              <a:rPr lang="en-GB" smtClean="0"/>
            </a:fld>
            <a:endParaRPr lang="en-GB" smtClean="0"/>
          </a:p>
        </p:txBody>
      </p:sp>
      <p:sp>
        <p:nvSpPr>
          <p:cNvPr id="498692" name="Rectangle 2"/>
          <p:cNvSpPr>
            <a:spLocks noGrp="1" noRot="1" noChangeAspect="1" noChangeArrowheads="1" noTextEdit="1"/>
          </p:cNvSpPr>
          <p:nvPr>
            <p:ph type="sldImg"/>
          </p:nvPr>
        </p:nvSpPr>
        <p:spPr>
          <a:xfrm>
            <a:off x="187678" y="728663"/>
            <a:ext cx="6482644" cy="3646487"/>
          </a:xfrm>
        </p:spPr>
      </p:sp>
      <p:sp>
        <p:nvSpPr>
          <p:cNvPr id="498693" name="Rectangle 3"/>
          <p:cNvSpPr>
            <a:spLocks noGrp="1" noChangeArrowheads="1"/>
          </p:cNvSpPr>
          <p:nvPr>
            <p:ph type="body" idx="1"/>
          </p:nvPr>
        </p:nvSpPr>
        <p:spPr>
          <a:xfrm>
            <a:off x="914400" y="4619625"/>
            <a:ext cx="5029200" cy="4375150"/>
          </a:xfrm>
          <a:noFill/>
        </p:spPr>
        <p:txBody>
          <a:bodyPr/>
          <a:lstStyle/>
          <a:p>
            <a:pPr eaLnBrk="1" hangingPunct="1"/>
            <a:endParaRPr lang="en-US" smtClean="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4284" y="696913"/>
            <a:ext cx="6189132" cy="3481387"/>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B2C06E8-48A6-4E03-8711-C45C0018F498}" type="slidenum">
              <a:rPr lang="en-US" smtClean="0"/>
            </a:fld>
            <a:endParaRPr lang="en-US"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3"/>
          <p:cNvSpPr>
            <a:spLocks noGrp="1" noChangeArrowheads="1"/>
          </p:cNvSpPr>
          <p:nvPr>
            <p:ph type="dt" sz="quarter" idx="1"/>
          </p:nvPr>
        </p:nvSpPr>
        <p:spPr>
          <a:noFill/>
        </p:spPr>
        <p:txBody>
          <a:bodyPr/>
          <a:lstStyle/>
          <a:p>
            <a:r>
              <a:rPr lang="en-GB" smtClean="0">
                <a:latin typeface="Arial" panose="020B0604020202020204" pitchFamily="34" charset="0"/>
                <a:cs typeface="Arial" panose="020B0604020202020204" pitchFamily="34" charset="0"/>
              </a:rPr>
              <a:t>Date</a:t>
            </a:r>
            <a:endParaRPr lang="en-GB" smtClean="0">
              <a:latin typeface="Arial" panose="020B0604020202020204" pitchFamily="34" charset="0"/>
              <a:cs typeface="Arial" panose="020B0604020202020204" pitchFamily="34" charset="0"/>
            </a:endParaRPr>
          </a:p>
        </p:txBody>
      </p:sp>
      <p:sp>
        <p:nvSpPr>
          <p:cNvPr id="5123" name="Rectangle 7"/>
          <p:cNvSpPr>
            <a:spLocks noGrp="1" noChangeArrowheads="1"/>
          </p:cNvSpPr>
          <p:nvPr>
            <p:ph type="sldNum" sz="quarter" idx="5"/>
          </p:nvPr>
        </p:nvSpPr>
        <p:spPr>
          <a:noFill/>
        </p:spPr>
        <p:txBody>
          <a:bodyPr/>
          <a:lstStyle/>
          <a:p>
            <a:fld id="{DE5A4F49-AE04-4243-8710-4D168BEE3C96}" type="slidenum">
              <a:rPr lang="en-GB" smtClean="0">
                <a:latin typeface="Arial" panose="020B0604020202020204" pitchFamily="34" charset="0"/>
                <a:cs typeface="Arial" panose="020B0604020202020204" pitchFamily="34" charset="0"/>
              </a:rPr>
            </a:fld>
            <a:endParaRPr lang="en-GB" smtClean="0">
              <a:latin typeface="Arial" panose="020B0604020202020204" pitchFamily="34" charset="0"/>
              <a:cs typeface="Arial" panose="020B0604020202020204" pitchFamily="34" charset="0"/>
            </a:endParaRPr>
          </a:p>
        </p:txBody>
      </p:sp>
      <p:sp>
        <p:nvSpPr>
          <p:cNvPr id="5124" name="Rectangle 2"/>
          <p:cNvSpPr>
            <a:spLocks noGrp="1" noRot="1" noChangeAspect="1" noChangeArrowheads="1" noTextEdit="1"/>
          </p:cNvSpPr>
          <p:nvPr>
            <p:ph type="sldImg"/>
          </p:nvPr>
        </p:nvSpPr>
        <p:spPr/>
      </p:sp>
      <p:sp>
        <p:nvSpPr>
          <p:cNvPr id="5125" name="Rectangle 3"/>
          <p:cNvSpPr>
            <a:spLocks noGrp="1" noChangeArrowheads="1"/>
          </p:cNvSpPr>
          <p:nvPr>
            <p:ph type="body" idx="1"/>
          </p:nvPr>
        </p:nvSpPr>
        <p:spPr>
          <a:noFill/>
        </p:spPr>
        <p:txBody>
          <a:bodyPr/>
          <a:lstStyle/>
          <a:p>
            <a:pPr eaLnBrk="1" hangingPunct="1"/>
            <a:endParaRPr lang="nl-NL" smtClean="0">
              <a:latin typeface="Arial" panose="020B0604020202020204" pitchFamily="34" charset="0"/>
              <a:cs typeface="Arial" panose="020B0604020202020204" pitchFamily="34" charset="0"/>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07B8F03-BC93-4120-96CA-A36DF640BE24}" type="slidenum">
              <a:rPr lang="en-GB" smtClean="0"/>
            </a:fld>
            <a:endParaRPr lang="en-GB"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07B8F03-BC93-4120-96CA-A36DF640BE24}" type="slidenum">
              <a:rPr lang="en-GB" smtClean="0"/>
            </a:fld>
            <a:endParaRPr lang="en-GB"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07B8F03-BC93-4120-96CA-A36DF640BE24}" type="slidenum">
              <a:rPr lang="en-GB" smtClean="0"/>
            </a:fld>
            <a:endParaRPr lang="en-GB"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3154" name="Rectangle 3"/>
          <p:cNvSpPr>
            <a:spLocks noGrp="1" noChangeArrowheads="1"/>
          </p:cNvSpPr>
          <p:nvPr>
            <p:ph type="dt" sz="quarter" idx="1"/>
          </p:nvPr>
        </p:nvSpPr>
        <p:spPr>
          <a:noFill/>
        </p:spPr>
        <p:txBody>
          <a:bodyPr/>
          <a:lstStyle/>
          <a:p>
            <a:r>
              <a:rPr lang="en-GB" smtClean="0"/>
              <a:t>Date</a:t>
            </a:r>
            <a:endParaRPr lang="en-GB" smtClean="0"/>
          </a:p>
        </p:txBody>
      </p:sp>
      <p:sp>
        <p:nvSpPr>
          <p:cNvPr id="433155" name="Rectangle 7"/>
          <p:cNvSpPr>
            <a:spLocks noGrp="1" noChangeArrowheads="1"/>
          </p:cNvSpPr>
          <p:nvPr>
            <p:ph type="sldNum" sz="quarter" idx="5"/>
          </p:nvPr>
        </p:nvSpPr>
        <p:spPr>
          <a:noFill/>
        </p:spPr>
        <p:txBody>
          <a:bodyPr/>
          <a:lstStyle/>
          <a:p>
            <a:fld id="{AFDE62F4-5457-4DBC-8860-5044DEAD2CB3}" type="slidenum">
              <a:rPr lang="en-GB" smtClean="0"/>
            </a:fld>
            <a:endParaRPr lang="en-GB" smtClean="0"/>
          </a:p>
        </p:txBody>
      </p:sp>
      <p:sp>
        <p:nvSpPr>
          <p:cNvPr id="433156" name="Rectangle 2"/>
          <p:cNvSpPr>
            <a:spLocks noGrp="1" noRot="1" noChangeAspect="1" noChangeArrowheads="1" noTextEdit="1"/>
          </p:cNvSpPr>
          <p:nvPr>
            <p:ph type="sldImg"/>
          </p:nvPr>
        </p:nvSpPr>
        <p:spPr>
          <a:xfrm>
            <a:off x="188472" y="728663"/>
            <a:ext cx="6482644" cy="3646487"/>
          </a:xfrm>
        </p:spPr>
      </p:sp>
      <p:sp>
        <p:nvSpPr>
          <p:cNvPr id="433157" name="Rectangle 3"/>
          <p:cNvSpPr>
            <a:spLocks noGrp="1" noChangeArrowheads="1"/>
          </p:cNvSpPr>
          <p:nvPr>
            <p:ph type="body" idx="1"/>
          </p:nvPr>
        </p:nvSpPr>
        <p:spPr>
          <a:xfrm>
            <a:off x="914400" y="4618038"/>
            <a:ext cx="5029200" cy="4376737"/>
          </a:xfrm>
          <a:noFill/>
        </p:spPr>
        <p:txBody>
          <a:bodyPr lIns="91439" tIns="45719" rIns="91439" bIns="45719"/>
          <a:lstStyle/>
          <a:p>
            <a:pPr eaLnBrk="1" hangingPunct="1"/>
            <a:endParaRPr lang="en-US" smtClean="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fld>
            <a:endParaRPr lang="en-GB"/>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9586" name="Rectangle 3"/>
          <p:cNvSpPr>
            <a:spLocks noGrp="1" noChangeArrowheads="1"/>
          </p:cNvSpPr>
          <p:nvPr>
            <p:ph type="dt" sz="quarter" idx="1"/>
          </p:nvPr>
        </p:nvSpPr>
        <p:spPr>
          <a:noFill/>
        </p:spPr>
        <p:txBody>
          <a:bodyPr/>
          <a:lstStyle/>
          <a:p>
            <a:r>
              <a:rPr lang="en-GB" smtClean="0"/>
              <a:t>Date</a:t>
            </a:r>
            <a:endParaRPr lang="en-GB" smtClean="0"/>
          </a:p>
        </p:txBody>
      </p:sp>
      <p:sp>
        <p:nvSpPr>
          <p:cNvPr id="579587" name="Rectangle 7"/>
          <p:cNvSpPr>
            <a:spLocks noGrp="1" noChangeArrowheads="1"/>
          </p:cNvSpPr>
          <p:nvPr>
            <p:ph type="sldNum" sz="quarter" idx="5"/>
          </p:nvPr>
        </p:nvSpPr>
        <p:spPr>
          <a:noFill/>
        </p:spPr>
        <p:txBody>
          <a:bodyPr/>
          <a:lstStyle/>
          <a:p>
            <a:fld id="{192FFDC9-A828-4968-84FE-A149B6F723EA}" type="slidenum">
              <a:rPr lang="en-GB" smtClean="0"/>
            </a:fld>
            <a:endParaRPr lang="en-GB" smtClean="0"/>
          </a:p>
        </p:txBody>
      </p:sp>
      <p:sp>
        <p:nvSpPr>
          <p:cNvPr id="579588" name="Rectangle 2"/>
          <p:cNvSpPr>
            <a:spLocks noGrp="1" noRot="1" noChangeAspect="1" noChangeArrowheads="1" noTextEdit="1"/>
          </p:cNvSpPr>
          <p:nvPr>
            <p:ph type="sldImg"/>
          </p:nvPr>
        </p:nvSpPr>
        <p:spPr>
          <a:xfrm>
            <a:off x="188472" y="728663"/>
            <a:ext cx="6482644" cy="3646487"/>
          </a:xfrm>
        </p:spPr>
      </p:sp>
      <p:sp>
        <p:nvSpPr>
          <p:cNvPr id="579589" name="Rectangle 3"/>
          <p:cNvSpPr>
            <a:spLocks noGrp="1" noChangeArrowheads="1"/>
          </p:cNvSpPr>
          <p:nvPr>
            <p:ph type="body" idx="1"/>
          </p:nvPr>
        </p:nvSpPr>
        <p:spPr>
          <a:xfrm>
            <a:off x="685800" y="4619625"/>
            <a:ext cx="5486400" cy="4375150"/>
          </a:xfrm>
          <a:noFill/>
        </p:spPr>
        <p:txBody>
          <a:bodyPr/>
          <a:lstStyle/>
          <a:p>
            <a:pPr eaLnBrk="1" hangingPunct="1"/>
            <a:endParaRPr lang="en-US"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showMasterSp="0">
  <p:cSld name="Cover Slide">
    <p:spTree>
      <p:nvGrpSpPr>
        <p:cNvPr id="1" name=""/>
        <p:cNvGrpSpPr/>
        <p:nvPr/>
      </p:nvGrpSpPr>
      <p:grpSpPr>
        <a:xfrm>
          <a:off x="0" y="0"/>
          <a:ext cx="0" cy="0"/>
          <a:chOff x="0" y="0"/>
          <a:chExt cx="0" cy="0"/>
        </a:xfrm>
      </p:grpSpPr>
      <p:grpSp>
        <p:nvGrpSpPr>
          <p:cNvPr id="2" name="Group 124"/>
          <p:cNvGrpSpPr/>
          <p:nvPr/>
        </p:nvGrpSpPr>
        <p:grpSpPr>
          <a:xfrm>
            <a:off x="2309091" y="0"/>
            <a:ext cx="9882909" cy="5984193"/>
            <a:chOff x="1905000" y="0"/>
            <a:chExt cx="8153400" cy="6781800"/>
          </a:xfrm>
        </p:grpSpPr>
        <p:sp>
          <p:nvSpPr>
            <p:cNvPr id="126" name="Rectangle 159"/>
            <p:cNvSpPr>
              <a:spLocks noChangeArrowheads="1"/>
            </p:cNvSpPr>
            <p:nvPr userDrawn="1"/>
          </p:nvSpPr>
          <p:spPr bwMode="gray">
            <a:xfrm>
              <a:off x="8915400" y="3200400"/>
              <a:ext cx="609600" cy="3581400"/>
            </a:xfrm>
            <a:prstGeom prst="rect">
              <a:avLst/>
            </a:prstGeom>
            <a:solidFill>
              <a:srgbClr val="2972F4"/>
            </a:solidFill>
            <a:ln w="0">
              <a:noFill/>
              <a:prstDash val="solid"/>
              <a:miter lim="800000"/>
            </a:ln>
          </p:spPr>
          <p:txBody>
            <a:bodyPr vert="horz" wrap="square" lIns="82938" tIns="41469" rIns="82938" bIns="41469" numCol="1" anchor="t" anchorCtr="0" compatLnSpc="1"/>
            <a:lstStyle/>
            <a:p>
              <a:endParaRPr lang="en-GB" sz="1815" noProof="0"/>
            </a:p>
          </p:txBody>
        </p:sp>
        <p:sp>
          <p:nvSpPr>
            <p:cNvPr id="127" name="Rectangle 153"/>
            <p:cNvSpPr>
              <a:spLocks noChangeArrowheads="1"/>
            </p:cNvSpPr>
            <p:nvPr/>
          </p:nvSpPr>
          <p:spPr bwMode="gray">
            <a:xfrm>
              <a:off x="9525000" y="3200400"/>
              <a:ext cx="533400" cy="3581400"/>
            </a:xfrm>
            <a:prstGeom prst="rect">
              <a:avLst/>
            </a:prstGeom>
            <a:solidFill>
              <a:srgbClr val="F3BC87"/>
            </a:solidFill>
            <a:ln w="0">
              <a:noFill/>
              <a:prstDash val="solid"/>
              <a:miter lim="800000"/>
            </a:ln>
          </p:spPr>
          <p:txBody>
            <a:bodyPr vert="horz" wrap="square" lIns="82938" tIns="41469" rIns="82938" bIns="41469" numCol="1" anchor="t" anchorCtr="0" compatLnSpc="1"/>
            <a:lstStyle/>
            <a:p>
              <a:endParaRPr lang="en-GB" sz="1815" noProof="0"/>
            </a:p>
          </p:txBody>
        </p:sp>
        <p:sp>
          <p:nvSpPr>
            <p:cNvPr id="128" name="Rectangle 156"/>
            <p:cNvSpPr>
              <a:spLocks noChangeArrowheads="1"/>
            </p:cNvSpPr>
            <p:nvPr/>
          </p:nvSpPr>
          <p:spPr bwMode="gray">
            <a:xfrm>
              <a:off x="1905000" y="0"/>
              <a:ext cx="6248400" cy="990600"/>
            </a:xfrm>
            <a:prstGeom prst="rect">
              <a:avLst/>
            </a:prstGeom>
            <a:solidFill>
              <a:srgbClr val="00A3F5"/>
            </a:solidFill>
            <a:ln w="0">
              <a:noFill/>
              <a:prstDash val="solid"/>
              <a:miter lim="800000"/>
            </a:ln>
          </p:spPr>
          <p:txBody>
            <a:bodyPr vert="horz" wrap="square" lIns="82938" tIns="41469" rIns="82938" bIns="41469" numCol="1" anchor="t" anchorCtr="0" compatLnSpc="1"/>
            <a:lstStyle/>
            <a:p>
              <a:endParaRPr lang="en-GB" sz="1815" noProof="0"/>
            </a:p>
          </p:txBody>
        </p:sp>
        <p:sp>
          <p:nvSpPr>
            <p:cNvPr id="129" name="Rectangle 160"/>
            <p:cNvSpPr>
              <a:spLocks noChangeArrowheads="1"/>
            </p:cNvSpPr>
            <p:nvPr userDrawn="1"/>
          </p:nvSpPr>
          <p:spPr bwMode="gray">
            <a:xfrm>
              <a:off x="8127647" y="3200400"/>
              <a:ext cx="787753" cy="3581400"/>
            </a:xfrm>
            <a:prstGeom prst="rect">
              <a:avLst/>
            </a:prstGeom>
            <a:solidFill>
              <a:srgbClr val="1450B8"/>
            </a:solidFill>
            <a:ln w="0">
              <a:noFill/>
              <a:prstDash val="solid"/>
              <a:miter lim="800000"/>
            </a:ln>
          </p:spPr>
          <p:txBody>
            <a:bodyPr vert="horz" wrap="square" lIns="82938" tIns="41469" rIns="82938" bIns="41469" numCol="1" anchor="t" anchorCtr="0" compatLnSpc="1"/>
            <a:lstStyle/>
            <a:p>
              <a:endParaRPr lang="en-GB" sz="1815" noProof="0"/>
            </a:p>
          </p:txBody>
        </p:sp>
        <p:sp>
          <p:nvSpPr>
            <p:cNvPr id="130" name="Rectangle 129"/>
            <p:cNvSpPr/>
            <p:nvPr userDrawn="1"/>
          </p:nvSpPr>
          <p:spPr bwMode="gray">
            <a:xfrm>
              <a:off x="1905000" y="3195320"/>
              <a:ext cx="6248400" cy="3586480"/>
            </a:xfrm>
            <a:prstGeom prst="rect">
              <a:avLst/>
            </a:prstGeom>
            <a:solidFill>
              <a:srgbClr val="0C306E"/>
            </a:solidFill>
            <a:ln w="0">
              <a:noFill/>
              <a:prstDash val="solid"/>
              <a:round/>
            </a:ln>
          </p:spPr>
          <p:txBody>
            <a:bodyPr vert="horz" wrap="square" lIns="82938" tIns="41469" rIns="82938" bIns="41469" numCol="1" anchor="t" anchorCtr="0" compatLnSpc="1"/>
            <a:lstStyle/>
            <a:p>
              <a:pPr marL="0" algn="l" defTabSz="1018540" rtl="0" eaLnBrk="1" latinLnBrk="0" hangingPunct="1"/>
              <a:endParaRPr lang="en-GB" sz="1815" kern="1200" noProof="0">
                <a:solidFill>
                  <a:schemeClr val="tx1"/>
                </a:solidFill>
                <a:latin typeface="+mn-lt"/>
                <a:ea typeface="+mn-ea"/>
                <a:cs typeface="+mn-cs"/>
              </a:endParaRPr>
            </a:p>
          </p:txBody>
        </p:sp>
        <p:sp>
          <p:nvSpPr>
            <p:cNvPr id="131" name="Rectangle 155"/>
            <p:cNvSpPr>
              <a:spLocks noChangeArrowheads="1"/>
            </p:cNvSpPr>
            <p:nvPr userDrawn="1"/>
          </p:nvSpPr>
          <p:spPr bwMode="gray">
            <a:xfrm>
              <a:off x="8127649" y="990600"/>
              <a:ext cx="787751" cy="2209800"/>
            </a:xfrm>
            <a:prstGeom prst="rect">
              <a:avLst/>
            </a:prstGeom>
            <a:solidFill>
              <a:srgbClr val="2972F4"/>
            </a:solidFill>
            <a:ln w="0">
              <a:noFill/>
              <a:prstDash val="solid"/>
              <a:miter lim="800000"/>
            </a:ln>
          </p:spPr>
          <p:txBody>
            <a:bodyPr vert="horz" wrap="square" lIns="82938" tIns="41469" rIns="82938" bIns="41469" numCol="1" anchor="t" anchorCtr="0" compatLnSpc="1"/>
            <a:lstStyle/>
            <a:p>
              <a:endParaRPr lang="en-GB" sz="1815" noProof="0"/>
            </a:p>
          </p:txBody>
        </p:sp>
        <p:sp>
          <p:nvSpPr>
            <p:cNvPr id="132" name="Rectangle 158"/>
            <p:cNvSpPr>
              <a:spLocks noChangeArrowheads="1"/>
            </p:cNvSpPr>
            <p:nvPr userDrawn="1"/>
          </p:nvSpPr>
          <p:spPr bwMode="gray">
            <a:xfrm>
              <a:off x="1905000" y="990600"/>
              <a:ext cx="6248400" cy="2209800"/>
            </a:xfrm>
            <a:prstGeom prst="rect">
              <a:avLst/>
            </a:prstGeom>
            <a:solidFill>
              <a:srgbClr val="1450B8"/>
            </a:solidFill>
            <a:ln w="0">
              <a:noFill/>
              <a:prstDash val="solid"/>
              <a:miter lim="800000"/>
            </a:ln>
          </p:spPr>
          <p:txBody>
            <a:bodyPr vert="horz" wrap="square" lIns="0" tIns="0" rIns="0" bIns="0" numCol="1" anchor="t" anchorCtr="0" compatLnSpc="1"/>
            <a:lstStyle/>
            <a:p>
              <a:endParaRPr lang="en-GB" sz="1815" noProof="0"/>
            </a:p>
          </p:txBody>
        </p:sp>
      </p:grpSp>
      <p:sp>
        <p:nvSpPr>
          <p:cNvPr id="15" name="Title 1"/>
          <p:cNvSpPr>
            <a:spLocks noGrp="1"/>
          </p:cNvSpPr>
          <p:nvPr>
            <p:ph type="ctrTitle" hasCustomPrompt="1"/>
          </p:nvPr>
        </p:nvSpPr>
        <p:spPr bwMode="white">
          <a:xfrm>
            <a:off x="2493820" y="1008571"/>
            <a:ext cx="7204363" cy="806858"/>
          </a:xfrm>
        </p:spPr>
        <p:txBody>
          <a:bodyPr anchor="t" anchorCtr="0">
            <a:noAutofit/>
          </a:bodyPr>
          <a:lstStyle>
            <a:lvl1pPr>
              <a:lnSpc>
                <a:spcPct val="90000"/>
              </a:lnSpc>
              <a:defRPr sz="2900" b="1" baseline="0">
                <a:solidFill>
                  <a:schemeClr val="bg1"/>
                </a:solidFill>
              </a:defRPr>
            </a:lvl1pPr>
          </a:lstStyle>
          <a:p>
            <a:r>
              <a:rPr lang="en-GB" noProof="0" dirty="0" smtClean="0"/>
              <a:t>Click to add the report’s main title</a:t>
            </a:r>
            <a:endParaRPr lang="en-GB" noProof="0" dirty="0"/>
          </a:p>
        </p:txBody>
      </p:sp>
      <p:sp>
        <p:nvSpPr>
          <p:cNvPr id="18" name="Subtitle 2"/>
          <p:cNvSpPr>
            <a:spLocks noGrp="1"/>
          </p:cNvSpPr>
          <p:nvPr>
            <p:ph type="subTitle" idx="1" hasCustomPrompt="1"/>
          </p:nvPr>
        </p:nvSpPr>
        <p:spPr bwMode="white">
          <a:xfrm>
            <a:off x="2493820" y="1949906"/>
            <a:ext cx="7204362" cy="806858"/>
          </a:xfrm>
        </p:spPr>
        <p:txBody>
          <a:bodyPr>
            <a:noAutofit/>
          </a:bodyPr>
          <a:lstStyle>
            <a:lvl1pPr marL="0" indent="0" algn="l">
              <a:lnSpc>
                <a:spcPct val="90000"/>
              </a:lnSpc>
              <a:spcAft>
                <a:spcPts val="0"/>
              </a:spcAft>
              <a:buNone/>
              <a:defRPr sz="2900" baseline="0">
                <a:solidFill>
                  <a:schemeClr val="bg1"/>
                </a:solidFill>
                <a:latin typeface="+mj-lt"/>
              </a:defRPr>
            </a:lvl1pPr>
            <a:lvl2pPr marL="0" indent="0" algn="l">
              <a:buNone/>
              <a:defRPr sz="1815">
                <a:solidFill>
                  <a:schemeClr val="bg1"/>
                </a:solidFill>
                <a:latin typeface="+mj-lt"/>
              </a:defRPr>
            </a:lvl2pPr>
            <a:lvl3pPr marL="461645" indent="0" algn="l">
              <a:buNone/>
              <a:defRPr sz="1815">
                <a:solidFill>
                  <a:schemeClr val="bg1"/>
                </a:solidFill>
                <a:latin typeface="+mj-lt"/>
              </a:defRPr>
            </a:lvl3pPr>
            <a:lvl4pPr marL="923925" indent="0" algn="l">
              <a:buNone/>
              <a:defRPr sz="1815">
                <a:solidFill>
                  <a:schemeClr val="bg1"/>
                </a:solidFill>
                <a:latin typeface="+mj-lt"/>
              </a:defRPr>
            </a:lvl4pPr>
            <a:lvl5pPr marL="1385570" indent="0" algn="l">
              <a:buNone/>
              <a:defRPr sz="1815">
                <a:solidFill>
                  <a:schemeClr val="bg1"/>
                </a:solidFill>
                <a:latin typeface="+mj-lt"/>
              </a:defRPr>
            </a:lvl5pPr>
            <a:lvl6pPr marL="1848485" indent="0" algn="l">
              <a:buNone/>
              <a:defRPr sz="1815">
                <a:solidFill>
                  <a:schemeClr val="bg1"/>
                </a:solidFill>
                <a:latin typeface="+mj-lt"/>
              </a:defRPr>
            </a:lvl6pPr>
            <a:lvl7pPr marL="2310130" indent="0" algn="l">
              <a:buNone/>
              <a:defRPr sz="1815">
                <a:solidFill>
                  <a:schemeClr val="bg1"/>
                </a:solidFill>
                <a:latin typeface="+mj-lt"/>
              </a:defRPr>
            </a:lvl7pPr>
            <a:lvl8pPr marL="2772410" indent="0" algn="l">
              <a:buNone/>
              <a:defRPr sz="1815">
                <a:solidFill>
                  <a:schemeClr val="bg1"/>
                </a:solidFill>
                <a:latin typeface="+mj-lt"/>
              </a:defRPr>
            </a:lvl8pPr>
            <a:lvl9pPr marL="3234055" indent="0" algn="l">
              <a:buNone/>
              <a:defRPr sz="1815">
                <a:solidFill>
                  <a:schemeClr val="bg1"/>
                </a:solidFill>
                <a:latin typeface="+mj-lt"/>
              </a:defRPr>
            </a:lvl9pPr>
          </a:lstStyle>
          <a:p>
            <a:r>
              <a:rPr lang="en-GB" noProof="0" dirty="0" smtClean="0"/>
              <a:t>Subtitle and date (move higher if title is only one line)</a:t>
            </a:r>
            <a:endParaRPr lang="en-GB" noProof="0" dirty="0" smtClean="0"/>
          </a:p>
        </p:txBody>
      </p:sp>
      <p:sp>
        <p:nvSpPr>
          <p:cNvPr id="21" name="Text Placeholder 31"/>
          <p:cNvSpPr>
            <a:spLocks noGrp="1"/>
          </p:cNvSpPr>
          <p:nvPr>
            <p:ph type="body" sz="quarter" idx="10" hasCustomPrompt="1"/>
          </p:nvPr>
        </p:nvSpPr>
        <p:spPr bwMode="white">
          <a:xfrm>
            <a:off x="2493819" y="470668"/>
            <a:ext cx="5541818" cy="134476"/>
          </a:xfrm>
        </p:spPr>
        <p:txBody>
          <a:bodyPr/>
          <a:lstStyle>
            <a:lvl1pPr>
              <a:defRPr sz="1090">
                <a:solidFill>
                  <a:schemeClr val="bg1"/>
                </a:solidFill>
                <a:latin typeface="腾讯体 W3" panose="020C04030202040F0204" pitchFamily="34" charset="-122"/>
                <a:cs typeface="腾讯体 W3" panose="020C04030202040F0204" pitchFamily="34" charset="-122"/>
              </a:defRPr>
            </a:lvl1pPr>
            <a:lvl2pPr>
              <a:defRPr sz="1000">
                <a:solidFill>
                  <a:schemeClr val="bg1"/>
                </a:solidFill>
                <a:latin typeface="腾讯体 W3" panose="020C04030202040F0204" pitchFamily="34" charset="-122"/>
                <a:cs typeface="腾讯体 W3" panose="020C04030202040F0204" pitchFamily="34" charset="-122"/>
              </a:defRPr>
            </a:lvl2pPr>
            <a:lvl3pPr>
              <a:defRPr sz="1000">
                <a:solidFill>
                  <a:schemeClr val="bg1"/>
                </a:solidFill>
                <a:latin typeface="腾讯体 W3" panose="020C04030202040F0204" pitchFamily="34" charset="-122"/>
                <a:cs typeface="腾讯体 W3" panose="020C04030202040F0204" pitchFamily="34" charset="-122"/>
              </a:defRPr>
            </a:lvl3pPr>
            <a:lvl4pPr>
              <a:defRPr sz="1000">
                <a:solidFill>
                  <a:schemeClr val="bg1"/>
                </a:solidFill>
                <a:latin typeface="腾讯体 W3" panose="020C04030202040F0204" pitchFamily="34" charset="-122"/>
                <a:cs typeface="腾讯体 W3" panose="020C04030202040F0204" pitchFamily="34" charset="-122"/>
              </a:defRPr>
            </a:lvl4pPr>
            <a:lvl5pPr>
              <a:defRPr sz="1000">
                <a:solidFill>
                  <a:schemeClr val="bg1"/>
                </a:solidFill>
                <a:latin typeface="腾讯体 W3" panose="020C04030202040F0204" pitchFamily="34" charset="-122"/>
                <a:cs typeface="腾讯体 W3" panose="020C04030202040F0204" pitchFamily="34" charset="-122"/>
              </a:defRPr>
            </a:lvl5pPr>
          </a:lstStyle>
          <a:p>
            <a:pPr lvl="0"/>
            <a:r>
              <a:rPr lang="en-GB" noProof="0" dirty="0" err="1" smtClean="0"/>
              <a:t>www.</a:t>
            </a:r>
            <a:r>
              <a:rPr lang="en-US" altLang="en-GB" noProof="0" dirty="0" err="1" smtClean="0"/>
              <a:t>tencent.</a:t>
            </a:r>
            <a:r>
              <a:rPr lang="en-GB" noProof="0" dirty="0" err="1" smtClean="0"/>
              <a:t>com</a:t>
            </a:r>
            <a:endParaRPr lang="en-GB" noProof="0" dirty="0"/>
          </a:p>
        </p:txBody>
      </p:sp>
    </p:spTree>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One">
    <p:spTree>
      <p:nvGrpSpPr>
        <p:cNvPr id="1" name=""/>
        <p:cNvGrpSpPr/>
        <p:nvPr/>
      </p:nvGrpSpPr>
      <p:grpSpPr>
        <a:xfrm>
          <a:off x="0" y="0"/>
          <a:ext cx="0" cy="0"/>
          <a:chOff x="0" y="0"/>
          <a:chExt cx="0" cy="0"/>
        </a:xfrm>
      </p:grpSpPr>
      <p:sp>
        <p:nvSpPr>
          <p:cNvPr id="16" name="Title Placeholder 1"/>
          <p:cNvSpPr>
            <a:spLocks noGrp="1"/>
          </p:cNvSpPr>
          <p:nvPr>
            <p:ph type="title"/>
          </p:nvPr>
        </p:nvSpPr>
        <p:spPr>
          <a:xfrm>
            <a:off x="646546" y="1008571"/>
            <a:ext cx="10898910" cy="806858"/>
          </a:xfrm>
          <a:prstGeom prst="rect">
            <a:avLst/>
          </a:prstGeom>
        </p:spPr>
        <p:txBody>
          <a:bodyPr vert="horz" lIns="0" tIns="0" rIns="0" bIns="0" rtlCol="0" anchor="t" anchorCtr="0">
            <a:noAutofit/>
          </a:bodyPr>
          <a:lstStyle/>
          <a:p>
            <a:r>
              <a:rPr lang="en-GB" noProof="0" smtClean="0"/>
              <a:t>Click to edit Master title style</a:t>
            </a:r>
            <a:endParaRPr lang="en-GB" noProof="0" dirty="0"/>
          </a:p>
        </p:txBody>
      </p:sp>
      <p:sp>
        <p:nvSpPr>
          <p:cNvPr id="19" name="Content Placeholder 18"/>
          <p:cNvSpPr>
            <a:spLocks noGrp="1"/>
          </p:cNvSpPr>
          <p:nvPr>
            <p:ph sz="quarter" idx="10"/>
          </p:nvPr>
        </p:nvSpPr>
        <p:spPr>
          <a:xfrm>
            <a:off x="646545" y="1949907"/>
            <a:ext cx="10898910" cy="3899811"/>
          </a:xfrm>
        </p:spPr>
        <p:txBody>
          <a:bodyPr/>
          <a:lstStyle>
            <a:lvl5pPr>
              <a:defRPr/>
            </a:lvl5pPr>
            <a:lvl6pPr>
              <a:defRPr/>
            </a:lvl6pPr>
            <a:lvl7pPr>
              <a:defRPr/>
            </a:lvl7pPr>
            <a:lvl8pPr>
              <a:defRPr/>
            </a:lvl8pPr>
            <a:lvl9pPr>
              <a:defRPr/>
            </a:lvl9pPr>
          </a:lstStyle>
          <a:p>
            <a:pPr lvl="0"/>
            <a:r>
              <a:rPr lang="en-GB" smtClean="0"/>
              <a:t>Click to edit Master text styles</a:t>
            </a:r>
            <a:endParaRPr lang="en-GB" smtClean="0"/>
          </a:p>
          <a:p>
            <a:pPr lvl="1"/>
            <a:r>
              <a:rPr lang="en-GB" smtClean="0"/>
              <a:t>Second level</a:t>
            </a:r>
            <a:endParaRPr lang="en-GB" smtClean="0"/>
          </a:p>
          <a:p>
            <a:pPr lvl="2"/>
            <a:r>
              <a:rPr lang="en-GB" smtClean="0"/>
              <a:t>Third level</a:t>
            </a:r>
            <a:endParaRPr lang="en-GB" smtClean="0"/>
          </a:p>
          <a:p>
            <a:pPr lvl="3"/>
            <a:r>
              <a:rPr lang="en-GB" smtClean="0"/>
              <a:t>Fourth level</a:t>
            </a:r>
            <a:endParaRPr lang="en-GB" smtClean="0"/>
          </a:p>
          <a:p>
            <a:pPr lvl="4"/>
            <a:r>
              <a:rPr lang="en-GB" smtClean="0"/>
              <a:t>Fifth level</a:t>
            </a:r>
            <a:endParaRPr lang="en-GB" dirty="0" smtClean="0"/>
          </a:p>
        </p:txBody>
      </p:sp>
      <p:cxnSp>
        <p:nvCxnSpPr>
          <p:cNvPr id="25" name="Shape 24"/>
          <p:cNvCxnSpPr/>
          <p:nvPr/>
        </p:nvCxnSpPr>
        <p:spPr>
          <a:xfrm flipV="1">
            <a:off x="461819" y="941334"/>
            <a:ext cx="11083639" cy="153302"/>
          </a:xfrm>
          <a:prstGeom prst="bentConnector3">
            <a:avLst>
              <a:gd name="adj1" fmla="val 0"/>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Slide Number Placeholder 5"/>
          <p:cNvSpPr>
            <a:spLocks noGrp="1"/>
          </p:cNvSpPr>
          <p:nvPr>
            <p:ph type="sldNum" sz="quarter" idx="4"/>
          </p:nvPr>
        </p:nvSpPr>
        <p:spPr>
          <a:xfrm>
            <a:off x="9513455" y="6387623"/>
            <a:ext cx="2032000" cy="134476"/>
          </a:xfrm>
          <a:prstGeom prst="rect">
            <a:avLst/>
          </a:prstGeom>
        </p:spPr>
        <p:txBody>
          <a:bodyPr lIns="0" tIns="0" rIns="0" bIns="0" anchor="t" anchorCtr="0">
            <a:noAutofit/>
          </a:bodyPr>
          <a:lstStyle>
            <a:lvl1pPr algn="r">
              <a:defRPr sz="905">
                <a:solidFill>
                  <a:schemeClr val="tx1"/>
                </a:solidFill>
                <a:latin typeface="腾讯体 W3" panose="020C04030202040F0204" pitchFamily="34" charset="-122"/>
                <a:cs typeface="腾讯体 W3" panose="020C04030202040F0204" pitchFamily="34" charset="-122"/>
              </a:defRPr>
            </a:lvl1pPr>
          </a:lstStyle>
          <a:p>
            <a:fld id="{FEBD7F86-1881-4698-8703-FB80B0800997}" type="slidenum">
              <a:rPr lang="en-GB" smtClean="0"/>
            </a:fld>
            <a:endParaRPr lang="en-GB"/>
          </a:p>
        </p:txBody>
      </p:sp>
      <p:sp>
        <p:nvSpPr>
          <p:cNvPr id="9" name="FiTFirm"/>
          <p:cNvSpPr txBox="1"/>
          <p:nvPr userDrawn="1"/>
        </p:nvSpPr>
        <p:spPr>
          <a:xfrm>
            <a:off x="646545" y="6387623"/>
            <a:ext cx="3509818" cy="134476"/>
          </a:xfrm>
          <a:prstGeom prst="rect">
            <a:avLst/>
          </a:prstGeom>
          <a:noFill/>
        </p:spPr>
        <p:txBody>
          <a:bodyPr vert="horz" wrap="square" lIns="0" tIns="0" rIns="0" bIns="0" rtlCol="0" anchor="t" anchorCtr="0">
            <a:noAutofit/>
          </a:bodyPr>
          <a:lstStyle/>
          <a:p>
            <a:r>
              <a:rPr lang="en-GB" sz="905" noProof="0" dirty="0" smtClean="0">
                <a:latin typeface="腾讯体 W3" panose="020C04030202040F0204" pitchFamily="34" charset="-122"/>
                <a:cs typeface="腾讯体 W3" panose="020C04030202040F0204" pitchFamily="34" charset="-122"/>
              </a:rPr>
              <a:t>FiT  |  </a:t>
            </a:r>
            <a:r>
              <a:rPr lang="en-US" sz="905" noProof="0" dirty="0" smtClean="0">
                <a:latin typeface="腾讯体 W3" panose="020C04030202040F0204" pitchFamily="34" charset="-122"/>
                <a:cs typeface="腾讯体 W3" panose="020C04030202040F0204" pitchFamily="34" charset="-122"/>
              </a:rPr>
              <a:t>1 April 2026</a:t>
            </a:r>
            <a:r>
              <a:rPr lang="en-US" altLang="en-GB" sz="905" noProof="0" dirty="0" smtClean="0">
                <a:latin typeface="腾讯体 W3" panose="020C04030202040F0204" pitchFamily="34" charset="-122"/>
                <a:cs typeface="腾讯体 W3" panose="020C04030202040F0204" pitchFamily="34" charset="-122"/>
              </a:rPr>
              <a:t> </a:t>
            </a:r>
            <a:endParaRPr lang="en-US" altLang="en-GB" sz="905" noProof="0" dirty="0" smtClean="0">
              <a:latin typeface="腾讯体 W3" panose="020C04030202040F0204" pitchFamily="34" charset="-122"/>
              <a:cs typeface="腾讯体 W3" panose="020C04030202040F0204" pitchFamily="34" charset="-122"/>
            </a:endParaRPr>
          </a:p>
        </p:txBody>
      </p:sp>
    </p:spTree>
  </p:cSld>
  <p:clrMapOvr>
    <a:masterClrMapping/>
  </p:clrMapOvr>
  <p:timing>
    <p:tnLst>
      <p:par>
        <p:cTn id="1" dur="indefinite" restart="never" nodeType="tmRoot"/>
      </p:par>
    </p:tnLst>
  </p:timing>
  <p:hf hd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ey point Colour">
    <p:bg>
      <p:bgPr>
        <a:solidFill>
          <a:schemeClr val="accent4"/>
        </a:solidFill>
        <a:effectLst/>
      </p:bgPr>
    </p:bg>
    <p:spTree>
      <p:nvGrpSpPr>
        <p:cNvPr id="1" name=""/>
        <p:cNvGrpSpPr/>
        <p:nvPr/>
      </p:nvGrpSpPr>
      <p:grpSpPr>
        <a:xfrm>
          <a:off x="0" y="0"/>
          <a:ext cx="0" cy="0"/>
          <a:chOff x="0" y="0"/>
          <a:chExt cx="0" cy="0"/>
        </a:xfrm>
      </p:grpSpPr>
      <p:sp>
        <p:nvSpPr>
          <p:cNvPr id="15" name="Content Placeholder 26"/>
          <p:cNvSpPr>
            <a:spLocks noGrp="1"/>
          </p:cNvSpPr>
          <p:nvPr>
            <p:ph sz="quarter" idx="15"/>
          </p:nvPr>
        </p:nvSpPr>
        <p:spPr>
          <a:xfrm>
            <a:off x="646545" y="1949907"/>
            <a:ext cx="10898910" cy="3899811"/>
          </a:xfrm>
        </p:spPr>
        <p:txBody>
          <a:bodyPr/>
          <a:lstStyle>
            <a:lvl1pPr>
              <a:defRPr sz="2900" baseline="0">
                <a:solidFill>
                  <a:schemeClr val="bg1"/>
                </a:solidFill>
              </a:defRPr>
            </a:lvl1pPr>
            <a:lvl2pPr>
              <a:buClr>
                <a:schemeClr val="bg1"/>
              </a:buClr>
              <a:defRPr sz="2900">
                <a:solidFill>
                  <a:schemeClr val="bg1"/>
                </a:solidFill>
              </a:defRPr>
            </a:lvl2pPr>
            <a:lvl3pPr>
              <a:buClr>
                <a:schemeClr val="tx2"/>
              </a:buClr>
              <a:defRPr sz="2900">
                <a:solidFill>
                  <a:schemeClr val="bg1"/>
                </a:solidFill>
              </a:defRPr>
            </a:lvl3pPr>
            <a:lvl4pPr>
              <a:buClr>
                <a:schemeClr val="bg1"/>
              </a:buClr>
              <a:defRPr sz="2900">
                <a:solidFill>
                  <a:schemeClr val="bg1"/>
                </a:solidFill>
              </a:defRPr>
            </a:lvl4pPr>
            <a:lvl5pPr>
              <a:buClr>
                <a:schemeClr val="bg1"/>
              </a:buClr>
              <a:defRPr sz="2900">
                <a:solidFill>
                  <a:schemeClr val="bg1"/>
                </a:solidFill>
              </a:defRPr>
            </a:lvl5pPr>
            <a:lvl6pPr>
              <a:buClr>
                <a:schemeClr val="bg1"/>
              </a:buClr>
              <a:defRPr sz="2900" baseline="0">
                <a:solidFill>
                  <a:schemeClr val="bg1"/>
                </a:solidFill>
              </a:defRPr>
            </a:lvl6pPr>
            <a:lvl7pPr>
              <a:buClr>
                <a:schemeClr val="bg1"/>
              </a:buClr>
              <a:buAutoNum type="alphaLcPeriod"/>
              <a:defRPr sz="2900" baseline="0">
                <a:solidFill>
                  <a:schemeClr val="bg1"/>
                </a:solidFill>
              </a:defRPr>
            </a:lvl7pPr>
            <a:lvl8pPr marL="622300" indent="-207645">
              <a:buClr>
                <a:schemeClr val="bg1"/>
              </a:buClr>
              <a:buFont typeface="+mj-lt"/>
              <a:buAutoNum type="romanLcPeriod"/>
              <a:defRPr sz="2900">
                <a:solidFill>
                  <a:schemeClr val="bg1"/>
                </a:solidFill>
              </a:defRPr>
            </a:lvl8pPr>
            <a:lvl9pPr>
              <a:defRPr sz="2900">
                <a:solidFill>
                  <a:schemeClr val="bg1"/>
                </a:solidFill>
              </a:defRPr>
            </a:lvl9pPr>
          </a:lstStyle>
          <a:p>
            <a:pPr lvl="0"/>
            <a:r>
              <a:rPr lang="en-GB" noProof="0" smtClean="0"/>
              <a:t>Click to edit Master text styles</a:t>
            </a:r>
            <a:endParaRPr lang="en-GB" noProof="0" smtClean="0"/>
          </a:p>
          <a:p>
            <a:pPr lvl="1"/>
            <a:r>
              <a:rPr lang="en-GB" noProof="0" smtClean="0"/>
              <a:t>Second level</a:t>
            </a:r>
            <a:endParaRPr lang="en-GB" noProof="0" smtClean="0"/>
          </a:p>
          <a:p>
            <a:pPr lvl="2"/>
            <a:r>
              <a:rPr lang="en-GB" noProof="0" smtClean="0"/>
              <a:t>Third level</a:t>
            </a:r>
            <a:endParaRPr lang="en-GB" noProof="0" smtClean="0"/>
          </a:p>
          <a:p>
            <a:pPr lvl="3"/>
            <a:r>
              <a:rPr lang="en-GB" noProof="0" smtClean="0"/>
              <a:t>Fourth level</a:t>
            </a:r>
            <a:endParaRPr lang="en-GB" noProof="0" smtClean="0"/>
          </a:p>
          <a:p>
            <a:pPr lvl="4"/>
            <a:r>
              <a:rPr lang="en-GB" noProof="0" smtClean="0"/>
              <a:t>Fifth level</a:t>
            </a:r>
            <a:endParaRPr lang="en-GB" noProof="0" dirty="0" smtClean="0"/>
          </a:p>
        </p:txBody>
      </p:sp>
      <p:sp>
        <p:nvSpPr>
          <p:cNvPr id="16" name="Title Placeholder 1"/>
          <p:cNvSpPr>
            <a:spLocks noGrp="1"/>
          </p:cNvSpPr>
          <p:nvPr>
            <p:ph type="title"/>
          </p:nvPr>
        </p:nvSpPr>
        <p:spPr>
          <a:xfrm>
            <a:off x="646546" y="1008571"/>
            <a:ext cx="10898910" cy="806858"/>
          </a:xfrm>
          <a:prstGeom prst="rect">
            <a:avLst/>
          </a:prstGeom>
        </p:spPr>
        <p:txBody>
          <a:bodyPr vert="horz" lIns="0" tIns="0" rIns="0" bIns="0" rtlCol="0" anchor="t" anchorCtr="0">
            <a:noAutofit/>
          </a:bodyPr>
          <a:lstStyle>
            <a:lvl1pPr>
              <a:defRPr>
                <a:solidFill>
                  <a:schemeClr val="bg1"/>
                </a:solidFill>
              </a:defRPr>
            </a:lvl1pPr>
          </a:lstStyle>
          <a:p>
            <a:r>
              <a:rPr lang="en-GB" noProof="0" smtClean="0"/>
              <a:t>Click to edit Master title style</a:t>
            </a:r>
            <a:endParaRPr lang="en-GB" noProof="0" dirty="0"/>
          </a:p>
        </p:txBody>
      </p:sp>
      <p:cxnSp>
        <p:nvCxnSpPr>
          <p:cNvPr id="17" name="Shape 24"/>
          <p:cNvCxnSpPr/>
          <p:nvPr userDrawn="1"/>
        </p:nvCxnSpPr>
        <p:spPr>
          <a:xfrm flipV="1">
            <a:off x="461819" y="941334"/>
            <a:ext cx="11083639" cy="153302"/>
          </a:xfrm>
          <a:prstGeom prst="bentConnector3">
            <a:avLst>
              <a:gd name="adj1" fmla="val 0"/>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9513455" y="6387623"/>
            <a:ext cx="2032000" cy="134476"/>
          </a:xfrm>
          <a:prstGeom prst="rect">
            <a:avLst/>
          </a:prstGeom>
        </p:spPr>
        <p:txBody>
          <a:bodyPr lIns="0" tIns="0" rIns="0" bIns="0" anchor="t" anchorCtr="0">
            <a:noAutofit/>
          </a:bodyPr>
          <a:lstStyle>
            <a:lvl1pPr algn="r">
              <a:defRPr sz="905">
                <a:solidFill>
                  <a:schemeClr val="bg1"/>
                </a:solidFill>
                <a:latin typeface="腾讯体 W3" panose="020C04030202040F0204" pitchFamily="34" charset="-122"/>
                <a:cs typeface="腾讯体 W3" panose="020C04030202040F0204" pitchFamily="34" charset="-122"/>
              </a:defRPr>
            </a:lvl1pPr>
          </a:lstStyle>
          <a:p>
            <a:fld id="{FEBD7F86-1881-4698-8703-FB80B0800997}" type="slidenum">
              <a:rPr lang="en-GB" smtClean="0"/>
            </a:fld>
            <a:endParaRPr lang="en-GB"/>
          </a:p>
        </p:txBody>
      </p:sp>
      <p:sp>
        <p:nvSpPr>
          <p:cNvPr id="4" name="FiTFirm"/>
          <p:cNvSpPr txBox="1"/>
          <p:nvPr userDrawn="1"/>
        </p:nvSpPr>
        <p:spPr>
          <a:xfrm>
            <a:off x="646545" y="6387623"/>
            <a:ext cx="3509818" cy="134476"/>
          </a:xfrm>
          <a:prstGeom prst="rect">
            <a:avLst/>
          </a:prstGeom>
          <a:noFill/>
        </p:spPr>
        <p:txBody>
          <a:bodyPr vert="horz" wrap="square" lIns="0" tIns="0" rIns="0" bIns="0" rtlCol="0" anchor="t" anchorCtr="0">
            <a:noAutofit/>
          </a:bodyPr>
          <a:lstStyle/>
          <a:p>
            <a:r>
              <a:rPr lang="en-GB" sz="905" noProof="0" dirty="0" smtClean="0">
                <a:solidFill>
                  <a:schemeClr val="bg1"/>
                </a:solidFill>
                <a:latin typeface="腾讯体 W3" panose="020C04030202040F0204" pitchFamily="34" charset="-122"/>
                <a:cs typeface="腾讯体 W3" panose="020C04030202040F0204" pitchFamily="34" charset="-122"/>
              </a:rPr>
              <a:t>FiT  |  </a:t>
            </a:r>
            <a:r>
              <a:rPr lang="en-US" sz="905" noProof="0" dirty="0" smtClean="0">
                <a:solidFill>
                  <a:schemeClr val="bg1"/>
                </a:solidFill>
                <a:latin typeface="腾讯体 W3" panose="020C04030202040F0204" pitchFamily="34" charset="-122"/>
                <a:cs typeface="腾讯体 W3" panose="020C04030202040F0204" pitchFamily="34" charset="-122"/>
              </a:rPr>
              <a:t>1 April 2026</a:t>
            </a:r>
            <a:r>
              <a:rPr lang="en-US" altLang="en-GB" sz="905" noProof="0" dirty="0" smtClean="0">
                <a:solidFill>
                  <a:schemeClr val="bg1"/>
                </a:solidFill>
                <a:latin typeface="腾讯体 W3" panose="020C04030202040F0204" pitchFamily="34" charset="-122"/>
                <a:cs typeface="腾讯体 W3" panose="020C04030202040F0204" pitchFamily="34" charset="-122"/>
              </a:rPr>
              <a:t> </a:t>
            </a:r>
            <a:endParaRPr lang="en-US" altLang="en-GB" sz="905" noProof="0" dirty="0" smtClean="0">
              <a:solidFill>
                <a:schemeClr val="bg1"/>
              </a:solidFill>
              <a:latin typeface="腾讯体 W3" panose="020C04030202040F0204" pitchFamily="34" charset="-122"/>
              <a:cs typeface="腾讯体 W3" panose="020C04030202040F0204" pitchFamily="34" charset="-122"/>
            </a:endParaRPr>
          </a:p>
        </p:txBody>
      </p:sp>
    </p:spTree>
  </p:cSld>
  <p:clrMapOvr>
    <a:masterClrMapping/>
  </p:clrMapOvr>
  <p:timing>
    <p:tnLst>
      <p:par>
        <p:cTn id="1" dur="indefinite" restart="never" nodeType="tmRoot"/>
      </p:par>
    </p:tnLst>
  </p:timing>
  <p:hf hdr="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Divider: Colour">
    <p:bg>
      <p:bgPr>
        <a:solidFill>
          <a:schemeClr val="tx2"/>
        </a:solidFill>
        <a:effectLst/>
      </p:bgPr>
    </p:bg>
    <p:spTree>
      <p:nvGrpSpPr>
        <p:cNvPr id="1" name=""/>
        <p:cNvGrpSpPr/>
        <p:nvPr/>
      </p:nvGrpSpPr>
      <p:grpSpPr>
        <a:xfrm>
          <a:off x="0" y="0"/>
          <a:ext cx="0" cy="0"/>
          <a:chOff x="0" y="0"/>
          <a:chExt cx="0" cy="0"/>
        </a:xfrm>
      </p:grpSpPr>
      <p:sp>
        <p:nvSpPr>
          <p:cNvPr id="57" name="Title 1"/>
          <p:cNvSpPr>
            <a:spLocks noGrp="1"/>
          </p:cNvSpPr>
          <p:nvPr>
            <p:ph type="ctrTitle"/>
          </p:nvPr>
        </p:nvSpPr>
        <p:spPr bwMode="black">
          <a:xfrm>
            <a:off x="646545" y="1143049"/>
            <a:ext cx="10898910" cy="403429"/>
          </a:xfrm>
        </p:spPr>
        <p:txBody>
          <a:bodyPr anchor="t" anchorCtr="0">
            <a:noAutofit/>
          </a:bodyPr>
          <a:lstStyle>
            <a:lvl1pPr>
              <a:lnSpc>
                <a:spcPct val="90000"/>
              </a:lnSpc>
              <a:defRPr sz="2900">
                <a:solidFill>
                  <a:schemeClr val="bg1"/>
                </a:solidFill>
                <a:latin typeface="+mj-lt"/>
              </a:defRPr>
            </a:lvl1pPr>
          </a:lstStyle>
          <a:p>
            <a:r>
              <a:rPr lang="en-GB" noProof="0" smtClean="0"/>
              <a:t>Click to edit Master title style</a:t>
            </a:r>
            <a:endParaRPr lang="en-GB" noProof="0" dirty="0" smtClean="0"/>
          </a:p>
        </p:txBody>
      </p:sp>
      <p:sp>
        <p:nvSpPr>
          <p:cNvPr id="58" name="Subtitle 2"/>
          <p:cNvSpPr>
            <a:spLocks noGrp="1"/>
          </p:cNvSpPr>
          <p:nvPr>
            <p:ph type="subTitle" idx="1"/>
          </p:nvPr>
        </p:nvSpPr>
        <p:spPr bwMode="black">
          <a:xfrm>
            <a:off x="646545" y="1546477"/>
            <a:ext cx="10898910" cy="403429"/>
          </a:xfrm>
        </p:spPr>
        <p:txBody>
          <a:bodyPr>
            <a:noAutofit/>
          </a:bodyPr>
          <a:lstStyle>
            <a:lvl1pPr marL="0" indent="0" algn="l">
              <a:lnSpc>
                <a:spcPct val="90000"/>
              </a:lnSpc>
              <a:buNone/>
              <a:defRPr sz="2900">
                <a:solidFill>
                  <a:schemeClr val="bg1"/>
                </a:solidFill>
                <a:latin typeface="+mj-lt"/>
              </a:defRPr>
            </a:lvl1pPr>
            <a:lvl2pPr marL="461645" indent="0" algn="ctr">
              <a:buNone/>
              <a:defRPr>
                <a:solidFill>
                  <a:schemeClr val="tx1">
                    <a:tint val="75000"/>
                  </a:schemeClr>
                </a:solidFill>
              </a:defRPr>
            </a:lvl2pPr>
            <a:lvl3pPr marL="923925" indent="0" algn="ctr">
              <a:buNone/>
              <a:defRPr>
                <a:solidFill>
                  <a:schemeClr val="tx1">
                    <a:tint val="75000"/>
                  </a:schemeClr>
                </a:solidFill>
              </a:defRPr>
            </a:lvl3pPr>
            <a:lvl4pPr marL="1385570" indent="0" algn="ctr">
              <a:buNone/>
              <a:defRPr>
                <a:solidFill>
                  <a:schemeClr val="tx1">
                    <a:tint val="75000"/>
                  </a:schemeClr>
                </a:solidFill>
              </a:defRPr>
            </a:lvl4pPr>
            <a:lvl5pPr marL="1848485" indent="0" algn="ctr">
              <a:buNone/>
              <a:defRPr>
                <a:solidFill>
                  <a:schemeClr val="tx1">
                    <a:tint val="75000"/>
                  </a:schemeClr>
                </a:solidFill>
              </a:defRPr>
            </a:lvl5pPr>
            <a:lvl6pPr marL="2310130" indent="0" algn="ctr">
              <a:buNone/>
              <a:defRPr>
                <a:solidFill>
                  <a:schemeClr val="tx1">
                    <a:tint val="75000"/>
                  </a:schemeClr>
                </a:solidFill>
              </a:defRPr>
            </a:lvl6pPr>
            <a:lvl7pPr marL="2772410" indent="0" algn="ctr">
              <a:buNone/>
              <a:defRPr>
                <a:solidFill>
                  <a:schemeClr val="tx1">
                    <a:tint val="75000"/>
                  </a:schemeClr>
                </a:solidFill>
              </a:defRPr>
            </a:lvl7pPr>
            <a:lvl8pPr marL="3234055" indent="0" algn="ctr">
              <a:buNone/>
              <a:defRPr>
                <a:solidFill>
                  <a:schemeClr val="tx1">
                    <a:tint val="75000"/>
                  </a:schemeClr>
                </a:solidFill>
              </a:defRPr>
            </a:lvl8pPr>
            <a:lvl9pPr marL="3695700" indent="0" algn="ctr">
              <a:buNone/>
              <a:defRPr>
                <a:solidFill>
                  <a:schemeClr val="tx1">
                    <a:tint val="75000"/>
                  </a:schemeClr>
                </a:solidFill>
              </a:defRPr>
            </a:lvl9pPr>
          </a:lstStyle>
          <a:p>
            <a:r>
              <a:rPr lang="en-GB" noProof="0" smtClean="0"/>
              <a:t>Click to edit Master subtitle style</a:t>
            </a:r>
            <a:endParaRPr lang="en-GB" noProof="0" dirty="0" smtClean="0"/>
          </a:p>
        </p:txBody>
      </p:sp>
      <p:cxnSp>
        <p:nvCxnSpPr>
          <p:cNvPr id="9" name="Shape 24"/>
          <p:cNvCxnSpPr/>
          <p:nvPr/>
        </p:nvCxnSpPr>
        <p:spPr>
          <a:xfrm flipV="1">
            <a:off x="461819" y="941334"/>
            <a:ext cx="11083639" cy="153302"/>
          </a:xfrm>
          <a:prstGeom prst="bentConnector3">
            <a:avLst>
              <a:gd name="adj1" fmla="val 0"/>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6" name="Slide Number Placeholder 5"/>
          <p:cNvSpPr>
            <a:spLocks noGrp="1"/>
          </p:cNvSpPr>
          <p:nvPr>
            <p:ph type="sldNum" sz="quarter" idx="4"/>
          </p:nvPr>
        </p:nvSpPr>
        <p:spPr>
          <a:xfrm>
            <a:off x="9513455" y="6387623"/>
            <a:ext cx="2032000" cy="134476"/>
          </a:xfrm>
          <a:prstGeom prst="rect">
            <a:avLst/>
          </a:prstGeom>
        </p:spPr>
        <p:txBody>
          <a:bodyPr lIns="0" tIns="0" rIns="0" bIns="0" anchor="t" anchorCtr="0">
            <a:noAutofit/>
          </a:bodyPr>
          <a:lstStyle>
            <a:lvl1pPr algn="r">
              <a:defRPr sz="905">
                <a:solidFill>
                  <a:schemeClr val="bg1"/>
                </a:solidFill>
                <a:latin typeface="腾讯体 W3" panose="020C04030202040F0204" pitchFamily="34" charset="-122"/>
                <a:cs typeface="腾讯体 W3" panose="020C04030202040F0204" pitchFamily="34" charset="-122"/>
              </a:defRPr>
            </a:lvl1pPr>
          </a:lstStyle>
          <a:p>
            <a:fld id="{FEBD7F86-1881-4698-8703-FB80B0800997}" type="slidenum">
              <a:rPr lang="en-GB" smtClean="0"/>
            </a:fld>
            <a:endParaRPr lang="en-GB"/>
          </a:p>
        </p:txBody>
      </p:sp>
      <p:sp>
        <p:nvSpPr>
          <p:cNvPr id="11" name="FiTFirm"/>
          <p:cNvSpPr txBox="1"/>
          <p:nvPr userDrawn="1"/>
        </p:nvSpPr>
        <p:spPr>
          <a:xfrm>
            <a:off x="646545" y="6387623"/>
            <a:ext cx="3509818" cy="134476"/>
          </a:xfrm>
          <a:prstGeom prst="rect">
            <a:avLst/>
          </a:prstGeom>
          <a:noFill/>
        </p:spPr>
        <p:txBody>
          <a:bodyPr vert="horz" wrap="square" lIns="0" tIns="0" rIns="0" bIns="0" rtlCol="0" anchor="t" anchorCtr="0">
            <a:noAutofit/>
          </a:bodyPr>
          <a:lstStyle/>
          <a:p>
            <a:r>
              <a:rPr lang="en-GB" sz="905" noProof="0" dirty="0" smtClean="0">
                <a:solidFill>
                  <a:schemeClr val="bg1"/>
                </a:solidFill>
                <a:latin typeface="腾讯体 W3" panose="020C04030202040F0204" pitchFamily="34" charset="-122"/>
                <a:cs typeface="腾讯体 W3" panose="020C04030202040F0204" pitchFamily="34" charset="-122"/>
                <a:sym typeface="+mn-ea"/>
              </a:rPr>
              <a:t>FiT  |  </a:t>
            </a:r>
            <a:r>
              <a:rPr lang="en-US" sz="905" noProof="0" dirty="0" smtClean="0">
                <a:solidFill>
                  <a:schemeClr val="bg1"/>
                </a:solidFill>
                <a:latin typeface="腾讯体 W3" panose="020C04030202040F0204" pitchFamily="34" charset="-122"/>
                <a:cs typeface="腾讯体 W3" panose="020C04030202040F0204" pitchFamily="34" charset="-122"/>
                <a:sym typeface="+mn-ea"/>
              </a:rPr>
              <a:t>1 April 2026</a:t>
            </a:r>
            <a:r>
              <a:rPr lang="en-US" altLang="en-GB" sz="905" noProof="0" dirty="0" smtClean="0">
                <a:solidFill>
                  <a:schemeClr val="bg1"/>
                </a:solidFill>
                <a:latin typeface="腾讯体 W3" panose="020C04030202040F0204" pitchFamily="34" charset="-122"/>
                <a:cs typeface="腾讯体 W3" panose="020C04030202040F0204" pitchFamily="34" charset="-122"/>
                <a:sym typeface="+mn-ea"/>
              </a:rPr>
              <a:t> </a:t>
            </a:r>
            <a:endParaRPr lang="en-GB" sz="905" noProof="0" dirty="0">
              <a:solidFill>
                <a:schemeClr val="bg2"/>
              </a:solidFill>
              <a:latin typeface="腾讯体 W3" panose="020C04030202040F0204" pitchFamily="34" charset="-122"/>
              <a:cs typeface="腾讯体 W3" panose="020C04030202040F0204" pitchFamily="34" charset="-122"/>
            </a:endParaRPr>
          </a:p>
        </p:txBody>
      </p:sp>
    </p:spTree>
  </p:cSld>
  <p:clrMapOvr>
    <a:masterClrMapping/>
  </p:clrMapOvr>
  <p:timing>
    <p:tnLst>
      <p:par>
        <p:cTn id="1" dur="indefinite" restart="never" nodeType="tmRoot"/>
      </p:par>
    </p:tnLst>
  </p:timing>
  <p:hf hdr="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Statement">
    <p:spTree>
      <p:nvGrpSpPr>
        <p:cNvPr id="1" name=""/>
        <p:cNvGrpSpPr/>
        <p:nvPr/>
      </p:nvGrpSpPr>
      <p:grpSpPr>
        <a:xfrm>
          <a:off x="0" y="0"/>
          <a:ext cx="0" cy="0"/>
          <a:chOff x="0" y="0"/>
          <a:chExt cx="0" cy="0"/>
        </a:xfrm>
      </p:grpSpPr>
      <p:sp>
        <p:nvSpPr>
          <p:cNvPr id="5" name="Title Placeholder 1"/>
          <p:cNvSpPr>
            <a:spLocks noGrp="1"/>
          </p:cNvSpPr>
          <p:nvPr>
            <p:ph type="title"/>
          </p:nvPr>
        </p:nvSpPr>
        <p:spPr>
          <a:xfrm>
            <a:off x="646546" y="1008571"/>
            <a:ext cx="10898910" cy="806858"/>
          </a:xfrm>
          <a:prstGeom prst="rect">
            <a:avLst/>
          </a:prstGeom>
        </p:spPr>
        <p:txBody>
          <a:bodyPr vert="horz" lIns="0" tIns="0" rIns="0" bIns="0" rtlCol="0" anchor="t" anchorCtr="0">
            <a:noAutofit/>
          </a:bodyPr>
          <a:lstStyle/>
          <a:p>
            <a:r>
              <a:rPr lang="en-GB" noProof="0" smtClean="0"/>
              <a:t>Click to edit Master title style</a:t>
            </a:r>
            <a:endParaRPr lang="en-GB" noProof="0" dirty="0"/>
          </a:p>
        </p:txBody>
      </p:sp>
      <p:cxnSp>
        <p:nvCxnSpPr>
          <p:cNvPr id="6" name="Shape 24"/>
          <p:cNvCxnSpPr/>
          <p:nvPr userDrawn="1"/>
        </p:nvCxnSpPr>
        <p:spPr>
          <a:xfrm flipV="1">
            <a:off x="461819" y="941334"/>
            <a:ext cx="11083639" cy="153302"/>
          </a:xfrm>
          <a:prstGeom prst="bentConnector3">
            <a:avLst>
              <a:gd name="adj1" fmla="val 0"/>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9" name="FiTFirm"/>
          <p:cNvSpPr txBox="1"/>
          <p:nvPr userDrawn="1"/>
        </p:nvSpPr>
        <p:spPr>
          <a:xfrm>
            <a:off x="646545" y="6387623"/>
            <a:ext cx="3509818" cy="134476"/>
          </a:xfrm>
          <a:prstGeom prst="rect">
            <a:avLst/>
          </a:prstGeom>
          <a:noFill/>
        </p:spPr>
        <p:txBody>
          <a:bodyPr vert="horz" wrap="square" lIns="0" tIns="0" rIns="0" bIns="0" rtlCol="0" anchor="t" anchorCtr="0">
            <a:noAutofit/>
          </a:bodyPr>
          <a:lstStyle/>
          <a:p>
            <a:r>
              <a:rPr lang="en-GB" sz="905" noProof="0" dirty="0" smtClean="0">
                <a:latin typeface="腾讯体 W3" panose="020C04030202040F0204" pitchFamily="34" charset="-122"/>
                <a:cs typeface="腾讯体 W3" panose="020C04030202040F0204" pitchFamily="34" charset="-122"/>
              </a:rPr>
              <a:t>FiT  |  </a:t>
            </a:r>
            <a:r>
              <a:rPr lang="en-US" sz="905" noProof="0" dirty="0" smtClean="0">
                <a:latin typeface="腾讯体 W3" panose="020C04030202040F0204" pitchFamily="34" charset="-122"/>
                <a:cs typeface="腾讯体 W3" panose="020C04030202040F0204" pitchFamily="34" charset="-122"/>
              </a:rPr>
              <a:t>1 April 2026</a:t>
            </a:r>
            <a:r>
              <a:rPr lang="en-US" altLang="en-GB" sz="905" noProof="0" dirty="0" smtClean="0">
                <a:latin typeface="腾讯体 W3" panose="020C04030202040F0204" pitchFamily="34" charset="-122"/>
                <a:cs typeface="腾讯体 W3" panose="020C04030202040F0204" pitchFamily="34" charset="-122"/>
              </a:rPr>
              <a:t> </a:t>
            </a:r>
            <a:endParaRPr lang="en-US" altLang="en-GB" sz="905" noProof="0" dirty="0" smtClean="0">
              <a:latin typeface="腾讯体 W3" panose="020C04030202040F0204" pitchFamily="34" charset="-122"/>
              <a:cs typeface="腾讯体 W3" panose="020C04030202040F0204" pitchFamily="34" charset="-122"/>
            </a:endParaRPr>
          </a:p>
        </p:txBody>
      </p:sp>
    </p:spTree>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cSld name="7_Content: One">
    <p:spTree>
      <p:nvGrpSpPr>
        <p:cNvPr id="1" name=""/>
        <p:cNvGrpSpPr/>
        <p:nvPr/>
      </p:nvGrpSpPr>
      <p:grpSpPr>
        <a:xfrm>
          <a:off x="0" y="0"/>
          <a:ext cx="0" cy="0"/>
          <a:chOff x="0" y="0"/>
          <a:chExt cx="0" cy="0"/>
        </a:xfrm>
      </p:grpSpPr>
      <p:sp>
        <p:nvSpPr>
          <p:cNvPr id="16" name="Title Placeholder 1"/>
          <p:cNvSpPr>
            <a:spLocks noGrp="1"/>
          </p:cNvSpPr>
          <p:nvPr>
            <p:ph type="title"/>
          </p:nvPr>
        </p:nvSpPr>
        <p:spPr>
          <a:xfrm>
            <a:off x="646546" y="688224"/>
            <a:ext cx="10898910" cy="244421"/>
          </a:xfrm>
          <a:prstGeom prst="rect">
            <a:avLst/>
          </a:prstGeom>
        </p:spPr>
        <p:txBody>
          <a:bodyPr vert="horz" lIns="0" tIns="0" rIns="0" bIns="0" rtlCol="0" anchor="t" anchorCtr="0">
            <a:spAutoFit/>
          </a:bodyPr>
          <a:lstStyle>
            <a:lvl1pPr>
              <a:defRPr sz="1600"/>
            </a:lvl1pPr>
          </a:lstStyle>
          <a:p>
            <a:r>
              <a:rPr lang="en-US" noProof="0" dirty="0" smtClean="0"/>
              <a:t>Click to edit Master title style</a:t>
            </a:r>
            <a:endParaRPr lang="en-US" noProof="0" dirty="0"/>
          </a:p>
        </p:txBody>
      </p:sp>
      <p:sp>
        <p:nvSpPr>
          <p:cNvPr id="19" name="Content Placeholder 18"/>
          <p:cNvSpPr>
            <a:spLocks noGrp="1"/>
          </p:cNvSpPr>
          <p:nvPr>
            <p:ph sz="quarter" idx="10"/>
          </p:nvPr>
        </p:nvSpPr>
        <p:spPr>
          <a:xfrm>
            <a:off x="646545" y="1207059"/>
            <a:ext cx="10898910" cy="1125664"/>
          </a:xfrm>
        </p:spPr>
        <p:txBody>
          <a:bodyPr>
            <a:spAutoFit/>
          </a:bodyPr>
          <a:lstStyle>
            <a:lvl1pPr marL="0" indent="0">
              <a:spcAft>
                <a:spcPts val="595"/>
              </a:spcAft>
              <a:defRPr sz="1100"/>
            </a:lvl1pPr>
            <a:lvl2pPr>
              <a:spcAft>
                <a:spcPts val="595"/>
              </a:spcAft>
              <a:defRPr sz="1100"/>
            </a:lvl2pPr>
            <a:lvl3pPr>
              <a:spcAft>
                <a:spcPts val="595"/>
              </a:spcAft>
              <a:defRPr sz="1100"/>
            </a:lvl3pPr>
            <a:lvl4pPr>
              <a:spcAft>
                <a:spcPts val="595"/>
              </a:spcAft>
              <a:defRPr sz="1100"/>
            </a:lvl4pPr>
            <a:lvl5pPr>
              <a:spcAft>
                <a:spcPts val="595"/>
              </a:spcAft>
              <a:defRPr sz="1100"/>
            </a:lvl5pPr>
            <a:lvl6pPr>
              <a:defRPr/>
            </a:lvl6pPr>
            <a:lvl7pPr>
              <a:defRPr/>
            </a:lvl7pPr>
            <a:lvl8pPr>
              <a:defRPr/>
            </a:lvl8pPr>
            <a:lvl9pPr>
              <a:defRPr/>
            </a:lvl9pPr>
          </a:lstStyle>
          <a:p>
            <a:pPr lvl="0"/>
            <a:r>
              <a:rPr lang="en-US" dirty="0" smtClean="0"/>
              <a:t>Click to edit Master text styles</a:t>
            </a:r>
            <a:endParaRPr lang="en-US" dirty="0" smtClean="0"/>
          </a:p>
          <a:p>
            <a:pPr lvl="1"/>
            <a:r>
              <a:rPr lang="en-US" dirty="0" smtClean="0"/>
              <a:t>Second level</a:t>
            </a:r>
            <a:endParaRPr lang="en-US" dirty="0" smtClean="0"/>
          </a:p>
          <a:p>
            <a:pPr lvl="2"/>
            <a:r>
              <a:rPr lang="en-US" dirty="0" smtClean="0"/>
              <a:t>Third level</a:t>
            </a:r>
            <a:endParaRPr lang="en-US" dirty="0" smtClean="0"/>
          </a:p>
          <a:p>
            <a:pPr lvl="3"/>
            <a:r>
              <a:rPr lang="en-US" dirty="0" smtClean="0"/>
              <a:t>Fourth level</a:t>
            </a:r>
            <a:endParaRPr lang="en-US" dirty="0" smtClean="0"/>
          </a:p>
          <a:p>
            <a:pPr lvl="4"/>
            <a:r>
              <a:rPr lang="en-US" dirty="0" smtClean="0"/>
              <a:t>Fifth level</a:t>
            </a:r>
            <a:endParaRPr lang="en-US" dirty="0" smtClean="0"/>
          </a:p>
        </p:txBody>
      </p:sp>
      <p:sp>
        <p:nvSpPr>
          <p:cNvPr id="9" name="Slide Number Placeholder 5"/>
          <p:cNvSpPr>
            <a:spLocks noGrp="1"/>
          </p:cNvSpPr>
          <p:nvPr>
            <p:ph type="sldNum" sz="quarter" idx="4"/>
          </p:nvPr>
        </p:nvSpPr>
        <p:spPr>
          <a:xfrm>
            <a:off x="9513455" y="6387624"/>
            <a:ext cx="2032000" cy="134477"/>
          </a:xfrm>
          <a:prstGeom prst="rect">
            <a:avLst/>
          </a:prstGeom>
        </p:spPr>
        <p:txBody>
          <a:bodyPr lIns="0" tIns="0" rIns="0" bIns="0" anchor="t" anchorCtr="0">
            <a:noAutofit/>
          </a:bodyPr>
          <a:lstStyle>
            <a:lvl1pPr algn="r">
              <a:defRPr sz="800">
                <a:solidFill>
                  <a:schemeClr val="tx1"/>
                </a:solidFill>
                <a:latin typeface="+mj-lt"/>
                <a:cs typeface="腾讯体 W3" panose="020C04030202040F0204" pitchFamily="34" charset="-122"/>
              </a:defRPr>
            </a:lvl1pPr>
          </a:lstStyle>
          <a:p>
            <a:fld id="{FEBD7F86-1881-4698-8703-FB80B0800997}" type="slidenum">
              <a:rPr lang="en-US" smtClean="0"/>
            </a:fld>
            <a:endParaRPr lang="en-US" dirty="0"/>
          </a:p>
        </p:txBody>
      </p:sp>
      <p:sp>
        <p:nvSpPr>
          <p:cNvPr id="10" name="Date Placeholder 3"/>
          <p:cNvSpPr>
            <a:spLocks noGrp="1"/>
          </p:cNvSpPr>
          <p:nvPr>
            <p:ph type="dt" sz="half" idx="2"/>
          </p:nvPr>
        </p:nvSpPr>
        <p:spPr>
          <a:xfrm>
            <a:off x="9513455" y="6253146"/>
            <a:ext cx="2032000" cy="134477"/>
          </a:xfrm>
          <a:prstGeom prst="rect">
            <a:avLst/>
          </a:prstGeom>
        </p:spPr>
        <p:txBody>
          <a:bodyPr lIns="0" tIns="0" rIns="0" bIns="0" anchor="t" anchorCtr="0">
            <a:noAutofit/>
          </a:bodyPr>
          <a:lstStyle>
            <a:lvl1pPr algn="r">
              <a:defRPr sz="800">
                <a:solidFill>
                  <a:schemeClr val="tx1"/>
                </a:solidFill>
                <a:latin typeface="+mj-lt"/>
                <a:cs typeface="腾讯体 W3" panose="020C04030202040F0204" pitchFamily="34" charset="-122"/>
              </a:defRPr>
            </a:lvl1pPr>
          </a:lstStyle>
          <a:p>
            <a:endParaRPr lang="en-US" dirty="0"/>
          </a:p>
        </p:txBody>
      </p:sp>
      <p:cxnSp>
        <p:nvCxnSpPr>
          <p:cNvPr id="12" name="Shape 24"/>
          <p:cNvCxnSpPr/>
          <p:nvPr userDrawn="1"/>
        </p:nvCxnSpPr>
        <p:spPr>
          <a:xfrm flipV="1">
            <a:off x="461822" y="607832"/>
            <a:ext cx="11083639" cy="129098"/>
          </a:xfrm>
          <a:prstGeom prst="bentConnector3">
            <a:avLst>
              <a:gd name="adj1" fmla="val 0"/>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FiTFirm"/>
          <p:cNvSpPr txBox="1"/>
          <p:nvPr userDrawn="1"/>
        </p:nvSpPr>
        <p:spPr>
          <a:xfrm>
            <a:off x="646545" y="6387623"/>
            <a:ext cx="3509818" cy="134476"/>
          </a:xfrm>
          <a:prstGeom prst="rect">
            <a:avLst/>
          </a:prstGeom>
          <a:noFill/>
        </p:spPr>
        <p:txBody>
          <a:bodyPr vert="horz" wrap="square" lIns="0" tIns="0" rIns="0" bIns="0" rtlCol="0" anchor="t" anchorCtr="0">
            <a:noAutofit/>
          </a:bodyPr>
          <a:lstStyle/>
          <a:p>
            <a:r>
              <a:rPr lang="en-GB" sz="905" noProof="0" dirty="0" smtClean="0">
                <a:latin typeface="腾讯体 W3" panose="020C04030202040F0204" pitchFamily="34" charset="-122"/>
                <a:cs typeface="腾讯体 W3" panose="020C04030202040F0204" pitchFamily="34" charset="-122"/>
              </a:rPr>
              <a:t>FiT  |  </a:t>
            </a:r>
            <a:r>
              <a:rPr lang="en-US" sz="905" noProof="0" dirty="0" smtClean="0">
                <a:latin typeface="腾讯体 W3" panose="020C04030202040F0204" pitchFamily="34" charset="-122"/>
                <a:cs typeface="腾讯体 W3" panose="020C04030202040F0204" pitchFamily="34" charset="-122"/>
              </a:rPr>
              <a:t>1 April 2026</a:t>
            </a:r>
            <a:r>
              <a:rPr lang="en-US" altLang="en-GB" sz="905" noProof="0" dirty="0" smtClean="0">
                <a:latin typeface="腾讯体 W3" panose="020C04030202040F0204" pitchFamily="34" charset="-122"/>
                <a:cs typeface="腾讯体 W3" panose="020C04030202040F0204" pitchFamily="34" charset="-122"/>
              </a:rPr>
              <a:t> </a:t>
            </a:r>
            <a:endParaRPr lang="en-US" altLang="en-GB" sz="905" noProof="0" dirty="0" smtClean="0">
              <a:latin typeface="腾讯体 W3" panose="020C04030202040F0204" pitchFamily="34" charset="-122"/>
              <a:cs typeface="腾讯体 W3" panose="020C04030202040F0204" pitchFamily="34" charset="-122"/>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Cover Only">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p>
            <a:r>
              <a:rPr lang="en-US" noProof="0" smtClean="0"/>
              <a:t>Click to edit Master title style</a:t>
            </a:r>
            <a:endParaRPr lang="en-GB" noProof="0"/>
          </a:p>
        </p:txBody>
      </p:sp>
      <p:sp>
        <p:nvSpPr>
          <p:cNvPr id="3" name="FiTFirm"/>
          <p:cNvSpPr txBox="1"/>
          <p:nvPr userDrawn="1"/>
        </p:nvSpPr>
        <p:spPr>
          <a:xfrm>
            <a:off x="646545" y="6387623"/>
            <a:ext cx="3509818" cy="134476"/>
          </a:xfrm>
          <a:prstGeom prst="rect">
            <a:avLst/>
          </a:prstGeom>
          <a:noFill/>
        </p:spPr>
        <p:txBody>
          <a:bodyPr vert="horz" wrap="square" lIns="0" tIns="0" rIns="0" bIns="0" rtlCol="0" anchor="t" anchorCtr="0">
            <a:noAutofit/>
          </a:bodyPr>
          <a:lstStyle/>
          <a:p>
            <a:r>
              <a:rPr lang="en-GB" sz="905" noProof="0" dirty="0" smtClean="0">
                <a:latin typeface="腾讯体 W3" panose="020C04030202040F0204" pitchFamily="34" charset="-122"/>
                <a:cs typeface="腾讯体 W3" panose="020C04030202040F0204" pitchFamily="34" charset="-122"/>
              </a:rPr>
              <a:t>FiT  |  </a:t>
            </a:r>
            <a:r>
              <a:rPr lang="en-US" sz="905" noProof="0" dirty="0" smtClean="0">
                <a:latin typeface="腾讯体 W3" panose="020C04030202040F0204" pitchFamily="34" charset="-122"/>
                <a:cs typeface="腾讯体 W3" panose="020C04030202040F0204" pitchFamily="34" charset="-122"/>
              </a:rPr>
              <a:t>1 April 2026</a:t>
            </a:r>
            <a:r>
              <a:rPr lang="en-US" altLang="en-GB" sz="905" noProof="0" dirty="0" smtClean="0">
                <a:latin typeface="腾讯体 W3" panose="020C04030202040F0204" pitchFamily="34" charset="-122"/>
                <a:cs typeface="腾讯体 W3" panose="020C04030202040F0204" pitchFamily="34" charset="-122"/>
              </a:rPr>
              <a:t> </a:t>
            </a:r>
            <a:endParaRPr lang="en-US" altLang="en-GB" sz="905" noProof="0" dirty="0" smtClean="0">
              <a:latin typeface="腾讯体 W3" panose="020C04030202040F0204" pitchFamily="34" charset="-122"/>
              <a:cs typeface="腾讯体 W3" panose="020C04030202040F0204" pitchFamily="34" charset="-122"/>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2_Custom">
    <p:spTree>
      <p:nvGrpSpPr>
        <p:cNvPr id="1" name=""/>
        <p:cNvGrpSpPr/>
        <p:nvPr/>
      </p:nvGrpSpPr>
      <p:grpSpPr>
        <a:xfrm>
          <a:off x="0" y="0"/>
          <a:ext cx="0" cy="0"/>
          <a:chOff x="0" y="0"/>
          <a:chExt cx="0" cy="0"/>
        </a:xfrm>
      </p:grpSpPr>
      <p:sp>
        <p:nvSpPr>
          <p:cNvPr id="2" name="Title 1"/>
          <p:cNvSpPr>
            <a:spLocks noGrp="1"/>
          </p:cNvSpPr>
          <p:nvPr>
            <p:ph type="title"/>
          </p:nvPr>
        </p:nvSpPr>
        <p:spPr>
          <a:xfrm>
            <a:off x="711200" y="674284"/>
            <a:ext cx="10769600" cy="914438"/>
          </a:xfrm>
        </p:spPr>
        <p:txBody>
          <a:bodyPr/>
          <a:lstStyle>
            <a:lvl1pPr>
              <a:defRPr/>
            </a:lvl1pPr>
          </a:lstStyle>
          <a:p>
            <a:r>
              <a:rPr lang="en-US" noProof="0" dirty="0" smtClean="0"/>
              <a:t>Click to edit Master title style</a:t>
            </a:r>
            <a:endParaRPr lang="en-GB" noProof="0" dirty="0"/>
          </a:p>
        </p:txBody>
      </p:sp>
      <p:sp>
        <p:nvSpPr>
          <p:cNvPr id="31" name="Content Placeholder 26"/>
          <p:cNvSpPr>
            <a:spLocks noGrp="1"/>
          </p:cNvSpPr>
          <p:nvPr>
            <p:ph sz="quarter" idx="15"/>
          </p:nvPr>
        </p:nvSpPr>
        <p:spPr>
          <a:xfrm>
            <a:off x="711200" y="1752674"/>
            <a:ext cx="10769600" cy="4419786"/>
          </a:xfrm>
        </p:spPr>
        <p:txBody>
          <a:bodyPr/>
          <a:lstStyle>
            <a:lvl1pPr>
              <a:defRPr baseline="0"/>
            </a:lvl1p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a:p>
        </p:txBody>
      </p:sp>
      <p:sp>
        <p:nvSpPr>
          <p:cNvPr id="27"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r>
              <a:rPr lang="en-GB" dirty="0" smtClean="0"/>
              <a:t>Title of presentation</a:t>
            </a:r>
            <a:endParaRPr lang="en-GB" dirty="0"/>
          </a:p>
        </p:txBody>
      </p:sp>
      <p:sp>
        <p:nvSpPr>
          <p:cNvPr id="32" name="TextBox 31"/>
          <p:cNvSpPr txBox="1"/>
          <p:nvPr/>
        </p:nvSpPr>
        <p:spPr>
          <a:xfrm>
            <a:off x="711200" y="6477273"/>
            <a:ext cx="3454400" cy="152407"/>
          </a:xfrm>
          <a:prstGeom prst="rect">
            <a:avLst/>
          </a:prstGeom>
          <a:noFill/>
        </p:spPr>
        <p:txBody>
          <a:bodyPr vert="horz" wrap="square" lIns="0" tIns="0" rIns="0" bIns="0" rtlCol="0" anchor="t" anchorCtr="0">
            <a:noAutofit/>
          </a:bodyPr>
          <a:lstStyle/>
          <a:p>
            <a:r>
              <a:rPr lang="en-GB" sz="1000" noProof="0" dirty="0" smtClean="0">
                <a:latin typeface="腾讯体 W3" panose="020C04030202040F0204" pitchFamily="34" charset="-122"/>
                <a:cs typeface="腾讯体 W3" panose="020C04030202040F0204" pitchFamily="34" charset="-122"/>
              </a:rPr>
              <a:t>FiT</a:t>
            </a:r>
            <a:endParaRPr lang="en-GB" sz="1000" noProof="0" dirty="0">
              <a:latin typeface="腾讯体 W3" panose="020C04030202040F0204" pitchFamily="34" charset="-122"/>
              <a:cs typeface="腾讯体 W3" panose="020C04030202040F0204" pitchFamily="34" charset="-122"/>
            </a:endParaRPr>
          </a:p>
        </p:txBody>
      </p:sp>
      <p:cxnSp>
        <p:nvCxnSpPr>
          <p:cNvPr id="15" name="Shape 14"/>
          <p:cNvCxnSpPr/>
          <p:nvPr userDrawn="1"/>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fld>
            <a:endParaRPr lang="en-GB" dirty="0"/>
          </a:p>
        </p:txBody>
      </p:sp>
      <p:sp>
        <p:nvSpPr>
          <p:cNvPr id="10"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r>
              <a:rPr lang="en-US" dirty="0" smtClean="0"/>
              <a:t>Insert date here</a:t>
            </a:r>
            <a:endParaRPr lang="en-GB" dirty="0"/>
          </a:p>
        </p:txBody>
      </p:sp>
    </p:spTree>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cSld name="Content: Title with Footers">
    <p:spTree>
      <p:nvGrpSpPr>
        <p:cNvPr id="1" name=""/>
        <p:cNvGrpSpPr/>
        <p:nvPr/>
      </p:nvGrpSpPr>
      <p:grpSpPr>
        <a:xfrm>
          <a:off x="0" y="0"/>
          <a:ext cx="0" cy="0"/>
          <a:chOff x="0" y="0"/>
          <a:chExt cx="0" cy="0"/>
        </a:xfrm>
      </p:grpSpPr>
      <p:sp>
        <p:nvSpPr>
          <p:cNvPr id="9" name="Title Placeholder 1"/>
          <p:cNvSpPr>
            <a:spLocks noGrp="1"/>
          </p:cNvSpPr>
          <p:nvPr>
            <p:ph type="title"/>
          </p:nvPr>
        </p:nvSpPr>
        <p:spPr>
          <a:xfrm>
            <a:off x="646546" y="1008571"/>
            <a:ext cx="10898910" cy="806858"/>
          </a:xfrm>
          <a:prstGeom prst="rect">
            <a:avLst/>
          </a:prstGeom>
        </p:spPr>
        <p:txBody>
          <a:bodyPr vert="horz" lIns="0" tIns="0" rIns="0" bIns="0" rtlCol="0" anchor="t" anchorCtr="0">
            <a:noAutofit/>
          </a:bodyPr>
          <a:lstStyle/>
          <a:p>
            <a:r>
              <a:rPr lang="en-GB" noProof="0" smtClean="0"/>
              <a:t>Click to edit Master title style</a:t>
            </a:r>
            <a:endParaRPr lang="en-GB" noProof="0" dirty="0"/>
          </a:p>
        </p:txBody>
      </p:sp>
      <p:cxnSp>
        <p:nvCxnSpPr>
          <p:cNvPr id="14" name="Shape 24"/>
          <p:cNvCxnSpPr/>
          <p:nvPr/>
        </p:nvCxnSpPr>
        <p:spPr>
          <a:xfrm flipV="1">
            <a:off x="461819" y="941334"/>
            <a:ext cx="11083639" cy="153302"/>
          </a:xfrm>
          <a:prstGeom prst="bentConnector3">
            <a:avLst>
              <a:gd name="adj1" fmla="val 0"/>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9" name="Footer Placeholder 4"/>
          <p:cNvSpPr>
            <a:spLocks noGrp="1"/>
          </p:cNvSpPr>
          <p:nvPr>
            <p:ph type="ftr" sz="quarter" idx="3"/>
          </p:nvPr>
        </p:nvSpPr>
        <p:spPr>
          <a:xfrm>
            <a:off x="653745" y="6253146"/>
            <a:ext cx="7007267" cy="134475"/>
          </a:xfrm>
          <a:prstGeom prst="rect">
            <a:avLst/>
          </a:prstGeom>
        </p:spPr>
        <p:txBody>
          <a:bodyPr vert="horz" lIns="0" tIns="0" rIns="0" bIns="0" anchor="b" anchorCtr="0">
            <a:noAutofit/>
          </a:bodyPr>
          <a:lstStyle>
            <a:lvl1pPr algn="l">
              <a:defRPr sz="905">
                <a:solidFill>
                  <a:schemeClr val="tx1"/>
                </a:solidFill>
                <a:latin typeface="腾讯体 W3" panose="020C04030202040F0204" pitchFamily="34" charset="-122"/>
                <a:cs typeface="腾讯体 W3" panose="020C04030202040F0204" pitchFamily="34" charset="-122"/>
              </a:defRPr>
            </a:lvl1pPr>
          </a:lstStyle>
          <a:p>
            <a:endParaRPr lang="en-GB"/>
          </a:p>
        </p:txBody>
      </p:sp>
      <p:sp>
        <p:nvSpPr>
          <p:cNvPr id="10" name="Slide Number Placeholder 5"/>
          <p:cNvSpPr>
            <a:spLocks noGrp="1"/>
          </p:cNvSpPr>
          <p:nvPr>
            <p:ph type="sldNum" sz="quarter" idx="4"/>
          </p:nvPr>
        </p:nvSpPr>
        <p:spPr>
          <a:xfrm>
            <a:off x="9513455" y="6387623"/>
            <a:ext cx="2032000" cy="134476"/>
          </a:xfrm>
          <a:prstGeom prst="rect">
            <a:avLst/>
          </a:prstGeom>
        </p:spPr>
        <p:txBody>
          <a:bodyPr lIns="0" tIns="0" rIns="0" bIns="0" anchor="t" anchorCtr="0">
            <a:noAutofit/>
          </a:bodyPr>
          <a:lstStyle>
            <a:lvl1pPr algn="r">
              <a:defRPr sz="905">
                <a:solidFill>
                  <a:schemeClr val="tx1"/>
                </a:solidFill>
                <a:latin typeface="腾讯体 W3" panose="020C04030202040F0204" pitchFamily="34" charset="-122"/>
                <a:cs typeface="腾讯体 W3" panose="020C04030202040F0204" pitchFamily="34" charset="-122"/>
              </a:defRPr>
            </a:lvl1pPr>
          </a:lstStyle>
          <a:p>
            <a:fld id="{FEBD7F86-1881-4698-8703-FB80B0800997}" type="slidenum">
              <a:rPr lang="en-GB" smtClean="0"/>
            </a:fld>
            <a:endParaRPr lang="en-GB"/>
          </a:p>
        </p:txBody>
      </p:sp>
      <p:sp>
        <p:nvSpPr>
          <p:cNvPr id="11" name="Date Placeholder 3"/>
          <p:cNvSpPr>
            <a:spLocks noGrp="1"/>
          </p:cNvSpPr>
          <p:nvPr>
            <p:ph type="dt" sz="half" idx="2"/>
          </p:nvPr>
        </p:nvSpPr>
        <p:spPr>
          <a:xfrm>
            <a:off x="9513455" y="6253146"/>
            <a:ext cx="2032000" cy="134476"/>
          </a:xfrm>
          <a:prstGeom prst="rect">
            <a:avLst/>
          </a:prstGeom>
        </p:spPr>
        <p:txBody>
          <a:bodyPr lIns="0" tIns="0" rIns="0" bIns="0" anchor="t" anchorCtr="0">
            <a:noAutofit/>
          </a:bodyPr>
          <a:lstStyle>
            <a:lvl1pPr algn="r">
              <a:defRPr sz="905">
                <a:solidFill>
                  <a:schemeClr val="tx1"/>
                </a:solidFill>
                <a:latin typeface="腾讯体 W3" panose="020C04030202040F0204" pitchFamily="34" charset="-122"/>
                <a:cs typeface="腾讯体 W3" panose="020C04030202040F0204" pitchFamily="34" charset="-122"/>
              </a:defRPr>
            </a:lvl1pPr>
          </a:lstStyle>
          <a:p>
            <a:r>
              <a:rPr lang="en-GB" smtClean="0"/>
              <a:t>January 2012</a:t>
            </a:r>
            <a:endParaRPr lang="en-GB"/>
          </a:p>
        </p:txBody>
      </p:sp>
      <p:sp>
        <p:nvSpPr>
          <p:cNvPr id="12" name="FiTFirm"/>
          <p:cNvSpPr txBox="1"/>
          <p:nvPr userDrawn="1"/>
        </p:nvSpPr>
        <p:spPr>
          <a:xfrm>
            <a:off x="646545" y="6387623"/>
            <a:ext cx="3509818" cy="134476"/>
          </a:xfrm>
          <a:prstGeom prst="rect">
            <a:avLst/>
          </a:prstGeom>
          <a:noFill/>
        </p:spPr>
        <p:txBody>
          <a:bodyPr vert="horz" wrap="square" lIns="0" tIns="0" rIns="0" bIns="0" rtlCol="0" anchor="t" anchorCtr="0">
            <a:noAutofit/>
          </a:bodyPr>
          <a:lstStyle/>
          <a:p>
            <a:r>
              <a:rPr lang="en-GB" sz="905" noProof="0" smtClean="0">
                <a:latin typeface="腾讯体 W3" panose="020C04030202040F0204" pitchFamily="34" charset="-122"/>
                <a:cs typeface="腾讯体 W3" panose="020C04030202040F0204" pitchFamily="34" charset="-122"/>
              </a:rPr>
              <a:t>FiT</a:t>
            </a:r>
            <a:endParaRPr lang="en-GB" sz="905" noProof="0">
              <a:latin typeface="腾讯体 W3" panose="020C04030202040F0204" pitchFamily="34" charset="-122"/>
              <a:cs typeface="腾讯体 W3" panose="020C04030202040F0204" pitchFamily="34" charset="-122"/>
            </a:endParaRPr>
          </a:p>
        </p:txBody>
      </p:sp>
    </p:spTree>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Empty no Footer">
    <p:spTree>
      <p:nvGrpSpPr>
        <p:cNvPr id="1" name=""/>
        <p:cNvGrpSpPr/>
        <p:nvPr/>
      </p:nvGrpSpPr>
      <p:grpSpPr>
        <a:xfrm>
          <a:off x="0" y="0"/>
          <a:ext cx="0" cy="0"/>
          <a:chOff x="0" y="0"/>
          <a:chExt cx="0" cy="0"/>
        </a:xfrm>
      </p:grpSpPr>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userDrawn="1">
  <p:cSld name="Two Content">
    <p:bg>
      <p:bgPr>
        <a:solidFill>
          <a:schemeClr val="bg1"/>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Blank">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515"/>
            <a:ext cx="10363200" cy="1470087"/>
          </a:xfrm>
        </p:spPr>
        <p:txBody>
          <a:bodyPr/>
          <a:lstStyle/>
          <a:p>
            <a:r>
              <a:rPr lang="nl-NL"/>
              <a:t>Click to edit Master title style</a:t>
            </a:r>
            <a:endParaRPr lang="en-US"/>
          </a:p>
        </p:txBody>
      </p:sp>
      <p:sp>
        <p:nvSpPr>
          <p:cNvPr id="3" name="Subtitle 2"/>
          <p:cNvSpPr>
            <a:spLocks noGrp="1"/>
          </p:cNvSpPr>
          <p:nvPr>
            <p:ph type="subTitle" idx="1"/>
          </p:nvPr>
        </p:nvSpPr>
        <p:spPr>
          <a:xfrm>
            <a:off x="1828800" y="3886364"/>
            <a:ext cx="8534400" cy="1752674"/>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nl-NL"/>
              <a:t>Click to edit Master subtitle style</a:t>
            </a:r>
            <a:endParaRPr lang="en-US"/>
          </a:p>
        </p:txBody>
      </p:sp>
      <p:sp>
        <p:nvSpPr>
          <p:cNvPr id="4" name="Date Placeholder 3"/>
          <p:cNvSpPr>
            <a:spLocks noGrp="1"/>
          </p:cNvSpPr>
          <p:nvPr>
            <p:ph type="dt" sz="half" idx="10"/>
          </p:nvPr>
        </p:nvSpPr>
        <p:spPr>
          <a:xfrm>
            <a:off x="609600" y="6356618"/>
            <a:ext cx="2844800" cy="365140"/>
          </a:xfrm>
          <a:prstGeom prst="rect">
            <a:avLst/>
          </a:prstGeom>
        </p:spPr>
        <p:txBody>
          <a:bodyPr/>
          <a:lstStyle/>
          <a:p>
            <a:fld id="{F8A0EB8D-D532-F34F-B32A-480B839C7885}" type="datetimeFigureOut">
              <a:rPr/>
            </a:fld>
            <a:endParaRPr lang="en-US"/>
          </a:p>
        </p:txBody>
      </p:sp>
      <p:sp>
        <p:nvSpPr>
          <p:cNvPr id="5" name="Footer Placeholder 4"/>
          <p:cNvSpPr>
            <a:spLocks noGrp="1"/>
          </p:cNvSpPr>
          <p:nvPr>
            <p:ph type="ftr" sz="quarter" idx="11"/>
          </p:nvPr>
        </p:nvSpPr>
        <p:spPr>
          <a:xfrm>
            <a:off x="4165601" y="6356618"/>
            <a:ext cx="3860800" cy="365140"/>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6874DE7B-09B1-3340-A6A1-6A20270A912F}" type="slidenum">
              <a:rPr/>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Bio slide format">
    <p:spTree>
      <p:nvGrpSpPr>
        <p:cNvPr id="1" name=""/>
        <p:cNvGrpSpPr/>
        <p:nvPr/>
      </p:nvGrpSpPr>
      <p:grpSpPr>
        <a:xfrm>
          <a:off x="0" y="0"/>
          <a:ext cx="0" cy="0"/>
          <a:chOff x="0" y="0"/>
          <a:chExt cx="0" cy="0"/>
        </a:xfrm>
      </p:grpSpPr>
      <p:sp>
        <p:nvSpPr>
          <p:cNvPr id="15" name="Text Placeholder 7"/>
          <p:cNvSpPr>
            <a:spLocks noGrp="1"/>
          </p:cNvSpPr>
          <p:nvPr>
            <p:ph type="body" sz="quarter" idx="12" hasCustomPrompt="1"/>
          </p:nvPr>
        </p:nvSpPr>
        <p:spPr>
          <a:xfrm>
            <a:off x="6096001" y="8626"/>
            <a:ext cx="4830657" cy="265187"/>
          </a:xfrm>
          <a:prstGeom prst="rect">
            <a:avLst/>
          </a:prstGeom>
        </p:spPr>
        <p:txBody>
          <a:bodyPr/>
          <a:lstStyle>
            <a:lvl1pPr algn="r">
              <a:buNone/>
              <a:defRPr sz="1200">
                <a:solidFill>
                  <a:schemeClr val="bg1">
                    <a:lumMod val="95000"/>
                  </a:schemeClr>
                </a:solidFill>
                <a:latin typeface="Verdana" panose="020B0604030504040204" pitchFamily="34" charset="0"/>
              </a:defRPr>
            </a:lvl1pPr>
            <a:lvl2pPr>
              <a:buNone/>
              <a:defRPr sz="1200">
                <a:latin typeface="Verdana" panose="020B0604030504040204" pitchFamily="34" charset="0"/>
              </a:defRPr>
            </a:lvl2pPr>
            <a:lvl3pPr>
              <a:buNone/>
              <a:defRPr sz="1200">
                <a:latin typeface="Verdana" panose="020B0604030504040204" pitchFamily="34" charset="0"/>
              </a:defRPr>
            </a:lvl3pPr>
            <a:lvl4pPr>
              <a:buNone/>
              <a:defRPr sz="1200">
                <a:latin typeface="Verdana" panose="020B0604030504040204" pitchFamily="34" charset="0"/>
              </a:defRPr>
            </a:lvl4pPr>
            <a:lvl5pPr>
              <a:buNone/>
              <a:defRPr sz="1200">
                <a:latin typeface="Verdana" panose="020B0604030504040204" pitchFamily="34" charset="0"/>
              </a:defRPr>
            </a:lvl5pPr>
          </a:lstStyle>
          <a:p>
            <a:pPr lvl="0"/>
            <a:r>
              <a:rPr lang="en-US" dirty="0" smtClean="0"/>
              <a:t>Click to edit text</a:t>
            </a:r>
            <a:endParaRPr lang="en-US" dirty="0" smtClean="0"/>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showMasterSp="0">
  <p:cSld name="Cover Slide">
    <p:spTree>
      <p:nvGrpSpPr>
        <p:cNvPr id="1" name=""/>
        <p:cNvGrpSpPr/>
        <p:nvPr/>
      </p:nvGrpSpPr>
      <p:grpSpPr>
        <a:xfrm>
          <a:off x="0" y="0"/>
          <a:ext cx="0" cy="0"/>
          <a:chOff x="0" y="0"/>
          <a:chExt cx="0" cy="0"/>
        </a:xfrm>
      </p:grpSpPr>
      <p:grpSp>
        <p:nvGrpSpPr>
          <p:cNvPr id="19" name="Group 18"/>
          <p:cNvGrpSpPr/>
          <p:nvPr userDrawn="1"/>
        </p:nvGrpSpPr>
        <p:grpSpPr bwMode="gray">
          <a:xfrm>
            <a:off x="2336801" y="2"/>
            <a:ext cx="9855200" cy="6176268"/>
            <a:chOff x="19140488" y="13674"/>
            <a:chExt cx="7443798" cy="6145827"/>
          </a:xfrm>
        </p:grpSpPr>
        <p:sp>
          <p:nvSpPr>
            <p:cNvPr id="23" name="Rectangle 17"/>
            <p:cNvSpPr>
              <a:spLocks noChangeArrowheads="1"/>
            </p:cNvSpPr>
            <p:nvPr/>
          </p:nvSpPr>
          <p:spPr bwMode="gray">
            <a:xfrm>
              <a:off x="19140488" y="4188799"/>
              <a:ext cx="2302206" cy="1970702"/>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24" name="Rectangle 7"/>
            <p:cNvSpPr>
              <a:spLocks noChangeArrowheads="1"/>
            </p:cNvSpPr>
            <p:nvPr/>
          </p:nvSpPr>
          <p:spPr bwMode="gray">
            <a:xfrm>
              <a:off x="25663403" y="4032250"/>
              <a:ext cx="920883" cy="2127250"/>
            </a:xfrm>
            <a:prstGeom prst="rect">
              <a:avLst/>
            </a:prstGeom>
            <a:solidFill>
              <a:srgbClr val="F3BE26"/>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28" name="Rectangle 8"/>
            <p:cNvSpPr>
              <a:spLocks noChangeArrowheads="1"/>
            </p:cNvSpPr>
            <p:nvPr/>
          </p:nvSpPr>
          <p:spPr bwMode="gray">
            <a:xfrm>
              <a:off x="25049482" y="2899477"/>
              <a:ext cx="734694" cy="1289321"/>
            </a:xfrm>
            <a:prstGeom prst="rect">
              <a:avLst/>
            </a:prstGeom>
            <a:solidFill>
              <a:srgbClr val="F3BC87"/>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3" name="Rectangle 9"/>
            <p:cNvSpPr>
              <a:spLocks noChangeArrowheads="1"/>
            </p:cNvSpPr>
            <p:nvPr/>
          </p:nvSpPr>
          <p:spPr bwMode="gray">
            <a:xfrm>
              <a:off x="25049482" y="4032250"/>
              <a:ext cx="734693" cy="2127250"/>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4" name="Rectangle 11"/>
            <p:cNvSpPr>
              <a:spLocks noChangeArrowheads="1"/>
            </p:cNvSpPr>
            <p:nvPr/>
          </p:nvSpPr>
          <p:spPr bwMode="gray">
            <a:xfrm>
              <a:off x="24665780" y="706365"/>
              <a:ext cx="477045" cy="2263848"/>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5" name="Rectangle 12"/>
            <p:cNvSpPr>
              <a:spLocks noChangeArrowheads="1"/>
            </p:cNvSpPr>
            <p:nvPr/>
          </p:nvSpPr>
          <p:spPr bwMode="gray">
            <a:xfrm>
              <a:off x="24665780" y="2899478"/>
              <a:ext cx="477045" cy="1289321"/>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6" name="Rectangle 13"/>
            <p:cNvSpPr>
              <a:spLocks noChangeArrowheads="1"/>
            </p:cNvSpPr>
            <p:nvPr/>
          </p:nvSpPr>
          <p:spPr bwMode="gray">
            <a:xfrm>
              <a:off x="24665780" y="4032250"/>
              <a:ext cx="477045" cy="2127250"/>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7" name="Rectangle 14"/>
            <p:cNvSpPr>
              <a:spLocks noChangeArrowheads="1"/>
            </p:cNvSpPr>
            <p:nvPr/>
          </p:nvSpPr>
          <p:spPr bwMode="gray">
            <a:xfrm>
              <a:off x="19140488" y="669925"/>
              <a:ext cx="5662612" cy="2300288"/>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8" name="Rectangle 15"/>
            <p:cNvSpPr>
              <a:spLocks noChangeArrowheads="1"/>
            </p:cNvSpPr>
            <p:nvPr/>
          </p:nvSpPr>
          <p:spPr bwMode="gray">
            <a:xfrm>
              <a:off x="19140488" y="2899478"/>
              <a:ext cx="5662612" cy="1289321"/>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9" name="Freeform 16"/>
            <p:cNvSpPr/>
            <p:nvPr/>
          </p:nvSpPr>
          <p:spPr bwMode="gray">
            <a:xfrm>
              <a:off x="19140488" y="4032250"/>
              <a:ext cx="5662612" cy="2127250"/>
            </a:xfrm>
            <a:custGeom>
              <a:avLst/>
              <a:gdLst/>
              <a:ahLst/>
              <a:cxnLst>
                <a:cxn ang="0">
                  <a:pos x="0" y="0"/>
                </a:cxn>
                <a:cxn ang="0">
                  <a:pos x="3567" y="0"/>
                </a:cxn>
                <a:cxn ang="0">
                  <a:pos x="3567" y="1340"/>
                </a:cxn>
                <a:cxn ang="0">
                  <a:pos x="1372" y="1340"/>
                </a:cxn>
                <a:cxn ang="0">
                  <a:pos x="1372" y="181"/>
                </a:cxn>
                <a:cxn ang="0">
                  <a:pos x="0" y="181"/>
                </a:cxn>
                <a:cxn ang="0">
                  <a:pos x="0" y="0"/>
                </a:cxn>
              </a:cxnLst>
              <a:rect l="0" t="0" r="r" b="b"/>
              <a:pathLst>
                <a:path w="3567" h="1340">
                  <a:moveTo>
                    <a:pt x="0" y="0"/>
                  </a:moveTo>
                  <a:lnTo>
                    <a:pt x="3567" y="0"/>
                  </a:lnTo>
                  <a:lnTo>
                    <a:pt x="3567" y="1340"/>
                  </a:lnTo>
                  <a:lnTo>
                    <a:pt x="1372" y="1340"/>
                  </a:lnTo>
                  <a:lnTo>
                    <a:pt x="1372" y="181"/>
                  </a:lnTo>
                  <a:lnTo>
                    <a:pt x="0" y="181"/>
                  </a:lnTo>
                  <a:lnTo>
                    <a:pt x="0" y="0"/>
                  </a:lnTo>
                  <a:close/>
                </a:path>
              </a:pathLst>
            </a:custGeom>
            <a:solidFill>
              <a:srgbClr val="0C306E"/>
            </a:solidFill>
            <a:ln w="0">
              <a:noFill/>
              <a:prstDash val="solid"/>
              <a:round/>
            </a:ln>
          </p:spPr>
          <p:txBody>
            <a:bodyPr vert="horz" wrap="square" lIns="82938" tIns="41469" rIns="82938" bIns="41469" numCol="1" anchor="t" anchorCtr="0" compatLnSpc="1"/>
            <a:lstStyle/>
            <a:p>
              <a:pPr defTabSz="1008380"/>
              <a:endParaRPr lang="en-GB" sz="1800">
                <a:solidFill>
                  <a:srgbClr val="000000"/>
                </a:solidFill>
              </a:endParaRPr>
            </a:p>
          </p:txBody>
        </p:sp>
        <p:sp>
          <p:nvSpPr>
            <p:cNvPr id="40" name="Rectangle 10"/>
            <p:cNvSpPr>
              <a:spLocks noChangeArrowheads="1"/>
            </p:cNvSpPr>
            <p:nvPr/>
          </p:nvSpPr>
          <p:spPr bwMode="gray">
            <a:xfrm>
              <a:off x="19140488" y="13674"/>
              <a:ext cx="5662612" cy="692692"/>
            </a:xfrm>
            <a:prstGeom prst="rect">
              <a:avLst/>
            </a:prstGeom>
            <a:solidFill>
              <a:srgbClr val="00A3F5"/>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grpSp>
      <p:sp>
        <p:nvSpPr>
          <p:cNvPr id="15" name="Title 1"/>
          <p:cNvSpPr>
            <a:spLocks noGrp="1"/>
          </p:cNvSpPr>
          <p:nvPr>
            <p:ph type="ctrTitle" hasCustomPrompt="1"/>
          </p:nvPr>
        </p:nvSpPr>
        <p:spPr bwMode="white">
          <a:xfrm>
            <a:off x="2527300" y="838236"/>
            <a:ext cx="7124700" cy="914438"/>
          </a:xfrm>
        </p:spPr>
        <p:txBody>
          <a:bodyPr anchor="t" anchorCtr="0">
            <a:noAutofit/>
          </a:bodyPr>
          <a:lstStyle>
            <a:lvl1pPr>
              <a:lnSpc>
                <a:spcPct val="90000"/>
              </a:lnSpc>
              <a:defRPr sz="3200" b="1" baseline="0">
                <a:solidFill>
                  <a:schemeClr val="bg1"/>
                </a:solidFill>
              </a:defRPr>
            </a:lvl1pPr>
          </a:lstStyle>
          <a:p>
            <a:r>
              <a:rPr lang="en-GB" noProof="0" dirty="0" smtClean="0"/>
              <a:t>Click to add the presentation’s main title</a:t>
            </a:r>
            <a:endParaRPr lang="en-GB" noProof="0" dirty="0"/>
          </a:p>
        </p:txBody>
      </p:sp>
      <p:sp>
        <p:nvSpPr>
          <p:cNvPr id="18" name="Subtitle 2"/>
          <p:cNvSpPr>
            <a:spLocks noGrp="1"/>
          </p:cNvSpPr>
          <p:nvPr>
            <p:ph type="subTitle" idx="1" hasCustomPrompt="1"/>
          </p:nvPr>
        </p:nvSpPr>
        <p:spPr bwMode="white">
          <a:xfrm>
            <a:off x="2527300" y="1828876"/>
            <a:ext cx="7124700" cy="914440"/>
          </a:xfrm>
        </p:spPr>
        <p:txBody>
          <a:bodyPr>
            <a:noAutofit/>
          </a:bodyPr>
          <a:lstStyle>
            <a:lvl1pPr marL="0" indent="0" algn="l">
              <a:lnSpc>
                <a:spcPct val="90000"/>
              </a:lnSpc>
              <a:spcAft>
                <a:spcPts val="0"/>
              </a:spcAft>
              <a:buNone/>
              <a:defRPr sz="3200" baseline="0">
                <a:solidFill>
                  <a:schemeClr val="bg1"/>
                </a:solidFill>
                <a:latin typeface="+mj-lt"/>
              </a:defRPr>
            </a:lvl1pPr>
            <a:lvl2pPr marL="0" indent="0" algn="l">
              <a:buNone/>
              <a:defRPr sz="1800">
                <a:solidFill>
                  <a:schemeClr val="bg1"/>
                </a:solidFill>
                <a:latin typeface="+mj-lt"/>
              </a:defRPr>
            </a:lvl2pPr>
            <a:lvl3pPr marL="457200" indent="0" algn="l">
              <a:buNone/>
              <a:defRPr sz="1800">
                <a:solidFill>
                  <a:schemeClr val="bg1"/>
                </a:solidFill>
                <a:latin typeface="+mj-lt"/>
              </a:defRPr>
            </a:lvl3pPr>
            <a:lvl4pPr marL="914400" indent="0" algn="l">
              <a:buNone/>
              <a:defRPr sz="1800">
                <a:solidFill>
                  <a:schemeClr val="bg1"/>
                </a:solidFill>
                <a:latin typeface="+mj-lt"/>
              </a:defRPr>
            </a:lvl4pPr>
            <a:lvl5pPr marL="1371600" indent="0" algn="l">
              <a:buNone/>
              <a:defRPr sz="1800">
                <a:solidFill>
                  <a:schemeClr val="bg1"/>
                </a:solidFill>
                <a:latin typeface="+mj-lt"/>
              </a:defRPr>
            </a:lvl5pPr>
            <a:lvl6pPr marL="1828800" indent="0" algn="l">
              <a:buNone/>
              <a:defRPr sz="1800">
                <a:solidFill>
                  <a:schemeClr val="bg1"/>
                </a:solidFill>
                <a:latin typeface="+mj-lt"/>
              </a:defRPr>
            </a:lvl6pPr>
            <a:lvl7pPr marL="2286000" indent="0" algn="l">
              <a:buNone/>
              <a:defRPr sz="1800">
                <a:solidFill>
                  <a:schemeClr val="bg1"/>
                </a:solidFill>
                <a:latin typeface="+mj-lt"/>
              </a:defRPr>
            </a:lvl7pPr>
            <a:lvl8pPr marL="2743200" indent="0" algn="l">
              <a:buNone/>
              <a:defRPr sz="1800">
                <a:solidFill>
                  <a:schemeClr val="bg1"/>
                </a:solidFill>
                <a:latin typeface="+mj-lt"/>
              </a:defRPr>
            </a:lvl8pPr>
            <a:lvl9pPr marL="3200400" indent="0" algn="l">
              <a:buNone/>
              <a:defRPr sz="1800">
                <a:solidFill>
                  <a:schemeClr val="bg1"/>
                </a:solidFill>
                <a:latin typeface="+mj-lt"/>
              </a:defRPr>
            </a:lvl9pPr>
          </a:lstStyle>
          <a:p>
            <a:r>
              <a:rPr lang="en-GB" noProof="0" dirty="0" smtClean="0"/>
              <a:t>Subtitle and date (move higher if title is only one line)</a:t>
            </a:r>
            <a:endParaRPr lang="en-GB" noProof="0" dirty="0" smtClean="0"/>
          </a:p>
        </p:txBody>
      </p:sp>
      <p:sp>
        <p:nvSpPr>
          <p:cNvPr id="21" name="Text Placeholder 31"/>
          <p:cNvSpPr>
            <a:spLocks noGrp="1"/>
          </p:cNvSpPr>
          <p:nvPr>
            <p:ph type="body" sz="quarter" idx="10" hasCustomPrompt="1"/>
          </p:nvPr>
        </p:nvSpPr>
        <p:spPr bwMode="white">
          <a:xfrm>
            <a:off x="2527300" y="374920"/>
            <a:ext cx="5474208" cy="146310"/>
          </a:xfrm>
        </p:spPr>
        <p:txBody>
          <a:bodyPr/>
          <a:lstStyle>
            <a:lvl1pPr>
              <a:defRPr sz="1100">
                <a:solidFill>
                  <a:schemeClr val="bg1"/>
                </a:solidFill>
                <a:latin typeface="腾讯体 W3" panose="020C04030202040F0204" pitchFamily="34" charset="-122"/>
                <a:cs typeface="腾讯体 W3" panose="020C04030202040F0204" pitchFamily="34" charset="-122"/>
              </a:defRPr>
            </a:lvl1pPr>
            <a:lvl2pPr>
              <a:defRPr sz="1000">
                <a:solidFill>
                  <a:schemeClr val="bg1"/>
                </a:solidFill>
                <a:latin typeface="腾讯体 W3" panose="020C04030202040F0204" pitchFamily="34" charset="-122"/>
                <a:cs typeface="腾讯体 W3" panose="020C04030202040F0204" pitchFamily="34" charset="-122"/>
              </a:defRPr>
            </a:lvl2pPr>
            <a:lvl3pPr>
              <a:defRPr sz="1000">
                <a:solidFill>
                  <a:schemeClr val="bg1"/>
                </a:solidFill>
                <a:latin typeface="腾讯体 W3" panose="020C04030202040F0204" pitchFamily="34" charset="-122"/>
                <a:cs typeface="腾讯体 W3" panose="020C04030202040F0204" pitchFamily="34" charset="-122"/>
              </a:defRPr>
            </a:lvl3pPr>
            <a:lvl4pPr>
              <a:defRPr sz="1000">
                <a:solidFill>
                  <a:schemeClr val="bg1"/>
                </a:solidFill>
                <a:latin typeface="腾讯体 W3" panose="020C04030202040F0204" pitchFamily="34" charset="-122"/>
                <a:cs typeface="腾讯体 W3" panose="020C04030202040F0204" pitchFamily="34" charset="-122"/>
              </a:defRPr>
            </a:lvl4pPr>
            <a:lvl5pPr>
              <a:defRPr sz="1000">
                <a:solidFill>
                  <a:schemeClr val="bg1"/>
                </a:solidFill>
                <a:latin typeface="腾讯体 W3" panose="020C04030202040F0204" pitchFamily="34" charset="-122"/>
                <a:cs typeface="腾讯体 W3" panose="020C04030202040F0204" pitchFamily="34" charset="-122"/>
              </a:defRPr>
            </a:lvl5pPr>
          </a:lstStyle>
          <a:p>
            <a:pPr lvl="0"/>
            <a:r>
              <a:rPr lang="en-GB" noProof="0" dirty="0" err="1" smtClean="0"/>
              <a:t>www.pwc.com</a:t>
            </a:r>
            <a:endParaRPr lang="en-GB" noProof="0" dirty="0"/>
          </a:p>
        </p:txBody>
      </p:sp>
      <p:grpSp>
        <p:nvGrpSpPr>
          <p:cNvPr id="16" name="Group 32"/>
          <p:cNvGrpSpPr/>
          <p:nvPr userDrawn="1"/>
        </p:nvGrpSpPr>
        <p:grpSpPr>
          <a:xfrm>
            <a:off x="1291457" y="6171251"/>
            <a:ext cx="1219200" cy="533501"/>
            <a:chOff x="518032" y="978681"/>
            <a:chExt cx="4572000" cy="2667393"/>
          </a:xfrm>
        </p:grpSpPr>
        <p:sp>
          <p:nvSpPr>
            <p:cNvPr id="17" name="Rectangle 37"/>
            <p:cNvSpPr>
              <a:spLocks noChangeArrowheads="1"/>
            </p:cNvSpPr>
            <p:nvPr userDrawn="1"/>
          </p:nvSpPr>
          <p:spPr bwMode="black">
            <a:xfrm>
              <a:off x="3295650" y="978681"/>
              <a:ext cx="1143000" cy="263229"/>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20" name="Freeform 7"/>
            <p:cNvSpPr>
              <a:spLocks noEditPoints="1"/>
            </p:cNvSpPr>
            <p:nvPr userDrawn="1"/>
          </p:nvSpPr>
          <p:spPr bwMode="black">
            <a:xfrm>
              <a:off x="518032" y="1922794"/>
              <a:ext cx="4572000" cy="1723280"/>
            </a:xfrm>
            <a:custGeom>
              <a:avLst/>
              <a:gdLst/>
              <a:ahLst/>
              <a:cxnLst>
                <a:cxn ang="0">
                  <a:pos x="581" y="233"/>
                </a:cxn>
                <a:cxn ang="0">
                  <a:pos x="538" y="949"/>
                </a:cxn>
                <a:cxn ang="0">
                  <a:pos x="630" y="946"/>
                </a:cxn>
                <a:cxn ang="0">
                  <a:pos x="793" y="880"/>
                </a:cxn>
                <a:cxn ang="0">
                  <a:pos x="886" y="728"/>
                </a:cxn>
                <a:cxn ang="0">
                  <a:pos x="905" y="505"/>
                </a:cxn>
                <a:cxn ang="0">
                  <a:pos x="850" y="329"/>
                </a:cxn>
                <a:cxn ang="0">
                  <a:pos x="727" y="241"/>
                </a:cxn>
                <a:cxn ang="0">
                  <a:pos x="521" y="3"/>
                </a:cxn>
                <a:cxn ang="0">
                  <a:pos x="643" y="74"/>
                </a:cxn>
                <a:cxn ang="0">
                  <a:pos x="761" y="24"/>
                </a:cxn>
                <a:cxn ang="0">
                  <a:pos x="855" y="9"/>
                </a:cxn>
                <a:cxn ang="0">
                  <a:pos x="1026" y="40"/>
                </a:cxn>
                <a:cxn ang="0">
                  <a:pos x="1180" y="172"/>
                </a:cxn>
                <a:cxn ang="0">
                  <a:pos x="1265" y="383"/>
                </a:cxn>
                <a:cxn ang="0">
                  <a:pos x="1265" y="641"/>
                </a:cxn>
                <a:cxn ang="0">
                  <a:pos x="1175" y="857"/>
                </a:cxn>
                <a:cxn ang="0">
                  <a:pos x="1005" y="1006"/>
                </a:cxn>
                <a:cxn ang="0">
                  <a:pos x="766" y="1074"/>
                </a:cxn>
                <a:cxn ang="0">
                  <a:pos x="601" y="1074"/>
                </a:cxn>
                <a:cxn ang="0">
                  <a:pos x="692" y="1447"/>
                </a:cxn>
                <a:cxn ang="0">
                  <a:pos x="171" y="1408"/>
                </a:cxn>
                <a:cxn ang="0">
                  <a:pos x="413" y="3"/>
                </a:cxn>
                <a:cxn ang="0">
                  <a:pos x="3876" y="20"/>
                </a:cxn>
                <a:cxn ang="0">
                  <a:pos x="4036" y="100"/>
                </a:cxn>
                <a:cxn ang="0">
                  <a:pos x="4113" y="232"/>
                </a:cxn>
                <a:cxn ang="0">
                  <a:pos x="4091" y="362"/>
                </a:cxn>
                <a:cxn ang="0">
                  <a:pos x="3995" y="436"/>
                </a:cxn>
                <a:cxn ang="0">
                  <a:pos x="3859" y="438"/>
                </a:cxn>
                <a:cxn ang="0">
                  <a:pos x="3757" y="114"/>
                </a:cxn>
                <a:cxn ang="0">
                  <a:pos x="3597" y="187"/>
                </a:cxn>
                <a:cxn ang="0">
                  <a:pos x="3508" y="339"/>
                </a:cxn>
                <a:cxn ang="0">
                  <a:pos x="3489" y="565"/>
                </a:cxn>
                <a:cxn ang="0">
                  <a:pos x="3547" y="753"/>
                </a:cxn>
                <a:cxn ang="0">
                  <a:pos x="3668" y="869"/>
                </a:cxn>
                <a:cxn ang="0">
                  <a:pos x="3821" y="896"/>
                </a:cxn>
                <a:cxn ang="0">
                  <a:pos x="3931" y="872"/>
                </a:cxn>
                <a:cxn ang="0">
                  <a:pos x="4079" y="810"/>
                </a:cxn>
                <a:cxn ang="0">
                  <a:pos x="4016" y="1024"/>
                </a:cxn>
                <a:cxn ang="0">
                  <a:pos x="3830" y="1080"/>
                </a:cxn>
                <a:cxn ang="0">
                  <a:pos x="3651" y="1095"/>
                </a:cxn>
                <a:cxn ang="0">
                  <a:pos x="3426" y="1060"/>
                </a:cxn>
                <a:cxn ang="0">
                  <a:pos x="3255" y="947"/>
                </a:cxn>
                <a:cxn ang="0">
                  <a:pos x="3140" y="772"/>
                </a:cxn>
                <a:cxn ang="0">
                  <a:pos x="3101" y="561"/>
                </a:cxn>
                <a:cxn ang="0">
                  <a:pos x="3153" y="318"/>
                </a:cxn>
                <a:cxn ang="0">
                  <a:pos x="3293" y="135"/>
                </a:cxn>
                <a:cxn ang="0">
                  <a:pos x="3508" y="27"/>
                </a:cxn>
                <a:cxn ang="0">
                  <a:pos x="2910" y="0"/>
                </a:cxn>
                <a:cxn ang="0">
                  <a:pos x="3040" y="52"/>
                </a:cxn>
                <a:cxn ang="0">
                  <a:pos x="3093" y="178"/>
                </a:cxn>
                <a:cxn ang="0">
                  <a:pos x="3071" y="277"/>
                </a:cxn>
                <a:cxn ang="0">
                  <a:pos x="3004" y="393"/>
                </a:cxn>
                <a:cxn ang="0">
                  <a:pos x="2876" y="561"/>
                </a:cxn>
                <a:cxn ang="0">
                  <a:pos x="1784" y="1078"/>
                </a:cxn>
                <a:cxn ang="0">
                  <a:pos x="1313" y="118"/>
                </a:cxn>
                <a:cxn ang="0">
                  <a:pos x="2247" y="25"/>
                </a:cxn>
                <a:cxn ang="0">
                  <a:pos x="2759" y="62"/>
                </a:cxn>
                <a:cxn ang="0">
                  <a:pos x="2872" y="4"/>
                </a:cxn>
              </a:cxnLst>
              <a:rect l="0" t="0" r="r" b="b"/>
              <a:pathLst>
                <a:path w="4127" h="1544">
                  <a:moveTo>
                    <a:pt x="640" y="229"/>
                  </a:moveTo>
                  <a:lnTo>
                    <a:pt x="622" y="229"/>
                  </a:lnTo>
                  <a:lnTo>
                    <a:pt x="603" y="230"/>
                  </a:lnTo>
                  <a:lnTo>
                    <a:pt x="581" y="233"/>
                  </a:lnTo>
                  <a:lnTo>
                    <a:pt x="553" y="235"/>
                  </a:lnTo>
                  <a:lnTo>
                    <a:pt x="521" y="241"/>
                  </a:lnTo>
                  <a:lnTo>
                    <a:pt x="521" y="947"/>
                  </a:lnTo>
                  <a:lnTo>
                    <a:pt x="538" y="949"/>
                  </a:lnTo>
                  <a:lnTo>
                    <a:pt x="553" y="949"/>
                  </a:lnTo>
                  <a:lnTo>
                    <a:pt x="566" y="949"/>
                  </a:lnTo>
                  <a:lnTo>
                    <a:pt x="578" y="949"/>
                  </a:lnTo>
                  <a:lnTo>
                    <a:pt x="630" y="946"/>
                  </a:lnTo>
                  <a:lnTo>
                    <a:pt x="677" y="937"/>
                  </a:lnTo>
                  <a:lnTo>
                    <a:pt x="720" y="924"/>
                  </a:lnTo>
                  <a:lnTo>
                    <a:pt x="758" y="905"/>
                  </a:lnTo>
                  <a:lnTo>
                    <a:pt x="793" y="880"/>
                  </a:lnTo>
                  <a:lnTo>
                    <a:pt x="824" y="850"/>
                  </a:lnTo>
                  <a:lnTo>
                    <a:pt x="849" y="815"/>
                  </a:lnTo>
                  <a:lnTo>
                    <a:pt x="870" y="775"/>
                  </a:lnTo>
                  <a:lnTo>
                    <a:pt x="886" y="728"/>
                  </a:lnTo>
                  <a:lnTo>
                    <a:pt x="897" y="678"/>
                  </a:lnTo>
                  <a:lnTo>
                    <a:pt x="905" y="622"/>
                  </a:lnTo>
                  <a:lnTo>
                    <a:pt x="907" y="561"/>
                  </a:lnTo>
                  <a:lnTo>
                    <a:pt x="905" y="505"/>
                  </a:lnTo>
                  <a:lnTo>
                    <a:pt x="897" y="452"/>
                  </a:lnTo>
                  <a:lnTo>
                    <a:pt x="886" y="407"/>
                  </a:lnTo>
                  <a:lnTo>
                    <a:pt x="870" y="366"/>
                  </a:lnTo>
                  <a:lnTo>
                    <a:pt x="850" y="329"/>
                  </a:lnTo>
                  <a:lnTo>
                    <a:pt x="826" y="299"/>
                  </a:lnTo>
                  <a:lnTo>
                    <a:pt x="797" y="274"/>
                  </a:lnTo>
                  <a:lnTo>
                    <a:pt x="763" y="254"/>
                  </a:lnTo>
                  <a:lnTo>
                    <a:pt x="727" y="241"/>
                  </a:lnTo>
                  <a:lnTo>
                    <a:pt x="686" y="232"/>
                  </a:lnTo>
                  <a:lnTo>
                    <a:pt x="640" y="229"/>
                  </a:lnTo>
                  <a:close/>
                  <a:moveTo>
                    <a:pt x="413" y="3"/>
                  </a:moveTo>
                  <a:lnTo>
                    <a:pt x="521" y="3"/>
                  </a:lnTo>
                  <a:lnTo>
                    <a:pt x="521" y="143"/>
                  </a:lnTo>
                  <a:lnTo>
                    <a:pt x="566" y="117"/>
                  </a:lnTo>
                  <a:lnTo>
                    <a:pt x="607" y="93"/>
                  </a:lnTo>
                  <a:lnTo>
                    <a:pt x="643" y="74"/>
                  </a:lnTo>
                  <a:lnTo>
                    <a:pt x="677" y="57"/>
                  </a:lnTo>
                  <a:lnTo>
                    <a:pt x="707" y="44"/>
                  </a:lnTo>
                  <a:lnTo>
                    <a:pt x="735" y="33"/>
                  </a:lnTo>
                  <a:lnTo>
                    <a:pt x="761" y="24"/>
                  </a:lnTo>
                  <a:lnTo>
                    <a:pt x="785" y="18"/>
                  </a:lnTo>
                  <a:lnTo>
                    <a:pt x="809" y="13"/>
                  </a:lnTo>
                  <a:lnTo>
                    <a:pt x="831" y="10"/>
                  </a:lnTo>
                  <a:lnTo>
                    <a:pt x="855" y="9"/>
                  </a:lnTo>
                  <a:lnTo>
                    <a:pt x="879" y="8"/>
                  </a:lnTo>
                  <a:lnTo>
                    <a:pt x="931" y="12"/>
                  </a:lnTo>
                  <a:lnTo>
                    <a:pt x="980" y="23"/>
                  </a:lnTo>
                  <a:lnTo>
                    <a:pt x="1026" y="40"/>
                  </a:lnTo>
                  <a:lnTo>
                    <a:pt x="1070" y="64"/>
                  </a:lnTo>
                  <a:lnTo>
                    <a:pt x="1110" y="94"/>
                  </a:lnTo>
                  <a:lnTo>
                    <a:pt x="1148" y="130"/>
                  </a:lnTo>
                  <a:lnTo>
                    <a:pt x="1180" y="172"/>
                  </a:lnTo>
                  <a:lnTo>
                    <a:pt x="1209" y="218"/>
                  </a:lnTo>
                  <a:lnTo>
                    <a:pt x="1233" y="268"/>
                  </a:lnTo>
                  <a:lnTo>
                    <a:pt x="1252" y="324"/>
                  </a:lnTo>
                  <a:lnTo>
                    <a:pt x="1265" y="383"/>
                  </a:lnTo>
                  <a:lnTo>
                    <a:pt x="1274" y="446"/>
                  </a:lnTo>
                  <a:lnTo>
                    <a:pt x="1278" y="512"/>
                  </a:lnTo>
                  <a:lnTo>
                    <a:pt x="1274" y="578"/>
                  </a:lnTo>
                  <a:lnTo>
                    <a:pt x="1265" y="641"/>
                  </a:lnTo>
                  <a:lnTo>
                    <a:pt x="1252" y="701"/>
                  </a:lnTo>
                  <a:lnTo>
                    <a:pt x="1232" y="756"/>
                  </a:lnTo>
                  <a:lnTo>
                    <a:pt x="1205" y="809"/>
                  </a:lnTo>
                  <a:lnTo>
                    <a:pt x="1175" y="857"/>
                  </a:lnTo>
                  <a:lnTo>
                    <a:pt x="1140" y="901"/>
                  </a:lnTo>
                  <a:lnTo>
                    <a:pt x="1099" y="941"/>
                  </a:lnTo>
                  <a:lnTo>
                    <a:pt x="1054" y="976"/>
                  </a:lnTo>
                  <a:lnTo>
                    <a:pt x="1005" y="1006"/>
                  </a:lnTo>
                  <a:lnTo>
                    <a:pt x="951" y="1031"/>
                  </a:lnTo>
                  <a:lnTo>
                    <a:pt x="894" y="1051"/>
                  </a:lnTo>
                  <a:lnTo>
                    <a:pt x="831" y="1065"/>
                  </a:lnTo>
                  <a:lnTo>
                    <a:pt x="766" y="1074"/>
                  </a:lnTo>
                  <a:lnTo>
                    <a:pt x="696" y="1078"/>
                  </a:lnTo>
                  <a:lnTo>
                    <a:pt x="670" y="1078"/>
                  </a:lnTo>
                  <a:lnTo>
                    <a:pt x="637" y="1076"/>
                  </a:lnTo>
                  <a:lnTo>
                    <a:pt x="601" y="1074"/>
                  </a:lnTo>
                  <a:lnTo>
                    <a:pt x="561" y="1071"/>
                  </a:lnTo>
                  <a:lnTo>
                    <a:pt x="521" y="1068"/>
                  </a:lnTo>
                  <a:lnTo>
                    <a:pt x="521" y="1408"/>
                  </a:lnTo>
                  <a:lnTo>
                    <a:pt x="692" y="1447"/>
                  </a:lnTo>
                  <a:lnTo>
                    <a:pt x="692" y="1544"/>
                  </a:lnTo>
                  <a:lnTo>
                    <a:pt x="18" y="1544"/>
                  </a:lnTo>
                  <a:lnTo>
                    <a:pt x="18" y="1447"/>
                  </a:lnTo>
                  <a:lnTo>
                    <a:pt x="171" y="1408"/>
                  </a:lnTo>
                  <a:lnTo>
                    <a:pt x="171" y="229"/>
                  </a:lnTo>
                  <a:lnTo>
                    <a:pt x="0" y="229"/>
                  </a:lnTo>
                  <a:lnTo>
                    <a:pt x="0" y="128"/>
                  </a:lnTo>
                  <a:lnTo>
                    <a:pt x="413" y="3"/>
                  </a:lnTo>
                  <a:close/>
                  <a:moveTo>
                    <a:pt x="3711" y="0"/>
                  </a:moveTo>
                  <a:lnTo>
                    <a:pt x="3770" y="3"/>
                  </a:lnTo>
                  <a:lnTo>
                    <a:pt x="3825" y="9"/>
                  </a:lnTo>
                  <a:lnTo>
                    <a:pt x="3876" y="20"/>
                  </a:lnTo>
                  <a:lnTo>
                    <a:pt x="3923" y="34"/>
                  </a:lnTo>
                  <a:lnTo>
                    <a:pt x="3965" y="53"/>
                  </a:lnTo>
                  <a:lnTo>
                    <a:pt x="4004" y="75"/>
                  </a:lnTo>
                  <a:lnTo>
                    <a:pt x="4036" y="100"/>
                  </a:lnTo>
                  <a:lnTo>
                    <a:pt x="4064" y="129"/>
                  </a:lnTo>
                  <a:lnTo>
                    <a:pt x="4086" y="160"/>
                  </a:lnTo>
                  <a:lnTo>
                    <a:pt x="4103" y="194"/>
                  </a:lnTo>
                  <a:lnTo>
                    <a:pt x="4113" y="232"/>
                  </a:lnTo>
                  <a:lnTo>
                    <a:pt x="4117" y="271"/>
                  </a:lnTo>
                  <a:lnTo>
                    <a:pt x="4114" y="304"/>
                  </a:lnTo>
                  <a:lnTo>
                    <a:pt x="4105" y="334"/>
                  </a:lnTo>
                  <a:lnTo>
                    <a:pt x="4091" y="362"/>
                  </a:lnTo>
                  <a:lnTo>
                    <a:pt x="4074" y="387"/>
                  </a:lnTo>
                  <a:lnTo>
                    <a:pt x="4051" y="407"/>
                  </a:lnTo>
                  <a:lnTo>
                    <a:pt x="4025" y="423"/>
                  </a:lnTo>
                  <a:lnTo>
                    <a:pt x="3995" y="436"/>
                  </a:lnTo>
                  <a:lnTo>
                    <a:pt x="3961" y="443"/>
                  </a:lnTo>
                  <a:lnTo>
                    <a:pt x="3925" y="446"/>
                  </a:lnTo>
                  <a:lnTo>
                    <a:pt x="3891" y="444"/>
                  </a:lnTo>
                  <a:lnTo>
                    <a:pt x="3859" y="438"/>
                  </a:lnTo>
                  <a:lnTo>
                    <a:pt x="3826" y="428"/>
                  </a:lnTo>
                  <a:lnTo>
                    <a:pt x="3792" y="413"/>
                  </a:lnTo>
                  <a:lnTo>
                    <a:pt x="3757" y="394"/>
                  </a:lnTo>
                  <a:lnTo>
                    <a:pt x="3757" y="114"/>
                  </a:lnTo>
                  <a:lnTo>
                    <a:pt x="3711" y="125"/>
                  </a:lnTo>
                  <a:lnTo>
                    <a:pt x="3668" y="140"/>
                  </a:lnTo>
                  <a:lnTo>
                    <a:pt x="3631" y="162"/>
                  </a:lnTo>
                  <a:lnTo>
                    <a:pt x="3597" y="187"/>
                  </a:lnTo>
                  <a:lnTo>
                    <a:pt x="3568" y="218"/>
                  </a:lnTo>
                  <a:lnTo>
                    <a:pt x="3543" y="253"/>
                  </a:lnTo>
                  <a:lnTo>
                    <a:pt x="3523" y="294"/>
                  </a:lnTo>
                  <a:lnTo>
                    <a:pt x="3508" y="339"/>
                  </a:lnTo>
                  <a:lnTo>
                    <a:pt x="3497" y="391"/>
                  </a:lnTo>
                  <a:lnTo>
                    <a:pt x="3489" y="447"/>
                  </a:lnTo>
                  <a:lnTo>
                    <a:pt x="3487" y="507"/>
                  </a:lnTo>
                  <a:lnTo>
                    <a:pt x="3489" y="565"/>
                  </a:lnTo>
                  <a:lnTo>
                    <a:pt x="3497" y="617"/>
                  </a:lnTo>
                  <a:lnTo>
                    <a:pt x="3509" y="667"/>
                  </a:lnTo>
                  <a:lnTo>
                    <a:pt x="3526" y="712"/>
                  </a:lnTo>
                  <a:lnTo>
                    <a:pt x="3547" y="753"/>
                  </a:lnTo>
                  <a:lnTo>
                    <a:pt x="3571" y="790"/>
                  </a:lnTo>
                  <a:lnTo>
                    <a:pt x="3600" y="821"/>
                  </a:lnTo>
                  <a:lnTo>
                    <a:pt x="3632" y="847"/>
                  </a:lnTo>
                  <a:lnTo>
                    <a:pt x="3668" y="869"/>
                  </a:lnTo>
                  <a:lnTo>
                    <a:pt x="3707" y="885"/>
                  </a:lnTo>
                  <a:lnTo>
                    <a:pt x="3750" y="894"/>
                  </a:lnTo>
                  <a:lnTo>
                    <a:pt x="3795" y="897"/>
                  </a:lnTo>
                  <a:lnTo>
                    <a:pt x="3821" y="896"/>
                  </a:lnTo>
                  <a:lnTo>
                    <a:pt x="3847" y="894"/>
                  </a:lnTo>
                  <a:lnTo>
                    <a:pt x="3874" y="889"/>
                  </a:lnTo>
                  <a:lnTo>
                    <a:pt x="3901" y="881"/>
                  </a:lnTo>
                  <a:lnTo>
                    <a:pt x="3931" y="872"/>
                  </a:lnTo>
                  <a:lnTo>
                    <a:pt x="3964" y="861"/>
                  </a:lnTo>
                  <a:lnTo>
                    <a:pt x="3999" y="846"/>
                  </a:lnTo>
                  <a:lnTo>
                    <a:pt x="4036" y="830"/>
                  </a:lnTo>
                  <a:lnTo>
                    <a:pt x="4079" y="810"/>
                  </a:lnTo>
                  <a:lnTo>
                    <a:pt x="4127" y="787"/>
                  </a:lnTo>
                  <a:lnTo>
                    <a:pt x="4127" y="976"/>
                  </a:lnTo>
                  <a:lnTo>
                    <a:pt x="4069" y="1001"/>
                  </a:lnTo>
                  <a:lnTo>
                    <a:pt x="4016" y="1024"/>
                  </a:lnTo>
                  <a:lnTo>
                    <a:pt x="3966" y="1041"/>
                  </a:lnTo>
                  <a:lnTo>
                    <a:pt x="3919" y="1058"/>
                  </a:lnTo>
                  <a:lnTo>
                    <a:pt x="3874" y="1070"/>
                  </a:lnTo>
                  <a:lnTo>
                    <a:pt x="3830" y="1080"/>
                  </a:lnTo>
                  <a:lnTo>
                    <a:pt x="3786" y="1086"/>
                  </a:lnTo>
                  <a:lnTo>
                    <a:pt x="3742" y="1091"/>
                  </a:lnTo>
                  <a:lnTo>
                    <a:pt x="3697" y="1094"/>
                  </a:lnTo>
                  <a:lnTo>
                    <a:pt x="3651" y="1095"/>
                  </a:lnTo>
                  <a:lnTo>
                    <a:pt x="3588" y="1093"/>
                  </a:lnTo>
                  <a:lnTo>
                    <a:pt x="3530" y="1086"/>
                  </a:lnTo>
                  <a:lnTo>
                    <a:pt x="3476" y="1075"/>
                  </a:lnTo>
                  <a:lnTo>
                    <a:pt x="3426" y="1060"/>
                  </a:lnTo>
                  <a:lnTo>
                    <a:pt x="3378" y="1039"/>
                  </a:lnTo>
                  <a:lnTo>
                    <a:pt x="3334" y="1014"/>
                  </a:lnTo>
                  <a:lnTo>
                    <a:pt x="3294" y="984"/>
                  </a:lnTo>
                  <a:lnTo>
                    <a:pt x="3255" y="947"/>
                  </a:lnTo>
                  <a:lnTo>
                    <a:pt x="3219" y="907"/>
                  </a:lnTo>
                  <a:lnTo>
                    <a:pt x="3188" y="865"/>
                  </a:lnTo>
                  <a:lnTo>
                    <a:pt x="3162" y="820"/>
                  </a:lnTo>
                  <a:lnTo>
                    <a:pt x="3140" y="772"/>
                  </a:lnTo>
                  <a:lnTo>
                    <a:pt x="3124" y="722"/>
                  </a:lnTo>
                  <a:lnTo>
                    <a:pt x="3111" y="670"/>
                  </a:lnTo>
                  <a:lnTo>
                    <a:pt x="3104" y="616"/>
                  </a:lnTo>
                  <a:lnTo>
                    <a:pt x="3101" y="561"/>
                  </a:lnTo>
                  <a:lnTo>
                    <a:pt x="3105" y="494"/>
                  </a:lnTo>
                  <a:lnTo>
                    <a:pt x="3115" y="433"/>
                  </a:lnTo>
                  <a:lnTo>
                    <a:pt x="3130" y="373"/>
                  </a:lnTo>
                  <a:lnTo>
                    <a:pt x="3153" y="318"/>
                  </a:lnTo>
                  <a:lnTo>
                    <a:pt x="3179" y="267"/>
                  </a:lnTo>
                  <a:lnTo>
                    <a:pt x="3213" y="219"/>
                  </a:lnTo>
                  <a:lnTo>
                    <a:pt x="3250" y="175"/>
                  </a:lnTo>
                  <a:lnTo>
                    <a:pt x="3293" y="135"/>
                  </a:lnTo>
                  <a:lnTo>
                    <a:pt x="3341" y="102"/>
                  </a:lnTo>
                  <a:lnTo>
                    <a:pt x="3392" y="72"/>
                  </a:lnTo>
                  <a:lnTo>
                    <a:pt x="3448" y="47"/>
                  </a:lnTo>
                  <a:lnTo>
                    <a:pt x="3508" y="27"/>
                  </a:lnTo>
                  <a:lnTo>
                    <a:pt x="3573" y="12"/>
                  </a:lnTo>
                  <a:lnTo>
                    <a:pt x="3640" y="3"/>
                  </a:lnTo>
                  <a:lnTo>
                    <a:pt x="3711" y="0"/>
                  </a:lnTo>
                  <a:close/>
                  <a:moveTo>
                    <a:pt x="2910" y="0"/>
                  </a:moveTo>
                  <a:lnTo>
                    <a:pt x="2948" y="4"/>
                  </a:lnTo>
                  <a:lnTo>
                    <a:pt x="2983" y="14"/>
                  </a:lnTo>
                  <a:lnTo>
                    <a:pt x="3014" y="30"/>
                  </a:lnTo>
                  <a:lnTo>
                    <a:pt x="3040" y="52"/>
                  </a:lnTo>
                  <a:lnTo>
                    <a:pt x="3063" y="78"/>
                  </a:lnTo>
                  <a:lnTo>
                    <a:pt x="3079" y="109"/>
                  </a:lnTo>
                  <a:lnTo>
                    <a:pt x="3089" y="142"/>
                  </a:lnTo>
                  <a:lnTo>
                    <a:pt x="3093" y="178"/>
                  </a:lnTo>
                  <a:lnTo>
                    <a:pt x="3091" y="203"/>
                  </a:lnTo>
                  <a:lnTo>
                    <a:pt x="3088" y="227"/>
                  </a:lnTo>
                  <a:lnTo>
                    <a:pt x="3081" y="252"/>
                  </a:lnTo>
                  <a:lnTo>
                    <a:pt x="3071" y="277"/>
                  </a:lnTo>
                  <a:lnTo>
                    <a:pt x="3060" y="303"/>
                  </a:lnTo>
                  <a:lnTo>
                    <a:pt x="3044" y="331"/>
                  </a:lnTo>
                  <a:lnTo>
                    <a:pt x="3025" y="361"/>
                  </a:lnTo>
                  <a:lnTo>
                    <a:pt x="3004" y="393"/>
                  </a:lnTo>
                  <a:lnTo>
                    <a:pt x="2978" y="429"/>
                  </a:lnTo>
                  <a:lnTo>
                    <a:pt x="2948" y="468"/>
                  </a:lnTo>
                  <a:lnTo>
                    <a:pt x="2914" y="512"/>
                  </a:lnTo>
                  <a:lnTo>
                    <a:pt x="2876" y="561"/>
                  </a:lnTo>
                  <a:lnTo>
                    <a:pt x="2472" y="1078"/>
                  </a:lnTo>
                  <a:lnTo>
                    <a:pt x="2182" y="1078"/>
                  </a:lnTo>
                  <a:lnTo>
                    <a:pt x="2182" y="424"/>
                  </a:lnTo>
                  <a:lnTo>
                    <a:pt x="1784" y="1078"/>
                  </a:lnTo>
                  <a:lnTo>
                    <a:pt x="1518" y="1078"/>
                  </a:lnTo>
                  <a:lnTo>
                    <a:pt x="1518" y="234"/>
                  </a:lnTo>
                  <a:lnTo>
                    <a:pt x="1313" y="214"/>
                  </a:lnTo>
                  <a:lnTo>
                    <a:pt x="1313" y="118"/>
                  </a:lnTo>
                  <a:lnTo>
                    <a:pt x="1690" y="25"/>
                  </a:lnTo>
                  <a:lnTo>
                    <a:pt x="1832" y="25"/>
                  </a:lnTo>
                  <a:lnTo>
                    <a:pt x="1832" y="713"/>
                  </a:lnTo>
                  <a:lnTo>
                    <a:pt x="2247" y="25"/>
                  </a:lnTo>
                  <a:lnTo>
                    <a:pt x="2497" y="25"/>
                  </a:lnTo>
                  <a:lnTo>
                    <a:pt x="2497" y="822"/>
                  </a:lnTo>
                  <a:lnTo>
                    <a:pt x="2759" y="473"/>
                  </a:lnTo>
                  <a:lnTo>
                    <a:pt x="2759" y="62"/>
                  </a:lnTo>
                  <a:lnTo>
                    <a:pt x="2779" y="44"/>
                  </a:lnTo>
                  <a:lnTo>
                    <a:pt x="2806" y="27"/>
                  </a:lnTo>
                  <a:lnTo>
                    <a:pt x="2837" y="13"/>
                  </a:lnTo>
                  <a:lnTo>
                    <a:pt x="2872" y="4"/>
                  </a:lnTo>
                  <a:lnTo>
                    <a:pt x="2910" y="0"/>
                  </a:lnTo>
                  <a:close/>
                </a:path>
              </a:pathLst>
            </a:custGeom>
            <a:solidFill>
              <a:srgbClr val="000000"/>
            </a:solidFill>
            <a:ln w="0">
              <a:noFill/>
              <a:prstDash val="solid"/>
              <a:round/>
            </a:ln>
          </p:spPr>
          <p:txBody>
            <a:bodyPr vert="horz" wrap="square" lIns="82938" tIns="41469" rIns="82938" bIns="41469" numCol="1" anchor="t" anchorCtr="0" compatLnSpc="1"/>
            <a:lstStyle/>
            <a:p>
              <a:pPr defTabSz="1008380"/>
              <a:endParaRPr lang="en-GB" sz="1800">
                <a:solidFill>
                  <a:srgbClr val="000000"/>
                </a:solidFill>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One">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defRPr sz="2200"/>
            </a:lvl1pPr>
          </a:lstStyle>
          <a:p>
            <a:r>
              <a:rPr lang="en-US" noProof="0" dirty="0" smtClean="0"/>
              <a:t>Click to edit Master title style</a:t>
            </a:r>
            <a:endParaRPr lang="en-GB" noProof="0" dirty="0"/>
          </a:p>
        </p:txBody>
      </p:sp>
      <p:sp>
        <p:nvSpPr>
          <p:cNvPr id="31" name="Content Placeholder 26"/>
          <p:cNvSpPr>
            <a:spLocks noGrp="1"/>
          </p:cNvSpPr>
          <p:nvPr>
            <p:ph sz="quarter" idx="15"/>
          </p:nvPr>
        </p:nvSpPr>
        <p:spPr>
          <a:xfrm>
            <a:off x="711200" y="1752674"/>
            <a:ext cx="10769600" cy="4419786"/>
          </a:xfrm>
        </p:spPr>
        <p:txBody>
          <a:bodyPr/>
          <a:lstStyle>
            <a:lvl1pPr>
              <a:defRPr baseline="0"/>
            </a:lvl1p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a:p>
        </p:txBody>
      </p:sp>
      <p:sp>
        <p:nvSpPr>
          <p:cNvPr id="27"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32" name="TextBox 31"/>
          <p:cNvSpPr txBox="1"/>
          <p:nvPr/>
        </p:nvSpPr>
        <p:spPr>
          <a:xfrm>
            <a:off x="711200" y="6477273"/>
            <a:ext cx="3454400" cy="152407"/>
          </a:xfrm>
          <a:prstGeom prst="rect">
            <a:avLst/>
          </a:prstGeom>
          <a:noFill/>
        </p:spPr>
        <p:txBody>
          <a:bodyPr vert="horz" wrap="square" lIns="0" tIns="0" rIns="0" bIns="0" rtlCol="0" anchor="t" anchorCtr="0">
            <a:noAutofit/>
          </a:bodyPr>
          <a:lstStyle/>
          <a:p>
            <a:pPr defTabSz="1008380"/>
            <a:r>
              <a:rPr lang="en-GB" sz="1000" smtClean="0">
                <a:solidFill>
                  <a:srgbClr val="000000"/>
                </a:solidFill>
                <a:cs typeface="腾讯体 W3" panose="020C04030202040F0204" pitchFamily="34" charset="-122"/>
              </a:rPr>
              <a:t>FiT</a:t>
            </a:r>
            <a:endParaRPr lang="en-GB" sz="1000">
              <a:solidFill>
                <a:srgbClr val="000000"/>
              </a:solidFill>
              <a:cs typeface="腾讯体 W3" panose="020C04030202040F0204" pitchFamily="34" charset="-122"/>
            </a:endParaRPr>
          </a:p>
        </p:txBody>
      </p:sp>
      <p:cxnSp>
        <p:nvCxnSpPr>
          <p:cNvPr id="15" name="Shape 14"/>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a:solidFill>
                <a:srgbClr val="000000"/>
              </a:solidFill>
            </a:endParaRPr>
          </a:p>
        </p:txBody>
      </p:sp>
      <p:sp>
        <p:nvSpPr>
          <p:cNvPr id="10"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Two">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defRPr sz="2200"/>
            </a:lvl1pPr>
          </a:lstStyle>
          <a:p>
            <a:r>
              <a:rPr lang="en-US" noProof="0" dirty="0" smtClean="0"/>
              <a:t>Click to edit Master title style</a:t>
            </a:r>
            <a:endParaRPr lang="en-GB" noProof="0" dirty="0"/>
          </a:p>
        </p:txBody>
      </p:sp>
      <p:sp>
        <p:nvSpPr>
          <p:cNvPr id="28" name="Content Placeholder 26"/>
          <p:cNvSpPr>
            <a:spLocks noGrp="1"/>
          </p:cNvSpPr>
          <p:nvPr>
            <p:ph sz="quarter" idx="14"/>
          </p:nvPr>
        </p:nvSpPr>
        <p:spPr>
          <a:xfrm>
            <a:off x="711200" y="1752675"/>
            <a:ext cx="5283200" cy="4419785"/>
          </a:xfrm>
        </p:spPr>
        <p:txBody>
          <a:body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a:p>
        </p:txBody>
      </p:sp>
      <p:sp>
        <p:nvSpPr>
          <p:cNvPr id="31" name="Content Placeholder 26"/>
          <p:cNvSpPr>
            <a:spLocks noGrp="1"/>
          </p:cNvSpPr>
          <p:nvPr>
            <p:ph sz="quarter" idx="15"/>
          </p:nvPr>
        </p:nvSpPr>
        <p:spPr>
          <a:xfrm>
            <a:off x="6197603" y="1752674"/>
            <a:ext cx="5283198" cy="4419786"/>
          </a:xfrm>
        </p:spPr>
        <p:txBody>
          <a:body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a:p>
        </p:txBody>
      </p:sp>
      <p:sp>
        <p:nvSpPr>
          <p:cNvPr id="32"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33" name="TextBox 32"/>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smtClean="0">
                <a:solidFill>
                  <a:srgbClr val="000000"/>
                </a:solidFill>
                <a:cs typeface="腾讯体 W3" panose="020C04030202040F0204" pitchFamily="34" charset="-122"/>
              </a:rPr>
              <a:t>FiT</a:t>
            </a:r>
            <a:endParaRPr lang="en-GB" sz="1000">
              <a:solidFill>
                <a:srgbClr val="000000"/>
              </a:solidFill>
              <a:cs typeface="腾讯体 W3" panose="020C04030202040F0204" pitchFamily="34" charset="-122"/>
            </a:endParaRPr>
          </a:p>
        </p:txBody>
      </p:sp>
      <p:cxnSp>
        <p:nvCxnSpPr>
          <p:cNvPr id="62" name="Shape 61"/>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a:solidFill>
                <a:srgbClr val="000000"/>
              </a:solidFill>
            </a:endParaRPr>
          </a:p>
        </p:txBody>
      </p:sp>
      <p:sp>
        <p:nvSpPr>
          <p:cNvPr id="11"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Three">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30"/>
            <a:ext cx="10769600" cy="914438"/>
          </a:xfrm>
        </p:spPr>
        <p:txBody>
          <a:bodyPr/>
          <a:lstStyle>
            <a:lvl1pPr>
              <a:defRPr sz="2200"/>
            </a:lvl1pPr>
          </a:lstStyle>
          <a:p>
            <a:r>
              <a:rPr lang="en-US" noProof="0" dirty="0" smtClean="0"/>
              <a:t>Click to edit Master title style</a:t>
            </a:r>
            <a:endParaRPr lang="en-GB" noProof="0" dirty="0"/>
          </a:p>
        </p:txBody>
      </p:sp>
      <p:sp>
        <p:nvSpPr>
          <p:cNvPr id="27" name="Content Placeholder 26"/>
          <p:cNvSpPr>
            <a:spLocks noGrp="1"/>
          </p:cNvSpPr>
          <p:nvPr>
            <p:ph sz="quarter" idx="13"/>
          </p:nvPr>
        </p:nvSpPr>
        <p:spPr>
          <a:xfrm>
            <a:off x="711200" y="1752675"/>
            <a:ext cx="3454400" cy="4419785"/>
          </a:xfrm>
        </p:spPr>
        <p:txBody>
          <a:body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a:p>
        </p:txBody>
      </p:sp>
      <p:sp>
        <p:nvSpPr>
          <p:cNvPr id="28" name="Content Placeholder 26"/>
          <p:cNvSpPr>
            <a:spLocks noGrp="1"/>
          </p:cNvSpPr>
          <p:nvPr>
            <p:ph sz="quarter" idx="14"/>
          </p:nvPr>
        </p:nvSpPr>
        <p:spPr>
          <a:xfrm>
            <a:off x="4368803" y="1752675"/>
            <a:ext cx="3454398" cy="4419785"/>
          </a:xfrm>
        </p:spPr>
        <p:txBody>
          <a:body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a:p>
        </p:txBody>
      </p:sp>
      <p:sp>
        <p:nvSpPr>
          <p:cNvPr id="31" name="Content Placeholder 26"/>
          <p:cNvSpPr>
            <a:spLocks noGrp="1"/>
          </p:cNvSpPr>
          <p:nvPr>
            <p:ph sz="quarter" idx="15"/>
          </p:nvPr>
        </p:nvSpPr>
        <p:spPr>
          <a:xfrm>
            <a:off x="8026400" y="1752675"/>
            <a:ext cx="3454400" cy="4419785"/>
          </a:xfrm>
        </p:spPr>
        <p:txBody>
          <a:body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a:p>
        </p:txBody>
      </p:sp>
      <p:sp>
        <p:nvSpPr>
          <p:cNvPr id="36"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37" name="TextBox 36"/>
          <p:cNvSpPr txBox="1"/>
          <p:nvPr/>
        </p:nvSpPr>
        <p:spPr>
          <a:xfrm>
            <a:off x="711200" y="6477273"/>
            <a:ext cx="3454400" cy="152407"/>
          </a:xfrm>
          <a:prstGeom prst="rect">
            <a:avLst/>
          </a:prstGeom>
          <a:noFill/>
        </p:spPr>
        <p:txBody>
          <a:bodyPr vert="horz" wrap="square" lIns="0" tIns="0" rIns="0" bIns="0" rtlCol="0" anchor="t" anchorCtr="0">
            <a:noAutofit/>
          </a:bodyPr>
          <a:lstStyle/>
          <a:p>
            <a:pPr defTabSz="1008380"/>
            <a:r>
              <a:rPr lang="en-GB" sz="1000" smtClean="0">
                <a:solidFill>
                  <a:srgbClr val="000000"/>
                </a:solidFill>
                <a:cs typeface="腾讯体 W3" panose="020C04030202040F0204" pitchFamily="34" charset="-122"/>
              </a:rPr>
              <a:t>FiT</a:t>
            </a:r>
            <a:endParaRPr lang="en-GB" sz="1000">
              <a:solidFill>
                <a:srgbClr val="000000"/>
              </a:solidFill>
              <a:cs typeface="腾讯体 W3" panose="020C04030202040F0204" pitchFamily="34" charset="-122"/>
            </a:endParaRPr>
          </a:p>
        </p:txBody>
      </p:sp>
      <p:cxnSp>
        <p:nvCxnSpPr>
          <p:cNvPr id="19" name="Shape 18"/>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a:solidFill>
                <a:srgbClr val="000000"/>
              </a:solidFill>
            </a:endParaRPr>
          </a:p>
        </p:txBody>
      </p:sp>
      <p:sp>
        <p:nvSpPr>
          <p:cNvPr id="12"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Two under Text">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defRPr sz="2200"/>
            </a:lvl1pPr>
          </a:lstStyle>
          <a:p>
            <a:r>
              <a:rPr lang="en-US" noProof="0" dirty="0" smtClean="0"/>
              <a:t>Click to edit Master title style</a:t>
            </a:r>
            <a:endParaRPr lang="en-GB" noProof="0" dirty="0"/>
          </a:p>
        </p:txBody>
      </p:sp>
      <p:sp>
        <p:nvSpPr>
          <p:cNvPr id="28" name="Content Placeholder 26"/>
          <p:cNvSpPr>
            <a:spLocks noGrp="1"/>
          </p:cNvSpPr>
          <p:nvPr>
            <p:ph sz="quarter" idx="14"/>
          </p:nvPr>
        </p:nvSpPr>
        <p:spPr>
          <a:xfrm>
            <a:off x="711200" y="3352941"/>
            <a:ext cx="5283200" cy="2819518"/>
          </a:xfrm>
        </p:spPr>
        <p:txBody>
          <a:body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a:p>
        </p:txBody>
      </p:sp>
      <p:sp>
        <p:nvSpPr>
          <p:cNvPr id="31" name="Content Placeholder 26"/>
          <p:cNvSpPr>
            <a:spLocks noGrp="1"/>
          </p:cNvSpPr>
          <p:nvPr>
            <p:ph sz="quarter" idx="15"/>
          </p:nvPr>
        </p:nvSpPr>
        <p:spPr>
          <a:xfrm>
            <a:off x="6197599" y="3352941"/>
            <a:ext cx="5283202" cy="2819518"/>
          </a:xfrm>
        </p:spPr>
        <p:txBody>
          <a:body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a:p>
        </p:txBody>
      </p:sp>
      <p:sp>
        <p:nvSpPr>
          <p:cNvPr id="32"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33" name="TextBox 32"/>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smtClean="0">
                <a:solidFill>
                  <a:srgbClr val="000000"/>
                </a:solidFill>
                <a:cs typeface="腾讯体 W3" panose="020C04030202040F0204" pitchFamily="34" charset="-122"/>
              </a:rPr>
              <a:t>FiT</a:t>
            </a:r>
            <a:endParaRPr lang="en-GB" sz="1000">
              <a:solidFill>
                <a:srgbClr val="000000"/>
              </a:solidFill>
              <a:cs typeface="腾讯体 W3" panose="020C04030202040F0204" pitchFamily="34" charset="-122"/>
            </a:endParaRPr>
          </a:p>
        </p:txBody>
      </p:sp>
      <p:sp>
        <p:nvSpPr>
          <p:cNvPr id="13" name="Text Placeholder 12"/>
          <p:cNvSpPr>
            <a:spLocks noGrp="1"/>
          </p:cNvSpPr>
          <p:nvPr>
            <p:ph type="body" sz="quarter" idx="16"/>
          </p:nvPr>
        </p:nvSpPr>
        <p:spPr>
          <a:xfrm>
            <a:off x="711200" y="1752674"/>
            <a:ext cx="10769600" cy="1447861"/>
          </a:xfrm>
        </p:spPr>
        <p:txBody>
          <a:bodyPr/>
          <a:lstStyle/>
          <a:p>
            <a:pPr lvl="0"/>
            <a:r>
              <a:rPr lang="en-US" noProof="0" smtClean="0"/>
              <a:t>Click to edit Master text styles</a:t>
            </a:r>
            <a:endParaRPr lang="en-US" noProof="0" smtClean="0"/>
          </a:p>
        </p:txBody>
      </p:sp>
      <p:cxnSp>
        <p:nvCxnSpPr>
          <p:cNvPr id="14" name="Shape 13"/>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a:solidFill>
                <a:srgbClr val="000000"/>
              </a:solidFill>
            </a:endParaRPr>
          </a:p>
        </p:txBody>
      </p:sp>
      <p:sp>
        <p:nvSpPr>
          <p:cNvPr id="12"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Two and Left Text">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defRPr sz="2200"/>
            </a:lvl1pPr>
          </a:lstStyle>
          <a:p>
            <a:r>
              <a:rPr lang="en-US" noProof="0" dirty="0" smtClean="0"/>
              <a:t>Click to edit Master title style</a:t>
            </a:r>
            <a:endParaRPr lang="en-GB" noProof="0" dirty="0"/>
          </a:p>
        </p:txBody>
      </p:sp>
      <p:sp>
        <p:nvSpPr>
          <p:cNvPr id="28" name="Content Placeholder 26"/>
          <p:cNvSpPr>
            <a:spLocks noGrp="1"/>
          </p:cNvSpPr>
          <p:nvPr>
            <p:ph sz="quarter" idx="14"/>
          </p:nvPr>
        </p:nvSpPr>
        <p:spPr>
          <a:xfrm>
            <a:off x="8026400" y="1752674"/>
            <a:ext cx="3454400" cy="2133690"/>
          </a:xfrm>
        </p:spPr>
        <p:txBody>
          <a:bodyPr/>
          <a:lstStyle/>
          <a:p>
            <a:pPr lvl="0"/>
            <a:r>
              <a:rPr lang="en-US" noProof="0" smtClean="0"/>
              <a:t>Click to edit Master text styles</a:t>
            </a:r>
            <a:endParaRPr lang="en-US" noProof="0" smtClean="0"/>
          </a:p>
        </p:txBody>
      </p:sp>
      <p:sp>
        <p:nvSpPr>
          <p:cNvPr id="31" name="Content Placeholder 26"/>
          <p:cNvSpPr>
            <a:spLocks noGrp="1"/>
          </p:cNvSpPr>
          <p:nvPr>
            <p:ph sz="quarter" idx="15"/>
          </p:nvPr>
        </p:nvSpPr>
        <p:spPr>
          <a:xfrm>
            <a:off x="8026400" y="4038770"/>
            <a:ext cx="3454400" cy="2133690"/>
          </a:xfrm>
        </p:spPr>
        <p:txBody>
          <a:bodyPr/>
          <a:lstStyle/>
          <a:p>
            <a:pPr lvl="0"/>
            <a:r>
              <a:rPr lang="en-US" noProof="0" smtClean="0"/>
              <a:t>Click to edit Master text styles</a:t>
            </a:r>
            <a:endParaRPr lang="en-US" noProof="0" smtClean="0"/>
          </a:p>
        </p:txBody>
      </p:sp>
      <p:sp>
        <p:nvSpPr>
          <p:cNvPr id="13" name="Text Placeholder 12"/>
          <p:cNvSpPr>
            <a:spLocks noGrp="1"/>
          </p:cNvSpPr>
          <p:nvPr>
            <p:ph type="body" sz="quarter" idx="16"/>
          </p:nvPr>
        </p:nvSpPr>
        <p:spPr>
          <a:xfrm>
            <a:off x="711199" y="1752674"/>
            <a:ext cx="7112000" cy="4419786"/>
          </a:xfrm>
        </p:spPr>
        <p:txBody>
          <a:bodyPr/>
          <a:lstStyle/>
          <a:p>
            <a:pPr lvl="0"/>
            <a:r>
              <a:rPr lang="en-US" noProof="0" smtClean="0"/>
              <a:t>Click to edit Master text styles</a:t>
            </a:r>
            <a:endParaRPr lang="en-US" noProof="0" smtClean="0"/>
          </a:p>
        </p:txBody>
      </p:sp>
      <p:sp>
        <p:nvSpPr>
          <p:cNvPr id="19"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20" name="TextBox 19"/>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smtClean="0">
                <a:solidFill>
                  <a:srgbClr val="000000"/>
                </a:solidFill>
                <a:cs typeface="腾讯体 W3" panose="020C04030202040F0204" pitchFamily="34" charset="-122"/>
              </a:rPr>
              <a:t>FiT</a:t>
            </a:r>
            <a:endParaRPr lang="en-GB" sz="1000">
              <a:solidFill>
                <a:srgbClr val="000000"/>
              </a:solidFill>
              <a:cs typeface="腾讯体 W3" panose="020C04030202040F0204" pitchFamily="34" charset="-122"/>
            </a:endParaRPr>
          </a:p>
        </p:txBody>
      </p:sp>
      <p:cxnSp>
        <p:nvCxnSpPr>
          <p:cNvPr id="14" name="Shape 13"/>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a:solidFill>
                <a:srgbClr val="000000"/>
              </a:solidFill>
            </a:endParaRPr>
          </a:p>
        </p:txBody>
      </p:sp>
      <p:sp>
        <p:nvSpPr>
          <p:cNvPr id="12"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Two and Right Text">
    <p:spTree>
      <p:nvGrpSpPr>
        <p:cNvPr id="1" name=""/>
        <p:cNvGrpSpPr/>
        <p:nvPr/>
      </p:nvGrpSpPr>
      <p:grpSpPr>
        <a:xfrm>
          <a:off x="0" y="0"/>
          <a:ext cx="0" cy="0"/>
          <a:chOff x="0" y="0"/>
          <a:chExt cx="0" cy="0"/>
        </a:xfrm>
      </p:grpSpPr>
      <p:sp>
        <p:nvSpPr>
          <p:cNvPr id="28" name="Content Placeholder 26"/>
          <p:cNvSpPr>
            <a:spLocks noGrp="1"/>
          </p:cNvSpPr>
          <p:nvPr>
            <p:ph sz="quarter" idx="14"/>
          </p:nvPr>
        </p:nvSpPr>
        <p:spPr>
          <a:xfrm>
            <a:off x="711200" y="1752674"/>
            <a:ext cx="3454400" cy="2133690"/>
          </a:xfrm>
        </p:spPr>
        <p:txBody>
          <a:bodyPr/>
          <a:lstStyle/>
          <a:p>
            <a:pPr lvl="0"/>
            <a:r>
              <a:rPr lang="en-US" noProof="0" smtClean="0"/>
              <a:t>Click to edit Master text styles</a:t>
            </a:r>
            <a:endParaRPr lang="en-US" noProof="0" smtClean="0"/>
          </a:p>
        </p:txBody>
      </p:sp>
      <p:sp>
        <p:nvSpPr>
          <p:cNvPr id="2" name="Title 1"/>
          <p:cNvSpPr>
            <a:spLocks noGrp="1"/>
          </p:cNvSpPr>
          <p:nvPr>
            <p:ph type="title"/>
          </p:nvPr>
        </p:nvSpPr>
        <p:spPr>
          <a:xfrm>
            <a:off x="711200" y="685829"/>
            <a:ext cx="10769600" cy="914438"/>
          </a:xfrm>
        </p:spPr>
        <p:txBody>
          <a:bodyPr/>
          <a:lstStyle>
            <a:lvl1pPr>
              <a:defRPr sz="2200"/>
            </a:lvl1pPr>
          </a:lstStyle>
          <a:p>
            <a:r>
              <a:rPr lang="en-US" noProof="0" dirty="0" smtClean="0"/>
              <a:t>Click to edit Master title style</a:t>
            </a:r>
            <a:endParaRPr lang="en-GB" noProof="0" dirty="0"/>
          </a:p>
        </p:txBody>
      </p:sp>
      <p:sp>
        <p:nvSpPr>
          <p:cNvPr id="31" name="Content Placeholder 26"/>
          <p:cNvSpPr>
            <a:spLocks noGrp="1"/>
          </p:cNvSpPr>
          <p:nvPr>
            <p:ph sz="quarter" idx="15"/>
          </p:nvPr>
        </p:nvSpPr>
        <p:spPr>
          <a:xfrm>
            <a:off x="711200" y="4038770"/>
            <a:ext cx="3454400" cy="2133690"/>
          </a:xfrm>
        </p:spPr>
        <p:txBody>
          <a:bodyPr/>
          <a:lstStyle/>
          <a:p>
            <a:pPr lvl="0"/>
            <a:r>
              <a:rPr lang="en-US" noProof="0" smtClean="0"/>
              <a:t>Click to edit Master text styles</a:t>
            </a:r>
            <a:endParaRPr lang="en-US" noProof="0" smtClean="0"/>
          </a:p>
        </p:txBody>
      </p:sp>
      <p:sp>
        <p:nvSpPr>
          <p:cNvPr id="13" name="Text Placeholder 12"/>
          <p:cNvSpPr>
            <a:spLocks noGrp="1"/>
          </p:cNvSpPr>
          <p:nvPr>
            <p:ph type="body" sz="quarter" idx="16"/>
          </p:nvPr>
        </p:nvSpPr>
        <p:spPr>
          <a:xfrm>
            <a:off x="4368800" y="1752674"/>
            <a:ext cx="7112000" cy="4419786"/>
          </a:xfrm>
        </p:spPr>
        <p:txBody>
          <a:bodyPr/>
          <a:lstStyle/>
          <a:p>
            <a:pPr lvl="0"/>
            <a:r>
              <a:rPr lang="en-US" noProof="0" smtClean="0"/>
              <a:t>Click to edit Master text styles</a:t>
            </a:r>
            <a:endParaRPr lang="en-US" noProof="0" smtClean="0"/>
          </a:p>
        </p:txBody>
      </p:sp>
      <p:sp>
        <p:nvSpPr>
          <p:cNvPr id="19"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20" name="TextBox 19"/>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smtClean="0">
                <a:solidFill>
                  <a:srgbClr val="000000"/>
                </a:solidFill>
                <a:cs typeface="腾讯体 W3" panose="020C04030202040F0204" pitchFamily="34" charset="-122"/>
              </a:rPr>
              <a:t>FiT</a:t>
            </a:r>
            <a:endParaRPr lang="en-GB" sz="1000">
              <a:solidFill>
                <a:srgbClr val="000000"/>
              </a:solidFill>
              <a:cs typeface="腾讯体 W3" panose="020C04030202040F0204" pitchFamily="34" charset="-122"/>
            </a:endParaRPr>
          </a:p>
        </p:txBody>
      </p:sp>
      <p:cxnSp>
        <p:nvCxnSpPr>
          <p:cNvPr id="14" name="Shape 13"/>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a:solidFill>
                <a:srgbClr val="000000"/>
              </a:solidFill>
            </a:endParaRPr>
          </a:p>
        </p:txBody>
      </p:sp>
      <p:sp>
        <p:nvSpPr>
          <p:cNvPr id="12"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One with Impact">
    <p:spTree>
      <p:nvGrpSpPr>
        <p:cNvPr id="1" name=""/>
        <p:cNvGrpSpPr/>
        <p:nvPr/>
      </p:nvGrpSpPr>
      <p:grpSpPr>
        <a:xfrm>
          <a:off x="0" y="0"/>
          <a:ext cx="0" cy="0"/>
          <a:chOff x="0" y="0"/>
          <a:chExt cx="0" cy="0"/>
        </a:xfrm>
      </p:grpSpPr>
      <p:sp>
        <p:nvSpPr>
          <p:cNvPr id="2" name="Title 1"/>
          <p:cNvSpPr>
            <a:spLocks noGrp="1"/>
          </p:cNvSpPr>
          <p:nvPr>
            <p:ph type="title"/>
          </p:nvPr>
        </p:nvSpPr>
        <p:spPr>
          <a:xfrm>
            <a:off x="4368800" y="685829"/>
            <a:ext cx="7112000" cy="914438"/>
          </a:xfrm>
        </p:spPr>
        <p:txBody>
          <a:bodyPr/>
          <a:lstStyle>
            <a:lvl1pPr>
              <a:defRPr sz="2200"/>
            </a:lvl1pPr>
          </a:lstStyle>
          <a:p>
            <a:r>
              <a:rPr lang="en-US" noProof="1" smtClean="0"/>
              <a:t>Click to edit Master title style</a:t>
            </a:r>
            <a:endParaRPr lang="en-GB" noProof="1"/>
          </a:p>
        </p:txBody>
      </p:sp>
      <p:sp>
        <p:nvSpPr>
          <p:cNvPr id="31" name="Content Placeholder 26"/>
          <p:cNvSpPr>
            <a:spLocks noGrp="1"/>
          </p:cNvSpPr>
          <p:nvPr>
            <p:ph sz="quarter" idx="15"/>
          </p:nvPr>
        </p:nvSpPr>
        <p:spPr>
          <a:xfrm>
            <a:off x="4368800" y="1752674"/>
            <a:ext cx="7112000" cy="4419786"/>
          </a:xfrm>
        </p:spPr>
        <p:txBody>
          <a:bodyPr/>
          <a:lstStyle>
            <a:lvl1pPr>
              <a:defRPr baseline="0"/>
            </a:lvl1pPr>
          </a:lstStyle>
          <a:p>
            <a:pPr lvl="0"/>
            <a:r>
              <a:rPr lang="en-US" noProof="1" smtClean="0"/>
              <a:t>Click to edit Master text styles</a:t>
            </a:r>
            <a:endParaRPr lang="en-US" noProof="1" smtClean="0"/>
          </a:p>
          <a:p>
            <a:pPr lvl="1"/>
            <a:r>
              <a:rPr lang="en-US" noProof="1" smtClean="0"/>
              <a:t>Second level</a:t>
            </a:r>
            <a:endParaRPr lang="en-US" noProof="1" smtClean="0"/>
          </a:p>
          <a:p>
            <a:pPr lvl="2"/>
            <a:r>
              <a:rPr lang="en-US" noProof="1" smtClean="0"/>
              <a:t>Third level</a:t>
            </a:r>
            <a:endParaRPr lang="en-US" noProof="1" smtClean="0"/>
          </a:p>
          <a:p>
            <a:pPr lvl="3"/>
            <a:r>
              <a:rPr lang="en-US" noProof="1" smtClean="0"/>
              <a:t>Fourth level</a:t>
            </a:r>
            <a:endParaRPr lang="en-US" noProof="1" smtClean="0"/>
          </a:p>
          <a:p>
            <a:pPr lvl="4"/>
            <a:r>
              <a:rPr lang="en-US" noProof="1" smtClean="0"/>
              <a:t>Fifth level</a:t>
            </a:r>
            <a:endParaRPr lang="en-GB" noProof="1"/>
          </a:p>
        </p:txBody>
      </p:sp>
      <p:sp>
        <p:nvSpPr>
          <p:cNvPr id="12" name="Text Placeholder 11"/>
          <p:cNvSpPr>
            <a:spLocks noGrp="1"/>
          </p:cNvSpPr>
          <p:nvPr>
            <p:ph type="body" sz="quarter" idx="16"/>
          </p:nvPr>
        </p:nvSpPr>
        <p:spPr>
          <a:xfrm>
            <a:off x="711200" y="1752674"/>
            <a:ext cx="3454400" cy="2130641"/>
          </a:xfrm>
        </p:spPr>
        <p:txBody>
          <a:bodyPr/>
          <a:lstStyle>
            <a:lvl1pPr>
              <a:defRPr sz="2200" b="1" baseline="0">
                <a:solidFill>
                  <a:schemeClr val="tx2"/>
                </a:solidFill>
              </a:defRPr>
            </a:lvl1pPr>
          </a:lstStyle>
          <a:p>
            <a:pPr lvl="0"/>
            <a:r>
              <a:rPr lang="en-US" noProof="1" smtClean="0"/>
              <a:t>Click to edit Master text styles</a:t>
            </a:r>
            <a:endParaRPr lang="en-US" noProof="1" smtClean="0"/>
          </a:p>
        </p:txBody>
      </p:sp>
      <p:sp>
        <p:nvSpPr>
          <p:cNvPr id="18"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19" name="TextBox 18"/>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noProof="1" smtClean="0">
                <a:solidFill>
                  <a:srgbClr val="000000"/>
                </a:solidFill>
                <a:cs typeface="腾讯体 W3" panose="020C04030202040F0204" pitchFamily="34" charset="-122"/>
              </a:rPr>
              <a:t>FiT</a:t>
            </a:r>
            <a:endParaRPr lang="en-GB" sz="1000" noProof="1">
              <a:solidFill>
                <a:srgbClr val="000000"/>
              </a:solidFill>
              <a:cs typeface="腾讯体 W3" panose="020C04030202040F0204" pitchFamily="34" charset="-122"/>
            </a:endParaRPr>
          </a:p>
        </p:txBody>
      </p:sp>
      <p:cxnSp>
        <p:nvCxnSpPr>
          <p:cNvPr id="30" name="Shape 29"/>
          <p:cNvCxnSpPr/>
          <p:nvPr/>
        </p:nvCxnSpPr>
        <p:spPr>
          <a:xfrm rot="5400000" flipH="1" flipV="1">
            <a:off x="7727414" y="-2223940"/>
            <a:ext cx="191575" cy="5819537"/>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a:solidFill>
                <a:srgbClr val="000000"/>
              </a:solidFill>
            </a:endParaRPr>
          </a:p>
        </p:txBody>
      </p:sp>
      <p:sp>
        <p:nvSpPr>
          <p:cNvPr id="11"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ver Only">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defRPr sz="2200"/>
            </a:lvl1pPr>
          </a:lstStyle>
          <a:p>
            <a:r>
              <a:rPr lang="en-US" noProof="0" dirty="0" smtClean="0"/>
              <a:t>Click to edit Master title style</a:t>
            </a:r>
            <a:endParaRPr lang="en-GB" noProof="0" dirty="0"/>
          </a:p>
        </p:txBody>
      </p:sp>
      <p:sp>
        <p:nvSpPr>
          <p:cNvPr id="12"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16" name="TextBox 15"/>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smtClean="0">
                <a:solidFill>
                  <a:srgbClr val="000000"/>
                </a:solidFill>
                <a:cs typeface="腾讯体 W3" panose="020C04030202040F0204" pitchFamily="34" charset="-122"/>
              </a:rPr>
              <a:t>FiT</a:t>
            </a:r>
            <a:endParaRPr lang="en-GB" sz="1000">
              <a:solidFill>
                <a:srgbClr val="000000"/>
              </a:solidFill>
              <a:cs typeface="腾讯体 W3" panose="020C04030202040F0204" pitchFamily="34" charset="-122"/>
            </a:endParaRPr>
          </a:p>
        </p:txBody>
      </p:sp>
      <p:cxnSp>
        <p:nvCxnSpPr>
          <p:cNvPr id="10" name="Shape 9"/>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8"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a:solidFill>
                <a:srgbClr val="000000"/>
              </a:solidFill>
            </a:endParaRPr>
          </a:p>
        </p:txBody>
      </p:sp>
      <p:sp>
        <p:nvSpPr>
          <p:cNvPr id="9"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Empty no Footer">
    <p:spTree>
      <p:nvGrpSpPr>
        <p:cNvPr id="1" name=""/>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11"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12" name="TextBox 11"/>
          <p:cNvSpPr txBox="1"/>
          <p:nvPr/>
        </p:nvSpPr>
        <p:spPr>
          <a:xfrm>
            <a:off x="711200" y="6477273"/>
            <a:ext cx="3454400" cy="152405"/>
          </a:xfrm>
          <a:prstGeom prst="rect">
            <a:avLst/>
          </a:prstGeom>
          <a:noFill/>
        </p:spPr>
        <p:txBody>
          <a:bodyPr vert="horz" wrap="square" lIns="0" tIns="0" rIns="0" bIns="0" rtlCol="0" anchor="t" anchorCtr="0">
            <a:noAutofit/>
          </a:bodyPr>
          <a:lstStyle/>
          <a:p>
            <a:pPr defTabSz="1008380"/>
            <a:r>
              <a:rPr lang="en-GB" sz="1000" smtClean="0">
                <a:solidFill>
                  <a:srgbClr val="000000"/>
                </a:solidFill>
                <a:cs typeface="腾讯体 W3" panose="020C04030202040F0204" pitchFamily="34" charset="-122"/>
              </a:rPr>
              <a:t>FiT</a:t>
            </a:r>
            <a:endParaRPr lang="en-GB" sz="1000">
              <a:solidFill>
                <a:srgbClr val="000000"/>
              </a:solidFill>
              <a:cs typeface="腾讯体 W3" panose="020C04030202040F0204" pitchFamily="34" charset="-122"/>
            </a:endParaRPr>
          </a:p>
        </p:txBody>
      </p:sp>
      <p:sp>
        <p:nvSpPr>
          <p:cNvPr id="6"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a:solidFill>
                <a:srgbClr val="000000"/>
              </a:solidFill>
            </a:endParaRPr>
          </a:p>
        </p:txBody>
      </p:sp>
      <p:sp>
        <p:nvSpPr>
          <p:cNvPr id="8"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Key poi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lnSpc>
                <a:spcPct val="100000"/>
              </a:lnSpc>
              <a:defRPr sz="2200" baseline="0">
                <a:solidFill>
                  <a:schemeClr val="tx1"/>
                </a:solidFill>
              </a:defRPr>
            </a:lvl1pPr>
          </a:lstStyle>
          <a:p>
            <a:r>
              <a:rPr lang="en-US" noProof="0" dirty="0" smtClean="0"/>
              <a:t>Click to edit Master title style</a:t>
            </a:r>
            <a:endParaRPr lang="en-GB" noProof="0" dirty="0"/>
          </a:p>
        </p:txBody>
      </p:sp>
      <p:cxnSp>
        <p:nvCxnSpPr>
          <p:cNvPr id="11" name="Shape 10"/>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12" name="TextBox 11"/>
          <p:cNvSpPr txBox="1"/>
          <p:nvPr/>
        </p:nvSpPr>
        <p:spPr>
          <a:xfrm>
            <a:off x="711200" y="6477273"/>
            <a:ext cx="3454400" cy="152405"/>
          </a:xfrm>
          <a:prstGeom prst="rect">
            <a:avLst/>
          </a:prstGeom>
          <a:noFill/>
        </p:spPr>
        <p:txBody>
          <a:bodyPr vert="horz" wrap="square" lIns="0" tIns="0" rIns="0" bIns="0" rtlCol="0" anchor="t" anchorCtr="0">
            <a:noAutofit/>
          </a:bodyPr>
          <a:lstStyle/>
          <a:p>
            <a:pPr defTabSz="1008380"/>
            <a:r>
              <a:rPr lang="en-GB" sz="1000" smtClean="0">
                <a:solidFill>
                  <a:srgbClr val="000000"/>
                </a:solidFill>
                <a:cs typeface="腾讯体 W3" panose="020C04030202040F0204" pitchFamily="34" charset="-122"/>
              </a:rPr>
              <a:t>FiT</a:t>
            </a:r>
            <a:endParaRPr lang="en-GB" sz="1000">
              <a:solidFill>
                <a:srgbClr val="000000"/>
              </a:solidFill>
              <a:cs typeface="腾讯体 W3" panose="020C04030202040F0204" pitchFamily="34" charset="-122"/>
            </a:endParaRPr>
          </a:p>
        </p:txBody>
      </p:sp>
      <p:sp>
        <p:nvSpPr>
          <p:cNvPr id="15" name="Content Placeholder 26"/>
          <p:cNvSpPr>
            <a:spLocks noGrp="1"/>
          </p:cNvSpPr>
          <p:nvPr>
            <p:ph sz="quarter" idx="15"/>
          </p:nvPr>
        </p:nvSpPr>
        <p:spPr>
          <a:xfrm>
            <a:off x="711200" y="1752674"/>
            <a:ext cx="10769600" cy="4419786"/>
          </a:xfrm>
        </p:spPr>
        <p:txBody>
          <a:bodyPr/>
          <a:lstStyle>
            <a:lvl1pPr>
              <a:defRPr sz="3200" baseline="0">
                <a:solidFill>
                  <a:schemeClr val="tx2"/>
                </a:solidFill>
              </a:defRPr>
            </a:lvl1pPr>
            <a:lvl2pPr>
              <a:buClr>
                <a:schemeClr val="tx2"/>
              </a:buClr>
              <a:defRPr sz="3200">
                <a:solidFill>
                  <a:schemeClr val="tx2"/>
                </a:solidFill>
              </a:defRPr>
            </a:lvl2pPr>
            <a:lvl3pPr>
              <a:buClr>
                <a:schemeClr val="tx2"/>
              </a:buClr>
              <a:defRPr sz="3200">
                <a:solidFill>
                  <a:schemeClr val="tx2"/>
                </a:solidFill>
              </a:defRPr>
            </a:lvl3pPr>
            <a:lvl4pPr>
              <a:buClr>
                <a:schemeClr val="tx2"/>
              </a:buClr>
              <a:defRPr sz="3200">
                <a:solidFill>
                  <a:schemeClr val="tx2"/>
                </a:solidFill>
              </a:defRPr>
            </a:lvl4pPr>
            <a:lvl5pPr>
              <a:buClr>
                <a:schemeClr val="tx2"/>
              </a:buClr>
              <a:defRPr sz="3200">
                <a:solidFill>
                  <a:schemeClr val="tx2"/>
                </a:solidFill>
              </a:defRPr>
            </a:lvl5pPr>
            <a:lvl6pPr>
              <a:buClr>
                <a:schemeClr val="tx2"/>
              </a:buClr>
              <a:defRPr sz="3200" baseline="0">
                <a:solidFill>
                  <a:schemeClr val="tx2"/>
                </a:solidFill>
              </a:defRPr>
            </a:lvl6pPr>
            <a:lvl7pPr>
              <a:buClr>
                <a:schemeClr val="tx2"/>
              </a:buClr>
              <a:buAutoNum type="alphaLcPeriod"/>
              <a:defRPr sz="3200" baseline="0">
                <a:solidFill>
                  <a:schemeClr val="tx2"/>
                </a:solidFill>
              </a:defRPr>
            </a:lvl7pPr>
            <a:lvl8pPr>
              <a:buClr>
                <a:schemeClr val="tx2"/>
              </a:buClr>
              <a:buNone/>
              <a:defRPr sz="3200">
                <a:solidFill>
                  <a:schemeClr val="tx2"/>
                </a:solidFill>
              </a:defRPr>
            </a:lvl8pPr>
            <a:lvl9pPr>
              <a:defRPr sz="3200"/>
            </a:lvl9p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a:p>
        </p:txBody>
      </p:sp>
      <p:sp>
        <p:nvSpPr>
          <p:cNvPr id="14"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a:solidFill>
                <a:srgbClr val="000000"/>
              </a:solidFill>
            </a:endParaRPr>
          </a:p>
        </p:txBody>
      </p:sp>
      <p:sp>
        <p:nvSpPr>
          <p:cNvPr id="16"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Key point: Colour">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lnSpc>
                <a:spcPct val="100000"/>
              </a:lnSpc>
              <a:defRPr sz="2200" baseline="0">
                <a:solidFill>
                  <a:schemeClr val="bg1"/>
                </a:solidFill>
              </a:defRPr>
            </a:lvl1pPr>
          </a:lstStyle>
          <a:p>
            <a:r>
              <a:rPr lang="en-US" noProof="0" dirty="0" smtClean="0"/>
              <a:t>Click to edit Master title style</a:t>
            </a:r>
            <a:endParaRPr lang="en-GB" noProof="0" dirty="0"/>
          </a:p>
        </p:txBody>
      </p:sp>
      <p:sp>
        <p:nvSpPr>
          <p:cNvPr id="3" name="Content Placeholder 2"/>
          <p:cNvSpPr>
            <a:spLocks noGrp="1"/>
          </p:cNvSpPr>
          <p:nvPr>
            <p:ph idx="1"/>
          </p:nvPr>
        </p:nvSpPr>
        <p:spPr>
          <a:xfrm>
            <a:off x="711200" y="1752674"/>
            <a:ext cx="10769600" cy="4419786"/>
          </a:xfrm>
        </p:spPr>
        <p:txBody>
          <a:bodyPr>
            <a:noAutofit/>
          </a:bodyPr>
          <a:lstStyle>
            <a:lvl1pPr>
              <a:lnSpc>
                <a:spcPts val="3970"/>
              </a:lnSpc>
              <a:spcBef>
                <a:spcPts val="0"/>
              </a:spcBef>
              <a:spcAft>
                <a:spcPts val="660"/>
              </a:spcAft>
              <a:defRPr sz="3200" baseline="0">
                <a:solidFill>
                  <a:schemeClr val="bg1"/>
                </a:solidFill>
              </a:defRPr>
            </a:lvl1pPr>
            <a:lvl2pPr marL="444500" indent="-263525">
              <a:lnSpc>
                <a:spcPts val="3970"/>
              </a:lnSpc>
              <a:spcBef>
                <a:spcPts val="0"/>
              </a:spcBef>
              <a:spcAft>
                <a:spcPts val="660"/>
              </a:spcAft>
              <a:buClr>
                <a:schemeClr val="bg1"/>
              </a:buClr>
              <a:defRPr sz="3200">
                <a:solidFill>
                  <a:schemeClr val="bg1"/>
                </a:solidFill>
              </a:defRPr>
            </a:lvl2pPr>
            <a:lvl3pPr marL="714375" indent="-266700">
              <a:lnSpc>
                <a:spcPts val="3970"/>
              </a:lnSpc>
              <a:spcBef>
                <a:spcPts val="0"/>
              </a:spcBef>
              <a:spcAft>
                <a:spcPts val="660"/>
              </a:spcAft>
              <a:buClr>
                <a:schemeClr val="bg1"/>
              </a:buClr>
              <a:defRPr sz="3200">
                <a:solidFill>
                  <a:schemeClr val="bg1"/>
                </a:solidFill>
              </a:defRPr>
            </a:lvl3pPr>
            <a:lvl4pPr marL="984250" indent="-266700">
              <a:lnSpc>
                <a:spcPts val="3970"/>
              </a:lnSpc>
              <a:spcBef>
                <a:spcPts val="0"/>
              </a:spcBef>
              <a:spcAft>
                <a:spcPts val="660"/>
              </a:spcAft>
              <a:buClr>
                <a:schemeClr val="bg1"/>
              </a:buClr>
              <a:defRPr sz="3200">
                <a:solidFill>
                  <a:schemeClr val="bg1"/>
                </a:solidFill>
              </a:defRPr>
            </a:lvl4pPr>
            <a:lvl5pPr marL="1341120" indent="-266700">
              <a:lnSpc>
                <a:spcPts val="3970"/>
              </a:lnSpc>
              <a:spcBef>
                <a:spcPts val="0"/>
              </a:spcBef>
              <a:spcAft>
                <a:spcPts val="660"/>
              </a:spcAft>
              <a:buClr>
                <a:schemeClr val="bg1"/>
              </a:buClr>
              <a:defRPr sz="3200">
                <a:solidFill>
                  <a:schemeClr val="bg1"/>
                </a:solidFill>
              </a:defRPr>
            </a:lvl5pPr>
            <a:lvl6pPr marL="1611630" indent="-271145">
              <a:lnSpc>
                <a:spcPts val="3970"/>
              </a:lnSpc>
              <a:spcBef>
                <a:spcPts val="0"/>
              </a:spcBef>
              <a:spcAft>
                <a:spcPts val="65"/>
              </a:spcAft>
              <a:buClr>
                <a:schemeClr val="bg1"/>
              </a:buClr>
              <a:buFont typeface="腾讯体 W3" panose="020C04030202040F0204" pitchFamily="34" charset="-122"/>
              <a:buNone/>
              <a:defRPr sz="2800">
                <a:solidFill>
                  <a:schemeClr val="bg1"/>
                </a:solidFill>
              </a:defRPr>
            </a:lvl6pPr>
            <a:lvl7pPr>
              <a:defRPr sz="2800">
                <a:solidFill>
                  <a:schemeClr val="bg1"/>
                </a:solidFill>
              </a:defRPr>
            </a:lvl7pPr>
            <a:lvl8pPr>
              <a:lnSpc>
                <a:spcPts val="3970"/>
              </a:lnSpc>
              <a:defRPr sz="2800">
                <a:solidFill>
                  <a:schemeClr val="bg1"/>
                </a:solidFill>
              </a:defRPr>
            </a:lvl8pPr>
            <a:lvl9pPr>
              <a:defRPr sz="2800">
                <a:solidFill>
                  <a:schemeClr val="bg1"/>
                </a:solidFill>
              </a:defRPr>
            </a:lvl9p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smtClean="0"/>
          </a:p>
        </p:txBody>
      </p:sp>
      <p:sp>
        <p:nvSpPr>
          <p:cNvPr id="28"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bg1"/>
                </a:solidFill>
                <a:latin typeface="腾讯体 W3" panose="020C04030202040F0204" pitchFamily="34" charset="-122"/>
                <a:cs typeface="腾讯体 W3" panose="020C04030202040F0204" pitchFamily="34" charset="-122"/>
              </a:defRPr>
            </a:lvl1pPr>
          </a:lstStyle>
          <a:p>
            <a:endParaRPr lang="en-GB">
              <a:solidFill>
                <a:srgbClr val="FFFFFF"/>
              </a:solidFill>
            </a:endParaRPr>
          </a:p>
        </p:txBody>
      </p:sp>
      <p:sp>
        <p:nvSpPr>
          <p:cNvPr id="29" name="TextBox 28"/>
          <p:cNvSpPr txBox="1"/>
          <p:nvPr/>
        </p:nvSpPr>
        <p:spPr>
          <a:xfrm>
            <a:off x="711200" y="6477273"/>
            <a:ext cx="3454400" cy="152405"/>
          </a:xfrm>
          <a:prstGeom prst="rect">
            <a:avLst/>
          </a:prstGeom>
          <a:noFill/>
        </p:spPr>
        <p:txBody>
          <a:bodyPr vert="horz" wrap="square" lIns="0" tIns="0" rIns="0" bIns="0" rtlCol="0" anchor="t" anchorCtr="0">
            <a:noAutofit/>
          </a:bodyPr>
          <a:lstStyle/>
          <a:p>
            <a:pPr defTabSz="1008380"/>
            <a:r>
              <a:rPr lang="en-GB" sz="1000" smtClean="0">
                <a:solidFill>
                  <a:srgbClr val="FFFFFF"/>
                </a:solidFill>
                <a:cs typeface="腾讯体 W3" panose="020C04030202040F0204" pitchFamily="34" charset="-122"/>
              </a:rPr>
              <a:t>FiT</a:t>
            </a:r>
            <a:endParaRPr lang="en-GB" sz="1000">
              <a:solidFill>
                <a:srgbClr val="FFFFFF"/>
              </a:solidFill>
              <a:cs typeface="腾讯体 W3" panose="020C04030202040F0204" pitchFamily="34" charset="-122"/>
            </a:endParaRPr>
          </a:p>
        </p:txBody>
      </p:sp>
      <p:cxnSp>
        <p:nvCxnSpPr>
          <p:cNvPr id="11" name="Shape 10"/>
          <p:cNvCxnSpPr/>
          <p:nvPr/>
        </p:nvCxnSpPr>
        <p:spPr>
          <a:xfrm rot="5400000" flipH="1" flipV="1">
            <a:off x="5898614" y="-3678824"/>
            <a:ext cx="191575" cy="8729306"/>
          </a:xfrm>
          <a:prstGeom prst="bentConnector2">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bg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FFFFFF"/>
                </a:solidFill>
              </a:rPr>
            </a:fld>
            <a:endParaRPr lang="en-GB">
              <a:solidFill>
                <a:srgbClr val="FFFFFF"/>
              </a:solidFill>
            </a:endParaRPr>
          </a:p>
        </p:txBody>
      </p:sp>
      <p:sp>
        <p:nvSpPr>
          <p:cNvPr id="10"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bg1"/>
                </a:solidFill>
                <a:latin typeface="腾讯体 W3" panose="020C04030202040F0204" pitchFamily="34" charset="-122"/>
                <a:cs typeface="腾讯体 W3" panose="020C04030202040F0204" pitchFamily="34" charset="-122"/>
              </a:defRPr>
            </a:lvl1pPr>
          </a:lstStyle>
          <a:p>
            <a:endParaRPr lang="en-GB" dirty="0">
              <a:solidFill>
                <a:srgbClr val="FFFFFF"/>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Section Divider">
    <p:spTree>
      <p:nvGrpSpPr>
        <p:cNvPr id="1" name=""/>
        <p:cNvGrpSpPr/>
        <p:nvPr/>
      </p:nvGrpSpPr>
      <p:grpSpPr>
        <a:xfrm>
          <a:off x="0" y="0"/>
          <a:ext cx="0" cy="0"/>
          <a:chOff x="0" y="0"/>
          <a:chExt cx="0" cy="0"/>
        </a:xfrm>
      </p:grpSpPr>
      <p:sp>
        <p:nvSpPr>
          <p:cNvPr id="57" name="Title 1"/>
          <p:cNvSpPr>
            <a:spLocks noGrp="1"/>
          </p:cNvSpPr>
          <p:nvPr>
            <p:ph type="ctrTitle"/>
          </p:nvPr>
        </p:nvSpPr>
        <p:spPr bwMode="black">
          <a:xfrm>
            <a:off x="711200" y="685830"/>
            <a:ext cx="10769600" cy="1066844"/>
          </a:xfrm>
        </p:spPr>
        <p:txBody>
          <a:bodyPr anchor="t" anchorCtr="0">
            <a:noAutofit/>
          </a:bodyPr>
          <a:lstStyle>
            <a:lvl1pPr>
              <a:lnSpc>
                <a:spcPct val="90000"/>
              </a:lnSpc>
              <a:defRPr sz="3200">
                <a:solidFill>
                  <a:schemeClr val="tx1"/>
                </a:solidFill>
              </a:defRPr>
            </a:lvl1pPr>
          </a:lstStyle>
          <a:p>
            <a:r>
              <a:rPr lang="en-US" noProof="0" dirty="0" smtClean="0"/>
              <a:t>Click to edit Master title style</a:t>
            </a:r>
            <a:endParaRPr lang="en-GB" noProof="0" dirty="0" smtClean="0"/>
          </a:p>
        </p:txBody>
      </p:sp>
      <p:sp>
        <p:nvSpPr>
          <p:cNvPr id="58" name="Subtitle 2"/>
          <p:cNvSpPr>
            <a:spLocks noGrp="1"/>
          </p:cNvSpPr>
          <p:nvPr>
            <p:ph type="subTitle" idx="1"/>
          </p:nvPr>
        </p:nvSpPr>
        <p:spPr bwMode="black">
          <a:xfrm>
            <a:off x="711200" y="1905082"/>
            <a:ext cx="10769600" cy="1371656"/>
          </a:xfrm>
        </p:spPr>
        <p:txBody>
          <a:bodyPr>
            <a:noAutofit/>
          </a:bodyPr>
          <a:lstStyle>
            <a:lvl1pPr marL="0" indent="0" algn="l">
              <a:lnSpc>
                <a:spcPct val="90000"/>
              </a:lnSpc>
              <a:buNone/>
              <a:defRPr sz="32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smtClean="0"/>
              <a:t>Click to edit Master subtitle style</a:t>
            </a:r>
            <a:endParaRPr lang="en-GB" noProof="0" smtClean="0"/>
          </a:p>
        </p:txBody>
      </p:sp>
      <p:sp>
        <p:nvSpPr>
          <p:cNvPr id="33"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34" name="TextBox 33"/>
          <p:cNvSpPr txBox="1"/>
          <p:nvPr/>
        </p:nvSpPr>
        <p:spPr>
          <a:xfrm>
            <a:off x="711200" y="6477273"/>
            <a:ext cx="3454400" cy="152405"/>
          </a:xfrm>
          <a:prstGeom prst="rect">
            <a:avLst/>
          </a:prstGeom>
          <a:noFill/>
        </p:spPr>
        <p:txBody>
          <a:bodyPr vert="horz" wrap="square" lIns="0" tIns="0" rIns="0" bIns="0" rtlCol="0" anchor="t" anchorCtr="0">
            <a:noAutofit/>
          </a:bodyPr>
          <a:lstStyle/>
          <a:p>
            <a:pPr defTabSz="1008380"/>
            <a:r>
              <a:rPr lang="en-GB" sz="1000" smtClean="0">
                <a:solidFill>
                  <a:srgbClr val="000000"/>
                </a:solidFill>
                <a:cs typeface="腾讯体 W3" panose="020C04030202040F0204" pitchFamily="34" charset="-122"/>
              </a:rPr>
              <a:t>FiT</a:t>
            </a:r>
            <a:endParaRPr lang="en-GB" sz="1000">
              <a:solidFill>
                <a:srgbClr val="000000"/>
              </a:solidFill>
              <a:cs typeface="腾讯体 W3" panose="020C04030202040F0204" pitchFamily="34" charset="-122"/>
            </a:endParaRPr>
          </a:p>
        </p:txBody>
      </p:sp>
      <p:cxnSp>
        <p:nvCxnSpPr>
          <p:cNvPr id="12" name="Shape 11"/>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fld>
            <a:endParaRPr lang="en-GB">
              <a:solidFill>
                <a:srgbClr val="000000"/>
              </a:solidFill>
            </a:endParaRPr>
          </a:p>
        </p:txBody>
      </p:sp>
      <p:sp>
        <p:nvSpPr>
          <p:cNvPr id="10"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Section Divider: Colour">
    <p:bg>
      <p:bgPr>
        <a:solidFill>
          <a:schemeClr val="tx2"/>
        </a:solidFill>
        <a:effectLst/>
      </p:bgPr>
    </p:bg>
    <p:spTree>
      <p:nvGrpSpPr>
        <p:cNvPr id="1" name=""/>
        <p:cNvGrpSpPr/>
        <p:nvPr/>
      </p:nvGrpSpPr>
      <p:grpSpPr>
        <a:xfrm>
          <a:off x="0" y="0"/>
          <a:ext cx="0" cy="0"/>
          <a:chOff x="0" y="0"/>
          <a:chExt cx="0" cy="0"/>
        </a:xfrm>
      </p:grpSpPr>
      <p:sp>
        <p:nvSpPr>
          <p:cNvPr id="57" name="Title 1"/>
          <p:cNvSpPr>
            <a:spLocks noGrp="1"/>
          </p:cNvSpPr>
          <p:nvPr>
            <p:ph type="ctrTitle"/>
          </p:nvPr>
        </p:nvSpPr>
        <p:spPr bwMode="black">
          <a:xfrm>
            <a:off x="711200" y="685829"/>
            <a:ext cx="10769600" cy="1066844"/>
          </a:xfrm>
        </p:spPr>
        <p:txBody>
          <a:bodyPr anchor="t" anchorCtr="0">
            <a:noAutofit/>
          </a:bodyPr>
          <a:lstStyle>
            <a:lvl1pPr>
              <a:lnSpc>
                <a:spcPct val="90000"/>
              </a:lnSpc>
              <a:defRPr sz="3200" baseline="0">
                <a:solidFill>
                  <a:schemeClr val="bg1"/>
                </a:solidFill>
              </a:defRPr>
            </a:lvl1pPr>
          </a:lstStyle>
          <a:p>
            <a:r>
              <a:rPr lang="en-US" noProof="0" smtClean="0"/>
              <a:t>Click to edit Master title style</a:t>
            </a:r>
            <a:endParaRPr lang="en-GB" noProof="0"/>
          </a:p>
        </p:txBody>
      </p:sp>
      <p:sp>
        <p:nvSpPr>
          <p:cNvPr id="22" name="Subtitle 2"/>
          <p:cNvSpPr>
            <a:spLocks noGrp="1"/>
          </p:cNvSpPr>
          <p:nvPr>
            <p:ph type="subTitle" idx="1"/>
          </p:nvPr>
        </p:nvSpPr>
        <p:spPr bwMode="black">
          <a:xfrm>
            <a:off x="711200" y="1905080"/>
            <a:ext cx="10769600" cy="1371658"/>
          </a:xfrm>
        </p:spPr>
        <p:txBody>
          <a:bodyPr>
            <a:noAutofit/>
          </a:bodyPr>
          <a:lstStyle>
            <a:lvl1pPr marL="0" indent="0" algn="l">
              <a:lnSpc>
                <a:spcPct val="90000"/>
              </a:lnSpc>
              <a:buNone/>
              <a:defRPr sz="3200" baseline="0">
                <a:solidFill>
                  <a:schemeClr val="bg1"/>
                </a:solidFill>
                <a:latin typeface="+mj-lt"/>
              </a:defRPr>
            </a:lvl1pPr>
            <a:lvl2pPr marL="0" indent="0" algn="l">
              <a:buNone/>
              <a:defRPr sz="1800">
                <a:solidFill>
                  <a:schemeClr val="bg1"/>
                </a:solidFill>
                <a:latin typeface="+mj-lt"/>
              </a:defRPr>
            </a:lvl2pPr>
            <a:lvl3pPr marL="457200" indent="0" algn="l">
              <a:buNone/>
              <a:defRPr sz="1800">
                <a:solidFill>
                  <a:schemeClr val="bg1"/>
                </a:solidFill>
                <a:latin typeface="+mj-lt"/>
              </a:defRPr>
            </a:lvl3pPr>
            <a:lvl4pPr marL="914400" indent="0" algn="l">
              <a:buNone/>
              <a:defRPr sz="1800">
                <a:solidFill>
                  <a:schemeClr val="bg1"/>
                </a:solidFill>
                <a:latin typeface="+mj-lt"/>
              </a:defRPr>
            </a:lvl4pPr>
            <a:lvl5pPr marL="1371600" indent="0" algn="l">
              <a:buNone/>
              <a:defRPr sz="1800">
                <a:solidFill>
                  <a:schemeClr val="bg1"/>
                </a:solidFill>
                <a:latin typeface="+mj-lt"/>
              </a:defRPr>
            </a:lvl5pPr>
            <a:lvl6pPr marL="1828800" indent="0" algn="l">
              <a:buNone/>
              <a:defRPr sz="1800">
                <a:solidFill>
                  <a:schemeClr val="bg1"/>
                </a:solidFill>
                <a:latin typeface="+mj-lt"/>
              </a:defRPr>
            </a:lvl6pPr>
            <a:lvl7pPr marL="2286000" indent="0" algn="l">
              <a:buNone/>
              <a:defRPr sz="1800">
                <a:solidFill>
                  <a:schemeClr val="bg1"/>
                </a:solidFill>
                <a:latin typeface="+mj-lt"/>
              </a:defRPr>
            </a:lvl7pPr>
            <a:lvl8pPr marL="2743200" indent="0" algn="l">
              <a:buNone/>
              <a:defRPr sz="1800">
                <a:solidFill>
                  <a:schemeClr val="bg1"/>
                </a:solidFill>
                <a:latin typeface="+mj-lt"/>
              </a:defRPr>
            </a:lvl8pPr>
            <a:lvl9pPr marL="3200400" indent="0" algn="l">
              <a:buNone/>
              <a:defRPr sz="1800">
                <a:solidFill>
                  <a:schemeClr val="bg1"/>
                </a:solidFill>
                <a:latin typeface="+mj-lt"/>
              </a:defRPr>
            </a:lvl9pPr>
          </a:lstStyle>
          <a:p>
            <a:r>
              <a:rPr lang="en-US" noProof="0" smtClean="0"/>
              <a:t>Click to edit Master subtitle style</a:t>
            </a:r>
            <a:endParaRPr lang="en-GB" noProof="0" smtClean="0"/>
          </a:p>
        </p:txBody>
      </p:sp>
      <p:sp>
        <p:nvSpPr>
          <p:cNvPr id="37"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bg1"/>
                </a:solidFill>
                <a:latin typeface="腾讯体 W3" panose="020C04030202040F0204" pitchFamily="34" charset="-122"/>
                <a:cs typeface="腾讯体 W3" panose="020C04030202040F0204" pitchFamily="34" charset="-122"/>
              </a:defRPr>
            </a:lvl1pPr>
          </a:lstStyle>
          <a:p>
            <a:endParaRPr lang="en-GB" dirty="0">
              <a:solidFill>
                <a:srgbClr val="FFFFFF"/>
              </a:solidFill>
            </a:endParaRPr>
          </a:p>
        </p:txBody>
      </p:sp>
      <p:sp>
        <p:nvSpPr>
          <p:cNvPr id="38" name="TextBox 37"/>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dirty="0" err="1" smtClean="0">
                <a:solidFill>
                  <a:srgbClr val="FFFFFF"/>
                </a:solidFill>
                <a:cs typeface="腾讯体 W3" panose="020C04030202040F0204" pitchFamily="34" charset="-122"/>
              </a:rPr>
              <a:t>WeebleMania</a:t>
            </a:r>
            <a:r>
              <a:rPr lang="en-GB" sz="1000" dirty="0" smtClean="0">
                <a:solidFill>
                  <a:srgbClr val="FFFFFF"/>
                </a:solidFill>
                <a:cs typeface="腾讯体 W3" panose="020C04030202040F0204" pitchFamily="34" charset="-122"/>
              </a:rPr>
              <a:t> 2013</a:t>
            </a:r>
            <a:endParaRPr lang="en-GB" sz="1000" dirty="0">
              <a:solidFill>
                <a:srgbClr val="FFFFFF"/>
              </a:solidFill>
              <a:cs typeface="腾讯体 W3" panose="020C04030202040F0204" pitchFamily="34" charset="-122"/>
            </a:endParaRPr>
          </a:p>
        </p:txBody>
      </p:sp>
      <p:cxnSp>
        <p:nvCxnSpPr>
          <p:cNvPr id="11" name="Shape 10"/>
          <p:cNvCxnSpPr/>
          <p:nvPr/>
        </p:nvCxnSpPr>
        <p:spPr>
          <a:xfrm rot="5400000" flipH="1" flipV="1">
            <a:off x="5898614" y="-3678824"/>
            <a:ext cx="191575" cy="8729306"/>
          </a:xfrm>
          <a:prstGeom prst="bentConnector2">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bg1"/>
                </a:solidFill>
                <a:latin typeface="腾讯体 W3" panose="020C04030202040F0204" pitchFamily="34" charset="-122"/>
                <a:cs typeface="腾讯体 W3" panose="020C04030202040F0204" pitchFamily="34" charset="-122"/>
              </a:defRPr>
            </a:lvl1pPr>
          </a:lstStyle>
          <a:p>
            <a:r>
              <a:rPr lang="en-GB" dirty="0" smtClean="0">
                <a:solidFill>
                  <a:srgbClr val="FFFFFF"/>
                </a:solidFill>
              </a:rPr>
              <a:t>Last Updated: 6/1/2012</a:t>
            </a:r>
            <a:endParaRPr lang="en-GB" dirty="0">
              <a:solidFill>
                <a:srgbClr val="FFFFFF"/>
              </a:solidFill>
            </a:endParaRPr>
          </a:p>
        </p:txBody>
      </p:sp>
      <p:sp>
        <p:nvSpPr>
          <p:cNvPr id="10"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bg1"/>
                </a:solidFill>
                <a:latin typeface="腾讯体 W3" panose="020C04030202040F0204" pitchFamily="34" charset="-122"/>
                <a:cs typeface="腾讯体 W3" panose="020C04030202040F0204" pitchFamily="34" charset="-122"/>
              </a:defRPr>
            </a:lvl1pPr>
          </a:lstStyle>
          <a:p>
            <a:endParaRPr lang="en-GB" dirty="0">
              <a:solidFill>
                <a:srgbClr val="FFFFFF"/>
              </a:solidFil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Section Divider: Content">
    <p:bg>
      <p:bgPr>
        <a:solidFill>
          <a:schemeClr val="tx2"/>
        </a:solidFill>
        <a:effectLst/>
      </p:bgPr>
    </p:bg>
    <p:spTree>
      <p:nvGrpSpPr>
        <p:cNvPr id="1" name=""/>
        <p:cNvGrpSpPr/>
        <p:nvPr/>
      </p:nvGrpSpPr>
      <p:grpSpPr>
        <a:xfrm>
          <a:off x="0" y="0"/>
          <a:ext cx="0" cy="0"/>
          <a:chOff x="0" y="0"/>
          <a:chExt cx="0" cy="0"/>
        </a:xfrm>
      </p:grpSpPr>
      <p:sp>
        <p:nvSpPr>
          <p:cNvPr id="57" name="Title 1"/>
          <p:cNvSpPr>
            <a:spLocks noGrp="1"/>
          </p:cNvSpPr>
          <p:nvPr>
            <p:ph type="ctrTitle"/>
          </p:nvPr>
        </p:nvSpPr>
        <p:spPr bwMode="black">
          <a:xfrm>
            <a:off x="711200" y="685829"/>
            <a:ext cx="10769600" cy="1066844"/>
          </a:xfrm>
        </p:spPr>
        <p:txBody>
          <a:bodyPr anchor="t" anchorCtr="0">
            <a:noAutofit/>
          </a:bodyPr>
          <a:lstStyle>
            <a:lvl1pPr>
              <a:lnSpc>
                <a:spcPct val="90000"/>
              </a:lnSpc>
              <a:defRPr sz="3200">
                <a:solidFill>
                  <a:schemeClr val="bg1"/>
                </a:solidFill>
              </a:defRPr>
            </a:lvl1pPr>
          </a:lstStyle>
          <a:p>
            <a:r>
              <a:rPr lang="en-US" noProof="0" smtClean="0"/>
              <a:t>Click to edit Master title style</a:t>
            </a:r>
            <a:endParaRPr lang="en-GB" noProof="0" smtClean="0"/>
          </a:p>
        </p:txBody>
      </p:sp>
      <p:sp>
        <p:nvSpPr>
          <p:cNvPr id="20" name="Content Placeholder 19"/>
          <p:cNvSpPr>
            <a:spLocks noGrp="1"/>
          </p:cNvSpPr>
          <p:nvPr>
            <p:ph sz="quarter" idx="13"/>
          </p:nvPr>
        </p:nvSpPr>
        <p:spPr>
          <a:xfrm>
            <a:off x="711203" y="2819518"/>
            <a:ext cx="5283198" cy="3352941"/>
          </a:xfrm>
        </p:spPr>
        <p:txBody>
          <a:bodyPr/>
          <a:lstStyle>
            <a:lvl1pP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vl6pPr>
              <a:buClr>
                <a:schemeClr val="bg1"/>
              </a:buCl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smtClean="0"/>
          </a:p>
        </p:txBody>
      </p:sp>
      <p:sp>
        <p:nvSpPr>
          <p:cNvPr id="33" name="Subtitle 2"/>
          <p:cNvSpPr>
            <a:spLocks noGrp="1"/>
          </p:cNvSpPr>
          <p:nvPr>
            <p:ph type="subTitle" idx="1"/>
          </p:nvPr>
        </p:nvSpPr>
        <p:spPr bwMode="black">
          <a:xfrm>
            <a:off x="711200" y="1905081"/>
            <a:ext cx="10769600" cy="762032"/>
          </a:xfrm>
        </p:spPr>
        <p:txBody>
          <a:bodyPr>
            <a:noAutofit/>
          </a:bodyPr>
          <a:lstStyle>
            <a:lvl1pPr marL="0" indent="0" algn="l">
              <a:lnSpc>
                <a:spcPct val="90000"/>
              </a:lnSpc>
              <a:buNone/>
              <a:defRPr sz="3200">
                <a:solidFill>
                  <a:schemeClr val="bg1"/>
                </a:solidFill>
                <a:latin typeface="+mj-lt"/>
              </a:defRPr>
            </a:lvl1pPr>
            <a:lvl2pPr marL="0" indent="0" algn="l">
              <a:buNone/>
              <a:defRPr sz="1800">
                <a:solidFill>
                  <a:schemeClr val="bg1"/>
                </a:solidFill>
                <a:latin typeface="+mj-lt"/>
              </a:defRPr>
            </a:lvl2pPr>
            <a:lvl3pPr marL="457200" indent="0" algn="l">
              <a:buNone/>
              <a:defRPr sz="1800">
                <a:solidFill>
                  <a:schemeClr val="bg1"/>
                </a:solidFill>
                <a:latin typeface="+mj-lt"/>
              </a:defRPr>
            </a:lvl3pPr>
            <a:lvl4pPr marL="914400" indent="0" algn="l">
              <a:buNone/>
              <a:defRPr sz="1800">
                <a:solidFill>
                  <a:schemeClr val="bg1"/>
                </a:solidFill>
                <a:latin typeface="+mj-lt"/>
              </a:defRPr>
            </a:lvl4pPr>
            <a:lvl5pPr marL="1371600" indent="0" algn="l">
              <a:buNone/>
              <a:defRPr sz="1800">
                <a:solidFill>
                  <a:schemeClr val="bg1"/>
                </a:solidFill>
                <a:latin typeface="+mj-lt"/>
              </a:defRPr>
            </a:lvl5pPr>
            <a:lvl6pPr marL="1828800" indent="0" algn="l">
              <a:buNone/>
              <a:defRPr sz="1800">
                <a:solidFill>
                  <a:schemeClr val="bg1"/>
                </a:solidFill>
                <a:latin typeface="+mj-lt"/>
              </a:defRPr>
            </a:lvl6pPr>
            <a:lvl7pPr marL="2286000" indent="0" algn="l">
              <a:buNone/>
              <a:defRPr sz="1800">
                <a:solidFill>
                  <a:schemeClr val="bg1"/>
                </a:solidFill>
                <a:latin typeface="+mj-lt"/>
              </a:defRPr>
            </a:lvl7pPr>
            <a:lvl8pPr marL="2743200" indent="0" algn="l">
              <a:buNone/>
              <a:defRPr sz="1800">
                <a:solidFill>
                  <a:schemeClr val="bg1"/>
                </a:solidFill>
                <a:latin typeface="+mj-lt"/>
              </a:defRPr>
            </a:lvl8pPr>
            <a:lvl9pPr marL="3200400" indent="0" algn="l">
              <a:buNone/>
              <a:defRPr sz="1800">
                <a:solidFill>
                  <a:schemeClr val="bg1"/>
                </a:solidFill>
                <a:latin typeface="+mj-lt"/>
              </a:defRPr>
            </a:lvl9pPr>
          </a:lstStyle>
          <a:p>
            <a:r>
              <a:rPr lang="en-US" noProof="0" smtClean="0"/>
              <a:t>Click to edit Master subtitle style</a:t>
            </a:r>
            <a:endParaRPr lang="en-GB" noProof="0" smtClean="0"/>
          </a:p>
        </p:txBody>
      </p:sp>
      <p:sp>
        <p:nvSpPr>
          <p:cNvPr id="31"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bg1"/>
                </a:solidFill>
                <a:latin typeface="腾讯体 W3" panose="020C04030202040F0204" pitchFamily="34" charset="-122"/>
                <a:cs typeface="腾讯体 W3" panose="020C04030202040F0204" pitchFamily="34" charset="-122"/>
              </a:defRPr>
            </a:lvl1pPr>
          </a:lstStyle>
          <a:p>
            <a:endParaRPr lang="en-GB">
              <a:solidFill>
                <a:srgbClr val="FFFFFF"/>
              </a:solidFill>
            </a:endParaRPr>
          </a:p>
        </p:txBody>
      </p:sp>
      <p:sp>
        <p:nvSpPr>
          <p:cNvPr id="32" name="TextBox 31"/>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smtClean="0">
                <a:solidFill>
                  <a:srgbClr val="FFFFFF"/>
                </a:solidFill>
                <a:cs typeface="腾讯体 W3" panose="020C04030202040F0204" pitchFamily="34" charset="-122"/>
              </a:rPr>
              <a:t>FiT</a:t>
            </a:r>
            <a:endParaRPr lang="en-GB" sz="1000">
              <a:solidFill>
                <a:srgbClr val="FFFFFF"/>
              </a:solidFill>
              <a:cs typeface="腾讯体 W3" panose="020C04030202040F0204" pitchFamily="34" charset="-122"/>
            </a:endParaRPr>
          </a:p>
        </p:txBody>
      </p:sp>
      <p:cxnSp>
        <p:nvCxnSpPr>
          <p:cNvPr id="12" name="Shape 11"/>
          <p:cNvCxnSpPr/>
          <p:nvPr/>
        </p:nvCxnSpPr>
        <p:spPr>
          <a:xfrm rot="5400000" flipH="1" flipV="1">
            <a:off x="5898614" y="-3678824"/>
            <a:ext cx="191575" cy="8729306"/>
          </a:xfrm>
          <a:prstGeom prst="bentConnector2">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bg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FFFFFF"/>
                </a:solidFill>
              </a:rPr>
            </a:fld>
            <a:endParaRPr lang="en-GB">
              <a:solidFill>
                <a:srgbClr val="FFFFFF"/>
              </a:solidFill>
            </a:endParaRPr>
          </a:p>
        </p:txBody>
      </p:sp>
      <p:sp>
        <p:nvSpPr>
          <p:cNvPr id="11"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bg1"/>
                </a:solidFill>
                <a:latin typeface="腾讯体 W3" panose="020C04030202040F0204" pitchFamily="34" charset="-122"/>
                <a:cs typeface="腾讯体 W3" panose="020C04030202040F0204" pitchFamily="34" charset="-122"/>
              </a:defRPr>
            </a:lvl1pPr>
          </a:lstStyle>
          <a:p>
            <a:endParaRPr lang="en-GB" dirty="0">
              <a:solidFill>
                <a:srgbClr val="FFFFFF"/>
              </a:solidFil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ver Slide: Fixed Logo">
    <p:spTree>
      <p:nvGrpSpPr>
        <p:cNvPr id="1" name=""/>
        <p:cNvGrpSpPr/>
        <p:nvPr/>
      </p:nvGrpSpPr>
      <p:grpSpPr>
        <a:xfrm>
          <a:off x="0" y="0"/>
          <a:ext cx="0" cy="0"/>
          <a:chOff x="0" y="0"/>
          <a:chExt cx="0" cy="0"/>
        </a:xfrm>
      </p:grpSpPr>
      <p:cxnSp>
        <p:nvCxnSpPr>
          <p:cNvPr id="141" name="Shape 140"/>
          <p:cNvCxnSpPr/>
          <p:nvPr/>
        </p:nvCxnSpPr>
        <p:spPr>
          <a:xfrm rot="5400000" flipH="1" flipV="1">
            <a:off x="6800822" y="-2941683"/>
            <a:ext cx="191575" cy="7255023"/>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42" name="Title 1"/>
          <p:cNvSpPr>
            <a:spLocks noGrp="1"/>
          </p:cNvSpPr>
          <p:nvPr>
            <p:ph type="ctrTitle" hasCustomPrompt="1"/>
          </p:nvPr>
        </p:nvSpPr>
        <p:spPr bwMode="black">
          <a:xfrm>
            <a:off x="2527300" y="838236"/>
            <a:ext cx="7124700" cy="914438"/>
          </a:xfrm>
        </p:spPr>
        <p:txBody>
          <a:bodyPr anchor="t" anchorCtr="0">
            <a:noAutofit/>
          </a:bodyPr>
          <a:lstStyle>
            <a:lvl1pPr>
              <a:lnSpc>
                <a:spcPct val="90000"/>
              </a:lnSpc>
              <a:defRPr sz="3200" b="1" baseline="0">
                <a:solidFill>
                  <a:schemeClr val="tx1"/>
                </a:solidFill>
              </a:defRPr>
            </a:lvl1pPr>
          </a:lstStyle>
          <a:p>
            <a:r>
              <a:rPr lang="en-GB" noProof="0" dirty="0" smtClean="0"/>
              <a:t>Click to add the presentation’s main title</a:t>
            </a:r>
            <a:endParaRPr lang="en-GB" noProof="0" dirty="0"/>
          </a:p>
        </p:txBody>
      </p:sp>
      <p:sp>
        <p:nvSpPr>
          <p:cNvPr id="143" name="Subtitle 2"/>
          <p:cNvSpPr>
            <a:spLocks noGrp="1"/>
          </p:cNvSpPr>
          <p:nvPr>
            <p:ph type="subTitle" idx="1" hasCustomPrompt="1"/>
          </p:nvPr>
        </p:nvSpPr>
        <p:spPr bwMode="black">
          <a:xfrm>
            <a:off x="2527300" y="1828876"/>
            <a:ext cx="7124700" cy="914440"/>
          </a:xfrm>
        </p:spPr>
        <p:txBody>
          <a:bodyPr>
            <a:noAutofit/>
          </a:bodyPr>
          <a:lstStyle>
            <a:lvl1pPr marL="0" indent="0" algn="l">
              <a:lnSpc>
                <a:spcPct val="90000"/>
              </a:lnSpc>
              <a:spcAft>
                <a:spcPts val="0"/>
              </a:spcAft>
              <a:buNone/>
              <a:defRPr sz="3200" baseline="0">
                <a:solidFill>
                  <a:schemeClr val="tx1"/>
                </a:solidFill>
                <a:latin typeface="+mj-lt"/>
              </a:defRPr>
            </a:lvl1pPr>
            <a:lvl2pPr marL="0" indent="0" algn="l">
              <a:buNone/>
              <a:defRPr sz="1800">
                <a:solidFill>
                  <a:schemeClr val="bg1"/>
                </a:solidFill>
                <a:latin typeface="+mj-lt"/>
              </a:defRPr>
            </a:lvl2pPr>
            <a:lvl3pPr marL="457200" indent="0" algn="l">
              <a:buNone/>
              <a:defRPr sz="1800">
                <a:solidFill>
                  <a:schemeClr val="bg1"/>
                </a:solidFill>
                <a:latin typeface="+mj-lt"/>
              </a:defRPr>
            </a:lvl3pPr>
            <a:lvl4pPr marL="914400" indent="0" algn="l">
              <a:buNone/>
              <a:defRPr sz="1800">
                <a:solidFill>
                  <a:schemeClr val="bg1"/>
                </a:solidFill>
                <a:latin typeface="+mj-lt"/>
              </a:defRPr>
            </a:lvl4pPr>
            <a:lvl5pPr marL="1371600" indent="0" algn="l">
              <a:buNone/>
              <a:defRPr sz="1800">
                <a:solidFill>
                  <a:schemeClr val="bg1"/>
                </a:solidFill>
                <a:latin typeface="+mj-lt"/>
              </a:defRPr>
            </a:lvl5pPr>
            <a:lvl6pPr marL="1828800" indent="0" algn="l">
              <a:buNone/>
              <a:defRPr sz="1800">
                <a:solidFill>
                  <a:schemeClr val="bg1"/>
                </a:solidFill>
                <a:latin typeface="+mj-lt"/>
              </a:defRPr>
            </a:lvl6pPr>
            <a:lvl7pPr marL="2286000" indent="0" algn="l">
              <a:buNone/>
              <a:defRPr sz="1800">
                <a:solidFill>
                  <a:schemeClr val="bg1"/>
                </a:solidFill>
                <a:latin typeface="+mj-lt"/>
              </a:defRPr>
            </a:lvl7pPr>
            <a:lvl8pPr marL="2743200" indent="0" algn="l">
              <a:buNone/>
              <a:defRPr sz="1800">
                <a:solidFill>
                  <a:schemeClr val="bg1"/>
                </a:solidFill>
                <a:latin typeface="+mj-lt"/>
              </a:defRPr>
            </a:lvl8pPr>
            <a:lvl9pPr marL="3200400" indent="0" algn="l">
              <a:buNone/>
              <a:defRPr sz="1800">
                <a:solidFill>
                  <a:schemeClr val="bg1"/>
                </a:solidFill>
                <a:latin typeface="+mj-lt"/>
              </a:defRPr>
            </a:lvl9pPr>
          </a:lstStyle>
          <a:p>
            <a:r>
              <a:rPr lang="en-GB" noProof="0" dirty="0" smtClean="0"/>
              <a:t>Subtitle and date (move higher if title is only one line)</a:t>
            </a:r>
            <a:endParaRPr lang="en-GB" noProof="0" dirty="0" smtClean="0"/>
          </a:p>
        </p:txBody>
      </p:sp>
      <p:sp>
        <p:nvSpPr>
          <p:cNvPr id="144" name="Text Placeholder 31"/>
          <p:cNvSpPr>
            <a:spLocks noGrp="1"/>
          </p:cNvSpPr>
          <p:nvPr>
            <p:ph type="body" sz="quarter" idx="10" hasCustomPrompt="1"/>
          </p:nvPr>
        </p:nvSpPr>
        <p:spPr bwMode="black">
          <a:xfrm>
            <a:off x="2527300" y="374920"/>
            <a:ext cx="5474208" cy="146310"/>
          </a:xfrm>
        </p:spPr>
        <p:txBody>
          <a:bodyPr/>
          <a:lstStyle>
            <a:lvl1pPr>
              <a:defRPr sz="1100">
                <a:solidFill>
                  <a:schemeClr val="tx1"/>
                </a:solidFill>
                <a:latin typeface="腾讯体 W3" panose="020C04030202040F0204" pitchFamily="34" charset="-122"/>
                <a:cs typeface="腾讯体 W3" panose="020C04030202040F0204" pitchFamily="34" charset="-122"/>
              </a:defRPr>
            </a:lvl1pPr>
            <a:lvl2pPr>
              <a:defRPr sz="1000">
                <a:solidFill>
                  <a:schemeClr val="bg1"/>
                </a:solidFill>
                <a:latin typeface="腾讯体 W3" panose="020C04030202040F0204" pitchFamily="34" charset="-122"/>
                <a:cs typeface="腾讯体 W3" panose="020C04030202040F0204" pitchFamily="34" charset="-122"/>
              </a:defRPr>
            </a:lvl2pPr>
            <a:lvl3pPr>
              <a:defRPr sz="1000">
                <a:solidFill>
                  <a:schemeClr val="bg1"/>
                </a:solidFill>
                <a:latin typeface="腾讯体 W3" panose="020C04030202040F0204" pitchFamily="34" charset="-122"/>
                <a:cs typeface="腾讯体 W3" panose="020C04030202040F0204" pitchFamily="34" charset="-122"/>
              </a:defRPr>
            </a:lvl3pPr>
            <a:lvl4pPr>
              <a:defRPr sz="1000">
                <a:solidFill>
                  <a:schemeClr val="bg1"/>
                </a:solidFill>
                <a:latin typeface="腾讯体 W3" panose="020C04030202040F0204" pitchFamily="34" charset="-122"/>
                <a:cs typeface="腾讯体 W3" panose="020C04030202040F0204" pitchFamily="34" charset="-122"/>
              </a:defRPr>
            </a:lvl4pPr>
            <a:lvl5pPr>
              <a:defRPr sz="1000">
                <a:solidFill>
                  <a:schemeClr val="bg1"/>
                </a:solidFill>
                <a:latin typeface="腾讯体 W3" panose="020C04030202040F0204" pitchFamily="34" charset="-122"/>
                <a:cs typeface="腾讯体 W3" panose="020C04030202040F0204" pitchFamily="34" charset="-122"/>
              </a:defRPr>
            </a:lvl5pPr>
          </a:lstStyle>
          <a:p>
            <a:pPr lvl="0"/>
            <a:r>
              <a:rPr lang="en-GB" noProof="0" smtClean="0"/>
              <a:t>www.pwc.com</a:t>
            </a:r>
            <a:endParaRPr lang="en-GB" noProof="0"/>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ver Slide: Client Logo">
    <p:spTree>
      <p:nvGrpSpPr>
        <p:cNvPr id="1" name=""/>
        <p:cNvGrpSpPr/>
        <p:nvPr/>
      </p:nvGrpSpPr>
      <p:grpSpPr>
        <a:xfrm>
          <a:off x="0" y="0"/>
          <a:ext cx="0" cy="0"/>
          <a:chOff x="0" y="0"/>
          <a:chExt cx="0" cy="0"/>
        </a:xfrm>
      </p:grpSpPr>
      <p:grpSp>
        <p:nvGrpSpPr>
          <p:cNvPr id="32" name="Group 31"/>
          <p:cNvGrpSpPr/>
          <p:nvPr userDrawn="1"/>
        </p:nvGrpSpPr>
        <p:grpSpPr bwMode="gray">
          <a:xfrm>
            <a:off x="2336801" y="2"/>
            <a:ext cx="9855200" cy="6176268"/>
            <a:chOff x="19140488" y="13674"/>
            <a:chExt cx="7443798" cy="6145827"/>
          </a:xfrm>
        </p:grpSpPr>
        <p:sp>
          <p:nvSpPr>
            <p:cNvPr id="35" name="Rectangle 17"/>
            <p:cNvSpPr>
              <a:spLocks noChangeArrowheads="1"/>
            </p:cNvSpPr>
            <p:nvPr/>
          </p:nvSpPr>
          <p:spPr bwMode="gray">
            <a:xfrm>
              <a:off x="19140488" y="4188799"/>
              <a:ext cx="2302206" cy="1970702"/>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6" name="Rectangle 7"/>
            <p:cNvSpPr>
              <a:spLocks noChangeArrowheads="1"/>
            </p:cNvSpPr>
            <p:nvPr/>
          </p:nvSpPr>
          <p:spPr bwMode="gray">
            <a:xfrm>
              <a:off x="25663403" y="4032250"/>
              <a:ext cx="920883" cy="2127250"/>
            </a:xfrm>
            <a:prstGeom prst="rect">
              <a:avLst/>
            </a:prstGeom>
            <a:solidFill>
              <a:srgbClr val="F3BE26"/>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7" name="Rectangle 8"/>
            <p:cNvSpPr>
              <a:spLocks noChangeArrowheads="1"/>
            </p:cNvSpPr>
            <p:nvPr/>
          </p:nvSpPr>
          <p:spPr bwMode="gray">
            <a:xfrm>
              <a:off x="25049482" y="2899477"/>
              <a:ext cx="734694" cy="1289321"/>
            </a:xfrm>
            <a:prstGeom prst="rect">
              <a:avLst/>
            </a:prstGeom>
            <a:solidFill>
              <a:srgbClr val="F3BC87"/>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2" name="Rectangle 9"/>
            <p:cNvSpPr>
              <a:spLocks noChangeArrowheads="1"/>
            </p:cNvSpPr>
            <p:nvPr/>
          </p:nvSpPr>
          <p:spPr bwMode="gray">
            <a:xfrm>
              <a:off x="25049482" y="4032250"/>
              <a:ext cx="734693" cy="2127250"/>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3" name="Rectangle 11"/>
            <p:cNvSpPr>
              <a:spLocks noChangeArrowheads="1"/>
            </p:cNvSpPr>
            <p:nvPr/>
          </p:nvSpPr>
          <p:spPr bwMode="gray">
            <a:xfrm>
              <a:off x="24665780" y="706365"/>
              <a:ext cx="477045" cy="2263848"/>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4" name="Rectangle 12"/>
            <p:cNvSpPr>
              <a:spLocks noChangeArrowheads="1"/>
            </p:cNvSpPr>
            <p:nvPr/>
          </p:nvSpPr>
          <p:spPr bwMode="gray">
            <a:xfrm>
              <a:off x="24665780" y="2899478"/>
              <a:ext cx="477045" cy="1289321"/>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8" name="Rectangle 13"/>
            <p:cNvSpPr>
              <a:spLocks noChangeArrowheads="1"/>
            </p:cNvSpPr>
            <p:nvPr/>
          </p:nvSpPr>
          <p:spPr bwMode="gray">
            <a:xfrm>
              <a:off x="24665780" y="4032250"/>
              <a:ext cx="477045" cy="2127250"/>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9" name="Rectangle 14"/>
            <p:cNvSpPr>
              <a:spLocks noChangeArrowheads="1"/>
            </p:cNvSpPr>
            <p:nvPr/>
          </p:nvSpPr>
          <p:spPr bwMode="gray">
            <a:xfrm>
              <a:off x="19140488" y="669925"/>
              <a:ext cx="5662612" cy="2300288"/>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50" name="Rectangle 15"/>
            <p:cNvSpPr>
              <a:spLocks noChangeArrowheads="1"/>
            </p:cNvSpPr>
            <p:nvPr/>
          </p:nvSpPr>
          <p:spPr bwMode="gray">
            <a:xfrm>
              <a:off x="19140488" y="2899478"/>
              <a:ext cx="5662612" cy="1289321"/>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51" name="Freeform 16"/>
            <p:cNvSpPr/>
            <p:nvPr/>
          </p:nvSpPr>
          <p:spPr bwMode="gray">
            <a:xfrm>
              <a:off x="19140488" y="4032250"/>
              <a:ext cx="5662612" cy="2127250"/>
            </a:xfrm>
            <a:custGeom>
              <a:avLst/>
              <a:gdLst/>
              <a:ahLst/>
              <a:cxnLst>
                <a:cxn ang="0">
                  <a:pos x="0" y="0"/>
                </a:cxn>
                <a:cxn ang="0">
                  <a:pos x="3567" y="0"/>
                </a:cxn>
                <a:cxn ang="0">
                  <a:pos x="3567" y="1340"/>
                </a:cxn>
                <a:cxn ang="0">
                  <a:pos x="1372" y="1340"/>
                </a:cxn>
                <a:cxn ang="0">
                  <a:pos x="1372" y="181"/>
                </a:cxn>
                <a:cxn ang="0">
                  <a:pos x="0" y="181"/>
                </a:cxn>
                <a:cxn ang="0">
                  <a:pos x="0" y="0"/>
                </a:cxn>
              </a:cxnLst>
              <a:rect l="0" t="0" r="r" b="b"/>
              <a:pathLst>
                <a:path w="3567" h="1340">
                  <a:moveTo>
                    <a:pt x="0" y="0"/>
                  </a:moveTo>
                  <a:lnTo>
                    <a:pt x="3567" y="0"/>
                  </a:lnTo>
                  <a:lnTo>
                    <a:pt x="3567" y="1340"/>
                  </a:lnTo>
                  <a:lnTo>
                    <a:pt x="1372" y="1340"/>
                  </a:lnTo>
                  <a:lnTo>
                    <a:pt x="1372" y="181"/>
                  </a:lnTo>
                  <a:lnTo>
                    <a:pt x="0" y="181"/>
                  </a:lnTo>
                  <a:lnTo>
                    <a:pt x="0" y="0"/>
                  </a:lnTo>
                  <a:close/>
                </a:path>
              </a:pathLst>
            </a:custGeom>
            <a:solidFill>
              <a:srgbClr val="0C306E"/>
            </a:solidFill>
            <a:ln w="0">
              <a:noFill/>
              <a:prstDash val="solid"/>
              <a:round/>
            </a:ln>
          </p:spPr>
          <p:txBody>
            <a:bodyPr vert="horz" wrap="square" lIns="82938" tIns="41469" rIns="82938" bIns="41469" numCol="1" anchor="t" anchorCtr="0" compatLnSpc="1"/>
            <a:lstStyle/>
            <a:p>
              <a:pPr defTabSz="1008380"/>
              <a:endParaRPr lang="en-GB" sz="1800">
                <a:solidFill>
                  <a:srgbClr val="000000"/>
                </a:solidFill>
              </a:endParaRPr>
            </a:p>
          </p:txBody>
        </p:sp>
        <p:sp>
          <p:nvSpPr>
            <p:cNvPr id="52" name="Rectangle 10"/>
            <p:cNvSpPr>
              <a:spLocks noChangeArrowheads="1"/>
            </p:cNvSpPr>
            <p:nvPr/>
          </p:nvSpPr>
          <p:spPr bwMode="gray">
            <a:xfrm>
              <a:off x="19140488" y="13674"/>
              <a:ext cx="5662612" cy="692692"/>
            </a:xfrm>
            <a:prstGeom prst="rect">
              <a:avLst/>
            </a:prstGeom>
            <a:solidFill>
              <a:srgbClr val="00A3F5"/>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grpSp>
      <p:sp>
        <p:nvSpPr>
          <p:cNvPr id="31" name="Picture Placeholder 76"/>
          <p:cNvSpPr>
            <a:spLocks noGrp="1"/>
          </p:cNvSpPr>
          <p:nvPr>
            <p:ph type="pic" sz="quarter" idx="13"/>
          </p:nvPr>
        </p:nvSpPr>
        <p:spPr>
          <a:xfrm>
            <a:off x="812802" y="3048129"/>
            <a:ext cx="1219200" cy="762032"/>
          </a:xfrm>
        </p:spPr>
        <p:txBody>
          <a:bodyPr/>
          <a:lstStyle>
            <a:lvl1pPr>
              <a:defRPr sz="1400"/>
            </a:lvl1pPr>
          </a:lstStyle>
          <a:p>
            <a:r>
              <a:rPr lang="en-US" noProof="0" smtClean="0"/>
              <a:t>Click icon to add picture</a:t>
            </a:r>
            <a:endParaRPr lang="en-GB" noProof="0" dirty="0"/>
          </a:p>
        </p:txBody>
      </p:sp>
      <p:grpSp>
        <p:nvGrpSpPr>
          <p:cNvPr id="3" name="Group 31"/>
          <p:cNvGrpSpPr/>
          <p:nvPr/>
        </p:nvGrpSpPr>
        <p:grpSpPr>
          <a:xfrm>
            <a:off x="652115" y="2901820"/>
            <a:ext cx="1613003" cy="151225"/>
            <a:chOff x="489087" y="2521685"/>
            <a:chExt cx="1209752" cy="151219"/>
          </a:xfrm>
        </p:grpSpPr>
        <p:cxnSp>
          <p:nvCxnSpPr>
            <p:cNvPr id="33" name="Straight Connector 32"/>
            <p:cNvCxnSpPr/>
            <p:nvPr userDrawn="1"/>
          </p:nvCxnSpPr>
          <p:spPr>
            <a:xfrm rot="10800000">
              <a:off x="489087" y="2521686"/>
              <a:ext cx="1209752" cy="0"/>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userDrawn="1"/>
          </p:nvCxnSpPr>
          <p:spPr>
            <a:xfrm rot="5400000">
              <a:off x="413478" y="2597295"/>
              <a:ext cx="151219" cy="0"/>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45" name="Title 1"/>
          <p:cNvSpPr>
            <a:spLocks noGrp="1"/>
          </p:cNvSpPr>
          <p:nvPr>
            <p:ph type="ctrTitle" hasCustomPrompt="1"/>
          </p:nvPr>
        </p:nvSpPr>
        <p:spPr bwMode="white">
          <a:xfrm>
            <a:off x="2527300" y="838236"/>
            <a:ext cx="7124700" cy="914438"/>
          </a:xfrm>
        </p:spPr>
        <p:txBody>
          <a:bodyPr anchor="t" anchorCtr="0">
            <a:noAutofit/>
          </a:bodyPr>
          <a:lstStyle>
            <a:lvl1pPr>
              <a:lnSpc>
                <a:spcPct val="90000"/>
              </a:lnSpc>
              <a:defRPr sz="3200" b="1" baseline="0">
                <a:solidFill>
                  <a:schemeClr val="bg1"/>
                </a:solidFill>
              </a:defRPr>
            </a:lvl1pPr>
          </a:lstStyle>
          <a:p>
            <a:r>
              <a:rPr lang="en-GB" noProof="0" smtClean="0"/>
              <a:t>Click to add the presentation’s main title</a:t>
            </a:r>
            <a:endParaRPr lang="en-GB" noProof="0"/>
          </a:p>
        </p:txBody>
      </p:sp>
      <p:sp>
        <p:nvSpPr>
          <p:cNvPr id="46" name="Subtitle 2"/>
          <p:cNvSpPr>
            <a:spLocks noGrp="1"/>
          </p:cNvSpPr>
          <p:nvPr>
            <p:ph type="subTitle" idx="1" hasCustomPrompt="1"/>
          </p:nvPr>
        </p:nvSpPr>
        <p:spPr bwMode="white">
          <a:xfrm>
            <a:off x="2527300" y="1828876"/>
            <a:ext cx="7124700" cy="914440"/>
          </a:xfrm>
        </p:spPr>
        <p:txBody>
          <a:bodyPr>
            <a:noAutofit/>
          </a:bodyPr>
          <a:lstStyle>
            <a:lvl1pPr marL="0" indent="0" algn="l">
              <a:lnSpc>
                <a:spcPct val="90000"/>
              </a:lnSpc>
              <a:spcAft>
                <a:spcPts val="0"/>
              </a:spcAft>
              <a:buNone/>
              <a:defRPr sz="3200" baseline="0">
                <a:solidFill>
                  <a:schemeClr val="bg1"/>
                </a:solidFill>
                <a:latin typeface="+mj-lt"/>
              </a:defRPr>
            </a:lvl1pPr>
            <a:lvl2pPr marL="0" indent="0" algn="l">
              <a:buNone/>
              <a:defRPr sz="1800">
                <a:solidFill>
                  <a:schemeClr val="bg1"/>
                </a:solidFill>
                <a:latin typeface="+mj-lt"/>
              </a:defRPr>
            </a:lvl2pPr>
            <a:lvl3pPr marL="457200" indent="0" algn="l">
              <a:buNone/>
              <a:defRPr sz="1800">
                <a:solidFill>
                  <a:schemeClr val="bg1"/>
                </a:solidFill>
                <a:latin typeface="+mj-lt"/>
              </a:defRPr>
            </a:lvl3pPr>
            <a:lvl4pPr marL="914400" indent="0" algn="l">
              <a:buNone/>
              <a:defRPr sz="1800">
                <a:solidFill>
                  <a:schemeClr val="bg1"/>
                </a:solidFill>
                <a:latin typeface="+mj-lt"/>
              </a:defRPr>
            </a:lvl4pPr>
            <a:lvl5pPr marL="1371600" indent="0" algn="l">
              <a:buNone/>
              <a:defRPr sz="1800">
                <a:solidFill>
                  <a:schemeClr val="bg1"/>
                </a:solidFill>
                <a:latin typeface="+mj-lt"/>
              </a:defRPr>
            </a:lvl5pPr>
            <a:lvl6pPr marL="1828800" indent="0" algn="l">
              <a:buNone/>
              <a:defRPr sz="1800">
                <a:solidFill>
                  <a:schemeClr val="bg1"/>
                </a:solidFill>
                <a:latin typeface="+mj-lt"/>
              </a:defRPr>
            </a:lvl6pPr>
            <a:lvl7pPr marL="2286000" indent="0" algn="l">
              <a:buNone/>
              <a:defRPr sz="1800">
                <a:solidFill>
                  <a:schemeClr val="bg1"/>
                </a:solidFill>
                <a:latin typeface="+mj-lt"/>
              </a:defRPr>
            </a:lvl7pPr>
            <a:lvl8pPr marL="2743200" indent="0" algn="l">
              <a:buNone/>
              <a:defRPr sz="1800">
                <a:solidFill>
                  <a:schemeClr val="bg1"/>
                </a:solidFill>
                <a:latin typeface="+mj-lt"/>
              </a:defRPr>
            </a:lvl8pPr>
            <a:lvl9pPr marL="3200400" indent="0" algn="l">
              <a:buNone/>
              <a:defRPr sz="1800">
                <a:solidFill>
                  <a:schemeClr val="bg1"/>
                </a:solidFill>
                <a:latin typeface="+mj-lt"/>
              </a:defRPr>
            </a:lvl9pPr>
          </a:lstStyle>
          <a:p>
            <a:r>
              <a:rPr lang="en-GB" noProof="0" dirty="0" smtClean="0"/>
              <a:t>Subtitle and date (move higher if title is only one line)</a:t>
            </a:r>
            <a:endParaRPr lang="en-GB" noProof="0" dirty="0" smtClean="0"/>
          </a:p>
        </p:txBody>
      </p:sp>
      <p:sp>
        <p:nvSpPr>
          <p:cNvPr id="47" name="Text Placeholder 31"/>
          <p:cNvSpPr>
            <a:spLocks noGrp="1"/>
          </p:cNvSpPr>
          <p:nvPr>
            <p:ph type="body" sz="quarter" idx="10" hasCustomPrompt="1"/>
          </p:nvPr>
        </p:nvSpPr>
        <p:spPr bwMode="white">
          <a:xfrm>
            <a:off x="2527300" y="374920"/>
            <a:ext cx="5474208" cy="146310"/>
          </a:xfrm>
        </p:spPr>
        <p:txBody>
          <a:bodyPr/>
          <a:lstStyle>
            <a:lvl1pPr>
              <a:defRPr sz="1100">
                <a:solidFill>
                  <a:schemeClr val="bg1"/>
                </a:solidFill>
                <a:latin typeface="腾讯体 W3" panose="020C04030202040F0204" pitchFamily="34" charset="-122"/>
                <a:cs typeface="腾讯体 W3" panose="020C04030202040F0204" pitchFamily="34" charset="-122"/>
              </a:defRPr>
            </a:lvl1pPr>
            <a:lvl2pPr>
              <a:defRPr sz="1000">
                <a:solidFill>
                  <a:schemeClr val="bg1"/>
                </a:solidFill>
                <a:latin typeface="腾讯体 W3" panose="020C04030202040F0204" pitchFamily="34" charset="-122"/>
                <a:cs typeface="腾讯体 W3" panose="020C04030202040F0204" pitchFamily="34" charset="-122"/>
              </a:defRPr>
            </a:lvl2pPr>
            <a:lvl3pPr>
              <a:defRPr sz="1000">
                <a:solidFill>
                  <a:schemeClr val="bg1"/>
                </a:solidFill>
                <a:latin typeface="腾讯体 W3" panose="020C04030202040F0204" pitchFamily="34" charset="-122"/>
                <a:cs typeface="腾讯体 W3" panose="020C04030202040F0204" pitchFamily="34" charset="-122"/>
              </a:defRPr>
            </a:lvl3pPr>
            <a:lvl4pPr>
              <a:defRPr sz="1000">
                <a:solidFill>
                  <a:schemeClr val="bg1"/>
                </a:solidFill>
                <a:latin typeface="腾讯体 W3" panose="020C04030202040F0204" pitchFamily="34" charset="-122"/>
                <a:cs typeface="腾讯体 W3" panose="020C04030202040F0204" pitchFamily="34" charset="-122"/>
              </a:defRPr>
            </a:lvl4pPr>
            <a:lvl5pPr>
              <a:defRPr sz="1000">
                <a:solidFill>
                  <a:schemeClr val="bg1"/>
                </a:solidFill>
                <a:latin typeface="腾讯体 W3" panose="020C04030202040F0204" pitchFamily="34" charset="-122"/>
                <a:cs typeface="腾讯体 W3" panose="020C04030202040F0204" pitchFamily="34" charset="-122"/>
              </a:defRPr>
            </a:lvl5pPr>
          </a:lstStyle>
          <a:p>
            <a:pPr lvl="0"/>
            <a:r>
              <a:rPr lang="en-GB" noProof="0" smtClean="0"/>
              <a:t>www.pwc.com</a:t>
            </a:r>
            <a:endParaRPr lang="en-GB" noProof="0"/>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ver Slide: Picture">
    <p:spTree>
      <p:nvGrpSpPr>
        <p:cNvPr id="1" name=""/>
        <p:cNvGrpSpPr/>
        <p:nvPr/>
      </p:nvGrpSpPr>
      <p:grpSpPr>
        <a:xfrm>
          <a:off x="0" y="0"/>
          <a:ext cx="0" cy="0"/>
          <a:chOff x="0" y="0"/>
          <a:chExt cx="0" cy="0"/>
        </a:xfrm>
      </p:grpSpPr>
      <p:grpSp>
        <p:nvGrpSpPr>
          <p:cNvPr id="27" name="Group 26"/>
          <p:cNvGrpSpPr/>
          <p:nvPr userDrawn="1"/>
        </p:nvGrpSpPr>
        <p:grpSpPr bwMode="gray">
          <a:xfrm>
            <a:off x="2336801" y="2"/>
            <a:ext cx="9855200" cy="6176268"/>
            <a:chOff x="19140488" y="13674"/>
            <a:chExt cx="7443798" cy="6145827"/>
          </a:xfrm>
        </p:grpSpPr>
        <p:sp>
          <p:nvSpPr>
            <p:cNvPr id="28" name="Rectangle 17"/>
            <p:cNvSpPr>
              <a:spLocks noChangeArrowheads="1"/>
            </p:cNvSpPr>
            <p:nvPr/>
          </p:nvSpPr>
          <p:spPr bwMode="gray">
            <a:xfrm>
              <a:off x="19140488" y="4188799"/>
              <a:ext cx="2302206" cy="1970702"/>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29" name="Rectangle 7"/>
            <p:cNvSpPr>
              <a:spLocks noChangeArrowheads="1"/>
            </p:cNvSpPr>
            <p:nvPr/>
          </p:nvSpPr>
          <p:spPr bwMode="gray">
            <a:xfrm>
              <a:off x="25663403" y="4032250"/>
              <a:ext cx="920883" cy="2127250"/>
            </a:xfrm>
            <a:prstGeom prst="rect">
              <a:avLst/>
            </a:prstGeom>
            <a:solidFill>
              <a:srgbClr val="F3BE26"/>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0" name="Rectangle 8"/>
            <p:cNvSpPr>
              <a:spLocks noChangeArrowheads="1"/>
            </p:cNvSpPr>
            <p:nvPr/>
          </p:nvSpPr>
          <p:spPr bwMode="gray">
            <a:xfrm>
              <a:off x="25049482" y="2899477"/>
              <a:ext cx="734694" cy="1289321"/>
            </a:xfrm>
            <a:prstGeom prst="rect">
              <a:avLst/>
            </a:prstGeom>
            <a:solidFill>
              <a:srgbClr val="F3BC87"/>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1" name="Rectangle 9"/>
            <p:cNvSpPr>
              <a:spLocks noChangeArrowheads="1"/>
            </p:cNvSpPr>
            <p:nvPr/>
          </p:nvSpPr>
          <p:spPr bwMode="gray">
            <a:xfrm>
              <a:off x="25049482" y="4032250"/>
              <a:ext cx="734693" cy="2127250"/>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2" name="Rectangle 11"/>
            <p:cNvSpPr>
              <a:spLocks noChangeArrowheads="1"/>
            </p:cNvSpPr>
            <p:nvPr/>
          </p:nvSpPr>
          <p:spPr bwMode="gray">
            <a:xfrm>
              <a:off x="24665780" y="706365"/>
              <a:ext cx="477045" cy="2263848"/>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3" name="Rectangle 12"/>
            <p:cNvSpPr>
              <a:spLocks noChangeArrowheads="1"/>
            </p:cNvSpPr>
            <p:nvPr/>
          </p:nvSpPr>
          <p:spPr bwMode="gray">
            <a:xfrm>
              <a:off x="24665780" y="2899478"/>
              <a:ext cx="477045" cy="1289321"/>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0" name="Rectangle 13"/>
            <p:cNvSpPr>
              <a:spLocks noChangeArrowheads="1"/>
            </p:cNvSpPr>
            <p:nvPr/>
          </p:nvSpPr>
          <p:spPr bwMode="gray">
            <a:xfrm>
              <a:off x="24665780" y="4032250"/>
              <a:ext cx="477045" cy="2127250"/>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1" name="Rectangle 14"/>
            <p:cNvSpPr>
              <a:spLocks noChangeArrowheads="1"/>
            </p:cNvSpPr>
            <p:nvPr/>
          </p:nvSpPr>
          <p:spPr bwMode="gray">
            <a:xfrm>
              <a:off x="19140488" y="669925"/>
              <a:ext cx="5662612" cy="2300288"/>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2" name="Rectangle 15"/>
            <p:cNvSpPr>
              <a:spLocks noChangeArrowheads="1"/>
            </p:cNvSpPr>
            <p:nvPr/>
          </p:nvSpPr>
          <p:spPr bwMode="gray">
            <a:xfrm>
              <a:off x="19140488" y="2899478"/>
              <a:ext cx="5662612" cy="1289321"/>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3" name="Freeform 16"/>
            <p:cNvSpPr/>
            <p:nvPr/>
          </p:nvSpPr>
          <p:spPr bwMode="gray">
            <a:xfrm>
              <a:off x="19140488" y="4032250"/>
              <a:ext cx="5662612" cy="2127250"/>
            </a:xfrm>
            <a:custGeom>
              <a:avLst/>
              <a:gdLst/>
              <a:ahLst/>
              <a:cxnLst>
                <a:cxn ang="0">
                  <a:pos x="0" y="0"/>
                </a:cxn>
                <a:cxn ang="0">
                  <a:pos x="3567" y="0"/>
                </a:cxn>
                <a:cxn ang="0">
                  <a:pos x="3567" y="1340"/>
                </a:cxn>
                <a:cxn ang="0">
                  <a:pos x="1372" y="1340"/>
                </a:cxn>
                <a:cxn ang="0">
                  <a:pos x="1372" y="181"/>
                </a:cxn>
                <a:cxn ang="0">
                  <a:pos x="0" y="181"/>
                </a:cxn>
                <a:cxn ang="0">
                  <a:pos x="0" y="0"/>
                </a:cxn>
              </a:cxnLst>
              <a:rect l="0" t="0" r="r" b="b"/>
              <a:pathLst>
                <a:path w="3567" h="1340">
                  <a:moveTo>
                    <a:pt x="0" y="0"/>
                  </a:moveTo>
                  <a:lnTo>
                    <a:pt x="3567" y="0"/>
                  </a:lnTo>
                  <a:lnTo>
                    <a:pt x="3567" y="1340"/>
                  </a:lnTo>
                  <a:lnTo>
                    <a:pt x="1372" y="1340"/>
                  </a:lnTo>
                  <a:lnTo>
                    <a:pt x="1372" y="181"/>
                  </a:lnTo>
                  <a:lnTo>
                    <a:pt x="0" y="181"/>
                  </a:lnTo>
                  <a:lnTo>
                    <a:pt x="0" y="0"/>
                  </a:lnTo>
                  <a:close/>
                </a:path>
              </a:pathLst>
            </a:custGeom>
            <a:solidFill>
              <a:srgbClr val="0C306E"/>
            </a:solidFill>
            <a:ln w="0">
              <a:noFill/>
              <a:prstDash val="solid"/>
              <a:round/>
            </a:ln>
          </p:spPr>
          <p:txBody>
            <a:bodyPr vert="horz" wrap="square" lIns="82938" tIns="41469" rIns="82938" bIns="41469" numCol="1" anchor="t" anchorCtr="0" compatLnSpc="1"/>
            <a:lstStyle/>
            <a:p>
              <a:pPr defTabSz="1008380"/>
              <a:endParaRPr lang="en-GB" sz="1800">
                <a:solidFill>
                  <a:srgbClr val="000000"/>
                </a:solidFill>
              </a:endParaRPr>
            </a:p>
          </p:txBody>
        </p:sp>
        <p:sp>
          <p:nvSpPr>
            <p:cNvPr id="44" name="Rectangle 10"/>
            <p:cNvSpPr>
              <a:spLocks noChangeArrowheads="1"/>
            </p:cNvSpPr>
            <p:nvPr/>
          </p:nvSpPr>
          <p:spPr bwMode="gray">
            <a:xfrm>
              <a:off x="19140488" y="13674"/>
              <a:ext cx="5662612" cy="692692"/>
            </a:xfrm>
            <a:prstGeom prst="rect">
              <a:avLst/>
            </a:prstGeom>
            <a:solidFill>
              <a:srgbClr val="00A3F5"/>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grpSp>
      <p:sp>
        <p:nvSpPr>
          <p:cNvPr id="54" name="Title 1"/>
          <p:cNvSpPr>
            <a:spLocks noGrp="1"/>
          </p:cNvSpPr>
          <p:nvPr>
            <p:ph type="ctrTitle" hasCustomPrompt="1"/>
          </p:nvPr>
        </p:nvSpPr>
        <p:spPr bwMode="white">
          <a:xfrm>
            <a:off x="2527300" y="838236"/>
            <a:ext cx="7124700" cy="914438"/>
          </a:xfrm>
        </p:spPr>
        <p:txBody>
          <a:bodyPr anchor="t" anchorCtr="0">
            <a:noAutofit/>
          </a:bodyPr>
          <a:lstStyle>
            <a:lvl1pPr>
              <a:lnSpc>
                <a:spcPct val="90000"/>
              </a:lnSpc>
              <a:defRPr sz="3200" b="1" baseline="0">
                <a:solidFill>
                  <a:schemeClr val="bg1"/>
                </a:solidFill>
              </a:defRPr>
            </a:lvl1pPr>
          </a:lstStyle>
          <a:p>
            <a:r>
              <a:rPr lang="en-GB" noProof="0" dirty="0" smtClean="0"/>
              <a:t>Click to add the presentation’s main title</a:t>
            </a:r>
            <a:endParaRPr lang="en-GB" noProof="0" dirty="0"/>
          </a:p>
        </p:txBody>
      </p:sp>
      <p:sp>
        <p:nvSpPr>
          <p:cNvPr id="55" name="Subtitle 2"/>
          <p:cNvSpPr>
            <a:spLocks noGrp="1"/>
          </p:cNvSpPr>
          <p:nvPr>
            <p:ph type="subTitle" idx="1" hasCustomPrompt="1"/>
          </p:nvPr>
        </p:nvSpPr>
        <p:spPr bwMode="white">
          <a:xfrm>
            <a:off x="2527300" y="1828876"/>
            <a:ext cx="7124700" cy="914440"/>
          </a:xfrm>
        </p:spPr>
        <p:txBody>
          <a:bodyPr>
            <a:noAutofit/>
          </a:bodyPr>
          <a:lstStyle>
            <a:lvl1pPr marL="0" indent="0" algn="l">
              <a:lnSpc>
                <a:spcPct val="90000"/>
              </a:lnSpc>
              <a:spcAft>
                <a:spcPts val="0"/>
              </a:spcAft>
              <a:buNone/>
              <a:defRPr sz="3200" baseline="0">
                <a:solidFill>
                  <a:schemeClr val="bg1"/>
                </a:solidFill>
                <a:latin typeface="+mj-lt"/>
              </a:defRPr>
            </a:lvl1pPr>
            <a:lvl2pPr marL="0" indent="0" algn="l">
              <a:buNone/>
              <a:defRPr sz="1800">
                <a:solidFill>
                  <a:schemeClr val="bg1"/>
                </a:solidFill>
                <a:latin typeface="+mj-lt"/>
              </a:defRPr>
            </a:lvl2pPr>
            <a:lvl3pPr marL="457200" indent="0" algn="l">
              <a:buNone/>
              <a:defRPr sz="1800">
                <a:solidFill>
                  <a:schemeClr val="bg1"/>
                </a:solidFill>
                <a:latin typeface="+mj-lt"/>
              </a:defRPr>
            </a:lvl3pPr>
            <a:lvl4pPr marL="914400" indent="0" algn="l">
              <a:buNone/>
              <a:defRPr sz="1800">
                <a:solidFill>
                  <a:schemeClr val="bg1"/>
                </a:solidFill>
                <a:latin typeface="+mj-lt"/>
              </a:defRPr>
            </a:lvl4pPr>
            <a:lvl5pPr marL="1371600" indent="0" algn="l">
              <a:buNone/>
              <a:defRPr sz="1800">
                <a:solidFill>
                  <a:schemeClr val="bg1"/>
                </a:solidFill>
                <a:latin typeface="+mj-lt"/>
              </a:defRPr>
            </a:lvl5pPr>
            <a:lvl6pPr marL="1828800" indent="0" algn="l">
              <a:buNone/>
              <a:defRPr sz="1800">
                <a:solidFill>
                  <a:schemeClr val="bg1"/>
                </a:solidFill>
                <a:latin typeface="+mj-lt"/>
              </a:defRPr>
            </a:lvl6pPr>
            <a:lvl7pPr marL="2286000" indent="0" algn="l">
              <a:buNone/>
              <a:defRPr sz="1800">
                <a:solidFill>
                  <a:schemeClr val="bg1"/>
                </a:solidFill>
                <a:latin typeface="+mj-lt"/>
              </a:defRPr>
            </a:lvl7pPr>
            <a:lvl8pPr marL="2743200" indent="0" algn="l">
              <a:buNone/>
              <a:defRPr sz="1800">
                <a:solidFill>
                  <a:schemeClr val="bg1"/>
                </a:solidFill>
                <a:latin typeface="+mj-lt"/>
              </a:defRPr>
            </a:lvl8pPr>
            <a:lvl9pPr marL="3200400" indent="0" algn="l">
              <a:buNone/>
              <a:defRPr sz="1800">
                <a:solidFill>
                  <a:schemeClr val="bg1"/>
                </a:solidFill>
                <a:latin typeface="+mj-lt"/>
              </a:defRPr>
            </a:lvl9pPr>
          </a:lstStyle>
          <a:p>
            <a:r>
              <a:rPr lang="en-GB" noProof="0" dirty="0" smtClean="0"/>
              <a:t>Subtitle and date (move higher if title is only one line)</a:t>
            </a:r>
            <a:endParaRPr lang="en-GB" noProof="0" dirty="0" smtClean="0"/>
          </a:p>
        </p:txBody>
      </p:sp>
      <p:sp>
        <p:nvSpPr>
          <p:cNvPr id="56" name="Text Placeholder 31"/>
          <p:cNvSpPr>
            <a:spLocks noGrp="1"/>
          </p:cNvSpPr>
          <p:nvPr>
            <p:ph type="body" sz="quarter" idx="10" hasCustomPrompt="1"/>
          </p:nvPr>
        </p:nvSpPr>
        <p:spPr bwMode="white">
          <a:xfrm>
            <a:off x="2527300" y="374920"/>
            <a:ext cx="5474208" cy="146310"/>
          </a:xfrm>
        </p:spPr>
        <p:txBody>
          <a:bodyPr/>
          <a:lstStyle>
            <a:lvl1pPr>
              <a:defRPr sz="1100">
                <a:solidFill>
                  <a:schemeClr val="bg1"/>
                </a:solidFill>
                <a:latin typeface="腾讯体 W3" panose="020C04030202040F0204" pitchFamily="34" charset="-122"/>
                <a:cs typeface="腾讯体 W3" panose="020C04030202040F0204" pitchFamily="34" charset="-122"/>
              </a:defRPr>
            </a:lvl1pPr>
            <a:lvl2pPr>
              <a:defRPr sz="1000">
                <a:solidFill>
                  <a:schemeClr val="bg1"/>
                </a:solidFill>
                <a:latin typeface="腾讯体 W3" panose="020C04030202040F0204" pitchFamily="34" charset="-122"/>
                <a:cs typeface="腾讯体 W3" panose="020C04030202040F0204" pitchFamily="34" charset="-122"/>
              </a:defRPr>
            </a:lvl2pPr>
            <a:lvl3pPr>
              <a:defRPr sz="1000">
                <a:solidFill>
                  <a:schemeClr val="bg1"/>
                </a:solidFill>
                <a:latin typeface="腾讯体 W3" panose="020C04030202040F0204" pitchFamily="34" charset="-122"/>
                <a:cs typeface="腾讯体 W3" panose="020C04030202040F0204" pitchFamily="34" charset="-122"/>
              </a:defRPr>
            </a:lvl3pPr>
            <a:lvl4pPr>
              <a:defRPr sz="1000">
                <a:solidFill>
                  <a:schemeClr val="bg1"/>
                </a:solidFill>
                <a:latin typeface="腾讯体 W3" panose="020C04030202040F0204" pitchFamily="34" charset="-122"/>
                <a:cs typeface="腾讯体 W3" panose="020C04030202040F0204" pitchFamily="34" charset="-122"/>
              </a:defRPr>
            </a:lvl4pPr>
            <a:lvl5pPr>
              <a:defRPr sz="1000">
                <a:solidFill>
                  <a:schemeClr val="bg1"/>
                </a:solidFill>
                <a:latin typeface="腾讯体 W3" panose="020C04030202040F0204" pitchFamily="34" charset="-122"/>
                <a:cs typeface="腾讯体 W3" panose="020C04030202040F0204" pitchFamily="34" charset="-122"/>
              </a:defRPr>
            </a:lvl5pPr>
          </a:lstStyle>
          <a:p>
            <a:pPr lvl="0"/>
            <a:r>
              <a:rPr lang="en-GB" noProof="0" smtClean="0"/>
              <a:t>www.pwc.com</a:t>
            </a:r>
            <a:endParaRPr lang="en-GB" noProof="0"/>
          </a:p>
        </p:txBody>
      </p:sp>
      <p:sp>
        <p:nvSpPr>
          <p:cNvPr id="17" name="Picture Placeholder 76"/>
          <p:cNvSpPr>
            <a:spLocks noGrp="1"/>
          </p:cNvSpPr>
          <p:nvPr>
            <p:ph type="pic" sz="quarter" idx="13"/>
          </p:nvPr>
        </p:nvSpPr>
        <p:spPr>
          <a:xfrm>
            <a:off x="2336801" y="2900099"/>
            <a:ext cx="8432800" cy="3272361"/>
          </a:xfrm>
        </p:spPr>
        <p:txBody>
          <a:bodyPr/>
          <a:lstStyle>
            <a:lvl1pPr>
              <a:defRPr sz="1400"/>
            </a:lvl1pPr>
          </a:lstStyle>
          <a:p>
            <a:r>
              <a:rPr lang="en-US" noProof="0" smtClean="0"/>
              <a:t>Click icon to add picture</a:t>
            </a:r>
            <a:endParaRPr lang="en-GB" noProof="0" dirty="0"/>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ver Slide: Colour">
    <p:spTree>
      <p:nvGrpSpPr>
        <p:cNvPr id="1" name=""/>
        <p:cNvGrpSpPr/>
        <p:nvPr/>
      </p:nvGrpSpPr>
      <p:grpSpPr>
        <a:xfrm>
          <a:off x="0" y="0"/>
          <a:ext cx="0" cy="0"/>
          <a:chOff x="0" y="0"/>
          <a:chExt cx="0" cy="0"/>
        </a:xfrm>
      </p:grpSpPr>
      <p:sp>
        <p:nvSpPr>
          <p:cNvPr id="82" name="Rectangle 649"/>
          <p:cNvSpPr>
            <a:spLocks noChangeArrowheads="1"/>
          </p:cNvSpPr>
          <p:nvPr/>
        </p:nvSpPr>
        <p:spPr bwMode="gray">
          <a:xfrm>
            <a:off x="9855200" y="685830"/>
            <a:ext cx="2336800" cy="5486629"/>
          </a:xfrm>
          <a:prstGeom prst="rect">
            <a:avLst/>
          </a:prstGeom>
          <a:solidFill>
            <a:schemeClr val="tx2">
              <a:lumMod val="40000"/>
              <a:lumOff val="60000"/>
            </a:schemeClr>
          </a:solidFill>
          <a:ln w="0">
            <a:noFill/>
            <a:prstDash val="solid"/>
            <a:miter lim="800000"/>
          </a:ln>
        </p:spPr>
        <p:txBody>
          <a:bodyPr vert="horz" wrap="square" lIns="91443" tIns="45721" rIns="91443" bIns="45721" numCol="1" anchor="t" anchorCtr="0" compatLnSpc="1"/>
          <a:lstStyle/>
          <a:p>
            <a:pPr defTabSz="1008380"/>
            <a:endParaRPr lang="en-GB" sz="1800">
              <a:solidFill>
                <a:srgbClr val="000000"/>
              </a:solidFill>
            </a:endParaRPr>
          </a:p>
        </p:txBody>
      </p:sp>
      <p:sp>
        <p:nvSpPr>
          <p:cNvPr id="81" name="Rectangle 648"/>
          <p:cNvSpPr>
            <a:spLocks noChangeArrowheads="1"/>
          </p:cNvSpPr>
          <p:nvPr/>
        </p:nvSpPr>
        <p:spPr bwMode="gray">
          <a:xfrm>
            <a:off x="2336801" y="0"/>
            <a:ext cx="7518400" cy="685829"/>
          </a:xfrm>
          <a:prstGeom prst="rect">
            <a:avLst/>
          </a:prstGeom>
          <a:solidFill>
            <a:schemeClr val="tx2">
              <a:lumMod val="60000"/>
              <a:lumOff val="40000"/>
            </a:schemeClr>
          </a:solidFill>
          <a:ln w="0">
            <a:noFill/>
            <a:prstDash val="solid"/>
            <a:miter lim="800000"/>
          </a:ln>
        </p:spPr>
        <p:txBody>
          <a:bodyPr vert="horz" wrap="square" lIns="91443" tIns="45721" rIns="91443" bIns="45721" numCol="1" anchor="t" anchorCtr="0" compatLnSpc="1"/>
          <a:lstStyle/>
          <a:p>
            <a:pPr defTabSz="1008380"/>
            <a:endParaRPr lang="en-GB" sz="1800">
              <a:solidFill>
                <a:srgbClr val="000000"/>
              </a:solidFill>
            </a:endParaRPr>
          </a:p>
        </p:txBody>
      </p:sp>
      <p:sp>
        <p:nvSpPr>
          <p:cNvPr id="83" name="Rectangle 650"/>
          <p:cNvSpPr>
            <a:spLocks noChangeArrowheads="1"/>
          </p:cNvSpPr>
          <p:nvPr/>
        </p:nvSpPr>
        <p:spPr bwMode="gray">
          <a:xfrm>
            <a:off x="2336801" y="685829"/>
            <a:ext cx="7518400" cy="5486630"/>
          </a:xfrm>
          <a:prstGeom prst="rect">
            <a:avLst/>
          </a:prstGeom>
          <a:solidFill>
            <a:schemeClr val="tx2"/>
          </a:solidFill>
          <a:ln w="0">
            <a:noFill/>
            <a:prstDash val="solid"/>
            <a:miter lim="800000"/>
          </a:ln>
        </p:spPr>
        <p:txBody>
          <a:bodyPr vert="horz" wrap="square" lIns="91443" tIns="45721" rIns="91443" bIns="45721" numCol="1" anchor="t" anchorCtr="0" compatLnSpc="1"/>
          <a:lstStyle/>
          <a:p>
            <a:pPr defTabSz="1008380"/>
            <a:endParaRPr lang="en-GB" sz="1800">
              <a:solidFill>
                <a:srgbClr val="000000"/>
              </a:solidFill>
            </a:endParaRPr>
          </a:p>
        </p:txBody>
      </p:sp>
      <p:sp>
        <p:nvSpPr>
          <p:cNvPr id="50" name="Title 1"/>
          <p:cNvSpPr>
            <a:spLocks noGrp="1"/>
          </p:cNvSpPr>
          <p:nvPr>
            <p:ph type="ctrTitle" hasCustomPrompt="1"/>
          </p:nvPr>
        </p:nvSpPr>
        <p:spPr bwMode="white">
          <a:xfrm>
            <a:off x="2527300" y="838236"/>
            <a:ext cx="7124700" cy="914438"/>
          </a:xfrm>
        </p:spPr>
        <p:txBody>
          <a:bodyPr anchor="t" anchorCtr="0">
            <a:noAutofit/>
          </a:bodyPr>
          <a:lstStyle>
            <a:lvl1pPr>
              <a:lnSpc>
                <a:spcPct val="90000"/>
              </a:lnSpc>
              <a:defRPr sz="3200" b="1" baseline="0">
                <a:solidFill>
                  <a:schemeClr val="bg1"/>
                </a:solidFill>
              </a:defRPr>
            </a:lvl1pPr>
          </a:lstStyle>
          <a:p>
            <a:r>
              <a:rPr lang="en-GB" noProof="0" dirty="0" smtClean="0"/>
              <a:t>Click to add the presentation’s main title</a:t>
            </a:r>
            <a:endParaRPr lang="en-GB" noProof="0" dirty="0"/>
          </a:p>
        </p:txBody>
      </p:sp>
      <p:sp>
        <p:nvSpPr>
          <p:cNvPr id="51" name="Subtitle 2"/>
          <p:cNvSpPr>
            <a:spLocks noGrp="1"/>
          </p:cNvSpPr>
          <p:nvPr>
            <p:ph type="subTitle" idx="1" hasCustomPrompt="1"/>
          </p:nvPr>
        </p:nvSpPr>
        <p:spPr bwMode="white">
          <a:xfrm>
            <a:off x="2527300" y="1828876"/>
            <a:ext cx="7124700" cy="914440"/>
          </a:xfrm>
        </p:spPr>
        <p:txBody>
          <a:bodyPr>
            <a:noAutofit/>
          </a:bodyPr>
          <a:lstStyle>
            <a:lvl1pPr marL="0" indent="0" algn="l">
              <a:lnSpc>
                <a:spcPct val="90000"/>
              </a:lnSpc>
              <a:spcAft>
                <a:spcPts val="0"/>
              </a:spcAft>
              <a:buNone/>
              <a:defRPr sz="3200" baseline="0">
                <a:solidFill>
                  <a:schemeClr val="bg1"/>
                </a:solidFill>
                <a:latin typeface="+mj-lt"/>
              </a:defRPr>
            </a:lvl1pPr>
            <a:lvl2pPr marL="0" indent="0" algn="l">
              <a:buNone/>
              <a:defRPr sz="1800">
                <a:solidFill>
                  <a:schemeClr val="bg1"/>
                </a:solidFill>
                <a:latin typeface="+mj-lt"/>
              </a:defRPr>
            </a:lvl2pPr>
            <a:lvl3pPr marL="457200" indent="0" algn="l">
              <a:buNone/>
              <a:defRPr sz="1800">
                <a:solidFill>
                  <a:schemeClr val="bg1"/>
                </a:solidFill>
                <a:latin typeface="+mj-lt"/>
              </a:defRPr>
            </a:lvl3pPr>
            <a:lvl4pPr marL="914400" indent="0" algn="l">
              <a:buNone/>
              <a:defRPr sz="1800">
                <a:solidFill>
                  <a:schemeClr val="bg1"/>
                </a:solidFill>
                <a:latin typeface="+mj-lt"/>
              </a:defRPr>
            </a:lvl4pPr>
            <a:lvl5pPr marL="1371600" indent="0" algn="l">
              <a:buNone/>
              <a:defRPr sz="1800">
                <a:solidFill>
                  <a:schemeClr val="bg1"/>
                </a:solidFill>
                <a:latin typeface="+mj-lt"/>
              </a:defRPr>
            </a:lvl5pPr>
            <a:lvl6pPr marL="1828800" indent="0" algn="l">
              <a:buNone/>
              <a:defRPr sz="1800">
                <a:solidFill>
                  <a:schemeClr val="bg1"/>
                </a:solidFill>
                <a:latin typeface="+mj-lt"/>
              </a:defRPr>
            </a:lvl6pPr>
            <a:lvl7pPr marL="2286000" indent="0" algn="l">
              <a:buNone/>
              <a:defRPr sz="1800">
                <a:solidFill>
                  <a:schemeClr val="bg1"/>
                </a:solidFill>
                <a:latin typeface="+mj-lt"/>
              </a:defRPr>
            </a:lvl7pPr>
            <a:lvl8pPr marL="2743200" indent="0" algn="l">
              <a:buNone/>
              <a:defRPr sz="1800">
                <a:solidFill>
                  <a:schemeClr val="bg1"/>
                </a:solidFill>
                <a:latin typeface="+mj-lt"/>
              </a:defRPr>
            </a:lvl8pPr>
            <a:lvl9pPr marL="3200400" indent="0" algn="l">
              <a:buNone/>
              <a:defRPr sz="1800">
                <a:solidFill>
                  <a:schemeClr val="bg1"/>
                </a:solidFill>
                <a:latin typeface="+mj-lt"/>
              </a:defRPr>
            </a:lvl9pPr>
          </a:lstStyle>
          <a:p>
            <a:r>
              <a:rPr lang="en-GB" noProof="0" dirty="0" smtClean="0"/>
              <a:t>Subtitle and date (move higher if title is only one line)</a:t>
            </a:r>
            <a:endParaRPr lang="en-GB" noProof="0" dirty="0" smtClean="0"/>
          </a:p>
        </p:txBody>
      </p:sp>
      <p:sp>
        <p:nvSpPr>
          <p:cNvPr id="52" name="Text Placeholder 31"/>
          <p:cNvSpPr>
            <a:spLocks noGrp="1"/>
          </p:cNvSpPr>
          <p:nvPr>
            <p:ph type="body" sz="quarter" idx="10" hasCustomPrompt="1"/>
          </p:nvPr>
        </p:nvSpPr>
        <p:spPr bwMode="white">
          <a:xfrm>
            <a:off x="2527300" y="374920"/>
            <a:ext cx="5474208" cy="146310"/>
          </a:xfrm>
        </p:spPr>
        <p:txBody>
          <a:bodyPr/>
          <a:lstStyle>
            <a:lvl1pPr>
              <a:defRPr sz="1100">
                <a:solidFill>
                  <a:schemeClr val="bg1"/>
                </a:solidFill>
                <a:latin typeface="腾讯体 W3" panose="020C04030202040F0204" pitchFamily="34" charset="-122"/>
                <a:cs typeface="腾讯体 W3" panose="020C04030202040F0204" pitchFamily="34" charset="-122"/>
              </a:defRPr>
            </a:lvl1pPr>
            <a:lvl2pPr>
              <a:defRPr sz="1000">
                <a:solidFill>
                  <a:schemeClr val="bg1"/>
                </a:solidFill>
                <a:latin typeface="腾讯体 W3" panose="020C04030202040F0204" pitchFamily="34" charset="-122"/>
                <a:cs typeface="腾讯体 W3" panose="020C04030202040F0204" pitchFamily="34" charset="-122"/>
              </a:defRPr>
            </a:lvl2pPr>
            <a:lvl3pPr>
              <a:defRPr sz="1000">
                <a:solidFill>
                  <a:schemeClr val="bg1"/>
                </a:solidFill>
                <a:latin typeface="腾讯体 W3" panose="020C04030202040F0204" pitchFamily="34" charset="-122"/>
                <a:cs typeface="腾讯体 W3" panose="020C04030202040F0204" pitchFamily="34" charset="-122"/>
              </a:defRPr>
            </a:lvl3pPr>
            <a:lvl4pPr>
              <a:defRPr sz="1000">
                <a:solidFill>
                  <a:schemeClr val="bg1"/>
                </a:solidFill>
                <a:latin typeface="腾讯体 W3" panose="020C04030202040F0204" pitchFamily="34" charset="-122"/>
                <a:cs typeface="腾讯体 W3" panose="020C04030202040F0204" pitchFamily="34" charset="-122"/>
              </a:defRPr>
            </a:lvl4pPr>
            <a:lvl5pPr>
              <a:defRPr sz="1000">
                <a:solidFill>
                  <a:schemeClr val="bg1"/>
                </a:solidFill>
                <a:latin typeface="腾讯体 W3" panose="020C04030202040F0204" pitchFamily="34" charset="-122"/>
                <a:cs typeface="腾讯体 W3" panose="020C04030202040F0204" pitchFamily="34" charset="-122"/>
              </a:defRPr>
            </a:lvl5pPr>
          </a:lstStyle>
          <a:p>
            <a:pPr lvl="0"/>
            <a:r>
              <a:rPr lang="en-GB" noProof="0" smtClean="0"/>
              <a:t>www.pwc.com</a:t>
            </a:r>
            <a:endParaRPr lang="en-GB" noProof="0"/>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losing Statement">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defRPr sz="3200">
                <a:solidFill>
                  <a:schemeClr val="tx1"/>
                </a:solidFill>
              </a:defRPr>
            </a:lvl1pPr>
          </a:lstStyle>
          <a:p>
            <a:r>
              <a:rPr lang="en-US" noProof="0" smtClean="0"/>
              <a:t>Click to edit Master title style</a:t>
            </a:r>
            <a:endParaRPr lang="en-GB" noProof="0"/>
          </a:p>
        </p:txBody>
      </p:sp>
      <p:sp>
        <p:nvSpPr>
          <p:cNvPr id="11" name="Text Placeholder 10"/>
          <p:cNvSpPr>
            <a:spLocks noGrp="1"/>
          </p:cNvSpPr>
          <p:nvPr>
            <p:ph type="body" sz="quarter" idx="10" hasCustomPrompt="1"/>
          </p:nvPr>
        </p:nvSpPr>
        <p:spPr>
          <a:xfrm>
            <a:off x="711200" y="5867647"/>
            <a:ext cx="6400800" cy="762032"/>
          </a:xfrm>
        </p:spPr>
        <p:txBody>
          <a:bodyPr anchor="b"/>
          <a:lstStyle>
            <a:lvl1pPr>
              <a:defRPr sz="900">
                <a:latin typeface="腾讯体 W3" panose="020C04030202040F0204" pitchFamily="34" charset="-122"/>
                <a:cs typeface="腾讯体 W3" panose="020C04030202040F0204" pitchFamily="34" charset="-122"/>
              </a:defRPr>
            </a:lvl1pPr>
          </a:lstStyle>
          <a:p>
            <a:pPr lvl="0"/>
            <a:r>
              <a:rPr lang="en-GB" noProof="0" dirty="0" smtClean="0"/>
              <a:t>Add legal and copyright disclaimers </a:t>
            </a:r>
            <a:r>
              <a:rPr lang="en-GB" noProof="0" dirty="0" err="1" smtClean="0"/>
              <a:t>here.c</a:t>
            </a:r>
            <a:endParaRPr lang="en-GB" noProof="0" dirty="0"/>
          </a:p>
        </p:txBody>
      </p:sp>
      <p:cxnSp>
        <p:nvCxnSpPr>
          <p:cNvPr id="7" name="Shape 6"/>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Title, kicker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258794" y="1949532"/>
            <a:ext cx="10972800" cy="4451537"/>
          </a:xfrm>
          <a:prstGeom prst="rect">
            <a:avLst/>
          </a:prstGeom>
        </p:spPr>
        <p:txBody>
          <a:bodyPr/>
          <a:lstStyle>
            <a:lvl1pPr marL="0" indent="0">
              <a:buFont typeface="腾讯体 W3" panose="020C04030202040F0204" pitchFamily="34" charset="-122"/>
              <a:buNone/>
              <a:defRPr sz="1600">
                <a:solidFill>
                  <a:schemeClr val="tx2"/>
                </a:solidFill>
                <a:latin typeface="Verdana" panose="020B0604030504040204" pitchFamily="34" charset="0"/>
              </a:defRPr>
            </a:lvl1pPr>
            <a:lvl2pPr marL="111125" indent="-111125">
              <a:buFont typeface="腾讯体 W3" panose="020C04030202040F0204" pitchFamily="34" charset="-122"/>
              <a:buChar char="•"/>
              <a:defRPr lang="en-US" sz="1400" kern="1200" dirty="0" smtClean="0">
                <a:solidFill>
                  <a:schemeClr val="tx1"/>
                </a:solidFill>
                <a:latin typeface="Verdana" panose="020B0604030504040204" pitchFamily="34" charset="0"/>
                <a:ea typeface="+mn-ea"/>
                <a:cs typeface="+mn-cs"/>
              </a:defRPr>
            </a:lvl2pPr>
            <a:lvl3pPr marL="346075" indent="-111125">
              <a:buFont typeface="Verdana" panose="020B0604030504040204" pitchFamily="34" charset="0"/>
              <a:buChar char="–"/>
              <a:defRPr lang="en-US" sz="1300" kern="1200" baseline="0" dirty="0" smtClean="0">
                <a:solidFill>
                  <a:schemeClr val="tx1"/>
                </a:solidFill>
                <a:latin typeface="Verdana" panose="020B0604030504040204" pitchFamily="34" charset="0"/>
                <a:ea typeface="+mn-ea"/>
                <a:cs typeface="+mn-cs"/>
              </a:defRPr>
            </a:lvl3pPr>
            <a:lvl4pPr marL="567055" indent="-111125">
              <a:buFont typeface="腾讯体 W3" panose="020C04030202040F0204" pitchFamily="34" charset="-122"/>
              <a:buChar char="•"/>
              <a:defRPr lang="en-US" sz="1200" kern="1200" dirty="0" smtClean="0">
                <a:solidFill>
                  <a:schemeClr val="tx1"/>
                </a:solidFill>
                <a:latin typeface="Verdana" panose="020B0604030504040204" pitchFamily="34" charset="0"/>
                <a:ea typeface="+mn-ea"/>
                <a:cs typeface="+mn-cs"/>
              </a:defRPr>
            </a:lvl4pPr>
            <a:lvl5pPr marL="803275" indent="-111125">
              <a:defRPr lang="en-US" sz="1200" kern="1200" baseline="0" dirty="0" smtClean="0">
                <a:solidFill>
                  <a:schemeClr val="tx1"/>
                </a:solidFill>
                <a:latin typeface="Verdana" panose="020B0604030504040204" pitchFamily="34" charset="0"/>
                <a:ea typeface="+mn-ea"/>
                <a:cs typeface="+mn-cs"/>
              </a:defRPr>
            </a:lvl5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dirty="0" smtClean="0"/>
          </a:p>
        </p:txBody>
      </p:sp>
      <p:sp>
        <p:nvSpPr>
          <p:cNvPr id="6" name="Content Placeholder 11"/>
          <p:cNvSpPr>
            <a:spLocks noGrp="1"/>
          </p:cNvSpPr>
          <p:nvPr>
            <p:ph sz="quarter" idx="12"/>
          </p:nvPr>
        </p:nvSpPr>
        <p:spPr>
          <a:xfrm>
            <a:off x="-1" y="1115912"/>
            <a:ext cx="11740896" cy="768383"/>
          </a:xfrm>
          <a:prstGeom prst="rect">
            <a:avLst/>
          </a:prstGeom>
          <a:solidFill>
            <a:srgbClr val="CDCDCD"/>
          </a:solidFill>
          <a:ln>
            <a:solidFill>
              <a:schemeClr val="bg1">
                <a:lumMod val="50000"/>
              </a:schemeClr>
            </a:solidFill>
          </a:ln>
        </p:spPr>
        <p:txBody>
          <a:bodyPr lIns="54864" anchor="ctr" anchorCtr="0"/>
          <a:lstStyle>
            <a:lvl1pPr marL="233045" indent="0">
              <a:buNone/>
              <a:defRPr sz="1400" b="0">
                <a:solidFill>
                  <a:schemeClr val="tx1"/>
                </a:solidFill>
                <a:latin typeface="Verdana" panose="020B0604030504040204" pitchFamily="34" charset="0"/>
              </a:defRPr>
            </a:lvl1pPr>
          </a:lstStyle>
          <a:p>
            <a:pPr lvl="0"/>
            <a:r>
              <a:rPr lang="en-US" smtClean="0"/>
              <a:t>Click to edit Master text styles</a:t>
            </a:r>
            <a:endParaRPr lang="en-US" smtClean="0"/>
          </a:p>
        </p:txBody>
      </p:sp>
      <p:sp>
        <p:nvSpPr>
          <p:cNvPr id="8" name="Text Placeholder 7"/>
          <p:cNvSpPr>
            <a:spLocks noGrp="1"/>
          </p:cNvSpPr>
          <p:nvPr>
            <p:ph type="body" sz="quarter" idx="13"/>
          </p:nvPr>
        </p:nvSpPr>
        <p:spPr>
          <a:xfrm>
            <a:off x="6096001" y="8626"/>
            <a:ext cx="4830657" cy="265187"/>
          </a:xfrm>
          <a:prstGeom prst="rect">
            <a:avLst/>
          </a:prstGeom>
        </p:spPr>
        <p:txBody>
          <a:bodyPr/>
          <a:lstStyle>
            <a:lvl1pPr algn="r">
              <a:buNone/>
              <a:defRPr sz="1200">
                <a:solidFill>
                  <a:schemeClr val="bg1">
                    <a:lumMod val="95000"/>
                  </a:schemeClr>
                </a:solidFill>
                <a:latin typeface="Verdana" panose="020B0604030504040204" pitchFamily="34" charset="0"/>
              </a:defRPr>
            </a:lvl1pPr>
            <a:lvl2pPr>
              <a:buNone/>
              <a:defRPr sz="1200">
                <a:latin typeface="Verdana" panose="020B0604030504040204" pitchFamily="34" charset="0"/>
              </a:defRPr>
            </a:lvl2pPr>
            <a:lvl3pPr>
              <a:buNone/>
              <a:defRPr sz="1200">
                <a:latin typeface="Verdana" panose="020B0604030504040204" pitchFamily="34" charset="0"/>
              </a:defRPr>
            </a:lvl3pPr>
            <a:lvl4pPr>
              <a:buNone/>
              <a:defRPr sz="1200">
                <a:latin typeface="Verdana" panose="020B0604030504040204" pitchFamily="34" charset="0"/>
              </a:defRPr>
            </a:lvl4pPr>
            <a:lvl5pPr>
              <a:buNone/>
              <a:defRPr sz="1200">
                <a:latin typeface="Verdana" panose="020B0604030504040204" pitchFamily="34" charset="0"/>
              </a:defRPr>
            </a:lvl5pPr>
          </a:lstStyle>
          <a:p>
            <a:pPr lvl="0"/>
            <a:r>
              <a:rPr lang="en-US" smtClean="0"/>
              <a:t>Click to edit Master text styles</a:t>
            </a:r>
            <a:endParaRPr lang="en-US" smtClean="0"/>
          </a:p>
        </p:txBody>
      </p:sp>
      <p:sp>
        <p:nvSpPr>
          <p:cNvPr id="7" name="Title Placeholder 1"/>
          <p:cNvSpPr>
            <a:spLocks noGrp="1"/>
          </p:cNvSpPr>
          <p:nvPr>
            <p:ph type="title"/>
          </p:nvPr>
        </p:nvSpPr>
        <p:spPr>
          <a:xfrm>
            <a:off x="251277" y="768128"/>
            <a:ext cx="11241024" cy="384064"/>
          </a:xfrm>
          <a:prstGeom prst="rect">
            <a:avLst/>
          </a:prstGeom>
        </p:spPr>
        <p:txBody>
          <a:bodyPr rtlCol="0">
            <a:noAutofit/>
          </a:bodyPr>
          <a:lstStyle/>
          <a:p>
            <a:r>
              <a:rPr lang="en-US" smtClean="0"/>
              <a:t>Click to edit Master title style</a:t>
            </a:r>
            <a:endParaRPr lang="en-US" dirty="0"/>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Bio slide format">
    <p:spTree>
      <p:nvGrpSpPr>
        <p:cNvPr id="1" name=""/>
        <p:cNvGrpSpPr/>
        <p:nvPr/>
      </p:nvGrpSpPr>
      <p:grpSpPr>
        <a:xfrm>
          <a:off x="0" y="0"/>
          <a:ext cx="0" cy="0"/>
          <a:chOff x="0" y="0"/>
          <a:chExt cx="0" cy="0"/>
        </a:xfrm>
      </p:grpSpPr>
      <p:sp>
        <p:nvSpPr>
          <p:cNvPr id="15" name="Text Placeholder 7"/>
          <p:cNvSpPr>
            <a:spLocks noGrp="1"/>
          </p:cNvSpPr>
          <p:nvPr>
            <p:ph type="body" sz="quarter" idx="12" hasCustomPrompt="1"/>
          </p:nvPr>
        </p:nvSpPr>
        <p:spPr>
          <a:xfrm>
            <a:off x="6096001" y="8626"/>
            <a:ext cx="4830657" cy="265187"/>
          </a:xfrm>
          <a:prstGeom prst="rect">
            <a:avLst/>
          </a:prstGeom>
        </p:spPr>
        <p:txBody>
          <a:bodyPr/>
          <a:lstStyle>
            <a:lvl1pPr algn="r">
              <a:buNone/>
              <a:defRPr sz="1200">
                <a:solidFill>
                  <a:schemeClr val="bg1">
                    <a:lumMod val="95000"/>
                  </a:schemeClr>
                </a:solidFill>
                <a:latin typeface="Verdana" panose="020B0604030504040204" pitchFamily="34" charset="0"/>
              </a:defRPr>
            </a:lvl1pPr>
            <a:lvl2pPr>
              <a:buNone/>
              <a:defRPr sz="1200">
                <a:latin typeface="Verdana" panose="020B0604030504040204" pitchFamily="34" charset="0"/>
              </a:defRPr>
            </a:lvl2pPr>
            <a:lvl3pPr>
              <a:buNone/>
              <a:defRPr sz="1200">
                <a:latin typeface="Verdana" panose="020B0604030504040204" pitchFamily="34" charset="0"/>
              </a:defRPr>
            </a:lvl3pPr>
            <a:lvl4pPr>
              <a:buNone/>
              <a:defRPr sz="1200">
                <a:latin typeface="Verdana" panose="020B0604030504040204" pitchFamily="34" charset="0"/>
              </a:defRPr>
            </a:lvl4pPr>
            <a:lvl5pPr>
              <a:buNone/>
              <a:defRPr sz="1200">
                <a:latin typeface="Verdana" panose="020B0604030504040204" pitchFamily="34" charset="0"/>
              </a:defRPr>
            </a:lvl5pPr>
          </a:lstStyle>
          <a:p>
            <a:pPr lvl="0"/>
            <a:r>
              <a:rPr lang="en-US" dirty="0" smtClean="0"/>
              <a:t>Click to edit text</a:t>
            </a:r>
            <a:endParaRPr lang="en-US" dirty="0" smtClean="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24.xml"/><Relationship Id="rId8" Type="http://schemas.openxmlformats.org/officeDocument/2006/relationships/slideLayout" Target="../slideLayouts/slideLayout23.xml"/><Relationship Id="rId7" Type="http://schemas.openxmlformats.org/officeDocument/2006/relationships/slideLayout" Target="../slideLayouts/slideLayout22.xml"/><Relationship Id="rId6" Type="http://schemas.openxmlformats.org/officeDocument/2006/relationships/slideLayout" Target="../slideLayouts/slideLayout21.xml"/><Relationship Id="rId5" Type="http://schemas.openxmlformats.org/officeDocument/2006/relationships/slideLayout" Target="../slideLayouts/slideLayout20.xml"/><Relationship Id="rId4" Type="http://schemas.openxmlformats.org/officeDocument/2006/relationships/slideLayout" Target="../slideLayouts/slideLayout19.xml"/><Relationship Id="rId3" Type="http://schemas.openxmlformats.org/officeDocument/2006/relationships/slideLayout" Target="../slideLayouts/slideLayout18.xml"/><Relationship Id="rId24" Type="http://schemas.openxmlformats.org/officeDocument/2006/relationships/theme" Target="../theme/theme2.xml"/><Relationship Id="rId23" Type="http://schemas.openxmlformats.org/officeDocument/2006/relationships/slideLayout" Target="../slideLayouts/slideLayout38.xml"/><Relationship Id="rId22" Type="http://schemas.openxmlformats.org/officeDocument/2006/relationships/slideLayout" Target="../slideLayouts/slideLayout37.xml"/><Relationship Id="rId21" Type="http://schemas.openxmlformats.org/officeDocument/2006/relationships/slideLayout" Target="../slideLayouts/slideLayout36.xml"/><Relationship Id="rId20" Type="http://schemas.openxmlformats.org/officeDocument/2006/relationships/slideLayout" Target="../slideLayouts/slideLayout35.xml"/><Relationship Id="rId2" Type="http://schemas.openxmlformats.org/officeDocument/2006/relationships/slideLayout" Target="../slideLayouts/slideLayout17.xml"/><Relationship Id="rId19" Type="http://schemas.openxmlformats.org/officeDocument/2006/relationships/slideLayout" Target="../slideLayouts/slideLayout34.xml"/><Relationship Id="rId18" Type="http://schemas.openxmlformats.org/officeDocument/2006/relationships/slideLayout" Target="../slideLayouts/slideLayout33.xml"/><Relationship Id="rId17" Type="http://schemas.openxmlformats.org/officeDocument/2006/relationships/slideLayout" Target="../slideLayouts/slideLayout32.xml"/><Relationship Id="rId16" Type="http://schemas.openxmlformats.org/officeDocument/2006/relationships/slideLayout" Target="../slideLayouts/slideLayout31.xml"/><Relationship Id="rId15" Type="http://schemas.openxmlformats.org/officeDocument/2006/relationships/slideLayout" Target="../slideLayouts/slideLayout30.xml"/><Relationship Id="rId14" Type="http://schemas.openxmlformats.org/officeDocument/2006/relationships/slideLayout" Target="../slideLayouts/slideLayout29.xml"/><Relationship Id="rId13" Type="http://schemas.openxmlformats.org/officeDocument/2006/relationships/slideLayout" Target="../slideLayouts/slideLayout28.xml"/><Relationship Id="rId12" Type="http://schemas.openxmlformats.org/officeDocument/2006/relationships/slideLayout" Target="../slideLayouts/slideLayout27.xml"/><Relationship Id="rId11" Type="http://schemas.openxmlformats.org/officeDocument/2006/relationships/slideLayout" Target="../slideLayouts/slideLayout26.xml"/><Relationship Id="rId10" Type="http://schemas.openxmlformats.org/officeDocument/2006/relationships/slideLayout" Target="../slideLayouts/slideLayout25.xml"/><Relationship Id="rId1" Type="http://schemas.openxmlformats.org/officeDocument/2006/relationships/slideLayout" Target="../slideLayouts/slideLayout1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46546" y="1008571"/>
            <a:ext cx="10898910" cy="806858"/>
          </a:xfrm>
          <a:prstGeom prst="rect">
            <a:avLst/>
          </a:prstGeom>
        </p:spPr>
        <p:txBody>
          <a:bodyPr vert="horz" lIns="0" tIns="0" rIns="0" bIns="0" rtlCol="0" anchor="t" anchorCtr="0">
            <a:noAutofit/>
          </a:bodyPr>
          <a:lstStyle/>
          <a:p>
            <a:r>
              <a:rPr lang="en-GB" noProof="0" dirty="0" smtClean="0"/>
              <a:t>Click to edit</a:t>
            </a:r>
            <a:br>
              <a:rPr lang="en-GB" noProof="0" dirty="0" smtClean="0"/>
            </a:br>
            <a:r>
              <a:rPr lang="en-GB" noProof="0" dirty="0" smtClean="0"/>
              <a:t>Master title style</a:t>
            </a:r>
            <a:endParaRPr lang="en-GB" noProof="0" dirty="0"/>
          </a:p>
        </p:txBody>
      </p:sp>
      <p:sp>
        <p:nvSpPr>
          <p:cNvPr id="3" name="Text Placeholder 2"/>
          <p:cNvSpPr>
            <a:spLocks noGrp="1"/>
          </p:cNvSpPr>
          <p:nvPr>
            <p:ph type="body" idx="1"/>
          </p:nvPr>
        </p:nvSpPr>
        <p:spPr>
          <a:xfrm>
            <a:off x="646545" y="1949907"/>
            <a:ext cx="10898910" cy="3899811"/>
          </a:xfrm>
          <a:prstGeom prst="rect">
            <a:avLst/>
          </a:prstGeom>
        </p:spPr>
        <p:txBody>
          <a:bodyPr vert="horz" lIns="0" tIns="0" rIns="0" bIns="0" rtlCol="0">
            <a:noAutofit/>
          </a:bodyPr>
          <a:lstStyle/>
          <a:p>
            <a:pPr lvl="0"/>
            <a:r>
              <a:rPr lang="en-GB" noProof="0" smtClean="0"/>
              <a:t>Click to edit Master text styles</a:t>
            </a:r>
            <a:endParaRPr lang="en-GB" noProof="0" smtClean="0"/>
          </a:p>
          <a:p>
            <a:pPr lvl="1"/>
            <a:r>
              <a:rPr lang="en-GB" noProof="0" smtClean="0"/>
              <a:t>Second level</a:t>
            </a:r>
            <a:endParaRPr lang="en-GB" noProof="0" smtClean="0"/>
          </a:p>
          <a:p>
            <a:pPr lvl="2"/>
            <a:r>
              <a:rPr lang="en-GB" noProof="0" smtClean="0"/>
              <a:t>Third level</a:t>
            </a:r>
            <a:endParaRPr lang="en-GB" noProof="0" smtClean="0"/>
          </a:p>
          <a:p>
            <a:pPr lvl="3"/>
            <a:r>
              <a:rPr lang="en-GB" noProof="0" smtClean="0"/>
              <a:t>Fourth level</a:t>
            </a:r>
            <a:endParaRPr lang="en-GB" noProof="0" smtClean="0"/>
          </a:p>
          <a:p>
            <a:pPr lvl="4"/>
            <a:r>
              <a:rPr lang="en-GB" noProof="0" smtClean="0"/>
              <a:t>Fifth level</a:t>
            </a:r>
            <a:endParaRPr lang="en-GB" noProof="0" dirty="0" smtClean="0"/>
          </a:p>
        </p:txBody>
      </p:sp>
      <p:sp>
        <p:nvSpPr>
          <p:cNvPr id="49" name="Slide Number Placeholder 5"/>
          <p:cNvSpPr>
            <a:spLocks noGrp="1"/>
          </p:cNvSpPr>
          <p:nvPr>
            <p:ph type="sldNum" sz="quarter" idx="4"/>
          </p:nvPr>
        </p:nvSpPr>
        <p:spPr>
          <a:xfrm>
            <a:off x="9513455" y="6387623"/>
            <a:ext cx="2032000" cy="134476"/>
          </a:xfrm>
          <a:prstGeom prst="rect">
            <a:avLst/>
          </a:prstGeom>
        </p:spPr>
        <p:txBody>
          <a:bodyPr lIns="0" tIns="0" rIns="0" bIns="0" anchor="t" anchorCtr="0">
            <a:noAutofit/>
          </a:bodyPr>
          <a:lstStyle>
            <a:lvl1pPr algn="r">
              <a:defRPr sz="905">
                <a:solidFill>
                  <a:schemeClr val="tx1"/>
                </a:solidFill>
                <a:latin typeface="腾讯体 W3" panose="020C04030202040F0204" pitchFamily="34" charset="-122"/>
                <a:cs typeface="腾讯体 W3" panose="020C04030202040F0204" pitchFamily="34" charset="-122"/>
              </a:defRPr>
            </a:lvl1pPr>
          </a:lstStyle>
          <a:p>
            <a:fld id="{FEBD7F86-1881-4698-8703-FB80B0800997}" type="slidenum">
              <a:rPr lang="en-GB" smtClean="0"/>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p:txStyles>
    <p:titleStyle>
      <a:lvl1pPr algn="l" defTabSz="923925" rtl="0" eaLnBrk="1" latinLnBrk="0" hangingPunct="1">
        <a:lnSpc>
          <a:spcPct val="100000"/>
        </a:lnSpc>
        <a:spcBef>
          <a:spcPct val="0"/>
        </a:spcBef>
        <a:buNone/>
        <a:defRPr sz="1815" b="1" kern="1200">
          <a:solidFill>
            <a:schemeClr val="tx1"/>
          </a:solidFill>
          <a:latin typeface="+mj-lt"/>
          <a:ea typeface="+mj-ea"/>
          <a:cs typeface="+mj-cs"/>
        </a:defRPr>
      </a:lvl1pPr>
    </p:titleStyle>
    <p:bodyStyle>
      <a:lvl1pPr marL="0" marR="0" indent="-207645" algn="l" defTabSz="923925" rtl="0" eaLnBrk="1" fontAlgn="auto" latinLnBrk="0" hangingPunct="1">
        <a:lnSpc>
          <a:spcPct val="100000"/>
        </a:lnSpc>
        <a:spcBef>
          <a:spcPts val="0"/>
        </a:spcBef>
        <a:spcAft>
          <a:spcPts val="600"/>
        </a:spcAft>
        <a:buClr>
          <a:schemeClr val="tx1"/>
        </a:buClr>
        <a:buSzTx/>
        <a:buFontTx/>
        <a:buNone/>
        <a:defRPr sz="1000" kern="1200">
          <a:solidFill>
            <a:schemeClr val="tx1"/>
          </a:solidFill>
          <a:latin typeface="腾讯体 W7" panose="020C08030202040F0204" pitchFamily="18" charset="-122"/>
          <a:ea typeface="+mn-ea"/>
          <a:cs typeface="+mn-cs"/>
        </a:defRPr>
      </a:lvl1pPr>
      <a:lvl2pPr marL="207645" indent="-207645" algn="l" defTabSz="923925" rtl="0" eaLnBrk="1" latinLnBrk="0" hangingPunct="1">
        <a:lnSpc>
          <a:spcPct val="100000"/>
        </a:lnSpc>
        <a:spcBef>
          <a:spcPts val="0"/>
        </a:spcBef>
        <a:spcAft>
          <a:spcPts val="600"/>
        </a:spcAft>
        <a:buClr>
          <a:schemeClr val="tx1"/>
        </a:buClr>
        <a:buFont typeface="腾讯体 W7" panose="020C08030202040F0204" pitchFamily="18" charset="-122"/>
        <a:buChar char="•"/>
        <a:defRPr sz="1000" kern="1200">
          <a:solidFill>
            <a:schemeClr val="tx1"/>
          </a:solidFill>
          <a:latin typeface="腾讯体 W7" panose="020C08030202040F0204" pitchFamily="18" charset="-122"/>
          <a:ea typeface="+mn-ea"/>
          <a:cs typeface="+mn-cs"/>
        </a:defRPr>
      </a:lvl2pPr>
      <a:lvl3pPr marL="414655" indent="-207645" algn="l" defTabSz="923925" rtl="0" eaLnBrk="1" latinLnBrk="0" hangingPunct="1">
        <a:lnSpc>
          <a:spcPct val="100000"/>
        </a:lnSpc>
        <a:spcBef>
          <a:spcPts val="0"/>
        </a:spcBef>
        <a:spcAft>
          <a:spcPts val="600"/>
        </a:spcAft>
        <a:buClr>
          <a:schemeClr val="tx1"/>
        </a:buClr>
        <a:buFont typeface="腾讯体 W7" panose="020C08030202040F0204" pitchFamily="18" charset="-122"/>
        <a:buChar char="-"/>
        <a:defRPr sz="1000" kern="1200">
          <a:solidFill>
            <a:schemeClr val="tx1"/>
          </a:solidFill>
          <a:latin typeface="腾讯体 W7" panose="020C08030202040F0204" pitchFamily="18" charset="-122"/>
          <a:ea typeface="+mn-ea"/>
          <a:cs typeface="+mn-cs"/>
        </a:defRPr>
      </a:lvl3pPr>
      <a:lvl4pPr marL="622300" indent="-207645" algn="l" defTabSz="923925" rtl="0" eaLnBrk="1" latinLnBrk="0" hangingPunct="1">
        <a:lnSpc>
          <a:spcPct val="100000"/>
        </a:lnSpc>
        <a:spcBef>
          <a:spcPts val="0"/>
        </a:spcBef>
        <a:spcAft>
          <a:spcPts val="600"/>
        </a:spcAft>
        <a:buClr>
          <a:schemeClr val="tx1"/>
        </a:buClr>
        <a:buFont typeface="腾讯体 W7" panose="020C08030202040F0204" pitchFamily="18" charset="-122"/>
        <a:buChar char="◦"/>
        <a:defRPr sz="1000" kern="1200">
          <a:solidFill>
            <a:schemeClr val="tx1"/>
          </a:solidFill>
          <a:latin typeface="腾讯体 W7" panose="020C08030202040F0204" pitchFamily="18" charset="-122"/>
          <a:ea typeface="+mn-ea"/>
          <a:cs typeface="+mn-cs"/>
        </a:defRPr>
      </a:lvl4pPr>
      <a:lvl5pPr marL="829310" indent="-207645" algn="l" defTabSz="923925" rtl="0" eaLnBrk="1" latinLnBrk="0" hangingPunct="1">
        <a:lnSpc>
          <a:spcPct val="100000"/>
        </a:lnSpc>
        <a:spcBef>
          <a:spcPts val="0"/>
        </a:spcBef>
        <a:spcAft>
          <a:spcPts val="600"/>
        </a:spcAft>
        <a:buClr>
          <a:schemeClr val="tx1"/>
        </a:buClr>
        <a:buFont typeface="腾讯体 W7" panose="020C08030202040F0204" pitchFamily="18" charset="-122"/>
        <a:buChar char="›"/>
        <a:defRPr sz="1000" kern="1200" baseline="0">
          <a:solidFill>
            <a:schemeClr val="tx1"/>
          </a:solidFill>
          <a:latin typeface="腾讯体 W7" panose="020C08030202040F0204" pitchFamily="18" charset="-122"/>
          <a:ea typeface="+mn-ea"/>
          <a:cs typeface="+mn-cs"/>
        </a:defRPr>
      </a:lvl5pPr>
      <a:lvl6pPr marL="207645" marR="0" indent="-207645" algn="l" defTabSz="923925" rtl="0" eaLnBrk="1" fontAlgn="auto" latinLnBrk="0" hangingPunct="1">
        <a:lnSpc>
          <a:spcPct val="100000"/>
        </a:lnSpc>
        <a:spcBef>
          <a:spcPts val="0"/>
        </a:spcBef>
        <a:spcAft>
          <a:spcPts val="600"/>
        </a:spcAft>
        <a:buClr>
          <a:schemeClr val="tx1"/>
        </a:buClr>
        <a:buSzPct val="100000"/>
        <a:buFont typeface="+mj-lt"/>
        <a:buAutoNum type="arabicPeriod"/>
        <a:defRPr sz="1000" kern="1200" baseline="0">
          <a:solidFill>
            <a:schemeClr val="tx1"/>
          </a:solidFill>
          <a:latin typeface="腾讯体 W7" panose="020C08030202040F0204" pitchFamily="18" charset="-122"/>
          <a:ea typeface="+mn-ea"/>
          <a:cs typeface="+mn-cs"/>
        </a:defRPr>
      </a:lvl6pPr>
      <a:lvl7pPr marL="414655" indent="-207645" algn="l" defTabSz="923925" rtl="0" eaLnBrk="1" latinLnBrk="0" hangingPunct="1">
        <a:lnSpc>
          <a:spcPct val="100000"/>
        </a:lnSpc>
        <a:spcBef>
          <a:spcPts val="0"/>
        </a:spcBef>
        <a:spcAft>
          <a:spcPts val="600"/>
        </a:spcAft>
        <a:buSzPct val="100000"/>
        <a:buFont typeface="+mj-lt"/>
        <a:buAutoNum type="alphaLcPeriod"/>
        <a:defRPr sz="1000" kern="1200" baseline="0">
          <a:solidFill>
            <a:schemeClr val="tx1"/>
          </a:solidFill>
          <a:latin typeface="腾讯体 W7" panose="020C08030202040F0204" pitchFamily="18" charset="-122"/>
          <a:ea typeface="+mn-ea"/>
          <a:cs typeface="+mn-cs"/>
        </a:defRPr>
      </a:lvl7pPr>
      <a:lvl8pPr marL="622300" indent="-207645" algn="l" defTabSz="923925" rtl="0" eaLnBrk="1" latinLnBrk="0" hangingPunct="1">
        <a:lnSpc>
          <a:spcPct val="100000"/>
        </a:lnSpc>
        <a:spcBef>
          <a:spcPts val="0"/>
        </a:spcBef>
        <a:spcAft>
          <a:spcPts val="600"/>
        </a:spcAft>
        <a:buSzPct val="100000"/>
        <a:buFont typeface="+mj-lt"/>
        <a:buAutoNum type="romanLcPeriod"/>
        <a:defRPr sz="1000" kern="1200" baseline="0">
          <a:solidFill>
            <a:schemeClr val="tx1"/>
          </a:solidFill>
          <a:latin typeface="腾讯体 W7" panose="020C08030202040F0204" pitchFamily="18" charset="-122"/>
          <a:ea typeface="+mn-ea"/>
          <a:cs typeface="+mn-cs"/>
        </a:defRPr>
      </a:lvl8pPr>
      <a:lvl9pPr marL="0" indent="-207645" algn="l" defTabSz="923925" rtl="0" eaLnBrk="1" latinLnBrk="0" hangingPunct="1">
        <a:lnSpc>
          <a:spcPct val="100000"/>
        </a:lnSpc>
        <a:spcBef>
          <a:spcPts val="0"/>
        </a:spcBef>
        <a:spcAft>
          <a:spcPts val="600"/>
        </a:spcAft>
        <a:buFont typeface="腾讯体 W3" panose="020C04030202040F0204" pitchFamily="34" charset="-122"/>
        <a:buNone/>
        <a:defRPr sz="1000" b="1" kern="1200" baseline="0">
          <a:solidFill>
            <a:schemeClr val="tx2"/>
          </a:solidFill>
          <a:latin typeface="腾讯体 W7" panose="020C08030202040F0204" pitchFamily="18" charset="-122"/>
          <a:ea typeface="+mn-ea"/>
          <a:cs typeface="+mn-cs"/>
        </a:defRPr>
      </a:lvl9pPr>
    </p:bodyStyle>
    <p:otherStyle>
      <a:defPPr>
        <a:defRPr lang="en-US"/>
      </a:defPPr>
      <a:lvl1pPr marL="0" algn="l" defTabSz="923925" rtl="0" eaLnBrk="1" latinLnBrk="0" hangingPunct="1">
        <a:defRPr sz="1815" kern="1200">
          <a:solidFill>
            <a:schemeClr val="tx1"/>
          </a:solidFill>
          <a:latin typeface="+mn-lt"/>
          <a:ea typeface="+mn-ea"/>
          <a:cs typeface="+mn-cs"/>
        </a:defRPr>
      </a:lvl1pPr>
      <a:lvl2pPr marL="461645" algn="l" defTabSz="923925" rtl="0" eaLnBrk="1" latinLnBrk="0" hangingPunct="1">
        <a:defRPr sz="1815" kern="1200">
          <a:solidFill>
            <a:schemeClr val="tx1"/>
          </a:solidFill>
          <a:latin typeface="+mn-lt"/>
          <a:ea typeface="+mn-ea"/>
          <a:cs typeface="+mn-cs"/>
        </a:defRPr>
      </a:lvl2pPr>
      <a:lvl3pPr marL="923925" algn="l" defTabSz="923925" rtl="0" eaLnBrk="1" latinLnBrk="0" hangingPunct="1">
        <a:defRPr sz="1815" kern="1200">
          <a:solidFill>
            <a:schemeClr val="tx1"/>
          </a:solidFill>
          <a:latin typeface="+mn-lt"/>
          <a:ea typeface="+mn-ea"/>
          <a:cs typeface="+mn-cs"/>
        </a:defRPr>
      </a:lvl3pPr>
      <a:lvl4pPr marL="1385570" algn="l" defTabSz="923925" rtl="0" eaLnBrk="1" latinLnBrk="0" hangingPunct="1">
        <a:defRPr sz="1815" kern="1200">
          <a:solidFill>
            <a:schemeClr val="tx1"/>
          </a:solidFill>
          <a:latin typeface="+mn-lt"/>
          <a:ea typeface="+mn-ea"/>
          <a:cs typeface="+mn-cs"/>
        </a:defRPr>
      </a:lvl4pPr>
      <a:lvl5pPr marL="1848485" algn="l" defTabSz="923925" rtl="0" eaLnBrk="1" latinLnBrk="0" hangingPunct="1">
        <a:defRPr sz="1815" kern="1200">
          <a:solidFill>
            <a:schemeClr val="tx1"/>
          </a:solidFill>
          <a:latin typeface="+mn-lt"/>
          <a:ea typeface="+mn-ea"/>
          <a:cs typeface="+mn-cs"/>
        </a:defRPr>
      </a:lvl5pPr>
      <a:lvl6pPr marL="2310130" algn="l" defTabSz="923925" rtl="0" eaLnBrk="1" latinLnBrk="0" hangingPunct="1">
        <a:defRPr sz="1815" kern="1200">
          <a:solidFill>
            <a:schemeClr val="tx1"/>
          </a:solidFill>
          <a:latin typeface="+mn-lt"/>
          <a:ea typeface="+mn-ea"/>
          <a:cs typeface="+mn-cs"/>
        </a:defRPr>
      </a:lvl6pPr>
      <a:lvl7pPr marL="2772410" algn="l" defTabSz="923925" rtl="0" eaLnBrk="1" latinLnBrk="0" hangingPunct="1">
        <a:defRPr sz="1815" kern="1200">
          <a:solidFill>
            <a:schemeClr val="tx1"/>
          </a:solidFill>
          <a:latin typeface="+mn-lt"/>
          <a:ea typeface="+mn-ea"/>
          <a:cs typeface="+mn-cs"/>
        </a:defRPr>
      </a:lvl7pPr>
      <a:lvl8pPr marL="3234055" algn="l" defTabSz="923925" rtl="0" eaLnBrk="1" latinLnBrk="0" hangingPunct="1">
        <a:defRPr sz="1815" kern="1200">
          <a:solidFill>
            <a:schemeClr val="tx1"/>
          </a:solidFill>
          <a:latin typeface="+mn-lt"/>
          <a:ea typeface="+mn-ea"/>
          <a:cs typeface="+mn-cs"/>
        </a:defRPr>
      </a:lvl8pPr>
      <a:lvl9pPr marL="3695700" algn="l" defTabSz="923925" rtl="0" eaLnBrk="1" latinLnBrk="0" hangingPunct="1">
        <a:defRPr sz="18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11200" y="685829"/>
            <a:ext cx="10769602" cy="914438"/>
          </a:xfrm>
          <a:prstGeom prst="rect">
            <a:avLst/>
          </a:prstGeom>
        </p:spPr>
        <p:txBody>
          <a:bodyPr vert="horz" lIns="0" tIns="0" rIns="0" bIns="0" rtlCol="0" anchor="t" anchorCtr="0">
            <a:noAutofit/>
          </a:bodyPr>
          <a:lstStyle/>
          <a:p>
            <a:r>
              <a:rPr lang="en-GB" noProof="0" smtClean="0"/>
              <a:t>Click to edit</a:t>
            </a:r>
            <a:br>
              <a:rPr lang="en-GB" noProof="0" smtClean="0"/>
            </a:br>
            <a:r>
              <a:rPr lang="en-GB" noProof="0" smtClean="0"/>
              <a:t>Master title style</a:t>
            </a:r>
            <a:endParaRPr lang="en-GB" noProof="0"/>
          </a:p>
        </p:txBody>
      </p:sp>
      <p:sp>
        <p:nvSpPr>
          <p:cNvPr id="3" name="Text Placeholder 2"/>
          <p:cNvSpPr>
            <a:spLocks noGrp="1"/>
          </p:cNvSpPr>
          <p:nvPr>
            <p:ph type="body" idx="1"/>
          </p:nvPr>
        </p:nvSpPr>
        <p:spPr>
          <a:xfrm>
            <a:off x="711203" y="1752674"/>
            <a:ext cx="10769598" cy="4419786"/>
          </a:xfrm>
          <a:prstGeom prst="rect">
            <a:avLst/>
          </a:prstGeom>
        </p:spPr>
        <p:txBody>
          <a:bodyPr vert="horz" lIns="0" tIns="0" rIns="0" bIns="0" rtlCol="0">
            <a:noAutofit/>
          </a:bodyPr>
          <a:lstStyle/>
          <a:p>
            <a:pPr lvl="0"/>
            <a:r>
              <a:rPr lang="en-US" noProof="0" smtClean="0"/>
              <a:t>Click to edit Master text styles</a:t>
            </a:r>
            <a:endParaRPr lang="en-US" noProof="0" smtClean="0"/>
          </a:p>
          <a:p>
            <a:pPr lvl="1"/>
            <a:r>
              <a:rPr lang="en-US" noProof="0" smtClean="0"/>
              <a:t>Second level</a:t>
            </a:r>
            <a:endParaRPr lang="en-US" noProof="0" smtClean="0"/>
          </a:p>
          <a:p>
            <a:pPr lvl="2"/>
            <a:r>
              <a:rPr lang="en-US" noProof="0" smtClean="0"/>
              <a:t>Third level</a:t>
            </a:r>
            <a:endParaRPr lang="en-US" noProof="0" smtClean="0"/>
          </a:p>
          <a:p>
            <a:pPr lvl="3"/>
            <a:r>
              <a:rPr lang="en-US" noProof="0" smtClean="0"/>
              <a:t>Fourth level</a:t>
            </a:r>
            <a:endParaRPr lang="en-US" noProof="0" smtClean="0"/>
          </a:p>
          <a:p>
            <a:pPr lvl="4"/>
            <a:r>
              <a:rPr lang="en-US" noProof="0" smtClean="0"/>
              <a:t>Fifth level</a:t>
            </a:r>
            <a:endParaRPr lang="en-GB" noProof="0" dirty="0" smtClean="0"/>
          </a:p>
        </p:txBody>
      </p:sp>
      <p:sp>
        <p:nvSpPr>
          <p:cNvPr id="4"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pPr defTabSz="1008380"/>
            <a:fld id="{9EBD5762-3BDC-484D-9503-7EA6D5A9A8CE}" type="slidenum">
              <a:rPr lang="en-GB" smtClean="0">
                <a:solidFill>
                  <a:srgbClr val="000000"/>
                </a:solidFill>
              </a:rPr>
            </a:fld>
            <a:endParaRPr lang="en-GB">
              <a:solidFill>
                <a:srgbClr val="000000"/>
              </a:solidFill>
            </a:endParaRPr>
          </a:p>
        </p:txBody>
      </p:sp>
      <p:sp>
        <p:nvSpPr>
          <p:cNvPr id="6"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pPr defTabSz="1008380"/>
            <a:endParaRPr lang="en-GB" dirty="0">
              <a:solidFill>
                <a:srgbClr val="000000"/>
              </a:solidFill>
            </a:endParaRPr>
          </a:p>
        </p:txBody>
      </p:sp>
      <p:sp>
        <p:nvSpPr>
          <p:cNvPr id="7" name="Footer Placeholder 4"/>
          <p:cNvSpPr>
            <a:spLocks noGrp="1"/>
          </p:cNvSpPr>
          <p:nvPr>
            <p:ph type="ftr" sz="quarter" idx="3"/>
          </p:nvPr>
        </p:nvSpPr>
        <p:spPr>
          <a:xfrm>
            <a:off x="707136" y="6324866"/>
            <a:ext cx="7014463" cy="150883"/>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pPr defTabSz="1008380"/>
            <a:endParaRPr lang="en-GB">
              <a:solidFill>
                <a:srgbClr val="000000"/>
              </a:solidFill>
            </a:endParaRPr>
          </a:p>
        </p:txBody>
      </p:sp>
    </p:spTree>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3" r:id="rId19"/>
    <p:sldLayoutId id="2147483684" r:id="rId20"/>
    <p:sldLayoutId id="2147483685" r:id="rId21"/>
    <p:sldLayoutId id="2147483686" r:id="rId22"/>
    <p:sldLayoutId id="2147483687" r:id="rId23"/>
  </p:sldLayoutIdLst>
  <p:hf hdr="0"/>
  <p:txStyles>
    <p:titleStyle>
      <a:lvl1pPr algn="l" defTabSz="914400" rtl="0" eaLnBrk="1" latinLnBrk="0" hangingPunct="1">
        <a:lnSpc>
          <a:spcPct val="100000"/>
        </a:lnSpc>
        <a:spcBef>
          <a:spcPct val="0"/>
        </a:spcBef>
        <a:buNone/>
        <a:defRPr sz="2400" b="1" kern="1200">
          <a:solidFill>
            <a:schemeClr val="tx1"/>
          </a:solidFill>
          <a:latin typeface="+mj-lt"/>
          <a:ea typeface="+mj-ea"/>
          <a:cs typeface="+mj-cs"/>
        </a:defRPr>
      </a:lvl1pPr>
    </p:titleStyle>
    <p:bodyStyle>
      <a:lvl1pPr marL="0" marR="0" indent="-274320" algn="l" defTabSz="914400" rtl="0" eaLnBrk="1" fontAlgn="auto" latinLnBrk="0" hangingPunct="1">
        <a:lnSpc>
          <a:spcPct val="100000"/>
        </a:lnSpc>
        <a:spcBef>
          <a:spcPts val="0"/>
        </a:spcBef>
        <a:spcAft>
          <a:spcPts val="990"/>
        </a:spcAft>
        <a:buClr>
          <a:schemeClr val="tx1"/>
        </a:buClr>
        <a:buSzTx/>
        <a:buFontTx/>
        <a:buNone/>
        <a:defRPr sz="2000" kern="1200">
          <a:solidFill>
            <a:schemeClr val="tx1"/>
          </a:solidFill>
          <a:latin typeface="腾讯体 W7" panose="020C08030202040F0204" pitchFamily="18" charset="-122"/>
          <a:ea typeface="+mn-ea"/>
          <a:cs typeface="+mn-cs"/>
        </a:defRPr>
      </a:lvl1pPr>
      <a:lvl2pPr marL="274320" indent="-274320" algn="l" defTabSz="914400" rtl="0" eaLnBrk="1" latinLnBrk="0" hangingPunct="1">
        <a:lnSpc>
          <a:spcPct val="100000"/>
        </a:lnSpc>
        <a:spcBef>
          <a:spcPts val="0"/>
        </a:spcBef>
        <a:spcAft>
          <a:spcPts val="990"/>
        </a:spcAft>
        <a:buClr>
          <a:schemeClr val="tx1"/>
        </a:buClr>
        <a:buFont typeface="腾讯体 W7" panose="020C08030202040F0204" pitchFamily="18" charset="-122"/>
        <a:buChar char="•"/>
        <a:defRPr sz="2000" kern="1200">
          <a:solidFill>
            <a:schemeClr val="tx1"/>
          </a:solidFill>
          <a:latin typeface="腾讯体 W7" panose="020C08030202040F0204" pitchFamily="18" charset="-122"/>
          <a:ea typeface="+mn-ea"/>
          <a:cs typeface="+mn-cs"/>
        </a:defRPr>
      </a:lvl2pPr>
      <a:lvl3pPr marL="548640" indent="-274320" algn="l" defTabSz="914400" rtl="0" eaLnBrk="1" latinLnBrk="0" hangingPunct="1">
        <a:lnSpc>
          <a:spcPct val="100000"/>
        </a:lnSpc>
        <a:spcBef>
          <a:spcPts val="0"/>
        </a:spcBef>
        <a:spcAft>
          <a:spcPts val="990"/>
        </a:spcAft>
        <a:buClr>
          <a:schemeClr val="tx1"/>
        </a:buClr>
        <a:buFont typeface="腾讯体 W7" panose="020C08030202040F0204" pitchFamily="18" charset="-122"/>
        <a:buChar char="-"/>
        <a:defRPr sz="2000" kern="1200">
          <a:solidFill>
            <a:schemeClr val="tx1"/>
          </a:solidFill>
          <a:latin typeface="腾讯体 W7" panose="020C08030202040F0204" pitchFamily="18" charset="-122"/>
          <a:ea typeface="+mn-ea"/>
          <a:cs typeface="+mn-cs"/>
        </a:defRPr>
      </a:lvl3pPr>
      <a:lvl4pPr marL="822960" indent="-274320" algn="l" defTabSz="914400" rtl="0" eaLnBrk="1" latinLnBrk="0" hangingPunct="1">
        <a:lnSpc>
          <a:spcPct val="100000"/>
        </a:lnSpc>
        <a:spcBef>
          <a:spcPts val="0"/>
        </a:spcBef>
        <a:spcAft>
          <a:spcPts val="990"/>
        </a:spcAft>
        <a:buClr>
          <a:schemeClr val="tx1"/>
        </a:buClr>
        <a:buFont typeface="腾讯体 W7" panose="020C08030202040F0204" pitchFamily="18" charset="-122"/>
        <a:buChar char="◦"/>
        <a:defRPr sz="2000" kern="1200">
          <a:solidFill>
            <a:schemeClr val="tx1"/>
          </a:solidFill>
          <a:latin typeface="腾讯体 W7" panose="020C08030202040F0204" pitchFamily="18" charset="-122"/>
          <a:ea typeface="+mn-ea"/>
          <a:cs typeface="+mn-cs"/>
        </a:defRPr>
      </a:lvl4pPr>
      <a:lvl5pPr marL="1097280" indent="-274320" algn="l" defTabSz="914400" rtl="0" eaLnBrk="1" latinLnBrk="0" hangingPunct="1">
        <a:lnSpc>
          <a:spcPct val="100000"/>
        </a:lnSpc>
        <a:spcBef>
          <a:spcPts val="0"/>
        </a:spcBef>
        <a:spcAft>
          <a:spcPts val="990"/>
        </a:spcAft>
        <a:buClr>
          <a:schemeClr val="tx1"/>
        </a:buClr>
        <a:buFont typeface="腾讯体 W7" panose="020C08030202040F0204" pitchFamily="18" charset="-122"/>
        <a:buChar char="›"/>
        <a:defRPr sz="2000" kern="1200" baseline="0">
          <a:solidFill>
            <a:schemeClr val="tx1"/>
          </a:solidFill>
          <a:latin typeface="腾讯体 W7" panose="020C08030202040F0204" pitchFamily="18" charset="-122"/>
          <a:ea typeface="+mn-ea"/>
          <a:cs typeface="+mn-cs"/>
        </a:defRPr>
      </a:lvl5pPr>
      <a:lvl6pPr marL="274320" marR="0" indent="-274320" algn="l" defTabSz="914400" rtl="0" eaLnBrk="1" fontAlgn="auto" latinLnBrk="0" hangingPunct="1">
        <a:lnSpc>
          <a:spcPct val="100000"/>
        </a:lnSpc>
        <a:spcBef>
          <a:spcPts val="0"/>
        </a:spcBef>
        <a:spcAft>
          <a:spcPts val="990"/>
        </a:spcAft>
        <a:buClr>
          <a:schemeClr val="tx1"/>
        </a:buClr>
        <a:buSzPct val="100000"/>
        <a:buFont typeface="+mj-lt"/>
        <a:buAutoNum type="arabicPeriod"/>
        <a:defRPr sz="2000" kern="1200" baseline="0">
          <a:solidFill>
            <a:schemeClr val="tx1"/>
          </a:solidFill>
          <a:latin typeface="腾讯体 W7" panose="020C08030202040F0204" pitchFamily="18" charset="-122"/>
          <a:ea typeface="+mn-ea"/>
          <a:cs typeface="+mn-cs"/>
        </a:defRPr>
      </a:lvl6pPr>
      <a:lvl7pPr marL="548640" indent="-274320" algn="l" defTabSz="914400" rtl="0" eaLnBrk="1" latinLnBrk="0" hangingPunct="1">
        <a:lnSpc>
          <a:spcPct val="100000"/>
        </a:lnSpc>
        <a:spcBef>
          <a:spcPts val="0"/>
        </a:spcBef>
        <a:spcAft>
          <a:spcPts val="990"/>
        </a:spcAft>
        <a:buSzPct val="100000"/>
        <a:buFont typeface="+mj-lt"/>
        <a:buAutoNum type="alphaLcPeriod"/>
        <a:defRPr sz="2000" kern="1200" baseline="0">
          <a:solidFill>
            <a:schemeClr val="tx1"/>
          </a:solidFill>
          <a:latin typeface="腾讯体 W7" panose="020C08030202040F0204" pitchFamily="18" charset="-122"/>
          <a:ea typeface="+mn-ea"/>
          <a:cs typeface="+mn-cs"/>
        </a:defRPr>
      </a:lvl7pPr>
      <a:lvl8pPr marL="822960" indent="-274320" algn="l" defTabSz="914400" rtl="0" eaLnBrk="1" latinLnBrk="0" hangingPunct="1">
        <a:lnSpc>
          <a:spcPct val="100000"/>
        </a:lnSpc>
        <a:spcBef>
          <a:spcPts val="0"/>
        </a:spcBef>
        <a:spcAft>
          <a:spcPts val="990"/>
        </a:spcAft>
        <a:buSzPct val="100000"/>
        <a:buFont typeface="+mj-lt"/>
        <a:buAutoNum type="romanLcPeriod"/>
        <a:defRPr sz="2000" kern="1200" baseline="0">
          <a:solidFill>
            <a:schemeClr val="tx1"/>
          </a:solidFill>
          <a:latin typeface="腾讯体 W7" panose="020C08030202040F0204" pitchFamily="18" charset="-122"/>
          <a:ea typeface="+mn-ea"/>
          <a:cs typeface="+mn-cs"/>
        </a:defRPr>
      </a:lvl8pPr>
      <a:lvl9pPr marL="0" indent="-274320" algn="l" defTabSz="914400" rtl="0" eaLnBrk="1" latinLnBrk="0" hangingPunct="1">
        <a:lnSpc>
          <a:spcPct val="100000"/>
        </a:lnSpc>
        <a:spcBef>
          <a:spcPts val="0"/>
        </a:spcBef>
        <a:spcAft>
          <a:spcPts val="990"/>
        </a:spcAft>
        <a:buFont typeface="腾讯体 W3" panose="020C04030202040F0204" pitchFamily="34" charset="-122"/>
        <a:buNone/>
        <a:defRPr sz="2000" b="1" kern="1200" baseline="0">
          <a:solidFill>
            <a:schemeClr val="tx2"/>
          </a:solidFill>
          <a:latin typeface="腾讯体 W7" panose="020C08030202040F0204" pitchFamily="18" charset="-122"/>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2" Type="http://schemas.openxmlformats.org/officeDocument/2006/relationships/slideLayout" Target="../slideLayouts/slideLayout5.xml"/><Relationship Id="rId11" Type="http://schemas.openxmlformats.org/officeDocument/2006/relationships/tags" Target="../tags/tag11.xml"/><Relationship Id="rId10" Type="http://schemas.openxmlformats.org/officeDocument/2006/relationships/tags" Target="../tags/tag10.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2.xml"/><Relationship Id="rId7" Type="http://schemas.openxmlformats.org/officeDocument/2006/relationships/slideLayout" Target="../slideLayouts/slideLayout2.xml"/><Relationship Id="rId6" Type="http://schemas.openxmlformats.org/officeDocument/2006/relationships/tags" Target="../tags/tag17.xml"/><Relationship Id="rId5" Type="http://schemas.openxmlformats.org/officeDocument/2006/relationships/tags" Target="../tags/tag16.xml"/><Relationship Id="rId4" Type="http://schemas.openxmlformats.org/officeDocument/2006/relationships/tags" Target="../tags/tag15.xml"/><Relationship Id="rId3" Type="http://schemas.openxmlformats.org/officeDocument/2006/relationships/tags" Target="../tags/tag14.xml"/><Relationship Id="rId2" Type="http://schemas.openxmlformats.org/officeDocument/2006/relationships/tags" Target="../tags/tag13.xml"/><Relationship Id="rId1" Type="http://schemas.openxmlformats.org/officeDocument/2006/relationships/tags" Target="../tags/tag12.xml"/></Relationships>
</file>

<file path=ppt/slides/_rels/slide4.xml.rels><?xml version="1.0" encoding="UTF-8" standalone="yes"?>
<Relationships xmlns="http://schemas.openxmlformats.org/package/2006/relationships"><Relationship Id="rId9" Type="http://schemas.openxmlformats.org/officeDocument/2006/relationships/tags" Target="../tags/tag26.xml"/><Relationship Id="rId8" Type="http://schemas.openxmlformats.org/officeDocument/2006/relationships/tags" Target="../tags/tag25.xml"/><Relationship Id="rId7" Type="http://schemas.openxmlformats.org/officeDocument/2006/relationships/tags" Target="../tags/tag24.xml"/><Relationship Id="rId6" Type="http://schemas.openxmlformats.org/officeDocument/2006/relationships/tags" Target="../tags/tag23.xml"/><Relationship Id="rId57" Type="http://schemas.openxmlformats.org/officeDocument/2006/relationships/notesSlide" Target="../notesSlides/notesSlide3.xml"/><Relationship Id="rId56" Type="http://schemas.openxmlformats.org/officeDocument/2006/relationships/slideLayout" Target="../slideLayouts/slideLayout2.xml"/><Relationship Id="rId55" Type="http://schemas.openxmlformats.org/officeDocument/2006/relationships/tags" Target="../tags/tag72.xml"/><Relationship Id="rId54" Type="http://schemas.openxmlformats.org/officeDocument/2006/relationships/tags" Target="../tags/tag71.xml"/><Relationship Id="rId53" Type="http://schemas.openxmlformats.org/officeDocument/2006/relationships/tags" Target="../tags/tag70.xml"/><Relationship Id="rId52" Type="http://schemas.openxmlformats.org/officeDocument/2006/relationships/tags" Target="../tags/tag69.xml"/><Relationship Id="rId51" Type="http://schemas.openxmlformats.org/officeDocument/2006/relationships/tags" Target="../tags/tag68.xml"/><Relationship Id="rId50" Type="http://schemas.openxmlformats.org/officeDocument/2006/relationships/tags" Target="../tags/tag67.xml"/><Relationship Id="rId5" Type="http://schemas.openxmlformats.org/officeDocument/2006/relationships/tags" Target="../tags/tag22.xml"/><Relationship Id="rId49" Type="http://schemas.openxmlformats.org/officeDocument/2006/relationships/tags" Target="../tags/tag66.xml"/><Relationship Id="rId48" Type="http://schemas.openxmlformats.org/officeDocument/2006/relationships/tags" Target="../tags/tag65.xml"/><Relationship Id="rId47" Type="http://schemas.openxmlformats.org/officeDocument/2006/relationships/tags" Target="../tags/tag64.xml"/><Relationship Id="rId46" Type="http://schemas.openxmlformats.org/officeDocument/2006/relationships/tags" Target="../tags/tag63.xml"/><Relationship Id="rId45" Type="http://schemas.openxmlformats.org/officeDocument/2006/relationships/tags" Target="../tags/tag62.xml"/><Relationship Id="rId44" Type="http://schemas.openxmlformats.org/officeDocument/2006/relationships/tags" Target="../tags/tag61.xml"/><Relationship Id="rId43" Type="http://schemas.openxmlformats.org/officeDocument/2006/relationships/tags" Target="../tags/tag60.xml"/><Relationship Id="rId42" Type="http://schemas.openxmlformats.org/officeDocument/2006/relationships/tags" Target="../tags/tag59.xml"/><Relationship Id="rId41" Type="http://schemas.openxmlformats.org/officeDocument/2006/relationships/tags" Target="../tags/tag58.xml"/><Relationship Id="rId40" Type="http://schemas.openxmlformats.org/officeDocument/2006/relationships/tags" Target="../tags/tag57.xml"/><Relationship Id="rId4" Type="http://schemas.openxmlformats.org/officeDocument/2006/relationships/tags" Target="../tags/tag21.xml"/><Relationship Id="rId39" Type="http://schemas.openxmlformats.org/officeDocument/2006/relationships/tags" Target="../tags/tag56.xml"/><Relationship Id="rId38" Type="http://schemas.openxmlformats.org/officeDocument/2006/relationships/tags" Target="../tags/tag55.xml"/><Relationship Id="rId37" Type="http://schemas.openxmlformats.org/officeDocument/2006/relationships/tags" Target="../tags/tag54.xml"/><Relationship Id="rId36" Type="http://schemas.openxmlformats.org/officeDocument/2006/relationships/tags" Target="../tags/tag53.xml"/><Relationship Id="rId35" Type="http://schemas.openxmlformats.org/officeDocument/2006/relationships/tags" Target="../tags/tag52.xml"/><Relationship Id="rId34" Type="http://schemas.openxmlformats.org/officeDocument/2006/relationships/tags" Target="../tags/tag51.xml"/><Relationship Id="rId33" Type="http://schemas.openxmlformats.org/officeDocument/2006/relationships/tags" Target="../tags/tag50.xml"/><Relationship Id="rId32" Type="http://schemas.openxmlformats.org/officeDocument/2006/relationships/tags" Target="../tags/tag49.xml"/><Relationship Id="rId31" Type="http://schemas.openxmlformats.org/officeDocument/2006/relationships/tags" Target="../tags/tag48.xml"/><Relationship Id="rId30" Type="http://schemas.openxmlformats.org/officeDocument/2006/relationships/tags" Target="../tags/tag47.xml"/><Relationship Id="rId3" Type="http://schemas.openxmlformats.org/officeDocument/2006/relationships/tags" Target="../tags/tag20.xml"/><Relationship Id="rId29" Type="http://schemas.openxmlformats.org/officeDocument/2006/relationships/tags" Target="../tags/tag46.xml"/><Relationship Id="rId28" Type="http://schemas.openxmlformats.org/officeDocument/2006/relationships/tags" Target="../tags/tag45.xml"/><Relationship Id="rId27" Type="http://schemas.openxmlformats.org/officeDocument/2006/relationships/tags" Target="../tags/tag44.xml"/><Relationship Id="rId26" Type="http://schemas.openxmlformats.org/officeDocument/2006/relationships/tags" Target="../tags/tag43.xml"/><Relationship Id="rId25" Type="http://schemas.openxmlformats.org/officeDocument/2006/relationships/tags" Target="../tags/tag42.xml"/><Relationship Id="rId24" Type="http://schemas.openxmlformats.org/officeDocument/2006/relationships/tags" Target="../tags/tag41.xml"/><Relationship Id="rId23" Type="http://schemas.openxmlformats.org/officeDocument/2006/relationships/tags" Target="../tags/tag40.xml"/><Relationship Id="rId22" Type="http://schemas.openxmlformats.org/officeDocument/2006/relationships/tags" Target="../tags/tag39.xml"/><Relationship Id="rId21" Type="http://schemas.openxmlformats.org/officeDocument/2006/relationships/tags" Target="../tags/tag38.xml"/><Relationship Id="rId20" Type="http://schemas.openxmlformats.org/officeDocument/2006/relationships/tags" Target="../tags/tag37.xml"/><Relationship Id="rId2" Type="http://schemas.openxmlformats.org/officeDocument/2006/relationships/tags" Target="../tags/tag19.xml"/><Relationship Id="rId19" Type="http://schemas.openxmlformats.org/officeDocument/2006/relationships/tags" Target="../tags/tag36.xml"/><Relationship Id="rId18" Type="http://schemas.openxmlformats.org/officeDocument/2006/relationships/tags" Target="../tags/tag35.xml"/><Relationship Id="rId17" Type="http://schemas.openxmlformats.org/officeDocument/2006/relationships/tags" Target="../tags/tag34.xml"/><Relationship Id="rId16" Type="http://schemas.openxmlformats.org/officeDocument/2006/relationships/tags" Target="../tags/tag33.xml"/><Relationship Id="rId15" Type="http://schemas.openxmlformats.org/officeDocument/2006/relationships/tags" Target="../tags/tag32.xml"/><Relationship Id="rId14" Type="http://schemas.openxmlformats.org/officeDocument/2006/relationships/tags" Target="../tags/tag31.xml"/><Relationship Id="rId13" Type="http://schemas.openxmlformats.org/officeDocument/2006/relationships/tags" Target="../tags/tag30.xml"/><Relationship Id="rId12" Type="http://schemas.openxmlformats.org/officeDocument/2006/relationships/tags" Target="../tags/tag29.xml"/><Relationship Id="rId11" Type="http://schemas.openxmlformats.org/officeDocument/2006/relationships/tags" Target="../tags/tag28.xml"/><Relationship Id="rId10" Type="http://schemas.openxmlformats.org/officeDocument/2006/relationships/tags" Target="../tags/tag27.xml"/><Relationship Id="rId1" Type="http://schemas.openxmlformats.org/officeDocument/2006/relationships/tags" Target="../tags/tag1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chart" Target="../charts/chart1.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3.xml"/><Relationship Id="rId1" Type="http://schemas.openxmlformats.org/officeDocument/2006/relationships/chart" Target="../charts/char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microsoft.com/office/2007/relationships/diagramDrawing" Target="../diagrams/drawing1.xml"/><Relationship Id="rId4" Type="http://schemas.openxmlformats.org/officeDocument/2006/relationships/diagramColors" Target="../diagrams/colors1.xml"/><Relationship Id="rId3" Type="http://schemas.openxmlformats.org/officeDocument/2006/relationships/diagramQuickStyle" Target="../diagrams/quickStyle1.xml"/><Relationship Id="rId2" Type="http://schemas.openxmlformats.org/officeDocument/2006/relationships/diagramLayout" Target="../diagrams/layout1.xml"/><Relationship Id="rId1" Type="http://schemas.openxmlformats.org/officeDocument/2006/relationships/diagramData" Target="../diagrams/data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4" Type="http://schemas.openxmlformats.org/officeDocument/2006/relationships/notesSlide" Target="../notesSlides/notesSlide25.xml"/><Relationship Id="rId3" Type="http://schemas.openxmlformats.org/officeDocument/2006/relationships/slideLayout" Target="../slideLayouts/slideLayout7.xml"/><Relationship Id="rId2" Type="http://schemas.openxmlformats.org/officeDocument/2006/relationships/tags" Target="../tags/tag74.xml"/><Relationship Id="rId1" Type="http://schemas.openxmlformats.org/officeDocument/2006/relationships/tags" Target="../tags/tag7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tags" Target="../tags/tag78.xml"/><Relationship Id="rId3" Type="http://schemas.openxmlformats.org/officeDocument/2006/relationships/tags" Target="../tags/tag77.xml"/><Relationship Id="rId2" Type="http://schemas.openxmlformats.org/officeDocument/2006/relationships/tags" Target="../tags/tag76.xml"/><Relationship Id="rId1" Type="http://schemas.openxmlformats.org/officeDocument/2006/relationships/tags" Target="../tags/tag7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6.xml"/><Relationship Id="rId1" Type="http://schemas.openxmlformats.org/officeDocument/2006/relationships/tags" Target="../tags/tag79.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2.xml"/><Relationship Id="rId1" Type="http://schemas.openxmlformats.org/officeDocument/2006/relationships/chart" Target="../charts/char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chart" Target="../charts/chart11.xml"/><Relationship Id="rId7" Type="http://schemas.openxmlformats.org/officeDocument/2006/relationships/chart" Target="../charts/chart10.xml"/><Relationship Id="rId6" Type="http://schemas.openxmlformats.org/officeDocument/2006/relationships/chart" Target="../charts/chart9.xml"/><Relationship Id="rId5" Type="http://schemas.openxmlformats.org/officeDocument/2006/relationships/chart" Target="../charts/chart8.xml"/><Relationship Id="rId4" Type="http://schemas.openxmlformats.org/officeDocument/2006/relationships/chart" Target="../charts/chart7.xml"/><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chart" Target="../charts/chart4.xml"/></Relationships>
</file>

<file path=ppt/slides/_rels/slide41.xml.rels><?xml version="1.0" encoding="UTF-8" standalone="yes"?>
<Relationships xmlns="http://schemas.openxmlformats.org/package/2006/relationships"><Relationship Id="rId6" Type="http://schemas.openxmlformats.org/officeDocument/2006/relationships/notesSlide" Target="../notesSlides/notesSlide36.xml"/><Relationship Id="rId5" Type="http://schemas.openxmlformats.org/officeDocument/2006/relationships/slideLayout" Target="../slideLayouts/slideLayout2.xml"/><Relationship Id="rId4" Type="http://schemas.openxmlformats.org/officeDocument/2006/relationships/chart" Target="../charts/chart15.xml"/><Relationship Id="rId3" Type="http://schemas.openxmlformats.org/officeDocument/2006/relationships/chart" Target="../charts/chart14.xml"/><Relationship Id="rId2" Type="http://schemas.openxmlformats.org/officeDocument/2006/relationships/chart" Target="../charts/chart13.xml"/><Relationship Id="rId1" Type="http://schemas.openxmlformats.org/officeDocument/2006/relationships/chart" Target="../charts/chart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8" Type="http://schemas.openxmlformats.org/officeDocument/2006/relationships/slideLayout" Target="../slideLayouts/slideLayout8.xml"/><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9" Type="http://schemas.openxmlformats.org/officeDocument/2006/relationships/tags" Target="../tags/tag88.xml"/><Relationship Id="rId8" Type="http://schemas.openxmlformats.org/officeDocument/2006/relationships/tags" Target="../tags/tag87.xml"/><Relationship Id="rId7" Type="http://schemas.openxmlformats.org/officeDocument/2006/relationships/tags" Target="../tags/tag86.xml"/><Relationship Id="rId6" Type="http://schemas.openxmlformats.org/officeDocument/2006/relationships/tags" Target="../tags/tag85.xml"/><Relationship Id="rId5" Type="http://schemas.openxmlformats.org/officeDocument/2006/relationships/tags" Target="../tags/tag84.xml"/><Relationship Id="rId4" Type="http://schemas.openxmlformats.org/officeDocument/2006/relationships/tags" Target="../tags/tag83.xml"/><Relationship Id="rId3" Type="http://schemas.openxmlformats.org/officeDocument/2006/relationships/tags" Target="../tags/tag82.xml"/><Relationship Id="rId2" Type="http://schemas.openxmlformats.org/officeDocument/2006/relationships/tags" Target="../tags/tag81.xml"/><Relationship Id="rId12" Type="http://schemas.openxmlformats.org/officeDocument/2006/relationships/notesSlide" Target="../notesSlides/notesSlide37.xml"/><Relationship Id="rId11" Type="http://schemas.openxmlformats.org/officeDocument/2006/relationships/slideLayout" Target="../slideLayouts/slideLayout2.xml"/><Relationship Id="rId10" Type="http://schemas.openxmlformats.org/officeDocument/2006/relationships/tags" Target="../tags/tag89.xml"/><Relationship Id="rId1" Type="http://schemas.openxmlformats.org/officeDocument/2006/relationships/tags" Target="../tags/tag80.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2.xml"/><Relationship Id="rId1" Type="http://schemas.openxmlformats.org/officeDocument/2006/relationships/chart" Target="../charts/chart16.xml"/></Relationships>
</file>

<file path=ppt/slides/_rels/slide52.xml.rels><?xml version="1.0" encoding="UTF-8" standalone="yes"?>
<Relationships xmlns="http://schemas.openxmlformats.org/package/2006/relationships"><Relationship Id="rId9" Type="http://schemas.openxmlformats.org/officeDocument/2006/relationships/tags" Target="../tags/tag98.xml"/><Relationship Id="rId8" Type="http://schemas.openxmlformats.org/officeDocument/2006/relationships/tags" Target="../tags/tag97.xml"/><Relationship Id="rId7" Type="http://schemas.openxmlformats.org/officeDocument/2006/relationships/tags" Target="../tags/tag96.xml"/><Relationship Id="rId6" Type="http://schemas.openxmlformats.org/officeDocument/2006/relationships/tags" Target="../tags/tag95.xml"/><Relationship Id="rId5" Type="http://schemas.openxmlformats.org/officeDocument/2006/relationships/tags" Target="../tags/tag94.xml"/><Relationship Id="rId43" Type="http://schemas.openxmlformats.org/officeDocument/2006/relationships/notesSlide" Target="../notesSlides/notesSlide43.xml"/><Relationship Id="rId42" Type="http://schemas.openxmlformats.org/officeDocument/2006/relationships/slideLayout" Target="../slideLayouts/slideLayout2.xml"/><Relationship Id="rId41" Type="http://schemas.openxmlformats.org/officeDocument/2006/relationships/tags" Target="../tags/tag130.xml"/><Relationship Id="rId40" Type="http://schemas.openxmlformats.org/officeDocument/2006/relationships/tags" Target="../tags/tag129.xml"/><Relationship Id="rId4" Type="http://schemas.openxmlformats.org/officeDocument/2006/relationships/tags" Target="../tags/tag93.xml"/><Relationship Id="rId39" Type="http://schemas.openxmlformats.org/officeDocument/2006/relationships/tags" Target="../tags/tag128.xml"/><Relationship Id="rId38" Type="http://schemas.openxmlformats.org/officeDocument/2006/relationships/tags" Target="../tags/tag127.xml"/><Relationship Id="rId37" Type="http://schemas.openxmlformats.org/officeDocument/2006/relationships/tags" Target="../tags/tag126.xml"/><Relationship Id="rId36" Type="http://schemas.openxmlformats.org/officeDocument/2006/relationships/tags" Target="../tags/tag125.xml"/><Relationship Id="rId35" Type="http://schemas.openxmlformats.org/officeDocument/2006/relationships/tags" Target="../tags/tag124.xml"/><Relationship Id="rId34" Type="http://schemas.openxmlformats.org/officeDocument/2006/relationships/tags" Target="../tags/tag123.xml"/><Relationship Id="rId33" Type="http://schemas.openxmlformats.org/officeDocument/2006/relationships/tags" Target="../tags/tag122.xml"/><Relationship Id="rId32" Type="http://schemas.openxmlformats.org/officeDocument/2006/relationships/tags" Target="../tags/tag121.xml"/><Relationship Id="rId31" Type="http://schemas.openxmlformats.org/officeDocument/2006/relationships/tags" Target="../tags/tag120.xml"/><Relationship Id="rId30" Type="http://schemas.openxmlformats.org/officeDocument/2006/relationships/tags" Target="../tags/tag119.xml"/><Relationship Id="rId3" Type="http://schemas.openxmlformats.org/officeDocument/2006/relationships/tags" Target="../tags/tag92.xml"/><Relationship Id="rId29" Type="http://schemas.openxmlformats.org/officeDocument/2006/relationships/tags" Target="../tags/tag118.xml"/><Relationship Id="rId28" Type="http://schemas.openxmlformats.org/officeDocument/2006/relationships/tags" Target="../tags/tag117.xml"/><Relationship Id="rId27" Type="http://schemas.openxmlformats.org/officeDocument/2006/relationships/tags" Target="../tags/tag116.xml"/><Relationship Id="rId26" Type="http://schemas.openxmlformats.org/officeDocument/2006/relationships/tags" Target="../tags/tag115.xml"/><Relationship Id="rId25" Type="http://schemas.openxmlformats.org/officeDocument/2006/relationships/tags" Target="../tags/tag114.xml"/><Relationship Id="rId24" Type="http://schemas.openxmlformats.org/officeDocument/2006/relationships/tags" Target="../tags/tag113.xml"/><Relationship Id="rId23" Type="http://schemas.openxmlformats.org/officeDocument/2006/relationships/tags" Target="../tags/tag112.xml"/><Relationship Id="rId22" Type="http://schemas.openxmlformats.org/officeDocument/2006/relationships/tags" Target="../tags/tag111.xml"/><Relationship Id="rId21" Type="http://schemas.openxmlformats.org/officeDocument/2006/relationships/tags" Target="../tags/tag110.xml"/><Relationship Id="rId20" Type="http://schemas.openxmlformats.org/officeDocument/2006/relationships/tags" Target="../tags/tag109.xml"/><Relationship Id="rId2" Type="http://schemas.openxmlformats.org/officeDocument/2006/relationships/tags" Target="../tags/tag91.xml"/><Relationship Id="rId19" Type="http://schemas.openxmlformats.org/officeDocument/2006/relationships/tags" Target="../tags/tag108.xml"/><Relationship Id="rId18" Type="http://schemas.openxmlformats.org/officeDocument/2006/relationships/tags" Target="../tags/tag107.xml"/><Relationship Id="rId17" Type="http://schemas.openxmlformats.org/officeDocument/2006/relationships/tags" Target="../tags/tag106.xml"/><Relationship Id="rId16" Type="http://schemas.openxmlformats.org/officeDocument/2006/relationships/tags" Target="../tags/tag105.xml"/><Relationship Id="rId15" Type="http://schemas.openxmlformats.org/officeDocument/2006/relationships/tags" Target="../tags/tag104.xml"/><Relationship Id="rId14" Type="http://schemas.openxmlformats.org/officeDocument/2006/relationships/tags" Target="../tags/tag103.xml"/><Relationship Id="rId13" Type="http://schemas.openxmlformats.org/officeDocument/2006/relationships/tags" Target="../tags/tag102.xml"/><Relationship Id="rId12" Type="http://schemas.openxmlformats.org/officeDocument/2006/relationships/tags" Target="../tags/tag101.xml"/><Relationship Id="rId11" Type="http://schemas.openxmlformats.org/officeDocument/2006/relationships/tags" Target="../tags/tag100.xml"/><Relationship Id="rId10" Type="http://schemas.openxmlformats.org/officeDocument/2006/relationships/tags" Target="../tags/tag99.xml"/><Relationship Id="rId1" Type="http://schemas.openxmlformats.org/officeDocument/2006/relationships/tags" Target="../tags/tag90.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9" Type="http://schemas.openxmlformats.org/officeDocument/2006/relationships/tags" Target="../tags/tag139.xml"/><Relationship Id="rId8" Type="http://schemas.openxmlformats.org/officeDocument/2006/relationships/tags" Target="../tags/tag138.xml"/><Relationship Id="rId7" Type="http://schemas.openxmlformats.org/officeDocument/2006/relationships/tags" Target="../tags/tag137.xml"/><Relationship Id="rId6" Type="http://schemas.openxmlformats.org/officeDocument/2006/relationships/tags" Target="../tags/tag136.xml"/><Relationship Id="rId5" Type="http://schemas.openxmlformats.org/officeDocument/2006/relationships/tags" Target="../tags/tag135.xml"/><Relationship Id="rId4" Type="http://schemas.openxmlformats.org/officeDocument/2006/relationships/tags" Target="../tags/tag134.xml"/><Relationship Id="rId39" Type="http://schemas.openxmlformats.org/officeDocument/2006/relationships/notesSlide" Target="../notesSlides/notesSlide55.xml"/><Relationship Id="rId38" Type="http://schemas.openxmlformats.org/officeDocument/2006/relationships/slideLayout" Target="../slideLayouts/slideLayout2.xml"/><Relationship Id="rId37" Type="http://schemas.openxmlformats.org/officeDocument/2006/relationships/tags" Target="../tags/tag167.xml"/><Relationship Id="rId36" Type="http://schemas.openxmlformats.org/officeDocument/2006/relationships/tags" Target="../tags/tag166.xml"/><Relationship Id="rId35" Type="http://schemas.openxmlformats.org/officeDocument/2006/relationships/tags" Target="../tags/tag165.xml"/><Relationship Id="rId34" Type="http://schemas.openxmlformats.org/officeDocument/2006/relationships/tags" Target="../tags/tag164.xml"/><Relationship Id="rId33" Type="http://schemas.openxmlformats.org/officeDocument/2006/relationships/tags" Target="../tags/tag163.xml"/><Relationship Id="rId32" Type="http://schemas.openxmlformats.org/officeDocument/2006/relationships/tags" Target="../tags/tag162.xml"/><Relationship Id="rId31" Type="http://schemas.openxmlformats.org/officeDocument/2006/relationships/tags" Target="../tags/tag161.xml"/><Relationship Id="rId30" Type="http://schemas.openxmlformats.org/officeDocument/2006/relationships/tags" Target="../tags/tag160.xml"/><Relationship Id="rId3" Type="http://schemas.openxmlformats.org/officeDocument/2006/relationships/tags" Target="../tags/tag133.xml"/><Relationship Id="rId29" Type="http://schemas.openxmlformats.org/officeDocument/2006/relationships/tags" Target="../tags/tag159.xml"/><Relationship Id="rId28" Type="http://schemas.openxmlformats.org/officeDocument/2006/relationships/tags" Target="../tags/tag158.xml"/><Relationship Id="rId27" Type="http://schemas.openxmlformats.org/officeDocument/2006/relationships/tags" Target="../tags/tag157.xml"/><Relationship Id="rId26" Type="http://schemas.openxmlformats.org/officeDocument/2006/relationships/tags" Target="../tags/tag156.xml"/><Relationship Id="rId25" Type="http://schemas.openxmlformats.org/officeDocument/2006/relationships/tags" Target="../tags/tag155.xml"/><Relationship Id="rId24" Type="http://schemas.openxmlformats.org/officeDocument/2006/relationships/tags" Target="../tags/tag154.xml"/><Relationship Id="rId23" Type="http://schemas.openxmlformats.org/officeDocument/2006/relationships/tags" Target="../tags/tag153.xml"/><Relationship Id="rId22" Type="http://schemas.openxmlformats.org/officeDocument/2006/relationships/tags" Target="../tags/tag152.xml"/><Relationship Id="rId21" Type="http://schemas.openxmlformats.org/officeDocument/2006/relationships/tags" Target="../tags/tag151.xml"/><Relationship Id="rId20" Type="http://schemas.openxmlformats.org/officeDocument/2006/relationships/tags" Target="../tags/tag150.xml"/><Relationship Id="rId2" Type="http://schemas.openxmlformats.org/officeDocument/2006/relationships/tags" Target="../tags/tag132.xml"/><Relationship Id="rId19" Type="http://schemas.openxmlformats.org/officeDocument/2006/relationships/tags" Target="../tags/tag149.xml"/><Relationship Id="rId18" Type="http://schemas.openxmlformats.org/officeDocument/2006/relationships/tags" Target="../tags/tag148.xml"/><Relationship Id="rId17" Type="http://schemas.openxmlformats.org/officeDocument/2006/relationships/tags" Target="../tags/tag147.xml"/><Relationship Id="rId16" Type="http://schemas.openxmlformats.org/officeDocument/2006/relationships/tags" Target="../tags/tag146.xml"/><Relationship Id="rId15" Type="http://schemas.openxmlformats.org/officeDocument/2006/relationships/tags" Target="../tags/tag145.xml"/><Relationship Id="rId14" Type="http://schemas.openxmlformats.org/officeDocument/2006/relationships/tags" Target="../tags/tag144.xml"/><Relationship Id="rId13" Type="http://schemas.openxmlformats.org/officeDocument/2006/relationships/tags" Target="../tags/tag143.xml"/><Relationship Id="rId12" Type="http://schemas.openxmlformats.org/officeDocument/2006/relationships/tags" Target="../tags/tag142.xml"/><Relationship Id="rId11" Type="http://schemas.openxmlformats.org/officeDocument/2006/relationships/tags" Target="../tags/tag141.xml"/><Relationship Id="rId10" Type="http://schemas.openxmlformats.org/officeDocument/2006/relationships/tags" Target="../tags/tag140.xml"/><Relationship Id="rId1" Type="http://schemas.openxmlformats.org/officeDocument/2006/relationships/tags" Target="../tags/tag13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5" Type="http://schemas.openxmlformats.org/officeDocument/2006/relationships/slideLayout" Target="../slideLayouts/slideLayout5.xml"/><Relationship Id="rId4" Type="http://schemas.openxmlformats.org/officeDocument/2006/relationships/image" Target="../media/image11.emf"/><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image" Target="../media/image8.jpeg"/></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12.jpeg"/></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image" Target="../media/image14.png"/><Relationship Id="rId1" Type="http://schemas.openxmlformats.org/officeDocument/2006/relationships/image" Target="../media/image13.png"/></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tags" Target="../tags/tag168.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582"/>
        <p:cNvGrpSpPr/>
        <p:nvPr/>
      </p:nvGrpSpPr>
      <p:grpSpPr>
        <a:xfrm>
          <a:off x="0" y="0"/>
          <a:ext cx="0" cy="0"/>
          <a:chOff x="0" y="0"/>
          <a:chExt cx="0" cy="0"/>
        </a:xfrm>
      </p:grpSpPr>
      <p:sp>
        <p:nvSpPr>
          <p:cNvPr id="3585" name="Shape 3585"/>
          <p:cNvSpPr txBox="1"/>
          <p:nvPr/>
        </p:nvSpPr>
        <p:spPr>
          <a:xfrm>
            <a:off x="4440236" y="2824259"/>
            <a:ext cx="1293353" cy="554122"/>
          </a:xfrm>
          <a:prstGeom prst="rect">
            <a:avLst/>
          </a:prstGeom>
          <a:noFill/>
          <a:ln>
            <a:noFill/>
          </a:ln>
        </p:spPr>
        <p:txBody>
          <a:bodyPr lIns="0" tIns="0" rIns="0" bIns="0" anchor="t" anchorCtr="0">
            <a:noAutofit/>
          </a:bodyPr>
          <a:lstStyle/>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Sustainable</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Security</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Behaviours</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586" name="Shape 3586"/>
          <p:cNvSpPr txBox="1"/>
          <p:nvPr/>
        </p:nvSpPr>
        <p:spPr>
          <a:xfrm>
            <a:off x="6447127" y="2824259"/>
            <a:ext cx="1296954" cy="554122"/>
          </a:xfrm>
          <a:prstGeom prst="rect">
            <a:avLst/>
          </a:prstGeom>
          <a:noFill/>
          <a:ln>
            <a:noFill/>
          </a:ln>
        </p:spPr>
        <p:txBody>
          <a:bodyPr lIns="0" tIns="0" rIns="0" bIns="0" anchor="t" anchorCtr="0">
            <a:noAutofit/>
          </a:bodyPr>
          <a:lstStyle/>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Security </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Governance and </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Compliance</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587" name="Shape 3587"/>
          <p:cNvSpPr txBox="1"/>
          <p:nvPr/>
        </p:nvSpPr>
        <p:spPr>
          <a:xfrm>
            <a:off x="6450597" y="4053207"/>
            <a:ext cx="1284954" cy="369315"/>
          </a:xfrm>
          <a:prstGeom prst="rect">
            <a:avLst/>
          </a:prstGeom>
          <a:noFill/>
          <a:ln>
            <a:noFill/>
          </a:ln>
        </p:spPr>
        <p:txBody>
          <a:bodyPr lIns="0" tIns="0" rIns="0" bIns="0" anchor="t" anchorCtr="0">
            <a:noAutofit/>
          </a:bodyPr>
          <a:lstStyle/>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Cyber Threat </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Assessment</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588" name="Shape 3588"/>
          <p:cNvSpPr txBox="1"/>
          <p:nvPr/>
        </p:nvSpPr>
        <p:spPr>
          <a:xfrm>
            <a:off x="5446403" y="4698275"/>
            <a:ext cx="1300854" cy="184808"/>
          </a:xfrm>
          <a:prstGeom prst="rect">
            <a:avLst/>
          </a:prstGeom>
          <a:noFill/>
          <a:ln>
            <a:noFill/>
          </a:ln>
        </p:spPr>
        <p:txBody>
          <a:bodyPr lIns="0" tIns="0" rIns="0" bIns="0" anchor="t" anchorCtr="0">
            <a:noAutofit/>
          </a:bodyPr>
          <a:lstStyle/>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Technology</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589" name="Shape 3589"/>
          <p:cNvSpPr txBox="1"/>
          <p:nvPr/>
        </p:nvSpPr>
        <p:spPr>
          <a:xfrm>
            <a:off x="4441280" y="3936166"/>
            <a:ext cx="1283754" cy="554123"/>
          </a:xfrm>
          <a:prstGeom prst="rect">
            <a:avLst/>
          </a:prstGeom>
          <a:noFill/>
          <a:ln>
            <a:noFill/>
          </a:ln>
        </p:spPr>
        <p:txBody>
          <a:bodyPr lIns="0" tIns="0" rIns="0" bIns="0" anchor="t" anchorCtr="0">
            <a:noAutofit/>
          </a:bodyPr>
          <a:lstStyle/>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Cyber</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Crisis</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Response</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nvGrpSpPr>
          <p:cNvPr id="3" name="组合 2"/>
          <p:cNvGrpSpPr/>
          <p:nvPr/>
        </p:nvGrpSpPr>
        <p:grpSpPr>
          <a:xfrm>
            <a:off x="5364480" y="1974215"/>
            <a:ext cx="1446530" cy="1055370"/>
            <a:chOff x="8448" y="3109"/>
            <a:chExt cx="2278" cy="1662"/>
          </a:xfrm>
        </p:grpSpPr>
        <p:sp>
          <p:nvSpPr>
            <p:cNvPr id="3584" name="Shape 3584"/>
            <p:cNvSpPr txBox="1"/>
            <p:nvPr/>
          </p:nvSpPr>
          <p:spPr>
            <a:xfrm>
              <a:off x="8590" y="3618"/>
              <a:ext cx="2049" cy="582"/>
            </a:xfrm>
            <a:prstGeom prst="rect">
              <a:avLst/>
            </a:prstGeom>
            <a:noFill/>
            <a:ln>
              <a:noFill/>
            </a:ln>
          </p:spPr>
          <p:txBody>
            <a:bodyPr lIns="0" tIns="0" rIns="0" bIns="0" anchor="t" anchorCtr="0">
              <a:noAutofit/>
            </a:bodyPr>
            <a:lstStyle/>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Security </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Strategy</a:t>
              </a:r>
              <a:endPar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591" name="Shape 3591"/>
            <p:cNvSpPr/>
            <p:nvPr/>
          </p:nvSpPr>
          <p:spPr>
            <a:xfrm>
              <a:off x="8600" y="3109"/>
              <a:ext cx="1929" cy="1662"/>
            </a:xfrm>
            <a:prstGeom prst="hexagon">
              <a:avLst>
                <a:gd name="adj" fmla="val 29121"/>
                <a:gd name="vf" fmla="val 115470"/>
              </a:avLst>
            </a:prstGeom>
            <a:solidFill>
              <a:srgbClr val="1450B8"/>
            </a:solidFill>
            <a:ln w="50800" cap="flat" cmpd="sng">
              <a:solidFill>
                <a:schemeClr val="bg2">
                  <a:lumMod val="75000"/>
                </a:schemeClr>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592" name="Shape 3592"/>
            <p:cNvSpPr/>
            <p:nvPr/>
          </p:nvSpPr>
          <p:spPr>
            <a:xfrm>
              <a:off x="8448" y="3531"/>
              <a:ext cx="2279" cy="821"/>
            </a:xfrm>
            <a:prstGeom prst="rect">
              <a:avLst/>
            </a:prstGeom>
            <a:noFill/>
            <a:ln>
              <a:noFill/>
            </a:ln>
          </p:spPr>
          <p:txBody>
            <a:bodyPr lIns="82028" tIns="41001" rIns="82028" bIns="41001" anchor="t" anchorCtr="0">
              <a:noAutofit/>
            </a:bodyPr>
            <a:lstStyle/>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Security</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 Architecture &amp; Services</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593" name="Shape 3593"/>
          <p:cNvGrpSpPr/>
          <p:nvPr/>
        </p:nvGrpSpPr>
        <p:grpSpPr>
          <a:xfrm>
            <a:off x="6362749" y="2548961"/>
            <a:ext cx="1446961" cy="1055145"/>
            <a:chOff x="4800635" y="3042884"/>
            <a:chExt cx="1446900" cy="1055100"/>
          </a:xfrm>
        </p:grpSpPr>
        <p:sp>
          <p:nvSpPr>
            <p:cNvPr id="3594" name="Shape 3594"/>
            <p:cNvSpPr/>
            <p:nvPr/>
          </p:nvSpPr>
          <p:spPr>
            <a:xfrm>
              <a:off x="4903364" y="3042884"/>
              <a:ext cx="1224900" cy="1055100"/>
            </a:xfrm>
            <a:prstGeom prst="hexagon">
              <a:avLst>
                <a:gd name="adj" fmla="val 29121"/>
                <a:gd name="vf" fmla="val 115470"/>
              </a:avLst>
            </a:prstGeom>
            <a:solidFill>
              <a:srgbClr val="1450B8"/>
            </a:solidFill>
            <a:ln w="50800" cap="flat" cmpd="sng">
              <a:solidFill>
                <a:srgbClr val="C7DCFF"/>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595" name="Shape 3595"/>
            <p:cNvSpPr/>
            <p:nvPr/>
          </p:nvSpPr>
          <p:spPr>
            <a:xfrm>
              <a:off x="4800635" y="3202234"/>
              <a:ext cx="1446900" cy="667500"/>
            </a:xfrm>
            <a:prstGeom prst="rect">
              <a:avLst/>
            </a:prstGeom>
            <a:noFill/>
            <a:ln>
              <a:noFill/>
            </a:ln>
          </p:spPr>
          <p:txBody>
            <a:bodyPr lIns="82028" tIns="41001" rIns="82028" bIns="41001" anchor="t" anchorCtr="0">
              <a:noAutofit/>
            </a:bodyPr>
            <a:lstStyle/>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Threat, </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Intelligence &amp; Vulnerability Management</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596" name="Shape 3596"/>
          <p:cNvGrpSpPr/>
          <p:nvPr/>
        </p:nvGrpSpPr>
        <p:grpSpPr>
          <a:xfrm>
            <a:off x="6370731" y="3722363"/>
            <a:ext cx="1446961" cy="1055145"/>
            <a:chOff x="4837189" y="4162896"/>
            <a:chExt cx="1446900" cy="1055100"/>
          </a:xfrm>
        </p:grpSpPr>
        <p:sp>
          <p:nvSpPr>
            <p:cNvPr id="3597" name="Shape 3597"/>
            <p:cNvSpPr/>
            <p:nvPr/>
          </p:nvSpPr>
          <p:spPr>
            <a:xfrm>
              <a:off x="4941819" y="4162896"/>
              <a:ext cx="1224900" cy="1055100"/>
            </a:xfrm>
            <a:prstGeom prst="hexagon">
              <a:avLst>
                <a:gd name="adj" fmla="val 29121"/>
                <a:gd name="vf" fmla="val 115470"/>
              </a:avLst>
            </a:prstGeom>
            <a:solidFill>
              <a:srgbClr val="1450B8"/>
            </a:solidFill>
            <a:ln w="50800" cap="flat" cmpd="sng">
              <a:solidFill>
                <a:srgbClr val="2972F4"/>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598" name="Shape 3598"/>
            <p:cNvSpPr/>
            <p:nvPr/>
          </p:nvSpPr>
          <p:spPr>
            <a:xfrm>
              <a:off x="4837189" y="4429796"/>
              <a:ext cx="1446900" cy="521400"/>
            </a:xfrm>
            <a:prstGeom prst="rect">
              <a:avLst/>
            </a:prstGeom>
            <a:noFill/>
            <a:ln>
              <a:noFill/>
            </a:ln>
          </p:spPr>
          <p:txBody>
            <a:bodyPr lIns="82028" tIns="41001" rIns="82028" bIns="41001" anchor="t" anchorCtr="0">
              <a:noAutofit/>
            </a:bodyPr>
            <a:lstStyle/>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Identity &amp; </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Access </a:t>
              </a:r>
              <a:b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b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Management</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599" name="Shape 3599"/>
          <p:cNvGrpSpPr/>
          <p:nvPr/>
        </p:nvGrpSpPr>
        <p:grpSpPr>
          <a:xfrm>
            <a:off x="5356968" y="4295379"/>
            <a:ext cx="1446961" cy="1055145"/>
            <a:chOff x="3832639" y="4728269"/>
            <a:chExt cx="1446900" cy="1055100"/>
          </a:xfrm>
        </p:grpSpPr>
        <p:sp>
          <p:nvSpPr>
            <p:cNvPr id="3600" name="Shape 3600"/>
            <p:cNvSpPr/>
            <p:nvPr/>
          </p:nvSpPr>
          <p:spPr>
            <a:xfrm>
              <a:off x="3944766" y="4728269"/>
              <a:ext cx="1224900" cy="1055100"/>
            </a:xfrm>
            <a:prstGeom prst="hexagon">
              <a:avLst>
                <a:gd name="adj" fmla="val 29121"/>
                <a:gd name="vf" fmla="val 115470"/>
              </a:avLst>
            </a:prstGeom>
            <a:solidFill>
              <a:srgbClr val="1450B8"/>
            </a:solidFill>
            <a:ln w="50800" cap="flat" cmpd="sng">
              <a:solidFill>
                <a:srgbClr val="C7DCFF"/>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01" name="Shape 3601"/>
            <p:cNvSpPr/>
            <p:nvPr/>
          </p:nvSpPr>
          <p:spPr>
            <a:xfrm>
              <a:off x="3832639" y="4995169"/>
              <a:ext cx="1446900" cy="521400"/>
            </a:xfrm>
            <a:prstGeom prst="rect">
              <a:avLst/>
            </a:prstGeom>
            <a:noFill/>
            <a:ln>
              <a:noFill/>
            </a:ln>
          </p:spPr>
          <p:txBody>
            <a:bodyPr lIns="82028" tIns="41001" rIns="82028" bIns="41001" anchor="t" anchorCtr="0">
              <a:noAutofit/>
            </a:bodyPr>
            <a:lstStyle/>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Incident &amp; </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Crisis </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Management</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602" name="Shape 3602"/>
          <p:cNvGrpSpPr/>
          <p:nvPr/>
        </p:nvGrpSpPr>
        <p:grpSpPr>
          <a:xfrm>
            <a:off x="6355091" y="4878273"/>
            <a:ext cx="1446961" cy="1055145"/>
            <a:chOff x="4825701" y="5292407"/>
            <a:chExt cx="1446900" cy="1055100"/>
          </a:xfrm>
        </p:grpSpPr>
        <p:sp>
          <p:nvSpPr>
            <p:cNvPr id="3603" name="Shape 3603"/>
            <p:cNvSpPr/>
            <p:nvPr/>
          </p:nvSpPr>
          <p:spPr>
            <a:xfrm>
              <a:off x="4936503" y="5292407"/>
              <a:ext cx="1224900" cy="1055100"/>
            </a:xfrm>
            <a:prstGeom prst="hexagon">
              <a:avLst>
                <a:gd name="adj" fmla="val 29121"/>
                <a:gd name="vf" fmla="val 115470"/>
              </a:avLst>
            </a:prstGeom>
            <a:solidFill>
              <a:srgbClr val="1450B8"/>
            </a:solidFill>
            <a:ln w="50800" cap="flat" cmpd="sng">
              <a:solidFill>
                <a:srgbClr val="C7DCFF"/>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04" name="Shape 3604"/>
            <p:cNvSpPr/>
            <p:nvPr/>
          </p:nvSpPr>
          <p:spPr>
            <a:xfrm>
              <a:off x="4825701" y="5559307"/>
              <a:ext cx="1446900" cy="521400"/>
            </a:xfrm>
            <a:prstGeom prst="rect">
              <a:avLst/>
            </a:prstGeom>
            <a:noFill/>
            <a:ln>
              <a:noFill/>
            </a:ln>
          </p:spPr>
          <p:txBody>
            <a:bodyPr lIns="82028" tIns="41001" rIns="82028" bIns="41001" anchor="t" anchorCtr="0">
              <a:noAutofit/>
            </a:bodyPr>
            <a:lstStyle/>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Information </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&amp; Privacy </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Protection</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605" name="Shape 3605"/>
          <p:cNvGrpSpPr/>
          <p:nvPr/>
        </p:nvGrpSpPr>
        <p:grpSpPr>
          <a:xfrm>
            <a:off x="4356510" y="3710917"/>
            <a:ext cx="1446961" cy="1055145"/>
            <a:chOff x="2832583" y="4159948"/>
            <a:chExt cx="1446900" cy="1055100"/>
          </a:xfrm>
        </p:grpSpPr>
        <p:sp>
          <p:nvSpPr>
            <p:cNvPr id="3606" name="Shape 3606"/>
            <p:cNvSpPr/>
            <p:nvPr/>
          </p:nvSpPr>
          <p:spPr>
            <a:xfrm>
              <a:off x="2946863" y="4159948"/>
              <a:ext cx="1224900" cy="1055100"/>
            </a:xfrm>
            <a:prstGeom prst="hexagon">
              <a:avLst>
                <a:gd name="adj" fmla="val 29121"/>
                <a:gd name="vf" fmla="val 115470"/>
              </a:avLst>
            </a:prstGeom>
            <a:solidFill>
              <a:srgbClr val="1450B8"/>
            </a:solidFill>
            <a:ln w="50800" cap="flat" cmpd="sng">
              <a:solidFill>
                <a:srgbClr val="E5EFFF"/>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07" name="Shape 3607"/>
            <p:cNvSpPr/>
            <p:nvPr/>
          </p:nvSpPr>
          <p:spPr>
            <a:xfrm>
              <a:off x="2832583" y="4426848"/>
              <a:ext cx="1446900" cy="521400"/>
            </a:xfrm>
            <a:prstGeom prst="rect">
              <a:avLst/>
            </a:prstGeom>
            <a:noFill/>
            <a:ln>
              <a:noFill/>
            </a:ln>
          </p:spPr>
          <p:txBody>
            <a:bodyPr lIns="82028" tIns="41001" rIns="82028" bIns="41001" anchor="t" anchorCtr="0">
              <a:noAutofit/>
            </a:bodyPr>
            <a:lstStyle/>
            <a:p>
              <a:pPr algn="ctr">
                <a:buSzPct val="25000"/>
              </a:pPr>
              <a:r>
                <a:rPr lang="en-US" sz="950" b="1" dirty="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Risk &amp; </a:t>
              </a:r>
              <a:endParaRPr lang="en-US" sz="950" b="1" dirty="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950" b="1" dirty="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Compliance Management</a:t>
              </a:r>
              <a:endParaRPr lang="en-US" sz="950" b="1" dirty="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608" name="Shape 3608"/>
          <p:cNvGrpSpPr/>
          <p:nvPr/>
        </p:nvGrpSpPr>
        <p:grpSpPr>
          <a:xfrm>
            <a:off x="4366369" y="2557024"/>
            <a:ext cx="1446960" cy="1055145"/>
            <a:chOff x="2842441" y="3028085"/>
            <a:chExt cx="1446899" cy="1055100"/>
          </a:xfrm>
        </p:grpSpPr>
        <p:sp>
          <p:nvSpPr>
            <p:cNvPr id="3609" name="Shape 3609"/>
            <p:cNvSpPr/>
            <p:nvPr/>
          </p:nvSpPr>
          <p:spPr>
            <a:xfrm>
              <a:off x="2940997" y="3028085"/>
              <a:ext cx="1224900" cy="1055100"/>
            </a:xfrm>
            <a:prstGeom prst="hexagon">
              <a:avLst>
                <a:gd name="adj" fmla="val 29121"/>
                <a:gd name="vf" fmla="val 115470"/>
              </a:avLst>
            </a:prstGeom>
            <a:solidFill>
              <a:srgbClr val="1450B8"/>
            </a:solidFill>
            <a:ln w="50800" cap="flat" cmpd="sng">
              <a:solidFill>
                <a:srgbClr val="C5CAD3"/>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10" name="Shape 3610"/>
            <p:cNvSpPr/>
            <p:nvPr/>
          </p:nvSpPr>
          <p:spPr>
            <a:xfrm>
              <a:off x="2842441" y="3283444"/>
              <a:ext cx="1446899" cy="521400"/>
            </a:xfrm>
            <a:prstGeom prst="rect">
              <a:avLst/>
            </a:prstGeom>
            <a:noFill/>
            <a:ln>
              <a:noFill/>
            </a:ln>
          </p:spPr>
          <p:txBody>
            <a:bodyPr lIns="82028" tIns="41001" rIns="82028" bIns="41001" anchor="t" anchorCtr="0">
              <a:noAutofit/>
            </a:bodyPr>
            <a:lstStyle/>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Emerging Technologies &amp; Market Trends</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611" name="Shape 3611"/>
          <p:cNvGrpSpPr/>
          <p:nvPr/>
        </p:nvGrpSpPr>
        <p:grpSpPr>
          <a:xfrm>
            <a:off x="4362649" y="1401758"/>
            <a:ext cx="1446960" cy="1055145"/>
            <a:chOff x="2861581" y="1895728"/>
            <a:chExt cx="1446899" cy="1055100"/>
          </a:xfrm>
        </p:grpSpPr>
        <p:sp>
          <p:nvSpPr>
            <p:cNvPr id="3612" name="Shape 3612"/>
            <p:cNvSpPr/>
            <p:nvPr/>
          </p:nvSpPr>
          <p:spPr>
            <a:xfrm>
              <a:off x="2960155" y="1895728"/>
              <a:ext cx="1224899" cy="1055100"/>
            </a:xfrm>
            <a:prstGeom prst="hexagon">
              <a:avLst>
                <a:gd name="adj" fmla="val 29121"/>
                <a:gd name="vf" fmla="val 115470"/>
              </a:avLst>
            </a:prstGeom>
            <a:solidFill>
              <a:srgbClr val="1450B8"/>
            </a:solidFill>
            <a:ln w="50800" cap="flat" cmpd="sng">
              <a:solidFill>
                <a:srgbClr val="99BEFF"/>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13" name="Shape 3613"/>
            <p:cNvSpPr/>
            <p:nvPr/>
          </p:nvSpPr>
          <p:spPr>
            <a:xfrm>
              <a:off x="2861581" y="2162628"/>
              <a:ext cx="1446899" cy="521400"/>
            </a:xfrm>
            <a:prstGeom prst="rect">
              <a:avLst/>
            </a:prstGeom>
            <a:noFill/>
            <a:ln>
              <a:noFill/>
            </a:ln>
          </p:spPr>
          <p:txBody>
            <a:bodyPr lIns="82028" tIns="41001" rIns="82028" bIns="41001" anchor="t" anchorCtr="0">
              <a:noAutofit/>
            </a:bodyPr>
            <a:lstStyle/>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Strategy, </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Governance &amp; Management</a:t>
              </a:r>
              <a:endPar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614" name="Shape 3614"/>
          <p:cNvGrpSpPr/>
          <p:nvPr/>
        </p:nvGrpSpPr>
        <p:grpSpPr>
          <a:xfrm>
            <a:off x="7476552" y="2533339"/>
            <a:ext cx="2877832" cy="1088146"/>
            <a:chOff x="5952484" y="2996783"/>
            <a:chExt cx="2877711" cy="1088100"/>
          </a:xfrm>
        </p:grpSpPr>
        <p:sp>
          <p:nvSpPr>
            <p:cNvPr id="3615" name="Shape 3615"/>
            <p:cNvSpPr/>
            <p:nvPr/>
          </p:nvSpPr>
          <p:spPr>
            <a:xfrm flipH="1">
              <a:off x="5952484" y="2996783"/>
              <a:ext cx="2665500" cy="1088100"/>
            </a:xfrm>
            <a:custGeom>
              <a:avLst/>
              <a:gdLst/>
              <a:ahLst/>
              <a:cxnLst/>
              <a:rect l="0" t="0" r="0" b="0"/>
              <a:pathLst>
                <a:path w="120000" h="120000" extrusionOk="0">
                  <a:moveTo>
                    <a:pt x="0" y="0"/>
                  </a:moveTo>
                  <a:lnTo>
                    <a:pt x="120000" y="0"/>
                  </a:lnTo>
                  <a:lnTo>
                    <a:pt x="105224" y="60507"/>
                  </a:lnTo>
                  <a:lnTo>
                    <a:pt x="120000" y="120000"/>
                  </a:lnTo>
                  <a:lnTo>
                    <a:pt x="0" y="120000"/>
                  </a:lnTo>
                  <a:lnTo>
                    <a:pt x="0" y="0"/>
                  </a:lnTo>
                  <a:close/>
                </a:path>
              </a:pathLst>
            </a:custGeom>
            <a:solidFill>
              <a:schemeClr val="lt1"/>
            </a:solidFill>
            <a:ln w="9525" cap="flat" cmpd="sng">
              <a:solidFill>
                <a:srgbClr val="C7DCFF"/>
              </a:solidFill>
              <a:prstDash val="solid"/>
              <a:round/>
              <a:headEnd type="none" w="med" len="med"/>
              <a:tailEnd type="none" w="med" len="med"/>
            </a:ln>
          </p:spPr>
          <p:txBody>
            <a:bodyPr lIns="91428" tIns="45701" rIns="91428" bIns="45701" anchor="ctr" anchorCtr="0">
              <a:noAutofit/>
            </a:bodyPr>
            <a:lstStyle/>
            <a:p>
              <a:pPr algn="ctr"/>
              <a:endParaRPr sz="11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grpSp>
          <p:nvGrpSpPr>
            <p:cNvPr id="3616" name="Shape 3616"/>
            <p:cNvGrpSpPr/>
            <p:nvPr/>
          </p:nvGrpSpPr>
          <p:grpSpPr>
            <a:xfrm>
              <a:off x="6365864" y="3055620"/>
              <a:ext cx="2464331" cy="921922"/>
              <a:chOff x="6365864" y="3063240"/>
              <a:chExt cx="2464331" cy="921922"/>
            </a:xfrm>
          </p:grpSpPr>
          <p:sp>
            <p:nvSpPr>
              <p:cNvPr id="3617" name="Shape 3617"/>
              <p:cNvSpPr/>
              <p:nvPr/>
            </p:nvSpPr>
            <p:spPr>
              <a:xfrm>
                <a:off x="6365864" y="3292762"/>
                <a:ext cx="2016000" cy="692400"/>
              </a:xfrm>
              <a:prstGeom prst="rect">
                <a:avLst/>
              </a:prstGeom>
              <a:noFill/>
              <a:ln>
                <a:noFill/>
              </a:ln>
            </p:spPr>
            <p:txBody>
              <a:bodyPr lIns="0" tIns="0" rIns="0" bIns="0" anchor="t" anchorCtr="0">
                <a:noAutofit/>
              </a:bodyPr>
              <a:lstStyle/>
              <a:p>
                <a:pPr>
                  <a:buSzPct val="25000"/>
                </a:pPr>
                <a:r>
                  <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Anticipate changes in the risk landscape through situational awareness of the internal and external factors impacting the </a:t>
                </a:r>
                <a:endPar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buSzPct val="25000"/>
                </a:pPr>
                <a:r>
                  <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business ecosystem.</a:t>
                </a:r>
                <a:endPar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18" name="Shape 3618"/>
              <p:cNvSpPr txBox="1"/>
              <p:nvPr/>
            </p:nvSpPr>
            <p:spPr>
              <a:xfrm>
                <a:off x="6366499" y="3063240"/>
                <a:ext cx="2463696" cy="179697"/>
              </a:xfrm>
              <a:prstGeom prst="rect">
                <a:avLst/>
              </a:prstGeom>
              <a:noFill/>
              <a:ln>
                <a:noFill/>
              </a:ln>
            </p:spPr>
            <p:txBody>
              <a:bodyPr lIns="0" tIns="0" rIns="0" bIns="0" anchor="t" anchorCtr="0">
                <a:noAutofit/>
              </a:bodyPr>
              <a:lstStyle/>
              <a:p>
                <a:pPr>
                  <a:buSzPct val="25000"/>
                </a:pPr>
                <a:r>
                  <a:rPr lang="en-US" sz="1100">
                    <a:solidFill>
                      <a:srgbClr val="1450B8"/>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Address threats and weaknesses</a:t>
                </a:r>
                <a:endParaRPr lang="en-US" sz="1100">
                  <a:solidFill>
                    <a:srgbClr val="1450B8"/>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grpSp>
        <p:nvGrpSpPr>
          <p:cNvPr id="3619" name="Shape 3619"/>
          <p:cNvGrpSpPr/>
          <p:nvPr/>
        </p:nvGrpSpPr>
        <p:grpSpPr>
          <a:xfrm>
            <a:off x="2022794" y="4850551"/>
            <a:ext cx="3646460" cy="512754"/>
            <a:chOff x="494614" y="5284687"/>
            <a:chExt cx="3646307" cy="512732"/>
          </a:xfrm>
        </p:grpSpPr>
        <p:grpSp>
          <p:nvGrpSpPr>
            <p:cNvPr id="3620" name="Shape 3620"/>
            <p:cNvGrpSpPr/>
            <p:nvPr/>
          </p:nvGrpSpPr>
          <p:grpSpPr>
            <a:xfrm rot="10800000">
              <a:off x="494614" y="5284687"/>
              <a:ext cx="3646307" cy="512732"/>
              <a:chOff x="4860030" y="1796625"/>
              <a:chExt cx="4354840" cy="630900"/>
            </a:xfrm>
          </p:grpSpPr>
          <p:cxnSp>
            <p:nvCxnSpPr>
              <p:cNvPr id="3621" name="Shape 3621"/>
              <p:cNvCxnSpPr/>
              <p:nvPr/>
            </p:nvCxnSpPr>
            <p:spPr>
              <a:xfrm>
                <a:off x="4864794" y="1802708"/>
                <a:ext cx="360000" cy="618300"/>
              </a:xfrm>
              <a:prstGeom prst="straightConnector1">
                <a:avLst/>
              </a:prstGeom>
              <a:noFill/>
              <a:ln w="9525" cap="flat" cmpd="sng">
                <a:solidFill>
                  <a:srgbClr val="C7DCFF"/>
                </a:solidFill>
                <a:prstDash val="solid"/>
                <a:round/>
                <a:headEnd type="none" w="med" len="med"/>
                <a:tailEnd type="none" w="med" len="med"/>
              </a:ln>
            </p:spPr>
          </p:cxnSp>
          <p:cxnSp>
            <p:nvCxnSpPr>
              <p:cNvPr id="3622" name="Shape 3622"/>
              <p:cNvCxnSpPr/>
              <p:nvPr/>
            </p:nvCxnSpPr>
            <p:spPr>
              <a:xfrm>
                <a:off x="4860030" y="1798216"/>
                <a:ext cx="4354799" cy="0"/>
              </a:xfrm>
              <a:prstGeom prst="straightConnector1">
                <a:avLst/>
              </a:prstGeom>
              <a:noFill/>
              <a:ln w="9525" cap="flat" cmpd="sng">
                <a:solidFill>
                  <a:srgbClr val="C7DCFF"/>
                </a:solidFill>
                <a:prstDash val="solid"/>
                <a:round/>
                <a:headEnd type="none" w="med" len="med"/>
                <a:tailEnd type="none" w="med" len="med"/>
              </a:ln>
            </p:spPr>
          </p:cxnSp>
          <p:cxnSp>
            <p:nvCxnSpPr>
              <p:cNvPr id="3623" name="Shape 3623"/>
              <p:cNvCxnSpPr/>
              <p:nvPr/>
            </p:nvCxnSpPr>
            <p:spPr>
              <a:xfrm>
                <a:off x="5220071" y="2420888"/>
                <a:ext cx="3994800" cy="0"/>
              </a:xfrm>
              <a:prstGeom prst="straightConnector1">
                <a:avLst/>
              </a:prstGeom>
              <a:noFill/>
              <a:ln w="9525" cap="flat" cmpd="sng">
                <a:solidFill>
                  <a:srgbClr val="C7DCFF"/>
                </a:solidFill>
                <a:prstDash val="solid"/>
                <a:round/>
                <a:headEnd type="none" w="med" len="med"/>
                <a:tailEnd type="none" w="med" len="med"/>
              </a:ln>
            </p:spPr>
          </p:cxnSp>
          <p:cxnSp>
            <p:nvCxnSpPr>
              <p:cNvPr id="3624" name="Shape 3624"/>
              <p:cNvCxnSpPr/>
              <p:nvPr/>
            </p:nvCxnSpPr>
            <p:spPr>
              <a:xfrm>
                <a:off x="9214784" y="1796625"/>
                <a:ext cx="0" cy="630900"/>
              </a:xfrm>
              <a:prstGeom prst="straightConnector1">
                <a:avLst/>
              </a:prstGeom>
              <a:noFill/>
              <a:ln w="9525" cap="flat" cmpd="sng">
                <a:solidFill>
                  <a:srgbClr val="C7DCFF"/>
                </a:solidFill>
                <a:prstDash val="solid"/>
                <a:round/>
                <a:headEnd type="none" w="med" len="med"/>
                <a:tailEnd type="none" w="med" len="med"/>
              </a:ln>
            </p:spPr>
          </p:cxnSp>
        </p:grpSp>
        <p:sp>
          <p:nvSpPr>
            <p:cNvPr id="3625" name="Shape 3625"/>
            <p:cNvSpPr txBox="1"/>
            <p:nvPr/>
          </p:nvSpPr>
          <p:spPr>
            <a:xfrm>
              <a:off x="557993" y="5311601"/>
              <a:ext cx="3103500" cy="294300"/>
            </a:xfrm>
            <a:prstGeom prst="rect">
              <a:avLst/>
            </a:prstGeom>
            <a:noFill/>
            <a:ln>
              <a:noFill/>
            </a:ln>
          </p:spPr>
          <p:txBody>
            <a:bodyPr lIns="0" tIns="0" rIns="0" bIns="0" anchor="t" anchorCtr="0">
              <a:noAutofit/>
            </a:bodyPr>
            <a:lstStyle/>
            <a:p>
              <a:pPr>
                <a:buSzPct val="25000"/>
              </a:pPr>
              <a:r>
                <a:rPr lang="en-US" sz="1100">
                  <a:solidFill>
                    <a:srgbClr val="00A3F5"/>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Anticipate and respond to security crises</a:t>
              </a:r>
              <a:endParaRPr lang="en-US" sz="1100">
                <a:solidFill>
                  <a:srgbClr val="00A3F5"/>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26" name="Shape 3626"/>
            <p:cNvSpPr/>
            <p:nvPr/>
          </p:nvSpPr>
          <p:spPr>
            <a:xfrm>
              <a:off x="557993" y="5471201"/>
              <a:ext cx="3362100" cy="276900"/>
            </a:xfrm>
            <a:prstGeom prst="rect">
              <a:avLst/>
            </a:prstGeom>
            <a:noFill/>
            <a:ln>
              <a:noFill/>
            </a:ln>
          </p:spPr>
          <p:txBody>
            <a:bodyPr lIns="0" tIns="0" rIns="0" bIns="0" anchor="t" anchorCtr="0">
              <a:noAutofit/>
            </a:bodyPr>
            <a:lstStyle/>
            <a:p>
              <a:pPr>
                <a:buSzPct val="25000"/>
              </a:pPr>
              <a:r>
                <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Plan, detect, investigate, and react timely and thoroughly to security  incidents, breaches and compromises.</a:t>
              </a:r>
              <a:endPar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627" name="Shape 3627"/>
          <p:cNvGrpSpPr/>
          <p:nvPr/>
        </p:nvGrpSpPr>
        <p:grpSpPr>
          <a:xfrm>
            <a:off x="2020229" y="3694454"/>
            <a:ext cx="2665612" cy="1088146"/>
            <a:chOff x="496391" y="4135332"/>
            <a:chExt cx="2665500" cy="1088100"/>
          </a:xfrm>
        </p:grpSpPr>
        <p:sp>
          <p:nvSpPr>
            <p:cNvPr id="3628" name="Shape 3628"/>
            <p:cNvSpPr/>
            <p:nvPr/>
          </p:nvSpPr>
          <p:spPr>
            <a:xfrm>
              <a:off x="496391" y="4135332"/>
              <a:ext cx="2665500" cy="1088100"/>
            </a:xfrm>
            <a:custGeom>
              <a:avLst/>
              <a:gdLst/>
              <a:ahLst/>
              <a:cxnLst/>
              <a:rect l="0" t="0" r="0" b="0"/>
              <a:pathLst>
                <a:path w="120000" h="120000" extrusionOk="0">
                  <a:moveTo>
                    <a:pt x="0" y="0"/>
                  </a:moveTo>
                  <a:lnTo>
                    <a:pt x="120000" y="0"/>
                  </a:lnTo>
                  <a:lnTo>
                    <a:pt x="105224" y="61348"/>
                  </a:lnTo>
                  <a:lnTo>
                    <a:pt x="120000" y="120000"/>
                  </a:lnTo>
                  <a:lnTo>
                    <a:pt x="0" y="120000"/>
                  </a:lnTo>
                  <a:lnTo>
                    <a:pt x="0" y="0"/>
                  </a:lnTo>
                  <a:close/>
                </a:path>
              </a:pathLst>
            </a:custGeom>
            <a:solidFill>
              <a:schemeClr val="lt1"/>
            </a:solidFill>
            <a:ln w="9525" cap="flat" cmpd="sng">
              <a:solidFill>
                <a:srgbClr val="C7DCFF"/>
              </a:solidFill>
              <a:prstDash val="solid"/>
              <a:round/>
              <a:headEnd type="none" w="med" len="med"/>
              <a:tailEnd type="none" w="med" len="med"/>
            </a:ln>
          </p:spPr>
          <p:txBody>
            <a:bodyPr lIns="91428" tIns="45701" rIns="91428" bIns="45701" anchor="ctr" anchorCtr="0">
              <a:noAutofit/>
            </a:bodyPr>
            <a:lstStyle/>
            <a:p>
              <a:pPr algn="ctr"/>
              <a:endParaRPr sz="11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sp>
          <p:nvSpPr>
            <p:cNvPr id="3629" name="Shape 3629"/>
            <p:cNvSpPr txBox="1"/>
            <p:nvPr/>
          </p:nvSpPr>
          <p:spPr>
            <a:xfrm>
              <a:off x="559891" y="4199235"/>
              <a:ext cx="2085000" cy="294300"/>
            </a:xfrm>
            <a:prstGeom prst="rect">
              <a:avLst/>
            </a:prstGeom>
            <a:noFill/>
            <a:ln>
              <a:noFill/>
            </a:ln>
          </p:spPr>
          <p:txBody>
            <a:bodyPr lIns="0" tIns="0" rIns="0" bIns="0" anchor="t" anchorCtr="0">
              <a:noAutofit/>
            </a:bodyPr>
            <a:lstStyle/>
            <a:p>
              <a:pPr>
                <a:buSzPct val="25000"/>
              </a:pPr>
              <a:r>
                <a:rPr lang="en-US" sz="1100">
                  <a:solidFill>
                    <a:srgbClr val="2972F4"/>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Manage risk and regulations</a:t>
              </a:r>
              <a:endParaRPr lang="en-US" sz="1100">
                <a:solidFill>
                  <a:srgbClr val="2972F4"/>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30" name="Shape 3630"/>
            <p:cNvSpPr txBox="1"/>
            <p:nvPr/>
          </p:nvSpPr>
          <p:spPr>
            <a:xfrm>
              <a:off x="559891" y="4429230"/>
              <a:ext cx="2064300" cy="769500"/>
            </a:xfrm>
            <a:prstGeom prst="rect">
              <a:avLst/>
            </a:prstGeom>
            <a:noFill/>
            <a:ln>
              <a:noFill/>
            </a:ln>
          </p:spPr>
          <p:txBody>
            <a:bodyPr lIns="0" tIns="0" rIns="0" bIns="0" anchor="t" anchorCtr="0">
              <a:noAutofit/>
            </a:bodyPr>
            <a:lstStyle/>
            <a:p>
              <a:pPr>
                <a:buSzPct val="25000"/>
              </a:pPr>
              <a:r>
                <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Efficiently and effectively identify, evaluate and manage risk to the business while addressing the evolving </a:t>
              </a:r>
              <a:endPar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buSzPct val="25000"/>
              </a:pPr>
              <a:r>
                <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regulatory requirements. </a:t>
              </a:r>
              <a:endPar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631" name="Shape 3631"/>
          <p:cNvGrpSpPr/>
          <p:nvPr/>
        </p:nvGrpSpPr>
        <p:grpSpPr>
          <a:xfrm>
            <a:off x="7485819" y="3707152"/>
            <a:ext cx="2665612" cy="1088146"/>
            <a:chOff x="5961750" y="4178164"/>
            <a:chExt cx="2665500" cy="1088100"/>
          </a:xfrm>
        </p:grpSpPr>
        <p:sp>
          <p:nvSpPr>
            <p:cNvPr id="3632" name="Shape 3632"/>
            <p:cNvSpPr/>
            <p:nvPr/>
          </p:nvSpPr>
          <p:spPr>
            <a:xfrm flipH="1">
              <a:off x="5961750" y="4178164"/>
              <a:ext cx="2665500" cy="1088100"/>
            </a:xfrm>
            <a:custGeom>
              <a:avLst/>
              <a:gdLst/>
              <a:ahLst/>
              <a:cxnLst/>
              <a:rect l="0" t="0" r="0" b="0"/>
              <a:pathLst>
                <a:path w="120000" h="120000" extrusionOk="0">
                  <a:moveTo>
                    <a:pt x="0" y="0"/>
                  </a:moveTo>
                  <a:lnTo>
                    <a:pt x="120000" y="0"/>
                  </a:lnTo>
                  <a:lnTo>
                    <a:pt x="105224" y="59667"/>
                  </a:lnTo>
                  <a:lnTo>
                    <a:pt x="120000" y="120000"/>
                  </a:lnTo>
                  <a:lnTo>
                    <a:pt x="0" y="120000"/>
                  </a:lnTo>
                  <a:lnTo>
                    <a:pt x="0" y="0"/>
                  </a:lnTo>
                  <a:close/>
                </a:path>
              </a:pathLst>
            </a:custGeom>
            <a:solidFill>
              <a:schemeClr val="lt1"/>
            </a:solidFill>
            <a:ln w="9525" cap="flat" cmpd="sng">
              <a:solidFill>
                <a:srgbClr val="1450B8"/>
              </a:solidFill>
              <a:prstDash val="solid"/>
              <a:round/>
              <a:headEnd type="none" w="med" len="med"/>
              <a:tailEnd type="none" w="med" len="med"/>
            </a:ln>
          </p:spPr>
          <p:txBody>
            <a:bodyPr lIns="91428" tIns="45701" rIns="91428" bIns="45701" anchor="ctr" anchorCtr="0">
              <a:noAutofit/>
            </a:bodyPr>
            <a:lstStyle/>
            <a:p>
              <a:pPr algn="ctr"/>
              <a:endParaRPr sz="11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grpSp>
          <p:nvGrpSpPr>
            <p:cNvPr id="3633" name="Shape 3633"/>
            <p:cNvGrpSpPr/>
            <p:nvPr/>
          </p:nvGrpSpPr>
          <p:grpSpPr>
            <a:xfrm>
              <a:off x="6372032" y="4241658"/>
              <a:ext cx="2148603" cy="1003408"/>
              <a:chOff x="6372032" y="4211178"/>
              <a:chExt cx="2148603" cy="1003408"/>
            </a:xfrm>
          </p:grpSpPr>
          <p:sp>
            <p:nvSpPr>
              <p:cNvPr id="3634" name="Shape 3634"/>
              <p:cNvSpPr txBox="1"/>
              <p:nvPr/>
            </p:nvSpPr>
            <p:spPr>
              <a:xfrm>
                <a:off x="6373835" y="4211178"/>
                <a:ext cx="2146800" cy="351000"/>
              </a:xfrm>
              <a:prstGeom prst="rect">
                <a:avLst/>
              </a:prstGeom>
              <a:noFill/>
              <a:ln>
                <a:noFill/>
              </a:ln>
            </p:spPr>
            <p:txBody>
              <a:bodyPr lIns="0" tIns="0" rIns="0" bIns="0" anchor="t" anchorCtr="0">
                <a:noAutofit/>
              </a:bodyPr>
              <a:lstStyle/>
              <a:p>
                <a:pPr>
                  <a:buSzPct val="25000"/>
                </a:pPr>
                <a:r>
                  <a:rPr lang="en-US" sz="1100">
                    <a:solidFill>
                      <a:srgbClr val="00A3F5"/>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Enable secure access</a:t>
                </a:r>
                <a:endParaRPr lang="en-US" sz="1100">
                  <a:solidFill>
                    <a:srgbClr val="00A3F5"/>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35" name="Shape 3635"/>
              <p:cNvSpPr txBox="1"/>
              <p:nvPr/>
            </p:nvSpPr>
            <p:spPr>
              <a:xfrm>
                <a:off x="6372032" y="4445087"/>
                <a:ext cx="2058300" cy="769500"/>
              </a:xfrm>
              <a:prstGeom prst="rect">
                <a:avLst/>
              </a:prstGeom>
              <a:noFill/>
              <a:ln>
                <a:noFill/>
              </a:ln>
            </p:spPr>
            <p:txBody>
              <a:bodyPr lIns="0" tIns="0" rIns="0" bIns="0" anchor="t" anchorCtr="0">
                <a:noAutofit/>
              </a:bodyPr>
              <a:lstStyle/>
              <a:p>
                <a:pPr>
                  <a:buSzPct val="25000"/>
                </a:pPr>
                <a:r>
                  <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Provide integrated and secure processes, services, and infrastructure to enable appropriate controls over access to critical systems and assets.</a:t>
                </a:r>
                <a:endPar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grpSp>
        <p:nvGrpSpPr>
          <p:cNvPr id="3636" name="Shape 3636"/>
          <p:cNvGrpSpPr/>
          <p:nvPr/>
        </p:nvGrpSpPr>
        <p:grpSpPr>
          <a:xfrm>
            <a:off x="7489031" y="4860251"/>
            <a:ext cx="2665612" cy="1088146"/>
            <a:chOff x="5964963" y="5323598"/>
            <a:chExt cx="2665500" cy="1088100"/>
          </a:xfrm>
        </p:grpSpPr>
        <p:sp>
          <p:nvSpPr>
            <p:cNvPr id="3637" name="Shape 3637"/>
            <p:cNvSpPr/>
            <p:nvPr/>
          </p:nvSpPr>
          <p:spPr>
            <a:xfrm flipH="1">
              <a:off x="5964963" y="5323598"/>
              <a:ext cx="2665500" cy="1088100"/>
            </a:xfrm>
            <a:custGeom>
              <a:avLst/>
              <a:gdLst/>
              <a:ahLst/>
              <a:cxnLst/>
              <a:rect l="0" t="0" r="0" b="0"/>
              <a:pathLst>
                <a:path w="120000" h="120000" extrusionOk="0">
                  <a:moveTo>
                    <a:pt x="0" y="0"/>
                  </a:moveTo>
                  <a:lnTo>
                    <a:pt x="120000" y="0"/>
                  </a:lnTo>
                  <a:lnTo>
                    <a:pt x="105910" y="60507"/>
                  </a:lnTo>
                  <a:lnTo>
                    <a:pt x="120000" y="120000"/>
                  </a:lnTo>
                  <a:lnTo>
                    <a:pt x="0" y="120000"/>
                  </a:lnTo>
                  <a:lnTo>
                    <a:pt x="0" y="0"/>
                  </a:lnTo>
                  <a:close/>
                </a:path>
              </a:pathLst>
            </a:custGeom>
            <a:solidFill>
              <a:schemeClr val="lt1"/>
            </a:solidFill>
            <a:ln w="9525" cap="flat" cmpd="sng">
              <a:solidFill>
                <a:srgbClr val="99BEFF"/>
              </a:solidFill>
              <a:prstDash val="solid"/>
              <a:round/>
              <a:headEnd type="none" w="med" len="med"/>
              <a:tailEnd type="none" w="med" len="med"/>
            </a:ln>
          </p:spPr>
          <p:txBody>
            <a:bodyPr lIns="91428" tIns="45701" rIns="91428" bIns="45701" anchor="ctr" anchorCtr="0">
              <a:noAutofit/>
            </a:bodyPr>
            <a:lstStyle/>
            <a:p>
              <a:pPr algn="ctr"/>
              <a:endParaRPr sz="11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grpSp>
          <p:nvGrpSpPr>
            <p:cNvPr id="3638" name="Shape 3638"/>
            <p:cNvGrpSpPr/>
            <p:nvPr/>
          </p:nvGrpSpPr>
          <p:grpSpPr>
            <a:xfrm>
              <a:off x="6345446" y="5414600"/>
              <a:ext cx="2085001" cy="750194"/>
              <a:chOff x="6345446" y="5361260"/>
              <a:chExt cx="2085001" cy="750194"/>
            </a:xfrm>
          </p:grpSpPr>
          <p:sp>
            <p:nvSpPr>
              <p:cNvPr id="3639" name="Shape 3639"/>
              <p:cNvSpPr txBox="1"/>
              <p:nvPr/>
            </p:nvSpPr>
            <p:spPr>
              <a:xfrm>
                <a:off x="6345448" y="5361260"/>
                <a:ext cx="2084999" cy="294300"/>
              </a:xfrm>
              <a:prstGeom prst="rect">
                <a:avLst/>
              </a:prstGeom>
              <a:noFill/>
              <a:ln>
                <a:noFill/>
              </a:ln>
            </p:spPr>
            <p:txBody>
              <a:bodyPr lIns="0" tIns="0" rIns="0" bIns="0" anchor="t" anchorCtr="0">
                <a:noAutofit/>
              </a:bodyPr>
              <a:lstStyle/>
              <a:p>
                <a:pPr>
                  <a:buSzPct val="25000"/>
                </a:pPr>
                <a:r>
                  <a:rPr lang="en-US" sz="1100">
                    <a:solidFill>
                      <a:srgbClr val="0C306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Safeguard critical assets</a:t>
                </a:r>
                <a:endParaRPr lang="en-US" sz="1100">
                  <a:solidFill>
                    <a:srgbClr val="0C306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40" name="Shape 3640"/>
              <p:cNvSpPr txBox="1"/>
              <p:nvPr/>
            </p:nvSpPr>
            <p:spPr>
              <a:xfrm>
                <a:off x="6345446" y="5649755"/>
                <a:ext cx="1898100" cy="461700"/>
              </a:xfrm>
              <a:prstGeom prst="rect">
                <a:avLst/>
              </a:prstGeom>
              <a:noFill/>
              <a:ln>
                <a:noFill/>
              </a:ln>
            </p:spPr>
            <p:txBody>
              <a:bodyPr lIns="0" tIns="0" rIns="0" bIns="0" anchor="t" anchorCtr="0">
                <a:noAutofit/>
              </a:bodyPr>
              <a:lstStyle/>
              <a:p>
                <a:pPr>
                  <a:buSzPct val="25000"/>
                </a:pPr>
                <a:r>
                  <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Identify, prioritize, and protect sensitive or high value </a:t>
                </a:r>
                <a:endPar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buSzPct val="25000"/>
                </a:pPr>
                <a:r>
                  <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business assets.</a:t>
                </a:r>
                <a:endPar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grpSp>
        <p:nvGrpSpPr>
          <p:cNvPr id="3641" name="Shape 3641"/>
          <p:cNvGrpSpPr/>
          <p:nvPr/>
        </p:nvGrpSpPr>
        <p:grpSpPr>
          <a:xfrm>
            <a:off x="2020229" y="2545641"/>
            <a:ext cx="2665612" cy="1088145"/>
            <a:chOff x="496391" y="3024324"/>
            <a:chExt cx="2665500" cy="1088100"/>
          </a:xfrm>
        </p:grpSpPr>
        <p:sp>
          <p:nvSpPr>
            <p:cNvPr id="3642" name="Shape 3642"/>
            <p:cNvSpPr/>
            <p:nvPr/>
          </p:nvSpPr>
          <p:spPr>
            <a:xfrm>
              <a:off x="496391" y="3024324"/>
              <a:ext cx="2665500" cy="1088100"/>
            </a:xfrm>
            <a:custGeom>
              <a:avLst/>
              <a:gdLst/>
              <a:ahLst/>
              <a:cxnLst/>
              <a:rect l="0" t="0" r="0" b="0"/>
              <a:pathLst>
                <a:path w="120000" h="120000" extrusionOk="0">
                  <a:moveTo>
                    <a:pt x="0" y="0"/>
                  </a:moveTo>
                  <a:lnTo>
                    <a:pt x="120000" y="0"/>
                  </a:lnTo>
                  <a:lnTo>
                    <a:pt x="105224" y="59947"/>
                  </a:lnTo>
                  <a:lnTo>
                    <a:pt x="120000" y="120000"/>
                  </a:lnTo>
                  <a:lnTo>
                    <a:pt x="0" y="120000"/>
                  </a:lnTo>
                  <a:lnTo>
                    <a:pt x="0" y="0"/>
                  </a:lnTo>
                  <a:close/>
                </a:path>
              </a:pathLst>
            </a:custGeom>
            <a:solidFill>
              <a:schemeClr val="lt1"/>
            </a:solidFill>
            <a:ln w="9525" cap="flat" cmpd="sng">
              <a:solidFill>
                <a:srgbClr val="808B9E"/>
              </a:solidFill>
              <a:prstDash val="solid"/>
              <a:round/>
              <a:headEnd type="none" w="med" len="med"/>
              <a:tailEnd type="none" w="med" len="med"/>
            </a:ln>
          </p:spPr>
          <p:txBody>
            <a:bodyPr lIns="91428" tIns="45701" rIns="91428" bIns="45701" anchor="ctr" anchorCtr="0">
              <a:noAutofit/>
            </a:bodyPr>
            <a:lstStyle/>
            <a:p>
              <a:pPr algn="ctr"/>
              <a:endParaRPr sz="11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sp>
          <p:nvSpPr>
            <p:cNvPr id="3643" name="Shape 3643"/>
            <p:cNvSpPr txBox="1"/>
            <p:nvPr/>
          </p:nvSpPr>
          <p:spPr>
            <a:xfrm>
              <a:off x="559893" y="3088188"/>
              <a:ext cx="1760400" cy="392400"/>
            </a:xfrm>
            <a:prstGeom prst="rect">
              <a:avLst/>
            </a:prstGeom>
            <a:noFill/>
            <a:ln>
              <a:noFill/>
            </a:ln>
          </p:spPr>
          <p:txBody>
            <a:bodyPr lIns="0" tIns="0" rIns="0" bIns="0" anchor="t" anchorCtr="0">
              <a:noAutofit/>
            </a:bodyPr>
            <a:lstStyle/>
            <a:p>
              <a:pPr>
                <a:buSzPct val="25000"/>
              </a:pPr>
              <a:r>
                <a:rPr lang="en-US" sz="1100">
                  <a:solidFill>
                    <a:srgbClr val="808B9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Adapt to the future</a:t>
              </a:r>
              <a:endParaRPr lang="en-US" sz="1100">
                <a:solidFill>
                  <a:srgbClr val="808B9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44" name="Shape 3644"/>
            <p:cNvSpPr txBox="1"/>
            <p:nvPr/>
          </p:nvSpPr>
          <p:spPr>
            <a:xfrm>
              <a:off x="559893" y="3324989"/>
              <a:ext cx="2139600" cy="615600"/>
            </a:xfrm>
            <a:prstGeom prst="rect">
              <a:avLst/>
            </a:prstGeom>
            <a:noFill/>
            <a:ln>
              <a:noFill/>
            </a:ln>
          </p:spPr>
          <p:txBody>
            <a:bodyPr lIns="0" tIns="0" rIns="0" bIns="0" anchor="t" anchorCtr="0">
              <a:noAutofit/>
            </a:bodyPr>
            <a:lstStyle/>
            <a:p>
              <a:pPr>
                <a:buSzPct val="25000"/>
              </a:pPr>
              <a:r>
                <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Assess the opportunities and security related risks of new technology adoption and dynamically changing </a:t>
              </a:r>
              <a:endPar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buSzPct val="25000"/>
              </a:pPr>
              <a:r>
                <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business models. </a:t>
              </a:r>
              <a:endPar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645" name="Shape 3645"/>
          <p:cNvGrpSpPr/>
          <p:nvPr/>
        </p:nvGrpSpPr>
        <p:grpSpPr>
          <a:xfrm>
            <a:off x="2020229" y="1385294"/>
            <a:ext cx="2665612" cy="1088146"/>
            <a:chOff x="496391" y="1879266"/>
            <a:chExt cx="2665500" cy="1088100"/>
          </a:xfrm>
        </p:grpSpPr>
        <p:sp>
          <p:nvSpPr>
            <p:cNvPr id="3646" name="Shape 3646"/>
            <p:cNvSpPr/>
            <p:nvPr/>
          </p:nvSpPr>
          <p:spPr>
            <a:xfrm>
              <a:off x="496391" y="1879266"/>
              <a:ext cx="2665500" cy="1088100"/>
            </a:xfrm>
            <a:custGeom>
              <a:avLst/>
              <a:gdLst/>
              <a:ahLst/>
              <a:cxnLst/>
              <a:rect l="0" t="0" r="0" b="0"/>
              <a:pathLst>
                <a:path w="120000" h="120000" extrusionOk="0">
                  <a:moveTo>
                    <a:pt x="0" y="0"/>
                  </a:moveTo>
                  <a:lnTo>
                    <a:pt x="120000" y="0"/>
                  </a:lnTo>
                  <a:lnTo>
                    <a:pt x="105224" y="61348"/>
                  </a:lnTo>
                  <a:lnTo>
                    <a:pt x="120000" y="120000"/>
                  </a:lnTo>
                  <a:lnTo>
                    <a:pt x="0" y="120000"/>
                  </a:lnTo>
                  <a:lnTo>
                    <a:pt x="0" y="0"/>
                  </a:lnTo>
                  <a:close/>
                </a:path>
              </a:pathLst>
            </a:custGeom>
            <a:solidFill>
              <a:schemeClr val="lt1"/>
            </a:solidFill>
            <a:ln w="9525" cap="flat" cmpd="sng">
              <a:solidFill>
                <a:srgbClr val="2972F4"/>
              </a:solidFill>
              <a:prstDash val="solid"/>
              <a:round/>
              <a:headEnd type="none" w="med" len="med"/>
              <a:tailEnd type="none" w="med" len="med"/>
            </a:ln>
          </p:spPr>
          <p:txBody>
            <a:bodyPr lIns="91428" tIns="45701" rIns="91428" bIns="45701" anchor="ctr" anchorCtr="0">
              <a:noAutofit/>
            </a:bodyPr>
            <a:lstStyle/>
            <a:p>
              <a:pPr algn="ctr"/>
              <a:endParaRPr sz="11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sp>
          <p:nvSpPr>
            <p:cNvPr id="3647" name="Shape 3647"/>
            <p:cNvSpPr txBox="1"/>
            <p:nvPr/>
          </p:nvSpPr>
          <p:spPr>
            <a:xfrm>
              <a:off x="559891" y="1937646"/>
              <a:ext cx="2225100" cy="294300"/>
            </a:xfrm>
            <a:prstGeom prst="rect">
              <a:avLst/>
            </a:prstGeom>
            <a:noFill/>
            <a:ln>
              <a:noFill/>
            </a:ln>
          </p:spPr>
          <p:txBody>
            <a:bodyPr lIns="0" tIns="0" rIns="0" bIns="0" anchor="t" anchorCtr="0">
              <a:noAutofit/>
            </a:bodyPr>
            <a:lstStyle/>
            <a:p>
              <a:pPr>
                <a:buSzPct val="25000"/>
              </a:pPr>
              <a:r>
                <a:rPr lang="en-US" sz="1100">
                  <a:solidFill>
                    <a:srgbClr val="00A3F5"/>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Align with the business</a:t>
              </a:r>
              <a:endParaRPr lang="en-US" sz="1100">
                <a:solidFill>
                  <a:srgbClr val="00A3F5"/>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48" name="Shape 3648"/>
            <p:cNvSpPr txBox="1"/>
            <p:nvPr/>
          </p:nvSpPr>
          <p:spPr>
            <a:xfrm>
              <a:off x="559891" y="2209246"/>
              <a:ext cx="2211600" cy="554100"/>
            </a:xfrm>
            <a:prstGeom prst="rect">
              <a:avLst/>
            </a:prstGeom>
            <a:noFill/>
            <a:ln>
              <a:noFill/>
            </a:ln>
          </p:spPr>
          <p:txBody>
            <a:bodyPr lIns="0" tIns="0" rIns="0" bIns="0" anchor="t" anchorCtr="0">
              <a:noAutofit/>
            </a:bodyPr>
            <a:lstStyle/>
            <a:p>
              <a:pPr>
                <a:buSzPct val="25000"/>
              </a:pPr>
              <a:r>
                <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Prioritize investments, allocate resources, and align security capabilities with the strategic imperatives and initiatives of </a:t>
              </a:r>
              <a:endPar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buSzPct val="25000"/>
              </a:pPr>
              <a:r>
                <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the organization.</a:t>
              </a:r>
              <a:endPar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649" name="Shape 3649"/>
          <p:cNvGrpSpPr/>
          <p:nvPr/>
        </p:nvGrpSpPr>
        <p:grpSpPr>
          <a:xfrm>
            <a:off x="6475643" y="1954591"/>
            <a:ext cx="3671093" cy="507458"/>
            <a:chOff x="4951616" y="2456160"/>
            <a:chExt cx="3670939" cy="507436"/>
          </a:xfrm>
        </p:grpSpPr>
        <p:grpSp>
          <p:nvGrpSpPr>
            <p:cNvPr id="3650" name="Shape 3650"/>
            <p:cNvGrpSpPr/>
            <p:nvPr/>
          </p:nvGrpSpPr>
          <p:grpSpPr>
            <a:xfrm>
              <a:off x="4951616" y="2456160"/>
              <a:ext cx="3670924" cy="507436"/>
              <a:chOff x="4860032" y="1796625"/>
              <a:chExt cx="4384239" cy="624383"/>
            </a:xfrm>
          </p:grpSpPr>
          <p:cxnSp>
            <p:nvCxnSpPr>
              <p:cNvPr id="3651" name="Shape 3651"/>
              <p:cNvCxnSpPr/>
              <p:nvPr/>
            </p:nvCxnSpPr>
            <p:spPr>
              <a:xfrm>
                <a:off x="4864794" y="1802708"/>
                <a:ext cx="360000" cy="618300"/>
              </a:xfrm>
              <a:prstGeom prst="straightConnector1">
                <a:avLst/>
              </a:prstGeom>
              <a:noFill/>
              <a:ln w="9525" cap="flat" cmpd="sng">
                <a:solidFill>
                  <a:srgbClr val="0C306E"/>
                </a:solidFill>
                <a:prstDash val="solid"/>
                <a:round/>
                <a:headEnd type="none" w="med" len="med"/>
                <a:tailEnd type="none" w="med" len="med"/>
              </a:ln>
            </p:spPr>
          </p:cxnSp>
          <p:cxnSp>
            <p:nvCxnSpPr>
              <p:cNvPr id="3652" name="Shape 3652"/>
              <p:cNvCxnSpPr/>
              <p:nvPr/>
            </p:nvCxnSpPr>
            <p:spPr>
              <a:xfrm>
                <a:off x="4860032" y="1798216"/>
                <a:ext cx="4384200" cy="0"/>
              </a:xfrm>
              <a:prstGeom prst="straightConnector1">
                <a:avLst/>
              </a:prstGeom>
              <a:noFill/>
              <a:ln w="9525" cap="flat" cmpd="sng">
                <a:solidFill>
                  <a:srgbClr val="0C306E"/>
                </a:solidFill>
                <a:prstDash val="solid"/>
                <a:round/>
                <a:headEnd type="none" w="med" len="med"/>
                <a:tailEnd type="none" w="med" len="med"/>
              </a:ln>
            </p:spPr>
          </p:cxnSp>
          <p:cxnSp>
            <p:nvCxnSpPr>
              <p:cNvPr id="3653" name="Shape 3653"/>
              <p:cNvCxnSpPr/>
              <p:nvPr/>
            </p:nvCxnSpPr>
            <p:spPr>
              <a:xfrm>
                <a:off x="5220071" y="2420888"/>
                <a:ext cx="4024200" cy="0"/>
              </a:xfrm>
              <a:prstGeom prst="straightConnector1">
                <a:avLst/>
              </a:prstGeom>
              <a:noFill/>
              <a:ln w="9525" cap="flat" cmpd="sng">
                <a:solidFill>
                  <a:srgbClr val="0C306E"/>
                </a:solidFill>
                <a:prstDash val="solid"/>
                <a:round/>
                <a:headEnd type="none" w="med" len="med"/>
                <a:tailEnd type="none" w="med" len="med"/>
              </a:ln>
            </p:spPr>
          </p:cxnSp>
          <p:cxnSp>
            <p:nvCxnSpPr>
              <p:cNvPr id="3654" name="Shape 3654"/>
              <p:cNvCxnSpPr/>
              <p:nvPr/>
            </p:nvCxnSpPr>
            <p:spPr>
              <a:xfrm>
                <a:off x="9244271" y="1796625"/>
                <a:ext cx="0" cy="624300"/>
              </a:xfrm>
              <a:prstGeom prst="straightConnector1">
                <a:avLst/>
              </a:prstGeom>
              <a:noFill/>
              <a:ln w="9525" cap="flat" cmpd="sng">
                <a:solidFill>
                  <a:srgbClr val="0C306E"/>
                </a:solidFill>
                <a:prstDash val="solid"/>
                <a:round/>
                <a:headEnd type="none" w="med" len="med"/>
                <a:tailEnd type="none" w="med" len="med"/>
              </a:ln>
            </p:spPr>
          </p:cxnSp>
        </p:grpSp>
        <p:sp>
          <p:nvSpPr>
            <p:cNvPr id="3655" name="Shape 3655"/>
            <p:cNvSpPr txBox="1"/>
            <p:nvPr/>
          </p:nvSpPr>
          <p:spPr>
            <a:xfrm>
              <a:off x="5241205" y="2493865"/>
              <a:ext cx="1201200" cy="392400"/>
            </a:xfrm>
            <a:prstGeom prst="rect">
              <a:avLst/>
            </a:prstGeom>
            <a:noFill/>
            <a:ln>
              <a:noFill/>
            </a:ln>
          </p:spPr>
          <p:txBody>
            <a:bodyPr lIns="0" tIns="0" rIns="0" bIns="0" anchor="t" anchorCtr="0">
              <a:noAutofit/>
            </a:bodyPr>
            <a:lstStyle/>
            <a:p>
              <a:pPr>
                <a:buSzPct val="25000"/>
              </a:pPr>
              <a:r>
                <a:rPr lang="en-US" sz="1100">
                  <a:solidFill>
                    <a:srgbClr val="1450B8"/>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Secure by design </a:t>
              </a:r>
              <a:endParaRPr lang="en-US" sz="1100">
                <a:solidFill>
                  <a:srgbClr val="1450B8"/>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56" name="Shape 3656"/>
            <p:cNvSpPr/>
            <p:nvPr/>
          </p:nvSpPr>
          <p:spPr>
            <a:xfrm>
              <a:off x="5251755" y="2649935"/>
              <a:ext cx="3370799" cy="276900"/>
            </a:xfrm>
            <a:prstGeom prst="rect">
              <a:avLst/>
            </a:prstGeom>
            <a:noFill/>
            <a:ln>
              <a:noFill/>
            </a:ln>
          </p:spPr>
          <p:txBody>
            <a:bodyPr lIns="0" tIns="0" rIns="0" bIns="0" anchor="t" anchorCtr="0">
              <a:noAutofit/>
            </a:bodyPr>
            <a:lstStyle/>
            <a:p>
              <a:pPr>
                <a:buSzPct val="25000"/>
              </a:pPr>
              <a:r>
                <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Create sustainable security solutions to provide foundational capabilities and operational discipline.</a:t>
              </a:r>
              <a:endPar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grpSp>
        <p:nvGrpSpPr>
          <p:cNvPr id="3657" name="Shape 3657"/>
          <p:cNvGrpSpPr/>
          <p:nvPr/>
        </p:nvGrpSpPr>
        <p:grpSpPr>
          <a:xfrm>
            <a:off x="5467974" y="3136498"/>
            <a:ext cx="1224951" cy="1055145"/>
            <a:chOff x="3939039" y="3599917"/>
            <a:chExt cx="1224900" cy="1055100"/>
          </a:xfrm>
        </p:grpSpPr>
        <p:sp>
          <p:nvSpPr>
            <p:cNvPr id="3658" name="Shape 3658"/>
            <p:cNvSpPr/>
            <p:nvPr/>
          </p:nvSpPr>
          <p:spPr>
            <a:xfrm>
              <a:off x="3939039" y="3599917"/>
              <a:ext cx="1224900" cy="1055100"/>
            </a:xfrm>
            <a:prstGeom prst="hexagon">
              <a:avLst>
                <a:gd name="adj" fmla="val 29121"/>
                <a:gd name="vf" fmla="val 115470"/>
              </a:avLst>
            </a:prstGeom>
            <a:solidFill>
              <a:schemeClr val="lt1">
                <a:alpha val="80000"/>
              </a:schemeClr>
            </a:solidFill>
            <a:ln w="50800" cap="flat" cmpd="sng">
              <a:solidFill>
                <a:srgbClr val="C5CAD3">
                  <a:alpha val="29800"/>
                </a:srgbClr>
              </a:solidFill>
              <a:prstDash val="solid"/>
              <a:round/>
              <a:headEnd type="none" w="med" len="med"/>
              <a:tailEnd type="none" w="med" len="med"/>
            </a:ln>
          </p:spPr>
          <p:txBody>
            <a:bodyPr lIns="82028" tIns="41001" rIns="82028" bIns="41001" anchor="ctr" anchorCtr="0">
              <a:noAutofit/>
            </a:bodyPr>
            <a:lstStyle/>
            <a:p>
              <a:pPr algn="ctr"/>
              <a:endParaRPr sz="900" b="1">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59" name="Shape 3659"/>
            <p:cNvSpPr/>
            <p:nvPr/>
          </p:nvSpPr>
          <p:spPr>
            <a:xfrm>
              <a:off x="4043164" y="3670610"/>
              <a:ext cx="1016700" cy="913800"/>
            </a:xfrm>
            <a:prstGeom prst="rect">
              <a:avLst/>
            </a:prstGeom>
            <a:noFill/>
            <a:ln>
              <a:noFill/>
            </a:ln>
          </p:spPr>
          <p:txBody>
            <a:bodyPr lIns="82028" tIns="41001" rIns="82028" bIns="41001" anchor="t" anchorCtr="0">
              <a:noAutofit/>
            </a:bodyPr>
            <a:lstStyle/>
            <a:p>
              <a:pPr algn="ctr">
                <a:buSzPct val="25000"/>
              </a:pPr>
              <a:r>
                <a:rPr lang="en-US" sz="900" b="1">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Strategy through Execution  </a:t>
              </a:r>
              <a:endParaRPr lang="en-US" sz="900" b="1">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900" b="1">
                  <a:solidFill>
                    <a:srgbClr val="808B9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t>
              </a:r>
              <a:r>
                <a:rPr lang="en-US" sz="900" b="1">
                  <a:solidFill>
                    <a:srgbClr val="485368"/>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 </a:t>
              </a:r>
              <a:r>
                <a:rPr lang="en-US" sz="900" b="1">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 +  </a:t>
              </a:r>
              <a:r>
                <a:rPr lang="en-US" sz="900" b="1">
                  <a:solidFill>
                    <a:srgbClr val="808B9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t>
              </a:r>
              <a:endParaRPr lang="en-US" sz="900" b="1">
                <a:solidFill>
                  <a:srgbClr val="808B9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algn="ctr">
                <a:buSzPct val="25000"/>
              </a:pPr>
              <a:r>
                <a:rPr lang="en-US" sz="900" b="1">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Attest &amp; Assure</a:t>
              </a:r>
              <a:endParaRPr lang="en-US" sz="900" b="1">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cxnSp>
        <p:nvCxnSpPr>
          <p:cNvPr id="3660" name="Shape 3660"/>
          <p:cNvCxnSpPr/>
          <p:nvPr/>
        </p:nvCxnSpPr>
        <p:spPr>
          <a:xfrm>
            <a:off x="2014067" y="1295454"/>
            <a:ext cx="8132742" cy="0"/>
          </a:xfrm>
          <a:prstGeom prst="straightConnector1">
            <a:avLst/>
          </a:prstGeom>
          <a:solidFill>
            <a:srgbClr val="F3F5F7"/>
          </a:solidFill>
          <a:ln w="19050" cap="flat" cmpd="sng">
            <a:solidFill>
              <a:schemeClr val="dk1"/>
            </a:solidFill>
            <a:prstDash val="solid"/>
            <a:round/>
            <a:headEnd type="none" w="med" len="med"/>
            <a:tailEnd type="none" w="med" len="med"/>
          </a:ln>
        </p:spPr>
      </p:cxnSp>
      <p:sp>
        <p:nvSpPr>
          <p:cNvPr id="3661" name="Shape 3661"/>
          <p:cNvSpPr/>
          <p:nvPr/>
        </p:nvSpPr>
        <p:spPr>
          <a:xfrm>
            <a:off x="5434161" y="1295466"/>
            <a:ext cx="4712598" cy="603625"/>
          </a:xfrm>
          <a:custGeom>
            <a:avLst/>
            <a:gdLst/>
            <a:ahLst/>
            <a:cxnLst/>
            <a:rect l="0" t="0" r="0" b="0"/>
            <a:pathLst>
              <a:path w="120000" h="120000" extrusionOk="0">
                <a:moveTo>
                  <a:pt x="0" y="94"/>
                </a:moveTo>
                <a:lnTo>
                  <a:pt x="120000" y="0"/>
                </a:lnTo>
                <a:lnTo>
                  <a:pt x="120000" y="120000"/>
                </a:lnTo>
                <a:lnTo>
                  <a:pt x="8990" y="120000"/>
                </a:lnTo>
                <a:lnTo>
                  <a:pt x="0" y="94"/>
                </a:lnTo>
                <a:close/>
              </a:path>
            </a:pathLst>
          </a:custGeom>
          <a:solidFill>
            <a:srgbClr val="F3F5F7"/>
          </a:solidFill>
          <a:ln w="19050" cap="flat" cmpd="sng">
            <a:solidFill>
              <a:schemeClr val="dk1"/>
            </a:solidFill>
            <a:prstDash val="solid"/>
            <a:round/>
            <a:headEnd type="none" w="med" len="med"/>
            <a:tailEnd type="none" w="med" len="med"/>
          </a:ln>
        </p:spPr>
        <p:txBody>
          <a:bodyPr lIns="81928" tIns="40951" rIns="81928" bIns="40951" anchor="ctr" anchorCtr="0">
            <a:noAutofit/>
          </a:bodyPr>
          <a:lstStyle/>
          <a:p>
            <a:pPr algn="ctr"/>
            <a:endParaRPr sz="10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sp>
        <p:nvSpPr>
          <p:cNvPr id="3662" name="Shape 3662"/>
          <p:cNvSpPr txBox="1"/>
          <p:nvPr/>
        </p:nvSpPr>
        <p:spPr>
          <a:xfrm>
            <a:off x="5826839" y="1312024"/>
            <a:ext cx="4230178" cy="474920"/>
          </a:xfrm>
          <a:prstGeom prst="rect">
            <a:avLst/>
          </a:prstGeom>
          <a:noFill/>
          <a:ln>
            <a:noFill/>
          </a:ln>
        </p:spPr>
        <p:txBody>
          <a:bodyPr lIns="0" tIns="0" rIns="0" bIns="0" anchor="t" anchorCtr="0">
            <a:noAutofit/>
          </a:bodyPr>
          <a:lstStyle/>
          <a:p>
            <a:pPr>
              <a:buSzPct val="25000"/>
            </a:pPr>
            <a:r>
              <a:rPr lang="en-US" sz="1100" b="1" u="sng">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Industry and sector aligned solutions</a:t>
            </a:r>
            <a:endParaRPr lang="en-US" sz="1100" b="1" u="sng">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63" name="Shape 3663"/>
          <p:cNvSpPr/>
          <p:nvPr/>
        </p:nvSpPr>
        <p:spPr>
          <a:xfrm>
            <a:off x="5827406" y="1479612"/>
            <a:ext cx="4314781" cy="415517"/>
          </a:xfrm>
          <a:prstGeom prst="rect">
            <a:avLst/>
          </a:prstGeom>
          <a:noFill/>
          <a:ln>
            <a:noFill/>
          </a:ln>
        </p:spPr>
        <p:txBody>
          <a:bodyPr lIns="0" tIns="0" rIns="0" bIns="0" anchor="t" anchorCtr="0">
            <a:noAutofit/>
          </a:bodyPr>
          <a:lstStyle/>
          <a:p>
            <a:pPr>
              <a:buSzPct val="25000"/>
            </a:pPr>
            <a:r>
              <a:rPr lang="en-US" sz="900">
                <a:solidFill>
                  <a:srgbClr val="24272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We combine our industry specific experience and perspectives to address relevant trends, challenges and opportunities our clients face in their industry and the markets they serve.</a:t>
            </a:r>
            <a:endParaRPr lang="en-US" sz="900">
              <a:solidFill>
                <a:srgbClr val="24272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nvGrpSpPr>
          <p:cNvPr id="3664" name="Shape 3664"/>
          <p:cNvGrpSpPr/>
          <p:nvPr/>
        </p:nvGrpSpPr>
        <p:grpSpPr>
          <a:xfrm>
            <a:off x="2018826" y="5442881"/>
            <a:ext cx="8135741" cy="594326"/>
            <a:chOff x="494997" y="5875712"/>
            <a:chExt cx="8135400" cy="594301"/>
          </a:xfrm>
        </p:grpSpPr>
        <p:sp>
          <p:nvSpPr>
            <p:cNvPr id="3665" name="Shape 3665"/>
            <p:cNvSpPr/>
            <p:nvPr/>
          </p:nvSpPr>
          <p:spPr>
            <a:xfrm rot="10800000">
              <a:off x="499157" y="5875712"/>
              <a:ext cx="4680300" cy="594300"/>
            </a:xfrm>
            <a:custGeom>
              <a:avLst/>
              <a:gdLst/>
              <a:ahLst/>
              <a:cxnLst/>
              <a:rect l="0" t="0" r="0" b="0"/>
              <a:pathLst>
                <a:path w="120000" h="120000" extrusionOk="0">
                  <a:moveTo>
                    <a:pt x="0" y="566"/>
                  </a:moveTo>
                  <a:lnTo>
                    <a:pt x="120000" y="0"/>
                  </a:lnTo>
                  <a:lnTo>
                    <a:pt x="120000" y="120000"/>
                  </a:lnTo>
                  <a:lnTo>
                    <a:pt x="9043" y="120000"/>
                  </a:lnTo>
                  <a:lnTo>
                    <a:pt x="0" y="566"/>
                  </a:lnTo>
                  <a:close/>
                </a:path>
              </a:pathLst>
            </a:custGeom>
            <a:solidFill>
              <a:srgbClr val="F3F5F7"/>
            </a:solidFill>
            <a:ln w="19050" cap="flat" cmpd="sng">
              <a:solidFill>
                <a:schemeClr val="dk1"/>
              </a:solidFill>
              <a:prstDash val="solid"/>
              <a:round/>
              <a:headEnd type="none" w="med" len="med"/>
              <a:tailEnd type="none" w="med" len="med"/>
            </a:ln>
          </p:spPr>
          <p:txBody>
            <a:bodyPr lIns="82028" tIns="41001" rIns="82028" bIns="41001" anchor="ctr" anchorCtr="0">
              <a:noAutofit/>
            </a:bodyPr>
            <a:lstStyle/>
            <a:p>
              <a:pPr algn="ctr"/>
              <a:endParaRPr sz="10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sp>
          <p:nvSpPr>
            <p:cNvPr id="3666" name="Shape 3666"/>
            <p:cNvSpPr txBox="1"/>
            <p:nvPr/>
          </p:nvSpPr>
          <p:spPr>
            <a:xfrm>
              <a:off x="541047" y="5933185"/>
              <a:ext cx="4300500" cy="196200"/>
            </a:xfrm>
            <a:prstGeom prst="rect">
              <a:avLst/>
            </a:prstGeom>
            <a:noFill/>
            <a:ln>
              <a:noFill/>
            </a:ln>
          </p:spPr>
          <p:txBody>
            <a:bodyPr lIns="0" tIns="0" rIns="0" bIns="0" anchor="t" anchorCtr="0">
              <a:noAutofit/>
            </a:bodyPr>
            <a:lstStyle/>
            <a:p>
              <a:pPr>
                <a:buSzPct val="25000"/>
              </a:pPr>
              <a:r>
                <a:rPr lang="en-US" sz="1100" b="1" u="sng">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Business led approach – diverse capabilities</a:t>
              </a:r>
              <a:endParaRPr lang="en-US" sz="1100" b="1" u="sng">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cxnSp>
          <p:nvCxnSpPr>
            <p:cNvPr id="3667" name="Shape 3667"/>
            <p:cNvCxnSpPr/>
            <p:nvPr/>
          </p:nvCxnSpPr>
          <p:spPr>
            <a:xfrm>
              <a:off x="494997" y="6470014"/>
              <a:ext cx="8135400" cy="0"/>
            </a:xfrm>
            <a:prstGeom prst="straightConnector1">
              <a:avLst/>
            </a:prstGeom>
            <a:solidFill>
              <a:srgbClr val="F3F5F7"/>
            </a:solidFill>
            <a:ln w="19050" cap="flat" cmpd="sng">
              <a:solidFill>
                <a:schemeClr val="dk1"/>
              </a:solidFill>
              <a:prstDash val="solid"/>
              <a:round/>
              <a:headEnd type="none" w="med" len="med"/>
              <a:tailEnd type="none" w="med" len="med"/>
            </a:ln>
          </p:spPr>
        </p:cxnSp>
        <p:sp>
          <p:nvSpPr>
            <p:cNvPr id="3668" name="Shape 3668"/>
            <p:cNvSpPr/>
            <p:nvPr/>
          </p:nvSpPr>
          <p:spPr>
            <a:xfrm>
              <a:off x="541047" y="6114214"/>
              <a:ext cx="4414500" cy="276900"/>
            </a:xfrm>
            <a:prstGeom prst="rect">
              <a:avLst/>
            </a:prstGeom>
            <a:noFill/>
            <a:ln>
              <a:noFill/>
            </a:ln>
          </p:spPr>
          <p:txBody>
            <a:bodyPr lIns="0" tIns="0" rIns="0" bIns="0" anchor="t" anchorCtr="0">
              <a:noAutofit/>
            </a:bodyPr>
            <a:lstStyle/>
            <a:p>
              <a:pPr>
                <a:buSzPct val="25000"/>
              </a:pPr>
              <a:r>
                <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We leverage and integrate our business, technical, regulatory, analytical, and investigative knowledge and know-how to deliver actionable solutions. </a:t>
              </a:r>
              <a:endPar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sp>
        <p:nvSpPr>
          <p:cNvPr id="3669" name="Shape 3669"/>
          <p:cNvSpPr txBox="1">
            <a:spLocks noGrp="1"/>
          </p:cNvSpPr>
          <p:nvPr>
            <p:ph type="sldNum" idx="4294967295"/>
          </p:nvPr>
        </p:nvSpPr>
        <p:spPr>
          <a:xfrm>
            <a:off x="8610706" y="6477272"/>
            <a:ext cx="1527064" cy="152406"/>
          </a:xfrm>
          <a:prstGeom prst="rect">
            <a:avLst/>
          </a:prstGeom>
          <a:noFill/>
          <a:ln>
            <a:noFill/>
          </a:ln>
        </p:spPr>
        <p:txBody>
          <a:bodyPr lIns="0" tIns="0" rIns="0" bIns="0" anchor="t" anchorCtr="0">
            <a:noAutofit/>
          </a:bodyPr>
          <a:lstStyle/>
          <a:p>
            <a:pPr algn="r">
              <a:buSzPct val="25000"/>
            </a:pPr>
            <a:fld id="{00000000-1234-1234-1234-123412341234}" type="slidenum">
              <a:rPr lang="en-US">
                <a:solidFill>
                  <a:schemeClr val="dk1"/>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rPr>
            </a:fld>
            <a:endParaRPr lang="en-US">
              <a:solidFill>
                <a:schemeClr val="dk1"/>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sp>
        <p:nvSpPr>
          <p:cNvPr id="2" name="Title 1"/>
          <p:cNvSpPr>
            <a:spLocks noGrp="1"/>
          </p:cNvSpPr>
          <p:nvPr/>
        </p:nvSpPr>
        <p:spPr>
          <a:xfrm>
            <a:off x="646546" y="1008571"/>
            <a:ext cx="10898910" cy="806858"/>
          </a:xfrm>
          <a:prstGeom prst="rect">
            <a:avLst/>
          </a:prstGeom>
        </p:spPr>
        <p:txBody>
          <a:bodyPr vert="horz" lIns="0" tIns="0" rIns="0" bIns="0" rtlCol="0" anchor="t" anchorCtr="0">
            <a:noAutofit/>
          </a:bodyPr>
          <a:lstStyle>
            <a:lvl1pPr algn="l" defTabSz="923925" rtl="0" eaLnBrk="1" latinLnBrk="0" hangingPunct="1">
              <a:lnSpc>
                <a:spcPct val="100000"/>
              </a:lnSpc>
              <a:spcBef>
                <a:spcPct val="0"/>
              </a:spcBef>
              <a:buNone/>
              <a:defRPr sz="1815" b="1" kern="1200">
                <a:solidFill>
                  <a:schemeClr val="tx1"/>
                </a:solidFill>
                <a:latin typeface="+mj-lt"/>
                <a:ea typeface="+mj-ea"/>
                <a:cs typeface="+mj-cs"/>
              </a:defRPr>
            </a:lvl1pPr>
          </a:lstStyle>
          <a:p>
            <a:r>
              <a:rPr lang="en-GB" b="0" i="0" smtClean="0"/>
              <a:t>Hexagon</a:t>
            </a:r>
            <a:endParaRPr lang="en-GB" b="0" i="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txBox="1">
            <a:spLocks noChangeArrowheads="1"/>
          </p:cNvSpPr>
          <p:nvPr>
            <p:custDataLst>
              <p:tags r:id="rId1"/>
            </p:custDataLst>
          </p:nvPr>
        </p:nvSpPr>
        <p:spPr>
          <a:xfrm>
            <a:off x="623149" y="836729"/>
            <a:ext cx="8567653" cy="914438"/>
          </a:xfrm>
          <a:prstGeom prst="rect">
            <a:avLst/>
          </a:prstGeom>
          <a:noFill/>
        </p:spPr>
        <p:txBody>
          <a:bodyPr vert="horz" lIns="0" tIns="0" rIns="0" bIns="0" rtlCol="0" anchor="ctr" anchorCtr="0">
            <a:noAutofit/>
          </a:bodyPr>
          <a:lstStyle>
            <a:lvl1pPr algn="l" defTabSz="1018540" rtl="0" eaLnBrk="1" latinLnBrk="0" hangingPunct="1">
              <a:lnSpc>
                <a:spcPct val="100000"/>
              </a:lnSpc>
              <a:spcBef>
                <a:spcPct val="0"/>
              </a:spcBef>
              <a:buNone/>
              <a:defRPr sz="2000" b="1" kern="1200">
                <a:solidFill>
                  <a:schemeClr val="tx1"/>
                </a:solidFill>
                <a:latin typeface="+mj-lt"/>
                <a:ea typeface="+mj-ea"/>
                <a:cs typeface="+mj-cs"/>
              </a:defRPr>
            </a:lvl1pPr>
          </a:lstStyle>
          <a:p>
            <a:r>
              <a:rPr lang="en-AU" sz="1815" dirty="0" smtClean="0">
                <a:solidFill>
                  <a:srgbClr val="0C306E"/>
                </a:solidFill>
              </a:rPr>
              <a:t>Hexagon Section Tracker </a:t>
            </a:r>
            <a:br>
              <a:rPr lang="en-AU" sz="1815" dirty="0" smtClean="0">
                <a:solidFill>
                  <a:srgbClr val="0C306E"/>
                </a:solidFill>
              </a:rPr>
            </a:br>
            <a:endParaRPr lang="en-AU" sz="1815" dirty="0" smtClean="0">
              <a:solidFill>
                <a:srgbClr val="0C306E"/>
              </a:solidFill>
            </a:endParaRPr>
          </a:p>
        </p:txBody>
      </p:sp>
      <p:sp>
        <p:nvSpPr>
          <p:cNvPr id="5" name="Slide Number Placeholder 4"/>
          <p:cNvSpPr txBox="1"/>
          <p:nvPr/>
        </p:nvSpPr>
        <p:spPr bwMode="auto">
          <a:xfrm>
            <a:off x="8763037" y="6476260"/>
            <a:ext cx="1619657" cy="152608"/>
          </a:xfrm>
          <a:prstGeom prst="rect">
            <a:avLst/>
          </a:prstGeom>
          <a:noFill/>
          <a:ln>
            <a:miter lim="800000"/>
          </a:ln>
        </p:spPr>
        <p:txBody>
          <a:bodyPr vert="horz" wrap="square" lIns="0" tIns="0" rIns="0" bIns="0" numCol="1" anchor="t" anchorCtr="0" compatLnSpc="1">
            <a:noAutofit/>
          </a:bodyPr>
          <a:lstStyle>
            <a:defPPr>
              <a:defRPr lang="en-US"/>
            </a:defPPr>
            <a:lvl1pPr marL="0" algn="r" defTabSz="1018540" rtl="0" eaLnBrk="1" latinLnBrk="0" hangingPunct="1">
              <a:defRPr sz="1000" kern="1200">
                <a:solidFill>
                  <a:schemeClr val="tx1"/>
                </a:solidFill>
                <a:latin typeface="腾讯体 W3" panose="020C04030202040F0204" pitchFamily="34" charset="-122"/>
                <a:ea typeface="+mn-ea"/>
                <a:cs typeface="腾讯体 W3" panose="020C04030202040F0204" pitchFamily="34" charset="-122"/>
              </a:defRPr>
            </a:lvl1pPr>
            <a:lvl2pPr marL="509270" algn="l" defTabSz="1018540" rtl="0" eaLnBrk="1" latinLnBrk="0" hangingPunct="1">
              <a:defRPr sz="2000" kern="1200">
                <a:solidFill>
                  <a:schemeClr val="tx1"/>
                </a:solidFill>
                <a:latin typeface="+mn-lt"/>
                <a:ea typeface="+mn-ea"/>
                <a:cs typeface="+mn-cs"/>
              </a:defRPr>
            </a:lvl2pPr>
            <a:lvl3pPr marL="1018540" algn="l" defTabSz="1018540" rtl="0" eaLnBrk="1" latinLnBrk="0" hangingPunct="1">
              <a:defRPr sz="2000" kern="1200">
                <a:solidFill>
                  <a:schemeClr val="tx1"/>
                </a:solidFill>
                <a:latin typeface="+mn-lt"/>
                <a:ea typeface="+mn-ea"/>
                <a:cs typeface="+mn-cs"/>
              </a:defRPr>
            </a:lvl3pPr>
            <a:lvl4pPr marL="1528445" algn="l" defTabSz="1018540" rtl="0" eaLnBrk="1" latinLnBrk="0" hangingPunct="1">
              <a:defRPr sz="2000" kern="1200">
                <a:solidFill>
                  <a:schemeClr val="tx1"/>
                </a:solidFill>
                <a:latin typeface="+mn-lt"/>
                <a:ea typeface="+mn-ea"/>
                <a:cs typeface="+mn-cs"/>
              </a:defRPr>
            </a:lvl4pPr>
            <a:lvl5pPr marL="2037715" algn="l" defTabSz="1018540" rtl="0" eaLnBrk="1" latinLnBrk="0" hangingPunct="1">
              <a:defRPr sz="2000" kern="1200">
                <a:solidFill>
                  <a:schemeClr val="tx1"/>
                </a:solidFill>
                <a:latin typeface="+mn-lt"/>
                <a:ea typeface="+mn-ea"/>
                <a:cs typeface="+mn-cs"/>
              </a:defRPr>
            </a:lvl5pPr>
            <a:lvl6pPr marL="2546985" algn="l" defTabSz="1018540" rtl="0" eaLnBrk="1" latinLnBrk="0" hangingPunct="1">
              <a:defRPr sz="2000" kern="1200">
                <a:solidFill>
                  <a:schemeClr val="tx1"/>
                </a:solidFill>
                <a:latin typeface="+mn-lt"/>
                <a:ea typeface="+mn-ea"/>
                <a:cs typeface="+mn-cs"/>
              </a:defRPr>
            </a:lvl6pPr>
            <a:lvl7pPr marL="3056255" algn="l" defTabSz="1018540" rtl="0" eaLnBrk="1" latinLnBrk="0" hangingPunct="1">
              <a:defRPr sz="2000" kern="1200">
                <a:solidFill>
                  <a:schemeClr val="tx1"/>
                </a:solidFill>
                <a:latin typeface="+mn-lt"/>
                <a:ea typeface="+mn-ea"/>
                <a:cs typeface="+mn-cs"/>
              </a:defRPr>
            </a:lvl7pPr>
            <a:lvl8pPr marL="3566160" algn="l" defTabSz="1018540" rtl="0" eaLnBrk="1" latinLnBrk="0" hangingPunct="1">
              <a:defRPr sz="2000" kern="1200">
                <a:solidFill>
                  <a:schemeClr val="tx1"/>
                </a:solidFill>
                <a:latin typeface="+mn-lt"/>
                <a:ea typeface="+mn-ea"/>
                <a:cs typeface="+mn-cs"/>
              </a:defRPr>
            </a:lvl8pPr>
            <a:lvl9pPr marL="4075430" algn="l" defTabSz="1018540" rtl="0" eaLnBrk="1" latinLnBrk="0" hangingPunct="1">
              <a:defRPr sz="2000" kern="1200">
                <a:solidFill>
                  <a:schemeClr val="tx1"/>
                </a:solidFill>
                <a:latin typeface="+mn-lt"/>
                <a:ea typeface="+mn-ea"/>
                <a:cs typeface="+mn-cs"/>
              </a:defRPr>
            </a:lvl9pPr>
          </a:lstStyle>
          <a:p>
            <a:pPr defTabSz="993140"/>
            <a:fld id="{6ADC7AA7-8891-4408-B8D2-BEC6FBA9B860}" type="slidenum">
              <a:rPr lang="en-GB" sz="905" smtClean="0"/>
            </a:fld>
            <a:endParaRPr lang="en-GB" sz="905" smtClean="0"/>
          </a:p>
        </p:txBody>
      </p:sp>
      <p:grpSp>
        <p:nvGrpSpPr>
          <p:cNvPr id="6" name="Group 3"/>
          <p:cNvGrpSpPr/>
          <p:nvPr>
            <p:custDataLst>
              <p:tags r:id="rId2"/>
            </p:custDataLst>
          </p:nvPr>
        </p:nvGrpSpPr>
        <p:grpSpPr bwMode="auto">
          <a:xfrm>
            <a:off x="2096135" y="1122680"/>
            <a:ext cx="6678295" cy="5203190"/>
            <a:chOff x="3275" y="994"/>
            <a:chExt cx="2104" cy="1707"/>
          </a:xfrm>
        </p:grpSpPr>
        <p:sp>
          <p:nvSpPr>
            <p:cNvPr id="7" name="AutoShape 4"/>
            <p:cNvSpPr>
              <a:spLocks noChangeArrowheads="1"/>
            </p:cNvSpPr>
            <p:nvPr/>
          </p:nvSpPr>
          <p:spPr bwMode="auto">
            <a:xfrm>
              <a:off x="3940" y="1570"/>
              <a:ext cx="777" cy="545"/>
            </a:xfrm>
            <a:prstGeom prst="hexagon">
              <a:avLst>
                <a:gd name="adj" fmla="val 27220"/>
                <a:gd name="vf" fmla="val 115470"/>
              </a:avLst>
            </a:prstGeom>
            <a:solidFill>
              <a:schemeClr val="tx2">
                <a:lumMod val="60000"/>
                <a:lumOff val="40000"/>
              </a:schemeClr>
            </a:solidFill>
            <a:ln w="12700" algn="ctr">
              <a:solidFill>
                <a:schemeClr val="hlink"/>
              </a:solidFill>
              <a:miter lim="800000"/>
            </a:ln>
          </p:spPr>
          <p:txBody>
            <a:bodyPr lIns="88201" tIns="44100" rIns="88201" bIns="44100" anchor="ctr"/>
            <a:lstStyle/>
            <a:p>
              <a:pPr marL="95250" algn="ctr" defTabSz="972820"/>
              <a:r>
                <a:rPr lang="en-AU" sz="1540" b="1" dirty="0">
                  <a:solidFill>
                    <a:schemeClr val="bg1"/>
                  </a:solidFill>
                </a:rPr>
                <a:t>Text</a:t>
              </a:r>
              <a:endParaRPr lang="en-AU" sz="1540" b="1" dirty="0">
                <a:solidFill>
                  <a:schemeClr val="bg1"/>
                </a:solidFill>
              </a:endParaRPr>
            </a:p>
          </p:txBody>
        </p:sp>
        <p:sp>
          <p:nvSpPr>
            <p:cNvPr id="8" name="AutoShape 5"/>
            <p:cNvSpPr>
              <a:spLocks noChangeArrowheads="1"/>
            </p:cNvSpPr>
            <p:nvPr/>
          </p:nvSpPr>
          <p:spPr bwMode="auto">
            <a:xfrm>
              <a:off x="3275" y="1272"/>
              <a:ext cx="777" cy="544"/>
            </a:xfrm>
            <a:prstGeom prst="hexagon">
              <a:avLst>
                <a:gd name="adj" fmla="val 27270"/>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r>
                <a:rPr lang="en-AU" sz="1540" b="1">
                  <a:solidFill>
                    <a:schemeClr val="accent1"/>
                  </a:solidFill>
                </a:rPr>
                <a:t>Text</a:t>
              </a:r>
              <a:endParaRPr lang="en-AU" sz="1540" b="1">
                <a:solidFill>
                  <a:schemeClr val="accent1"/>
                </a:solidFill>
              </a:endParaRPr>
            </a:p>
          </p:txBody>
        </p:sp>
        <p:sp>
          <p:nvSpPr>
            <p:cNvPr id="9" name="AutoShape 6"/>
            <p:cNvSpPr>
              <a:spLocks noChangeArrowheads="1"/>
            </p:cNvSpPr>
            <p:nvPr/>
          </p:nvSpPr>
          <p:spPr bwMode="auto">
            <a:xfrm>
              <a:off x="3939" y="994"/>
              <a:ext cx="777" cy="544"/>
            </a:xfrm>
            <a:prstGeom prst="hexagon">
              <a:avLst>
                <a:gd name="adj" fmla="val 27270"/>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r>
                <a:rPr lang="en-AU" sz="1540" b="1">
                  <a:solidFill>
                    <a:schemeClr val="accent1"/>
                  </a:solidFill>
                </a:rPr>
                <a:t>Text</a:t>
              </a:r>
              <a:endParaRPr lang="en-AU" sz="1540" b="1">
                <a:solidFill>
                  <a:schemeClr val="accent1"/>
                </a:solidFill>
              </a:endParaRPr>
            </a:p>
          </p:txBody>
        </p:sp>
        <p:sp>
          <p:nvSpPr>
            <p:cNvPr id="10" name="AutoShape 7"/>
            <p:cNvSpPr>
              <a:spLocks noChangeArrowheads="1"/>
            </p:cNvSpPr>
            <p:nvPr/>
          </p:nvSpPr>
          <p:spPr bwMode="auto">
            <a:xfrm>
              <a:off x="4602" y="1272"/>
              <a:ext cx="777" cy="544"/>
            </a:xfrm>
            <a:prstGeom prst="hexagon">
              <a:avLst>
                <a:gd name="adj" fmla="val 27270"/>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r>
                <a:rPr lang="en-AU" sz="1540" b="1">
                  <a:solidFill>
                    <a:schemeClr val="accent1"/>
                  </a:solidFill>
                </a:rPr>
                <a:t>Text</a:t>
              </a:r>
              <a:endParaRPr lang="en-AU" sz="1540" b="1">
                <a:solidFill>
                  <a:schemeClr val="accent1"/>
                </a:solidFill>
              </a:endParaRPr>
            </a:p>
          </p:txBody>
        </p:sp>
        <p:sp>
          <p:nvSpPr>
            <p:cNvPr id="11" name="AutoShape 8"/>
            <p:cNvSpPr>
              <a:spLocks noChangeArrowheads="1"/>
            </p:cNvSpPr>
            <p:nvPr/>
          </p:nvSpPr>
          <p:spPr bwMode="auto">
            <a:xfrm>
              <a:off x="4602" y="1864"/>
              <a:ext cx="777" cy="545"/>
            </a:xfrm>
            <a:prstGeom prst="hexagon">
              <a:avLst>
                <a:gd name="adj" fmla="val 27220"/>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r>
                <a:rPr lang="en-AU" sz="1540" b="1">
                  <a:solidFill>
                    <a:schemeClr val="accent1"/>
                  </a:solidFill>
                </a:rPr>
                <a:t>Text</a:t>
              </a:r>
              <a:endParaRPr lang="en-AU" sz="1540" b="1">
                <a:solidFill>
                  <a:schemeClr val="accent1"/>
                </a:solidFill>
              </a:endParaRPr>
            </a:p>
          </p:txBody>
        </p:sp>
        <p:sp>
          <p:nvSpPr>
            <p:cNvPr id="12" name="AutoShape 9"/>
            <p:cNvSpPr>
              <a:spLocks noChangeArrowheads="1"/>
            </p:cNvSpPr>
            <p:nvPr/>
          </p:nvSpPr>
          <p:spPr bwMode="auto">
            <a:xfrm>
              <a:off x="3939" y="2157"/>
              <a:ext cx="777" cy="544"/>
            </a:xfrm>
            <a:prstGeom prst="hexagon">
              <a:avLst>
                <a:gd name="adj" fmla="val 27270"/>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r>
                <a:rPr lang="en-AU" sz="1540" b="1">
                  <a:solidFill>
                    <a:schemeClr val="accent1"/>
                  </a:solidFill>
                </a:rPr>
                <a:t>Text</a:t>
              </a:r>
              <a:endParaRPr lang="en-AU" sz="1540" b="1">
                <a:solidFill>
                  <a:schemeClr val="accent1"/>
                </a:solidFill>
              </a:endParaRPr>
            </a:p>
          </p:txBody>
        </p:sp>
        <p:sp>
          <p:nvSpPr>
            <p:cNvPr id="13" name="AutoShape 10"/>
            <p:cNvSpPr>
              <a:spLocks noChangeArrowheads="1"/>
            </p:cNvSpPr>
            <p:nvPr/>
          </p:nvSpPr>
          <p:spPr bwMode="auto">
            <a:xfrm>
              <a:off x="3276" y="1864"/>
              <a:ext cx="776" cy="544"/>
            </a:xfrm>
            <a:prstGeom prst="hexagon">
              <a:avLst>
                <a:gd name="adj" fmla="val 27235"/>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r>
                <a:rPr lang="en-AU" sz="1540" b="1">
                  <a:solidFill>
                    <a:schemeClr val="accent1"/>
                  </a:solidFill>
                </a:rPr>
                <a:t>Text</a:t>
              </a:r>
              <a:endParaRPr lang="en-AU" sz="1540" b="1">
                <a:solidFill>
                  <a:schemeClr val="accent1"/>
                </a:solidFill>
              </a:endParaRPr>
            </a:p>
          </p:txBody>
        </p:sp>
      </p:grpSp>
      <p:grpSp>
        <p:nvGrpSpPr>
          <p:cNvPr id="14" name="Group 11"/>
          <p:cNvGrpSpPr/>
          <p:nvPr>
            <p:custDataLst>
              <p:tags r:id="rId3"/>
            </p:custDataLst>
          </p:nvPr>
        </p:nvGrpSpPr>
        <p:grpSpPr bwMode="auto">
          <a:xfrm>
            <a:off x="4287860" y="184848"/>
            <a:ext cx="826385" cy="683856"/>
            <a:chOff x="3275" y="994"/>
            <a:chExt cx="2104" cy="1707"/>
          </a:xfrm>
          <a:solidFill>
            <a:schemeClr val="tx2">
              <a:lumMod val="60000"/>
              <a:lumOff val="40000"/>
            </a:schemeClr>
          </a:solidFill>
        </p:grpSpPr>
        <p:sp>
          <p:nvSpPr>
            <p:cNvPr id="15" name="AutoShape 12"/>
            <p:cNvSpPr>
              <a:spLocks noChangeArrowheads="1"/>
            </p:cNvSpPr>
            <p:nvPr/>
          </p:nvSpPr>
          <p:spPr bwMode="auto">
            <a:xfrm>
              <a:off x="3940" y="1570"/>
              <a:ext cx="777" cy="545"/>
            </a:xfrm>
            <a:prstGeom prst="hexagon">
              <a:avLst>
                <a:gd name="adj" fmla="val 27220"/>
                <a:gd name="vf" fmla="val 115470"/>
              </a:avLst>
            </a:prstGeom>
            <a:grp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16" name="AutoShape 13"/>
            <p:cNvSpPr>
              <a:spLocks noChangeArrowheads="1"/>
            </p:cNvSpPr>
            <p:nvPr/>
          </p:nvSpPr>
          <p:spPr bwMode="auto">
            <a:xfrm>
              <a:off x="3275" y="1272"/>
              <a:ext cx="777" cy="544"/>
            </a:xfrm>
            <a:prstGeom prst="hexagon">
              <a:avLst>
                <a:gd name="adj" fmla="val 27270"/>
                <a:gd name="vf" fmla="val 115470"/>
              </a:avLst>
            </a:prstGeom>
            <a:grp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17" name="AutoShape 14"/>
            <p:cNvSpPr>
              <a:spLocks noChangeArrowheads="1"/>
            </p:cNvSpPr>
            <p:nvPr/>
          </p:nvSpPr>
          <p:spPr bwMode="auto">
            <a:xfrm>
              <a:off x="3939" y="994"/>
              <a:ext cx="777" cy="544"/>
            </a:xfrm>
            <a:prstGeom prst="hexagon">
              <a:avLst>
                <a:gd name="adj" fmla="val 27270"/>
                <a:gd name="vf" fmla="val 115470"/>
              </a:avLst>
            </a:prstGeom>
            <a:grp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18" name="AutoShape 15"/>
            <p:cNvSpPr>
              <a:spLocks noChangeArrowheads="1"/>
            </p:cNvSpPr>
            <p:nvPr/>
          </p:nvSpPr>
          <p:spPr bwMode="auto">
            <a:xfrm>
              <a:off x="4602" y="1272"/>
              <a:ext cx="777" cy="544"/>
            </a:xfrm>
            <a:prstGeom prst="hexagon">
              <a:avLst>
                <a:gd name="adj" fmla="val 27270"/>
                <a:gd name="vf" fmla="val 115470"/>
              </a:avLst>
            </a:prstGeom>
            <a:grp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19" name="AutoShape 16"/>
            <p:cNvSpPr>
              <a:spLocks noChangeArrowheads="1"/>
            </p:cNvSpPr>
            <p:nvPr/>
          </p:nvSpPr>
          <p:spPr bwMode="auto">
            <a:xfrm>
              <a:off x="4602" y="1864"/>
              <a:ext cx="777" cy="545"/>
            </a:xfrm>
            <a:prstGeom prst="hexagon">
              <a:avLst>
                <a:gd name="adj" fmla="val 27220"/>
                <a:gd name="vf" fmla="val 115470"/>
              </a:avLst>
            </a:prstGeom>
            <a:grp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20" name="AutoShape 17"/>
            <p:cNvSpPr>
              <a:spLocks noChangeArrowheads="1"/>
            </p:cNvSpPr>
            <p:nvPr/>
          </p:nvSpPr>
          <p:spPr bwMode="auto">
            <a:xfrm>
              <a:off x="3939" y="2157"/>
              <a:ext cx="777" cy="544"/>
            </a:xfrm>
            <a:prstGeom prst="hexagon">
              <a:avLst>
                <a:gd name="adj" fmla="val 27270"/>
                <a:gd name="vf" fmla="val 115470"/>
              </a:avLst>
            </a:prstGeom>
            <a:grp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21" name="AutoShape 18"/>
            <p:cNvSpPr>
              <a:spLocks noChangeArrowheads="1"/>
            </p:cNvSpPr>
            <p:nvPr/>
          </p:nvSpPr>
          <p:spPr bwMode="auto">
            <a:xfrm>
              <a:off x="3276" y="1864"/>
              <a:ext cx="776" cy="544"/>
            </a:xfrm>
            <a:prstGeom prst="hexagon">
              <a:avLst>
                <a:gd name="adj" fmla="val 27235"/>
                <a:gd name="vf" fmla="val 115470"/>
              </a:avLst>
            </a:prstGeom>
            <a:grp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grpSp>
      <p:grpSp>
        <p:nvGrpSpPr>
          <p:cNvPr id="22" name="Group 19"/>
          <p:cNvGrpSpPr/>
          <p:nvPr>
            <p:custDataLst>
              <p:tags r:id="rId4"/>
            </p:custDataLst>
          </p:nvPr>
        </p:nvGrpSpPr>
        <p:grpSpPr bwMode="auto">
          <a:xfrm>
            <a:off x="9691644" y="1744800"/>
            <a:ext cx="826385" cy="650742"/>
            <a:chOff x="5433" y="1093"/>
            <a:chExt cx="532" cy="432"/>
          </a:xfrm>
        </p:grpSpPr>
        <p:sp>
          <p:nvSpPr>
            <p:cNvPr id="23" name="AutoShape 20"/>
            <p:cNvSpPr>
              <a:spLocks noChangeArrowheads="1"/>
            </p:cNvSpPr>
            <p:nvPr/>
          </p:nvSpPr>
          <p:spPr bwMode="auto">
            <a:xfrm>
              <a:off x="5601" y="1239"/>
              <a:ext cx="197" cy="138"/>
            </a:xfrm>
            <a:prstGeom prst="hexagon">
              <a:avLst>
                <a:gd name="adj" fmla="val 27255"/>
                <a:gd name="vf" fmla="val 115470"/>
              </a:avLst>
            </a:prstGeom>
            <a:solidFill>
              <a:schemeClr val="bg2"/>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24" name="AutoShape 21"/>
            <p:cNvSpPr>
              <a:spLocks noChangeArrowheads="1"/>
            </p:cNvSpPr>
            <p:nvPr/>
          </p:nvSpPr>
          <p:spPr bwMode="auto">
            <a:xfrm>
              <a:off x="5433" y="1163"/>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25" name="AutoShape 22"/>
            <p:cNvSpPr>
              <a:spLocks noChangeArrowheads="1"/>
            </p:cNvSpPr>
            <p:nvPr/>
          </p:nvSpPr>
          <p:spPr bwMode="auto">
            <a:xfrm>
              <a:off x="5601" y="1093"/>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26" name="AutoShape 23"/>
            <p:cNvSpPr>
              <a:spLocks noChangeArrowheads="1"/>
            </p:cNvSpPr>
            <p:nvPr/>
          </p:nvSpPr>
          <p:spPr bwMode="auto">
            <a:xfrm>
              <a:off x="5769" y="1163"/>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27" name="AutoShape 24"/>
            <p:cNvSpPr>
              <a:spLocks noChangeArrowheads="1"/>
            </p:cNvSpPr>
            <p:nvPr/>
          </p:nvSpPr>
          <p:spPr bwMode="auto">
            <a:xfrm>
              <a:off x="5769" y="1313"/>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28" name="AutoShape 25"/>
            <p:cNvSpPr>
              <a:spLocks noChangeArrowheads="1"/>
            </p:cNvSpPr>
            <p:nvPr/>
          </p:nvSpPr>
          <p:spPr bwMode="auto">
            <a:xfrm>
              <a:off x="5601" y="1387"/>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29" name="AutoShape 26"/>
            <p:cNvSpPr>
              <a:spLocks noChangeArrowheads="1"/>
            </p:cNvSpPr>
            <p:nvPr/>
          </p:nvSpPr>
          <p:spPr bwMode="auto">
            <a:xfrm>
              <a:off x="5433" y="1313"/>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grpSp>
      <p:sp>
        <p:nvSpPr>
          <p:cNvPr id="30" name="Rectangle 27"/>
          <p:cNvSpPr>
            <a:spLocks noChangeArrowheads="1"/>
          </p:cNvSpPr>
          <p:nvPr>
            <p:custDataLst>
              <p:tags r:id="rId5"/>
            </p:custDataLst>
          </p:nvPr>
        </p:nvSpPr>
        <p:spPr bwMode="auto">
          <a:xfrm>
            <a:off x="9403701" y="1200597"/>
            <a:ext cx="1416660" cy="5082125"/>
          </a:xfrm>
          <a:prstGeom prst="rect">
            <a:avLst/>
          </a:prstGeom>
          <a:noFill/>
          <a:ln w="9525" algn="ctr">
            <a:solidFill>
              <a:srgbClr val="808B9E"/>
            </a:solidFill>
            <a:miter lim="800000"/>
          </a:ln>
        </p:spPr>
        <p:txBody>
          <a:bodyPr lIns="0" tIns="0" rIns="0" bIns="0"/>
          <a:lstStyle/>
          <a:p>
            <a:pPr algn="ctr" defTabSz="972820">
              <a:spcAft>
                <a:spcPct val="70000"/>
              </a:spcAft>
            </a:pPr>
            <a:r>
              <a:rPr lang="en-AU" sz="1540" b="1">
                <a:solidFill>
                  <a:schemeClr val="accent1"/>
                </a:solidFill>
              </a:rPr>
              <a:t>Section tracker</a:t>
            </a:r>
            <a:endParaRPr lang="en-AU" sz="1540" b="1">
              <a:solidFill>
                <a:schemeClr val="accent1"/>
              </a:solidFill>
            </a:endParaRPr>
          </a:p>
        </p:txBody>
      </p:sp>
      <p:grpSp>
        <p:nvGrpSpPr>
          <p:cNvPr id="31" name="Group 28"/>
          <p:cNvGrpSpPr/>
          <p:nvPr>
            <p:custDataLst>
              <p:tags r:id="rId6"/>
            </p:custDataLst>
          </p:nvPr>
        </p:nvGrpSpPr>
        <p:grpSpPr bwMode="auto">
          <a:xfrm>
            <a:off x="9691644" y="2507842"/>
            <a:ext cx="826385" cy="652181"/>
            <a:chOff x="5433" y="1614"/>
            <a:chExt cx="532" cy="432"/>
          </a:xfrm>
        </p:grpSpPr>
        <p:sp>
          <p:nvSpPr>
            <p:cNvPr id="32" name="AutoShape 29"/>
            <p:cNvSpPr>
              <a:spLocks noChangeArrowheads="1"/>
            </p:cNvSpPr>
            <p:nvPr/>
          </p:nvSpPr>
          <p:spPr bwMode="auto">
            <a:xfrm>
              <a:off x="5601" y="1760"/>
              <a:ext cx="197" cy="138"/>
            </a:xfrm>
            <a:prstGeom prst="hexagon">
              <a:avLst>
                <a:gd name="adj" fmla="val 27255"/>
                <a:gd name="vf" fmla="val 115470"/>
              </a:avLst>
            </a:prstGeom>
            <a:solidFill>
              <a:schemeClr val="bg2"/>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33" name="AutoShape 30"/>
            <p:cNvSpPr>
              <a:spLocks noChangeArrowheads="1"/>
            </p:cNvSpPr>
            <p:nvPr/>
          </p:nvSpPr>
          <p:spPr bwMode="auto">
            <a:xfrm>
              <a:off x="5433" y="1684"/>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34" name="AutoShape 31"/>
            <p:cNvSpPr>
              <a:spLocks noChangeArrowheads="1"/>
            </p:cNvSpPr>
            <p:nvPr/>
          </p:nvSpPr>
          <p:spPr bwMode="auto">
            <a:xfrm>
              <a:off x="5601" y="1614"/>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35" name="AutoShape 32"/>
            <p:cNvSpPr>
              <a:spLocks noChangeArrowheads="1"/>
            </p:cNvSpPr>
            <p:nvPr/>
          </p:nvSpPr>
          <p:spPr bwMode="auto">
            <a:xfrm>
              <a:off x="5769" y="1684"/>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36" name="AutoShape 33"/>
            <p:cNvSpPr>
              <a:spLocks noChangeArrowheads="1"/>
            </p:cNvSpPr>
            <p:nvPr/>
          </p:nvSpPr>
          <p:spPr bwMode="auto">
            <a:xfrm>
              <a:off x="5769" y="1834"/>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37" name="AutoShape 34"/>
            <p:cNvSpPr>
              <a:spLocks noChangeArrowheads="1"/>
            </p:cNvSpPr>
            <p:nvPr/>
          </p:nvSpPr>
          <p:spPr bwMode="auto">
            <a:xfrm>
              <a:off x="5601" y="1908"/>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38" name="AutoShape 35"/>
            <p:cNvSpPr>
              <a:spLocks noChangeArrowheads="1"/>
            </p:cNvSpPr>
            <p:nvPr/>
          </p:nvSpPr>
          <p:spPr bwMode="auto">
            <a:xfrm>
              <a:off x="5433" y="1834"/>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grpSp>
      <p:grpSp>
        <p:nvGrpSpPr>
          <p:cNvPr id="39" name="Group 36"/>
          <p:cNvGrpSpPr/>
          <p:nvPr>
            <p:custDataLst>
              <p:tags r:id="rId7"/>
            </p:custDataLst>
          </p:nvPr>
        </p:nvGrpSpPr>
        <p:grpSpPr bwMode="auto">
          <a:xfrm>
            <a:off x="9691644" y="3299673"/>
            <a:ext cx="826385" cy="649302"/>
            <a:chOff x="5433" y="2136"/>
            <a:chExt cx="532" cy="432"/>
          </a:xfrm>
        </p:grpSpPr>
        <p:sp>
          <p:nvSpPr>
            <p:cNvPr id="40" name="AutoShape 37"/>
            <p:cNvSpPr>
              <a:spLocks noChangeArrowheads="1"/>
            </p:cNvSpPr>
            <p:nvPr/>
          </p:nvSpPr>
          <p:spPr bwMode="auto">
            <a:xfrm>
              <a:off x="5601" y="2282"/>
              <a:ext cx="197" cy="138"/>
            </a:xfrm>
            <a:prstGeom prst="hexagon">
              <a:avLst>
                <a:gd name="adj" fmla="val 27255"/>
                <a:gd name="vf" fmla="val 115470"/>
              </a:avLst>
            </a:prstGeom>
            <a:solidFill>
              <a:schemeClr val="bg2"/>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41" name="AutoShape 38"/>
            <p:cNvSpPr>
              <a:spLocks noChangeArrowheads="1"/>
            </p:cNvSpPr>
            <p:nvPr/>
          </p:nvSpPr>
          <p:spPr bwMode="auto">
            <a:xfrm>
              <a:off x="5433" y="2206"/>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42" name="AutoShape 39"/>
            <p:cNvSpPr>
              <a:spLocks noChangeArrowheads="1"/>
            </p:cNvSpPr>
            <p:nvPr/>
          </p:nvSpPr>
          <p:spPr bwMode="auto">
            <a:xfrm>
              <a:off x="5601" y="2136"/>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43" name="AutoShape 40"/>
            <p:cNvSpPr>
              <a:spLocks noChangeArrowheads="1"/>
            </p:cNvSpPr>
            <p:nvPr/>
          </p:nvSpPr>
          <p:spPr bwMode="auto">
            <a:xfrm>
              <a:off x="5769" y="2206"/>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44" name="AutoShape 41"/>
            <p:cNvSpPr>
              <a:spLocks noChangeArrowheads="1"/>
            </p:cNvSpPr>
            <p:nvPr/>
          </p:nvSpPr>
          <p:spPr bwMode="auto">
            <a:xfrm>
              <a:off x="5769" y="2356"/>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45" name="AutoShape 42"/>
            <p:cNvSpPr>
              <a:spLocks noChangeArrowheads="1"/>
            </p:cNvSpPr>
            <p:nvPr/>
          </p:nvSpPr>
          <p:spPr bwMode="auto">
            <a:xfrm>
              <a:off x="5601" y="2430"/>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46" name="AutoShape 43"/>
            <p:cNvSpPr>
              <a:spLocks noChangeArrowheads="1"/>
            </p:cNvSpPr>
            <p:nvPr/>
          </p:nvSpPr>
          <p:spPr bwMode="auto">
            <a:xfrm>
              <a:off x="5433" y="2356"/>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grpSp>
      <p:grpSp>
        <p:nvGrpSpPr>
          <p:cNvPr id="47" name="Group 44"/>
          <p:cNvGrpSpPr/>
          <p:nvPr>
            <p:custDataLst>
              <p:tags r:id="rId8"/>
            </p:custDataLst>
          </p:nvPr>
        </p:nvGrpSpPr>
        <p:grpSpPr bwMode="auto">
          <a:xfrm>
            <a:off x="9691644" y="4062714"/>
            <a:ext cx="826385" cy="652181"/>
            <a:chOff x="5433" y="2657"/>
            <a:chExt cx="532" cy="432"/>
          </a:xfrm>
        </p:grpSpPr>
        <p:sp>
          <p:nvSpPr>
            <p:cNvPr id="48" name="AutoShape 45"/>
            <p:cNvSpPr>
              <a:spLocks noChangeArrowheads="1"/>
            </p:cNvSpPr>
            <p:nvPr/>
          </p:nvSpPr>
          <p:spPr bwMode="auto">
            <a:xfrm>
              <a:off x="5601" y="2803"/>
              <a:ext cx="197" cy="138"/>
            </a:xfrm>
            <a:prstGeom prst="hexagon">
              <a:avLst>
                <a:gd name="adj" fmla="val 27255"/>
                <a:gd name="vf" fmla="val 115470"/>
              </a:avLst>
            </a:prstGeom>
            <a:solidFill>
              <a:schemeClr val="bg2"/>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49" name="AutoShape 46"/>
            <p:cNvSpPr>
              <a:spLocks noChangeArrowheads="1"/>
            </p:cNvSpPr>
            <p:nvPr/>
          </p:nvSpPr>
          <p:spPr bwMode="auto">
            <a:xfrm>
              <a:off x="5433" y="2727"/>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50" name="AutoShape 47"/>
            <p:cNvSpPr>
              <a:spLocks noChangeArrowheads="1"/>
            </p:cNvSpPr>
            <p:nvPr/>
          </p:nvSpPr>
          <p:spPr bwMode="auto">
            <a:xfrm>
              <a:off x="5601" y="2657"/>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51" name="AutoShape 48"/>
            <p:cNvSpPr>
              <a:spLocks noChangeArrowheads="1"/>
            </p:cNvSpPr>
            <p:nvPr/>
          </p:nvSpPr>
          <p:spPr bwMode="auto">
            <a:xfrm>
              <a:off x="5769" y="2727"/>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52" name="AutoShape 49"/>
            <p:cNvSpPr>
              <a:spLocks noChangeArrowheads="1"/>
            </p:cNvSpPr>
            <p:nvPr/>
          </p:nvSpPr>
          <p:spPr bwMode="auto">
            <a:xfrm>
              <a:off x="5769" y="2877"/>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53" name="AutoShape 50"/>
            <p:cNvSpPr>
              <a:spLocks noChangeArrowheads="1"/>
            </p:cNvSpPr>
            <p:nvPr/>
          </p:nvSpPr>
          <p:spPr bwMode="auto">
            <a:xfrm>
              <a:off x="5601" y="2951"/>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54" name="AutoShape 51"/>
            <p:cNvSpPr>
              <a:spLocks noChangeArrowheads="1"/>
            </p:cNvSpPr>
            <p:nvPr/>
          </p:nvSpPr>
          <p:spPr bwMode="auto">
            <a:xfrm>
              <a:off x="5433" y="2877"/>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grpSp>
      <p:grpSp>
        <p:nvGrpSpPr>
          <p:cNvPr id="55" name="Group 52"/>
          <p:cNvGrpSpPr/>
          <p:nvPr>
            <p:custDataLst>
              <p:tags r:id="rId9"/>
            </p:custDataLst>
          </p:nvPr>
        </p:nvGrpSpPr>
        <p:grpSpPr bwMode="auto">
          <a:xfrm>
            <a:off x="9691644" y="4841585"/>
            <a:ext cx="826385" cy="650742"/>
            <a:chOff x="5433" y="3179"/>
            <a:chExt cx="532" cy="432"/>
          </a:xfrm>
        </p:grpSpPr>
        <p:sp>
          <p:nvSpPr>
            <p:cNvPr id="56" name="AutoShape 53"/>
            <p:cNvSpPr>
              <a:spLocks noChangeArrowheads="1"/>
            </p:cNvSpPr>
            <p:nvPr/>
          </p:nvSpPr>
          <p:spPr bwMode="auto">
            <a:xfrm>
              <a:off x="5601" y="3325"/>
              <a:ext cx="197" cy="138"/>
            </a:xfrm>
            <a:prstGeom prst="hexagon">
              <a:avLst>
                <a:gd name="adj" fmla="val 27255"/>
                <a:gd name="vf" fmla="val 115470"/>
              </a:avLst>
            </a:prstGeom>
            <a:solidFill>
              <a:schemeClr val="bg2"/>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57" name="AutoShape 54"/>
            <p:cNvSpPr>
              <a:spLocks noChangeArrowheads="1"/>
            </p:cNvSpPr>
            <p:nvPr/>
          </p:nvSpPr>
          <p:spPr bwMode="auto">
            <a:xfrm>
              <a:off x="5433" y="3249"/>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58" name="AutoShape 55"/>
            <p:cNvSpPr>
              <a:spLocks noChangeArrowheads="1"/>
            </p:cNvSpPr>
            <p:nvPr/>
          </p:nvSpPr>
          <p:spPr bwMode="auto">
            <a:xfrm>
              <a:off x="5601" y="3179"/>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59" name="AutoShape 56"/>
            <p:cNvSpPr>
              <a:spLocks noChangeArrowheads="1"/>
            </p:cNvSpPr>
            <p:nvPr/>
          </p:nvSpPr>
          <p:spPr bwMode="auto">
            <a:xfrm>
              <a:off x="5769" y="3249"/>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60" name="AutoShape 57"/>
            <p:cNvSpPr>
              <a:spLocks noChangeArrowheads="1"/>
            </p:cNvSpPr>
            <p:nvPr/>
          </p:nvSpPr>
          <p:spPr bwMode="auto">
            <a:xfrm>
              <a:off x="5769" y="3399"/>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61" name="AutoShape 58"/>
            <p:cNvSpPr>
              <a:spLocks noChangeArrowheads="1"/>
            </p:cNvSpPr>
            <p:nvPr/>
          </p:nvSpPr>
          <p:spPr bwMode="auto">
            <a:xfrm>
              <a:off x="5601" y="3473"/>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62" name="AutoShape 59"/>
            <p:cNvSpPr>
              <a:spLocks noChangeArrowheads="1"/>
            </p:cNvSpPr>
            <p:nvPr/>
          </p:nvSpPr>
          <p:spPr bwMode="auto">
            <a:xfrm>
              <a:off x="5433" y="3399"/>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grpSp>
      <p:grpSp>
        <p:nvGrpSpPr>
          <p:cNvPr id="63" name="Group 60"/>
          <p:cNvGrpSpPr/>
          <p:nvPr>
            <p:custDataLst>
              <p:tags r:id="rId10"/>
            </p:custDataLst>
          </p:nvPr>
        </p:nvGrpSpPr>
        <p:grpSpPr bwMode="auto">
          <a:xfrm>
            <a:off x="9691644" y="5606068"/>
            <a:ext cx="826385" cy="652181"/>
            <a:chOff x="5433" y="3701"/>
            <a:chExt cx="532" cy="432"/>
          </a:xfrm>
        </p:grpSpPr>
        <p:sp>
          <p:nvSpPr>
            <p:cNvPr id="64" name="AutoShape 61"/>
            <p:cNvSpPr>
              <a:spLocks noChangeArrowheads="1"/>
            </p:cNvSpPr>
            <p:nvPr/>
          </p:nvSpPr>
          <p:spPr bwMode="auto">
            <a:xfrm>
              <a:off x="5601" y="3847"/>
              <a:ext cx="197" cy="138"/>
            </a:xfrm>
            <a:prstGeom prst="hexagon">
              <a:avLst>
                <a:gd name="adj" fmla="val 27255"/>
                <a:gd name="vf" fmla="val 115470"/>
              </a:avLst>
            </a:prstGeom>
            <a:solidFill>
              <a:schemeClr val="bg2"/>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65" name="AutoShape 62"/>
            <p:cNvSpPr>
              <a:spLocks noChangeArrowheads="1"/>
            </p:cNvSpPr>
            <p:nvPr/>
          </p:nvSpPr>
          <p:spPr bwMode="auto">
            <a:xfrm>
              <a:off x="5433" y="3771"/>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66" name="AutoShape 63"/>
            <p:cNvSpPr>
              <a:spLocks noChangeArrowheads="1"/>
            </p:cNvSpPr>
            <p:nvPr/>
          </p:nvSpPr>
          <p:spPr bwMode="auto">
            <a:xfrm>
              <a:off x="5601" y="3701"/>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67" name="AutoShape 64"/>
            <p:cNvSpPr>
              <a:spLocks noChangeArrowheads="1"/>
            </p:cNvSpPr>
            <p:nvPr/>
          </p:nvSpPr>
          <p:spPr bwMode="auto">
            <a:xfrm>
              <a:off x="5769" y="3771"/>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68" name="AutoShape 65"/>
            <p:cNvSpPr>
              <a:spLocks noChangeArrowheads="1"/>
            </p:cNvSpPr>
            <p:nvPr/>
          </p:nvSpPr>
          <p:spPr bwMode="auto">
            <a:xfrm>
              <a:off x="5769" y="3921"/>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69" name="AutoShape 66"/>
            <p:cNvSpPr>
              <a:spLocks noChangeArrowheads="1"/>
            </p:cNvSpPr>
            <p:nvPr/>
          </p:nvSpPr>
          <p:spPr bwMode="auto">
            <a:xfrm>
              <a:off x="5601" y="3995"/>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70" name="AutoShape 67"/>
            <p:cNvSpPr>
              <a:spLocks noChangeArrowheads="1"/>
            </p:cNvSpPr>
            <p:nvPr/>
          </p:nvSpPr>
          <p:spPr bwMode="auto">
            <a:xfrm>
              <a:off x="5433" y="3921"/>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grpSp>
      <p:sp>
        <p:nvSpPr>
          <p:cNvPr id="71" name="Text Box 68"/>
          <p:cNvSpPr txBox="1">
            <a:spLocks noChangeArrowheads="1"/>
          </p:cNvSpPr>
          <p:nvPr>
            <p:custDataLst>
              <p:tags r:id="rId11"/>
            </p:custDataLst>
          </p:nvPr>
        </p:nvSpPr>
        <p:spPr bwMode="auto">
          <a:xfrm>
            <a:off x="5864933" y="6382684"/>
            <a:ext cx="367123" cy="201557"/>
          </a:xfrm>
          <a:prstGeom prst="rect">
            <a:avLst/>
          </a:prstGeom>
          <a:noFill/>
          <a:ln w="12700" algn="ctr">
            <a:noFill/>
            <a:miter lim="800000"/>
          </a:ln>
        </p:spPr>
        <p:txBody>
          <a:bodyPr wrap="none" lIns="90986" tIns="40296" rIns="80594" bIns="40296"/>
          <a:lstStyle/>
          <a:p>
            <a:pPr algn="ctr" defTabSz="912495"/>
            <a:r>
              <a:rPr lang="en-AU" sz="815"/>
              <a:t>38</a:t>
            </a:r>
            <a:endParaRPr lang="en-AU" sz="81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Other shapes</a:t>
            </a:r>
            <a:br>
              <a:rPr lang="en-GB" smtClean="0"/>
            </a:br>
            <a:r>
              <a:rPr lang="en-GB" b="0" i="0" smtClean="0"/>
              <a:t>Hexagon</a:t>
            </a:r>
            <a:endParaRPr lang="en-GB" b="0" i="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36" name="Group 2"/>
          <p:cNvGrpSpPr/>
          <p:nvPr/>
        </p:nvGrpSpPr>
        <p:grpSpPr bwMode="auto">
          <a:xfrm>
            <a:off x="1777793" y="2057563"/>
            <a:ext cx="8653470" cy="4084557"/>
            <a:chOff x="784" y="1096"/>
            <a:chExt cx="4393" cy="2201"/>
          </a:xfrm>
        </p:grpSpPr>
        <p:sp>
          <p:nvSpPr>
            <p:cNvPr id="37" name="Freeform 3"/>
            <p:cNvSpPr/>
            <p:nvPr/>
          </p:nvSpPr>
          <p:spPr bwMode="auto">
            <a:xfrm>
              <a:off x="2527" y="1781"/>
              <a:ext cx="913" cy="848"/>
            </a:xfrm>
            <a:custGeom>
              <a:avLst/>
              <a:gdLst>
                <a:gd name="T0" fmla="*/ 912 w 913"/>
                <a:gd name="T1" fmla="*/ 396 h 793"/>
                <a:gd name="T2" fmla="*/ 682 w 913"/>
                <a:gd name="T3" fmla="*/ 792 h 793"/>
                <a:gd name="T4" fmla="*/ 230 w 913"/>
                <a:gd name="T5" fmla="*/ 792 h 793"/>
                <a:gd name="T6" fmla="*/ 0 w 913"/>
                <a:gd name="T7" fmla="*/ 396 h 793"/>
                <a:gd name="T8" fmla="*/ 230 w 913"/>
                <a:gd name="T9" fmla="*/ 0 h 793"/>
                <a:gd name="T10" fmla="*/ 682 w 913"/>
                <a:gd name="T11" fmla="*/ 0 h 793"/>
                <a:gd name="T12" fmla="*/ 912 w 913"/>
                <a:gd name="T13" fmla="*/ 396 h 793"/>
                <a:gd name="T14" fmla="*/ 0 60000 65536"/>
                <a:gd name="T15" fmla="*/ 0 60000 65536"/>
                <a:gd name="T16" fmla="*/ 0 60000 65536"/>
                <a:gd name="T17" fmla="*/ 0 60000 65536"/>
                <a:gd name="T18" fmla="*/ 0 60000 65536"/>
                <a:gd name="T19" fmla="*/ 0 60000 65536"/>
                <a:gd name="T20" fmla="*/ 0 60000 65536"/>
                <a:gd name="T21" fmla="*/ 0 w 913"/>
                <a:gd name="T22" fmla="*/ 0 h 793"/>
                <a:gd name="T23" fmla="*/ 913 w 913"/>
                <a:gd name="T24" fmla="*/ 793 h 793"/>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13" h="793">
                  <a:moveTo>
                    <a:pt x="912" y="396"/>
                  </a:moveTo>
                  <a:lnTo>
                    <a:pt x="682" y="792"/>
                  </a:lnTo>
                  <a:lnTo>
                    <a:pt x="230" y="792"/>
                  </a:lnTo>
                  <a:lnTo>
                    <a:pt x="0" y="396"/>
                  </a:lnTo>
                  <a:lnTo>
                    <a:pt x="230" y="0"/>
                  </a:lnTo>
                  <a:lnTo>
                    <a:pt x="682" y="0"/>
                  </a:lnTo>
                  <a:lnTo>
                    <a:pt x="912" y="396"/>
                  </a:lnTo>
                </a:path>
              </a:pathLst>
            </a:custGeom>
            <a:solidFill>
              <a:schemeClr val="tx2"/>
            </a:solidFill>
            <a:ln w="12700" cap="rnd" cmpd="sng">
              <a:noFill/>
              <a:prstDash val="solid"/>
              <a:round/>
              <a:headEnd type="none" w="med" len="med"/>
              <a:tailEnd type="none" w="med" len="med"/>
            </a:ln>
          </p:spPr>
          <p:txBody>
            <a:bodyPr/>
            <a:lstStyle/>
            <a:p>
              <a:pPr>
                <a:defRPr/>
              </a:pPr>
              <a:endParaRPr lang="en-GB" sz="1815">
                <a:solidFill>
                  <a:schemeClr val="accent5"/>
                </a:solidFill>
              </a:endParaRPr>
            </a:p>
          </p:txBody>
        </p:sp>
        <p:sp>
          <p:nvSpPr>
            <p:cNvPr id="57" name="Freeform 4"/>
            <p:cNvSpPr/>
            <p:nvPr/>
          </p:nvSpPr>
          <p:spPr bwMode="auto">
            <a:xfrm>
              <a:off x="791" y="1889"/>
              <a:ext cx="1655" cy="616"/>
            </a:xfrm>
            <a:custGeom>
              <a:avLst/>
              <a:gdLst>
                <a:gd name="T0" fmla="*/ 0 w 1553"/>
                <a:gd name="T1" fmla="*/ 464 h 617"/>
                <a:gd name="T2" fmla="*/ 0 w 1553"/>
                <a:gd name="T3" fmla="*/ 464 h 617"/>
                <a:gd name="T4" fmla="*/ 0 w 1553"/>
                <a:gd name="T5" fmla="*/ 152 h 617"/>
                <a:gd name="T6" fmla="*/ 1392 w 1553"/>
                <a:gd name="T7" fmla="*/ 152 h 617"/>
                <a:gd name="T8" fmla="*/ 1392 w 1553"/>
                <a:gd name="T9" fmla="*/ 0 h 617"/>
                <a:gd name="T10" fmla="*/ 1552 w 1553"/>
                <a:gd name="T11" fmla="*/ 312 h 617"/>
                <a:gd name="T12" fmla="*/ 1392 w 1553"/>
                <a:gd name="T13" fmla="*/ 616 h 617"/>
                <a:gd name="T14" fmla="*/ 1392 w 1553"/>
                <a:gd name="T15" fmla="*/ 464 h 617"/>
                <a:gd name="T16" fmla="*/ 0 w 1553"/>
                <a:gd name="T17" fmla="*/ 464 h 61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53"/>
                <a:gd name="T28" fmla="*/ 0 h 617"/>
                <a:gd name="T29" fmla="*/ 1553 w 1553"/>
                <a:gd name="T30" fmla="*/ 617 h 61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53" h="617">
                  <a:moveTo>
                    <a:pt x="0" y="464"/>
                  </a:moveTo>
                  <a:lnTo>
                    <a:pt x="0" y="464"/>
                  </a:lnTo>
                  <a:lnTo>
                    <a:pt x="0" y="152"/>
                  </a:lnTo>
                  <a:lnTo>
                    <a:pt x="1392" y="152"/>
                  </a:lnTo>
                  <a:lnTo>
                    <a:pt x="1392" y="0"/>
                  </a:lnTo>
                  <a:lnTo>
                    <a:pt x="1552" y="312"/>
                  </a:lnTo>
                  <a:lnTo>
                    <a:pt x="1392" y="616"/>
                  </a:lnTo>
                  <a:lnTo>
                    <a:pt x="1392" y="464"/>
                  </a:lnTo>
                  <a:lnTo>
                    <a:pt x="0" y="464"/>
                  </a:lnTo>
                </a:path>
              </a:pathLst>
            </a:custGeom>
            <a:solidFill>
              <a:schemeClr val="bg2">
                <a:lumMod val="75000"/>
              </a:schemeClr>
            </a:solidFill>
            <a:ln w="12700" cap="rnd" cmpd="sng">
              <a:noFill/>
              <a:prstDash val="solid"/>
              <a:round/>
              <a:headEnd type="none" w="med" len="med"/>
              <a:tailEnd type="none" w="med" len="med"/>
            </a:ln>
          </p:spPr>
          <p:txBody>
            <a:bodyPr/>
            <a:lstStyle/>
            <a:p>
              <a:pPr>
                <a:defRPr/>
              </a:pPr>
              <a:endParaRPr lang="en-GB" sz="1815">
                <a:solidFill>
                  <a:schemeClr val="accent5"/>
                </a:solidFill>
              </a:endParaRPr>
            </a:p>
          </p:txBody>
        </p:sp>
        <p:sp>
          <p:nvSpPr>
            <p:cNvPr id="58" name="Freeform 5"/>
            <p:cNvSpPr/>
            <p:nvPr/>
          </p:nvSpPr>
          <p:spPr bwMode="auto">
            <a:xfrm>
              <a:off x="784" y="1096"/>
              <a:ext cx="2009" cy="673"/>
            </a:xfrm>
            <a:custGeom>
              <a:avLst/>
              <a:gdLst>
                <a:gd name="T0" fmla="*/ 0 w 2009"/>
                <a:gd name="T1" fmla="*/ 0 h 673"/>
                <a:gd name="T2" fmla="*/ 0 w 2009"/>
                <a:gd name="T3" fmla="*/ 0 h 673"/>
                <a:gd name="T4" fmla="*/ 1568 w 2009"/>
                <a:gd name="T5" fmla="*/ 0 h 673"/>
                <a:gd name="T6" fmla="*/ 1888 w 2009"/>
                <a:gd name="T7" fmla="*/ 376 h 673"/>
                <a:gd name="T8" fmla="*/ 2008 w 2009"/>
                <a:gd name="T9" fmla="*/ 272 h 673"/>
                <a:gd name="T10" fmla="*/ 1880 w 2009"/>
                <a:gd name="T11" fmla="*/ 592 h 673"/>
                <a:gd name="T12" fmla="*/ 1544 w 2009"/>
                <a:gd name="T13" fmla="*/ 672 h 673"/>
                <a:gd name="T14" fmla="*/ 1656 w 2009"/>
                <a:gd name="T15" fmla="*/ 576 h 673"/>
                <a:gd name="T16" fmla="*/ 1440 w 2009"/>
                <a:gd name="T17" fmla="*/ 328 h 673"/>
                <a:gd name="T18" fmla="*/ 0 w 2009"/>
                <a:gd name="T19" fmla="*/ 328 h 673"/>
                <a:gd name="T20" fmla="*/ 0 w 2009"/>
                <a:gd name="T21" fmla="*/ 0 h 67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009"/>
                <a:gd name="T34" fmla="*/ 0 h 673"/>
                <a:gd name="T35" fmla="*/ 2009 w 2009"/>
                <a:gd name="T36" fmla="*/ 673 h 67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009" h="673">
                  <a:moveTo>
                    <a:pt x="0" y="0"/>
                  </a:moveTo>
                  <a:lnTo>
                    <a:pt x="0" y="0"/>
                  </a:lnTo>
                  <a:lnTo>
                    <a:pt x="1568" y="0"/>
                  </a:lnTo>
                  <a:lnTo>
                    <a:pt x="1888" y="376"/>
                  </a:lnTo>
                  <a:lnTo>
                    <a:pt x="2008" y="272"/>
                  </a:lnTo>
                  <a:lnTo>
                    <a:pt x="1880" y="592"/>
                  </a:lnTo>
                  <a:lnTo>
                    <a:pt x="1544" y="672"/>
                  </a:lnTo>
                  <a:lnTo>
                    <a:pt x="1656" y="576"/>
                  </a:lnTo>
                  <a:lnTo>
                    <a:pt x="1440" y="328"/>
                  </a:lnTo>
                  <a:lnTo>
                    <a:pt x="0" y="328"/>
                  </a:lnTo>
                  <a:lnTo>
                    <a:pt x="0" y="0"/>
                  </a:lnTo>
                </a:path>
              </a:pathLst>
            </a:custGeom>
            <a:solidFill>
              <a:schemeClr val="bg2">
                <a:lumMod val="75000"/>
              </a:schemeClr>
            </a:solidFill>
            <a:ln w="12700" cap="rnd" cmpd="sng">
              <a:noFill/>
              <a:prstDash val="solid"/>
              <a:round/>
              <a:headEnd type="none" w="med" len="med"/>
              <a:tailEnd type="none" w="med" len="med"/>
            </a:ln>
          </p:spPr>
          <p:txBody>
            <a:bodyPr/>
            <a:lstStyle/>
            <a:p>
              <a:pPr>
                <a:defRPr/>
              </a:pPr>
              <a:endParaRPr lang="en-GB" sz="1815">
                <a:solidFill>
                  <a:schemeClr val="accent5"/>
                </a:solidFill>
              </a:endParaRPr>
            </a:p>
          </p:txBody>
        </p:sp>
        <p:sp>
          <p:nvSpPr>
            <p:cNvPr id="59" name="Freeform 6"/>
            <p:cNvSpPr/>
            <p:nvPr/>
          </p:nvSpPr>
          <p:spPr bwMode="auto">
            <a:xfrm>
              <a:off x="3168" y="1096"/>
              <a:ext cx="2009" cy="673"/>
            </a:xfrm>
            <a:custGeom>
              <a:avLst/>
              <a:gdLst>
                <a:gd name="T0" fmla="*/ 2008 w 2009"/>
                <a:gd name="T1" fmla="*/ 0 h 673"/>
                <a:gd name="T2" fmla="*/ 2008 w 2009"/>
                <a:gd name="T3" fmla="*/ 0 h 673"/>
                <a:gd name="T4" fmla="*/ 440 w 2009"/>
                <a:gd name="T5" fmla="*/ 0 h 673"/>
                <a:gd name="T6" fmla="*/ 120 w 2009"/>
                <a:gd name="T7" fmla="*/ 376 h 673"/>
                <a:gd name="T8" fmla="*/ 0 w 2009"/>
                <a:gd name="T9" fmla="*/ 272 h 673"/>
                <a:gd name="T10" fmla="*/ 128 w 2009"/>
                <a:gd name="T11" fmla="*/ 592 h 673"/>
                <a:gd name="T12" fmla="*/ 464 w 2009"/>
                <a:gd name="T13" fmla="*/ 672 h 673"/>
                <a:gd name="T14" fmla="*/ 352 w 2009"/>
                <a:gd name="T15" fmla="*/ 576 h 673"/>
                <a:gd name="T16" fmla="*/ 568 w 2009"/>
                <a:gd name="T17" fmla="*/ 328 h 673"/>
                <a:gd name="T18" fmla="*/ 2008 w 2009"/>
                <a:gd name="T19" fmla="*/ 328 h 673"/>
                <a:gd name="T20" fmla="*/ 2008 w 2009"/>
                <a:gd name="T21" fmla="*/ 0 h 67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009"/>
                <a:gd name="T34" fmla="*/ 0 h 673"/>
                <a:gd name="T35" fmla="*/ 2009 w 2009"/>
                <a:gd name="T36" fmla="*/ 673 h 67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009" h="673">
                  <a:moveTo>
                    <a:pt x="2008" y="0"/>
                  </a:moveTo>
                  <a:lnTo>
                    <a:pt x="2008" y="0"/>
                  </a:lnTo>
                  <a:lnTo>
                    <a:pt x="440" y="0"/>
                  </a:lnTo>
                  <a:lnTo>
                    <a:pt x="120" y="376"/>
                  </a:lnTo>
                  <a:lnTo>
                    <a:pt x="0" y="272"/>
                  </a:lnTo>
                  <a:lnTo>
                    <a:pt x="128" y="592"/>
                  </a:lnTo>
                  <a:lnTo>
                    <a:pt x="464" y="672"/>
                  </a:lnTo>
                  <a:lnTo>
                    <a:pt x="352" y="576"/>
                  </a:lnTo>
                  <a:lnTo>
                    <a:pt x="568" y="328"/>
                  </a:lnTo>
                  <a:lnTo>
                    <a:pt x="2008" y="328"/>
                  </a:lnTo>
                  <a:lnTo>
                    <a:pt x="2008" y="0"/>
                  </a:lnTo>
                </a:path>
              </a:pathLst>
            </a:custGeom>
            <a:solidFill>
              <a:schemeClr val="bg2">
                <a:lumMod val="75000"/>
              </a:schemeClr>
            </a:solidFill>
            <a:ln w="12700" cap="rnd" cmpd="sng">
              <a:noFill/>
              <a:prstDash val="solid"/>
              <a:round/>
              <a:headEnd type="none" w="med" len="med"/>
              <a:tailEnd type="none" w="med" len="med"/>
            </a:ln>
          </p:spPr>
          <p:txBody>
            <a:bodyPr/>
            <a:lstStyle/>
            <a:p>
              <a:pPr>
                <a:defRPr/>
              </a:pPr>
              <a:endParaRPr lang="en-GB" sz="1815">
                <a:solidFill>
                  <a:schemeClr val="accent5"/>
                </a:solidFill>
              </a:endParaRPr>
            </a:p>
          </p:txBody>
        </p:sp>
        <p:sp>
          <p:nvSpPr>
            <p:cNvPr id="60" name="Freeform 7"/>
            <p:cNvSpPr/>
            <p:nvPr/>
          </p:nvSpPr>
          <p:spPr bwMode="auto">
            <a:xfrm>
              <a:off x="784" y="2624"/>
              <a:ext cx="2009" cy="673"/>
            </a:xfrm>
            <a:custGeom>
              <a:avLst/>
              <a:gdLst>
                <a:gd name="T0" fmla="*/ 0 w 2009"/>
                <a:gd name="T1" fmla="*/ 672 h 673"/>
                <a:gd name="T2" fmla="*/ 0 w 2009"/>
                <a:gd name="T3" fmla="*/ 672 h 673"/>
                <a:gd name="T4" fmla="*/ 1568 w 2009"/>
                <a:gd name="T5" fmla="*/ 672 h 673"/>
                <a:gd name="T6" fmla="*/ 1888 w 2009"/>
                <a:gd name="T7" fmla="*/ 304 h 673"/>
                <a:gd name="T8" fmla="*/ 2008 w 2009"/>
                <a:gd name="T9" fmla="*/ 400 h 673"/>
                <a:gd name="T10" fmla="*/ 1880 w 2009"/>
                <a:gd name="T11" fmla="*/ 80 h 673"/>
                <a:gd name="T12" fmla="*/ 1544 w 2009"/>
                <a:gd name="T13" fmla="*/ 0 h 673"/>
                <a:gd name="T14" fmla="*/ 1656 w 2009"/>
                <a:gd name="T15" fmla="*/ 96 h 673"/>
                <a:gd name="T16" fmla="*/ 1440 w 2009"/>
                <a:gd name="T17" fmla="*/ 344 h 673"/>
                <a:gd name="T18" fmla="*/ 0 w 2009"/>
                <a:gd name="T19" fmla="*/ 344 h 673"/>
                <a:gd name="T20" fmla="*/ 0 w 2009"/>
                <a:gd name="T21" fmla="*/ 672 h 67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009"/>
                <a:gd name="T34" fmla="*/ 0 h 673"/>
                <a:gd name="T35" fmla="*/ 2009 w 2009"/>
                <a:gd name="T36" fmla="*/ 673 h 67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009" h="673">
                  <a:moveTo>
                    <a:pt x="0" y="672"/>
                  </a:moveTo>
                  <a:lnTo>
                    <a:pt x="0" y="672"/>
                  </a:lnTo>
                  <a:lnTo>
                    <a:pt x="1568" y="672"/>
                  </a:lnTo>
                  <a:lnTo>
                    <a:pt x="1888" y="304"/>
                  </a:lnTo>
                  <a:lnTo>
                    <a:pt x="2008" y="400"/>
                  </a:lnTo>
                  <a:lnTo>
                    <a:pt x="1880" y="80"/>
                  </a:lnTo>
                  <a:lnTo>
                    <a:pt x="1544" y="0"/>
                  </a:lnTo>
                  <a:lnTo>
                    <a:pt x="1656" y="96"/>
                  </a:lnTo>
                  <a:lnTo>
                    <a:pt x="1440" y="344"/>
                  </a:lnTo>
                  <a:lnTo>
                    <a:pt x="0" y="344"/>
                  </a:lnTo>
                  <a:lnTo>
                    <a:pt x="0" y="672"/>
                  </a:lnTo>
                </a:path>
              </a:pathLst>
            </a:custGeom>
            <a:solidFill>
              <a:schemeClr val="bg2">
                <a:lumMod val="75000"/>
              </a:schemeClr>
            </a:solidFill>
            <a:ln w="12700" cap="rnd" cmpd="sng">
              <a:noFill/>
              <a:prstDash val="solid"/>
              <a:round/>
              <a:headEnd type="none" w="med" len="med"/>
              <a:tailEnd type="none" w="med" len="med"/>
            </a:ln>
          </p:spPr>
          <p:txBody>
            <a:bodyPr/>
            <a:lstStyle/>
            <a:p>
              <a:pPr>
                <a:defRPr/>
              </a:pPr>
              <a:endParaRPr lang="en-GB" sz="1815">
                <a:solidFill>
                  <a:schemeClr val="accent5"/>
                </a:solidFill>
              </a:endParaRPr>
            </a:p>
          </p:txBody>
        </p:sp>
        <p:sp>
          <p:nvSpPr>
            <p:cNvPr id="61" name="Freeform 8"/>
            <p:cNvSpPr/>
            <p:nvPr/>
          </p:nvSpPr>
          <p:spPr bwMode="auto">
            <a:xfrm>
              <a:off x="3168" y="2624"/>
              <a:ext cx="2009" cy="673"/>
            </a:xfrm>
            <a:custGeom>
              <a:avLst/>
              <a:gdLst>
                <a:gd name="T0" fmla="*/ 2008 w 2009"/>
                <a:gd name="T1" fmla="*/ 672 h 673"/>
                <a:gd name="T2" fmla="*/ 2008 w 2009"/>
                <a:gd name="T3" fmla="*/ 672 h 673"/>
                <a:gd name="T4" fmla="*/ 440 w 2009"/>
                <a:gd name="T5" fmla="*/ 672 h 673"/>
                <a:gd name="T6" fmla="*/ 120 w 2009"/>
                <a:gd name="T7" fmla="*/ 304 h 673"/>
                <a:gd name="T8" fmla="*/ 0 w 2009"/>
                <a:gd name="T9" fmla="*/ 400 h 673"/>
                <a:gd name="T10" fmla="*/ 128 w 2009"/>
                <a:gd name="T11" fmla="*/ 80 h 673"/>
                <a:gd name="T12" fmla="*/ 464 w 2009"/>
                <a:gd name="T13" fmla="*/ 0 h 673"/>
                <a:gd name="T14" fmla="*/ 352 w 2009"/>
                <a:gd name="T15" fmla="*/ 96 h 673"/>
                <a:gd name="T16" fmla="*/ 568 w 2009"/>
                <a:gd name="T17" fmla="*/ 344 h 673"/>
                <a:gd name="T18" fmla="*/ 2008 w 2009"/>
                <a:gd name="T19" fmla="*/ 344 h 673"/>
                <a:gd name="T20" fmla="*/ 2008 w 2009"/>
                <a:gd name="T21" fmla="*/ 672 h 67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009"/>
                <a:gd name="T34" fmla="*/ 0 h 673"/>
                <a:gd name="T35" fmla="*/ 2009 w 2009"/>
                <a:gd name="T36" fmla="*/ 673 h 67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009" h="673">
                  <a:moveTo>
                    <a:pt x="2008" y="672"/>
                  </a:moveTo>
                  <a:lnTo>
                    <a:pt x="2008" y="672"/>
                  </a:lnTo>
                  <a:lnTo>
                    <a:pt x="440" y="672"/>
                  </a:lnTo>
                  <a:lnTo>
                    <a:pt x="120" y="304"/>
                  </a:lnTo>
                  <a:lnTo>
                    <a:pt x="0" y="400"/>
                  </a:lnTo>
                  <a:lnTo>
                    <a:pt x="128" y="80"/>
                  </a:lnTo>
                  <a:lnTo>
                    <a:pt x="464" y="0"/>
                  </a:lnTo>
                  <a:lnTo>
                    <a:pt x="352" y="96"/>
                  </a:lnTo>
                  <a:lnTo>
                    <a:pt x="568" y="344"/>
                  </a:lnTo>
                  <a:lnTo>
                    <a:pt x="2008" y="344"/>
                  </a:lnTo>
                  <a:lnTo>
                    <a:pt x="2008" y="672"/>
                  </a:lnTo>
                </a:path>
              </a:pathLst>
            </a:custGeom>
            <a:solidFill>
              <a:schemeClr val="bg2">
                <a:lumMod val="75000"/>
              </a:schemeClr>
            </a:solidFill>
            <a:ln w="12700" cap="rnd" cmpd="sng">
              <a:noFill/>
              <a:prstDash val="solid"/>
              <a:round/>
              <a:headEnd type="none" w="med" len="med"/>
              <a:tailEnd type="none" w="med" len="med"/>
            </a:ln>
          </p:spPr>
          <p:txBody>
            <a:bodyPr/>
            <a:lstStyle/>
            <a:p>
              <a:pPr>
                <a:defRPr/>
              </a:pPr>
              <a:endParaRPr lang="en-GB" sz="1815" u="sng">
                <a:solidFill>
                  <a:schemeClr val="accent5"/>
                </a:solidFill>
              </a:endParaRPr>
            </a:p>
          </p:txBody>
        </p:sp>
        <p:sp>
          <p:nvSpPr>
            <p:cNvPr id="62" name="Freeform 9"/>
            <p:cNvSpPr/>
            <p:nvPr/>
          </p:nvSpPr>
          <p:spPr bwMode="auto">
            <a:xfrm>
              <a:off x="3521" y="1889"/>
              <a:ext cx="1656" cy="616"/>
            </a:xfrm>
            <a:custGeom>
              <a:avLst/>
              <a:gdLst>
                <a:gd name="T0" fmla="*/ 1552 w 1553"/>
                <a:gd name="T1" fmla="*/ 464 h 617"/>
                <a:gd name="T2" fmla="*/ 1552 w 1553"/>
                <a:gd name="T3" fmla="*/ 464 h 617"/>
                <a:gd name="T4" fmla="*/ 1552 w 1553"/>
                <a:gd name="T5" fmla="*/ 152 h 617"/>
                <a:gd name="T6" fmla="*/ 160 w 1553"/>
                <a:gd name="T7" fmla="*/ 152 h 617"/>
                <a:gd name="T8" fmla="*/ 152 w 1553"/>
                <a:gd name="T9" fmla="*/ 0 h 617"/>
                <a:gd name="T10" fmla="*/ 0 w 1553"/>
                <a:gd name="T11" fmla="*/ 312 h 617"/>
                <a:gd name="T12" fmla="*/ 160 w 1553"/>
                <a:gd name="T13" fmla="*/ 616 h 617"/>
                <a:gd name="T14" fmla="*/ 160 w 1553"/>
                <a:gd name="T15" fmla="*/ 464 h 617"/>
                <a:gd name="T16" fmla="*/ 1552 w 1553"/>
                <a:gd name="T17" fmla="*/ 464 h 61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53"/>
                <a:gd name="T28" fmla="*/ 0 h 617"/>
                <a:gd name="T29" fmla="*/ 1553 w 1553"/>
                <a:gd name="T30" fmla="*/ 617 h 61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53" h="617">
                  <a:moveTo>
                    <a:pt x="1552" y="464"/>
                  </a:moveTo>
                  <a:lnTo>
                    <a:pt x="1552" y="464"/>
                  </a:lnTo>
                  <a:lnTo>
                    <a:pt x="1552" y="152"/>
                  </a:lnTo>
                  <a:lnTo>
                    <a:pt x="160" y="152"/>
                  </a:lnTo>
                  <a:lnTo>
                    <a:pt x="152" y="0"/>
                  </a:lnTo>
                  <a:lnTo>
                    <a:pt x="0" y="312"/>
                  </a:lnTo>
                  <a:lnTo>
                    <a:pt x="160" y="616"/>
                  </a:lnTo>
                  <a:lnTo>
                    <a:pt x="160" y="464"/>
                  </a:lnTo>
                  <a:lnTo>
                    <a:pt x="1552" y="464"/>
                  </a:lnTo>
                </a:path>
              </a:pathLst>
            </a:custGeom>
            <a:solidFill>
              <a:schemeClr val="bg2">
                <a:lumMod val="75000"/>
              </a:schemeClr>
            </a:solidFill>
            <a:ln w="12700" cap="rnd" cmpd="sng">
              <a:noFill/>
              <a:prstDash val="solid"/>
              <a:round/>
              <a:headEnd type="none" w="med" len="med"/>
              <a:tailEnd type="none" w="med" len="med"/>
            </a:ln>
          </p:spPr>
          <p:txBody>
            <a:bodyPr/>
            <a:lstStyle/>
            <a:p>
              <a:pPr>
                <a:defRPr/>
              </a:pPr>
              <a:endParaRPr lang="en-GB" sz="1815">
                <a:solidFill>
                  <a:schemeClr val="accent5"/>
                </a:solidFill>
              </a:endParaRPr>
            </a:p>
          </p:txBody>
        </p:sp>
      </p:grpSp>
      <p:sp>
        <p:nvSpPr>
          <p:cNvPr id="13" name="Text Box 400"/>
          <p:cNvSpPr txBox="1">
            <a:spLocks noChangeArrowheads="1"/>
          </p:cNvSpPr>
          <p:nvPr>
            <p:custDataLst>
              <p:tags r:id="rId1"/>
            </p:custDataLst>
          </p:nvPr>
        </p:nvSpPr>
        <p:spPr bwMode="auto">
          <a:xfrm>
            <a:off x="1901393" y="3977384"/>
            <a:ext cx="778990" cy="279400"/>
          </a:xfrm>
          <a:prstGeom prst="rect">
            <a:avLst/>
          </a:prstGeom>
          <a:noFill/>
          <a:ln w="9525">
            <a:noFill/>
            <a:miter lim="800000"/>
          </a:ln>
        </p:spPr>
        <p:txBody>
          <a:bodyPr wrap="square" lIns="65699" tIns="0" rIns="67044" bIns="0">
            <a:spAutoFit/>
          </a:bodyPr>
          <a:lstStyle/>
          <a:p>
            <a:pPr defTabSz="1043305">
              <a:spcBef>
                <a:spcPct val="50000"/>
              </a:spcBef>
              <a:spcAft>
                <a:spcPct val="0"/>
              </a:spcAft>
            </a:pPr>
            <a:r>
              <a:rPr lang="en-GB" sz="1815" b="1" dirty="0" smtClean="0">
                <a:solidFill>
                  <a:schemeClr val="bg2"/>
                </a:solidFill>
                <a:latin typeface="+mj-lt"/>
              </a:rPr>
              <a:t>Text</a:t>
            </a:r>
            <a:endParaRPr lang="en-GB" sz="1815" b="1" dirty="0">
              <a:solidFill>
                <a:schemeClr val="bg2"/>
              </a:solidFill>
              <a:latin typeface="+mj-lt"/>
            </a:endParaRPr>
          </a:p>
        </p:txBody>
      </p:sp>
      <p:sp>
        <p:nvSpPr>
          <p:cNvPr id="14" name="Text Box 400"/>
          <p:cNvSpPr txBox="1">
            <a:spLocks noChangeArrowheads="1"/>
          </p:cNvSpPr>
          <p:nvPr>
            <p:custDataLst>
              <p:tags r:id="rId2"/>
            </p:custDataLst>
          </p:nvPr>
        </p:nvSpPr>
        <p:spPr bwMode="auto">
          <a:xfrm>
            <a:off x="1901393" y="2209193"/>
            <a:ext cx="778990" cy="279400"/>
          </a:xfrm>
          <a:prstGeom prst="rect">
            <a:avLst/>
          </a:prstGeom>
          <a:noFill/>
          <a:ln w="9525">
            <a:noFill/>
            <a:miter lim="800000"/>
          </a:ln>
        </p:spPr>
        <p:txBody>
          <a:bodyPr wrap="square" lIns="65699" tIns="0" rIns="67044" bIns="0">
            <a:spAutoFit/>
          </a:bodyPr>
          <a:lstStyle/>
          <a:p>
            <a:pPr defTabSz="1043305">
              <a:spcBef>
                <a:spcPct val="50000"/>
              </a:spcBef>
              <a:spcAft>
                <a:spcPct val="0"/>
              </a:spcAft>
            </a:pPr>
            <a:r>
              <a:rPr lang="en-GB" sz="1815" b="1" dirty="0" smtClean="0">
                <a:solidFill>
                  <a:schemeClr val="bg2"/>
                </a:solidFill>
                <a:latin typeface="+mj-lt"/>
              </a:rPr>
              <a:t>Text</a:t>
            </a:r>
            <a:endParaRPr lang="en-GB" sz="1815" b="1" dirty="0">
              <a:solidFill>
                <a:schemeClr val="bg2"/>
              </a:solidFill>
              <a:latin typeface="+mj-lt"/>
            </a:endParaRPr>
          </a:p>
        </p:txBody>
      </p:sp>
      <p:sp>
        <p:nvSpPr>
          <p:cNvPr id="15" name="Text Box 400"/>
          <p:cNvSpPr txBox="1">
            <a:spLocks noChangeArrowheads="1"/>
          </p:cNvSpPr>
          <p:nvPr>
            <p:custDataLst>
              <p:tags r:id="rId3"/>
            </p:custDataLst>
          </p:nvPr>
        </p:nvSpPr>
        <p:spPr bwMode="auto">
          <a:xfrm>
            <a:off x="1901393" y="5715112"/>
            <a:ext cx="778990" cy="279400"/>
          </a:xfrm>
          <a:prstGeom prst="rect">
            <a:avLst/>
          </a:prstGeom>
          <a:noFill/>
          <a:ln w="9525">
            <a:noFill/>
            <a:miter lim="800000"/>
          </a:ln>
        </p:spPr>
        <p:txBody>
          <a:bodyPr wrap="square" lIns="65699" tIns="0" rIns="67044" bIns="0">
            <a:spAutoFit/>
          </a:bodyPr>
          <a:lstStyle/>
          <a:p>
            <a:pPr defTabSz="1043305">
              <a:spcBef>
                <a:spcPct val="50000"/>
              </a:spcBef>
              <a:spcAft>
                <a:spcPct val="0"/>
              </a:spcAft>
            </a:pPr>
            <a:r>
              <a:rPr lang="en-GB" sz="1815" b="1" dirty="0" smtClean="0">
                <a:solidFill>
                  <a:schemeClr val="bg2"/>
                </a:solidFill>
                <a:latin typeface="+mj-lt"/>
              </a:rPr>
              <a:t>Text</a:t>
            </a:r>
            <a:endParaRPr lang="en-GB" sz="1815" b="1" dirty="0">
              <a:solidFill>
                <a:schemeClr val="bg2"/>
              </a:solidFill>
              <a:latin typeface="+mj-lt"/>
            </a:endParaRPr>
          </a:p>
        </p:txBody>
      </p:sp>
      <p:sp>
        <p:nvSpPr>
          <p:cNvPr id="16" name="Text Box 400"/>
          <p:cNvSpPr txBox="1">
            <a:spLocks noChangeArrowheads="1"/>
          </p:cNvSpPr>
          <p:nvPr>
            <p:custDataLst>
              <p:tags r:id="rId4"/>
            </p:custDataLst>
          </p:nvPr>
        </p:nvSpPr>
        <p:spPr bwMode="auto">
          <a:xfrm>
            <a:off x="9525939" y="3977384"/>
            <a:ext cx="778990" cy="27940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815" b="1" dirty="0" smtClean="0">
                <a:solidFill>
                  <a:schemeClr val="bg2"/>
                </a:solidFill>
                <a:latin typeface="+mj-lt"/>
              </a:rPr>
              <a:t>Text</a:t>
            </a:r>
            <a:endParaRPr lang="en-GB" sz="1815" b="1" dirty="0">
              <a:solidFill>
                <a:schemeClr val="bg2"/>
              </a:solidFill>
              <a:latin typeface="+mj-lt"/>
            </a:endParaRPr>
          </a:p>
        </p:txBody>
      </p:sp>
      <p:sp>
        <p:nvSpPr>
          <p:cNvPr id="17" name="Text Box 400"/>
          <p:cNvSpPr txBox="1">
            <a:spLocks noChangeArrowheads="1"/>
          </p:cNvSpPr>
          <p:nvPr>
            <p:custDataLst>
              <p:tags r:id="rId5"/>
            </p:custDataLst>
          </p:nvPr>
        </p:nvSpPr>
        <p:spPr bwMode="auto">
          <a:xfrm>
            <a:off x="9525939" y="2209193"/>
            <a:ext cx="778990" cy="27940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815" b="1" dirty="0" smtClean="0">
                <a:solidFill>
                  <a:schemeClr val="bg2"/>
                </a:solidFill>
                <a:latin typeface="+mj-lt"/>
              </a:rPr>
              <a:t>Text</a:t>
            </a:r>
            <a:endParaRPr lang="en-GB" sz="1815" b="1" dirty="0">
              <a:solidFill>
                <a:schemeClr val="bg2"/>
              </a:solidFill>
              <a:latin typeface="+mj-lt"/>
            </a:endParaRPr>
          </a:p>
        </p:txBody>
      </p:sp>
      <p:sp>
        <p:nvSpPr>
          <p:cNvPr id="18" name="Text Box 400"/>
          <p:cNvSpPr txBox="1">
            <a:spLocks noChangeArrowheads="1"/>
          </p:cNvSpPr>
          <p:nvPr>
            <p:custDataLst>
              <p:tags r:id="rId6"/>
            </p:custDataLst>
          </p:nvPr>
        </p:nvSpPr>
        <p:spPr bwMode="auto">
          <a:xfrm>
            <a:off x="9525939" y="5715112"/>
            <a:ext cx="778990" cy="27940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815" b="1" dirty="0" smtClean="0">
                <a:solidFill>
                  <a:schemeClr val="bg2"/>
                </a:solidFill>
                <a:latin typeface="+mj-lt"/>
              </a:rPr>
              <a:t>Text</a:t>
            </a:r>
            <a:endParaRPr lang="en-GB" sz="1815" b="1" dirty="0">
              <a:solidFill>
                <a:schemeClr val="bg2"/>
              </a:solidFill>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custDataLst>
              <p:tags r:id="rId1"/>
            </p:custDataLst>
          </p:nvPr>
        </p:nvGrpSpPr>
        <p:grpSpPr>
          <a:xfrm>
            <a:off x="1740532" y="2068221"/>
            <a:ext cx="8789988" cy="4038771"/>
            <a:chOff x="544797" y="2196455"/>
            <a:chExt cx="10149551" cy="4452745"/>
          </a:xfrm>
        </p:grpSpPr>
        <p:sp>
          <p:nvSpPr>
            <p:cNvPr id="37" name="Freeform 6"/>
            <p:cNvSpPr/>
            <p:nvPr>
              <p:custDataLst>
                <p:tags r:id="rId2"/>
              </p:custDataLst>
            </p:nvPr>
          </p:nvSpPr>
          <p:spPr bwMode="auto">
            <a:xfrm>
              <a:off x="567075"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57" name="Freeform 7"/>
            <p:cNvSpPr/>
            <p:nvPr/>
          </p:nvSpPr>
          <p:spPr bwMode="auto">
            <a:xfrm>
              <a:off x="567075"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58" name="Freeform 8"/>
            <p:cNvSpPr/>
            <p:nvPr>
              <p:custDataLst>
                <p:tags r:id="rId3"/>
              </p:custDataLst>
            </p:nvPr>
          </p:nvSpPr>
          <p:spPr bwMode="auto">
            <a:xfrm>
              <a:off x="2267620"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59" name="Freeform 9"/>
            <p:cNvSpPr/>
            <p:nvPr/>
          </p:nvSpPr>
          <p:spPr bwMode="auto">
            <a:xfrm>
              <a:off x="2267620"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0" name="Freeform 10"/>
            <p:cNvSpPr/>
            <p:nvPr>
              <p:custDataLst>
                <p:tags r:id="rId4"/>
              </p:custDataLst>
            </p:nvPr>
          </p:nvSpPr>
          <p:spPr bwMode="auto">
            <a:xfrm>
              <a:off x="3973736"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1" name="Freeform 11"/>
            <p:cNvSpPr/>
            <p:nvPr/>
          </p:nvSpPr>
          <p:spPr bwMode="auto">
            <a:xfrm>
              <a:off x="3973736"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2" name="Freeform 12"/>
            <p:cNvSpPr/>
            <p:nvPr>
              <p:custDataLst>
                <p:tags r:id="rId5"/>
              </p:custDataLst>
            </p:nvPr>
          </p:nvSpPr>
          <p:spPr bwMode="auto">
            <a:xfrm>
              <a:off x="5681709"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3" name="Freeform 13"/>
            <p:cNvSpPr/>
            <p:nvPr/>
          </p:nvSpPr>
          <p:spPr bwMode="auto">
            <a:xfrm>
              <a:off x="5681709"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4" name="Freeform 14"/>
            <p:cNvSpPr/>
            <p:nvPr>
              <p:custDataLst>
                <p:tags r:id="rId6"/>
              </p:custDataLst>
            </p:nvPr>
          </p:nvSpPr>
          <p:spPr bwMode="auto">
            <a:xfrm>
              <a:off x="54479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5" name="Freeform 15"/>
            <p:cNvSpPr/>
            <p:nvPr/>
          </p:nvSpPr>
          <p:spPr bwMode="auto">
            <a:xfrm>
              <a:off x="54479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6" name="Freeform 16"/>
            <p:cNvSpPr/>
            <p:nvPr>
              <p:custDataLst>
                <p:tags r:id="rId7"/>
              </p:custDataLst>
            </p:nvPr>
          </p:nvSpPr>
          <p:spPr bwMode="auto">
            <a:xfrm>
              <a:off x="567075" y="2196455"/>
              <a:ext cx="1583587"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7" name="Freeform 17"/>
            <p:cNvSpPr/>
            <p:nvPr/>
          </p:nvSpPr>
          <p:spPr bwMode="auto">
            <a:xfrm>
              <a:off x="567075" y="2196455"/>
              <a:ext cx="1583587"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8" name="Freeform 18"/>
            <p:cNvSpPr/>
            <p:nvPr>
              <p:custDataLst>
                <p:tags r:id="rId8"/>
              </p:custDataLst>
            </p:nvPr>
          </p:nvSpPr>
          <p:spPr bwMode="auto">
            <a:xfrm>
              <a:off x="567075" y="2196456"/>
              <a:ext cx="1583587"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9" name="Freeform 19"/>
            <p:cNvSpPr/>
            <p:nvPr/>
          </p:nvSpPr>
          <p:spPr bwMode="auto">
            <a:xfrm>
              <a:off x="567075" y="2196456"/>
              <a:ext cx="1583587"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0" name="Freeform 20"/>
            <p:cNvSpPr/>
            <p:nvPr>
              <p:custDataLst>
                <p:tags r:id="rId9"/>
              </p:custDataLst>
            </p:nvPr>
          </p:nvSpPr>
          <p:spPr bwMode="auto">
            <a:xfrm>
              <a:off x="674750" y="2313727"/>
              <a:ext cx="1373804" cy="1128939"/>
            </a:xfrm>
            <a:custGeom>
              <a:avLst/>
              <a:gdLst>
                <a:gd name="T0" fmla="*/ 740 w 740"/>
                <a:gd name="T1" fmla="*/ 434 h 645"/>
                <a:gd name="T2" fmla="*/ 368 w 740"/>
                <a:gd name="T3" fmla="*/ 645 h 645"/>
                <a:gd name="T4" fmla="*/ 0 w 740"/>
                <a:gd name="T5" fmla="*/ 434 h 645"/>
                <a:gd name="T6" fmla="*/ 0 w 740"/>
                <a:gd name="T7" fmla="*/ 211 h 645"/>
                <a:gd name="T8" fmla="*/ 368 w 740"/>
                <a:gd name="T9" fmla="*/ 0 h 645"/>
                <a:gd name="T10" fmla="*/ 740 w 740"/>
                <a:gd name="T11" fmla="*/ 211 h 645"/>
                <a:gd name="T12" fmla="*/ 740 w 740"/>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40" h="645">
                  <a:moveTo>
                    <a:pt x="740" y="434"/>
                  </a:moveTo>
                  <a:lnTo>
                    <a:pt x="368" y="645"/>
                  </a:lnTo>
                  <a:lnTo>
                    <a:pt x="0" y="434"/>
                  </a:lnTo>
                  <a:lnTo>
                    <a:pt x="0" y="211"/>
                  </a:lnTo>
                  <a:lnTo>
                    <a:pt x="368" y="0"/>
                  </a:lnTo>
                  <a:lnTo>
                    <a:pt x="740" y="211"/>
                  </a:lnTo>
                  <a:lnTo>
                    <a:pt x="740" y="434"/>
                  </a:lnTo>
                  <a:close/>
                </a:path>
              </a:pathLst>
            </a:custGeom>
            <a:solidFill>
              <a:schemeClr val="accent4"/>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1" name="Freeform 21"/>
            <p:cNvSpPr/>
            <p:nvPr>
              <p:custDataLst>
                <p:tags r:id="rId10"/>
              </p:custDataLst>
            </p:nvPr>
          </p:nvSpPr>
          <p:spPr bwMode="auto">
            <a:xfrm>
              <a:off x="225276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2" name="Freeform 22"/>
            <p:cNvSpPr/>
            <p:nvPr/>
          </p:nvSpPr>
          <p:spPr bwMode="auto">
            <a:xfrm>
              <a:off x="225276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3" name="Freeform 23"/>
            <p:cNvSpPr/>
            <p:nvPr>
              <p:custDataLst>
                <p:tags r:id="rId11"/>
              </p:custDataLst>
            </p:nvPr>
          </p:nvSpPr>
          <p:spPr bwMode="auto">
            <a:xfrm>
              <a:off x="2273191" y="2196455"/>
              <a:ext cx="1585443" cy="2767213"/>
            </a:xfrm>
            <a:custGeom>
              <a:avLst/>
              <a:gdLst>
                <a:gd name="T0" fmla="*/ 427 w 854"/>
                <a:gd name="T1" fmla="*/ 0 h 1581"/>
                <a:gd name="T2" fmla="*/ 0 w 854"/>
                <a:gd name="T3" fmla="*/ 247 h 1581"/>
                <a:gd name="T4" fmla="*/ 0 w 854"/>
                <a:gd name="T5" fmla="*/ 250 h 1581"/>
                <a:gd name="T6" fmla="*/ 427 w 854"/>
                <a:gd name="T7" fmla="*/ 0 h 1581"/>
                <a:gd name="T8" fmla="*/ 854 w 854"/>
                <a:gd name="T9" fmla="*/ 247 h 1581"/>
                <a:gd name="T10" fmla="*/ 854 w 854"/>
                <a:gd name="T11" fmla="*/ 1581 h 1581"/>
                <a:gd name="T12" fmla="*/ 854 w 854"/>
                <a:gd name="T13" fmla="*/ 247 h 1581"/>
                <a:gd name="T14" fmla="*/ 427 w 854"/>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4" h="1581">
                  <a:moveTo>
                    <a:pt x="427" y="0"/>
                  </a:moveTo>
                  <a:lnTo>
                    <a:pt x="0" y="247"/>
                  </a:lnTo>
                  <a:lnTo>
                    <a:pt x="0" y="250"/>
                  </a:lnTo>
                  <a:lnTo>
                    <a:pt x="427" y="0"/>
                  </a:lnTo>
                  <a:lnTo>
                    <a:pt x="854" y="247"/>
                  </a:lnTo>
                  <a:lnTo>
                    <a:pt x="854" y="1581"/>
                  </a:lnTo>
                  <a:lnTo>
                    <a:pt x="854" y="247"/>
                  </a:lnTo>
                  <a:lnTo>
                    <a:pt x="427"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4" name="Freeform 24"/>
            <p:cNvSpPr/>
            <p:nvPr/>
          </p:nvSpPr>
          <p:spPr bwMode="auto">
            <a:xfrm>
              <a:off x="2273191" y="2196455"/>
              <a:ext cx="1585443" cy="2767213"/>
            </a:xfrm>
            <a:custGeom>
              <a:avLst/>
              <a:gdLst>
                <a:gd name="T0" fmla="*/ 427 w 854"/>
                <a:gd name="T1" fmla="*/ 0 h 1581"/>
                <a:gd name="T2" fmla="*/ 0 w 854"/>
                <a:gd name="T3" fmla="*/ 247 h 1581"/>
                <a:gd name="T4" fmla="*/ 0 w 854"/>
                <a:gd name="T5" fmla="*/ 250 h 1581"/>
                <a:gd name="T6" fmla="*/ 427 w 854"/>
                <a:gd name="T7" fmla="*/ 0 h 1581"/>
                <a:gd name="T8" fmla="*/ 854 w 854"/>
                <a:gd name="T9" fmla="*/ 247 h 1581"/>
                <a:gd name="T10" fmla="*/ 854 w 854"/>
                <a:gd name="T11" fmla="*/ 1581 h 1581"/>
                <a:gd name="T12" fmla="*/ 854 w 854"/>
                <a:gd name="T13" fmla="*/ 247 h 1581"/>
                <a:gd name="T14" fmla="*/ 427 w 854"/>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4" h="1581">
                  <a:moveTo>
                    <a:pt x="427" y="0"/>
                  </a:moveTo>
                  <a:lnTo>
                    <a:pt x="0" y="247"/>
                  </a:lnTo>
                  <a:lnTo>
                    <a:pt x="0" y="250"/>
                  </a:lnTo>
                  <a:lnTo>
                    <a:pt x="427" y="0"/>
                  </a:lnTo>
                  <a:lnTo>
                    <a:pt x="854" y="247"/>
                  </a:lnTo>
                  <a:lnTo>
                    <a:pt x="854" y="1581"/>
                  </a:lnTo>
                  <a:lnTo>
                    <a:pt x="854"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5" name="Freeform 25"/>
            <p:cNvSpPr/>
            <p:nvPr>
              <p:custDataLst>
                <p:tags r:id="rId12"/>
              </p:custDataLst>
            </p:nvPr>
          </p:nvSpPr>
          <p:spPr bwMode="auto">
            <a:xfrm>
              <a:off x="2273191" y="2196456"/>
              <a:ext cx="1585443" cy="3199534"/>
            </a:xfrm>
            <a:custGeom>
              <a:avLst/>
              <a:gdLst>
                <a:gd name="T0" fmla="*/ 427 w 854"/>
                <a:gd name="T1" fmla="*/ 0 h 1828"/>
                <a:gd name="T2" fmla="*/ 0 w 854"/>
                <a:gd name="T3" fmla="*/ 250 h 1828"/>
                <a:gd name="T4" fmla="*/ 0 w 854"/>
                <a:gd name="T5" fmla="*/ 1581 h 1828"/>
                <a:gd name="T6" fmla="*/ 427 w 854"/>
                <a:gd name="T7" fmla="*/ 1828 h 1828"/>
                <a:gd name="T8" fmla="*/ 854 w 854"/>
                <a:gd name="T9" fmla="*/ 1581 h 1828"/>
                <a:gd name="T10" fmla="*/ 854 w 854"/>
                <a:gd name="T11" fmla="*/ 247 h 1828"/>
                <a:gd name="T12" fmla="*/ 427 w 854"/>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4" h="1828">
                  <a:moveTo>
                    <a:pt x="427" y="0"/>
                  </a:moveTo>
                  <a:lnTo>
                    <a:pt x="0" y="250"/>
                  </a:lnTo>
                  <a:lnTo>
                    <a:pt x="0" y="1581"/>
                  </a:lnTo>
                  <a:lnTo>
                    <a:pt x="427" y="1828"/>
                  </a:lnTo>
                  <a:lnTo>
                    <a:pt x="854" y="1581"/>
                  </a:lnTo>
                  <a:lnTo>
                    <a:pt x="854" y="247"/>
                  </a:lnTo>
                  <a:lnTo>
                    <a:pt x="427"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6" name="Freeform 26"/>
            <p:cNvSpPr/>
            <p:nvPr/>
          </p:nvSpPr>
          <p:spPr bwMode="auto">
            <a:xfrm>
              <a:off x="2273191" y="2196456"/>
              <a:ext cx="1585443" cy="3199534"/>
            </a:xfrm>
            <a:custGeom>
              <a:avLst/>
              <a:gdLst>
                <a:gd name="T0" fmla="*/ 427 w 854"/>
                <a:gd name="T1" fmla="*/ 0 h 1828"/>
                <a:gd name="T2" fmla="*/ 0 w 854"/>
                <a:gd name="T3" fmla="*/ 250 h 1828"/>
                <a:gd name="T4" fmla="*/ 0 w 854"/>
                <a:gd name="T5" fmla="*/ 1581 h 1828"/>
                <a:gd name="T6" fmla="*/ 427 w 854"/>
                <a:gd name="T7" fmla="*/ 1828 h 1828"/>
                <a:gd name="T8" fmla="*/ 854 w 854"/>
                <a:gd name="T9" fmla="*/ 1581 h 1828"/>
                <a:gd name="T10" fmla="*/ 854 w 854"/>
                <a:gd name="T11" fmla="*/ 247 h 1828"/>
                <a:gd name="T12" fmla="*/ 427 w 854"/>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4" h="1828">
                  <a:moveTo>
                    <a:pt x="427" y="0"/>
                  </a:moveTo>
                  <a:lnTo>
                    <a:pt x="0" y="250"/>
                  </a:lnTo>
                  <a:lnTo>
                    <a:pt x="0" y="1581"/>
                  </a:lnTo>
                  <a:lnTo>
                    <a:pt x="427" y="1828"/>
                  </a:lnTo>
                  <a:lnTo>
                    <a:pt x="854" y="1581"/>
                  </a:lnTo>
                  <a:lnTo>
                    <a:pt x="854"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7" name="Freeform 27"/>
            <p:cNvSpPr/>
            <p:nvPr>
              <p:custDataLst>
                <p:tags r:id="rId13"/>
              </p:custDataLst>
            </p:nvPr>
          </p:nvSpPr>
          <p:spPr bwMode="auto">
            <a:xfrm>
              <a:off x="3958884" y="2196457"/>
              <a:ext cx="1605865" cy="3225789"/>
            </a:xfrm>
            <a:custGeom>
              <a:avLst/>
              <a:gdLst>
                <a:gd name="T0" fmla="*/ 865 w 865"/>
                <a:gd name="T1" fmla="*/ 1597 h 1843"/>
                <a:gd name="T2" fmla="*/ 439 w 865"/>
                <a:gd name="T3" fmla="*/ 1843 h 1843"/>
                <a:gd name="T4" fmla="*/ 0 w 865"/>
                <a:gd name="T5" fmla="*/ 1597 h 1843"/>
                <a:gd name="T6" fmla="*/ 0 w 865"/>
                <a:gd name="T7" fmla="*/ 258 h 1843"/>
                <a:gd name="T8" fmla="*/ 439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9" y="1843"/>
                  </a:lnTo>
                  <a:lnTo>
                    <a:pt x="0" y="1597"/>
                  </a:lnTo>
                  <a:lnTo>
                    <a:pt x="0" y="258"/>
                  </a:lnTo>
                  <a:lnTo>
                    <a:pt x="439"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8" name="Freeform 28"/>
            <p:cNvSpPr/>
            <p:nvPr/>
          </p:nvSpPr>
          <p:spPr bwMode="auto">
            <a:xfrm>
              <a:off x="3958884" y="2196457"/>
              <a:ext cx="1605865" cy="3225789"/>
            </a:xfrm>
            <a:custGeom>
              <a:avLst/>
              <a:gdLst>
                <a:gd name="T0" fmla="*/ 865 w 865"/>
                <a:gd name="T1" fmla="*/ 1597 h 1843"/>
                <a:gd name="T2" fmla="*/ 439 w 865"/>
                <a:gd name="T3" fmla="*/ 1843 h 1843"/>
                <a:gd name="T4" fmla="*/ 0 w 865"/>
                <a:gd name="T5" fmla="*/ 1597 h 1843"/>
                <a:gd name="T6" fmla="*/ 0 w 865"/>
                <a:gd name="T7" fmla="*/ 258 h 1843"/>
                <a:gd name="T8" fmla="*/ 439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9" y="1843"/>
                  </a:lnTo>
                  <a:lnTo>
                    <a:pt x="0" y="1597"/>
                  </a:lnTo>
                  <a:lnTo>
                    <a:pt x="0" y="258"/>
                  </a:lnTo>
                  <a:lnTo>
                    <a:pt x="439"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9" name="Freeform 29"/>
            <p:cNvSpPr/>
            <p:nvPr>
              <p:custDataLst>
                <p:tags r:id="rId14"/>
              </p:custDataLst>
            </p:nvPr>
          </p:nvSpPr>
          <p:spPr bwMode="auto">
            <a:xfrm>
              <a:off x="3981162" y="2196455"/>
              <a:ext cx="1583588" cy="2767213"/>
            </a:xfrm>
            <a:custGeom>
              <a:avLst/>
              <a:gdLst>
                <a:gd name="T0" fmla="*/ 427 w 853"/>
                <a:gd name="T1" fmla="*/ 0 h 1581"/>
                <a:gd name="T2" fmla="*/ 0 w 853"/>
                <a:gd name="T3" fmla="*/ 247 h 1581"/>
                <a:gd name="T4" fmla="*/ 0 w 853"/>
                <a:gd name="T5" fmla="*/ 250 h 1581"/>
                <a:gd name="T6" fmla="*/ 427 w 853"/>
                <a:gd name="T7" fmla="*/ 0 h 1581"/>
                <a:gd name="T8" fmla="*/ 853 w 853"/>
                <a:gd name="T9" fmla="*/ 247 h 1581"/>
                <a:gd name="T10" fmla="*/ 853 w 853"/>
                <a:gd name="T11" fmla="*/ 1581 h 1581"/>
                <a:gd name="T12" fmla="*/ 853 w 853"/>
                <a:gd name="T13" fmla="*/ 247 h 1581"/>
                <a:gd name="T14" fmla="*/ 427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7" y="0"/>
                  </a:moveTo>
                  <a:lnTo>
                    <a:pt x="0" y="247"/>
                  </a:lnTo>
                  <a:lnTo>
                    <a:pt x="0" y="250"/>
                  </a:lnTo>
                  <a:lnTo>
                    <a:pt x="427" y="0"/>
                  </a:lnTo>
                  <a:lnTo>
                    <a:pt x="853" y="247"/>
                  </a:lnTo>
                  <a:lnTo>
                    <a:pt x="853" y="1581"/>
                  </a:lnTo>
                  <a:lnTo>
                    <a:pt x="853" y="247"/>
                  </a:lnTo>
                  <a:lnTo>
                    <a:pt x="427"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0" name="Freeform 30"/>
            <p:cNvSpPr/>
            <p:nvPr/>
          </p:nvSpPr>
          <p:spPr bwMode="auto">
            <a:xfrm>
              <a:off x="3981162" y="2196455"/>
              <a:ext cx="1583588" cy="2767213"/>
            </a:xfrm>
            <a:custGeom>
              <a:avLst/>
              <a:gdLst>
                <a:gd name="T0" fmla="*/ 427 w 853"/>
                <a:gd name="T1" fmla="*/ 0 h 1581"/>
                <a:gd name="T2" fmla="*/ 0 w 853"/>
                <a:gd name="T3" fmla="*/ 247 h 1581"/>
                <a:gd name="T4" fmla="*/ 0 w 853"/>
                <a:gd name="T5" fmla="*/ 250 h 1581"/>
                <a:gd name="T6" fmla="*/ 427 w 853"/>
                <a:gd name="T7" fmla="*/ 0 h 1581"/>
                <a:gd name="T8" fmla="*/ 853 w 853"/>
                <a:gd name="T9" fmla="*/ 247 h 1581"/>
                <a:gd name="T10" fmla="*/ 853 w 853"/>
                <a:gd name="T11" fmla="*/ 1581 h 1581"/>
                <a:gd name="T12" fmla="*/ 853 w 853"/>
                <a:gd name="T13" fmla="*/ 247 h 1581"/>
                <a:gd name="T14" fmla="*/ 427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7" y="0"/>
                  </a:moveTo>
                  <a:lnTo>
                    <a:pt x="0" y="247"/>
                  </a:lnTo>
                  <a:lnTo>
                    <a:pt x="0" y="250"/>
                  </a:lnTo>
                  <a:lnTo>
                    <a:pt x="427" y="0"/>
                  </a:lnTo>
                  <a:lnTo>
                    <a:pt x="853" y="247"/>
                  </a:lnTo>
                  <a:lnTo>
                    <a:pt x="853" y="1581"/>
                  </a:lnTo>
                  <a:lnTo>
                    <a:pt x="853"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1" name="Freeform 31"/>
            <p:cNvSpPr/>
            <p:nvPr>
              <p:custDataLst>
                <p:tags r:id="rId15"/>
              </p:custDataLst>
            </p:nvPr>
          </p:nvSpPr>
          <p:spPr bwMode="auto">
            <a:xfrm>
              <a:off x="3981162" y="2196456"/>
              <a:ext cx="1583588" cy="3199534"/>
            </a:xfrm>
            <a:custGeom>
              <a:avLst/>
              <a:gdLst>
                <a:gd name="T0" fmla="*/ 427 w 853"/>
                <a:gd name="T1" fmla="*/ 0 h 1828"/>
                <a:gd name="T2" fmla="*/ 0 w 853"/>
                <a:gd name="T3" fmla="*/ 250 h 1828"/>
                <a:gd name="T4" fmla="*/ 0 w 853"/>
                <a:gd name="T5" fmla="*/ 1581 h 1828"/>
                <a:gd name="T6" fmla="*/ 427 w 853"/>
                <a:gd name="T7" fmla="*/ 1828 h 1828"/>
                <a:gd name="T8" fmla="*/ 853 w 853"/>
                <a:gd name="T9" fmla="*/ 1581 h 1828"/>
                <a:gd name="T10" fmla="*/ 853 w 853"/>
                <a:gd name="T11" fmla="*/ 247 h 1828"/>
                <a:gd name="T12" fmla="*/ 427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7" y="0"/>
                  </a:moveTo>
                  <a:lnTo>
                    <a:pt x="0" y="250"/>
                  </a:lnTo>
                  <a:lnTo>
                    <a:pt x="0" y="1581"/>
                  </a:lnTo>
                  <a:lnTo>
                    <a:pt x="427" y="1828"/>
                  </a:lnTo>
                  <a:lnTo>
                    <a:pt x="853" y="1581"/>
                  </a:lnTo>
                  <a:lnTo>
                    <a:pt x="853" y="247"/>
                  </a:lnTo>
                  <a:lnTo>
                    <a:pt x="427"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2" name="Freeform 32"/>
            <p:cNvSpPr/>
            <p:nvPr/>
          </p:nvSpPr>
          <p:spPr bwMode="auto">
            <a:xfrm>
              <a:off x="3981162" y="2196456"/>
              <a:ext cx="1583588" cy="3199534"/>
            </a:xfrm>
            <a:custGeom>
              <a:avLst/>
              <a:gdLst>
                <a:gd name="T0" fmla="*/ 427 w 853"/>
                <a:gd name="T1" fmla="*/ 0 h 1828"/>
                <a:gd name="T2" fmla="*/ 0 w 853"/>
                <a:gd name="T3" fmla="*/ 250 h 1828"/>
                <a:gd name="T4" fmla="*/ 0 w 853"/>
                <a:gd name="T5" fmla="*/ 1581 h 1828"/>
                <a:gd name="T6" fmla="*/ 427 w 853"/>
                <a:gd name="T7" fmla="*/ 1828 h 1828"/>
                <a:gd name="T8" fmla="*/ 853 w 853"/>
                <a:gd name="T9" fmla="*/ 1581 h 1828"/>
                <a:gd name="T10" fmla="*/ 853 w 853"/>
                <a:gd name="T11" fmla="*/ 247 h 1828"/>
                <a:gd name="T12" fmla="*/ 427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7" y="0"/>
                  </a:moveTo>
                  <a:lnTo>
                    <a:pt x="0" y="250"/>
                  </a:lnTo>
                  <a:lnTo>
                    <a:pt x="0" y="1581"/>
                  </a:lnTo>
                  <a:lnTo>
                    <a:pt x="427" y="1828"/>
                  </a:lnTo>
                  <a:lnTo>
                    <a:pt x="853" y="1581"/>
                  </a:lnTo>
                  <a:lnTo>
                    <a:pt x="853"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3" name="Freeform 33"/>
            <p:cNvSpPr/>
            <p:nvPr>
              <p:custDataLst>
                <p:tags r:id="rId16"/>
              </p:custDataLst>
            </p:nvPr>
          </p:nvSpPr>
          <p:spPr bwMode="auto">
            <a:xfrm>
              <a:off x="4090694" y="2313727"/>
              <a:ext cx="1373804" cy="1128939"/>
            </a:xfrm>
            <a:custGeom>
              <a:avLst/>
              <a:gdLst>
                <a:gd name="T0" fmla="*/ 740 w 740"/>
                <a:gd name="T1" fmla="*/ 434 h 645"/>
                <a:gd name="T2" fmla="*/ 368 w 740"/>
                <a:gd name="T3" fmla="*/ 645 h 645"/>
                <a:gd name="T4" fmla="*/ 0 w 740"/>
                <a:gd name="T5" fmla="*/ 434 h 645"/>
                <a:gd name="T6" fmla="*/ 0 w 740"/>
                <a:gd name="T7" fmla="*/ 211 h 645"/>
                <a:gd name="T8" fmla="*/ 368 w 740"/>
                <a:gd name="T9" fmla="*/ 0 h 645"/>
                <a:gd name="T10" fmla="*/ 740 w 740"/>
                <a:gd name="T11" fmla="*/ 211 h 645"/>
                <a:gd name="T12" fmla="*/ 740 w 740"/>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40" h="645">
                  <a:moveTo>
                    <a:pt x="740" y="434"/>
                  </a:moveTo>
                  <a:lnTo>
                    <a:pt x="368" y="645"/>
                  </a:lnTo>
                  <a:lnTo>
                    <a:pt x="0" y="434"/>
                  </a:lnTo>
                  <a:lnTo>
                    <a:pt x="0" y="211"/>
                  </a:lnTo>
                  <a:lnTo>
                    <a:pt x="368" y="0"/>
                  </a:lnTo>
                  <a:lnTo>
                    <a:pt x="740" y="211"/>
                  </a:lnTo>
                  <a:lnTo>
                    <a:pt x="740" y="434"/>
                  </a:lnTo>
                  <a:close/>
                </a:path>
              </a:pathLst>
            </a:custGeom>
            <a:solidFill>
              <a:schemeClr val="accent5"/>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4" name="Freeform 34"/>
            <p:cNvSpPr/>
            <p:nvPr>
              <p:custDataLst>
                <p:tags r:id="rId17"/>
              </p:custDataLst>
            </p:nvPr>
          </p:nvSpPr>
          <p:spPr bwMode="auto">
            <a:xfrm>
              <a:off x="566685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5" name="Freeform 35"/>
            <p:cNvSpPr/>
            <p:nvPr/>
          </p:nvSpPr>
          <p:spPr bwMode="auto">
            <a:xfrm>
              <a:off x="566685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6" name="Freeform 36"/>
            <p:cNvSpPr/>
            <p:nvPr>
              <p:custDataLst>
                <p:tags r:id="rId18"/>
              </p:custDataLst>
            </p:nvPr>
          </p:nvSpPr>
          <p:spPr bwMode="auto">
            <a:xfrm>
              <a:off x="5689135" y="2196455"/>
              <a:ext cx="1583588"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7" name="Freeform 37"/>
            <p:cNvSpPr/>
            <p:nvPr/>
          </p:nvSpPr>
          <p:spPr bwMode="auto">
            <a:xfrm>
              <a:off x="5689135" y="2196455"/>
              <a:ext cx="1583588"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8" name="Freeform 38"/>
            <p:cNvSpPr/>
            <p:nvPr>
              <p:custDataLst>
                <p:tags r:id="rId19"/>
              </p:custDataLst>
            </p:nvPr>
          </p:nvSpPr>
          <p:spPr bwMode="auto">
            <a:xfrm>
              <a:off x="5689135" y="2196456"/>
              <a:ext cx="1583588"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9" name="Freeform 39"/>
            <p:cNvSpPr/>
            <p:nvPr/>
          </p:nvSpPr>
          <p:spPr bwMode="auto">
            <a:xfrm>
              <a:off x="5689135" y="2196456"/>
              <a:ext cx="1583588"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90" name="Freeform 40"/>
            <p:cNvSpPr/>
            <p:nvPr>
              <p:custDataLst>
                <p:tags r:id="rId20"/>
              </p:custDataLst>
            </p:nvPr>
          </p:nvSpPr>
          <p:spPr bwMode="auto">
            <a:xfrm>
              <a:off x="5798669" y="2313727"/>
              <a:ext cx="1371948" cy="1128939"/>
            </a:xfrm>
            <a:custGeom>
              <a:avLst/>
              <a:gdLst>
                <a:gd name="T0" fmla="*/ 739 w 739"/>
                <a:gd name="T1" fmla="*/ 434 h 645"/>
                <a:gd name="T2" fmla="*/ 367 w 739"/>
                <a:gd name="T3" fmla="*/ 645 h 645"/>
                <a:gd name="T4" fmla="*/ 0 w 739"/>
                <a:gd name="T5" fmla="*/ 434 h 645"/>
                <a:gd name="T6" fmla="*/ 0 w 739"/>
                <a:gd name="T7" fmla="*/ 211 h 645"/>
                <a:gd name="T8" fmla="*/ 367 w 739"/>
                <a:gd name="T9" fmla="*/ 0 h 645"/>
                <a:gd name="T10" fmla="*/ 739 w 739"/>
                <a:gd name="T11" fmla="*/ 211 h 645"/>
                <a:gd name="T12" fmla="*/ 739 w 739"/>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39" h="645">
                  <a:moveTo>
                    <a:pt x="739" y="434"/>
                  </a:moveTo>
                  <a:lnTo>
                    <a:pt x="367" y="645"/>
                  </a:lnTo>
                  <a:lnTo>
                    <a:pt x="0" y="434"/>
                  </a:lnTo>
                  <a:lnTo>
                    <a:pt x="0" y="211"/>
                  </a:lnTo>
                  <a:lnTo>
                    <a:pt x="367" y="0"/>
                  </a:lnTo>
                  <a:lnTo>
                    <a:pt x="739" y="211"/>
                  </a:lnTo>
                  <a:lnTo>
                    <a:pt x="739" y="434"/>
                  </a:lnTo>
                  <a:close/>
                </a:path>
              </a:pathLst>
            </a:custGeom>
            <a:solidFill>
              <a:schemeClr val="bg2">
                <a:lumMod val="50000"/>
              </a:schemeClr>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91" name="Freeform 41"/>
            <p:cNvSpPr/>
            <p:nvPr>
              <p:custDataLst>
                <p:tags r:id="rId21"/>
              </p:custDataLst>
            </p:nvPr>
          </p:nvSpPr>
          <p:spPr bwMode="auto">
            <a:xfrm>
              <a:off x="2382723" y="2313727"/>
              <a:ext cx="1373804" cy="1128939"/>
            </a:xfrm>
            <a:custGeom>
              <a:avLst/>
              <a:gdLst>
                <a:gd name="T0" fmla="*/ 740 w 740"/>
                <a:gd name="T1" fmla="*/ 434 h 645"/>
                <a:gd name="T2" fmla="*/ 368 w 740"/>
                <a:gd name="T3" fmla="*/ 645 h 645"/>
                <a:gd name="T4" fmla="*/ 0 w 740"/>
                <a:gd name="T5" fmla="*/ 434 h 645"/>
                <a:gd name="T6" fmla="*/ 0 w 740"/>
                <a:gd name="T7" fmla="*/ 211 h 645"/>
                <a:gd name="T8" fmla="*/ 368 w 740"/>
                <a:gd name="T9" fmla="*/ 0 h 645"/>
                <a:gd name="T10" fmla="*/ 740 w 740"/>
                <a:gd name="T11" fmla="*/ 211 h 645"/>
                <a:gd name="T12" fmla="*/ 740 w 740"/>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40" h="645">
                  <a:moveTo>
                    <a:pt x="740" y="434"/>
                  </a:moveTo>
                  <a:lnTo>
                    <a:pt x="368" y="645"/>
                  </a:lnTo>
                  <a:lnTo>
                    <a:pt x="0" y="434"/>
                  </a:lnTo>
                  <a:lnTo>
                    <a:pt x="0" y="211"/>
                  </a:lnTo>
                  <a:lnTo>
                    <a:pt x="368" y="0"/>
                  </a:lnTo>
                  <a:lnTo>
                    <a:pt x="740" y="211"/>
                  </a:lnTo>
                  <a:lnTo>
                    <a:pt x="740" y="434"/>
                  </a:lnTo>
                  <a:close/>
                </a:path>
              </a:pathLst>
            </a:custGeom>
            <a:solidFill>
              <a:schemeClr val="accent6"/>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92" name="Rectangle 53"/>
            <p:cNvSpPr>
              <a:spLocks noChangeArrowheads="1"/>
            </p:cNvSpPr>
            <p:nvPr>
              <p:custDataLst>
                <p:tags r:id="rId22"/>
              </p:custDataLst>
            </p:nvPr>
          </p:nvSpPr>
          <p:spPr bwMode="auto">
            <a:xfrm>
              <a:off x="1123929" y="2267653"/>
              <a:ext cx="398137" cy="1015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defTabSz="1042670"/>
              <a:r>
                <a:rPr lang="en-US" altLang="en-US" sz="5985" b="1" dirty="0">
                  <a:solidFill>
                    <a:srgbClr val="FFFFFF"/>
                  </a:solidFill>
                  <a:latin typeface="+mj-lt"/>
                </a:rPr>
                <a:t>1</a:t>
              </a:r>
              <a:endParaRPr lang="en-US" altLang="en-US" sz="2175" dirty="0">
                <a:solidFill>
                  <a:srgbClr val="000000"/>
                </a:solidFill>
                <a:latin typeface="+mj-lt"/>
              </a:endParaRPr>
            </a:p>
          </p:txBody>
        </p:sp>
        <p:sp>
          <p:nvSpPr>
            <p:cNvPr id="93" name="Rectangle 54"/>
            <p:cNvSpPr>
              <a:spLocks noChangeArrowheads="1"/>
            </p:cNvSpPr>
            <p:nvPr>
              <p:custDataLst>
                <p:tags r:id="rId23"/>
              </p:custDataLst>
            </p:nvPr>
          </p:nvSpPr>
          <p:spPr bwMode="auto">
            <a:xfrm>
              <a:off x="2809623" y="2267653"/>
              <a:ext cx="522783" cy="1015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defTabSz="1042670"/>
              <a:r>
                <a:rPr lang="en-US" altLang="en-US" sz="5985" b="1" dirty="0">
                  <a:solidFill>
                    <a:srgbClr val="FFFFFF"/>
                  </a:solidFill>
                  <a:latin typeface="+mj-lt"/>
                </a:rPr>
                <a:t>2</a:t>
              </a:r>
              <a:endParaRPr lang="en-US" altLang="en-US" sz="2175" dirty="0">
                <a:solidFill>
                  <a:srgbClr val="000000"/>
                </a:solidFill>
                <a:latin typeface="+mj-lt"/>
              </a:endParaRPr>
            </a:p>
          </p:txBody>
        </p:sp>
        <p:sp>
          <p:nvSpPr>
            <p:cNvPr id="94" name="Rectangle 55"/>
            <p:cNvSpPr>
              <a:spLocks noChangeArrowheads="1"/>
            </p:cNvSpPr>
            <p:nvPr>
              <p:custDataLst>
                <p:tags r:id="rId24"/>
              </p:custDataLst>
            </p:nvPr>
          </p:nvSpPr>
          <p:spPr bwMode="auto">
            <a:xfrm>
              <a:off x="4526970" y="2275674"/>
              <a:ext cx="441396" cy="922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defTabSz="1042670"/>
              <a:r>
                <a:rPr lang="en-US" altLang="en-US" sz="5440" b="1" dirty="0">
                  <a:solidFill>
                    <a:srgbClr val="FFFFFF"/>
                  </a:solidFill>
                  <a:latin typeface="+mj-lt"/>
                </a:rPr>
                <a:t>3</a:t>
              </a:r>
              <a:endParaRPr lang="en-US" altLang="en-US" sz="1905" dirty="0">
                <a:solidFill>
                  <a:srgbClr val="000000"/>
                </a:solidFill>
                <a:latin typeface="+mj-lt"/>
              </a:endParaRPr>
            </a:p>
          </p:txBody>
        </p:sp>
        <p:sp>
          <p:nvSpPr>
            <p:cNvPr id="95" name="Rectangle 56"/>
            <p:cNvSpPr>
              <a:spLocks noChangeArrowheads="1"/>
            </p:cNvSpPr>
            <p:nvPr>
              <p:custDataLst>
                <p:tags r:id="rId25"/>
              </p:custDataLst>
            </p:nvPr>
          </p:nvSpPr>
          <p:spPr bwMode="auto">
            <a:xfrm>
              <a:off x="6225657" y="2275674"/>
              <a:ext cx="516184" cy="922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defTabSz="1042670"/>
              <a:r>
                <a:rPr lang="en-US" altLang="en-US" sz="5440" b="1" dirty="0">
                  <a:solidFill>
                    <a:srgbClr val="FFFFFF"/>
                  </a:solidFill>
                  <a:latin typeface="+mj-lt"/>
                </a:rPr>
                <a:t>4</a:t>
              </a:r>
              <a:endParaRPr lang="en-US" altLang="en-US" sz="1905" dirty="0">
                <a:solidFill>
                  <a:srgbClr val="000000"/>
                </a:solidFill>
                <a:latin typeface="+mj-lt"/>
              </a:endParaRPr>
            </a:p>
          </p:txBody>
        </p:sp>
        <p:sp>
          <p:nvSpPr>
            <p:cNvPr id="145" name="Freeform 10"/>
            <p:cNvSpPr/>
            <p:nvPr>
              <p:custDataLst>
                <p:tags r:id="rId26"/>
              </p:custDataLst>
            </p:nvPr>
          </p:nvSpPr>
          <p:spPr bwMode="auto">
            <a:xfrm>
              <a:off x="7395358"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46" name="Freeform 11"/>
            <p:cNvSpPr/>
            <p:nvPr/>
          </p:nvSpPr>
          <p:spPr bwMode="auto">
            <a:xfrm>
              <a:off x="7395358"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47" name="Freeform 12"/>
            <p:cNvSpPr/>
            <p:nvPr>
              <p:custDataLst>
                <p:tags r:id="rId27"/>
              </p:custDataLst>
            </p:nvPr>
          </p:nvSpPr>
          <p:spPr bwMode="auto">
            <a:xfrm>
              <a:off x="9103331"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48" name="Freeform 13"/>
            <p:cNvSpPr/>
            <p:nvPr/>
          </p:nvSpPr>
          <p:spPr bwMode="auto">
            <a:xfrm>
              <a:off x="9103331"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49" name="Freeform 27"/>
            <p:cNvSpPr/>
            <p:nvPr>
              <p:custDataLst>
                <p:tags r:id="rId28"/>
              </p:custDataLst>
            </p:nvPr>
          </p:nvSpPr>
          <p:spPr bwMode="auto">
            <a:xfrm>
              <a:off x="7380506" y="2196457"/>
              <a:ext cx="1605865" cy="3225789"/>
            </a:xfrm>
            <a:custGeom>
              <a:avLst/>
              <a:gdLst>
                <a:gd name="T0" fmla="*/ 865 w 865"/>
                <a:gd name="T1" fmla="*/ 1597 h 1843"/>
                <a:gd name="T2" fmla="*/ 439 w 865"/>
                <a:gd name="T3" fmla="*/ 1843 h 1843"/>
                <a:gd name="T4" fmla="*/ 0 w 865"/>
                <a:gd name="T5" fmla="*/ 1597 h 1843"/>
                <a:gd name="T6" fmla="*/ 0 w 865"/>
                <a:gd name="T7" fmla="*/ 258 h 1843"/>
                <a:gd name="T8" fmla="*/ 439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9" y="1843"/>
                  </a:lnTo>
                  <a:lnTo>
                    <a:pt x="0" y="1597"/>
                  </a:lnTo>
                  <a:lnTo>
                    <a:pt x="0" y="258"/>
                  </a:lnTo>
                  <a:lnTo>
                    <a:pt x="439"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0" name="Freeform 28"/>
            <p:cNvSpPr/>
            <p:nvPr/>
          </p:nvSpPr>
          <p:spPr bwMode="auto">
            <a:xfrm>
              <a:off x="7380505" y="2196457"/>
              <a:ext cx="1605865" cy="3225789"/>
            </a:xfrm>
            <a:custGeom>
              <a:avLst/>
              <a:gdLst>
                <a:gd name="T0" fmla="*/ 865 w 865"/>
                <a:gd name="T1" fmla="*/ 1597 h 1843"/>
                <a:gd name="T2" fmla="*/ 439 w 865"/>
                <a:gd name="T3" fmla="*/ 1843 h 1843"/>
                <a:gd name="T4" fmla="*/ 0 w 865"/>
                <a:gd name="T5" fmla="*/ 1597 h 1843"/>
                <a:gd name="T6" fmla="*/ 0 w 865"/>
                <a:gd name="T7" fmla="*/ 258 h 1843"/>
                <a:gd name="T8" fmla="*/ 439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9" y="1843"/>
                  </a:lnTo>
                  <a:lnTo>
                    <a:pt x="0" y="1597"/>
                  </a:lnTo>
                  <a:lnTo>
                    <a:pt x="0" y="258"/>
                  </a:lnTo>
                  <a:lnTo>
                    <a:pt x="439"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1" name="Freeform 29"/>
            <p:cNvSpPr/>
            <p:nvPr>
              <p:custDataLst>
                <p:tags r:id="rId29"/>
              </p:custDataLst>
            </p:nvPr>
          </p:nvSpPr>
          <p:spPr bwMode="auto">
            <a:xfrm>
              <a:off x="7402783" y="2196455"/>
              <a:ext cx="1583587" cy="2767213"/>
            </a:xfrm>
            <a:custGeom>
              <a:avLst/>
              <a:gdLst>
                <a:gd name="T0" fmla="*/ 427 w 853"/>
                <a:gd name="T1" fmla="*/ 0 h 1581"/>
                <a:gd name="T2" fmla="*/ 0 w 853"/>
                <a:gd name="T3" fmla="*/ 247 h 1581"/>
                <a:gd name="T4" fmla="*/ 0 w 853"/>
                <a:gd name="T5" fmla="*/ 250 h 1581"/>
                <a:gd name="T6" fmla="*/ 427 w 853"/>
                <a:gd name="T7" fmla="*/ 0 h 1581"/>
                <a:gd name="T8" fmla="*/ 853 w 853"/>
                <a:gd name="T9" fmla="*/ 247 h 1581"/>
                <a:gd name="T10" fmla="*/ 853 w 853"/>
                <a:gd name="T11" fmla="*/ 1581 h 1581"/>
                <a:gd name="T12" fmla="*/ 853 w 853"/>
                <a:gd name="T13" fmla="*/ 247 h 1581"/>
                <a:gd name="T14" fmla="*/ 427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7" y="0"/>
                  </a:moveTo>
                  <a:lnTo>
                    <a:pt x="0" y="247"/>
                  </a:lnTo>
                  <a:lnTo>
                    <a:pt x="0" y="250"/>
                  </a:lnTo>
                  <a:lnTo>
                    <a:pt x="427" y="0"/>
                  </a:lnTo>
                  <a:lnTo>
                    <a:pt x="853" y="247"/>
                  </a:lnTo>
                  <a:lnTo>
                    <a:pt x="853" y="1581"/>
                  </a:lnTo>
                  <a:lnTo>
                    <a:pt x="853" y="247"/>
                  </a:lnTo>
                  <a:lnTo>
                    <a:pt x="427"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2" name="Freeform 30"/>
            <p:cNvSpPr/>
            <p:nvPr/>
          </p:nvSpPr>
          <p:spPr bwMode="auto">
            <a:xfrm>
              <a:off x="7402783" y="2196455"/>
              <a:ext cx="1583587" cy="2767213"/>
            </a:xfrm>
            <a:custGeom>
              <a:avLst/>
              <a:gdLst>
                <a:gd name="T0" fmla="*/ 427 w 853"/>
                <a:gd name="T1" fmla="*/ 0 h 1581"/>
                <a:gd name="T2" fmla="*/ 0 w 853"/>
                <a:gd name="T3" fmla="*/ 247 h 1581"/>
                <a:gd name="T4" fmla="*/ 0 w 853"/>
                <a:gd name="T5" fmla="*/ 250 h 1581"/>
                <a:gd name="T6" fmla="*/ 427 w 853"/>
                <a:gd name="T7" fmla="*/ 0 h 1581"/>
                <a:gd name="T8" fmla="*/ 853 w 853"/>
                <a:gd name="T9" fmla="*/ 247 h 1581"/>
                <a:gd name="T10" fmla="*/ 853 w 853"/>
                <a:gd name="T11" fmla="*/ 1581 h 1581"/>
                <a:gd name="T12" fmla="*/ 853 w 853"/>
                <a:gd name="T13" fmla="*/ 247 h 1581"/>
                <a:gd name="T14" fmla="*/ 427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7" y="0"/>
                  </a:moveTo>
                  <a:lnTo>
                    <a:pt x="0" y="247"/>
                  </a:lnTo>
                  <a:lnTo>
                    <a:pt x="0" y="250"/>
                  </a:lnTo>
                  <a:lnTo>
                    <a:pt x="427" y="0"/>
                  </a:lnTo>
                  <a:lnTo>
                    <a:pt x="853" y="247"/>
                  </a:lnTo>
                  <a:lnTo>
                    <a:pt x="853" y="1581"/>
                  </a:lnTo>
                  <a:lnTo>
                    <a:pt x="853"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3" name="Freeform 31"/>
            <p:cNvSpPr/>
            <p:nvPr>
              <p:custDataLst>
                <p:tags r:id="rId30"/>
              </p:custDataLst>
            </p:nvPr>
          </p:nvSpPr>
          <p:spPr bwMode="auto">
            <a:xfrm>
              <a:off x="7402783" y="2196456"/>
              <a:ext cx="1583587" cy="3199534"/>
            </a:xfrm>
            <a:custGeom>
              <a:avLst/>
              <a:gdLst>
                <a:gd name="T0" fmla="*/ 427 w 853"/>
                <a:gd name="T1" fmla="*/ 0 h 1828"/>
                <a:gd name="T2" fmla="*/ 0 w 853"/>
                <a:gd name="T3" fmla="*/ 250 h 1828"/>
                <a:gd name="T4" fmla="*/ 0 w 853"/>
                <a:gd name="T5" fmla="*/ 1581 h 1828"/>
                <a:gd name="T6" fmla="*/ 427 w 853"/>
                <a:gd name="T7" fmla="*/ 1828 h 1828"/>
                <a:gd name="T8" fmla="*/ 853 w 853"/>
                <a:gd name="T9" fmla="*/ 1581 h 1828"/>
                <a:gd name="T10" fmla="*/ 853 w 853"/>
                <a:gd name="T11" fmla="*/ 247 h 1828"/>
                <a:gd name="T12" fmla="*/ 427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7" y="0"/>
                  </a:moveTo>
                  <a:lnTo>
                    <a:pt x="0" y="250"/>
                  </a:lnTo>
                  <a:lnTo>
                    <a:pt x="0" y="1581"/>
                  </a:lnTo>
                  <a:lnTo>
                    <a:pt x="427" y="1828"/>
                  </a:lnTo>
                  <a:lnTo>
                    <a:pt x="853" y="1581"/>
                  </a:lnTo>
                  <a:lnTo>
                    <a:pt x="853" y="247"/>
                  </a:lnTo>
                  <a:lnTo>
                    <a:pt x="427"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4" name="Freeform 32"/>
            <p:cNvSpPr/>
            <p:nvPr/>
          </p:nvSpPr>
          <p:spPr bwMode="auto">
            <a:xfrm>
              <a:off x="7402783" y="2196456"/>
              <a:ext cx="1583587" cy="3199534"/>
            </a:xfrm>
            <a:custGeom>
              <a:avLst/>
              <a:gdLst>
                <a:gd name="T0" fmla="*/ 427 w 853"/>
                <a:gd name="T1" fmla="*/ 0 h 1828"/>
                <a:gd name="T2" fmla="*/ 0 w 853"/>
                <a:gd name="T3" fmla="*/ 250 h 1828"/>
                <a:gd name="T4" fmla="*/ 0 w 853"/>
                <a:gd name="T5" fmla="*/ 1581 h 1828"/>
                <a:gd name="T6" fmla="*/ 427 w 853"/>
                <a:gd name="T7" fmla="*/ 1828 h 1828"/>
                <a:gd name="T8" fmla="*/ 853 w 853"/>
                <a:gd name="T9" fmla="*/ 1581 h 1828"/>
                <a:gd name="T10" fmla="*/ 853 w 853"/>
                <a:gd name="T11" fmla="*/ 247 h 1828"/>
                <a:gd name="T12" fmla="*/ 427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7" y="0"/>
                  </a:moveTo>
                  <a:lnTo>
                    <a:pt x="0" y="250"/>
                  </a:lnTo>
                  <a:lnTo>
                    <a:pt x="0" y="1581"/>
                  </a:lnTo>
                  <a:lnTo>
                    <a:pt x="427" y="1828"/>
                  </a:lnTo>
                  <a:lnTo>
                    <a:pt x="853" y="1581"/>
                  </a:lnTo>
                  <a:lnTo>
                    <a:pt x="853"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5" name="Freeform 33"/>
            <p:cNvSpPr/>
            <p:nvPr>
              <p:custDataLst>
                <p:tags r:id="rId31"/>
              </p:custDataLst>
            </p:nvPr>
          </p:nvSpPr>
          <p:spPr bwMode="auto">
            <a:xfrm>
              <a:off x="7512317" y="2313727"/>
              <a:ext cx="1373804" cy="1128939"/>
            </a:xfrm>
            <a:custGeom>
              <a:avLst/>
              <a:gdLst>
                <a:gd name="T0" fmla="*/ 740 w 740"/>
                <a:gd name="T1" fmla="*/ 434 h 645"/>
                <a:gd name="T2" fmla="*/ 368 w 740"/>
                <a:gd name="T3" fmla="*/ 645 h 645"/>
                <a:gd name="T4" fmla="*/ 0 w 740"/>
                <a:gd name="T5" fmla="*/ 434 h 645"/>
                <a:gd name="T6" fmla="*/ 0 w 740"/>
                <a:gd name="T7" fmla="*/ 211 h 645"/>
                <a:gd name="T8" fmla="*/ 368 w 740"/>
                <a:gd name="T9" fmla="*/ 0 h 645"/>
                <a:gd name="T10" fmla="*/ 740 w 740"/>
                <a:gd name="T11" fmla="*/ 211 h 645"/>
                <a:gd name="T12" fmla="*/ 740 w 740"/>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40" h="645">
                  <a:moveTo>
                    <a:pt x="740" y="434"/>
                  </a:moveTo>
                  <a:lnTo>
                    <a:pt x="368" y="645"/>
                  </a:lnTo>
                  <a:lnTo>
                    <a:pt x="0" y="434"/>
                  </a:lnTo>
                  <a:lnTo>
                    <a:pt x="0" y="211"/>
                  </a:lnTo>
                  <a:lnTo>
                    <a:pt x="368" y="0"/>
                  </a:lnTo>
                  <a:lnTo>
                    <a:pt x="740" y="211"/>
                  </a:lnTo>
                  <a:lnTo>
                    <a:pt x="740" y="434"/>
                  </a:lnTo>
                  <a:close/>
                </a:path>
              </a:pathLst>
            </a:custGeom>
            <a:solidFill>
              <a:schemeClr val="tx2"/>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6" name="Freeform 34"/>
            <p:cNvSpPr/>
            <p:nvPr>
              <p:custDataLst>
                <p:tags r:id="rId32"/>
              </p:custDataLst>
            </p:nvPr>
          </p:nvSpPr>
          <p:spPr bwMode="auto">
            <a:xfrm>
              <a:off x="9088481"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7" name="Freeform 35"/>
            <p:cNvSpPr/>
            <p:nvPr/>
          </p:nvSpPr>
          <p:spPr bwMode="auto">
            <a:xfrm>
              <a:off x="9088481"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8" name="Freeform 36"/>
            <p:cNvSpPr/>
            <p:nvPr>
              <p:custDataLst>
                <p:tags r:id="rId33"/>
              </p:custDataLst>
            </p:nvPr>
          </p:nvSpPr>
          <p:spPr bwMode="auto">
            <a:xfrm>
              <a:off x="9110758" y="2196455"/>
              <a:ext cx="1583588"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9" name="Freeform 37"/>
            <p:cNvSpPr/>
            <p:nvPr/>
          </p:nvSpPr>
          <p:spPr bwMode="auto">
            <a:xfrm>
              <a:off x="9110758" y="2196455"/>
              <a:ext cx="1583588"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60" name="Freeform 38"/>
            <p:cNvSpPr/>
            <p:nvPr>
              <p:custDataLst>
                <p:tags r:id="rId34"/>
              </p:custDataLst>
            </p:nvPr>
          </p:nvSpPr>
          <p:spPr bwMode="auto">
            <a:xfrm>
              <a:off x="9110758" y="2196456"/>
              <a:ext cx="1583588"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61" name="Freeform 39"/>
            <p:cNvSpPr/>
            <p:nvPr/>
          </p:nvSpPr>
          <p:spPr bwMode="auto">
            <a:xfrm>
              <a:off x="9110760" y="2196456"/>
              <a:ext cx="1583588"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62" name="Freeform 40"/>
            <p:cNvSpPr/>
            <p:nvPr>
              <p:custDataLst>
                <p:tags r:id="rId35"/>
              </p:custDataLst>
            </p:nvPr>
          </p:nvSpPr>
          <p:spPr bwMode="auto">
            <a:xfrm>
              <a:off x="9220294" y="2313727"/>
              <a:ext cx="1371948" cy="1128939"/>
            </a:xfrm>
            <a:custGeom>
              <a:avLst/>
              <a:gdLst>
                <a:gd name="T0" fmla="*/ 739 w 739"/>
                <a:gd name="T1" fmla="*/ 434 h 645"/>
                <a:gd name="T2" fmla="*/ 367 w 739"/>
                <a:gd name="T3" fmla="*/ 645 h 645"/>
                <a:gd name="T4" fmla="*/ 0 w 739"/>
                <a:gd name="T5" fmla="*/ 434 h 645"/>
                <a:gd name="T6" fmla="*/ 0 w 739"/>
                <a:gd name="T7" fmla="*/ 211 h 645"/>
                <a:gd name="T8" fmla="*/ 367 w 739"/>
                <a:gd name="T9" fmla="*/ 0 h 645"/>
                <a:gd name="T10" fmla="*/ 739 w 739"/>
                <a:gd name="T11" fmla="*/ 211 h 645"/>
                <a:gd name="T12" fmla="*/ 739 w 739"/>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39" h="645">
                  <a:moveTo>
                    <a:pt x="739" y="434"/>
                  </a:moveTo>
                  <a:lnTo>
                    <a:pt x="367" y="645"/>
                  </a:lnTo>
                  <a:lnTo>
                    <a:pt x="0" y="434"/>
                  </a:lnTo>
                  <a:lnTo>
                    <a:pt x="0" y="211"/>
                  </a:lnTo>
                  <a:lnTo>
                    <a:pt x="367" y="0"/>
                  </a:lnTo>
                  <a:lnTo>
                    <a:pt x="739" y="211"/>
                  </a:lnTo>
                  <a:lnTo>
                    <a:pt x="739" y="434"/>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63" name="Rectangle 55"/>
            <p:cNvSpPr>
              <a:spLocks noChangeArrowheads="1"/>
            </p:cNvSpPr>
            <p:nvPr>
              <p:custDataLst>
                <p:tags r:id="rId36"/>
              </p:custDataLst>
            </p:nvPr>
          </p:nvSpPr>
          <p:spPr bwMode="auto">
            <a:xfrm>
              <a:off x="7948595" y="2275674"/>
              <a:ext cx="453128" cy="922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defTabSz="1042670"/>
              <a:r>
                <a:rPr lang="en-US" altLang="en-US" sz="5440" b="1" dirty="0" smtClean="0">
                  <a:solidFill>
                    <a:srgbClr val="FFFFFF"/>
                  </a:solidFill>
                  <a:latin typeface="+mj-lt"/>
                </a:rPr>
                <a:t>5</a:t>
              </a:r>
              <a:endParaRPr lang="en-US" altLang="en-US" sz="1905" dirty="0">
                <a:solidFill>
                  <a:srgbClr val="000000"/>
                </a:solidFill>
                <a:latin typeface="+mj-lt"/>
              </a:endParaRPr>
            </a:p>
          </p:txBody>
        </p:sp>
        <p:sp>
          <p:nvSpPr>
            <p:cNvPr id="164" name="Rectangle 56"/>
            <p:cNvSpPr>
              <a:spLocks noChangeArrowheads="1"/>
            </p:cNvSpPr>
            <p:nvPr>
              <p:custDataLst>
                <p:tags r:id="rId37"/>
              </p:custDataLst>
            </p:nvPr>
          </p:nvSpPr>
          <p:spPr bwMode="auto">
            <a:xfrm>
              <a:off x="9647290" y="2395989"/>
              <a:ext cx="472191" cy="922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defTabSz="1042670"/>
              <a:r>
                <a:rPr lang="en-US" altLang="en-US" sz="5440" b="1" dirty="0" smtClean="0">
                  <a:solidFill>
                    <a:srgbClr val="FFFFFF"/>
                  </a:solidFill>
                  <a:latin typeface="+mj-lt"/>
                </a:rPr>
                <a:t>6</a:t>
              </a:r>
              <a:endParaRPr lang="en-US" altLang="en-US" sz="1905" dirty="0">
                <a:solidFill>
                  <a:srgbClr val="000000"/>
                </a:solidFill>
                <a:latin typeface="+mj-lt"/>
              </a:endParaRPr>
            </a:p>
          </p:txBody>
        </p:sp>
      </p:grpSp>
      <p:sp>
        <p:nvSpPr>
          <p:cNvPr id="2" name="Title 1"/>
          <p:cNvSpPr>
            <a:spLocks noGrp="1"/>
          </p:cNvSpPr>
          <p:nvPr>
            <p:ph type="title"/>
          </p:nvPr>
        </p:nvSpPr>
        <p:spPr/>
        <p:txBody>
          <a:bodyPr/>
          <a:lstStyle/>
          <a:p>
            <a:r>
              <a:rPr lang="en-GB" smtClean="0"/>
              <a:t>Other shapes</a:t>
            </a:r>
            <a:br>
              <a:rPr lang="en-GB" smtClean="0"/>
            </a:br>
            <a:r>
              <a:rPr lang="en-GB" b="0" i="0" smtClean="0"/>
              <a:t>Hexagon</a:t>
            </a:r>
            <a:endParaRPr lang="en-GB" b="0" i="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96" name="Freeform 4846"/>
          <p:cNvSpPr>
            <a:spLocks noEditPoints="1"/>
          </p:cNvSpPr>
          <p:nvPr>
            <p:custDataLst>
              <p:tags r:id="rId38"/>
            </p:custDataLst>
          </p:nvPr>
        </p:nvSpPr>
        <p:spPr bwMode="auto">
          <a:xfrm>
            <a:off x="2023578" y="3363676"/>
            <a:ext cx="870408" cy="676798"/>
          </a:xfrm>
          <a:custGeom>
            <a:avLst/>
            <a:gdLst>
              <a:gd name="T0" fmla="*/ 234 w 388"/>
              <a:gd name="T1" fmla="*/ 108 h 320"/>
              <a:gd name="T2" fmla="*/ 206 w 388"/>
              <a:gd name="T3" fmla="*/ 22 h 320"/>
              <a:gd name="T4" fmla="*/ 150 w 388"/>
              <a:gd name="T5" fmla="*/ 24 h 320"/>
              <a:gd name="T6" fmla="*/ 110 w 388"/>
              <a:gd name="T7" fmla="*/ 24 h 320"/>
              <a:gd name="T8" fmla="*/ 24 w 388"/>
              <a:gd name="T9" fmla="*/ 52 h 320"/>
              <a:gd name="T10" fmla="*/ 26 w 388"/>
              <a:gd name="T11" fmla="*/ 108 h 320"/>
              <a:gd name="T12" fmla="*/ 26 w 388"/>
              <a:gd name="T13" fmla="*/ 148 h 320"/>
              <a:gd name="T14" fmla="*/ 52 w 388"/>
              <a:gd name="T15" fmla="*/ 234 h 320"/>
              <a:gd name="T16" fmla="*/ 110 w 388"/>
              <a:gd name="T17" fmla="*/ 232 h 320"/>
              <a:gd name="T18" fmla="*/ 150 w 388"/>
              <a:gd name="T19" fmla="*/ 232 h 320"/>
              <a:gd name="T20" fmla="*/ 236 w 388"/>
              <a:gd name="T21" fmla="*/ 206 h 320"/>
              <a:gd name="T22" fmla="*/ 234 w 388"/>
              <a:gd name="T23" fmla="*/ 148 h 320"/>
              <a:gd name="T24" fmla="*/ 114 w 388"/>
              <a:gd name="T25" fmla="*/ 208 h 320"/>
              <a:gd name="T26" fmla="*/ 62 w 388"/>
              <a:gd name="T27" fmla="*/ 174 h 320"/>
              <a:gd name="T28" fmla="*/ 48 w 388"/>
              <a:gd name="T29" fmla="*/ 128 h 320"/>
              <a:gd name="T30" fmla="*/ 72 w 388"/>
              <a:gd name="T31" fmla="*/ 70 h 320"/>
              <a:gd name="T32" fmla="*/ 130 w 388"/>
              <a:gd name="T33" fmla="*/ 46 h 320"/>
              <a:gd name="T34" fmla="*/ 176 w 388"/>
              <a:gd name="T35" fmla="*/ 60 h 320"/>
              <a:gd name="T36" fmla="*/ 210 w 388"/>
              <a:gd name="T37" fmla="*/ 112 h 320"/>
              <a:gd name="T38" fmla="*/ 206 w 388"/>
              <a:gd name="T39" fmla="*/ 160 h 320"/>
              <a:gd name="T40" fmla="*/ 162 w 388"/>
              <a:gd name="T41" fmla="*/ 204 h 320"/>
              <a:gd name="T42" fmla="*/ 130 w 388"/>
              <a:gd name="T43" fmla="*/ 66 h 320"/>
              <a:gd name="T44" fmla="*/ 94 w 388"/>
              <a:gd name="T45" fmla="*/ 76 h 320"/>
              <a:gd name="T46" fmla="*/ 68 w 388"/>
              <a:gd name="T47" fmla="*/ 116 h 320"/>
              <a:gd name="T48" fmla="*/ 72 w 388"/>
              <a:gd name="T49" fmla="*/ 152 h 320"/>
              <a:gd name="T50" fmla="*/ 106 w 388"/>
              <a:gd name="T51" fmla="*/ 186 h 320"/>
              <a:gd name="T52" fmla="*/ 142 w 388"/>
              <a:gd name="T53" fmla="*/ 190 h 320"/>
              <a:gd name="T54" fmla="*/ 182 w 388"/>
              <a:gd name="T55" fmla="*/ 162 h 320"/>
              <a:gd name="T56" fmla="*/ 192 w 388"/>
              <a:gd name="T57" fmla="*/ 128 h 320"/>
              <a:gd name="T58" fmla="*/ 174 w 388"/>
              <a:gd name="T59" fmla="*/ 84 h 320"/>
              <a:gd name="T60" fmla="*/ 130 w 388"/>
              <a:gd name="T61" fmla="*/ 66 h 320"/>
              <a:gd name="T62" fmla="*/ 120 w 388"/>
              <a:gd name="T63" fmla="*/ 152 h 320"/>
              <a:gd name="T64" fmla="*/ 102 w 388"/>
              <a:gd name="T65" fmla="*/ 128 h 320"/>
              <a:gd name="T66" fmla="*/ 130 w 388"/>
              <a:gd name="T67" fmla="*/ 102 h 320"/>
              <a:gd name="T68" fmla="*/ 154 w 388"/>
              <a:gd name="T69" fmla="*/ 118 h 320"/>
              <a:gd name="T70" fmla="*/ 148 w 388"/>
              <a:gd name="T71" fmla="*/ 148 h 320"/>
              <a:gd name="T72" fmla="*/ 370 w 388"/>
              <a:gd name="T73" fmla="*/ 248 h 320"/>
              <a:gd name="T74" fmla="*/ 364 w 388"/>
              <a:gd name="T75" fmla="*/ 214 h 320"/>
              <a:gd name="T76" fmla="*/ 320 w 388"/>
              <a:gd name="T77" fmla="*/ 162 h 320"/>
              <a:gd name="T78" fmla="*/ 286 w 388"/>
              <a:gd name="T79" fmla="*/ 186 h 320"/>
              <a:gd name="T80" fmla="*/ 260 w 388"/>
              <a:gd name="T81" fmla="*/ 208 h 320"/>
              <a:gd name="T82" fmla="*/ 236 w 388"/>
              <a:gd name="T83" fmla="*/ 272 h 320"/>
              <a:gd name="T84" fmla="*/ 274 w 388"/>
              <a:gd name="T85" fmla="*/ 290 h 320"/>
              <a:gd name="T86" fmla="*/ 306 w 388"/>
              <a:gd name="T87" fmla="*/ 302 h 320"/>
              <a:gd name="T88" fmla="*/ 372 w 388"/>
              <a:gd name="T89" fmla="*/ 290 h 320"/>
              <a:gd name="T90" fmla="*/ 370 w 388"/>
              <a:gd name="T91" fmla="*/ 248 h 320"/>
              <a:gd name="T92" fmla="*/ 310 w 388"/>
              <a:gd name="T93" fmla="*/ 266 h 320"/>
              <a:gd name="T94" fmla="*/ 288 w 388"/>
              <a:gd name="T95" fmla="*/ 252 h 320"/>
              <a:gd name="T96" fmla="*/ 300 w 388"/>
              <a:gd name="T97" fmla="*/ 220 h 320"/>
              <a:gd name="T98" fmla="*/ 326 w 388"/>
              <a:gd name="T99" fmla="*/ 224 h 320"/>
              <a:gd name="T100" fmla="*/ 332 w 388"/>
              <a:gd name="T101" fmla="*/ 250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388" h="320">
                <a:moveTo>
                  <a:pt x="258" y="148"/>
                </a:moveTo>
                <a:lnTo>
                  <a:pt x="258" y="108"/>
                </a:lnTo>
                <a:lnTo>
                  <a:pt x="234" y="108"/>
                </a:lnTo>
                <a:lnTo>
                  <a:pt x="234" y="108"/>
                </a:lnTo>
                <a:lnTo>
                  <a:pt x="226" y="88"/>
                </a:lnTo>
                <a:lnTo>
                  <a:pt x="216" y="70"/>
                </a:lnTo>
                <a:lnTo>
                  <a:pt x="236" y="52"/>
                </a:lnTo>
                <a:lnTo>
                  <a:pt x="206" y="22"/>
                </a:lnTo>
                <a:lnTo>
                  <a:pt x="188" y="40"/>
                </a:lnTo>
                <a:lnTo>
                  <a:pt x="188" y="40"/>
                </a:lnTo>
                <a:lnTo>
                  <a:pt x="170" y="30"/>
                </a:lnTo>
                <a:lnTo>
                  <a:pt x="150" y="24"/>
                </a:lnTo>
                <a:lnTo>
                  <a:pt x="150" y="0"/>
                </a:lnTo>
                <a:lnTo>
                  <a:pt x="110" y="0"/>
                </a:lnTo>
                <a:lnTo>
                  <a:pt x="110" y="24"/>
                </a:lnTo>
                <a:lnTo>
                  <a:pt x="110" y="24"/>
                </a:lnTo>
                <a:lnTo>
                  <a:pt x="90" y="30"/>
                </a:lnTo>
                <a:lnTo>
                  <a:pt x="70" y="40"/>
                </a:lnTo>
                <a:lnTo>
                  <a:pt x="52" y="22"/>
                </a:lnTo>
                <a:lnTo>
                  <a:pt x="24" y="52"/>
                </a:lnTo>
                <a:lnTo>
                  <a:pt x="42" y="70"/>
                </a:lnTo>
                <a:lnTo>
                  <a:pt x="42" y="70"/>
                </a:lnTo>
                <a:lnTo>
                  <a:pt x="32" y="88"/>
                </a:lnTo>
                <a:lnTo>
                  <a:pt x="26" y="108"/>
                </a:lnTo>
                <a:lnTo>
                  <a:pt x="0" y="108"/>
                </a:lnTo>
                <a:lnTo>
                  <a:pt x="0" y="148"/>
                </a:lnTo>
                <a:lnTo>
                  <a:pt x="26" y="148"/>
                </a:lnTo>
                <a:lnTo>
                  <a:pt x="26" y="148"/>
                </a:lnTo>
                <a:lnTo>
                  <a:pt x="32" y="168"/>
                </a:lnTo>
                <a:lnTo>
                  <a:pt x="42" y="188"/>
                </a:lnTo>
                <a:lnTo>
                  <a:pt x="24" y="206"/>
                </a:lnTo>
                <a:lnTo>
                  <a:pt x="52" y="234"/>
                </a:lnTo>
                <a:lnTo>
                  <a:pt x="70" y="216"/>
                </a:lnTo>
                <a:lnTo>
                  <a:pt x="70" y="216"/>
                </a:lnTo>
                <a:lnTo>
                  <a:pt x="90" y="226"/>
                </a:lnTo>
                <a:lnTo>
                  <a:pt x="110" y="232"/>
                </a:lnTo>
                <a:lnTo>
                  <a:pt x="110" y="258"/>
                </a:lnTo>
                <a:lnTo>
                  <a:pt x="150" y="258"/>
                </a:lnTo>
                <a:lnTo>
                  <a:pt x="150" y="232"/>
                </a:lnTo>
                <a:lnTo>
                  <a:pt x="150" y="232"/>
                </a:lnTo>
                <a:lnTo>
                  <a:pt x="170" y="226"/>
                </a:lnTo>
                <a:lnTo>
                  <a:pt x="188" y="216"/>
                </a:lnTo>
                <a:lnTo>
                  <a:pt x="206" y="234"/>
                </a:lnTo>
                <a:lnTo>
                  <a:pt x="236" y="206"/>
                </a:lnTo>
                <a:lnTo>
                  <a:pt x="216" y="188"/>
                </a:lnTo>
                <a:lnTo>
                  <a:pt x="216" y="188"/>
                </a:lnTo>
                <a:lnTo>
                  <a:pt x="226" y="168"/>
                </a:lnTo>
                <a:lnTo>
                  <a:pt x="234" y="148"/>
                </a:lnTo>
                <a:lnTo>
                  <a:pt x="258" y="148"/>
                </a:lnTo>
                <a:close/>
                <a:moveTo>
                  <a:pt x="130" y="210"/>
                </a:moveTo>
                <a:lnTo>
                  <a:pt x="130" y="210"/>
                </a:lnTo>
                <a:lnTo>
                  <a:pt x="114" y="208"/>
                </a:lnTo>
                <a:lnTo>
                  <a:pt x="98" y="204"/>
                </a:lnTo>
                <a:lnTo>
                  <a:pt x="84" y="196"/>
                </a:lnTo>
                <a:lnTo>
                  <a:pt x="72" y="186"/>
                </a:lnTo>
                <a:lnTo>
                  <a:pt x="62" y="174"/>
                </a:lnTo>
                <a:lnTo>
                  <a:pt x="54" y="160"/>
                </a:lnTo>
                <a:lnTo>
                  <a:pt x="50" y="144"/>
                </a:lnTo>
                <a:lnTo>
                  <a:pt x="48" y="128"/>
                </a:lnTo>
                <a:lnTo>
                  <a:pt x="48" y="128"/>
                </a:lnTo>
                <a:lnTo>
                  <a:pt x="50" y="112"/>
                </a:lnTo>
                <a:lnTo>
                  <a:pt x="54" y="96"/>
                </a:lnTo>
                <a:lnTo>
                  <a:pt x="62" y="82"/>
                </a:lnTo>
                <a:lnTo>
                  <a:pt x="72" y="70"/>
                </a:lnTo>
                <a:lnTo>
                  <a:pt x="84" y="60"/>
                </a:lnTo>
                <a:lnTo>
                  <a:pt x="98" y="52"/>
                </a:lnTo>
                <a:lnTo>
                  <a:pt x="114" y="48"/>
                </a:lnTo>
                <a:lnTo>
                  <a:pt x="130" y="46"/>
                </a:lnTo>
                <a:lnTo>
                  <a:pt x="130" y="46"/>
                </a:lnTo>
                <a:lnTo>
                  <a:pt x="146" y="48"/>
                </a:lnTo>
                <a:lnTo>
                  <a:pt x="162" y="52"/>
                </a:lnTo>
                <a:lnTo>
                  <a:pt x="176" y="60"/>
                </a:lnTo>
                <a:lnTo>
                  <a:pt x="188" y="70"/>
                </a:lnTo>
                <a:lnTo>
                  <a:pt x="198" y="82"/>
                </a:lnTo>
                <a:lnTo>
                  <a:pt x="206" y="96"/>
                </a:lnTo>
                <a:lnTo>
                  <a:pt x="210" y="112"/>
                </a:lnTo>
                <a:lnTo>
                  <a:pt x="212" y="128"/>
                </a:lnTo>
                <a:lnTo>
                  <a:pt x="212" y="128"/>
                </a:lnTo>
                <a:lnTo>
                  <a:pt x="210" y="144"/>
                </a:lnTo>
                <a:lnTo>
                  <a:pt x="206" y="160"/>
                </a:lnTo>
                <a:lnTo>
                  <a:pt x="198" y="174"/>
                </a:lnTo>
                <a:lnTo>
                  <a:pt x="188" y="186"/>
                </a:lnTo>
                <a:lnTo>
                  <a:pt x="176" y="196"/>
                </a:lnTo>
                <a:lnTo>
                  <a:pt x="162" y="204"/>
                </a:lnTo>
                <a:lnTo>
                  <a:pt x="146" y="208"/>
                </a:lnTo>
                <a:lnTo>
                  <a:pt x="130" y="210"/>
                </a:lnTo>
                <a:lnTo>
                  <a:pt x="130" y="210"/>
                </a:lnTo>
                <a:close/>
                <a:moveTo>
                  <a:pt x="130" y="66"/>
                </a:moveTo>
                <a:lnTo>
                  <a:pt x="130" y="66"/>
                </a:lnTo>
                <a:lnTo>
                  <a:pt x="118" y="68"/>
                </a:lnTo>
                <a:lnTo>
                  <a:pt x="106" y="70"/>
                </a:lnTo>
                <a:lnTo>
                  <a:pt x="94" y="76"/>
                </a:lnTo>
                <a:lnTo>
                  <a:pt x="86" y="84"/>
                </a:lnTo>
                <a:lnTo>
                  <a:pt x="78" y="94"/>
                </a:lnTo>
                <a:lnTo>
                  <a:pt x="72" y="104"/>
                </a:lnTo>
                <a:lnTo>
                  <a:pt x="68" y="116"/>
                </a:lnTo>
                <a:lnTo>
                  <a:pt x="68" y="128"/>
                </a:lnTo>
                <a:lnTo>
                  <a:pt x="68" y="128"/>
                </a:lnTo>
                <a:lnTo>
                  <a:pt x="68" y="140"/>
                </a:lnTo>
                <a:lnTo>
                  <a:pt x="72" y="152"/>
                </a:lnTo>
                <a:lnTo>
                  <a:pt x="78" y="162"/>
                </a:lnTo>
                <a:lnTo>
                  <a:pt x="86" y="172"/>
                </a:lnTo>
                <a:lnTo>
                  <a:pt x="94" y="180"/>
                </a:lnTo>
                <a:lnTo>
                  <a:pt x="106" y="186"/>
                </a:lnTo>
                <a:lnTo>
                  <a:pt x="118" y="190"/>
                </a:lnTo>
                <a:lnTo>
                  <a:pt x="130" y="190"/>
                </a:lnTo>
                <a:lnTo>
                  <a:pt x="130" y="190"/>
                </a:lnTo>
                <a:lnTo>
                  <a:pt x="142" y="190"/>
                </a:lnTo>
                <a:lnTo>
                  <a:pt x="154" y="186"/>
                </a:lnTo>
                <a:lnTo>
                  <a:pt x="164" y="180"/>
                </a:lnTo>
                <a:lnTo>
                  <a:pt x="174" y="172"/>
                </a:lnTo>
                <a:lnTo>
                  <a:pt x="182" y="162"/>
                </a:lnTo>
                <a:lnTo>
                  <a:pt x="188" y="152"/>
                </a:lnTo>
                <a:lnTo>
                  <a:pt x="190" y="140"/>
                </a:lnTo>
                <a:lnTo>
                  <a:pt x="192" y="128"/>
                </a:lnTo>
                <a:lnTo>
                  <a:pt x="192" y="128"/>
                </a:lnTo>
                <a:lnTo>
                  <a:pt x="190" y="116"/>
                </a:lnTo>
                <a:lnTo>
                  <a:pt x="188" y="104"/>
                </a:lnTo>
                <a:lnTo>
                  <a:pt x="182" y="94"/>
                </a:lnTo>
                <a:lnTo>
                  <a:pt x="174" y="84"/>
                </a:lnTo>
                <a:lnTo>
                  <a:pt x="164" y="76"/>
                </a:lnTo>
                <a:lnTo>
                  <a:pt x="154" y="70"/>
                </a:lnTo>
                <a:lnTo>
                  <a:pt x="142" y="68"/>
                </a:lnTo>
                <a:lnTo>
                  <a:pt x="130" y="66"/>
                </a:lnTo>
                <a:lnTo>
                  <a:pt x="130" y="66"/>
                </a:lnTo>
                <a:close/>
                <a:moveTo>
                  <a:pt x="130" y="156"/>
                </a:moveTo>
                <a:lnTo>
                  <a:pt x="130" y="156"/>
                </a:lnTo>
                <a:lnTo>
                  <a:pt x="120" y="152"/>
                </a:lnTo>
                <a:lnTo>
                  <a:pt x="110" y="148"/>
                </a:lnTo>
                <a:lnTo>
                  <a:pt x="104" y="138"/>
                </a:lnTo>
                <a:lnTo>
                  <a:pt x="102" y="128"/>
                </a:lnTo>
                <a:lnTo>
                  <a:pt x="102" y="128"/>
                </a:lnTo>
                <a:lnTo>
                  <a:pt x="104" y="118"/>
                </a:lnTo>
                <a:lnTo>
                  <a:pt x="110" y="110"/>
                </a:lnTo>
                <a:lnTo>
                  <a:pt x="120" y="104"/>
                </a:lnTo>
                <a:lnTo>
                  <a:pt x="130" y="102"/>
                </a:lnTo>
                <a:lnTo>
                  <a:pt x="130" y="102"/>
                </a:lnTo>
                <a:lnTo>
                  <a:pt x="140" y="104"/>
                </a:lnTo>
                <a:lnTo>
                  <a:pt x="148" y="110"/>
                </a:lnTo>
                <a:lnTo>
                  <a:pt x="154" y="118"/>
                </a:lnTo>
                <a:lnTo>
                  <a:pt x="156" y="128"/>
                </a:lnTo>
                <a:lnTo>
                  <a:pt x="156" y="128"/>
                </a:lnTo>
                <a:lnTo>
                  <a:pt x="154" y="138"/>
                </a:lnTo>
                <a:lnTo>
                  <a:pt x="148" y="148"/>
                </a:lnTo>
                <a:lnTo>
                  <a:pt x="140" y="152"/>
                </a:lnTo>
                <a:lnTo>
                  <a:pt x="130" y="156"/>
                </a:lnTo>
                <a:lnTo>
                  <a:pt x="130" y="156"/>
                </a:lnTo>
                <a:close/>
                <a:moveTo>
                  <a:pt x="370" y="248"/>
                </a:moveTo>
                <a:lnTo>
                  <a:pt x="388" y="244"/>
                </a:lnTo>
                <a:lnTo>
                  <a:pt x="382" y="212"/>
                </a:lnTo>
                <a:lnTo>
                  <a:pt x="364" y="214"/>
                </a:lnTo>
                <a:lnTo>
                  <a:pt x="364" y="214"/>
                </a:lnTo>
                <a:lnTo>
                  <a:pt x="356" y="202"/>
                </a:lnTo>
                <a:lnTo>
                  <a:pt x="346" y="192"/>
                </a:lnTo>
                <a:lnTo>
                  <a:pt x="352" y="174"/>
                </a:lnTo>
                <a:lnTo>
                  <a:pt x="320" y="162"/>
                </a:lnTo>
                <a:lnTo>
                  <a:pt x="314" y="180"/>
                </a:lnTo>
                <a:lnTo>
                  <a:pt x="314" y="180"/>
                </a:lnTo>
                <a:lnTo>
                  <a:pt x="300" y="182"/>
                </a:lnTo>
                <a:lnTo>
                  <a:pt x="286" y="186"/>
                </a:lnTo>
                <a:lnTo>
                  <a:pt x="272" y="172"/>
                </a:lnTo>
                <a:lnTo>
                  <a:pt x="246" y="194"/>
                </a:lnTo>
                <a:lnTo>
                  <a:pt x="260" y="208"/>
                </a:lnTo>
                <a:lnTo>
                  <a:pt x="260" y="208"/>
                </a:lnTo>
                <a:lnTo>
                  <a:pt x="252" y="220"/>
                </a:lnTo>
                <a:lnTo>
                  <a:pt x="250" y="234"/>
                </a:lnTo>
                <a:lnTo>
                  <a:pt x="230" y="238"/>
                </a:lnTo>
                <a:lnTo>
                  <a:pt x="236" y="272"/>
                </a:lnTo>
                <a:lnTo>
                  <a:pt x="256" y="268"/>
                </a:lnTo>
                <a:lnTo>
                  <a:pt x="256" y="268"/>
                </a:lnTo>
                <a:lnTo>
                  <a:pt x="264" y="280"/>
                </a:lnTo>
                <a:lnTo>
                  <a:pt x="274" y="290"/>
                </a:lnTo>
                <a:lnTo>
                  <a:pt x="268" y="308"/>
                </a:lnTo>
                <a:lnTo>
                  <a:pt x="300" y="320"/>
                </a:lnTo>
                <a:lnTo>
                  <a:pt x="306" y="302"/>
                </a:lnTo>
                <a:lnTo>
                  <a:pt x="306" y="302"/>
                </a:lnTo>
                <a:lnTo>
                  <a:pt x="320" y="302"/>
                </a:lnTo>
                <a:lnTo>
                  <a:pt x="334" y="298"/>
                </a:lnTo>
                <a:lnTo>
                  <a:pt x="346" y="312"/>
                </a:lnTo>
                <a:lnTo>
                  <a:pt x="372" y="290"/>
                </a:lnTo>
                <a:lnTo>
                  <a:pt x="360" y="276"/>
                </a:lnTo>
                <a:lnTo>
                  <a:pt x="360" y="276"/>
                </a:lnTo>
                <a:lnTo>
                  <a:pt x="366" y="262"/>
                </a:lnTo>
                <a:lnTo>
                  <a:pt x="370" y="248"/>
                </a:lnTo>
                <a:lnTo>
                  <a:pt x="370" y="248"/>
                </a:lnTo>
                <a:close/>
                <a:moveTo>
                  <a:pt x="320" y="264"/>
                </a:moveTo>
                <a:lnTo>
                  <a:pt x="320" y="264"/>
                </a:lnTo>
                <a:lnTo>
                  <a:pt x="310" y="266"/>
                </a:lnTo>
                <a:lnTo>
                  <a:pt x="302" y="264"/>
                </a:lnTo>
                <a:lnTo>
                  <a:pt x="294" y="260"/>
                </a:lnTo>
                <a:lnTo>
                  <a:pt x="288" y="252"/>
                </a:lnTo>
                <a:lnTo>
                  <a:pt x="288" y="252"/>
                </a:lnTo>
                <a:lnTo>
                  <a:pt x="286" y="242"/>
                </a:lnTo>
                <a:lnTo>
                  <a:pt x="288" y="234"/>
                </a:lnTo>
                <a:lnTo>
                  <a:pt x="292" y="226"/>
                </a:lnTo>
                <a:lnTo>
                  <a:pt x="300" y="220"/>
                </a:lnTo>
                <a:lnTo>
                  <a:pt x="300" y="220"/>
                </a:lnTo>
                <a:lnTo>
                  <a:pt x="308" y="218"/>
                </a:lnTo>
                <a:lnTo>
                  <a:pt x="318" y="220"/>
                </a:lnTo>
                <a:lnTo>
                  <a:pt x="326" y="224"/>
                </a:lnTo>
                <a:lnTo>
                  <a:pt x="332" y="232"/>
                </a:lnTo>
                <a:lnTo>
                  <a:pt x="332" y="232"/>
                </a:lnTo>
                <a:lnTo>
                  <a:pt x="334" y="240"/>
                </a:lnTo>
                <a:lnTo>
                  <a:pt x="332" y="250"/>
                </a:lnTo>
                <a:lnTo>
                  <a:pt x="328" y="258"/>
                </a:lnTo>
                <a:lnTo>
                  <a:pt x="320" y="264"/>
                </a:lnTo>
                <a:lnTo>
                  <a:pt x="320" y="264"/>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97" name="Freeform 4807"/>
          <p:cNvSpPr>
            <a:spLocks noEditPoints="1"/>
          </p:cNvSpPr>
          <p:nvPr>
            <p:custDataLst>
              <p:tags r:id="rId39"/>
            </p:custDataLst>
          </p:nvPr>
        </p:nvSpPr>
        <p:spPr bwMode="auto">
          <a:xfrm>
            <a:off x="5116299" y="3412465"/>
            <a:ext cx="543693" cy="458130"/>
          </a:xfrm>
          <a:custGeom>
            <a:avLst/>
            <a:gdLst>
              <a:gd name="T0" fmla="*/ 84 w 320"/>
              <a:gd name="T1" fmla="*/ 24 h 286"/>
              <a:gd name="T2" fmla="*/ 86 w 320"/>
              <a:gd name="T3" fmla="*/ 18 h 286"/>
              <a:gd name="T4" fmla="*/ 92 w 320"/>
              <a:gd name="T5" fmla="*/ 14 h 286"/>
              <a:gd name="T6" fmla="*/ 134 w 320"/>
              <a:gd name="T7" fmla="*/ 2 h 286"/>
              <a:gd name="T8" fmla="*/ 160 w 320"/>
              <a:gd name="T9" fmla="*/ 0 h 286"/>
              <a:gd name="T10" fmla="*/ 208 w 320"/>
              <a:gd name="T11" fmla="*/ 8 h 286"/>
              <a:gd name="T12" fmla="*/ 228 w 320"/>
              <a:gd name="T13" fmla="*/ 14 h 286"/>
              <a:gd name="T14" fmla="*/ 236 w 320"/>
              <a:gd name="T15" fmla="*/ 24 h 286"/>
              <a:gd name="T16" fmla="*/ 216 w 320"/>
              <a:gd name="T17" fmla="*/ 42 h 286"/>
              <a:gd name="T18" fmla="*/ 216 w 320"/>
              <a:gd name="T19" fmla="*/ 30 h 286"/>
              <a:gd name="T20" fmla="*/ 178 w 320"/>
              <a:gd name="T21" fmla="*/ 22 h 286"/>
              <a:gd name="T22" fmla="*/ 160 w 320"/>
              <a:gd name="T23" fmla="*/ 20 h 286"/>
              <a:gd name="T24" fmla="*/ 128 w 320"/>
              <a:gd name="T25" fmla="*/ 24 h 286"/>
              <a:gd name="T26" fmla="*/ 104 w 320"/>
              <a:gd name="T27" fmla="*/ 42 h 286"/>
              <a:gd name="T28" fmla="*/ 132 w 320"/>
              <a:gd name="T29" fmla="*/ 160 h 286"/>
              <a:gd name="T30" fmla="*/ 188 w 320"/>
              <a:gd name="T31" fmla="*/ 146 h 286"/>
              <a:gd name="T32" fmla="*/ 188 w 320"/>
              <a:gd name="T33" fmla="*/ 160 h 286"/>
              <a:gd name="T34" fmla="*/ 274 w 320"/>
              <a:gd name="T35" fmla="*/ 148 h 286"/>
              <a:gd name="T36" fmla="*/ 320 w 320"/>
              <a:gd name="T37" fmla="*/ 138 h 286"/>
              <a:gd name="T38" fmla="*/ 320 w 320"/>
              <a:gd name="T39" fmla="*/ 72 h 286"/>
              <a:gd name="T40" fmla="*/ 314 w 320"/>
              <a:gd name="T41" fmla="*/ 58 h 286"/>
              <a:gd name="T42" fmla="*/ 300 w 320"/>
              <a:gd name="T43" fmla="*/ 52 h 286"/>
              <a:gd name="T44" fmla="*/ 20 w 320"/>
              <a:gd name="T45" fmla="*/ 52 h 286"/>
              <a:gd name="T46" fmla="*/ 6 w 320"/>
              <a:gd name="T47" fmla="*/ 58 h 286"/>
              <a:gd name="T48" fmla="*/ 0 w 320"/>
              <a:gd name="T49" fmla="*/ 72 h 286"/>
              <a:gd name="T50" fmla="*/ 0 w 320"/>
              <a:gd name="T51" fmla="*/ 138 h 286"/>
              <a:gd name="T52" fmla="*/ 46 w 320"/>
              <a:gd name="T53" fmla="*/ 148 h 286"/>
              <a:gd name="T54" fmla="*/ 132 w 320"/>
              <a:gd name="T55" fmla="*/ 160 h 286"/>
              <a:gd name="T56" fmla="*/ 174 w 320"/>
              <a:gd name="T57" fmla="*/ 176 h 286"/>
              <a:gd name="T58" fmla="*/ 146 w 320"/>
              <a:gd name="T59" fmla="*/ 160 h 286"/>
              <a:gd name="T60" fmla="*/ 174 w 320"/>
              <a:gd name="T61" fmla="*/ 176 h 286"/>
              <a:gd name="T62" fmla="*/ 320 w 320"/>
              <a:gd name="T63" fmla="*/ 266 h 286"/>
              <a:gd name="T64" fmla="*/ 318 w 320"/>
              <a:gd name="T65" fmla="*/ 274 h 286"/>
              <a:gd name="T66" fmla="*/ 308 w 320"/>
              <a:gd name="T67" fmla="*/ 284 h 286"/>
              <a:gd name="T68" fmla="*/ 20 w 320"/>
              <a:gd name="T69" fmla="*/ 286 h 286"/>
              <a:gd name="T70" fmla="*/ 12 w 320"/>
              <a:gd name="T71" fmla="*/ 284 h 286"/>
              <a:gd name="T72" fmla="*/ 2 w 320"/>
              <a:gd name="T73" fmla="*/ 274 h 286"/>
              <a:gd name="T74" fmla="*/ 0 w 320"/>
              <a:gd name="T75" fmla="*/ 154 h 286"/>
              <a:gd name="T76" fmla="*/ 20 w 320"/>
              <a:gd name="T77" fmla="*/ 160 h 286"/>
              <a:gd name="T78" fmla="*/ 88 w 320"/>
              <a:gd name="T79" fmla="*/ 172 h 286"/>
              <a:gd name="T80" fmla="*/ 132 w 320"/>
              <a:gd name="T81" fmla="*/ 190 h 286"/>
              <a:gd name="T82" fmla="*/ 188 w 320"/>
              <a:gd name="T83" fmla="*/ 176 h 286"/>
              <a:gd name="T84" fmla="*/ 232 w 320"/>
              <a:gd name="T85" fmla="*/ 172 h 286"/>
              <a:gd name="T86" fmla="*/ 300 w 320"/>
              <a:gd name="T87" fmla="*/ 160 h 286"/>
              <a:gd name="T88" fmla="*/ 320 w 320"/>
              <a:gd name="T89" fmla="*/ 154 h 286"/>
              <a:gd name="T90" fmla="*/ 56 w 320"/>
              <a:gd name="T91" fmla="*/ 266 h 286"/>
              <a:gd name="T92" fmla="*/ 52 w 320"/>
              <a:gd name="T93" fmla="*/ 252 h 286"/>
              <a:gd name="T94" fmla="*/ 46 w 320"/>
              <a:gd name="T95" fmla="*/ 240 h 286"/>
              <a:gd name="T96" fmla="*/ 34 w 320"/>
              <a:gd name="T97" fmla="*/ 232 h 286"/>
              <a:gd name="T98" fmla="*/ 20 w 320"/>
              <a:gd name="T99" fmla="*/ 230 h 286"/>
              <a:gd name="T100" fmla="*/ 56 w 320"/>
              <a:gd name="T101" fmla="*/ 266 h 286"/>
              <a:gd name="T102" fmla="*/ 300 w 320"/>
              <a:gd name="T103" fmla="*/ 230 h 286"/>
              <a:gd name="T104" fmla="*/ 286 w 320"/>
              <a:gd name="T105" fmla="*/ 232 h 286"/>
              <a:gd name="T106" fmla="*/ 274 w 320"/>
              <a:gd name="T107" fmla="*/ 240 h 286"/>
              <a:gd name="T108" fmla="*/ 268 w 320"/>
              <a:gd name="T109" fmla="*/ 252 h 286"/>
              <a:gd name="T110" fmla="*/ 264 w 320"/>
              <a:gd name="T111" fmla="*/ 266 h 286"/>
              <a:gd name="T112" fmla="*/ 300 w 320"/>
              <a:gd name="T113" fmla="*/ 230 h 2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20" h="286">
                <a:moveTo>
                  <a:pt x="84" y="42"/>
                </a:moveTo>
                <a:lnTo>
                  <a:pt x="84" y="24"/>
                </a:lnTo>
                <a:lnTo>
                  <a:pt x="84" y="24"/>
                </a:lnTo>
                <a:lnTo>
                  <a:pt x="86" y="18"/>
                </a:lnTo>
                <a:lnTo>
                  <a:pt x="92" y="14"/>
                </a:lnTo>
                <a:lnTo>
                  <a:pt x="92" y="14"/>
                </a:lnTo>
                <a:lnTo>
                  <a:pt x="112" y="8"/>
                </a:lnTo>
                <a:lnTo>
                  <a:pt x="134" y="2"/>
                </a:lnTo>
                <a:lnTo>
                  <a:pt x="160" y="0"/>
                </a:lnTo>
                <a:lnTo>
                  <a:pt x="160" y="0"/>
                </a:lnTo>
                <a:lnTo>
                  <a:pt x="186" y="2"/>
                </a:lnTo>
                <a:lnTo>
                  <a:pt x="208" y="8"/>
                </a:lnTo>
                <a:lnTo>
                  <a:pt x="228" y="14"/>
                </a:lnTo>
                <a:lnTo>
                  <a:pt x="228" y="14"/>
                </a:lnTo>
                <a:lnTo>
                  <a:pt x="234" y="18"/>
                </a:lnTo>
                <a:lnTo>
                  <a:pt x="236" y="24"/>
                </a:lnTo>
                <a:lnTo>
                  <a:pt x="236" y="42"/>
                </a:lnTo>
                <a:lnTo>
                  <a:pt x="216" y="42"/>
                </a:lnTo>
                <a:lnTo>
                  <a:pt x="216" y="30"/>
                </a:lnTo>
                <a:lnTo>
                  <a:pt x="216" y="30"/>
                </a:lnTo>
                <a:lnTo>
                  <a:pt x="192" y="24"/>
                </a:lnTo>
                <a:lnTo>
                  <a:pt x="178" y="22"/>
                </a:lnTo>
                <a:lnTo>
                  <a:pt x="160" y="20"/>
                </a:lnTo>
                <a:lnTo>
                  <a:pt x="160" y="20"/>
                </a:lnTo>
                <a:lnTo>
                  <a:pt x="142" y="22"/>
                </a:lnTo>
                <a:lnTo>
                  <a:pt x="128" y="24"/>
                </a:lnTo>
                <a:lnTo>
                  <a:pt x="104" y="30"/>
                </a:lnTo>
                <a:lnTo>
                  <a:pt x="104" y="42"/>
                </a:lnTo>
                <a:lnTo>
                  <a:pt x="84" y="42"/>
                </a:lnTo>
                <a:close/>
                <a:moveTo>
                  <a:pt x="132" y="160"/>
                </a:moveTo>
                <a:lnTo>
                  <a:pt x="132" y="146"/>
                </a:lnTo>
                <a:lnTo>
                  <a:pt x="188" y="146"/>
                </a:lnTo>
                <a:lnTo>
                  <a:pt x="188" y="160"/>
                </a:lnTo>
                <a:lnTo>
                  <a:pt x="188" y="160"/>
                </a:lnTo>
                <a:lnTo>
                  <a:pt x="234" y="156"/>
                </a:lnTo>
                <a:lnTo>
                  <a:pt x="274" y="148"/>
                </a:lnTo>
                <a:lnTo>
                  <a:pt x="302" y="142"/>
                </a:lnTo>
                <a:lnTo>
                  <a:pt x="320" y="138"/>
                </a:lnTo>
                <a:lnTo>
                  <a:pt x="320" y="72"/>
                </a:lnTo>
                <a:lnTo>
                  <a:pt x="320" y="72"/>
                </a:lnTo>
                <a:lnTo>
                  <a:pt x="318" y="64"/>
                </a:lnTo>
                <a:lnTo>
                  <a:pt x="314" y="58"/>
                </a:lnTo>
                <a:lnTo>
                  <a:pt x="308" y="54"/>
                </a:lnTo>
                <a:lnTo>
                  <a:pt x="300" y="52"/>
                </a:lnTo>
                <a:lnTo>
                  <a:pt x="20" y="52"/>
                </a:lnTo>
                <a:lnTo>
                  <a:pt x="20" y="52"/>
                </a:lnTo>
                <a:lnTo>
                  <a:pt x="12" y="54"/>
                </a:lnTo>
                <a:lnTo>
                  <a:pt x="6" y="58"/>
                </a:lnTo>
                <a:lnTo>
                  <a:pt x="2" y="64"/>
                </a:lnTo>
                <a:lnTo>
                  <a:pt x="0" y="72"/>
                </a:lnTo>
                <a:lnTo>
                  <a:pt x="0" y="138"/>
                </a:lnTo>
                <a:lnTo>
                  <a:pt x="0" y="138"/>
                </a:lnTo>
                <a:lnTo>
                  <a:pt x="18" y="142"/>
                </a:lnTo>
                <a:lnTo>
                  <a:pt x="46" y="148"/>
                </a:lnTo>
                <a:lnTo>
                  <a:pt x="86" y="156"/>
                </a:lnTo>
                <a:lnTo>
                  <a:pt x="132" y="160"/>
                </a:lnTo>
                <a:lnTo>
                  <a:pt x="132" y="160"/>
                </a:lnTo>
                <a:close/>
                <a:moveTo>
                  <a:pt x="174" y="176"/>
                </a:moveTo>
                <a:lnTo>
                  <a:pt x="174" y="160"/>
                </a:lnTo>
                <a:lnTo>
                  <a:pt x="146" y="160"/>
                </a:lnTo>
                <a:lnTo>
                  <a:pt x="146" y="176"/>
                </a:lnTo>
                <a:lnTo>
                  <a:pt x="174" y="176"/>
                </a:lnTo>
                <a:close/>
                <a:moveTo>
                  <a:pt x="320" y="154"/>
                </a:moveTo>
                <a:lnTo>
                  <a:pt x="320" y="266"/>
                </a:lnTo>
                <a:lnTo>
                  <a:pt x="320" y="266"/>
                </a:lnTo>
                <a:lnTo>
                  <a:pt x="318" y="274"/>
                </a:lnTo>
                <a:lnTo>
                  <a:pt x="314" y="280"/>
                </a:lnTo>
                <a:lnTo>
                  <a:pt x="308" y="284"/>
                </a:lnTo>
                <a:lnTo>
                  <a:pt x="300" y="286"/>
                </a:lnTo>
                <a:lnTo>
                  <a:pt x="20" y="286"/>
                </a:lnTo>
                <a:lnTo>
                  <a:pt x="20" y="286"/>
                </a:lnTo>
                <a:lnTo>
                  <a:pt x="12" y="284"/>
                </a:lnTo>
                <a:lnTo>
                  <a:pt x="6" y="280"/>
                </a:lnTo>
                <a:lnTo>
                  <a:pt x="2" y="274"/>
                </a:lnTo>
                <a:lnTo>
                  <a:pt x="0" y="266"/>
                </a:lnTo>
                <a:lnTo>
                  <a:pt x="0" y="154"/>
                </a:lnTo>
                <a:lnTo>
                  <a:pt x="0" y="154"/>
                </a:lnTo>
                <a:lnTo>
                  <a:pt x="20" y="160"/>
                </a:lnTo>
                <a:lnTo>
                  <a:pt x="50" y="166"/>
                </a:lnTo>
                <a:lnTo>
                  <a:pt x="88" y="172"/>
                </a:lnTo>
                <a:lnTo>
                  <a:pt x="132" y="176"/>
                </a:lnTo>
                <a:lnTo>
                  <a:pt x="132" y="190"/>
                </a:lnTo>
                <a:lnTo>
                  <a:pt x="188" y="190"/>
                </a:lnTo>
                <a:lnTo>
                  <a:pt x="188" y="176"/>
                </a:lnTo>
                <a:lnTo>
                  <a:pt x="188" y="176"/>
                </a:lnTo>
                <a:lnTo>
                  <a:pt x="232" y="172"/>
                </a:lnTo>
                <a:lnTo>
                  <a:pt x="270" y="166"/>
                </a:lnTo>
                <a:lnTo>
                  <a:pt x="300" y="160"/>
                </a:lnTo>
                <a:lnTo>
                  <a:pt x="320" y="154"/>
                </a:lnTo>
                <a:lnTo>
                  <a:pt x="320" y="154"/>
                </a:lnTo>
                <a:close/>
                <a:moveTo>
                  <a:pt x="56" y="266"/>
                </a:moveTo>
                <a:lnTo>
                  <a:pt x="56" y="266"/>
                </a:lnTo>
                <a:lnTo>
                  <a:pt x="56" y="258"/>
                </a:lnTo>
                <a:lnTo>
                  <a:pt x="52" y="252"/>
                </a:lnTo>
                <a:lnTo>
                  <a:pt x="50" y="246"/>
                </a:lnTo>
                <a:lnTo>
                  <a:pt x="46" y="240"/>
                </a:lnTo>
                <a:lnTo>
                  <a:pt x="40" y="236"/>
                </a:lnTo>
                <a:lnTo>
                  <a:pt x="34" y="232"/>
                </a:lnTo>
                <a:lnTo>
                  <a:pt x="28" y="230"/>
                </a:lnTo>
                <a:lnTo>
                  <a:pt x="20" y="230"/>
                </a:lnTo>
                <a:lnTo>
                  <a:pt x="20" y="266"/>
                </a:lnTo>
                <a:lnTo>
                  <a:pt x="56" y="266"/>
                </a:lnTo>
                <a:close/>
                <a:moveTo>
                  <a:pt x="300" y="230"/>
                </a:moveTo>
                <a:lnTo>
                  <a:pt x="300" y="230"/>
                </a:lnTo>
                <a:lnTo>
                  <a:pt x="292" y="230"/>
                </a:lnTo>
                <a:lnTo>
                  <a:pt x="286" y="232"/>
                </a:lnTo>
                <a:lnTo>
                  <a:pt x="280" y="236"/>
                </a:lnTo>
                <a:lnTo>
                  <a:pt x="274" y="240"/>
                </a:lnTo>
                <a:lnTo>
                  <a:pt x="270" y="246"/>
                </a:lnTo>
                <a:lnTo>
                  <a:pt x="268" y="252"/>
                </a:lnTo>
                <a:lnTo>
                  <a:pt x="264" y="258"/>
                </a:lnTo>
                <a:lnTo>
                  <a:pt x="264" y="266"/>
                </a:lnTo>
                <a:lnTo>
                  <a:pt x="300" y="266"/>
                </a:lnTo>
                <a:lnTo>
                  <a:pt x="300" y="230"/>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98" name="Freeform 4849"/>
          <p:cNvSpPr>
            <a:spLocks noEditPoints="1"/>
          </p:cNvSpPr>
          <p:nvPr>
            <p:custDataLst>
              <p:tags r:id="rId40"/>
            </p:custDataLst>
          </p:nvPr>
        </p:nvSpPr>
        <p:spPr bwMode="auto">
          <a:xfrm>
            <a:off x="3614092" y="3424227"/>
            <a:ext cx="611568" cy="466249"/>
          </a:xfrm>
          <a:custGeom>
            <a:avLst/>
            <a:gdLst>
              <a:gd name="T0" fmla="*/ 0 w 324"/>
              <a:gd name="T1" fmla="*/ 136 h 262"/>
              <a:gd name="T2" fmla="*/ 0 w 324"/>
              <a:gd name="T3" fmla="*/ 132 h 262"/>
              <a:gd name="T4" fmla="*/ 6 w 324"/>
              <a:gd name="T5" fmla="*/ 126 h 262"/>
              <a:gd name="T6" fmla="*/ 46 w 324"/>
              <a:gd name="T7" fmla="*/ 126 h 262"/>
              <a:gd name="T8" fmla="*/ 50 w 324"/>
              <a:gd name="T9" fmla="*/ 126 h 262"/>
              <a:gd name="T10" fmla="*/ 56 w 324"/>
              <a:gd name="T11" fmla="*/ 132 h 262"/>
              <a:gd name="T12" fmla="*/ 56 w 324"/>
              <a:gd name="T13" fmla="*/ 212 h 262"/>
              <a:gd name="T14" fmla="*/ 56 w 324"/>
              <a:gd name="T15" fmla="*/ 216 h 262"/>
              <a:gd name="T16" fmla="*/ 50 w 324"/>
              <a:gd name="T17" fmla="*/ 220 h 262"/>
              <a:gd name="T18" fmla="*/ 10 w 324"/>
              <a:gd name="T19" fmla="*/ 222 h 262"/>
              <a:gd name="T20" fmla="*/ 6 w 324"/>
              <a:gd name="T21" fmla="*/ 220 h 262"/>
              <a:gd name="T22" fmla="*/ 0 w 324"/>
              <a:gd name="T23" fmla="*/ 216 h 262"/>
              <a:gd name="T24" fmla="*/ 0 w 324"/>
              <a:gd name="T25" fmla="*/ 212 h 262"/>
              <a:gd name="T26" fmla="*/ 136 w 324"/>
              <a:gd name="T27" fmla="*/ 222 h 262"/>
              <a:gd name="T28" fmla="*/ 140 w 324"/>
              <a:gd name="T29" fmla="*/ 220 h 262"/>
              <a:gd name="T30" fmla="*/ 144 w 324"/>
              <a:gd name="T31" fmla="*/ 216 h 262"/>
              <a:gd name="T32" fmla="*/ 146 w 324"/>
              <a:gd name="T33" fmla="*/ 58 h 262"/>
              <a:gd name="T34" fmla="*/ 144 w 324"/>
              <a:gd name="T35" fmla="*/ 54 h 262"/>
              <a:gd name="T36" fmla="*/ 140 w 324"/>
              <a:gd name="T37" fmla="*/ 50 h 262"/>
              <a:gd name="T38" fmla="*/ 100 w 324"/>
              <a:gd name="T39" fmla="*/ 48 h 262"/>
              <a:gd name="T40" fmla="*/ 96 w 324"/>
              <a:gd name="T41" fmla="*/ 50 h 262"/>
              <a:gd name="T42" fmla="*/ 90 w 324"/>
              <a:gd name="T43" fmla="*/ 54 h 262"/>
              <a:gd name="T44" fmla="*/ 90 w 324"/>
              <a:gd name="T45" fmla="*/ 212 h 262"/>
              <a:gd name="T46" fmla="*/ 90 w 324"/>
              <a:gd name="T47" fmla="*/ 216 h 262"/>
              <a:gd name="T48" fmla="*/ 96 w 324"/>
              <a:gd name="T49" fmla="*/ 220 h 262"/>
              <a:gd name="T50" fmla="*/ 100 w 324"/>
              <a:gd name="T51" fmla="*/ 222 h 262"/>
              <a:gd name="T52" fmla="*/ 224 w 324"/>
              <a:gd name="T53" fmla="*/ 222 h 262"/>
              <a:gd name="T54" fmla="*/ 228 w 324"/>
              <a:gd name="T55" fmla="*/ 220 h 262"/>
              <a:gd name="T56" fmla="*/ 234 w 324"/>
              <a:gd name="T57" fmla="*/ 216 h 262"/>
              <a:gd name="T58" fmla="*/ 234 w 324"/>
              <a:gd name="T59" fmla="*/ 86 h 262"/>
              <a:gd name="T60" fmla="*/ 234 w 324"/>
              <a:gd name="T61" fmla="*/ 82 h 262"/>
              <a:gd name="T62" fmla="*/ 228 w 324"/>
              <a:gd name="T63" fmla="*/ 76 h 262"/>
              <a:gd name="T64" fmla="*/ 188 w 324"/>
              <a:gd name="T65" fmla="*/ 76 h 262"/>
              <a:gd name="T66" fmla="*/ 184 w 324"/>
              <a:gd name="T67" fmla="*/ 76 h 262"/>
              <a:gd name="T68" fmla="*/ 180 w 324"/>
              <a:gd name="T69" fmla="*/ 82 h 262"/>
              <a:gd name="T70" fmla="*/ 178 w 324"/>
              <a:gd name="T71" fmla="*/ 212 h 262"/>
              <a:gd name="T72" fmla="*/ 180 w 324"/>
              <a:gd name="T73" fmla="*/ 216 h 262"/>
              <a:gd name="T74" fmla="*/ 184 w 324"/>
              <a:gd name="T75" fmla="*/ 220 h 262"/>
              <a:gd name="T76" fmla="*/ 188 w 324"/>
              <a:gd name="T77" fmla="*/ 222 h 262"/>
              <a:gd name="T78" fmla="*/ 278 w 324"/>
              <a:gd name="T79" fmla="*/ 0 h 262"/>
              <a:gd name="T80" fmla="*/ 274 w 324"/>
              <a:gd name="T81" fmla="*/ 0 h 262"/>
              <a:gd name="T82" fmla="*/ 268 w 324"/>
              <a:gd name="T83" fmla="*/ 6 h 262"/>
              <a:gd name="T84" fmla="*/ 268 w 324"/>
              <a:gd name="T85" fmla="*/ 212 h 262"/>
              <a:gd name="T86" fmla="*/ 268 w 324"/>
              <a:gd name="T87" fmla="*/ 216 h 262"/>
              <a:gd name="T88" fmla="*/ 274 w 324"/>
              <a:gd name="T89" fmla="*/ 220 h 262"/>
              <a:gd name="T90" fmla="*/ 314 w 324"/>
              <a:gd name="T91" fmla="*/ 222 h 262"/>
              <a:gd name="T92" fmla="*/ 318 w 324"/>
              <a:gd name="T93" fmla="*/ 220 h 262"/>
              <a:gd name="T94" fmla="*/ 324 w 324"/>
              <a:gd name="T95" fmla="*/ 216 h 262"/>
              <a:gd name="T96" fmla="*/ 324 w 324"/>
              <a:gd name="T97" fmla="*/ 10 h 262"/>
              <a:gd name="T98" fmla="*/ 324 w 324"/>
              <a:gd name="T99" fmla="*/ 6 h 262"/>
              <a:gd name="T100" fmla="*/ 318 w 324"/>
              <a:gd name="T101" fmla="*/ 0 h 262"/>
              <a:gd name="T102" fmla="*/ 314 w 324"/>
              <a:gd name="T103" fmla="*/ 0 h 262"/>
              <a:gd name="T104" fmla="*/ 0 w 324"/>
              <a:gd name="T105" fmla="*/ 242 h 262"/>
              <a:gd name="T106" fmla="*/ 324 w 324"/>
              <a:gd name="T107" fmla="*/ 262 h 2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324" h="262">
                <a:moveTo>
                  <a:pt x="0" y="212"/>
                </a:moveTo>
                <a:lnTo>
                  <a:pt x="0" y="136"/>
                </a:lnTo>
                <a:lnTo>
                  <a:pt x="0" y="136"/>
                </a:lnTo>
                <a:lnTo>
                  <a:pt x="0" y="132"/>
                </a:lnTo>
                <a:lnTo>
                  <a:pt x="2" y="128"/>
                </a:lnTo>
                <a:lnTo>
                  <a:pt x="6" y="126"/>
                </a:lnTo>
                <a:lnTo>
                  <a:pt x="10" y="126"/>
                </a:lnTo>
                <a:lnTo>
                  <a:pt x="46" y="126"/>
                </a:lnTo>
                <a:lnTo>
                  <a:pt x="46" y="126"/>
                </a:lnTo>
                <a:lnTo>
                  <a:pt x="50" y="126"/>
                </a:lnTo>
                <a:lnTo>
                  <a:pt x="54" y="128"/>
                </a:lnTo>
                <a:lnTo>
                  <a:pt x="56" y="132"/>
                </a:lnTo>
                <a:lnTo>
                  <a:pt x="56" y="136"/>
                </a:lnTo>
                <a:lnTo>
                  <a:pt x="56" y="212"/>
                </a:lnTo>
                <a:lnTo>
                  <a:pt x="56" y="212"/>
                </a:lnTo>
                <a:lnTo>
                  <a:pt x="56" y="216"/>
                </a:lnTo>
                <a:lnTo>
                  <a:pt x="54" y="218"/>
                </a:lnTo>
                <a:lnTo>
                  <a:pt x="50" y="220"/>
                </a:lnTo>
                <a:lnTo>
                  <a:pt x="46" y="222"/>
                </a:lnTo>
                <a:lnTo>
                  <a:pt x="10" y="222"/>
                </a:lnTo>
                <a:lnTo>
                  <a:pt x="10" y="222"/>
                </a:lnTo>
                <a:lnTo>
                  <a:pt x="6" y="220"/>
                </a:lnTo>
                <a:lnTo>
                  <a:pt x="2" y="218"/>
                </a:lnTo>
                <a:lnTo>
                  <a:pt x="0" y="216"/>
                </a:lnTo>
                <a:lnTo>
                  <a:pt x="0" y="212"/>
                </a:lnTo>
                <a:lnTo>
                  <a:pt x="0" y="212"/>
                </a:lnTo>
                <a:close/>
                <a:moveTo>
                  <a:pt x="100" y="222"/>
                </a:moveTo>
                <a:lnTo>
                  <a:pt x="136" y="222"/>
                </a:lnTo>
                <a:lnTo>
                  <a:pt x="136" y="222"/>
                </a:lnTo>
                <a:lnTo>
                  <a:pt x="140" y="220"/>
                </a:lnTo>
                <a:lnTo>
                  <a:pt x="142" y="218"/>
                </a:lnTo>
                <a:lnTo>
                  <a:pt x="144" y="216"/>
                </a:lnTo>
                <a:lnTo>
                  <a:pt x="146" y="212"/>
                </a:lnTo>
                <a:lnTo>
                  <a:pt x="146" y="58"/>
                </a:lnTo>
                <a:lnTo>
                  <a:pt x="146" y="58"/>
                </a:lnTo>
                <a:lnTo>
                  <a:pt x="144" y="54"/>
                </a:lnTo>
                <a:lnTo>
                  <a:pt x="142" y="52"/>
                </a:lnTo>
                <a:lnTo>
                  <a:pt x="140" y="50"/>
                </a:lnTo>
                <a:lnTo>
                  <a:pt x="136" y="48"/>
                </a:lnTo>
                <a:lnTo>
                  <a:pt x="100" y="48"/>
                </a:lnTo>
                <a:lnTo>
                  <a:pt x="100" y="48"/>
                </a:lnTo>
                <a:lnTo>
                  <a:pt x="96" y="50"/>
                </a:lnTo>
                <a:lnTo>
                  <a:pt x="92" y="52"/>
                </a:lnTo>
                <a:lnTo>
                  <a:pt x="90" y="54"/>
                </a:lnTo>
                <a:lnTo>
                  <a:pt x="90" y="58"/>
                </a:lnTo>
                <a:lnTo>
                  <a:pt x="90" y="212"/>
                </a:lnTo>
                <a:lnTo>
                  <a:pt x="90" y="212"/>
                </a:lnTo>
                <a:lnTo>
                  <a:pt x="90" y="216"/>
                </a:lnTo>
                <a:lnTo>
                  <a:pt x="92" y="218"/>
                </a:lnTo>
                <a:lnTo>
                  <a:pt x="96" y="220"/>
                </a:lnTo>
                <a:lnTo>
                  <a:pt x="100" y="222"/>
                </a:lnTo>
                <a:lnTo>
                  <a:pt x="100" y="222"/>
                </a:lnTo>
                <a:close/>
                <a:moveTo>
                  <a:pt x="188" y="222"/>
                </a:moveTo>
                <a:lnTo>
                  <a:pt x="224" y="222"/>
                </a:lnTo>
                <a:lnTo>
                  <a:pt x="224" y="222"/>
                </a:lnTo>
                <a:lnTo>
                  <a:pt x="228" y="220"/>
                </a:lnTo>
                <a:lnTo>
                  <a:pt x="232" y="218"/>
                </a:lnTo>
                <a:lnTo>
                  <a:pt x="234" y="216"/>
                </a:lnTo>
                <a:lnTo>
                  <a:pt x="234" y="212"/>
                </a:lnTo>
                <a:lnTo>
                  <a:pt x="234" y="86"/>
                </a:lnTo>
                <a:lnTo>
                  <a:pt x="234" y="86"/>
                </a:lnTo>
                <a:lnTo>
                  <a:pt x="234" y="82"/>
                </a:lnTo>
                <a:lnTo>
                  <a:pt x="232" y="78"/>
                </a:lnTo>
                <a:lnTo>
                  <a:pt x="228" y="76"/>
                </a:lnTo>
                <a:lnTo>
                  <a:pt x="224" y="76"/>
                </a:lnTo>
                <a:lnTo>
                  <a:pt x="188" y="76"/>
                </a:lnTo>
                <a:lnTo>
                  <a:pt x="188" y="76"/>
                </a:lnTo>
                <a:lnTo>
                  <a:pt x="184" y="76"/>
                </a:lnTo>
                <a:lnTo>
                  <a:pt x="182" y="78"/>
                </a:lnTo>
                <a:lnTo>
                  <a:pt x="180" y="82"/>
                </a:lnTo>
                <a:lnTo>
                  <a:pt x="178" y="86"/>
                </a:lnTo>
                <a:lnTo>
                  <a:pt x="178" y="212"/>
                </a:lnTo>
                <a:lnTo>
                  <a:pt x="178" y="212"/>
                </a:lnTo>
                <a:lnTo>
                  <a:pt x="180" y="216"/>
                </a:lnTo>
                <a:lnTo>
                  <a:pt x="182" y="218"/>
                </a:lnTo>
                <a:lnTo>
                  <a:pt x="184" y="220"/>
                </a:lnTo>
                <a:lnTo>
                  <a:pt x="188" y="222"/>
                </a:lnTo>
                <a:lnTo>
                  <a:pt x="188" y="222"/>
                </a:lnTo>
                <a:close/>
                <a:moveTo>
                  <a:pt x="314" y="0"/>
                </a:moveTo>
                <a:lnTo>
                  <a:pt x="278" y="0"/>
                </a:lnTo>
                <a:lnTo>
                  <a:pt x="278" y="0"/>
                </a:lnTo>
                <a:lnTo>
                  <a:pt x="274" y="0"/>
                </a:lnTo>
                <a:lnTo>
                  <a:pt x="270" y="2"/>
                </a:lnTo>
                <a:lnTo>
                  <a:pt x="268" y="6"/>
                </a:lnTo>
                <a:lnTo>
                  <a:pt x="268" y="10"/>
                </a:lnTo>
                <a:lnTo>
                  <a:pt x="268" y="212"/>
                </a:lnTo>
                <a:lnTo>
                  <a:pt x="268" y="212"/>
                </a:lnTo>
                <a:lnTo>
                  <a:pt x="268" y="216"/>
                </a:lnTo>
                <a:lnTo>
                  <a:pt x="270" y="218"/>
                </a:lnTo>
                <a:lnTo>
                  <a:pt x="274" y="220"/>
                </a:lnTo>
                <a:lnTo>
                  <a:pt x="278" y="222"/>
                </a:lnTo>
                <a:lnTo>
                  <a:pt x="314" y="222"/>
                </a:lnTo>
                <a:lnTo>
                  <a:pt x="314" y="222"/>
                </a:lnTo>
                <a:lnTo>
                  <a:pt x="318" y="220"/>
                </a:lnTo>
                <a:lnTo>
                  <a:pt x="322" y="218"/>
                </a:lnTo>
                <a:lnTo>
                  <a:pt x="324" y="216"/>
                </a:lnTo>
                <a:lnTo>
                  <a:pt x="324" y="212"/>
                </a:lnTo>
                <a:lnTo>
                  <a:pt x="324" y="10"/>
                </a:lnTo>
                <a:lnTo>
                  <a:pt x="324" y="10"/>
                </a:lnTo>
                <a:lnTo>
                  <a:pt x="324" y="6"/>
                </a:lnTo>
                <a:lnTo>
                  <a:pt x="322" y="2"/>
                </a:lnTo>
                <a:lnTo>
                  <a:pt x="318" y="0"/>
                </a:lnTo>
                <a:lnTo>
                  <a:pt x="314" y="0"/>
                </a:lnTo>
                <a:lnTo>
                  <a:pt x="314" y="0"/>
                </a:lnTo>
                <a:close/>
                <a:moveTo>
                  <a:pt x="324" y="242"/>
                </a:moveTo>
                <a:lnTo>
                  <a:pt x="0" y="242"/>
                </a:lnTo>
                <a:lnTo>
                  <a:pt x="0" y="262"/>
                </a:lnTo>
                <a:lnTo>
                  <a:pt x="324" y="262"/>
                </a:lnTo>
                <a:lnTo>
                  <a:pt x="324" y="242"/>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99" name="Freeform 4851"/>
          <p:cNvSpPr>
            <a:spLocks noEditPoints="1"/>
          </p:cNvSpPr>
          <p:nvPr>
            <p:custDataLst>
              <p:tags r:id="rId41"/>
            </p:custDataLst>
          </p:nvPr>
        </p:nvSpPr>
        <p:spPr bwMode="auto">
          <a:xfrm>
            <a:off x="6553194" y="3346074"/>
            <a:ext cx="594377" cy="591507"/>
          </a:xfrm>
          <a:custGeom>
            <a:avLst/>
            <a:gdLst>
              <a:gd name="T0" fmla="*/ 248 w 360"/>
              <a:gd name="T1" fmla="*/ 8 h 380"/>
              <a:gd name="T2" fmla="*/ 274 w 360"/>
              <a:gd name="T3" fmla="*/ 0 h 380"/>
              <a:gd name="T4" fmla="*/ 298 w 360"/>
              <a:gd name="T5" fmla="*/ 28 h 380"/>
              <a:gd name="T6" fmla="*/ 280 w 360"/>
              <a:gd name="T7" fmla="*/ 56 h 380"/>
              <a:gd name="T8" fmla="*/ 258 w 360"/>
              <a:gd name="T9" fmla="*/ 56 h 380"/>
              <a:gd name="T10" fmla="*/ 240 w 360"/>
              <a:gd name="T11" fmla="*/ 28 h 380"/>
              <a:gd name="T12" fmla="*/ 344 w 360"/>
              <a:gd name="T13" fmla="*/ 88 h 380"/>
              <a:gd name="T14" fmla="*/ 288 w 360"/>
              <a:gd name="T15" fmla="*/ 68 h 380"/>
              <a:gd name="T16" fmla="*/ 214 w 360"/>
              <a:gd name="T17" fmla="*/ 70 h 380"/>
              <a:gd name="T18" fmla="*/ 194 w 360"/>
              <a:gd name="T19" fmla="*/ 90 h 380"/>
              <a:gd name="T20" fmla="*/ 224 w 360"/>
              <a:gd name="T21" fmla="*/ 114 h 380"/>
              <a:gd name="T22" fmla="*/ 248 w 360"/>
              <a:gd name="T23" fmla="*/ 166 h 380"/>
              <a:gd name="T24" fmla="*/ 234 w 360"/>
              <a:gd name="T25" fmla="*/ 208 h 380"/>
              <a:gd name="T26" fmla="*/ 278 w 360"/>
              <a:gd name="T27" fmla="*/ 214 h 380"/>
              <a:gd name="T28" fmla="*/ 310 w 360"/>
              <a:gd name="T29" fmla="*/ 244 h 380"/>
              <a:gd name="T30" fmla="*/ 332 w 360"/>
              <a:gd name="T31" fmla="*/ 200 h 380"/>
              <a:gd name="T32" fmla="*/ 348 w 360"/>
              <a:gd name="T33" fmla="*/ 208 h 380"/>
              <a:gd name="T34" fmla="*/ 360 w 360"/>
              <a:gd name="T35" fmla="*/ 190 h 380"/>
              <a:gd name="T36" fmla="*/ 102 w 360"/>
              <a:gd name="T37" fmla="*/ 56 h 380"/>
              <a:gd name="T38" fmla="*/ 120 w 360"/>
              <a:gd name="T39" fmla="*/ 28 h 380"/>
              <a:gd name="T40" fmla="*/ 98 w 360"/>
              <a:gd name="T41" fmla="*/ 0 h 380"/>
              <a:gd name="T42" fmla="*/ 70 w 360"/>
              <a:gd name="T43" fmla="*/ 8 h 380"/>
              <a:gd name="T44" fmla="*/ 62 w 360"/>
              <a:gd name="T45" fmla="*/ 34 h 380"/>
              <a:gd name="T46" fmla="*/ 92 w 360"/>
              <a:gd name="T47" fmla="*/ 58 h 380"/>
              <a:gd name="T48" fmla="*/ 50 w 360"/>
              <a:gd name="T49" fmla="*/ 244 h 380"/>
              <a:gd name="T50" fmla="*/ 74 w 360"/>
              <a:gd name="T51" fmla="*/ 218 h 380"/>
              <a:gd name="T52" fmla="*/ 126 w 360"/>
              <a:gd name="T53" fmla="*/ 208 h 380"/>
              <a:gd name="T54" fmla="*/ 112 w 360"/>
              <a:gd name="T55" fmla="*/ 166 h 380"/>
              <a:gd name="T56" fmla="*/ 128 w 360"/>
              <a:gd name="T57" fmla="*/ 122 h 380"/>
              <a:gd name="T58" fmla="*/ 166 w 360"/>
              <a:gd name="T59" fmla="*/ 90 h 380"/>
              <a:gd name="T60" fmla="*/ 154 w 360"/>
              <a:gd name="T61" fmla="*/ 74 h 380"/>
              <a:gd name="T62" fmla="*/ 72 w 360"/>
              <a:gd name="T63" fmla="*/ 68 h 380"/>
              <a:gd name="T64" fmla="*/ 20 w 360"/>
              <a:gd name="T65" fmla="*/ 80 h 380"/>
              <a:gd name="T66" fmla="*/ 0 w 360"/>
              <a:gd name="T67" fmla="*/ 190 h 380"/>
              <a:gd name="T68" fmla="*/ 12 w 360"/>
              <a:gd name="T69" fmla="*/ 208 h 380"/>
              <a:gd name="T70" fmla="*/ 28 w 360"/>
              <a:gd name="T71" fmla="*/ 200 h 380"/>
              <a:gd name="T72" fmla="*/ 170 w 360"/>
              <a:gd name="T73" fmla="*/ 118 h 380"/>
              <a:gd name="T74" fmla="*/ 136 w 360"/>
              <a:gd name="T75" fmla="*/ 146 h 380"/>
              <a:gd name="T76" fmla="*/ 136 w 360"/>
              <a:gd name="T77" fmla="*/ 184 h 380"/>
              <a:gd name="T78" fmla="*/ 170 w 360"/>
              <a:gd name="T79" fmla="*/ 214 h 380"/>
              <a:gd name="T80" fmla="*/ 208 w 360"/>
              <a:gd name="T81" fmla="*/ 206 h 380"/>
              <a:gd name="T82" fmla="*/ 228 w 360"/>
              <a:gd name="T83" fmla="*/ 166 h 380"/>
              <a:gd name="T84" fmla="*/ 214 w 360"/>
              <a:gd name="T85" fmla="*/ 132 h 380"/>
              <a:gd name="T86" fmla="*/ 296 w 360"/>
              <a:gd name="T87" fmla="*/ 260 h 380"/>
              <a:gd name="T88" fmla="*/ 288 w 360"/>
              <a:gd name="T89" fmla="*/ 246 h 380"/>
              <a:gd name="T90" fmla="*/ 180 w 360"/>
              <a:gd name="T91" fmla="*/ 278 h 380"/>
              <a:gd name="T92" fmla="*/ 82 w 360"/>
              <a:gd name="T93" fmla="*/ 236 h 380"/>
              <a:gd name="T94" fmla="*/ 64 w 360"/>
              <a:gd name="T95" fmla="*/ 260 h 380"/>
              <a:gd name="T96" fmla="*/ 106 w 360"/>
              <a:gd name="T97" fmla="*/ 304 h 380"/>
              <a:gd name="T98" fmla="*/ 146 w 360"/>
              <a:gd name="T99" fmla="*/ 378 h 380"/>
              <a:gd name="T100" fmla="*/ 214 w 360"/>
              <a:gd name="T101" fmla="*/ 378 h 380"/>
              <a:gd name="T102" fmla="*/ 264 w 360"/>
              <a:gd name="T103" fmla="*/ 362 h 3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60" h="380">
                <a:moveTo>
                  <a:pt x="240" y="28"/>
                </a:moveTo>
                <a:lnTo>
                  <a:pt x="240" y="28"/>
                </a:lnTo>
                <a:lnTo>
                  <a:pt x="240" y="22"/>
                </a:lnTo>
                <a:lnTo>
                  <a:pt x="242" y="18"/>
                </a:lnTo>
                <a:lnTo>
                  <a:pt x="248" y="8"/>
                </a:lnTo>
                <a:lnTo>
                  <a:pt x="258" y="2"/>
                </a:lnTo>
                <a:lnTo>
                  <a:pt x="262" y="0"/>
                </a:lnTo>
                <a:lnTo>
                  <a:pt x="268" y="0"/>
                </a:lnTo>
                <a:lnTo>
                  <a:pt x="268" y="0"/>
                </a:lnTo>
                <a:lnTo>
                  <a:pt x="274" y="0"/>
                </a:lnTo>
                <a:lnTo>
                  <a:pt x="280" y="2"/>
                </a:lnTo>
                <a:lnTo>
                  <a:pt x="290" y="8"/>
                </a:lnTo>
                <a:lnTo>
                  <a:pt x="296" y="18"/>
                </a:lnTo>
                <a:lnTo>
                  <a:pt x="298" y="22"/>
                </a:lnTo>
                <a:lnTo>
                  <a:pt x="298" y="28"/>
                </a:lnTo>
                <a:lnTo>
                  <a:pt x="298" y="28"/>
                </a:lnTo>
                <a:lnTo>
                  <a:pt x="298" y="34"/>
                </a:lnTo>
                <a:lnTo>
                  <a:pt x="296" y="40"/>
                </a:lnTo>
                <a:lnTo>
                  <a:pt x="290" y="50"/>
                </a:lnTo>
                <a:lnTo>
                  <a:pt x="280" y="56"/>
                </a:lnTo>
                <a:lnTo>
                  <a:pt x="274" y="58"/>
                </a:lnTo>
                <a:lnTo>
                  <a:pt x="268" y="58"/>
                </a:lnTo>
                <a:lnTo>
                  <a:pt x="268" y="58"/>
                </a:lnTo>
                <a:lnTo>
                  <a:pt x="262" y="58"/>
                </a:lnTo>
                <a:lnTo>
                  <a:pt x="258" y="56"/>
                </a:lnTo>
                <a:lnTo>
                  <a:pt x="248" y="50"/>
                </a:lnTo>
                <a:lnTo>
                  <a:pt x="242" y="40"/>
                </a:lnTo>
                <a:lnTo>
                  <a:pt x="240" y="34"/>
                </a:lnTo>
                <a:lnTo>
                  <a:pt x="240" y="28"/>
                </a:lnTo>
                <a:lnTo>
                  <a:pt x="240" y="28"/>
                </a:lnTo>
                <a:close/>
                <a:moveTo>
                  <a:pt x="360" y="190"/>
                </a:moveTo>
                <a:lnTo>
                  <a:pt x="344" y="90"/>
                </a:lnTo>
                <a:lnTo>
                  <a:pt x="344" y="90"/>
                </a:lnTo>
                <a:lnTo>
                  <a:pt x="344" y="88"/>
                </a:lnTo>
                <a:lnTo>
                  <a:pt x="344" y="88"/>
                </a:lnTo>
                <a:lnTo>
                  <a:pt x="340" y="80"/>
                </a:lnTo>
                <a:lnTo>
                  <a:pt x="332" y="74"/>
                </a:lnTo>
                <a:lnTo>
                  <a:pt x="324" y="70"/>
                </a:lnTo>
                <a:lnTo>
                  <a:pt x="314" y="68"/>
                </a:lnTo>
                <a:lnTo>
                  <a:pt x="288" y="68"/>
                </a:lnTo>
                <a:lnTo>
                  <a:pt x="270" y="102"/>
                </a:lnTo>
                <a:lnTo>
                  <a:pt x="250" y="68"/>
                </a:lnTo>
                <a:lnTo>
                  <a:pt x="222" y="68"/>
                </a:lnTo>
                <a:lnTo>
                  <a:pt x="222" y="68"/>
                </a:lnTo>
                <a:lnTo>
                  <a:pt x="214" y="70"/>
                </a:lnTo>
                <a:lnTo>
                  <a:pt x="206" y="74"/>
                </a:lnTo>
                <a:lnTo>
                  <a:pt x="198" y="80"/>
                </a:lnTo>
                <a:lnTo>
                  <a:pt x="194" y="88"/>
                </a:lnTo>
                <a:lnTo>
                  <a:pt x="194" y="88"/>
                </a:lnTo>
                <a:lnTo>
                  <a:pt x="194" y="90"/>
                </a:lnTo>
                <a:lnTo>
                  <a:pt x="192" y="98"/>
                </a:lnTo>
                <a:lnTo>
                  <a:pt x="192" y="98"/>
                </a:lnTo>
                <a:lnTo>
                  <a:pt x="204" y="102"/>
                </a:lnTo>
                <a:lnTo>
                  <a:pt x="214" y="106"/>
                </a:lnTo>
                <a:lnTo>
                  <a:pt x="224" y="114"/>
                </a:lnTo>
                <a:lnTo>
                  <a:pt x="232" y="122"/>
                </a:lnTo>
                <a:lnTo>
                  <a:pt x="240" y="132"/>
                </a:lnTo>
                <a:lnTo>
                  <a:pt x="244" y="142"/>
                </a:lnTo>
                <a:lnTo>
                  <a:pt x="248" y="154"/>
                </a:lnTo>
                <a:lnTo>
                  <a:pt x="248" y="166"/>
                </a:lnTo>
                <a:lnTo>
                  <a:pt x="248" y="166"/>
                </a:lnTo>
                <a:lnTo>
                  <a:pt x="248" y="178"/>
                </a:lnTo>
                <a:lnTo>
                  <a:pt x="246" y="188"/>
                </a:lnTo>
                <a:lnTo>
                  <a:pt x="240" y="198"/>
                </a:lnTo>
                <a:lnTo>
                  <a:pt x="234" y="208"/>
                </a:lnTo>
                <a:lnTo>
                  <a:pt x="250" y="208"/>
                </a:lnTo>
                <a:lnTo>
                  <a:pt x="250" y="208"/>
                </a:lnTo>
                <a:lnTo>
                  <a:pt x="260" y="208"/>
                </a:lnTo>
                <a:lnTo>
                  <a:pt x="270" y="210"/>
                </a:lnTo>
                <a:lnTo>
                  <a:pt x="278" y="214"/>
                </a:lnTo>
                <a:lnTo>
                  <a:pt x="286" y="218"/>
                </a:lnTo>
                <a:lnTo>
                  <a:pt x="294" y="222"/>
                </a:lnTo>
                <a:lnTo>
                  <a:pt x="300" y="228"/>
                </a:lnTo>
                <a:lnTo>
                  <a:pt x="306" y="236"/>
                </a:lnTo>
                <a:lnTo>
                  <a:pt x="310" y="244"/>
                </a:lnTo>
                <a:lnTo>
                  <a:pt x="308" y="118"/>
                </a:lnTo>
                <a:lnTo>
                  <a:pt x="318" y="118"/>
                </a:lnTo>
                <a:lnTo>
                  <a:pt x="330" y="196"/>
                </a:lnTo>
                <a:lnTo>
                  <a:pt x="330" y="196"/>
                </a:lnTo>
                <a:lnTo>
                  <a:pt x="332" y="200"/>
                </a:lnTo>
                <a:lnTo>
                  <a:pt x="336" y="204"/>
                </a:lnTo>
                <a:lnTo>
                  <a:pt x="340" y="208"/>
                </a:lnTo>
                <a:lnTo>
                  <a:pt x="346" y="208"/>
                </a:lnTo>
                <a:lnTo>
                  <a:pt x="346" y="208"/>
                </a:lnTo>
                <a:lnTo>
                  <a:pt x="348" y="208"/>
                </a:lnTo>
                <a:lnTo>
                  <a:pt x="348" y="208"/>
                </a:lnTo>
                <a:lnTo>
                  <a:pt x="354" y="206"/>
                </a:lnTo>
                <a:lnTo>
                  <a:pt x="358" y="202"/>
                </a:lnTo>
                <a:lnTo>
                  <a:pt x="360" y="196"/>
                </a:lnTo>
                <a:lnTo>
                  <a:pt x="360" y="190"/>
                </a:lnTo>
                <a:lnTo>
                  <a:pt x="360" y="190"/>
                </a:lnTo>
                <a:close/>
                <a:moveTo>
                  <a:pt x="92" y="58"/>
                </a:moveTo>
                <a:lnTo>
                  <a:pt x="92" y="58"/>
                </a:lnTo>
                <a:lnTo>
                  <a:pt x="98" y="58"/>
                </a:lnTo>
                <a:lnTo>
                  <a:pt x="102" y="56"/>
                </a:lnTo>
                <a:lnTo>
                  <a:pt x="112" y="50"/>
                </a:lnTo>
                <a:lnTo>
                  <a:pt x="118" y="40"/>
                </a:lnTo>
                <a:lnTo>
                  <a:pt x="120" y="34"/>
                </a:lnTo>
                <a:lnTo>
                  <a:pt x="120" y="28"/>
                </a:lnTo>
                <a:lnTo>
                  <a:pt x="120" y="28"/>
                </a:lnTo>
                <a:lnTo>
                  <a:pt x="120" y="22"/>
                </a:lnTo>
                <a:lnTo>
                  <a:pt x="118" y="18"/>
                </a:lnTo>
                <a:lnTo>
                  <a:pt x="112" y="8"/>
                </a:lnTo>
                <a:lnTo>
                  <a:pt x="102" y="2"/>
                </a:lnTo>
                <a:lnTo>
                  <a:pt x="98" y="0"/>
                </a:lnTo>
                <a:lnTo>
                  <a:pt x="92" y="0"/>
                </a:lnTo>
                <a:lnTo>
                  <a:pt x="92" y="0"/>
                </a:lnTo>
                <a:lnTo>
                  <a:pt x="86" y="0"/>
                </a:lnTo>
                <a:lnTo>
                  <a:pt x="80" y="2"/>
                </a:lnTo>
                <a:lnTo>
                  <a:pt x="70" y="8"/>
                </a:lnTo>
                <a:lnTo>
                  <a:pt x="64" y="18"/>
                </a:lnTo>
                <a:lnTo>
                  <a:pt x="62" y="22"/>
                </a:lnTo>
                <a:lnTo>
                  <a:pt x="62" y="28"/>
                </a:lnTo>
                <a:lnTo>
                  <a:pt x="62" y="28"/>
                </a:lnTo>
                <a:lnTo>
                  <a:pt x="62" y="34"/>
                </a:lnTo>
                <a:lnTo>
                  <a:pt x="64" y="40"/>
                </a:lnTo>
                <a:lnTo>
                  <a:pt x="70" y="50"/>
                </a:lnTo>
                <a:lnTo>
                  <a:pt x="80" y="56"/>
                </a:lnTo>
                <a:lnTo>
                  <a:pt x="86" y="58"/>
                </a:lnTo>
                <a:lnTo>
                  <a:pt x="92" y="58"/>
                </a:lnTo>
                <a:lnTo>
                  <a:pt x="92" y="58"/>
                </a:lnTo>
                <a:close/>
                <a:moveTo>
                  <a:pt x="30" y="196"/>
                </a:moveTo>
                <a:lnTo>
                  <a:pt x="42" y="118"/>
                </a:lnTo>
                <a:lnTo>
                  <a:pt x="52" y="118"/>
                </a:lnTo>
                <a:lnTo>
                  <a:pt x="50" y="244"/>
                </a:lnTo>
                <a:lnTo>
                  <a:pt x="50" y="244"/>
                </a:lnTo>
                <a:lnTo>
                  <a:pt x="54" y="236"/>
                </a:lnTo>
                <a:lnTo>
                  <a:pt x="60" y="228"/>
                </a:lnTo>
                <a:lnTo>
                  <a:pt x="66" y="222"/>
                </a:lnTo>
                <a:lnTo>
                  <a:pt x="74" y="218"/>
                </a:lnTo>
                <a:lnTo>
                  <a:pt x="82" y="214"/>
                </a:lnTo>
                <a:lnTo>
                  <a:pt x="90" y="210"/>
                </a:lnTo>
                <a:lnTo>
                  <a:pt x="100" y="208"/>
                </a:lnTo>
                <a:lnTo>
                  <a:pt x="110" y="208"/>
                </a:lnTo>
                <a:lnTo>
                  <a:pt x="126" y="208"/>
                </a:lnTo>
                <a:lnTo>
                  <a:pt x="126" y="208"/>
                </a:lnTo>
                <a:lnTo>
                  <a:pt x="120" y="198"/>
                </a:lnTo>
                <a:lnTo>
                  <a:pt x="114" y="188"/>
                </a:lnTo>
                <a:lnTo>
                  <a:pt x="112" y="178"/>
                </a:lnTo>
                <a:lnTo>
                  <a:pt x="112" y="166"/>
                </a:lnTo>
                <a:lnTo>
                  <a:pt x="112" y="166"/>
                </a:lnTo>
                <a:lnTo>
                  <a:pt x="112" y="154"/>
                </a:lnTo>
                <a:lnTo>
                  <a:pt x="116" y="142"/>
                </a:lnTo>
                <a:lnTo>
                  <a:pt x="120" y="132"/>
                </a:lnTo>
                <a:lnTo>
                  <a:pt x="128" y="122"/>
                </a:lnTo>
                <a:lnTo>
                  <a:pt x="136" y="114"/>
                </a:lnTo>
                <a:lnTo>
                  <a:pt x="146" y="106"/>
                </a:lnTo>
                <a:lnTo>
                  <a:pt x="156" y="102"/>
                </a:lnTo>
                <a:lnTo>
                  <a:pt x="168" y="98"/>
                </a:lnTo>
                <a:lnTo>
                  <a:pt x="166" y="90"/>
                </a:lnTo>
                <a:lnTo>
                  <a:pt x="166" y="90"/>
                </a:lnTo>
                <a:lnTo>
                  <a:pt x="166" y="88"/>
                </a:lnTo>
                <a:lnTo>
                  <a:pt x="166" y="88"/>
                </a:lnTo>
                <a:lnTo>
                  <a:pt x="162" y="80"/>
                </a:lnTo>
                <a:lnTo>
                  <a:pt x="154" y="74"/>
                </a:lnTo>
                <a:lnTo>
                  <a:pt x="146" y="70"/>
                </a:lnTo>
                <a:lnTo>
                  <a:pt x="138" y="68"/>
                </a:lnTo>
                <a:lnTo>
                  <a:pt x="110" y="68"/>
                </a:lnTo>
                <a:lnTo>
                  <a:pt x="90" y="102"/>
                </a:lnTo>
                <a:lnTo>
                  <a:pt x="72" y="68"/>
                </a:lnTo>
                <a:lnTo>
                  <a:pt x="46" y="68"/>
                </a:lnTo>
                <a:lnTo>
                  <a:pt x="46" y="68"/>
                </a:lnTo>
                <a:lnTo>
                  <a:pt x="36" y="70"/>
                </a:lnTo>
                <a:lnTo>
                  <a:pt x="28" y="74"/>
                </a:lnTo>
                <a:lnTo>
                  <a:pt x="20" y="80"/>
                </a:lnTo>
                <a:lnTo>
                  <a:pt x="16" y="88"/>
                </a:lnTo>
                <a:lnTo>
                  <a:pt x="16" y="88"/>
                </a:lnTo>
                <a:lnTo>
                  <a:pt x="16" y="90"/>
                </a:lnTo>
                <a:lnTo>
                  <a:pt x="0" y="190"/>
                </a:lnTo>
                <a:lnTo>
                  <a:pt x="0" y="190"/>
                </a:lnTo>
                <a:lnTo>
                  <a:pt x="0" y="196"/>
                </a:lnTo>
                <a:lnTo>
                  <a:pt x="2" y="202"/>
                </a:lnTo>
                <a:lnTo>
                  <a:pt x="6" y="206"/>
                </a:lnTo>
                <a:lnTo>
                  <a:pt x="12" y="208"/>
                </a:lnTo>
                <a:lnTo>
                  <a:pt x="12" y="208"/>
                </a:lnTo>
                <a:lnTo>
                  <a:pt x="14" y="208"/>
                </a:lnTo>
                <a:lnTo>
                  <a:pt x="14" y="208"/>
                </a:lnTo>
                <a:lnTo>
                  <a:pt x="20" y="208"/>
                </a:lnTo>
                <a:lnTo>
                  <a:pt x="24" y="204"/>
                </a:lnTo>
                <a:lnTo>
                  <a:pt x="28" y="200"/>
                </a:lnTo>
                <a:lnTo>
                  <a:pt x="30" y="196"/>
                </a:lnTo>
                <a:lnTo>
                  <a:pt x="30" y="196"/>
                </a:lnTo>
                <a:close/>
                <a:moveTo>
                  <a:pt x="180" y="118"/>
                </a:moveTo>
                <a:lnTo>
                  <a:pt x="180" y="118"/>
                </a:lnTo>
                <a:lnTo>
                  <a:pt x="170" y="118"/>
                </a:lnTo>
                <a:lnTo>
                  <a:pt x="162" y="120"/>
                </a:lnTo>
                <a:lnTo>
                  <a:pt x="152" y="126"/>
                </a:lnTo>
                <a:lnTo>
                  <a:pt x="146" y="132"/>
                </a:lnTo>
                <a:lnTo>
                  <a:pt x="140" y="138"/>
                </a:lnTo>
                <a:lnTo>
                  <a:pt x="136" y="146"/>
                </a:lnTo>
                <a:lnTo>
                  <a:pt x="132" y="156"/>
                </a:lnTo>
                <a:lnTo>
                  <a:pt x="132" y="166"/>
                </a:lnTo>
                <a:lnTo>
                  <a:pt x="132" y="166"/>
                </a:lnTo>
                <a:lnTo>
                  <a:pt x="132" y="176"/>
                </a:lnTo>
                <a:lnTo>
                  <a:pt x="136" y="184"/>
                </a:lnTo>
                <a:lnTo>
                  <a:pt x="140" y="194"/>
                </a:lnTo>
                <a:lnTo>
                  <a:pt x="146" y="200"/>
                </a:lnTo>
                <a:lnTo>
                  <a:pt x="152" y="206"/>
                </a:lnTo>
                <a:lnTo>
                  <a:pt x="162" y="210"/>
                </a:lnTo>
                <a:lnTo>
                  <a:pt x="170" y="214"/>
                </a:lnTo>
                <a:lnTo>
                  <a:pt x="180" y="214"/>
                </a:lnTo>
                <a:lnTo>
                  <a:pt x="180" y="214"/>
                </a:lnTo>
                <a:lnTo>
                  <a:pt x="190" y="214"/>
                </a:lnTo>
                <a:lnTo>
                  <a:pt x="200" y="210"/>
                </a:lnTo>
                <a:lnTo>
                  <a:pt x="208" y="206"/>
                </a:lnTo>
                <a:lnTo>
                  <a:pt x="214" y="200"/>
                </a:lnTo>
                <a:lnTo>
                  <a:pt x="220" y="194"/>
                </a:lnTo>
                <a:lnTo>
                  <a:pt x="224" y="184"/>
                </a:lnTo>
                <a:lnTo>
                  <a:pt x="228" y="176"/>
                </a:lnTo>
                <a:lnTo>
                  <a:pt x="228" y="166"/>
                </a:lnTo>
                <a:lnTo>
                  <a:pt x="228" y="166"/>
                </a:lnTo>
                <a:lnTo>
                  <a:pt x="228" y="156"/>
                </a:lnTo>
                <a:lnTo>
                  <a:pt x="224" y="146"/>
                </a:lnTo>
                <a:lnTo>
                  <a:pt x="220" y="138"/>
                </a:lnTo>
                <a:lnTo>
                  <a:pt x="214" y="132"/>
                </a:lnTo>
                <a:lnTo>
                  <a:pt x="208" y="126"/>
                </a:lnTo>
                <a:lnTo>
                  <a:pt x="200" y="120"/>
                </a:lnTo>
                <a:lnTo>
                  <a:pt x="190" y="118"/>
                </a:lnTo>
                <a:lnTo>
                  <a:pt x="180" y="118"/>
                </a:lnTo>
                <a:close/>
                <a:moveTo>
                  <a:pt x="296" y="260"/>
                </a:moveTo>
                <a:lnTo>
                  <a:pt x="296" y="260"/>
                </a:lnTo>
                <a:lnTo>
                  <a:pt x="294" y="258"/>
                </a:lnTo>
                <a:lnTo>
                  <a:pt x="294" y="258"/>
                </a:lnTo>
                <a:lnTo>
                  <a:pt x="292" y="252"/>
                </a:lnTo>
                <a:lnTo>
                  <a:pt x="288" y="246"/>
                </a:lnTo>
                <a:lnTo>
                  <a:pt x="278" y="236"/>
                </a:lnTo>
                <a:lnTo>
                  <a:pt x="266" y="230"/>
                </a:lnTo>
                <a:lnTo>
                  <a:pt x="250" y="228"/>
                </a:lnTo>
                <a:lnTo>
                  <a:pt x="210" y="228"/>
                </a:lnTo>
                <a:lnTo>
                  <a:pt x="180" y="278"/>
                </a:lnTo>
                <a:lnTo>
                  <a:pt x="150" y="228"/>
                </a:lnTo>
                <a:lnTo>
                  <a:pt x="110" y="228"/>
                </a:lnTo>
                <a:lnTo>
                  <a:pt x="110" y="228"/>
                </a:lnTo>
                <a:lnTo>
                  <a:pt x="94" y="230"/>
                </a:lnTo>
                <a:lnTo>
                  <a:pt x="82" y="236"/>
                </a:lnTo>
                <a:lnTo>
                  <a:pt x="72" y="246"/>
                </a:lnTo>
                <a:lnTo>
                  <a:pt x="68" y="252"/>
                </a:lnTo>
                <a:lnTo>
                  <a:pt x="66" y="258"/>
                </a:lnTo>
                <a:lnTo>
                  <a:pt x="66" y="258"/>
                </a:lnTo>
                <a:lnTo>
                  <a:pt x="64" y="260"/>
                </a:lnTo>
                <a:lnTo>
                  <a:pt x="52" y="336"/>
                </a:lnTo>
                <a:lnTo>
                  <a:pt x="52" y="336"/>
                </a:lnTo>
                <a:lnTo>
                  <a:pt x="72" y="352"/>
                </a:lnTo>
                <a:lnTo>
                  <a:pt x="96" y="362"/>
                </a:lnTo>
                <a:lnTo>
                  <a:pt x="106" y="304"/>
                </a:lnTo>
                <a:lnTo>
                  <a:pt x="118" y="304"/>
                </a:lnTo>
                <a:lnTo>
                  <a:pt x="114" y="370"/>
                </a:lnTo>
                <a:lnTo>
                  <a:pt x="114" y="370"/>
                </a:lnTo>
                <a:lnTo>
                  <a:pt x="130" y="374"/>
                </a:lnTo>
                <a:lnTo>
                  <a:pt x="146" y="378"/>
                </a:lnTo>
                <a:lnTo>
                  <a:pt x="162" y="380"/>
                </a:lnTo>
                <a:lnTo>
                  <a:pt x="180" y="380"/>
                </a:lnTo>
                <a:lnTo>
                  <a:pt x="180" y="380"/>
                </a:lnTo>
                <a:lnTo>
                  <a:pt x="196" y="380"/>
                </a:lnTo>
                <a:lnTo>
                  <a:pt x="214" y="378"/>
                </a:lnTo>
                <a:lnTo>
                  <a:pt x="230" y="374"/>
                </a:lnTo>
                <a:lnTo>
                  <a:pt x="246" y="370"/>
                </a:lnTo>
                <a:lnTo>
                  <a:pt x="242" y="304"/>
                </a:lnTo>
                <a:lnTo>
                  <a:pt x="254" y="304"/>
                </a:lnTo>
                <a:lnTo>
                  <a:pt x="264" y="362"/>
                </a:lnTo>
                <a:lnTo>
                  <a:pt x="264" y="362"/>
                </a:lnTo>
                <a:lnTo>
                  <a:pt x="288" y="350"/>
                </a:lnTo>
                <a:lnTo>
                  <a:pt x="308" y="336"/>
                </a:lnTo>
                <a:lnTo>
                  <a:pt x="296" y="260"/>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67" name="Freeform 89"/>
          <p:cNvSpPr>
            <a:spLocks noEditPoints="1"/>
          </p:cNvSpPr>
          <p:nvPr>
            <p:custDataLst>
              <p:tags r:id="rId42"/>
            </p:custDataLst>
          </p:nvPr>
        </p:nvSpPr>
        <p:spPr bwMode="auto">
          <a:xfrm>
            <a:off x="8165945" y="3335307"/>
            <a:ext cx="426200" cy="633094"/>
          </a:xfrm>
          <a:custGeom>
            <a:avLst/>
            <a:gdLst>
              <a:gd name="T0" fmla="*/ 138 w 1030"/>
              <a:gd name="T1" fmla="*/ 263 h 1529"/>
              <a:gd name="T2" fmla="*/ 246 w 1030"/>
              <a:gd name="T3" fmla="*/ 104 h 1529"/>
              <a:gd name="T4" fmla="*/ 414 w 1030"/>
              <a:gd name="T5" fmla="*/ 13 h 1529"/>
              <a:gd name="T6" fmla="*/ 594 w 1030"/>
              <a:gd name="T7" fmla="*/ 8 h 1529"/>
              <a:gd name="T8" fmla="*/ 768 w 1030"/>
              <a:gd name="T9" fmla="*/ 91 h 1529"/>
              <a:gd name="T10" fmla="*/ 882 w 1030"/>
              <a:gd name="T11" fmla="*/ 245 h 1529"/>
              <a:gd name="T12" fmla="*/ 913 w 1030"/>
              <a:gd name="T13" fmla="*/ 625 h 1529"/>
              <a:gd name="T14" fmla="*/ 770 w 1030"/>
              <a:gd name="T15" fmla="*/ 400 h 1529"/>
              <a:gd name="T16" fmla="*/ 657 w 1030"/>
              <a:gd name="T17" fmla="*/ 187 h 1529"/>
              <a:gd name="T18" fmla="*/ 437 w 1030"/>
              <a:gd name="T19" fmla="*/ 155 h 1529"/>
              <a:gd name="T20" fmla="*/ 269 w 1030"/>
              <a:gd name="T21" fmla="*/ 324 h 1529"/>
              <a:gd name="T22" fmla="*/ 163 w 1030"/>
              <a:gd name="T23" fmla="*/ 580 h 1529"/>
              <a:gd name="T24" fmla="*/ 1019 w 1030"/>
              <a:gd name="T25" fmla="*/ 1118 h 1529"/>
              <a:gd name="T26" fmla="*/ 912 w 1030"/>
              <a:gd name="T27" fmla="*/ 1341 h 1529"/>
              <a:gd name="T28" fmla="*/ 715 w 1030"/>
              <a:gd name="T29" fmla="*/ 1489 h 1529"/>
              <a:gd name="T30" fmla="*/ 488 w 1030"/>
              <a:gd name="T31" fmla="*/ 1528 h 1529"/>
              <a:gd name="T32" fmla="*/ 248 w 1030"/>
              <a:gd name="T33" fmla="*/ 1454 h 1529"/>
              <a:gd name="T34" fmla="*/ 74 w 1030"/>
              <a:gd name="T35" fmla="*/ 1281 h 1529"/>
              <a:gd name="T36" fmla="*/ 0 w 1030"/>
              <a:gd name="T37" fmla="*/ 1040 h 1529"/>
              <a:gd name="T38" fmla="*/ 40 w 1030"/>
              <a:gd name="T39" fmla="*/ 813 h 1529"/>
              <a:gd name="T40" fmla="*/ 187 w 1030"/>
              <a:gd name="T41" fmla="*/ 617 h 1529"/>
              <a:gd name="T42" fmla="*/ 412 w 1030"/>
              <a:gd name="T43" fmla="*/ 509 h 1529"/>
              <a:gd name="T44" fmla="*/ 643 w 1030"/>
              <a:gd name="T45" fmla="*/ 515 h 1529"/>
              <a:gd name="T46" fmla="*/ 861 w 1030"/>
              <a:gd name="T47" fmla="*/ 633 h 1529"/>
              <a:gd name="T48" fmla="*/ 998 w 1030"/>
              <a:gd name="T49" fmla="*/ 837 h 1529"/>
              <a:gd name="T50" fmla="*/ 899 w 1030"/>
              <a:gd name="T51" fmla="*/ 1016 h 1529"/>
              <a:gd name="T52" fmla="*/ 853 w 1030"/>
              <a:gd name="T53" fmla="*/ 833 h 1529"/>
              <a:gd name="T54" fmla="*/ 730 w 1030"/>
              <a:gd name="T55" fmla="*/ 697 h 1529"/>
              <a:gd name="T56" fmla="*/ 555 w 1030"/>
              <a:gd name="T57" fmla="*/ 633 h 1529"/>
              <a:gd name="T58" fmla="*/ 383 w 1030"/>
              <a:gd name="T59" fmla="*/ 655 h 1529"/>
              <a:gd name="T60" fmla="*/ 231 w 1030"/>
              <a:gd name="T61" fmla="*/ 758 h 1529"/>
              <a:gd name="T62" fmla="*/ 142 w 1030"/>
              <a:gd name="T63" fmla="*/ 920 h 1529"/>
              <a:gd name="T64" fmla="*/ 138 w 1030"/>
              <a:gd name="T65" fmla="*/ 1093 h 1529"/>
              <a:gd name="T66" fmla="*/ 218 w 1030"/>
              <a:gd name="T67" fmla="*/ 1261 h 1529"/>
              <a:gd name="T68" fmla="*/ 365 w 1030"/>
              <a:gd name="T69" fmla="*/ 1371 h 1529"/>
              <a:gd name="T70" fmla="*/ 535 w 1030"/>
              <a:gd name="T71" fmla="*/ 1400 h 1529"/>
              <a:gd name="T72" fmla="*/ 714 w 1030"/>
              <a:gd name="T73" fmla="*/ 1345 h 1529"/>
              <a:gd name="T74" fmla="*/ 844 w 1030"/>
              <a:gd name="T75" fmla="*/ 1216 h 1529"/>
              <a:gd name="T76" fmla="*/ 899 w 1030"/>
              <a:gd name="T77" fmla="*/ 1036 h 1529"/>
              <a:gd name="T78" fmla="*/ 822 w 1030"/>
              <a:gd name="T79" fmla="*/ 1112 h 1529"/>
              <a:gd name="T80" fmla="*/ 742 w 1030"/>
              <a:gd name="T81" fmla="*/ 1244 h 1529"/>
              <a:gd name="T82" fmla="*/ 610 w 1030"/>
              <a:gd name="T83" fmla="*/ 1324 h 1529"/>
              <a:gd name="T84" fmla="*/ 466 w 1030"/>
              <a:gd name="T85" fmla="*/ 1334 h 1529"/>
              <a:gd name="T86" fmla="*/ 322 w 1030"/>
              <a:gd name="T87" fmla="*/ 1274 h 1529"/>
              <a:gd name="T88" fmla="*/ 225 w 1030"/>
              <a:gd name="T89" fmla="*/ 1156 h 1529"/>
              <a:gd name="T90" fmla="*/ 192 w 1030"/>
              <a:gd name="T91" fmla="*/ 1016 h 1529"/>
              <a:gd name="T92" fmla="*/ 232 w 1030"/>
              <a:gd name="T93" fmla="*/ 863 h 1529"/>
              <a:gd name="T94" fmla="*/ 334 w 1030"/>
              <a:gd name="T95" fmla="*/ 749 h 1529"/>
              <a:gd name="T96" fmla="*/ 482 w 1030"/>
              <a:gd name="T97" fmla="*/ 696 h 1529"/>
              <a:gd name="T98" fmla="*/ 625 w 1030"/>
              <a:gd name="T99" fmla="*/ 714 h 1529"/>
              <a:gd name="T100" fmla="*/ 753 w 1030"/>
              <a:gd name="T101" fmla="*/ 799 h 1529"/>
              <a:gd name="T102" fmla="*/ 827 w 1030"/>
              <a:gd name="T103" fmla="*/ 935 h 1529"/>
              <a:gd name="T104" fmla="*/ 599 w 1030"/>
              <a:gd name="T105" fmla="*/ 916 h 1529"/>
              <a:gd name="T106" fmla="*/ 548 w 1030"/>
              <a:gd name="T107" fmla="*/ 852 h 1529"/>
              <a:gd name="T108" fmla="*/ 471 w 1030"/>
              <a:gd name="T109" fmla="*/ 856 h 1529"/>
              <a:gd name="T110" fmla="*/ 427 w 1030"/>
              <a:gd name="T111" fmla="*/ 924 h 1529"/>
              <a:gd name="T112" fmla="*/ 462 w 1030"/>
              <a:gd name="T113" fmla="*/ 1002 h 1529"/>
              <a:gd name="T114" fmla="*/ 476 w 1030"/>
              <a:gd name="T115" fmla="*/ 1225 h 1529"/>
              <a:gd name="T116" fmla="*/ 558 w 1030"/>
              <a:gd name="T117" fmla="*/ 1015 h 1529"/>
              <a:gd name="T118" fmla="*/ 599 w 1030"/>
              <a:gd name="T119" fmla="*/ 948 h 15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030" h="1529">
                <a:moveTo>
                  <a:pt x="114" y="628"/>
                </a:moveTo>
                <a:lnTo>
                  <a:pt x="114" y="400"/>
                </a:lnTo>
                <a:lnTo>
                  <a:pt x="114" y="400"/>
                </a:lnTo>
                <a:lnTo>
                  <a:pt x="114" y="380"/>
                </a:lnTo>
                <a:lnTo>
                  <a:pt x="116" y="359"/>
                </a:lnTo>
                <a:lnTo>
                  <a:pt x="119" y="339"/>
                </a:lnTo>
                <a:lnTo>
                  <a:pt x="122" y="320"/>
                </a:lnTo>
                <a:lnTo>
                  <a:pt x="127" y="300"/>
                </a:lnTo>
                <a:lnTo>
                  <a:pt x="133" y="282"/>
                </a:lnTo>
                <a:lnTo>
                  <a:pt x="138" y="263"/>
                </a:lnTo>
                <a:lnTo>
                  <a:pt x="145" y="245"/>
                </a:lnTo>
                <a:lnTo>
                  <a:pt x="153" y="228"/>
                </a:lnTo>
                <a:lnTo>
                  <a:pt x="163" y="210"/>
                </a:lnTo>
                <a:lnTo>
                  <a:pt x="172" y="193"/>
                </a:lnTo>
                <a:lnTo>
                  <a:pt x="182" y="177"/>
                </a:lnTo>
                <a:lnTo>
                  <a:pt x="194" y="162"/>
                </a:lnTo>
                <a:lnTo>
                  <a:pt x="205" y="146"/>
                </a:lnTo>
                <a:lnTo>
                  <a:pt x="218" y="132"/>
                </a:lnTo>
                <a:lnTo>
                  <a:pt x="232" y="118"/>
                </a:lnTo>
                <a:lnTo>
                  <a:pt x="246" y="104"/>
                </a:lnTo>
                <a:lnTo>
                  <a:pt x="259" y="91"/>
                </a:lnTo>
                <a:lnTo>
                  <a:pt x="274" y="80"/>
                </a:lnTo>
                <a:lnTo>
                  <a:pt x="290" y="68"/>
                </a:lnTo>
                <a:lnTo>
                  <a:pt x="307" y="58"/>
                </a:lnTo>
                <a:lnTo>
                  <a:pt x="324" y="49"/>
                </a:lnTo>
                <a:lnTo>
                  <a:pt x="341" y="40"/>
                </a:lnTo>
                <a:lnTo>
                  <a:pt x="359" y="32"/>
                </a:lnTo>
                <a:lnTo>
                  <a:pt x="377" y="25"/>
                </a:lnTo>
                <a:lnTo>
                  <a:pt x="395" y="19"/>
                </a:lnTo>
                <a:lnTo>
                  <a:pt x="414" y="13"/>
                </a:lnTo>
                <a:lnTo>
                  <a:pt x="433" y="8"/>
                </a:lnTo>
                <a:lnTo>
                  <a:pt x="453" y="5"/>
                </a:lnTo>
                <a:lnTo>
                  <a:pt x="473" y="3"/>
                </a:lnTo>
                <a:lnTo>
                  <a:pt x="493" y="2"/>
                </a:lnTo>
                <a:lnTo>
                  <a:pt x="514" y="0"/>
                </a:lnTo>
                <a:lnTo>
                  <a:pt x="514" y="0"/>
                </a:lnTo>
                <a:lnTo>
                  <a:pt x="534" y="2"/>
                </a:lnTo>
                <a:lnTo>
                  <a:pt x="555" y="3"/>
                </a:lnTo>
                <a:lnTo>
                  <a:pt x="574" y="5"/>
                </a:lnTo>
                <a:lnTo>
                  <a:pt x="594" y="8"/>
                </a:lnTo>
                <a:lnTo>
                  <a:pt x="613" y="13"/>
                </a:lnTo>
                <a:lnTo>
                  <a:pt x="633" y="19"/>
                </a:lnTo>
                <a:lnTo>
                  <a:pt x="651" y="25"/>
                </a:lnTo>
                <a:lnTo>
                  <a:pt x="669" y="32"/>
                </a:lnTo>
                <a:lnTo>
                  <a:pt x="687" y="40"/>
                </a:lnTo>
                <a:lnTo>
                  <a:pt x="704" y="49"/>
                </a:lnTo>
                <a:lnTo>
                  <a:pt x="721" y="58"/>
                </a:lnTo>
                <a:lnTo>
                  <a:pt x="737" y="68"/>
                </a:lnTo>
                <a:lnTo>
                  <a:pt x="753" y="80"/>
                </a:lnTo>
                <a:lnTo>
                  <a:pt x="768" y="91"/>
                </a:lnTo>
                <a:lnTo>
                  <a:pt x="782" y="104"/>
                </a:lnTo>
                <a:lnTo>
                  <a:pt x="797" y="118"/>
                </a:lnTo>
                <a:lnTo>
                  <a:pt x="809" y="132"/>
                </a:lnTo>
                <a:lnTo>
                  <a:pt x="822" y="146"/>
                </a:lnTo>
                <a:lnTo>
                  <a:pt x="834" y="162"/>
                </a:lnTo>
                <a:lnTo>
                  <a:pt x="845" y="177"/>
                </a:lnTo>
                <a:lnTo>
                  <a:pt x="855" y="193"/>
                </a:lnTo>
                <a:lnTo>
                  <a:pt x="865" y="210"/>
                </a:lnTo>
                <a:lnTo>
                  <a:pt x="874" y="228"/>
                </a:lnTo>
                <a:lnTo>
                  <a:pt x="882" y="245"/>
                </a:lnTo>
                <a:lnTo>
                  <a:pt x="889" y="263"/>
                </a:lnTo>
                <a:lnTo>
                  <a:pt x="896" y="282"/>
                </a:lnTo>
                <a:lnTo>
                  <a:pt x="900" y="300"/>
                </a:lnTo>
                <a:lnTo>
                  <a:pt x="905" y="320"/>
                </a:lnTo>
                <a:lnTo>
                  <a:pt x="908" y="339"/>
                </a:lnTo>
                <a:lnTo>
                  <a:pt x="911" y="359"/>
                </a:lnTo>
                <a:lnTo>
                  <a:pt x="913" y="380"/>
                </a:lnTo>
                <a:lnTo>
                  <a:pt x="913" y="400"/>
                </a:lnTo>
                <a:lnTo>
                  <a:pt x="913" y="625"/>
                </a:lnTo>
                <a:lnTo>
                  <a:pt x="913" y="625"/>
                </a:lnTo>
                <a:lnTo>
                  <a:pt x="898" y="609"/>
                </a:lnTo>
                <a:lnTo>
                  <a:pt x="881" y="593"/>
                </a:lnTo>
                <a:lnTo>
                  <a:pt x="865" y="578"/>
                </a:lnTo>
                <a:lnTo>
                  <a:pt x="846" y="564"/>
                </a:lnTo>
                <a:lnTo>
                  <a:pt x="829" y="550"/>
                </a:lnTo>
                <a:lnTo>
                  <a:pt x="809" y="538"/>
                </a:lnTo>
                <a:lnTo>
                  <a:pt x="791" y="525"/>
                </a:lnTo>
                <a:lnTo>
                  <a:pt x="770" y="513"/>
                </a:lnTo>
                <a:lnTo>
                  <a:pt x="770" y="400"/>
                </a:lnTo>
                <a:lnTo>
                  <a:pt x="770" y="400"/>
                </a:lnTo>
                <a:lnTo>
                  <a:pt x="769" y="374"/>
                </a:lnTo>
                <a:lnTo>
                  <a:pt x="765" y="349"/>
                </a:lnTo>
                <a:lnTo>
                  <a:pt x="759" y="324"/>
                </a:lnTo>
                <a:lnTo>
                  <a:pt x="751" y="300"/>
                </a:lnTo>
                <a:lnTo>
                  <a:pt x="739" y="278"/>
                </a:lnTo>
                <a:lnTo>
                  <a:pt x="726" y="256"/>
                </a:lnTo>
                <a:lnTo>
                  <a:pt x="711" y="237"/>
                </a:lnTo>
                <a:lnTo>
                  <a:pt x="695" y="218"/>
                </a:lnTo>
                <a:lnTo>
                  <a:pt x="677" y="202"/>
                </a:lnTo>
                <a:lnTo>
                  <a:pt x="657" y="187"/>
                </a:lnTo>
                <a:lnTo>
                  <a:pt x="636" y="174"/>
                </a:lnTo>
                <a:lnTo>
                  <a:pt x="613" y="164"/>
                </a:lnTo>
                <a:lnTo>
                  <a:pt x="590" y="155"/>
                </a:lnTo>
                <a:lnTo>
                  <a:pt x="565" y="149"/>
                </a:lnTo>
                <a:lnTo>
                  <a:pt x="540" y="145"/>
                </a:lnTo>
                <a:lnTo>
                  <a:pt x="514" y="143"/>
                </a:lnTo>
                <a:lnTo>
                  <a:pt x="514" y="143"/>
                </a:lnTo>
                <a:lnTo>
                  <a:pt x="488" y="145"/>
                </a:lnTo>
                <a:lnTo>
                  <a:pt x="462" y="149"/>
                </a:lnTo>
                <a:lnTo>
                  <a:pt x="437" y="155"/>
                </a:lnTo>
                <a:lnTo>
                  <a:pt x="414" y="164"/>
                </a:lnTo>
                <a:lnTo>
                  <a:pt x="392" y="174"/>
                </a:lnTo>
                <a:lnTo>
                  <a:pt x="370" y="187"/>
                </a:lnTo>
                <a:lnTo>
                  <a:pt x="350" y="202"/>
                </a:lnTo>
                <a:lnTo>
                  <a:pt x="332" y="218"/>
                </a:lnTo>
                <a:lnTo>
                  <a:pt x="316" y="237"/>
                </a:lnTo>
                <a:lnTo>
                  <a:pt x="301" y="256"/>
                </a:lnTo>
                <a:lnTo>
                  <a:pt x="288" y="278"/>
                </a:lnTo>
                <a:lnTo>
                  <a:pt x="277" y="300"/>
                </a:lnTo>
                <a:lnTo>
                  <a:pt x="269" y="324"/>
                </a:lnTo>
                <a:lnTo>
                  <a:pt x="262" y="349"/>
                </a:lnTo>
                <a:lnTo>
                  <a:pt x="258" y="374"/>
                </a:lnTo>
                <a:lnTo>
                  <a:pt x="257" y="400"/>
                </a:lnTo>
                <a:lnTo>
                  <a:pt x="257" y="515"/>
                </a:lnTo>
                <a:lnTo>
                  <a:pt x="257" y="515"/>
                </a:lnTo>
                <a:lnTo>
                  <a:pt x="237" y="526"/>
                </a:lnTo>
                <a:lnTo>
                  <a:pt x="218" y="539"/>
                </a:lnTo>
                <a:lnTo>
                  <a:pt x="199" y="551"/>
                </a:lnTo>
                <a:lnTo>
                  <a:pt x="181" y="565"/>
                </a:lnTo>
                <a:lnTo>
                  <a:pt x="163" y="580"/>
                </a:lnTo>
                <a:lnTo>
                  <a:pt x="146" y="595"/>
                </a:lnTo>
                <a:lnTo>
                  <a:pt x="130" y="611"/>
                </a:lnTo>
                <a:lnTo>
                  <a:pt x="114" y="628"/>
                </a:lnTo>
                <a:lnTo>
                  <a:pt x="114" y="628"/>
                </a:lnTo>
                <a:close/>
                <a:moveTo>
                  <a:pt x="1030" y="1014"/>
                </a:moveTo>
                <a:lnTo>
                  <a:pt x="1030" y="1014"/>
                </a:lnTo>
                <a:lnTo>
                  <a:pt x="1030" y="1040"/>
                </a:lnTo>
                <a:lnTo>
                  <a:pt x="1027" y="1067"/>
                </a:lnTo>
                <a:lnTo>
                  <a:pt x="1024" y="1092"/>
                </a:lnTo>
                <a:lnTo>
                  <a:pt x="1019" y="1118"/>
                </a:lnTo>
                <a:lnTo>
                  <a:pt x="1013" y="1143"/>
                </a:lnTo>
                <a:lnTo>
                  <a:pt x="1006" y="1167"/>
                </a:lnTo>
                <a:lnTo>
                  <a:pt x="998" y="1191"/>
                </a:lnTo>
                <a:lnTo>
                  <a:pt x="989" y="1214"/>
                </a:lnTo>
                <a:lnTo>
                  <a:pt x="979" y="1237"/>
                </a:lnTo>
                <a:lnTo>
                  <a:pt x="967" y="1259"/>
                </a:lnTo>
                <a:lnTo>
                  <a:pt x="955" y="1281"/>
                </a:lnTo>
                <a:lnTo>
                  <a:pt x="942" y="1302"/>
                </a:lnTo>
                <a:lnTo>
                  <a:pt x="927" y="1322"/>
                </a:lnTo>
                <a:lnTo>
                  <a:pt x="912" y="1341"/>
                </a:lnTo>
                <a:lnTo>
                  <a:pt x="896" y="1361"/>
                </a:lnTo>
                <a:lnTo>
                  <a:pt x="878" y="1378"/>
                </a:lnTo>
                <a:lnTo>
                  <a:pt x="861" y="1395"/>
                </a:lnTo>
                <a:lnTo>
                  <a:pt x="842" y="1412"/>
                </a:lnTo>
                <a:lnTo>
                  <a:pt x="823" y="1427"/>
                </a:lnTo>
                <a:lnTo>
                  <a:pt x="802" y="1442"/>
                </a:lnTo>
                <a:lnTo>
                  <a:pt x="782" y="1454"/>
                </a:lnTo>
                <a:lnTo>
                  <a:pt x="760" y="1467"/>
                </a:lnTo>
                <a:lnTo>
                  <a:pt x="738" y="1478"/>
                </a:lnTo>
                <a:lnTo>
                  <a:pt x="715" y="1489"/>
                </a:lnTo>
                <a:lnTo>
                  <a:pt x="692" y="1498"/>
                </a:lnTo>
                <a:lnTo>
                  <a:pt x="667" y="1506"/>
                </a:lnTo>
                <a:lnTo>
                  <a:pt x="643" y="1513"/>
                </a:lnTo>
                <a:lnTo>
                  <a:pt x="618" y="1519"/>
                </a:lnTo>
                <a:lnTo>
                  <a:pt x="593" y="1523"/>
                </a:lnTo>
                <a:lnTo>
                  <a:pt x="567" y="1527"/>
                </a:lnTo>
                <a:lnTo>
                  <a:pt x="541" y="1528"/>
                </a:lnTo>
                <a:lnTo>
                  <a:pt x="514" y="1529"/>
                </a:lnTo>
                <a:lnTo>
                  <a:pt x="514" y="1529"/>
                </a:lnTo>
                <a:lnTo>
                  <a:pt x="488" y="1528"/>
                </a:lnTo>
                <a:lnTo>
                  <a:pt x="462" y="1527"/>
                </a:lnTo>
                <a:lnTo>
                  <a:pt x="436" y="1523"/>
                </a:lnTo>
                <a:lnTo>
                  <a:pt x="412" y="1519"/>
                </a:lnTo>
                <a:lnTo>
                  <a:pt x="386" y="1513"/>
                </a:lnTo>
                <a:lnTo>
                  <a:pt x="362" y="1506"/>
                </a:lnTo>
                <a:lnTo>
                  <a:pt x="338" y="1498"/>
                </a:lnTo>
                <a:lnTo>
                  <a:pt x="315" y="1489"/>
                </a:lnTo>
                <a:lnTo>
                  <a:pt x="292" y="1478"/>
                </a:lnTo>
                <a:lnTo>
                  <a:pt x="270" y="1467"/>
                </a:lnTo>
                <a:lnTo>
                  <a:pt x="248" y="1454"/>
                </a:lnTo>
                <a:lnTo>
                  <a:pt x="227" y="1442"/>
                </a:lnTo>
                <a:lnTo>
                  <a:pt x="206" y="1427"/>
                </a:lnTo>
                <a:lnTo>
                  <a:pt x="187" y="1412"/>
                </a:lnTo>
                <a:lnTo>
                  <a:pt x="168" y="1395"/>
                </a:lnTo>
                <a:lnTo>
                  <a:pt x="151" y="1378"/>
                </a:lnTo>
                <a:lnTo>
                  <a:pt x="134" y="1361"/>
                </a:lnTo>
                <a:lnTo>
                  <a:pt x="118" y="1341"/>
                </a:lnTo>
                <a:lnTo>
                  <a:pt x="101" y="1322"/>
                </a:lnTo>
                <a:lnTo>
                  <a:pt x="88" y="1302"/>
                </a:lnTo>
                <a:lnTo>
                  <a:pt x="74" y="1281"/>
                </a:lnTo>
                <a:lnTo>
                  <a:pt x="62" y="1259"/>
                </a:lnTo>
                <a:lnTo>
                  <a:pt x="51" y="1237"/>
                </a:lnTo>
                <a:lnTo>
                  <a:pt x="40" y="1214"/>
                </a:lnTo>
                <a:lnTo>
                  <a:pt x="31" y="1191"/>
                </a:lnTo>
                <a:lnTo>
                  <a:pt x="23" y="1167"/>
                </a:lnTo>
                <a:lnTo>
                  <a:pt x="16" y="1143"/>
                </a:lnTo>
                <a:lnTo>
                  <a:pt x="10" y="1118"/>
                </a:lnTo>
                <a:lnTo>
                  <a:pt x="6" y="1092"/>
                </a:lnTo>
                <a:lnTo>
                  <a:pt x="2" y="1067"/>
                </a:lnTo>
                <a:lnTo>
                  <a:pt x="0" y="1040"/>
                </a:lnTo>
                <a:lnTo>
                  <a:pt x="0" y="1014"/>
                </a:lnTo>
                <a:lnTo>
                  <a:pt x="0" y="1014"/>
                </a:lnTo>
                <a:lnTo>
                  <a:pt x="0" y="987"/>
                </a:lnTo>
                <a:lnTo>
                  <a:pt x="2" y="962"/>
                </a:lnTo>
                <a:lnTo>
                  <a:pt x="6" y="935"/>
                </a:lnTo>
                <a:lnTo>
                  <a:pt x="10" y="910"/>
                </a:lnTo>
                <a:lnTo>
                  <a:pt x="16" y="886"/>
                </a:lnTo>
                <a:lnTo>
                  <a:pt x="23" y="860"/>
                </a:lnTo>
                <a:lnTo>
                  <a:pt x="31" y="837"/>
                </a:lnTo>
                <a:lnTo>
                  <a:pt x="40" y="813"/>
                </a:lnTo>
                <a:lnTo>
                  <a:pt x="51" y="791"/>
                </a:lnTo>
                <a:lnTo>
                  <a:pt x="62" y="768"/>
                </a:lnTo>
                <a:lnTo>
                  <a:pt x="74" y="747"/>
                </a:lnTo>
                <a:lnTo>
                  <a:pt x="88" y="727"/>
                </a:lnTo>
                <a:lnTo>
                  <a:pt x="101" y="706"/>
                </a:lnTo>
                <a:lnTo>
                  <a:pt x="118" y="686"/>
                </a:lnTo>
                <a:lnTo>
                  <a:pt x="134" y="668"/>
                </a:lnTo>
                <a:lnTo>
                  <a:pt x="151" y="649"/>
                </a:lnTo>
                <a:lnTo>
                  <a:pt x="168" y="633"/>
                </a:lnTo>
                <a:lnTo>
                  <a:pt x="187" y="617"/>
                </a:lnTo>
                <a:lnTo>
                  <a:pt x="206" y="601"/>
                </a:lnTo>
                <a:lnTo>
                  <a:pt x="227" y="587"/>
                </a:lnTo>
                <a:lnTo>
                  <a:pt x="248" y="573"/>
                </a:lnTo>
                <a:lnTo>
                  <a:pt x="270" y="561"/>
                </a:lnTo>
                <a:lnTo>
                  <a:pt x="292" y="550"/>
                </a:lnTo>
                <a:lnTo>
                  <a:pt x="315" y="540"/>
                </a:lnTo>
                <a:lnTo>
                  <a:pt x="338" y="531"/>
                </a:lnTo>
                <a:lnTo>
                  <a:pt x="362" y="523"/>
                </a:lnTo>
                <a:lnTo>
                  <a:pt x="386" y="515"/>
                </a:lnTo>
                <a:lnTo>
                  <a:pt x="412" y="509"/>
                </a:lnTo>
                <a:lnTo>
                  <a:pt x="436" y="505"/>
                </a:lnTo>
                <a:lnTo>
                  <a:pt x="462" y="502"/>
                </a:lnTo>
                <a:lnTo>
                  <a:pt x="488" y="500"/>
                </a:lnTo>
                <a:lnTo>
                  <a:pt x="514" y="498"/>
                </a:lnTo>
                <a:lnTo>
                  <a:pt x="514" y="498"/>
                </a:lnTo>
                <a:lnTo>
                  <a:pt x="541" y="500"/>
                </a:lnTo>
                <a:lnTo>
                  <a:pt x="567" y="502"/>
                </a:lnTo>
                <a:lnTo>
                  <a:pt x="593" y="505"/>
                </a:lnTo>
                <a:lnTo>
                  <a:pt x="618" y="509"/>
                </a:lnTo>
                <a:lnTo>
                  <a:pt x="643" y="515"/>
                </a:lnTo>
                <a:lnTo>
                  <a:pt x="667" y="523"/>
                </a:lnTo>
                <a:lnTo>
                  <a:pt x="692" y="531"/>
                </a:lnTo>
                <a:lnTo>
                  <a:pt x="715" y="540"/>
                </a:lnTo>
                <a:lnTo>
                  <a:pt x="738" y="550"/>
                </a:lnTo>
                <a:lnTo>
                  <a:pt x="760" y="561"/>
                </a:lnTo>
                <a:lnTo>
                  <a:pt x="782" y="573"/>
                </a:lnTo>
                <a:lnTo>
                  <a:pt x="802" y="587"/>
                </a:lnTo>
                <a:lnTo>
                  <a:pt x="823" y="601"/>
                </a:lnTo>
                <a:lnTo>
                  <a:pt x="842" y="617"/>
                </a:lnTo>
                <a:lnTo>
                  <a:pt x="861" y="633"/>
                </a:lnTo>
                <a:lnTo>
                  <a:pt x="878" y="649"/>
                </a:lnTo>
                <a:lnTo>
                  <a:pt x="896" y="668"/>
                </a:lnTo>
                <a:lnTo>
                  <a:pt x="912" y="686"/>
                </a:lnTo>
                <a:lnTo>
                  <a:pt x="927" y="706"/>
                </a:lnTo>
                <a:lnTo>
                  <a:pt x="942" y="727"/>
                </a:lnTo>
                <a:lnTo>
                  <a:pt x="955" y="747"/>
                </a:lnTo>
                <a:lnTo>
                  <a:pt x="967" y="768"/>
                </a:lnTo>
                <a:lnTo>
                  <a:pt x="979" y="791"/>
                </a:lnTo>
                <a:lnTo>
                  <a:pt x="989" y="813"/>
                </a:lnTo>
                <a:lnTo>
                  <a:pt x="998" y="837"/>
                </a:lnTo>
                <a:lnTo>
                  <a:pt x="1006" y="860"/>
                </a:lnTo>
                <a:lnTo>
                  <a:pt x="1013" y="886"/>
                </a:lnTo>
                <a:lnTo>
                  <a:pt x="1019" y="910"/>
                </a:lnTo>
                <a:lnTo>
                  <a:pt x="1024" y="935"/>
                </a:lnTo>
                <a:lnTo>
                  <a:pt x="1027" y="962"/>
                </a:lnTo>
                <a:lnTo>
                  <a:pt x="1030" y="987"/>
                </a:lnTo>
                <a:lnTo>
                  <a:pt x="1030" y="1014"/>
                </a:lnTo>
                <a:lnTo>
                  <a:pt x="1030" y="1014"/>
                </a:lnTo>
                <a:close/>
                <a:moveTo>
                  <a:pt x="899" y="1016"/>
                </a:moveTo>
                <a:lnTo>
                  <a:pt x="899" y="1016"/>
                </a:lnTo>
                <a:lnTo>
                  <a:pt x="899" y="997"/>
                </a:lnTo>
                <a:lnTo>
                  <a:pt x="897" y="977"/>
                </a:lnTo>
                <a:lnTo>
                  <a:pt x="895" y="957"/>
                </a:lnTo>
                <a:lnTo>
                  <a:pt x="891" y="939"/>
                </a:lnTo>
                <a:lnTo>
                  <a:pt x="888" y="920"/>
                </a:lnTo>
                <a:lnTo>
                  <a:pt x="882" y="902"/>
                </a:lnTo>
                <a:lnTo>
                  <a:pt x="876" y="884"/>
                </a:lnTo>
                <a:lnTo>
                  <a:pt x="869" y="866"/>
                </a:lnTo>
                <a:lnTo>
                  <a:pt x="861" y="850"/>
                </a:lnTo>
                <a:lnTo>
                  <a:pt x="853" y="833"/>
                </a:lnTo>
                <a:lnTo>
                  <a:pt x="844" y="817"/>
                </a:lnTo>
                <a:lnTo>
                  <a:pt x="834" y="802"/>
                </a:lnTo>
                <a:lnTo>
                  <a:pt x="823" y="787"/>
                </a:lnTo>
                <a:lnTo>
                  <a:pt x="812" y="772"/>
                </a:lnTo>
                <a:lnTo>
                  <a:pt x="799" y="758"/>
                </a:lnTo>
                <a:lnTo>
                  <a:pt x="786" y="744"/>
                </a:lnTo>
                <a:lnTo>
                  <a:pt x="774" y="731"/>
                </a:lnTo>
                <a:lnTo>
                  <a:pt x="760" y="720"/>
                </a:lnTo>
                <a:lnTo>
                  <a:pt x="745" y="708"/>
                </a:lnTo>
                <a:lnTo>
                  <a:pt x="730" y="697"/>
                </a:lnTo>
                <a:lnTo>
                  <a:pt x="714" y="688"/>
                </a:lnTo>
                <a:lnTo>
                  <a:pt x="697" y="678"/>
                </a:lnTo>
                <a:lnTo>
                  <a:pt x="681" y="669"/>
                </a:lnTo>
                <a:lnTo>
                  <a:pt x="664" y="662"/>
                </a:lnTo>
                <a:lnTo>
                  <a:pt x="647" y="655"/>
                </a:lnTo>
                <a:lnTo>
                  <a:pt x="629" y="648"/>
                </a:lnTo>
                <a:lnTo>
                  <a:pt x="611" y="644"/>
                </a:lnTo>
                <a:lnTo>
                  <a:pt x="593" y="639"/>
                </a:lnTo>
                <a:lnTo>
                  <a:pt x="573" y="636"/>
                </a:lnTo>
                <a:lnTo>
                  <a:pt x="555" y="633"/>
                </a:lnTo>
                <a:lnTo>
                  <a:pt x="535" y="632"/>
                </a:lnTo>
                <a:lnTo>
                  <a:pt x="514" y="631"/>
                </a:lnTo>
                <a:lnTo>
                  <a:pt x="514" y="631"/>
                </a:lnTo>
                <a:lnTo>
                  <a:pt x="495" y="632"/>
                </a:lnTo>
                <a:lnTo>
                  <a:pt x="475" y="633"/>
                </a:lnTo>
                <a:lnTo>
                  <a:pt x="457" y="636"/>
                </a:lnTo>
                <a:lnTo>
                  <a:pt x="437" y="639"/>
                </a:lnTo>
                <a:lnTo>
                  <a:pt x="418" y="644"/>
                </a:lnTo>
                <a:lnTo>
                  <a:pt x="400" y="648"/>
                </a:lnTo>
                <a:lnTo>
                  <a:pt x="383" y="655"/>
                </a:lnTo>
                <a:lnTo>
                  <a:pt x="365" y="662"/>
                </a:lnTo>
                <a:lnTo>
                  <a:pt x="348" y="669"/>
                </a:lnTo>
                <a:lnTo>
                  <a:pt x="332" y="678"/>
                </a:lnTo>
                <a:lnTo>
                  <a:pt x="316" y="688"/>
                </a:lnTo>
                <a:lnTo>
                  <a:pt x="300" y="697"/>
                </a:lnTo>
                <a:lnTo>
                  <a:pt x="285" y="708"/>
                </a:lnTo>
                <a:lnTo>
                  <a:pt x="270" y="720"/>
                </a:lnTo>
                <a:lnTo>
                  <a:pt x="256" y="731"/>
                </a:lnTo>
                <a:lnTo>
                  <a:pt x="243" y="744"/>
                </a:lnTo>
                <a:lnTo>
                  <a:pt x="231" y="758"/>
                </a:lnTo>
                <a:lnTo>
                  <a:pt x="218" y="772"/>
                </a:lnTo>
                <a:lnTo>
                  <a:pt x="206" y="787"/>
                </a:lnTo>
                <a:lnTo>
                  <a:pt x="196" y="802"/>
                </a:lnTo>
                <a:lnTo>
                  <a:pt x="186" y="817"/>
                </a:lnTo>
                <a:lnTo>
                  <a:pt x="176" y="833"/>
                </a:lnTo>
                <a:lnTo>
                  <a:pt x="168" y="850"/>
                </a:lnTo>
                <a:lnTo>
                  <a:pt x="160" y="866"/>
                </a:lnTo>
                <a:lnTo>
                  <a:pt x="153" y="884"/>
                </a:lnTo>
                <a:lnTo>
                  <a:pt x="148" y="902"/>
                </a:lnTo>
                <a:lnTo>
                  <a:pt x="142" y="920"/>
                </a:lnTo>
                <a:lnTo>
                  <a:pt x="138" y="939"/>
                </a:lnTo>
                <a:lnTo>
                  <a:pt x="135" y="957"/>
                </a:lnTo>
                <a:lnTo>
                  <a:pt x="131" y="977"/>
                </a:lnTo>
                <a:lnTo>
                  <a:pt x="130" y="997"/>
                </a:lnTo>
                <a:lnTo>
                  <a:pt x="130" y="1016"/>
                </a:lnTo>
                <a:lnTo>
                  <a:pt x="130" y="1016"/>
                </a:lnTo>
                <a:lnTo>
                  <a:pt x="130" y="1036"/>
                </a:lnTo>
                <a:lnTo>
                  <a:pt x="131" y="1055"/>
                </a:lnTo>
                <a:lnTo>
                  <a:pt x="135" y="1075"/>
                </a:lnTo>
                <a:lnTo>
                  <a:pt x="138" y="1093"/>
                </a:lnTo>
                <a:lnTo>
                  <a:pt x="142" y="1112"/>
                </a:lnTo>
                <a:lnTo>
                  <a:pt x="148" y="1130"/>
                </a:lnTo>
                <a:lnTo>
                  <a:pt x="153" y="1149"/>
                </a:lnTo>
                <a:lnTo>
                  <a:pt x="160" y="1166"/>
                </a:lnTo>
                <a:lnTo>
                  <a:pt x="168" y="1183"/>
                </a:lnTo>
                <a:lnTo>
                  <a:pt x="176" y="1199"/>
                </a:lnTo>
                <a:lnTo>
                  <a:pt x="186" y="1216"/>
                </a:lnTo>
                <a:lnTo>
                  <a:pt x="196" y="1232"/>
                </a:lnTo>
                <a:lnTo>
                  <a:pt x="206" y="1247"/>
                </a:lnTo>
                <a:lnTo>
                  <a:pt x="218" y="1261"/>
                </a:lnTo>
                <a:lnTo>
                  <a:pt x="231" y="1274"/>
                </a:lnTo>
                <a:lnTo>
                  <a:pt x="243" y="1288"/>
                </a:lnTo>
                <a:lnTo>
                  <a:pt x="256" y="1301"/>
                </a:lnTo>
                <a:lnTo>
                  <a:pt x="270" y="1312"/>
                </a:lnTo>
                <a:lnTo>
                  <a:pt x="285" y="1324"/>
                </a:lnTo>
                <a:lnTo>
                  <a:pt x="300" y="1335"/>
                </a:lnTo>
                <a:lnTo>
                  <a:pt x="316" y="1345"/>
                </a:lnTo>
                <a:lnTo>
                  <a:pt x="332" y="1354"/>
                </a:lnTo>
                <a:lnTo>
                  <a:pt x="348" y="1363"/>
                </a:lnTo>
                <a:lnTo>
                  <a:pt x="365" y="1371"/>
                </a:lnTo>
                <a:lnTo>
                  <a:pt x="383" y="1377"/>
                </a:lnTo>
                <a:lnTo>
                  <a:pt x="400" y="1384"/>
                </a:lnTo>
                <a:lnTo>
                  <a:pt x="418" y="1389"/>
                </a:lnTo>
                <a:lnTo>
                  <a:pt x="437" y="1393"/>
                </a:lnTo>
                <a:lnTo>
                  <a:pt x="457" y="1397"/>
                </a:lnTo>
                <a:lnTo>
                  <a:pt x="475" y="1399"/>
                </a:lnTo>
                <a:lnTo>
                  <a:pt x="495" y="1400"/>
                </a:lnTo>
                <a:lnTo>
                  <a:pt x="514" y="1401"/>
                </a:lnTo>
                <a:lnTo>
                  <a:pt x="514" y="1401"/>
                </a:lnTo>
                <a:lnTo>
                  <a:pt x="535" y="1400"/>
                </a:lnTo>
                <a:lnTo>
                  <a:pt x="555" y="1399"/>
                </a:lnTo>
                <a:lnTo>
                  <a:pt x="573" y="1397"/>
                </a:lnTo>
                <a:lnTo>
                  <a:pt x="593" y="1393"/>
                </a:lnTo>
                <a:lnTo>
                  <a:pt x="611" y="1389"/>
                </a:lnTo>
                <a:lnTo>
                  <a:pt x="629" y="1384"/>
                </a:lnTo>
                <a:lnTo>
                  <a:pt x="647" y="1377"/>
                </a:lnTo>
                <a:lnTo>
                  <a:pt x="664" y="1371"/>
                </a:lnTo>
                <a:lnTo>
                  <a:pt x="681" y="1363"/>
                </a:lnTo>
                <a:lnTo>
                  <a:pt x="697" y="1354"/>
                </a:lnTo>
                <a:lnTo>
                  <a:pt x="714" y="1345"/>
                </a:lnTo>
                <a:lnTo>
                  <a:pt x="730" y="1335"/>
                </a:lnTo>
                <a:lnTo>
                  <a:pt x="745" y="1324"/>
                </a:lnTo>
                <a:lnTo>
                  <a:pt x="760" y="1312"/>
                </a:lnTo>
                <a:lnTo>
                  <a:pt x="774" y="1301"/>
                </a:lnTo>
                <a:lnTo>
                  <a:pt x="786" y="1288"/>
                </a:lnTo>
                <a:lnTo>
                  <a:pt x="799" y="1274"/>
                </a:lnTo>
                <a:lnTo>
                  <a:pt x="812" y="1261"/>
                </a:lnTo>
                <a:lnTo>
                  <a:pt x="823" y="1247"/>
                </a:lnTo>
                <a:lnTo>
                  <a:pt x="834" y="1232"/>
                </a:lnTo>
                <a:lnTo>
                  <a:pt x="844" y="1216"/>
                </a:lnTo>
                <a:lnTo>
                  <a:pt x="853" y="1199"/>
                </a:lnTo>
                <a:lnTo>
                  <a:pt x="861" y="1183"/>
                </a:lnTo>
                <a:lnTo>
                  <a:pt x="869" y="1166"/>
                </a:lnTo>
                <a:lnTo>
                  <a:pt x="876" y="1149"/>
                </a:lnTo>
                <a:lnTo>
                  <a:pt x="882" y="1130"/>
                </a:lnTo>
                <a:lnTo>
                  <a:pt x="888" y="1112"/>
                </a:lnTo>
                <a:lnTo>
                  <a:pt x="891" y="1093"/>
                </a:lnTo>
                <a:lnTo>
                  <a:pt x="895" y="1075"/>
                </a:lnTo>
                <a:lnTo>
                  <a:pt x="897" y="1055"/>
                </a:lnTo>
                <a:lnTo>
                  <a:pt x="899" y="1036"/>
                </a:lnTo>
                <a:lnTo>
                  <a:pt x="899" y="1016"/>
                </a:lnTo>
                <a:lnTo>
                  <a:pt x="899" y="1016"/>
                </a:lnTo>
                <a:close/>
                <a:moveTo>
                  <a:pt x="837" y="1016"/>
                </a:moveTo>
                <a:lnTo>
                  <a:pt x="837" y="1016"/>
                </a:lnTo>
                <a:lnTo>
                  <a:pt x="837" y="1032"/>
                </a:lnTo>
                <a:lnTo>
                  <a:pt x="836" y="1050"/>
                </a:lnTo>
                <a:lnTo>
                  <a:pt x="834" y="1066"/>
                </a:lnTo>
                <a:lnTo>
                  <a:pt x="830" y="1081"/>
                </a:lnTo>
                <a:lnTo>
                  <a:pt x="827" y="1097"/>
                </a:lnTo>
                <a:lnTo>
                  <a:pt x="822" y="1112"/>
                </a:lnTo>
                <a:lnTo>
                  <a:pt x="817" y="1127"/>
                </a:lnTo>
                <a:lnTo>
                  <a:pt x="812" y="1142"/>
                </a:lnTo>
                <a:lnTo>
                  <a:pt x="805" y="1156"/>
                </a:lnTo>
                <a:lnTo>
                  <a:pt x="798" y="1169"/>
                </a:lnTo>
                <a:lnTo>
                  <a:pt x="790" y="1183"/>
                </a:lnTo>
                <a:lnTo>
                  <a:pt x="782" y="1196"/>
                </a:lnTo>
                <a:lnTo>
                  <a:pt x="772" y="1209"/>
                </a:lnTo>
                <a:lnTo>
                  <a:pt x="763" y="1221"/>
                </a:lnTo>
                <a:lnTo>
                  <a:pt x="753" y="1233"/>
                </a:lnTo>
                <a:lnTo>
                  <a:pt x="742" y="1244"/>
                </a:lnTo>
                <a:lnTo>
                  <a:pt x="731" y="1255"/>
                </a:lnTo>
                <a:lnTo>
                  <a:pt x="719" y="1265"/>
                </a:lnTo>
                <a:lnTo>
                  <a:pt x="708" y="1274"/>
                </a:lnTo>
                <a:lnTo>
                  <a:pt x="695" y="1284"/>
                </a:lnTo>
                <a:lnTo>
                  <a:pt x="681" y="1292"/>
                </a:lnTo>
                <a:lnTo>
                  <a:pt x="669" y="1300"/>
                </a:lnTo>
                <a:lnTo>
                  <a:pt x="655" y="1307"/>
                </a:lnTo>
                <a:lnTo>
                  <a:pt x="640" y="1314"/>
                </a:lnTo>
                <a:lnTo>
                  <a:pt x="625" y="1319"/>
                </a:lnTo>
                <a:lnTo>
                  <a:pt x="610" y="1324"/>
                </a:lnTo>
                <a:lnTo>
                  <a:pt x="595" y="1329"/>
                </a:lnTo>
                <a:lnTo>
                  <a:pt x="580" y="1332"/>
                </a:lnTo>
                <a:lnTo>
                  <a:pt x="564" y="1334"/>
                </a:lnTo>
                <a:lnTo>
                  <a:pt x="548" y="1337"/>
                </a:lnTo>
                <a:lnTo>
                  <a:pt x="531" y="1338"/>
                </a:lnTo>
                <a:lnTo>
                  <a:pt x="514" y="1339"/>
                </a:lnTo>
                <a:lnTo>
                  <a:pt x="514" y="1339"/>
                </a:lnTo>
                <a:lnTo>
                  <a:pt x="498" y="1338"/>
                </a:lnTo>
                <a:lnTo>
                  <a:pt x="482" y="1337"/>
                </a:lnTo>
                <a:lnTo>
                  <a:pt x="466" y="1334"/>
                </a:lnTo>
                <a:lnTo>
                  <a:pt x="450" y="1332"/>
                </a:lnTo>
                <a:lnTo>
                  <a:pt x="435" y="1329"/>
                </a:lnTo>
                <a:lnTo>
                  <a:pt x="418" y="1324"/>
                </a:lnTo>
                <a:lnTo>
                  <a:pt x="403" y="1319"/>
                </a:lnTo>
                <a:lnTo>
                  <a:pt x="390" y="1314"/>
                </a:lnTo>
                <a:lnTo>
                  <a:pt x="375" y="1307"/>
                </a:lnTo>
                <a:lnTo>
                  <a:pt x="361" y="1300"/>
                </a:lnTo>
                <a:lnTo>
                  <a:pt x="348" y="1292"/>
                </a:lnTo>
                <a:lnTo>
                  <a:pt x="334" y="1284"/>
                </a:lnTo>
                <a:lnTo>
                  <a:pt x="322" y="1274"/>
                </a:lnTo>
                <a:lnTo>
                  <a:pt x="310" y="1265"/>
                </a:lnTo>
                <a:lnTo>
                  <a:pt x="299" y="1255"/>
                </a:lnTo>
                <a:lnTo>
                  <a:pt x="287" y="1244"/>
                </a:lnTo>
                <a:lnTo>
                  <a:pt x="277" y="1233"/>
                </a:lnTo>
                <a:lnTo>
                  <a:pt x="266" y="1221"/>
                </a:lnTo>
                <a:lnTo>
                  <a:pt x="257" y="1209"/>
                </a:lnTo>
                <a:lnTo>
                  <a:pt x="248" y="1196"/>
                </a:lnTo>
                <a:lnTo>
                  <a:pt x="239" y="1183"/>
                </a:lnTo>
                <a:lnTo>
                  <a:pt x="232" y="1169"/>
                </a:lnTo>
                <a:lnTo>
                  <a:pt x="225" y="1156"/>
                </a:lnTo>
                <a:lnTo>
                  <a:pt x="218" y="1142"/>
                </a:lnTo>
                <a:lnTo>
                  <a:pt x="212" y="1127"/>
                </a:lnTo>
                <a:lnTo>
                  <a:pt x="206" y="1112"/>
                </a:lnTo>
                <a:lnTo>
                  <a:pt x="203" y="1097"/>
                </a:lnTo>
                <a:lnTo>
                  <a:pt x="199" y="1081"/>
                </a:lnTo>
                <a:lnTo>
                  <a:pt x="196" y="1066"/>
                </a:lnTo>
                <a:lnTo>
                  <a:pt x="194" y="1050"/>
                </a:lnTo>
                <a:lnTo>
                  <a:pt x="192" y="1032"/>
                </a:lnTo>
                <a:lnTo>
                  <a:pt x="192" y="1016"/>
                </a:lnTo>
                <a:lnTo>
                  <a:pt x="192" y="1016"/>
                </a:lnTo>
                <a:lnTo>
                  <a:pt x="192" y="1000"/>
                </a:lnTo>
                <a:lnTo>
                  <a:pt x="194" y="984"/>
                </a:lnTo>
                <a:lnTo>
                  <a:pt x="196" y="968"/>
                </a:lnTo>
                <a:lnTo>
                  <a:pt x="199" y="952"/>
                </a:lnTo>
                <a:lnTo>
                  <a:pt x="203" y="935"/>
                </a:lnTo>
                <a:lnTo>
                  <a:pt x="206" y="920"/>
                </a:lnTo>
                <a:lnTo>
                  <a:pt x="212" y="905"/>
                </a:lnTo>
                <a:lnTo>
                  <a:pt x="218" y="890"/>
                </a:lnTo>
                <a:lnTo>
                  <a:pt x="225" y="877"/>
                </a:lnTo>
                <a:lnTo>
                  <a:pt x="232" y="863"/>
                </a:lnTo>
                <a:lnTo>
                  <a:pt x="239" y="849"/>
                </a:lnTo>
                <a:lnTo>
                  <a:pt x="248" y="836"/>
                </a:lnTo>
                <a:lnTo>
                  <a:pt x="257" y="824"/>
                </a:lnTo>
                <a:lnTo>
                  <a:pt x="266" y="811"/>
                </a:lnTo>
                <a:lnTo>
                  <a:pt x="277" y="799"/>
                </a:lnTo>
                <a:lnTo>
                  <a:pt x="287" y="789"/>
                </a:lnTo>
                <a:lnTo>
                  <a:pt x="299" y="777"/>
                </a:lnTo>
                <a:lnTo>
                  <a:pt x="310" y="767"/>
                </a:lnTo>
                <a:lnTo>
                  <a:pt x="322" y="758"/>
                </a:lnTo>
                <a:lnTo>
                  <a:pt x="334" y="749"/>
                </a:lnTo>
                <a:lnTo>
                  <a:pt x="348" y="741"/>
                </a:lnTo>
                <a:lnTo>
                  <a:pt x="361" y="732"/>
                </a:lnTo>
                <a:lnTo>
                  <a:pt x="375" y="726"/>
                </a:lnTo>
                <a:lnTo>
                  <a:pt x="390" y="720"/>
                </a:lnTo>
                <a:lnTo>
                  <a:pt x="403" y="714"/>
                </a:lnTo>
                <a:lnTo>
                  <a:pt x="418" y="708"/>
                </a:lnTo>
                <a:lnTo>
                  <a:pt x="435" y="704"/>
                </a:lnTo>
                <a:lnTo>
                  <a:pt x="450" y="700"/>
                </a:lnTo>
                <a:lnTo>
                  <a:pt x="466" y="698"/>
                </a:lnTo>
                <a:lnTo>
                  <a:pt x="482" y="696"/>
                </a:lnTo>
                <a:lnTo>
                  <a:pt x="498" y="694"/>
                </a:lnTo>
                <a:lnTo>
                  <a:pt x="514" y="694"/>
                </a:lnTo>
                <a:lnTo>
                  <a:pt x="514" y="694"/>
                </a:lnTo>
                <a:lnTo>
                  <a:pt x="531" y="694"/>
                </a:lnTo>
                <a:lnTo>
                  <a:pt x="548" y="696"/>
                </a:lnTo>
                <a:lnTo>
                  <a:pt x="564" y="698"/>
                </a:lnTo>
                <a:lnTo>
                  <a:pt x="580" y="700"/>
                </a:lnTo>
                <a:lnTo>
                  <a:pt x="595" y="704"/>
                </a:lnTo>
                <a:lnTo>
                  <a:pt x="610" y="708"/>
                </a:lnTo>
                <a:lnTo>
                  <a:pt x="625" y="714"/>
                </a:lnTo>
                <a:lnTo>
                  <a:pt x="640" y="720"/>
                </a:lnTo>
                <a:lnTo>
                  <a:pt x="655" y="726"/>
                </a:lnTo>
                <a:lnTo>
                  <a:pt x="669" y="732"/>
                </a:lnTo>
                <a:lnTo>
                  <a:pt x="681" y="741"/>
                </a:lnTo>
                <a:lnTo>
                  <a:pt x="695" y="749"/>
                </a:lnTo>
                <a:lnTo>
                  <a:pt x="708" y="758"/>
                </a:lnTo>
                <a:lnTo>
                  <a:pt x="719" y="767"/>
                </a:lnTo>
                <a:lnTo>
                  <a:pt x="731" y="777"/>
                </a:lnTo>
                <a:lnTo>
                  <a:pt x="742" y="789"/>
                </a:lnTo>
                <a:lnTo>
                  <a:pt x="753" y="799"/>
                </a:lnTo>
                <a:lnTo>
                  <a:pt x="763" y="811"/>
                </a:lnTo>
                <a:lnTo>
                  <a:pt x="772" y="824"/>
                </a:lnTo>
                <a:lnTo>
                  <a:pt x="782" y="836"/>
                </a:lnTo>
                <a:lnTo>
                  <a:pt x="790" y="849"/>
                </a:lnTo>
                <a:lnTo>
                  <a:pt x="798" y="863"/>
                </a:lnTo>
                <a:lnTo>
                  <a:pt x="805" y="877"/>
                </a:lnTo>
                <a:lnTo>
                  <a:pt x="812" y="890"/>
                </a:lnTo>
                <a:lnTo>
                  <a:pt x="817" y="905"/>
                </a:lnTo>
                <a:lnTo>
                  <a:pt x="822" y="920"/>
                </a:lnTo>
                <a:lnTo>
                  <a:pt x="827" y="935"/>
                </a:lnTo>
                <a:lnTo>
                  <a:pt x="830" y="952"/>
                </a:lnTo>
                <a:lnTo>
                  <a:pt x="834" y="968"/>
                </a:lnTo>
                <a:lnTo>
                  <a:pt x="836" y="984"/>
                </a:lnTo>
                <a:lnTo>
                  <a:pt x="837" y="1000"/>
                </a:lnTo>
                <a:lnTo>
                  <a:pt x="837" y="1016"/>
                </a:lnTo>
                <a:lnTo>
                  <a:pt x="837" y="1016"/>
                </a:lnTo>
                <a:close/>
                <a:moveTo>
                  <a:pt x="602" y="933"/>
                </a:moveTo>
                <a:lnTo>
                  <a:pt x="602" y="933"/>
                </a:lnTo>
                <a:lnTo>
                  <a:pt x="601" y="924"/>
                </a:lnTo>
                <a:lnTo>
                  <a:pt x="599" y="916"/>
                </a:lnTo>
                <a:lnTo>
                  <a:pt x="597" y="908"/>
                </a:lnTo>
                <a:lnTo>
                  <a:pt x="595" y="900"/>
                </a:lnTo>
                <a:lnTo>
                  <a:pt x="590" y="892"/>
                </a:lnTo>
                <a:lnTo>
                  <a:pt x="587" y="885"/>
                </a:lnTo>
                <a:lnTo>
                  <a:pt x="581" y="878"/>
                </a:lnTo>
                <a:lnTo>
                  <a:pt x="575" y="871"/>
                </a:lnTo>
                <a:lnTo>
                  <a:pt x="569" y="865"/>
                </a:lnTo>
                <a:lnTo>
                  <a:pt x="563" y="860"/>
                </a:lnTo>
                <a:lnTo>
                  <a:pt x="556" y="856"/>
                </a:lnTo>
                <a:lnTo>
                  <a:pt x="548" y="852"/>
                </a:lnTo>
                <a:lnTo>
                  <a:pt x="540" y="850"/>
                </a:lnTo>
                <a:lnTo>
                  <a:pt x="531" y="848"/>
                </a:lnTo>
                <a:lnTo>
                  <a:pt x="522" y="845"/>
                </a:lnTo>
                <a:lnTo>
                  <a:pt x="513" y="845"/>
                </a:lnTo>
                <a:lnTo>
                  <a:pt x="513" y="845"/>
                </a:lnTo>
                <a:lnTo>
                  <a:pt x="505" y="845"/>
                </a:lnTo>
                <a:lnTo>
                  <a:pt x="496" y="848"/>
                </a:lnTo>
                <a:lnTo>
                  <a:pt x="488" y="850"/>
                </a:lnTo>
                <a:lnTo>
                  <a:pt x="480" y="852"/>
                </a:lnTo>
                <a:lnTo>
                  <a:pt x="471" y="856"/>
                </a:lnTo>
                <a:lnTo>
                  <a:pt x="465" y="860"/>
                </a:lnTo>
                <a:lnTo>
                  <a:pt x="458" y="865"/>
                </a:lnTo>
                <a:lnTo>
                  <a:pt x="451" y="871"/>
                </a:lnTo>
                <a:lnTo>
                  <a:pt x="446" y="878"/>
                </a:lnTo>
                <a:lnTo>
                  <a:pt x="440" y="885"/>
                </a:lnTo>
                <a:lnTo>
                  <a:pt x="436" y="892"/>
                </a:lnTo>
                <a:lnTo>
                  <a:pt x="432" y="900"/>
                </a:lnTo>
                <a:lnTo>
                  <a:pt x="430" y="908"/>
                </a:lnTo>
                <a:lnTo>
                  <a:pt x="428" y="916"/>
                </a:lnTo>
                <a:lnTo>
                  <a:pt x="427" y="924"/>
                </a:lnTo>
                <a:lnTo>
                  <a:pt x="425" y="933"/>
                </a:lnTo>
                <a:lnTo>
                  <a:pt x="425" y="933"/>
                </a:lnTo>
                <a:lnTo>
                  <a:pt x="425" y="941"/>
                </a:lnTo>
                <a:lnTo>
                  <a:pt x="428" y="948"/>
                </a:lnTo>
                <a:lnTo>
                  <a:pt x="431" y="962"/>
                </a:lnTo>
                <a:lnTo>
                  <a:pt x="437" y="973"/>
                </a:lnTo>
                <a:lnTo>
                  <a:pt x="444" y="984"/>
                </a:lnTo>
                <a:lnTo>
                  <a:pt x="451" y="992"/>
                </a:lnTo>
                <a:lnTo>
                  <a:pt x="457" y="998"/>
                </a:lnTo>
                <a:lnTo>
                  <a:pt x="462" y="1002"/>
                </a:lnTo>
                <a:lnTo>
                  <a:pt x="462" y="1002"/>
                </a:lnTo>
                <a:lnTo>
                  <a:pt x="466" y="1006"/>
                </a:lnTo>
                <a:lnTo>
                  <a:pt x="468" y="1010"/>
                </a:lnTo>
                <a:lnTo>
                  <a:pt x="469" y="1015"/>
                </a:lnTo>
                <a:lnTo>
                  <a:pt x="469" y="1020"/>
                </a:lnTo>
                <a:lnTo>
                  <a:pt x="469" y="1216"/>
                </a:lnTo>
                <a:lnTo>
                  <a:pt x="469" y="1216"/>
                </a:lnTo>
                <a:lnTo>
                  <a:pt x="470" y="1219"/>
                </a:lnTo>
                <a:lnTo>
                  <a:pt x="473" y="1222"/>
                </a:lnTo>
                <a:lnTo>
                  <a:pt x="476" y="1225"/>
                </a:lnTo>
                <a:lnTo>
                  <a:pt x="480" y="1226"/>
                </a:lnTo>
                <a:lnTo>
                  <a:pt x="546" y="1226"/>
                </a:lnTo>
                <a:lnTo>
                  <a:pt x="546" y="1226"/>
                </a:lnTo>
                <a:lnTo>
                  <a:pt x="551" y="1225"/>
                </a:lnTo>
                <a:lnTo>
                  <a:pt x="555" y="1222"/>
                </a:lnTo>
                <a:lnTo>
                  <a:pt x="556" y="1219"/>
                </a:lnTo>
                <a:lnTo>
                  <a:pt x="557" y="1216"/>
                </a:lnTo>
                <a:lnTo>
                  <a:pt x="557" y="1020"/>
                </a:lnTo>
                <a:lnTo>
                  <a:pt x="557" y="1020"/>
                </a:lnTo>
                <a:lnTo>
                  <a:pt x="558" y="1015"/>
                </a:lnTo>
                <a:lnTo>
                  <a:pt x="559" y="1010"/>
                </a:lnTo>
                <a:lnTo>
                  <a:pt x="561" y="1006"/>
                </a:lnTo>
                <a:lnTo>
                  <a:pt x="565" y="1002"/>
                </a:lnTo>
                <a:lnTo>
                  <a:pt x="565" y="1002"/>
                </a:lnTo>
                <a:lnTo>
                  <a:pt x="571" y="998"/>
                </a:lnTo>
                <a:lnTo>
                  <a:pt x="576" y="991"/>
                </a:lnTo>
                <a:lnTo>
                  <a:pt x="583" y="983"/>
                </a:lnTo>
                <a:lnTo>
                  <a:pt x="589" y="972"/>
                </a:lnTo>
                <a:lnTo>
                  <a:pt x="596" y="961"/>
                </a:lnTo>
                <a:lnTo>
                  <a:pt x="599" y="948"/>
                </a:lnTo>
                <a:lnTo>
                  <a:pt x="601" y="941"/>
                </a:lnTo>
                <a:lnTo>
                  <a:pt x="602" y="933"/>
                </a:lnTo>
                <a:lnTo>
                  <a:pt x="602" y="933"/>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sp>
        <p:nvSpPr>
          <p:cNvPr id="168" name="Freeform 42"/>
          <p:cNvSpPr/>
          <p:nvPr>
            <p:custDataLst>
              <p:tags r:id="rId43"/>
            </p:custDataLst>
          </p:nvPr>
        </p:nvSpPr>
        <p:spPr bwMode="auto">
          <a:xfrm>
            <a:off x="9452165" y="3424567"/>
            <a:ext cx="758836" cy="405624"/>
          </a:xfrm>
          <a:custGeom>
            <a:avLst/>
            <a:gdLst>
              <a:gd name="T0" fmla="*/ 490 w 1000"/>
              <a:gd name="T1" fmla="*/ 0 h 535"/>
              <a:gd name="T2" fmla="*/ 989 w 1000"/>
              <a:gd name="T3" fmla="*/ 172 h 535"/>
              <a:gd name="T4" fmla="*/ 997 w 1000"/>
              <a:gd name="T5" fmla="*/ 178 h 535"/>
              <a:gd name="T6" fmla="*/ 1000 w 1000"/>
              <a:gd name="T7" fmla="*/ 187 h 535"/>
              <a:gd name="T8" fmla="*/ 993 w 1000"/>
              <a:gd name="T9" fmla="*/ 200 h 535"/>
              <a:gd name="T10" fmla="*/ 822 w 1000"/>
              <a:gd name="T11" fmla="*/ 251 h 535"/>
              <a:gd name="T12" fmla="*/ 791 w 1000"/>
              <a:gd name="T13" fmla="*/ 224 h 535"/>
              <a:gd name="T14" fmla="*/ 739 w 1000"/>
              <a:gd name="T15" fmla="*/ 203 h 535"/>
              <a:gd name="T16" fmla="*/ 673 w 1000"/>
              <a:gd name="T17" fmla="*/ 187 h 535"/>
              <a:gd name="T18" fmla="*/ 548 w 1000"/>
              <a:gd name="T19" fmla="*/ 174 h 535"/>
              <a:gd name="T20" fmla="*/ 491 w 1000"/>
              <a:gd name="T21" fmla="*/ 174 h 535"/>
              <a:gd name="T22" fmla="*/ 480 w 1000"/>
              <a:gd name="T23" fmla="*/ 189 h 535"/>
              <a:gd name="T24" fmla="*/ 485 w 1000"/>
              <a:gd name="T25" fmla="*/ 200 h 535"/>
              <a:gd name="T26" fmla="*/ 497 w 1000"/>
              <a:gd name="T27" fmla="*/ 205 h 535"/>
              <a:gd name="T28" fmla="*/ 585 w 1000"/>
              <a:gd name="T29" fmla="*/ 208 h 535"/>
              <a:gd name="T30" fmla="*/ 660 w 1000"/>
              <a:gd name="T31" fmla="*/ 217 h 535"/>
              <a:gd name="T32" fmla="*/ 723 w 1000"/>
              <a:gd name="T33" fmla="*/ 230 h 535"/>
              <a:gd name="T34" fmla="*/ 768 w 1000"/>
              <a:gd name="T35" fmla="*/ 246 h 535"/>
              <a:gd name="T36" fmla="*/ 793 w 1000"/>
              <a:gd name="T37" fmla="*/ 264 h 535"/>
              <a:gd name="T38" fmla="*/ 798 w 1000"/>
              <a:gd name="T39" fmla="*/ 373 h 535"/>
              <a:gd name="T40" fmla="*/ 798 w 1000"/>
              <a:gd name="T41" fmla="*/ 377 h 535"/>
              <a:gd name="T42" fmla="*/ 784 w 1000"/>
              <a:gd name="T43" fmla="*/ 395 h 535"/>
              <a:gd name="T44" fmla="*/ 747 w 1000"/>
              <a:gd name="T45" fmla="*/ 413 h 535"/>
              <a:gd name="T46" fmla="*/ 688 w 1000"/>
              <a:gd name="T47" fmla="*/ 429 h 535"/>
              <a:gd name="T48" fmla="*/ 612 w 1000"/>
              <a:gd name="T49" fmla="*/ 440 h 535"/>
              <a:gd name="T50" fmla="*/ 526 w 1000"/>
              <a:gd name="T51" fmla="*/ 446 h 535"/>
              <a:gd name="T52" fmla="*/ 464 w 1000"/>
              <a:gd name="T53" fmla="*/ 446 h 535"/>
              <a:gd name="T54" fmla="*/ 377 w 1000"/>
              <a:gd name="T55" fmla="*/ 440 h 535"/>
              <a:gd name="T56" fmla="*/ 302 w 1000"/>
              <a:gd name="T57" fmla="*/ 429 h 535"/>
              <a:gd name="T58" fmla="*/ 243 w 1000"/>
              <a:gd name="T59" fmla="*/ 413 h 535"/>
              <a:gd name="T60" fmla="*/ 206 w 1000"/>
              <a:gd name="T61" fmla="*/ 395 h 535"/>
              <a:gd name="T62" fmla="*/ 192 w 1000"/>
              <a:gd name="T63" fmla="*/ 377 h 535"/>
              <a:gd name="T64" fmla="*/ 192 w 1000"/>
              <a:gd name="T65" fmla="*/ 371 h 535"/>
              <a:gd name="T66" fmla="*/ 106 w 1000"/>
              <a:gd name="T67" fmla="*/ 363 h 535"/>
              <a:gd name="T68" fmla="*/ 118 w 1000"/>
              <a:gd name="T69" fmla="*/ 369 h 535"/>
              <a:gd name="T70" fmla="*/ 130 w 1000"/>
              <a:gd name="T71" fmla="*/ 384 h 535"/>
              <a:gd name="T72" fmla="*/ 135 w 1000"/>
              <a:gd name="T73" fmla="*/ 404 h 535"/>
              <a:gd name="T74" fmla="*/ 134 w 1000"/>
              <a:gd name="T75" fmla="*/ 417 h 535"/>
              <a:gd name="T76" fmla="*/ 126 w 1000"/>
              <a:gd name="T77" fmla="*/ 432 h 535"/>
              <a:gd name="T78" fmla="*/ 111 w 1000"/>
              <a:gd name="T79" fmla="*/ 443 h 535"/>
              <a:gd name="T80" fmla="*/ 121 w 1000"/>
              <a:gd name="T81" fmla="*/ 499 h 535"/>
              <a:gd name="T82" fmla="*/ 111 w 1000"/>
              <a:gd name="T83" fmla="*/ 513 h 535"/>
              <a:gd name="T84" fmla="*/ 67 w 1000"/>
              <a:gd name="T85" fmla="*/ 533 h 535"/>
              <a:gd name="T86" fmla="*/ 45 w 1000"/>
              <a:gd name="T87" fmla="*/ 533 h 535"/>
              <a:gd name="T88" fmla="*/ 58 w 1000"/>
              <a:gd name="T89" fmla="*/ 440 h 535"/>
              <a:gd name="T90" fmla="*/ 43 w 1000"/>
              <a:gd name="T91" fmla="*/ 425 h 535"/>
              <a:gd name="T92" fmla="*/ 39 w 1000"/>
              <a:gd name="T93" fmla="*/ 404 h 535"/>
              <a:gd name="T94" fmla="*/ 41 w 1000"/>
              <a:gd name="T95" fmla="*/ 391 h 535"/>
              <a:gd name="T96" fmla="*/ 51 w 1000"/>
              <a:gd name="T97" fmla="*/ 374 h 535"/>
              <a:gd name="T98" fmla="*/ 69 w 1000"/>
              <a:gd name="T99" fmla="*/ 363 h 535"/>
              <a:gd name="T100" fmla="*/ 12 w 1000"/>
              <a:gd name="T101" fmla="*/ 202 h 535"/>
              <a:gd name="T102" fmla="*/ 2 w 1000"/>
              <a:gd name="T103" fmla="*/ 193 h 535"/>
              <a:gd name="T104" fmla="*/ 2 w 1000"/>
              <a:gd name="T105" fmla="*/ 182 h 535"/>
              <a:gd name="T106" fmla="*/ 11 w 1000"/>
              <a:gd name="T107" fmla="*/ 172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000" h="535">
                <a:moveTo>
                  <a:pt x="11" y="172"/>
                </a:moveTo>
                <a:lnTo>
                  <a:pt x="490" y="0"/>
                </a:lnTo>
                <a:lnTo>
                  <a:pt x="490" y="0"/>
                </a:lnTo>
                <a:lnTo>
                  <a:pt x="495" y="0"/>
                </a:lnTo>
                <a:lnTo>
                  <a:pt x="500" y="0"/>
                </a:lnTo>
                <a:lnTo>
                  <a:pt x="989" y="172"/>
                </a:lnTo>
                <a:lnTo>
                  <a:pt x="989" y="172"/>
                </a:lnTo>
                <a:lnTo>
                  <a:pt x="994" y="174"/>
                </a:lnTo>
                <a:lnTo>
                  <a:pt x="997" y="178"/>
                </a:lnTo>
                <a:lnTo>
                  <a:pt x="1000" y="182"/>
                </a:lnTo>
                <a:lnTo>
                  <a:pt x="1000" y="187"/>
                </a:lnTo>
                <a:lnTo>
                  <a:pt x="1000" y="187"/>
                </a:lnTo>
                <a:lnTo>
                  <a:pt x="998" y="193"/>
                </a:lnTo>
                <a:lnTo>
                  <a:pt x="996" y="196"/>
                </a:lnTo>
                <a:lnTo>
                  <a:pt x="993" y="200"/>
                </a:lnTo>
                <a:lnTo>
                  <a:pt x="988" y="202"/>
                </a:lnTo>
                <a:lnTo>
                  <a:pt x="822" y="251"/>
                </a:lnTo>
                <a:lnTo>
                  <a:pt x="822" y="251"/>
                </a:lnTo>
                <a:lnTo>
                  <a:pt x="814" y="240"/>
                </a:lnTo>
                <a:lnTo>
                  <a:pt x="804" y="232"/>
                </a:lnTo>
                <a:lnTo>
                  <a:pt x="791" y="224"/>
                </a:lnTo>
                <a:lnTo>
                  <a:pt x="775" y="216"/>
                </a:lnTo>
                <a:lnTo>
                  <a:pt x="759" y="209"/>
                </a:lnTo>
                <a:lnTo>
                  <a:pt x="739" y="203"/>
                </a:lnTo>
                <a:lnTo>
                  <a:pt x="718" y="198"/>
                </a:lnTo>
                <a:lnTo>
                  <a:pt x="696" y="192"/>
                </a:lnTo>
                <a:lnTo>
                  <a:pt x="673" y="187"/>
                </a:lnTo>
                <a:lnTo>
                  <a:pt x="650" y="184"/>
                </a:lnTo>
                <a:lnTo>
                  <a:pt x="599" y="178"/>
                </a:lnTo>
                <a:lnTo>
                  <a:pt x="548" y="174"/>
                </a:lnTo>
                <a:lnTo>
                  <a:pt x="497" y="173"/>
                </a:lnTo>
                <a:lnTo>
                  <a:pt x="497" y="173"/>
                </a:lnTo>
                <a:lnTo>
                  <a:pt x="491" y="174"/>
                </a:lnTo>
                <a:lnTo>
                  <a:pt x="485" y="178"/>
                </a:lnTo>
                <a:lnTo>
                  <a:pt x="482" y="182"/>
                </a:lnTo>
                <a:lnTo>
                  <a:pt x="480" y="189"/>
                </a:lnTo>
                <a:lnTo>
                  <a:pt x="480" y="189"/>
                </a:lnTo>
                <a:lnTo>
                  <a:pt x="482" y="195"/>
                </a:lnTo>
                <a:lnTo>
                  <a:pt x="485" y="200"/>
                </a:lnTo>
                <a:lnTo>
                  <a:pt x="491" y="203"/>
                </a:lnTo>
                <a:lnTo>
                  <a:pt x="497" y="205"/>
                </a:lnTo>
                <a:lnTo>
                  <a:pt x="497" y="205"/>
                </a:lnTo>
                <a:lnTo>
                  <a:pt x="527" y="205"/>
                </a:lnTo>
                <a:lnTo>
                  <a:pt x="556" y="206"/>
                </a:lnTo>
                <a:lnTo>
                  <a:pt x="585" y="208"/>
                </a:lnTo>
                <a:lnTo>
                  <a:pt x="611" y="210"/>
                </a:lnTo>
                <a:lnTo>
                  <a:pt x="637" y="214"/>
                </a:lnTo>
                <a:lnTo>
                  <a:pt x="660" y="217"/>
                </a:lnTo>
                <a:lnTo>
                  <a:pt x="683" y="221"/>
                </a:lnTo>
                <a:lnTo>
                  <a:pt x="703" y="225"/>
                </a:lnTo>
                <a:lnTo>
                  <a:pt x="723" y="230"/>
                </a:lnTo>
                <a:lnTo>
                  <a:pt x="739" y="236"/>
                </a:lnTo>
                <a:lnTo>
                  <a:pt x="754" y="240"/>
                </a:lnTo>
                <a:lnTo>
                  <a:pt x="768" y="246"/>
                </a:lnTo>
                <a:lnTo>
                  <a:pt x="778" y="252"/>
                </a:lnTo>
                <a:lnTo>
                  <a:pt x="788" y="258"/>
                </a:lnTo>
                <a:lnTo>
                  <a:pt x="793" y="264"/>
                </a:lnTo>
                <a:lnTo>
                  <a:pt x="798" y="269"/>
                </a:lnTo>
                <a:lnTo>
                  <a:pt x="798" y="373"/>
                </a:lnTo>
                <a:lnTo>
                  <a:pt x="798" y="373"/>
                </a:lnTo>
                <a:lnTo>
                  <a:pt x="798" y="374"/>
                </a:lnTo>
                <a:lnTo>
                  <a:pt x="798" y="374"/>
                </a:lnTo>
                <a:lnTo>
                  <a:pt x="798" y="377"/>
                </a:lnTo>
                <a:lnTo>
                  <a:pt x="797" y="381"/>
                </a:lnTo>
                <a:lnTo>
                  <a:pt x="792" y="388"/>
                </a:lnTo>
                <a:lnTo>
                  <a:pt x="784" y="395"/>
                </a:lnTo>
                <a:lnTo>
                  <a:pt x="775" y="402"/>
                </a:lnTo>
                <a:lnTo>
                  <a:pt x="762" y="407"/>
                </a:lnTo>
                <a:lnTo>
                  <a:pt x="747" y="413"/>
                </a:lnTo>
                <a:lnTo>
                  <a:pt x="728" y="419"/>
                </a:lnTo>
                <a:lnTo>
                  <a:pt x="710" y="425"/>
                </a:lnTo>
                <a:lnTo>
                  <a:pt x="688" y="429"/>
                </a:lnTo>
                <a:lnTo>
                  <a:pt x="665" y="433"/>
                </a:lnTo>
                <a:lnTo>
                  <a:pt x="639" y="436"/>
                </a:lnTo>
                <a:lnTo>
                  <a:pt x="612" y="440"/>
                </a:lnTo>
                <a:lnTo>
                  <a:pt x="585" y="442"/>
                </a:lnTo>
                <a:lnTo>
                  <a:pt x="556" y="444"/>
                </a:lnTo>
                <a:lnTo>
                  <a:pt x="526" y="446"/>
                </a:lnTo>
                <a:lnTo>
                  <a:pt x="494" y="446"/>
                </a:lnTo>
                <a:lnTo>
                  <a:pt x="494" y="446"/>
                </a:lnTo>
                <a:lnTo>
                  <a:pt x="464" y="446"/>
                </a:lnTo>
                <a:lnTo>
                  <a:pt x="434" y="444"/>
                </a:lnTo>
                <a:lnTo>
                  <a:pt x="405" y="442"/>
                </a:lnTo>
                <a:lnTo>
                  <a:pt x="377" y="440"/>
                </a:lnTo>
                <a:lnTo>
                  <a:pt x="351" y="436"/>
                </a:lnTo>
                <a:lnTo>
                  <a:pt x="325" y="433"/>
                </a:lnTo>
                <a:lnTo>
                  <a:pt x="302" y="429"/>
                </a:lnTo>
                <a:lnTo>
                  <a:pt x="280" y="425"/>
                </a:lnTo>
                <a:lnTo>
                  <a:pt x="261" y="419"/>
                </a:lnTo>
                <a:lnTo>
                  <a:pt x="243" y="413"/>
                </a:lnTo>
                <a:lnTo>
                  <a:pt x="228" y="407"/>
                </a:lnTo>
                <a:lnTo>
                  <a:pt x="215" y="402"/>
                </a:lnTo>
                <a:lnTo>
                  <a:pt x="206" y="395"/>
                </a:lnTo>
                <a:lnTo>
                  <a:pt x="198" y="388"/>
                </a:lnTo>
                <a:lnTo>
                  <a:pt x="193" y="381"/>
                </a:lnTo>
                <a:lnTo>
                  <a:pt x="192" y="377"/>
                </a:lnTo>
                <a:lnTo>
                  <a:pt x="192" y="374"/>
                </a:lnTo>
                <a:lnTo>
                  <a:pt x="192" y="374"/>
                </a:lnTo>
                <a:lnTo>
                  <a:pt x="192" y="371"/>
                </a:lnTo>
                <a:lnTo>
                  <a:pt x="192" y="254"/>
                </a:lnTo>
                <a:lnTo>
                  <a:pt x="106" y="230"/>
                </a:lnTo>
                <a:lnTo>
                  <a:pt x="106" y="363"/>
                </a:lnTo>
                <a:lnTo>
                  <a:pt x="106" y="363"/>
                </a:lnTo>
                <a:lnTo>
                  <a:pt x="112" y="366"/>
                </a:lnTo>
                <a:lnTo>
                  <a:pt x="118" y="369"/>
                </a:lnTo>
                <a:lnTo>
                  <a:pt x="122" y="374"/>
                </a:lnTo>
                <a:lnTo>
                  <a:pt x="127" y="380"/>
                </a:lnTo>
                <a:lnTo>
                  <a:pt x="130" y="384"/>
                </a:lnTo>
                <a:lnTo>
                  <a:pt x="134" y="391"/>
                </a:lnTo>
                <a:lnTo>
                  <a:pt x="135" y="397"/>
                </a:lnTo>
                <a:lnTo>
                  <a:pt x="135" y="404"/>
                </a:lnTo>
                <a:lnTo>
                  <a:pt x="135" y="404"/>
                </a:lnTo>
                <a:lnTo>
                  <a:pt x="135" y="411"/>
                </a:lnTo>
                <a:lnTo>
                  <a:pt x="134" y="417"/>
                </a:lnTo>
                <a:lnTo>
                  <a:pt x="131" y="421"/>
                </a:lnTo>
                <a:lnTo>
                  <a:pt x="129" y="427"/>
                </a:lnTo>
                <a:lnTo>
                  <a:pt x="126" y="432"/>
                </a:lnTo>
                <a:lnTo>
                  <a:pt x="121" y="436"/>
                </a:lnTo>
                <a:lnTo>
                  <a:pt x="116" y="440"/>
                </a:lnTo>
                <a:lnTo>
                  <a:pt x="111" y="443"/>
                </a:lnTo>
                <a:lnTo>
                  <a:pt x="121" y="494"/>
                </a:lnTo>
                <a:lnTo>
                  <a:pt x="121" y="494"/>
                </a:lnTo>
                <a:lnTo>
                  <a:pt x="121" y="499"/>
                </a:lnTo>
                <a:lnTo>
                  <a:pt x="119" y="504"/>
                </a:lnTo>
                <a:lnTo>
                  <a:pt x="115" y="508"/>
                </a:lnTo>
                <a:lnTo>
                  <a:pt x="111" y="513"/>
                </a:lnTo>
                <a:lnTo>
                  <a:pt x="98" y="521"/>
                </a:lnTo>
                <a:lnTo>
                  <a:pt x="82" y="528"/>
                </a:lnTo>
                <a:lnTo>
                  <a:pt x="67" y="533"/>
                </a:lnTo>
                <a:lnTo>
                  <a:pt x="54" y="535"/>
                </a:lnTo>
                <a:lnTo>
                  <a:pt x="48" y="534"/>
                </a:lnTo>
                <a:lnTo>
                  <a:pt x="45" y="533"/>
                </a:lnTo>
                <a:lnTo>
                  <a:pt x="42" y="530"/>
                </a:lnTo>
                <a:lnTo>
                  <a:pt x="42" y="527"/>
                </a:lnTo>
                <a:lnTo>
                  <a:pt x="58" y="440"/>
                </a:lnTo>
                <a:lnTo>
                  <a:pt x="58" y="440"/>
                </a:lnTo>
                <a:lnTo>
                  <a:pt x="50" y="433"/>
                </a:lnTo>
                <a:lnTo>
                  <a:pt x="43" y="425"/>
                </a:lnTo>
                <a:lnTo>
                  <a:pt x="40" y="414"/>
                </a:lnTo>
                <a:lnTo>
                  <a:pt x="39" y="410"/>
                </a:lnTo>
                <a:lnTo>
                  <a:pt x="39" y="404"/>
                </a:lnTo>
                <a:lnTo>
                  <a:pt x="39" y="404"/>
                </a:lnTo>
                <a:lnTo>
                  <a:pt x="39" y="397"/>
                </a:lnTo>
                <a:lnTo>
                  <a:pt x="41" y="391"/>
                </a:lnTo>
                <a:lnTo>
                  <a:pt x="43" y="384"/>
                </a:lnTo>
                <a:lnTo>
                  <a:pt x="47" y="380"/>
                </a:lnTo>
                <a:lnTo>
                  <a:pt x="51" y="374"/>
                </a:lnTo>
                <a:lnTo>
                  <a:pt x="56" y="369"/>
                </a:lnTo>
                <a:lnTo>
                  <a:pt x="62" y="366"/>
                </a:lnTo>
                <a:lnTo>
                  <a:pt x="69" y="363"/>
                </a:lnTo>
                <a:lnTo>
                  <a:pt x="69" y="218"/>
                </a:lnTo>
                <a:lnTo>
                  <a:pt x="12" y="202"/>
                </a:lnTo>
                <a:lnTo>
                  <a:pt x="12" y="202"/>
                </a:lnTo>
                <a:lnTo>
                  <a:pt x="7" y="200"/>
                </a:lnTo>
                <a:lnTo>
                  <a:pt x="4" y="198"/>
                </a:lnTo>
                <a:lnTo>
                  <a:pt x="2" y="193"/>
                </a:lnTo>
                <a:lnTo>
                  <a:pt x="0" y="187"/>
                </a:lnTo>
                <a:lnTo>
                  <a:pt x="0" y="187"/>
                </a:lnTo>
                <a:lnTo>
                  <a:pt x="2" y="182"/>
                </a:lnTo>
                <a:lnTo>
                  <a:pt x="4" y="178"/>
                </a:lnTo>
                <a:lnTo>
                  <a:pt x="7" y="174"/>
                </a:lnTo>
                <a:lnTo>
                  <a:pt x="11" y="172"/>
                </a:lnTo>
                <a:lnTo>
                  <a:pt x="11" y="172"/>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sp>
        <p:nvSpPr>
          <p:cNvPr id="170" name="Rectangle 10"/>
          <p:cNvSpPr>
            <a:spLocks noChangeArrowheads="1"/>
          </p:cNvSpPr>
          <p:nvPr>
            <p:custDataLst>
              <p:tags r:id="rId44"/>
            </p:custDataLst>
          </p:nvPr>
        </p:nvSpPr>
        <p:spPr bwMode="auto">
          <a:xfrm>
            <a:off x="1881046" y="5177438"/>
            <a:ext cx="1158602" cy="977900"/>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905" kern="0" dirty="0" err="1" smtClean="0">
                <a:solidFill>
                  <a:schemeClr val="bg2"/>
                </a:solidFill>
                <a:latin typeface="+mj-lt"/>
                <a:cs typeface="腾讯体 W3" panose="020C04030202040F0204" pitchFamily="34" charset="-122"/>
              </a:rPr>
              <a:t>Mauris</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consectetuer</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ullamcorper</a:t>
            </a:r>
            <a:r>
              <a:rPr lang="en-GB" sz="905" kern="0" dirty="0" smtClean="0">
                <a:solidFill>
                  <a:schemeClr val="bg2"/>
                </a:solidFill>
                <a:latin typeface="+mj-lt"/>
                <a:cs typeface="腾讯体 W3" panose="020C04030202040F0204" pitchFamily="34" charset="-122"/>
              </a:rPr>
              <a:t> quam. </a:t>
            </a:r>
            <a:r>
              <a:rPr lang="en-GB" sz="905" kern="0" dirty="0" err="1" smtClean="0">
                <a:solidFill>
                  <a:schemeClr val="bg2"/>
                </a:solidFill>
                <a:latin typeface="+mj-lt"/>
                <a:cs typeface="腾讯体 W3" panose="020C04030202040F0204" pitchFamily="34" charset="-122"/>
              </a:rPr>
              <a:t>Morbi</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tincidunt</a:t>
            </a:r>
            <a:r>
              <a:rPr lang="en-GB" sz="905" kern="0" dirty="0" smtClean="0">
                <a:solidFill>
                  <a:schemeClr val="bg2"/>
                </a:solidFill>
                <a:latin typeface="+mj-lt"/>
                <a:cs typeface="腾讯体 W3" panose="020C04030202040F0204" pitchFamily="34" charset="-122"/>
              </a:rPr>
              <a:t> mi </a:t>
            </a:r>
            <a:r>
              <a:rPr lang="en-GB" sz="905" kern="0" dirty="0" err="1" smtClean="0">
                <a:solidFill>
                  <a:schemeClr val="bg2"/>
                </a:solidFill>
                <a:latin typeface="+mj-lt"/>
                <a:cs typeface="腾讯体 W3" panose="020C04030202040F0204" pitchFamily="34" charset="-122"/>
              </a:rPr>
              <a:t>ut</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diam</a:t>
            </a:r>
            <a:r>
              <a:rPr lang="en-GB"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ultricies</a:t>
            </a:r>
            <a:r>
              <a:rPr lang="fr-FR" sz="905" kern="0" dirty="0" smtClean="0">
                <a:solidFill>
                  <a:schemeClr val="bg2"/>
                </a:solidFill>
                <a:latin typeface="+mj-lt"/>
                <a:cs typeface="腾讯体 W3" panose="020C04030202040F0204" pitchFamily="34" charset="-122"/>
              </a:rPr>
              <a:t> non, </a:t>
            </a:r>
            <a:r>
              <a:rPr lang="fr-FR" sz="905" kern="0" dirty="0" err="1" smtClean="0">
                <a:solidFill>
                  <a:schemeClr val="bg2"/>
                </a:solidFill>
                <a:latin typeface="+mj-lt"/>
                <a:cs typeface="腾讯体 W3" panose="020C04030202040F0204" pitchFamily="34" charset="-122"/>
              </a:rPr>
              <a:t>hendrerit</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quis</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pellentesque</a:t>
            </a:r>
            <a:r>
              <a:rPr lang="fr-FR" sz="905" kern="0" dirty="0" smtClean="0">
                <a:solidFill>
                  <a:schemeClr val="bg2"/>
                </a:solidFill>
                <a:latin typeface="+mj-lt"/>
                <a:cs typeface="腾讯体 W3" panose="020C04030202040F0204" pitchFamily="34" charset="-122"/>
              </a:rPr>
              <a:t> a, </a:t>
            </a:r>
            <a:r>
              <a:rPr lang="fr-FR" sz="905" kern="0" dirty="0" err="1" smtClean="0">
                <a:solidFill>
                  <a:schemeClr val="bg2"/>
                </a:solidFill>
                <a:latin typeface="+mj-lt"/>
                <a:cs typeface="腾讯体 W3" panose="020C04030202040F0204" pitchFamily="34" charset="-122"/>
              </a:rPr>
              <a:t>eros</a:t>
            </a:r>
            <a:r>
              <a:rPr lang="fr-FR" sz="905" kern="0" dirty="0" smtClean="0">
                <a:solidFill>
                  <a:schemeClr val="bg2"/>
                </a:solidFill>
                <a:latin typeface="+mj-lt"/>
                <a:cs typeface="腾讯体 W3" panose="020C04030202040F0204" pitchFamily="34" charset="-122"/>
              </a:rPr>
              <a:t>. </a:t>
            </a:r>
            <a:endParaRPr lang="en-GB" sz="905" kern="0" dirty="0" smtClean="0">
              <a:solidFill>
                <a:schemeClr val="bg2"/>
              </a:solidFill>
              <a:latin typeface="+mj-lt"/>
              <a:cs typeface="腾讯体 W3" panose="020C04030202040F0204" pitchFamily="34" charset="-122"/>
            </a:endParaRPr>
          </a:p>
        </p:txBody>
      </p:sp>
      <p:sp>
        <p:nvSpPr>
          <p:cNvPr id="171" name="Rectangle 10"/>
          <p:cNvSpPr>
            <a:spLocks noChangeArrowheads="1"/>
          </p:cNvSpPr>
          <p:nvPr>
            <p:custDataLst>
              <p:tags r:id="rId45"/>
            </p:custDataLst>
          </p:nvPr>
        </p:nvSpPr>
        <p:spPr bwMode="auto">
          <a:xfrm>
            <a:off x="1875846" y="4343531"/>
            <a:ext cx="1158602" cy="194310"/>
          </a:xfrm>
          <a:prstGeom prst="rect">
            <a:avLst/>
          </a:prstGeom>
          <a:noFill/>
          <a:ln w="9525">
            <a:noFill/>
            <a:miter lim="800000"/>
          </a:ln>
        </p:spPr>
        <p:txBody>
          <a:bodyPr vert="horz" wrap="square" lIns="0" tIns="0" rIns="0" bIns="0" numCol="1" anchor="t" anchorCtr="0" compatLnSpc="1">
            <a:spAutoFit/>
          </a:bodyPr>
          <a:lstStyle/>
          <a:p>
            <a:pPr algn="ctr" defTabSz="798830" eaLnBrk="0" hangingPunct="0">
              <a:spcAft>
                <a:spcPts val="200"/>
              </a:spcAft>
              <a:defRPr/>
            </a:pPr>
            <a:r>
              <a:rPr lang="en-GB" sz="1270" b="1" kern="0" dirty="0" smtClean="0">
                <a:solidFill>
                  <a:schemeClr val="accent4"/>
                </a:solidFill>
                <a:latin typeface="+mj-lt"/>
                <a:cs typeface="腾讯体 W3" panose="020C04030202040F0204" pitchFamily="34" charset="-122"/>
              </a:rPr>
              <a:t>Heading</a:t>
            </a:r>
            <a:endParaRPr lang="en-GB" sz="1270" kern="0" dirty="0" smtClean="0">
              <a:solidFill>
                <a:schemeClr val="accent4"/>
              </a:solidFill>
              <a:latin typeface="+mj-lt"/>
              <a:cs typeface="腾讯体 W3" panose="020C04030202040F0204" pitchFamily="34" charset="-122"/>
            </a:endParaRPr>
          </a:p>
        </p:txBody>
      </p:sp>
      <p:sp>
        <p:nvSpPr>
          <p:cNvPr id="172" name="Rectangle 10"/>
          <p:cNvSpPr>
            <a:spLocks noChangeArrowheads="1"/>
          </p:cNvSpPr>
          <p:nvPr>
            <p:custDataLst>
              <p:tags r:id="rId46"/>
            </p:custDataLst>
          </p:nvPr>
        </p:nvSpPr>
        <p:spPr bwMode="auto">
          <a:xfrm>
            <a:off x="3333964" y="4343531"/>
            <a:ext cx="1158602" cy="194310"/>
          </a:xfrm>
          <a:prstGeom prst="rect">
            <a:avLst/>
          </a:prstGeom>
          <a:noFill/>
          <a:ln w="9525">
            <a:noFill/>
            <a:miter lim="800000"/>
          </a:ln>
        </p:spPr>
        <p:txBody>
          <a:bodyPr vert="horz" wrap="square" lIns="0" tIns="0" rIns="0" bIns="0" numCol="1" anchor="t" anchorCtr="0" compatLnSpc="1">
            <a:spAutoFit/>
          </a:bodyPr>
          <a:lstStyle/>
          <a:p>
            <a:pPr algn="ctr" defTabSz="798830" eaLnBrk="0" hangingPunct="0">
              <a:spcAft>
                <a:spcPts val="200"/>
              </a:spcAft>
              <a:defRPr/>
            </a:pPr>
            <a:r>
              <a:rPr lang="en-GB" sz="1270" b="1" kern="0" dirty="0" smtClean="0">
                <a:solidFill>
                  <a:schemeClr val="accent6"/>
                </a:solidFill>
                <a:latin typeface="+mj-lt"/>
                <a:cs typeface="腾讯体 W3" panose="020C04030202040F0204" pitchFamily="34" charset="-122"/>
              </a:rPr>
              <a:t>Heading</a:t>
            </a:r>
            <a:endParaRPr lang="en-GB" sz="1270" kern="0" dirty="0" smtClean="0">
              <a:solidFill>
                <a:schemeClr val="accent6"/>
              </a:solidFill>
              <a:latin typeface="+mj-lt"/>
              <a:cs typeface="腾讯体 W3" panose="020C04030202040F0204" pitchFamily="34" charset="-122"/>
            </a:endParaRPr>
          </a:p>
        </p:txBody>
      </p:sp>
      <p:sp>
        <p:nvSpPr>
          <p:cNvPr id="173" name="Rectangle 10"/>
          <p:cNvSpPr>
            <a:spLocks noChangeArrowheads="1"/>
          </p:cNvSpPr>
          <p:nvPr>
            <p:custDataLst>
              <p:tags r:id="rId47"/>
            </p:custDataLst>
          </p:nvPr>
        </p:nvSpPr>
        <p:spPr bwMode="auto">
          <a:xfrm>
            <a:off x="4818835" y="4343531"/>
            <a:ext cx="1158602" cy="194310"/>
          </a:xfrm>
          <a:prstGeom prst="rect">
            <a:avLst/>
          </a:prstGeom>
          <a:noFill/>
          <a:ln w="9525">
            <a:noFill/>
            <a:miter lim="800000"/>
          </a:ln>
        </p:spPr>
        <p:txBody>
          <a:bodyPr vert="horz" wrap="square" lIns="0" tIns="0" rIns="0" bIns="0" numCol="1" anchor="t" anchorCtr="0" compatLnSpc="1">
            <a:spAutoFit/>
          </a:bodyPr>
          <a:lstStyle/>
          <a:p>
            <a:pPr algn="ctr" defTabSz="798830" eaLnBrk="0" hangingPunct="0">
              <a:spcAft>
                <a:spcPts val="200"/>
              </a:spcAft>
              <a:defRPr/>
            </a:pPr>
            <a:r>
              <a:rPr lang="en-GB" sz="1270" b="1" kern="0" dirty="0" smtClean="0">
                <a:solidFill>
                  <a:schemeClr val="accent5"/>
                </a:solidFill>
                <a:latin typeface="+mj-lt"/>
                <a:cs typeface="腾讯体 W3" panose="020C04030202040F0204" pitchFamily="34" charset="-122"/>
              </a:rPr>
              <a:t>Heading</a:t>
            </a:r>
            <a:endParaRPr lang="en-GB" sz="1270" kern="0" dirty="0" smtClean="0">
              <a:solidFill>
                <a:schemeClr val="accent5"/>
              </a:solidFill>
              <a:latin typeface="+mj-lt"/>
              <a:cs typeface="腾讯体 W3" panose="020C04030202040F0204" pitchFamily="34" charset="-122"/>
            </a:endParaRPr>
          </a:p>
        </p:txBody>
      </p:sp>
      <p:sp>
        <p:nvSpPr>
          <p:cNvPr id="174" name="Rectangle 10"/>
          <p:cNvSpPr>
            <a:spLocks noChangeArrowheads="1"/>
          </p:cNvSpPr>
          <p:nvPr>
            <p:custDataLst>
              <p:tags r:id="rId48"/>
            </p:custDataLst>
          </p:nvPr>
        </p:nvSpPr>
        <p:spPr bwMode="auto">
          <a:xfrm>
            <a:off x="6291940" y="4343531"/>
            <a:ext cx="1158602" cy="194310"/>
          </a:xfrm>
          <a:prstGeom prst="rect">
            <a:avLst/>
          </a:prstGeom>
          <a:noFill/>
          <a:ln w="9525">
            <a:noFill/>
            <a:miter lim="800000"/>
          </a:ln>
        </p:spPr>
        <p:txBody>
          <a:bodyPr vert="horz" wrap="square" lIns="0" tIns="0" rIns="0" bIns="0" numCol="1" anchor="t" anchorCtr="0" compatLnSpc="1">
            <a:spAutoFit/>
          </a:bodyPr>
          <a:lstStyle/>
          <a:p>
            <a:pPr algn="ctr" defTabSz="798830" eaLnBrk="0" hangingPunct="0">
              <a:spcAft>
                <a:spcPts val="200"/>
              </a:spcAft>
              <a:defRPr/>
            </a:pPr>
            <a:r>
              <a:rPr lang="en-GB" sz="1270" b="1" kern="0" dirty="0" smtClean="0">
                <a:solidFill>
                  <a:schemeClr val="bg2">
                    <a:lumMod val="50000"/>
                  </a:schemeClr>
                </a:solidFill>
                <a:latin typeface="+mj-lt"/>
                <a:cs typeface="腾讯体 W3" panose="020C04030202040F0204" pitchFamily="34" charset="-122"/>
              </a:rPr>
              <a:t>Heading</a:t>
            </a:r>
            <a:endParaRPr lang="en-GB" sz="1270" b="1" kern="0" dirty="0" smtClean="0">
              <a:solidFill>
                <a:schemeClr val="bg2">
                  <a:lumMod val="50000"/>
                </a:schemeClr>
              </a:solidFill>
              <a:latin typeface="+mj-lt"/>
              <a:cs typeface="腾讯体 W3" panose="020C04030202040F0204" pitchFamily="34" charset="-122"/>
            </a:endParaRPr>
          </a:p>
        </p:txBody>
      </p:sp>
      <p:sp>
        <p:nvSpPr>
          <p:cNvPr id="175" name="Rectangle 10"/>
          <p:cNvSpPr>
            <a:spLocks noChangeArrowheads="1"/>
          </p:cNvSpPr>
          <p:nvPr>
            <p:custDataLst>
              <p:tags r:id="rId49"/>
            </p:custDataLst>
          </p:nvPr>
        </p:nvSpPr>
        <p:spPr bwMode="auto">
          <a:xfrm>
            <a:off x="7776812" y="4343531"/>
            <a:ext cx="1158602" cy="194310"/>
          </a:xfrm>
          <a:prstGeom prst="rect">
            <a:avLst/>
          </a:prstGeom>
          <a:noFill/>
          <a:ln w="9525">
            <a:noFill/>
            <a:miter lim="800000"/>
          </a:ln>
        </p:spPr>
        <p:txBody>
          <a:bodyPr vert="horz" wrap="square" lIns="0" tIns="0" rIns="0" bIns="0" numCol="1" anchor="t" anchorCtr="0" compatLnSpc="1">
            <a:spAutoFit/>
          </a:bodyPr>
          <a:lstStyle/>
          <a:p>
            <a:pPr algn="ctr" defTabSz="798830" eaLnBrk="0" hangingPunct="0">
              <a:spcAft>
                <a:spcPts val="200"/>
              </a:spcAft>
              <a:defRPr/>
            </a:pPr>
            <a:r>
              <a:rPr lang="en-GB" sz="1270" b="1" kern="0" dirty="0" smtClean="0">
                <a:solidFill>
                  <a:schemeClr val="tx2"/>
                </a:solidFill>
                <a:latin typeface="+mj-lt"/>
                <a:cs typeface="腾讯体 W3" panose="020C04030202040F0204" pitchFamily="34" charset="-122"/>
              </a:rPr>
              <a:t>Heading</a:t>
            </a:r>
            <a:endParaRPr lang="en-GB" sz="1270" kern="0" dirty="0" smtClean="0">
              <a:solidFill>
                <a:schemeClr val="tx2"/>
              </a:solidFill>
              <a:latin typeface="+mj-lt"/>
              <a:cs typeface="腾讯体 W3" panose="020C04030202040F0204" pitchFamily="34" charset="-122"/>
            </a:endParaRPr>
          </a:p>
        </p:txBody>
      </p:sp>
      <p:sp>
        <p:nvSpPr>
          <p:cNvPr id="176" name="Rectangle 10"/>
          <p:cNvSpPr>
            <a:spLocks noChangeArrowheads="1"/>
          </p:cNvSpPr>
          <p:nvPr>
            <p:custDataLst>
              <p:tags r:id="rId50"/>
            </p:custDataLst>
          </p:nvPr>
        </p:nvSpPr>
        <p:spPr bwMode="auto">
          <a:xfrm>
            <a:off x="9275060" y="4343531"/>
            <a:ext cx="1158602" cy="194310"/>
          </a:xfrm>
          <a:prstGeom prst="rect">
            <a:avLst/>
          </a:prstGeom>
          <a:noFill/>
          <a:ln w="9525">
            <a:noFill/>
            <a:miter lim="800000"/>
          </a:ln>
        </p:spPr>
        <p:txBody>
          <a:bodyPr vert="horz" wrap="square" lIns="0" tIns="0" rIns="0" bIns="0" numCol="1" anchor="t" anchorCtr="0" compatLnSpc="1">
            <a:spAutoFit/>
          </a:bodyPr>
          <a:lstStyle/>
          <a:p>
            <a:pPr algn="ctr" defTabSz="798830" eaLnBrk="0" hangingPunct="0">
              <a:spcAft>
                <a:spcPts val="200"/>
              </a:spcAft>
              <a:defRPr/>
            </a:pPr>
            <a:r>
              <a:rPr lang="en-GB" sz="1270" b="1" kern="0" dirty="0" smtClean="0">
                <a:solidFill>
                  <a:srgbClr val="1450B8"/>
                </a:solidFill>
                <a:latin typeface="+mj-lt"/>
                <a:cs typeface="腾讯体 W3" panose="020C04030202040F0204" pitchFamily="34" charset="-122"/>
              </a:rPr>
              <a:t>Heading</a:t>
            </a:r>
            <a:endParaRPr lang="en-GB" sz="1270" kern="0" dirty="0" smtClean="0">
              <a:solidFill>
                <a:srgbClr val="1450B8"/>
              </a:solidFill>
              <a:latin typeface="+mj-lt"/>
              <a:cs typeface="腾讯体 W3" panose="020C04030202040F0204" pitchFamily="34" charset="-122"/>
            </a:endParaRPr>
          </a:p>
        </p:txBody>
      </p:sp>
      <p:sp>
        <p:nvSpPr>
          <p:cNvPr id="177" name="Rectangle 10"/>
          <p:cNvSpPr>
            <a:spLocks noChangeArrowheads="1"/>
          </p:cNvSpPr>
          <p:nvPr>
            <p:custDataLst>
              <p:tags r:id="rId51"/>
            </p:custDataLst>
          </p:nvPr>
        </p:nvSpPr>
        <p:spPr bwMode="auto">
          <a:xfrm>
            <a:off x="3365917" y="5177438"/>
            <a:ext cx="1158602" cy="977900"/>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905" kern="0" dirty="0" err="1" smtClean="0">
                <a:solidFill>
                  <a:schemeClr val="bg2"/>
                </a:solidFill>
                <a:latin typeface="+mj-lt"/>
                <a:cs typeface="腾讯体 W3" panose="020C04030202040F0204" pitchFamily="34" charset="-122"/>
              </a:rPr>
              <a:t>Mauris</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consectetuer</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ullamcorper</a:t>
            </a:r>
            <a:r>
              <a:rPr lang="en-GB" sz="905" kern="0" dirty="0" smtClean="0">
                <a:solidFill>
                  <a:schemeClr val="bg2"/>
                </a:solidFill>
                <a:latin typeface="+mj-lt"/>
                <a:cs typeface="腾讯体 W3" panose="020C04030202040F0204" pitchFamily="34" charset="-122"/>
              </a:rPr>
              <a:t> quam. </a:t>
            </a:r>
            <a:r>
              <a:rPr lang="en-GB" sz="905" kern="0" dirty="0" err="1" smtClean="0">
                <a:solidFill>
                  <a:schemeClr val="bg2"/>
                </a:solidFill>
                <a:latin typeface="+mj-lt"/>
                <a:cs typeface="腾讯体 W3" panose="020C04030202040F0204" pitchFamily="34" charset="-122"/>
              </a:rPr>
              <a:t>Morbi</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tincidunt</a:t>
            </a:r>
            <a:r>
              <a:rPr lang="en-GB" sz="905" kern="0" dirty="0" smtClean="0">
                <a:solidFill>
                  <a:schemeClr val="bg2"/>
                </a:solidFill>
                <a:latin typeface="+mj-lt"/>
                <a:cs typeface="腾讯体 W3" panose="020C04030202040F0204" pitchFamily="34" charset="-122"/>
              </a:rPr>
              <a:t> mi </a:t>
            </a:r>
            <a:r>
              <a:rPr lang="en-GB" sz="905" kern="0" dirty="0" err="1" smtClean="0">
                <a:solidFill>
                  <a:schemeClr val="bg2"/>
                </a:solidFill>
                <a:latin typeface="+mj-lt"/>
                <a:cs typeface="腾讯体 W3" panose="020C04030202040F0204" pitchFamily="34" charset="-122"/>
              </a:rPr>
              <a:t>ut</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diam</a:t>
            </a:r>
            <a:r>
              <a:rPr lang="en-GB"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ultricies</a:t>
            </a:r>
            <a:r>
              <a:rPr lang="fr-FR" sz="905" kern="0" dirty="0" smtClean="0">
                <a:solidFill>
                  <a:schemeClr val="bg2"/>
                </a:solidFill>
                <a:latin typeface="+mj-lt"/>
                <a:cs typeface="腾讯体 W3" panose="020C04030202040F0204" pitchFamily="34" charset="-122"/>
              </a:rPr>
              <a:t> non, </a:t>
            </a:r>
            <a:r>
              <a:rPr lang="fr-FR" sz="905" kern="0" dirty="0" err="1" smtClean="0">
                <a:solidFill>
                  <a:schemeClr val="bg2"/>
                </a:solidFill>
                <a:latin typeface="+mj-lt"/>
                <a:cs typeface="腾讯体 W3" panose="020C04030202040F0204" pitchFamily="34" charset="-122"/>
              </a:rPr>
              <a:t>hendrerit</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quis</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pellentesque</a:t>
            </a:r>
            <a:r>
              <a:rPr lang="fr-FR" sz="905" kern="0" dirty="0" smtClean="0">
                <a:solidFill>
                  <a:schemeClr val="bg2"/>
                </a:solidFill>
                <a:latin typeface="+mj-lt"/>
                <a:cs typeface="腾讯体 W3" panose="020C04030202040F0204" pitchFamily="34" charset="-122"/>
              </a:rPr>
              <a:t> a, </a:t>
            </a:r>
            <a:r>
              <a:rPr lang="fr-FR" sz="905" kern="0" dirty="0" err="1" smtClean="0">
                <a:solidFill>
                  <a:schemeClr val="bg2"/>
                </a:solidFill>
                <a:latin typeface="+mj-lt"/>
                <a:cs typeface="腾讯体 W3" panose="020C04030202040F0204" pitchFamily="34" charset="-122"/>
              </a:rPr>
              <a:t>eros</a:t>
            </a:r>
            <a:r>
              <a:rPr lang="fr-FR" sz="905" kern="0" dirty="0" smtClean="0">
                <a:solidFill>
                  <a:schemeClr val="bg2"/>
                </a:solidFill>
                <a:latin typeface="+mj-lt"/>
                <a:cs typeface="腾讯体 W3" panose="020C04030202040F0204" pitchFamily="34" charset="-122"/>
              </a:rPr>
              <a:t>. </a:t>
            </a:r>
            <a:endParaRPr lang="en-GB" sz="905" kern="0" dirty="0" smtClean="0">
              <a:solidFill>
                <a:schemeClr val="bg2"/>
              </a:solidFill>
              <a:latin typeface="+mj-lt"/>
              <a:cs typeface="腾讯体 W3" panose="020C04030202040F0204" pitchFamily="34" charset="-122"/>
            </a:endParaRPr>
          </a:p>
        </p:txBody>
      </p:sp>
      <p:sp>
        <p:nvSpPr>
          <p:cNvPr id="178" name="Rectangle 10"/>
          <p:cNvSpPr>
            <a:spLocks noChangeArrowheads="1"/>
          </p:cNvSpPr>
          <p:nvPr>
            <p:custDataLst>
              <p:tags r:id="rId52"/>
            </p:custDataLst>
          </p:nvPr>
        </p:nvSpPr>
        <p:spPr bwMode="auto">
          <a:xfrm>
            <a:off x="4837411" y="5177438"/>
            <a:ext cx="1158602" cy="977900"/>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905" kern="0" dirty="0" err="1" smtClean="0">
                <a:solidFill>
                  <a:schemeClr val="bg2"/>
                </a:solidFill>
                <a:latin typeface="+mj-lt"/>
                <a:cs typeface="腾讯体 W3" panose="020C04030202040F0204" pitchFamily="34" charset="-122"/>
              </a:rPr>
              <a:t>Mauris</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consectetuer</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ullamcorper</a:t>
            </a:r>
            <a:r>
              <a:rPr lang="en-GB" sz="905" kern="0" dirty="0" smtClean="0">
                <a:solidFill>
                  <a:schemeClr val="bg2"/>
                </a:solidFill>
                <a:latin typeface="+mj-lt"/>
                <a:cs typeface="腾讯体 W3" panose="020C04030202040F0204" pitchFamily="34" charset="-122"/>
              </a:rPr>
              <a:t> quam. </a:t>
            </a:r>
            <a:r>
              <a:rPr lang="en-GB" sz="905" kern="0" dirty="0" err="1" smtClean="0">
                <a:solidFill>
                  <a:schemeClr val="bg2"/>
                </a:solidFill>
                <a:latin typeface="+mj-lt"/>
                <a:cs typeface="腾讯体 W3" panose="020C04030202040F0204" pitchFamily="34" charset="-122"/>
              </a:rPr>
              <a:t>Morbi</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tincidunt</a:t>
            </a:r>
            <a:r>
              <a:rPr lang="en-GB" sz="905" kern="0" dirty="0" smtClean="0">
                <a:solidFill>
                  <a:schemeClr val="bg2"/>
                </a:solidFill>
                <a:latin typeface="+mj-lt"/>
                <a:cs typeface="腾讯体 W3" panose="020C04030202040F0204" pitchFamily="34" charset="-122"/>
              </a:rPr>
              <a:t> mi </a:t>
            </a:r>
            <a:r>
              <a:rPr lang="en-GB" sz="905" kern="0" dirty="0" err="1" smtClean="0">
                <a:solidFill>
                  <a:schemeClr val="bg2"/>
                </a:solidFill>
                <a:latin typeface="+mj-lt"/>
                <a:cs typeface="腾讯体 W3" panose="020C04030202040F0204" pitchFamily="34" charset="-122"/>
              </a:rPr>
              <a:t>ut</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diam</a:t>
            </a:r>
            <a:r>
              <a:rPr lang="en-GB"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ultricies</a:t>
            </a:r>
            <a:r>
              <a:rPr lang="fr-FR" sz="905" kern="0" dirty="0" smtClean="0">
                <a:solidFill>
                  <a:schemeClr val="bg2"/>
                </a:solidFill>
                <a:latin typeface="+mj-lt"/>
                <a:cs typeface="腾讯体 W3" panose="020C04030202040F0204" pitchFamily="34" charset="-122"/>
              </a:rPr>
              <a:t> non, </a:t>
            </a:r>
            <a:r>
              <a:rPr lang="fr-FR" sz="905" kern="0" dirty="0" err="1" smtClean="0">
                <a:solidFill>
                  <a:schemeClr val="bg2"/>
                </a:solidFill>
                <a:latin typeface="+mj-lt"/>
                <a:cs typeface="腾讯体 W3" panose="020C04030202040F0204" pitchFamily="34" charset="-122"/>
              </a:rPr>
              <a:t>hendrerit</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quis</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pellentesque</a:t>
            </a:r>
            <a:r>
              <a:rPr lang="fr-FR" sz="905" kern="0" dirty="0" smtClean="0">
                <a:solidFill>
                  <a:schemeClr val="bg2"/>
                </a:solidFill>
                <a:latin typeface="+mj-lt"/>
                <a:cs typeface="腾讯体 W3" panose="020C04030202040F0204" pitchFamily="34" charset="-122"/>
              </a:rPr>
              <a:t> a, </a:t>
            </a:r>
            <a:r>
              <a:rPr lang="fr-FR" sz="905" kern="0" dirty="0" err="1" smtClean="0">
                <a:solidFill>
                  <a:schemeClr val="bg2"/>
                </a:solidFill>
                <a:latin typeface="+mj-lt"/>
                <a:cs typeface="腾讯体 W3" panose="020C04030202040F0204" pitchFamily="34" charset="-122"/>
              </a:rPr>
              <a:t>eros</a:t>
            </a:r>
            <a:r>
              <a:rPr lang="fr-FR" sz="905" kern="0" dirty="0" smtClean="0">
                <a:solidFill>
                  <a:schemeClr val="bg2"/>
                </a:solidFill>
                <a:latin typeface="+mj-lt"/>
                <a:cs typeface="腾讯体 W3" panose="020C04030202040F0204" pitchFamily="34" charset="-122"/>
              </a:rPr>
              <a:t>. </a:t>
            </a:r>
            <a:endParaRPr lang="en-GB" sz="905" kern="0" dirty="0" smtClean="0">
              <a:solidFill>
                <a:schemeClr val="bg2"/>
              </a:solidFill>
              <a:latin typeface="+mj-lt"/>
              <a:cs typeface="腾讯体 W3" panose="020C04030202040F0204" pitchFamily="34" charset="-122"/>
            </a:endParaRPr>
          </a:p>
        </p:txBody>
      </p:sp>
      <p:sp>
        <p:nvSpPr>
          <p:cNvPr id="179" name="Rectangle 10"/>
          <p:cNvSpPr>
            <a:spLocks noChangeArrowheads="1"/>
          </p:cNvSpPr>
          <p:nvPr>
            <p:custDataLst>
              <p:tags r:id="rId53"/>
            </p:custDataLst>
          </p:nvPr>
        </p:nvSpPr>
        <p:spPr bwMode="auto">
          <a:xfrm>
            <a:off x="6322282" y="5177438"/>
            <a:ext cx="1158602" cy="977900"/>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905" kern="0" dirty="0" err="1" smtClean="0">
                <a:solidFill>
                  <a:schemeClr val="bg2"/>
                </a:solidFill>
                <a:latin typeface="+mj-lt"/>
                <a:cs typeface="腾讯体 W3" panose="020C04030202040F0204" pitchFamily="34" charset="-122"/>
              </a:rPr>
              <a:t>Mauris</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consectetuer</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ullamcorper</a:t>
            </a:r>
            <a:r>
              <a:rPr lang="en-GB" sz="905" kern="0" dirty="0" smtClean="0">
                <a:solidFill>
                  <a:schemeClr val="bg2"/>
                </a:solidFill>
                <a:latin typeface="+mj-lt"/>
                <a:cs typeface="腾讯体 W3" panose="020C04030202040F0204" pitchFamily="34" charset="-122"/>
              </a:rPr>
              <a:t> quam. </a:t>
            </a:r>
            <a:r>
              <a:rPr lang="en-GB" sz="905" kern="0" dirty="0" err="1" smtClean="0">
                <a:solidFill>
                  <a:schemeClr val="bg2"/>
                </a:solidFill>
                <a:latin typeface="+mj-lt"/>
                <a:cs typeface="腾讯体 W3" panose="020C04030202040F0204" pitchFamily="34" charset="-122"/>
              </a:rPr>
              <a:t>Morbi</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tincidunt</a:t>
            </a:r>
            <a:r>
              <a:rPr lang="en-GB" sz="905" kern="0" dirty="0" smtClean="0">
                <a:solidFill>
                  <a:schemeClr val="bg2"/>
                </a:solidFill>
                <a:latin typeface="+mj-lt"/>
                <a:cs typeface="腾讯体 W3" panose="020C04030202040F0204" pitchFamily="34" charset="-122"/>
              </a:rPr>
              <a:t> mi </a:t>
            </a:r>
            <a:r>
              <a:rPr lang="en-GB" sz="905" kern="0" dirty="0" err="1" smtClean="0">
                <a:solidFill>
                  <a:schemeClr val="bg2"/>
                </a:solidFill>
                <a:latin typeface="+mj-lt"/>
                <a:cs typeface="腾讯体 W3" panose="020C04030202040F0204" pitchFamily="34" charset="-122"/>
              </a:rPr>
              <a:t>ut</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diam</a:t>
            </a:r>
            <a:r>
              <a:rPr lang="en-GB"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ultricies</a:t>
            </a:r>
            <a:r>
              <a:rPr lang="fr-FR" sz="905" kern="0" dirty="0" smtClean="0">
                <a:solidFill>
                  <a:schemeClr val="bg2"/>
                </a:solidFill>
                <a:latin typeface="+mj-lt"/>
                <a:cs typeface="腾讯体 W3" panose="020C04030202040F0204" pitchFamily="34" charset="-122"/>
              </a:rPr>
              <a:t> non, </a:t>
            </a:r>
            <a:r>
              <a:rPr lang="fr-FR" sz="905" kern="0" dirty="0" err="1" smtClean="0">
                <a:solidFill>
                  <a:schemeClr val="bg2"/>
                </a:solidFill>
                <a:latin typeface="+mj-lt"/>
                <a:cs typeface="腾讯体 W3" panose="020C04030202040F0204" pitchFamily="34" charset="-122"/>
              </a:rPr>
              <a:t>hendrerit</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quis</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pellentesque</a:t>
            </a:r>
            <a:r>
              <a:rPr lang="fr-FR" sz="905" kern="0" dirty="0" smtClean="0">
                <a:solidFill>
                  <a:schemeClr val="bg2"/>
                </a:solidFill>
                <a:latin typeface="+mj-lt"/>
                <a:cs typeface="腾讯体 W3" panose="020C04030202040F0204" pitchFamily="34" charset="-122"/>
              </a:rPr>
              <a:t> a, </a:t>
            </a:r>
            <a:r>
              <a:rPr lang="fr-FR" sz="905" kern="0" dirty="0" err="1" smtClean="0">
                <a:solidFill>
                  <a:schemeClr val="bg2"/>
                </a:solidFill>
                <a:latin typeface="+mj-lt"/>
                <a:cs typeface="腾讯体 W3" panose="020C04030202040F0204" pitchFamily="34" charset="-122"/>
              </a:rPr>
              <a:t>eros</a:t>
            </a:r>
            <a:r>
              <a:rPr lang="fr-FR" sz="905" kern="0" dirty="0" smtClean="0">
                <a:solidFill>
                  <a:schemeClr val="bg2"/>
                </a:solidFill>
                <a:latin typeface="+mj-lt"/>
                <a:cs typeface="腾讯体 W3" panose="020C04030202040F0204" pitchFamily="34" charset="-122"/>
              </a:rPr>
              <a:t>. </a:t>
            </a:r>
            <a:endParaRPr lang="en-GB" sz="905" kern="0" dirty="0" smtClean="0">
              <a:solidFill>
                <a:schemeClr val="bg2"/>
              </a:solidFill>
              <a:latin typeface="+mj-lt"/>
              <a:cs typeface="腾讯体 W3" panose="020C04030202040F0204" pitchFamily="34" charset="-122"/>
            </a:endParaRPr>
          </a:p>
        </p:txBody>
      </p:sp>
      <p:sp>
        <p:nvSpPr>
          <p:cNvPr id="180" name="Rectangle 10"/>
          <p:cNvSpPr>
            <a:spLocks noChangeArrowheads="1"/>
          </p:cNvSpPr>
          <p:nvPr>
            <p:custDataLst>
              <p:tags r:id="rId54"/>
            </p:custDataLst>
          </p:nvPr>
        </p:nvSpPr>
        <p:spPr bwMode="auto">
          <a:xfrm>
            <a:off x="7780401" y="5177438"/>
            <a:ext cx="1158602" cy="977900"/>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905" kern="0" dirty="0" err="1" smtClean="0">
                <a:solidFill>
                  <a:schemeClr val="bg2"/>
                </a:solidFill>
                <a:latin typeface="+mj-lt"/>
                <a:cs typeface="腾讯体 W3" panose="020C04030202040F0204" pitchFamily="34" charset="-122"/>
              </a:rPr>
              <a:t>Mauris</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consectetuer</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ullamcorper</a:t>
            </a:r>
            <a:r>
              <a:rPr lang="en-GB" sz="905" kern="0" dirty="0" smtClean="0">
                <a:solidFill>
                  <a:schemeClr val="bg2"/>
                </a:solidFill>
                <a:latin typeface="+mj-lt"/>
                <a:cs typeface="腾讯体 W3" panose="020C04030202040F0204" pitchFamily="34" charset="-122"/>
              </a:rPr>
              <a:t> quam. </a:t>
            </a:r>
            <a:r>
              <a:rPr lang="en-GB" sz="905" kern="0" dirty="0" err="1" smtClean="0">
                <a:solidFill>
                  <a:schemeClr val="bg2"/>
                </a:solidFill>
                <a:latin typeface="+mj-lt"/>
                <a:cs typeface="腾讯体 W3" panose="020C04030202040F0204" pitchFamily="34" charset="-122"/>
              </a:rPr>
              <a:t>Morbi</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tincidunt</a:t>
            </a:r>
            <a:r>
              <a:rPr lang="en-GB" sz="905" kern="0" dirty="0" smtClean="0">
                <a:solidFill>
                  <a:schemeClr val="bg2"/>
                </a:solidFill>
                <a:latin typeface="+mj-lt"/>
                <a:cs typeface="腾讯体 W3" panose="020C04030202040F0204" pitchFamily="34" charset="-122"/>
              </a:rPr>
              <a:t> mi </a:t>
            </a:r>
            <a:r>
              <a:rPr lang="en-GB" sz="905" kern="0" dirty="0" err="1" smtClean="0">
                <a:solidFill>
                  <a:schemeClr val="bg2"/>
                </a:solidFill>
                <a:latin typeface="+mj-lt"/>
                <a:cs typeface="腾讯体 W3" panose="020C04030202040F0204" pitchFamily="34" charset="-122"/>
              </a:rPr>
              <a:t>ut</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diam</a:t>
            </a:r>
            <a:r>
              <a:rPr lang="en-GB"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ultricies</a:t>
            </a:r>
            <a:r>
              <a:rPr lang="fr-FR" sz="905" kern="0" dirty="0" smtClean="0">
                <a:solidFill>
                  <a:schemeClr val="bg2"/>
                </a:solidFill>
                <a:latin typeface="+mj-lt"/>
                <a:cs typeface="腾讯体 W3" panose="020C04030202040F0204" pitchFamily="34" charset="-122"/>
              </a:rPr>
              <a:t> non, </a:t>
            </a:r>
            <a:r>
              <a:rPr lang="fr-FR" sz="905" kern="0" dirty="0" err="1" smtClean="0">
                <a:solidFill>
                  <a:schemeClr val="bg2"/>
                </a:solidFill>
                <a:latin typeface="+mj-lt"/>
                <a:cs typeface="腾讯体 W3" panose="020C04030202040F0204" pitchFamily="34" charset="-122"/>
              </a:rPr>
              <a:t>hendrerit</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quis</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pellentesque</a:t>
            </a:r>
            <a:r>
              <a:rPr lang="fr-FR" sz="905" kern="0" dirty="0" smtClean="0">
                <a:solidFill>
                  <a:schemeClr val="bg2"/>
                </a:solidFill>
                <a:latin typeface="+mj-lt"/>
                <a:cs typeface="腾讯体 W3" panose="020C04030202040F0204" pitchFamily="34" charset="-122"/>
              </a:rPr>
              <a:t> a, </a:t>
            </a:r>
            <a:r>
              <a:rPr lang="fr-FR" sz="905" kern="0" dirty="0" err="1" smtClean="0">
                <a:solidFill>
                  <a:schemeClr val="bg2"/>
                </a:solidFill>
                <a:latin typeface="+mj-lt"/>
                <a:cs typeface="腾讯体 W3" panose="020C04030202040F0204" pitchFamily="34" charset="-122"/>
              </a:rPr>
              <a:t>eros</a:t>
            </a:r>
            <a:r>
              <a:rPr lang="fr-FR" sz="905" kern="0" dirty="0" smtClean="0">
                <a:solidFill>
                  <a:schemeClr val="bg2"/>
                </a:solidFill>
                <a:latin typeface="+mj-lt"/>
                <a:cs typeface="腾讯体 W3" panose="020C04030202040F0204" pitchFamily="34" charset="-122"/>
              </a:rPr>
              <a:t>. </a:t>
            </a:r>
            <a:endParaRPr lang="en-GB" sz="905" kern="0" dirty="0" smtClean="0">
              <a:solidFill>
                <a:schemeClr val="bg2"/>
              </a:solidFill>
              <a:latin typeface="+mj-lt"/>
              <a:cs typeface="腾讯体 W3" panose="020C04030202040F0204" pitchFamily="34" charset="-122"/>
            </a:endParaRPr>
          </a:p>
        </p:txBody>
      </p:sp>
      <p:sp>
        <p:nvSpPr>
          <p:cNvPr id="181" name="Rectangle 10"/>
          <p:cNvSpPr>
            <a:spLocks noChangeArrowheads="1"/>
          </p:cNvSpPr>
          <p:nvPr>
            <p:custDataLst>
              <p:tags r:id="rId55"/>
            </p:custDataLst>
          </p:nvPr>
        </p:nvSpPr>
        <p:spPr bwMode="auto">
          <a:xfrm>
            <a:off x="9265272" y="5177438"/>
            <a:ext cx="1158602" cy="977900"/>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905" kern="0" dirty="0" err="1" smtClean="0">
                <a:solidFill>
                  <a:schemeClr val="bg2"/>
                </a:solidFill>
                <a:latin typeface="+mj-lt"/>
                <a:cs typeface="腾讯体 W3" panose="020C04030202040F0204" pitchFamily="34" charset="-122"/>
              </a:rPr>
              <a:t>Mauris</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consectetuer</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ullamcorper</a:t>
            </a:r>
            <a:r>
              <a:rPr lang="en-GB" sz="905" kern="0" dirty="0" smtClean="0">
                <a:solidFill>
                  <a:schemeClr val="bg2"/>
                </a:solidFill>
                <a:latin typeface="+mj-lt"/>
                <a:cs typeface="腾讯体 W3" panose="020C04030202040F0204" pitchFamily="34" charset="-122"/>
              </a:rPr>
              <a:t> quam. </a:t>
            </a:r>
            <a:r>
              <a:rPr lang="en-GB" sz="905" kern="0" dirty="0" err="1" smtClean="0">
                <a:solidFill>
                  <a:schemeClr val="bg2"/>
                </a:solidFill>
                <a:latin typeface="+mj-lt"/>
                <a:cs typeface="腾讯体 W3" panose="020C04030202040F0204" pitchFamily="34" charset="-122"/>
              </a:rPr>
              <a:t>Morbi</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tincidunt</a:t>
            </a:r>
            <a:r>
              <a:rPr lang="en-GB" sz="905" kern="0" dirty="0" smtClean="0">
                <a:solidFill>
                  <a:schemeClr val="bg2"/>
                </a:solidFill>
                <a:latin typeface="+mj-lt"/>
                <a:cs typeface="腾讯体 W3" panose="020C04030202040F0204" pitchFamily="34" charset="-122"/>
              </a:rPr>
              <a:t> mi </a:t>
            </a:r>
            <a:r>
              <a:rPr lang="en-GB" sz="905" kern="0" dirty="0" err="1" smtClean="0">
                <a:solidFill>
                  <a:schemeClr val="bg2"/>
                </a:solidFill>
                <a:latin typeface="+mj-lt"/>
                <a:cs typeface="腾讯体 W3" panose="020C04030202040F0204" pitchFamily="34" charset="-122"/>
              </a:rPr>
              <a:t>ut</a:t>
            </a:r>
            <a:r>
              <a:rPr lang="en-GB" sz="905" kern="0" dirty="0" smtClean="0">
                <a:solidFill>
                  <a:schemeClr val="bg2"/>
                </a:solidFill>
                <a:latin typeface="+mj-lt"/>
                <a:cs typeface="腾讯体 W3" panose="020C04030202040F0204" pitchFamily="34" charset="-122"/>
              </a:rPr>
              <a:t> </a:t>
            </a:r>
            <a:r>
              <a:rPr lang="en-GB" sz="905" kern="0" dirty="0" err="1" smtClean="0">
                <a:solidFill>
                  <a:schemeClr val="bg2"/>
                </a:solidFill>
                <a:latin typeface="+mj-lt"/>
                <a:cs typeface="腾讯体 W3" panose="020C04030202040F0204" pitchFamily="34" charset="-122"/>
              </a:rPr>
              <a:t>diam</a:t>
            </a:r>
            <a:r>
              <a:rPr lang="en-GB"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ultricies</a:t>
            </a:r>
            <a:r>
              <a:rPr lang="fr-FR" sz="905" kern="0" dirty="0" smtClean="0">
                <a:solidFill>
                  <a:schemeClr val="bg2"/>
                </a:solidFill>
                <a:latin typeface="+mj-lt"/>
                <a:cs typeface="腾讯体 W3" panose="020C04030202040F0204" pitchFamily="34" charset="-122"/>
              </a:rPr>
              <a:t> non, </a:t>
            </a:r>
            <a:r>
              <a:rPr lang="fr-FR" sz="905" kern="0" dirty="0" err="1" smtClean="0">
                <a:solidFill>
                  <a:schemeClr val="bg2"/>
                </a:solidFill>
                <a:latin typeface="+mj-lt"/>
                <a:cs typeface="腾讯体 W3" panose="020C04030202040F0204" pitchFamily="34" charset="-122"/>
              </a:rPr>
              <a:t>hendrerit</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quis</a:t>
            </a:r>
            <a:r>
              <a:rPr lang="fr-FR" sz="905" kern="0" dirty="0" smtClean="0">
                <a:solidFill>
                  <a:schemeClr val="bg2"/>
                </a:solidFill>
                <a:latin typeface="+mj-lt"/>
                <a:cs typeface="腾讯体 W3" panose="020C04030202040F0204" pitchFamily="34" charset="-122"/>
              </a:rPr>
              <a:t>, </a:t>
            </a:r>
            <a:r>
              <a:rPr lang="fr-FR" sz="905" kern="0" dirty="0" err="1" smtClean="0">
                <a:solidFill>
                  <a:schemeClr val="bg2"/>
                </a:solidFill>
                <a:latin typeface="+mj-lt"/>
                <a:cs typeface="腾讯体 W3" panose="020C04030202040F0204" pitchFamily="34" charset="-122"/>
              </a:rPr>
              <a:t>pellentesque</a:t>
            </a:r>
            <a:r>
              <a:rPr lang="fr-FR" sz="905" kern="0" dirty="0" smtClean="0">
                <a:solidFill>
                  <a:schemeClr val="bg2"/>
                </a:solidFill>
                <a:latin typeface="+mj-lt"/>
                <a:cs typeface="腾讯体 W3" panose="020C04030202040F0204" pitchFamily="34" charset="-122"/>
              </a:rPr>
              <a:t> a, </a:t>
            </a:r>
            <a:r>
              <a:rPr lang="fr-FR" sz="905" kern="0" dirty="0" err="1" smtClean="0">
                <a:solidFill>
                  <a:schemeClr val="bg2"/>
                </a:solidFill>
                <a:latin typeface="+mj-lt"/>
                <a:cs typeface="腾讯体 W3" panose="020C04030202040F0204" pitchFamily="34" charset="-122"/>
              </a:rPr>
              <a:t>eros</a:t>
            </a:r>
            <a:r>
              <a:rPr lang="fr-FR" sz="905" kern="0" dirty="0" smtClean="0">
                <a:solidFill>
                  <a:schemeClr val="bg2"/>
                </a:solidFill>
                <a:latin typeface="+mj-lt"/>
                <a:cs typeface="腾讯体 W3" panose="020C04030202040F0204" pitchFamily="34" charset="-122"/>
              </a:rPr>
              <a:t>. </a:t>
            </a:r>
            <a:endParaRPr lang="en-GB" sz="905" kern="0" dirty="0" smtClean="0">
              <a:solidFill>
                <a:schemeClr val="bg2"/>
              </a:solidFill>
              <a:latin typeface="+mj-lt"/>
              <a:cs typeface="腾讯体 W3" panose="020C04030202040F0204" pitchFamily="34" charset="-122"/>
            </a:endParaRP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Other shapes</a:t>
            </a:r>
            <a:br>
              <a:rPr lang="en-GB" smtClean="0"/>
            </a:br>
            <a:r>
              <a:rPr lang="en-GB" b="0" i="0" smtClean="0"/>
              <a:t>Hexagon</a:t>
            </a:r>
            <a:endParaRPr lang="en-GB" b="0" i="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36" name="Group 35"/>
          <p:cNvGrpSpPr/>
          <p:nvPr/>
        </p:nvGrpSpPr>
        <p:grpSpPr>
          <a:xfrm>
            <a:off x="1915216" y="1940081"/>
            <a:ext cx="8360840" cy="4138610"/>
            <a:chOff x="737386" y="2138939"/>
            <a:chExt cx="9217826" cy="4562818"/>
          </a:xfrm>
        </p:grpSpPr>
        <p:sp>
          <p:nvSpPr>
            <p:cNvPr id="37" name="Freeform 156"/>
            <p:cNvSpPr/>
            <p:nvPr/>
          </p:nvSpPr>
          <p:spPr bwMode="auto">
            <a:xfrm rot="10800000">
              <a:off x="5865710" y="2138939"/>
              <a:ext cx="4089502" cy="698912"/>
            </a:xfrm>
            <a:custGeom>
              <a:avLst/>
              <a:gdLst>
                <a:gd name="connsiteX0" fmla="*/ 0 w 10000"/>
                <a:gd name="connsiteY0" fmla="*/ 0 h 10000"/>
                <a:gd name="connsiteX1" fmla="*/ 0 w 10000"/>
                <a:gd name="connsiteY1" fmla="*/ 10000 h 10000"/>
                <a:gd name="connsiteX2" fmla="*/ 10000 w 10000"/>
                <a:gd name="connsiteY2" fmla="*/ 10000 h 10000"/>
                <a:gd name="connsiteX3" fmla="*/ 8704 w 10000"/>
                <a:gd name="connsiteY3" fmla="*/ 26 h 10000"/>
                <a:gd name="connsiteX4" fmla="*/ 0 w 10000"/>
                <a:gd name="connsiteY4" fmla="*/ 0 h 10000"/>
                <a:gd name="connsiteX5" fmla="*/ 0 w 10000"/>
                <a:gd name="connsiteY5" fmla="*/ 0 h 10000"/>
                <a:gd name="connsiteX0-1" fmla="*/ 0 w 10000"/>
                <a:gd name="connsiteY0-2" fmla="*/ 0 h 10000"/>
                <a:gd name="connsiteX1-3" fmla="*/ 0 w 10000"/>
                <a:gd name="connsiteY1-4" fmla="*/ 10000 h 10000"/>
                <a:gd name="connsiteX2-5" fmla="*/ 10000 w 10000"/>
                <a:gd name="connsiteY2-6" fmla="*/ 10000 h 10000"/>
                <a:gd name="connsiteX3-7" fmla="*/ 8916 w 10000"/>
                <a:gd name="connsiteY3-8" fmla="*/ 151 h 10000"/>
                <a:gd name="connsiteX4-9" fmla="*/ 0 w 10000"/>
                <a:gd name="connsiteY4-10" fmla="*/ 0 h 10000"/>
                <a:gd name="connsiteX5-11" fmla="*/ 0 w 10000"/>
                <a:gd name="connsiteY5-12" fmla="*/ 0 h 10000"/>
                <a:gd name="connsiteX0-13" fmla="*/ 0 w 10000"/>
                <a:gd name="connsiteY0-14" fmla="*/ 98 h 10098"/>
                <a:gd name="connsiteX1-15" fmla="*/ 0 w 10000"/>
                <a:gd name="connsiteY1-16" fmla="*/ 10098 h 10098"/>
                <a:gd name="connsiteX2-17" fmla="*/ 10000 w 10000"/>
                <a:gd name="connsiteY2-18" fmla="*/ 10098 h 10098"/>
                <a:gd name="connsiteX3-19" fmla="*/ 8937 w 10000"/>
                <a:gd name="connsiteY3-20" fmla="*/ 0 h 10098"/>
                <a:gd name="connsiteX4-21" fmla="*/ 0 w 10000"/>
                <a:gd name="connsiteY4-22" fmla="*/ 98 h 10098"/>
                <a:gd name="connsiteX5-23" fmla="*/ 0 w 10000"/>
                <a:gd name="connsiteY5-24" fmla="*/ 98 h 10098"/>
                <a:gd name="connsiteX0-25" fmla="*/ 0 w 10000"/>
                <a:gd name="connsiteY0-26" fmla="*/ 98 h 10098"/>
                <a:gd name="connsiteX1-27" fmla="*/ 0 w 10000"/>
                <a:gd name="connsiteY1-28" fmla="*/ 10098 h 10098"/>
                <a:gd name="connsiteX2-29" fmla="*/ 10000 w 10000"/>
                <a:gd name="connsiteY2-30" fmla="*/ 10098 h 10098"/>
                <a:gd name="connsiteX3-31" fmla="*/ 8980 w 10000"/>
                <a:gd name="connsiteY3-32" fmla="*/ 0 h 10098"/>
                <a:gd name="connsiteX4-33" fmla="*/ 0 w 10000"/>
                <a:gd name="connsiteY4-34" fmla="*/ 98 h 10098"/>
                <a:gd name="connsiteX5-35" fmla="*/ 0 w 10000"/>
                <a:gd name="connsiteY5-36" fmla="*/ 98 h 10098"/>
                <a:gd name="connsiteX0-37" fmla="*/ 0 w 10000"/>
                <a:gd name="connsiteY0-38" fmla="*/ 0 h 10000"/>
                <a:gd name="connsiteX1-39" fmla="*/ 0 w 10000"/>
                <a:gd name="connsiteY1-40" fmla="*/ 10000 h 10000"/>
                <a:gd name="connsiteX2-41" fmla="*/ 10000 w 10000"/>
                <a:gd name="connsiteY2-42" fmla="*/ 10000 h 10000"/>
                <a:gd name="connsiteX3-43" fmla="*/ 9001 w 10000"/>
                <a:gd name="connsiteY3-44" fmla="*/ 27 h 10000"/>
                <a:gd name="connsiteX4-45" fmla="*/ 0 w 10000"/>
                <a:gd name="connsiteY4-46" fmla="*/ 0 h 10000"/>
                <a:gd name="connsiteX5-47" fmla="*/ 0 w 10000"/>
                <a:gd name="connsiteY5-48" fmla="*/ 0 h 10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10000" h="10000">
                  <a:moveTo>
                    <a:pt x="0" y="0"/>
                  </a:moveTo>
                  <a:lnTo>
                    <a:pt x="0" y="10000"/>
                  </a:lnTo>
                  <a:lnTo>
                    <a:pt x="10000" y="10000"/>
                  </a:lnTo>
                  <a:lnTo>
                    <a:pt x="9001" y="27"/>
                  </a:lnTo>
                  <a:lnTo>
                    <a:pt x="0" y="0"/>
                  </a:lnTo>
                  <a:lnTo>
                    <a:pt x="0" y="0"/>
                  </a:lnTo>
                  <a:close/>
                </a:path>
              </a:pathLst>
            </a:custGeom>
            <a:noFill/>
            <a:ln w="9525">
              <a:solidFill>
                <a:schemeClr val="accent4"/>
              </a:solidFill>
              <a:prstDash val="solid"/>
              <a:round/>
            </a:ln>
          </p:spPr>
          <p:txBody>
            <a:bodyPr vert="horz" wrap="square" lIns="82938" tIns="41469" rIns="82938" bIns="41469" numCol="1" anchor="t" anchorCtr="0" compatLnSpc="1"/>
            <a:lstStyle/>
            <a:p>
              <a:endParaRPr lang="en-GB" sz="1815"/>
            </a:p>
          </p:txBody>
        </p:sp>
        <p:sp>
          <p:nvSpPr>
            <p:cNvPr id="57" name="Freeform 186"/>
            <p:cNvSpPr/>
            <p:nvPr/>
          </p:nvSpPr>
          <p:spPr bwMode="auto">
            <a:xfrm rot="10800000">
              <a:off x="7196395" y="4451271"/>
              <a:ext cx="2758817" cy="1458000"/>
            </a:xfrm>
            <a:custGeom>
              <a:avLst/>
              <a:gdLst>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7730 w 10000"/>
                <a:gd name="connsiteY4" fmla="*/ 5000 h 10000"/>
                <a:gd name="connsiteX5" fmla="*/ 10000 w 10000"/>
                <a:gd name="connsiteY5" fmla="*/ 0 h 10000"/>
                <a:gd name="connsiteX6" fmla="*/ 0 w 10000"/>
                <a:gd name="connsiteY6" fmla="*/ 0 h 10000"/>
                <a:gd name="connsiteX7" fmla="*/ 0 w 10000"/>
                <a:gd name="connsiteY7" fmla="*/ 0 h 10000"/>
                <a:gd name="connsiteX0-1" fmla="*/ 0 w 10000"/>
                <a:gd name="connsiteY0-2" fmla="*/ 0 h 10000"/>
                <a:gd name="connsiteX1-3" fmla="*/ 0 w 10000"/>
                <a:gd name="connsiteY1-4" fmla="*/ 10000 h 10000"/>
                <a:gd name="connsiteX2-5" fmla="*/ 10000 w 10000"/>
                <a:gd name="connsiteY2-6" fmla="*/ 10000 h 10000"/>
                <a:gd name="connsiteX3-7" fmla="*/ 10000 w 10000"/>
                <a:gd name="connsiteY3-8" fmla="*/ 10000 h 10000"/>
                <a:gd name="connsiteX4-9" fmla="*/ 8403 w 10000"/>
                <a:gd name="connsiteY4-10" fmla="*/ 5047 h 10000"/>
                <a:gd name="connsiteX5-11" fmla="*/ 10000 w 10000"/>
                <a:gd name="connsiteY5-12" fmla="*/ 0 h 10000"/>
                <a:gd name="connsiteX6-13" fmla="*/ 0 w 10000"/>
                <a:gd name="connsiteY6-14" fmla="*/ 0 h 10000"/>
                <a:gd name="connsiteX7-15" fmla="*/ 0 w 10000"/>
                <a:gd name="connsiteY7-16" fmla="*/ 0 h 10000"/>
                <a:gd name="connsiteX0-17" fmla="*/ 0 w 10000"/>
                <a:gd name="connsiteY0-18" fmla="*/ 0 h 10000"/>
                <a:gd name="connsiteX1-19" fmla="*/ 0 w 10000"/>
                <a:gd name="connsiteY1-20" fmla="*/ 10000 h 10000"/>
                <a:gd name="connsiteX2-21" fmla="*/ 10000 w 10000"/>
                <a:gd name="connsiteY2-22" fmla="*/ 10000 h 10000"/>
                <a:gd name="connsiteX3-23" fmla="*/ 10000 w 10000"/>
                <a:gd name="connsiteY3-24" fmla="*/ 10000 h 10000"/>
                <a:gd name="connsiteX4-25" fmla="*/ 8529 w 10000"/>
                <a:gd name="connsiteY4-26" fmla="*/ 5047 h 10000"/>
                <a:gd name="connsiteX5-27" fmla="*/ 10000 w 10000"/>
                <a:gd name="connsiteY5-28" fmla="*/ 0 h 10000"/>
                <a:gd name="connsiteX6-29" fmla="*/ 0 w 10000"/>
                <a:gd name="connsiteY6-30" fmla="*/ 0 h 10000"/>
                <a:gd name="connsiteX7-31" fmla="*/ 0 w 10000"/>
                <a:gd name="connsiteY7-32" fmla="*/ 0 h 10000"/>
                <a:gd name="connsiteX0-33" fmla="*/ 0 w 10000"/>
                <a:gd name="connsiteY0-34" fmla="*/ 0 h 10000"/>
                <a:gd name="connsiteX1-35" fmla="*/ 0 w 10000"/>
                <a:gd name="connsiteY1-36" fmla="*/ 10000 h 10000"/>
                <a:gd name="connsiteX2-37" fmla="*/ 10000 w 10000"/>
                <a:gd name="connsiteY2-38" fmla="*/ 10000 h 10000"/>
                <a:gd name="connsiteX3-39" fmla="*/ 10000 w 10000"/>
                <a:gd name="connsiteY3-40" fmla="*/ 10000 h 10000"/>
                <a:gd name="connsiteX4-41" fmla="*/ 8363 w 10000"/>
                <a:gd name="connsiteY4-42" fmla="*/ 5153 h 10000"/>
                <a:gd name="connsiteX5-43" fmla="*/ 10000 w 10000"/>
                <a:gd name="connsiteY5-44" fmla="*/ 0 h 10000"/>
                <a:gd name="connsiteX6-45" fmla="*/ 0 w 10000"/>
                <a:gd name="connsiteY6-46" fmla="*/ 0 h 10000"/>
                <a:gd name="connsiteX7-47" fmla="*/ 0 w 10000"/>
                <a:gd name="connsiteY7-48" fmla="*/ 0 h 10000"/>
                <a:gd name="connsiteX0-49" fmla="*/ 0 w 10000"/>
                <a:gd name="connsiteY0-50" fmla="*/ 0 h 10000"/>
                <a:gd name="connsiteX1-51" fmla="*/ 0 w 10000"/>
                <a:gd name="connsiteY1-52" fmla="*/ 10000 h 10000"/>
                <a:gd name="connsiteX2-53" fmla="*/ 10000 w 10000"/>
                <a:gd name="connsiteY2-54" fmla="*/ 10000 h 10000"/>
                <a:gd name="connsiteX3-55" fmla="*/ 10000 w 10000"/>
                <a:gd name="connsiteY3-56" fmla="*/ 10000 h 10000"/>
                <a:gd name="connsiteX4-57" fmla="*/ 8489 w 10000"/>
                <a:gd name="connsiteY4-58" fmla="*/ 5093 h 10000"/>
                <a:gd name="connsiteX5-59" fmla="*/ 10000 w 10000"/>
                <a:gd name="connsiteY5-60" fmla="*/ 0 h 10000"/>
                <a:gd name="connsiteX6-61" fmla="*/ 0 w 10000"/>
                <a:gd name="connsiteY6-62" fmla="*/ 0 h 10000"/>
                <a:gd name="connsiteX7-63" fmla="*/ 0 w 10000"/>
                <a:gd name="connsiteY7-64" fmla="*/ 0 h 10000"/>
                <a:gd name="connsiteX0-65" fmla="*/ 0 w 10000"/>
                <a:gd name="connsiteY0-66" fmla="*/ 0 h 10000"/>
                <a:gd name="connsiteX1-67" fmla="*/ 0 w 10000"/>
                <a:gd name="connsiteY1-68" fmla="*/ 10000 h 10000"/>
                <a:gd name="connsiteX2-69" fmla="*/ 10000 w 10000"/>
                <a:gd name="connsiteY2-70" fmla="*/ 10000 h 10000"/>
                <a:gd name="connsiteX3-71" fmla="*/ 10000 w 10000"/>
                <a:gd name="connsiteY3-72" fmla="*/ 10000 h 10000"/>
                <a:gd name="connsiteX4-73" fmla="*/ 8291 w 10000"/>
                <a:gd name="connsiteY4-74" fmla="*/ 4919 h 10000"/>
                <a:gd name="connsiteX5-75" fmla="*/ 10000 w 10000"/>
                <a:gd name="connsiteY5-76" fmla="*/ 0 h 10000"/>
                <a:gd name="connsiteX6-77" fmla="*/ 0 w 10000"/>
                <a:gd name="connsiteY6-78" fmla="*/ 0 h 10000"/>
                <a:gd name="connsiteX7-79" fmla="*/ 0 w 10000"/>
                <a:gd name="connsiteY7-80" fmla="*/ 0 h 10000"/>
                <a:gd name="connsiteX0-81" fmla="*/ 0 w 10000"/>
                <a:gd name="connsiteY0-82" fmla="*/ 0 h 10000"/>
                <a:gd name="connsiteX1-83" fmla="*/ 0 w 10000"/>
                <a:gd name="connsiteY1-84" fmla="*/ 10000 h 10000"/>
                <a:gd name="connsiteX2-85" fmla="*/ 10000 w 10000"/>
                <a:gd name="connsiteY2-86" fmla="*/ 10000 h 10000"/>
                <a:gd name="connsiteX3-87" fmla="*/ 10000 w 10000"/>
                <a:gd name="connsiteY3-88" fmla="*/ 10000 h 10000"/>
                <a:gd name="connsiteX4-89" fmla="*/ 8417 w 10000"/>
                <a:gd name="connsiteY4-90" fmla="*/ 4979 h 10000"/>
                <a:gd name="connsiteX5-91" fmla="*/ 10000 w 10000"/>
                <a:gd name="connsiteY5-92" fmla="*/ 0 h 10000"/>
                <a:gd name="connsiteX6-93" fmla="*/ 0 w 10000"/>
                <a:gd name="connsiteY6-94" fmla="*/ 0 h 10000"/>
                <a:gd name="connsiteX7-95" fmla="*/ 0 w 10000"/>
                <a:gd name="connsiteY7-96" fmla="*/ 0 h 10000"/>
                <a:gd name="connsiteX0-97" fmla="*/ 0 w 10000"/>
                <a:gd name="connsiteY0-98" fmla="*/ 0 h 10000"/>
                <a:gd name="connsiteX1-99" fmla="*/ 0 w 10000"/>
                <a:gd name="connsiteY1-100" fmla="*/ 10000 h 10000"/>
                <a:gd name="connsiteX2-101" fmla="*/ 10000 w 10000"/>
                <a:gd name="connsiteY2-102" fmla="*/ 10000 h 10000"/>
                <a:gd name="connsiteX3-103" fmla="*/ 10000 w 10000"/>
                <a:gd name="connsiteY3-104" fmla="*/ 10000 h 10000"/>
                <a:gd name="connsiteX4-105" fmla="*/ 8575 w 10000"/>
                <a:gd name="connsiteY4-106" fmla="*/ 4979 h 10000"/>
                <a:gd name="connsiteX5-107" fmla="*/ 10000 w 10000"/>
                <a:gd name="connsiteY5-108" fmla="*/ 0 h 10000"/>
                <a:gd name="connsiteX6-109" fmla="*/ 0 w 10000"/>
                <a:gd name="connsiteY6-110" fmla="*/ 0 h 10000"/>
                <a:gd name="connsiteX7-111" fmla="*/ 0 w 10000"/>
                <a:gd name="connsiteY7-112" fmla="*/ 0 h 10000"/>
                <a:gd name="connsiteX0-113" fmla="*/ 0 w 10000"/>
                <a:gd name="connsiteY0-114" fmla="*/ 0 h 10000"/>
                <a:gd name="connsiteX1-115" fmla="*/ 0 w 10000"/>
                <a:gd name="connsiteY1-116" fmla="*/ 10000 h 10000"/>
                <a:gd name="connsiteX2-117" fmla="*/ 10000 w 10000"/>
                <a:gd name="connsiteY2-118" fmla="*/ 10000 h 10000"/>
                <a:gd name="connsiteX3-119" fmla="*/ 10000 w 10000"/>
                <a:gd name="connsiteY3-120" fmla="*/ 10000 h 10000"/>
                <a:gd name="connsiteX4-121" fmla="*/ 8480 w 10000"/>
                <a:gd name="connsiteY4-122" fmla="*/ 4860 h 10000"/>
                <a:gd name="connsiteX5-123" fmla="*/ 10000 w 10000"/>
                <a:gd name="connsiteY5-124" fmla="*/ 0 h 10000"/>
                <a:gd name="connsiteX6-125" fmla="*/ 0 w 10000"/>
                <a:gd name="connsiteY6-126" fmla="*/ 0 h 10000"/>
                <a:gd name="connsiteX7-127" fmla="*/ 0 w 10000"/>
                <a:gd name="connsiteY7-128" fmla="*/ 0 h 10000"/>
                <a:gd name="connsiteX0-129" fmla="*/ 0 w 10000"/>
                <a:gd name="connsiteY0-130" fmla="*/ 0 h 10000"/>
                <a:gd name="connsiteX1-131" fmla="*/ 0 w 10000"/>
                <a:gd name="connsiteY1-132" fmla="*/ 10000 h 10000"/>
                <a:gd name="connsiteX2-133" fmla="*/ 10000 w 10000"/>
                <a:gd name="connsiteY2-134" fmla="*/ 10000 h 10000"/>
                <a:gd name="connsiteX3-135" fmla="*/ 10000 w 10000"/>
                <a:gd name="connsiteY3-136" fmla="*/ 10000 h 10000"/>
                <a:gd name="connsiteX4-137" fmla="*/ 8448 w 10000"/>
                <a:gd name="connsiteY4-138" fmla="*/ 5159 h 10000"/>
                <a:gd name="connsiteX5-139" fmla="*/ 10000 w 10000"/>
                <a:gd name="connsiteY5-140" fmla="*/ 0 h 10000"/>
                <a:gd name="connsiteX6-141" fmla="*/ 0 w 10000"/>
                <a:gd name="connsiteY6-142" fmla="*/ 0 h 10000"/>
                <a:gd name="connsiteX7-143" fmla="*/ 0 w 10000"/>
                <a:gd name="connsiteY7-144" fmla="*/ 0 h 10000"/>
                <a:gd name="connsiteX0-145" fmla="*/ 0 w 10000"/>
                <a:gd name="connsiteY0-146" fmla="*/ 0 h 10000"/>
                <a:gd name="connsiteX1-147" fmla="*/ 0 w 10000"/>
                <a:gd name="connsiteY1-148" fmla="*/ 10000 h 10000"/>
                <a:gd name="connsiteX2-149" fmla="*/ 10000 w 10000"/>
                <a:gd name="connsiteY2-150" fmla="*/ 10000 h 10000"/>
                <a:gd name="connsiteX3-151" fmla="*/ 10000 w 10000"/>
                <a:gd name="connsiteY3-152" fmla="*/ 10000 h 10000"/>
                <a:gd name="connsiteX4-153" fmla="*/ 8416 w 10000"/>
                <a:gd name="connsiteY4-154" fmla="*/ 4920 h 10000"/>
                <a:gd name="connsiteX5-155" fmla="*/ 10000 w 10000"/>
                <a:gd name="connsiteY5-156" fmla="*/ 0 h 10000"/>
                <a:gd name="connsiteX6-157" fmla="*/ 0 w 10000"/>
                <a:gd name="connsiteY6-158" fmla="*/ 0 h 10000"/>
                <a:gd name="connsiteX7-159" fmla="*/ 0 w 10000"/>
                <a:gd name="connsiteY7-160" fmla="*/ 0 h 10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10000" h="10000">
                  <a:moveTo>
                    <a:pt x="0" y="0"/>
                  </a:moveTo>
                  <a:lnTo>
                    <a:pt x="0" y="10000"/>
                  </a:lnTo>
                  <a:lnTo>
                    <a:pt x="10000" y="10000"/>
                  </a:lnTo>
                  <a:lnTo>
                    <a:pt x="10000" y="10000"/>
                  </a:lnTo>
                  <a:lnTo>
                    <a:pt x="8416" y="4920"/>
                  </a:lnTo>
                  <a:lnTo>
                    <a:pt x="10000" y="0"/>
                  </a:lnTo>
                  <a:lnTo>
                    <a:pt x="0" y="0"/>
                  </a:lnTo>
                  <a:lnTo>
                    <a:pt x="0" y="0"/>
                  </a:lnTo>
                  <a:close/>
                </a:path>
              </a:pathLst>
            </a:custGeom>
            <a:noFill/>
            <a:ln w="9525">
              <a:solidFill>
                <a:schemeClr val="accent1"/>
              </a:solidFill>
              <a:prstDash val="solid"/>
              <a:round/>
            </a:ln>
          </p:spPr>
          <p:txBody>
            <a:bodyPr vert="horz" wrap="square" lIns="82938" tIns="41469" rIns="82938" bIns="41469" numCol="1" anchor="t" anchorCtr="0" compatLnSpc="1"/>
            <a:lstStyle/>
            <a:p>
              <a:endParaRPr lang="en-GB" sz="1815"/>
            </a:p>
          </p:txBody>
        </p:sp>
        <p:sp>
          <p:nvSpPr>
            <p:cNvPr id="58" name="Freeform 186"/>
            <p:cNvSpPr/>
            <p:nvPr/>
          </p:nvSpPr>
          <p:spPr bwMode="auto">
            <a:xfrm rot="10800000">
              <a:off x="7196395" y="2912430"/>
              <a:ext cx="2758817" cy="1458000"/>
            </a:xfrm>
            <a:custGeom>
              <a:avLst/>
              <a:gdLst>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7730 w 10000"/>
                <a:gd name="connsiteY4" fmla="*/ 5000 h 10000"/>
                <a:gd name="connsiteX5" fmla="*/ 10000 w 10000"/>
                <a:gd name="connsiteY5" fmla="*/ 0 h 10000"/>
                <a:gd name="connsiteX6" fmla="*/ 0 w 10000"/>
                <a:gd name="connsiteY6" fmla="*/ 0 h 10000"/>
                <a:gd name="connsiteX7" fmla="*/ 0 w 10000"/>
                <a:gd name="connsiteY7" fmla="*/ 0 h 10000"/>
                <a:gd name="connsiteX0-1" fmla="*/ 0 w 10000"/>
                <a:gd name="connsiteY0-2" fmla="*/ 0 h 10000"/>
                <a:gd name="connsiteX1-3" fmla="*/ 0 w 10000"/>
                <a:gd name="connsiteY1-4" fmla="*/ 10000 h 10000"/>
                <a:gd name="connsiteX2-5" fmla="*/ 10000 w 10000"/>
                <a:gd name="connsiteY2-6" fmla="*/ 10000 h 10000"/>
                <a:gd name="connsiteX3-7" fmla="*/ 10000 w 10000"/>
                <a:gd name="connsiteY3-8" fmla="*/ 10000 h 10000"/>
                <a:gd name="connsiteX4-9" fmla="*/ 8403 w 10000"/>
                <a:gd name="connsiteY4-10" fmla="*/ 5047 h 10000"/>
                <a:gd name="connsiteX5-11" fmla="*/ 10000 w 10000"/>
                <a:gd name="connsiteY5-12" fmla="*/ 0 h 10000"/>
                <a:gd name="connsiteX6-13" fmla="*/ 0 w 10000"/>
                <a:gd name="connsiteY6-14" fmla="*/ 0 h 10000"/>
                <a:gd name="connsiteX7-15" fmla="*/ 0 w 10000"/>
                <a:gd name="connsiteY7-16" fmla="*/ 0 h 10000"/>
                <a:gd name="connsiteX0-17" fmla="*/ 0 w 10000"/>
                <a:gd name="connsiteY0-18" fmla="*/ 0 h 10000"/>
                <a:gd name="connsiteX1-19" fmla="*/ 0 w 10000"/>
                <a:gd name="connsiteY1-20" fmla="*/ 10000 h 10000"/>
                <a:gd name="connsiteX2-21" fmla="*/ 10000 w 10000"/>
                <a:gd name="connsiteY2-22" fmla="*/ 10000 h 10000"/>
                <a:gd name="connsiteX3-23" fmla="*/ 10000 w 10000"/>
                <a:gd name="connsiteY3-24" fmla="*/ 10000 h 10000"/>
                <a:gd name="connsiteX4-25" fmla="*/ 8529 w 10000"/>
                <a:gd name="connsiteY4-26" fmla="*/ 5047 h 10000"/>
                <a:gd name="connsiteX5-27" fmla="*/ 10000 w 10000"/>
                <a:gd name="connsiteY5-28" fmla="*/ 0 h 10000"/>
                <a:gd name="connsiteX6-29" fmla="*/ 0 w 10000"/>
                <a:gd name="connsiteY6-30" fmla="*/ 0 h 10000"/>
                <a:gd name="connsiteX7-31" fmla="*/ 0 w 10000"/>
                <a:gd name="connsiteY7-32" fmla="*/ 0 h 10000"/>
                <a:gd name="connsiteX0-33" fmla="*/ 0 w 10000"/>
                <a:gd name="connsiteY0-34" fmla="*/ 0 h 10000"/>
                <a:gd name="connsiteX1-35" fmla="*/ 0 w 10000"/>
                <a:gd name="connsiteY1-36" fmla="*/ 10000 h 10000"/>
                <a:gd name="connsiteX2-37" fmla="*/ 10000 w 10000"/>
                <a:gd name="connsiteY2-38" fmla="*/ 10000 h 10000"/>
                <a:gd name="connsiteX3-39" fmla="*/ 10000 w 10000"/>
                <a:gd name="connsiteY3-40" fmla="*/ 10000 h 10000"/>
                <a:gd name="connsiteX4-41" fmla="*/ 8363 w 10000"/>
                <a:gd name="connsiteY4-42" fmla="*/ 5153 h 10000"/>
                <a:gd name="connsiteX5-43" fmla="*/ 10000 w 10000"/>
                <a:gd name="connsiteY5-44" fmla="*/ 0 h 10000"/>
                <a:gd name="connsiteX6-45" fmla="*/ 0 w 10000"/>
                <a:gd name="connsiteY6-46" fmla="*/ 0 h 10000"/>
                <a:gd name="connsiteX7-47" fmla="*/ 0 w 10000"/>
                <a:gd name="connsiteY7-48" fmla="*/ 0 h 10000"/>
                <a:gd name="connsiteX0-49" fmla="*/ 0 w 10000"/>
                <a:gd name="connsiteY0-50" fmla="*/ 0 h 10000"/>
                <a:gd name="connsiteX1-51" fmla="*/ 0 w 10000"/>
                <a:gd name="connsiteY1-52" fmla="*/ 10000 h 10000"/>
                <a:gd name="connsiteX2-53" fmla="*/ 10000 w 10000"/>
                <a:gd name="connsiteY2-54" fmla="*/ 10000 h 10000"/>
                <a:gd name="connsiteX3-55" fmla="*/ 10000 w 10000"/>
                <a:gd name="connsiteY3-56" fmla="*/ 10000 h 10000"/>
                <a:gd name="connsiteX4-57" fmla="*/ 8489 w 10000"/>
                <a:gd name="connsiteY4-58" fmla="*/ 5093 h 10000"/>
                <a:gd name="connsiteX5-59" fmla="*/ 10000 w 10000"/>
                <a:gd name="connsiteY5-60" fmla="*/ 0 h 10000"/>
                <a:gd name="connsiteX6-61" fmla="*/ 0 w 10000"/>
                <a:gd name="connsiteY6-62" fmla="*/ 0 h 10000"/>
                <a:gd name="connsiteX7-63" fmla="*/ 0 w 10000"/>
                <a:gd name="connsiteY7-64" fmla="*/ 0 h 10000"/>
                <a:gd name="connsiteX0-65" fmla="*/ 0 w 10000"/>
                <a:gd name="connsiteY0-66" fmla="*/ 0 h 10000"/>
                <a:gd name="connsiteX1-67" fmla="*/ 0 w 10000"/>
                <a:gd name="connsiteY1-68" fmla="*/ 10000 h 10000"/>
                <a:gd name="connsiteX2-69" fmla="*/ 10000 w 10000"/>
                <a:gd name="connsiteY2-70" fmla="*/ 10000 h 10000"/>
                <a:gd name="connsiteX3-71" fmla="*/ 10000 w 10000"/>
                <a:gd name="connsiteY3-72" fmla="*/ 10000 h 10000"/>
                <a:gd name="connsiteX4-73" fmla="*/ 8291 w 10000"/>
                <a:gd name="connsiteY4-74" fmla="*/ 4919 h 10000"/>
                <a:gd name="connsiteX5-75" fmla="*/ 10000 w 10000"/>
                <a:gd name="connsiteY5-76" fmla="*/ 0 h 10000"/>
                <a:gd name="connsiteX6-77" fmla="*/ 0 w 10000"/>
                <a:gd name="connsiteY6-78" fmla="*/ 0 h 10000"/>
                <a:gd name="connsiteX7-79" fmla="*/ 0 w 10000"/>
                <a:gd name="connsiteY7-80" fmla="*/ 0 h 10000"/>
                <a:gd name="connsiteX0-81" fmla="*/ 0 w 10000"/>
                <a:gd name="connsiteY0-82" fmla="*/ 0 h 10000"/>
                <a:gd name="connsiteX1-83" fmla="*/ 0 w 10000"/>
                <a:gd name="connsiteY1-84" fmla="*/ 10000 h 10000"/>
                <a:gd name="connsiteX2-85" fmla="*/ 10000 w 10000"/>
                <a:gd name="connsiteY2-86" fmla="*/ 10000 h 10000"/>
                <a:gd name="connsiteX3-87" fmla="*/ 10000 w 10000"/>
                <a:gd name="connsiteY3-88" fmla="*/ 10000 h 10000"/>
                <a:gd name="connsiteX4-89" fmla="*/ 8417 w 10000"/>
                <a:gd name="connsiteY4-90" fmla="*/ 4979 h 10000"/>
                <a:gd name="connsiteX5-91" fmla="*/ 10000 w 10000"/>
                <a:gd name="connsiteY5-92" fmla="*/ 0 h 10000"/>
                <a:gd name="connsiteX6-93" fmla="*/ 0 w 10000"/>
                <a:gd name="connsiteY6-94" fmla="*/ 0 h 10000"/>
                <a:gd name="connsiteX7-95" fmla="*/ 0 w 10000"/>
                <a:gd name="connsiteY7-96" fmla="*/ 0 h 10000"/>
                <a:gd name="connsiteX0-97" fmla="*/ 0 w 10000"/>
                <a:gd name="connsiteY0-98" fmla="*/ 0 h 10000"/>
                <a:gd name="connsiteX1-99" fmla="*/ 0 w 10000"/>
                <a:gd name="connsiteY1-100" fmla="*/ 10000 h 10000"/>
                <a:gd name="connsiteX2-101" fmla="*/ 10000 w 10000"/>
                <a:gd name="connsiteY2-102" fmla="*/ 10000 h 10000"/>
                <a:gd name="connsiteX3-103" fmla="*/ 10000 w 10000"/>
                <a:gd name="connsiteY3-104" fmla="*/ 10000 h 10000"/>
                <a:gd name="connsiteX4-105" fmla="*/ 8575 w 10000"/>
                <a:gd name="connsiteY4-106" fmla="*/ 4979 h 10000"/>
                <a:gd name="connsiteX5-107" fmla="*/ 10000 w 10000"/>
                <a:gd name="connsiteY5-108" fmla="*/ 0 h 10000"/>
                <a:gd name="connsiteX6-109" fmla="*/ 0 w 10000"/>
                <a:gd name="connsiteY6-110" fmla="*/ 0 h 10000"/>
                <a:gd name="connsiteX7-111" fmla="*/ 0 w 10000"/>
                <a:gd name="connsiteY7-112" fmla="*/ 0 h 10000"/>
                <a:gd name="connsiteX0-113" fmla="*/ 0 w 10000"/>
                <a:gd name="connsiteY0-114" fmla="*/ 0 h 10000"/>
                <a:gd name="connsiteX1-115" fmla="*/ 0 w 10000"/>
                <a:gd name="connsiteY1-116" fmla="*/ 10000 h 10000"/>
                <a:gd name="connsiteX2-117" fmla="*/ 10000 w 10000"/>
                <a:gd name="connsiteY2-118" fmla="*/ 10000 h 10000"/>
                <a:gd name="connsiteX3-119" fmla="*/ 10000 w 10000"/>
                <a:gd name="connsiteY3-120" fmla="*/ 10000 h 10000"/>
                <a:gd name="connsiteX4-121" fmla="*/ 8480 w 10000"/>
                <a:gd name="connsiteY4-122" fmla="*/ 4860 h 10000"/>
                <a:gd name="connsiteX5-123" fmla="*/ 10000 w 10000"/>
                <a:gd name="connsiteY5-124" fmla="*/ 0 h 10000"/>
                <a:gd name="connsiteX6-125" fmla="*/ 0 w 10000"/>
                <a:gd name="connsiteY6-126" fmla="*/ 0 h 10000"/>
                <a:gd name="connsiteX7-127" fmla="*/ 0 w 10000"/>
                <a:gd name="connsiteY7-128" fmla="*/ 0 h 10000"/>
                <a:gd name="connsiteX0-129" fmla="*/ 0 w 10000"/>
                <a:gd name="connsiteY0-130" fmla="*/ 0 h 10000"/>
                <a:gd name="connsiteX1-131" fmla="*/ 0 w 10000"/>
                <a:gd name="connsiteY1-132" fmla="*/ 10000 h 10000"/>
                <a:gd name="connsiteX2-133" fmla="*/ 10000 w 10000"/>
                <a:gd name="connsiteY2-134" fmla="*/ 10000 h 10000"/>
                <a:gd name="connsiteX3-135" fmla="*/ 10000 w 10000"/>
                <a:gd name="connsiteY3-136" fmla="*/ 10000 h 10000"/>
                <a:gd name="connsiteX4-137" fmla="*/ 8448 w 10000"/>
                <a:gd name="connsiteY4-138" fmla="*/ 5159 h 10000"/>
                <a:gd name="connsiteX5-139" fmla="*/ 10000 w 10000"/>
                <a:gd name="connsiteY5-140" fmla="*/ 0 h 10000"/>
                <a:gd name="connsiteX6-141" fmla="*/ 0 w 10000"/>
                <a:gd name="connsiteY6-142" fmla="*/ 0 h 10000"/>
                <a:gd name="connsiteX7-143" fmla="*/ 0 w 10000"/>
                <a:gd name="connsiteY7-144" fmla="*/ 0 h 10000"/>
                <a:gd name="connsiteX0-145" fmla="*/ 0 w 10000"/>
                <a:gd name="connsiteY0-146" fmla="*/ 0 h 10000"/>
                <a:gd name="connsiteX1-147" fmla="*/ 0 w 10000"/>
                <a:gd name="connsiteY1-148" fmla="*/ 10000 h 10000"/>
                <a:gd name="connsiteX2-149" fmla="*/ 10000 w 10000"/>
                <a:gd name="connsiteY2-150" fmla="*/ 10000 h 10000"/>
                <a:gd name="connsiteX3-151" fmla="*/ 10000 w 10000"/>
                <a:gd name="connsiteY3-152" fmla="*/ 10000 h 10000"/>
                <a:gd name="connsiteX4-153" fmla="*/ 8416 w 10000"/>
                <a:gd name="connsiteY4-154" fmla="*/ 4920 h 10000"/>
                <a:gd name="connsiteX5-155" fmla="*/ 10000 w 10000"/>
                <a:gd name="connsiteY5-156" fmla="*/ 0 h 10000"/>
                <a:gd name="connsiteX6-157" fmla="*/ 0 w 10000"/>
                <a:gd name="connsiteY6-158" fmla="*/ 0 h 10000"/>
                <a:gd name="connsiteX7-159" fmla="*/ 0 w 10000"/>
                <a:gd name="connsiteY7-160" fmla="*/ 0 h 10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10000" h="10000">
                  <a:moveTo>
                    <a:pt x="0" y="0"/>
                  </a:moveTo>
                  <a:lnTo>
                    <a:pt x="0" y="10000"/>
                  </a:lnTo>
                  <a:lnTo>
                    <a:pt x="10000" y="10000"/>
                  </a:lnTo>
                  <a:lnTo>
                    <a:pt x="10000" y="10000"/>
                  </a:lnTo>
                  <a:lnTo>
                    <a:pt x="8416" y="4920"/>
                  </a:lnTo>
                  <a:lnTo>
                    <a:pt x="10000" y="0"/>
                  </a:lnTo>
                  <a:lnTo>
                    <a:pt x="0" y="0"/>
                  </a:lnTo>
                  <a:lnTo>
                    <a:pt x="0" y="0"/>
                  </a:lnTo>
                  <a:close/>
                </a:path>
              </a:pathLst>
            </a:custGeom>
            <a:noFill/>
            <a:ln w="9525">
              <a:solidFill>
                <a:schemeClr val="accent6"/>
              </a:solidFill>
              <a:prstDash val="solid"/>
              <a:round/>
            </a:ln>
          </p:spPr>
          <p:txBody>
            <a:bodyPr vert="horz" wrap="square" lIns="82938" tIns="41469" rIns="82938" bIns="41469" numCol="1" anchor="t" anchorCtr="0" compatLnSpc="1"/>
            <a:lstStyle/>
            <a:p>
              <a:endParaRPr lang="en-GB" sz="1815"/>
            </a:p>
          </p:txBody>
        </p:sp>
        <p:sp>
          <p:nvSpPr>
            <p:cNvPr id="59" name="Freeform 28"/>
            <p:cNvSpPr/>
            <p:nvPr/>
          </p:nvSpPr>
          <p:spPr bwMode="auto">
            <a:xfrm>
              <a:off x="4483642" y="2138939"/>
              <a:ext cx="1710000" cy="1458000"/>
            </a:xfrm>
            <a:custGeom>
              <a:avLst/>
              <a:gdLst/>
              <a:ahLst/>
              <a:cxnLst>
                <a:cxn ang="0">
                  <a:pos x="545" y="0"/>
                </a:cxn>
                <a:cxn ang="0">
                  <a:pos x="181" y="0"/>
                </a:cxn>
                <a:cxn ang="0">
                  <a:pos x="0" y="313"/>
                </a:cxn>
                <a:cxn ang="0">
                  <a:pos x="181" y="626"/>
                </a:cxn>
                <a:cxn ang="0">
                  <a:pos x="545" y="626"/>
                </a:cxn>
                <a:cxn ang="0">
                  <a:pos x="726" y="313"/>
                </a:cxn>
                <a:cxn ang="0">
                  <a:pos x="545" y="0"/>
                </a:cxn>
                <a:cxn ang="0">
                  <a:pos x="545" y="0"/>
                </a:cxn>
              </a:cxnLst>
              <a:rect l="0" t="0" r="r" b="b"/>
              <a:pathLst>
                <a:path w="726" h="626">
                  <a:moveTo>
                    <a:pt x="545" y="0"/>
                  </a:moveTo>
                  <a:lnTo>
                    <a:pt x="181" y="0"/>
                  </a:lnTo>
                  <a:lnTo>
                    <a:pt x="0" y="313"/>
                  </a:lnTo>
                  <a:lnTo>
                    <a:pt x="181" y="626"/>
                  </a:lnTo>
                  <a:lnTo>
                    <a:pt x="545" y="626"/>
                  </a:lnTo>
                  <a:lnTo>
                    <a:pt x="726" y="313"/>
                  </a:lnTo>
                  <a:lnTo>
                    <a:pt x="545" y="0"/>
                  </a:lnTo>
                  <a:lnTo>
                    <a:pt x="545" y="0"/>
                  </a:lnTo>
                  <a:close/>
                </a:path>
              </a:pathLst>
            </a:custGeom>
            <a:solidFill>
              <a:schemeClr val="accent4"/>
            </a:solidFill>
            <a:ln w="9525">
              <a:noFill/>
              <a:round/>
            </a:ln>
          </p:spPr>
          <p:txBody>
            <a:bodyPr vert="horz" wrap="square" lIns="82938" tIns="41469" rIns="82938" bIns="41469" numCol="1" anchor="t" anchorCtr="0" compatLnSpc="1"/>
            <a:lstStyle/>
            <a:p>
              <a:endParaRPr lang="en-GB" sz="1815"/>
            </a:p>
          </p:txBody>
        </p:sp>
        <p:sp>
          <p:nvSpPr>
            <p:cNvPr id="60" name="Freeform 30"/>
            <p:cNvSpPr/>
            <p:nvPr/>
          </p:nvSpPr>
          <p:spPr bwMode="auto">
            <a:xfrm>
              <a:off x="5832190" y="2918245"/>
              <a:ext cx="1708286" cy="1458714"/>
            </a:xfrm>
            <a:custGeom>
              <a:avLst/>
              <a:gdLst/>
              <a:ahLst/>
              <a:cxnLst>
                <a:cxn ang="0">
                  <a:pos x="545" y="0"/>
                </a:cxn>
                <a:cxn ang="0">
                  <a:pos x="182" y="0"/>
                </a:cxn>
                <a:cxn ang="0">
                  <a:pos x="0" y="313"/>
                </a:cxn>
                <a:cxn ang="0">
                  <a:pos x="182" y="628"/>
                </a:cxn>
                <a:cxn ang="0">
                  <a:pos x="545" y="628"/>
                </a:cxn>
                <a:cxn ang="0">
                  <a:pos x="727" y="313"/>
                </a:cxn>
                <a:cxn ang="0">
                  <a:pos x="545" y="0"/>
                </a:cxn>
                <a:cxn ang="0">
                  <a:pos x="545" y="0"/>
                </a:cxn>
              </a:cxnLst>
              <a:rect l="0" t="0" r="r" b="b"/>
              <a:pathLst>
                <a:path w="727" h="628">
                  <a:moveTo>
                    <a:pt x="545" y="0"/>
                  </a:moveTo>
                  <a:lnTo>
                    <a:pt x="182" y="0"/>
                  </a:lnTo>
                  <a:lnTo>
                    <a:pt x="0" y="313"/>
                  </a:lnTo>
                  <a:lnTo>
                    <a:pt x="182" y="628"/>
                  </a:lnTo>
                  <a:lnTo>
                    <a:pt x="545" y="628"/>
                  </a:lnTo>
                  <a:lnTo>
                    <a:pt x="727" y="313"/>
                  </a:lnTo>
                  <a:lnTo>
                    <a:pt x="545" y="0"/>
                  </a:lnTo>
                  <a:lnTo>
                    <a:pt x="545" y="0"/>
                  </a:lnTo>
                  <a:close/>
                </a:path>
              </a:pathLst>
            </a:custGeom>
            <a:solidFill>
              <a:schemeClr val="accent6"/>
            </a:solidFill>
            <a:ln w="9525">
              <a:noFill/>
              <a:round/>
            </a:ln>
          </p:spPr>
          <p:txBody>
            <a:bodyPr vert="horz" wrap="square" lIns="82938" tIns="41469" rIns="82938" bIns="41469" numCol="1" anchor="t" anchorCtr="0" compatLnSpc="1"/>
            <a:lstStyle/>
            <a:p>
              <a:endParaRPr lang="en-GB" sz="1815"/>
            </a:p>
          </p:txBody>
        </p:sp>
        <p:sp>
          <p:nvSpPr>
            <p:cNvPr id="61" name="Freeform 32"/>
            <p:cNvSpPr/>
            <p:nvPr/>
          </p:nvSpPr>
          <p:spPr bwMode="auto">
            <a:xfrm>
              <a:off x="3142022" y="2918245"/>
              <a:ext cx="1710000" cy="1458000"/>
            </a:xfrm>
            <a:custGeom>
              <a:avLst/>
              <a:gdLst/>
              <a:ahLst/>
              <a:cxnLst>
                <a:cxn ang="0">
                  <a:pos x="545" y="0"/>
                </a:cxn>
                <a:cxn ang="0">
                  <a:pos x="181" y="0"/>
                </a:cxn>
                <a:cxn ang="0">
                  <a:pos x="0" y="315"/>
                </a:cxn>
                <a:cxn ang="0">
                  <a:pos x="181" y="628"/>
                </a:cxn>
                <a:cxn ang="0">
                  <a:pos x="545" y="628"/>
                </a:cxn>
                <a:cxn ang="0">
                  <a:pos x="726" y="315"/>
                </a:cxn>
                <a:cxn ang="0">
                  <a:pos x="545" y="0"/>
                </a:cxn>
                <a:cxn ang="0">
                  <a:pos x="545" y="0"/>
                </a:cxn>
              </a:cxnLst>
              <a:rect l="0" t="0" r="r" b="b"/>
              <a:pathLst>
                <a:path w="726" h="628">
                  <a:moveTo>
                    <a:pt x="545" y="0"/>
                  </a:moveTo>
                  <a:lnTo>
                    <a:pt x="181" y="0"/>
                  </a:lnTo>
                  <a:lnTo>
                    <a:pt x="0" y="315"/>
                  </a:lnTo>
                  <a:lnTo>
                    <a:pt x="181" y="628"/>
                  </a:lnTo>
                  <a:lnTo>
                    <a:pt x="545" y="628"/>
                  </a:lnTo>
                  <a:lnTo>
                    <a:pt x="726" y="315"/>
                  </a:lnTo>
                  <a:lnTo>
                    <a:pt x="545" y="0"/>
                  </a:lnTo>
                  <a:lnTo>
                    <a:pt x="545" y="0"/>
                  </a:lnTo>
                  <a:close/>
                </a:path>
              </a:pathLst>
            </a:custGeom>
            <a:solidFill>
              <a:srgbClr val="1450B8"/>
            </a:solidFill>
            <a:ln w="9525">
              <a:noFill/>
              <a:round/>
            </a:ln>
          </p:spPr>
          <p:txBody>
            <a:bodyPr vert="horz" wrap="square" lIns="82938" tIns="41469" rIns="82938" bIns="41469" numCol="1" anchor="t" anchorCtr="0" compatLnSpc="1"/>
            <a:lstStyle/>
            <a:p>
              <a:endParaRPr lang="en-GB" sz="1815"/>
            </a:p>
          </p:txBody>
        </p:sp>
        <p:sp>
          <p:nvSpPr>
            <p:cNvPr id="62" name="Freeform 34"/>
            <p:cNvSpPr/>
            <p:nvPr/>
          </p:nvSpPr>
          <p:spPr bwMode="auto">
            <a:xfrm>
              <a:off x="5832190" y="4457086"/>
              <a:ext cx="1710000" cy="1458000"/>
            </a:xfrm>
            <a:custGeom>
              <a:avLst/>
              <a:gdLst/>
              <a:ahLst/>
              <a:cxnLst>
                <a:cxn ang="0">
                  <a:pos x="546" y="0"/>
                </a:cxn>
                <a:cxn ang="0">
                  <a:pos x="182" y="0"/>
                </a:cxn>
                <a:cxn ang="0">
                  <a:pos x="0" y="313"/>
                </a:cxn>
                <a:cxn ang="0">
                  <a:pos x="182" y="626"/>
                </a:cxn>
                <a:cxn ang="0">
                  <a:pos x="546" y="626"/>
                </a:cxn>
                <a:cxn ang="0">
                  <a:pos x="728" y="313"/>
                </a:cxn>
                <a:cxn ang="0">
                  <a:pos x="546" y="0"/>
                </a:cxn>
                <a:cxn ang="0">
                  <a:pos x="546" y="0"/>
                </a:cxn>
              </a:cxnLst>
              <a:rect l="0" t="0" r="r" b="b"/>
              <a:pathLst>
                <a:path w="728" h="626">
                  <a:moveTo>
                    <a:pt x="546" y="0"/>
                  </a:moveTo>
                  <a:lnTo>
                    <a:pt x="182" y="0"/>
                  </a:lnTo>
                  <a:lnTo>
                    <a:pt x="0" y="313"/>
                  </a:lnTo>
                  <a:lnTo>
                    <a:pt x="182" y="626"/>
                  </a:lnTo>
                  <a:lnTo>
                    <a:pt x="546" y="626"/>
                  </a:lnTo>
                  <a:lnTo>
                    <a:pt x="728" y="313"/>
                  </a:lnTo>
                  <a:lnTo>
                    <a:pt x="546" y="0"/>
                  </a:lnTo>
                  <a:lnTo>
                    <a:pt x="546" y="0"/>
                  </a:lnTo>
                  <a:close/>
                </a:path>
              </a:pathLst>
            </a:custGeom>
            <a:solidFill>
              <a:schemeClr val="accent1"/>
            </a:solidFill>
            <a:ln w="9525">
              <a:noFill/>
              <a:round/>
            </a:ln>
          </p:spPr>
          <p:txBody>
            <a:bodyPr vert="horz" wrap="square" lIns="82938" tIns="41469" rIns="82938" bIns="41469" numCol="1" anchor="t" anchorCtr="0" compatLnSpc="1"/>
            <a:lstStyle/>
            <a:p>
              <a:endParaRPr lang="en-GB" sz="1815"/>
            </a:p>
          </p:txBody>
        </p:sp>
        <p:sp>
          <p:nvSpPr>
            <p:cNvPr id="63" name="Freeform 36"/>
            <p:cNvSpPr/>
            <p:nvPr/>
          </p:nvSpPr>
          <p:spPr bwMode="auto">
            <a:xfrm>
              <a:off x="3142022" y="4457086"/>
              <a:ext cx="1710000" cy="1458000"/>
            </a:xfrm>
            <a:custGeom>
              <a:avLst/>
              <a:gdLst/>
              <a:ahLst/>
              <a:cxnLst>
                <a:cxn ang="0">
                  <a:pos x="545" y="0"/>
                </a:cxn>
                <a:cxn ang="0">
                  <a:pos x="182" y="0"/>
                </a:cxn>
                <a:cxn ang="0">
                  <a:pos x="0" y="313"/>
                </a:cxn>
                <a:cxn ang="0">
                  <a:pos x="182" y="627"/>
                </a:cxn>
                <a:cxn ang="0">
                  <a:pos x="545" y="627"/>
                </a:cxn>
                <a:cxn ang="0">
                  <a:pos x="727" y="313"/>
                </a:cxn>
                <a:cxn ang="0">
                  <a:pos x="545" y="0"/>
                </a:cxn>
                <a:cxn ang="0">
                  <a:pos x="545" y="0"/>
                </a:cxn>
              </a:cxnLst>
              <a:rect l="0" t="0" r="r" b="b"/>
              <a:pathLst>
                <a:path w="727" h="627">
                  <a:moveTo>
                    <a:pt x="545" y="0"/>
                  </a:moveTo>
                  <a:lnTo>
                    <a:pt x="182" y="0"/>
                  </a:lnTo>
                  <a:lnTo>
                    <a:pt x="0" y="313"/>
                  </a:lnTo>
                  <a:lnTo>
                    <a:pt x="182" y="627"/>
                  </a:lnTo>
                  <a:lnTo>
                    <a:pt x="545" y="627"/>
                  </a:lnTo>
                  <a:lnTo>
                    <a:pt x="727" y="313"/>
                  </a:lnTo>
                  <a:lnTo>
                    <a:pt x="545" y="0"/>
                  </a:lnTo>
                  <a:lnTo>
                    <a:pt x="545" y="0"/>
                  </a:lnTo>
                  <a:close/>
                </a:path>
              </a:pathLst>
            </a:custGeom>
            <a:solidFill>
              <a:schemeClr val="accent6"/>
            </a:solidFill>
            <a:ln w="9525">
              <a:noFill/>
              <a:round/>
            </a:ln>
          </p:spPr>
          <p:txBody>
            <a:bodyPr vert="horz" wrap="square" lIns="82938" tIns="41469" rIns="82938" bIns="41469" numCol="1" anchor="t" anchorCtr="0" compatLnSpc="1"/>
            <a:lstStyle/>
            <a:p>
              <a:endParaRPr lang="en-GB" sz="1815"/>
            </a:p>
          </p:txBody>
        </p:sp>
        <p:sp>
          <p:nvSpPr>
            <p:cNvPr id="64" name="Freeform 38"/>
            <p:cNvSpPr/>
            <p:nvPr/>
          </p:nvSpPr>
          <p:spPr bwMode="auto">
            <a:xfrm>
              <a:off x="4483642" y="5230577"/>
              <a:ext cx="1710000" cy="1458000"/>
            </a:xfrm>
            <a:custGeom>
              <a:avLst/>
              <a:gdLst/>
              <a:ahLst/>
              <a:cxnLst>
                <a:cxn ang="0">
                  <a:pos x="545" y="0"/>
                </a:cxn>
                <a:cxn ang="0">
                  <a:pos x="181" y="0"/>
                </a:cxn>
                <a:cxn ang="0">
                  <a:pos x="0" y="315"/>
                </a:cxn>
                <a:cxn ang="0">
                  <a:pos x="181" y="628"/>
                </a:cxn>
                <a:cxn ang="0">
                  <a:pos x="545" y="628"/>
                </a:cxn>
                <a:cxn ang="0">
                  <a:pos x="726" y="315"/>
                </a:cxn>
                <a:cxn ang="0">
                  <a:pos x="545" y="0"/>
                </a:cxn>
                <a:cxn ang="0">
                  <a:pos x="545" y="0"/>
                </a:cxn>
              </a:cxnLst>
              <a:rect l="0" t="0" r="r" b="b"/>
              <a:pathLst>
                <a:path w="726" h="628">
                  <a:moveTo>
                    <a:pt x="545" y="0"/>
                  </a:moveTo>
                  <a:lnTo>
                    <a:pt x="181" y="0"/>
                  </a:lnTo>
                  <a:lnTo>
                    <a:pt x="0" y="315"/>
                  </a:lnTo>
                  <a:lnTo>
                    <a:pt x="181" y="628"/>
                  </a:lnTo>
                  <a:lnTo>
                    <a:pt x="545" y="628"/>
                  </a:lnTo>
                  <a:lnTo>
                    <a:pt x="726" y="315"/>
                  </a:lnTo>
                  <a:lnTo>
                    <a:pt x="545" y="0"/>
                  </a:lnTo>
                  <a:lnTo>
                    <a:pt x="545" y="0"/>
                  </a:lnTo>
                  <a:close/>
                </a:path>
              </a:pathLst>
            </a:custGeom>
            <a:solidFill>
              <a:schemeClr val="accent5"/>
            </a:solidFill>
            <a:ln w="9525">
              <a:noFill/>
              <a:round/>
            </a:ln>
          </p:spPr>
          <p:txBody>
            <a:bodyPr vert="horz" wrap="square" lIns="82938" tIns="41469" rIns="82938" bIns="41469" numCol="1" anchor="t" anchorCtr="0" compatLnSpc="1"/>
            <a:lstStyle/>
            <a:p>
              <a:endParaRPr lang="en-GB" sz="1815"/>
            </a:p>
          </p:txBody>
        </p:sp>
        <p:sp>
          <p:nvSpPr>
            <p:cNvPr id="65" name="Freeform 156"/>
            <p:cNvSpPr/>
            <p:nvPr/>
          </p:nvSpPr>
          <p:spPr bwMode="auto">
            <a:xfrm>
              <a:off x="737386" y="5989665"/>
              <a:ext cx="4089502" cy="698912"/>
            </a:xfrm>
            <a:custGeom>
              <a:avLst/>
              <a:gdLst>
                <a:gd name="connsiteX0" fmla="*/ 0 w 10000"/>
                <a:gd name="connsiteY0" fmla="*/ 0 h 10000"/>
                <a:gd name="connsiteX1" fmla="*/ 0 w 10000"/>
                <a:gd name="connsiteY1" fmla="*/ 10000 h 10000"/>
                <a:gd name="connsiteX2" fmla="*/ 10000 w 10000"/>
                <a:gd name="connsiteY2" fmla="*/ 10000 h 10000"/>
                <a:gd name="connsiteX3" fmla="*/ 8704 w 10000"/>
                <a:gd name="connsiteY3" fmla="*/ 26 h 10000"/>
                <a:gd name="connsiteX4" fmla="*/ 0 w 10000"/>
                <a:gd name="connsiteY4" fmla="*/ 0 h 10000"/>
                <a:gd name="connsiteX5" fmla="*/ 0 w 10000"/>
                <a:gd name="connsiteY5" fmla="*/ 0 h 10000"/>
                <a:gd name="connsiteX0-1" fmla="*/ 0 w 10000"/>
                <a:gd name="connsiteY0-2" fmla="*/ 0 h 10000"/>
                <a:gd name="connsiteX1-3" fmla="*/ 0 w 10000"/>
                <a:gd name="connsiteY1-4" fmla="*/ 10000 h 10000"/>
                <a:gd name="connsiteX2-5" fmla="*/ 10000 w 10000"/>
                <a:gd name="connsiteY2-6" fmla="*/ 10000 h 10000"/>
                <a:gd name="connsiteX3-7" fmla="*/ 8916 w 10000"/>
                <a:gd name="connsiteY3-8" fmla="*/ 151 h 10000"/>
                <a:gd name="connsiteX4-9" fmla="*/ 0 w 10000"/>
                <a:gd name="connsiteY4-10" fmla="*/ 0 h 10000"/>
                <a:gd name="connsiteX5-11" fmla="*/ 0 w 10000"/>
                <a:gd name="connsiteY5-12" fmla="*/ 0 h 10000"/>
                <a:gd name="connsiteX0-13" fmla="*/ 0 w 10000"/>
                <a:gd name="connsiteY0-14" fmla="*/ 98 h 10098"/>
                <a:gd name="connsiteX1-15" fmla="*/ 0 w 10000"/>
                <a:gd name="connsiteY1-16" fmla="*/ 10098 h 10098"/>
                <a:gd name="connsiteX2-17" fmla="*/ 10000 w 10000"/>
                <a:gd name="connsiteY2-18" fmla="*/ 10098 h 10098"/>
                <a:gd name="connsiteX3-19" fmla="*/ 8937 w 10000"/>
                <a:gd name="connsiteY3-20" fmla="*/ 0 h 10098"/>
                <a:gd name="connsiteX4-21" fmla="*/ 0 w 10000"/>
                <a:gd name="connsiteY4-22" fmla="*/ 98 h 10098"/>
                <a:gd name="connsiteX5-23" fmla="*/ 0 w 10000"/>
                <a:gd name="connsiteY5-24" fmla="*/ 98 h 10098"/>
                <a:gd name="connsiteX0-25" fmla="*/ 0 w 10000"/>
                <a:gd name="connsiteY0-26" fmla="*/ 98 h 10098"/>
                <a:gd name="connsiteX1-27" fmla="*/ 0 w 10000"/>
                <a:gd name="connsiteY1-28" fmla="*/ 10098 h 10098"/>
                <a:gd name="connsiteX2-29" fmla="*/ 10000 w 10000"/>
                <a:gd name="connsiteY2-30" fmla="*/ 10098 h 10098"/>
                <a:gd name="connsiteX3-31" fmla="*/ 8980 w 10000"/>
                <a:gd name="connsiteY3-32" fmla="*/ 0 h 10098"/>
                <a:gd name="connsiteX4-33" fmla="*/ 0 w 10000"/>
                <a:gd name="connsiteY4-34" fmla="*/ 98 h 10098"/>
                <a:gd name="connsiteX5-35" fmla="*/ 0 w 10000"/>
                <a:gd name="connsiteY5-36" fmla="*/ 98 h 10098"/>
                <a:gd name="connsiteX0-37" fmla="*/ 0 w 10000"/>
                <a:gd name="connsiteY0-38" fmla="*/ 0 h 10000"/>
                <a:gd name="connsiteX1-39" fmla="*/ 0 w 10000"/>
                <a:gd name="connsiteY1-40" fmla="*/ 10000 h 10000"/>
                <a:gd name="connsiteX2-41" fmla="*/ 10000 w 10000"/>
                <a:gd name="connsiteY2-42" fmla="*/ 10000 h 10000"/>
                <a:gd name="connsiteX3-43" fmla="*/ 9001 w 10000"/>
                <a:gd name="connsiteY3-44" fmla="*/ 27 h 10000"/>
                <a:gd name="connsiteX4-45" fmla="*/ 0 w 10000"/>
                <a:gd name="connsiteY4-46" fmla="*/ 0 h 10000"/>
                <a:gd name="connsiteX5-47" fmla="*/ 0 w 10000"/>
                <a:gd name="connsiteY5-48" fmla="*/ 0 h 10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10000" h="10000">
                  <a:moveTo>
                    <a:pt x="0" y="0"/>
                  </a:moveTo>
                  <a:lnTo>
                    <a:pt x="0" y="10000"/>
                  </a:lnTo>
                  <a:lnTo>
                    <a:pt x="10000" y="10000"/>
                  </a:lnTo>
                  <a:lnTo>
                    <a:pt x="9001" y="27"/>
                  </a:lnTo>
                  <a:lnTo>
                    <a:pt x="0" y="0"/>
                  </a:lnTo>
                  <a:lnTo>
                    <a:pt x="0" y="0"/>
                  </a:lnTo>
                  <a:close/>
                </a:path>
              </a:pathLst>
            </a:custGeom>
            <a:noFill/>
            <a:ln w="9525">
              <a:solidFill>
                <a:schemeClr val="accent5"/>
              </a:solidFill>
              <a:prstDash val="solid"/>
              <a:round/>
            </a:ln>
          </p:spPr>
          <p:txBody>
            <a:bodyPr vert="horz" wrap="square" lIns="82938" tIns="41469" rIns="82938" bIns="41469" numCol="1" anchor="t" anchorCtr="0" compatLnSpc="1"/>
            <a:lstStyle/>
            <a:p>
              <a:endParaRPr lang="en-GB" sz="1815"/>
            </a:p>
          </p:txBody>
        </p:sp>
        <p:sp>
          <p:nvSpPr>
            <p:cNvPr id="66" name="Freeform 186"/>
            <p:cNvSpPr/>
            <p:nvPr/>
          </p:nvSpPr>
          <p:spPr bwMode="auto">
            <a:xfrm>
              <a:off x="737386" y="2918245"/>
              <a:ext cx="2758817" cy="1458000"/>
            </a:xfrm>
            <a:custGeom>
              <a:avLst/>
              <a:gdLst>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7730 w 10000"/>
                <a:gd name="connsiteY4" fmla="*/ 5000 h 10000"/>
                <a:gd name="connsiteX5" fmla="*/ 10000 w 10000"/>
                <a:gd name="connsiteY5" fmla="*/ 0 h 10000"/>
                <a:gd name="connsiteX6" fmla="*/ 0 w 10000"/>
                <a:gd name="connsiteY6" fmla="*/ 0 h 10000"/>
                <a:gd name="connsiteX7" fmla="*/ 0 w 10000"/>
                <a:gd name="connsiteY7" fmla="*/ 0 h 10000"/>
                <a:gd name="connsiteX0-1" fmla="*/ 0 w 10000"/>
                <a:gd name="connsiteY0-2" fmla="*/ 0 h 10000"/>
                <a:gd name="connsiteX1-3" fmla="*/ 0 w 10000"/>
                <a:gd name="connsiteY1-4" fmla="*/ 10000 h 10000"/>
                <a:gd name="connsiteX2-5" fmla="*/ 10000 w 10000"/>
                <a:gd name="connsiteY2-6" fmla="*/ 10000 h 10000"/>
                <a:gd name="connsiteX3-7" fmla="*/ 10000 w 10000"/>
                <a:gd name="connsiteY3-8" fmla="*/ 10000 h 10000"/>
                <a:gd name="connsiteX4-9" fmla="*/ 8403 w 10000"/>
                <a:gd name="connsiteY4-10" fmla="*/ 5047 h 10000"/>
                <a:gd name="connsiteX5-11" fmla="*/ 10000 w 10000"/>
                <a:gd name="connsiteY5-12" fmla="*/ 0 h 10000"/>
                <a:gd name="connsiteX6-13" fmla="*/ 0 w 10000"/>
                <a:gd name="connsiteY6-14" fmla="*/ 0 h 10000"/>
                <a:gd name="connsiteX7-15" fmla="*/ 0 w 10000"/>
                <a:gd name="connsiteY7-16" fmla="*/ 0 h 10000"/>
                <a:gd name="connsiteX0-17" fmla="*/ 0 w 10000"/>
                <a:gd name="connsiteY0-18" fmla="*/ 0 h 10000"/>
                <a:gd name="connsiteX1-19" fmla="*/ 0 w 10000"/>
                <a:gd name="connsiteY1-20" fmla="*/ 10000 h 10000"/>
                <a:gd name="connsiteX2-21" fmla="*/ 10000 w 10000"/>
                <a:gd name="connsiteY2-22" fmla="*/ 10000 h 10000"/>
                <a:gd name="connsiteX3-23" fmla="*/ 10000 w 10000"/>
                <a:gd name="connsiteY3-24" fmla="*/ 10000 h 10000"/>
                <a:gd name="connsiteX4-25" fmla="*/ 8529 w 10000"/>
                <a:gd name="connsiteY4-26" fmla="*/ 5047 h 10000"/>
                <a:gd name="connsiteX5-27" fmla="*/ 10000 w 10000"/>
                <a:gd name="connsiteY5-28" fmla="*/ 0 h 10000"/>
                <a:gd name="connsiteX6-29" fmla="*/ 0 w 10000"/>
                <a:gd name="connsiteY6-30" fmla="*/ 0 h 10000"/>
                <a:gd name="connsiteX7-31" fmla="*/ 0 w 10000"/>
                <a:gd name="connsiteY7-32" fmla="*/ 0 h 10000"/>
                <a:gd name="connsiteX0-33" fmla="*/ 0 w 10000"/>
                <a:gd name="connsiteY0-34" fmla="*/ 0 h 10000"/>
                <a:gd name="connsiteX1-35" fmla="*/ 0 w 10000"/>
                <a:gd name="connsiteY1-36" fmla="*/ 10000 h 10000"/>
                <a:gd name="connsiteX2-37" fmla="*/ 10000 w 10000"/>
                <a:gd name="connsiteY2-38" fmla="*/ 10000 h 10000"/>
                <a:gd name="connsiteX3-39" fmla="*/ 10000 w 10000"/>
                <a:gd name="connsiteY3-40" fmla="*/ 10000 h 10000"/>
                <a:gd name="connsiteX4-41" fmla="*/ 8363 w 10000"/>
                <a:gd name="connsiteY4-42" fmla="*/ 5153 h 10000"/>
                <a:gd name="connsiteX5-43" fmla="*/ 10000 w 10000"/>
                <a:gd name="connsiteY5-44" fmla="*/ 0 h 10000"/>
                <a:gd name="connsiteX6-45" fmla="*/ 0 w 10000"/>
                <a:gd name="connsiteY6-46" fmla="*/ 0 h 10000"/>
                <a:gd name="connsiteX7-47" fmla="*/ 0 w 10000"/>
                <a:gd name="connsiteY7-48" fmla="*/ 0 h 10000"/>
                <a:gd name="connsiteX0-49" fmla="*/ 0 w 10000"/>
                <a:gd name="connsiteY0-50" fmla="*/ 0 h 10000"/>
                <a:gd name="connsiteX1-51" fmla="*/ 0 w 10000"/>
                <a:gd name="connsiteY1-52" fmla="*/ 10000 h 10000"/>
                <a:gd name="connsiteX2-53" fmla="*/ 10000 w 10000"/>
                <a:gd name="connsiteY2-54" fmla="*/ 10000 h 10000"/>
                <a:gd name="connsiteX3-55" fmla="*/ 10000 w 10000"/>
                <a:gd name="connsiteY3-56" fmla="*/ 10000 h 10000"/>
                <a:gd name="connsiteX4-57" fmla="*/ 8489 w 10000"/>
                <a:gd name="connsiteY4-58" fmla="*/ 5093 h 10000"/>
                <a:gd name="connsiteX5-59" fmla="*/ 10000 w 10000"/>
                <a:gd name="connsiteY5-60" fmla="*/ 0 h 10000"/>
                <a:gd name="connsiteX6-61" fmla="*/ 0 w 10000"/>
                <a:gd name="connsiteY6-62" fmla="*/ 0 h 10000"/>
                <a:gd name="connsiteX7-63" fmla="*/ 0 w 10000"/>
                <a:gd name="connsiteY7-64" fmla="*/ 0 h 10000"/>
                <a:gd name="connsiteX0-65" fmla="*/ 0 w 10000"/>
                <a:gd name="connsiteY0-66" fmla="*/ 0 h 10000"/>
                <a:gd name="connsiteX1-67" fmla="*/ 0 w 10000"/>
                <a:gd name="connsiteY1-68" fmla="*/ 10000 h 10000"/>
                <a:gd name="connsiteX2-69" fmla="*/ 10000 w 10000"/>
                <a:gd name="connsiteY2-70" fmla="*/ 10000 h 10000"/>
                <a:gd name="connsiteX3-71" fmla="*/ 10000 w 10000"/>
                <a:gd name="connsiteY3-72" fmla="*/ 10000 h 10000"/>
                <a:gd name="connsiteX4-73" fmla="*/ 8291 w 10000"/>
                <a:gd name="connsiteY4-74" fmla="*/ 4919 h 10000"/>
                <a:gd name="connsiteX5-75" fmla="*/ 10000 w 10000"/>
                <a:gd name="connsiteY5-76" fmla="*/ 0 h 10000"/>
                <a:gd name="connsiteX6-77" fmla="*/ 0 w 10000"/>
                <a:gd name="connsiteY6-78" fmla="*/ 0 h 10000"/>
                <a:gd name="connsiteX7-79" fmla="*/ 0 w 10000"/>
                <a:gd name="connsiteY7-80" fmla="*/ 0 h 10000"/>
                <a:gd name="connsiteX0-81" fmla="*/ 0 w 10000"/>
                <a:gd name="connsiteY0-82" fmla="*/ 0 h 10000"/>
                <a:gd name="connsiteX1-83" fmla="*/ 0 w 10000"/>
                <a:gd name="connsiteY1-84" fmla="*/ 10000 h 10000"/>
                <a:gd name="connsiteX2-85" fmla="*/ 10000 w 10000"/>
                <a:gd name="connsiteY2-86" fmla="*/ 10000 h 10000"/>
                <a:gd name="connsiteX3-87" fmla="*/ 10000 w 10000"/>
                <a:gd name="connsiteY3-88" fmla="*/ 10000 h 10000"/>
                <a:gd name="connsiteX4-89" fmla="*/ 8417 w 10000"/>
                <a:gd name="connsiteY4-90" fmla="*/ 4979 h 10000"/>
                <a:gd name="connsiteX5-91" fmla="*/ 10000 w 10000"/>
                <a:gd name="connsiteY5-92" fmla="*/ 0 h 10000"/>
                <a:gd name="connsiteX6-93" fmla="*/ 0 w 10000"/>
                <a:gd name="connsiteY6-94" fmla="*/ 0 h 10000"/>
                <a:gd name="connsiteX7-95" fmla="*/ 0 w 10000"/>
                <a:gd name="connsiteY7-96" fmla="*/ 0 h 10000"/>
                <a:gd name="connsiteX0-97" fmla="*/ 0 w 10000"/>
                <a:gd name="connsiteY0-98" fmla="*/ 0 h 10000"/>
                <a:gd name="connsiteX1-99" fmla="*/ 0 w 10000"/>
                <a:gd name="connsiteY1-100" fmla="*/ 10000 h 10000"/>
                <a:gd name="connsiteX2-101" fmla="*/ 10000 w 10000"/>
                <a:gd name="connsiteY2-102" fmla="*/ 10000 h 10000"/>
                <a:gd name="connsiteX3-103" fmla="*/ 10000 w 10000"/>
                <a:gd name="connsiteY3-104" fmla="*/ 10000 h 10000"/>
                <a:gd name="connsiteX4-105" fmla="*/ 8575 w 10000"/>
                <a:gd name="connsiteY4-106" fmla="*/ 4979 h 10000"/>
                <a:gd name="connsiteX5-107" fmla="*/ 10000 w 10000"/>
                <a:gd name="connsiteY5-108" fmla="*/ 0 h 10000"/>
                <a:gd name="connsiteX6-109" fmla="*/ 0 w 10000"/>
                <a:gd name="connsiteY6-110" fmla="*/ 0 h 10000"/>
                <a:gd name="connsiteX7-111" fmla="*/ 0 w 10000"/>
                <a:gd name="connsiteY7-112" fmla="*/ 0 h 10000"/>
                <a:gd name="connsiteX0-113" fmla="*/ 0 w 10000"/>
                <a:gd name="connsiteY0-114" fmla="*/ 0 h 10000"/>
                <a:gd name="connsiteX1-115" fmla="*/ 0 w 10000"/>
                <a:gd name="connsiteY1-116" fmla="*/ 10000 h 10000"/>
                <a:gd name="connsiteX2-117" fmla="*/ 10000 w 10000"/>
                <a:gd name="connsiteY2-118" fmla="*/ 10000 h 10000"/>
                <a:gd name="connsiteX3-119" fmla="*/ 10000 w 10000"/>
                <a:gd name="connsiteY3-120" fmla="*/ 10000 h 10000"/>
                <a:gd name="connsiteX4-121" fmla="*/ 8480 w 10000"/>
                <a:gd name="connsiteY4-122" fmla="*/ 4860 h 10000"/>
                <a:gd name="connsiteX5-123" fmla="*/ 10000 w 10000"/>
                <a:gd name="connsiteY5-124" fmla="*/ 0 h 10000"/>
                <a:gd name="connsiteX6-125" fmla="*/ 0 w 10000"/>
                <a:gd name="connsiteY6-126" fmla="*/ 0 h 10000"/>
                <a:gd name="connsiteX7-127" fmla="*/ 0 w 10000"/>
                <a:gd name="connsiteY7-128" fmla="*/ 0 h 10000"/>
                <a:gd name="connsiteX0-129" fmla="*/ 0 w 10000"/>
                <a:gd name="connsiteY0-130" fmla="*/ 0 h 10000"/>
                <a:gd name="connsiteX1-131" fmla="*/ 0 w 10000"/>
                <a:gd name="connsiteY1-132" fmla="*/ 10000 h 10000"/>
                <a:gd name="connsiteX2-133" fmla="*/ 10000 w 10000"/>
                <a:gd name="connsiteY2-134" fmla="*/ 10000 h 10000"/>
                <a:gd name="connsiteX3-135" fmla="*/ 10000 w 10000"/>
                <a:gd name="connsiteY3-136" fmla="*/ 10000 h 10000"/>
                <a:gd name="connsiteX4-137" fmla="*/ 8448 w 10000"/>
                <a:gd name="connsiteY4-138" fmla="*/ 5159 h 10000"/>
                <a:gd name="connsiteX5-139" fmla="*/ 10000 w 10000"/>
                <a:gd name="connsiteY5-140" fmla="*/ 0 h 10000"/>
                <a:gd name="connsiteX6-141" fmla="*/ 0 w 10000"/>
                <a:gd name="connsiteY6-142" fmla="*/ 0 h 10000"/>
                <a:gd name="connsiteX7-143" fmla="*/ 0 w 10000"/>
                <a:gd name="connsiteY7-144" fmla="*/ 0 h 10000"/>
                <a:gd name="connsiteX0-145" fmla="*/ 0 w 10000"/>
                <a:gd name="connsiteY0-146" fmla="*/ 0 h 10000"/>
                <a:gd name="connsiteX1-147" fmla="*/ 0 w 10000"/>
                <a:gd name="connsiteY1-148" fmla="*/ 10000 h 10000"/>
                <a:gd name="connsiteX2-149" fmla="*/ 10000 w 10000"/>
                <a:gd name="connsiteY2-150" fmla="*/ 10000 h 10000"/>
                <a:gd name="connsiteX3-151" fmla="*/ 10000 w 10000"/>
                <a:gd name="connsiteY3-152" fmla="*/ 10000 h 10000"/>
                <a:gd name="connsiteX4-153" fmla="*/ 8416 w 10000"/>
                <a:gd name="connsiteY4-154" fmla="*/ 4920 h 10000"/>
                <a:gd name="connsiteX5-155" fmla="*/ 10000 w 10000"/>
                <a:gd name="connsiteY5-156" fmla="*/ 0 h 10000"/>
                <a:gd name="connsiteX6-157" fmla="*/ 0 w 10000"/>
                <a:gd name="connsiteY6-158" fmla="*/ 0 h 10000"/>
                <a:gd name="connsiteX7-159" fmla="*/ 0 w 10000"/>
                <a:gd name="connsiteY7-160" fmla="*/ 0 h 10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10000" h="10000">
                  <a:moveTo>
                    <a:pt x="0" y="0"/>
                  </a:moveTo>
                  <a:lnTo>
                    <a:pt x="0" y="10000"/>
                  </a:lnTo>
                  <a:lnTo>
                    <a:pt x="10000" y="10000"/>
                  </a:lnTo>
                  <a:lnTo>
                    <a:pt x="10000" y="10000"/>
                  </a:lnTo>
                  <a:lnTo>
                    <a:pt x="8416" y="4920"/>
                  </a:lnTo>
                  <a:lnTo>
                    <a:pt x="10000" y="0"/>
                  </a:lnTo>
                  <a:lnTo>
                    <a:pt x="0" y="0"/>
                  </a:lnTo>
                  <a:lnTo>
                    <a:pt x="0" y="0"/>
                  </a:lnTo>
                  <a:close/>
                </a:path>
              </a:pathLst>
            </a:custGeom>
            <a:noFill/>
            <a:ln w="9525">
              <a:solidFill>
                <a:srgbClr val="1450B8"/>
              </a:solidFill>
              <a:prstDash val="solid"/>
              <a:round/>
            </a:ln>
          </p:spPr>
          <p:txBody>
            <a:bodyPr vert="horz" wrap="square" lIns="82938" tIns="41469" rIns="82938" bIns="41469" numCol="1" anchor="t" anchorCtr="0" compatLnSpc="1"/>
            <a:lstStyle/>
            <a:p>
              <a:endParaRPr lang="en-GB" sz="1815"/>
            </a:p>
          </p:txBody>
        </p:sp>
        <p:sp>
          <p:nvSpPr>
            <p:cNvPr id="67" name="Text Box 17"/>
            <p:cNvSpPr txBox="1">
              <a:spLocks noChangeArrowheads="1"/>
            </p:cNvSpPr>
            <p:nvPr/>
          </p:nvSpPr>
          <p:spPr bwMode="blackWhite">
            <a:xfrm>
              <a:off x="4483758" y="2772519"/>
              <a:ext cx="1728466" cy="169421"/>
            </a:xfrm>
            <a:prstGeom prst="rect">
              <a:avLst/>
            </a:prstGeom>
            <a:noFill/>
            <a:ln w="9525" algn="ctr">
              <a:noFill/>
              <a:miter lim="800000"/>
            </a:ln>
          </p:spPr>
          <p:txBody>
            <a:bodyPr wrap="square" lIns="0" tIns="0" rIns="0" bIns="0">
              <a:spAutoFit/>
            </a:bodyPr>
            <a:lstStyle/>
            <a:p>
              <a:pPr algn="ctr"/>
              <a:r>
                <a:rPr lang="en-GB" sz="1000" b="1" dirty="0">
                  <a:solidFill>
                    <a:schemeClr val="bg1"/>
                  </a:solidFill>
                  <a:latin typeface="+mj-lt"/>
                </a:rPr>
                <a:t>Section title</a:t>
              </a:r>
              <a:endParaRPr lang="en-GB" sz="1000" b="1" dirty="0">
                <a:solidFill>
                  <a:schemeClr val="bg1"/>
                </a:solidFill>
                <a:latin typeface="+mj-lt"/>
              </a:endParaRPr>
            </a:p>
          </p:txBody>
        </p:sp>
        <p:sp>
          <p:nvSpPr>
            <p:cNvPr id="68" name="Text Box 16"/>
            <p:cNvSpPr txBox="1">
              <a:spLocks noChangeArrowheads="1"/>
            </p:cNvSpPr>
            <p:nvPr/>
          </p:nvSpPr>
          <p:spPr bwMode="blackWhite">
            <a:xfrm>
              <a:off x="3150209" y="3571996"/>
              <a:ext cx="1718562" cy="169421"/>
            </a:xfrm>
            <a:prstGeom prst="rect">
              <a:avLst/>
            </a:prstGeom>
            <a:noFill/>
            <a:ln w="9525" algn="ctr">
              <a:noFill/>
              <a:miter lim="800000"/>
            </a:ln>
          </p:spPr>
          <p:txBody>
            <a:bodyPr wrap="square" lIns="0" tIns="0" rIns="0" bIns="0">
              <a:spAutoFit/>
            </a:bodyPr>
            <a:lstStyle/>
            <a:p>
              <a:pPr algn="ctr"/>
              <a:r>
                <a:rPr lang="en-GB" sz="1000" b="1" dirty="0" smtClean="0">
                  <a:solidFill>
                    <a:schemeClr val="bg1"/>
                  </a:solidFill>
                  <a:latin typeface="+mj-lt"/>
                </a:rPr>
                <a:t>Section title</a:t>
              </a:r>
              <a:endParaRPr lang="en-GB" sz="1000" b="1" dirty="0">
                <a:solidFill>
                  <a:schemeClr val="bg1"/>
                </a:solidFill>
                <a:latin typeface="+mj-lt"/>
              </a:endParaRPr>
            </a:p>
          </p:txBody>
        </p:sp>
        <p:sp>
          <p:nvSpPr>
            <p:cNvPr id="69" name="Text Box 18"/>
            <p:cNvSpPr txBox="1">
              <a:spLocks noChangeArrowheads="1"/>
            </p:cNvSpPr>
            <p:nvPr/>
          </p:nvSpPr>
          <p:spPr bwMode="blackWhite">
            <a:xfrm>
              <a:off x="5850756" y="3571996"/>
              <a:ext cx="1710000" cy="169421"/>
            </a:xfrm>
            <a:prstGeom prst="rect">
              <a:avLst/>
            </a:prstGeom>
            <a:noFill/>
            <a:ln w="9525" algn="ctr">
              <a:noFill/>
              <a:miter lim="800000"/>
            </a:ln>
          </p:spPr>
          <p:txBody>
            <a:bodyPr wrap="square" lIns="0" tIns="0" rIns="0" bIns="0">
              <a:spAutoFit/>
            </a:bodyPr>
            <a:lstStyle/>
            <a:p>
              <a:pPr algn="ctr"/>
              <a:r>
                <a:rPr lang="en-GB" sz="1000" b="1" dirty="0">
                  <a:solidFill>
                    <a:schemeClr val="bg1"/>
                  </a:solidFill>
                  <a:latin typeface="+mj-lt"/>
                </a:rPr>
                <a:t>Section </a:t>
              </a:r>
              <a:r>
                <a:rPr lang="en-GB" sz="1000" b="1" dirty="0" smtClean="0">
                  <a:solidFill>
                    <a:schemeClr val="bg1"/>
                  </a:solidFill>
                  <a:latin typeface="+mj-lt"/>
                </a:rPr>
                <a:t>title</a:t>
              </a:r>
              <a:endParaRPr lang="en-GB" sz="1000" b="1" dirty="0">
                <a:solidFill>
                  <a:schemeClr val="bg1"/>
                </a:solidFill>
                <a:latin typeface="+mj-lt"/>
              </a:endParaRPr>
            </a:p>
          </p:txBody>
        </p:sp>
        <p:sp>
          <p:nvSpPr>
            <p:cNvPr id="70" name="Text Box 19"/>
            <p:cNvSpPr txBox="1">
              <a:spLocks noChangeArrowheads="1"/>
            </p:cNvSpPr>
            <p:nvPr/>
          </p:nvSpPr>
          <p:spPr bwMode="blackWhite">
            <a:xfrm>
              <a:off x="5871610" y="5095437"/>
              <a:ext cx="1707338" cy="169421"/>
            </a:xfrm>
            <a:prstGeom prst="rect">
              <a:avLst/>
            </a:prstGeom>
            <a:noFill/>
            <a:ln w="9525" algn="ctr">
              <a:noFill/>
              <a:miter lim="800000"/>
            </a:ln>
          </p:spPr>
          <p:txBody>
            <a:bodyPr wrap="square" lIns="0" tIns="0" rIns="0" bIns="0">
              <a:spAutoFit/>
            </a:bodyPr>
            <a:lstStyle/>
            <a:p>
              <a:pPr algn="ctr"/>
              <a:r>
                <a:rPr lang="en-GB" sz="1000" b="1" dirty="0">
                  <a:solidFill>
                    <a:schemeClr val="bg1"/>
                  </a:solidFill>
                  <a:latin typeface="+mj-lt"/>
                </a:rPr>
                <a:t>Section title</a:t>
              </a:r>
              <a:endParaRPr lang="en-GB" sz="1000" b="1" dirty="0">
                <a:solidFill>
                  <a:schemeClr val="bg1"/>
                </a:solidFill>
                <a:latin typeface="+mj-lt"/>
              </a:endParaRPr>
            </a:p>
          </p:txBody>
        </p:sp>
        <p:sp>
          <p:nvSpPr>
            <p:cNvPr id="71" name="Text Box 20"/>
            <p:cNvSpPr txBox="1">
              <a:spLocks noChangeArrowheads="1"/>
            </p:cNvSpPr>
            <p:nvPr/>
          </p:nvSpPr>
          <p:spPr bwMode="blackWhite">
            <a:xfrm>
              <a:off x="4482604" y="5868863"/>
              <a:ext cx="1728466" cy="169421"/>
            </a:xfrm>
            <a:prstGeom prst="rect">
              <a:avLst/>
            </a:prstGeom>
            <a:noFill/>
            <a:ln w="9525" algn="ctr">
              <a:noFill/>
              <a:miter lim="800000"/>
            </a:ln>
          </p:spPr>
          <p:txBody>
            <a:bodyPr wrap="square" lIns="0" tIns="0" rIns="0" bIns="0">
              <a:spAutoFit/>
            </a:bodyPr>
            <a:lstStyle/>
            <a:p>
              <a:pPr algn="ctr"/>
              <a:r>
                <a:rPr lang="en-GB" sz="1000" b="1" dirty="0">
                  <a:solidFill>
                    <a:schemeClr val="bg1"/>
                  </a:solidFill>
                  <a:latin typeface="+mj-lt"/>
                </a:rPr>
                <a:t>Section title</a:t>
              </a:r>
              <a:endParaRPr lang="en-GB" sz="1000" b="1" dirty="0">
                <a:solidFill>
                  <a:schemeClr val="bg1"/>
                </a:solidFill>
                <a:latin typeface="+mj-lt"/>
              </a:endParaRPr>
            </a:p>
          </p:txBody>
        </p:sp>
        <p:sp>
          <p:nvSpPr>
            <p:cNvPr id="72" name="Text Box 21"/>
            <p:cNvSpPr txBox="1">
              <a:spLocks noChangeArrowheads="1"/>
            </p:cNvSpPr>
            <p:nvPr/>
          </p:nvSpPr>
          <p:spPr bwMode="blackWhite">
            <a:xfrm>
              <a:off x="3134198" y="5095437"/>
              <a:ext cx="1705932" cy="169421"/>
            </a:xfrm>
            <a:prstGeom prst="rect">
              <a:avLst/>
            </a:prstGeom>
            <a:noFill/>
            <a:ln w="9525" algn="ctr">
              <a:noFill/>
              <a:miter lim="800000"/>
            </a:ln>
          </p:spPr>
          <p:txBody>
            <a:bodyPr wrap="square" lIns="0" tIns="0" rIns="0" bIns="0">
              <a:spAutoFit/>
            </a:bodyPr>
            <a:lstStyle/>
            <a:p>
              <a:pPr algn="ctr"/>
              <a:r>
                <a:rPr lang="en-GB" sz="1000" b="1" dirty="0" smtClean="0">
                  <a:solidFill>
                    <a:schemeClr val="bg1"/>
                  </a:solidFill>
                  <a:latin typeface="+mj-lt"/>
                </a:rPr>
                <a:t>Section title</a:t>
              </a:r>
              <a:endParaRPr lang="en-GB" sz="1000" b="1" dirty="0">
                <a:solidFill>
                  <a:schemeClr val="bg1"/>
                </a:solidFill>
                <a:latin typeface="+mj-lt"/>
              </a:endParaRPr>
            </a:p>
          </p:txBody>
        </p:sp>
        <p:sp>
          <p:nvSpPr>
            <p:cNvPr id="73" name="Rectangle 6"/>
            <p:cNvSpPr>
              <a:spLocks noChangeArrowheads="1"/>
            </p:cNvSpPr>
            <p:nvPr/>
          </p:nvSpPr>
          <p:spPr bwMode="blackWhite">
            <a:xfrm>
              <a:off x="882206" y="3478204"/>
              <a:ext cx="2088230" cy="355773"/>
            </a:xfrm>
            <a:prstGeom prst="rect">
              <a:avLst/>
            </a:prstGeom>
            <a:noFill/>
            <a:ln w="9525" algn="ctr">
              <a:noFill/>
              <a:miter lim="800000"/>
            </a:ln>
          </p:spPr>
          <p:txBody>
            <a:bodyPr wrap="square" lIns="0" tIns="0" rIns="0" bIns="0">
              <a:noAutofit/>
            </a:bodyPr>
            <a:lstStyle/>
            <a:p>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consectetuer</a:t>
              </a:r>
              <a:r>
                <a:rPr lang="en-GB" sz="815" dirty="0">
                  <a:solidFill>
                    <a:srgbClr val="000000"/>
                  </a:solidFill>
                  <a:latin typeface="+mj-lt"/>
                </a:rPr>
                <a:t> </a:t>
              </a:r>
              <a:r>
                <a:rPr lang="en-GB" sz="815" dirty="0" err="1">
                  <a:solidFill>
                    <a:srgbClr val="000000"/>
                  </a:solidFill>
                  <a:latin typeface="+mj-lt"/>
                </a:rPr>
                <a:t>ullamcorper</a:t>
              </a:r>
              <a:r>
                <a:rPr lang="en-GB" sz="815" dirty="0">
                  <a:solidFill>
                    <a:srgbClr val="000000"/>
                  </a:solidFill>
                  <a:latin typeface="+mj-lt"/>
                </a:rPr>
                <a:t> quam. </a:t>
              </a:r>
              <a:r>
                <a:rPr lang="en-GB" sz="815" dirty="0" err="1">
                  <a:solidFill>
                    <a:srgbClr val="000000"/>
                  </a:solidFill>
                  <a:latin typeface="+mj-lt"/>
                </a:rPr>
                <a:t>Morbi</a:t>
              </a:r>
              <a:r>
                <a:rPr lang="en-GB" sz="815" dirty="0">
                  <a:solidFill>
                    <a:srgbClr val="000000"/>
                  </a:solidFill>
                  <a:latin typeface="+mj-lt"/>
                </a:rPr>
                <a:t> </a:t>
              </a:r>
              <a:r>
                <a:rPr lang="en-GB" sz="815" dirty="0" err="1">
                  <a:solidFill>
                    <a:srgbClr val="000000"/>
                  </a:solidFill>
                  <a:latin typeface="+mj-lt"/>
                </a:rPr>
                <a:t>tincidunt</a:t>
              </a:r>
              <a:r>
                <a:rPr lang="en-GB" sz="815" dirty="0">
                  <a:solidFill>
                    <a:srgbClr val="000000"/>
                  </a:solidFill>
                  <a:latin typeface="+mj-lt"/>
                </a:rPr>
                <a:t> mi </a:t>
              </a:r>
              <a:r>
                <a:rPr lang="en-GB" sz="815" dirty="0" err="1">
                  <a:solidFill>
                    <a:srgbClr val="000000"/>
                  </a:solidFill>
                  <a:latin typeface="+mj-lt"/>
                </a:rPr>
                <a:t>ut</a:t>
              </a:r>
              <a:r>
                <a:rPr lang="en-GB" sz="815" dirty="0">
                  <a:solidFill>
                    <a:srgbClr val="000000"/>
                  </a:solidFill>
                  <a:latin typeface="+mj-lt"/>
                </a:rPr>
                <a:t> </a:t>
              </a:r>
              <a:r>
                <a:rPr lang="en-GB" sz="815" dirty="0" err="1">
                  <a:solidFill>
                    <a:srgbClr val="000000"/>
                  </a:solidFill>
                  <a:latin typeface="+mj-lt"/>
                </a:rPr>
                <a:t>diam</a:t>
              </a:r>
              <a:r>
                <a:rPr lang="en-GB" sz="815" dirty="0">
                  <a:solidFill>
                    <a:srgbClr val="000000"/>
                  </a:solidFill>
                  <a:latin typeface="+mj-lt"/>
                </a:rPr>
                <a:t> </a:t>
              </a:r>
              <a:r>
                <a:rPr lang="en-GB" sz="815" dirty="0" err="1">
                  <a:solidFill>
                    <a:srgbClr val="000000"/>
                  </a:solidFill>
                  <a:latin typeface="+mj-lt"/>
                </a:rPr>
                <a:t>ultricies</a:t>
              </a:r>
              <a:r>
                <a:rPr lang="en-GB" sz="815" dirty="0">
                  <a:solidFill>
                    <a:srgbClr val="000000"/>
                  </a:solidFill>
                  <a:latin typeface="+mj-lt"/>
                </a:rPr>
                <a:t> non, </a:t>
              </a:r>
              <a:r>
                <a:rPr lang="en-GB" sz="815" dirty="0" err="1">
                  <a:solidFill>
                    <a:srgbClr val="000000"/>
                  </a:solidFill>
                  <a:latin typeface="+mj-lt"/>
                </a:rPr>
                <a:t>hendrerit</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pellentesque</a:t>
              </a:r>
              <a:r>
                <a:rPr lang="en-GB" sz="815" dirty="0">
                  <a:solidFill>
                    <a:srgbClr val="000000"/>
                  </a:solidFill>
                  <a:latin typeface="+mj-lt"/>
                </a:rPr>
                <a:t> a, </a:t>
              </a:r>
              <a:r>
                <a:rPr lang="en-GB" sz="815" dirty="0" err="1">
                  <a:solidFill>
                    <a:srgbClr val="000000"/>
                  </a:solidFill>
                  <a:latin typeface="+mj-lt"/>
                </a:rPr>
                <a:t>eros</a:t>
              </a:r>
              <a:r>
                <a:rPr lang="en-GB" sz="815" dirty="0">
                  <a:solidFill>
                    <a:srgbClr val="000000"/>
                  </a:solidFill>
                  <a:latin typeface="+mj-lt"/>
                </a:rPr>
                <a:t>. </a:t>
              </a:r>
              <a:r>
                <a:rPr lang="en-GB" sz="815" dirty="0" err="1">
                  <a:solidFill>
                    <a:srgbClr val="000000"/>
                  </a:solidFill>
                  <a:latin typeface="+mj-lt"/>
                </a:rPr>
                <a:t>Aenean</a:t>
              </a:r>
              <a:r>
                <a:rPr lang="en-GB" sz="815" dirty="0">
                  <a:solidFill>
                    <a:srgbClr val="000000"/>
                  </a:solidFill>
                  <a:latin typeface="+mj-lt"/>
                </a:rPr>
                <a:t> non </a:t>
              </a:r>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massa</a:t>
              </a:r>
              <a:r>
                <a:rPr lang="en-GB" sz="815" dirty="0">
                  <a:solidFill>
                    <a:srgbClr val="000000"/>
                  </a:solidFill>
                  <a:latin typeface="+mj-lt"/>
                </a:rPr>
                <a:t> </a:t>
              </a:r>
              <a:r>
                <a:rPr lang="en-GB" sz="815" dirty="0" err="1">
                  <a:solidFill>
                    <a:srgbClr val="000000"/>
                  </a:solidFill>
                  <a:latin typeface="+mj-lt"/>
                </a:rPr>
                <a:t>varius</a:t>
              </a:r>
              <a:r>
                <a:rPr lang="en-GB" sz="815" dirty="0">
                  <a:solidFill>
                    <a:srgbClr val="000000"/>
                  </a:solidFill>
                  <a:latin typeface="+mj-lt"/>
                </a:rPr>
                <a:t> tempus.  </a:t>
              </a:r>
              <a:endParaRPr lang="en-GB" sz="815" dirty="0">
                <a:solidFill>
                  <a:srgbClr val="000000"/>
                </a:solidFill>
                <a:latin typeface="+mj-lt"/>
              </a:endParaRPr>
            </a:p>
          </p:txBody>
        </p:sp>
        <p:sp>
          <p:nvSpPr>
            <p:cNvPr id="74" name="Text Box 7"/>
            <p:cNvSpPr txBox="1">
              <a:spLocks noChangeArrowheads="1"/>
            </p:cNvSpPr>
            <p:nvPr/>
          </p:nvSpPr>
          <p:spPr bwMode="blackWhite">
            <a:xfrm>
              <a:off x="882204" y="3246344"/>
              <a:ext cx="1870199" cy="295458"/>
            </a:xfrm>
            <a:prstGeom prst="rect">
              <a:avLst/>
            </a:prstGeom>
            <a:noFill/>
            <a:ln w="9525" algn="ctr">
              <a:noFill/>
              <a:miter lim="800000"/>
            </a:ln>
          </p:spPr>
          <p:txBody>
            <a:bodyPr wrap="square" lIns="0" tIns="0" rIns="0" bIns="0">
              <a:noAutofit/>
            </a:bodyPr>
            <a:lstStyle/>
            <a:p>
              <a:pPr lvl="0"/>
              <a:r>
                <a:rPr lang="en-GB" sz="1180" kern="0" dirty="0">
                  <a:solidFill>
                    <a:srgbClr val="1450B8"/>
                  </a:solidFill>
                  <a:latin typeface="+mj-lt"/>
                </a:rPr>
                <a:t>Section </a:t>
              </a:r>
              <a:r>
                <a:rPr lang="en-GB" sz="1180" kern="0" dirty="0" smtClean="0">
                  <a:solidFill>
                    <a:srgbClr val="1450B8"/>
                  </a:solidFill>
                  <a:latin typeface="+mj-lt"/>
                </a:rPr>
                <a:t>title</a:t>
              </a:r>
              <a:endParaRPr lang="en-GB" sz="1180" kern="0" dirty="0">
                <a:solidFill>
                  <a:srgbClr val="1450B8"/>
                </a:solidFill>
                <a:latin typeface="+mj-lt"/>
              </a:endParaRPr>
            </a:p>
          </p:txBody>
        </p:sp>
        <p:sp>
          <p:nvSpPr>
            <p:cNvPr id="75" name="Rectangle 6"/>
            <p:cNvSpPr>
              <a:spLocks noChangeArrowheads="1"/>
            </p:cNvSpPr>
            <p:nvPr/>
          </p:nvSpPr>
          <p:spPr bwMode="blackWhite">
            <a:xfrm>
              <a:off x="882204" y="4944837"/>
              <a:ext cx="2002168" cy="588572"/>
            </a:xfrm>
            <a:prstGeom prst="rect">
              <a:avLst/>
            </a:prstGeom>
            <a:noFill/>
            <a:ln w="9525" algn="ctr">
              <a:noFill/>
              <a:miter lim="800000"/>
            </a:ln>
          </p:spPr>
          <p:txBody>
            <a:bodyPr wrap="square" lIns="0" tIns="0" rIns="0" bIns="0">
              <a:noAutofit/>
            </a:bodyPr>
            <a:lstStyle/>
            <a:p>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consectetuer</a:t>
              </a:r>
              <a:r>
                <a:rPr lang="en-GB" sz="815" dirty="0">
                  <a:solidFill>
                    <a:srgbClr val="000000"/>
                  </a:solidFill>
                  <a:latin typeface="+mj-lt"/>
                </a:rPr>
                <a:t> </a:t>
              </a:r>
              <a:r>
                <a:rPr lang="en-GB" sz="815" dirty="0" err="1">
                  <a:solidFill>
                    <a:srgbClr val="000000"/>
                  </a:solidFill>
                  <a:latin typeface="+mj-lt"/>
                </a:rPr>
                <a:t>ullamcorper</a:t>
              </a:r>
              <a:r>
                <a:rPr lang="en-GB" sz="815" dirty="0">
                  <a:solidFill>
                    <a:srgbClr val="000000"/>
                  </a:solidFill>
                  <a:latin typeface="+mj-lt"/>
                </a:rPr>
                <a:t> quam. </a:t>
              </a:r>
              <a:r>
                <a:rPr lang="en-GB" sz="815" dirty="0" err="1">
                  <a:solidFill>
                    <a:srgbClr val="000000"/>
                  </a:solidFill>
                  <a:latin typeface="+mj-lt"/>
                </a:rPr>
                <a:t>Morbi</a:t>
              </a:r>
              <a:r>
                <a:rPr lang="en-GB" sz="815" dirty="0">
                  <a:solidFill>
                    <a:srgbClr val="000000"/>
                  </a:solidFill>
                  <a:latin typeface="+mj-lt"/>
                </a:rPr>
                <a:t> </a:t>
              </a:r>
              <a:r>
                <a:rPr lang="en-GB" sz="815" dirty="0" err="1">
                  <a:solidFill>
                    <a:srgbClr val="000000"/>
                  </a:solidFill>
                  <a:latin typeface="+mj-lt"/>
                </a:rPr>
                <a:t>tincidunt</a:t>
              </a:r>
              <a:r>
                <a:rPr lang="en-GB" sz="815" dirty="0">
                  <a:solidFill>
                    <a:srgbClr val="000000"/>
                  </a:solidFill>
                  <a:latin typeface="+mj-lt"/>
                </a:rPr>
                <a:t> mi </a:t>
              </a:r>
              <a:r>
                <a:rPr lang="en-GB" sz="815" dirty="0" err="1">
                  <a:solidFill>
                    <a:srgbClr val="000000"/>
                  </a:solidFill>
                  <a:latin typeface="+mj-lt"/>
                </a:rPr>
                <a:t>ut</a:t>
              </a:r>
              <a:r>
                <a:rPr lang="en-GB" sz="815" dirty="0">
                  <a:solidFill>
                    <a:srgbClr val="000000"/>
                  </a:solidFill>
                  <a:latin typeface="+mj-lt"/>
                </a:rPr>
                <a:t> </a:t>
              </a:r>
              <a:r>
                <a:rPr lang="en-GB" sz="815" dirty="0" err="1">
                  <a:solidFill>
                    <a:srgbClr val="000000"/>
                  </a:solidFill>
                  <a:latin typeface="+mj-lt"/>
                </a:rPr>
                <a:t>diam</a:t>
              </a:r>
              <a:r>
                <a:rPr lang="en-GB" sz="815" dirty="0">
                  <a:solidFill>
                    <a:srgbClr val="000000"/>
                  </a:solidFill>
                  <a:latin typeface="+mj-lt"/>
                </a:rPr>
                <a:t> </a:t>
              </a:r>
              <a:r>
                <a:rPr lang="en-GB" sz="815" dirty="0" err="1">
                  <a:solidFill>
                    <a:srgbClr val="000000"/>
                  </a:solidFill>
                  <a:latin typeface="+mj-lt"/>
                </a:rPr>
                <a:t>ultricies</a:t>
              </a:r>
              <a:r>
                <a:rPr lang="en-GB" sz="815" dirty="0">
                  <a:solidFill>
                    <a:srgbClr val="000000"/>
                  </a:solidFill>
                  <a:latin typeface="+mj-lt"/>
                </a:rPr>
                <a:t> non, </a:t>
              </a:r>
              <a:r>
                <a:rPr lang="en-GB" sz="815" dirty="0" err="1">
                  <a:solidFill>
                    <a:srgbClr val="000000"/>
                  </a:solidFill>
                  <a:latin typeface="+mj-lt"/>
                </a:rPr>
                <a:t>hendrerit</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pellentesque</a:t>
              </a:r>
              <a:r>
                <a:rPr lang="en-GB" sz="815" dirty="0">
                  <a:solidFill>
                    <a:srgbClr val="000000"/>
                  </a:solidFill>
                  <a:latin typeface="+mj-lt"/>
                </a:rPr>
                <a:t> a, </a:t>
              </a:r>
              <a:r>
                <a:rPr lang="en-GB" sz="815" dirty="0" err="1">
                  <a:solidFill>
                    <a:srgbClr val="000000"/>
                  </a:solidFill>
                  <a:latin typeface="+mj-lt"/>
                </a:rPr>
                <a:t>eros</a:t>
              </a:r>
              <a:r>
                <a:rPr lang="en-GB" sz="815" dirty="0">
                  <a:solidFill>
                    <a:srgbClr val="000000"/>
                  </a:solidFill>
                  <a:latin typeface="+mj-lt"/>
                </a:rPr>
                <a:t>. </a:t>
              </a:r>
              <a:r>
                <a:rPr lang="en-GB" sz="815" dirty="0" err="1">
                  <a:solidFill>
                    <a:srgbClr val="000000"/>
                  </a:solidFill>
                  <a:latin typeface="+mj-lt"/>
                </a:rPr>
                <a:t>Aenean</a:t>
              </a:r>
              <a:r>
                <a:rPr lang="en-GB" sz="815" dirty="0">
                  <a:solidFill>
                    <a:srgbClr val="000000"/>
                  </a:solidFill>
                  <a:latin typeface="+mj-lt"/>
                </a:rPr>
                <a:t> non </a:t>
              </a:r>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massa</a:t>
              </a:r>
              <a:r>
                <a:rPr lang="en-GB" sz="815" dirty="0">
                  <a:solidFill>
                    <a:srgbClr val="000000"/>
                  </a:solidFill>
                  <a:latin typeface="+mj-lt"/>
                </a:rPr>
                <a:t> </a:t>
              </a:r>
              <a:r>
                <a:rPr lang="en-GB" sz="815" dirty="0" err="1">
                  <a:solidFill>
                    <a:srgbClr val="000000"/>
                  </a:solidFill>
                  <a:latin typeface="+mj-lt"/>
                </a:rPr>
                <a:t>varius</a:t>
              </a:r>
              <a:r>
                <a:rPr lang="en-GB" sz="815" dirty="0">
                  <a:solidFill>
                    <a:srgbClr val="000000"/>
                  </a:solidFill>
                  <a:latin typeface="+mj-lt"/>
                </a:rPr>
                <a:t> tempus. </a:t>
              </a:r>
              <a:endParaRPr lang="en-GB" sz="815" dirty="0">
                <a:solidFill>
                  <a:srgbClr val="000000"/>
                </a:solidFill>
                <a:latin typeface="+mj-lt"/>
              </a:endParaRPr>
            </a:p>
          </p:txBody>
        </p:sp>
        <p:sp>
          <p:nvSpPr>
            <p:cNvPr id="76" name="Text Box 7"/>
            <p:cNvSpPr txBox="1">
              <a:spLocks noChangeArrowheads="1"/>
            </p:cNvSpPr>
            <p:nvPr/>
          </p:nvSpPr>
          <p:spPr bwMode="blackWhite">
            <a:xfrm>
              <a:off x="882206" y="4724938"/>
              <a:ext cx="1527657" cy="379686"/>
            </a:xfrm>
            <a:prstGeom prst="rect">
              <a:avLst/>
            </a:prstGeom>
            <a:noFill/>
            <a:ln w="9525" algn="ctr">
              <a:noFill/>
              <a:miter lim="800000"/>
            </a:ln>
          </p:spPr>
          <p:txBody>
            <a:bodyPr wrap="square" lIns="0" tIns="0" rIns="0" bIns="0">
              <a:noAutofit/>
            </a:bodyPr>
            <a:lstStyle/>
            <a:p>
              <a:pPr lvl="0"/>
              <a:r>
                <a:rPr lang="en-GB" sz="1180" kern="0" dirty="0">
                  <a:solidFill>
                    <a:schemeClr val="accent6"/>
                  </a:solidFill>
                  <a:latin typeface="+mj-lt"/>
                </a:rPr>
                <a:t>Section title</a:t>
              </a:r>
              <a:endParaRPr lang="en-GB" sz="1180" kern="0" dirty="0">
                <a:solidFill>
                  <a:schemeClr val="accent6"/>
                </a:solidFill>
                <a:latin typeface="+mj-lt"/>
              </a:endParaRPr>
            </a:p>
          </p:txBody>
        </p:sp>
        <p:sp>
          <p:nvSpPr>
            <p:cNvPr id="77" name="Rectangle 6"/>
            <p:cNvSpPr>
              <a:spLocks noChangeArrowheads="1"/>
            </p:cNvSpPr>
            <p:nvPr/>
          </p:nvSpPr>
          <p:spPr bwMode="blackWhite">
            <a:xfrm>
              <a:off x="882204" y="6314239"/>
              <a:ext cx="3515374" cy="387518"/>
            </a:xfrm>
            <a:prstGeom prst="rect">
              <a:avLst/>
            </a:prstGeom>
            <a:noFill/>
            <a:ln w="9525" algn="ctr">
              <a:noFill/>
              <a:miter lim="800000"/>
            </a:ln>
          </p:spPr>
          <p:txBody>
            <a:bodyPr wrap="square" lIns="0" tIns="0" rIns="0" bIns="0">
              <a:noAutofit/>
            </a:bodyPr>
            <a:lstStyle/>
            <a:p>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consectetuer</a:t>
              </a:r>
              <a:r>
                <a:rPr lang="en-GB" sz="815" dirty="0">
                  <a:solidFill>
                    <a:srgbClr val="000000"/>
                  </a:solidFill>
                  <a:latin typeface="+mj-lt"/>
                </a:rPr>
                <a:t> </a:t>
              </a:r>
              <a:r>
                <a:rPr lang="en-GB" sz="815" dirty="0" err="1">
                  <a:solidFill>
                    <a:srgbClr val="000000"/>
                  </a:solidFill>
                  <a:latin typeface="+mj-lt"/>
                </a:rPr>
                <a:t>ullamcorper</a:t>
              </a:r>
              <a:r>
                <a:rPr lang="en-GB" sz="815" dirty="0">
                  <a:solidFill>
                    <a:srgbClr val="000000"/>
                  </a:solidFill>
                  <a:latin typeface="+mj-lt"/>
                </a:rPr>
                <a:t> quam. </a:t>
              </a:r>
              <a:r>
                <a:rPr lang="en-GB" sz="815" dirty="0" err="1">
                  <a:solidFill>
                    <a:srgbClr val="000000"/>
                  </a:solidFill>
                  <a:latin typeface="+mj-lt"/>
                </a:rPr>
                <a:t>Morbi</a:t>
              </a:r>
              <a:r>
                <a:rPr lang="en-GB" sz="815" dirty="0">
                  <a:solidFill>
                    <a:srgbClr val="000000"/>
                  </a:solidFill>
                  <a:latin typeface="+mj-lt"/>
                </a:rPr>
                <a:t> </a:t>
              </a:r>
              <a:r>
                <a:rPr lang="en-GB" sz="815" dirty="0" err="1">
                  <a:solidFill>
                    <a:srgbClr val="000000"/>
                  </a:solidFill>
                  <a:latin typeface="+mj-lt"/>
                </a:rPr>
                <a:t>tincidunt</a:t>
              </a:r>
              <a:r>
                <a:rPr lang="en-GB" sz="815" dirty="0">
                  <a:solidFill>
                    <a:srgbClr val="000000"/>
                  </a:solidFill>
                  <a:latin typeface="+mj-lt"/>
                </a:rPr>
                <a:t> mi </a:t>
              </a:r>
              <a:r>
                <a:rPr lang="en-GB" sz="815" dirty="0" err="1">
                  <a:solidFill>
                    <a:srgbClr val="000000"/>
                  </a:solidFill>
                  <a:latin typeface="+mj-lt"/>
                </a:rPr>
                <a:t>ut</a:t>
              </a:r>
              <a:r>
                <a:rPr lang="en-GB" sz="815" dirty="0">
                  <a:solidFill>
                    <a:srgbClr val="000000"/>
                  </a:solidFill>
                  <a:latin typeface="+mj-lt"/>
                </a:rPr>
                <a:t> </a:t>
              </a:r>
              <a:r>
                <a:rPr lang="en-GB" sz="815" dirty="0" err="1">
                  <a:solidFill>
                    <a:srgbClr val="000000"/>
                  </a:solidFill>
                  <a:latin typeface="+mj-lt"/>
                </a:rPr>
                <a:t>diam</a:t>
              </a:r>
              <a:r>
                <a:rPr lang="en-GB" sz="815" dirty="0">
                  <a:solidFill>
                    <a:srgbClr val="000000"/>
                  </a:solidFill>
                  <a:latin typeface="+mj-lt"/>
                </a:rPr>
                <a:t> </a:t>
              </a:r>
              <a:r>
                <a:rPr lang="en-GB" sz="815" dirty="0" err="1">
                  <a:solidFill>
                    <a:srgbClr val="000000"/>
                  </a:solidFill>
                  <a:latin typeface="+mj-lt"/>
                </a:rPr>
                <a:t>ultricies</a:t>
              </a:r>
              <a:r>
                <a:rPr lang="en-GB" sz="815" dirty="0">
                  <a:solidFill>
                    <a:srgbClr val="000000"/>
                  </a:solidFill>
                  <a:latin typeface="+mj-lt"/>
                </a:rPr>
                <a:t> non, </a:t>
              </a:r>
              <a:r>
                <a:rPr lang="en-GB" sz="815" dirty="0" err="1">
                  <a:solidFill>
                    <a:srgbClr val="000000"/>
                  </a:solidFill>
                  <a:latin typeface="+mj-lt"/>
                </a:rPr>
                <a:t>hendrerit</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pellentesque</a:t>
              </a:r>
              <a:r>
                <a:rPr lang="en-GB" sz="815" dirty="0">
                  <a:solidFill>
                    <a:srgbClr val="000000"/>
                  </a:solidFill>
                  <a:latin typeface="+mj-lt"/>
                </a:rPr>
                <a:t> a, </a:t>
              </a:r>
              <a:r>
                <a:rPr lang="en-GB" sz="815" dirty="0" err="1">
                  <a:solidFill>
                    <a:srgbClr val="000000"/>
                  </a:solidFill>
                  <a:latin typeface="+mj-lt"/>
                </a:rPr>
                <a:t>eros</a:t>
              </a:r>
              <a:r>
                <a:rPr lang="en-GB" sz="815" dirty="0">
                  <a:solidFill>
                    <a:srgbClr val="000000"/>
                  </a:solidFill>
                  <a:latin typeface="+mj-lt"/>
                </a:rPr>
                <a:t>. </a:t>
              </a:r>
              <a:endParaRPr lang="en-GB" sz="815" dirty="0">
                <a:solidFill>
                  <a:srgbClr val="000000"/>
                </a:solidFill>
                <a:latin typeface="+mj-lt"/>
              </a:endParaRPr>
            </a:p>
          </p:txBody>
        </p:sp>
        <p:sp>
          <p:nvSpPr>
            <p:cNvPr id="78" name="Text Box 7"/>
            <p:cNvSpPr txBox="1">
              <a:spLocks noChangeArrowheads="1"/>
            </p:cNvSpPr>
            <p:nvPr/>
          </p:nvSpPr>
          <p:spPr bwMode="blackWhite">
            <a:xfrm>
              <a:off x="882204" y="6084887"/>
              <a:ext cx="3616390" cy="379686"/>
            </a:xfrm>
            <a:prstGeom prst="rect">
              <a:avLst/>
            </a:prstGeom>
            <a:noFill/>
            <a:ln w="9525" algn="ctr">
              <a:noFill/>
              <a:miter lim="800000"/>
            </a:ln>
          </p:spPr>
          <p:txBody>
            <a:bodyPr wrap="square" lIns="0" tIns="0" rIns="0" bIns="0">
              <a:noAutofit/>
            </a:bodyPr>
            <a:lstStyle/>
            <a:p>
              <a:pPr>
                <a:spcBef>
                  <a:spcPct val="50000"/>
                </a:spcBef>
              </a:pPr>
              <a:r>
                <a:rPr lang="en-GB" sz="1180" kern="0" dirty="0">
                  <a:solidFill>
                    <a:schemeClr val="accent5"/>
                  </a:solidFill>
                  <a:latin typeface="+mj-lt"/>
                </a:rPr>
                <a:t>Section title</a:t>
              </a:r>
              <a:endParaRPr lang="en-GB" sz="1180" kern="0" dirty="0">
                <a:solidFill>
                  <a:schemeClr val="accent5"/>
                </a:solidFill>
                <a:latin typeface="+mj-lt"/>
              </a:endParaRPr>
            </a:p>
          </p:txBody>
        </p:sp>
        <p:sp>
          <p:nvSpPr>
            <p:cNvPr id="79" name="Text Box 24"/>
            <p:cNvSpPr txBox="1">
              <a:spLocks noChangeArrowheads="1"/>
            </p:cNvSpPr>
            <p:nvPr/>
          </p:nvSpPr>
          <p:spPr bwMode="blackWhite">
            <a:xfrm>
              <a:off x="4424146" y="3925559"/>
              <a:ext cx="1830140" cy="922200"/>
            </a:xfrm>
            <a:prstGeom prst="rect">
              <a:avLst/>
            </a:prstGeom>
            <a:noFill/>
            <a:ln w="9525" algn="ctr">
              <a:noFill/>
              <a:miter lim="800000"/>
            </a:ln>
          </p:spPr>
          <p:txBody>
            <a:bodyPr wrap="square" lIns="0" tIns="0" rIns="0" bIns="0" anchor="ctr" anchorCtr="0">
              <a:noAutofit/>
            </a:bodyPr>
            <a:lstStyle/>
            <a:p>
              <a:pPr algn="ctr"/>
              <a:r>
                <a:rPr lang="en-GB" sz="1450" b="1" dirty="0" err="1" smtClean="0">
                  <a:latin typeface="+mj-lt"/>
                </a:rPr>
                <a:t>xxxx</a:t>
              </a:r>
              <a:endParaRPr lang="en-GB" sz="1450" b="1" dirty="0">
                <a:latin typeface="+mj-lt"/>
              </a:endParaRPr>
            </a:p>
          </p:txBody>
        </p:sp>
        <p:sp>
          <p:nvSpPr>
            <p:cNvPr id="80" name="Rectangle 6"/>
            <p:cNvSpPr>
              <a:spLocks noChangeArrowheads="1"/>
            </p:cNvSpPr>
            <p:nvPr/>
          </p:nvSpPr>
          <p:spPr bwMode="blackWhite">
            <a:xfrm>
              <a:off x="6354812" y="2461131"/>
              <a:ext cx="3324747" cy="334290"/>
            </a:xfrm>
            <a:prstGeom prst="rect">
              <a:avLst/>
            </a:prstGeom>
            <a:noFill/>
            <a:ln w="9525" algn="ctr">
              <a:noFill/>
              <a:miter lim="800000"/>
            </a:ln>
          </p:spPr>
          <p:txBody>
            <a:bodyPr wrap="square" lIns="0" tIns="0" rIns="0" bIns="0">
              <a:noAutofit/>
            </a:bodyPr>
            <a:lstStyle/>
            <a:p>
              <a:pPr lvl="0"/>
              <a:r>
                <a:rPr lang="en-GB" sz="815" kern="0" dirty="0" err="1">
                  <a:solidFill>
                    <a:sysClr val="windowText" lastClr="000000"/>
                  </a:solidFill>
                  <a:latin typeface="+mj-lt"/>
                </a:rPr>
                <a:t>Mauris</a:t>
              </a:r>
              <a:r>
                <a:rPr lang="en-GB" sz="815" kern="0" dirty="0">
                  <a:solidFill>
                    <a:sysClr val="windowText" lastClr="000000"/>
                  </a:solidFill>
                  <a:latin typeface="+mj-lt"/>
                </a:rPr>
                <a:t> </a:t>
              </a:r>
              <a:r>
                <a:rPr lang="en-GB" sz="815" kern="0" dirty="0" err="1">
                  <a:solidFill>
                    <a:sysClr val="windowText" lastClr="000000"/>
                  </a:solidFill>
                  <a:latin typeface="+mj-lt"/>
                </a:rPr>
                <a:t>consectetuer</a:t>
              </a:r>
              <a:r>
                <a:rPr lang="en-GB" sz="815" kern="0" dirty="0">
                  <a:solidFill>
                    <a:sysClr val="windowText" lastClr="000000"/>
                  </a:solidFill>
                  <a:latin typeface="+mj-lt"/>
                </a:rPr>
                <a:t> </a:t>
              </a:r>
              <a:r>
                <a:rPr lang="en-GB" sz="815" kern="0" dirty="0" err="1">
                  <a:solidFill>
                    <a:sysClr val="windowText" lastClr="000000"/>
                  </a:solidFill>
                  <a:latin typeface="+mj-lt"/>
                </a:rPr>
                <a:t>ullamcorper</a:t>
              </a:r>
              <a:r>
                <a:rPr lang="en-GB" sz="815" kern="0" dirty="0">
                  <a:solidFill>
                    <a:sysClr val="windowText" lastClr="000000"/>
                  </a:solidFill>
                  <a:latin typeface="+mj-lt"/>
                </a:rPr>
                <a:t> quam. </a:t>
              </a:r>
              <a:r>
                <a:rPr lang="en-GB" sz="815" kern="0" dirty="0" err="1">
                  <a:solidFill>
                    <a:sysClr val="windowText" lastClr="000000"/>
                  </a:solidFill>
                  <a:latin typeface="+mj-lt"/>
                </a:rPr>
                <a:t>Morbi</a:t>
              </a:r>
              <a:r>
                <a:rPr lang="en-GB" sz="815" kern="0" dirty="0">
                  <a:solidFill>
                    <a:sysClr val="windowText" lastClr="000000"/>
                  </a:solidFill>
                  <a:latin typeface="+mj-lt"/>
                </a:rPr>
                <a:t> </a:t>
              </a:r>
              <a:r>
                <a:rPr lang="en-GB" sz="815" kern="0" dirty="0" err="1">
                  <a:solidFill>
                    <a:sysClr val="windowText" lastClr="000000"/>
                  </a:solidFill>
                  <a:latin typeface="+mj-lt"/>
                </a:rPr>
                <a:t>tincidunt</a:t>
              </a:r>
              <a:r>
                <a:rPr lang="en-GB" sz="815" kern="0" dirty="0">
                  <a:solidFill>
                    <a:sysClr val="windowText" lastClr="000000"/>
                  </a:solidFill>
                  <a:latin typeface="+mj-lt"/>
                </a:rPr>
                <a:t> mi </a:t>
              </a:r>
              <a:r>
                <a:rPr lang="en-GB" sz="815" kern="0" dirty="0" err="1">
                  <a:solidFill>
                    <a:sysClr val="windowText" lastClr="000000"/>
                  </a:solidFill>
                  <a:latin typeface="+mj-lt"/>
                </a:rPr>
                <a:t>ut</a:t>
              </a:r>
              <a:r>
                <a:rPr lang="en-GB" sz="815" kern="0" dirty="0">
                  <a:solidFill>
                    <a:sysClr val="windowText" lastClr="000000"/>
                  </a:solidFill>
                  <a:latin typeface="+mj-lt"/>
                </a:rPr>
                <a:t> </a:t>
              </a:r>
              <a:r>
                <a:rPr lang="en-GB" sz="815" kern="0" dirty="0" err="1">
                  <a:solidFill>
                    <a:sysClr val="windowText" lastClr="000000"/>
                  </a:solidFill>
                  <a:latin typeface="+mj-lt"/>
                </a:rPr>
                <a:t>diam</a:t>
              </a:r>
              <a:r>
                <a:rPr lang="en-GB" sz="815" kern="0" dirty="0">
                  <a:solidFill>
                    <a:sysClr val="windowText" lastClr="000000"/>
                  </a:solidFill>
                  <a:latin typeface="+mj-lt"/>
                </a:rPr>
                <a:t> </a:t>
              </a:r>
              <a:r>
                <a:rPr lang="en-GB" sz="815" kern="0" dirty="0" err="1">
                  <a:solidFill>
                    <a:sysClr val="windowText" lastClr="000000"/>
                  </a:solidFill>
                  <a:latin typeface="+mj-lt"/>
                </a:rPr>
                <a:t>ultricies</a:t>
              </a:r>
              <a:r>
                <a:rPr lang="en-GB" sz="815" kern="0" dirty="0">
                  <a:solidFill>
                    <a:sysClr val="windowText" lastClr="000000"/>
                  </a:solidFill>
                  <a:latin typeface="+mj-lt"/>
                </a:rPr>
                <a:t> non, </a:t>
              </a:r>
              <a:r>
                <a:rPr lang="en-GB" sz="815" kern="0" dirty="0" err="1">
                  <a:solidFill>
                    <a:sysClr val="windowText" lastClr="000000"/>
                  </a:solidFill>
                  <a:latin typeface="+mj-lt"/>
                </a:rPr>
                <a:t>hendrerit</a:t>
              </a:r>
              <a:r>
                <a:rPr lang="en-GB" sz="815" kern="0" dirty="0">
                  <a:solidFill>
                    <a:sysClr val="windowText" lastClr="000000"/>
                  </a:solidFill>
                  <a:latin typeface="+mj-lt"/>
                </a:rPr>
                <a:t> </a:t>
              </a:r>
              <a:r>
                <a:rPr lang="en-GB" sz="815" kern="0" dirty="0" err="1">
                  <a:solidFill>
                    <a:sysClr val="windowText" lastClr="000000"/>
                  </a:solidFill>
                  <a:latin typeface="+mj-lt"/>
                </a:rPr>
                <a:t>quis</a:t>
              </a:r>
              <a:r>
                <a:rPr lang="en-GB" sz="815" kern="0" dirty="0">
                  <a:solidFill>
                    <a:sysClr val="windowText" lastClr="000000"/>
                  </a:solidFill>
                  <a:latin typeface="+mj-lt"/>
                </a:rPr>
                <a:t>, </a:t>
              </a:r>
              <a:r>
                <a:rPr lang="en-GB" sz="815" kern="0" dirty="0" err="1">
                  <a:solidFill>
                    <a:sysClr val="windowText" lastClr="000000"/>
                  </a:solidFill>
                  <a:latin typeface="+mj-lt"/>
                </a:rPr>
                <a:t>pellentesque</a:t>
              </a:r>
              <a:r>
                <a:rPr lang="en-GB" sz="815" kern="0" dirty="0">
                  <a:solidFill>
                    <a:sysClr val="windowText" lastClr="000000"/>
                  </a:solidFill>
                  <a:latin typeface="+mj-lt"/>
                </a:rPr>
                <a:t> a, </a:t>
              </a:r>
              <a:r>
                <a:rPr lang="en-GB" sz="815" kern="0" dirty="0" err="1">
                  <a:solidFill>
                    <a:sysClr val="windowText" lastClr="000000"/>
                  </a:solidFill>
                  <a:latin typeface="+mj-lt"/>
                </a:rPr>
                <a:t>eros</a:t>
              </a:r>
              <a:r>
                <a:rPr lang="en-GB" sz="815" kern="0" dirty="0">
                  <a:solidFill>
                    <a:sysClr val="windowText" lastClr="000000"/>
                  </a:solidFill>
                  <a:latin typeface="+mj-lt"/>
                </a:rPr>
                <a:t>. </a:t>
              </a:r>
              <a:endParaRPr lang="en-GB" sz="815" kern="0" dirty="0">
                <a:solidFill>
                  <a:sysClr val="windowText" lastClr="000000"/>
                </a:solidFill>
                <a:latin typeface="+mj-lt"/>
              </a:endParaRPr>
            </a:p>
          </p:txBody>
        </p:sp>
        <p:sp>
          <p:nvSpPr>
            <p:cNvPr id="81" name="Text Box 7"/>
            <p:cNvSpPr txBox="1">
              <a:spLocks noChangeArrowheads="1"/>
            </p:cNvSpPr>
            <p:nvPr/>
          </p:nvSpPr>
          <p:spPr bwMode="blackWhite">
            <a:xfrm>
              <a:off x="6354812" y="2231291"/>
              <a:ext cx="1596105" cy="506667"/>
            </a:xfrm>
            <a:prstGeom prst="rect">
              <a:avLst/>
            </a:prstGeom>
            <a:noFill/>
            <a:ln w="9525" algn="ctr">
              <a:noFill/>
              <a:miter lim="800000"/>
            </a:ln>
          </p:spPr>
          <p:txBody>
            <a:bodyPr wrap="square" lIns="0" tIns="0" rIns="0" bIns="0">
              <a:noAutofit/>
            </a:bodyPr>
            <a:lstStyle/>
            <a:p>
              <a:pPr>
                <a:spcBef>
                  <a:spcPct val="50000"/>
                </a:spcBef>
              </a:pPr>
              <a:r>
                <a:rPr lang="en-GB" sz="1180" kern="0" dirty="0">
                  <a:solidFill>
                    <a:schemeClr val="accent4"/>
                  </a:solidFill>
                  <a:latin typeface="+mj-lt"/>
                </a:rPr>
                <a:t>Section title</a:t>
              </a:r>
              <a:endParaRPr lang="en-GB" sz="1180" kern="0" dirty="0">
                <a:solidFill>
                  <a:schemeClr val="accent4"/>
                </a:solidFill>
                <a:latin typeface="+mj-lt"/>
              </a:endParaRPr>
            </a:p>
          </p:txBody>
        </p:sp>
        <p:sp>
          <p:nvSpPr>
            <p:cNvPr id="82" name="Rectangle 6"/>
            <p:cNvSpPr>
              <a:spLocks noChangeArrowheads="1"/>
            </p:cNvSpPr>
            <p:nvPr/>
          </p:nvSpPr>
          <p:spPr bwMode="blackWhite">
            <a:xfrm>
              <a:off x="7794972" y="3436427"/>
              <a:ext cx="1974014" cy="704971"/>
            </a:xfrm>
            <a:prstGeom prst="rect">
              <a:avLst/>
            </a:prstGeom>
            <a:noFill/>
            <a:ln w="9525" algn="ctr">
              <a:noFill/>
              <a:miter lim="800000"/>
            </a:ln>
          </p:spPr>
          <p:txBody>
            <a:bodyPr wrap="square" lIns="0" tIns="0" rIns="0" bIns="0">
              <a:noAutofit/>
            </a:bodyPr>
            <a:lstStyle/>
            <a:p>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consectetuer</a:t>
              </a:r>
              <a:r>
                <a:rPr lang="en-GB" sz="815" dirty="0">
                  <a:solidFill>
                    <a:srgbClr val="000000"/>
                  </a:solidFill>
                  <a:latin typeface="+mj-lt"/>
                </a:rPr>
                <a:t> </a:t>
              </a:r>
              <a:r>
                <a:rPr lang="en-GB" sz="815" dirty="0" err="1">
                  <a:solidFill>
                    <a:srgbClr val="000000"/>
                  </a:solidFill>
                  <a:latin typeface="+mj-lt"/>
                </a:rPr>
                <a:t>ullamcorper</a:t>
              </a:r>
              <a:r>
                <a:rPr lang="en-GB" sz="815" dirty="0">
                  <a:solidFill>
                    <a:srgbClr val="000000"/>
                  </a:solidFill>
                  <a:latin typeface="+mj-lt"/>
                </a:rPr>
                <a:t> quam. </a:t>
              </a:r>
              <a:r>
                <a:rPr lang="en-GB" sz="815" dirty="0" err="1">
                  <a:solidFill>
                    <a:srgbClr val="000000"/>
                  </a:solidFill>
                  <a:latin typeface="+mj-lt"/>
                </a:rPr>
                <a:t>Morbi</a:t>
              </a:r>
              <a:r>
                <a:rPr lang="en-GB" sz="815" dirty="0">
                  <a:solidFill>
                    <a:srgbClr val="000000"/>
                  </a:solidFill>
                  <a:latin typeface="+mj-lt"/>
                </a:rPr>
                <a:t> </a:t>
              </a:r>
              <a:r>
                <a:rPr lang="en-GB" sz="815" dirty="0" err="1">
                  <a:solidFill>
                    <a:srgbClr val="000000"/>
                  </a:solidFill>
                  <a:latin typeface="+mj-lt"/>
                </a:rPr>
                <a:t>tincidunt</a:t>
              </a:r>
              <a:r>
                <a:rPr lang="en-GB" sz="815" dirty="0">
                  <a:solidFill>
                    <a:srgbClr val="000000"/>
                  </a:solidFill>
                  <a:latin typeface="+mj-lt"/>
                </a:rPr>
                <a:t> mi </a:t>
              </a:r>
              <a:r>
                <a:rPr lang="en-GB" sz="815" dirty="0" err="1">
                  <a:solidFill>
                    <a:srgbClr val="000000"/>
                  </a:solidFill>
                  <a:latin typeface="+mj-lt"/>
                </a:rPr>
                <a:t>ut</a:t>
              </a:r>
              <a:r>
                <a:rPr lang="en-GB" sz="815" dirty="0">
                  <a:solidFill>
                    <a:srgbClr val="000000"/>
                  </a:solidFill>
                  <a:latin typeface="+mj-lt"/>
                </a:rPr>
                <a:t> </a:t>
              </a:r>
              <a:r>
                <a:rPr lang="en-GB" sz="815" dirty="0" err="1">
                  <a:solidFill>
                    <a:srgbClr val="000000"/>
                  </a:solidFill>
                  <a:latin typeface="+mj-lt"/>
                </a:rPr>
                <a:t>diam</a:t>
              </a:r>
              <a:r>
                <a:rPr lang="en-GB" sz="815" dirty="0">
                  <a:solidFill>
                    <a:srgbClr val="000000"/>
                  </a:solidFill>
                  <a:latin typeface="+mj-lt"/>
                </a:rPr>
                <a:t> </a:t>
              </a:r>
              <a:r>
                <a:rPr lang="en-GB" sz="815" dirty="0" err="1">
                  <a:solidFill>
                    <a:srgbClr val="000000"/>
                  </a:solidFill>
                  <a:latin typeface="+mj-lt"/>
                </a:rPr>
                <a:t>ultricies</a:t>
              </a:r>
              <a:r>
                <a:rPr lang="en-GB" sz="815" dirty="0">
                  <a:solidFill>
                    <a:srgbClr val="000000"/>
                  </a:solidFill>
                  <a:latin typeface="+mj-lt"/>
                </a:rPr>
                <a:t> non, </a:t>
              </a:r>
              <a:r>
                <a:rPr lang="en-GB" sz="815" dirty="0" err="1">
                  <a:solidFill>
                    <a:srgbClr val="000000"/>
                  </a:solidFill>
                  <a:latin typeface="+mj-lt"/>
                </a:rPr>
                <a:t>hendrerit</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pellentesque</a:t>
              </a:r>
              <a:r>
                <a:rPr lang="en-GB" sz="815" dirty="0">
                  <a:solidFill>
                    <a:srgbClr val="000000"/>
                  </a:solidFill>
                  <a:latin typeface="+mj-lt"/>
                </a:rPr>
                <a:t> a, </a:t>
              </a:r>
              <a:r>
                <a:rPr lang="en-GB" sz="815" dirty="0" err="1">
                  <a:solidFill>
                    <a:srgbClr val="000000"/>
                  </a:solidFill>
                  <a:latin typeface="+mj-lt"/>
                </a:rPr>
                <a:t>eros</a:t>
              </a:r>
              <a:r>
                <a:rPr lang="en-GB" sz="815" dirty="0">
                  <a:solidFill>
                    <a:srgbClr val="000000"/>
                  </a:solidFill>
                  <a:latin typeface="+mj-lt"/>
                </a:rPr>
                <a:t>. </a:t>
              </a:r>
              <a:r>
                <a:rPr lang="en-GB" sz="815" dirty="0" err="1">
                  <a:solidFill>
                    <a:srgbClr val="000000"/>
                  </a:solidFill>
                  <a:latin typeface="+mj-lt"/>
                </a:rPr>
                <a:t>Aenean</a:t>
              </a:r>
              <a:r>
                <a:rPr lang="en-GB" sz="815" dirty="0">
                  <a:solidFill>
                    <a:srgbClr val="000000"/>
                  </a:solidFill>
                  <a:latin typeface="+mj-lt"/>
                </a:rPr>
                <a:t> non </a:t>
              </a:r>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massa</a:t>
              </a:r>
              <a:r>
                <a:rPr lang="en-GB" sz="815" dirty="0">
                  <a:solidFill>
                    <a:srgbClr val="000000"/>
                  </a:solidFill>
                  <a:latin typeface="+mj-lt"/>
                </a:rPr>
                <a:t> </a:t>
              </a:r>
              <a:r>
                <a:rPr lang="en-GB" sz="815" dirty="0" err="1">
                  <a:solidFill>
                    <a:srgbClr val="000000"/>
                  </a:solidFill>
                  <a:latin typeface="+mj-lt"/>
                </a:rPr>
                <a:t>varius</a:t>
              </a:r>
              <a:r>
                <a:rPr lang="en-GB" sz="815" dirty="0">
                  <a:solidFill>
                    <a:srgbClr val="000000"/>
                  </a:solidFill>
                  <a:latin typeface="+mj-lt"/>
                </a:rPr>
                <a:t> tempus. </a:t>
              </a:r>
              <a:endParaRPr lang="en-GB" sz="815" dirty="0">
                <a:solidFill>
                  <a:srgbClr val="000000"/>
                </a:solidFill>
                <a:latin typeface="+mj-lt"/>
              </a:endParaRPr>
            </a:p>
          </p:txBody>
        </p:sp>
        <p:sp>
          <p:nvSpPr>
            <p:cNvPr id="83" name="Text Box 7"/>
            <p:cNvSpPr txBox="1">
              <a:spLocks noChangeArrowheads="1"/>
            </p:cNvSpPr>
            <p:nvPr/>
          </p:nvSpPr>
          <p:spPr bwMode="blackWhite">
            <a:xfrm>
              <a:off x="7794972" y="3204567"/>
              <a:ext cx="1575684" cy="506667"/>
            </a:xfrm>
            <a:prstGeom prst="rect">
              <a:avLst/>
            </a:prstGeom>
            <a:noFill/>
            <a:ln w="9525" algn="ctr">
              <a:noFill/>
              <a:miter lim="800000"/>
            </a:ln>
          </p:spPr>
          <p:txBody>
            <a:bodyPr wrap="square" lIns="0" tIns="0" rIns="0" bIns="0">
              <a:noAutofit/>
            </a:bodyPr>
            <a:lstStyle/>
            <a:p>
              <a:pPr>
                <a:spcBef>
                  <a:spcPct val="50000"/>
                </a:spcBef>
              </a:pPr>
              <a:r>
                <a:rPr lang="en-GB" sz="1180" kern="0" dirty="0">
                  <a:solidFill>
                    <a:schemeClr val="accent6"/>
                  </a:solidFill>
                  <a:latin typeface="+mj-lt"/>
                </a:rPr>
                <a:t>Section title</a:t>
              </a:r>
              <a:endParaRPr lang="en-GB" sz="1180" kern="0" dirty="0">
                <a:solidFill>
                  <a:schemeClr val="accent6"/>
                </a:solidFill>
                <a:latin typeface="+mj-lt"/>
              </a:endParaRPr>
            </a:p>
          </p:txBody>
        </p:sp>
        <p:sp>
          <p:nvSpPr>
            <p:cNvPr id="84" name="Rectangle 6"/>
            <p:cNvSpPr>
              <a:spLocks noChangeArrowheads="1"/>
            </p:cNvSpPr>
            <p:nvPr/>
          </p:nvSpPr>
          <p:spPr bwMode="blackWhite">
            <a:xfrm>
              <a:off x="7775898" y="4944837"/>
              <a:ext cx="1974013" cy="704971"/>
            </a:xfrm>
            <a:prstGeom prst="rect">
              <a:avLst/>
            </a:prstGeom>
            <a:noFill/>
            <a:ln w="9525" algn="ctr">
              <a:noFill/>
              <a:miter lim="800000"/>
            </a:ln>
          </p:spPr>
          <p:txBody>
            <a:bodyPr wrap="square" lIns="0" tIns="0" rIns="0" bIns="0">
              <a:noAutofit/>
            </a:bodyPr>
            <a:lstStyle/>
            <a:p>
              <a:pPr lvl="0"/>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consectetuer</a:t>
              </a:r>
              <a:r>
                <a:rPr lang="en-GB" sz="815" dirty="0">
                  <a:solidFill>
                    <a:srgbClr val="000000"/>
                  </a:solidFill>
                  <a:latin typeface="+mj-lt"/>
                </a:rPr>
                <a:t> </a:t>
              </a:r>
              <a:r>
                <a:rPr lang="en-GB" sz="815" dirty="0" err="1">
                  <a:solidFill>
                    <a:srgbClr val="000000"/>
                  </a:solidFill>
                  <a:latin typeface="+mj-lt"/>
                </a:rPr>
                <a:t>ullamcorper</a:t>
              </a:r>
              <a:r>
                <a:rPr lang="en-GB" sz="815" dirty="0">
                  <a:solidFill>
                    <a:srgbClr val="000000"/>
                  </a:solidFill>
                  <a:latin typeface="+mj-lt"/>
                </a:rPr>
                <a:t> quam. </a:t>
              </a:r>
              <a:r>
                <a:rPr lang="en-GB" sz="815" dirty="0" err="1">
                  <a:solidFill>
                    <a:srgbClr val="000000"/>
                  </a:solidFill>
                  <a:latin typeface="+mj-lt"/>
                </a:rPr>
                <a:t>Morbi</a:t>
              </a:r>
              <a:r>
                <a:rPr lang="en-GB" sz="815" dirty="0">
                  <a:solidFill>
                    <a:srgbClr val="000000"/>
                  </a:solidFill>
                  <a:latin typeface="+mj-lt"/>
                </a:rPr>
                <a:t> </a:t>
              </a:r>
              <a:r>
                <a:rPr lang="en-GB" sz="815" dirty="0" err="1">
                  <a:solidFill>
                    <a:srgbClr val="000000"/>
                  </a:solidFill>
                  <a:latin typeface="+mj-lt"/>
                </a:rPr>
                <a:t>tincidunt</a:t>
              </a:r>
              <a:r>
                <a:rPr lang="en-GB" sz="815" dirty="0">
                  <a:solidFill>
                    <a:srgbClr val="000000"/>
                  </a:solidFill>
                  <a:latin typeface="+mj-lt"/>
                </a:rPr>
                <a:t> mi </a:t>
              </a:r>
              <a:r>
                <a:rPr lang="en-GB" sz="815" dirty="0" err="1">
                  <a:solidFill>
                    <a:srgbClr val="000000"/>
                  </a:solidFill>
                  <a:latin typeface="+mj-lt"/>
                </a:rPr>
                <a:t>ut</a:t>
              </a:r>
              <a:r>
                <a:rPr lang="en-GB" sz="815" dirty="0">
                  <a:solidFill>
                    <a:srgbClr val="000000"/>
                  </a:solidFill>
                  <a:latin typeface="+mj-lt"/>
                </a:rPr>
                <a:t> </a:t>
              </a:r>
              <a:r>
                <a:rPr lang="en-GB" sz="815" dirty="0" err="1">
                  <a:solidFill>
                    <a:srgbClr val="000000"/>
                  </a:solidFill>
                  <a:latin typeface="+mj-lt"/>
                </a:rPr>
                <a:t>diam</a:t>
              </a:r>
              <a:r>
                <a:rPr lang="en-GB" sz="815" dirty="0">
                  <a:solidFill>
                    <a:srgbClr val="000000"/>
                  </a:solidFill>
                  <a:latin typeface="+mj-lt"/>
                </a:rPr>
                <a:t> </a:t>
              </a:r>
              <a:r>
                <a:rPr lang="en-GB" sz="815" dirty="0" err="1">
                  <a:solidFill>
                    <a:srgbClr val="000000"/>
                  </a:solidFill>
                  <a:latin typeface="+mj-lt"/>
                </a:rPr>
                <a:t>ultricies</a:t>
              </a:r>
              <a:r>
                <a:rPr lang="en-GB" sz="815" dirty="0">
                  <a:solidFill>
                    <a:srgbClr val="000000"/>
                  </a:solidFill>
                  <a:latin typeface="+mj-lt"/>
                </a:rPr>
                <a:t> non, </a:t>
              </a:r>
              <a:r>
                <a:rPr lang="en-GB" sz="815" dirty="0" err="1">
                  <a:solidFill>
                    <a:srgbClr val="000000"/>
                  </a:solidFill>
                  <a:latin typeface="+mj-lt"/>
                </a:rPr>
                <a:t>hendrerit</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pellentesque</a:t>
              </a:r>
              <a:r>
                <a:rPr lang="en-GB" sz="815" dirty="0">
                  <a:solidFill>
                    <a:srgbClr val="000000"/>
                  </a:solidFill>
                  <a:latin typeface="+mj-lt"/>
                </a:rPr>
                <a:t> a, </a:t>
              </a:r>
              <a:r>
                <a:rPr lang="en-GB" sz="815" dirty="0" err="1">
                  <a:solidFill>
                    <a:srgbClr val="000000"/>
                  </a:solidFill>
                  <a:latin typeface="+mj-lt"/>
                </a:rPr>
                <a:t>eros</a:t>
              </a:r>
              <a:r>
                <a:rPr lang="en-GB" sz="815" dirty="0">
                  <a:solidFill>
                    <a:srgbClr val="000000"/>
                  </a:solidFill>
                  <a:latin typeface="+mj-lt"/>
                </a:rPr>
                <a:t>. </a:t>
              </a:r>
              <a:r>
                <a:rPr lang="en-GB" sz="815" dirty="0" err="1">
                  <a:solidFill>
                    <a:srgbClr val="000000"/>
                  </a:solidFill>
                  <a:latin typeface="+mj-lt"/>
                </a:rPr>
                <a:t>Aenean</a:t>
              </a:r>
              <a:r>
                <a:rPr lang="en-GB" sz="815" dirty="0">
                  <a:solidFill>
                    <a:srgbClr val="000000"/>
                  </a:solidFill>
                  <a:latin typeface="+mj-lt"/>
                </a:rPr>
                <a:t> non </a:t>
              </a:r>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massa</a:t>
              </a:r>
              <a:r>
                <a:rPr lang="en-GB" sz="815" dirty="0">
                  <a:solidFill>
                    <a:srgbClr val="000000"/>
                  </a:solidFill>
                  <a:latin typeface="+mj-lt"/>
                </a:rPr>
                <a:t> </a:t>
              </a:r>
              <a:r>
                <a:rPr lang="en-GB" sz="815" dirty="0" err="1">
                  <a:solidFill>
                    <a:srgbClr val="000000"/>
                  </a:solidFill>
                  <a:latin typeface="+mj-lt"/>
                </a:rPr>
                <a:t>varius</a:t>
              </a:r>
              <a:r>
                <a:rPr lang="en-GB" sz="815" dirty="0">
                  <a:solidFill>
                    <a:srgbClr val="000000"/>
                  </a:solidFill>
                  <a:latin typeface="+mj-lt"/>
                </a:rPr>
                <a:t> tempus. </a:t>
              </a:r>
              <a:endParaRPr lang="en-GB" sz="815" kern="0" dirty="0" smtClean="0">
                <a:solidFill>
                  <a:sysClr val="windowText" lastClr="000000"/>
                </a:solidFill>
                <a:latin typeface="+mj-lt"/>
              </a:endParaRPr>
            </a:p>
          </p:txBody>
        </p:sp>
        <p:sp>
          <p:nvSpPr>
            <p:cNvPr id="85" name="Text Box 7"/>
            <p:cNvSpPr txBox="1">
              <a:spLocks noChangeArrowheads="1"/>
            </p:cNvSpPr>
            <p:nvPr/>
          </p:nvSpPr>
          <p:spPr bwMode="blackWhite">
            <a:xfrm>
              <a:off x="7775898" y="4724938"/>
              <a:ext cx="1993088" cy="506667"/>
            </a:xfrm>
            <a:prstGeom prst="rect">
              <a:avLst/>
            </a:prstGeom>
            <a:noFill/>
            <a:ln w="9525" algn="ctr">
              <a:noFill/>
              <a:miter lim="800000"/>
            </a:ln>
          </p:spPr>
          <p:txBody>
            <a:bodyPr wrap="square" lIns="0" tIns="0" rIns="0" bIns="0">
              <a:noAutofit/>
            </a:bodyPr>
            <a:lstStyle/>
            <a:p>
              <a:pPr>
                <a:spcBef>
                  <a:spcPct val="50000"/>
                </a:spcBef>
              </a:pPr>
              <a:r>
                <a:rPr lang="en-GB" sz="1180" kern="0" dirty="0">
                  <a:solidFill>
                    <a:schemeClr val="accent1"/>
                  </a:solidFill>
                  <a:latin typeface="+mj-lt"/>
                </a:rPr>
                <a:t>Section title</a:t>
              </a:r>
              <a:endParaRPr lang="en-GB" sz="1180" kern="0" dirty="0">
                <a:solidFill>
                  <a:schemeClr val="accent1"/>
                </a:solidFill>
                <a:latin typeface="+mj-lt"/>
              </a:endParaRPr>
            </a:p>
          </p:txBody>
        </p:sp>
        <p:sp>
          <p:nvSpPr>
            <p:cNvPr id="86" name="Freeform 186"/>
            <p:cNvSpPr/>
            <p:nvPr/>
          </p:nvSpPr>
          <p:spPr bwMode="auto">
            <a:xfrm>
              <a:off x="737386" y="4457086"/>
              <a:ext cx="2758817" cy="1458000"/>
            </a:xfrm>
            <a:custGeom>
              <a:avLst/>
              <a:gdLst>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7730 w 10000"/>
                <a:gd name="connsiteY4" fmla="*/ 5000 h 10000"/>
                <a:gd name="connsiteX5" fmla="*/ 10000 w 10000"/>
                <a:gd name="connsiteY5" fmla="*/ 0 h 10000"/>
                <a:gd name="connsiteX6" fmla="*/ 0 w 10000"/>
                <a:gd name="connsiteY6" fmla="*/ 0 h 10000"/>
                <a:gd name="connsiteX7" fmla="*/ 0 w 10000"/>
                <a:gd name="connsiteY7" fmla="*/ 0 h 10000"/>
                <a:gd name="connsiteX0-1" fmla="*/ 0 w 10000"/>
                <a:gd name="connsiteY0-2" fmla="*/ 0 h 10000"/>
                <a:gd name="connsiteX1-3" fmla="*/ 0 w 10000"/>
                <a:gd name="connsiteY1-4" fmla="*/ 10000 h 10000"/>
                <a:gd name="connsiteX2-5" fmla="*/ 10000 w 10000"/>
                <a:gd name="connsiteY2-6" fmla="*/ 10000 h 10000"/>
                <a:gd name="connsiteX3-7" fmla="*/ 10000 w 10000"/>
                <a:gd name="connsiteY3-8" fmla="*/ 10000 h 10000"/>
                <a:gd name="connsiteX4-9" fmla="*/ 8403 w 10000"/>
                <a:gd name="connsiteY4-10" fmla="*/ 5047 h 10000"/>
                <a:gd name="connsiteX5-11" fmla="*/ 10000 w 10000"/>
                <a:gd name="connsiteY5-12" fmla="*/ 0 h 10000"/>
                <a:gd name="connsiteX6-13" fmla="*/ 0 w 10000"/>
                <a:gd name="connsiteY6-14" fmla="*/ 0 h 10000"/>
                <a:gd name="connsiteX7-15" fmla="*/ 0 w 10000"/>
                <a:gd name="connsiteY7-16" fmla="*/ 0 h 10000"/>
                <a:gd name="connsiteX0-17" fmla="*/ 0 w 10000"/>
                <a:gd name="connsiteY0-18" fmla="*/ 0 h 10000"/>
                <a:gd name="connsiteX1-19" fmla="*/ 0 w 10000"/>
                <a:gd name="connsiteY1-20" fmla="*/ 10000 h 10000"/>
                <a:gd name="connsiteX2-21" fmla="*/ 10000 w 10000"/>
                <a:gd name="connsiteY2-22" fmla="*/ 10000 h 10000"/>
                <a:gd name="connsiteX3-23" fmla="*/ 10000 w 10000"/>
                <a:gd name="connsiteY3-24" fmla="*/ 10000 h 10000"/>
                <a:gd name="connsiteX4-25" fmla="*/ 8529 w 10000"/>
                <a:gd name="connsiteY4-26" fmla="*/ 5047 h 10000"/>
                <a:gd name="connsiteX5-27" fmla="*/ 10000 w 10000"/>
                <a:gd name="connsiteY5-28" fmla="*/ 0 h 10000"/>
                <a:gd name="connsiteX6-29" fmla="*/ 0 w 10000"/>
                <a:gd name="connsiteY6-30" fmla="*/ 0 h 10000"/>
                <a:gd name="connsiteX7-31" fmla="*/ 0 w 10000"/>
                <a:gd name="connsiteY7-32" fmla="*/ 0 h 10000"/>
                <a:gd name="connsiteX0-33" fmla="*/ 0 w 10000"/>
                <a:gd name="connsiteY0-34" fmla="*/ 0 h 10000"/>
                <a:gd name="connsiteX1-35" fmla="*/ 0 w 10000"/>
                <a:gd name="connsiteY1-36" fmla="*/ 10000 h 10000"/>
                <a:gd name="connsiteX2-37" fmla="*/ 10000 w 10000"/>
                <a:gd name="connsiteY2-38" fmla="*/ 10000 h 10000"/>
                <a:gd name="connsiteX3-39" fmla="*/ 10000 w 10000"/>
                <a:gd name="connsiteY3-40" fmla="*/ 10000 h 10000"/>
                <a:gd name="connsiteX4-41" fmla="*/ 8363 w 10000"/>
                <a:gd name="connsiteY4-42" fmla="*/ 5153 h 10000"/>
                <a:gd name="connsiteX5-43" fmla="*/ 10000 w 10000"/>
                <a:gd name="connsiteY5-44" fmla="*/ 0 h 10000"/>
                <a:gd name="connsiteX6-45" fmla="*/ 0 w 10000"/>
                <a:gd name="connsiteY6-46" fmla="*/ 0 h 10000"/>
                <a:gd name="connsiteX7-47" fmla="*/ 0 w 10000"/>
                <a:gd name="connsiteY7-48" fmla="*/ 0 h 10000"/>
                <a:gd name="connsiteX0-49" fmla="*/ 0 w 10000"/>
                <a:gd name="connsiteY0-50" fmla="*/ 0 h 10000"/>
                <a:gd name="connsiteX1-51" fmla="*/ 0 w 10000"/>
                <a:gd name="connsiteY1-52" fmla="*/ 10000 h 10000"/>
                <a:gd name="connsiteX2-53" fmla="*/ 10000 w 10000"/>
                <a:gd name="connsiteY2-54" fmla="*/ 10000 h 10000"/>
                <a:gd name="connsiteX3-55" fmla="*/ 10000 w 10000"/>
                <a:gd name="connsiteY3-56" fmla="*/ 10000 h 10000"/>
                <a:gd name="connsiteX4-57" fmla="*/ 8489 w 10000"/>
                <a:gd name="connsiteY4-58" fmla="*/ 5093 h 10000"/>
                <a:gd name="connsiteX5-59" fmla="*/ 10000 w 10000"/>
                <a:gd name="connsiteY5-60" fmla="*/ 0 h 10000"/>
                <a:gd name="connsiteX6-61" fmla="*/ 0 w 10000"/>
                <a:gd name="connsiteY6-62" fmla="*/ 0 h 10000"/>
                <a:gd name="connsiteX7-63" fmla="*/ 0 w 10000"/>
                <a:gd name="connsiteY7-64" fmla="*/ 0 h 10000"/>
                <a:gd name="connsiteX0-65" fmla="*/ 0 w 10000"/>
                <a:gd name="connsiteY0-66" fmla="*/ 0 h 10000"/>
                <a:gd name="connsiteX1-67" fmla="*/ 0 w 10000"/>
                <a:gd name="connsiteY1-68" fmla="*/ 10000 h 10000"/>
                <a:gd name="connsiteX2-69" fmla="*/ 10000 w 10000"/>
                <a:gd name="connsiteY2-70" fmla="*/ 10000 h 10000"/>
                <a:gd name="connsiteX3-71" fmla="*/ 10000 w 10000"/>
                <a:gd name="connsiteY3-72" fmla="*/ 10000 h 10000"/>
                <a:gd name="connsiteX4-73" fmla="*/ 8291 w 10000"/>
                <a:gd name="connsiteY4-74" fmla="*/ 4919 h 10000"/>
                <a:gd name="connsiteX5-75" fmla="*/ 10000 w 10000"/>
                <a:gd name="connsiteY5-76" fmla="*/ 0 h 10000"/>
                <a:gd name="connsiteX6-77" fmla="*/ 0 w 10000"/>
                <a:gd name="connsiteY6-78" fmla="*/ 0 h 10000"/>
                <a:gd name="connsiteX7-79" fmla="*/ 0 w 10000"/>
                <a:gd name="connsiteY7-80" fmla="*/ 0 h 10000"/>
                <a:gd name="connsiteX0-81" fmla="*/ 0 w 10000"/>
                <a:gd name="connsiteY0-82" fmla="*/ 0 h 10000"/>
                <a:gd name="connsiteX1-83" fmla="*/ 0 w 10000"/>
                <a:gd name="connsiteY1-84" fmla="*/ 10000 h 10000"/>
                <a:gd name="connsiteX2-85" fmla="*/ 10000 w 10000"/>
                <a:gd name="connsiteY2-86" fmla="*/ 10000 h 10000"/>
                <a:gd name="connsiteX3-87" fmla="*/ 10000 w 10000"/>
                <a:gd name="connsiteY3-88" fmla="*/ 10000 h 10000"/>
                <a:gd name="connsiteX4-89" fmla="*/ 8417 w 10000"/>
                <a:gd name="connsiteY4-90" fmla="*/ 4979 h 10000"/>
                <a:gd name="connsiteX5-91" fmla="*/ 10000 w 10000"/>
                <a:gd name="connsiteY5-92" fmla="*/ 0 h 10000"/>
                <a:gd name="connsiteX6-93" fmla="*/ 0 w 10000"/>
                <a:gd name="connsiteY6-94" fmla="*/ 0 h 10000"/>
                <a:gd name="connsiteX7-95" fmla="*/ 0 w 10000"/>
                <a:gd name="connsiteY7-96" fmla="*/ 0 h 10000"/>
                <a:gd name="connsiteX0-97" fmla="*/ 0 w 10000"/>
                <a:gd name="connsiteY0-98" fmla="*/ 0 h 10000"/>
                <a:gd name="connsiteX1-99" fmla="*/ 0 w 10000"/>
                <a:gd name="connsiteY1-100" fmla="*/ 10000 h 10000"/>
                <a:gd name="connsiteX2-101" fmla="*/ 10000 w 10000"/>
                <a:gd name="connsiteY2-102" fmla="*/ 10000 h 10000"/>
                <a:gd name="connsiteX3-103" fmla="*/ 10000 w 10000"/>
                <a:gd name="connsiteY3-104" fmla="*/ 10000 h 10000"/>
                <a:gd name="connsiteX4-105" fmla="*/ 8575 w 10000"/>
                <a:gd name="connsiteY4-106" fmla="*/ 4979 h 10000"/>
                <a:gd name="connsiteX5-107" fmla="*/ 10000 w 10000"/>
                <a:gd name="connsiteY5-108" fmla="*/ 0 h 10000"/>
                <a:gd name="connsiteX6-109" fmla="*/ 0 w 10000"/>
                <a:gd name="connsiteY6-110" fmla="*/ 0 h 10000"/>
                <a:gd name="connsiteX7-111" fmla="*/ 0 w 10000"/>
                <a:gd name="connsiteY7-112" fmla="*/ 0 h 10000"/>
                <a:gd name="connsiteX0-113" fmla="*/ 0 w 10000"/>
                <a:gd name="connsiteY0-114" fmla="*/ 0 h 10000"/>
                <a:gd name="connsiteX1-115" fmla="*/ 0 w 10000"/>
                <a:gd name="connsiteY1-116" fmla="*/ 10000 h 10000"/>
                <a:gd name="connsiteX2-117" fmla="*/ 10000 w 10000"/>
                <a:gd name="connsiteY2-118" fmla="*/ 10000 h 10000"/>
                <a:gd name="connsiteX3-119" fmla="*/ 10000 w 10000"/>
                <a:gd name="connsiteY3-120" fmla="*/ 10000 h 10000"/>
                <a:gd name="connsiteX4-121" fmla="*/ 8480 w 10000"/>
                <a:gd name="connsiteY4-122" fmla="*/ 4860 h 10000"/>
                <a:gd name="connsiteX5-123" fmla="*/ 10000 w 10000"/>
                <a:gd name="connsiteY5-124" fmla="*/ 0 h 10000"/>
                <a:gd name="connsiteX6-125" fmla="*/ 0 w 10000"/>
                <a:gd name="connsiteY6-126" fmla="*/ 0 h 10000"/>
                <a:gd name="connsiteX7-127" fmla="*/ 0 w 10000"/>
                <a:gd name="connsiteY7-128" fmla="*/ 0 h 10000"/>
                <a:gd name="connsiteX0-129" fmla="*/ 0 w 10000"/>
                <a:gd name="connsiteY0-130" fmla="*/ 0 h 10000"/>
                <a:gd name="connsiteX1-131" fmla="*/ 0 w 10000"/>
                <a:gd name="connsiteY1-132" fmla="*/ 10000 h 10000"/>
                <a:gd name="connsiteX2-133" fmla="*/ 10000 w 10000"/>
                <a:gd name="connsiteY2-134" fmla="*/ 10000 h 10000"/>
                <a:gd name="connsiteX3-135" fmla="*/ 10000 w 10000"/>
                <a:gd name="connsiteY3-136" fmla="*/ 10000 h 10000"/>
                <a:gd name="connsiteX4-137" fmla="*/ 8448 w 10000"/>
                <a:gd name="connsiteY4-138" fmla="*/ 5159 h 10000"/>
                <a:gd name="connsiteX5-139" fmla="*/ 10000 w 10000"/>
                <a:gd name="connsiteY5-140" fmla="*/ 0 h 10000"/>
                <a:gd name="connsiteX6-141" fmla="*/ 0 w 10000"/>
                <a:gd name="connsiteY6-142" fmla="*/ 0 h 10000"/>
                <a:gd name="connsiteX7-143" fmla="*/ 0 w 10000"/>
                <a:gd name="connsiteY7-144" fmla="*/ 0 h 10000"/>
                <a:gd name="connsiteX0-145" fmla="*/ 0 w 10000"/>
                <a:gd name="connsiteY0-146" fmla="*/ 0 h 10000"/>
                <a:gd name="connsiteX1-147" fmla="*/ 0 w 10000"/>
                <a:gd name="connsiteY1-148" fmla="*/ 10000 h 10000"/>
                <a:gd name="connsiteX2-149" fmla="*/ 10000 w 10000"/>
                <a:gd name="connsiteY2-150" fmla="*/ 10000 h 10000"/>
                <a:gd name="connsiteX3-151" fmla="*/ 10000 w 10000"/>
                <a:gd name="connsiteY3-152" fmla="*/ 10000 h 10000"/>
                <a:gd name="connsiteX4-153" fmla="*/ 8416 w 10000"/>
                <a:gd name="connsiteY4-154" fmla="*/ 4920 h 10000"/>
                <a:gd name="connsiteX5-155" fmla="*/ 10000 w 10000"/>
                <a:gd name="connsiteY5-156" fmla="*/ 0 h 10000"/>
                <a:gd name="connsiteX6-157" fmla="*/ 0 w 10000"/>
                <a:gd name="connsiteY6-158" fmla="*/ 0 h 10000"/>
                <a:gd name="connsiteX7-159" fmla="*/ 0 w 10000"/>
                <a:gd name="connsiteY7-160" fmla="*/ 0 h 10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10000" h="10000">
                  <a:moveTo>
                    <a:pt x="0" y="0"/>
                  </a:moveTo>
                  <a:lnTo>
                    <a:pt x="0" y="10000"/>
                  </a:lnTo>
                  <a:lnTo>
                    <a:pt x="10000" y="10000"/>
                  </a:lnTo>
                  <a:lnTo>
                    <a:pt x="10000" y="10000"/>
                  </a:lnTo>
                  <a:lnTo>
                    <a:pt x="8416" y="4920"/>
                  </a:lnTo>
                  <a:lnTo>
                    <a:pt x="10000" y="0"/>
                  </a:lnTo>
                  <a:lnTo>
                    <a:pt x="0" y="0"/>
                  </a:lnTo>
                  <a:lnTo>
                    <a:pt x="0" y="0"/>
                  </a:lnTo>
                  <a:close/>
                </a:path>
              </a:pathLst>
            </a:custGeom>
            <a:noFill/>
            <a:ln w="9525">
              <a:solidFill>
                <a:schemeClr val="accent3"/>
              </a:solidFill>
              <a:prstDash val="solid"/>
              <a:round/>
            </a:ln>
          </p:spPr>
          <p:txBody>
            <a:bodyPr vert="horz" wrap="square" lIns="82938" tIns="41469" rIns="82938" bIns="41469" numCol="1" anchor="t" anchorCtr="0" compatLnSpc="1"/>
            <a:lstStyle/>
            <a:p>
              <a:endParaRPr lang="en-GB" sz="1815"/>
            </a:p>
          </p:txBody>
        </p:sp>
      </p:gr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Other shapes</a:t>
            </a:r>
            <a:br>
              <a:rPr lang="en-GB" dirty="0" smtClean="0"/>
            </a:br>
            <a:r>
              <a:rPr lang="en-GB" b="0" i="0" dirty="0" err="1" smtClean="0"/>
              <a:t>Octogan</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3" name="Group 26"/>
          <p:cNvGrpSpPr>
            <a:grpSpLocks noChangeAspect="1"/>
          </p:cNvGrpSpPr>
          <p:nvPr/>
        </p:nvGrpSpPr>
        <p:grpSpPr bwMode="auto">
          <a:xfrm>
            <a:off x="4990802" y="1901310"/>
            <a:ext cx="2285136" cy="2285137"/>
            <a:chOff x="1632" y="943"/>
            <a:chExt cx="2816" cy="2816"/>
          </a:xfrm>
          <a:solidFill>
            <a:schemeClr val="accent1"/>
          </a:solidFill>
        </p:grpSpPr>
        <p:sp>
          <p:nvSpPr>
            <p:cNvPr id="80" name="AutoShape 6"/>
            <p:cNvSpPr>
              <a:spLocks noChangeAspect="1" noChangeArrowheads="1"/>
            </p:cNvSpPr>
            <p:nvPr/>
          </p:nvSpPr>
          <p:spPr bwMode="auto">
            <a:xfrm>
              <a:off x="1632" y="947"/>
              <a:ext cx="2812" cy="2812"/>
            </a:xfrm>
            <a:prstGeom prst="octagon">
              <a:avLst>
                <a:gd name="adj" fmla="val 29287"/>
              </a:avLst>
            </a:prstGeom>
            <a:grpFill/>
            <a:ln w="19050">
              <a:solidFill>
                <a:schemeClr val="bg1"/>
              </a:solidFill>
              <a:miter lim="800000"/>
            </a:ln>
          </p:spPr>
          <p:txBody>
            <a:bodyPr wrap="none" lIns="0" tIns="0" rIns="0" bIns="0" anchor="ctr"/>
            <a:lstStyle/>
            <a:p>
              <a:pPr algn="ctr"/>
              <a:r>
                <a:rPr lang="en-GB" sz="905">
                  <a:solidFill>
                    <a:schemeClr val="tx1"/>
                  </a:solidFill>
                  <a:latin typeface="Univers 45 Light" pitchFamily="2" charset="0"/>
                </a:rPr>
                <a:t>G</a:t>
              </a:r>
              <a:endParaRPr lang="en-GB" sz="905">
                <a:solidFill>
                  <a:schemeClr val="tx1"/>
                </a:solidFill>
                <a:latin typeface="Univers 45 Light" pitchFamily="2" charset="0"/>
              </a:endParaRPr>
            </a:p>
          </p:txBody>
        </p:sp>
        <p:sp>
          <p:nvSpPr>
            <p:cNvPr id="81" name="Line 8"/>
            <p:cNvSpPr>
              <a:spLocks noChangeAspect="1" noChangeShapeType="1"/>
            </p:cNvSpPr>
            <p:nvPr/>
          </p:nvSpPr>
          <p:spPr bwMode="auto">
            <a:xfrm flipH="1">
              <a:off x="2454" y="2799"/>
              <a:ext cx="385" cy="954"/>
            </a:xfrm>
            <a:prstGeom prst="line">
              <a:avLst/>
            </a:prstGeom>
            <a:grpFill/>
            <a:ln w="19050">
              <a:solidFill>
                <a:schemeClr val="bg1"/>
              </a:solidFill>
              <a:round/>
            </a:ln>
          </p:spPr>
          <p:txBody>
            <a:bodyPr lIns="0" tIns="0" rIns="0" bIns="0" anchor="ctr"/>
            <a:lstStyle/>
            <a:p>
              <a:endParaRPr lang="en-GB" sz="1815"/>
            </a:p>
          </p:txBody>
        </p:sp>
        <p:sp>
          <p:nvSpPr>
            <p:cNvPr id="82" name="Line 9"/>
            <p:cNvSpPr>
              <a:spLocks noChangeAspect="1" noChangeShapeType="1"/>
            </p:cNvSpPr>
            <p:nvPr/>
          </p:nvSpPr>
          <p:spPr bwMode="auto">
            <a:xfrm>
              <a:off x="3217" y="2801"/>
              <a:ext cx="396" cy="954"/>
            </a:xfrm>
            <a:prstGeom prst="line">
              <a:avLst/>
            </a:prstGeom>
            <a:grpFill/>
            <a:ln w="19050">
              <a:solidFill>
                <a:schemeClr val="bg1"/>
              </a:solidFill>
              <a:round/>
            </a:ln>
          </p:spPr>
          <p:txBody>
            <a:bodyPr lIns="0" tIns="0" rIns="0" bIns="0" anchor="ctr"/>
            <a:lstStyle/>
            <a:p>
              <a:endParaRPr lang="en-GB" sz="1815"/>
            </a:p>
          </p:txBody>
        </p:sp>
        <p:sp>
          <p:nvSpPr>
            <p:cNvPr id="83" name="Line 10"/>
            <p:cNvSpPr>
              <a:spLocks noChangeAspect="1" noChangeShapeType="1"/>
            </p:cNvSpPr>
            <p:nvPr/>
          </p:nvSpPr>
          <p:spPr bwMode="auto">
            <a:xfrm flipV="1">
              <a:off x="1632" y="2537"/>
              <a:ext cx="947" cy="401"/>
            </a:xfrm>
            <a:prstGeom prst="line">
              <a:avLst/>
            </a:prstGeom>
            <a:grpFill/>
            <a:ln w="19050">
              <a:solidFill>
                <a:schemeClr val="bg1"/>
              </a:solidFill>
              <a:round/>
            </a:ln>
          </p:spPr>
          <p:txBody>
            <a:bodyPr lIns="0" tIns="0" rIns="0" bIns="0" anchor="ctr"/>
            <a:lstStyle/>
            <a:p>
              <a:endParaRPr lang="en-GB" sz="1815"/>
            </a:p>
          </p:txBody>
        </p:sp>
        <p:sp>
          <p:nvSpPr>
            <p:cNvPr id="84" name="Line 11"/>
            <p:cNvSpPr>
              <a:spLocks noChangeAspect="1" noChangeShapeType="1"/>
            </p:cNvSpPr>
            <p:nvPr/>
          </p:nvSpPr>
          <p:spPr bwMode="auto">
            <a:xfrm>
              <a:off x="1636" y="1771"/>
              <a:ext cx="945" cy="396"/>
            </a:xfrm>
            <a:prstGeom prst="line">
              <a:avLst/>
            </a:prstGeom>
            <a:grpFill/>
            <a:ln w="19050">
              <a:solidFill>
                <a:schemeClr val="bg1"/>
              </a:solidFill>
              <a:round/>
            </a:ln>
          </p:spPr>
          <p:txBody>
            <a:bodyPr lIns="0" tIns="0" rIns="0" bIns="0" anchor="ctr"/>
            <a:lstStyle/>
            <a:p>
              <a:endParaRPr lang="en-GB" sz="1815"/>
            </a:p>
          </p:txBody>
        </p:sp>
        <p:sp>
          <p:nvSpPr>
            <p:cNvPr id="85" name="Line 12"/>
            <p:cNvSpPr>
              <a:spLocks noChangeAspect="1" noChangeShapeType="1"/>
            </p:cNvSpPr>
            <p:nvPr/>
          </p:nvSpPr>
          <p:spPr bwMode="auto">
            <a:xfrm>
              <a:off x="2456" y="943"/>
              <a:ext cx="385" cy="954"/>
            </a:xfrm>
            <a:prstGeom prst="line">
              <a:avLst/>
            </a:prstGeom>
            <a:grpFill/>
            <a:ln w="19050">
              <a:solidFill>
                <a:schemeClr val="bg1"/>
              </a:solidFill>
              <a:round/>
            </a:ln>
          </p:spPr>
          <p:txBody>
            <a:bodyPr lIns="0" tIns="0" rIns="0" bIns="0" anchor="ctr"/>
            <a:lstStyle/>
            <a:p>
              <a:endParaRPr lang="en-GB" sz="1815"/>
            </a:p>
          </p:txBody>
        </p:sp>
        <p:sp>
          <p:nvSpPr>
            <p:cNvPr id="86" name="Line 13"/>
            <p:cNvSpPr>
              <a:spLocks noChangeAspect="1" noChangeShapeType="1"/>
            </p:cNvSpPr>
            <p:nvPr/>
          </p:nvSpPr>
          <p:spPr bwMode="auto">
            <a:xfrm flipV="1">
              <a:off x="3231" y="948"/>
              <a:ext cx="384" cy="958"/>
            </a:xfrm>
            <a:prstGeom prst="line">
              <a:avLst/>
            </a:prstGeom>
            <a:grpFill/>
            <a:ln w="19050">
              <a:solidFill>
                <a:schemeClr val="bg1"/>
              </a:solidFill>
              <a:round/>
            </a:ln>
          </p:spPr>
          <p:txBody>
            <a:bodyPr lIns="0" tIns="0" rIns="0" bIns="0" anchor="ctr"/>
            <a:lstStyle/>
            <a:p>
              <a:endParaRPr lang="en-GB" sz="1815"/>
            </a:p>
          </p:txBody>
        </p:sp>
        <p:sp>
          <p:nvSpPr>
            <p:cNvPr id="87" name="Line 14"/>
            <p:cNvSpPr>
              <a:spLocks noChangeAspect="1" noChangeShapeType="1"/>
            </p:cNvSpPr>
            <p:nvPr/>
          </p:nvSpPr>
          <p:spPr bwMode="auto">
            <a:xfrm>
              <a:off x="3489" y="2537"/>
              <a:ext cx="959" cy="397"/>
            </a:xfrm>
            <a:prstGeom prst="line">
              <a:avLst/>
            </a:prstGeom>
            <a:grpFill/>
            <a:ln w="19050">
              <a:solidFill>
                <a:schemeClr val="bg1"/>
              </a:solidFill>
              <a:round/>
            </a:ln>
          </p:spPr>
          <p:txBody>
            <a:bodyPr lIns="0" tIns="0" rIns="0" bIns="0" anchor="ctr"/>
            <a:lstStyle/>
            <a:p>
              <a:endParaRPr lang="en-GB" sz="1815"/>
            </a:p>
          </p:txBody>
        </p:sp>
        <p:sp>
          <p:nvSpPr>
            <p:cNvPr id="88" name="Line 15"/>
            <p:cNvSpPr>
              <a:spLocks noChangeAspect="1" noChangeShapeType="1"/>
            </p:cNvSpPr>
            <p:nvPr/>
          </p:nvSpPr>
          <p:spPr bwMode="auto">
            <a:xfrm flipV="1">
              <a:off x="3494" y="1773"/>
              <a:ext cx="946" cy="400"/>
            </a:xfrm>
            <a:prstGeom prst="line">
              <a:avLst/>
            </a:prstGeom>
            <a:grpFill/>
            <a:ln w="19050">
              <a:solidFill>
                <a:schemeClr val="bg1"/>
              </a:solidFill>
              <a:round/>
            </a:ln>
          </p:spPr>
          <p:txBody>
            <a:bodyPr lIns="0" tIns="0" rIns="0" bIns="0" anchor="ctr"/>
            <a:lstStyle/>
            <a:p>
              <a:endParaRPr lang="en-GB" sz="1815"/>
            </a:p>
          </p:txBody>
        </p:sp>
        <p:sp>
          <p:nvSpPr>
            <p:cNvPr id="89" name="AutoShape 7"/>
            <p:cNvSpPr>
              <a:spLocks noChangeAspect="1" noChangeArrowheads="1"/>
            </p:cNvSpPr>
            <p:nvPr/>
          </p:nvSpPr>
          <p:spPr bwMode="auto">
            <a:xfrm>
              <a:off x="2459" y="1775"/>
              <a:ext cx="1156" cy="1154"/>
            </a:xfrm>
            <a:prstGeom prst="octagon">
              <a:avLst>
                <a:gd name="adj" fmla="val 29287"/>
              </a:avLst>
            </a:prstGeom>
            <a:solidFill>
              <a:schemeClr val="bg2"/>
            </a:solidFill>
            <a:ln w="19050">
              <a:solidFill>
                <a:schemeClr val="bg1"/>
              </a:solidFill>
              <a:miter lim="800000"/>
            </a:ln>
          </p:spPr>
          <p:txBody>
            <a:bodyPr wrap="none" lIns="0" tIns="0" rIns="0" bIns="0" anchor="ctr"/>
            <a:lstStyle/>
            <a:p>
              <a:pPr algn="ctr"/>
              <a:endParaRPr lang="en-US" sz="1815" b="1">
                <a:solidFill>
                  <a:srgbClr val="0C306E"/>
                </a:solidFill>
                <a:latin typeface="Univers 45 Light" pitchFamily="2" charset="0"/>
              </a:endParaRPr>
            </a:p>
          </p:txBody>
        </p:sp>
      </p:grpSp>
      <p:grpSp>
        <p:nvGrpSpPr>
          <p:cNvPr id="4" name="Group 27"/>
          <p:cNvGrpSpPr>
            <a:grpSpLocks noChangeAspect="1"/>
          </p:cNvGrpSpPr>
          <p:nvPr/>
        </p:nvGrpSpPr>
        <p:grpSpPr bwMode="auto">
          <a:xfrm>
            <a:off x="6602584" y="3512044"/>
            <a:ext cx="2285137" cy="2285136"/>
            <a:chOff x="1632" y="943"/>
            <a:chExt cx="2816" cy="2816"/>
          </a:xfrm>
          <a:solidFill>
            <a:schemeClr val="accent5"/>
          </a:solidFill>
        </p:grpSpPr>
        <p:sp>
          <p:nvSpPr>
            <p:cNvPr id="91" name="AutoShape 28"/>
            <p:cNvSpPr>
              <a:spLocks noChangeAspect="1" noChangeArrowheads="1"/>
            </p:cNvSpPr>
            <p:nvPr/>
          </p:nvSpPr>
          <p:spPr bwMode="auto">
            <a:xfrm>
              <a:off x="1632" y="947"/>
              <a:ext cx="2812" cy="2812"/>
            </a:xfrm>
            <a:prstGeom prst="octagon">
              <a:avLst>
                <a:gd name="adj" fmla="val 29287"/>
              </a:avLst>
            </a:prstGeom>
            <a:grpFill/>
            <a:ln w="19050">
              <a:solidFill>
                <a:schemeClr val="bg1"/>
              </a:solidFill>
              <a:miter lim="800000"/>
            </a:ln>
          </p:spPr>
          <p:txBody>
            <a:bodyPr wrap="none" lIns="0" tIns="0" rIns="0" bIns="0" anchor="ctr"/>
            <a:lstStyle/>
            <a:p>
              <a:pPr algn="ctr"/>
              <a:r>
                <a:rPr lang="en-GB" sz="905">
                  <a:solidFill>
                    <a:schemeClr val="tx1"/>
                  </a:solidFill>
                  <a:latin typeface="Univers 45 Light" pitchFamily="2" charset="0"/>
                </a:rPr>
                <a:t>G</a:t>
              </a:r>
              <a:endParaRPr lang="en-GB" sz="905">
                <a:solidFill>
                  <a:schemeClr val="tx1"/>
                </a:solidFill>
                <a:latin typeface="Univers 45 Light" pitchFamily="2" charset="0"/>
              </a:endParaRPr>
            </a:p>
          </p:txBody>
        </p:sp>
        <p:sp>
          <p:nvSpPr>
            <p:cNvPr id="92" name="Line 29"/>
            <p:cNvSpPr>
              <a:spLocks noChangeAspect="1" noChangeShapeType="1"/>
            </p:cNvSpPr>
            <p:nvPr/>
          </p:nvSpPr>
          <p:spPr bwMode="auto">
            <a:xfrm flipH="1">
              <a:off x="2454" y="2799"/>
              <a:ext cx="385" cy="954"/>
            </a:xfrm>
            <a:prstGeom prst="line">
              <a:avLst/>
            </a:prstGeom>
            <a:grpFill/>
            <a:ln w="19050">
              <a:solidFill>
                <a:schemeClr val="bg1"/>
              </a:solidFill>
              <a:round/>
            </a:ln>
          </p:spPr>
          <p:txBody>
            <a:bodyPr lIns="0" tIns="0" rIns="0" bIns="0" anchor="ctr"/>
            <a:lstStyle/>
            <a:p>
              <a:endParaRPr lang="en-GB" sz="1815"/>
            </a:p>
          </p:txBody>
        </p:sp>
        <p:sp>
          <p:nvSpPr>
            <p:cNvPr id="93" name="Line 30"/>
            <p:cNvSpPr>
              <a:spLocks noChangeAspect="1" noChangeShapeType="1"/>
            </p:cNvSpPr>
            <p:nvPr/>
          </p:nvSpPr>
          <p:spPr bwMode="auto">
            <a:xfrm>
              <a:off x="3217" y="2801"/>
              <a:ext cx="396" cy="954"/>
            </a:xfrm>
            <a:prstGeom prst="line">
              <a:avLst/>
            </a:prstGeom>
            <a:grpFill/>
            <a:ln w="19050">
              <a:solidFill>
                <a:schemeClr val="bg1"/>
              </a:solidFill>
              <a:round/>
            </a:ln>
          </p:spPr>
          <p:txBody>
            <a:bodyPr lIns="0" tIns="0" rIns="0" bIns="0" anchor="ctr"/>
            <a:lstStyle/>
            <a:p>
              <a:endParaRPr lang="en-GB" sz="1815"/>
            </a:p>
          </p:txBody>
        </p:sp>
        <p:sp>
          <p:nvSpPr>
            <p:cNvPr id="94" name="Line 31"/>
            <p:cNvSpPr>
              <a:spLocks noChangeAspect="1" noChangeShapeType="1"/>
            </p:cNvSpPr>
            <p:nvPr/>
          </p:nvSpPr>
          <p:spPr bwMode="auto">
            <a:xfrm flipV="1">
              <a:off x="1632" y="2537"/>
              <a:ext cx="947" cy="401"/>
            </a:xfrm>
            <a:prstGeom prst="line">
              <a:avLst/>
            </a:prstGeom>
            <a:grpFill/>
            <a:ln w="19050">
              <a:solidFill>
                <a:schemeClr val="bg1"/>
              </a:solidFill>
              <a:round/>
            </a:ln>
          </p:spPr>
          <p:txBody>
            <a:bodyPr lIns="0" tIns="0" rIns="0" bIns="0" anchor="ctr"/>
            <a:lstStyle/>
            <a:p>
              <a:endParaRPr lang="en-GB" sz="1815"/>
            </a:p>
          </p:txBody>
        </p:sp>
        <p:sp>
          <p:nvSpPr>
            <p:cNvPr id="95" name="Line 32"/>
            <p:cNvSpPr>
              <a:spLocks noChangeAspect="1" noChangeShapeType="1"/>
            </p:cNvSpPr>
            <p:nvPr/>
          </p:nvSpPr>
          <p:spPr bwMode="auto">
            <a:xfrm>
              <a:off x="1636" y="1771"/>
              <a:ext cx="945" cy="396"/>
            </a:xfrm>
            <a:prstGeom prst="line">
              <a:avLst/>
            </a:prstGeom>
            <a:grpFill/>
            <a:ln w="19050">
              <a:solidFill>
                <a:schemeClr val="bg1"/>
              </a:solidFill>
              <a:round/>
            </a:ln>
          </p:spPr>
          <p:txBody>
            <a:bodyPr lIns="0" tIns="0" rIns="0" bIns="0" anchor="ctr"/>
            <a:lstStyle/>
            <a:p>
              <a:endParaRPr lang="en-GB" sz="1815"/>
            </a:p>
          </p:txBody>
        </p:sp>
        <p:sp>
          <p:nvSpPr>
            <p:cNvPr id="96" name="Line 33"/>
            <p:cNvSpPr>
              <a:spLocks noChangeAspect="1" noChangeShapeType="1"/>
            </p:cNvSpPr>
            <p:nvPr/>
          </p:nvSpPr>
          <p:spPr bwMode="auto">
            <a:xfrm>
              <a:off x="2456" y="943"/>
              <a:ext cx="385" cy="954"/>
            </a:xfrm>
            <a:prstGeom prst="line">
              <a:avLst/>
            </a:prstGeom>
            <a:grpFill/>
            <a:ln w="19050">
              <a:solidFill>
                <a:schemeClr val="bg1"/>
              </a:solidFill>
              <a:round/>
            </a:ln>
          </p:spPr>
          <p:txBody>
            <a:bodyPr lIns="0" tIns="0" rIns="0" bIns="0" anchor="ctr"/>
            <a:lstStyle/>
            <a:p>
              <a:endParaRPr lang="en-GB" sz="1815"/>
            </a:p>
          </p:txBody>
        </p:sp>
        <p:sp>
          <p:nvSpPr>
            <p:cNvPr id="97" name="Line 34"/>
            <p:cNvSpPr>
              <a:spLocks noChangeAspect="1" noChangeShapeType="1"/>
            </p:cNvSpPr>
            <p:nvPr/>
          </p:nvSpPr>
          <p:spPr bwMode="auto">
            <a:xfrm flipV="1">
              <a:off x="3231" y="948"/>
              <a:ext cx="384" cy="958"/>
            </a:xfrm>
            <a:prstGeom prst="line">
              <a:avLst/>
            </a:prstGeom>
            <a:grpFill/>
            <a:ln w="19050">
              <a:solidFill>
                <a:schemeClr val="bg1"/>
              </a:solidFill>
              <a:round/>
            </a:ln>
          </p:spPr>
          <p:txBody>
            <a:bodyPr lIns="0" tIns="0" rIns="0" bIns="0" anchor="ctr"/>
            <a:lstStyle/>
            <a:p>
              <a:endParaRPr lang="en-GB" sz="1815"/>
            </a:p>
          </p:txBody>
        </p:sp>
        <p:sp>
          <p:nvSpPr>
            <p:cNvPr id="98" name="Line 35"/>
            <p:cNvSpPr>
              <a:spLocks noChangeAspect="1" noChangeShapeType="1"/>
            </p:cNvSpPr>
            <p:nvPr/>
          </p:nvSpPr>
          <p:spPr bwMode="auto">
            <a:xfrm>
              <a:off x="3489" y="2537"/>
              <a:ext cx="959" cy="397"/>
            </a:xfrm>
            <a:prstGeom prst="line">
              <a:avLst/>
            </a:prstGeom>
            <a:grpFill/>
            <a:ln w="19050">
              <a:solidFill>
                <a:schemeClr val="bg1"/>
              </a:solidFill>
              <a:round/>
            </a:ln>
          </p:spPr>
          <p:txBody>
            <a:bodyPr lIns="0" tIns="0" rIns="0" bIns="0" anchor="ctr"/>
            <a:lstStyle/>
            <a:p>
              <a:endParaRPr lang="en-GB" sz="1815"/>
            </a:p>
          </p:txBody>
        </p:sp>
        <p:sp>
          <p:nvSpPr>
            <p:cNvPr id="99" name="Line 36"/>
            <p:cNvSpPr>
              <a:spLocks noChangeAspect="1" noChangeShapeType="1"/>
            </p:cNvSpPr>
            <p:nvPr/>
          </p:nvSpPr>
          <p:spPr bwMode="auto">
            <a:xfrm flipV="1">
              <a:off x="3494" y="1773"/>
              <a:ext cx="946" cy="400"/>
            </a:xfrm>
            <a:prstGeom prst="line">
              <a:avLst/>
            </a:prstGeom>
            <a:grpFill/>
            <a:ln w="19050">
              <a:solidFill>
                <a:schemeClr val="bg1"/>
              </a:solidFill>
              <a:round/>
            </a:ln>
          </p:spPr>
          <p:txBody>
            <a:bodyPr lIns="0" tIns="0" rIns="0" bIns="0" anchor="ctr"/>
            <a:lstStyle/>
            <a:p>
              <a:endParaRPr lang="en-GB" sz="1815"/>
            </a:p>
          </p:txBody>
        </p:sp>
        <p:sp>
          <p:nvSpPr>
            <p:cNvPr id="100" name="AutoShape 37"/>
            <p:cNvSpPr>
              <a:spLocks noChangeAspect="1" noChangeArrowheads="1"/>
            </p:cNvSpPr>
            <p:nvPr/>
          </p:nvSpPr>
          <p:spPr bwMode="auto">
            <a:xfrm>
              <a:off x="2459" y="1775"/>
              <a:ext cx="1156" cy="1154"/>
            </a:xfrm>
            <a:prstGeom prst="octagon">
              <a:avLst>
                <a:gd name="adj" fmla="val 29287"/>
              </a:avLst>
            </a:prstGeom>
            <a:solidFill>
              <a:schemeClr val="bg2"/>
            </a:solidFill>
            <a:ln w="19050">
              <a:solidFill>
                <a:schemeClr val="bg1"/>
              </a:solidFill>
              <a:miter lim="800000"/>
            </a:ln>
          </p:spPr>
          <p:txBody>
            <a:bodyPr wrap="none" lIns="0" tIns="0" rIns="0" bIns="0" anchor="ctr"/>
            <a:lstStyle/>
            <a:p>
              <a:pPr algn="ctr"/>
              <a:endParaRPr lang="en-US" sz="1815" b="1">
                <a:solidFill>
                  <a:srgbClr val="0C306E"/>
                </a:solidFill>
                <a:latin typeface="Univers 45 Light" pitchFamily="2" charset="0"/>
              </a:endParaRPr>
            </a:p>
          </p:txBody>
        </p:sp>
      </p:grpSp>
      <p:grpSp>
        <p:nvGrpSpPr>
          <p:cNvPr id="5" name="Group 38"/>
          <p:cNvGrpSpPr>
            <a:grpSpLocks noChangeAspect="1"/>
          </p:cNvGrpSpPr>
          <p:nvPr/>
        </p:nvGrpSpPr>
        <p:grpSpPr bwMode="auto">
          <a:xfrm>
            <a:off x="2705665" y="1902637"/>
            <a:ext cx="2285137" cy="2285136"/>
            <a:chOff x="1632" y="943"/>
            <a:chExt cx="2816" cy="2816"/>
          </a:xfrm>
          <a:solidFill>
            <a:srgbClr val="1450B8"/>
          </a:solidFill>
        </p:grpSpPr>
        <p:sp>
          <p:nvSpPr>
            <p:cNvPr id="102" name="AutoShape 39"/>
            <p:cNvSpPr>
              <a:spLocks noChangeAspect="1" noChangeArrowheads="1"/>
            </p:cNvSpPr>
            <p:nvPr/>
          </p:nvSpPr>
          <p:spPr bwMode="auto">
            <a:xfrm>
              <a:off x="1632" y="947"/>
              <a:ext cx="2812" cy="2812"/>
            </a:xfrm>
            <a:prstGeom prst="octagon">
              <a:avLst>
                <a:gd name="adj" fmla="val 29287"/>
              </a:avLst>
            </a:prstGeom>
            <a:grpFill/>
            <a:ln w="19050">
              <a:solidFill>
                <a:schemeClr val="bg1"/>
              </a:solidFill>
              <a:miter lim="800000"/>
            </a:ln>
          </p:spPr>
          <p:txBody>
            <a:bodyPr wrap="none" lIns="0" tIns="0" rIns="0" bIns="0" anchor="ctr"/>
            <a:lstStyle/>
            <a:p>
              <a:pPr algn="ctr"/>
              <a:r>
                <a:rPr lang="en-GB" sz="905">
                  <a:solidFill>
                    <a:schemeClr val="tx1"/>
                  </a:solidFill>
                  <a:latin typeface="Univers 45 Light" pitchFamily="2" charset="0"/>
                </a:rPr>
                <a:t>G</a:t>
              </a:r>
              <a:endParaRPr lang="en-GB" sz="905">
                <a:solidFill>
                  <a:schemeClr val="tx1"/>
                </a:solidFill>
                <a:latin typeface="Univers 45 Light" pitchFamily="2" charset="0"/>
              </a:endParaRPr>
            </a:p>
          </p:txBody>
        </p:sp>
        <p:sp>
          <p:nvSpPr>
            <p:cNvPr id="103" name="Line 40"/>
            <p:cNvSpPr>
              <a:spLocks noChangeAspect="1" noChangeShapeType="1"/>
            </p:cNvSpPr>
            <p:nvPr/>
          </p:nvSpPr>
          <p:spPr bwMode="auto">
            <a:xfrm flipH="1">
              <a:off x="2454" y="2799"/>
              <a:ext cx="385" cy="954"/>
            </a:xfrm>
            <a:prstGeom prst="line">
              <a:avLst/>
            </a:prstGeom>
            <a:grpFill/>
            <a:ln w="19050">
              <a:solidFill>
                <a:schemeClr val="bg1"/>
              </a:solidFill>
              <a:round/>
            </a:ln>
          </p:spPr>
          <p:txBody>
            <a:bodyPr lIns="0" tIns="0" rIns="0" bIns="0" anchor="ctr"/>
            <a:lstStyle/>
            <a:p>
              <a:endParaRPr lang="en-GB" sz="1815"/>
            </a:p>
          </p:txBody>
        </p:sp>
        <p:sp>
          <p:nvSpPr>
            <p:cNvPr id="104" name="Line 41"/>
            <p:cNvSpPr>
              <a:spLocks noChangeAspect="1" noChangeShapeType="1"/>
            </p:cNvSpPr>
            <p:nvPr/>
          </p:nvSpPr>
          <p:spPr bwMode="auto">
            <a:xfrm>
              <a:off x="3217" y="2801"/>
              <a:ext cx="396" cy="954"/>
            </a:xfrm>
            <a:prstGeom prst="line">
              <a:avLst/>
            </a:prstGeom>
            <a:grpFill/>
            <a:ln w="19050">
              <a:solidFill>
                <a:schemeClr val="bg1"/>
              </a:solidFill>
              <a:round/>
            </a:ln>
          </p:spPr>
          <p:txBody>
            <a:bodyPr lIns="0" tIns="0" rIns="0" bIns="0" anchor="ctr"/>
            <a:lstStyle/>
            <a:p>
              <a:endParaRPr lang="en-GB" sz="1815"/>
            </a:p>
          </p:txBody>
        </p:sp>
        <p:sp>
          <p:nvSpPr>
            <p:cNvPr id="105" name="Line 42"/>
            <p:cNvSpPr>
              <a:spLocks noChangeAspect="1" noChangeShapeType="1"/>
            </p:cNvSpPr>
            <p:nvPr/>
          </p:nvSpPr>
          <p:spPr bwMode="auto">
            <a:xfrm flipV="1">
              <a:off x="1632" y="2537"/>
              <a:ext cx="947" cy="401"/>
            </a:xfrm>
            <a:prstGeom prst="line">
              <a:avLst/>
            </a:prstGeom>
            <a:grpFill/>
            <a:ln w="19050">
              <a:solidFill>
                <a:schemeClr val="bg1"/>
              </a:solidFill>
              <a:round/>
            </a:ln>
          </p:spPr>
          <p:txBody>
            <a:bodyPr lIns="0" tIns="0" rIns="0" bIns="0" anchor="ctr"/>
            <a:lstStyle/>
            <a:p>
              <a:endParaRPr lang="en-GB" sz="1815"/>
            </a:p>
          </p:txBody>
        </p:sp>
        <p:sp>
          <p:nvSpPr>
            <p:cNvPr id="106" name="Line 43"/>
            <p:cNvSpPr>
              <a:spLocks noChangeAspect="1" noChangeShapeType="1"/>
            </p:cNvSpPr>
            <p:nvPr/>
          </p:nvSpPr>
          <p:spPr bwMode="auto">
            <a:xfrm>
              <a:off x="1636" y="1771"/>
              <a:ext cx="945" cy="396"/>
            </a:xfrm>
            <a:prstGeom prst="line">
              <a:avLst/>
            </a:prstGeom>
            <a:grpFill/>
            <a:ln w="19050">
              <a:solidFill>
                <a:schemeClr val="bg1"/>
              </a:solidFill>
              <a:round/>
            </a:ln>
          </p:spPr>
          <p:txBody>
            <a:bodyPr lIns="0" tIns="0" rIns="0" bIns="0" anchor="ctr"/>
            <a:lstStyle/>
            <a:p>
              <a:endParaRPr lang="en-GB" sz="1815"/>
            </a:p>
          </p:txBody>
        </p:sp>
        <p:sp>
          <p:nvSpPr>
            <p:cNvPr id="107" name="Line 44"/>
            <p:cNvSpPr>
              <a:spLocks noChangeAspect="1" noChangeShapeType="1"/>
            </p:cNvSpPr>
            <p:nvPr/>
          </p:nvSpPr>
          <p:spPr bwMode="auto">
            <a:xfrm>
              <a:off x="2456" y="943"/>
              <a:ext cx="385" cy="954"/>
            </a:xfrm>
            <a:prstGeom prst="line">
              <a:avLst/>
            </a:prstGeom>
            <a:grpFill/>
            <a:ln w="19050">
              <a:solidFill>
                <a:schemeClr val="bg1"/>
              </a:solidFill>
              <a:round/>
            </a:ln>
          </p:spPr>
          <p:txBody>
            <a:bodyPr lIns="0" tIns="0" rIns="0" bIns="0" anchor="ctr"/>
            <a:lstStyle/>
            <a:p>
              <a:endParaRPr lang="en-GB" sz="1815"/>
            </a:p>
          </p:txBody>
        </p:sp>
        <p:sp>
          <p:nvSpPr>
            <p:cNvPr id="108" name="Line 45"/>
            <p:cNvSpPr>
              <a:spLocks noChangeAspect="1" noChangeShapeType="1"/>
            </p:cNvSpPr>
            <p:nvPr/>
          </p:nvSpPr>
          <p:spPr bwMode="auto">
            <a:xfrm flipV="1">
              <a:off x="3231" y="948"/>
              <a:ext cx="384" cy="958"/>
            </a:xfrm>
            <a:prstGeom prst="line">
              <a:avLst/>
            </a:prstGeom>
            <a:grpFill/>
            <a:ln w="19050">
              <a:solidFill>
                <a:schemeClr val="bg1"/>
              </a:solidFill>
              <a:round/>
            </a:ln>
          </p:spPr>
          <p:txBody>
            <a:bodyPr lIns="0" tIns="0" rIns="0" bIns="0" anchor="ctr"/>
            <a:lstStyle/>
            <a:p>
              <a:endParaRPr lang="en-GB" sz="1815"/>
            </a:p>
          </p:txBody>
        </p:sp>
        <p:sp>
          <p:nvSpPr>
            <p:cNvPr id="109" name="Line 46"/>
            <p:cNvSpPr>
              <a:spLocks noChangeAspect="1" noChangeShapeType="1"/>
            </p:cNvSpPr>
            <p:nvPr/>
          </p:nvSpPr>
          <p:spPr bwMode="auto">
            <a:xfrm>
              <a:off x="3489" y="2537"/>
              <a:ext cx="959" cy="397"/>
            </a:xfrm>
            <a:prstGeom prst="line">
              <a:avLst/>
            </a:prstGeom>
            <a:grpFill/>
            <a:ln w="19050">
              <a:solidFill>
                <a:schemeClr val="bg1"/>
              </a:solidFill>
              <a:round/>
            </a:ln>
          </p:spPr>
          <p:txBody>
            <a:bodyPr lIns="0" tIns="0" rIns="0" bIns="0" anchor="ctr"/>
            <a:lstStyle/>
            <a:p>
              <a:endParaRPr lang="en-GB" sz="1815"/>
            </a:p>
          </p:txBody>
        </p:sp>
        <p:sp>
          <p:nvSpPr>
            <p:cNvPr id="110" name="Line 47"/>
            <p:cNvSpPr>
              <a:spLocks noChangeAspect="1" noChangeShapeType="1"/>
            </p:cNvSpPr>
            <p:nvPr/>
          </p:nvSpPr>
          <p:spPr bwMode="auto">
            <a:xfrm flipV="1">
              <a:off x="3494" y="1773"/>
              <a:ext cx="946" cy="400"/>
            </a:xfrm>
            <a:prstGeom prst="line">
              <a:avLst/>
            </a:prstGeom>
            <a:grpFill/>
            <a:ln w="19050">
              <a:solidFill>
                <a:schemeClr val="bg1"/>
              </a:solidFill>
              <a:round/>
            </a:ln>
          </p:spPr>
          <p:txBody>
            <a:bodyPr lIns="0" tIns="0" rIns="0" bIns="0" anchor="ctr"/>
            <a:lstStyle/>
            <a:p>
              <a:endParaRPr lang="en-GB" sz="1815"/>
            </a:p>
          </p:txBody>
        </p:sp>
        <p:sp>
          <p:nvSpPr>
            <p:cNvPr id="111" name="AutoShape 48"/>
            <p:cNvSpPr>
              <a:spLocks noChangeAspect="1" noChangeArrowheads="1"/>
            </p:cNvSpPr>
            <p:nvPr/>
          </p:nvSpPr>
          <p:spPr bwMode="auto">
            <a:xfrm>
              <a:off x="2459" y="1775"/>
              <a:ext cx="1156" cy="1154"/>
            </a:xfrm>
            <a:prstGeom prst="octagon">
              <a:avLst>
                <a:gd name="adj" fmla="val 29287"/>
              </a:avLst>
            </a:prstGeom>
            <a:solidFill>
              <a:schemeClr val="bg1"/>
            </a:solidFill>
            <a:ln w="19050">
              <a:solidFill>
                <a:schemeClr val="bg1"/>
              </a:solidFill>
              <a:miter lim="800000"/>
            </a:ln>
          </p:spPr>
          <p:txBody>
            <a:bodyPr wrap="none" lIns="0" tIns="0" rIns="0" bIns="0" anchor="ctr"/>
            <a:lstStyle/>
            <a:p>
              <a:pPr algn="ctr"/>
              <a:endParaRPr lang="en-US" sz="1815" b="1">
                <a:solidFill>
                  <a:srgbClr val="0C306E"/>
                </a:solidFill>
                <a:latin typeface="Univers 45 Light" pitchFamily="2" charset="0"/>
              </a:endParaRPr>
            </a:p>
          </p:txBody>
        </p:sp>
      </p:gr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Other shapes</a:t>
            </a:r>
            <a:br>
              <a:rPr lang="en-GB" dirty="0" smtClean="0"/>
            </a:br>
            <a:r>
              <a:rPr lang="en-GB" b="0" i="0" dirty="0" smtClean="0"/>
              <a:t>Spider diagram</a:t>
            </a:r>
            <a:br>
              <a:rPr lang="en-GB" dirty="0" smtClean="0"/>
            </a:br>
            <a:endParaRPr lang="en-GB" b="0" i="0" dirty="0"/>
          </a:p>
        </p:txBody>
      </p:sp>
      <p:sp>
        <p:nvSpPr>
          <p:cNvPr id="150" name="Slide Number Placeholder 6"/>
          <p:cNvSpPr>
            <a:spLocks noGrp="1"/>
          </p:cNvSpPr>
          <p:nvPr>
            <p:ph type="sldNum" sz="quarter" idx="4"/>
          </p:nvPr>
        </p:nvSpPr>
        <p:spPr>
          <a:xfrm>
            <a:off x="8814724" y="6387623"/>
            <a:ext cx="1616538" cy="134476"/>
          </a:xfrm>
        </p:spPr>
        <p:txBody>
          <a:bodyPr/>
          <a:lstStyle/>
          <a:p>
            <a:fld id="{FEBD7F86-1881-4698-8703-FB80B0800997}" type="slidenum">
              <a:rPr lang="en-GB" sz="905" smtClean="0"/>
            </a:fld>
            <a:endParaRPr lang="en-GB" sz="905"/>
          </a:p>
        </p:txBody>
      </p:sp>
      <p:grpSp>
        <p:nvGrpSpPr>
          <p:cNvPr id="3" name="Group 5"/>
          <p:cNvGrpSpPr>
            <a:grpSpLocks noChangeAspect="1"/>
          </p:cNvGrpSpPr>
          <p:nvPr/>
        </p:nvGrpSpPr>
        <p:grpSpPr bwMode="auto">
          <a:xfrm>
            <a:off x="3222211" y="1719252"/>
            <a:ext cx="5552290" cy="4668186"/>
            <a:chOff x="1281" y="1194"/>
            <a:chExt cx="3856" cy="3242"/>
          </a:xfrm>
        </p:grpSpPr>
        <p:sp>
          <p:nvSpPr>
            <p:cNvPr id="51204" name="AutoShape 4"/>
            <p:cNvSpPr>
              <a:spLocks noChangeAspect="1" noChangeArrowheads="1" noTextEdit="1"/>
            </p:cNvSpPr>
            <p:nvPr/>
          </p:nvSpPr>
          <p:spPr bwMode="auto">
            <a:xfrm>
              <a:off x="1281" y="1200"/>
              <a:ext cx="3856" cy="3236"/>
            </a:xfrm>
            <a:prstGeom prst="rect">
              <a:avLst/>
            </a:prstGeom>
            <a:noFill/>
            <a:ln w="9525">
              <a:noFill/>
              <a:miter lim="800000"/>
            </a:ln>
          </p:spPr>
          <p:txBody>
            <a:bodyPr vert="horz" wrap="square" lIns="82938" tIns="41469" rIns="82938" bIns="41469" numCol="1" anchor="t" anchorCtr="0" compatLnSpc="1"/>
            <a:lstStyle/>
            <a:p>
              <a:endParaRPr lang="en-GB" sz="1815"/>
            </a:p>
          </p:txBody>
        </p:sp>
        <p:grpSp>
          <p:nvGrpSpPr>
            <p:cNvPr id="4" name="Group 206"/>
            <p:cNvGrpSpPr/>
            <p:nvPr/>
          </p:nvGrpSpPr>
          <p:grpSpPr bwMode="auto">
            <a:xfrm>
              <a:off x="1340" y="1194"/>
              <a:ext cx="3761" cy="3170"/>
              <a:chOff x="1340" y="1194"/>
              <a:chExt cx="3761" cy="3170"/>
            </a:xfrm>
          </p:grpSpPr>
          <p:sp>
            <p:nvSpPr>
              <p:cNvPr id="51206" name="Rectangle 6"/>
              <p:cNvSpPr>
                <a:spLocks noChangeArrowheads="1"/>
              </p:cNvSpPr>
              <p:nvPr/>
            </p:nvSpPr>
            <p:spPr bwMode="auto">
              <a:xfrm>
                <a:off x="1957" y="1533"/>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07" name="Rectangle 7"/>
              <p:cNvSpPr>
                <a:spLocks noChangeArrowheads="1"/>
              </p:cNvSpPr>
              <p:nvPr/>
            </p:nvSpPr>
            <p:spPr bwMode="auto">
              <a:xfrm>
                <a:off x="3029" y="1194"/>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08" name="Rectangle 8"/>
              <p:cNvSpPr>
                <a:spLocks noChangeArrowheads="1"/>
              </p:cNvSpPr>
              <p:nvPr/>
            </p:nvSpPr>
            <p:spPr bwMode="auto">
              <a:xfrm>
                <a:off x="4106" y="1533"/>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09" name="Rectangle 9"/>
              <p:cNvSpPr>
                <a:spLocks noChangeArrowheads="1"/>
              </p:cNvSpPr>
              <p:nvPr/>
            </p:nvSpPr>
            <p:spPr bwMode="auto">
              <a:xfrm>
                <a:off x="4744" y="2501"/>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0" name="Rectangle 10"/>
              <p:cNvSpPr>
                <a:spLocks noChangeArrowheads="1"/>
              </p:cNvSpPr>
              <p:nvPr/>
            </p:nvSpPr>
            <p:spPr bwMode="auto">
              <a:xfrm>
                <a:off x="4574" y="3569"/>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1" name="Rectangle 11"/>
              <p:cNvSpPr>
                <a:spLocks noChangeArrowheads="1"/>
              </p:cNvSpPr>
              <p:nvPr/>
            </p:nvSpPr>
            <p:spPr bwMode="auto">
              <a:xfrm>
                <a:off x="3592" y="4267"/>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2" name="Rectangle 12"/>
              <p:cNvSpPr>
                <a:spLocks noChangeArrowheads="1"/>
              </p:cNvSpPr>
              <p:nvPr/>
            </p:nvSpPr>
            <p:spPr bwMode="auto">
              <a:xfrm>
                <a:off x="2542" y="4267"/>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3" name="Rectangle 13"/>
              <p:cNvSpPr>
                <a:spLocks noChangeArrowheads="1"/>
              </p:cNvSpPr>
              <p:nvPr/>
            </p:nvSpPr>
            <p:spPr bwMode="auto">
              <a:xfrm>
                <a:off x="1551" y="3569"/>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4" name="Rectangle 14"/>
              <p:cNvSpPr>
                <a:spLocks noChangeArrowheads="1"/>
              </p:cNvSpPr>
              <p:nvPr/>
            </p:nvSpPr>
            <p:spPr bwMode="auto">
              <a:xfrm>
                <a:off x="1340" y="2501"/>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5" name="Freeform 15"/>
              <p:cNvSpPr/>
              <p:nvPr/>
            </p:nvSpPr>
            <p:spPr bwMode="auto">
              <a:xfrm>
                <a:off x="3220" y="1327"/>
                <a:ext cx="941" cy="598"/>
              </a:xfrm>
              <a:custGeom>
                <a:avLst/>
                <a:gdLst/>
                <a:ahLst/>
                <a:cxnLst>
                  <a:cxn ang="0">
                    <a:pos x="0" y="0"/>
                  </a:cxn>
                  <a:cxn ang="0">
                    <a:pos x="0" y="201"/>
                  </a:cxn>
                  <a:cxn ang="0">
                    <a:pos x="0" y="333"/>
                  </a:cxn>
                  <a:cxn ang="0">
                    <a:pos x="727" y="598"/>
                  </a:cxn>
                  <a:cxn ang="0">
                    <a:pos x="730" y="595"/>
                  </a:cxn>
                  <a:cxn ang="0">
                    <a:pos x="881" y="414"/>
                  </a:cxn>
                  <a:cxn ang="0">
                    <a:pos x="941" y="343"/>
                  </a:cxn>
                  <a:cxn ang="0">
                    <a:pos x="0" y="0"/>
                  </a:cxn>
                </a:cxnLst>
                <a:rect l="0" t="0" r="r" b="b"/>
                <a:pathLst>
                  <a:path w="941" h="598">
                    <a:moveTo>
                      <a:pt x="0" y="0"/>
                    </a:moveTo>
                    <a:lnTo>
                      <a:pt x="0" y="201"/>
                    </a:lnTo>
                    <a:lnTo>
                      <a:pt x="0" y="333"/>
                    </a:lnTo>
                    <a:lnTo>
                      <a:pt x="727" y="598"/>
                    </a:lnTo>
                    <a:lnTo>
                      <a:pt x="730" y="595"/>
                    </a:lnTo>
                    <a:lnTo>
                      <a:pt x="881" y="414"/>
                    </a:lnTo>
                    <a:lnTo>
                      <a:pt x="941" y="343"/>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16" name="Freeform 16"/>
              <p:cNvSpPr/>
              <p:nvPr/>
            </p:nvSpPr>
            <p:spPr bwMode="auto">
              <a:xfrm>
                <a:off x="3220" y="1327"/>
                <a:ext cx="941" cy="598"/>
              </a:xfrm>
              <a:custGeom>
                <a:avLst/>
                <a:gdLst/>
                <a:ahLst/>
                <a:cxnLst>
                  <a:cxn ang="0">
                    <a:pos x="0" y="0"/>
                  </a:cxn>
                  <a:cxn ang="0">
                    <a:pos x="0" y="201"/>
                  </a:cxn>
                  <a:cxn ang="0">
                    <a:pos x="0" y="333"/>
                  </a:cxn>
                  <a:cxn ang="0">
                    <a:pos x="727" y="598"/>
                  </a:cxn>
                  <a:cxn ang="0">
                    <a:pos x="730" y="595"/>
                  </a:cxn>
                  <a:cxn ang="0">
                    <a:pos x="881" y="414"/>
                  </a:cxn>
                  <a:cxn ang="0">
                    <a:pos x="941" y="343"/>
                  </a:cxn>
                  <a:cxn ang="0">
                    <a:pos x="0" y="0"/>
                  </a:cxn>
                </a:cxnLst>
                <a:rect l="0" t="0" r="r" b="b"/>
                <a:pathLst>
                  <a:path w="941" h="598">
                    <a:moveTo>
                      <a:pt x="0" y="0"/>
                    </a:moveTo>
                    <a:lnTo>
                      <a:pt x="0" y="201"/>
                    </a:lnTo>
                    <a:lnTo>
                      <a:pt x="0" y="333"/>
                    </a:lnTo>
                    <a:lnTo>
                      <a:pt x="727" y="598"/>
                    </a:lnTo>
                    <a:lnTo>
                      <a:pt x="730" y="595"/>
                    </a:lnTo>
                    <a:lnTo>
                      <a:pt x="881" y="414"/>
                    </a:lnTo>
                    <a:lnTo>
                      <a:pt x="941" y="34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17" name="Freeform 17"/>
              <p:cNvSpPr>
                <a:spLocks noEditPoints="1"/>
              </p:cNvSpPr>
              <p:nvPr/>
            </p:nvSpPr>
            <p:spPr bwMode="auto">
              <a:xfrm>
                <a:off x="3220" y="1307"/>
                <a:ext cx="974" cy="618"/>
              </a:xfrm>
              <a:custGeom>
                <a:avLst/>
                <a:gdLst/>
                <a:ahLst/>
                <a:cxnLst>
                  <a:cxn ang="0">
                    <a:pos x="881" y="434"/>
                  </a:cxn>
                  <a:cxn ang="0">
                    <a:pos x="730" y="615"/>
                  </a:cxn>
                  <a:cxn ang="0">
                    <a:pos x="730" y="615"/>
                  </a:cxn>
                  <a:cxn ang="0">
                    <a:pos x="881" y="434"/>
                  </a:cxn>
                  <a:cxn ang="0">
                    <a:pos x="2" y="0"/>
                  </a:cxn>
                  <a:cxn ang="0">
                    <a:pos x="2" y="3"/>
                  </a:cxn>
                  <a:cxn ang="0">
                    <a:pos x="0" y="9"/>
                  </a:cxn>
                  <a:cxn ang="0">
                    <a:pos x="0" y="221"/>
                  </a:cxn>
                  <a:cxn ang="0">
                    <a:pos x="0" y="353"/>
                  </a:cxn>
                  <a:cxn ang="0">
                    <a:pos x="727" y="618"/>
                  </a:cxn>
                  <a:cxn ang="0">
                    <a:pos x="0" y="353"/>
                  </a:cxn>
                  <a:cxn ang="0">
                    <a:pos x="0" y="221"/>
                  </a:cxn>
                  <a:cxn ang="0">
                    <a:pos x="0" y="20"/>
                  </a:cxn>
                  <a:cxn ang="0">
                    <a:pos x="941" y="363"/>
                  </a:cxn>
                  <a:cxn ang="0">
                    <a:pos x="951" y="350"/>
                  </a:cxn>
                  <a:cxn ang="0">
                    <a:pos x="964" y="355"/>
                  </a:cxn>
                  <a:cxn ang="0">
                    <a:pos x="968" y="362"/>
                  </a:cxn>
                  <a:cxn ang="0">
                    <a:pos x="974" y="353"/>
                  </a:cxn>
                  <a:cxn ang="0">
                    <a:pos x="2" y="0"/>
                  </a:cxn>
                </a:cxnLst>
                <a:rect l="0" t="0" r="r" b="b"/>
                <a:pathLst>
                  <a:path w="974" h="618">
                    <a:moveTo>
                      <a:pt x="881" y="434"/>
                    </a:moveTo>
                    <a:lnTo>
                      <a:pt x="730" y="615"/>
                    </a:lnTo>
                    <a:lnTo>
                      <a:pt x="730" y="615"/>
                    </a:lnTo>
                    <a:lnTo>
                      <a:pt x="881" y="434"/>
                    </a:lnTo>
                    <a:close/>
                    <a:moveTo>
                      <a:pt x="2" y="0"/>
                    </a:moveTo>
                    <a:lnTo>
                      <a:pt x="2" y="3"/>
                    </a:lnTo>
                    <a:lnTo>
                      <a:pt x="0" y="9"/>
                    </a:lnTo>
                    <a:lnTo>
                      <a:pt x="0" y="221"/>
                    </a:lnTo>
                    <a:lnTo>
                      <a:pt x="0" y="353"/>
                    </a:lnTo>
                    <a:lnTo>
                      <a:pt x="727" y="618"/>
                    </a:lnTo>
                    <a:lnTo>
                      <a:pt x="0" y="353"/>
                    </a:lnTo>
                    <a:lnTo>
                      <a:pt x="0" y="221"/>
                    </a:lnTo>
                    <a:lnTo>
                      <a:pt x="0" y="20"/>
                    </a:lnTo>
                    <a:lnTo>
                      <a:pt x="941" y="363"/>
                    </a:lnTo>
                    <a:lnTo>
                      <a:pt x="951" y="350"/>
                    </a:lnTo>
                    <a:lnTo>
                      <a:pt x="964" y="355"/>
                    </a:lnTo>
                    <a:lnTo>
                      <a:pt x="968" y="362"/>
                    </a:lnTo>
                    <a:lnTo>
                      <a:pt x="974" y="35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18" name="Freeform 18"/>
              <p:cNvSpPr/>
              <p:nvPr/>
            </p:nvSpPr>
            <p:spPr bwMode="auto">
              <a:xfrm>
                <a:off x="3950" y="1741"/>
                <a:ext cx="151" cy="181"/>
              </a:xfrm>
              <a:custGeom>
                <a:avLst/>
                <a:gdLst/>
                <a:ahLst/>
                <a:cxnLst>
                  <a:cxn ang="0">
                    <a:pos x="151" y="0"/>
                  </a:cxn>
                  <a:cxn ang="0">
                    <a:pos x="0" y="181"/>
                  </a:cxn>
                  <a:cxn ang="0">
                    <a:pos x="0" y="181"/>
                  </a:cxn>
                  <a:cxn ang="0">
                    <a:pos x="151" y="0"/>
                  </a:cxn>
                </a:cxnLst>
                <a:rect l="0" t="0" r="r" b="b"/>
                <a:pathLst>
                  <a:path w="151" h="181">
                    <a:moveTo>
                      <a:pt x="151" y="0"/>
                    </a:moveTo>
                    <a:lnTo>
                      <a:pt x="0" y="181"/>
                    </a:lnTo>
                    <a:lnTo>
                      <a:pt x="0" y="181"/>
                    </a:lnTo>
                    <a:lnTo>
                      <a:pt x="151" y="0"/>
                    </a:lnTo>
                  </a:path>
                </a:pathLst>
              </a:custGeom>
              <a:noFill/>
              <a:ln w="9525">
                <a:noFill/>
                <a:round/>
              </a:ln>
            </p:spPr>
            <p:txBody>
              <a:bodyPr vert="horz" wrap="square" lIns="82938" tIns="41469" rIns="82938" bIns="41469" numCol="1" anchor="t" anchorCtr="0" compatLnSpc="1"/>
              <a:lstStyle/>
              <a:p>
                <a:endParaRPr lang="en-GB" sz="1815"/>
              </a:p>
            </p:txBody>
          </p:sp>
          <p:sp>
            <p:nvSpPr>
              <p:cNvPr id="51219" name="Freeform 19"/>
              <p:cNvSpPr/>
              <p:nvPr/>
            </p:nvSpPr>
            <p:spPr bwMode="auto">
              <a:xfrm>
                <a:off x="3220" y="1307"/>
                <a:ext cx="974" cy="618"/>
              </a:xfrm>
              <a:custGeom>
                <a:avLst/>
                <a:gdLst/>
                <a:ahLst/>
                <a:cxnLst>
                  <a:cxn ang="0">
                    <a:pos x="2" y="0"/>
                  </a:cxn>
                  <a:cxn ang="0">
                    <a:pos x="2" y="3"/>
                  </a:cxn>
                  <a:cxn ang="0">
                    <a:pos x="0" y="9"/>
                  </a:cxn>
                  <a:cxn ang="0">
                    <a:pos x="0" y="221"/>
                  </a:cxn>
                  <a:cxn ang="0">
                    <a:pos x="0" y="353"/>
                  </a:cxn>
                  <a:cxn ang="0">
                    <a:pos x="727" y="618"/>
                  </a:cxn>
                  <a:cxn ang="0">
                    <a:pos x="0" y="353"/>
                  </a:cxn>
                  <a:cxn ang="0">
                    <a:pos x="0" y="221"/>
                  </a:cxn>
                  <a:cxn ang="0">
                    <a:pos x="0" y="20"/>
                  </a:cxn>
                  <a:cxn ang="0">
                    <a:pos x="941" y="363"/>
                  </a:cxn>
                  <a:cxn ang="0">
                    <a:pos x="951" y="350"/>
                  </a:cxn>
                  <a:cxn ang="0">
                    <a:pos x="964" y="355"/>
                  </a:cxn>
                  <a:cxn ang="0">
                    <a:pos x="968" y="362"/>
                  </a:cxn>
                  <a:cxn ang="0">
                    <a:pos x="974" y="353"/>
                  </a:cxn>
                  <a:cxn ang="0">
                    <a:pos x="2" y="0"/>
                  </a:cxn>
                </a:cxnLst>
                <a:rect l="0" t="0" r="r" b="b"/>
                <a:pathLst>
                  <a:path w="974" h="618">
                    <a:moveTo>
                      <a:pt x="2" y="0"/>
                    </a:moveTo>
                    <a:lnTo>
                      <a:pt x="2" y="3"/>
                    </a:lnTo>
                    <a:lnTo>
                      <a:pt x="0" y="9"/>
                    </a:lnTo>
                    <a:lnTo>
                      <a:pt x="0" y="221"/>
                    </a:lnTo>
                    <a:lnTo>
                      <a:pt x="0" y="353"/>
                    </a:lnTo>
                    <a:lnTo>
                      <a:pt x="727" y="618"/>
                    </a:lnTo>
                    <a:lnTo>
                      <a:pt x="0" y="353"/>
                    </a:lnTo>
                    <a:lnTo>
                      <a:pt x="0" y="221"/>
                    </a:lnTo>
                    <a:lnTo>
                      <a:pt x="0" y="20"/>
                    </a:lnTo>
                    <a:lnTo>
                      <a:pt x="941" y="363"/>
                    </a:lnTo>
                    <a:lnTo>
                      <a:pt x="951" y="350"/>
                    </a:lnTo>
                    <a:lnTo>
                      <a:pt x="964" y="355"/>
                    </a:lnTo>
                    <a:lnTo>
                      <a:pt x="968" y="362"/>
                    </a:lnTo>
                    <a:lnTo>
                      <a:pt x="974" y="35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220" name="Freeform 20"/>
              <p:cNvSpPr/>
              <p:nvPr/>
            </p:nvSpPr>
            <p:spPr bwMode="auto">
              <a:xfrm>
                <a:off x="3220" y="1682"/>
                <a:ext cx="711" cy="526"/>
              </a:xfrm>
              <a:custGeom>
                <a:avLst/>
                <a:gdLst/>
                <a:ahLst/>
                <a:cxnLst>
                  <a:cxn ang="0">
                    <a:pos x="0" y="0"/>
                  </a:cxn>
                  <a:cxn ang="0">
                    <a:pos x="0" y="112"/>
                  </a:cxn>
                  <a:cxn ang="0">
                    <a:pos x="0" y="348"/>
                  </a:cxn>
                  <a:cxn ang="0">
                    <a:pos x="484" y="524"/>
                  </a:cxn>
                  <a:cxn ang="0">
                    <a:pos x="487" y="526"/>
                  </a:cxn>
                  <a:cxn ang="0">
                    <a:pos x="497" y="514"/>
                  </a:cxn>
                  <a:cxn ang="0">
                    <a:pos x="499" y="511"/>
                  </a:cxn>
                  <a:cxn ang="0">
                    <a:pos x="499" y="511"/>
                  </a:cxn>
                  <a:cxn ang="0">
                    <a:pos x="711" y="260"/>
                  </a:cxn>
                  <a:cxn ang="0">
                    <a:pos x="0" y="0"/>
                  </a:cxn>
                </a:cxnLst>
                <a:rect l="0" t="0" r="r" b="b"/>
                <a:pathLst>
                  <a:path w="711" h="526">
                    <a:moveTo>
                      <a:pt x="0" y="0"/>
                    </a:moveTo>
                    <a:lnTo>
                      <a:pt x="0" y="112"/>
                    </a:lnTo>
                    <a:lnTo>
                      <a:pt x="0" y="348"/>
                    </a:lnTo>
                    <a:lnTo>
                      <a:pt x="484" y="524"/>
                    </a:lnTo>
                    <a:lnTo>
                      <a:pt x="487" y="526"/>
                    </a:lnTo>
                    <a:lnTo>
                      <a:pt x="497" y="514"/>
                    </a:lnTo>
                    <a:lnTo>
                      <a:pt x="499" y="511"/>
                    </a:lnTo>
                    <a:lnTo>
                      <a:pt x="499" y="511"/>
                    </a:lnTo>
                    <a:lnTo>
                      <a:pt x="711" y="26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21" name="Freeform 21"/>
              <p:cNvSpPr/>
              <p:nvPr/>
            </p:nvSpPr>
            <p:spPr bwMode="auto">
              <a:xfrm>
                <a:off x="3220" y="1682"/>
                <a:ext cx="711" cy="526"/>
              </a:xfrm>
              <a:custGeom>
                <a:avLst/>
                <a:gdLst/>
                <a:ahLst/>
                <a:cxnLst>
                  <a:cxn ang="0">
                    <a:pos x="0" y="0"/>
                  </a:cxn>
                  <a:cxn ang="0">
                    <a:pos x="0" y="112"/>
                  </a:cxn>
                  <a:cxn ang="0">
                    <a:pos x="0" y="348"/>
                  </a:cxn>
                  <a:cxn ang="0">
                    <a:pos x="484" y="524"/>
                  </a:cxn>
                  <a:cxn ang="0">
                    <a:pos x="487" y="526"/>
                  </a:cxn>
                  <a:cxn ang="0">
                    <a:pos x="497" y="514"/>
                  </a:cxn>
                  <a:cxn ang="0">
                    <a:pos x="499" y="511"/>
                  </a:cxn>
                  <a:cxn ang="0">
                    <a:pos x="499" y="511"/>
                  </a:cxn>
                  <a:cxn ang="0">
                    <a:pos x="711" y="260"/>
                  </a:cxn>
                  <a:cxn ang="0">
                    <a:pos x="0" y="0"/>
                  </a:cxn>
                </a:cxnLst>
                <a:rect l="0" t="0" r="r" b="b"/>
                <a:pathLst>
                  <a:path w="711" h="526">
                    <a:moveTo>
                      <a:pt x="0" y="0"/>
                    </a:moveTo>
                    <a:lnTo>
                      <a:pt x="0" y="112"/>
                    </a:lnTo>
                    <a:lnTo>
                      <a:pt x="0" y="348"/>
                    </a:lnTo>
                    <a:lnTo>
                      <a:pt x="484" y="524"/>
                    </a:lnTo>
                    <a:lnTo>
                      <a:pt x="487" y="526"/>
                    </a:lnTo>
                    <a:lnTo>
                      <a:pt x="497" y="514"/>
                    </a:lnTo>
                    <a:lnTo>
                      <a:pt x="499" y="511"/>
                    </a:lnTo>
                    <a:lnTo>
                      <a:pt x="499" y="511"/>
                    </a:lnTo>
                    <a:lnTo>
                      <a:pt x="711" y="26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22" name="Freeform 22"/>
              <p:cNvSpPr/>
              <p:nvPr/>
            </p:nvSpPr>
            <p:spPr bwMode="auto">
              <a:xfrm>
                <a:off x="3220" y="1660"/>
                <a:ext cx="727" cy="282"/>
              </a:xfrm>
              <a:custGeom>
                <a:avLst/>
                <a:gdLst/>
                <a:ahLst/>
                <a:cxnLst>
                  <a:cxn ang="0">
                    <a:pos x="0" y="0"/>
                  </a:cxn>
                  <a:cxn ang="0">
                    <a:pos x="0" y="5"/>
                  </a:cxn>
                  <a:cxn ang="0">
                    <a:pos x="0" y="5"/>
                  </a:cxn>
                  <a:cxn ang="0">
                    <a:pos x="0" y="7"/>
                  </a:cxn>
                  <a:cxn ang="0">
                    <a:pos x="0" y="7"/>
                  </a:cxn>
                  <a:cxn ang="0">
                    <a:pos x="0" y="7"/>
                  </a:cxn>
                  <a:cxn ang="0">
                    <a:pos x="0" y="22"/>
                  </a:cxn>
                  <a:cxn ang="0">
                    <a:pos x="711" y="282"/>
                  </a:cxn>
                  <a:cxn ang="0">
                    <a:pos x="727" y="265"/>
                  </a:cxn>
                  <a:cxn ang="0">
                    <a:pos x="0" y="0"/>
                  </a:cxn>
                </a:cxnLst>
                <a:rect l="0" t="0" r="r" b="b"/>
                <a:pathLst>
                  <a:path w="727" h="282">
                    <a:moveTo>
                      <a:pt x="0" y="0"/>
                    </a:moveTo>
                    <a:lnTo>
                      <a:pt x="0" y="5"/>
                    </a:lnTo>
                    <a:lnTo>
                      <a:pt x="0" y="5"/>
                    </a:lnTo>
                    <a:lnTo>
                      <a:pt x="0" y="7"/>
                    </a:lnTo>
                    <a:lnTo>
                      <a:pt x="0" y="7"/>
                    </a:lnTo>
                    <a:lnTo>
                      <a:pt x="0" y="7"/>
                    </a:lnTo>
                    <a:lnTo>
                      <a:pt x="0" y="22"/>
                    </a:lnTo>
                    <a:lnTo>
                      <a:pt x="711" y="282"/>
                    </a:lnTo>
                    <a:lnTo>
                      <a:pt x="727" y="26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23" name="Freeform 23"/>
              <p:cNvSpPr/>
              <p:nvPr/>
            </p:nvSpPr>
            <p:spPr bwMode="auto">
              <a:xfrm>
                <a:off x="3220" y="1660"/>
                <a:ext cx="727" cy="282"/>
              </a:xfrm>
              <a:custGeom>
                <a:avLst/>
                <a:gdLst/>
                <a:ahLst/>
                <a:cxnLst>
                  <a:cxn ang="0">
                    <a:pos x="0" y="0"/>
                  </a:cxn>
                  <a:cxn ang="0">
                    <a:pos x="0" y="5"/>
                  </a:cxn>
                  <a:cxn ang="0">
                    <a:pos x="0" y="5"/>
                  </a:cxn>
                  <a:cxn ang="0">
                    <a:pos x="0" y="7"/>
                  </a:cxn>
                  <a:cxn ang="0">
                    <a:pos x="0" y="7"/>
                  </a:cxn>
                  <a:cxn ang="0">
                    <a:pos x="0" y="7"/>
                  </a:cxn>
                  <a:cxn ang="0">
                    <a:pos x="0" y="22"/>
                  </a:cxn>
                  <a:cxn ang="0">
                    <a:pos x="711" y="282"/>
                  </a:cxn>
                  <a:cxn ang="0">
                    <a:pos x="727" y="265"/>
                  </a:cxn>
                  <a:cxn ang="0">
                    <a:pos x="0" y="0"/>
                  </a:cxn>
                </a:cxnLst>
                <a:rect l="0" t="0" r="r" b="b"/>
                <a:pathLst>
                  <a:path w="727" h="282">
                    <a:moveTo>
                      <a:pt x="0" y="0"/>
                    </a:moveTo>
                    <a:lnTo>
                      <a:pt x="0" y="5"/>
                    </a:lnTo>
                    <a:lnTo>
                      <a:pt x="0" y="5"/>
                    </a:lnTo>
                    <a:lnTo>
                      <a:pt x="0" y="7"/>
                    </a:lnTo>
                    <a:lnTo>
                      <a:pt x="0" y="7"/>
                    </a:lnTo>
                    <a:lnTo>
                      <a:pt x="0" y="7"/>
                    </a:lnTo>
                    <a:lnTo>
                      <a:pt x="0" y="22"/>
                    </a:lnTo>
                    <a:lnTo>
                      <a:pt x="711" y="282"/>
                    </a:lnTo>
                    <a:lnTo>
                      <a:pt x="727" y="26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24" name="Freeform 24"/>
              <p:cNvSpPr>
                <a:spLocks noEditPoints="1"/>
              </p:cNvSpPr>
              <p:nvPr/>
            </p:nvSpPr>
            <p:spPr bwMode="auto">
              <a:xfrm>
                <a:off x="3218" y="1682"/>
                <a:ext cx="713" cy="514"/>
              </a:xfrm>
              <a:custGeom>
                <a:avLst/>
                <a:gdLst/>
                <a:ahLst/>
                <a:cxnLst>
                  <a:cxn ang="0">
                    <a:pos x="501" y="511"/>
                  </a:cxn>
                  <a:cxn ang="0">
                    <a:pos x="499" y="514"/>
                  </a:cxn>
                  <a:cxn ang="0">
                    <a:pos x="501" y="511"/>
                  </a:cxn>
                  <a:cxn ang="0">
                    <a:pos x="501" y="511"/>
                  </a:cxn>
                  <a:cxn ang="0">
                    <a:pos x="2" y="112"/>
                  </a:cxn>
                  <a:cxn ang="0">
                    <a:pos x="0" y="348"/>
                  </a:cxn>
                  <a:cxn ang="0">
                    <a:pos x="2" y="348"/>
                  </a:cxn>
                  <a:cxn ang="0">
                    <a:pos x="2" y="112"/>
                  </a:cxn>
                  <a:cxn ang="0">
                    <a:pos x="2" y="0"/>
                  </a:cxn>
                  <a:cxn ang="0">
                    <a:pos x="2" y="0"/>
                  </a:cxn>
                  <a:cxn ang="0">
                    <a:pos x="713" y="260"/>
                  </a:cxn>
                  <a:cxn ang="0">
                    <a:pos x="713" y="260"/>
                  </a:cxn>
                  <a:cxn ang="0">
                    <a:pos x="2" y="0"/>
                  </a:cxn>
                </a:cxnLst>
                <a:rect l="0" t="0" r="r" b="b"/>
                <a:pathLst>
                  <a:path w="713" h="514">
                    <a:moveTo>
                      <a:pt x="501" y="511"/>
                    </a:moveTo>
                    <a:lnTo>
                      <a:pt x="499" y="514"/>
                    </a:lnTo>
                    <a:lnTo>
                      <a:pt x="501" y="511"/>
                    </a:lnTo>
                    <a:lnTo>
                      <a:pt x="501" y="511"/>
                    </a:lnTo>
                    <a:close/>
                    <a:moveTo>
                      <a:pt x="2" y="112"/>
                    </a:moveTo>
                    <a:lnTo>
                      <a:pt x="0" y="348"/>
                    </a:lnTo>
                    <a:lnTo>
                      <a:pt x="2" y="348"/>
                    </a:lnTo>
                    <a:lnTo>
                      <a:pt x="2" y="112"/>
                    </a:lnTo>
                    <a:close/>
                    <a:moveTo>
                      <a:pt x="2" y="0"/>
                    </a:moveTo>
                    <a:lnTo>
                      <a:pt x="2" y="0"/>
                    </a:lnTo>
                    <a:lnTo>
                      <a:pt x="713" y="260"/>
                    </a:lnTo>
                    <a:lnTo>
                      <a:pt x="713" y="26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25" name="Freeform 25"/>
              <p:cNvSpPr/>
              <p:nvPr/>
            </p:nvSpPr>
            <p:spPr bwMode="auto">
              <a:xfrm>
                <a:off x="3717" y="2193"/>
                <a:ext cx="2" cy="3"/>
              </a:xfrm>
              <a:custGeom>
                <a:avLst/>
                <a:gdLst/>
                <a:ahLst/>
                <a:cxnLst>
                  <a:cxn ang="0">
                    <a:pos x="2" y="0"/>
                  </a:cxn>
                  <a:cxn ang="0">
                    <a:pos x="0" y="3"/>
                  </a:cxn>
                  <a:cxn ang="0">
                    <a:pos x="2" y="0"/>
                  </a:cxn>
                  <a:cxn ang="0">
                    <a:pos x="2" y="0"/>
                  </a:cxn>
                </a:cxnLst>
                <a:rect l="0" t="0" r="r" b="b"/>
                <a:pathLst>
                  <a:path w="2" h="3">
                    <a:moveTo>
                      <a:pt x="2" y="0"/>
                    </a:moveTo>
                    <a:lnTo>
                      <a:pt x="0" y="3"/>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226" name="Freeform 26"/>
              <p:cNvSpPr/>
              <p:nvPr/>
            </p:nvSpPr>
            <p:spPr bwMode="auto">
              <a:xfrm>
                <a:off x="3218" y="1794"/>
                <a:ext cx="2" cy="236"/>
              </a:xfrm>
              <a:custGeom>
                <a:avLst/>
                <a:gdLst/>
                <a:ahLst/>
                <a:cxnLst>
                  <a:cxn ang="0">
                    <a:pos x="2" y="0"/>
                  </a:cxn>
                  <a:cxn ang="0">
                    <a:pos x="0" y="236"/>
                  </a:cxn>
                  <a:cxn ang="0">
                    <a:pos x="2" y="236"/>
                  </a:cxn>
                  <a:cxn ang="0">
                    <a:pos x="2" y="0"/>
                  </a:cxn>
                </a:cxnLst>
                <a:rect l="0" t="0" r="r" b="b"/>
                <a:pathLst>
                  <a:path w="2" h="236">
                    <a:moveTo>
                      <a:pt x="2" y="0"/>
                    </a:moveTo>
                    <a:lnTo>
                      <a:pt x="0" y="236"/>
                    </a:lnTo>
                    <a:lnTo>
                      <a:pt x="2" y="236"/>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227" name="Freeform 27"/>
              <p:cNvSpPr/>
              <p:nvPr/>
            </p:nvSpPr>
            <p:spPr bwMode="auto">
              <a:xfrm>
                <a:off x="3220" y="1682"/>
                <a:ext cx="711" cy="260"/>
              </a:xfrm>
              <a:custGeom>
                <a:avLst/>
                <a:gdLst/>
                <a:ahLst/>
                <a:cxnLst>
                  <a:cxn ang="0">
                    <a:pos x="0" y="0"/>
                  </a:cxn>
                  <a:cxn ang="0">
                    <a:pos x="0" y="0"/>
                  </a:cxn>
                  <a:cxn ang="0">
                    <a:pos x="711" y="260"/>
                  </a:cxn>
                  <a:cxn ang="0">
                    <a:pos x="711" y="260"/>
                  </a:cxn>
                  <a:cxn ang="0">
                    <a:pos x="0" y="0"/>
                  </a:cxn>
                </a:cxnLst>
                <a:rect l="0" t="0" r="r" b="b"/>
                <a:pathLst>
                  <a:path w="711" h="260">
                    <a:moveTo>
                      <a:pt x="0" y="0"/>
                    </a:moveTo>
                    <a:lnTo>
                      <a:pt x="0" y="0"/>
                    </a:lnTo>
                    <a:lnTo>
                      <a:pt x="711" y="260"/>
                    </a:lnTo>
                    <a:lnTo>
                      <a:pt x="711" y="26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28" name="Freeform 28"/>
              <p:cNvSpPr/>
              <p:nvPr/>
            </p:nvSpPr>
            <p:spPr bwMode="auto">
              <a:xfrm>
                <a:off x="3218" y="2052"/>
                <a:ext cx="476" cy="445"/>
              </a:xfrm>
              <a:custGeom>
                <a:avLst/>
                <a:gdLst/>
                <a:ahLst/>
                <a:cxnLst>
                  <a:cxn ang="0">
                    <a:pos x="0" y="0"/>
                  </a:cxn>
                  <a:cxn ang="0">
                    <a:pos x="0" y="357"/>
                  </a:cxn>
                  <a:cxn ang="0">
                    <a:pos x="44" y="372"/>
                  </a:cxn>
                  <a:cxn ang="0">
                    <a:pos x="245" y="445"/>
                  </a:cxn>
                  <a:cxn ang="0">
                    <a:pos x="476" y="173"/>
                  </a:cxn>
                  <a:cxn ang="0">
                    <a:pos x="0" y="0"/>
                  </a:cxn>
                </a:cxnLst>
                <a:rect l="0" t="0" r="r" b="b"/>
                <a:pathLst>
                  <a:path w="476" h="445">
                    <a:moveTo>
                      <a:pt x="0" y="0"/>
                    </a:moveTo>
                    <a:lnTo>
                      <a:pt x="0" y="357"/>
                    </a:lnTo>
                    <a:lnTo>
                      <a:pt x="44" y="372"/>
                    </a:lnTo>
                    <a:lnTo>
                      <a:pt x="245" y="445"/>
                    </a:lnTo>
                    <a:lnTo>
                      <a:pt x="476" y="173"/>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29" name="Freeform 29"/>
              <p:cNvSpPr/>
              <p:nvPr/>
            </p:nvSpPr>
            <p:spPr bwMode="auto">
              <a:xfrm>
                <a:off x="3218" y="2052"/>
                <a:ext cx="476" cy="445"/>
              </a:xfrm>
              <a:custGeom>
                <a:avLst/>
                <a:gdLst/>
                <a:ahLst/>
                <a:cxnLst>
                  <a:cxn ang="0">
                    <a:pos x="0" y="0"/>
                  </a:cxn>
                  <a:cxn ang="0">
                    <a:pos x="0" y="357"/>
                  </a:cxn>
                  <a:cxn ang="0">
                    <a:pos x="44" y="372"/>
                  </a:cxn>
                  <a:cxn ang="0">
                    <a:pos x="245" y="445"/>
                  </a:cxn>
                  <a:cxn ang="0">
                    <a:pos x="476" y="173"/>
                  </a:cxn>
                  <a:cxn ang="0">
                    <a:pos x="0" y="0"/>
                  </a:cxn>
                </a:cxnLst>
                <a:rect l="0" t="0" r="r" b="b"/>
                <a:pathLst>
                  <a:path w="476" h="445">
                    <a:moveTo>
                      <a:pt x="0" y="0"/>
                    </a:moveTo>
                    <a:lnTo>
                      <a:pt x="0" y="357"/>
                    </a:lnTo>
                    <a:lnTo>
                      <a:pt x="44" y="372"/>
                    </a:lnTo>
                    <a:lnTo>
                      <a:pt x="245" y="445"/>
                    </a:lnTo>
                    <a:lnTo>
                      <a:pt x="476" y="17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0" name="Freeform 30"/>
              <p:cNvSpPr/>
              <p:nvPr/>
            </p:nvSpPr>
            <p:spPr bwMode="auto">
              <a:xfrm>
                <a:off x="3218" y="2052"/>
                <a:ext cx="476" cy="173"/>
              </a:xfrm>
              <a:custGeom>
                <a:avLst/>
                <a:gdLst/>
                <a:ahLst/>
                <a:cxnLst>
                  <a:cxn ang="0">
                    <a:pos x="0" y="0"/>
                  </a:cxn>
                  <a:cxn ang="0">
                    <a:pos x="0" y="0"/>
                  </a:cxn>
                  <a:cxn ang="0">
                    <a:pos x="476" y="173"/>
                  </a:cxn>
                  <a:cxn ang="0">
                    <a:pos x="476" y="173"/>
                  </a:cxn>
                  <a:cxn ang="0">
                    <a:pos x="0" y="0"/>
                  </a:cxn>
                </a:cxnLst>
                <a:rect l="0" t="0" r="r" b="b"/>
                <a:pathLst>
                  <a:path w="476" h="173">
                    <a:moveTo>
                      <a:pt x="0" y="0"/>
                    </a:moveTo>
                    <a:lnTo>
                      <a:pt x="0" y="0"/>
                    </a:lnTo>
                    <a:lnTo>
                      <a:pt x="476" y="173"/>
                    </a:lnTo>
                    <a:lnTo>
                      <a:pt x="476" y="173"/>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31" name="Freeform 31"/>
              <p:cNvSpPr/>
              <p:nvPr/>
            </p:nvSpPr>
            <p:spPr bwMode="auto">
              <a:xfrm>
                <a:off x="3218" y="2052"/>
                <a:ext cx="476" cy="173"/>
              </a:xfrm>
              <a:custGeom>
                <a:avLst/>
                <a:gdLst/>
                <a:ahLst/>
                <a:cxnLst>
                  <a:cxn ang="0">
                    <a:pos x="0" y="0"/>
                  </a:cxn>
                  <a:cxn ang="0">
                    <a:pos x="0" y="0"/>
                  </a:cxn>
                  <a:cxn ang="0">
                    <a:pos x="476" y="173"/>
                  </a:cxn>
                  <a:cxn ang="0">
                    <a:pos x="476" y="173"/>
                  </a:cxn>
                  <a:cxn ang="0">
                    <a:pos x="0" y="0"/>
                  </a:cxn>
                </a:cxnLst>
                <a:rect l="0" t="0" r="r" b="b"/>
                <a:pathLst>
                  <a:path w="476" h="173">
                    <a:moveTo>
                      <a:pt x="0" y="0"/>
                    </a:moveTo>
                    <a:lnTo>
                      <a:pt x="0" y="0"/>
                    </a:lnTo>
                    <a:lnTo>
                      <a:pt x="476" y="173"/>
                    </a:lnTo>
                    <a:lnTo>
                      <a:pt x="476" y="17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2" name="Freeform 32"/>
              <p:cNvSpPr>
                <a:spLocks noEditPoints="1"/>
              </p:cNvSpPr>
              <p:nvPr/>
            </p:nvSpPr>
            <p:spPr bwMode="auto">
              <a:xfrm>
                <a:off x="3218" y="2052"/>
                <a:ext cx="476" cy="445"/>
              </a:xfrm>
              <a:custGeom>
                <a:avLst/>
                <a:gdLst/>
                <a:ahLst/>
                <a:cxnLst>
                  <a:cxn ang="0">
                    <a:pos x="476" y="173"/>
                  </a:cxn>
                  <a:cxn ang="0">
                    <a:pos x="245" y="445"/>
                  </a:cxn>
                  <a:cxn ang="0">
                    <a:pos x="245" y="445"/>
                  </a:cxn>
                  <a:cxn ang="0">
                    <a:pos x="476" y="173"/>
                  </a:cxn>
                  <a:cxn ang="0">
                    <a:pos x="476" y="173"/>
                  </a:cxn>
                  <a:cxn ang="0">
                    <a:pos x="0" y="0"/>
                  </a:cxn>
                  <a:cxn ang="0">
                    <a:pos x="0" y="357"/>
                  </a:cxn>
                  <a:cxn ang="0">
                    <a:pos x="44" y="372"/>
                  </a:cxn>
                  <a:cxn ang="0">
                    <a:pos x="0" y="357"/>
                  </a:cxn>
                  <a:cxn ang="0">
                    <a:pos x="0" y="0"/>
                  </a:cxn>
                  <a:cxn ang="0">
                    <a:pos x="0" y="0"/>
                  </a:cxn>
                </a:cxnLst>
                <a:rect l="0" t="0" r="r" b="b"/>
                <a:pathLst>
                  <a:path w="476" h="445">
                    <a:moveTo>
                      <a:pt x="476" y="173"/>
                    </a:moveTo>
                    <a:lnTo>
                      <a:pt x="245" y="445"/>
                    </a:lnTo>
                    <a:lnTo>
                      <a:pt x="245" y="445"/>
                    </a:lnTo>
                    <a:lnTo>
                      <a:pt x="476" y="173"/>
                    </a:lnTo>
                    <a:lnTo>
                      <a:pt x="476" y="173"/>
                    </a:lnTo>
                    <a:close/>
                    <a:moveTo>
                      <a:pt x="0" y="0"/>
                    </a:moveTo>
                    <a:lnTo>
                      <a:pt x="0" y="357"/>
                    </a:lnTo>
                    <a:lnTo>
                      <a:pt x="44" y="372"/>
                    </a:lnTo>
                    <a:lnTo>
                      <a:pt x="0" y="357"/>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33" name="Freeform 33"/>
              <p:cNvSpPr/>
              <p:nvPr/>
            </p:nvSpPr>
            <p:spPr bwMode="auto">
              <a:xfrm>
                <a:off x="3463" y="2225"/>
                <a:ext cx="231" cy="272"/>
              </a:xfrm>
              <a:custGeom>
                <a:avLst/>
                <a:gdLst/>
                <a:ahLst/>
                <a:cxnLst>
                  <a:cxn ang="0">
                    <a:pos x="231" y="0"/>
                  </a:cxn>
                  <a:cxn ang="0">
                    <a:pos x="0" y="272"/>
                  </a:cxn>
                  <a:cxn ang="0">
                    <a:pos x="0" y="272"/>
                  </a:cxn>
                  <a:cxn ang="0">
                    <a:pos x="231" y="0"/>
                  </a:cxn>
                  <a:cxn ang="0">
                    <a:pos x="231" y="0"/>
                  </a:cxn>
                </a:cxnLst>
                <a:rect l="0" t="0" r="r" b="b"/>
                <a:pathLst>
                  <a:path w="231" h="272">
                    <a:moveTo>
                      <a:pt x="231" y="0"/>
                    </a:moveTo>
                    <a:lnTo>
                      <a:pt x="0" y="272"/>
                    </a:lnTo>
                    <a:lnTo>
                      <a:pt x="0" y="272"/>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234" name="Freeform 34"/>
              <p:cNvSpPr/>
              <p:nvPr/>
            </p:nvSpPr>
            <p:spPr bwMode="auto">
              <a:xfrm>
                <a:off x="3218" y="2052"/>
                <a:ext cx="44" cy="372"/>
              </a:xfrm>
              <a:custGeom>
                <a:avLst/>
                <a:gdLst/>
                <a:ahLst/>
                <a:cxnLst>
                  <a:cxn ang="0">
                    <a:pos x="0" y="0"/>
                  </a:cxn>
                  <a:cxn ang="0">
                    <a:pos x="0" y="357"/>
                  </a:cxn>
                  <a:cxn ang="0">
                    <a:pos x="44" y="372"/>
                  </a:cxn>
                  <a:cxn ang="0">
                    <a:pos x="0" y="357"/>
                  </a:cxn>
                  <a:cxn ang="0">
                    <a:pos x="0" y="0"/>
                  </a:cxn>
                  <a:cxn ang="0">
                    <a:pos x="0" y="0"/>
                  </a:cxn>
                </a:cxnLst>
                <a:rect l="0" t="0" r="r" b="b"/>
                <a:pathLst>
                  <a:path w="44" h="372">
                    <a:moveTo>
                      <a:pt x="0" y="0"/>
                    </a:moveTo>
                    <a:lnTo>
                      <a:pt x="0" y="357"/>
                    </a:lnTo>
                    <a:lnTo>
                      <a:pt x="44" y="372"/>
                    </a:lnTo>
                    <a:lnTo>
                      <a:pt x="0" y="357"/>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5" name="Freeform 35"/>
              <p:cNvSpPr/>
              <p:nvPr/>
            </p:nvSpPr>
            <p:spPr bwMode="auto">
              <a:xfrm>
                <a:off x="3220" y="2030"/>
                <a:ext cx="484" cy="176"/>
              </a:xfrm>
              <a:custGeom>
                <a:avLst/>
                <a:gdLst/>
                <a:ahLst/>
                <a:cxnLst>
                  <a:cxn ang="0">
                    <a:pos x="0" y="0"/>
                  </a:cxn>
                  <a:cxn ang="0">
                    <a:pos x="0" y="0"/>
                  </a:cxn>
                  <a:cxn ang="0">
                    <a:pos x="484" y="176"/>
                  </a:cxn>
                  <a:cxn ang="0">
                    <a:pos x="0" y="0"/>
                  </a:cxn>
                </a:cxnLst>
                <a:rect l="0" t="0" r="r" b="b"/>
                <a:pathLst>
                  <a:path w="484" h="176">
                    <a:moveTo>
                      <a:pt x="0" y="0"/>
                    </a:moveTo>
                    <a:lnTo>
                      <a:pt x="0" y="0"/>
                    </a:lnTo>
                    <a:lnTo>
                      <a:pt x="484" y="176"/>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36" name="Freeform 36"/>
              <p:cNvSpPr/>
              <p:nvPr/>
            </p:nvSpPr>
            <p:spPr bwMode="auto">
              <a:xfrm>
                <a:off x="3220" y="2030"/>
                <a:ext cx="484" cy="176"/>
              </a:xfrm>
              <a:custGeom>
                <a:avLst/>
                <a:gdLst/>
                <a:ahLst/>
                <a:cxnLst>
                  <a:cxn ang="0">
                    <a:pos x="0" y="0"/>
                  </a:cxn>
                  <a:cxn ang="0">
                    <a:pos x="0" y="0"/>
                  </a:cxn>
                  <a:cxn ang="0">
                    <a:pos x="484" y="176"/>
                  </a:cxn>
                  <a:cxn ang="0">
                    <a:pos x="0" y="0"/>
                  </a:cxn>
                </a:cxnLst>
                <a:rect l="0" t="0" r="r" b="b"/>
                <a:pathLst>
                  <a:path w="484" h="176">
                    <a:moveTo>
                      <a:pt x="0" y="0"/>
                    </a:moveTo>
                    <a:lnTo>
                      <a:pt x="0" y="0"/>
                    </a:lnTo>
                    <a:lnTo>
                      <a:pt x="484" y="17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7" name="Freeform 37"/>
              <p:cNvSpPr>
                <a:spLocks noEditPoints="1"/>
              </p:cNvSpPr>
              <p:nvPr/>
            </p:nvSpPr>
            <p:spPr bwMode="auto">
              <a:xfrm>
                <a:off x="3218" y="2030"/>
                <a:ext cx="489" cy="195"/>
              </a:xfrm>
              <a:custGeom>
                <a:avLst/>
                <a:gdLst/>
                <a:ahLst/>
                <a:cxnLst>
                  <a:cxn ang="0">
                    <a:pos x="486" y="176"/>
                  </a:cxn>
                  <a:cxn ang="0">
                    <a:pos x="482" y="184"/>
                  </a:cxn>
                  <a:cxn ang="0">
                    <a:pos x="486" y="176"/>
                  </a:cxn>
                  <a:cxn ang="0">
                    <a:pos x="482" y="184"/>
                  </a:cxn>
                  <a:cxn ang="0">
                    <a:pos x="489" y="178"/>
                  </a:cxn>
                  <a:cxn ang="0">
                    <a:pos x="486" y="176"/>
                  </a:cxn>
                  <a:cxn ang="0">
                    <a:pos x="0" y="0"/>
                  </a:cxn>
                  <a:cxn ang="0">
                    <a:pos x="0" y="7"/>
                  </a:cxn>
                  <a:cxn ang="0">
                    <a:pos x="0" y="22"/>
                  </a:cxn>
                  <a:cxn ang="0">
                    <a:pos x="0" y="22"/>
                  </a:cxn>
                  <a:cxn ang="0">
                    <a:pos x="0" y="22"/>
                  </a:cxn>
                  <a:cxn ang="0">
                    <a:pos x="476" y="195"/>
                  </a:cxn>
                  <a:cxn ang="0">
                    <a:pos x="476" y="195"/>
                  </a:cxn>
                  <a:cxn ang="0">
                    <a:pos x="476" y="195"/>
                  </a:cxn>
                  <a:cxn ang="0">
                    <a:pos x="479" y="190"/>
                  </a:cxn>
                  <a:cxn ang="0">
                    <a:pos x="479" y="190"/>
                  </a:cxn>
                  <a:cxn ang="0">
                    <a:pos x="482" y="186"/>
                  </a:cxn>
                  <a:cxn ang="0">
                    <a:pos x="474" y="191"/>
                  </a:cxn>
                  <a:cxn ang="0">
                    <a:pos x="482" y="186"/>
                  </a:cxn>
                  <a:cxn ang="0">
                    <a:pos x="474" y="191"/>
                  </a:cxn>
                  <a:cxn ang="0">
                    <a:pos x="482" y="186"/>
                  </a:cxn>
                  <a:cxn ang="0">
                    <a:pos x="482" y="184"/>
                  </a:cxn>
                  <a:cxn ang="0">
                    <a:pos x="486" y="176"/>
                  </a:cxn>
                  <a:cxn ang="0">
                    <a:pos x="2" y="0"/>
                  </a:cxn>
                  <a:cxn ang="0">
                    <a:pos x="2" y="0"/>
                  </a:cxn>
                  <a:cxn ang="0">
                    <a:pos x="0" y="0"/>
                  </a:cxn>
                </a:cxnLst>
                <a:rect l="0" t="0" r="r" b="b"/>
                <a:pathLst>
                  <a:path w="489" h="195">
                    <a:moveTo>
                      <a:pt x="486" y="176"/>
                    </a:moveTo>
                    <a:lnTo>
                      <a:pt x="482" y="184"/>
                    </a:lnTo>
                    <a:lnTo>
                      <a:pt x="486" y="176"/>
                    </a:lnTo>
                    <a:lnTo>
                      <a:pt x="482" y="184"/>
                    </a:lnTo>
                    <a:lnTo>
                      <a:pt x="489" y="178"/>
                    </a:lnTo>
                    <a:lnTo>
                      <a:pt x="486" y="176"/>
                    </a:lnTo>
                    <a:close/>
                    <a:moveTo>
                      <a:pt x="0" y="0"/>
                    </a:moveTo>
                    <a:lnTo>
                      <a:pt x="0" y="7"/>
                    </a:lnTo>
                    <a:lnTo>
                      <a:pt x="0" y="22"/>
                    </a:lnTo>
                    <a:lnTo>
                      <a:pt x="0" y="22"/>
                    </a:lnTo>
                    <a:lnTo>
                      <a:pt x="0" y="22"/>
                    </a:lnTo>
                    <a:lnTo>
                      <a:pt x="476" y="195"/>
                    </a:lnTo>
                    <a:lnTo>
                      <a:pt x="476" y="195"/>
                    </a:lnTo>
                    <a:lnTo>
                      <a:pt x="476" y="195"/>
                    </a:lnTo>
                    <a:lnTo>
                      <a:pt x="479" y="190"/>
                    </a:lnTo>
                    <a:lnTo>
                      <a:pt x="479" y="190"/>
                    </a:lnTo>
                    <a:lnTo>
                      <a:pt x="482" y="186"/>
                    </a:lnTo>
                    <a:lnTo>
                      <a:pt x="474" y="191"/>
                    </a:lnTo>
                    <a:lnTo>
                      <a:pt x="482" y="186"/>
                    </a:lnTo>
                    <a:lnTo>
                      <a:pt x="474" y="191"/>
                    </a:lnTo>
                    <a:lnTo>
                      <a:pt x="482" y="186"/>
                    </a:lnTo>
                    <a:lnTo>
                      <a:pt x="482" y="184"/>
                    </a:lnTo>
                    <a:lnTo>
                      <a:pt x="486" y="176"/>
                    </a:lnTo>
                    <a:lnTo>
                      <a:pt x="2" y="0"/>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38" name="Freeform 38"/>
              <p:cNvSpPr/>
              <p:nvPr/>
            </p:nvSpPr>
            <p:spPr bwMode="auto">
              <a:xfrm>
                <a:off x="3700" y="2206"/>
                <a:ext cx="7" cy="8"/>
              </a:xfrm>
              <a:custGeom>
                <a:avLst/>
                <a:gdLst/>
                <a:ahLst/>
                <a:cxnLst>
                  <a:cxn ang="0">
                    <a:pos x="4" y="0"/>
                  </a:cxn>
                  <a:cxn ang="0">
                    <a:pos x="0" y="8"/>
                  </a:cxn>
                  <a:cxn ang="0">
                    <a:pos x="4" y="0"/>
                  </a:cxn>
                  <a:cxn ang="0">
                    <a:pos x="0" y="8"/>
                  </a:cxn>
                  <a:cxn ang="0">
                    <a:pos x="7" y="2"/>
                  </a:cxn>
                  <a:cxn ang="0">
                    <a:pos x="4" y="0"/>
                  </a:cxn>
                </a:cxnLst>
                <a:rect l="0" t="0" r="r" b="b"/>
                <a:pathLst>
                  <a:path w="7" h="8">
                    <a:moveTo>
                      <a:pt x="4" y="0"/>
                    </a:moveTo>
                    <a:lnTo>
                      <a:pt x="0" y="8"/>
                    </a:lnTo>
                    <a:lnTo>
                      <a:pt x="4" y="0"/>
                    </a:lnTo>
                    <a:lnTo>
                      <a:pt x="0" y="8"/>
                    </a:lnTo>
                    <a:lnTo>
                      <a:pt x="7"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239" name="Freeform 39"/>
              <p:cNvSpPr/>
              <p:nvPr/>
            </p:nvSpPr>
            <p:spPr bwMode="auto">
              <a:xfrm>
                <a:off x="3218" y="2030"/>
                <a:ext cx="486" cy="195"/>
              </a:xfrm>
              <a:custGeom>
                <a:avLst/>
                <a:gdLst/>
                <a:ahLst/>
                <a:cxnLst>
                  <a:cxn ang="0">
                    <a:pos x="0" y="0"/>
                  </a:cxn>
                  <a:cxn ang="0">
                    <a:pos x="0" y="7"/>
                  </a:cxn>
                  <a:cxn ang="0">
                    <a:pos x="0" y="22"/>
                  </a:cxn>
                  <a:cxn ang="0">
                    <a:pos x="0" y="22"/>
                  </a:cxn>
                  <a:cxn ang="0">
                    <a:pos x="0" y="22"/>
                  </a:cxn>
                  <a:cxn ang="0">
                    <a:pos x="476" y="195"/>
                  </a:cxn>
                  <a:cxn ang="0">
                    <a:pos x="476" y="195"/>
                  </a:cxn>
                  <a:cxn ang="0">
                    <a:pos x="476" y="195"/>
                  </a:cxn>
                  <a:cxn ang="0">
                    <a:pos x="479" y="190"/>
                  </a:cxn>
                  <a:cxn ang="0">
                    <a:pos x="479" y="190"/>
                  </a:cxn>
                  <a:cxn ang="0">
                    <a:pos x="482" y="186"/>
                  </a:cxn>
                  <a:cxn ang="0">
                    <a:pos x="474" y="191"/>
                  </a:cxn>
                  <a:cxn ang="0">
                    <a:pos x="482" y="186"/>
                  </a:cxn>
                  <a:cxn ang="0">
                    <a:pos x="474" y="191"/>
                  </a:cxn>
                  <a:cxn ang="0">
                    <a:pos x="482" y="186"/>
                  </a:cxn>
                  <a:cxn ang="0">
                    <a:pos x="482" y="184"/>
                  </a:cxn>
                  <a:cxn ang="0">
                    <a:pos x="486" y="176"/>
                  </a:cxn>
                  <a:cxn ang="0">
                    <a:pos x="2" y="0"/>
                  </a:cxn>
                  <a:cxn ang="0">
                    <a:pos x="2" y="0"/>
                  </a:cxn>
                  <a:cxn ang="0">
                    <a:pos x="0" y="0"/>
                  </a:cxn>
                </a:cxnLst>
                <a:rect l="0" t="0" r="r" b="b"/>
                <a:pathLst>
                  <a:path w="486" h="195">
                    <a:moveTo>
                      <a:pt x="0" y="0"/>
                    </a:moveTo>
                    <a:lnTo>
                      <a:pt x="0" y="7"/>
                    </a:lnTo>
                    <a:lnTo>
                      <a:pt x="0" y="22"/>
                    </a:lnTo>
                    <a:lnTo>
                      <a:pt x="0" y="22"/>
                    </a:lnTo>
                    <a:lnTo>
                      <a:pt x="0" y="22"/>
                    </a:lnTo>
                    <a:lnTo>
                      <a:pt x="476" y="195"/>
                    </a:lnTo>
                    <a:lnTo>
                      <a:pt x="476" y="195"/>
                    </a:lnTo>
                    <a:lnTo>
                      <a:pt x="476" y="195"/>
                    </a:lnTo>
                    <a:lnTo>
                      <a:pt x="479" y="190"/>
                    </a:lnTo>
                    <a:lnTo>
                      <a:pt x="479" y="190"/>
                    </a:lnTo>
                    <a:lnTo>
                      <a:pt x="482" y="186"/>
                    </a:lnTo>
                    <a:lnTo>
                      <a:pt x="474" y="191"/>
                    </a:lnTo>
                    <a:lnTo>
                      <a:pt x="482" y="186"/>
                    </a:lnTo>
                    <a:lnTo>
                      <a:pt x="474" y="191"/>
                    </a:lnTo>
                    <a:lnTo>
                      <a:pt x="482" y="186"/>
                    </a:lnTo>
                    <a:lnTo>
                      <a:pt x="482" y="184"/>
                    </a:lnTo>
                    <a:lnTo>
                      <a:pt x="486" y="176"/>
                    </a:lnTo>
                    <a:lnTo>
                      <a:pt x="2" y="0"/>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40" name="Freeform 40"/>
              <p:cNvSpPr/>
              <p:nvPr/>
            </p:nvSpPr>
            <p:spPr bwMode="auto">
              <a:xfrm>
                <a:off x="3217" y="2430"/>
                <a:ext cx="232" cy="359"/>
              </a:xfrm>
              <a:custGeom>
                <a:avLst/>
                <a:gdLst/>
                <a:ahLst/>
                <a:cxnLst>
                  <a:cxn ang="0">
                    <a:pos x="1" y="0"/>
                  </a:cxn>
                  <a:cxn ang="0">
                    <a:pos x="0" y="359"/>
                  </a:cxn>
                  <a:cxn ang="0">
                    <a:pos x="232" y="84"/>
                  </a:cxn>
                  <a:cxn ang="0">
                    <a:pos x="1" y="0"/>
                  </a:cxn>
                </a:cxnLst>
                <a:rect l="0" t="0" r="r" b="b"/>
                <a:pathLst>
                  <a:path w="232" h="359">
                    <a:moveTo>
                      <a:pt x="1" y="0"/>
                    </a:moveTo>
                    <a:lnTo>
                      <a:pt x="0" y="359"/>
                    </a:lnTo>
                    <a:lnTo>
                      <a:pt x="232" y="84"/>
                    </a:lnTo>
                    <a:lnTo>
                      <a:pt x="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41" name="Freeform 41"/>
              <p:cNvSpPr/>
              <p:nvPr/>
            </p:nvSpPr>
            <p:spPr bwMode="auto">
              <a:xfrm>
                <a:off x="3217" y="2430"/>
                <a:ext cx="232" cy="359"/>
              </a:xfrm>
              <a:custGeom>
                <a:avLst/>
                <a:gdLst/>
                <a:ahLst/>
                <a:cxnLst>
                  <a:cxn ang="0">
                    <a:pos x="1" y="0"/>
                  </a:cxn>
                  <a:cxn ang="0">
                    <a:pos x="0" y="359"/>
                  </a:cxn>
                  <a:cxn ang="0">
                    <a:pos x="232" y="84"/>
                  </a:cxn>
                  <a:cxn ang="0">
                    <a:pos x="1" y="0"/>
                  </a:cxn>
                </a:cxnLst>
                <a:rect l="0" t="0" r="r" b="b"/>
                <a:pathLst>
                  <a:path w="232" h="359">
                    <a:moveTo>
                      <a:pt x="1" y="0"/>
                    </a:moveTo>
                    <a:lnTo>
                      <a:pt x="0" y="359"/>
                    </a:lnTo>
                    <a:lnTo>
                      <a:pt x="232" y="84"/>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242" name="Freeform 42"/>
              <p:cNvSpPr/>
              <p:nvPr/>
            </p:nvSpPr>
            <p:spPr bwMode="auto">
              <a:xfrm>
                <a:off x="3218" y="2430"/>
                <a:ext cx="231" cy="84"/>
              </a:xfrm>
              <a:custGeom>
                <a:avLst/>
                <a:gdLst/>
                <a:ahLst/>
                <a:cxnLst>
                  <a:cxn ang="0">
                    <a:pos x="0" y="0"/>
                  </a:cxn>
                  <a:cxn ang="0">
                    <a:pos x="0" y="0"/>
                  </a:cxn>
                  <a:cxn ang="0">
                    <a:pos x="231" y="84"/>
                  </a:cxn>
                  <a:cxn ang="0">
                    <a:pos x="231" y="84"/>
                  </a:cxn>
                  <a:cxn ang="0">
                    <a:pos x="0" y="0"/>
                  </a:cxn>
                </a:cxnLst>
                <a:rect l="0" t="0" r="r" b="b"/>
                <a:pathLst>
                  <a:path w="231" h="84">
                    <a:moveTo>
                      <a:pt x="0" y="0"/>
                    </a:moveTo>
                    <a:lnTo>
                      <a:pt x="0" y="0"/>
                    </a:lnTo>
                    <a:lnTo>
                      <a:pt x="231" y="84"/>
                    </a:lnTo>
                    <a:lnTo>
                      <a:pt x="231" y="84"/>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43" name="Freeform 43"/>
              <p:cNvSpPr/>
              <p:nvPr/>
            </p:nvSpPr>
            <p:spPr bwMode="auto">
              <a:xfrm>
                <a:off x="3218" y="2430"/>
                <a:ext cx="231" cy="84"/>
              </a:xfrm>
              <a:custGeom>
                <a:avLst/>
                <a:gdLst/>
                <a:ahLst/>
                <a:cxnLst>
                  <a:cxn ang="0">
                    <a:pos x="0" y="0"/>
                  </a:cxn>
                  <a:cxn ang="0">
                    <a:pos x="0" y="0"/>
                  </a:cxn>
                  <a:cxn ang="0">
                    <a:pos x="231" y="84"/>
                  </a:cxn>
                  <a:cxn ang="0">
                    <a:pos x="231" y="84"/>
                  </a:cxn>
                  <a:cxn ang="0">
                    <a:pos x="0" y="0"/>
                  </a:cxn>
                </a:cxnLst>
                <a:rect l="0" t="0" r="r" b="b"/>
                <a:pathLst>
                  <a:path w="231" h="84">
                    <a:moveTo>
                      <a:pt x="0" y="0"/>
                    </a:moveTo>
                    <a:lnTo>
                      <a:pt x="0" y="0"/>
                    </a:lnTo>
                    <a:lnTo>
                      <a:pt x="231" y="84"/>
                    </a:lnTo>
                    <a:lnTo>
                      <a:pt x="231" y="8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44" name="Freeform 44"/>
              <p:cNvSpPr/>
              <p:nvPr/>
            </p:nvSpPr>
            <p:spPr bwMode="auto">
              <a:xfrm>
                <a:off x="3217" y="2514"/>
                <a:ext cx="232" cy="275"/>
              </a:xfrm>
              <a:custGeom>
                <a:avLst/>
                <a:gdLst/>
                <a:ahLst/>
                <a:cxnLst>
                  <a:cxn ang="0">
                    <a:pos x="232" y="0"/>
                  </a:cxn>
                  <a:cxn ang="0">
                    <a:pos x="0" y="275"/>
                  </a:cxn>
                  <a:cxn ang="0">
                    <a:pos x="0" y="275"/>
                  </a:cxn>
                  <a:cxn ang="0">
                    <a:pos x="232" y="0"/>
                  </a:cxn>
                  <a:cxn ang="0">
                    <a:pos x="232" y="0"/>
                  </a:cxn>
                </a:cxnLst>
                <a:rect l="0" t="0" r="r" b="b"/>
                <a:pathLst>
                  <a:path w="232" h="275">
                    <a:moveTo>
                      <a:pt x="232" y="0"/>
                    </a:moveTo>
                    <a:lnTo>
                      <a:pt x="0" y="275"/>
                    </a:lnTo>
                    <a:lnTo>
                      <a:pt x="0" y="275"/>
                    </a:lnTo>
                    <a:lnTo>
                      <a:pt x="232" y="0"/>
                    </a:lnTo>
                    <a:lnTo>
                      <a:pt x="23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45" name="Freeform 45"/>
              <p:cNvSpPr/>
              <p:nvPr/>
            </p:nvSpPr>
            <p:spPr bwMode="auto">
              <a:xfrm>
                <a:off x="3217" y="2514"/>
                <a:ext cx="232" cy="275"/>
              </a:xfrm>
              <a:custGeom>
                <a:avLst/>
                <a:gdLst/>
                <a:ahLst/>
                <a:cxnLst>
                  <a:cxn ang="0">
                    <a:pos x="232" y="0"/>
                  </a:cxn>
                  <a:cxn ang="0">
                    <a:pos x="0" y="275"/>
                  </a:cxn>
                  <a:cxn ang="0">
                    <a:pos x="0" y="275"/>
                  </a:cxn>
                  <a:cxn ang="0">
                    <a:pos x="232" y="0"/>
                  </a:cxn>
                  <a:cxn ang="0">
                    <a:pos x="232" y="0"/>
                  </a:cxn>
                </a:cxnLst>
                <a:rect l="0" t="0" r="r" b="b"/>
                <a:pathLst>
                  <a:path w="232" h="275">
                    <a:moveTo>
                      <a:pt x="232" y="0"/>
                    </a:moveTo>
                    <a:lnTo>
                      <a:pt x="0" y="275"/>
                    </a:lnTo>
                    <a:lnTo>
                      <a:pt x="0" y="275"/>
                    </a:lnTo>
                    <a:lnTo>
                      <a:pt x="232" y="0"/>
                    </a:lnTo>
                    <a:lnTo>
                      <a:pt x="232" y="0"/>
                    </a:lnTo>
                  </a:path>
                </a:pathLst>
              </a:custGeom>
              <a:noFill/>
              <a:ln w="9525">
                <a:noFill/>
                <a:round/>
              </a:ln>
            </p:spPr>
            <p:txBody>
              <a:bodyPr vert="horz" wrap="square" lIns="82938" tIns="41469" rIns="82938" bIns="41469" numCol="1" anchor="t" anchorCtr="0" compatLnSpc="1"/>
              <a:lstStyle/>
              <a:p>
                <a:endParaRPr lang="en-GB" sz="1815"/>
              </a:p>
            </p:txBody>
          </p:sp>
          <p:sp>
            <p:nvSpPr>
              <p:cNvPr id="51246" name="Freeform 46"/>
              <p:cNvSpPr/>
              <p:nvPr/>
            </p:nvSpPr>
            <p:spPr bwMode="auto">
              <a:xfrm>
                <a:off x="3262" y="2424"/>
                <a:ext cx="201" cy="73"/>
              </a:xfrm>
              <a:custGeom>
                <a:avLst/>
                <a:gdLst/>
                <a:ahLst/>
                <a:cxnLst>
                  <a:cxn ang="0">
                    <a:pos x="0" y="0"/>
                  </a:cxn>
                  <a:cxn ang="0">
                    <a:pos x="201" y="73"/>
                  </a:cxn>
                  <a:cxn ang="0">
                    <a:pos x="201" y="73"/>
                  </a:cxn>
                  <a:cxn ang="0">
                    <a:pos x="0" y="0"/>
                  </a:cxn>
                </a:cxnLst>
                <a:rect l="0" t="0" r="r" b="b"/>
                <a:pathLst>
                  <a:path w="201" h="73">
                    <a:moveTo>
                      <a:pt x="0" y="0"/>
                    </a:moveTo>
                    <a:lnTo>
                      <a:pt x="201" y="73"/>
                    </a:lnTo>
                    <a:lnTo>
                      <a:pt x="201" y="73"/>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47" name="Freeform 47"/>
              <p:cNvSpPr/>
              <p:nvPr/>
            </p:nvSpPr>
            <p:spPr bwMode="auto">
              <a:xfrm>
                <a:off x="3262" y="2424"/>
                <a:ext cx="201" cy="73"/>
              </a:xfrm>
              <a:custGeom>
                <a:avLst/>
                <a:gdLst/>
                <a:ahLst/>
                <a:cxnLst>
                  <a:cxn ang="0">
                    <a:pos x="0" y="0"/>
                  </a:cxn>
                  <a:cxn ang="0">
                    <a:pos x="201" y="73"/>
                  </a:cxn>
                  <a:cxn ang="0">
                    <a:pos x="201" y="73"/>
                  </a:cxn>
                  <a:cxn ang="0">
                    <a:pos x="0" y="0"/>
                  </a:cxn>
                </a:cxnLst>
                <a:rect l="0" t="0" r="r" b="b"/>
                <a:pathLst>
                  <a:path w="201" h="73">
                    <a:moveTo>
                      <a:pt x="0" y="0"/>
                    </a:moveTo>
                    <a:lnTo>
                      <a:pt x="201" y="73"/>
                    </a:lnTo>
                    <a:lnTo>
                      <a:pt x="201" y="7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48" name="Freeform 48"/>
              <p:cNvSpPr/>
              <p:nvPr/>
            </p:nvSpPr>
            <p:spPr bwMode="auto">
              <a:xfrm>
                <a:off x="3218" y="2409"/>
                <a:ext cx="245" cy="105"/>
              </a:xfrm>
              <a:custGeom>
                <a:avLst/>
                <a:gdLst/>
                <a:ahLst/>
                <a:cxnLst>
                  <a:cxn ang="0">
                    <a:pos x="0" y="0"/>
                  </a:cxn>
                  <a:cxn ang="0">
                    <a:pos x="0" y="6"/>
                  </a:cxn>
                  <a:cxn ang="0">
                    <a:pos x="0" y="6"/>
                  </a:cxn>
                  <a:cxn ang="0">
                    <a:pos x="0" y="21"/>
                  </a:cxn>
                  <a:cxn ang="0">
                    <a:pos x="231" y="105"/>
                  </a:cxn>
                  <a:cxn ang="0">
                    <a:pos x="231" y="105"/>
                  </a:cxn>
                  <a:cxn ang="0">
                    <a:pos x="231" y="105"/>
                  </a:cxn>
                  <a:cxn ang="0">
                    <a:pos x="236" y="100"/>
                  </a:cxn>
                  <a:cxn ang="0">
                    <a:pos x="236" y="100"/>
                  </a:cxn>
                  <a:cxn ang="0">
                    <a:pos x="240" y="95"/>
                  </a:cxn>
                  <a:cxn ang="0">
                    <a:pos x="240" y="95"/>
                  </a:cxn>
                  <a:cxn ang="0">
                    <a:pos x="245" y="88"/>
                  </a:cxn>
                  <a:cxn ang="0">
                    <a:pos x="245" y="88"/>
                  </a:cxn>
                  <a:cxn ang="0">
                    <a:pos x="245" y="88"/>
                  </a:cxn>
                  <a:cxn ang="0">
                    <a:pos x="44" y="15"/>
                  </a:cxn>
                  <a:cxn ang="0">
                    <a:pos x="0" y="0"/>
                  </a:cxn>
                </a:cxnLst>
                <a:rect l="0" t="0" r="r" b="b"/>
                <a:pathLst>
                  <a:path w="245" h="105">
                    <a:moveTo>
                      <a:pt x="0" y="0"/>
                    </a:moveTo>
                    <a:lnTo>
                      <a:pt x="0" y="6"/>
                    </a:lnTo>
                    <a:lnTo>
                      <a:pt x="0" y="6"/>
                    </a:lnTo>
                    <a:lnTo>
                      <a:pt x="0" y="21"/>
                    </a:lnTo>
                    <a:lnTo>
                      <a:pt x="231" y="105"/>
                    </a:lnTo>
                    <a:lnTo>
                      <a:pt x="231" y="105"/>
                    </a:lnTo>
                    <a:lnTo>
                      <a:pt x="231" y="105"/>
                    </a:lnTo>
                    <a:lnTo>
                      <a:pt x="236" y="100"/>
                    </a:lnTo>
                    <a:lnTo>
                      <a:pt x="236" y="100"/>
                    </a:lnTo>
                    <a:lnTo>
                      <a:pt x="240" y="95"/>
                    </a:lnTo>
                    <a:lnTo>
                      <a:pt x="240" y="95"/>
                    </a:lnTo>
                    <a:lnTo>
                      <a:pt x="245" y="88"/>
                    </a:lnTo>
                    <a:lnTo>
                      <a:pt x="245" y="88"/>
                    </a:lnTo>
                    <a:lnTo>
                      <a:pt x="245" y="88"/>
                    </a:lnTo>
                    <a:lnTo>
                      <a:pt x="44" y="1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49" name="Freeform 49"/>
              <p:cNvSpPr/>
              <p:nvPr/>
            </p:nvSpPr>
            <p:spPr bwMode="auto">
              <a:xfrm>
                <a:off x="3218" y="2409"/>
                <a:ext cx="245" cy="105"/>
              </a:xfrm>
              <a:custGeom>
                <a:avLst/>
                <a:gdLst/>
                <a:ahLst/>
                <a:cxnLst>
                  <a:cxn ang="0">
                    <a:pos x="0" y="0"/>
                  </a:cxn>
                  <a:cxn ang="0">
                    <a:pos x="0" y="6"/>
                  </a:cxn>
                  <a:cxn ang="0">
                    <a:pos x="0" y="6"/>
                  </a:cxn>
                  <a:cxn ang="0">
                    <a:pos x="0" y="21"/>
                  </a:cxn>
                  <a:cxn ang="0">
                    <a:pos x="231" y="105"/>
                  </a:cxn>
                  <a:cxn ang="0">
                    <a:pos x="231" y="105"/>
                  </a:cxn>
                  <a:cxn ang="0">
                    <a:pos x="231" y="105"/>
                  </a:cxn>
                  <a:cxn ang="0">
                    <a:pos x="236" y="100"/>
                  </a:cxn>
                  <a:cxn ang="0">
                    <a:pos x="236" y="100"/>
                  </a:cxn>
                  <a:cxn ang="0">
                    <a:pos x="240" y="95"/>
                  </a:cxn>
                  <a:cxn ang="0">
                    <a:pos x="240" y="95"/>
                  </a:cxn>
                  <a:cxn ang="0">
                    <a:pos x="245" y="88"/>
                  </a:cxn>
                  <a:cxn ang="0">
                    <a:pos x="245" y="88"/>
                  </a:cxn>
                  <a:cxn ang="0">
                    <a:pos x="245" y="88"/>
                  </a:cxn>
                  <a:cxn ang="0">
                    <a:pos x="44" y="15"/>
                  </a:cxn>
                  <a:cxn ang="0">
                    <a:pos x="0" y="0"/>
                  </a:cxn>
                </a:cxnLst>
                <a:rect l="0" t="0" r="r" b="b"/>
                <a:pathLst>
                  <a:path w="245" h="105">
                    <a:moveTo>
                      <a:pt x="0" y="0"/>
                    </a:moveTo>
                    <a:lnTo>
                      <a:pt x="0" y="6"/>
                    </a:lnTo>
                    <a:lnTo>
                      <a:pt x="0" y="6"/>
                    </a:lnTo>
                    <a:lnTo>
                      <a:pt x="0" y="21"/>
                    </a:lnTo>
                    <a:lnTo>
                      <a:pt x="231" y="105"/>
                    </a:lnTo>
                    <a:lnTo>
                      <a:pt x="231" y="105"/>
                    </a:lnTo>
                    <a:lnTo>
                      <a:pt x="231" y="105"/>
                    </a:lnTo>
                    <a:lnTo>
                      <a:pt x="236" y="100"/>
                    </a:lnTo>
                    <a:lnTo>
                      <a:pt x="236" y="100"/>
                    </a:lnTo>
                    <a:lnTo>
                      <a:pt x="240" y="95"/>
                    </a:lnTo>
                    <a:lnTo>
                      <a:pt x="240" y="95"/>
                    </a:lnTo>
                    <a:lnTo>
                      <a:pt x="245" y="88"/>
                    </a:lnTo>
                    <a:lnTo>
                      <a:pt x="245" y="88"/>
                    </a:lnTo>
                    <a:lnTo>
                      <a:pt x="245" y="88"/>
                    </a:lnTo>
                    <a:lnTo>
                      <a:pt x="44" y="1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50" name="Freeform 50"/>
              <p:cNvSpPr/>
              <p:nvPr/>
            </p:nvSpPr>
            <p:spPr bwMode="auto">
              <a:xfrm>
                <a:off x="2260" y="1326"/>
                <a:ext cx="940" cy="597"/>
              </a:xfrm>
              <a:custGeom>
                <a:avLst/>
                <a:gdLst/>
                <a:ahLst/>
                <a:cxnLst>
                  <a:cxn ang="0">
                    <a:pos x="940" y="0"/>
                  </a:cxn>
                  <a:cxn ang="0">
                    <a:pos x="0" y="341"/>
                  </a:cxn>
                  <a:cxn ang="0">
                    <a:pos x="54" y="405"/>
                  </a:cxn>
                  <a:cxn ang="0">
                    <a:pos x="213" y="597"/>
                  </a:cxn>
                  <a:cxn ang="0">
                    <a:pos x="940" y="333"/>
                  </a:cxn>
                  <a:cxn ang="0">
                    <a:pos x="940" y="202"/>
                  </a:cxn>
                  <a:cxn ang="0">
                    <a:pos x="940" y="0"/>
                  </a:cxn>
                </a:cxnLst>
                <a:rect l="0" t="0" r="r" b="b"/>
                <a:pathLst>
                  <a:path w="940" h="597">
                    <a:moveTo>
                      <a:pt x="940" y="0"/>
                    </a:moveTo>
                    <a:lnTo>
                      <a:pt x="0" y="341"/>
                    </a:lnTo>
                    <a:lnTo>
                      <a:pt x="54" y="405"/>
                    </a:lnTo>
                    <a:lnTo>
                      <a:pt x="213" y="597"/>
                    </a:lnTo>
                    <a:lnTo>
                      <a:pt x="940" y="333"/>
                    </a:lnTo>
                    <a:lnTo>
                      <a:pt x="940" y="202"/>
                    </a:lnTo>
                    <a:lnTo>
                      <a:pt x="94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51" name="Freeform 51"/>
              <p:cNvSpPr/>
              <p:nvPr/>
            </p:nvSpPr>
            <p:spPr bwMode="auto">
              <a:xfrm>
                <a:off x="2260" y="1326"/>
                <a:ext cx="940" cy="597"/>
              </a:xfrm>
              <a:custGeom>
                <a:avLst/>
                <a:gdLst/>
                <a:ahLst/>
                <a:cxnLst>
                  <a:cxn ang="0">
                    <a:pos x="940" y="0"/>
                  </a:cxn>
                  <a:cxn ang="0">
                    <a:pos x="0" y="341"/>
                  </a:cxn>
                  <a:cxn ang="0">
                    <a:pos x="54" y="405"/>
                  </a:cxn>
                  <a:cxn ang="0">
                    <a:pos x="213" y="597"/>
                  </a:cxn>
                  <a:cxn ang="0">
                    <a:pos x="940" y="333"/>
                  </a:cxn>
                  <a:cxn ang="0">
                    <a:pos x="940" y="202"/>
                  </a:cxn>
                  <a:cxn ang="0">
                    <a:pos x="940" y="0"/>
                  </a:cxn>
                </a:cxnLst>
                <a:rect l="0" t="0" r="r" b="b"/>
                <a:pathLst>
                  <a:path w="940" h="597">
                    <a:moveTo>
                      <a:pt x="940" y="0"/>
                    </a:moveTo>
                    <a:lnTo>
                      <a:pt x="0" y="341"/>
                    </a:lnTo>
                    <a:lnTo>
                      <a:pt x="54" y="405"/>
                    </a:lnTo>
                    <a:lnTo>
                      <a:pt x="213" y="597"/>
                    </a:lnTo>
                    <a:lnTo>
                      <a:pt x="940" y="333"/>
                    </a:lnTo>
                    <a:lnTo>
                      <a:pt x="940" y="202"/>
                    </a:lnTo>
                    <a:lnTo>
                      <a:pt x="940" y="0"/>
                    </a:lnTo>
                  </a:path>
                </a:pathLst>
              </a:custGeom>
              <a:noFill/>
              <a:ln w="9525">
                <a:noFill/>
                <a:round/>
              </a:ln>
            </p:spPr>
            <p:txBody>
              <a:bodyPr vert="horz" wrap="square" lIns="82938" tIns="41469" rIns="82938" bIns="41469" numCol="1" anchor="t" anchorCtr="0" compatLnSpc="1"/>
              <a:lstStyle/>
              <a:p>
                <a:endParaRPr lang="en-GB" sz="1815"/>
              </a:p>
            </p:txBody>
          </p:sp>
          <p:sp>
            <p:nvSpPr>
              <p:cNvPr id="51252" name="Freeform 52"/>
              <p:cNvSpPr/>
              <p:nvPr/>
            </p:nvSpPr>
            <p:spPr bwMode="auto">
              <a:xfrm>
                <a:off x="3200" y="1326"/>
                <a:ext cx="1" cy="202"/>
              </a:xfrm>
              <a:custGeom>
                <a:avLst/>
                <a:gdLst/>
                <a:ahLst/>
                <a:cxnLst>
                  <a:cxn ang="0">
                    <a:pos x="0" y="0"/>
                  </a:cxn>
                  <a:cxn ang="0">
                    <a:pos x="0" y="0"/>
                  </a:cxn>
                  <a:cxn ang="0">
                    <a:pos x="0" y="202"/>
                  </a:cxn>
                  <a:cxn ang="0">
                    <a:pos x="0" y="0"/>
                  </a:cxn>
                </a:cxnLst>
                <a:rect l="0" t="0" r="r" b="b"/>
                <a:pathLst>
                  <a:path h="202">
                    <a:moveTo>
                      <a:pt x="0" y="0"/>
                    </a:moveTo>
                    <a:lnTo>
                      <a:pt x="0" y="0"/>
                    </a:lnTo>
                    <a:lnTo>
                      <a:pt x="0" y="20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53" name="Freeform 53"/>
              <p:cNvSpPr/>
              <p:nvPr/>
            </p:nvSpPr>
            <p:spPr bwMode="auto">
              <a:xfrm>
                <a:off x="3200" y="1326"/>
                <a:ext cx="1" cy="202"/>
              </a:xfrm>
              <a:custGeom>
                <a:avLst/>
                <a:gdLst/>
                <a:ahLst/>
                <a:cxnLst>
                  <a:cxn ang="0">
                    <a:pos x="0" y="0"/>
                  </a:cxn>
                  <a:cxn ang="0">
                    <a:pos x="0" y="0"/>
                  </a:cxn>
                  <a:cxn ang="0">
                    <a:pos x="0" y="202"/>
                  </a:cxn>
                  <a:cxn ang="0">
                    <a:pos x="0" y="0"/>
                  </a:cxn>
                </a:cxnLst>
                <a:rect l="0" t="0" r="r" b="b"/>
                <a:pathLst>
                  <a:path h="202">
                    <a:moveTo>
                      <a:pt x="0" y="0"/>
                    </a:moveTo>
                    <a:lnTo>
                      <a:pt x="0" y="0"/>
                    </a:lnTo>
                    <a:lnTo>
                      <a:pt x="0" y="20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54" name="Freeform 54"/>
              <p:cNvSpPr>
                <a:spLocks noEditPoints="1"/>
              </p:cNvSpPr>
              <p:nvPr/>
            </p:nvSpPr>
            <p:spPr bwMode="auto">
              <a:xfrm>
                <a:off x="2247" y="1297"/>
                <a:ext cx="975" cy="370"/>
              </a:xfrm>
              <a:custGeom>
                <a:avLst/>
                <a:gdLst/>
                <a:ahLst/>
                <a:cxnLst>
                  <a:cxn ang="0">
                    <a:pos x="953" y="231"/>
                  </a:cxn>
                  <a:cxn ang="0">
                    <a:pos x="953" y="231"/>
                  </a:cxn>
                  <a:cxn ang="0">
                    <a:pos x="953" y="362"/>
                  </a:cxn>
                  <a:cxn ang="0">
                    <a:pos x="953" y="362"/>
                  </a:cxn>
                  <a:cxn ang="0">
                    <a:pos x="953" y="231"/>
                  </a:cxn>
                  <a:cxn ang="0">
                    <a:pos x="975" y="0"/>
                  </a:cxn>
                  <a:cxn ang="0">
                    <a:pos x="0" y="353"/>
                  </a:cxn>
                  <a:cxn ang="0">
                    <a:pos x="2" y="357"/>
                  </a:cxn>
                  <a:cxn ang="0">
                    <a:pos x="5" y="362"/>
                  </a:cxn>
                  <a:cxn ang="0">
                    <a:pos x="13" y="370"/>
                  </a:cxn>
                  <a:cxn ang="0">
                    <a:pos x="953" y="29"/>
                  </a:cxn>
                  <a:cxn ang="0">
                    <a:pos x="953" y="12"/>
                  </a:cxn>
                  <a:cxn ang="0">
                    <a:pos x="966" y="7"/>
                  </a:cxn>
                  <a:cxn ang="0">
                    <a:pos x="975" y="10"/>
                  </a:cxn>
                  <a:cxn ang="0">
                    <a:pos x="975" y="0"/>
                  </a:cxn>
                </a:cxnLst>
                <a:rect l="0" t="0" r="r" b="b"/>
                <a:pathLst>
                  <a:path w="975" h="370">
                    <a:moveTo>
                      <a:pt x="953" y="231"/>
                    </a:moveTo>
                    <a:lnTo>
                      <a:pt x="953" y="231"/>
                    </a:lnTo>
                    <a:lnTo>
                      <a:pt x="953" y="362"/>
                    </a:lnTo>
                    <a:lnTo>
                      <a:pt x="953" y="362"/>
                    </a:lnTo>
                    <a:lnTo>
                      <a:pt x="953" y="231"/>
                    </a:lnTo>
                    <a:close/>
                    <a:moveTo>
                      <a:pt x="975" y="0"/>
                    </a:moveTo>
                    <a:lnTo>
                      <a:pt x="0" y="353"/>
                    </a:lnTo>
                    <a:lnTo>
                      <a:pt x="2" y="357"/>
                    </a:lnTo>
                    <a:lnTo>
                      <a:pt x="5" y="362"/>
                    </a:lnTo>
                    <a:lnTo>
                      <a:pt x="13" y="370"/>
                    </a:lnTo>
                    <a:lnTo>
                      <a:pt x="953" y="29"/>
                    </a:lnTo>
                    <a:lnTo>
                      <a:pt x="953" y="12"/>
                    </a:lnTo>
                    <a:lnTo>
                      <a:pt x="966" y="7"/>
                    </a:lnTo>
                    <a:lnTo>
                      <a:pt x="975" y="10"/>
                    </a:lnTo>
                    <a:lnTo>
                      <a:pt x="97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55" name="Rectangle 55"/>
              <p:cNvSpPr>
                <a:spLocks noChangeArrowheads="1"/>
              </p:cNvSpPr>
              <p:nvPr/>
            </p:nvSpPr>
            <p:spPr bwMode="auto">
              <a:xfrm>
                <a:off x="3200" y="1528"/>
                <a:ext cx="1" cy="13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56" name="Freeform 56"/>
              <p:cNvSpPr/>
              <p:nvPr/>
            </p:nvSpPr>
            <p:spPr bwMode="auto">
              <a:xfrm>
                <a:off x="2247" y="1297"/>
                <a:ext cx="975" cy="370"/>
              </a:xfrm>
              <a:custGeom>
                <a:avLst/>
                <a:gdLst/>
                <a:ahLst/>
                <a:cxnLst>
                  <a:cxn ang="0">
                    <a:pos x="975" y="0"/>
                  </a:cxn>
                  <a:cxn ang="0">
                    <a:pos x="0" y="353"/>
                  </a:cxn>
                  <a:cxn ang="0">
                    <a:pos x="2" y="357"/>
                  </a:cxn>
                  <a:cxn ang="0">
                    <a:pos x="5" y="362"/>
                  </a:cxn>
                  <a:cxn ang="0">
                    <a:pos x="13" y="370"/>
                  </a:cxn>
                  <a:cxn ang="0">
                    <a:pos x="953" y="29"/>
                  </a:cxn>
                  <a:cxn ang="0">
                    <a:pos x="953" y="12"/>
                  </a:cxn>
                  <a:cxn ang="0">
                    <a:pos x="966" y="7"/>
                  </a:cxn>
                  <a:cxn ang="0">
                    <a:pos x="975" y="10"/>
                  </a:cxn>
                  <a:cxn ang="0">
                    <a:pos x="975" y="0"/>
                  </a:cxn>
                </a:cxnLst>
                <a:rect l="0" t="0" r="r" b="b"/>
                <a:pathLst>
                  <a:path w="975" h="370">
                    <a:moveTo>
                      <a:pt x="975" y="0"/>
                    </a:moveTo>
                    <a:lnTo>
                      <a:pt x="0" y="353"/>
                    </a:lnTo>
                    <a:lnTo>
                      <a:pt x="2" y="357"/>
                    </a:lnTo>
                    <a:lnTo>
                      <a:pt x="5" y="362"/>
                    </a:lnTo>
                    <a:lnTo>
                      <a:pt x="13" y="370"/>
                    </a:lnTo>
                    <a:lnTo>
                      <a:pt x="953" y="29"/>
                    </a:lnTo>
                    <a:lnTo>
                      <a:pt x="953" y="12"/>
                    </a:lnTo>
                    <a:lnTo>
                      <a:pt x="966" y="7"/>
                    </a:lnTo>
                    <a:lnTo>
                      <a:pt x="975" y="10"/>
                    </a:lnTo>
                    <a:lnTo>
                      <a:pt x="975" y="0"/>
                    </a:lnTo>
                  </a:path>
                </a:pathLst>
              </a:custGeom>
              <a:noFill/>
              <a:ln w="9525">
                <a:noFill/>
                <a:round/>
              </a:ln>
            </p:spPr>
            <p:txBody>
              <a:bodyPr vert="horz" wrap="square" lIns="82938" tIns="41469" rIns="82938" bIns="41469" numCol="1" anchor="t" anchorCtr="0" compatLnSpc="1"/>
              <a:lstStyle/>
              <a:p>
                <a:endParaRPr lang="en-GB" sz="1815"/>
              </a:p>
            </p:txBody>
          </p:sp>
          <p:sp>
            <p:nvSpPr>
              <p:cNvPr id="51257" name="Freeform 57"/>
              <p:cNvSpPr/>
              <p:nvPr/>
            </p:nvSpPr>
            <p:spPr bwMode="auto">
              <a:xfrm>
                <a:off x="3200" y="1304"/>
                <a:ext cx="22" cy="356"/>
              </a:xfrm>
              <a:custGeom>
                <a:avLst/>
                <a:gdLst/>
                <a:ahLst/>
                <a:cxnLst>
                  <a:cxn ang="0">
                    <a:pos x="13" y="0"/>
                  </a:cxn>
                  <a:cxn ang="0">
                    <a:pos x="0" y="5"/>
                  </a:cxn>
                  <a:cxn ang="0">
                    <a:pos x="0" y="22"/>
                  </a:cxn>
                  <a:cxn ang="0">
                    <a:pos x="0" y="22"/>
                  </a:cxn>
                  <a:cxn ang="0">
                    <a:pos x="0" y="224"/>
                  </a:cxn>
                  <a:cxn ang="0">
                    <a:pos x="0" y="355"/>
                  </a:cxn>
                  <a:cxn ang="0">
                    <a:pos x="0" y="355"/>
                  </a:cxn>
                  <a:cxn ang="0">
                    <a:pos x="0" y="350"/>
                  </a:cxn>
                  <a:cxn ang="0">
                    <a:pos x="20" y="356"/>
                  </a:cxn>
                  <a:cxn ang="0">
                    <a:pos x="20" y="224"/>
                  </a:cxn>
                  <a:cxn ang="0">
                    <a:pos x="20" y="12"/>
                  </a:cxn>
                  <a:cxn ang="0">
                    <a:pos x="22" y="6"/>
                  </a:cxn>
                  <a:cxn ang="0">
                    <a:pos x="22" y="3"/>
                  </a:cxn>
                  <a:cxn ang="0">
                    <a:pos x="13" y="0"/>
                  </a:cxn>
                </a:cxnLst>
                <a:rect l="0" t="0" r="r" b="b"/>
                <a:pathLst>
                  <a:path w="22" h="356">
                    <a:moveTo>
                      <a:pt x="13" y="0"/>
                    </a:moveTo>
                    <a:lnTo>
                      <a:pt x="0" y="5"/>
                    </a:lnTo>
                    <a:lnTo>
                      <a:pt x="0" y="22"/>
                    </a:lnTo>
                    <a:lnTo>
                      <a:pt x="0" y="22"/>
                    </a:lnTo>
                    <a:lnTo>
                      <a:pt x="0" y="224"/>
                    </a:lnTo>
                    <a:lnTo>
                      <a:pt x="0" y="355"/>
                    </a:lnTo>
                    <a:lnTo>
                      <a:pt x="0" y="355"/>
                    </a:lnTo>
                    <a:lnTo>
                      <a:pt x="0" y="350"/>
                    </a:lnTo>
                    <a:lnTo>
                      <a:pt x="20" y="356"/>
                    </a:lnTo>
                    <a:lnTo>
                      <a:pt x="20" y="224"/>
                    </a:lnTo>
                    <a:lnTo>
                      <a:pt x="20" y="12"/>
                    </a:lnTo>
                    <a:lnTo>
                      <a:pt x="22" y="6"/>
                    </a:lnTo>
                    <a:lnTo>
                      <a:pt x="22" y="3"/>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58" name="Freeform 58"/>
              <p:cNvSpPr/>
              <p:nvPr/>
            </p:nvSpPr>
            <p:spPr bwMode="auto">
              <a:xfrm>
                <a:off x="3200" y="1304"/>
                <a:ext cx="22" cy="356"/>
              </a:xfrm>
              <a:custGeom>
                <a:avLst/>
                <a:gdLst/>
                <a:ahLst/>
                <a:cxnLst>
                  <a:cxn ang="0">
                    <a:pos x="13" y="0"/>
                  </a:cxn>
                  <a:cxn ang="0">
                    <a:pos x="0" y="5"/>
                  </a:cxn>
                  <a:cxn ang="0">
                    <a:pos x="0" y="22"/>
                  </a:cxn>
                  <a:cxn ang="0">
                    <a:pos x="0" y="22"/>
                  </a:cxn>
                  <a:cxn ang="0">
                    <a:pos x="0" y="224"/>
                  </a:cxn>
                  <a:cxn ang="0">
                    <a:pos x="0" y="355"/>
                  </a:cxn>
                  <a:cxn ang="0">
                    <a:pos x="0" y="355"/>
                  </a:cxn>
                  <a:cxn ang="0">
                    <a:pos x="0" y="350"/>
                  </a:cxn>
                  <a:cxn ang="0">
                    <a:pos x="20" y="356"/>
                  </a:cxn>
                  <a:cxn ang="0">
                    <a:pos x="20" y="224"/>
                  </a:cxn>
                  <a:cxn ang="0">
                    <a:pos x="20" y="12"/>
                  </a:cxn>
                  <a:cxn ang="0">
                    <a:pos x="22" y="6"/>
                  </a:cxn>
                  <a:cxn ang="0">
                    <a:pos x="22" y="3"/>
                  </a:cxn>
                  <a:cxn ang="0">
                    <a:pos x="13" y="0"/>
                  </a:cxn>
                </a:cxnLst>
                <a:rect l="0" t="0" r="r" b="b"/>
                <a:pathLst>
                  <a:path w="22" h="356">
                    <a:moveTo>
                      <a:pt x="13" y="0"/>
                    </a:moveTo>
                    <a:lnTo>
                      <a:pt x="0" y="5"/>
                    </a:lnTo>
                    <a:lnTo>
                      <a:pt x="0" y="22"/>
                    </a:lnTo>
                    <a:lnTo>
                      <a:pt x="0" y="22"/>
                    </a:lnTo>
                    <a:lnTo>
                      <a:pt x="0" y="224"/>
                    </a:lnTo>
                    <a:lnTo>
                      <a:pt x="0" y="355"/>
                    </a:lnTo>
                    <a:lnTo>
                      <a:pt x="0" y="355"/>
                    </a:lnTo>
                    <a:lnTo>
                      <a:pt x="0" y="350"/>
                    </a:lnTo>
                    <a:lnTo>
                      <a:pt x="20" y="356"/>
                    </a:lnTo>
                    <a:lnTo>
                      <a:pt x="20" y="224"/>
                    </a:lnTo>
                    <a:lnTo>
                      <a:pt x="20" y="12"/>
                    </a:lnTo>
                    <a:lnTo>
                      <a:pt x="22" y="6"/>
                    </a:lnTo>
                    <a:lnTo>
                      <a:pt x="22" y="3"/>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259" name="Freeform 59"/>
              <p:cNvSpPr/>
              <p:nvPr/>
            </p:nvSpPr>
            <p:spPr bwMode="auto">
              <a:xfrm>
                <a:off x="3200" y="1654"/>
                <a:ext cx="20" cy="11"/>
              </a:xfrm>
              <a:custGeom>
                <a:avLst/>
                <a:gdLst/>
                <a:ahLst/>
                <a:cxnLst>
                  <a:cxn ang="0">
                    <a:pos x="0" y="0"/>
                  </a:cxn>
                  <a:cxn ang="0">
                    <a:pos x="0" y="5"/>
                  </a:cxn>
                  <a:cxn ang="0">
                    <a:pos x="0" y="5"/>
                  </a:cxn>
                  <a:cxn ang="0">
                    <a:pos x="20" y="11"/>
                  </a:cxn>
                  <a:cxn ang="0">
                    <a:pos x="20" y="6"/>
                  </a:cxn>
                  <a:cxn ang="0">
                    <a:pos x="0" y="0"/>
                  </a:cxn>
                </a:cxnLst>
                <a:rect l="0" t="0" r="r" b="b"/>
                <a:pathLst>
                  <a:path w="20" h="11">
                    <a:moveTo>
                      <a:pt x="0" y="0"/>
                    </a:moveTo>
                    <a:lnTo>
                      <a:pt x="0" y="5"/>
                    </a:lnTo>
                    <a:lnTo>
                      <a:pt x="0" y="5"/>
                    </a:lnTo>
                    <a:lnTo>
                      <a:pt x="20" y="11"/>
                    </a:lnTo>
                    <a:lnTo>
                      <a:pt x="20"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60" name="Freeform 60"/>
              <p:cNvSpPr/>
              <p:nvPr/>
            </p:nvSpPr>
            <p:spPr bwMode="auto">
              <a:xfrm>
                <a:off x="3200" y="1654"/>
                <a:ext cx="20" cy="11"/>
              </a:xfrm>
              <a:custGeom>
                <a:avLst/>
                <a:gdLst/>
                <a:ahLst/>
                <a:cxnLst>
                  <a:cxn ang="0">
                    <a:pos x="0" y="0"/>
                  </a:cxn>
                  <a:cxn ang="0">
                    <a:pos x="0" y="5"/>
                  </a:cxn>
                  <a:cxn ang="0">
                    <a:pos x="0" y="5"/>
                  </a:cxn>
                  <a:cxn ang="0">
                    <a:pos x="20" y="11"/>
                  </a:cxn>
                  <a:cxn ang="0">
                    <a:pos x="20" y="6"/>
                  </a:cxn>
                  <a:cxn ang="0">
                    <a:pos x="0" y="0"/>
                  </a:cxn>
                </a:cxnLst>
                <a:rect l="0" t="0" r="r" b="b"/>
                <a:pathLst>
                  <a:path w="20" h="11">
                    <a:moveTo>
                      <a:pt x="0" y="0"/>
                    </a:moveTo>
                    <a:lnTo>
                      <a:pt x="0" y="5"/>
                    </a:lnTo>
                    <a:lnTo>
                      <a:pt x="0" y="5"/>
                    </a:lnTo>
                    <a:lnTo>
                      <a:pt x="20" y="11"/>
                    </a:lnTo>
                    <a:lnTo>
                      <a:pt x="20"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61" name="Freeform 61"/>
              <p:cNvSpPr/>
              <p:nvPr/>
            </p:nvSpPr>
            <p:spPr bwMode="auto">
              <a:xfrm>
                <a:off x="2488" y="1680"/>
                <a:ext cx="712" cy="526"/>
              </a:xfrm>
              <a:custGeom>
                <a:avLst/>
                <a:gdLst/>
                <a:ahLst/>
                <a:cxnLst>
                  <a:cxn ang="0">
                    <a:pos x="712" y="0"/>
                  </a:cxn>
                  <a:cxn ang="0">
                    <a:pos x="0" y="260"/>
                  </a:cxn>
                  <a:cxn ang="0">
                    <a:pos x="223" y="526"/>
                  </a:cxn>
                  <a:cxn ang="0">
                    <a:pos x="708" y="350"/>
                  </a:cxn>
                  <a:cxn ang="0">
                    <a:pos x="710" y="349"/>
                  </a:cxn>
                  <a:cxn ang="0">
                    <a:pos x="712" y="0"/>
                  </a:cxn>
                </a:cxnLst>
                <a:rect l="0" t="0" r="r" b="b"/>
                <a:pathLst>
                  <a:path w="712" h="526">
                    <a:moveTo>
                      <a:pt x="712" y="0"/>
                    </a:moveTo>
                    <a:lnTo>
                      <a:pt x="0" y="260"/>
                    </a:lnTo>
                    <a:lnTo>
                      <a:pt x="223" y="526"/>
                    </a:lnTo>
                    <a:lnTo>
                      <a:pt x="708" y="350"/>
                    </a:lnTo>
                    <a:lnTo>
                      <a:pt x="710" y="349"/>
                    </a:lnTo>
                    <a:lnTo>
                      <a:pt x="71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62" name="Freeform 62"/>
              <p:cNvSpPr/>
              <p:nvPr/>
            </p:nvSpPr>
            <p:spPr bwMode="auto">
              <a:xfrm>
                <a:off x="2488" y="1680"/>
                <a:ext cx="712" cy="526"/>
              </a:xfrm>
              <a:custGeom>
                <a:avLst/>
                <a:gdLst/>
                <a:ahLst/>
                <a:cxnLst>
                  <a:cxn ang="0">
                    <a:pos x="712" y="0"/>
                  </a:cxn>
                  <a:cxn ang="0">
                    <a:pos x="0" y="260"/>
                  </a:cxn>
                  <a:cxn ang="0">
                    <a:pos x="223" y="526"/>
                  </a:cxn>
                  <a:cxn ang="0">
                    <a:pos x="708" y="350"/>
                  </a:cxn>
                  <a:cxn ang="0">
                    <a:pos x="710" y="349"/>
                  </a:cxn>
                  <a:cxn ang="0">
                    <a:pos x="712" y="0"/>
                  </a:cxn>
                </a:cxnLst>
                <a:rect l="0" t="0" r="r" b="b"/>
                <a:pathLst>
                  <a:path w="712" h="526">
                    <a:moveTo>
                      <a:pt x="712" y="0"/>
                    </a:moveTo>
                    <a:lnTo>
                      <a:pt x="0" y="260"/>
                    </a:lnTo>
                    <a:lnTo>
                      <a:pt x="223" y="526"/>
                    </a:lnTo>
                    <a:lnTo>
                      <a:pt x="708" y="350"/>
                    </a:lnTo>
                    <a:lnTo>
                      <a:pt x="710" y="349"/>
                    </a:lnTo>
                    <a:lnTo>
                      <a:pt x="712" y="0"/>
                    </a:lnTo>
                  </a:path>
                </a:pathLst>
              </a:custGeom>
              <a:noFill/>
              <a:ln w="9525">
                <a:noFill/>
                <a:round/>
              </a:ln>
            </p:spPr>
            <p:txBody>
              <a:bodyPr vert="horz" wrap="square" lIns="82938" tIns="41469" rIns="82938" bIns="41469" numCol="1" anchor="t" anchorCtr="0" compatLnSpc="1"/>
              <a:lstStyle/>
              <a:p>
                <a:endParaRPr lang="en-GB" sz="1815"/>
              </a:p>
            </p:txBody>
          </p:sp>
          <p:sp>
            <p:nvSpPr>
              <p:cNvPr id="51263" name="Freeform 63"/>
              <p:cNvSpPr/>
              <p:nvPr/>
            </p:nvSpPr>
            <p:spPr bwMode="auto">
              <a:xfrm>
                <a:off x="2488" y="1680"/>
                <a:ext cx="712" cy="526"/>
              </a:xfrm>
              <a:custGeom>
                <a:avLst/>
                <a:gdLst/>
                <a:ahLst/>
                <a:cxnLst>
                  <a:cxn ang="0">
                    <a:pos x="712" y="0"/>
                  </a:cxn>
                  <a:cxn ang="0">
                    <a:pos x="0" y="260"/>
                  </a:cxn>
                  <a:cxn ang="0">
                    <a:pos x="223" y="526"/>
                  </a:cxn>
                  <a:cxn ang="0">
                    <a:pos x="708" y="350"/>
                  </a:cxn>
                  <a:cxn ang="0">
                    <a:pos x="223" y="526"/>
                  </a:cxn>
                  <a:cxn ang="0">
                    <a:pos x="0" y="260"/>
                  </a:cxn>
                  <a:cxn ang="0">
                    <a:pos x="712" y="0"/>
                  </a:cxn>
                  <a:cxn ang="0">
                    <a:pos x="710" y="349"/>
                  </a:cxn>
                  <a:cxn ang="0">
                    <a:pos x="712" y="349"/>
                  </a:cxn>
                  <a:cxn ang="0">
                    <a:pos x="712" y="0"/>
                  </a:cxn>
                </a:cxnLst>
                <a:rect l="0" t="0" r="r" b="b"/>
                <a:pathLst>
                  <a:path w="712" h="526">
                    <a:moveTo>
                      <a:pt x="712" y="0"/>
                    </a:moveTo>
                    <a:lnTo>
                      <a:pt x="0" y="260"/>
                    </a:lnTo>
                    <a:lnTo>
                      <a:pt x="223" y="526"/>
                    </a:lnTo>
                    <a:lnTo>
                      <a:pt x="708" y="350"/>
                    </a:lnTo>
                    <a:lnTo>
                      <a:pt x="223" y="526"/>
                    </a:lnTo>
                    <a:lnTo>
                      <a:pt x="0" y="260"/>
                    </a:lnTo>
                    <a:lnTo>
                      <a:pt x="712" y="0"/>
                    </a:lnTo>
                    <a:lnTo>
                      <a:pt x="710" y="349"/>
                    </a:lnTo>
                    <a:lnTo>
                      <a:pt x="712" y="349"/>
                    </a:lnTo>
                    <a:lnTo>
                      <a:pt x="7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64" name="Freeform 64"/>
              <p:cNvSpPr/>
              <p:nvPr/>
            </p:nvSpPr>
            <p:spPr bwMode="auto">
              <a:xfrm>
                <a:off x="2488" y="1680"/>
                <a:ext cx="712" cy="526"/>
              </a:xfrm>
              <a:custGeom>
                <a:avLst/>
                <a:gdLst/>
                <a:ahLst/>
                <a:cxnLst>
                  <a:cxn ang="0">
                    <a:pos x="712" y="0"/>
                  </a:cxn>
                  <a:cxn ang="0">
                    <a:pos x="0" y="260"/>
                  </a:cxn>
                  <a:cxn ang="0">
                    <a:pos x="223" y="526"/>
                  </a:cxn>
                  <a:cxn ang="0">
                    <a:pos x="708" y="350"/>
                  </a:cxn>
                  <a:cxn ang="0">
                    <a:pos x="223" y="526"/>
                  </a:cxn>
                  <a:cxn ang="0">
                    <a:pos x="0" y="260"/>
                  </a:cxn>
                  <a:cxn ang="0">
                    <a:pos x="712" y="0"/>
                  </a:cxn>
                  <a:cxn ang="0">
                    <a:pos x="710" y="349"/>
                  </a:cxn>
                  <a:cxn ang="0">
                    <a:pos x="712" y="349"/>
                  </a:cxn>
                  <a:cxn ang="0">
                    <a:pos x="712" y="0"/>
                  </a:cxn>
                </a:cxnLst>
                <a:rect l="0" t="0" r="r" b="b"/>
                <a:pathLst>
                  <a:path w="712" h="526">
                    <a:moveTo>
                      <a:pt x="712" y="0"/>
                    </a:moveTo>
                    <a:lnTo>
                      <a:pt x="0" y="260"/>
                    </a:lnTo>
                    <a:lnTo>
                      <a:pt x="223" y="526"/>
                    </a:lnTo>
                    <a:lnTo>
                      <a:pt x="708" y="350"/>
                    </a:lnTo>
                    <a:lnTo>
                      <a:pt x="223" y="526"/>
                    </a:lnTo>
                    <a:lnTo>
                      <a:pt x="0" y="260"/>
                    </a:lnTo>
                    <a:lnTo>
                      <a:pt x="712" y="0"/>
                    </a:lnTo>
                    <a:lnTo>
                      <a:pt x="710" y="349"/>
                    </a:lnTo>
                    <a:lnTo>
                      <a:pt x="712" y="349"/>
                    </a:lnTo>
                    <a:lnTo>
                      <a:pt x="712" y="0"/>
                    </a:lnTo>
                  </a:path>
                </a:pathLst>
              </a:custGeom>
              <a:noFill/>
              <a:ln w="9525">
                <a:noFill/>
                <a:round/>
              </a:ln>
            </p:spPr>
            <p:txBody>
              <a:bodyPr vert="horz" wrap="square" lIns="82938" tIns="41469" rIns="82938" bIns="41469" numCol="1" anchor="t" anchorCtr="0" compatLnSpc="1"/>
              <a:lstStyle/>
              <a:p>
                <a:endParaRPr lang="en-GB" sz="1815"/>
              </a:p>
            </p:txBody>
          </p:sp>
          <p:sp>
            <p:nvSpPr>
              <p:cNvPr id="51265" name="Freeform 65"/>
              <p:cNvSpPr/>
              <p:nvPr/>
            </p:nvSpPr>
            <p:spPr bwMode="auto">
              <a:xfrm>
                <a:off x="3220" y="1682"/>
                <a:ext cx="1" cy="112"/>
              </a:xfrm>
              <a:custGeom>
                <a:avLst/>
                <a:gdLst/>
                <a:ahLst/>
                <a:cxnLst>
                  <a:cxn ang="0">
                    <a:pos x="0" y="0"/>
                  </a:cxn>
                  <a:cxn ang="0">
                    <a:pos x="0" y="5"/>
                  </a:cxn>
                  <a:cxn ang="0">
                    <a:pos x="0" y="5"/>
                  </a:cxn>
                  <a:cxn ang="0">
                    <a:pos x="0" y="112"/>
                  </a:cxn>
                  <a:cxn ang="0">
                    <a:pos x="0" y="0"/>
                  </a:cxn>
                  <a:cxn ang="0">
                    <a:pos x="0" y="0"/>
                  </a:cxn>
                </a:cxnLst>
                <a:rect l="0" t="0" r="r" b="b"/>
                <a:pathLst>
                  <a:path h="112">
                    <a:moveTo>
                      <a:pt x="0" y="0"/>
                    </a:moveTo>
                    <a:lnTo>
                      <a:pt x="0" y="5"/>
                    </a:lnTo>
                    <a:lnTo>
                      <a:pt x="0" y="5"/>
                    </a:lnTo>
                    <a:lnTo>
                      <a:pt x="0" y="112"/>
                    </a:lnTo>
                    <a:lnTo>
                      <a:pt x="0" y="0"/>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66" name="Freeform 66"/>
              <p:cNvSpPr/>
              <p:nvPr/>
            </p:nvSpPr>
            <p:spPr bwMode="auto">
              <a:xfrm>
                <a:off x="3220" y="1682"/>
                <a:ext cx="1" cy="112"/>
              </a:xfrm>
              <a:custGeom>
                <a:avLst/>
                <a:gdLst/>
                <a:ahLst/>
                <a:cxnLst>
                  <a:cxn ang="0">
                    <a:pos x="0" y="0"/>
                  </a:cxn>
                  <a:cxn ang="0">
                    <a:pos x="0" y="5"/>
                  </a:cxn>
                  <a:cxn ang="0">
                    <a:pos x="0" y="5"/>
                  </a:cxn>
                  <a:cxn ang="0">
                    <a:pos x="0" y="112"/>
                  </a:cxn>
                  <a:cxn ang="0">
                    <a:pos x="0" y="0"/>
                  </a:cxn>
                  <a:cxn ang="0">
                    <a:pos x="0" y="0"/>
                  </a:cxn>
                </a:cxnLst>
                <a:rect l="0" t="0" r="r" b="b"/>
                <a:pathLst>
                  <a:path h="112">
                    <a:moveTo>
                      <a:pt x="0" y="0"/>
                    </a:moveTo>
                    <a:lnTo>
                      <a:pt x="0" y="5"/>
                    </a:lnTo>
                    <a:lnTo>
                      <a:pt x="0" y="5"/>
                    </a:lnTo>
                    <a:lnTo>
                      <a:pt x="0" y="112"/>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67" name="Freeform 67"/>
              <p:cNvSpPr>
                <a:spLocks noEditPoints="1"/>
              </p:cNvSpPr>
              <p:nvPr/>
            </p:nvSpPr>
            <p:spPr bwMode="auto">
              <a:xfrm>
                <a:off x="3220" y="1665"/>
                <a:ext cx="1" cy="17"/>
              </a:xfrm>
              <a:custGeom>
                <a:avLst/>
                <a:gdLst/>
                <a:ahLst/>
                <a:cxnLst>
                  <a:cxn ang="0">
                    <a:pos x="0" y="2"/>
                  </a:cxn>
                  <a:cxn ang="0">
                    <a:pos x="0" y="2"/>
                  </a:cxn>
                  <a:cxn ang="0">
                    <a:pos x="0" y="17"/>
                  </a:cxn>
                  <a:cxn ang="0">
                    <a:pos x="0" y="17"/>
                  </a:cxn>
                  <a:cxn ang="0">
                    <a:pos x="0" y="2"/>
                  </a:cxn>
                  <a:cxn ang="0">
                    <a:pos x="0" y="0"/>
                  </a:cxn>
                  <a:cxn ang="0">
                    <a:pos x="0" y="2"/>
                  </a:cxn>
                  <a:cxn ang="0">
                    <a:pos x="0" y="2"/>
                  </a:cxn>
                  <a:cxn ang="0">
                    <a:pos x="0" y="0"/>
                  </a:cxn>
                  <a:cxn ang="0">
                    <a:pos x="0" y="0"/>
                  </a:cxn>
                </a:cxnLst>
                <a:rect l="0" t="0" r="r" b="b"/>
                <a:pathLst>
                  <a:path h="17">
                    <a:moveTo>
                      <a:pt x="0" y="2"/>
                    </a:moveTo>
                    <a:lnTo>
                      <a:pt x="0" y="2"/>
                    </a:lnTo>
                    <a:lnTo>
                      <a:pt x="0" y="17"/>
                    </a:lnTo>
                    <a:lnTo>
                      <a:pt x="0" y="17"/>
                    </a:lnTo>
                    <a:lnTo>
                      <a:pt x="0" y="2"/>
                    </a:lnTo>
                    <a:close/>
                    <a:moveTo>
                      <a:pt x="0" y="0"/>
                    </a:moveTo>
                    <a:lnTo>
                      <a:pt x="0" y="2"/>
                    </a:lnTo>
                    <a:lnTo>
                      <a:pt x="0" y="2"/>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68" name="Rectangle 68"/>
              <p:cNvSpPr>
                <a:spLocks noChangeArrowheads="1"/>
              </p:cNvSpPr>
              <p:nvPr/>
            </p:nvSpPr>
            <p:spPr bwMode="auto">
              <a:xfrm>
                <a:off x="3220" y="1667"/>
                <a:ext cx="1" cy="15"/>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69" name="Rectangle 69"/>
              <p:cNvSpPr>
                <a:spLocks noChangeArrowheads="1"/>
              </p:cNvSpPr>
              <p:nvPr/>
            </p:nvSpPr>
            <p:spPr bwMode="auto">
              <a:xfrm>
                <a:off x="3220" y="1665"/>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70" name="Freeform 70"/>
              <p:cNvSpPr>
                <a:spLocks noEditPoints="1"/>
              </p:cNvSpPr>
              <p:nvPr/>
            </p:nvSpPr>
            <p:spPr bwMode="auto">
              <a:xfrm>
                <a:off x="3200" y="1680"/>
                <a:ext cx="20" cy="350"/>
              </a:xfrm>
              <a:custGeom>
                <a:avLst/>
                <a:gdLst/>
                <a:ahLst/>
                <a:cxnLst>
                  <a:cxn ang="0">
                    <a:pos x="20" y="2"/>
                  </a:cxn>
                  <a:cxn ang="0">
                    <a:pos x="20" y="2"/>
                  </a:cxn>
                  <a:cxn ang="0">
                    <a:pos x="20" y="2"/>
                  </a:cxn>
                  <a:cxn ang="0">
                    <a:pos x="20" y="2"/>
                  </a:cxn>
                  <a:cxn ang="0">
                    <a:pos x="20" y="2"/>
                  </a:cxn>
                  <a:cxn ang="0">
                    <a:pos x="0" y="0"/>
                  </a:cxn>
                  <a:cxn ang="0">
                    <a:pos x="0" y="0"/>
                  </a:cxn>
                  <a:cxn ang="0">
                    <a:pos x="0" y="349"/>
                  </a:cxn>
                  <a:cxn ang="0">
                    <a:pos x="0" y="349"/>
                  </a:cxn>
                  <a:cxn ang="0">
                    <a:pos x="0" y="344"/>
                  </a:cxn>
                  <a:cxn ang="0">
                    <a:pos x="18" y="350"/>
                  </a:cxn>
                  <a:cxn ang="0">
                    <a:pos x="20" y="114"/>
                  </a:cxn>
                  <a:cxn ang="0">
                    <a:pos x="20" y="7"/>
                  </a:cxn>
                  <a:cxn ang="0">
                    <a:pos x="6" y="2"/>
                  </a:cxn>
                  <a:cxn ang="0">
                    <a:pos x="0" y="0"/>
                  </a:cxn>
                </a:cxnLst>
                <a:rect l="0" t="0" r="r" b="b"/>
                <a:pathLst>
                  <a:path w="20" h="350">
                    <a:moveTo>
                      <a:pt x="20" y="2"/>
                    </a:moveTo>
                    <a:lnTo>
                      <a:pt x="20" y="2"/>
                    </a:lnTo>
                    <a:lnTo>
                      <a:pt x="20" y="2"/>
                    </a:lnTo>
                    <a:lnTo>
                      <a:pt x="20" y="2"/>
                    </a:lnTo>
                    <a:lnTo>
                      <a:pt x="20" y="2"/>
                    </a:lnTo>
                    <a:close/>
                    <a:moveTo>
                      <a:pt x="0" y="0"/>
                    </a:moveTo>
                    <a:lnTo>
                      <a:pt x="0" y="0"/>
                    </a:lnTo>
                    <a:lnTo>
                      <a:pt x="0" y="349"/>
                    </a:lnTo>
                    <a:lnTo>
                      <a:pt x="0" y="349"/>
                    </a:lnTo>
                    <a:lnTo>
                      <a:pt x="0" y="344"/>
                    </a:lnTo>
                    <a:lnTo>
                      <a:pt x="18" y="350"/>
                    </a:lnTo>
                    <a:lnTo>
                      <a:pt x="20" y="114"/>
                    </a:lnTo>
                    <a:lnTo>
                      <a:pt x="20" y="7"/>
                    </a:lnTo>
                    <a:lnTo>
                      <a:pt x="6"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71" name="Rectangle 71"/>
              <p:cNvSpPr>
                <a:spLocks noChangeArrowheads="1"/>
              </p:cNvSpPr>
              <p:nvPr/>
            </p:nvSpPr>
            <p:spPr bwMode="auto">
              <a:xfrm>
                <a:off x="3220" y="1682"/>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72" name="Freeform 72"/>
              <p:cNvSpPr/>
              <p:nvPr/>
            </p:nvSpPr>
            <p:spPr bwMode="auto">
              <a:xfrm>
                <a:off x="3200" y="1680"/>
                <a:ext cx="20" cy="350"/>
              </a:xfrm>
              <a:custGeom>
                <a:avLst/>
                <a:gdLst/>
                <a:ahLst/>
                <a:cxnLst>
                  <a:cxn ang="0">
                    <a:pos x="0" y="0"/>
                  </a:cxn>
                  <a:cxn ang="0">
                    <a:pos x="0" y="0"/>
                  </a:cxn>
                  <a:cxn ang="0">
                    <a:pos x="0" y="349"/>
                  </a:cxn>
                  <a:cxn ang="0">
                    <a:pos x="0" y="349"/>
                  </a:cxn>
                  <a:cxn ang="0">
                    <a:pos x="0" y="344"/>
                  </a:cxn>
                  <a:cxn ang="0">
                    <a:pos x="18" y="350"/>
                  </a:cxn>
                  <a:cxn ang="0">
                    <a:pos x="20" y="114"/>
                  </a:cxn>
                  <a:cxn ang="0">
                    <a:pos x="20" y="7"/>
                  </a:cxn>
                  <a:cxn ang="0">
                    <a:pos x="6" y="2"/>
                  </a:cxn>
                  <a:cxn ang="0">
                    <a:pos x="0" y="0"/>
                  </a:cxn>
                </a:cxnLst>
                <a:rect l="0" t="0" r="r" b="b"/>
                <a:pathLst>
                  <a:path w="20" h="350">
                    <a:moveTo>
                      <a:pt x="0" y="0"/>
                    </a:moveTo>
                    <a:lnTo>
                      <a:pt x="0" y="0"/>
                    </a:lnTo>
                    <a:lnTo>
                      <a:pt x="0" y="349"/>
                    </a:lnTo>
                    <a:lnTo>
                      <a:pt x="0" y="349"/>
                    </a:lnTo>
                    <a:lnTo>
                      <a:pt x="0" y="344"/>
                    </a:lnTo>
                    <a:lnTo>
                      <a:pt x="18" y="350"/>
                    </a:lnTo>
                    <a:lnTo>
                      <a:pt x="20" y="114"/>
                    </a:lnTo>
                    <a:lnTo>
                      <a:pt x="20" y="7"/>
                    </a:lnTo>
                    <a:lnTo>
                      <a:pt x="6"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73" name="Freeform 73"/>
              <p:cNvSpPr/>
              <p:nvPr/>
            </p:nvSpPr>
            <p:spPr bwMode="auto">
              <a:xfrm>
                <a:off x="3218" y="2052"/>
                <a:ext cx="1" cy="357"/>
              </a:xfrm>
              <a:custGeom>
                <a:avLst/>
                <a:gdLst/>
                <a:ahLst/>
                <a:cxnLst>
                  <a:cxn ang="0">
                    <a:pos x="0" y="0"/>
                  </a:cxn>
                  <a:cxn ang="0">
                    <a:pos x="0" y="357"/>
                  </a:cxn>
                  <a:cxn ang="0">
                    <a:pos x="0" y="357"/>
                  </a:cxn>
                  <a:cxn ang="0">
                    <a:pos x="0" y="357"/>
                  </a:cxn>
                  <a:cxn ang="0">
                    <a:pos x="0" y="357"/>
                  </a:cxn>
                  <a:cxn ang="0">
                    <a:pos x="0" y="0"/>
                  </a:cxn>
                  <a:cxn ang="0">
                    <a:pos x="0" y="0"/>
                  </a:cxn>
                </a:cxnLst>
                <a:rect l="0" t="0" r="r" b="b"/>
                <a:pathLst>
                  <a:path h="357">
                    <a:moveTo>
                      <a:pt x="0" y="0"/>
                    </a:moveTo>
                    <a:lnTo>
                      <a:pt x="0" y="357"/>
                    </a:lnTo>
                    <a:lnTo>
                      <a:pt x="0" y="357"/>
                    </a:lnTo>
                    <a:lnTo>
                      <a:pt x="0" y="357"/>
                    </a:lnTo>
                    <a:lnTo>
                      <a:pt x="0" y="357"/>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74" name="Freeform 74"/>
              <p:cNvSpPr/>
              <p:nvPr/>
            </p:nvSpPr>
            <p:spPr bwMode="auto">
              <a:xfrm>
                <a:off x="3218" y="2052"/>
                <a:ext cx="1" cy="357"/>
              </a:xfrm>
              <a:custGeom>
                <a:avLst/>
                <a:gdLst/>
                <a:ahLst/>
                <a:cxnLst>
                  <a:cxn ang="0">
                    <a:pos x="0" y="0"/>
                  </a:cxn>
                  <a:cxn ang="0">
                    <a:pos x="0" y="357"/>
                  </a:cxn>
                  <a:cxn ang="0">
                    <a:pos x="0" y="357"/>
                  </a:cxn>
                  <a:cxn ang="0">
                    <a:pos x="0" y="357"/>
                  </a:cxn>
                  <a:cxn ang="0">
                    <a:pos x="0" y="357"/>
                  </a:cxn>
                  <a:cxn ang="0">
                    <a:pos x="0" y="0"/>
                  </a:cxn>
                  <a:cxn ang="0">
                    <a:pos x="0" y="0"/>
                  </a:cxn>
                </a:cxnLst>
                <a:rect l="0" t="0" r="r" b="b"/>
                <a:pathLst>
                  <a:path h="357">
                    <a:moveTo>
                      <a:pt x="0" y="0"/>
                    </a:moveTo>
                    <a:lnTo>
                      <a:pt x="0" y="357"/>
                    </a:lnTo>
                    <a:lnTo>
                      <a:pt x="0" y="357"/>
                    </a:lnTo>
                    <a:lnTo>
                      <a:pt x="0" y="357"/>
                    </a:lnTo>
                    <a:lnTo>
                      <a:pt x="0" y="357"/>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75" name="Freeform 75"/>
              <p:cNvSpPr/>
              <p:nvPr/>
            </p:nvSpPr>
            <p:spPr bwMode="auto">
              <a:xfrm>
                <a:off x="3200" y="2024"/>
                <a:ext cx="18" cy="28"/>
              </a:xfrm>
              <a:custGeom>
                <a:avLst/>
                <a:gdLst/>
                <a:ahLst/>
                <a:cxnLst>
                  <a:cxn ang="0">
                    <a:pos x="0" y="0"/>
                  </a:cxn>
                  <a:cxn ang="0">
                    <a:pos x="0" y="5"/>
                  </a:cxn>
                  <a:cxn ang="0">
                    <a:pos x="0" y="5"/>
                  </a:cxn>
                  <a:cxn ang="0">
                    <a:pos x="18" y="11"/>
                  </a:cxn>
                  <a:cxn ang="0">
                    <a:pos x="18" y="28"/>
                  </a:cxn>
                  <a:cxn ang="0">
                    <a:pos x="18" y="28"/>
                  </a:cxn>
                  <a:cxn ang="0">
                    <a:pos x="18" y="13"/>
                  </a:cxn>
                  <a:cxn ang="0">
                    <a:pos x="18" y="6"/>
                  </a:cxn>
                  <a:cxn ang="0">
                    <a:pos x="0" y="0"/>
                  </a:cxn>
                </a:cxnLst>
                <a:rect l="0" t="0" r="r" b="b"/>
                <a:pathLst>
                  <a:path w="18" h="28">
                    <a:moveTo>
                      <a:pt x="0" y="0"/>
                    </a:moveTo>
                    <a:lnTo>
                      <a:pt x="0" y="5"/>
                    </a:lnTo>
                    <a:lnTo>
                      <a:pt x="0" y="5"/>
                    </a:lnTo>
                    <a:lnTo>
                      <a:pt x="18" y="11"/>
                    </a:lnTo>
                    <a:lnTo>
                      <a:pt x="18" y="28"/>
                    </a:lnTo>
                    <a:lnTo>
                      <a:pt x="18" y="28"/>
                    </a:lnTo>
                    <a:lnTo>
                      <a:pt x="18" y="13"/>
                    </a:lnTo>
                    <a:lnTo>
                      <a:pt x="18"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76" name="Freeform 76"/>
              <p:cNvSpPr/>
              <p:nvPr/>
            </p:nvSpPr>
            <p:spPr bwMode="auto">
              <a:xfrm>
                <a:off x="3200" y="2024"/>
                <a:ext cx="18" cy="28"/>
              </a:xfrm>
              <a:custGeom>
                <a:avLst/>
                <a:gdLst/>
                <a:ahLst/>
                <a:cxnLst>
                  <a:cxn ang="0">
                    <a:pos x="0" y="0"/>
                  </a:cxn>
                  <a:cxn ang="0">
                    <a:pos x="0" y="5"/>
                  </a:cxn>
                  <a:cxn ang="0">
                    <a:pos x="0" y="5"/>
                  </a:cxn>
                  <a:cxn ang="0">
                    <a:pos x="18" y="11"/>
                  </a:cxn>
                  <a:cxn ang="0">
                    <a:pos x="18" y="28"/>
                  </a:cxn>
                  <a:cxn ang="0">
                    <a:pos x="18" y="28"/>
                  </a:cxn>
                  <a:cxn ang="0">
                    <a:pos x="18" y="13"/>
                  </a:cxn>
                  <a:cxn ang="0">
                    <a:pos x="18" y="6"/>
                  </a:cxn>
                  <a:cxn ang="0">
                    <a:pos x="0" y="0"/>
                  </a:cxn>
                </a:cxnLst>
                <a:rect l="0" t="0" r="r" b="b"/>
                <a:pathLst>
                  <a:path w="18" h="28">
                    <a:moveTo>
                      <a:pt x="0" y="0"/>
                    </a:moveTo>
                    <a:lnTo>
                      <a:pt x="0" y="5"/>
                    </a:lnTo>
                    <a:lnTo>
                      <a:pt x="0" y="5"/>
                    </a:lnTo>
                    <a:lnTo>
                      <a:pt x="18" y="11"/>
                    </a:lnTo>
                    <a:lnTo>
                      <a:pt x="18" y="28"/>
                    </a:lnTo>
                    <a:lnTo>
                      <a:pt x="18" y="28"/>
                    </a:lnTo>
                    <a:lnTo>
                      <a:pt x="18" y="13"/>
                    </a:lnTo>
                    <a:lnTo>
                      <a:pt x="18"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77" name="Rectangle 77"/>
              <p:cNvSpPr>
                <a:spLocks noChangeArrowheads="1"/>
              </p:cNvSpPr>
              <p:nvPr/>
            </p:nvSpPr>
            <p:spPr bwMode="auto">
              <a:xfrm>
                <a:off x="3218" y="2409"/>
                <a:ext cx="1" cy="6"/>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278" name="Rectangle 78"/>
              <p:cNvSpPr>
                <a:spLocks noChangeArrowheads="1"/>
              </p:cNvSpPr>
              <p:nvPr/>
            </p:nvSpPr>
            <p:spPr bwMode="auto">
              <a:xfrm>
                <a:off x="3218" y="2409"/>
                <a:ext cx="1" cy="6"/>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79" name="Freeform 79"/>
              <p:cNvSpPr/>
              <p:nvPr/>
            </p:nvSpPr>
            <p:spPr bwMode="auto">
              <a:xfrm>
                <a:off x="2473" y="1659"/>
                <a:ext cx="727" cy="264"/>
              </a:xfrm>
              <a:custGeom>
                <a:avLst/>
                <a:gdLst/>
                <a:ahLst/>
                <a:cxnLst>
                  <a:cxn ang="0">
                    <a:pos x="727" y="0"/>
                  </a:cxn>
                  <a:cxn ang="0">
                    <a:pos x="0" y="264"/>
                  </a:cxn>
                  <a:cxn ang="0">
                    <a:pos x="0" y="264"/>
                  </a:cxn>
                  <a:cxn ang="0">
                    <a:pos x="727" y="0"/>
                  </a:cxn>
                </a:cxnLst>
                <a:rect l="0" t="0" r="r" b="b"/>
                <a:pathLst>
                  <a:path w="727" h="264">
                    <a:moveTo>
                      <a:pt x="727" y="0"/>
                    </a:moveTo>
                    <a:lnTo>
                      <a:pt x="0" y="264"/>
                    </a:lnTo>
                    <a:lnTo>
                      <a:pt x="0" y="264"/>
                    </a:lnTo>
                    <a:lnTo>
                      <a:pt x="727"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80" name="Freeform 80"/>
              <p:cNvSpPr/>
              <p:nvPr/>
            </p:nvSpPr>
            <p:spPr bwMode="auto">
              <a:xfrm>
                <a:off x="2473" y="1659"/>
                <a:ext cx="727" cy="264"/>
              </a:xfrm>
              <a:custGeom>
                <a:avLst/>
                <a:gdLst/>
                <a:ahLst/>
                <a:cxnLst>
                  <a:cxn ang="0">
                    <a:pos x="727" y="0"/>
                  </a:cxn>
                  <a:cxn ang="0">
                    <a:pos x="0" y="264"/>
                  </a:cxn>
                  <a:cxn ang="0">
                    <a:pos x="0" y="264"/>
                  </a:cxn>
                  <a:cxn ang="0">
                    <a:pos x="727" y="0"/>
                  </a:cxn>
                </a:cxnLst>
                <a:rect l="0" t="0" r="r" b="b"/>
                <a:pathLst>
                  <a:path w="727" h="264">
                    <a:moveTo>
                      <a:pt x="727" y="0"/>
                    </a:moveTo>
                    <a:lnTo>
                      <a:pt x="0" y="264"/>
                    </a:lnTo>
                    <a:lnTo>
                      <a:pt x="0" y="264"/>
                    </a:lnTo>
                    <a:lnTo>
                      <a:pt x="727" y="0"/>
                    </a:lnTo>
                  </a:path>
                </a:pathLst>
              </a:custGeom>
              <a:noFill/>
              <a:ln w="9525">
                <a:noFill/>
                <a:round/>
              </a:ln>
            </p:spPr>
            <p:txBody>
              <a:bodyPr vert="horz" wrap="square" lIns="82938" tIns="41469" rIns="82938" bIns="41469" numCol="1" anchor="t" anchorCtr="0" compatLnSpc="1"/>
              <a:lstStyle/>
              <a:p>
                <a:endParaRPr lang="en-GB" sz="1815"/>
              </a:p>
            </p:txBody>
          </p:sp>
          <p:sp>
            <p:nvSpPr>
              <p:cNvPr id="51281" name="Freeform 81"/>
              <p:cNvSpPr/>
              <p:nvPr/>
            </p:nvSpPr>
            <p:spPr bwMode="auto">
              <a:xfrm>
                <a:off x="2473" y="1659"/>
                <a:ext cx="727" cy="281"/>
              </a:xfrm>
              <a:custGeom>
                <a:avLst/>
                <a:gdLst/>
                <a:ahLst/>
                <a:cxnLst>
                  <a:cxn ang="0">
                    <a:pos x="727" y="0"/>
                  </a:cxn>
                  <a:cxn ang="0">
                    <a:pos x="727" y="0"/>
                  </a:cxn>
                  <a:cxn ang="0">
                    <a:pos x="0" y="264"/>
                  </a:cxn>
                  <a:cxn ang="0">
                    <a:pos x="3" y="268"/>
                  </a:cxn>
                  <a:cxn ang="0">
                    <a:pos x="3" y="268"/>
                  </a:cxn>
                  <a:cxn ang="0">
                    <a:pos x="15" y="281"/>
                  </a:cxn>
                  <a:cxn ang="0">
                    <a:pos x="727" y="21"/>
                  </a:cxn>
                  <a:cxn ang="0">
                    <a:pos x="727" y="16"/>
                  </a:cxn>
                  <a:cxn ang="0">
                    <a:pos x="727" y="16"/>
                  </a:cxn>
                  <a:cxn ang="0">
                    <a:pos x="727" y="0"/>
                  </a:cxn>
                </a:cxnLst>
                <a:rect l="0" t="0" r="r" b="b"/>
                <a:pathLst>
                  <a:path w="727" h="281">
                    <a:moveTo>
                      <a:pt x="727" y="0"/>
                    </a:moveTo>
                    <a:lnTo>
                      <a:pt x="727" y="0"/>
                    </a:lnTo>
                    <a:lnTo>
                      <a:pt x="0" y="264"/>
                    </a:lnTo>
                    <a:lnTo>
                      <a:pt x="3" y="268"/>
                    </a:lnTo>
                    <a:lnTo>
                      <a:pt x="3" y="268"/>
                    </a:lnTo>
                    <a:lnTo>
                      <a:pt x="15" y="281"/>
                    </a:lnTo>
                    <a:lnTo>
                      <a:pt x="727" y="21"/>
                    </a:lnTo>
                    <a:lnTo>
                      <a:pt x="727" y="16"/>
                    </a:lnTo>
                    <a:lnTo>
                      <a:pt x="727" y="16"/>
                    </a:lnTo>
                    <a:lnTo>
                      <a:pt x="72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82" name="Freeform 82"/>
              <p:cNvSpPr/>
              <p:nvPr/>
            </p:nvSpPr>
            <p:spPr bwMode="auto">
              <a:xfrm>
                <a:off x="2473" y="1659"/>
                <a:ext cx="727" cy="281"/>
              </a:xfrm>
              <a:custGeom>
                <a:avLst/>
                <a:gdLst/>
                <a:ahLst/>
                <a:cxnLst>
                  <a:cxn ang="0">
                    <a:pos x="727" y="0"/>
                  </a:cxn>
                  <a:cxn ang="0">
                    <a:pos x="727" y="0"/>
                  </a:cxn>
                  <a:cxn ang="0">
                    <a:pos x="0" y="264"/>
                  </a:cxn>
                  <a:cxn ang="0">
                    <a:pos x="3" y="268"/>
                  </a:cxn>
                  <a:cxn ang="0">
                    <a:pos x="3" y="268"/>
                  </a:cxn>
                  <a:cxn ang="0">
                    <a:pos x="15" y="281"/>
                  </a:cxn>
                  <a:cxn ang="0">
                    <a:pos x="727" y="21"/>
                  </a:cxn>
                  <a:cxn ang="0">
                    <a:pos x="727" y="16"/>
                  </a:cxn>
                  <a:cxn ang="0">
                    <a:pos x="727" y="16"/>
                  </a:cxn>
                  <a:cxn ang="0">
                    <a:pos x="727" y="0"/>
                  </a:cxn>
                </a:cxnLst>
                <a:rect l="0" t="0" r="r" b="b"/>
                <a:pathLst>
                  <a:path w="727" h="281">
                    <a:moveTo>
                      <a:pt x="727" y="0"/>
                    </a:moveTo>
                    <a:lnTo>
                      <a:pt x="727" y="0"/>
                    </a:lnTo>
                    <a:lnTo>
                      <a:pt x="0" y="264"/>
                    </a:lnTo>
                    <a:lnTo>
                      <a:pt x="3" y="268"/>
                    </a:lnTo>
                    <a:lnTo>
                      <a:pt x="3" y="268"/>
                    </a:lnTo>
                    <a:lnTo>
                      <a:pt x="15" y="281"/>
                    </a:lnTo>
                    <a:lnTo>
                      <a:pt x="727" y="21"/>
                    </a:lnTo>
                    <a:lnTo>
                      <a:pt x="727" y="16"/>
                    </a:lnTo>
                    <a:lnTo>
                      <a:pt x="727" y="16"/>
                    </a:lnTo>
                    <a:lnTo>
                      <a:pt x="727" y="0"/>
                    </a:lnTo>
                  </a:path>
                </a:pathLst>
              </a:custGeom>
              <a:noFill/>
              <a:ln w="9525">
                <a:noFill/>
                <a:round/>
              </a:ln>
            </p:spPr>
            <p:txBody>
              <a:bodyPr vert="horz" wrap="square" lIns="82938" tIns="41469" rIns="82938" bIns="41469" numCol="1" anchor="t" anchorCtr="0" compatLnSpc="1"/>
              <a:lstStyle/>
              <a:p>
                <a:endParaRPr lang="en-GB" sz="1815"/>
              </a:p>
            </p:txBody>
          </p:sp>
          <p:sp>
            <p:nvSpPr>
              <p:cNvPr id="51283" name="Rectangle 83"/>
              <p:cNvSpPr>
                <a:spLocks noChangeArrowheads="1"/>
              </p:cNvSpPr>
              <p:nvPr/>
            </p:nvSpPr>
            <p:spPr bwMode="auto">
              <a:xfrm>
                <a:off x="3200" y="1659"/>
                <a:ext cx="1" cy="16"/>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284" name="Rectangle 84"/>
              <p:cNvSpPr>
                <a:spLocks noChangeArrowheads="1"/>
              </p:cNvSpPr>
              <p:nvPr/>
            </p:nvSpPr>
            <p:spPr bwMode="auto">
              <a:xfrm>
                <a:off x="3200" y="1659"/>
                <a:ext cx="1" cy="16"/>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85" name="Rectangle 85"/>
              <p:cNvSpPr>
                <a:spLocks noChangeArrowheads="1"/>
              </p:cNvSpPr>
              <p:nvPr/>
            </p:nvSpPr>
            <p:spPr bwMode="auto">
              <a:xfrm>
                <a:off x="3220" y="1682"/>
                <a:ext cx="1" cy="5"/>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286" name="Rectangle 86"/>
              <p:cNvSpPr>
                <a:spLocks noChangeArrowheads="1"/>
              </p:cNvSpPr>
              <p:nvPr/>
            </p:nvSpPr>
            <p:spPr bwMode="auto">
              <a:xfrm>
                <a:off x="3220" y="1682"/>
                <a:ext cx="1" cy="5"/>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87" name="Freeform 87"/>
              <p:cNvSpPr>
                <a:spLocks noEditPoints="1"/>
              </p:cNvSpPr>
              <p:nvPr/>
            </p:nvSpPr>
            <p:spPr bwMode="auto">
              <a:xfrm>
                <a:off x="3200" y="1659"/>
                <a:ext cx="20" cy="23"/>
              </a:xfrm>
              <a:custGeom>
                <a:avLst/>
                <a:gdLst/>
                <a:ahLst/>
                <a:cxnLst>
                  <a:cxn ang="0">
                    <a:pos x="20" y="8"/>
                  </a:cxn>
                  <a:cxn ang="0">
                    <a:pos x="10" y="8"/>
                  </a:cxn>
                  <a:cxn ang="0">
                    <a:pos x="6" y="18"/>
                  </a:cxn>
                  <a:cxn ang="0">
                    <a:pos x="20" y="23"/>
                  </a:cxn>
                  <a:cxn ang="0">
                    <a:pos x="20" y="8"/>
                  </a:cxn>
                  <a:cxn ang="0">
                    <a:pos x="0" y="0"/>
                  </a:cxn>
                  <a:cxn ang="0">
                    <a:pos x="0" y="0"/>
                  </a:cxn>
                  <a:cxn ang="0">
                    <a:pos x="0" y="16"/>
                  </a:cxn>
                  <a:cxn ang="0">
                    <a:pos x="6" y="18"/>
                  </a:cxn>
                  <a:cxn ang="0">
                    <a:pos x="10" y="8"/>
                  </a:cxn>
                  <a:cxn ang="0">
                    <a:pos x="20" y="8"/>
                  </a:cxn>
                  <a:cxn ang="0">
                    <a:pos x="20" y="6"/>
                  </a:cxn>
                  <a:cxn ang="0">
                    <a:pos x="0" y="0"/>
                  </a:cxn>
                </a:cxnLst>
                <a:rect l="0" t="0" r="r" b="b"/>
                <a:pathLst>
                  <a:path w="20" h="23">
                    <a:moveTo>
                      <a:pt x="20" y="8"/>
                    </a:moveTo>
                    <a:lnTo>
                      <a:pt x="10" y="8"/>
                    </a:lnTo>
                    <a:lnTo>
                      <a:pt x="6" y="18"/>
                    </a:lnTo>
                    <a:lnTo>
                      <a:pt x="20" y="23"/>
                    </a:lnTo>
                    <a:lnTo>
                      <a:pt x="20" y="8"/>
                    </a:lnTo>
                    <a:close/>
                    <a:moveTo>
                      <a:pt x="0" y="0"/>
                    </a:moveTo>
                    <a:lnTo>
                      <a:pt x="0" y="0"/>
                    </a:lnTo>
                    <a:lnTo>
                      <a:pt x="0" y="16"/>
                    </a:lnTo>
                    <a:lnTo>
                      <a:pt x="6" y="18"/>
                    </a:lnTo>
                    <a:lnTo>
                      <a:pt x="10" y="8"/>
                    </a:lnTo>
                    <a:lnTo>
                      <a:pt x="20" y="8"/>
                    </a:lnTo>
                    <a:lnTo>
                      <a:pt x="20"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88" name="Freeform 88"/>
              <p:cNvSpPr/>
              <p:nvPr/>
            </p:nvSpPr>
            <p:spPr bwMode="auto">
              <a:xfrm>
                <a:off x="3206" y="1667"/>
                <a:ext cx="14" cy="15"/>
              </a:xfrm>
              <a:custGeom>
                <a:avLst/>
                <a:gdLst/>
                <a:ahLst/>
                <a:cxnLst>
                  <a:cxn ang="0">
                    <a:pos x="14" y="0"/>
                  </a:cxn>
                  <a:cxn ang="0">
                    <a:pos x="4" y="0"/>
                  </a:cxn>
                  <a:cxn ang="0">
                    <a:pos x="0" y="10"/>
                  </a:cxn>
                  <a:cxn ang="0">
                    <a:pos x="14" y="15"/>
                  </a:cxn>
                  <a:cxn ang="0">
                    <a:pos x="14" y="0"/>
                  </a:cxn>
                </a:cxnLst>
                <a:rect l="0" t="0" r="r" b="b"/>
                <a:pathLst>
                  <a:path w="14" h="15">
                    <a:moveTo>
                      <a:pt x="14" y="0"/>
                    </a:moveTo>
                    <a:lnTo>
                      <a:pt x="4" y="0"/>
                    </a:lnTo>
                    <a:lnTo>
                      <a:pt x="0" y="10"/>
                    </a:lnTo>
                    <a:lnTo>
                      <a:pt x="14" y="15"/>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1289" name="Freeform 89"/>
              <p:cNvSpPr/>
              <p:nvPr/>
            </p:nvSpPr>
            <p:spPr bwMode="auto">
              <a:xfrm>
                <a:off x="3200" y="1659"/>
                <a:ext cx="20" cy="18"/>
              </a:xfrm>
              <a:custGeom>
                <a:avLst/>
                <a:gdLst/>
                <a:ahLst/>
                <a:cxnLst>
                  <a:cxn ang="0">
                    <a:pos x="0" y="0"/>
                  </a:cxn>
                  <a:cxn ang="0">
                    <a:pos x="0" y="0"/>
                  </a:cxn>
                  <a:cxn ang="0">
                    <a:pos x="0" y="16"/>
                  </a:cxn>
                  <a:cxn ang="0">
                    <a:pos x="6" y="18"/>
                  </a:cxn>
                  <a:cxn ang="0">
                    <a:pos x="10" y="8"/>
                  </a:cxn>
                  <a:cxn ang="0">
                    <a:pos x="20" y="8"/>
                  </a:cxn>
                  <a:cxn ang="0">
                    <a:pos x="20" y="6"/>
                  </a:cxn>
                  <a:cxn ang="0">
                    <a:pos x="0" y="0"/>
                  </a:cxn>
                </a:cxnLst>
                <a:rect l="0" t="0" r="r" b="b"/>
                <a:pathLst>
                  <a:path w="20" h="18">
                    <a:moveTo>
                      <a:pt x="0" y="0"/>
                    </a:moveTo>
                    <a:lnTo>
                      <a:pt x="0" y="0"/>
                    </a:lnTo>
                    <a:lnTo>
                      <a:pt x="0" y="16"/>
                    </a:lnTo>
                    <a:lnTo>
                      <a:pt x="6" y="18"/>
                    </a:lnTo>
                    <a:lnTo>
                      <a:pt x="10" y="8"/>
                    </a:lnTo>
                    <a:lnTo>
                      <a:pt x="20" y="8"/>
                    </a:lnTo>
                    <a:lnTo>
                      <a:pt x="20"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90" name="Freeform 90"/>
              <p:cNvSpPr/>
              <p:nvPr/>
            </p:nvSpPr>
            <p:spPr bwMode="auto">
              <a:xfrm>
                <a:off x="3200" y="1667"/>
                <a:ext cx="20" cy="20"/>
              </a:xfrm>
              <a:custGeom>
                <a:avLst/>
                <a:gdLst/>
                <a:ahLst/>
                <a:cxnLst>
                  <a:cxn ang="0">
                    <a:pos x="10" y="0"/>
                  </a:cxn>
                  <a:cxn ang="0">
                    <a:pos x="10" y="0"/>
                  </a:cxn>
                  <a:cxn ang="0">
                    <a:pos x="6" y="10"/>
                  </a:cxn>
                  <a:cxn ang="0">
                    <a:pos x="0" y="8"/>
                  </a:cxn>
                  <a:cxn ang="0">
                    <a:pos x="0" y="13"/>
                  </a:cxn>
                  <a:cxn ang="0">
                    <a:pos x="0" y="13"/>
                  </a:cxn>
                  <a:cxn ang="0">
                    <a:pos x="6" y="15"/>
                  </a:cxn>
                  <a:cxn ang="0">
                    <a:pos x="20" y="20"/>
                  </a:cxn>
                  <a:cxn ang="0">
                    <a:pos x="20" y="15"/>
                  </a:cxn>
                  <a:cxn ang="0">
                    <a:pos x="20" y="15"/>
                  </a:cxn>
                  <a:cxn ang="0">
                    <a:pos x="6" y="10"/>
                  </a:cxn>
                  <a:cxn ang="0">
                    <a:pos x="10" y="0"/>
                  </a:cxn>
                </a:cxnLst>
                <a:rect l="0" t="0" r="r" b="b"/>
                <a:pathLst>
                  <a:path w="20" h="20">
                    <a:moveTo>
                      <a:pt x="10" y="0"/>
                    </a:moveTo>
                    <a:lnTo>
                      <a:pt x="10" y="0"/>
                    </a:lnTo>
                    <a:lnTo>
                      <a:pt x="6" y="10"/>
                    </a:lnTo>
                    <a:lnTo>
                      <a:pt x="0" y="8"/>
                    </a:lnTo>
                    <a:lnTo>
                      <a:pt x="0" y="13"/>
                    </a:lnTo>
                    <a:lnTo>
                      <a:pt x="0" y="13"/>
                    </a:lnTo>
                    <a:lnTo>
                      <a:pt x="6" y="15"/>
                    </a:lnTo>
                    <a:lnTo>
                      <a:pt x="20" y="20"/>
                    </a:lnTo>
                    <a:lnTo>
                      <a:pt x="20" y="15"/>
                    </a:lnTo>
                    <a:lnTo>
                      <a:pt x="20" y="15"/>
                    </a:lnTo>
                    <a:lnTo>
                      <a:pt x="6" y="1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91" name="Freeform 91"/>
              <p:cNvSpPr/>
              <p:nvPr/>
            </p:nvSpPr>
            <p:spPr bwMode="auto">
              <a:xfrm>
                <a:off x="3200" y="1667"/>
                <a:ext cx="20" cy="20"/>
              </a:xfrm>
              <a:custGeom>
                <a:avLst/>
                <a:gdLst/>
                <a:ahLst/>
                <a:cxnLst>
                  <a:cxn ang="0">
                    <a:pos x="10" y="0"/>
                  </a:cxn>
                  <a:cxn ang="0">
                    <a:pos x="10" y="0"/>
                  </a:cxn>
                  <a:cxn ang="0">
                    <a:pos x="6" y="10"/>
                  </a:cxn>
                  <a:cxn ang="0">
                    <a:pos x="0" y="8"/>
                  </a:cxn>
                  <a:cxn ang="0">
                    <a:pos x="0" y="13"/>
                  </a:cxn>
                  <a:cxn ang="0">
                    <a:pos x="0" y="13"/>
                  </a:cxn>
                  <a:cxn ang="0">
                    <a:pos x="6" y="15"/>
                  </a:cxn>
                  <a:cxn ang="0">
                    <a:pos x="20" y="20"/>
                  </a:cxn>
                  <a:cxn ang="0">
                    <a:pos x="20" y="15"/>
                  </a:cxn>
                  <a:cxn ang="0">
                    <a:pos x="20" y="15"/>
                  </a:cxn>
                  <a:cxn ang="0">
                    <a:pos x="6" y="10"/>
                  </a:cxn>
                  <a:cxn ang="0">
                    <a:pos x="10" y="0"/>
                  </a:cxn>
                </a:cxnLst>
                <a:rect l="0" t="0" r="r" b="b"/>
                <a:pathLst>
                  <a:path w="20" h="20">
                    <a:moveTo>
                      <a:pt x="10" y="0"/>
                    </a:moveTo>
                    <a:lnTo>
                      <a:pt x="10" y="0"/>
                    </a:lnTo>
                    <a:lnTo>
                      <a:pt x="6" y="10"/>
                    </a:lnTo>
                    <a:lnTo>
                      <a:pt x="0" y="8"/>
                    </a:lnTo>
                    <a:lnTo>
                      <a:pt x="0" y="13"/>
                    </a:lnTo>
                    <a:lnTo>
                      <a:pt x="0" y="13"/>
                    </a:lnTo>
                    <a:lnTo>
                      <a:pt x="6" y="15"/>
                    </a:lnTo>
                    <a:lnTo>
                      <a:pt x="20" y="20"/>
                    </a:lnTo>
                    <a:lnTo>
                      <a:pt x="20" y="15"/>
                    </a:lnTo>
                    <a:lnTo>
                      <a:pt x="20" y="15"/>
                    </a:lnTo>
                    <a:lnTo>
                      <a:pt x="6" y="1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292" name="Freeform 92"/>
              <p:cNvSpPr/>
              <p:nvPr/>
            </p:nvSpPr>
            <p:spPr bwMode="auto">
              <a:xfrm>
                <a:off x="2724" y="2050"/>
                <a:ext cx="474" cy="447"/>
              </a:xfrm>
              <a:custGeom>
                <a:avLst/>
                <a:gdLst/>
                <a:ahLst/>
                <a:cxnLst>
                  <a:cxn ang="0">
                    <a:pos x="474" y="0"/>
                  </a:cxn>
                  <a:cxn ang="0">
                    <a:pos x="0" y="173"/>
                  </a:cxn>
                  <a:cxn ang="0">
                    <a:pos x="146" y="347"/>
                  </a:cxn>
                  <a:cxn ang="0">
                    <a:pos x="230" y="447"/>
                  </a:cxn>
                  <a:cxn ang="0">
                    <a:pos x="397" y="385"/>
                  </a:cxn>
                  <a:cxn ang="0">
                    <a:pos x="474" y="357"/>
                  </a:cxn>
                  <a:cxn ang="0">
                    <a:pos x="474" y="0"/>
                  </a:cxn>
                </a:cxnLst>
                <a:rect l="0" t="0" r="r" b="b"/>
                <a:pathLst>
                  <a:path w="474" h="447">
                    <a:moveTo>
                      <a:pt x="474" y="0"/>
                    </a:moveTo>
                    <a:lnTo>
                      <a:pt x="0" y="173"/>
                    </a:lnTo>
                    <a:lnTo>
                      <a:pt x="146" y="347"/>
                    </a:lnTo>
                    <a:lnTo>
                      <a:pt x="230" y="447"/>
                    </a:lnTo>
                    <a:lnTo>
                      <a:pt x="397" y="385"/>
                    </a:lnTo>
                    <a:lnTo>
                      <a:pt x="474" y="357"/>
                    </a:lnTo>
                    <a:lnTo>
                      <a:pt x="47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93" name="Freeform 93"/>
              <p:cNvSpPr/>
              <p:nvPr/>
            </p:nvSpPr>
            <p:spPr bwMode="auto">
              <a:xfrm>
                <a:off x="2724" y="2050"/>
                <a:ext cx="474" cy="447"/>
              </a:xfrm>
              <a:custGeom>
                <a:avLst/>
                <a:gdLst/>
                <a:ahLst/>
                <a:cxnLst>
                  <a:cxn ang="0">
                    <a:pos x="474" y="0"/>
                  </a:cxn>
                  <a:cxn ang="0">
                    <a:pos x="0" y="173"/>
                  </a:cxn>
                  <a:cxn ang="0">
                    <a:pos x="146" y="347"/>
                  </a:cxn>
                  <a:cxn ang="0">
                    <a:pos x="230" y="447"/>
                  </a:cxn>
                  <a:cxn ang="0">
                    <a:pos x="397" y="385"/>
                  </a:cxn>
                  <a:cxn ang="0">
                    <a:pos x="474" y="357"/>
                  </a:cxn>
                  <a:cxn ang="0">
                    <a:pos x="474" y="0"/>
                  </a:cxn>
                </a:cxnLst>
                <a:rect l="0" t="0" r="r" b="b"/>
                <a:pathLst>
                  <a:path w="474" h="447">
                    <a:moveTo>
                      <a:pt x="474" y="0"/>
                    </a:moveTo>
                    <a:lnTo>
                      <a:pt x="0" y="173"/>
                    </a:lnTo>
                    <a:lnTo>
                      <a:pt x="146" y="347"/>
                    </a:lnTo>
                    <a:lnTo>
                      <a:pt x="230" y="447"/>
                    </a:lnTo>
                    <a:lnTo>
                      <a:pt x="397" y="385"/>
                    </a:lnTo>
                    <a:lnTo>
                      <a:pt x="474" y="357"/>
                    </a:lnTo>
                    <a:lnTo>
                      <a:pt x="474" y="0"/>
                    </a:lnTo>
                  </a:path>
                </a:pathLst>
              </a:custGeom>
              <a:noFill/>
              <a:ln w="9525">
                <a:noFill/>
                <a:round/>
              </a:ln>
            </p:spPr>
            <p:txBody>
              <a:bodyPr vert="horz" wrap="square" lIns="82938" tIns="41469" rIns="82938" bIns="41469" numCol="1" anchor="t" anchorCtr="0" compatLnSpc="1"/>
              <a:lstStyle/>
              <a:p>
                <a:endParaRPr lang="en-GB" sz="1815"/>
              </a:p>
            </p:txBody>
          </p:sp>
          <p:sp>
            <p:nvSpPr>
              <p:cNvPr id="51294" name="Freeform 94"/>
              <p:cNvSpPr/>
              <p:nvPr/>
            </p:nvSpPr>
            <p:spPr bwMode="auto">
              <a:xfrm>
                <a:off x="2724" y="2050"/>
                <a:ext cx="474" cy="357"/>
              </a:xfrm>
              <a:custGeom>
                <a:avLst/>
                <a:gdLst/>
                <a:ahLst/>
                <a:cxnLst>
                  <a:cxn ang="0">
                    <a:pos x="474" y="0"/>
                  </a:cxn>
                  <a:cxn ang="0">
                    <a:pos x="0" y="173"/>
                  </a:cxn>
                  <a:cxn ang="0">
                    <a:pos x="0" y="173"/>
                  </a:cxn>
                  <a:cxn ang="0">
                    <a:pos x="474" y="0"/>
                  </a:cxn>
                  <a:cxn ang="0">
                    <a:pos x="474" y="357"/>
                  </a:cxn>
                  <a:cxn ang="0">
                    <a:pos x="474" y="357"/>
                  </a:cxn>
                  <a:cxn ang="0">
                    <a:pos x="474" y="0"/>
                  </a:cxn>
                </a:cxnLst>
                <a:rect l="0" t="0" r="r" b="b"/>
                <a:pathLst>
                  <a:path w="474" h="357">
                    <a:moveTo>
                      <a:pt x="474" y="0"/>
                    </a:moveTo>
                    <a:lnTo>
                      <a:pt x="0" y="173"/>
                    </a:lnTo>
                    <a:lnTo>
                      <a:pt x="0" y="173"/>
                    </a:lnTo>
                    <a:lnTo>
                      <a:pt x="474" y="0"/>
                    </a:lnTo>
                    <a:lnTo>
                      <a:pt x="474" y="357"/>
                    </a:lnTo>
                    <a:lnTo>
                      <a:pt x="474" y="357"/>
                    </a:lnTo>
                    <a:lnTo>
                      <a:pt x="47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95" name="Freeform 95"/>
              <p:cNvSpPr/>
              <p:nvPr/>
            </p:nvSpPr>
            <p:spPr bwMode="auto">
              <a:xfrm>
                <a:off x="2724" y="2050"/>
                <a:ext cx="474" cy="357"/>
              </a:xfrm>
              <a:custGeom>
                <a:avLst/>
                <a:gdLst/>
                <a:ahLst/>
                <a:cxnLst>
                  <a:cxn ang="0">
                    <a:pos x="474" y="0"/>
                  </a:cxn>
                  <a:cxn ang="0">
                    <a:pos x="0" y="173"/>
                  </a:cxn>
                  <a:cxn ang="0">
                    <a:pos x="0" y="173"/>
                  </a:cxn>
                  <a:cxn ang="0">
                    <a:pos x="474" y="0"/>
                  </a:cxn>
                  <a:cxn ang="0">
                    <a:pos x="474" y="357"/>
                  </a:cxn>
                  <a:cxn ang="0">
                    <a:pos x="474" y="357"/>
                  </a:cxn>
                  <a:cxn ang="0">
                    <a:pos x="474" y="0"/>
                  </a:cxn>
                </a:cxnLst>
                <a:rect l="0" t="0" r="r" b="b"/>
                <a:pathLst>
                  <a:path w="474" h="357">
                    <a:moveTo>
                      <a:pt x="474" y="0"/>
                    </a:moveTo>
                    <a:lnTo>
                      <a:pt x="0" y="173"/>
                    </a:lnTo>
                    <a:lnTo>
                      <a:pt x="0" y="173"/>
                    </a:lnTo>
                    <a:lnTo>
                      <a:pt x="474" y="0"/>
                    </a:lnTo>
                    <a:lnTo>
                      <a:pt x="474" y="357"/>
                    </a:lnTo>
                    <a:lnTo>
                      <a:pt x="474" y="357"/>
                    </a:lnTo>
                    <a:lnTo>
                      <a:pt x="474" y="0"/>
                    </a:lnTo>
                  </a:path>
                </a:pathLst>
              </a:custGeom>
              <a:noFill/>
              <a:ln w="9525">
                <a:noFill/>
                <a:round/>
              </a:ln>
            </p:spPr>
            <p:txBody>
              <a:bodyPr vert="horz" wrap="square" lIns="82938" tIns="41469" rIns="82938" bIns="41469" numCol="1" anchor="t" anchorCtr="0" compatLnSpc="1"/>
              <a:lstStyle/>
              <a:p>
                <a:endParaRPr lang="en-GB" sz="1815"/>
              </a:p>
            </p:txBody>
          </p:sp>
          <p:sp>
            <p:nvSpPr>
              <p:cNvPr id="51296" name="Freeform 96"/>
              <p:cNvSpPr/>
              <p:nvPr/>
            </p:nvSpPr>
            <p:spPr bwMode="auto">
              <a:xfrm>
                <a:off x="3198" y="2050"/>
                <a:ext cx="1" cy="357"/>
              </a:xfrm>
              <a:custGeom>
                <a:avLst/>
                <a:gdLst/>
                <a:ahLst/>
                <a:cxnLst>
                  <a:cxn ang="0">
                    <a:pos x="0" y="0"/>
                  </a:cxn>
                  <a:cxn ang="0">
                    <a:pos x="0" y="0"/>
                  </a:cxn>
                  <a:cxn ang="0">
                    <a:pos x="0" y="357"/>
                  </a:cxn>
                  <a:cxn ang="0">
                    <a:pos x="0" y="0"/>
                  </a:cxn>
                </a:cxnLst>
                <a:rect l="0" t="0" r="r" b="b"/>
                <a:pathLst>
                  <a:path h="357">
                    <a:moveTo>
                      <a:pt x="0" y="0"/>
                    </a:moveTo>
                    <a:lnTo>
                      <a:pt x="0" y="0"/>
                    </a:lnTo>
                    <a:lnTo>
                      <a:pt x="0" y="357"/>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97" name="Freeform 97"/>
              <p:cNvSpPr/>
              <p:nvPr/>
            </p:nvSpPr>
            <p:spPr bwMode="auto">
              <a:xfrm>
                <a:off x="3198" y="2050"/>
                <a:ext cx="1" cy="357"/>
              </a:xfrm>
              <a:custGeom>
                <a:avLst/>
                <a:gdLst/>
                <a:ahLst/>
                <a:cxnLst>
                  <a:cxn ang="0">
                    <a:pos x="0" y="0"/>
                  </a:cxn>
                  <a:cxn ang="0">
                    <a:pos x="0" y="0"/>
                  </a:cxn>
                  <a:cxn ang="0">
                    <a:pos x="0" y="357"/>
                  </a:cxn>
                  <a:cxn ang="0">
                    <a:pos x="0" y="0"/>
                  </a:cxn>
                </a:cxnLst>
                <a:rect l="0" t="0" r="r" b="b"/>
                <a:pathLst>
                  <a:path h="357">
                    <a:moveTo>
                      <a:pt x="0" y="0"/>
                    </a:moveTo>
                    <a:lnTo>
                      <a:pt x="0" y="0"/>
                    </a:lnTo>
                    <a:lnTo>
                      <a:pt x="0" y="35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98" name="Freeform 98"/>
              <p:cNvSpPr/>
              <p:nvPr/>
            </p:nvSpPr>
            <p:spPr bwMode="auto">
              <a:xfrm>
                <a:off x="2870" y="2397"/>
                <a:ext cx="251" cy="100"/>
              </a:xfrm>
              <a:custGeom>
                <a:avLst/>
                <a:gdLst/>
                <a:ahLst/>
                <a:cxnLst>
                  <a:cxn ang="0">
                    <a:pos x="0" y="0"/>
                  </a:cxn>
                  <a:cxn ang="0">
                    <a:pos x="84" y="100"/>
                  </a:cxn>
                  <a:cxn ang="0">
                    <a:pos x="251" y="38"/>
                  </a:cxn>
                  <a:cxn ang="0">
                    <a:pos x="84" y="100"/>
                  </a:cxn>
                  <a:cxn ang="0">
                    <a:pos x="0" y="0"/>
                  </a:cxn>
                </a:cxnLst>
                <a:rect l="0" t="0" r="r" b="b"/>
                <a:pathLst>
                  <a:path w="251" h="100">
                    <a:moveTo>
                      <a:pt x="0" y="0"/>
                    </a:moveTo>
                    <a:lnTo>
                      <a:pt x="84" y="100"/>
                    </a:lnTo>
                    <a:lnTo>
                      <a:pt x="251" y="38"/>
                    </a:lnTo>
                    <a:lnTo>
                      <a:pt x="84" y="10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99" name="Freeform 99"/>
              <p:cNvSpPr/>
              <p:nvPr/>
            </p:nvSpPr>
            <p:spPr bwMode="auto">
              <a:xfrm>
                <a:off x="2870" y="2397"/>
                <a:ext cx="251" cy="100"/>
              </a:xfrm>
              <a:custGeom>
                <a:avLst/>
                <a:gdLst/>
                <a:ahLst/>
                <a:cxnLst>
                  <a:cxn ang="0">
                    <a:pos x="0" y="0"/>
                  </a:cxn>
                  <a:cxn ang="0">
                    <a:pos x="84" y="100"/>
                  </a:cxn>
                  <a:cxn ang="0">
                    <a:pos x="251" y="38"/>
                  </a:cxn>
                  <a:cxn ang="0">
                    <a:pos x="84" y="100"/>
                  </a:cxn>
                  <a:cxn ang="0">
                    <a:pos x="0" y="0"/>
                  </a:cxn>
                </a:cxnLst>
                <a:rect l="0" t="0" r="r" b="b"/>
                <a:pathLst>
                  <a:path w="251" h="100">
                    <a:moveTo>
                      <a:pt x="0" y="0"/>
                    </a:moveTo>
                    <a:lnTo>
                      <a:pt x="84" y="100"/>
                    </a:lnTo>
                    <a:lnTo>
                      <a:pt x="251" y="38"/>
                    </a:lnTo>
                    <a:lnTo>
                      <a:pt x="84" y="10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00" name="Freeform 100"/>
              <p:cNvSpPr>
                <a:spLocks noEditPoints="1"/>
              </p:cNvSpPr>
              <p:nvPr/>
            </p:nvSpPr>
            <p:spPr bwMode="auto">
              <a:xfrm>
                <a:off x="2711" y="2029"/>
                <a:ext cx="489" cy="194"/>
              </a:xfrm>
              <a:custGeom>
                <a:avLst/>
                <a:gdLst/>
                <a:ahLst/>
                <a:cxnLst>
                  <a:cxn ang="0">
                    <a:pos x="485" y="20"/>
                  </a:cxn>
                  <a:cxn ang="0">
                    <a:pos x="487" y="11"/>
                  </a:cxn>
                  <a:cxn ang="0">
                    <a:pos x="485" y="20"/>
                  </a:cxn>
                  <a:cxn ang="0">
                    <a:pos x="489" y="0"/>
                  </a:cxn>
                  <a:cxn ang="0">
                    <a:pos x="487" y="0"/>
                  </a:cxn>
                  <a:cxn ang="0">
                    <a:pos x="485" y="1"/>
                  </a:cxn>
                  <a:cxn ang="0">
                    <a:pos x="0" y="177"/>
                  </a:cxn>
                  <a:cxn ang="0">
                    <a:pos x="3" y="182"/>
                  </a:cxn>
                  <a:cxn ang="0">
                    <a:pos x="3" y="182"/>
                  </a:cxn>
                  <a:cxn ang="0">
                    <a:pos x="13" y="194"/>
                  </a:cxn>
                  <a:cxn ang="0">
                    <a:pos x="487" y="21"/>
                  </a:cxn>
                  <a:cxn ang="0">
                    <a:pos x="487" y="15"/>
                  </a:cxn>
                  <a:cxn ang="0">
                    <a:pos x="487" y="15"/>
                  </a:cxn>
                  <a:cxn ang="0">
                    <a:pos x="487" y="11"/>
                  </a:cxn>
                  <a:cxn ang="0">
                    <a:pos x="485" y="20"/>
                  </a:cxn>
                  <a:cxn ang="0">
                    <a:pos x="487" y="11"/>
                  </a:cxn>
                  <a:cxn ang="0">
                    <a:pos x="489" y="0"/>
                  </a:cxn>
                </a:cxnLst>
                <a:rect l="0" t="0" r="r" b="b"/>
                <a:pathLst>
                  <a:path w="489" h="194">
                    <a:moveTo>
                      <a:pt x="485" y="20"/>
                    </a:moveTo>
                    <a:lnTo>
                      <a:pt x="487" y="11"/>
                    </a:lnTo>
                    <a:lnTo>
                      <a:pt x="485" y="20"/>
                    </a:lnTo>
                    <a:close/>
                    <a:moveTo>
                      <a:pt x="489" y="0"/>
                    </a:moveTo>
                    <a:lnTo>
                      <a:pt x="487" y="0"/>
                    </a:lnTo>
                    <a:lnTo>
                      <a:pt x="485" y="1"/>
                    </a:lnTo>
                    <a:lnTo>
                      <a:pt x="0" y="177"/>
                    </a:lnTo>
                    <a:lnTo>
                      <a:pt x="3" y="182"/>
                    </a:lnTo>
                    <a:lnTo>
                      <a:pt x="3" y="182"/>
                    </a:lnTo>
                    <a:lnTo>
                      <a:pt x="13" y="194"/>
                    </a:lnTo>
                    <a:lnTo>
                      <a:pt x="487" y="21"/>
                    </a:lnTo>
                    <a:lnTo>
                      <a:pt x="487" y="15"/>
                    </a:lnTo>
                    <a:lnTo>
                      <a:pt x="487" y="15"/>
                    </a:lnTo>
                    <a:lnTo>
                      <a:pt x="487" y="11"/>
                    </a:lnTo>
                    <a:lnTo>
                      <a:pt x="485" y="20"/>
                    </a:lnTo>
                    <a:lnTo>
                      <a:pt x="487" y="11"/>
                    </a:lnTo>
                    <a:lnTo>
                      <a:pt x="48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1" name="Freeform 101"/>
              <p:cNvSpPr/>
              <p:nvPr/>
            </p:nvSpPr>
            <p:spPr bwMode="auto">
              <a:xfrm>
                <a:off x="3196" y="2040"/>
                <a:ext cx="2" cy="9"/>
              </a:xfrm>
              <a:custGeom>
                <a:avLst/>
                <a:gdLst/>
                <a:ahLst/>
                <a:cxnLst>
                  <a:cxn ang="0">
                    <a:pos x="0" y="9"/>
                  </a:cxn>
                  <a:cxn ang="0">
                    <a:pos x="2" y="0"/>
                  </a:cxn>
                  <a:cxn ang="0">
                    <a:pos x="0" y="9"/>
                  </a:cxn>
                </a:cxnLst>
                <a:rect l="0" t="0" r="r" b="b"/>
                <a:pathLst>
                  <a:path w="2" h="9">
                    <a:moveTo>
                      <a:pt x="0" y="9"/>
                    </a:moveTo>
                    <a:lnTo>
                      <a:pt x="2" y="0"/>
                    </a:lnTo>
                    <a:lnTo>
                      <a:pt x="0" y="9"/>
                    </a:lnTo>
                  </a:path>
                </a:pathLst>
              </a:custGeom>
              <a:noFill/>
              <a:ln w="9525">
                <a:noFill/>
                <a:round/>
              </a:ln>
            </p:spPr>
            <p:txBody>
              <a:bodyPr vert="horz" wrap="square" lIns="82938" tIns="41469" rIns="82938" bIns="41469" numCol="1" anchor="t" anchorCtr="0" compatLnSpc="1"/>
              <a:lstStyle/>
              <a:p>
                <a:endParaRPr lang="en-GB" sz="1815"/>
              </a:p>
            </p:txBody>
          </p:sp>
          <p:sp>
            <p:nvSpPr>
              <p:cNvPr id="51302" name="Freeform 102"/>
              <p:cNvSpPr/>
              <p:nvPr/>
            </p:nvSpPr>
            <p:spPr bwMode="auto">
              <a:xfrm>
                <a:off x="2711" y="2029"/>
                <a:ext cx="489" cy="194"/>
              </a:xfrm>
              <a:custGeom>
                <a:avLst/>
                <a:gdLst/>
                <a:ahLst/>
                <a:cxnLst>
                  <a:cxn ang="0">
                    <a:pos x="489" y="0"/>
                  </a:cxn>
                  <a:cxn ang="0">
                    <a:pos x="487" y="0"/>
                  </a:cxn>
                  <a:cxn ang="0">
                    <a:pos x="485" y="1"/>
                  </a:cxn>
                  <a:cxn ang="0">
                    <a:pos x="0" y="177"/>
                  </a:cxn>
                  <a:cxn ang="0">
                    <a:pos x="3" y="182"/>
                  </a:cxn>
                  <a:cxn ang="0">
                    <a:pos x="3" y="182"/>
                  </a:cxn>
                  <a:cxn ang="0">
                    <a:pos x="13" y="194"/>
                  </a:cxn>
                  <a:cxn ang="0">
                    <a:pos x="487" y="21"/>
                  </a:cxn>
                  <a:cxn ang="0">
                    <a:pos x="487" y="15"/>
                  </a:cxn>
                  <a:cxn ang="0">
                    <a:pos x="487" y="15"/>
                  </a:cxn>
                  <a:cxn ang="0">
                    <a:pos x="487" y="11"/>
                  </a:cxn>
                  <a:cxn ang="0">
                    <a:pos x="485" y="20"/>
                  </a:cxn>
                  <a:cxn ang="0">
                    <a:pos x="487" y="11"/>
                  </a:cxn>
                  <a:cxn ang="0">
                    <a:pos x="489" y="0"/>
                  </a:cxn>
                </a:cxnLst>
                <a:rect l="0" t="0" r="r" b="b"/>
                <a:pathLst>
                  <a:path w="489" h="194">
                    <a:moveTo>
                      <a:pt x="489" y="0"/>
                    </a:moveTo>
                    <a:lnTo>
                      <a:pt x="487" y="0"/>
                    </a:lnTo>
                    <a:lnTo>
                      <a:pt x="485" y="1"/>
                    </a:lnTo>
                    <a:lnTo>
                      <a:pt x="0" y="177"/>
                    </a:lnTo>
                    <a:lnTo>
                      <a:pt x="3" y="182"/>
                    </a:lnTo>
                    <a:lnTo>
                      <a:pt x="3" y="182"/>
                    </a:lnTo>
                    <a:lnTo>
                      <a:pt x="13" y="194"/>
                    </a:lnTo>
                    <a:lnTo>
                      <a:pt x="487" y="21"/>
                    </a:lnTo>
                    <a:lnTo>
                      <a:pt x="487" y="15"/>
                    </a:lnTo>
                    <a:lnTo>
                      <a:pt x="487" y="15"/>
                    </a:lnTo>
                    <a:lnTo>
                      <a:pt x="487" y="11"/>
                    </a:lnTo>
                    <a:lnTo>
                      <a:pt x="485" y="20"/>
                    </a:lnTo>
                    <a:lnTo>
                      <a:pt x="487" y="11"/>
                    </a:lnTo>
                    <a:lnTo>
                      <a:pt x="489" y="0"/>
                    </a:lnTo>
                  </a:path>
                </a:pathLst>
              </a:custGeom>
              <a:noFill/>
              <a:ln w="9525">
                <a:noFill/>
                <a:round/>
              </a:ln>
            </p:spPr>
            <p:txBody>
              <a:bodyPr vert="horz" wrap="square" lIns="82938" tIns="41469" rIns="82938" bIns="41469" numCol="1" anchor="t" anchorCtr="0" compatLnSpc="1"/>
              <a:lstStyle/>
              <a:p>
                <a:endParaRPr lang="en-GB" sz="1815"/>
              </a:p>
            </p:txBody>
          </p:sp>
          <p:sp>
            <p:nvSpPr>
              <p:cNvPr id="51303" name="Freeform 103"/>
              <p:cNvSpPr>
                <a:spLocks noEditPoints="1"/>
              </p:cNvSpPr>
              <p:nvPr/>
            </p:nvSpPr>
            <p:spPr bwMode="auto">
              <a:xfrm>
                <a:off x="3198" y="2029"/>
                <a:ext cx="2" cy="15"/>
              </a:xfrm>
              <a:custGeom>
                <a:avLst/>
                <a:gdLst/>
                <a:ahLst/>
                <a:cxnLst>
                  <a:cxn ang="0">
                    <a:pos x="0" y="11"/>
                  </a:cxn>
                  <a:cxn ang="0">
                    <a:pos x="0" y="11"/>
                  </a:cxn>
                  <a:cxn ang="0">
                    <a:pos x="0" y="15"/>
                  </a:cxn>
                  <a:cxn ang="0">
                    <a:pos x="0" y="11"/>
                  </a:cxn>
                  <a:cxn ang="0">
                    <a:pos x="2" y="0"/>
                  </a:cxn>
                  <a:cxn ang="0">
                    <a:pos x="2" y="0"/>
                  </a:cxn>
                  <a:cxn ang="0">
                    <a:pos x="0" y="11"/>
                  </a:cxn>
                  <a:cxn ang="0">
                    <a:pos x="0" y="11"/>
                  </a:cxn>
                  <a:cxn ang="0">
                    <a:pos x="2" y="0"/>
                  </a:cxn>
                </a:cxnLst>
                <a:rect l="0" t="0" r="r" b="b"/>
                <a:pathLst>
                  <a:path w="2" h="15">
                    <a:moveTo>
                      <a:pt x="0" y="11"/>
                    </a:moveTo>
                    <a:lnTo>
                      <a:pt x="0" y="11"/>
                    </a:lnTo>
                    <a:lnTo>
                      <a:pt x="0" y="15"/>
                    </a:lnTo>
                    <a:lnTo>
                      <a:pt x="0" y="11"/>
                    </a:lnTo>
                    <a:close/>
                    <a:moveTo>
                      <a:pt x="2" y="0"/>
                    </a:moveTo>
                    <a:lnTo>
                      <a:pt x="2" y="0"/>
                    </a:lnTo>
                    <a:lnTo>
                      <a:pt x="0" y="11"/>
                    </a:lnTo>
                    <a:lnTo>
                      <a:pt x="0" y="1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4" name="Freeform 104"/>
              <p:cNvSpPr/>
              <p:nvPr/>
            </p:nvSpPr>
            <p:spPr bwMode="auto">
              <a:xfrm>
                <a:off x="3198" y="2040"/>
                <a:ext cx="1" cy="4"/>
              </a:xfrm>
              <a:custGeom>
                <a:avLst/>
                <a:gdLst/>
                <a:ahLst/>
                <a:cxnLst>
                  <a:cxn ang="0">
                    <a:pos x="0" y="0"/>
                  </a:cxn>
                  <a:cxn ang="0">
                    <a:pos x="0" y="0"/>
                  </a:cxn>
                  <a:cxn ang="0">
                    <a:pos x="0" y="4"/>
                  </a:cxn>
                  <a:cxn ang="0">
                    <a:pos x="0" y="0"/>
                  </a:cxn>
                </a:cxnLst>
                <a:rect l="0" t="0" r="r" b="b"/>
                <a:pathLst>
                  <a:path h="4">
                    <a:moveTo>
                      <a:pt x="0" y="0"/>
                    </a:moveTo>
                    <a:lnTo>
                      <a:pt x="0" y="0"/>
                    </a:lnTo>
                    <a:lnTo>
                      <a:pt x="0"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05" name="Freeform 105"/>
              <p:cNvSpPr/>
              <p:nvPr/>
            </p:nvSpPr>
            <p:spPr bwMode="auto">
              <a:xfrm>
                <a:off x="3198" y="2029"/>
                <a:ext cx="2" cy="11"/>
              </a:xfrm>
              <a:custGeom>
                <a:avLst/>
                <a:gdLst/>
                <a:ahLst/>
                <a:cxnLst>
                  <a:cxn ang="0">
                    <a:pos x="2" y="0"/>
                  </a:cxn>
                  <a:cxn ang="0">
                    <a:pos x="2" y="0"/>
                  </a:cxn>
                  <a:cxn ang="0">
                    <a:pos x="0" y="11"/>
                  </a:cxn>
                  <a:cxn ang="0">
                    <a:pos x="0" y="11"/>
                  </a:cxn>
                  <a:cxn ang="0">
                    <a:pos x="2" y="0"/>
                  </a:cxn>
                </a:cxnLst>
                <a:rect l="0" t="0" r="r" b="b"/>
                <a:pathLst>
                  <a:path w="2" h="11">
                    <a:moveTo>
                      <a:pt x="2" y="0"/>
                    </a:moveTo>
                    <a:lnTo>
                      <a:pt x="2" y="0"/>
                    </a:lnTo>
                    <a:lnTo>
                      <a:pt x="0" y="11"/>
                    </a:lnTo>
                    <a:lnTo>
                      <a:pt x="0" y="1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306" name="Freeform 106"/>
              <p:cNvSpPr/>
              <p:nvPr/>
            </p:nvSpPr>
            <p:spPr bwMode="auto">
              <a:xfrm>
                <a:off x="3198" y="2044"/>
                <a:ext cx="20" cy="365"/>
              </a:xfrm>
              <a:custGeom>
                <a:avLst/>
                <a:gdLst/>
                <a:ahLst/>
                <a:cxnLst>
                  <a:cxn ang="0">
                    <a:pos x="0" y="0"/>
                  </a:cxn>
                  <a:cxn ang="0">
                    <a:pos x="0" y="6"/>
                  </a:cxn>
                  <a:cxn ang="0">
                    <a:pos x="0" y="6"/>
                  </a:cxn>
                  <a:cxn ang="0">
                    <a:pos x="0" y="363"/>
                  </a:cxn>
                  <a:cxn ang="0">
                    <a:pos x="0" y="363"/>
                  </a:cxn>
                  <a:cxn ang="0">
                    <a:pos x="0" y="356"/>
                  </a:cxn>
                  <a:cxn ang="0">
                    <a:pos x="8" y="360"/>
                  </a:cxn>
                  <a:cxn ang="0">
                    <a:pos x="10" y="360"/>
                  </a:cxn>
                  <a:cxn ang="0">
                    <a:pos x="20" y="365"/>
                  </a:cxn>
                  <a:cxn ang="0">
                    <a:pos x="20" y="8"/>
                  </a:cxn>
                  <a:cxn ang="0">
                    <a:pos x="0" y="0"/>
                  </a:cxn>
                </a:cxnLst>
                <a:rect l="0" t="0" r="r" b="b"/>
                <a:pathLst>
                  <a:path w="20" h="365">
                    <a:moveTo>
                      <a:pt x="0" y="0"/>
                    </a:moveTo>
                    <a:lnTo>
                      <a:pt x="0" y="6"/>
                    </a:lnTo>
                    <a:lnTo>
                      <a:pt x="0" y="6"/>
                    </a:lnTo>
                    <a:lnTo>
                      <a:pt x="0" y="363"/>
                    </a:lnTo>
                    <a:lnTo>
                      <a:pt x="0" y="363"/>
                    </a:lnTo>
                    <a:lnTo>
                      <a:pt x="0" y="356"/>
                    </a:lnTo>
                    <a:lnTo>
                      <a:pt x="8" y="360"/>
                    </a:lnTo>
                    <a:lnTo>
                      <a:pt x="10" y="360"/>
                    </a:lnTo>
                    <a:lnTo>
                      <a:pt x="20" y="365"/>
                    </a:lnTo>
                    <a:lnTo>
                      <a:pt x="20"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7" name="Freeform 107"/>
              <p:cNvSpPr/>
              <p:nvPr/>
            </p:nvSpPr>
            <p:spPr bwMode="auto">
              <a:xfrm>
                <a:off x="3198" y="2044"/>
                <a:ext cx="20" cy="365"/>
              </a:xfrm>
              <a:custGeom>
                <a:avLst/>
                <a:gdLst/>
                <a:ahLst/>
                <a:cxnLst>
                  <a:cxn ang="0">
                    <a:pos x="0" y="0"/>
                  </a:cxn>
                  <a:cxn ang="0">
                    <a:pos x="0" y="6"/>
                  </a:cxn>
                  <a:cxn ang="0">
                    <a:pos x="0" y="6"/>
                  </a:cxn>
                  <a:cxn ang="0">
                    <a:pos x="0" y="363"/>
                  </a:cxn>
                  <a:cxn ang="0">
                    <a:pos x="0" y="363"/>
                  </a:cxn>
                  <a:cxn ang="0">
                    <a:pos x="0" y="356"/>
                  </a:cxn>
                  <a:cxn ang="0">
                    <a:pos x="8" y="360"/>
                  </a:cxn>
                  <a:cxn ang="0">
                    <a:pos x="10" y="360"/>
                  </a:cxn>
                  <a:cxn ang="0">
                    <a:pos x="20" y="365"/>
                  </a:cxn>
                  <a:cxn ang="0">
                    <a:pos x="20" y="8"/>
                  </a:cxn>
                  <a:cxn ang="0">
                    <a:pos x="0" y="0"/>
                  </a:cxn>
                </a:cxnLst>
                <a:rect l="0" t="0" r="r" b="b"/>
                <a:pathLst>
                  <a:path w="20" h="365">
                    <a:moveTo>
                      <a:pt x="0" y="0"/>
                    </a:moveTo>
                    <a:lnTo>
                      <a:pt x="0" y="6"/>
                    </a:lnTo>
                    <a:lnTo>
                      <a:pt x="0" y="6"/>
                    </a:lnTo>
                    <a:lnTo>
                      <a:pt x="0" y="363"/>
                    </a:lnTo>
                    <a:lnTo>
                      <a:pt x="0" y="363"/>
                    </a:lnTo>
                    <a:lnTo>
                      <a:pt x="0" y="356"/>
                    </a:lnTo>
                    <a:lnTo>
                      <a:pt x="8" y="360"/>
                    </a:lnTo>
                    <a:lnTo>
                      <a:pt x="10" y="360"/>
                    </a:lnTo>
                    <a:lnTo>
                      <a:pt x="20" y="365"/>
                    </a:lnTo>
                    <a:lnTo>
                      <a:pt x="20"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08" name="Freeform 108"/>
              <p:cNvSpPr/>
              <p:nvPr/>
            </p:nvSpPr>
            <p:spPr bwMode="auto">
              <a:xfrm>
                <a:off x="3198" y="2029"/>
                <a:ext cx="20" cy="23"/>
              </a:xfrm>
              <a:custGeom>
                <a:avLst/>
                <a:gdLst/>
                <a:ahLst/>
                <a:cxnLst>
                  <a:cxn ang="0">
                    <a:pos x="2" y="0"/>
                  </a:cxn>
                  <a:cxn ang="0">
                    <a:pos x="2" y="0"/>
                  </a:cxn>
                  <a:cxn ang="0">
                    <a:pos x="0" y="11"/>
                  </a:cxn>
                  <a:cxn ang="0">
                    <a:pos x="2" y="10"/>
                  </a:cxn>
                  <a:cxn ang="0">
                    <a:pos x="0" y="11"/>
                  </a:cxn>
                  <a:cxn ang="0">
                    <a:pos x="0" y="15"/>
                  </a:cxn>
                  <a:cxn ang="0">
                    <a:pos x="20" y="23"/>
                  </a:cxn>
                  <a:cxn ang="0">
                    <a:pos x="20" y="6"/>
                  </a:cxn>
                  <a:cxn ang="0">
                    <a:pos x="2" y="0"/>
                  </a:cxn>
                </a:cxnLst>
                <a:rect l="0" t="0" r="r" b="b"/>
                <a:pathLst>
                  <a:path w="20" h="23">
                    <a:moveTo>
                      <a:pt x="2" y="0"/>
                    </a:moveTo>
                    <a:lnTo>
                      <a:pt x="2" y="0"/>
                    </a:lnTo>
                    <a:lnTo>
                      <a:pt x="0" y="11"/>
                    </a:lnTo>
                    <a:lnTo>
                      <a:pt x="2" y="10"/>
                    </a:lnTo>
                    <a:lnTo>
                      <a:pt x="0" y="11"/>
                    </a:lnTo>
                    <a:lnTo>
                      <a:pt x="0" y="15"/>
                    </a:lnTo>
                    <a:lnTo>
                      <a:pt x="20" y="23"/>
                    </a:lnTo>
                    <a:lnTo>
                      <a:pt x="20" y="6"/>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9" name="Freeform 109"/>
              <p:cNvSpPr/>
              <p:nvPr/>
            </p:nvSpPr>
            <p:spPr bwMode="auto">
              <a:xfrm>
                <a:off x="3198" y="2029"/>
                <a:ext cx="20" cy="23"/>
              </a:xfrm>
              <a:custGeom>
                <a:avLst/>
                <a:gdLst/>
                <a:ahLst/>
                <a:cxnLst>
                  <a:cxn ang="0">
                    <a:pos x="2" y="0"/>
                  </a:cxn>
                  <a:cxn ang="0">
                    <a:pos x="2" y="0"/>
                  </a:cxn>
                  <a:cxn ang="0">
                    <a:pos x="0" y="11"/>
                  </a:cxn>
                  <a:cxn ang="0">
                    <a:pos x="2" y="10"/>
                  </a:cxn>
                  <a:cxn ang="0">
                    <a:pos x="0" y="11"/>
                  </a:cxn>
                  <a:cxn ang="0">
                    <a:pos x="0" y="15"/>
                  </a:cxn>
                  <a:cxn ang="0">
                    <a:pos x="20" y="23"/>
                  </a:cxn>
                  <a:cxn ang="0">
                    <a:pos x="20" y="6"/>
                  </a:cxn>
                  <a:cxn ang="0">
                    <a:pos x="2" y="0"/>
                  </a:cxn>
                </a:cxnLst>
                <a:rect l="0" t="0" r="r" b="b"/>
                <a:pathLst>
                  <a:path w="20" h="23">
                    <a:moveTo>
                      <a:pt x="2" y="0"/>
                    </a:moveTo>
                    <a:lnTo>
                      <a:pt x="2" y="0"/>
                    </a:lnTo>
                    <a:lnTo>
                      <a:pt x="0" y="11"/>
                    </a:lnTo>
                    <a:lnTo>
                      <a:pt x="2" y="10"/>
                    </a:lnTo>
                    <a:lnTo>
                      <a:pt x="0" y="11"/>
                    </a:lnTo>
                    <a:lnTo>
                      <a:pt x="0" y="15"/>
                    </a:lnTo>
                    <a:lnTo>
                      <a:pt x="20" y="23"/>
                    </a:lnTo>
                    <a:lnTo>
                      <a:pt x="20" y="6"/>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310" name="Freeform 110"/>
              <p:cNvSpPr/>
              <p:nvPr/>
            </p:nvSpPr>
            <p:spPr bwMode="auto">
              <a:xfrm>
                <a:off x="3198" y="2400"/>
                <a:ext cx="8" cy="7"/>
              </a:xfrm>
              <a:custGeom>
                <a:avLst/>
                <a:gdLst/>
                <a:ahLst/>
                <a:cxnLst>
                  <a:cxn ang="0">
                    <a:pos x="0" y="0"/>
                  </a:cxn>
                  <a:cxn ang="0">
                    <a:pos x="0" y="7"/>
                  </a:cxn>
                  <a:cxn ang="0">
                    <a:pos x="7" y="5"/>
                  </a:cxn>
                  <a:cxn ang="0">
                    <a:pos x="8" y="4"/>
                  </a:cxn>
                  <a:cxn ang="0">
                    <a:pos x="0" y="0"/>
                  </a:cxn>
                </a:cxnLst>
                <a:rect l="0" t="0" r="r" b="b"/>
                <a:pathLst>
                  <a:path w="8" h="7">
                    <a:moveTo>
                      <a:pt x="0" y="0"/>
                    </a:moveTo>
                    <a:lnTo>
                      <a:pt x="0" y="7"/>
                    </a:lnTo>
                    <a:lnTo>
                      <a:pt x="7" y="5"/>
                    </a:lnTo>
                    <a:lnTo>
                      <a:pt x="8"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11" name="Freeform 111"/>
              <p:cNvSpPr/>
              <p:nvPr/>
            </p:nvSpPr>
            <p:spPr bwMode="auto">
              <a:xfrm>
                <a:off x="3198" y="2400"/>
                <a:ext cx="8" cy="7"/>
              </a:xfrm>
              <a:custGeom>
                <a:avLst/>
                <a:gdLst/>
                <a:ahLst/>
                <a:cxnLst>
                  <a:cxn ang="0">
                    <a:pos x="0" y="0"/>
                  </a:cxn>
                  <a:cxn ang="0">
                    <a:pos x="0" y="7"/>
                  </a:cxn>
                  <a:cxn ang="0">
                    <a:pos x="7" y="5"/>
                  </a:cxn>
                  <a:cxn ang="0">
                    <a:pos x="8" y="4"/>
                  </a:cxn>
                  <a:cxn ang="0">
                    <a:pos x="0" y="0"/>
                  </a:cxn>
                </a:cxnLst>
                <a:rect l="0" t="0" r="r" b="b"/>
                <a:pathLst>
                  <a:path w="8" h="7">
                    <a:moveTo>
                      <a:pt x="0" y="0"/>
                    </a:moveTo>
                    <a:lnTo>
                      <a:pt x="0" y="7"/>
                    </a:lnTo>
                    <a:lnTo>
                      <a:pt x="7" y="5"/>
                    </a:lnTo>
                    <a:lnTo>
                      <a:pt x="8"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12" name="Freeform 112"/>
              <p:cNvSpPr/>
              <p:nvPr/>
            </p:nvSpPr>
            <p:spPr bwMode="auto">
              <a:xfrm>
                <a:off x="2967" y="2429"/>
                <a:ext cx="231" cy="360"/>
              </a:xfrm>
              <a:custGeom>
                <a:avLst/>
                <a:gdLst/>
                <a:ahLst/>
                <a:cxnLst>
                  <a:cxn ang="0">
                    <a:pos x="231" y="0"/>
                  </a:cxn>
                  <a:cxn ang="0">
                    <a:pos x="0" y="83"/>
                  </a:cxn>
                  <a:cxn ang="0">
                    <a:pos x="229" y="360"/>
                  </a:cxn>
                  <a:cxn ang="0">
                    <a:pos x="231" y="0"/>
                  </a:cxn>
                </a:cxnLst>
                <a:rect l="0" t="0" r="r" b="b"/>
                <a:pathLst>
                  <a:path w="231" h="360">
                    <a:moveTo>
                      <a:pt x="231" y="0"/>
                    </a:moveTo>
                    <a:lnTo>
                      <a:pt x="0" y="83"/>
                    </a:lnTo>
                    <a:lnTo>
                      <a:pt x="229" y="360"/>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13" name="Freeform 113"/>
              <p:cNvSpPr/>
              <p:nvPr/>
            </p:nvSpPr>
            <p:spPr bwMode="auto">
              <a:xfrm>
                <a:off x="2967" y="2429"/>
                <a:ext cx="231" cy="360"/>
              </a:xfrm>
              <a:custGeom>
                <a:avLst/>
                <a:gdLst/>
                <a:ahLst/>
                <a:cxnLst>
                  <a:cxn ang="0">
                    <a:pos x="231" y="0"/>
                  </a:cxn>
                  <a:cxn ang="0">
                    <a:pos x="0" y="83"/>
                  </a:cxn>
                  <a:cxn ang="0">
                    <a:pos x="229" y="360"/>
                  </a:cxn>
                  <a:cxn ang="0">
                    <a:pos x="231" y="0"/>
                  </a:cxn>
                </a:cxnLst>
                <a:rect l="0" t="0" r="r" b="b"/>
                <a:pathLst>
                  <a:path w="231" h="360">
                    <a:moveTo>
                      <a:pt x="231" y="0"/>
                    </a:moveTo>
                    <a:lnTo>
                      <a:pt x="0" y="83"/>
                    </a:lnTo>
                    <a:lnTo>
                      <a:pt x="229" y="36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314" name="Freeform 114"/>
              <p:cNvSpPr/>
              <p:nvPr/>
            </p:nvSpPr>
            <p:spPr bwMode="auto">
              <a:xfrm>
                <a:off x="2967" y="2429"/>
                <a:ext cx="231" cy="83"/>
              </a:xfrm>
              <a:custGeom>
                <a:avLst/>
                <a:gdLst/>
                <a:ahLst/>
                <a:cxnLst>
                  <a:cxn ang="0">
                    <a:pos x="231" y="0"/>
                  </a:cxn>
                  <a:cxn ang="0">
                    <a:pos x="0" y="83"/>
                  </a:cxn>
                  <a:cxn ang="0">
                    <a:pos x="231" y="0"/>
                  </a:cxn>
                  <a:cxn ang="0">
                    <a:pos x="231" y="0"/>
                  </a:cxn>
                </a:cxnLst>
                <a:rect l="0" t="0" r="r" b="b"/>
                <a:pathLst>
                  <a:path w="231" h="83">
                    <a:moveTo>
                      <a:pt x="231" y="0"/>
                    </a:moveTo>
                    <a:lnTo>
                      <a:pt x="0" y="83"/>
                    </a:lnTo>
                    <a:lnTo>
                      <a:pt x="231" y="0"/>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15" name="Freeform 115"/>
              <p:cNvSpPr/>
              <p:nvPr/>
            </p:nvSpPr>
            <p:spPr bwMode="auto">
              <a:xfrm>
                <a:off x="2967" y="2429"/>
                <a:ext cx="231" cy="83"/>
              </a:xfrm>
              <a:custGeom>
                <a:avLst/>
                <a:gdLst/>
                <a:ahLst/>
                <a:cxnLst>
                  <a:cxn ang="0">
                    <a:pos x="231" y="0"/>
                  </a:cxn>
                  <a:cxn ang="0">
                    <a:pos x="0" y="83"/>
                  </a:cxn>
                  <a:cxn ang="0">
                    <a:pos x="231" y="0"/>
                  </a:cxn>
                  <a:cxn ang="0">
                    <a:pos x="231" y="0"/>
                  </a:cxn>
                </a:cxnLst>
                <a:rect l="0" t="0" r="r" b="b"/>
                <a:pathLst>
                  <a:path w="231" h="83">
                    <a:moveTo>
                      <a:pt x="231" y="0"/>
                    </a:moveTo>
                    <a:lnTo>
                      <a:pt x="0" y="83"/>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316" name="Freeform 116"/>
              <p:cNvSpPr/>
              <p:nvPr/>
            </p:nvSpPr>
            <p:spPr bwMode="auto">
              <a:xfrm>
                <a:off x="2967" y="2429"/>
                <a:ext cx="231" cy="360"/>
              </a:xfrm>
              <a:custGeom>
                <a:avLst/>
                <a:gdLst/>
                <a:ahLst/>
                <a:cxnLst>
                  <a:cxn ang="0">
                    <a:pos x="231" y="0"/>
                  </a:cxn>
                  <a:cxn ang="0">
                    <a:pos x="231" y="0"/>
                  </a:cxn>
                  <a:cxn ang="0">
                    <a:pos x="229" y="360"/>
                  </a:cxn>
                  <a:cxn ang="0">
                    <a:pos x="0" y="83"/>
                  </a:cxn>
                  <a:cxn ang="0">
                    <a:pos x="0" y="83"/>
                  </a:cxn>
                  <a:cxn ang="0">
                    <a:pos x="229" y="360"/>
                  </a:cxn>
                  <a:cxn ang="0">
                    <a:pos x="231" y="0"/>
                  </a:cxn>
                </a:cxnLst>
                <a:rect l="0" t="0" r="r" b="b"/>
                <a:pathLst>
                  <a:path w="231" h="360">
                    <a:moveTo>
                      <a:pt x="231" y="0"/>
                    </a:moveTo>
                    <a:lnTo>
                      <a:pt x="231" y="0"/>
                    </a:lnTo>
                    <a:lnTo>
                      <a:pt x="229" y="360"/>
                    </a:lnTo>
                    <a:lnTo>
                      <a:pt x="0" y="83"/>
                    </a:lnTo>
                    <a:lnTo>
                      <a:pt x="0" y="83"/>
                    </a:lnTo>
                    <a:lnTo>
                      <a:pt x="229" y="360"/>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17" name="Freeform 117"/>
              <p:cNvSpPr/>
              <p:nvPr/>
            </p:nvSpPr>
            <p:spPr bwMode="auto">
              <a:xfrm>
                <a:off x="2967" y="2429"/>
                <a:ext cx="231" cy="360"/>
              </a:xfrm>
              <a:custGeom>
                <a:avLst/>
                <a:gdLst/>
                <a:ahLst/>
                <a:cxnLst>
                  <a:cxn ang="0">
                    <a:pos x="231" y="0"/>
                  </a:cxn>
                  <a:cxn ang="0">
                    <a:pos x="231" y="0"/>
                  </a:cxn>
                  <a:cxn ang="0">
                    <a:pos x="229" y="360"/>
                  </a:cxn>
                  <a:cxn ang="0">
                    <a:pos x="0" y="83"/>
                  </a:cxn>
                  <a:cxn ang="0">
                    <a:pos x="0" y="83"/>
                  </a:cxn>
                  <a:cxn ang="0">
                    <a:pos x="229" y="360"/>
                  </a:cxn>
                  <a:cxn ang="0">
                    <a:pos x="231" y="0"/>
                  </a:cxn>
                </a:cxnLst>
                <a:rect l="0" t="0" r="r" b="b"/>
                <a:pathLst>
                  <a:path w="231" h="360">
                    <a:moveTo>
                      <a:pt x="231" y="0"/>
                    </a:moveTo>
                    <a:lnTo>
                      <a:pt x="231" y="0"/>
                    </a:lnTo>
                    <a:lnTo>
                      <a:pt x="229" y="360"/>
                    </a:lnTo>
                    <a:lnTo>
                      <a:pt x="0" y="83"/>
                    </a:lnTo>
                    <a:lnTo>
                      <a:pt x="0" y="83"/>
                    </a:lnTo>
                    <a:lnTo>
                      <a:pt x="229" y="36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318" name="Freeform 118"/>
              <p:cNvSpPr/>
              <p:nvPr/>
            </p:nvSpPr>
            <p:spPr bwMode="auto">
              <a:xfrm>
                <a:off x="3217" y="2430"/>
                <a:ext cx="1" cy="359"/>
              </a:xfrm>
              <a:custGeom>
                <a:avLst/>
                <a:gdLst/>
                <a:ahLst/>
                <a:cxnLst>
                  <a:cxn ang="0">
                    <a:pos x="1" y="0"/>
                  </a:cxn>
                  <a:cxn ang="0">
                    <a:pos x="0" y="359"/>
                  </a:cxn>
                  <a:cxn ang="0">
                    <a:pos x="0" y="359"/>
                  </a:cxn>
                  <a:cxn ang="0">
                    <a:pos x="1" y="0"/>
                  </a:cxn>
                  <a:cxn ang="0">
                    <a:pos x="1" y="0"/>
                  </a:cxn>
                </a:cxnLst>
                <a:rect l="0" t="0" r="r" b="b"/>
                <a:pathLst>
                  <a:path w="1" h="359">
                    <a:moveTo>
                      <a:pt x="1" y="0"/>
                    </a:moveTo>
                    <a:lnTo>
                      <a:pt x="0" y="359"/>
                    </a:lnTo>
                    <a:lnTo>
                      <a:pt x="0" y="359"/>
                    </a:lnTo>
                    <a:lnTo>
                      <a:pt x="1" y="0"/>
                    </a:lnTo>
                    <a:lnTo>
                      <a:pt x="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19" name="Freeform 119"/>
              <p:cNvSpPr/>
              <p:nvPr/>
            </p:nvSpPr>
            <p:spPr bwMode="auto">
              <a:xfrm>
                <a:off x="3217" y="2430"/>
                <a:ext cx="1" cy="359"/>
              </a:xfrm>
              <a:custGeom>
                <a:avLst/>
                <a:gdLst/>
                <a:ahLst/>
                <a:cxnLst>
                  <a:cxn ang="0">
                    <a:pos x="1" y="0"/>
                  </a:cxn>
                  <a:cxn ang="0">
                    <a:pos x="0" y="359"/>
                  </a:cxn>
                  <a:cxn ang="0">
                    <a:pos x="0" y="359"/>
                  </a:cxn>
                  <a:cxn ang="0">
                    <a:pos x="1" y="0"/>
                  </a:cxn>
                  <a:cxn ang="0">
                    <a:pos x="1" y="0"/>
                  </a:cxn>
                </a:cxnLst>
                <a:rect l="0" t="0" r="r" b="b"/>
                <a:pathLst>
                  <a:path w="1" h="359">
                    <a:moveTo>
                      <a:pt x="1" y="0"/>
                    </a:moveTo>
                    <a:lnTo>
                      <a:pt x="0" y="359"/>
                    </a:lnTo>
                    <a:lnTo>
                      <a:pt x="0" y="359"/>
                    </a:lnTo>
                    <a:lnTo>
                      <a:pt x="1"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320" name="Rectangle 120"/>
              <p:cNvSpPr>
                <a:spLocks noChangeArrowheads="1"/>
              </p:cNvSpPr>
              <p:nvPr/>
            </p:nvSpPr>
            <p:spPr bwMode="auto">
              <a:xfrm>
                <a:off x="3218" y="24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21" name="Rectangle 121"/>
              <p:cNvSpPr>
                <a:spLocks noChangeArrowheads="1"/>
              </p:cNvSpPr>
              <p:nvPr/>
            </p:nvSpPr>
            <p:spPr bwMode="auto">
              <a:xfrm>
                <a:off x="3218" y="24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22" name="Freeform 122"/>
              <p:cNvSpPr/>
              <p:nvPr/>
            </p:nvSpPr>
            <p:spPr bwMode="auto">
              <a:xfrm>
                <a:off x="3196" y="2425"/>
                <a:ext cx="22" cy="372"/>
              </a:xfrm>
              <a:custGeom>
                <a:avLst/>
                <a:gdLst/>
                <a:ahLst/>
                <a:cxnLst>
                  <a:cxn ang="0">
                    <a:pos x="10" y="0"/>
                  </a:cxn>
                  <a:cxn ang="0">
                    <a:pos x="2" y="4"/>
                  </a:cxn>
                  <a:cxn ang="0">
                    <a:pos x="0" y="364"/>
                  </a:cxn>
                  <a:cxn ang="0">
                    <a:pos x="7" y="372"/>
                  </a:cxn>
                  <a:cxn ang="0">
                    <a:pos x="10" y="362"/>
                  </a:cxn>
                  <a:cxn ang="0">
                    <a:pos x="16" y="372"/>
                  </a:cxn>
                  <a:cxn ang="0">
                    <a:pos x="21" y="364"/>
                  </a:cxn>
                  <a:cxn ang="0">
                    <a:pos x="21" y="364"/>
                  </a:cxn>
                  <a:cxn ang="0">
                    <a:pos x="21" y="364"/>
                  </a:cxn>
                  <a:cxn ang="0">
                    <a:pos x="22" y="5"/>
                  </a:cxn>
                  <a:cxn ang="0">
                    <a:pos x="10" y="0"/>
                  </a:cxn>
                </a:cxnLst>
                <a:rect l="0" t="0" r="r" b="b"/>
                <a:pathLst>
                  <a:path w="22" h="372">
                    <a:moveTo>
                      <a:pt x="10" y="0"/>
                    </a:moveTo>
                    <a:lnTo>
                      <a:pt x="2" y="4"/>
                    </a:lnTo>
                    <a:lnTo>
                      <a:pt x="0" y="364"/>
                    </a:lnTo>
                    <a:lnTo>
                      <a:pt x="7" y="372"/>
                    </a:lnTo>
                    <a:lnTo>
                      <a:pt x="10" y="362"/>
                    </a:lnTo>
                    <a:lnTo>
                      <a:pt x="16" y="372"/>
                    </a:lnTo>
                    <a:lnTo>
                      <a:pt x="21" y="364"/>
                    </a:lnTo>
                    <a:lnTo>
                      <a:pt x="21" y="364"/>
                    </a:lnTo>
                    <a:lnTo>
                      <a:pt x="21" y="364"/>
                    </a:lnTo>
                    <a:lnTo>
                      <a:pt x="22" y="5"/>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23" name="Freeform 123"/>
              <p:cNvSpPr/>
              <p:nvPr/>
            </p:nvSpPr>
            <p:spPr bwMode="auto">
              <a:xfrm>
                <a:off x="3196" y="2425"/>
                <a:ext cx="22" cy="372"/>
              </a:xfrm>
              <a:custGeom>
                <a:avLst/>
                <a:gdLst/>
                <a:ahLst/>
                <a:cxnLst>
                  <a:cxn ang="0">
                    <a:pos x="10" y="0"/>
                  </a:cxn>
                  <a:cxn ang="0">
                    <a:pos x="2" y="4"/>
                  </a:cxn>
                  <a:cxn ang="0">
                    <a:pos x="0" y="364"/>
                  </a:cxn>
                  <a:cxn ang="0">
                    <a:pos x="7" y="372"/>
                  </a:cxn>
                  <a:cxn ang="0">
                    <a:pos x="10" y="362"/>
                  </a:cxn>
                  <a:cxn ang="0">
                    <a:pos x="16" y="372"/>
                  </a:cxn>
                  <a:cxn ang="0">
                    <a:pos x="21" y="364"/>
                  </a:cxn>
                  <a:cxn ang="0">
                    <a:pos x="21" y="364"/>
                  </a:cxn>
                  <a:cxn ang="0">
                    <a:pos x="21" y="364"/>
                  </a:cxn>
                  <a:cxn ang="0">
                    <a:pos x="22" y="5"/>
                  </a:cxn>
                  <a:cxn ang="0">
                    <a:pos x="10" y="0"/>
                  </a:cxn>
                </a:cxnLst>
                <a:rect l="0" t="0" r="r" b="b"/>
                <a:pathLst>
                  <a:path w="22" h="372">
                    <a:moveTo>
                      <a:pt x="10" y="0"/>
                    </a:moveTo>
                    <a:lnTo>
                      <a:pt x="2" y="4"/>
                    </a:lnTo>
                    <a:lnTo>
                      <a:pt x="0" y="364"/>
                    </a:lnTo>
                    <a:lnTo>
                      <a:pt x="7" y="372"/>
                    </a:lnTo>
                    <a:lnTo>
                      <a:pt x="10" y="362"/>
                    </a:lnTo>
                    <a:lnTo>
                      <a:pt x="16" y="372"/>
                    </a:lnTo>
                    <a:lnTo>
                      <a:pt x="21" y="364"/>
                    </a:lnTo>
                    <a:lnTo>
                      <a:pt x="21" y="364"/>
                    </a:lnTo>
                    <a:lnTo>
                      <a:pt x="21" y="364"/>
                    </a:lnTo>
                    <a:lnTo>
                      <a:pt x="22" y="5"/>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324" name="Freeform 124"/>
              <p:cNvSpPr/>
              <p:nvPr/>
            </p:nvSpPr>
            <p:spPr bwMode="auto">
              <a:xfrm>
                <a:off x="3206" y="2415"/>
                <a:ext cx="12" cy="15"/>
              </a:xfrm>
              <a:custGeom>
                <a:avLst/>
                <a:gdLst/>
                <a:ahLst/>
                <a:cxnLst>
                  <a:cxn ang="0">
                    <a:pos x="12" y="0"/>
                  </a:cxn>
                  <a:cxn ang="0">
                    <a:pos x="12" y="15"/>
                  </a:cxn>
                  <a:cxn ang="0">
                    <a:pos x="2" y="10"/>
                  </a:cxn>
                  <a:cxn ang="0">
                    <a:pos x="0" y="10"/>
                  </a:cxn>
                  <a:cxn ang="0">
                    <a:pos x="12" y="15"/>
                  </a:cxn>
                  <a:cxn ang="0">
                    <a:pos x="12" y="15"/>
                  </a:cxn>
                  <a:cxn ang="0">
                    <a:pos x="12" y="15"/>
                  </a:cxn>
                  <a:cxn ang="0">
                    <a:pos x="12" y="0"/>
                  </a:cxn>
                  <a:cxn ang="0">
                    <a:pos x="12" y="0"/>
                  </a:cxn>
                </a:cxnLst>
                <a:rect l="0" t="0" r="r" b="b"/>
                <a:pathLst>
                  <a:path w="12" h="15">
                    <a:moveTo>
                      <a:pt x="12" y="0"/>
                    </a:moveTo>
                    <a:lnTo>
                      <a:pt x="12" y="15"/>
                    </a:lnTo>
                    <a:lnTo>
                      <a:pt x="2" y="10"/>
                    </a:lnTo>
                    <a:lnTo>
                      <a:pt x="0" y="10"/>
                    </a:lnTo>
                    <a:lnTo>
                      <a:pt x="12" y="15"/>
                    </a:lnTo>
                    <a:lnTo>
                      <a:pt x="12" y="15"/>
                    </a:lnTo>
                    <a:lnTo>
                      <a:pt x="12" y="15"/>
                    </a:lnTo>
                    <a:lnTo>
                      <a:pt x="12" y="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25" name="Freeform 125"/>
              <p:cNvSpPr/>
              <p:nvPr/>
            </p:nvSpPr>
            <p:spPr bwMode="auto">
              <a:xfrm>
                <a:off x="3206" y="2415"/>
                <a:ext cx="12" cy="15"/>
              </a:xfrm>
              <a:custGeom>
                <a:avLst/>
                <a:gdLst/>
                <a:ahLst/>
                <a:cxnLst>
                  <a:cxn ang="0">
                    <a:pos x="12" y="0"/>
                  </a:cxn>
                  <a:cxn ang="0">
                    <a:pos x="12" y="15"/>
                  </a:cxn>
                  <a:cxn ang="0">
                    <a:pos x="2" y="10"/>
                  </a:cxn>
                  <a:cxn ang="0">
                    <a:pos x="0" y="10"/>
                  </a:cxn>
                  <a:cxn ang="0">
                    <a:pos x="12" y="15"/>
                  </a:cxn>
                  <a:cxn ang="0">
                    <a:pos x="12" y="15"/>
                  </a:cxn>
                  <a:cxn ang="0">
                    <a:pos x="12" y="15"/>
                  </a:cxn>
                  <a:cxn ang="0">
                    <a:pos x="12" y="0"/>
                  </a:cxn>
                  <a:cxn ang="0">
                    <a:pos x="12" y="0"/>
                  </a:cxn>
                </a:cxnLst>
                <a:rect l="0" t="0" r="r" b="b"/>
                <a:pathLst>
                  <a:path w="12" h="15">
                    <a:moveTo>
                      <a:pt x="12" y="0"/>
                    </a:moveTo>
                    <a:lnTo>
                      <a:pt x="12" y="15"/>
                    </a:lnTo>
                    <a:lnTo>
                      <a:pt x="2" y="10"/>
                    </a:lnTo>
                    <a:lnTo>
                      <a:pt x="0" y="10"/>
                    </a:lnTo>
                    <a:lnTo>
                      <a:pt x="12" y="15"/>
                    </a:lnTo>
                    <a:lnTo>
                      <a:pt x="12" y="15"/>
                    </a:lnTo>
                    <a:lnTo>
                      <a:pt x="12" y="15"/>
                    </a:lnTo>
                    <a:lnTo>
                      <a:pt x="12"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326" name="Rectangle 126"/>
              <p:cNvSpPr>
                <a:spLocks noChangeArrowheads="1"/>
              </p:cNvSpPr>
              <p:nvPr/>
            </p:nvSpPr>
            <p:spPr bwMode="auto">
              <a:xfrm>
                <a:off x="3218" y="2409"/>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327" name="Rectangle 127"/>
              <p:cNvSpPr>
                <a:spLocks noChangeArrowheads="1"/>
              </p:cNvSpPr>
              <p:nvPr/>
            </p:nvSpPr>
            <p:spPr bwMode="auto">
              <a:xfrm>
                <a:off x="3218" y="240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28" name="Rectangle 128"/>
              <p:cNvSpPr>
                <a:spLocks noChangeArrowheads="1"/>
              </p:cNvSpPr>
              <p:nvPr/>
            </p:nvSpPr>
            <p:spPr bwMode="auto">
              <a:xfrm>
                <a:off x="3218" y="2409"/>
                <a:ext cx="1" cy="6"/>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329" name="Rectangle 129"/>
              <p:cNvSpPr>
                <a:spLocks noChangeArrowheads="1"/>
              </p:cNvSpPr>
              <p:nvPr/>
            </p:nvSpPr>
            <p:spPr bwMode="auto">
              <a:xfrm>
                <a:off x="3218" y="2409"/>
                <a:ext cx="1" cy="6"/>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30" name="Freeform 130"/>
              <p:cNvSpPr/>
              <p:nvPr/>
            </p:nvSpPr>
            <p:spPr bwMode="auto">
              <a:xfrm>
                <a:off x="3121" y="2407"/>
                <a:ext cx="77" cy="28"/>
              </a:xfrm>
              <a:custGeom>
                <a:avLst/>
                <a:gdLst/>
                <a:ahLst/>
                <a:cxnLst>
                  <a:cxn ang="0">
                    <a:pos x="77" y="0"/>
                  </a:cxn>
                  <a:cxn ang="0">
                    <a:pos x="0" y="28"/>
                  </a:cxn>
                  <a:cxn ang="0">
                    <a:pos x="77" y="0"/>
                  </a:cxn>
                  <a:cxn ang="0">
                    <a:pos x="77" y="0"/>
                  </a:cxn>
                </a:cxnLst>
                <a:rect l="0" t="0" r="r" b="b"/>
                <a:pathLst>
                  <a:path w="77" h="28">
                    <a:moveTo>
                      <a:pt x="77" y="0"/>
                    </a:moveTo>
                    <a:lnTo>
                      <a:pt x="0" y="28"/>
                    </a:lnTo>
                    <a:lnTo>
                      <a:pt x="77" y="0"/>
                    </a:lnTo>
                    <a:lnTo>
                      <a:pt x="77"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31" name="Freeform 131"/>
              <p:cNvSpPr/>
              <p:nvPr/>
            </p:nvSpPr>
            <p:spPr bwMode="auto">
              <a:xfrm>
                <a:off x="3121" y="2407"/>
                <a:ext cx="77" cy="28"/>
              </a:xfrm>
              <a:custGeom>
                <a:avLst/>
                <a:gdLst/>
                <a:ahLst/>
                <a:cxnLst>
                  <a:cxn ang="0">
                    <a:pos x="77" y="0"/>
                  </a:cxn>
                  <a:cxn ang="0">
                    <a:pos x="0" y="28"/>
                  </a:cxn>
                  <a:cxn ang="0">
                    <a:pos x="77" y="0"/>
                  </a:cxn>
                  <a:cxn ang="0">
                    <a:pos x="77" y="0"/>
                  </a:cxn>
                </a:cxnLst>
                <a:rect l="0" t="0" r="r" b="b"/>
                <a:pathLst>
                  <a:path w="77" h="28">
                    <a:moveTo>
                      <a:pt x="77" y="0"/>
                    </a:moveTo>
                    <a:lnTo>
                      <a:pt x="0" y="28"/>
                    </a:lnTo>
                    <a:lnTo>
                      <a:pt x="77" y="0"/>
                    </a:lnTo>
                    <a:lnTo>
                      <a:pt x="77" y="0"/>
                    </a:lnTo>
                  </a:path>
                </a:pathLst>
              </a:custGeom>
              <a:noFill/>
              <a:ln w="9525">
                <a:noFill/>
                <a:round/>
              </a:ln>
            </p:spPr>
            <p:txBody>
              <a:bodyPr vert="horz" wrap="square" lIns="82938" tIns="41469" rIns="82938" bIns="41469" numCol="1" anchor="t" anchorCtr="0" compatLnSpc="1"/>
              <a:lstStyle/>
              <a:p>
                <a:endParaRPr lang="en-GB" sz="1815"/>
              </a:p>
            </p:txBody>
          </p:sp>
          <p:sp>
            <p:nvSpPr>
              <p:cNvPr id="51332" name="Rectangle 132"/>
              <p:cNvSpPr>
                <a:spLocks noChangeArrowheads="1"/>
              </p:cNvSpPr>
              <p:nvPr/>
            </p:nvSpPr>
            <p:spPr bwMode="auto">
              <a:xfrm>
                <a:off x="3198" y="2407"/>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33" name="Rectangle 133"/>
              <p:cNvSpPr>
                <a:spLocks noChangeArrowheads="1"/>
              </p:cNvSpPr>
              <p:nvPr/>
            </p:nvSpPr>
            <p:spPr bwMode="auto">
              <a:xfrm>
                <a:off x="3198" y="240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34" name="Freeform 134"/>
              <p:cNvSpPr/>
              <p:nvPr/>
            </p:nvSpPr>
            <p:spPr bwMode="auto">
              <a:xfrm>
                <a:off x="2954" y="2407"/>
                <a:ext cx="244" cy="105"/>
              </a:xfrm>
              <a:custGeom>
                <a:avLst/>
                <a:gdLst/>
                <a:ahLst/>
                <a:cxnLst>
                  <a:cxn ang="0">
                    <a:pos x="244" y="0"/>
                  </a:cxn>
                  <a:cxn ang="0">
                    <a:pos x="167" y="28"/>
                  </a:cxn>
                  <a:cxn ang="0">
                    <a:pos x="0" y="90"/>
                  </a:cxn>
                  <a:cxn ang="0">
                    <a:pos x="3" y="94"/>
                  </a:cxn>
                  <a:cxn ang="0">
                    <a:pos x="13" y="105"/>
                  </a:cxn>
                  <a:cxn ang="0">
                    <a:pos x="13" y="105"/>
                  </a:cxn>
                  <a:cxn ang="0">
                    <a:pos x="13" y="105"/>
                  </a:cxn>
                  <a:cxn ang="0">
                    <a:pos x="244" y="22"/>
                  </a:cxn>
                  <a:cxn ang="0">
                    <a:pos x="244" y="22"/>
                  </a:cxn>
                  <a:cxn ang="0">
                    <a:pos x="244" y="22"/>
                  </a:cxn>
                  <a:cxn ang="0">
                    <a:pos x="244" y="15"/>
                  </a:cxn>
                  <a:cxn ang="0">
                    <a:pos x="244" y="15"/>
                  </a:cxn>
                  <a:cxn ang="0">
                    <a:pos x="244" y="8"/>
                  </a:cxn>
                  <a:cxn ang="0">
                    <a:pos x="244" y="8"/>
                  </a:cxn>
                  <a:cxn ang="0">
                    <a:pos x="244" y="0"/>
                  </a:cxn>
                </a:cxnLst>
                <a:rect l="0" t="0" r="r" b="b"/>
                <a:pathLst>
                  <a:path w="244" h="105">
                    <a:moveTo>
                      <a:pt x="244" y="0"/>
                    </a:moveTo>
                    <a:lnTo>
                      <a:pt x="167" y="28"/>
                    </a:lnTo>
                    <a:lnTo>
                      <a:pt x="0" y="90"/>
                    </a:lnTo>
                    <a:lnTo>
                      <a:pt x="3" y="94"/>
                    </a:lnTo>
                    <a:lnTo>
                      <a:pt x="13" y="105"/>
                    </a:lnTo>
                    <a:lnTo>
                      <a:pt x="13" y="105"/>
                    </a:lnTo>
                    <a:lnTo>
                      <a:pt x="13" y="105"/>
                    </a:lnTo>
                    <a:lnTo>
                      <a:pt x="244" y="22"/>
                    </a:lnTo>
                    <a:lnTo>
                      <a:pt x="244" y="22"/>
                    </a:lnTo>
                    <a:lnTo>
                      <a:pt x="244" y="22"/>
                    </a:lnTo>
                    <a:lnTo>
                      <a:pt x="244" y="15"/>
                    </a:lnTo>
                    <a:lnTo>
                      <a:pt x="244" y="15"/>
                    </a:lnTo>
                    <a:lnTo>
                      <a:pt x="244" y="8"/>
                    </a:lnTo>
                    <a:lnTo>
                      <a:pt x="244" y="8"/>
                    </a:lnTo>
                    <a:lnTo>
                      <a:pt x="24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35" name="Freeform 135"/>
              <p:cNvSpPr/>
              <p:nvPr/>
            </p:nvSpPr>
            <p:spPr bwMode="auto">
              <a:xfrm>
                <a:off x="2954" y="2407"/>
                <a:ext cx="244" cy="105"/>
              </a:xfrm>
              <a:custGeom>
                <a:avLst/>
                <a:gdLst/>
                <a:ahLst/>
                <a:cxnLst>
                  <a:cxn ang="0">
                    <a:pos x="244" y="0"/>
                  </a:cxn>
                  <a:cxn ang="0">
                    <a:pos x="167" y="28"/>
                  </a:cxn>
                  <a:cxn ang="0">
                    <a:pos x="0" y="90"/>
                  </a:cxn>
                  <a:cxn ang="0">
                    <a:pos x="3" y="94"/>
                  </a:cxn>
                  <a:cxn ang="0">
                    <a:pos x="13" y="105"/>
                  </a:cxn>
                  <a:cxn ang="0">
                    <a:pos x="13" y="105"/>
                  </a:cxn>
                  <a:cxn ang="0">
                    <a:pos x="13" y="105"/>
                  </a:cxn>
                  <a:cxn ang="0">
                    <a:pos x="244" y="22"/>
                  </a:cxn>
                  <a:cxn ang="0">
                    <a:pos x="244" y="22"/>
                  </a:cxn>
                  <a:cxn ang="0">
                    <a:pos x="244" y="22"/>
                  </a:cxn>
                  <a:cxn ang="0">
                    <a:pos x="244" y="15"/>
                  </a:cxn>
                  <a:cxn ang="0">
                    <a:pos x="244" y="15"/>
                  </a:cxn>
                  <a:cxn ang="0">
                    <a:pos x="244" y="8"/>
                  </a:cxn>
                  <a:cxn ang="0">
                    <a:pos x="244" y="8"/>
                  </a:cxn>
                  <a:cxn ang="0">
                    <a:pos x="244" y="0"/>
                  </a:cxn>
                </a:cxnLst>
                <a:rect l="0" t="0" r="r" b="b"/>
                <a:pathLst>
                  <a:path w="244" h="105">
                    <a:moveTo>
                      <a:pt x="244" y="0"/>
                    </a:moveTo>
                    <a:lnTo>
                      <a:pt x="167" y="28"/>
                    </a:lnTo>
                    <a:lnTo>
                      <a:pt x="0" y="90"/>
                    </a:lnTo>
                    <a:lnTo>
                      <a:pt x="3" y="94"/>
                    </a:lnTo>
                    <a:lnTo>
                      <a:pt x="13" y="105"/>
                    </a:lnTo>
                    <a:lnTo>
                      <a:pt x="13" y="105"/>
                    </a:lnTo>
                    <a:lnTo>
                      <a:pt x="13" y="105"/>
                    </a:lnTo>
                    <a:lnTo>
                      <a:pt x="244" y="22"/>
                    </a:lnTo>
                    <a:lnTo>
                      <a:pt x="244" y="22"/>
                    </a:lnTo>
                    <a:lnTo>
                      <a:pt x="244" y="22"/>
                    </a:lnTo>
                    <a:lnTo>
                      <a:pt x="244" y="15"/>
                    </a:lnTo>
                    <a:lnTo>
                      <a:pt x="244" y="15"/>
                    </a:lnTo>
                    <a:lnTo>
                      <a:pt x="244" y="8"/>
                    </a:lnTo>
                    <a:lnTo>
                      <a:pt x="244" y="8"/>
                    </a:lnTo>
                    <a:lnTo>
                      <a:pt x="244" y="0"/>
                    </a:lnTo>
                  </a:path>
                </a:pathLst>
              </a:custGeom>
              <a:noFill/>
              <a:ln w="9525">
                <a:noFill/>
                <a:round/>
              </a:ln>
            </p:spPr>
            <p:txBody>
              <a:bodyPr vert="horz" wrap="square" lIns="82938" tIns="41469" rIns="82938" bIns="41469" numCol="1" anchor="t" anchorCtr="0" compatLnSpc="1"/>
              <a:lstStyle/>
              <a:p>
                <a:endParaRPr lang="en-GB" sz="1815"/>
              </a:p>
            </p:txBody>
          </p:sp>
          <p:sp>
            <p:nvSpPr>
              <p:cNvPr id="51336" name="Freeform 136"/>
              <p:cNvSpPr/>
              <p:nvPr/>
            </p:nvSpPr>
            <p:spPr bwMode="auto">
              <a:xfrm>
                <a:off x="3198" y="2415"/>
                <a:ext cx="1" cy="7"/>
              </a:xfrm>
              <a:custGeom>
                <a:avLst/>
                <a:gdLst/>
                <a:ahLst/>
                <a:cxnLst>
                  <a:cxn ang="0">
                    <a:pos x="0" y="0"/>
                  </a:cxn>
                  <a:cxn ang="0">
                    <a:pos x="0" y="0"/>
                  </a:cxn>
                  <a:cxn ang="0">
                    <a:pos x="0" y="0"/>
                  </a:cxn>
                  <a:cxn ang="0">
                    <a:pos x="0" y="7"/>
                  </a:cxn>
                  <a:cxn ang="0">
                    <a:pos x="0" y="7"/>
                  </a:cxn>
                  <a:cxn ang="0">
                    <a:pos x="0" y="0"/>
                  </a:cxn>
                  <a:cxn ang="0">
                    <a:pos x="0" y="0"/>
                  </a:cxn>
                </a:cxnLst>
                <a:rect l="0" t="0" r="r" b="b"/>
                <a:pathLst>
                  <a:path h="7">
                    <a:moveTo>
                      <a:pt x="0" y="0"/>
                    </a:moveTo>
                    <a:lnTo>
                      <a:pt x="0" y="0"/>
                    </a:lnTo>
                    <a:lnTo>
                      <a:pt x="0" y="0"/>
                    </a:lnTo>
                    <a:lnTo>
                      <a:pt x="0" y="7"/>
                    </a:lnTo>
                    <a:lnTo>
                      <a:pt x="0" y="7"/>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37" name="Freeform 137"/>
              <p:cNvSpPr/>
              <p:nvPr/>
            </p:nvSpPr>
            <p:spPr bwMode="auto">
              <a:xfrm>
                <a:off x="3198" y="2415"/>
                <a:ext cx="1" cy="7"/>
              </a:xfrm>
              <a:custGeom>
                <a:avLst/>
                <a:gdLst/>
                <a:ahLst/>
                <a:cxnLst>
                  <a:cxn ang="0">
                    <a:pos x="0" y="0"/>
                  </a:cxn>
                  <a:cxn ang="0">
                    <a:pos x="0" y="0"/>
                  </a:cxn>
                  <a:cxn ang="0">
                    <a:pos x="0" y="0"/>
                  </a:cxn>
                  <a:cxn ang="0">
                    <a:pos x="0" y="7"/>
                  </a:cxn>
                  <a:cxn ang="0">
                    <a:pos x="0" y="7"/>
                  </a:cxn>
                  <a:cxn ang="0">
                    <a:pos x="0" y="0"/>
                  </a:cxn>
                  <a:cxn ang="0">
                    <a:pos x="0" y="0"/>
                  </a:cxn>
                </a:cxnLst>
                <a:rect l="0" t="0" r="r" b="b"/>
                <a:pathLst>
                  <a:path h="7">
                    <a:moveTo>
                      <a:pt x="0" y="0"/>
                    </a:moveTo>
                    <a:lnTo>
                      <a:pt x="0" y="0"/>
                    </a:lnTo>
                    <a:lnTo>
                      <a:pt x="0" y="0"/>
                    </a:lnTo>
                    <a:lnTo>
                      <a:pt x="0" y="7"/>
                    </a:lnTo>
                    <a:lnTo>
                      <a:pt x="0" y="7"/>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38" name="Freeform 138"/>
              <p:cNvSpPr/>
              <p:nvPr/>
            </p:nvSpPr>
            <p:spPr bwMode="auto">
              <a:xfrm>
                <a:off x="3198" y="2422"/>
                <a:ext cx="8" cy="7"/>
              </a:xfrm>
              <a:custGeom>
                <a:avLst/>
                <a:gdLst/>
                <a:ahLst/>
                <a:cxnLst>
                  <a:cxn ang="0">
                    <a:pos x="0" y="0"/>
                  </a:cxn>
                  <a:cxn ang="0">
                    <a:pos x="0" y="7"/>
                  </a:cxn>
                  <a:cxn ang="0">
                    <a:pos x="8" y="3"/>
                  </a:cxn>
                  <a:cxn ang="0">
                    <a:pos x="0" y="0"/>
                  </a:cxn>
                </a:cxnLst>
                <a:rect l="0" t="0" r="r" b="b"/>
                <a:pathLst>
                  <a:path w="8" h="7">
                    <a:moveTo>
                      <a:pt x="0" y="0"/>
                    </a:moveTo>
                    <a:lnTo>
                      <a:pt x="0" y="7"/>
                    </a:lnTo>
                    <a:lnTo>
                      <a:pt x="8"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39" name="Freeform 139"/>
              <p:cNvSpPr/>
              <p:nvPr/>
            </p:nvSpPr>
            <p:spPr bwMode="auto">
              <a:xfrm>
                <a:off x="3198" y="2422"/>
                <a:ext cx="8" cy="7"/>
              </a:xfrm>
              <a:custGeom>
                <a:avLst/>
                <a:gdLst/>
                <a:ahLst/>
                <a:cxnLst>
                  <a:cxn ang="0">
                    <a:pos x="0" y="0"/>
                  </a:cxn>
                  <a:cxn ang="0">
                    <a:pos x="0" y="7"/>
                  </a:cxn>
                  <a:cxn ang="0">
                    <a:pos x="8" y="3"/>
                  </a:cxn>
                  <a:cxn ang="0">
                    <a:pos x="0" y="0"/>
                  </a:cxn>
                </a:cxnLst>
                <a:rect l="0" t="0" r="r" b="b"/>
                <a:pathLst>
                  <a:path w="8" h="7">
                    <a:moveTo>
                      <a:pt x="0" y="0"/>
                    </a:moveTo>
                    <a:lnTo>
                      <a:pt x="0" y="7"/>
                    </a:lnTo>
                    <a:lnTo>
                      <a:pt x="8"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0" name="Freeform 140"/>
              <p:cNvSpPr/>
              <p:nvPr/>
            </p:nvSpPr>
            <p:spPr bwMode="auto">
              <a:xfrm>
                <a:off x="3198" y="2415"/>
                <a:ext cx="20" cy="15"/>
              </a:xfrm>
              <a:custGeom>
                <a:avLst/>
                <a:gdLst/>
                <a:ahLst/>
                <a:cxnLst>
                  <a:cxn ang="0">
                    <a:pos x="0" y="0"/>
                  </a:cxn>
                  <a:cxn ang="0">
                    <a:pos x="0" y="7"/>
                  </a:cxn>
                  <a:cxn ang="0">
                    <a:pos x="8" y="10"/>
                  </a:cxn>
                  <a:cxn ang="0">
                    <a:pos x="10" y="10"/>
                  </a:cxn>
                  <a:cxn ang="0">
                    <a:pos x="20" y="15"/>
                  </a:cxn>
                  <a:cxn ang="0">
                    <a:pos x="20" y="0"/>
                  </a:cxn>
                  <a:cxn ang="0">
                    <a:pos x="0" y="0"/>
                  </a:cxn>
                </a:cxnLst>
                <a:rect l="0" t="0" r="r" b="b"/>
                <a:pathLst>
                  <a:path w="20" h="15">
                    <a:moveTo>
                      <a:pt x="0" y="0"/>
                    </a:moveTo>
                    <a:lnTo>
                      <a:pt x="0" y="7"/>
                    </a:lnTo>
                    <a:lnTo>
                      <a:pt x="8" y="10"/>
                    </a:lnTo>
                    <a:lnTo>
                      <a:pt x="10" y="10"/>
                    </a:lnTo>
                    <a:lnTo>
                      <a:pt x="20" y="15"/>
                    </a:lnTo>
                    <a:lnTo>
                      <a:pt x="2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1" name="Freeform 141"/>
              <p:cNvSpPr/>
              <p:nvPr/>
            </p:nvSpPr>
            <p:spPr bwMode="auto">
              <a:xfrm>
                <a:off x="3198" y="2415"/>
                <a:ext cx="20" cy="15"/>
              </a:xfrm>
              <a:custGeom>
                <a:avLst/>
                <a:gdLst/>
                <a:ahLst/>
                <a:cxnLst>
                  <a:cxn ang="0">
                    <a:pos x="0" y="0"/>
                  </a:cxn>
                  <a:cxn ang="0">
                    <a:pos x="0" y="7"/>
                  </a:cxn>
                  <a:cxn ang="0">
                    <a:pos x="8" y="10"/>
                  </a:cxn>
                  <a:cxn ang="0">
                    <a:pos x="10" y="10"/>
                  </a:cxn>
                  <a:cxn ang="0">
                    <a:pos x="20" y="15"/>
                  </a:cxn>
                  <a:cxn ang="0">
                    <a:pos x="20" y="0"/>
                  </a:cxn>
                  <a:cxn ang="0">
                    <a:pos x="0" y="0"/>
                  </a:cxn>
                </a:cxnLst>
                <a:rect l="0" t="0" r="r" b="b"/>
                <a:pathLst>
                  <a:path w="20" h="15">
                    <a:moveTo>
                      <a:pt x="0" y="0"/>
                    </a:moveTo>
                    <a:lnTo>
                      <a:pt x="0" y="7"/>
                    </a:lnTo>
                    <a:lnTo>
                      <a:pt x="8" y="10"/>
                    </a:lnTo>
                    <a:lnTo>
                      <a:pt x="10" y="10"/>
                    </a:lnTo>
                    <a:lnTo>
                      <a:pt x="20" y="15"/>
                    </a:lnTo>
                    <a:lnTo>
                      <a:pt x="2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2" name="Freeform 142"/>
              <p:cNvSpPr/>
              <p:nvPr/>
            </p:nvSpPr>
            <p:spPr bwMode="auto">
              <a:xfrm>
                <a:off x="3198" y="2407"/>
                <a:ext cx="1" cy="8"/>
              </a:xfrm>
              <a:custGeom>
                <a:avLst/>
                <a:gdLst/>
                <a:ahLst/>
                <a:cxnLst>
                  <a:cxn ang="0">
                    <a:pos x="0" y="0"/>
                  </a:cxn>
                  <a:cxn ang="0">
                    <a:pos x="0" y="0"/>
                  </a:cxn>
                  <a:cxn ang="0">
                    <a:pos x="0" y="8"/>
                  </a:cxn>
                  <a:cxn ang="0">
                    <a:pos x="0" y="0"/>
                  </a:cxn>
                </a:cxnLst>
                <a:rect l="0" t="0" r="r" b="b"/>
                <a:pathLst>
                  <a:path h="8">
                    <a:moveTo>
                      <a:pt x="0" y="0"/>
                    </a:moveTo>
                    <a:lnTo>
                      <a:pt x="0" y="0"/>
                    </a:lnTo>
                    <a:lnTo>
                      <a:pt x="0"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3" name="Freeform 143"/>
              <p:cNvSpPr/>
              <p:nvPr/>
            </p:nvSpPr>
            <p:spPr bwMode="auto">
              <a:xfrm>
                <a:off x="3198" y="2407"/>
                <a:ext cx="1" cy="8"/>
              </a:xfrm>
              <a:custGeom>
                <a:avLst/>
                <a:gdLst/>
                <a:ahLst/>
                <a:cxnLst>
                  <a:cxn ang="0">
                    <a:pos x="0" y="0"/>
                  </a:cxn>
                  <a:cxn ang="0">
                    <a:pos x="0" y="0"/>
                  </a:cxn>
                  <a:cxn ang="0">
                    <a:pos x="0" y="8"/>
                  </a:cxn>
                  <a:cxn ang="0">
                    <a:pos x="0" y="0"/>
                  </a:cxn>
                </a:cxnLst>
                <a:rect l="0" t="0" r="r" b="b"/>
                <a:pathLst>
                  <a:path h="8">
                    <a:moveTo>
                      <a:pt x="0" y="0"/>
                    </a:moveTo>
                    <a:lnTo>
                      <a:pt x="0" y="0"/>
                    </a:lnTo>
                    <a:lnTo>
                      <a:pt x="0"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4" name="Freeform 144"/>
              <p:cNvSpPr>
                <a:spLocks noEditPoints="1"/>
              </p:cNvSpPr>
              <p:nvPr/>
            </p:nvSpPr>
            <p:spPr bwMode="auto">
              <a:xfrm>
                <a:off x="3198" y="2404"/>
                <a:ext cx="20" cy="11"/>
              </a:xfrm>
              <a:custGeom>
                <a:avLst/>
                <a:gdLst/>
                <a:ahLst/>
                <a:cxnLst>
                  <a:cxn ang="0">
                    <a:pos x="0" y="3"/>
                  </a:cxn>
                  <a:cxn ang="0">
                    <a:pos x="0" y="3"/>
                  </a:cxn>
                  <a:cxn ang="0">
                    <a:pos x="0" y="3"/>
                  </a:cxn>
                  <a:cxn ang="0">
                    <a:pos x="0" y="11"/>
                  </a:cxn>
                  <a:cxn ang="0">
                    <a:pos x="0" y="11"/>
                  </a:cxn>
                  <a:cxn ang="0">
                    <a:pos x="0" y="3"/>
                  </a:cxn>
                  <a:cxn ang="0">
                    <a:pos x="10" y="0"/>
                  </a:cxn>
                  <a:cxn ang="0">
                    <a:pos x="8" y="0"/>
                  </a:cxn>
                  <a:cxn ang="0">
                    <a:pos x="20" y="5"/>
                  </a:cxn>
                  <a:cxn ang="0">
                    <a:pos x="20" y="5"/>
                  </a:cxn>
                  <a:cxn ang="0">
                    <a:pos x="10" y="0"/>
                  </a:cxn>
                </a:cxnLst>
                <a:rect l="0" t="0" r="r" b="b"/>
                <a:pathLst>
                  <a:path w="20" h="11">
                    <a:moveTo>
                      <a:pt x="0" y="3"/>
                    </a:moveTo>
                    <a:lnTo>
                      <a:pt x="0" y="3"/>
                    </a:lnTo>
                    <a:lnTo>
                      <a:pt x="0" y="3"/>
                    </a:lnTo>
                    <a:lnTo>
                      <a:pt x="0" y="11"/>
                    </a:lnTo>
                    <a:lnTo>
                      <a:pt x="0" y="11"/>
                    </a:lnTo>
                    <a:lnTo>
                      <a:pt x="0" y="3"/>
                    </a:lnTo>
                    <a:close/>
                    <a:moveTo>
                      <a:pt x="10" y="0"/>
                    </a:moveTo>
                    <a:lnTo>
                      <a:pt x="8" y="0"/>
                    </a:lnTo>
                    <a:lnTo>
                      <a:pt x="20" y="5"/>
                    </a:lnTo>
                    <a:lnTo>
                      <a:pt x="20" y="5"/>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5" name="Freeform 145"/>
              <p:cNvSpPr/>
              <p:nvPr/>
            </p:nvSpPr>
            <p:spPr bwMode="auto">
              <a:xfrm>
                <a:off x="3198" y="2407"/>
                <a:ext cx="1" cy="8"/>
              </a:xfrm>
              <a:custGeom>
                <a:avLst/>
                <a:gdLst/>
                <a:ahLst/>
                <a:cxnLst>
                  <a:cxn ang="0">
                    <a:pos x="0" y="0"/>
                  </a:cxn>
                  <a:cxn ang="0">
                    <a:pos x="0" y="0"/>
                  </a:cxn>
                  <a:cxn ang="0">
                    <a:pos x="0" y="0"/>
                  </a:cxn>
                  <a:cxn ang="0">
                    <a:pos x="0" y="8"/>
                  </a:cxn>
                  <a:cxn ang="0">
                    <a:pos x="0" y="8"/>
                  </a:cxn>
                  <a:cxn ang="0">
                    <a:pos x="0" y="0"/>
                  </a:cxn>
                </a:cxnLst>
                <a:rect l="0" t="0" r="r" b="b"/>
                <a:pathLst>
                  <a:path h="8">
                    <a:moveTo>
                      <a:pt x="0" y="0"/>
                    </a:moveTo>
                    <a:lnTo>
                      <a:pt x="0" y="0"/>
                    </a:lnTo>
                    <a:lnTo>
                      <a:pt x="0" y="0"/>
                    </a:lnTo>
                    <a:lnTo>
                      <a:pt x="0" y="8"/>
                    </a:lnTo>
                    <a:lnTo>
                      <a:pt x="0"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6" name="Freeform 146"/>
              <p:cNvSpPr/>
              <p:nvPr/>
            </p:nvSpPr>
            <p:spPr bwMode="auto">
              <a:xfrm>
                <a:off x="3206" y="2404"/>
                <a:ext cx="12" cy="5"/>
              </a:xfrm>
              <a:custGeom>
                <a:avLst/>
                <a:gdLst/>
                <a:ahLst/>
                <a:cxnLst>
                  <a:cxn ang="0">
                    <a:pos x="2" y="0"/>
                  </a:cxn>
                  <a:cxn ang="0">
                    <a:pos x="0" y="0"/>
                  </a:cxn>
                  <a:cxn ang="0">
                    <a:pos x="12" y="5"/>
                  </a:cxn>
                  <a:cxn ang="0">
                    <a:pos x="12" y="5"/>
                  </a:cxn>
                  <a:cxn ang="0">
                    <a:pos x="2" y="0"/>
                  </a:cxn>
                </a:cxnLst>
                <a:rect l="0" t="0" r="r" b="b"/>
                <a:pathLst>
                  <a:path w="12" h="5">
                    <a:moveTo>
                      <a:pt x="2" y="0"/>
                    </a:moveTo>
                    <a:lnTo>
                      <a:pt x="0" y="0"/>
                    </a:lnTo>
                    <a:lnTo>
                      <a:pt x="12" y="5"/>
                    </a:lnTo>
                    <a:lnTo>
                      <a:pt x="12" y="5"/>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347" name="Freeform 147"/>
              <p:cNvSpPr>
                <a:spLocks noEditPoints="1"/>
              </p:cNvSpPr>
              <p:nvPr/>
            </p:nvSpPr>
            <p:spPr bwMode="auto">
              <a:xfrm>
                <a:off x="3198" y="2404"/>
                <a:ext cx="20" cy="11"/>
              </a:xfrm>
              <a:custGeom>
                <a:avLst/>
                <a:gdLst/>
                <a:ahLst/>
                <a:cxnLst>
                  <a:cxn ang="0">
                    <a:pos x="10" y="11"/>
                  </a:cxn>
                  <a:cxn ang="0">
                    <a:pos x="10" y="11"/>
                  </a:cxn>
                  <a:cxn ang="0">
                    <a:pos x="10" y="11"/>
                  </a:cxn>
                  <a:cxn ang="0">
                    <a:pos x="8" y="0"/>
                  </a:cxn>
                  <a:cxn ang="0">
                    <a:pos x="7" y="1"/>
                  </a:cxn>
                  <a:cxn ang="0">
                    <a:pos x="0" y="3"/>
                  </a:cxn>
                  <a:cxn ang="0">
                    <a:pos x="0" y="11"/>
                  </a:cxn>
                  <a:cxn ang="0">
                    <a:pos x="20" y="11"/>
                  </a:cxn>
                  <a:cxn ang="0">
                    <a:pos x="20" y="5"/>
                  </a:cxn>
                  <a:cxn ang="0">
                    <a:pos x="8" y="0"/>
                  </a:cxn>
                </a:cxnLst>
                <a:rect l="0" t="0" r="r" b="b"/>
                <a:pathLst>
                  <a:path w="20" h="11">
                    <a:moveTo>
                      <a:pt x="10" y="11"/>
                    </a:moveTo>
                    <a:lnTo>
                      <a:pt x="10" y="11"/>
                    </a:lnTo>
                    <a:lnTo>
                      <a:pt x="10" y="11"/>
                    </a:lnTo>
                    <a:close/>
                    <a:moveTo>
                      <a:pt x="8" y="0"/>
                    </a:moveTo>
                    <a:lnTo>
                      <a:pt x="7" y="1"/>
                    </a:lnTo>
                    <a:lnTo>
                      <a:pt x="0" y="3"/>
                    </a:lnTo>
                    <a:lnTo>
                      <a:pt x="0" y="11"/>
                    </a:lnTo>
                    <a:lnTo>
                      <a:pt x="20" y="11"/>
                    </a:lnTo>
                    <a:lnTo>
                      <a:pt x="20" y="5"/>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8" name="Freeform 148"/>
              <p:cNvSpPr/>
              <p:nvPr/>
            </p:nvSpPr>
            <p:spPr bwMode="auto">
              <a:xfrm>
                <a:off x="3208" y="2415"/>
                <a:ext cx="1" cy="1"/>
              </a:xfrm>
              <a:custGeom>
                <a:avLst/>
                <a:gdLst/>
                <a:ahLst/>
                <a:cxnLst>
                  <a:cxn ang="0">
                    <a:pos x="0" y="0"/>
                  </a:cxn>
                  <a:cxn ang="0">
                    <a:pos x="0" y="0"/>
                  </a:cxn>
                  <a:cxn ang="0">
                    <a:pos x="0" y="0"/>
                  </a:cxn>
                </a:cxnLst>
                <a:rect l="0" t="0" r="r" b="b"/>
                <a:pathLst>
                  <a:path>
                    <a:moveTo>
                      <a:pt x="0" y="0"/>
                    </a:move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9" name="Freeform 149"/>
              <p:cNvSpPr/>
              <p:nvPr/>
            </p:nvSpPr>
            <p:spPr bwMode="auto">
              <a:xfrm>
                <a:off x="3198" y="2404"/>
                <a:ext cx="20" cy="11"/>
              </a:xfrm>
              <a:custGeom>
                <a:avLst/>
                <a:gdLst/>
                <a:ahLst/>
                <a:cxnLst>
                  <a:cxn ang="0">
                    <a:pos x="8" y="0"/>
                  </a:cxn>
                  <a:cxn ang="0">
                    <a:pos x="7" y="1"/>
                  </a:cxn>
                  <a:cxn ang="0">
                    <a:pos x="0" y="3"/>
                  </a:cxn>
                  <a:cxn ang="0">
                    <a:pos x="0" y="11"/>
                  </a:cxn>
                  <a:cxn ang="0">
                    <a:pos x="20" y="11"/>
                  </a:cxn>
                  <a:cxn ang="0">
                    <a:pos x="20" y="5"/>
                  </a:cxn>
                  <a:cxn ang="0">
                    <a:pos x="8" y="0"/>
                  </a:cxn>
                </a:cxnLst>
                <a:rect l="0" t="0" r="r" b="b"/>
                <a:pathLst>
                  <a:path w="20" h="11">
                    <a:moveTo>
                      <a:pt x="8" y="0"/>
                    </a:moveTo>
                    <a:lnTo>
                      <a:pt x="7" y="1"/>
                    </a:lnTo>
                    <a:lnTo>
                      <a:pt x="0" y="3"/>
                    </a:lnTo>
                    <a:lnTo>
                      <a:pt x="0" y="11"/>
                    </a:lnTo>
                    <a:lnTo>
                      <a:pt x="20" y="11"/>
                    </a:lnTo>
                    <a:lnTo>
                      <a:pt x="20" y="5"/>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350" name="Freeform 150"/>
              <p:cNvSpPr/>
              <p:nvPr/>
            </p:nvSpPr>
            <p:spPr bwMode="auto">
              <a:xfrm>
                <a:off x="1743" y="1679"/>
                <a:ext cx="713" cy="924"/>
              </a:xfrm>
              <a:custGeom>
                <a:avLst/>
                <a:gdLst/>
                <a:ahLst/>
                <a:cxnLst>
                  <a:cxn ang="0">
                    <a:pos x="501" y="0"/>
                  </a:cxn>
                  <a:cxn ang="0">
                    <a:pos x="0" y="865"/>
                  </a:cxn>
                  <a:cxn ang="0">
                    <a:pos x="186" y="899"/>
                  </a:cxn>
                  <a:cxn ang="0">
                    <a:pos x="328" y="924"/>
                  </a:cxn>
                  <a:cxn ang="0">
                    <a:pos x="713" y="256"/>
                  </a:cxn>
                  <a:cxn ang="0">
                    <a:pos x="556" y="65"/>
                  </a:cxn>
                  <a:cxn ang="0">
                    <a:pos x="501" y="0"/>
                  </a:cxn>
                </a:cxnLst>
                <a:rect l="0" t="0" r="r" b="b"/>
                <a:pathLst>
                  <a:path w="713" h="924">
                    <a:moveTo>
                      <a:pt x="501" y="0"/>
                    </a:moveTo>
                    <a:lnTo>
                      <a:pt x="0" y="865"/>
                    </a:lnTo>
                    <a:lnTo>
                      <a:pt x="186" y="899"/>
                    </a:lnTo>
                    <a:lnTo>
                      <a:pt x="328" y="924"/>
                    </a:lnTo>
                    <a:lnTo>
                      <a:pt x="713" y="256"/>
                    </a:lnTo>
                    <a:lnTo>
                      <a:pt x="556" y="65"/>
                    </a:lnTo>
                    <a:lnTo>
                      <a:pt x="50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51" name="Freeform 151"/>
              <p:cNvSpPr/>
              <p:nvPr/>
            </p:nvSpPr>
            <p:spPr bwMode="auto">
              <a:xfrm>
                <a:off x="1743" y="1679"/>
                <a:ext cx="713" cy="924"/>
              </a:xfrm>
              <a:custGeom>
                <a:avLst/>
                <a:gdLst/>
                <a:ahLst/>
                <a:cxnLst>
                  <a:cxn ang="0">
                    <a:pos x="501" y="0"/>
                  </a:cxn>
                  <a:cxn ang="0">
                    <a:pos x="0" y="865"/>
                  </a:cxn>
                  <a:cxn ang="0">
                    <a:pos x="186" y="899"/>
                  </a:cxn>
                  <a:cxn ang="0">
                    <a:pos x="328" y="924"/>
                  </a:cxn>
                  <a:cxn ang="0">
                    <a:pos x="713" y="256"/>
                  </a:cxn>
                  <a:cxn ang="0">
                    <a:pos x="556" y="65"/>
                  </a:cxn>
                  <a:cxn ang="0">
                    <a:pos x="501" y="0"/>
                  </a:cxn>
                </a:cxnLst>
                <a:rect l="0" t="0" r="r" b="b"/>
                <a:pathLst>
                  <a:path w="713" h="924">
                    <a:moveTo>
                      <a:pt x="501" y="0"/>
                    </a:moveTo>
                    <a:lnTo>
                      <a:pt x="0" y="865"/>
                    </a:lnTo>
                    <a:lnTo>
                      <a:pt x="186" y="899"/>
                    </a:lnTo>
                    <a:lnTo>
                      <a:pt x="328" y="924"/>
                    </a:lnTo>
                    <a:lnTo>
                      <a:pt x="713" y="256"/>
                    </a:lnTo>
                    <a:lnTo>
                      <a:pt x="556" y="65"/>
                    </a:lnTo>
                    <a:lnTo>
                      <a:pt x="501" y="0"/>
                    </a:lnTo>
                  </a:path>
                </a:pathLst>
              </a:custGeom>
              <a:noFill/>
              <a:ln w="9525">
                <a:noFill/>
                <a:round/>
              </a:ln>
            </p:spPr>
            <p:txBody>
              <a:bodyPr vert="horz" wrap="square" lIns="82938" tIns="41469" rIns="82938" bIns="41469" numCol="1" anchor="t" anchorCtr="0" compatLnSpc="1"/>
              <a:lstStyle/>
              <a:p>
                <a:endParaRPr lang="en-GB" sz="1815"/>
              </a:p>
            </p:txBody>
          </p:sp>
          <p:sp>
            <p:nvSpPr>
              <p:cNvPr id="51352" name="Freeform 152"/>
              <p:cNvSpPr/>
              <p:nvPr/>
            </p:nvSpPr>
            <p:spPr bwMode="auto">
              <a:xfrm>
                <a:off x="2244" y="1679"/>
                <a:ext cx="55" cy="65"/>
              </a:xfrm>
              <a:custGeom>
                <a:avLst/>
                <a:gdLst/>
                <a:ahLst/>
                <a:cxnLst>
                  <a:cxn ang="0">
                    <a:pos x="0" y="0"/>
                  </a:cxn>
                  <a:cxn ang="0">
                    <a:pos x="0" y="0"/>
                  </a:cxn>
                  <a:cxn ang="0">
                    <a:pos x="55" y="65"/>
                  </a:cxn>
                  <a:cxn ang="0">
                    <a:pos x="0" y="0"/>
                  </a:cxn>
                </a:cxnLst>
                <a:rect l="0" t="0" r="r" b="b"/>
                <a:pathLst>
                  <a:path w="55" h="65">
                    <a:moveTo>
                      <a:pt x="0" y="0"/>
                    </a:moveTo>
                    <a:lnTo>
                      <a:pt x="0" y="0"/>
                    </a:lnTo>
                    <a:lnTo>
                      <a:pt x="55" y="6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53" name="Freeform 153"/>
              <p:cNvSpPr/>
              <p:nvPr/>
            </p:nvSpPr>
            <p:spPr bwMode="auto">
              <a:xfrm>
                <a:off x="2244" y="1679"/>
                <a:ext cx="55" cy="65"/>
              </a:xfrm>
              <a:custGeom>
                <a:avLst/>
                <a:gdLst/>
                <a:ahLst/>
                <a:cxnLst>
                  <a:cxn ang="0">
                    <a:pos x="0" y="0"/>
                  </a:cxn>
                  <a:cxn ang="0">
                    <a:pos x="0" y="0"/>
                  </a:cxn>
                  <a:cxn ang="0">
                    <a:pos x="55" y="65"/>
                  </a:cxn>
                  <a:cxn ang="0">
                    <a:pos x="0" y="0"/>
                  </a:cxn>
                </a:cxnLst>
                <a:rect l="0" t="0" r="r" b="b"/>
                <a:pathLst>
                  <a:path w="55" h="65">
                    <a:moveTo>
                      <a:pt x="0" y="0"/>
                    </a:moveTo>
                    <a:lnTo>
                      <a:pt x="0" y="0"/>
                    </a:lnTo>
                    <a:lnTo>
                      <a:pt x="55" y="6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54" name="Freeform 154"/>
              <p:cNvSpPr>
                <a:spLocks noEditPoints="1"/>
              </p:cNvSpPr>
              <p:nvPr/>
            </p:nvSpPr>
            <p:spPr bwMode="auto">
              <a:xfrm>
                <a:off x="1721" y="1644"/>
                <a:ext cx="737" cy="900"/>
              </a:xfrm>
              <a:custGeom>
                <a:avLst/>
                <a:gdLst/>
                <a:ahLst/>
                <a:cxnLst>
                  <a:cxn ang="0">
                    <a:pos x="578" y="100"/>
                  </a:cxn>
                  <a:cxn ang="0">
                    <a:pos x="735" y="291"/>
                  </a:cxn>
                  <a:cxn ang="0">
                    <a:pos x="737" y="291"/>
                  </a:cxn>
                  <a:cxn ang="0">
                    <a:pos x="732" y="286"/>
                  </a:cxn>
                  <a:cxn ang="0">
                    <a:pos x="732" y="286"/>
                  </a:cxn>
                  <a:cxn ang="0">
                    <a:pos x="578" y="100"/>
                  </a:cxn>
                  <a:cxn ang="0">
                    <a:pos x="519" y="0"/>
                  </a:cxn>
                  <a:cxn ang="0">
                    <a:pos x="0" y="897"/>
                  </a:cxn>
                  <a:cxn ang="0">
                    <a:pos x="19" y="900"/>
                  </a:cxn>
                  <a:cxn ang="0">
                    <a:pos x="19" y="900"/>
                  </a:cxn>
                  <a:cxn ang="0">
                    <a:pos x="22" y="900"/>
                  </a:cxn>
                  <a:cxn ang="0">
                    <a:pos x="523" y="35"/>
                  </a:cxn>
                  <a:cxn ang="0">
                    <a:pos x="511" y="21"/>
                  </a:cxn>
                  <a:cxn ang="0">
                    <a:pos x="519" y="10"/>
                  </a:cxn>
                  <a:cxn ang="0">
                    <a:pos x="526" y="6"/>
                  </a:cxn>
                  <a:cxn ang="0">
                    <a:pos x="519" y="0"/>
                  </a:cxn>
                </a:cxnLst>
                <a:rect l="0" t="0" r="r" b="b"/>
                <a:pathLst>
                  <a:path w="737" h="900">
                    <a:moveTo>
                      <a:pt x="578" y="100"/>
                    </a:moveTo>
                    <a:lnTo>
                      <a:pt x="735" y="291"/>
                    </a:lnTo>
                    <a:lnTo>
                      <a:pt x="737" y="291"/>
                    </a:lnTo>
                    <a:lnTo>
                      <a:pt x="732" y="286"/>
                    </a:lnTo>
                    <a:lnTo>
                      <a:pt x="732" y="286"/>
                    </a:lnTo>
                    <a:lnTo>
                      <a:pt x="578" y="100"/>
                    </a:lnTo>
                    <a:close/>
                    <a:moveTo>
                      <a:pt x="519" y="0"/>
                    </a:moveTo>
                    <a:lnTo>
                      <a:pt x="0" y="897"/>
                    </a:lnTo>
                    <a:lnTo>
                      <a:pt x="19" y="900"/>
                    </a:lnTo>
                    <a:lnTo>
                      <a:pt x="19" y="900"/>
                    </a:lnTo>
                    <a:lnTo>
                      <a:pt x="22" y="900"/>
                    </a:lnTo>
                    <a:lnTo>
                      <a:pt x="523" y="35"/>
                    </a:lnTo>
                    <a:lnTo>
                      <a:pt x="511" y="21"/>
                    </a:lnTo>
                    <a:lnTo>
                      <a:pt x="519" y="10"/>
                    </a:lnTo>
                    <a:lnTo>
                      <a:pt x="526" y="6"/>
                    </a:lnTo>
                    <a:lnTo>
                      <a:pt x="5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55" name="Freeform 155"/>
              <p:cNvSpPr/>
              <p:nvPr/>
            </p:nvSpPr>
            <p:spPr bwMode="auto">
              <a:xfrm>
                <a:off x="2299" y="1744"/>
                <a:ext cx="159" cy="191"/>
              </a:xfrm>
              <a:custGeom>
                <a:avLst/>
                <a:gdLst/>
                <a:ahLst/>
                <a:cxnLst>
                  <a:cxn ang="0">
                    <a:pos x="0" y="0"/>
                  </a:cxn>
                  <a:cxn ang="0">
                    <a:pos x="157" y="191"/>
                  </a:cxn>
                  <a:cxn ang="0">
                    <a:pos x="159" y="191"/>
                  </a:cxn>
                  <a:cxn ang="0">
                    <a:pos x="154" y="186"/>
                  </a:cxn>
                  <a:cxn ang="0">
                    <a:pos x="154" y="186"/>
                  </a:cxn>
                  <a:cxn ang="0">
                    <a:pos x="0" y="0"/>
                  </a:cxn>
                </a:cxnLst>
                <a:rect l="0" t="0" r="r" b="b"/>
                <a:pathLst>
                  <a:path w="159" h="191">
                    <a:moveTo>
                      <a:pt x="0" y="0"/>
                    </a:moveTo>
                    <a:lnTo>
                      <a:pt x="157" y="191"/>
                    </a:lnTo>
                    <a:lnTo>
                      <a:pt x="159" y="191"/>
                    </a:lnTo>
                    <a:lnTo>
                      <a:pt x="154" y="186"/>
                    </a:lnTo>
                    <a:lnTo>
                      <a:pt x="154" y="18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56" name="Freeform 156"/>
              <p:cNvSpPr/>
              <p:nvPr/>
            </p:nvSpPr>
            <p:spPr bwMode="auto">
              <a:xfrm>
                <a:off x="1721" y="1644"/>
                <a:ext cx="526" cy="900"/>
              </a:xfrm>
              <a:custGeom>
                <a:avLst/>
                <a:gdLst/>
                <a:ahLst/>
                <a:cxnLst>
                  <a:cxn ang="0">
                    <a:pos x="519" y="0"/>
                  </a:cxn>
                  <a:cxn ang="0">
                    <a:pos x="0" y="897"/>
                  </a:cxn>
                  <a:cxn ang="0">
                    <a:pos x="19" y="900"/>
                  </a:cxn>
                  <a:cxn ang="0">
                    <a:pos x="19" y="900"/>
                  </a:cxn>
                  <a:cxn ang="0">
                    <a:pos x="22" y="900"/>
                  </a:cxn>
                  <a:cxn ang="0">
                    <a:pos x="523" y="35"/>
                  </a:cxn>
                  <a:cxn ang="0">
                    <a:pos x="511" y="21"/>
                  </a:cxn>
                  <a:cxn ang="0">
                    <a:pos x="519" y="10"/>
                  </a:cxn>
                  <a:cxn ang="0">
                    <a:pos x="526" y="6"/>
                  </a:cxn>
                  <a:cxn ang="0">
                    <a:pos x="519" y="0"/>
                  </a:cxn>
                </a:cxnLst>
                <a:rect l="0" t="0" r="r" b="b"/>
                <a:pathLst>
                  <a:path w="526" h="900">
                    <a:moveTo>
                      <a:pt x="519" y="0"/>
                    </a:moveTo>
                    <a:lnTo>
                      <a:pt x="0" y="897"/>
                    </a:lnTo>
                    <a:lnTo>
                      <a:pt x="19" y="900"/>
                    </a:lnTo>
                    <a:lnTo>
                      <a:pt x="19" y="900"/>
                    </a:lnTo>
                    <a:lnTo>
                      <a:pt x="22" y="900"/>
                    </a:lnTo>
                    <a:lnTo>
                      <a:pt x="523" y="35"/>
                    </a:lnTo>
                    <a:lnTo>
                      <a:pt x="511" y="21"/>
                    </a:lnTo>
                    <a:lnTo>
                      <a:pt x="519" y="10"/>
                    </a:lnTo>
                    <a:lnTo>
                      <a:pt x="526" y="6"/>
                    </a:lnTo>
                    <a:lnTo>
                      <a:pt x="519" y="0"/>
                    </a:lnTo>
                  </a:path>
                </a:pathLst>
              </a:custGeom>
              <a:noFill/>
              <a:ln w="9525">
                <a:noFill/>
                <a:round/>
              </a:ln>
            </p:spPr>
            <p:txBody>
              <a:bodyPr vert="horz" wrap="square" lIns="82938" tIns="41469" rIns="82938" bIns="41469" numCol="1" anchor="t" anchorCtr="0" compatLnSpc="1"/>
              <a:lstStyle/>
              <a:p>
                <a:endParaRPr lang="en-GB" sz="1815"/>
              </a:p>
            </p:txBody>
          </p:sp>
          <p:sp>
            <p:nvSpPr>
              <p:cNvPr id="51357" name="Freeform 157"/>
              <p:cNvSpPr/>
              <p:nvPr/>
            </p:nvSpPr>
            <p:spPr bwMode="auto">
              <a:xfrm>
                <a:off x="2260" y="1667"/>
                <a:ext cx="213" cy="256"/>
              </a:xfrm>
              <a:custGeom>
                <a:avLst/>
                <a:gdLst/>
                <a:ahLst/>
                <a:cxnLst>
                  <a:cxn ang="0">
                    <a:pos x="0" y="0"/>
                  </a:cxn>
                  <a:cxn ang="0">
                    <a:pos x="0" y="0"/>
                  </a:cxn>
                  <a:cxn ang="0">
                    <a:pos x="54" y="64"/>
                  </a:cxn>
                  <a:cxn ang="0">
                    <a:pos x="213" y="256"/>
                  </a:cxn>
                  <a:cxn ang="0">
                    <a:pos x="213" y="256"/>
                  </a:cxn>
                  <a:cxn ang="0">
                    <a:pos x="54" y="64"/>
                  </a:cxn>
                  <a:cxn ang="0">
                    <a:pos x="0" y="0"/>
                  </a:cxn>
                </a:cxnLst>
                <a:rect l="0" t="0" r="r" b="b"/>
                <a:pathLst>
                  <a:path w="213" h="256">
                    <a:moveTo>
                      <a:pt x="0" y="0"/>
                    </a:moveTo>
                    <a:lnTo>
                      <a:pt x="0" y="0"/>
                    </a:lnTo>
                    <a:lnTo>
                      <a:pt x="54" y="64"/>
                    </a:lnTo>
                    <a:lnTo>
                      <a:pt x="213" y="256"/>
                    </a:lnTo>
                    <a:lnTo>
                      <a:pt x="213" y="256"/>
                    </a:lnTo>
                    <a:lnTo>
                      <a:pt x="54" y="64"/>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58" name="Freeform 158"/>
              <p:cNvSpPr/>
              <p:nvPr/>
            </p:nvSpPr>
            <p:spPr bwMode="auto">
              <a:xfrm>
                <a:off x="2260" y="1667"/>
                <a:ext cx="213" cy="256"/>
              </a:xfrm>
              <a:custGeom>
                <a:avLst/>
                <a:gdLst/>
                <a:ahLst/>
                <a:cxnLst>
                  <a:cxn ang="0">
                    <a:pos x="0" y="0"/>
                  </a:cxn>
                  <a:cxn ang="0">
                    <a:pos x="0" y="0"/>
                  </a:cxn>
                  <a:cxn ang="0">
                    <a:pos x="54" y="64"/>
                  </a:cxn>
                  <a:cxn ang="0">
                    <a:pos x="213" y="256"/>
                  </a:cxn>
                  <a:cxn ang="0">
                    <a:pos x="213" y="256"/>
                  </a:cxn>
                  <a:cxn ang="0">
                    <a:pos x="54" y="64"/>
                  </a:cxn>
                  <a:cxn ang="0">
                    <a:pos x="0" y="0"/>
                  </a:cxn>
                </a:cxnLst>
                <a:rect l="0" t="0" r="r" b="b"/>
                <a:pathLst>
                  <a:path w="213" h="256">
                    <a:moveTo>
                      <a:pt x="0" y="0"/>
                    </a:moveTo>
                    <a:lnTo>
                      <a:pt x="0" y="0"/>
                    </a:lnTo>
                    <a:lnTo>
                      <a:pt x="54" y="64"/>
                    </a:lnTo>
                    <a:lnTo>
                      <a:pt x="213" y="256"/>
                    </a:lnTo>
                    <a:lnTo>
                      <a:pt x="213" y="256"/>
                    </a:lnTo>
                    <a:lnTo>
                      <a:pt x="54" y="6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59" name="Freeform 159"/>
              <p:cNvSpPr/>
              <p:nvPr/>
            </p:nvSpPr>
            <p:spPr bwMode="auto">
              <a:xfrm>
                <a:off x="2232" y="1650"/>
                <a:ext cx="241" cy="280"/>
              </a:xfrm>
              <a:custGeom>
                <a:avLst/>
                <a:gdLst/>
                <a:ahLst/>
                <a:cxnLst>
                  <a:cxn ang="0">
                    <a:pos x="15" y="0"/>
                  </a:cxn>
                  <a:cxn ang="0">
                    <a:pos x="8" y="4"/>
                  </a:cxn>
                  <a:cxn ang="0">
                    <a:pos x="0" y="15"/>
                  </a:cxn>
                  <a:cxn ang="0">
                    <a:pos x="12" y="29"/>
                  </a:cxn>
                  <a:cxn ang="0">
                    <a:pos x="12" y="29"/>
                  </a:cxn>
                  <a:cxn ang="0">
                    <a:pos x="67" y="94"/>
                  </a:cxn>
                  <a:cxn ang="0">
                    <a:pos x="221" y="280"/>
                  </a:cxn>
                  <a:cxn ang="0">
                    <a:pos x="241" y="273"/>
                  </a:cxn>
                  <a:cxn ang="0">
                    <a:pos x="82" y="81"/>
                  </a:cxn>
                  <a:cxn ang="0">
                    <a:pos x="28" y="17"/>
                  </a:cxn>
                  <a:cxn ang="0">
                    <a:pos x="20" y="9"/>
                  </a:cxn>
                  <a:cxn ang="0">
                    <a:pos x="17" y="4"/>
                  </a:cxn>
                  <a:cxn ang="0">
                    <a:pos x="15" y="0"/>
                  </a:cxn>
                </a:cxnLst>
                <a:rect l="0" t="0" r="r" b="b"/>
                <a:pathLst>
                  <a:path w="241" h="280">
                    <a:moveTo>
                      <a:pt x="15" y="0"/>
                    </a:moveTo>
                    <a:lnTo>
                      <a:pt x="8" y="4"/>
                    </a:lnTo>
                    <a:lnTo>
                      <a:pt x="0" y="15"/>
                    </a:lnTo>
                    <a:lnTo>
                      <a:pt x="12" y="29"/>
                    </a:lnTo>
                    <a:lnTo>
                      <a:pt x="12" y="29"/>
                    </a:lnTo>
                    <a:lnTo>
                      <a:pt x="67" y="94"/>
                    </a:lnTo>
                    <a:lnTo>
                      <a:pt x="221" y="280"/>
                    </a:lnTo>
                    <a:lnTo>
                      <a:pt x="241" y="273"/>
                    </a:lnTo>
                    <a:lnTo>
                      <a:pt x="82" y="81"/>
                    </a:lnTo>
                    <a:lnTo>
                      <a:pt x="28" y="17"/>
                    </a:lnTo>
                    <a:lnTo>
                      <a:pt x="20" y="9"/>
                    </a:lnTo>
                    <a:lnTo>
                      <a:pt x="17" y="4"/>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60" name="Freeform 160"/>
              <p:cNvSpPr/>
              <p:nvPr/>
            </p:nvSpPr>
            <p:spPr bwMode="auto">
              <a:xfrm>
                <a:off x="2232" y="1650"/>
                <a:ext cx="241" cy="280"/>
              </a:xfrm>
              <a:custGeom>
                <a:avLst/>
                <a:gdLst/>
                <a:ahLst/>
                <a:cxnLst>
                  <a:cxn ang="0">
                    <a:pos x="15" y="0"/>
                  </a:cxn>
                  <a:cxn ang="0">
                    <a:pos x="8" y="4"/>
                  </a:cxn>
                  <a:cxn ang="0">
                    <a:pos x="0" y="15"/>
                  </a:cxn>
                  <a:cxn ang="0">
                    <a:pos x="12" y="29"/>
                  </a:cxn>
                  <a:cxn ang="0">
                    <a:pos x="12" y="29"/>
                  </a:cxn>
                  <a:cxn ang="0">
                    <a:pos x="67" y="94"/>
                  </a:cxn>
                  <a:cxn ang="0">
                    <a:pos x="221" y="280"/>
                  </a:cxn>
                  <a:cxn ang="0">
                    <a:pos x="241" y="273"/>
                  </a:cxn>
                  <a:cxn ang="0">
                    <a:pos x="82" y="81"/>
                  </a:cxn>
                  <a:cxn ang="0">
                    <a:pos x="28" y="17"/>
                  </a:cxn>
                  <a:cxn ang="0">
                    <a:pos x="20" y="9"/>
                  </a:cxn>
                  <a:cxn ang="0">
                    <a:pos x="17" y="4"/>
                  </a:cxn>
                  <a:cxn ang="0">
                    <a:pos x="15" y="0"/>
                  </a:cxn>
                </a:cxnLst>
                <a:rect l="0" t="0" r="r" b="b"/>
                <a:pathLst>
                  <a:path w="241" h="280">
                    <a:moveTo>
                      <a:pt x="15" y="0"/>
                    </a:moveTo>
                    <a:lnTo>
                      <a:pt x="8" y="4"/>
                    </a:lnTo>
                    <a:lnTo>
                      <a:pt x="0" y="15"/>
                    </a:lnTo>
                    <a:lnTo>
                      <a:pt x="12" y="29"/>
                    </a:lnTo>
                    <a:lnTo>
                      <a:pt x="12" y="29"/>
                    </a:lnTo>
                    <a:lnTo>
                      <a:pt x="67" y="94"/>
                    </a:lnTo>
                    <a:lnTo>
                      <a:pt x="221" y="280"/>
                    </a:lnTo>
                    <a:lnTo>
                      <a:pt x="241" y="273"/>
                    </a:lnTo>
                    <a:lnTo>
                      <a:pt x="82" y="81"/>
                    </a:lnTo>
                    <a:lnTo>
                      <a:pt x="28" y="17"/>
                    </a:lnTo>
                    <a:lnTo>
                      <a:pt x="20" y="9"/>
                    </a:lnTo>
                    <a:lnTo>
                      <a:pt x="17" y="4"/>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361" name="Freeform 161"/>
              <p:cNvSpPr/>
              <p:nvPr/>
            </p:nvSpPr>
            <p:spPr bwMode="auto">
              <a:xfrm>
                <a:off x="2453" y="1930"/>
                <a:ext cx="5" cy="5"/>
              </a:xfrm>
              <a:custGeom>
                <a:avLst/>
                <a:gdLst/>
                <a:ahLst/>
                <a:cxnLst>
                  <a:cxn ang="0">
                    <a:pos x="0" y="0"/>
                  </a:cxn>
                  <a:cxn ang="0">
                    <a:pos x="0" y="0"/>
                  </a:cxn>
                  <a:cxn ang="0">
                    <a:pos x="5" y="5"/>
                  </a:cxn>
                  <a:cxn ang="0">
                    <a:pos x="5" y="5"/>
                  </a:cxn>
                  <a:cxn ang="0">
                    <a:pos x="0" y="0"/>
                  </a:cxn>
                </a:cxnLst>
                <a:rect l="0" t="0" r="r" b="b"/>
                <a:pathLst>
                  <a:path w="5" h="5">
                    <a:moveTo>
                      <a:pt x="0" y="0"/>
                    </a:moveTo>
                    <a:lnTo>
                      <a:pt x="0" y="0"/>
                    </a:lnTo>
                    <a:lnTo>
                      <a:pt x="5" y="5"/>
                    </a:lnTo>
                    <a:lnTo>
                      <a:pt x="5"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62" name="Freeform 162"/>
              <p:cNvSpPr/>
              <p:nvPr/>
            </p:nvSpPr>
            <p:spPr bwMode="auto">
              <a:xfrm>
                <a:off x="2453" y="1930"/>
                <a:ext cx="5" cy="5"/>
              </a:xfrm>
              <a:custGeom>
                <a:avLst/>
                <a:gdLst/>
                <a:ahLst/>
                <a:cxnLst>
                  <a:cxn ang="0">
                    <a:pos x="0" y="0"/>
                  </a:cxn>
                  <a:cxn ang="0">
                    <a:pos x="0" y="0"/>
                  </a:cxn>
                  <a:cxn ang="0">
                    <a:pos x="5" y="5"/>
                  </a:cxn>
                  <a:cxn ang="0">
                    <a:pos x="5" y="5"/>
                  </a:cxn>
                  <a:cxn ang="0">
                    <a:pos x="0" y="0"/>
                  </a:cxn>
                </a:cxnLst>
                <a:rect l="0" t="0" r="r" b="b"/>
                <a:pathLst>
                  <a:path w="5" h="5">
                    <a:moveTo>
                      <a:pt x="0" y="0"/>
                    </a:moveTo>
                    <a:lnTo>
                      <a:pt x="0" y="0"/>
                    </a:lnTo>
                    <a:lnTo>
                      <a:pt x="5" y="5"/>
                    </a:lnTo>
                    <a:lnTo>
                      <a:pt x="5"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63" name="Rectangle 163"/>
              <p:cNvSpPr>
                <a:spLocks noChangeArrowheads="1"/>
              </p:cNvSpPr>
              <p:nvPr/>
            </p:nvSpPr>
            <p:spPr bwMode="auto">
              <a:xfrm>
                <a:off x="2473" y="192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64" name="Rectangle 164"/>
              <p:cNvSpPr>
                <a:spLocks noChangeArrowheads="1"/>
              </p:cNvSpPr>
              <p:nvPr/>
            </p:nvSpPr>
            <p:spPr bwMode="auto">
              <a:xfrm>
                <a:off x="2473" y="192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65" name="Freeform 165"/>
              <p:cNvSpPr/>
              <p:nvPr/>
            </p:nvSpPr>
            <p:spPr bwMode="auto">
              <a:xfrm>
                <a:off x="2453" y="1923"/>
                <a:ext cx="23" cy="12"/>
              </a:xfrm>
              <a:custGeom>
                <a:avLst/>
                <a:gdLst/>
                <a:ahLst/>
                <a:cxnLst>
                  <a:cxn ang="0">
                    <a:pos x="20" y="0"/>
                  </a:cxn>
                  <a:cxn ang="0">
                    <a:pos x="0" y="7"/>
                  </a:cxn>
                  <a:cxn ang="0">
                    <a:pos x="5" y="12"/>
                  </a:cxn>
                  <a:cxn ang="0">
                    <a:pos x="5" y="10"/>
                  </a:cxn>
                  <a:cxn ang="0">
                    <a:pos x="23" y="4"/>
                  </a:cxn>
                  <a:cxn ang="0">
                    <a:pos x="20" y="0"/>
                  </a:cxn>
                  <a:cxn ang="0">
                    <a:pos x="20" y="0"/>
                  </a:cxn>
                  <a:cxn ang="0">
                    <a:pos x="20" y="0"/>
                  </a:cxn>
                </a:cxnLst>
                <a:rect l="0" t="0" r="r" b="b"/>
                <a:pathLst>
                  <a:path w="23" h="12">
                    <a:moveTo>
                      <a:pt x="20" y="0"/>
                    </a:moveTo>
                    <a:lnTo>
                      <a:pt x="0" y="7"/>
                    </a:lnTo>
                    <a:lnTo>
                      <a:pt x="5" y="12"/>
                    </a:lnTo>
                    <a:lnTo>
                      <a:pt x="5" y="10"/>
                    </a:lnTo>
                    <a:lnTo>
                      <a:pt x="23" y="4"/>
                    </a:lnTo>
                    <a:lnTo>
                      <a:pt x="20" y="0"/>
                    </a:lnTo>
                    <a:lnTo>
                      <a:pt x="20" y="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66" name="Freeform 166"/>
              <p:cNvSpPr/>
              <p:nvPr/>
            </p:nvSpPr>
            <p:spPr bwMode="auto">
              <a:xfrm>
                <a:off x="2453" y="1923"/>
                <a:ext cx="23" cy="12"/>
              </a:xfrm>
              <a:custGeom>
                <a:avLst/>
                <a:gdLst/>
                <a:ahLst/>
                <a:cxnLst>
                  <a:cxn ang="0">
                    <a:pos x="20" y="0"/>
                  </a:cxn>
                  <a:cxn ang="0">
                    <a:pos x="0" y="7"/>
                  </a:cxn>
                  <a:cxn ang="0">
                    <a:pos x="5" y="12"/>
                  </a:cxn>
                  <a:cxn ang="0">
                    <a:pos x="5" y="10"/>
                  </a:cxn>
                  <a:cxn ang="0">
                    <a:pos x="23" y="4"/>
                  </a:cxn>
                  <a:cxn ang="0">
                    <a:pos x="20" y="0"/>
                  </a:cxn>
                  <a:cxn ang="0">
                    <a:pos x="20" y="0"/>
                  </a:cxn>
                  <a:cxn ang="0">
                    <a:pos x="20" y="0"/>
                  </a:cxn>
                </a:cxnLst>
                <a:rect l="0" t="0" r="r" b="b"/>
                <a:pathLst>
                  <a:path w="23" h="12">
                    <a:moveTo>
                      <a:pt x="20" y="0"/>
                    </a:moveTo>
                    <a:lnTo>
                      <a:pt x="0" y="7"/>
                    </a:lnTo>
                    <a:lnTo>
                      <a:pt x="5" y="12"/>
                    </a:lnTo>
                    <a:lnTo>
                      <a:pt x="5" y="10"/>
                    </a:lnTo>
                    <a:lnTo>
                      <a:pt x="23" y="4"/>
                    </a:lnTo>
                    <a:lnTo>
                      <a:pt x="20" y="0"/>
                    </a:lnTo>
                    <a:lnTo>
                      <a:pt x="20" y="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367" name="Freeform 167"/>
              <p:cNvSpPr/>
              <p:nvPr/>
            </p:nvSpPr>
            <p:spPr bwMode="auto">
              <a:xfrm>
                <a:off x="2091" y="1950"/>
                <a:ext cx="603" cy="718"/>
              </a:xfrm>
              <a:custGeom>
                <a:avLst/>
                <a:gdLst/>
                <a:ahLst/>
                <a:cxnLst>
                  <a:cxn ang="0">
                    <a:pos x="380" y="0"/>
                  </a:cxn>
                  <a:cxn ang="0">
                    <a:pos x="0" y="656"/>
                  </a:cxn>
                  <a:cxn ang="0">
                    <a:pos x="201" y="693"/>
                  </a:cxn>
                  <a:cxn ang="0">
                    <a:pos x="344" y="718"/>
                  </a:cxn>
                  <a:cxn ang="0">
                    <a:pos x="601" y="271"/>
                  </a:cxn>
                  <a:cxn ang="0">
                    <a:pos x="603" y="268"/>
                  </a:cxn>
                  <a:cxn ang="0">
                    <a:pos x="414" y="42"/>
                  </a:cxn>
                  <a:cxn ang="0">
                    <a:pos x="380" y="0"/>
                  </a:cxn>
                </a:cxnLst>
                <a:rect l="0" t="0" r="r" b="b"/>
                <a:pathLst>
                  <a:path w="603" h="718">
                    <a:moveTo>
                      <a:pt x="380" y="0"/>
                    </a:moveTo>
                    <a:lnTo>
                      <a:pt x="0" y="656"/>
                    </a:lnTo>
                    <a:lnTo>
                      <a:pt x="201" y="693"/>
                    </a:lnTo>
                    <a:lnTo>
                      <a:pt x="344" y="718"/>
                    </a:lnTo>
                    <a:lnTo>
                      <a:pt x="601" y="271"/>
                    </a:lnTo>
                    <a:lnTo>
                      <a:pt x="603" y="268"/>
                    </a:lnTo>
                    <a:lnTo>
                      <a:pt x="414" y="42"/>
                    </a:lnTo>
                    <a:lnTo>
                      <a:pt x="38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68" name="Freeform 168"/>
              <p:cNvSpPr/>
              <p:nvPr/>
            </p:nvSpPr>
            <p:spPr bwMode="auto">
              <a:xfrm>
                <a:off x="2091" y="1950"/>
                <a:ext cx="603" cy="718"/>
              </a:xfrm>
              <a:custGeom>
                <a:avLst/>
                <a:gdLst/>
                <a:ahLst/>
                <a:cxnLst>
                  <a:cxn ang="0">
                    <a:pos x="380" y="0"/>
                  </a:cxn>
                  <a:cxn ang="0">
                    <a:pos x="0" y="656"/>
                  </a:cxn>
                  <a:cxn ang="0">
                    <a:pos x="201" y="693"/>
                  </a:cxn>
                  <a:cxn ang="0">
                    <a:pos x="344" y="718"/>
                  </a:cxn>
                  <a:cxn ang="0">
                    <a:pos x="601" y="271"/>
                  </a:cxn>
                  <a:cxn ang="0">
                    <a:pos x="603" y="268"/>
                  </a:cxn>
                  <a:cxn ang="0">
                    <a:pos x="414" y="42"/>
                  </a:cxn>
                  <a:cxn ang="0">
                    <a:pos x="380" y="0"/>
                  </a:cxn>
                </a:cxnLst>
                <a:rect l="0" t="0" r="r" b="b"/>
                <a:pathLst>
                  <a:path w="603" h="718">
                    <a:moveTo>
                      <a:pt x="380" y="0"/>
                    </a:moveTo>
                    <a:lnTo>
                      <a:pt x="0" y="656"/>
                    </a:lnTo>
                    <a:lnTo>
                      <a:pt x="201" y="693"/>
                    </a:lnTo>
                    <a:lnTo>
                      <a:pt x="344" y="718"/>
                    </a:lnTo>
                    <a:lnTo>
                      <a:pt x="601" y="271"/>
                    </a:lnTo>
                    <a:lnTo>
                      <a:pt x="603" y="268"/>
                    </a:lnTo>
                    <a:lnTo>
                      <a:pt x="414" y="42"/>
                    </a:lnTo>
                    <a:lnTo>
                      <a:pt x="380" y="0"/>
                    </a:lnTo>
                  </a:path>
                </a:pathLst>
              </a:custGeom>
              <a:noFill/>
              <a:ln w="9525">
                <a:noFill/>
                <a:round/>
              </a:ln>
            </p:spPr>
            <p:txBody>
              <a:bodyPr vert="horz" wrap="square" lIns="82938" tIns="41469" rIns="82938" bIns="41469" numCol="1" anchor="t" anchorCtr="0" compatLnSpc="1"/>
              <a:lstStyle/>
              <a:p>
                <a:endParaRPr lang="en-GB" sz="1815"/>
              </a:p>
            </p:txBody>
          </p:sp>
          <p:sp>
            <p:nvSpPr>
              <p:cNvPr id="51369" name="Freeform 169"/>
              <p:cNvSpPr/>
              <p:nvPr/>
            </p:nvSpPr>
            <p:spPr bwMode="auto">
              <a:xfrm>
                <a:off x="2505" y="1992"/>
                <a:ext cx="189" cy="226"/>
              </a:xfrm>
              <a:custGeom>
                <a:avLst/>
                <a:gdLst/>
                <a:ahLst/>
                <a:cxnLst>
                  <a:cxn ang="0">
                    <a:pos x="0" y="0"/>
                  </a:cxn>
                  <a:cxn ang="0">
                    <a:pos x="189" y="226"/>
                  </a:cxn>
                  <a:cxn ang="0">
                    <a:pos x="189" y="226"/>
                  </a:cxn>
                  <a:cxn ang="0">
                    <a:pos x="186" y="222"/>
                  </a:cxn>
                  <a:cxn ang="0">
                    <a:pos x="0" y="0"/>
                  </a:cxn>
                </a:cxnLst>
                <a:rect l="0" t="0" r="r" b="b"/>
                <a:pathLst>
                  <a:path w="189" h="226">
                    <a:moveTo>
                      <a:pt x="0" y="0"/>
                    </a:moveTo>
                    <a:lnTo>
                      <a:pt x="189" y="226"/>
                    </a:lnTo>
                    <a:lnTo>
                      <a:pt x="189" y="226"/>
                    </a:lnTo>
                    <a:lnTo>
                      <a:pt x="186" y="22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70" name="Freeform 170"/>
              <p:cNvSpPr/>
              <p:nvPr/>
            </p:nvSpPr>
            <p:spPr bwMode="auto">
              <a:xfrm>
                <a:off x="2505" y="1992"/>
                <a:ext cx="189" cy="226"/>
              </a:xfrm>
              <a:custGeom>
                <a:avLst/>
                <a:gdLst/>
                <a:ahLst/>
                <a:cxnLst>
                  <a:cxn ang="0">
                    <a:pos x="0" y="0"/>
                  </a:cxn>
                  <a:cxn ang="0">
                    <a:pos x="189" y="226"/>
                  </a:cxn>
                  <a:cxn ang="0">
                    <a:pos x="189" y="226"/>
                  </a:cxn>
                  <a:cxn ang="0">
                    <a:pos x="186" y="222"/>
                  </a:cxn>
                  <a:cxn ang="0">
                    <a:pos x="0" y="0"/>
                  </a:cxn>
                </a:cxnLst>
                <a:rect l="0" t="0" r="r" b="b"/>
                <a:pathLst>
                  <a:path w="189" h="226">
                    <a:moveTo>
                      <a:pt x="0" y="0"/>
                    </a:moveTo>
                    <a:lnTo>
                      <a:pt x="189" y="226"/>
                    </a:lnTo>
                    <a:lnTo>
                      <a:pt x="189" y="226"/>
                    </a:lnTo>
                    <a:lnTo>
                      <a:pt x="186" y="22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71" name="Freeform 171"/>
              <p:cNvSpPr/>
              <p:nvPr/>
            </p:nvSpPr>
            <p:spPr bwMode="auto">
              <a:xfrm>
                <a:off x="2691" y="2214"/>
                <a:ext cx="3" cy="4"/>
              </a:xfrm>
              <a:custGeom>
                <a:avLst/>
                <a:gdLst/>
                <a:ahLst/>
                <a:cxnLst>
                  <a:cxn ang="0">
                    <a:pos x="0" y="0"/>
                  </a:cxn>
                  <a:cxn ang="0">
                    <a:pos x="0" y="0"/>
                  </a:cxn>
                  <a:cxn ang="0">
                    <a:pos x="3" y="4"/>
                  </a:cxn>
                  <a:cxn ang="0">
                    <a:pos x="3" y="4"/>
                  </a:cxn>
                  <a:cxn ang="0">
                    <a:pos x="0" y="0"/>
                  </a:cxn>
                </a:cxnLst>
                <a:rect l="0" t="0" r="r" b="b"/>
                <a:pathLst>
                  <a:path w="3" h="4">
                    <a:moveTo>
                      <a:pt x="0" y="0"/>
                    </a:moveTo>
                    <a:lnTo>
                      <a:pt x="0" y="0"/>
                    </a:lnTo>
                    <a:lnTo>
                      <a:pt x="3" y="4"/>
                    </a:lnTo>
                    <a:lnTo>
                      <a:pt x="3" y="4"/>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72" name="Freeform 172"/>
              <p:cNvSpPr/>
              <p:nvPr/>
            </p:nvSpPr>
            <p:spPr bwMode="auto">
              <a:xfrm>
                <a:off x="2691" y="2214"/>
                <a:ext cx="3" cy="4"/>
              </a:xfrm>
              <a:custGeom>
                <a:avLst/>
                <a:gdLst/>
                <a:ahLst/>
                <a:cxnLst>
                  <a:cxn ang="0">
                    <a:pos x="0" y="0"/>
                  </a:cxn>
                  <a:cxn ang="0">
                    <a:pos x="0" y="0"/>
                  </a:cxn>
                  <a:cxn ang="0">
                    <a:pos x="3" y="4"/>
                  </a:cxn>
                  <a:cxn ang="0">
                    <a:pos x="3" y="4"/>
                  </a:cxn>
                  <a:cxn ang="0">
                    <a:pos x="0" y="0"/>
                  </a:cxn>
                </a:cxnLst>
                <a:rect l="0" t="0" r="r" b="b"/>
                <a:pathLst>
                  <a:path w="3" h="4">
                    <a:moveTo>
                      <a:pt x="0" y="0"/>
                    </a:moveTo>
                    <a:lnTo>
                      <a:pt x="0" y="0"/>
                    </a:lnTo>
                    <a:lnTo>
                      <a:pt x="3" y="4"/>
                    </a:lnTo>
                    <a:lnTo>
                      <a:pt x="3"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73" name="Freeform 173"/>
              <p:cNvSpPr/>
              <p:nvPr/>
            </p:nvSpPr>
            <p:spPr bwMode="auto">
              <a:xfrm>
                <a:off x="2091" y="1950"/>
                <a:ext cx="414" cy="656"/>
              </a:xfrm>
              <a:custGeom>
                <a:avLst/>
                <a:gdLst/>
                <a:ahLst/>
                <a:cxnLst>
                  <a:cxn ang="0">
                    <a:pos x="380" y="0"/>
                  </a:cxn>
                  <a:cxn ang="0">
                    <a:pos x="0" y="656"/>
                  </a:cxn>
                  <a:cxn ang="0">
                    <a:pos x="0" y="656"/>
                  </a:cxn>
                  <a:cxn ang="0">
                    <a:pos x="380" y="0"/>
                  </a:cxn>
                  <a:cxn ang="0">
                    <a:pos x="414" y="42"/>
                  </a:cxn>
                  <a:cxn ang="0">
                    <a:pos x="380" y="0"/>
                  </a:cxn>
                </a:cxnLst>
                <a:rect l="0" t="0" r="r" b="b"/>
                <a:pathLst>
                  <a:path w="414" h="656">
                    <a:moveTo>
                      <a:pt x="380" y="0"/>
                    </a:moveTo>
                    <a:lnTo>
                      <a:pt x="0" y="656"/>
                    </a:lnTo>
                    <a:lnTo>
                      <a:pt x="0" y="656"/>
                    </a:lnTo>
                    <a:lnTo>
                      <a:pt x="380" y="0"/>
                    </a:lnTo>
                    <a:lnTo>
                      <a:pt x="414" y="42"/>
                    </a:lnTo>
                    <a:lnTo>
                      <a:pt x="38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74" name="Freeform 174"/>
              <p:cNvSpPr/>
              <p:nvPr/>
            </p:nvSpPr>
            <p:spPr bwMode="auto">
              <a:xfrm>
                <a:off x="2091" y="1950"/>
                <a:ext cx="414" cy="656"/>
              </a:xfrm>
              <a:custGeom>
                <a:avLst/>
                <a:gdLst/>
                <a:ahLst/>
                <a:cxnLst>
                  <a:cxn ang="0">
                    <a:pos x="380" y="0"/>
                  </a:cxn>
                  <a:cxn ang="0">
                    <a:pos x="0" y="656"/>
                  </a:cxn>
                  <a:cxn ang="0">
                    <a:pos x="0" y="656"/>
                  </a:cxn>
                  <a:cxn ang="0">
                    <a:pos x="380" y="0"/>
                  </a:cxn>
                  <a:cxn ang="0">
                    <a:pos x="414" y="42"/>
                  </a:cxn>
                  <a:cxn ang="0">
                    <a:pos x="380" y="0"/>
                  </a:cxn>
                </a:cxnLst>
                <a:rect l="0" t="0" r="r" b="b"/>
                <a:pathLst>
                  <a:path w="414" h="656">
                    <a:moveTo>
                      <a:pt x="380" y="0"/>
                    </a:moveTo>
                    <a:lnTo>
                      <a:pt x="0" y="656"/>
                    </a:lnTo>
                    <a:lnTo>
                      <a:pt x="0" y="656"/>
                    </a:lnTo>
                    <a:lnTo>
                      <a:pt x="380" y="0"/>
                    </a:lnTo>
                    <a:lnTo>
                      <a:pt x="414" y="42"/>
                    </a:lnTo>
                    <a:lnTo>
                      <a:pt x="380" y="0"/>
                    </a:lnTo>
                  </a:path>
                </a:pathLst>
              </a:custGeom>
              <a:noFill/>
              <a:ln w="9525">
                <a:noFill/>
                <a:round/>
              </a:ln>
            </p:spPr>
            <p:txBody>
              <a:bodyPr vert="horz" wrap="square" lIns="82938" tIns="41469" rIns="82938" bIns="41469" numCol="1" anchor="t" anchorCtr="0" compatLnSpc="1"/>
              <a:lstStyle/>
              <a:p>
                <a:endParaRPr lang="en-GB" sz="1815"/>
              </a:p>
            </p:txBody>
          </p:sp>
          <p:sp>
            <p:nvSpPr>
              <p:cNvPr id="51375" name="Freeform 175"/>
              <p:cNvSpPr/>
              <p:nvPr/>
            </p:nvSpPr>
            <p:spPr bwMode="auto">
              <a:xfrm>
                <a:off x="2471" y="1940"/>
                <a:ext cx="240" cy="274"/>
              </a:xfrm>
              <a:custGeom>
                <a:avLst/>
                <a:gdLst/>
                <a:ahLst/>
                <a:cxnLst>
                  <a:cxn ang="0">
                    <a:pos x="17" y="0"/>
                  </a:cxn>
                  <a:cxn ang="0">
                    <a:pos x="17" y="0"/>
                  </a:cxn>
                  <a:cxn ang="0">
                    <a:pos x="21" y="3"/>
                  </a:cxn>
                  <a:cxn ang="0">
                    <a:pos x="7" y="8"/>
                  </a:cxn>
                  <a:cxn ang="0">
                    <a:pos x="0" y="10"/>
                  </a:cxn>
                  <a:cxn ang="0">
                    <a:pos x="0" y="10"/>
                  </a:cxn>
                  <a:cxn ang="0">
                    <a:pos x="34" y="52"/>
                  </a:cxn>
                  <a:cxn ang="0">
                    <a:pos x="220" y="274"/>
                  </a:cxn>
                  <a:cxn ang="0">
                    <a:pos x="240" y="266"/>
                  </a:cxn>
                  <a:cxn ang="0">
                    <a:pos x="17" y="0"/>
                  </a:cxn>
                </a:cxnLst>
                <a:rect l="0" t="0" r="r" b="b"/>
                <a:pathLst>
                  <a:path w="240" h="274">
                    <a:moveTo>
                      <a:pt x="17" y="0"/>
                    </a:moveTo>
                    <a:lnTo>
                      <a:pt x="17" y="0"/>
                    </a:lnTo>
                    <a:lnTo>
                      <a:pt x="21" y="3"/>
                    </a:lnTo>
                    <a:lnTo>
                      <a:pt x="7" y="8"/>
                    </a:lnTo>
                    <a:lnTo>
                      <a:pt x="0" y="10"/>
                    </a:lnTo>
                    <a:lnTo>
                      <a:pt x="0" y="10"/>
                    </a:lnTo>
                    <a:lnTo>
                      <a:pt x="34" y="52"/>
                    </a:lnTo>
                    <a:lnTo>
                      <a:pt x="220" y="274"/>
                    </a:lnTo>
                    <a:lnTo>
                      <a:pt x="240" y="266"/>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76" name="Freeform 176"/>
              <p:cNvSpPr/>
              <p:nvPr/>
            </p:nvSpPr>
            <p:spPr bwMode="auto">
              <a:xfrm>
                <a:off x="2471" y="1940"/>
                <a:ext cx="240" cy="274"/>
              </a:xfrm>
              <a:custGeom>
                <a:avLst/>
                <a:gdLst/>
                <a:ahLst/>
                <a:cxnLst>
                  <a:cxn ang="0">
                    <a:pos x="17" y="0"/>
                  </a:cxn>
                  <a:cxn ang="0">
                    <a:pos x="17" y="0"/>
                  </a:cxn>
                  <a:cxn ang="0">
                    <a:pos x="21" y="3"/>
                  </a:cxn>
                  <a:cxn ang="0">
                    <a:pos x="7" y="8"/>
                  </a:cxn>
                  <a:cxn ang="0">
                    <a:pos x="0" y="10"/>
                  </a:cxn>
                  <a:cxn ang="0">
                    <a:pos x="0" y="10"/>
                  </a:cxn>
                  <a:cxn ang="0">
                    <a:pos x="34" y="52"/>
                  </a:cxn>
                  <a:cxn ang="0">
                    <a:pos x="220" y="274"/>
                  </a:cxn>
                  <a:cxn ang="0">
                    <a:pos x="240" y="266"/>
                  </a:cxn>
                  <a:cxn ang="0">
                    <a:pos x="17" y="0"/>
                  </a:cxn>
                </a:cxnLst>
                <a:rect l="0" t="0" r="r" b="b"/>
                <a:pathLst>
                  <a:path w="240" h="274">
                    <a:moveTo>
                      <a:pt x="17" y="0"/>
                    </a:moveTo>
                    <a:lnTo>
                      <a:pt x="17" y="0"/>
                    </a:lnTo>
                    <a:lnTo>
                      <a:pt x="21" y="3"/>
                    </a:lnTo>
                    <a:lnTo>
                      <a:pt x="7" y="8"/>
                    </a:lnTo>
                    <a:lnTo>
                      <a:pt x="0" y="10"/>
                    </a:lnTo>
                    <a:lnTo>
                      <a:pt x="0" y="10"/>
                    </a:lnTo>
                    <a:lnTo>
                      <a:pt x="34" y="52"/>
                    </a:lnTo>
                    <a:lnTo>
                      <a:pt x="220" y="274"/>
                    </a:lnTo>
                    <a:lnTo>
                      <a:pt x="240" y="266"/>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1377" name="Freeform 177"/>
              <p:cNvSpPr/>
              <p:nvPr/>
            </p:nvSpPr>
            <p:spPr bwMode="auto">
              <a:xfrm>
                <a:off x="2476" y="1927"/>
                <a:ext cx="12" cy="13"/>
              </a:xfrm>
              <a:custGeom>
                <a:avLst/>
                <a:gdLst/>
                <a:ahLst/>
                <a:cxnLst>
                  <a:cxn ang="0">
                    <a:pos x="0" y="0"/>
                  </a:cxn>
                  <a:cxn ang="0">
                    <a:pos x="0" y="0"/>
                  </a:cxn>
                  <a:cxn ang="0">
                    <a:pos x="12" y="13"/>
                  </a:cxn>
                  <a:cxn ang="0">
                    <a:pos x="12" y="13"/>
                  </a:cxn>
                  <a:cxn ang="0">
                    <a:pos x="0" y="0"/>
                  </a:cxn>
                </a:cxnLst>
                <a:rect l="0" t="0" r="r" b="b"/>
                <a:pathLst>
                  <a:path w="12" h="13">
                    <a:moveTo>
                      <a:pt x="0" y="0"/>
                    </a:moveTo>
                    <a:lnTo>
                      <a:pt x="0" y="0"/>
                    </a:lnTo>
                    <a:lnTo>
                      <a:pt x="12" y="13"/>
                    </a:lnTo>
                    <a:lnTo>
                      <a:pt x="12"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78" name="Freeform 178"/>
              <p:cNvSpPr/>
              <p:nvPr/>
            </p:nvSpPr>
            <p:spPr bwMode="auto">
              <a:xfrm>
                <a:off x="2476" y="1927"/>
                <a:ext cx="12" cy="13"/>
              </a:xfrm>
              <a:custGeom>
                <a:avLst/>
                <a:gdLst/>
                <a:ahLst/>
                <a:cxnLst>
                  <a:cxn ang="0">
                    <a:pos x="0" y="0"/>
                  </a:cxn>
                  <a:cxn ang="0">
                    <a:pos x="0" y="0"/>
                  </a:cxn>
                  <a:cxn ang="0">
                    <a:pos x="12" y="13"/>
                  </a:cxn>
                  <a:cxn ang="0">
                    <a:pos x="12" y="13"/>
                  </a:cxn>
                  <a:cxn ang="0">
                    <a:pos x="0" y="0"/>
                  </a:cxn>
                </a:cxnLst>
                <a:rect l="0" t="0" r="r" b="b"/>
                <a:pathLst>
                  <a:path w="12" h="13">
                    <a:moveTo>
                      <a:pt x="0" y="0"/>
                    </a:moveTo>
                    <a:lnTo>
                      <a:pt x="0" y="0"/>
                    </a:lnTo>
                    <a:lnTo>
                      <a:pt x="12" y="13"/>
                    </a:lnTo>
                    <a:lnTo>
                      <a:pt x="12"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79" name="Freeform 179"/>
              <p:cNvSpPr/>
              <p:nvPr/>
            </p:nvSpPr>
            <p:spPr bwMode="auto">
              <a:xfrm>
                <a:off x="2691" y="2206"/>
                <a:ext cx="23" cy="12"/>
              </a:xfrm>
              <a:custGeom>
                <a:avLst/>
                <a:gdLst/>
                <a:ahLst/>
                <a:cxnLst>
                  <a:cxn ang="0">
                    <a:pos x="20" y="0"/>
                  </a:cxn>
                  <a:cxn ang="0">
                    <a:pos x="0" y="8"/>
                  </a:cxn>
                  <a:cxn ang="0">
                    <a:pos x="3" y="12"/>
                  </a:cxn>
                  <a:cxn ang="0">
                    <a:pos x="3" y="12"/>
                  </a:cxn>
                  <a:cxn ang="0">
                    <a:pos x="23" y="5"/>
                  </a:cxn>
                  <a:cxn ang="0">
                    <a:pos x="20" y="0"/>
                  </a:cxn>
                </a:cxnLst>
                <a:rect l="0" t="0" r="r" b="b"/>
                <a:pathLst>
                  <a:path w="23" h="12">
                    <a:moveTo>
                      <a:pt x="20" y="0"/>
                    </a:moveTo>
                    <a:lnTo>
                      <a:pt x="0" y="8"/>
                    </a:lnTo>
                    <a:lnTo>
                      <a:pt x="3" y="12"/>
                    </a:lnTo>
                    <a:lnTo>
                      <a:pt x="3" y="12"/>
                    </a:lnTo>
                    <a:lnTo>
                      <a:pt x="23" y="5"/>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80" name="Freeform 180"/>
              <p:cNvSpPr/>
              <p:nvPr/>
            </p:nvSpPr>
            <p:spPr bwMode="auto">
              <a:xfrm>
                <a:off x="2691" y="2206"/>
                <a:ext cx="23" cy="12"/>
              </a:xfrm>
              <a:custGeom>
                <a:avLst/>
                <a:gdLst/>
                <a:ahLst/>
                <a:cxnLst>
                  <a:cxn ang="0">
                    <a:pos x="20" y="0"/>
                  </a:cxn>
                  <a:cxn ang="0">
                    <a:pos x="0" y="8"/>
                  </a:cxn>
                  <a:cxn ang="0">
                    <a:pos x="3" y="12"/>
                  </a:cxn>
                  <a:cxn ang="0">
                    <a:pos x="3" y="12"/>
                  </a:cxn>
                  <a:cxn ang="0">
                    <a:pos x="23" y="5"/>
                  </a:cxn>
                  <a:cxn ang="0">
                    <a:pos x="20" y="0"/>
                  </a:cxn>
                </a:cxnLst>
                <a:rect l="0" t="0" r="r" b="b"/>
                <a:pathLst>
                  <a:path w="23" h="12">
                    <a:moveTo>
                      <a:pt x="20" y="0"/>
                    </a:moveTo>
                    <a:lnTo>
                      <a:pt x="0" y="8"/>
                    </a:lnTo>
                    <a:lnTo>
                      <a:pt x="3" y="12"/>
                    </a:lnTo>
                    <a:lnTo>
                      <a:pt x="3" y="12"/>
                    </a:lnTo>
                    <a:lnTo>
                      <a:pt x="23" y="5"/>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381" name="Freeform 181"/>
              <p:cNvSpPr/>
              <p:nvPr/>
            </p:nvSpPr>
            <p:spPr bwMode="auto">
              <a:xfrm>
                <a:off x="2724" y="2223"/>
                <a:ext cx="146" cy="174"/>
              </a:xfrm>
              <a:custGeom>
                <a:avLst/>
                <a:gdLst/>
                <a:ahLst/>
                <a:cxnLst>
                  <a:cxn ang="0">
                    <a:pos x="0" y="0"/>
                  </a:cxn>
                  <a:cxn ang="0">
                    <a:pos x="0" y="0"/>
                  </a:cxn>
                  <a:cxn ang="0">
                    <a:pos x="96" y="114"/>
                  </a:cxn>
                  <a:cxn ang="0">
                    <a:pos x="146" y="174"/>
                  </a:cxn>
                  <a:cxn ang="0">
                    <a:pos x="0" y="0"/>
                  </a:cxn>
                </a:cxnLst>
                <a:rect l="0" t="0" r="r" b="b"/>
                <a:pathLst>
                  <a:path w="146" h="174">
                    <a:moveTo>
                      <a:pt x="0" y="0"/>
                    </a:moveTo>
                    <a:lnTo>
                      <a:pt x="0" y="0"/>
                    </a:lnTo>
                    <a:lnTo>
                      <a:pt x="96" y="114"/>
                    </a:lnTo>
                    <a:lnTo>
                      <a:pt x="146" y="174"/>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82" name="Freeform 182"/>
              <p:cNvSpPr/>
              <p:nvPr/>
            </p:nvSpPr>
            <p:spPr bwMode="auto">
              <a:xfrm>
                <a:off x="2724" y="2223"/>
                <a:ext cx="146" cy="174"/>
              </a:xfrm>
              <a:custGeom>
                <a:avLst/>
                <a:gdLst/>
                <a:ahLst/>
                <a:cxnLst>
                  <a:cxn ang="0">
                    <a:pos x="0" y="0"/>
                  </a:cxn>
                  <a:cxn ang="0">
                    <a:pos x="0" y="0"/>
                  </a:cxn>
                  <a:cxn ang="0">
                    <a:pos x="96" y="114"/>
                  </a:cxn>
                  <a:cxn ang="0">
                    <a:pos x="146" y="174"/>
                  </a:cxn>
                  <a:cxn ang="0">
                    <a:pos x="0" y="0"/>
                  </a:cxn>
                </a:cxnLst>
                <a:rect l="0" t="0" r="r" b="b"/>
                <a:pathLst>
                  <a:path w="146" h="174">
                    <a:moveTo>
                      <a:pt x="0" y="0"/>
                    </a:moveTo>
                    <a:lnTo>
                      <a:pt x="0" y="0"/>
                    </a:lnTo>
                    <a:lnTo>
                      <a:pt x="96" y="114"/>
                    </a:lnTo>
                    <a:lnTo>
                      <a:pt x="146" y="17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83" name="Rectangle 183"/>
              <p:cNvSpPr>
                <a:spLocks noChangeArrowheads="1"/>
              </p:cNvSpPr>
              <p:nvPr/>
            </p:nvSpPr>
            <p:spPr bwMode="auto">
              <a:xfrm>
                <a:off x="2724" y="222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84" name="Rectangle 184"/>
              <p:cNvSpPr>
                <a:spLocks noChangeArrowheads="1"/>
              </p:cNvSpPr>
              <p:nvPr/>
            </p:nvSpPr>
            <p:spPr bwMode="auto">
              <a:xfrm>
                <a:off x="2724" y="222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85" name="Freeform 185"/>
              <p:cNvSpPr/>
              <p:nvPr/>
            </p:nvSpPr>
            <p:spPr bwMode="auto">
              <a:xfrm>
                <a:off x="2820" y="2337"/>
                <a:ext cx="134" cy="160"/>
              </a:xfrm>
              <a:custGeom>
                <a:avLst/>
                <a:gdLst/>
                <a:ahLst/>
                <a:cxnLst>
                  <a:cxn ang="0">
                    <a:pos x="0" y="0"/>
                  </a:cxn>
                  <a:cxn ang="0">
                    <a:pos x="134" y="160"/>
                  </a:cxn>
                  <a:cxn ang="0">
                    <a:pos x="134" y="160"/>
                  </a:cxn>
                  <a:cxn ang="0">
                    <a:pos x="134" y="160"/>
                  </a:cxn>
                  <a:cxn ang="0">
                    <a:pos x="134" y="160"/>
                  </a:cxn>
                  <a:cxn ang="0">
                    <a:pos x="50" y="60"/>
                  </a:cxn>
                  <a:cxn ang="0">
                    <a:pos x="0" y="0"/>
                  </a:cxn>
                </a:cxnLst>
                <a:rect l="0" t="0" r="r" b="b"/>
                <a:pathLst>
                  <a:path w="134" h="160">
                    <a:moveTo>
                      <a:pt x="0" y="0"/>
                    </a:moveTo>
                    <a:lnTo>
                      <a:pt x="134" y="160"/>
                    </a:lnTo>
                    <a:lnTo>
                      <a:pt x="134" y="160"/>
                    </a:lnTo>
                    <a:lnTo>
                      <a:pt x="134" y="160"/>
                    </a:lnTo>
                    <a:lnTo>
                      <a:pt x="134" y="160"/>
                    </a:lnTo>
                    <a:lnTo>
                      <a:pt x="50" y="6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86" name="Freeform 186"/>
              <p:cNvSpPr/>
              <p:nvPr/>
            </p:nvSpPr>
            <p:spPr bwMode="auto">
              <a:xfrm>
                <a:off x="2820" y="2337"/>
                <a:ext cx="134" cy="160"/>
              </a:xfrm>
              <a:custGeom>
                <a:avLst/>
                <a:gdLst/>
                <a:ahLst/>
                <a:cxnLst>
                  <a:cxn ang="0">
                    <a:pos x="0" y="0"/>
                  </a:cxn>
                  <a:cxn ang="0">
                    <a:pos x="134" y="160"/>
                  </a:cxn>
                  <a:cxn ang="0">
                    <a:pos x="134" y="160"/>
                  </a:cxn>
                  <a:cxn ang="0">
                    <a:pos x="134" y="160"/>
                  </a:cxn>
                  <a:cxn ang="0">
                    <a:pos x="134" y="160"/>
                  </a:cxn>
                  <a:cxn ang="0">
                    <a:pos x="50" y="60"/>
                  </a:cxn>
                  <a:cxn ang="0">
                    <a:pos x="0" y="0"/>
                  </a:cxn>
                </a:cxnLst>
                <a:rect l="0" t="0" r="r" b="b"/>
                <a:pathLst>
                  <a:path w="134" h="160">
                    <a:moveTo>
                      <a:pt x="0" y="0"/>
                    </a:moveTo>
                    <a:lnTo>
                      <a:pt x="134" y="160"/>
                    </a:lnTo>
                    <a:lnTo>
                      <a:pt x="134" y="160"/>
                    </a:lnTo>
                    <a:lnTo>
                      <a:pt x="134" y="160"/>
                    </a:lnTo>
                    <a:lnTo>
                      <a:pt x="134" y="160"/>
                    </a:lnTo>
                    <a:lnTo>
                      <a:pt x="50" y="6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87" name="Freeform 187"/>
              <p:cNvSpPr/>
              <p:nvPr/>
            </p:nvSpPr>
            <p:spPr bwMode="auto">
              <a:xfrm>
                <a:off x="2714" y="2211"/>
                <a:ext cx="10" cy="12"/>
              </a:xfrm>
              <a:custGeom>
                <a:avLst/>
                <a:gdLst/>
                <a:ahLst/>
                <a:cxnLst>
                  <a:cxn ang="0">
                    <a:pos x="0" y="0"/>
                  </a:cxn>
                  <a:cxn ang="0">
                    <a:pos x="10" y="12"/>
                  </a:cxn>
                  <a:cxn ang="0">
                    <a:pos x="10" y="12"/>
                  </a:cxn>
                  <a:cxn ang="0">
                    <a:pos x="0" y="0"/>
                  </a:cxn>
                </a:cxnLst>
                <a:rect l="0" t="0" r="r" b="b"/>
                <a:pathLst>
                  <a:path w="10" h="12">
                    <a:moveTo>
                      <a:pt x="0" y="0"/>
                    </a:moveTo>
                    <a:lnTo>
                      <a:pt x="10" y="12"/>
                    </a:lnTo>
                    <a:lnTo>
                      <a:pt x="10"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88" name="Freeform 188"/>
              <p:cNvSpPr/>
              <p:nvPr/>
            </p:nvSpPr>
            <p:spPr bwMode="auto">
              <a:xfrm>
                <a:off x="2714" y="2211"/>
                <a:ext cx="10" cy="12"/>
              </a:xfrm>
              <a:custGeom>
                <a:avLst/>
                <a:gdLst/>
                <a:ahLst/>
                <a:cxnLst>
                  <a:cxn ang="0">
                    <a:pos x="0" y="0"/>
                  </a:cxn>
                  <a:cxn ang="0">
                    <a:pos x="10" y="12"/>
                  </a:cxn>
                  <a:cxn ang="0">
                    <a:pos x="10" y="12"/>
                  </a:cxn>
                  <a:cxn ang="0">
                    <a:pos x="0" y="0"/>
                  </a:cxn>
                </a:cxnLst>
                <a:rect l="0" t="0" r="r" b="b"/>
                <a:pathLst>
                  <a:path w="10" h="12">
                    <a:moveTo>
                      <a:pt x="0" y="0"/>
                    </a:moveTo>
                    <a:lnTo>
                      <a:pt x="10" y="12"/>
                    </a:lnTo>
                    <a:lnTo>
                      <a:pt x="10"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89" name="Freeform 189"/>
              <p:cNvSpPr/>
              <p:nvPr/>
            </p:nvSpPr>
            <p:spPr bwMode="auto">
              <a:xfrm>
                <a:off x="2954" y="2497"/>
                <a:ext cx="3" cy="4"/>
              </a:xfrm>
              <a:custGeom>
                <a:avLst/>
                <a:gdLst/>
                <a:ahLst/>
                <a:cxnLst>
                  <a:cxn ang="0">
                    <a:pos x="0" y="0"/>
                  </a:cxn>
                  <a:cxn ang="0">
                    <a:pos x="0" y="0"/>
                  </a:cxn>
                  <a:cxn ang="0">
                    <a:pos x="3" y="4"/>
                  </a:cxn>
                  <a:cxn ang="0">
                    <a:pos x="0" y="0"/>
                  </a:cxn>
                </a:cxnLst>
                <a:rect l="0" t="0" r="r" b="b"/>
                <a:pathLst>
                  <a:path w="3" h="4">
                    <a:moveTo>
                      <a:pt x="0" y="0"/>
                    </a:moveTo>
                    <a:lnTo>
                      <a:pt x="0" y="0"/>
                    </a:lnTo>
                    <a:lnTo>
                      <a:pt x="3"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0" name="Freeform 190"/>
              <p:cNvSpPr/>
              <p:nvPr/>
            </p:nvSpPr>
            <p:spPr bwMode="auto">
              <a:xfrm>
                <a:off x="2954" y="2497"/>
                <a:ext cx="3" cy="4"/>
              </a:xfrm>
              <a:custGeom>
                <a:avLst/>
                <a:gdLst/>
                <a:ahLst/>
                <a:cxnLst>
                  <a:cxn ang="0">
                    <a:pos x="0" y="0"/>
                  </a:cxn>
                  <a:cxn ang="0">
                    <a:pos x="0" y="0"/>
                  </a:cxn>
                  <a:cxn ang="0">
                    <a:pos x="3" y="4"/>
                  </a:cxn>
                  <a:cxn ang="0">
                    <a:pos x="0" y="0"/>
                  </a:cxn>
                </a:cxnLst>
                <a:rect l="0" t="0" r="r" b="b"/>
                <a:pathLst>
                  <a:path w="3" h="4">
                    <a:moveTo>
                      <a:pt x="0" y="0"/>
                    </a:moveTo>
                    <a:lnTo>
                      <a:pt x="0" y="0"/>
                    </a:lnTo>
                    <a:lnTo>
                      <a:pt x="3"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91" name="Freeform 191"/>
              <p:cNvSpPr/>
              <p:nvPr/>
            </p:nvSpPr>
            <p:spPr bwMode="auto">
              <a:xfrm>
                <a:off x="2292" y="2221"/>
                <a:ext cx="400" cy="447"/>
              </a:xfrm>
              <a:custGeom>
                <a:avLst/>
                <a:gdLst/>
                <a:ahLst/>
                <a:cxnLst>
                  <a:cxn ang="0">
                    <a:pos x="400" y="0"/>
                  </a:cxn>
                  <a:cxn ang="0">
                    <a:pos x="143" y="447"/>
                  </a:cxn>
                  <a:cxn ang="0">
                    <a:pos x="0" y="422"/>
                  </a:cxn>
                  <a:cxn ang="0">
                    <a:pos x="143" y="447"/>
                  </a:cxn>
                  <a:cxn ang="0">
                    <a:pos x="400" y="0"/>
                  </a:cxn>
                </a:cxnLst>
                <a:rect l="0" t="0" r="r" b="b"/>
                <a:pathLst>
                  <a:path w="400" h="447">
                    <a:moveTo>
                      <a:pt x="400" y="0"/>
                    </a:moveTo>
                    <a:lnTo>
                      <a:pt x="143" y="447"/>
                    </a:lnTo>
                    <a:lnTo>
                      <a:pt x="0" y="422"/>
                    </a:lnTo>
                    <a:lnTo>
                      <a:pt x="143" y="447"/>
                    </a:lnTo>
                    <a:lnTo>
                      <a:pt x="40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2" name="Freeform 192"/>
              <p:cNvSpPr/>
              <p:nvPr/>
            </p:nvSpPr>
            <p:spPr bwMode="auto">
              <a:xfrm>
                <a:off x="2292" y="2221"/>
                <a:ext cx="400" cy="447"/>
              </a:xfrm>
              <a:custGeom>
                <a:avLst/>
                <a:gdLst/>
                <a:ahLst/>
                <a:cxnLst>
                  <a:cxn ang="0">
                    <a:pos x="400" y="0"/>
                  </a:cxn>
                  <a:cxn ang="0">
                    <a:pos x="143" y="447"/>
                  </a:cxn>
                  <a:cxn ang="0">
                    <a:pos x="0" y="422"/>
                  </a:cxn>
                  <a:cxn ang="0">
                    <a:pos x="143" y="447"/>
                  </a:cxn>
                  <a:cxn ang="0">
                    <a:pos x="400" y="0"/>
                  </a:cxn>
                </a:cxnLst>
                <a:rect l="0" t="0" r="r" b="b"/>
                <a:pathLst>
                  <a:path w="400" h="447">
                    <a:moveTo>
                      <a:pt x="400" y="0"/>
                    </a:moveTo>
                    <a:lnTo>
                      <a:pt x="143" y="447"/>
                    </a:lnTo>
                    <a:lnTo>
                      <a:pt x="0" y="422"/>
                    </a:lnTo>
                    <a:lnTo>
                      <a:pt x="143" y="447"/>
                    </a:lnTo>
                    <a:lnTo>
                      <a:pt x="400" y="0"/>
                    </a:lnTo>
                  </a:path>
                </a:pathLst>
              </a:custGeom>
              <a:noFill/>
              <a:ln w="9525">
                <a:noFill/>
                <a:round/>
              </a:ln>
            </p:spPr>
            <p:txBody>
              <a:bodyPr vert="horz" wrap="square" lIns="82938" tIns="41469" rIns="82938" bIns="41469" numCol="1" anchor="t" anchorCtr="0" compatLnSpc="1"/>
              <a:lstStyle/>
              <a:p>
                <a:endParaRPr lang="en-GB" sz="1815"/>
              </a:p>
            </p:txBody>
          </p:sp>
          <p:sp>
            <p:nvSpPr>
              <p:cNvPr id="51393" name="Freeform 193"/>
              <p:cNvSpPr/>
              <p:nvPr/>
            </p:nvSpPr>
            <p:spPr bwMode="auto">
              <a:xfrm>
                <a:off x="2071" y="1935"/>
                <a:ext cx="385" cy="668"/>
              </a:xfrm>
              <a:custGeom>
                <a:avLst/>
                <a:gdLst/>
                <a:ahLst/>
                <a:cxnLst>
                  <a:cxn ang="0">
                    <a:pos x="385" y="0"/>
                  </a:cxn>
                  <a:cxn ang="0">
                    <a:pos x="0" y="668"/>
                  </a:cxn>
                  <a:cxn ang="0">
                    <a:pos x="0" y="668"/>
                  </a:cxn>
                  <a:cxn ang="0">
                    <a:pos x="385" y="0"/>
                  </a:cxn>
                </a:cxnLst>
                <a:rect l="0" t="0" r="r" b="b"/>
                <a:pathLst>
                  <a:path w="385" h="668">
                    <a:moveTo>
                      <a:pt x="385" y="0"/>
                    </a:moveTo>
                    <a:lnTo>
                      <a:pt x="0" y="668"/>
                    </a:lnTo>
                    <a:lnTo>
                      <a:pt x="0" y="668"/>
                    </a:lnTo>
                    <a:lnTo>
                      <a:pt x="385"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94" name="Freeform 194"/>
              <p:cNvSpPr/>
              <p:nvPr/>
            </p:nvSpPr>
            <p:spPr bwMode="auto">
              <a:xfrm>
                <a:off x="2071" y="1935"/>
                <a:ext cx="385" cy="668"/>
              </a:xfrm>
              <a:custGeom>
                <a:avLst/>
                <a:gdLst/>
                <a:ahLst/>
                <a:cxnLst>
                  <a:cxn ang="0">
                    <a:pos x="385" y="0"/>
                  </a:cxn>
                  <a:cxn ang="0">
                    <a:pos x="0" y="668"/>
                  </a:cxn>
                  <a:cxn ang="0">
                    <a:pos x="0" y="668"/>
                  </a:cxn>
                  <a:cxn ang="0">
                    <a:pos x="385" y="0"/>
                  </a:cxn>
                </a:cxnLst>
                <a:rect l="0" t="0" r="r" b="b"/>
                <a:pathLst>
                  <a:path w="385" h="668">
                    <a:moveTo>
                      <a:pt x="385" y="0"/>
                    </a:moveTo>
                    <a:lnTo>
                      <a:pt x="0" y="668"/>
                    </a:lnTo>
                    <a:lnTo>
                      <a:pt x="0" y="668"/>
                    </a:lnTo>
                    <a:lnTo>
                      <a:pt x="385" y="0"/>
                    </a:lnTo>
                  </a:path>
                </a:pathLst>
              </a:custGeom>
              <a:noFill/>
              <a:ln w="9525">
                <a:noFill/>
                <a:round/>
              </a:ln>
            </p:spPr>
            <p:txBody>
              <a:bodyPr vert="horz" wrap="square" lIns="82938" tIns="41469" rIns="82938" bIns="41469" numCol="1" anchor="t" anchorCtr="0" compatLnSpc="1"/>
              <a:lstStyle/>
              <a:p>
                <a:endParaRPr lang="en-GB" sz="1815"/>
              </a:p>
            </p:txBody>
          </p:sp>
          <p:sp>
            <p:nvSpPr>
              <p:cNvPr id="51395" name="Freeform 195"/>
              <p:cNvSpPr/>
              <p:nvPr/>
            </p:nvSpPr>
            <p:spPr bwMode="auto">
              <a:xfrm>
                <a:off x="2071" y="1935"/>
                <a:ext cx="400" cy="671"/>
              </a:xfrm>
              <a:custGeom>
                <a:avLst/>
                <a:gdLst/>
                <a:ahLst/>
                <a:cxnLst>
                  <a:cxn ang="0">
                    <a:pos x="387" y="0"/>
                  </a:cxn>
                  <a:cxn ang="0">
                    <a:pos x="385" y="0"/>
                  </a:cxn>
                  <a:cxn ang="0">
                    <a:pos x="0" y="668"/>
                  </a:cxn>
                  <a:cxn ang="0">
                    <a:pos x="5" y="670"/>
                  </a:cxn>
                  <a:cxn ang="0">
                    <a:pos x="5" y="670"/>
                  </a:cxn>
                  <a:cxn ang="0">
                    <a:pos x="20" y="671"/>
                  </a:cxn>
                  <a:cxn ang="0">
                    <a:pos x="400" y="15"/>
                  </a:cxn>
                  <a:cxn ang="0">
                    <a:pos x="387" y="0"/>
                  </a:cxn>
                </a:cxnLst>
                <a:rect l="0" t="0" r="r" b="b"/>
                <a:pathLst>
                  <a:path w="400" h="671">
                    <a:moveTo>
                      <a:pt x="387" y="0"/>
                    </a:moveTo>
                    <a:lnTo>
                      <a:pt x="385" y="0"/>
                    </a:lnTo>
                    <a:lnTo>
                      <a:pt x="0" y="668"/>
                    </a:lnTo>
                    <a:lnTo>
                      <a:pt x="5" y="670"/>
                    </a:lnTo>
                    <a:lnTo>
                      <a:pt x="5" y="670"/>
                    </a:lnTo>
                    <a:lnTo>
                      <a:pt x="20" y="671"/>
                    </a:lnTo>
                    <a:lnTo>
                      <a:pt x="400" y="15"/>
                    </a:lnTo>
                    <a:lnTo>
                      <a:pt x="38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6" name="Freeform 196"/>
              <p:cNvSpPr/>
              <p:nvPr/>
            </p:nvSpPr>
            <p:spPr bwMode="auto">
              <a:xfrm>
                <a:off x="2071" y="1935"/>
                <a:ext cx="400" cy="671"/>
              </a:xfrm>
              <a:custGeom>
                <a:avLst/>
                <a:gdLst/>
                <a:ahLst/>
                <a:cxnLst>
                  <a:cxn ang="0">
                    <a:pos x="387" y="0"/>
                  </a:cxn>
                  <a:cxn ang="0">
                    <a:pos x="385" y="0"/>
                  </a:cxn>
                  <a:cxn ang="0">
                    <a:pos x="0" y="668"/>
                  </a:cxn>
                  <a:cxn ang="0">
                    <a:pos x="5" y="670"/>
                  </a:cxn>
                  <a:cxn ang="0">
                    <a:pos x="5" y="670"/>
                  </a:cxn>
                  <a:cxn ang="0">
                    <a:pos x="20" y="671"/>
                  </a:cxn>
                  <a:cxn ang="0">
                    <a:pos x="400" y="15"/>
                  </a:cxn>
                  <a:cxn ang="0">
                    <a:pos x="387" y="0"/>
                  </a:cxn>
                </a:cxnLst>
                <a:rect l="0" t="0" r="r" b="b"/>
                <a:pathLst>
                  <a:path w="400" h="671">
                    <a:moveTo>
                      <a:pt x="387" y="0"/>
                    </a:moveTo>
                    <a:lnTo>
                      <a:pt x="385" y="0"/>
                    </a:lnTo>
                    <a:lnTo>
                      <a:pt x="0" y="668"/>
                    </a:lnTo>
                    <a:lnTo>
                      <a:pt x="5" y="670"/>
                    </a:lnTo>
                    <a:lnTo>
                      <a:pt x="5" y="670"/>
                    </a:lnTo>
                    <a:lnTo>
                      <a:pt x="20" y="671"/>
                    </a:lnTo>
                    <a:lnTo>
                      <a:pt x="400" y="15"/>
                    </a:lnTo>
                    <a:lnTo>
                      <a:pt x="387" y="0"/>
                    </a:lnTo>
                  </a:path>
                </a:pathLst>
              </a:custGeom>
              <a:noFill/>
              <a:ln w="9525">
                <a:noFill/>
                <a:round/>
              </a:ln>
            </p:spPr>
            <p:txBody>
              <a:bodyPr vert="horz" wrap="square" lIns="82938" tIns="41469" rIns="82938" bIns="41469" numCol="1" anchor="t" anchorCtr="0" compatLnSpc="1"/>
              <a:lstStyle/>
              <a:p>
                <a:endParaRPr lang="en-GB" sz="1815"/>
              </a:p>
            </p:txBody>
          </p:sp>
          <p:sp>
            <p:nvSpPr>
              <p:cNvPr id="51397" name="Freeform 197"/>
              <p:cNvSpPr/>
              <p:nvPr/>
            </p:nvSpPr>
            <p:spPr bwMode="auto">
              <a:xfrm>
                <a:off x="2458" y="1935"/>
                <a:ext cx="34" cy="15"/>
              </a:xfrm>
              <a:custGeom>
                <a:avLst/>
                <a:gdLst/>
                <a:ahLst/>
                <a:cxnLst>
                  <a:cxn ang="0">
                    <a:pos x="0" y="0"/>
                  </a:cxn>
                  <a:cxn ang="0">
                    <a:pos x="0" y="0"/>
                  </a:cxn>
                  <a:cxn ang="0">
                    <a:pos x="13" y="15"/>
                  </a:cxn>
                  <a:cxn ang="0">
                    <a:pos x="13" y="15"/>
                  </a:cxn>
                  <a:cxn ang="0">
                    <a:pos x="20" y="13"/>
                  </a:cxn>
                  <a:cxn ang="0">
                    <a:pos x="34" y="8"/>
                  </a:cxn>
                  <a:cxn ang="0">
                    <a:pos x="30" y="5"/>
                  </a:cxn>
                  <a:cxn ang="0">
                    <a:pos x="17" y="10"/>
                  </a:cxn>
                  <a:cxn ang="0">
                    <a:pos x="10" y="12"/>
                  </a:cxn>
                  <a:cxn ang="0">
                    <a:pos x="0" y="0"/>
                  </a:cxn>
                </a:cxnLst>
                <a:rect l="0" t="0" r="r" b="b"/>
                <a:pathLst>
                  <a:path w="34" h="15">
                    <a:moveTo>
                      <a:pt x="0" y="0"/>
                    </a:moveTo>
                    <a:lnTo>
                      <a:pt x="0" y="0"/>
                    </a:lnTo>
                    <a:lnTo>
                      <a:pt x="13" y="15"/>
                    </a:lnTo>
                    <a:lnTo>
                      <a:pt x="13" y="15"/>
                    </a:lnTo>
                    <a:lnTo>
                      <a:pt x="20" y="13"/>
                    </a:lnTo>
                    <a:lnTo>
                      <a:pt x="34" y="8"/>
                    </a:lnTo>
                    <a:lnTo>
                      <a:pt x="30" y="5"/>
                    </a:lnTo>
                    <a:lnTo>
                      <a:pt x="17" y="10"/>
                    </a:lnTo>
                    <a:lnTo>
                      <a:pt x="10"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8" name="Freeform 198"/>
              <p:cNvSpPr/>
              <p:nvPr/>
            </p:nvSpPr>
            <p:spPr bwMode="auto">
              <a:xfrm>
                <a:off x="2458" y="1935"/>
                <a:ext cx="34" cy="15"/>
              </a:xfrm>
              <a:custGeom>
                <a:avLst/>
                <a:gdLst/>
                <a:ahLst/>
                <a:cxnLst>
                  <a:cxn ang="0">
                    <a:pos x="0" y="0"/>
                  </a:cxn>
                  <a:cxn ang="0">
                    <a:pos x="0" y="0"/>
                  </a:cxn>
                  <a:cxn ang="0">
                    <a:pos x="13" y="15"/>
                  </a:cxn>
                  <a:cxn ang="0">
                    <a:pos x="13" y="15"/>
                  </a:cxn>
                  <a:cxn ang="0">
                    <a:pos x="20" y="13"/>
                  </a:cxn>
                  <a:cxn ang="0">
                    <a:pos x="34" y="8"/>
                  </a:cxn>
                  <a:cxn ang="0">
                    <a:pos x="30" y="5"/>
                  </a:cxn>
                  <a:cxn ang="0">
                    <a:pos x="17" y="10"/>
                  </a:cxn>
                  <a:cxn ang="0">
                    <a:pos x="10" y="12"/>
                  </a:cxn>
                  <a:cxn ang="0">
                    <a:pos x="0" y="0"/>
                  </a:cxn>
                </a:cxnLst>
                <a:rect l="0" t="0" r="r" b="b"/>
                <a:pathLst>
                  <a:path w="34" h="15">
                    <a:moveTo>
                      <a:pt x="0" y="0"/>
                    </a:moveTo>
                    <a:lnTo>
                      <a:pt x="0" y="0"/>
                    </a:lnTo>
                    <a:lnTo>
                      <a:pt x="13" y="15"/>
                    </a:lnTo>
                    <a:lnTo>
                      <a:pt x="13" y="15"/>
                    </a:lnTo>
                    <a:lnTo>
                      <a:pt x="20" y="13"/>
                    </a:lnTo>
                    <a:lnTo>
                      <a:pt x="34" y="8"/>
                    </a:lnTo>
                    <a:lnTo>
                      <a:pt x="30" y="5"/>
                    </a:lnTo>
                    <a:lnTo>
                      <a:pt x="17" y="10"/>
                    </a:lnTo>
                    <a:lnTo>
                      <a:pt x="10"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99" name="Freeform 199"/>
              <p:cNvSpPr>
                <a:spLocks noEditPoints="1"/>
              </p:cNvSpPr>
              <p:nvPr/>
            </p:nvSpPr>
            <p:spPr bwMode="auto">
              <a:xfrm>
                <a:off x="2458" y="1927"/>
                <a:ext cx="30" cy="20"/>
              </a:xfrm>
              <a:custGeom>
                <a:avLst/>
                <a:gdLst/>
                <a:ahLst/>
                <a:cxnLst>
                  <a:cxn ang="0">
                    <a:pos x="13" y="8"/>
                  </a:cxn>
                  <a:cxn ang="0">
                    <a:pos x="13" y="8"/>
                  </a:cxn>
                  <a:cxn ang="0">
                    <a:pos x="20" y="1"/>
                  </a:cxn>
                  <a:cxn ang="0">
                    <a:pos x="13" y="8"/>
                  </a:cxn>
                  <a:cxn ang="0">
                    <a:pos x="20" y="1"/>
                  </a:cxn>
                  <a:cxn ang="0">
                    <a:pos x="20" y="1"/>
                  </a:cxn>
                  <a:cxn ang="0">
                    <a:pos x="18" y="0"/>
                  </a:cxn>
                  <a:cxn ang="0">
                    <a:pos x="0" y="6"/>
                  </a:cxn>
                  <a:cxn ang="0">
                    <a:pos x="0" y="8"/>
                  </a:cxn>
                  <a:cxn ang="0">
                    <a:pos x="10" y="20"/>
                  </a:cxn>
                  <a:cxn ang="0">
                    <a:pos x="17" y="18"/>
                  </a:cxn>
                  <a:cxn ang="0">
                    <a:pos x="30" y="13"/>
                  </a:cxn>
                  <a:cxn ang="0">
                    <a:pos x="18" y="0"/>
                  </a:cxn>
                </a:cxnLst>
                <a:rect l="0" t="0" r="r" b="b"/>
                <a:pathLst>
                  <a:path w="30" h="20">
                    <a:moveTo>
                      <a:pt x="13" y="8"/>
                    </a:moveTo>
                    <a:lnTo>
                      <a:pt x="13" y="8"/>
                    </a:lnTo>
                    <a:lnTo>
                      <a:pt x="20" y="1"/>
                    </a:lnTo>
                    <a:lnTo>
                      <a:pt x="13" y="8"/>
                    </a:lnTo>
                    <a:close/>
                    <a:moveTo>
                      <a:pt x="20" y="1"/>
                    </a:moveTo>
                    <a:lnTo>
                      <a:pt x="20" y="1"/>
                    </a:lnTo>
                    <a:close/>
                    <a:moveTo>
                      <a:pt x="18" y="0"/>
                    </a:moveTo>
                    <a:lnTo>
                      <a:pt x="0" y="6"/>
                    </a:lnTo>
                    <a:lnTo>
                      <a:pt x="0" y="8"/>
                    </a:lnTo>
                    <a:lnTo>
                      <a:pt x="10" y="20"/>
                    </a:lnTo>
                    <a:lnTo>
                      <a:pt x="17" y="18"/>
                    </a:lnTo>
                    <a:lnTo>
                      <a:pt x="30" y="13"/>
                    </a:lnTo>
                    <a:lnTo>
                      <a:pt x="1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00" name="Freeform 200"/>
              <p:cNvSpPr/>
              <p:nvPr/>
            </p:nvSpPr>
            <p:spPr bwMode="auto">
              <a:xfrm>
                <a:off x="2471" y="1928"/>
                <a:ext cx="7" cy="7"/>
              </a:xfrm>
              <a:custGeom>
                <a:avLst/>
                <a:gdLst/>
                <a:ahLst/>
                <a:cxnLst>
                  <a:cxn ang="0">
                    <a:pos x="0" y="7"/>
                  </a:cxn>
                  <a:cxn ang="0">
                    <a:pos x="0" y="7"/>
                  </a:cxn>
                  <a:cxn ang="0">
                    <a:pos x="7" y="0"/>
                  </a:cxn>
                  <a:cxn ang="0">
                    <a:pos x="0" y="7"/>
                  </a:cxn>
                </a:cxnLst>
                <a:rect l="0" t="0" r="r" b="b"/>
                <a:pathLst>
                  <a:path w="7" h="7">
                    <a:moveTo>
                      <a:pt x="0" y="7"/>
                    </a:moveTo>
                    <a:lnTo>
                      <a:pt x="0" y="7"/>
                    </a:lnTo>
                    <a:lnTo>
                      <a:pt x="7" y="0"/>
                    </a:lnTo>
                    <a:lnTo>
                      <a:pt x="0" y="7"/>
                    </a:lnTo>
                  </a:path>
                </a:pathLst>
              </a:custGeom>
              <a:noFill/>
              <a:ln w="9525">
                <a:noFill/>
                <a:round/>
              </a:ln>
            </p:spPr>
            <p:txBody>
              <a:bodyPr vert="horz" wrap="square" lIns="82938" tIns="41469" rIns="82938" bIns="41469" numCol="1" anchor="t" anchorCtr="0" compatLnSpc="1"/>
              <a:lstStyle/>
              <a:p>
                <a:endParaRPr lang="en-GB" sz="1815"/>
              </a:p>
            </p:txBody>
          </p:sp>
          <p:sp>
            <p:nvSpPr>
              <p:cNvPr id="51401" name="Line 201"/>
              <p:cNvSpPr>
                <a:spLocks noChangeShapeType="1"/>
              </p:cNvSpPr>
              <p:nvPr/>
            </p:nvSpPr>
            <p:spPr bwMode="auto">
              <a:xfrm>
                <a:off x="2478" y="1928"/>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402" name="Freeform 202"/>
              <p:cNvSpPr/>
              <p:nvPr/>
            </p:nvSpPr>
            <p:spPr bwMode="auto">
              <a:xfrm>
                <a:off x="2458" y="1927"/>
                <a:ext cx="30" cy="20"/>
              </a:xfrm>
              <a:custGeom>
                <a:avLst/>
                <a:gdLst/>
                <a:ahLst/>
                <a:cxnLst>
                  <a:cxn ang="0">
                    <a:pos x="18" y="0"/>
                  </a:cxn>
                  <a:cxn ang="0">
                    <a:pos x="0" y="6"/>
                  </a:cxn>
                  <a:cxn ang="0">
                    <a:pos x="0" y="8"/>
                  </a:cxn>
                  <a:cxn ang="0">
                    <a:pos x="10" y="20"/>
                  </a:cxn>
                  <a:cxn ang="0">
                    <a:pos x="17" y="18"/>
                  </a:cxn>
                  <a:cxn ang="0">
                    <a:pos x="30" y="13"/>
                  </a:cxn>
                  <a:cxn ang="0">
                    <a:pos x="18" y="0"/>
                  </a:cxn>
                </a:cxnLst>
                <a:rect l="0" t="0" r="r" b="b"/>
                <a:pathLst>
                  <a:path w="30" h="20">
                    <a:moveTo>
                      <a:pt x="18" y="0"/>
                    </a:moveTo>
                    <a:lnTo>
                      <a:pt x="0" y="6"/>
                    </a:lnTo>
                    <a:lnTo>
                      <a:pt x="0" y="8"/>
                    </a:lnTo>
                    <a:lnTo>
                      <a:pt x="10" y="20"/>
                    </a:lnTo>
                    <a:lnTo>
                      <a:pt x="17" y="18"/>
                    </a:lnTo>
                    <a:lnTo>
                      <a:pt x="30" y="13"/>
                    </a:lnTo>
                    <a:lnTo>
                      <a:pt x="18" y="0"/>
                    </a:lnTo>
                  </a:path>
                </a:pathLst>
              </a:custGeom>
              <a:noFill/>
              <a:ln w="9525">
                <a:noFill/>
                <a:round/>
              </a:ln>
            </p:spPr>
            <p:txBody>
              <a:bodyPr vert="horz" wrap="square" lIns="82938" tIns="41469" rIns="82938" bIns="41469" numCol="1" anchor="t" anchorCtr="0" compatLnSpc="1"/>
              <a:lstStyle/>
              <a:p>
                <a:endParaRPr lang="en-GB" sz="1815"/>
              </a:p>
            </p:txBody>
          </p:sp>
          <p:sp>
            <p:nvSpPr>
              <p:cNvPr id="51403" name="Freeform 203"/>
              <p:cNvSpPr/>
              <p:nvPr/>
            </p:nvSpPr>
            <p:spPr bwMode="auto">
              <a:xfrm>
                <a:off x="2456" y="2235"/>
                <a:ext cx="481" cy="500"/>
              </a:xfrm>
              <a:custGeom>
                <a:avLst/>
                <a:gdLst/>
                <a:ahLst/>
                <a:cxnLst>
                  <a:cxn ang="0">
                    <a:pos x="252" y="0"/>
                  </a:cxn>
                  <a:cxn ang="0">
                    <a:pos x="0" y="437"/>
                  </a:cxn>
                  <a:cxn ang="0">
                    <a:pos x="287" y="488"/>
                  </a:cxn>
                  <a:cxn ang="0">
                    <a:pos x="350" y="500"/>
                  </a:cxn>
                  <a:cxn ang="0">
                    <a:pos x="481" y="274"/>
                  </a:cxn>
                  <a:cxn ang="0">
                    <a:pos x="478" y="269"/>
                  </a:cxn>
                  <a:cxn ang="0">
                    <a:pos x="478" y="269"/>
                  </a:cxn>
                  <a:cxn ang="0">
                    <a:pos x="252" y="0"/>
                  </a:cxn>
                </a:cxnLst>
                <a:rect l="0" t="0" r="r" b="b"/>
                <a:pathLst>
                  <a:path w="481" h="500">
                    <a:moveTo>
                      <a:pt x="252" y="0"/>
                    </a:moveTo>
                    <a:lnTo>
                      <a:pt x="0" y="437"/>
                    </a:lnTo>
                    <a:lnTo>
                      <a:pt x="287" y="488"/>
                    </a:lnTo>
                    <a:lnTo>
                      <a:pt x="350" y="500"/>
                    </a:lnTo>
                    <a:lnTo>
                      <a:pt x="481" y="274"/>
                    </a:lnTo>
                    <a:lnTo>
                      <a:pt x="478" y="269"/>
                    </a:lnTo>
                    <a:lnTo>
                      <a:pt x="478" y="269"/>
                    </a:lnTo>
                    <a:lnTo>
                      <a:pt x="25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04" name="Freeform 204"/>
              <p:cNvSpPr/>
              <p:nvPr/>
            </p:nvSpPr>
            <p:spPr bwMode="auto">
              <a:xfrm>
                <a:off x="2456" y="2235"/>
                <a:ext cx="481" cy="500"/>
              </a:xfrm>
              <a:custGeom>
                <a:avLst/>
                <a:gdLst/>
                <a:ahLst/>
                <a:cxnLst>
                  <a:cxn ang="0">
                    <a:pos x="252" y="0"/>
                  </a:cxn>
                  <a:cxn ang="0">
                    <a:pos x="0" y="437"/>
                  </a:cxn>
                  <a:cxn ang="0">
                    <a:pos x="287" y="488"/>
                  </a:cxn>
                  <a:cxn ang="0">
                    <a:pos x="350" y="500"/>
                  </a:cxn>
                  <a:cxn ang="0">
                    <a:pos x="481" y="274"/>
                  </a:cxn>
                  <a:cxn ang="0">
                    <a:pos x="478" y="269"/>
                  </a:cxn>
                  <a:cxn ang="0">
                    <a:pos x="478" y="269"/>
                  </a:cxn>
                  <a:cxn ang="0">
                    <a:pos x="252" y="0"/>
                  </a:cxn>
                </a:cxnLst>
                <a:rect l="0" t="0" r="r" b="b"/>
                <a:pathLst>
                  <a:path w="481" h="500">
                    <a:moveTo>
                      <a:pt x="252" y="0"/>
                    </a:moveTo>
                    <a:lnTo>
                      <a:pt x="0" y="437"/>
                    </a:lnTo>
                    <a:lnTo>
                      <a:pt x="287" y="488"/>
                    </a:lnTo>
                    <a:lnTo>
                      <a:pt x="350" y="500"/>
                    </a:lnTo>
                    <a:lnTo>
                      <a:pt x="481" y="274"/>
                    </a:lnTo>
                    <a:lnTo>
                      <a:pt x="478" y="269"/>
                    </a:lnTo>
                    <a:lnTo>
                      <a:pt x="478" y="269"/>
                    </a:lnTo>
                    <a:lnTo>
                      <a:pt x="252" y="0"/>
                    </a:lnTo>
                  </a:path>
                </a:pathLst>
              </a:custGeom>
              <a:noFill/>
              <a:ln w="9525">
                <a:noFill/>
                <a:round/>
              </a:ln>
            </p:spPr>
            <p:txBody>
              <a:bodyPr vert="horz" wrap="square" lIns="82938" tIns="41469" rIns="82938" bIns="41469" numCol="1" anchor="t" anchorCtr="0" compatLnSpc="1"/>
              <a:lstStyle/>
              <a:p>
                <a:endParaRPr lang="en-GB" sz="1815"/>
              </a:p>
            </p:txBody>
          </p:sp>
          <p:sp>
            <p:nvSpPr>
              <p:cNvPr id="51405" name="Freeform 205"/>
              <p:cNvSpPr/>
              <p:nvPr/>
            </p:nvSpPr>
            <p:spPr bwMode="auto">
              <a:xfrm>
                <a:off x="2708" y="2235"/>
                <a:ext cx="226" cy="269"/>
              </a:xfrm>
              <a:custGeom>
                <a:avLst/>
                <a:gdLst/>
                <a:ahLst/>
                <a:cxnLst>
                  <a:cxn ang="0">
                    <a:pos x="0" y="0"/>
                  </a:cxn>
                  <a:cxn ang="0">
                    <a:pos x="0" y="0"/>
                  </a:cxn>
                  <a:cxn ang="0">
                    <a:pos x="226" y="269"/>
                  </a:cxn>
                  <a:cxn ang="0">
                    <a:pos x="226" y="269"/>
                  </a:cxn>
                  <a:cxn ang="0">
                    <a:pos x="0" y="0"/>
                  </a:cxn>
                </a:cxnLst>
                <a:rect l="0" t="0" r="r" b="b"/>
                <a:pathLst>
                  <a:path w="226" h="269">
                    <a:moveTo>
                      <a:pt x="0" y="0"/>
                    </a:moveTo>
                    <a:lnTo>
                      <a:pt x="0" y="0"/>
                    </a:lnTo>
                    <a:lnTo>
                      <a:pt x="226" y="269"/>
                    </a:lnTo>
                    <a:lnTo>
                      <a:pt x="226" y="269"/>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grpSp>
        <p:grpSp>
          <p:nvGrpSpPr>
            <p:cNvPr id="5" name="Group 407"/>
            <p:cNvGrpSpPr/>
            <p:nvPr/>
          </p:nvGrpSpPr>
          <p:grpSpPr bwMode="auto">
            <a:xfrm>
              <a:off x="1713" y="2211"/>
              <a:ext cx="1490" cy="2021"/>
              <a:chOff x="1713" y="2211"/>
              <a:chExt cx="1490" cy="2021"/>
            </a:xfrm>
          </p:grpSpPr>
          <p:sp>
            <p:nvSpPr>
              <p:cNvPr id="51407" name="Freeform 207"/>
              <p:cNvSpPr/>
              <p:nvPr/>
            </p:nvSpPr>
            <p:spPr bwMode="auto">
              <a:xfrm>
                <a:off x="2708" y="2235"/>
                <a:ext cx="226" cy="269"/>
              </a:xfrm>
              <a:custGeom>
                <a:avLst/>
                <a:gdLst/>
                <a:ahLst/>
                <a:cxnLst>
                  <a:cxn ang="0">
                    <a:pos x="0" y="0"/>
                  </a:cxn>
                  <a:cxn ang="0">
                    <a:pos x="0" y="0"/>
                  </a:cxn>
                  <a:cxn ang="0">
                    <a:pos x="226" y="269"/>
                  </a:cxn>
                  <a:cxn ang="0">
                    <a:pos x="226" y="269"/>
                  </a:cxn>
                  <a:cxn ang="0">
                    <a:pos x="0" y="0"/>
                  </a:cxn>
                </a:cxnLst>
                <a:rect l="0" t="0" r="r" b="b"/>
                <a:pathLst>
                  <a:path w="226" h="269">
                    <a:moveTo>
                      <a:pt x="0" y="0"/>
                    </a:moveTo>
                    <a:lnTo>
                      <a:pt x="0" y="0"/>
                    </a:lnTo>
                    <a:lnTo>
                      <a:pt x="226" y="269"/>
                    </a:lnTo>
                    <a:lnTo>
                      <a:pt x="226" y="26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08" name="Freeform 208"/>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09" name="Freeform 209"/>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0" name="Freeform 210"/>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1" name="Freeform 211"/>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2" name="Freeform 212"/>
              <p:cNvSpPr/>
              <p:nvPr/>
            </p:nvSpPr>
            <p:spPr bwMode="auto">
              <a:xfrm>
                <a:off x="2456" y="2235"/>
                <a:ext cx="252" cy="437"/>
              </a:xfrm>
              <a:custGeom>
                <a:avLst/>
                <a:gdLst/>
                <a:ahLst/>
                <a:cxnLst>
                  <a:cxn ang="0">
                    <a:pos x="252" y="0"/>
                  </a:cxn>
                  <a:cxn ang="0">
                    <a:pos x="0" y="437"/>
                  </a:cxn>
                  <a:cxn ang="0">
                    <a:pos x="0" y="437"/>
                  </a:cxn>
                  <a:cxn ang="0">
                    <a:pos x="252" y="0"/>
                  </a:cxn>
                  <a:cxn ang="0">
                    <a:pos x="252" y="0"/>
                  </a:cxn>
                </a:cxnLst>
                <a:rect l="0" t="0" r="r" b="b"/>
                <a:pathLst>
                  <a:path w="252" h="437">
                    <a:moveTo>
                      <a:pt x="252" y="0"/>
                    </a:moveTo>
                    <a:lnTo>
                      <a:pt x="0" y="437"/>
                    </a:lnTo>
                    <a:lnTo>
                      <a:pt x="0" y="437"/>
                    </a:lnTo>
                    <a:lnTo>
                      <a:pt x="252" y="0"/>
                    </a:lnTo>
                    <a:lnTo>
                      <a:pt x="25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3" name="Freeform 213"/>
              <p:cNvSpPr/>
              <p:nvPr/>
            </p:nvSpPr>
            <p:spPr bwMode="auto">
              <a:xfrm>
                <a:off x="2456" y="2235"/>
                <a:ext cx="252" cy="437"/>
              </a:xfrm>
              <a:custGeom>
                <a:avLst/>
                <a:gdLst/>
                <a:ahLst/>
                <a:cxnLst>
                  <a:cxn ang="0">
                    <a:pos x="252" y="0"/>
                  </a:cxn>
                  <a:cxn ang="0">
                    <a:pos x="0" y="437"/>
                  </a:cxn>
                  <a:cxn ang="0">
                    <a:pos x="0" y="437"/>
                  </a:cxn>
                  <a:cxn ang="0">
                    <a:pos x="252" y="0"/>
                  </a:cxn>
                  <a:cxn ang="0">
                    <a:pos x="252" y="0"/>
                  </a:cxn>
                </a:cxnLst>
                <a:rect l="0" t="0" r="r" b="b"/>
                <a:pathLst>
                  <a:path w="252" h="437">
                    <a:moveTo>
                      <a:pt x="252" y="0"/>
                    </a:moveTo>
                    <a:lnTo>
                      <a:pt x="0" y="437"/>
                    </a:lnTo>
                    <a:lnTo>
                      <a:pt x="0" y="437"/>
                    </a:lnTo>
                    <a:lnTo>
                      <a:pt x="252" y="0"/>
                    </a:lnTo>
                    <a:lnTo>
                      <a:pt x="252" y="0"/>
                    </a:lnTo>
                  </a:path>
                </a:pathLst>
              </a:custGeom>
              <a:noFill/>
              <a:ln w="9525">
                <a:noFill/>
                <a:round/>
              </a:ln>
            </p:spPr>
            <p:txBody>
              <a:bodyPr vert="horz" wrap="square" lIns="82938" tIns="41469" rIns="82938" bIns="41469" numCol="1" anchor="t" anchorCtr="0" compatLnSpc="1"/>
              <a:lstStyle/>
              <a:p>
                <a:endParaRPr lang="en-GB" sz="1815"/>
              </a:p>
            </p:txBody>
          </p:sp>
          <p:sp>
            <p:nvSpPr>
              <p:cNvPr id="51414" name="Freeform 214"/>
              <p:cNvSpPr/>
              <p:nvPr/>
            </p:nvSpPr>
            <p:spPr bwMode="auto">
              <a:xfrm>
                <a:off x="2708" y="2235"/>
                <a:ext cx="226" cy="269"/>
              </a:xfrm>
              <a:custGeom>
                <a:avLst/>
                <a:gdLst/>
                <a:ahLst/>
                <a:cxnLst>
                  <a:cxn ang="0">
                    <a:pos x="0" y="0"/>
                  </a:cxn>
                  <a:cxn ang="0">
                    <a:pos x="0" y="0"/>
                  </a:cxn>
                  <a:cxn ang="0">
                    <a:pos x="0" y="0"/>
                  </a:cxn>
                  <a:cxn ang="0">
                    <a:pos x="0" y="0"/>
                  </a:cxn>
                  <a:cxn ang="0">
                    <a:pos x="226" y="269"/>
                  </a:cxn>
                  <a:cxn ang="0">
                    <a:pos x="226" y="269"/>
                  </a:cxn>
                  <a:cxn ang="0">
                    <a:pos x="0" y="0"/>
                  </a:cxn>
                </a:cxnLst>
                <a:rect l="0" t="0" r="r" b="b"/>
                <a:pathLst>
                  <a:path w="226" h="269">
                    <a:moveTo>
                      <a:pt x="0" y="0"/>
                    </a:moveTo>
                    <a:lnTo>
                      <a:pt x="0" y="0"/>
                    </a:lnTo>
                    <a:lnTo>
                      <a:pt x="0" y="0"/>
                    </a:lnTo>
                    <a:lnTo>
                      <a:pt x="0" y="0"/>
                    </a:lnTo>
                    <a:lnTo>
                      <a:pt x="226" y="269"/>
                    </a:lnTo>
                    <a:lnTo>
                      <a:pt x="226" y="269"/>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5" name="Freeform 215"/>
              <p:cNvSpPr/>
              <p:nvPr/>
            </p:nvSpPr>
            <p:spPr bwMode="auto">
              <a:xfrm>
                <a:off x="2708" y="2235"/>
                <a:ext cx="226" cy="269"/>
              </a:xfrm>
              <a:custGeom>
                <a:avLst/>
                <a:gdLst/>
                <a:ahLst/>
                <a:cxnLst>
                  <a:cxn ang="0">
                    <a:pos x="0" y="0"/>
                  </a:cxn>
                  <a:cxn ang="0">
                    <a:pos x="0" y="0"/>
                  </a:cxn>
                  <a:cxn ang="0">
                    <a:pos x="0" y="0"/>
                  </a:cxn>
                  <a:cxn ang="0">
                    <a:pos x="0" y="0"/>
                  </a:cxn>
                  <a:cxn ang="0">
                    <a:pos x="226" y="269"/>
                  </a:cxn>
                  <a:cxn ang="0">
                    <a:pos x="226" y="269"/>
                  </a:cxn>
                  <a:cxn ang="0">
                    <a:pos x="0" y="0"/>
                  </a:cxn>
                </a:cxnLst>
                <a:rect l="0" t="0" r="r" b="b"/>
                <a:pathLst>
                  <a:path w="226" h="269">
                    <a:moveTo>
                      <a:pt x="0" y="0"/>
                    </a:moveTo>
                    <a:lnTo>
                      <a:pt x="0" y="0"/>
                    </a:lnTo>
                    <a:lnTo>
                      <a:pt x="0" y="0"/>
                    </a:lnTo>
                    <a:lnTo>
                      <a:pt x="0" y="0"/>
                    </a:lnTo>
                    <a:lnTo>
                      <a:pt x="226" y="269"/>
                    </a:lnTo>
                    <a:lnTo>
                      <a:pt x="226" y="26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6" name="Freeform 216"/>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7" name="Freeform 217"/>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8" name="Freeform 218"/>
              <p:cNvSpPr/>
              <p:nvPr/>
            </p:nvSpPr>
            <p:spPr bwMode="auto">
              <a:xfrm>
                <a:off x="2806" y="2509"/>
                <a:ext cx="131" cy="226"/>
              </a:xfrm>
              <a:custGeom>
                <a:avLst/>
                <a:gdLst/>
                <a:ahLst/>
                <a:cxnLst>
                  <a:cxn ang="0">
                    <a:pos x="131" y="0"/>
                  </a:cxn>
                  <a:cxn ang="0">
                    <a:pos x="0" y="226"/>
                  </a:cxn>
                  <a:cxn ang="0">
                    <a:pos x="0" y="226"/>
                  </a:cxn>
                  <a:cxn ang="0">
                    <a:pos x="131" y="0"/>
                  </a:cxn>
                  <a:cxn ang="0">
                    <a:pos x="131" y="0"/>
                  </a:cxn>
                </a:cxnLst>
                <a:rect l="0" t="0" r="r" b="b"/>
                <a:pathLst>
                  <a:path w="131" h="226">
                    <a:moveTo>
                      <a:pt x="131" y="0"/>
                    </a:moveTo>
                    <a:lnTo>
                      <a:pt x="0" y="226"/>
                    </a:lnTo>
                    <a:lnTo>
                      <a:pt x="0" y="226"/>
                    </a:lnTo>
                    <a:lnTo>
                      <a:pt x="131" y="0"/>
                    </a:lnTo>
                    <a:lnTo>
                      <a:pt x="1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19" name="Freeform 219"/>
              <p:cNvSpPr/>
              <p:nvPr/>
            </p:nvSpPr>
            <p:spPr bwMode="auto">
              <a:xfrm>
                <a:off x="2806" y="2509"/>
                <a:ext cx="131" cy="226"/>
              </a:xfrm>
              <a:custGeom>
                <a:avLst/>
                <a:gdLst/>
                <a:ahLst/>
                <a:cxnLst>
                  <a:cxn ang="0">
                    <a:pos x="131" y="0"/>
                  </a:cxn>
                  <a:cxn ang="0">
                    <a:pos x="0" y="226"/>
                  </a:cxn>
                  <a:cxn ang="0">
                    <a:pos x="0" y="226"/>
                  </a:cxn>
                  <a:cxn ang="0">
                    <a:pos x="131" y="0"/>
                  </a:cxn>
                  <a:cxn ang="0">
                    <a:pos x="131" y="0"/>
                  </a:cxn>
                </a:cxnLst>
                <a:rect l="0" t="0" r="r" b="b"/>
                <a:pathLst>
                  <a:path w="131" h="226">
                    <a:moveTo>
                      <a:pt x="131" y="0"/>
                    </a:moveTo>
                    <a:lnTo>
                      <a:pt x="0" y="226"/>
                    </a:lnTo>
                    <a:lnTo>
                      <a:pt x="0" y="226"/>
                    </a:lnTo>
                    <a:lnTo>
                      <a:pt x="131" y="0"/>
                    </a:lnTo>
                    <a:lnTo>
                      <a:pt x="131" y="0"/>
                    </a:lnTo>
                  </a:path>
                </a:pathLst>
              </a:custGeom>
              <a:noFill/>
              <a:ln w="9525">
                <a:noFill/>
                <a:round/>
              </a:ln>
            </p:spPr>
            <p:txBody>
              <a:bodyPr vert="horz" wrap="square" lIns="82938" tIns="41469" rIns="82938" bIns="41469" numCol="1" anchor="t" anchorCtr="0" compatLnSpc="1"/>
              <a:lstStyle/>
              <a:p>
                <a:endParaRPr lang="en-GB" sz="1815"/>
              </a:p>
            </p:txBody>
          </p:sp>
          <p:sp>
            <p:nvSpPr>
              <p:cNvPr id="51420" name="Rectangle 220"/>
              <p:cNvSpPr>
                <a:spLocks noChangeArrowheads="1"/>
              </p:cNvSpPr>
              <p:nvPr/>
            </p:nvSpPr>
            <p:spPr bwMode="auto">
              <a:xfrm>
                <a:off x="2937" y="2509"/>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421" name="Rectangle 221"/>
              <p:cNvSpPr>
                <a:spLocks noChangeArrowheads="1"/>
              </p:cNvSpPr>
              <p:nvPr/>
            </p:nvSpPr>
            <p:spPr bwMode="auto">
              <a:xfrm>
                <a:off x="2937" y="250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22" name="Rectangle 222"/>
              <p:cNvSpPr>
                <a:spLocks noChangeArrowheads="1"/>
              </p:cNvSpPr>
              <p:nvPr/>
            </p:nvSpPr>
            <p:spPr bwMode="auto">
              <a:xfrm>
                <a:off x="2937" y="2509"/>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423" name="Rectangle 223"/>
              <p:cNvSpPr>
                <a:spLocks noChangeArrowheads="1"/>
              </p:cNvSpPr>
              <p:nvPr/>
            </p:nvSpPr>
            <p:spPr bwMode="auto">
              <a:xfrm>
                <a:off x="2937" y="250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24" name="Freeform 224"/>
              <p:cNvSpPr/>
              <p:nvPr/>
            </p:nvSpPr>
            <p:spPr bwMode="auto">
              <a:xfrm>
                <a:off x="2456" y="2672"/>
                <a:ext cx="287" cy="51"/>
              </a:xfrm>
              <a:custGeom>
                <a:avLst/>
                <a:gdLst/>
                <a:ahLst/>
                <a:cxnLst>
                  <a:cxn ang="0">
                    <a:pos x="0" y="0"/>
                  </a:cxn>
                  <a:cxn ang="0">
                    <a:pos x="0" y="0"/>
                  </a:cxn>
                  <a:cxn ang="0">
                    <a:pos x="287" y="51"/>
                  </a:cxn>
                  <a:cxn ang="0">
                    <a:pos x="0" y="0"/>
                  </a:cxn>
                </a:cxnLst>
                <a:rect l="0" t="0" r="r" b="b"/>
                <a:pathLst>
                  <a:path w="287" h="51">
                    <a:moveTo>
                      <a:pt x="0" y="0"/>
                    </a:moveTo>
                    <a:lnTo>
                      <a:pt x="0" y="0"/>
                    </a:lnTo>
                    <a:lnTo>
                      <a:pt x="287" y="5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25" name="Freeform 225"/>
              <p:cNvSpPr/>
              <p:nvPr/>
            </p:nvSpPr>
            <p:spPr bwMode="auto">
              <a:xfrm>
                <a:off x="2456" y="2672"/>
                <a:ext cx="287" cy="51"/>
              </a:xfrm>
              <a:custGeom>
                <a:avLst/>
                <a:gdLst/>
                <a:ahLst/>
                <a:cxnLst>
                  <a:cxn ang="0">
                    <a:pos x="0" y="0"/>
                  </a:cxn>
                  <a:cxn ang="0">
                    <a:pos x="0" y="0"/>
                  </a:cxn>
                  <a:cxn ang="0">
                    <a:pos x="287" y="51"/>
                  </a:cxn>
                  <a:cxn ang="0">
                    <a:pos x="0" y="0"/>
                  </a:cxn>
                </a:cxnLst>
                <a:rect l="0" t="0" r="r" b="b"/>
                <a:pathLst>
                  <a:path w="287" h="51">
                    <a:moveTo>
                      <a:pt x="0" y="0"/>
                    </a:moveTo>
                    <a:lnTo>
                      <a:pt x="0" y="0"/>
                    </a:lnTo>
                    <a:lnTo>
                      <a:pt x="287" y="5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26" name="Freeform 226"/>
              <p:cNvSpPr/>
              <p:nvPr/>
            </p:nvSpPr>
            <p:spPr bwMode="auto">
              <a:xfrm>
                <a:off x="2435" y="2218"/>
                <a:ext cx="273" cy="454"/>
              </a:xfrm>
              <a:custGeom>
                <a:avLst/>
                <a:gdLst/>
                <a:ahLst/>
                <a:cxnLst>
                  <a:cxn ang="0">
                    <a:pos x="259" y="0"/>
                  </a:cxn>
                  <a:cxn ang="0">
                    <a:pos x="257" y="3"/>
                  </a:cxn>
                  <a:cxn ang="0">
                    <a:pos x="0" y="450"/>
                  </a:cxn>
                  <a:cxn ang="0">
                    <a:pos x="5" y="452"/>
                  </a:cxn>
                  <a:cxn ang="0">
                    <a:pos x="5" y="452"/>
                  </a:cxn>
                  <a:cxn ang="0">
                    <a:pos x="21" y="454"/>
                  </a:cxn>
                  <a:cxn ang="0">
                    <a:pos x="21" y="454"/>
                  </a:cxn>
                  <a:cxn ang="0">
                    <a:pos x="21" y="454"/>
                  </a:cxn>
                  <a:cxn ang="0">
                    <a:pos x="273" y="17"/>
                  </a:cxn>
                  <a:cxn ang="0">
                    <a:pos x="269" y="12"/>
                  </a:cxn>
                  <a:cxn ang="0">
                    <a:pos x="269" y="12"/>
                  </a:cxn>
                  <a:cxn ang="0">
                    <a:pos x="259" y="0"/>
                  </a:cxn>
                </a:cxnLst>
                <a:rect l="0" t="0" r="r" b="b"/>
                <a:pathLst>
                  <a:path w="273" h="454">
                    <a:moveTo>
                      <a:pt x="259" y="0"/>
                    </a:moveTo>
                    <a:lnTo>
                      <a:pt x="257" y="3"/>
                    </a:lnTo>
                    <a:lnTo>
                      <a:pt x="0" y="450"/>
                    </a:lnTo>
                    <a:lnTo>
                      <a:pt x="5" y="452"/>
                    </a:lnTo>
                    <a:lnTo>
                      <a:pt x="5" y="452"/>
                    </a:lnTo>
                    <a:lnTo>
                      <a:pt x="21" y="454"/>
                    </a:lnTo>
                    <a:lnTo>
                      <a:pt x="21" y="454"/>
                    </a:lnTo>
                    <a:lnTo>
                      <a:pt x="21" y="454"/>
                    </a:lnTo>
                    <a:lnTo>
                      <a:pt x="273" y="17"/>
                    </a:lnTo>
                    <a:lnTo>
                      <a:pt x="269" y="12"/>
                    </a:lnTo>
                    <a:lnTo>
                      <a:pt x="269" y="12"/>
                    </a:lnTo>
                    <a:lnTo>
                      <a:pt x="25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27" name="Freeform 227"/>
              <p:cNvSpPr/>
              <p:nvPr/>
            </p:nvSpPr>
            <p:spPr bwMode="auto">
              <a:xfrm>
                <a:off x="2435" y="2218"/>
                <a:ext cx="273" cy="454"/>
              </a:xfrm>
              <a:custGeom>
                <a:avLst/>
                <a:gdLst/>
                <a:ahLst/>
                <a:cxnLst>
                  <a:cxn ang="0">
                    <a:pos x="259" y="0"/>
                  </a:cxn>
                  <a:cxn ang="0">
                    <a:pos x="257" y="3"/>
                  </a:cxn>
                  <a:cxn ang="0">
                    <a:pos x="0" y="450"/>
                  </a:cxn>
                  <a:cxn ang="0">
                    <a:pos x="5" y="452"/>
                  </a:cxn>
                  <a:cxn ang="0">
                    <a:pos x="5" y="452"/>
                  </a:cxn>
                  <a:cxn ang="0">
                    <a:pos x="21" y="454"/>
                  </a:cxn>
                  <a:cxn ang="0">
                    <a:pos x="21" y="454"/>
                  </a:cxn>
                  <a:cxn ang="0">
                    <a:pos x="21" y="454"/>
                  </a:cxn>
                  <a:cxn ang="0">
                    <a:pos x="273" y="17"/>
                  </a:cxn>
                  <a:cxn ang="0">
                    <a:pos x="269" y="12"/>
                  </a:cxn>
                  <a:cxn ang="0">
                    <a:pos x="269" y="12"/>
                  </a:cxn>
                  <a:cxn ang="0">
                    <a:pos x="259" y="0"/>
                  </a:cxn>
                </a:cxnLst>
                <a:rect l="0" t="0" r="r" b="b"/>
                <a:pathLst>
                  <a:path w="273" h="454">
                    <a:moveTo>
                      <a:pt x="259" y="0"/>
                    </a:moveTo>
                    <a:lnTo>
                      <a:pt x="257" y="3"/>
                    </a:lnTo>
                    <a:lnTo>
                      <a:pt x="0" y="450"/>
                    </a:lnTo>
                    <a:lnTo>
                      <a:pt x="5" y="452"/>
                    </a:lnTo>
                    <a:lnTo>
                      <a:pt x="5" y="452"/>
                    </a:lnTo>
                    <a:lnTo>
                      <a:pt x="21" y="454"/>
                    </a:lnTo>
                    <a:lnTo>
                      <a:pt x="21" y="454"/>
                    </a:lnTo>
                    <a:lnTo>
                      <a:pt x="21" y="454"/>
                    </a:lnTo>
                    <a:lnTo>
                      <a:pt x="273" y="17"/>
                    </a:lnTo>
                    <a:lnTo>
                      <a:pt x="269" y="12"/>
                    </a:lnTo>
                    <a:lnTo>
                      <a:pt x="269" y="12"/>
                    </a:lnTo>
                    <a:lnTo>
                      <a:pt x="259" y="0"/>
                    </a:lnTo>
                  </a:path>
                </a:pathLst>
              </a:custGeom>
              <a:noFill/>
              <a:ln w="9525">
                <a:noFill/>
                <a:round/>
              </a:ln>
            </p:spPr>
            <p:txBody>
              <a:bodyPr vert="horz" wrap="square" lIns="82938" tIns="41469" rIns="82938" bIns="41469" numCol="1" anchor="t" anchorCtr="0" compatLnSpc="1"/>
              <a:lstStyle/>
              <a:p>
                <a:endParaRPr lang="en-GB" sz="1815"/>
              </a:p>
            </p:txBody>
          </p:sp>
          <p:sp>
            <p:nvSpPr>
              <p:cNvPr id="51428" name="Freeform 228"/>
              <p:cNvSpPr/>
              <p:nvPr/>
            </p:nvSpPr>
            <p:spPr bwMode="auto">
              <a:xfrm>
                <a:off x="2694" y="2218"/>
                <a:ext cx="10" cy="12"/>
              </a:xfrm>
              <a:custGeom>
                <a:avLst/>
                <a:gdLst/>
                <a:ahLst/>
                <a:cxnLst>
                  <a:cxn ang="0">
                    <a:pos x="0" y="0"/>
                  </a:cxn>
                  <a:cxn ang="0">
                    <a:pos x="0" y="0"/>
                  </a:cxn>
                  <a:cxn ang="0">
                    <a:pos x="10" y="12"/>
                  </a:cxn>
                  <a:cxn ang="0">
                    <a:pos x="0" y="0"/>
                  </a:cxn>
                </a:cxnLst>
                <a:rect l="0" t="0" r="r" b="b"/>
                <a:pathLst>
                  <a:path w="10" h="12">
                    <a:moveTo>
                      <a:pt x="0" y="0"/>
                    </a:moveTo>
                    <a:lnTo>
                      <a:pt x="0" y="0"/>
                    </a:lnTo>
                    <a:lnTo>
                      <a:pt x="10"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29" name="Freeform 229"/>
              <p:cNvSpPr/>
              <p:nvPr/>
            </p:nvSpPr>
            <p:spPr bwMode="auto">
              <a:xfrm>
                <a:off x="2694" y="2218"/>
                <a:ext cx="10" cy="12"/>
              </a:xfrm>
              <a:custGeom>
                <a:avLst/>
                <a:gdLst/>
                <a:ahLst/>
                <a:cxnLst>
                  <a:cxn ang="0">
                    <a:pos x="0" y="0"/>
                  </a:cxn>
                  <a:cxn ang="0">
                    <a:pos x="0" y="0"/>
                  </a:cxn>
                  <a:cxn ang="0">
                    <a:pos x="10" y="12"/>
                  </a:cxn>
                  <a:cxn ang="0">
                    <a:pos x="0" y="0"/>
                  </a:cxn>
                </a:cxnLst>
                <a:rect l="0" t="0" r="r" b="b"/>
                <a:pathLst>
                  <a:path w="10" h="12">
                    <a:moveTo>
                      <a:pt x="0" y="0"/>
                    </a:moveTo>
                    <a:lnTo>
                      <a:pt x="0" y="0"/>
                    </a:lnTo>
                    <a:lnTo>
                      <a:pt x="10"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30" name="Freeform 230"/>
              <p:cNvSpPr/>
              <p:nvPr/>
            </p:nvSpPr>
            <p:spPr bwMode="auto">
              <a:xfrm>
                <a:off x="2724" y="2223"/>
                <a:ext cx="96" cy="114"/>
              </a:xfrm>
              <a:custGeom>
                <a:avLst/>
                <a:gdLst/>
                <a:ahLst/>
                <a:cxnLst>
                  <a:cxn ang="0">
                    <a:pos x="0" y="0"/>
                  </a:cxn>
                  <a:cxn ang="0">
                    <a:pos x="0" y="0"/>
                  </a:cxn>
                  <a:cxn ang="0">
                    <a:pos x="96" y="114"/>
                  </a:cxn>
                  <a:cxn ang="0">
                    <a:pos x="0" y="0"/>
                  </a:cxn>
                </a:cxnLst>
                <a:rect l="0" t="0" r="r" b="b"/>
                <a:pathLst>
                  <a:path w="96" h="114">
                    <a:moveTo>
                      <a:pt x="0" y="0"/>
                    </a:moveTo>
                    <a:lnTo>
                      <a:pt x="0" y="0"/>
                    </a:lnTo>
                    <a:lnTo>
                      <a:pt x="96" y="114"/>
                    </a:lnTo>
                    <a:lnTo>
                      <a:pt x="0"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431" name="Freeform 231"/>
              <p:cNvSpPr/>
              <p:nvPr/>
            </p:nvSpPr>
            <p:spPr bwMode="auto">
              <a:xfrm>
                <a:off x="2724" y="2223"/>
                <a:ext cx="96" cy="114"/>
              </a:xfrm>
              <a:custGeom>
                <a:avLst/>
                <a:gdLst/>
                <a:ahLst/>
                <a:cxnLst>
                  <a:cxn ang="0">
                    <a:pos x="0" y="0"/>
                  </a:cxn>
                  <a:cxn ang="0">
                    <a:pos x="0" y="0"/>
                  </a:cxn>
                  <a:cxn ang="0">
                    <a:pos x="96" y="114"/>
                  </a:cxn>
                  <a:cxn ang="0">
                    <a:pos x="0" y="0"/>
                  </a:cxn>
                </a:cxnLst>
                <a:rect l="0" t="0" r="r" b="b"/>
                <a:pathLst>
                  <a:path w="96" h="114">
                    <a:moveTo>
                      <a:pt x="0" y="0"/>
                    </a:moveTo>
                    <a:lnTo>
                      <a:pt x="0" y="0"/>
                    </a:lnTo>
                    <a:lnTo>
                      <a:pt x="96" y="11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32" name="Rectangle 232"/>
              <p:cNvSpPr>
                <a:spLocks noChangeArrowheads="1"/>
              </p:cNvSpPr>
              <p:nvPr/>
            </p:nvSpPr>
            <p:spPr bwMode="auto">
              <a:xfrm>
                <a:off x="2724" y="222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433" name="Rectangle 233"/>
              <p:cNvSpPr>
                <a:spLocks noChangeArrowheads="1"/>
              </p:cNvSpPr>
              <p:nvPr/>
            </p:nvSpPr>
            <p:spPr bwMode="auto">
              <a:xfrm>
                <a:off x="2724" y="222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34" name="Freeform 234"/>
              <p:cNvSpPr/>
              <p:nvPr/>
            </p:nvSpPr>
            <p:spPr bwMode="auto">
              <a:xfrm>
                <a:off x="2704" y="2223"/>
                <a:ext cx="250" cy="281"/>
              </a:xfrm>
              <a:custGeom>
                <a:avLst/>
                <a:gdLst/>
                <a:ahLst/>
                <a:cxnLst>
                  <a:cxn ang="0">
                    <a:pos x="20" y="0"/>
                  </a:cxn>
                  <a:cxn ang="0">
                    <a:pos x="0" y="7"/>
                  </a:cxn>
                  <a:cxn ang="0">
                    <a:pos x="4" y="12"/>
                  </a:cxn>
                  <a:cxn ang="0">
                    <a:pos x="4" y="12"/>
                  </a:cxn>
                  <a:cxn ang="0">
                    <a:pos x="230" y="281"/>
                  </a:cxn>
                  <a:cxn ang="0">
                    <a:pos x="238" y="278"/>
                  </a:cxn>
                  <a:cxn ang="0">
                    <a:pos x="238" y="278"/>
                  </a:cxn>
                  <a:cxn ang="0">
                    <a:pos x="250" y="274"/>
                  </a:cxn>
                  <a:cxn ang="0">
                    <a:pos x="116" y="114"/>
                  </a:cxn>
                  <a:cxn ang="0">
                    <a:pos x="20" y="0"/>
                  </a:cxn>
                </a:cxnLst>
                <a:rect l="0" t="0" r="r" b="b"/>
                <a:pathLst>
                  <a:path w="250" h="281">
                    <a:moveTo>
                      <a:pt x="20" y="0"/>
                    </a:moveTo>
                    <a:lnTo>
                      <a:pt x="0" y="7"/>
                    </a:lnTo>
                    <a:lnTo>
                      <a:pt x="4" y="12"/>
                    </a:lnTo>
                    <a:lnTo>
                      <a:pt x="4" y="12"/>
                    </a:lnTo>
                    <a:lnTo>
                      <a:pt x="230" y="281"/>
                    </a:lnTo>
                    <a:lnTo>
                      <a:pt x="238" y="278"/>
                    </a:lnTo>
                    <a:lnTo>
                      <a:pt x="238" y="278"/>
                    </a:lnTo>
                    <a:lnTo>
                      <a:pt x="250" y="274"/>
                    </a:lnTo>
                    <a:lnTo>
                      <a:pt x="116" y="114"/>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35" name="Freeform 235"/>
              <p:cNvSpPr/>
              <p:nvPr/>
            </p:nvSpPr>
            <p:spPr bwMode="auto">
              <a:xfrm>
                <a:off x="2704" y="2223"/>
                <a:ext cx="250" cy="281"/>
              </a:xfrm>
              <a:custGeom>
                <a:avLst/>
                <a:gdLst/>
                <a:ahLst/>
                <a:cxnLst>
                  <a:cxn ang="0">
                    <a:pos x="20" y="0"/>
                  </a:cxn>
                  <a:cxn ang="0">
                    <a:pos x="0" y="7"/>
                  </a:cxn>
                  <a:cxn ang="0">
                    <a:pos x="4" y="12"/>
                  </a:cxn>
                  <a:cxn ang="0">
                    <a:pos x="4" y="12"/>
                  </a:cxn>
                  <a:cxn ang="0">
                    <a:pos x="230" y="281"/>
                  </a:cxn>
                  <a:cxn ang="0">
                    <a:pos x="238" y="278"/>
                  </a:cxn>
                  <a:cxn ang="0">
                    <a:pos x="238" y="278"/>
                  </a:cxn>
                  <a:cxn ang="0">
                    <a:pos x="250" y="274"/>
                  </a:cxn>
                  <a:cxn ang="0">
                    <a:pos x="116" y="114"/>
                  </a:cxn>
                  <a:cxn ang="0">
                    <a:pos x="20" y="0"/>
                  </a:cxn>
                </a:cxnLst>
                <a:rect l="0" t="0" r="r" b="b"/>
                <a:pathLst>
                  <a:path w="250" h="281">
                    <a:moveTo>
                      <a:pt x="20" y="0"/>
                    </a:moveTo>
                    <a:lnTo>
                      <a:pt x="0" y="7"/>
                    </a:lnTo>
                    <a:lnTo>
                      <a:pt x="4" y="12"/>
                    </a:lnTo>
                    <a:lnTo>
                      <a:pt x="4" y="12"/>
                    </a:lnTo>
                    <a:lnTo>
                      <a:pt x="230" y="281"/>
                    </a:lnTo>
                    <a:lnTo>
                      <a:pt x="238" y="278"/>
                    </a:lnTo>
                    <a:lnTo>
                      <a:pt x="238" y="278"/>
                    </a:lnTo>
                    <a:lnTo>
                      <a:pt x="250" y="274"/>
                    </a:lnTo>
                    <a:lnTo>
                      <a:pt x="116" y="114"/>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436" name="Freeform 236"/>
              <p:cNvSpPr/>
              <p:nvPr/>
            </p:nvSpPr>
            <p:spPr bwMode="auto">
              <a:xfrm>
                <a:off x="2694" y="2211"/>
                <a:ext cx="30" cy="19"/>
              </a:xfrm>
              <a:custGeom>
                <a:avLst/>
                <a:gdLst/>
                <a:ahLst/>
                <a:cxnLst>
                  <a:cxn ang="0">
                    <a:pos x="20" y="0"/>
                  </a:cxn>
                  <a:cxn ang="0">
                    <a:pos x="20" y="0"/>
                  </a:cxn>
                  <a:cxn ang="0">
                    <a:pos x="0" y="7"/>
                  </a:cxn>
                  <a:cxn ang="0">
                    <a:pos x="0" y="7"/>
                  </a:cxn>
                  <a:cxn ang="0">
                    <a:pos x="0" y="7"/>
                  </a:cxn>
                  <a:cxn ang="0">
                    <a:pos x="10" y="19"/>
                  </a:cxn>
                  <a:cxn ang="0">
                    <a:pos x="30" y="12"/>
                  </a:cxn>
                  <a:cxn ang="0">
                    <a:pos x="30" y="12"/>
                  </a:cxn>
                  <a:cxn ang="0">
                    <a:pos x="20" y="0"/>
                  </a:cxn>
                </a:cxnLst>
                <a:rect l="0" t="0" r="r" b="b"/>
                <a:pathLst>
                  <a:path w="30" h="19">
                    <a:moveTo>
                      <a:pt x="20" y="0"/>
                    </a:moveTo>
                    <a:lnTo>
                      <a:pt x="20" y="0"/>
                    </a:lnTo>
                    <a:lnTo>
                      <a:pt x="0" y="7"/>
                    </a:lnTo>
                    <a:lnTo>
                      <a:pt x="0" y="7"/>
                    </a:lnTo>
                    <a:lnTo>
                      <a:pt x="0" y="7"/>
                    </a:lnTo>
                    <a:lnTo>
                      <a:pt x="10" y="19"/>
                    </a:lnTo>
                    <a:lnTo>
                      <a:pt x="30" y="12"/>
                    </a:lnTo>
                    <a:lnTo>
                      <a:pt x="30" y="12"/>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37" name="Freeform 237"/>
              <p:cNvSpPr/>
              <p:nvPr/>
            </p:nvSpPr>
            <p:spPr bwMode="auto">
              <a:xfrm>
                <a:off x="2694" y="2211"/>
                <a:ext cx="30" cy="19"/>
              </a:xfrm>
              <a:custGeom>
                <a:avLst/>
                <a:gdLst/>
                <a:ahLst/>
                <a:cxnLst>
                  <a:cxn ang="0">
                    <a:pos x="20" y="0"/>
                  </a:cxn>
                  <a:cxn ang="0">
                    <a:pos x="20" y="0"/>
                  </a:cxn>
                  <a:cxn ang="0">
                    <a:pos x="0" y="7"/>
                  </a:cxn>
                  <a:cxn ang="0">
                    <a:pos x="0" y="7"/>
                  </a:cxn>
                  <a:cxn ang="0">
                    <a:pos x="0" y="7"/>
                  </a:cxn>
                  <a:cxn ang="0">
                    <a:pos x="10" y="19"/>
                  </a:cxn>
                  <a:cxn ang="0">
                    <a:pos x="30" y="12"/>
                  </a:cxn>
                  <a:cxn ang="0">
                    <a:pos x="30" y="12"/>
                  </a:cxn>
                  <a:cxn ang="0">
                    <a:pos x="20" y="0"/>
                  </a:cxn>
                </a:cxnLst>
                <a:rect l="0" t="0" r="r" b="b"/>
                <a:pathLst>
                  <a:path w="30" h="19">
                    <a:moveTo>
                      <a:pt x="20" y="0"/>
                    </a:moveTo>
                    <a:lnTo>
                      <a:pt x="20" y="0"/>
                    </a:lnTo>
                    <a:lnTo>
                      <a:pt x="0" y="7"/>
                    </a:lnTo>
                    <a:lnTo>
                      <a:pt x="0" y="7"/>
                    </a:lnTo>
                    <a:lnTo>
                      <a:pt x="0" y="7"/>
                    </a:lnTo>
                    <a:lnTo>
                      <a:pt x="10" y="19"/>
                    </a:lnTo>
                    <a:lnTo>
                      <a:pt x="30" y="12"/>
                    </a:lnTo>
                    <a:lnTo>
                      <a:pt x="30" y="12"/>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438" name="Freeform 238"/>
              <p:cNvSpPr/>
              <p:nvPr/>
            </p:nvSpPr>
            <p:spPr bwMode="auto">
              <a:xfrm>
                <a:off x="2934" y="2501"/>
                <a:ext cx="8" cy="8"/>
              </a:xfrm>
              <a:custGeom>
                <a:avLst/>
                <a:gdLst/>
                <a:ahLst/>
                <a:cxnLst>
                  <a:cxn ang="0">
                    <a:pos x="8" y="0"/>
                  </a:cxn>
                  <a:cxn ang="0">
                    <a:pos x="0" y="3"/>
                  </a:cxn>
                  <a:cxn ang="0">
                    <a:pos x="3" y="8"/>
                  </a:cxn>
                  <a:cxn ang="0">
                    <a:pos x="3" y="8"/>
                  </a:cxn>
                  <a:cxn ang="0">
                    <a:pos x="3" y="8"/>
                  </a:cxn>
                  <a:cxn ang="0">
                    <a:pos x="6" y="3"/>
                  </a:cxn>
                  <a:cxn ang="0">
                    <a:pos x="8" y="0"/>
                  </a:cxn>
                </a:cxnLst>
                <a:rect l="0" t="0" r="r" b="b"/>
                <a:pathLst>
                  <a:path w="8" h="8">
                    <a:moveTo>
                      <a:pt x="8" y="0"/>
                    </a:moveTo>
                    <a:lnTo>
                      <a:pt x="0" y="3"/>
                    </a:lnTo>
                    <a:lnTo>
                      <a:pt x="3" y="8"/>
                    </a:lnTo>
                    <a:lnTo>
                      <a:pt x="3" y="8"/>
                    </a:lnTo>
                    <a:lnTo>
                      <a:pt x="3" y="8"/>
                    </a:lnTo>
                    <a:lnTo>
                      <a:pt x="6" y="3"/>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39" name="Freeform 239"/>
              <p:cNvSpPr/>
              <p:nvPr/>
            </p:nvSpPr>
            <p:spPr bwMode="auto">
              <a:xfrm>
                <a:off x="2934" y="2501"/>
                <a:ext cx="8" cy="8"/>
              </a:xfrm>
              <a:custGeom>
                <a:avLst/>
                <a:gdLst/>
                <a:ahLst/>
                <a:cxnLst>
                  <a:cxn ang="0">
                    <a:pos x="8" y="0"/>
                  </a:cxn>
                  <a:cxn ang="0">
                    <a:pos x="0" y="3"/>
                  </a:cxn>
                  <a:cxn ang="0">
                    <a:pos x="3" y="8"/>
                  </a:cxn>
                  <a:cxn ang="0">
                    <a:pos x="3" y="8"/>
                  </a:cxn>
                  <a:cxn ang="0">
                    <a:pos x="3" y="8"/>
                  </a:cxn>
                  <a:cxn ang="0">
                    <a:pos x="6" y="3"/>
                  </a:cxn>
                  <a:cxn ang="0">
                    <a:pos x="8" y="0"/>
                  </a:cxn>
                </a:cxnLst>
                <a:rect l="0" t="0" r="r" b="b"/>
                <a:pathLst>
                  <a:path w="8" h="8">
                    <a:moveTo>
                      <a:pt x="8" y="0"/>
                    </a:moveTo>
                    <a:lnTo>
                      <a:pt x="0" y="3"/>
                    </a:lnTo>
                    <a:lnTo>
                      <a:pt x="3" y="8"/>
                    </a:lnTo>
                    <a:lnTo>
                      <a:pt x="3" y="8"/>
                    </a:lnTo>
                    <a:lnTo>
                      <a:pt x="3" y="8"/>
                    </a:lnTo>
                    <a:lnTo>
                      <a:pt x="6" y="3"/>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440" name="Freeform 240"/>
              <p:cNvSpPr/>
              <p:nvPr/>
            </p:nvSpPr>
            <p:spPr bwMode="auto">
              <a:xfrm>
                <a:off x="2828" y="2526"/>
                <a:ext cx="353" cy="276"/>
              </a:xfrm>
              <a:custGeom>
                <a:avLst/>
                <a:gdLst/>
                <a:ahLst/>
                <a:cxnLst>
                  <a:cxn ang="0">
                    <a:pos x="122" y="0"/>
                  </a:cxn>
                  <a:cxn ang="0">
                    <a:pos x="0" y="212"/>
                  </a:cxn>
                  <a:cxn ang="0">
                    <a:pos x="111" y="233"/>
                  </a:cxn>
                  <a:cxn ang="0">
                    <a:pos x="353" y="276"/>
                  </a:cxn>
                  <a:cxn ang="0">
                    <a:pos x="122" y="0"/>
                  </a:cxn>
                </a:cxnLst>
                <a:rect l="0" t="0" r="r" b="b"/>
                <a:pathLst>
                  <a:path w="353" h="276">
                    <a:moveTo>
                      <a:pt x="122" y="0"/>
                    </a:moveTo>
                    <a:lnTo>
                      <a:pt x="0" y="212"/>
                    </a:lnTo>
                    <a:lnTo>
                      <a:pt x="111" y="233"/>
                    </a:lnTo>
                    <a:lnTo>
                      <a:pt x="353" y="276"/>
                    </a:lnTo>
                    <a:lnTo>
                      <a:pt x="12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41" name="Freeform 241"/>
              <p:cNvSpPr/>
              <p:nvPr/>
            </p:nvSpPr>
            <p:spPr bwMode="auto">
              <a:xfrm>
                <a:off x="2828" y="2526"/>
                <a:ext cx="353" cy="276"/>
              </a:xfrm>
              <a:custGeom>
                <a:avLst/>
                <a:gdLst/>
                <a:ahLst/>
                <a:cxnLst>
                  <a:cxn ang="0">
                    <a:pos x="122" y="0"/>
                  </a:cxn>
                  <a:cxn ang="0">
                    <a:pos x="0" y="212"/>
                  </a:cxn>
                  <a:cxn ang="0">
                    <a:pos x="111" y="233"/>
                  </a:cxn>
                  <a:cxn ang="0">
                    <a:pos x="353" y="276"/>
                  </a:cxn>
                  <a:cxn ang="0">
                    <a:pos x="122" y="0"/>
                  </a:cxn>
                </a:cxnLst>
                <a:rect l="0" t="0" r="r" b="b"/>
                <a:pathLst>
                  <a:path w="353" h="276">
                    <a:moveTo>
                      <a:pt x="122" y="0"/>
                    </a:moveTo>
                    <a:lnTo>
                      <a:pt x="0" y="212"/>
                    </a:lnTo>
                    <a:lnTo>
                      <a:pt x="111" y="233"/>
                    </a:lnTo>
                    <a:lnTo>
                      <a:pt x="353" y="276"/>
                    </a:lnTo>
                    <a:lnTo>
                      <a:pt x="122" y="0"/>
                    </a:lnTo>
                  </a:path>
                </a:pathLst>
              </a:custGeom>
              <a:noFill/>
              <a:ln w="9525">
                <a:noFill/>
                <a:round/>
              </a:ln>
            </p:spPr>
            <p:txBody>
              <a:bodyPr vert="horz" wrap="square" lIns="82938" tIns="41469" rIns="82938" bIns="41469" numCol="1" anchor="t" anchorCtr="0" compatLnSpc="1"/>
              <a:lstStyle/>
              <a:p>
                <a:endParaRPr lang="en-GB" sz="1815"/>
              </a:p>
            </p:txBody>
          </p:sp>
          <p:sp>
            <p:nvSpPr>
              <p:cNvPr id="51442" name="Freeform 242"/>
              <p:cNvSpPr/>
              <p:nvPr/>
            </p:nvSpPr>
            <p:spPr bwMode="auto">
              <a:xfrm>
                <a:off x="2950" y="2526"/>
                <a:ext cx="231" cy="276"/>
              </a:xfrm>
              <a:custGeom>
                <a:avLst/>
                <a:gdLst/>
                <a:ahLst/>
                <a:cxnLst>
                  <a:cxn ang="0">
                    <a:pos x="0" y="0"/>
                  </a:cxn>
                  <a:cxn ang="0">
                    <a:pos x="0" y="0"/>
                  </a:cxn>
                  <a:cxn ang="0">
                    <a:pos x="231" y="276"/>
                  </a:cxn>
                  <a:cxn ang="0">
                    <a:pos x="231" y="276"/>
                  </a:cxn>
                  <a:cxn ang="0">
                    <a:pos x="0" y="0"/>
                  </a:cxn>
                </a:cxnLst>
                <a:rect l="0" t="0" r="r" b="b"/>
                <a:pathLst>
                  <a:path w="231" h="276">
                    <a:moveTo>
                      <a:pt x="0" y="0"/>
                    </a:moveTo>
                    <a:lnTo>
                      <a:pt x="0" y="0"/>
                    </a:lnTo>
                    <a:lnTo>
                      <a:pt x="231" y="276"/>
                    </a:lnTo>
                    <a:lnTo>
                      <a:pt x="231" y="276"/>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43" name="Freeform 243"/>
              <p:cNvSpPr/>
              <p:nvPr/>
            </p:nvSpPr>
            <p:spPr bwMode="auto">
              <a:xfrm>
                <a:off x="2950" y="2526"/>
                <a:ext cx="231" cy="276"/>
              </a:xfrm>
              <a:custGeom>
                <a:avLst/>
                <a:gdLst/>
                <a:ahLst/>
                <a:cxnLst>
                  <a:cxn ang="0">
                    <a:pos x="0" y="0"/>
                  </a:cxn>
                  <a:cxn ang="0">
                    <a:pos x="0" y="0"/>
                  </a:cxn>
                  <a:cxn ang="0">
                    <a:pos x="231" y="276"/>
                  </a:cxn>
                  <a:cxn ang="0">
                    <a:pos x="231" y="276"/>
                  </a:cxn>
                  <a:cxn ang="0">
                    <a:pos x="0" y="0"/>
                  </a:cxn>
                </a:cxnLst>
                <a:rect l="0" t="0" r="r" b="b"/>
                <a:pathLst>
                  <a:path w="231" h="276">
                    <a:moveTo>
                      <a:pt x="0" y="0"/>
                    </a:moveTo>
                    <a:lnTo>
                      <a:pt x="0" y="0"/>
                    </a:lnTo>
                    <a:lnTo>
                      <a:pt x="231" y="276"/>
                    </a:lnTo>
                    <a:lnTo>
                      <a:pt x="231" y="27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44" name="Freeform 244"/>
              <p:cNvSpPr/>
              <p:nvPr/>
            </p:nvSpPr>
            <p:spPr bwMode="auto">
              <a:xfrm>
                <a:off x="2828" y="2526"/>
                <a:ext cx="122" cy="233"/>
              </a:xfrm>
              <a:custGeom>
                <a:avLst/>
                <a:gdLst/>
                <a:ahLst/>
                <a:cxnLst>
                  <a:cxn ang="0">
                    <a:pos x="122" y="0"/>
                  </a:cxn>
                  <a:cxn ang="0">
                    <a:pos x="0" y="212"/>
                  </a:cxn>
                  <a:cxn ang="0">
                    <a:pos x="111" y="233"/>
                  </a:cxn>
                  <a:cxn ang="0">
                    <a:pos x="0" y="212"/>
                  </a:cxn>
                  <a:cxn ang="0">
                    <a:pos x="122" y="0"/>
                  </a:cxn>
                  <a:cxn ang="0">
                    <a:pos x="122" y="0"/>
                  </a:cxn>
                </a:cxnLst>
                <a:rect l="0" t="0" r="r" b="b"/>
                <a:pathLst>
                  <a:path w="122" h="233">
                    <a:moveTo>
                      <a:pt x="122" y="0"/>
                    </a:moveTo>
                    <a:lnTo>
                      <a:pt x="0" y="212"/>
                    </a:lnTo>
                    <a:lnTo>
                      <a:pt x="111" y="233"/>
                    </a:lnTo>
                    <a:lnTo>
                      <a:pt x="0" y="212"/>
                    </a:lnTo>
                    <a:lnTo>
                      <a:pt x="122" y="0"/>
                    </a:lnTo>
                    <a:lnTo>
                      <a:pt x="1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45" name="Freeform 245"/>
              <p:cNvSpPr/>
              <p:nvPr/>
            </p:nvSpPr>
            <p:spPr bwMode="auto">
              <a:xfrm>
                <a:off x="2828" y="2526"/>
                <a:ext cx="122" cy="233"/>
              </a:xfrm>
              <a:custGeom>
                <a:avLst/>
                <a:gdLst/>
                <a:ahLst/>
                <a:cxnLst>
                  <a:cxn ang="0">
                    <a:pos x="122" y="0"/>
                  </a:cxn>
                  <a:cxn ang="0">
                    <a:pos x="0" y="212"/>
                  </a:cxn>
                  <a:cxn ang="0">
                    <a:pos x="111" y="233"/>
                  </a:cxn>
                  <a:cxn ang="0">
                    <a:pos x="0" y="212"/>
                  </a:cxn>
                  <a:cxn ang="0">
                    <a:pos x="122" y="0"/>
                  </a:cxn>
                  <a:cxn ang="0">
                    <a:pos x="122" y="0"/>
                  </a:cxn>
                </a:cxnLst>
                <a:rect l="0" t="0" r="r" b="b"/>
                <a:pathLst>
                  <a:path w="122" h="233">
                    <a:moveTo>
                      <a:pt x="122" y="0"/>
                    </a:moveTo>
                    <a:lnTo>
                      <a:pt x="0" y="212"/>
                    </a:lnTo>
                    <a:lnTo>
                      <a:pt x="111" y="233"/>
                    </a:lnTo>
                    <a:lnTo>
                      <a:pt x="0" y="212"/>
                    </a:lnTo>
                    <a:lnTo>
                      <a:pt x="122" y="0"/>
                    </a:lnTo>
                    <a:lnTo>
                      <a:pt x="122" y="0"/>
                    </a:lnTo>
                  </a:path>
                </a:pathLst>
              </a:custGeom>
              <a:noFill/>
              <a:ln w="9525">
                <a:noFill/>
                <a:round/>
              </a:ln>
            </p:spPr>
            <p:txBody>
              <a:bodyPr vert="horz" wrap="square" lIns="82938" tIns="41469" rIns="82938" bIns="41469" numCol="1" anchor="t" anchorCtr="0" compatLnSpc="1"/>
              <a:lstStyle/>
              <a:p>
                <a:endParaRPr lang="en-GB" sz="1815"/>
              </a:p>
            </p:txBody>
          </p:sp>
          <p:sp>
            <p:nvSpPr>
              <p:cNvPr id="51446" name="Freeform 246"/>
              <p:cNvSpPr/>
              <p:nvPr/>
            </p:nvSpPr>
            <p:spPr bwMode="auto">
              <a:xfrm>
                <a:off x="2950" y="2512"/>
                <a:ext cx="246" cy="292"/>
              </a:xfrm>
              <a:custGeom>
                <a:avLst/>
                <a:gdLst/>
                <a:ahLst/>
                <a:cxnLst>
                  <a:cxn ang="0">
                    <a:pos x="17" y="0"/>
                  </a:cxn>
                  <a:cxn ang="0">
                    <a:pos x="5" y="6"/>
                  </a:cxn>
                  <a:cxn ang="0">
                    <a:pos x="0" y="14"/>
                  </a:cxn>
                  <a:cxn ang="0">
                    <a:pos x="0" y="14"/>
                  </a:cxn>
                  <a:cxn ang="0">
                    <a:pos x="0" y="14"/>
                  </a:cxn>
                  <a:cxn ang="0">
                    <a:pos x="231" y="290"/>
                  </a:cxn>
                  <a:cxn ang="0">
                    <a:pos x="241" y="292"/>
                  </a:cxn>
                  <a:cxn ang="0">
                    <a:pos x="238" y="282"/>
                  </a:cxn>
                  <a:cxn ang="0">
                    <a:pos x="246" y="287"/>
                  </a:cxn>
                  <a:cxn ang="0">
                    <a:pos x="246" y="277"/>
                  </a:cxn>
                  <a:cxn ang="0">
                    <a:pos x="17" y="0"/>
                  </a:cxn>
                </a:cxnLst>
                <a:rect l="0" t="0" r="r" b="b"/>
                <a:pathLst>
                  <a:path w="246" h="292">
                    <a:moveTo>
                      <a:pt x="17" y="0"/>
                    </a:moveTo>
                    <a:lnTo>
                      <a:pt x="5" y="6"/>
                    </a:lnTo>
                    <a:lnTo>
                      <a:pt x="0" y="14"/>
                    </a:lnTo>
                    <a:lnTo>
                      <a:pt x="0" y="14"/>
                    </a:lnTo>
                    <a:lnTo>
                      <a:pt x="0" y="14"/>
                    </a:lnTo>
                    <a:lnTo>
                      <a:pt x="231" y="290"/>
                    </a:lnTo>
                    <a:lnTo>
                      <a:pt x="241" y="292"/>
                    </a:lnTo>
                    <a:lnTo>
                      <a:pt x="238" y="282"/>
                    </a:lnTo>
                    <a:lnTo>
                      <a:pt x="246" y="287"/>
                    </a:lnTo>
                    <a:lnTo>
                      <a:pt x="246" y="277"/>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47" name="Freeform 247"/>
              <p:cNvSpPr/>
              <p:nvPr/>
            </p:nvSpPr>
            <p:spPr bwMode="auto">
              <a:xfrm>
                <a:off x="2950" y="2512"/>
                <a:ext cx="246" cy="292"/>
              </a:xfrm>
              <a:custGeom>
                <a:avLst/>
                <a:gdLst/>
                <a:ahLst/>
                <a:cxnLst>
                  <a:cxn ang="0">
                    <a:pos x="17" y="0"/>
                  </a:cxn>
                  <a:cxn ang="0">
                    <a:pos x="5" y="6"/>
                  </a:cxn>
                  <a:cxn ang="0">
                    <a:pos x="0" y="14"/>
                  </a:cxn>
                  <a:cxn ang="0">
                    <a:pos x="0" y="14"/>
                  </a:cxn>
                  <a:cxn ang="0">
                    <a:pos x="0" y="14"/>
                  </a:cxn>
                  <a:cxn ang="0">
                    <a:pos x="231" y="290"/>
                  </a:cxn>
                  <a:cxn ang="0">
                    <a:pos x="241" y="292"/>
                  </a:cxn>
                  <a:cxn ang="0">
                    <a:pos x="238" y="282"/>
                  </a:cxn>
                  <a:cxn ang="0">
                    <a:pos x="246" y="287"/>
                  </a:cxn>
                  <a:cxn ang="0">
                    <a:pos x="246" y="277"/>
                  </a:cxn>
                  <a:cxn ang="0">
                    <a:pos x="17" y="0"/>
                  </a:cxn>
                </a:cxnLst>
                <a:rect l="0" t="0" r="r" b="b"/>
                <a:pathLst>
                  <a:path w="246" h="292">
                    <a:moveTo>
                      <a:pt x="17" y="0"/>
                    </a:moveTo>
                    <a:lnTo>
                      <a:pt x="5" y="6"/>
                    </a:lnTo>
                    <a:lnTo>
                      <a:pt x="0" y="14"/>
                    </a:lnTo>
                    <a:lnTo>
                      <a:pt x="0" y="14"/>
                    </a:lnTo>
                    <a:lnTo>
                      <a:pt x="0" y="14"/>
                    </a:lnTo>
                    <a:lnTo>
                      <a:pt x="231" y="290"/>
                    </a:lnTo>
                    <a:lnTo>
                      <a:pt x="241" y="292"/>
                    </a:lnTo>
                    <a:lnTo>
                      <a:pt x="238" y="282"/>
                    </a:lnTo>
                    <a:lnTo>
                      <a:pt x="246" y="287"/>
                    </a:lnTo>
                    <a:lnTo>
                      <a:pt x="246" y="277"/>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1448" name="Freeform 248"/>
              <p:cNvSpPr/>
              <p:nvPr/>
            </p:nvSpPr>
            <p:spPr bwMode="auto">
              <a:xfrm>
                <a:off x="3196" y="2789"/>
                <a:ext cx="7" cy="13"/>
              </a:xfrm>
              <a:custGeom>
                <a:avLst/>
                <a:gdLst/>
                <a:ahLst/>
                <a:cxnLst>
                  <a:cxn ang="0">
                    <a:pos x="0" y="0"/>
                  </a:cxn>
                  <a:cxn ang="0">
                    <a:pos x="0" y="10"/>
                  </a:cxn>
                  <a:cxn ang="0">
                    <a:pos x="5" y="13"/>
                  </a:cxn>
                  <a:cxn ang="0">
                    <a:pos x="7" y="8"/>
                  </a:cxn>
                  <a:cxn ang="0">
                    <a:pos x="0" y="0"/>
                  </a:cxn>
                </a:cxnLst>
                <a:rect l="0" t="0" r="r" b="b"/>
                <a:pathLst>
                  <a:path w="7" h="13">
                    <a:moveTo>
                      <a:pt x="0" y="0"/>
                    </a:moveTo>
                    <a:lnTo>
                      <a:pt x="0" y="10"/>
                    </a:lnTo>
                    <a:lnTo>
                      <a:pt x="5" y="13"/>
                    </a:lnTo>
                    <a:lnTo>
                      <a:pt x="7"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49" name="Freeform 249"/>
              <p:cNvSpPr/>
              <p:nvPr/>
            </p:nvSpPr>
            <p:spPr bwMode="auto">
              <a:xfrm>
                <a:off x="3196" y="2789"/>
                <a:ext cx="7" cy="13"/>
              </a:xfrm>
              <a:custGeom>
                <a:avLst/>
                <a:gdLst/>
                <a:ahLst/>
                <a:cxnLst>
                  <a:cxn ang="0">
                    <a:pos x="0" y="0"/>
                  </a:cxn>
                  <a:cxn ang="0">
                    <a:pos x="0" y="10"/>
                  </a:cxn>
                  <a:cxn ang="0">
                    <a:pos x="5" y="13"/>
                  </a:cxn>
                  <a:cxn ang="0">
                    <a:pos x="7" y="8"/>
                  </a:cxn>
                  <a:cxn ang="0">
                    <a:pos x="0" y="0"/>
                  </a:cxn>
                </a:cxnLst>
                <a:rect l="0" t="0" r="r" b="b"/>
                <a:pathLst>
                  <a:path w="7" h="13">
                    <a:moveTo>
                      <a:pt x="0" y="0"/>
                    </a:moveTo>
                    <a:lnTo>
                      <a:pt x="0" y="10"/>
                    </a:lnTo>
                    <a:lnTo>
                      <a:pt x="5" y="13"/>
                    </a:lnTo>
                    <a:lnTo>
                      <a:pt x="7"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50" name="Freeform 250"/>
              <p:cNvSpPr/>
              <p:nvPr/>
            </p:nvSpPr>
            <p:spPr bwMode="auto">
              <a:xfrm>
                <a:off x="2955" y="2501"/>
                <a:ext cx="12" cy="17"/>
              </a:xfrm>
              <a:custGeom>
                <a:avLst/>
                <a:gdLst/>
                <a:ahLst/>
                <a:cxnLst>
                  <a:cxn ang="0">
                    <a:pos x="2" y="0"/>
                  </a:cxn>
                  <a:cxn ang="0">
                    <a:pos x="2" y="1"/>
                  </a:cxn>
                  <a:cxn ang="0">
                    <a:pos x="2" y="1"/>
                  </a:cxn>
                  <a:cxn ang="0">
                    <a:pos x="12" y="11"/>
                  </a:cxn>
                  <a:cxn ang="0">
                    <a:pos x="0" y="17"/>
                  </a:cxn>
                  <a:cxn ang="0">
                    <a:pos x="0" y="17"/>
                  </a:cxn>
                  <a:cxn ang="0">
                    <a:pos x="12" y="11"/>
                  </a:cxn>
                  <a:cxn ang="0">
                    <a:pos x="2" y="0"/>
                  </a:cxn>
                </a:cxnLst>
                <a:rect l="0" t="0" r="r" b="b"/>
                <a:pathLst>
                  <a:path w="12" h="17">
                    <a:moveTo>
                      <a:pt x="2" y="0"/>
                    </a:moveTo>
                    <a:lnTo>
                      <a:pt x="2" y="1"/>
                    </a:lnTo>
                    <a:lnTo>
                      <a:pt x="2" y="1"/>
                    </a:lnTo>
                    <a:lnTo>
                      <a:pt x="12" y="11"/>
                    </a:lnTo>
                    <a:lnTo>
                      <a:pt x="0" y="17"/>
                    </a:lnTo>
                    <a:lnTo>
                      <a:pt x="0" y="17"/>
                    </a:lnTo>
                    <a:lnTo>
                      <a:pt x="12" y="1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1" name="Freeform 251"/>
              <p:cNvSpPr/>
              <p:nvPr/>
            </p:nvSpPr>
            <p:spPr bwMode="auto">
              <a:xfrm>
                <a:off x="2955" y="2501"/>
                <a:ext cx="12" cy="17"/>
              </a:xfrm>
              <a:custGeom>
                <a:avLst/>
                <a:gdLst/>
                <a:ahLst/>
                <a:cxnLst>
                  <a:cxn ang="0">
                    <a:pos x="2" y="0"/>
                  </a:cxn>
                  <a:cxn ang="0">
                    <a:pos x="2" y="1"/>
                  </a:cxn>
                  <a:cxn ang="0">
                    <a:pos x="2" y="1"/>
                  </a:cxn>
                  <a:cxn ang="0">
                    <a:pos x="12" y="11"/>
                  </a:cxn>
                  <a:cxn ang="0">
                    <a:pos x="0" y="17"/>
                  </a:cxn>
                  <a:cxn ang="0">
                    <a:pos x="0" y="17"/>
                  </a:cxn>
                  <a:cxn ang="0">
                    <a:pos x="12" y="11"/>
                  </a:cxn>
                  <a:cxn ang="0">
                    <a:pos x="2" y="0"/>
                  </a:cxn>
                </a:cxnLst>
                <a:rect l="0" t="0" r="r" b="b"/>
                <a:pathLst>
                  <a:path w="12" h="17">
                    <a:moveTo>
                      <a:pt x="2" y="0"/>
                    </a:moveTo>
                    <a:lnTo>
                      <a:pt x="2" y="1"/>
                    </a:lnTo>
                    <a:lnTo>
                      <a:pt x="2" y="1"/>
                    </a:lnTo>
                    <a:lnTo>
                      <a:pt x="12" y="11"/>
                    </a:lnTo>
                    <a:lnTo>
                      <a:pt x="0" y="17"/>
                    </a:lnTo>
                    <a:lnTo>
                      <a:pt x="0" y="17"/>
                    </a:lnTo>
                    <a:lnTo>
                      <a:pt x="12" y="1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452" name="Rectangle 252"/>
              <p:cNvSpPr>
                <a:spLocks noChangeArrowheads="1"/>
              </p:cNvSpPr>
              <p:nvPr/>
            </p:nvSpPr>
            <p:spPr bwMode="auto">
              <a:xfrm>
                <a:off x="2954" y="249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453" name="Rectangle 253"/>
              <p:cNvSpPr>
                <a:spLocks noChangeArrowheads="1"/>
              </p:cNvSpPr>
              <p:nvPr/>
            </p:nvSpPr>
            <p:spPr bwMode="auto">
              <a:xfrm>
                <a:off x="2954" y="249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54" name="Freeform 254"/>
              <p:cNvSpPr/>
              <p:nvPr/>
            </p:nvSpPr>
            <p:spPr bwMode="auto">
              <a:xfrm>
                <a:off x="2954" y="2497"/>
                <a:ext cx="3" cy="5"/>
              </a:xfrm>
              <a:custGeom>
                <a:avLst/>
                <a:gdLst/>
                <a:ahLst/>
                <a:cxnLst>
                  <a:cxn ang="0">
                    <a:pos x="0" y="0"/>
                  </a:cxn>
                  <a:cxn ang="0">
                    <a:pos x="0" y="0"/>
                  </a:cxn>
                  <a:cxn ang="0">
                    <a:pos x="3" y="5"/>
                  </a:cxn>
                  <a:cxn ang="0">
                    <a:pos x="3" y="5"/>
                  </a:cxn>
                  <a:cxn ang="0">
                    <a:pos x="3" y="4"/>
                  </a:cxn>
                  <a:cxn ang="0">
                    <a:pos x="0" y="0"/>
                  </a:cxn>
                </a:cxnLst>
                <a:rect l="0" t="0" r="r" b="b"/>
                <a:pathLst>
                  <a:path w="3" h="5">
                    <a:moveTo>
                      <a:pt x="0" y="0"/>
                    </a:moveTo>
                    <a:lnTo>
                      <a:pt x="0" y="0"/>
                    </a:lnTo>
                    <a:lnTo>
                      <a:pt x="3" y="5"/>
                    </a:lnTo>
                    <a:lnTo>
                      <a:pt x="3" y="5"/>
                    </a:lnTo>
                    <a:lnTo>
                      <a:pt x="3"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5" name="Freeform 255"/>
              <p:cNvSpPr/>
              <p:nvPr/>
            </p:nvSpPr>
            <p:spPr bwMode="auto">
              <a:xfrm>
                <a:off x="2954" y="2497"/>
                <a:ext cx="3" cy="5"/>
              </a:xfrm>
              <a:custGeom>
                <a:avLst/>
                <a:gdLst/>
                <a:ahLst/>
                <a:cxnLst>
                  <a:cxn ang="0">
                    <a:pos x="0" y="0"/>
                  </a:cxn>
                  <a:cxn ang="0">
                    <a:pos x="0" y="0"/>
                  </a:cxn>
                  <a:cxn ang="0">
                    <a:pos x="3" y="5"/>
                  </a:cxn>
                  <a:cxn ang="0">
                    <a:pos x="3" y="5"/>
                  </a:cxn>
                  <a:cxn ang="0">
                    <a:pos x="3" y="4"/>
                  </a:cxn>
                  <a:cxn ang="0">
                    <a:pos x="0" y="0"/>
                  </a:cxn>
                </a:cxnLst>
                <a:rect l="0" t="0" r="r" b="b"/>
                <a:pathLst>
                  <a:path w="3" h="5">
                    <a:moveTo>
                      <a:pt x="0" y="0"/>
                    </a:moveTo>
                    <a:lnTo>
                      <a:pt x="0" y="0"/>
                    </a:lnTo>
                    <a:lnTo>
                      <a:pt x="3" y="5"/>
                    </a:lnTo>
                    <a:lnTo>
                      <a:pt x="3" y="5"/>
                    </a:lnTo>
                    <a:lnTo>
                      <a:pt x="3"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56" name="Freeform 256"/>
              <p:cNvSpPr/>
              <p:nvPr/>
            </p:nvSpPr>
            <p:spPr bwMode="auto">
              <a:xfrm>
                <a:off x="2806" y="2509"/>
                <a:ext cx="144" cy="229"/>
              </a:xfrm>
              <a:custGeom>
                <a:avLst/>
                <a:gdLst/>
                <a:ahLst/>
                <a:cxnLst>
                  <a:cxn ang="0">
                    <a:pos x="131" y="0"/>
                  </a:cxn>
                  <a:cxn ang="0">
                    <a:pos x="0" y="226"/>
                  </a:cxn>
                  <a:cxn ang="0">
                    <a:pos x="9" y="228"/>
                  </a:cxn>
                  <a:cxn ang="0">
                    <a:pos x="9" y="228"/>
                  </a:cxn>
                  <a:cxn ang="0">
                    <a:pos x="22" y="229"/>
                  </a:cxn>
                  <a:cxn ang="0">
                    <a:pos x="22" y="229"/>
                  </a:cxn>
                  <a:cxn ang="0">
                    <a:pos x="22" y="229"/>
                  </a:cxn>
                  <a:cxn ang="0">
                    <a:pos x="144" y="17"/>
                  </a:cxn>
                  <a:cxn ang="0">
                    <a:pos x="141" y="12"/>
                  </a:cxn>
                  <a:cxn ang="0">
                    <a:pos x="141" y="12"/>
                  </a:cxn>
                  <a:cxn ang="0">
                    <a:pos x="136" y="7"/>
                  </a:cxn>
                  <a:cxn ang="0">
                    <a:pos x="136" y="5"/>
                  </a:cxn>
                  <a:cxn ang="0">
                    <a:pos x="131" y="0"/>
                  </a:cxn>
                </a:cxnLst>
                <a:rect l="0" t="0" r="r" b="b"/>
                <a:pathLst>
                  <a:path w="144" h="229">
                    <a:moveTo>
                      <a:pt x="131" y="0"/>
                    </a:moveTo>
                    <a:lnTo>
                      <a:pt x="0" y="226"/>
                    </a:lnTo>
                    <a:lnTo>
                      <a:pt x="9" y="228"/>
                    </a:lnTo>
                    <a:lnTo>
                      <a:pt x="9" y="228"/>
                    </a:lnTo>
                    <a:lnTo>
                      <a:pt x="22" y="229"/>
                    </a:lnTo>
                    <a:lnTo>
                      <a:pt x="22" y="229"/>
                    </a:lnTo>
                    <a:lnTo>
                      <a:pt x="22" y="229"/>
                    </a:lnTo>
                    <a:lnTo>
                      <a:pt x="144" y="17"/>
                    </a:lnTo>
                    <a:lnTo>
                      <a:pt x="141" y="12"/>
                    </a:lnTo>
                    <a:lnTo>
                      <a:pt x="141" y="12"/>
                    </a:lnTo>
                    <a:lnTo>
                      <a:pt x="136" y="7"/>
                    </a:lnTo>
                    <a:lnTo>
                      <a:pt x="136" y="5"/>
                    </a:lnTo>
                    <a:lnTo>
                      <a:pt x="1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7" name="Freeform 257"/>
              <p:cNvSpPr/>
              <p:nvPr/>
            </p:nvSpPr>
            <p:spPr bwMode="auto">
              <a:xfrm>
                <a:off x="2806" y="2509"/>
                <a:ext cx="144" cy="229"/>
              </a:xfrm>
              <a:custGeom>
                <a:avLst/>
                <a:gdLst/>
                <a:ahLst/>
                <a:cxnLst>
                  <a:cxn ang="0">
                    <a:pos x="131" y="0"/>
                  </a:cxn>
                  <a:cxn ang="0">
                    <a:pos x="0" y="226"/>
                  </a:cxn>
                  <a:cxn ang="0">
                    <a:pos x="9" y="228"/>
                  </a:cxn>
                  <a:cxn ang="0">
                    <a:pos x="9" y="228"/>
                  </a:cxn>
                  <a:cxn ang="0">
                    <a:pos x="22" y="229"/>
                  </a:cxn>
                  <a:cxn ang="0">
                    <a:pos x="22" y="229"/>
                  </a:cxn>
                  <a:cxn ang="0">
                    <a:pos x="22" y="229"/>
                  </a:cxn>
                  <a:cxn ang="0">
                    <a:pos x="144" y="17"/>
                  </a:cxn>
                  <a:cxn ang="0">
                    <a:pos x="141" y="12"/>
                  </a:cxn>
                  <a:cxn ang="0">
                    <a:pos x="141" y="12"/>
                  </a:cxn>
                  <a:cxn ang="0">
                    <a:pos x="136" y="7"/>
                  </a:cxn>
                  <a:cxn ang="0">
                    <a:pos x="136" y="5"/>
                  </a:cxn>
                  <a:cxn ang="0">
                    <a:pos x="131" y="0"/>
                  </a:cxn>
                </a:cxnLst>
                <a:rect l="0" t="0" r="r" b="b"/>
                <a:pathLst>
                  <a:path w="144" h="229">
                    <a:moveTo>
                      <a:pt x="131" y="0"/>
                    </a:moveTo>
                    <a:lnTo>
                      <a:pt x="0" y="226"/>
                    </a:lnTo>
                    <a:lnTo>
                      <a:pt x="9" y="228"/>
                    </a:lnTo>
                    <a:lnTo>
                      <a:pt x="9" y="228"/>
                    </a:lnTo>
                    <a:lnTo>
                      <a:pt x="22" y="229"/>
                    </a:lnTo>
                    <a:lnTo>
                      <a:pt x="22" y="229"/>
                    </a:lnTo>
                    <a:lnTo>
                      <a:pt x="22" y="229"/>
                    </a:lnTo>
                    <a:lnTo>
                      <a:pt x="144" y="17"/>
                    </a:lnTo>
                    <a:lnTo>
                      <a:pt x="141" y="12"/>
                    </a:lnTo>
                    <a:lnTo>
                      <a:pt x="141" y="12"/>
                    </a:lnTo>
                    <a:lnTo>
                      <a:pt x="136" y="7"/>
                    </a:lnTo>
                    <a:lnTo>
                      <a:pt x="136" y="5"/>
                    </a:lnTo>
                    <a:lnTo>
                      <a:pt x="131" y="0"/>
                    </a:lnTo>
                  </a:path>
                </a:pathLst>
              </a:custGeom>
              <a:noFill/>
              <a:ln w="9525">
                <a:noFill/>
                <a:round/>
              </a:ln>
            </p:spPr>
            <p:txBody>
              <a:bodyPr vert="horz" wrap="square" lIns="82938" tIns="41469" rIns="82938" bIns="41469" numCol="1" anchor="t" anchorCtr="0" compatLnSpc="1"/>
              <a:lstStyle/>
              <a:p>
                <a:endParaRPr lang="en-GB" sz="1815"/>
              </a:p>
            </p:txBody>
          </p:sp>
          <p:sp>
            <p:nvSpPr>
              <p:cNvPr id="51458" name="Freeform 258"/>
              <p:cNvSpPr/>
              <p:nvPr/>
            </p:nvSpPr>
            <p:spPr bwMode="auto">
              <a:xfrm>
                <a:off x="2942" y="2514"/>
                <a:ext cx="5" cy="7"/>
              </a:xfrm>
              <a:custGeom>
                <a:avLst/>
                <a:gdLst/>
                <a:ahLst/>
                <a:cxnLst>
                  <a:cxn ang="0">
                    <a:pos x="0" y="0"/>
                  </a:cxn>
                  <a:cxn ang="0">
                    <a:pos x="0" y="2"/>
                  </a:cxn>
                  <a:cxn ang="0">
                    <a:pos x="5" y="7"/>
                  </a:cxn>
                  <a:cxn ang="0">
                    <a:pos x="5" y="7"/>
                  </a:cxn>
                  <a:cxn ang="0">
                    <a:pos x="0" y="0"/>
                  </a:cxn>
                </a:cxnLst>
                <a:rect l="0" t="0" r="r" b="b"/>
                <a:pathLst>
                  <a:path w="5" h="7">
                    <a:moveTo>
                      <a:pt x="0" y="0"/>
                    </a:moveTo>
                    <a:lnTo>
                      <a:pt x="0" y="2"/>
                    </a:lnTo>
                    <a:lnTo>
                      <a:pt x="5" y="7"/>
                    </a:lnTo>
                    <a:lnTo>
                      <a:pt x="5" y="7"/>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9" name="Freeform 259"/>
              <p:cNvSpPr/>
              <p:nvPr/>
            </p:nvSpPr>
            <p:spPr bwMode="auto">
              <a:xfrm>
                <a:off x="2942" y="2514"/>
                <a:ext cx="5" cy="7"/>
              </a:xfrm>
              <a:custGeom>
                <a:avLst/>
                <a:gdLst/>
                <a:ahLst/>
                <a:cxnLst>
                  <a:cxn ang="0">
                    <a:pos x="0" y="0"/>
                  </a:cxn>
                  <a:cxn ang="0">
                    <a:pos x="0" y="2"/>
                  </a:cxn>
                  <a:cxn ang="0">
                    <a:pos x="5" y="7"/>
                  </a:cxn>
                  <a:cxn ang="0">
                    <a:pos x="5" y="7"/>
                  </a:cxn>
                  <a:cxn ang="0">
                    <a:pos x="0" y="0"/>
                  </a:cxn>
                </a:cxnLst>
                <a:rect l="0" t="0" r="r" b="b"/>
                <a:pathLst>
                  <a:path w="5" h="7">
                    <a:moveTo>
                      <a:pt x="0" y="0"/>
                    </a:moveTo>
                    <a:lnTo>
                      <a:pt x="0" y="2"/>
                    </a:lnTo>
                    <a:lnTo>
                      <a:pt x="5" y="7"/>
                    </a:lnTo>
                    <a:lnTo>
                      <a:pt x="5" y="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60" name="Freeform 260"/>
              <p:cNvSpPr>
                <a:spLocks noEditPoints="1"/>
              </p:cNvSpPr>
              <p:nvPr/>
            </p:nvSpPr>
            <p:spPr bwMode="auto">
              <a:xfrm>
                <a:off x="2937" y="2509"/>
                <a:ext cx="18" cy="17"/>
              </a:xfrm>
              <a:custGeom>
                <a:avLst/>
                <a:gdLst/>
                <a:ahLst/>
                <a:cxnLst>
                  <a:cxn ang="0">
                    <a:pos x="18" y="9"/>
                  </a:cxn>
                  <a:cxn ang="0">
                    <a:pos x="10" y="12"/>
                  </a:cxn>
                  <a:cxn ang="0">
                    <a:pos x="13" y="17"/>
                  </a:cxn>
                  <a:cxn ang="0">
                    <a:pos x="18" y="9"/>
                  </a:cxn>
                  <a:cxn ang="0">
                    <a:pos x="0" y="0"/>
                  </a:cxn>
                  <a:cxn ang="0">
                    <a:pos x="0" y="0"/>
                  </a:cxn>
                  <a:cxn ang="0">
                    <a:pos x="5" y="5"/>
                  </a:cxn>
                  <a:cxn ang="0">
                    <a:pos x="5" y="5"/>
                  </a:cxn>
                  <a:cxn ang="0">
                    <a:pos x="5" y="5"/>
                  </a:cxn>
                  <a:cxn ang="0">
                    <a:pos x="0" y="0"/>
                  </a:cxn>
                </a:cxnLst>
                <a:rect l="0" t="0" r="r" b="b"/>
                <a:pathLst>
                  <a:path w="18" h="17">
                    <a:moveTo>
                      <a:pt x="18" y="9"/>
                    </a:moveTo>
                    <a:lnTo>
                      <a:pt x="10" y="12"/>
                    </a:lnTo>
                    <a:lnTo>
                      <a:pt x="13" y="17"/>
                    </a:lnTo>
                    <a:lnTo>
                      <a:pt x="18" y="9"/>
                    </a:lnTo>
                    <a:close/>
                    <a:moveTo>
                      <a:pt x="0" y="0"/>
                    </a:moveTo>
                    <a:lnTo>
                      <a:pt x="0" y="0"/>
                    </a:lnTo>
                    <a:lnTo>
                      <a:pt x="5" y="5"/>
                    </a:lnTo>
                    <a:lnTo>
                      <a:pt x="5" y="5"/>
                    </a:lnTo>
                    <a:lnTo>
                      <a:pt x="5"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1" name="Freeform 261"/>
              <p:cNvSpPr/>
              <p:nvPr/>
            </p:nvSpPr>
            <p:spPr bwMode="auto">
              <a:xfrm>
                <a:off x="2947" y="2518"/>
                <a:ext cx="8" cy="8"/>
              </a:xfrm>
              <a:custGeom>
                <a:avLst/>
                <a:gdLst/>
                <a:ahLst/>
                <a:cxnLst>
                  <a:cxn ang="0">
                    <a:pos x="8" y="0"/>
                  </a:cxn>
                  <a:cxn ang="0">
                    <a:pos x="0" y="3"/>
                  </a:cxn>
                  <a:cxn ang="0">
                    <a:pos x="3" y="8"/>
                  </a:cxn>
                  <a:cxn ang="0">
                    <a:pos x="8" y="0"/>
                  </a:cxn>
                </a:cxnLst>
                <a:rect l="0" t="0" r="r" b="b"/>
                <a:pathLst>
                  <a:path w="8" h="8">
                    <a:moveTo>
                      <a:pt x="8" y="0"/>
                    </a:moveTo>
                    <a:lnTo>
                      <a:pt x="0" y="3"/>
                    </a:lnTo>
                    <a:lnTo>
                      <a:pt x="3" y="8"/>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462" name="Freeform 262"/>
              <p:cNvSpPr/>
              <p:nvPr/>
            </p:nvSpPr>
            <p:spPr bwMode="auto">
              <a:xfrm>
                <a:off x="2937" y="2509"/>
                <a:ext cx="5" cy="5"/>
              </a:xfrm>
              <a:custGeom>
                <a:avLst/>
                <a:gdLst/>
                <a:ahLst/>
                <a:cxnLst>
                  <a:cxn ang="0">
                    <a:pos x="0" y="0"/>
                  </a:cxn>
                  <a:cxn ang="0">
                    <a:pos x="0" y="0"/>
                  </a:cxn>
                  <a:cxn ang="0">
                    <a:pos x="5" y="5"/>
                  </a:cxn>
                  <a:cxn ang="0">
                    <a:pos x="5" y="5"/>
                  </a:cxn>
                  <a:cxn ang="0">
                    <a:pos x="5" y="5"/>
                  </a:cxn>
                  <a:cxn ang="0">
                    <a:pos x="0" y="0"/>
                  </a:cxn>
                </a:cxnLst>
                <a:rect l="0" t="0" r="r" b="b"/>
                <a:pathLst>
                  <a:path w="5" h="5">
                    <a:moveTo>
                      <a:pt x="0" y="0"/>
                    </a:moveTo>
                    <a:lnTo>
                      <a:pt x="0" y="0"/>
                    </a:lnTo>
                    <a:lnTo>
                      <a:pt x="5" y="5"/>
                    </a:lnTo>
                    <a:lnTo>
                      <a:pt x="5" y="5"/>
                    </a:lnTo>
                    <a:lnTo>
                      <a:pt x="5"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63" name="Freeform 263"/>
              <p:cNvSpPr/>
              <p:nvPr/>
            </p:nvSpPr>
            <p:spPr bwMode="auto">
              <a:xfrm>
                <a:off x="2937" y="2502"/>
                <a:ext cx="30" cy="19"/>
              </a:xfrm>
              <a:custGeom>
                <a:avLst/>
                <a:gdLst/>
                <a:ahLst/>
                <a:cxnLst>
                  <a:cxn ang="0">
                    <a:pos x="20" y="0"/>
                  </a:cxn>
                  <a:cxn ang="0">
                    <a:pos x="13" y="7"/>
                  </a:cxn>
                  <a:cxn ang="0">
                    <a:pos x="13" y="7"/>
                  </a:cxn>
                  <a:cxn ang="0">
                    <a:pos x="13" y="7"/>
                  </a:cxn>
                  <a:cxn ang="0">
                    <a:pos x="5" y="12"/>
                  </a:cxn>
                  <a:cxn ang="0">
                    <a:pos x="0" y="7"/>
                  </a:cxn>
                  <a:cxn ang="0">
                    <a:pos x="0" y="7"/>
                  </a:cxn>
                  <a:cxn ang="0">
                    <a:pos x="5" y="12"/>
                  </a:cxn>
                  <a:cxn ang="0">
                    <a:pos x="5" y="12"/>
                  </a:cxn>
                  <a:cxn ang="0">
                    <a:pos x="5" y="12"/>
                  </a:cxn>
                  <a:cxn ang="0">
                    <a:pos x="10" y="19"/>
                  </a:cxn>
                  <a:cxn ang="0">
                    <a:pos x="18" y="16"/>
                  </a:cxn>
                  <a:cxn ang="0">
                    <a:pos x="18" y="16"/>
                  </a:cxn>
                  <a:cxn ang="0">
                    <a:pos x="30" y="10"/>
                  </a:cxn>
                  <a:cxn ang="0">
                    <a:pos x="20" y="0"/>
                  </a:cxn>
                </a:cxnLst>
                <a:rect l="0" t="0" r="r" b="b"/>
                <a:pathLst>
                  <a:path w="30" h="19">
                    <a:moveTo>
                      <a:pt x="20" y="0"/>
                    </a:moveTo>
                    <a:lnTo>
                      <a:pt x="13" y="7"/>
                    </a:lnTo>
                    <a:lnTo>
                      <a:pt x="13" y="7"/>
                    </a:lnTo>
                    <a:lnTo>
                      <a:pt x="13" y="7"/>
                    </a:lnTo>
                    <a:lnTo>
                      <a:pt x="5" y="12"/>
                    </a:lnTo>
                    <a:lnTo>
                      <a:pt x="0" y="7"/>
                    </a:lnTo>
                    <a:lnTo>
                      <a:pt x="0" y="7"/>
                    </a:lnTo>
                    <a:lnTo>
                      <a:pt x="5" y="12"/>
                    </a:lnTo>
                    <a:lnTo>
                      <a:pt x="5" y="12"/>
                    </a:lnTo>
                    <a:lnTo>
                      <a:pt x="5" y="12"/>
                    </a:lnTo>
                    <a:lnTo>
                      <a:pt x="10" y="19"/>
                    </a:lnTo>
                    <a:lnTo>
                      <a:pt x="18" y="16"/>
                    </a:lnTo>
                    <a:lnTo>
                      <a:pt x="18" y="16"/>
                    </a:lnTo>
                    <a:lnTo>
                      <a:pt x="30" y="1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4" name="Freeform 264"/>
              <p:cNvSpPr/>
              <p:nvPr/>
            </p:nvSpPr>
            <p:spPr bwMode="auto">
              <a:xfrm>
                <a:off x="2937" y="2502"/>
                <a:ext cx="30" cy="19"/>
              </a:xfrm>
              <a:custGeom>
                <a:avLst/>
                <a:gdLst/>
                <a:ahLst/>
                <a:cxnLst>
                  <a:cxn ang="0">
                    <a:pos x="20" y="0"/>
                  </a:cxn>
                  <a:cxn ang="0">
                    <a:pos x="13" y="7"/>
                  </a:cxn>
                  <a:cxn ang="0">
                    <a:pos x="13" y="7"/>
                  </a:cxn>
                  <a:cxn ang="0">
                    <a:pos x="13" y="7"/>
                  </a:cxn>
                  <a:cxn ang="0">
                    <a:pos x="5" y="12"/>
                  </a:cxn>
                  <a:cxn ang="0">
                    <a:pos x="0" y="7"/>
                  </a:cxn>
                  <a:cxn ang="0">
                    <a:pos x="0" y="7"/>
                  </a:cxn>
                  <a:cxn ang="0">
                    <a:pos x="5" y="12"/>
                  </a:cxn>
                  <a:cxn ang="0">
                    <a:pos x="5" y="12"/>
                  </a:cxn>
                  <a:cxn ang="0">
                    <a:pos x="5" y="12"/>
                  </a:cxn>
                  <a:cxn ang="0">
                    <a:pos x="10" y="19"/>
                  </a:cxn>
                  <a:cxn ang="0">
                    <a:pos x="18" y="16"/>
                  </a:cxn>
                  <a:cxn ang="0">
                    <a:pos x="18" y="16"/>
                  </a:cxn>
                  <a:cxn ang="0">
                    <a:pos x="30" y="10"/>
                  </a:cxn>
                  <a:cxn ang="0">
                    <a:pos x="20" y="0"/>
                  </a:cxn>
                </a:cxnLst>
                <a:rect l="0" t="0" r="r" b="b"/>
                <a:pathLst>
                  <a:path w="30" h="19">
                    <a:moveTo>
                      <a:pt x="20" y="0"/>
                    </a:moveTo>
                    <a:lnTo>
                      <a:pt x="13" y="7"/>
                    </a:lnTo>
                    <a:lnTo>
                      <a:pt x="13" y="7"/>
                    </a:lnTo>
                    <a:lnTo>
                      <a:pt x="13" y="7"/>
                    </a:lnTo>
                    <a:lnTo>
                      <a:pt x="5" y="12"/>
                    </a:lnTo>
                    <a:lnTo>
                      <a:pt x="0" y="7"/>
                    </a:lnTo>
                    <a:lnTo>
                      <a:pt x="0" y="7"/>
                    </a:lnTo>
                    <a:lnTo>
                      <a:pt x="5" y="12"/>
                    </a:lnTo>
                    <a:lnTo>
                      <a:pt x="5" y="12"/>
                    </a:lnTo>
                    <a:lnTo>
                      <a:pt x="5" y="12"/>
                    </a:lnTo>
                    <a:lnTo>
                      <a:pt x="10" y="19"/>
                    </a:lnTo>
                    <a:lnTo>
                      <a:pt x="18" y="16"/>
                    </a:lnTo>
                    <a:lnTo>
                      <a:pt x="18" y="16"/>
                    </a:lnTo>
                    <a:lnTo>
                      <a:pt x="30" y="1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465" name="Freeform 265"/>
              <p:cNvSpPr/>
              <p:nvPr/>
            </p:nvSpPr>
            <p:spPr bwMode="auto">
              <a:xfrm>
                <a:off x="2942" y="2497"/>
                <a:ext cx="12" cy="4"/>
              </a:xfrm>
              <a:custGeom>
                <a:avLst/>
                <a:gdLst/>
                <a:ahLst/>
                <a:cxnLst>
                  <a:cxn ang="0">
                    <a:pos x="12" y="0"/>
                  </a:cxn>
                  <a:cxn ang="0">
                    <a:pos x="0" y="4"/>
                  </a:cxn>
                  <a:cxn ang="0">
                    <a:pos x="0" y="4"/>
                  </a:cxn>
                  <a:cxn ang="0">
                    <a:pos x="12" y="0"/>
                  </a:cxn>
                  <a:cxn ang="0">
                    <a:pos x="12" y="0"/>
                  </a:cxn>
                </a:cxnLst>
                <a:rect l="0" t="0" r="r" b="b"/>
                <a:pathLst>
                  <a:path w="12" h="4">
                    <a:moveTo>
                      <a:pt x="12" y="0"/>
                    </a:moveTo>
                    <a:lnTo>
                      <a:pt x="0" y="4"/>
                    </a:lnTo>
                    <a:lnTo>
                      <a:pt x="0" y="4"/>
                    </a:lnTo>
                    <a:lnTo>
                      <a:pt x="12" y="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6" name="Freeform 266"/>
              <p:cNvSpPr/>
              <p:nvPr/>
            </p:nvSpPr>
            <p:spPr bwMode="auto">
              <a:xfrm>
                <a:off x="2942" y="2497"/>
                <a:ext cx="12" cy="4"/>
              </a:xfrm>
              <a:custGeom>
                <a:avLst/>
                <a:gdLst/>
                <a:ahLst/>
                <a:cxnLst>
                  <a:cxn ang="0">
                    <a:pos x="12" y="0"/>
                  </a:cxn>
                  <a:cxn ang="0">
                    <a:pos x="0" y="4"/>
                  </a:cxn>
                  <a:cxn ang="0">
                    <a:pos x="0" y="4"/>
                  </a:cxn>
                  <a:cxn ang="0">
                    <a:pos x="12" y="0"/>
                  </a:cxn>
                  <a:cxn ang="0">
                    <a:pos x="12" y="0"/>
                  </a:cxn>
                </a:cxnLst>
                <a:rect l="0" t="0" r="r" b="b"/>
                <a:pathLst>
                  <a:path w="12" h="4">
                    <a:moveTo>
                      <a:pt x="12" y="0"/>
                    </a:moveTo>
                    <a:lnTo>
                      <a:pt x="0" y="4"/>
                    </a:lnTo>
                    <a:lnTo>
                      <a:pt x="0" y="4"/>
                    </a:lnTo>
                    <a:lnTo>
                      <a:pt x="12"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467" name="Freeform 267"/>
              <p:cNvSpPr/>
              <p:nvPr/>
            </p:nvSpPr>
            <p:spPr bwMode="auto">
              <a:xfrm>
                <a:off x="2937" y="2497"/>
                <a:ext cx="20" cy="17"/>
              </a:xfrm>
              <a:custGeom>
                <a:avLst/>
                <a:gdLst/>
                <a:ahLst/>
                <a:cxnLst>
                  <a:cxn ang="0">
                    <a:pos x="17" y="0"/>
                  </a:cxn>
                  <a:cxn ang="0">
                    <a:pos x="5" y="4"/>
                  </a:cxn>
                  <a:cxn ang="0">
                    <a:pos x="3" y="7"/>
                  </a:cxn>
                  <a:cxn ang="0">
                    <a:pos x="0" y="12"/>
                  </a:cxn>
                  <a:cxn ang="0">
                    <a:pos x="5" y="17"/>
                  </a:cxn>
                  <a:cxn ang="0">
                    <a:pos x="13" y="12"/>
                  </a:cxn>
                  <a:cxn ang="0">
                    <a:pos x="20" y="5"/>
                  </a:cxn>
                  <a:cxn ang="0">
                    <a:pos x="17" y="0"/>
                  </a:cxn>
                </a:cxnLst>
                <a:rect l="0" t="0" r="r" b="b"/>
                <a:pathLst>
                  <a:path w="20" h="17">
                    <a:moveTo>
                      <a:pt x="17" y="0"/>
                    </a:moveTo>
                    <a:lnTo>
                      <a:pt x="5" y="4"/>
                    </a:lnTo>
                    <a:lnTo>
                      <a:pt x="3" y="7"/>
                    </a:lnTo>
                    <a:lnTo>
                      <a:pt x="0" y="12"/>
                    </a:lnTo>
                    <a:lnTo>
                      <a:pt x="5" y="17"/>
                    </a:lnTo>
                    <a:lnTo>
                      <a:pt x="13" y="12"/>
                    </a:lnTo>
                    <a:lnTo>
                      <a:pt x="20" y="5"/>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8" name="Freeform 268"/>
              <p:cNvSpPr/>
              <p:nvPr/>
            </p:nvSpPr>
            <p:spPr bwMode="auto">
              <a:xfrm>
                <a:off x="2937" y="2497"/>
                <a:ext cx="20" cy="17"/>
              </a:xfrm>
              <a:custGeom>
                <a:avLst/>
                <a:gdLst/>
                <a:ahLst/>
                <a:cxnLst>
                  <a:cxn ang="0">
                    <a:pos x="17" y="0"/>
                  </a:cxn>
                  <a:cxn ang="0">
                    <a:pos x="5" y="4"/>
                  </a:cxn>
                  <a:cxn ang="0">
                    <a:pos x="3" y="7"/>
                  </a:cxn>
                  <a:cxn ang="0">
                    <a:pos x="0" y="12"/>
                  </a:cxn>
                  <a:cxn ang="0">
                    <a:pos x="5" y="17"/>
                  </a:cxn>
                  <a:cxn ang="0">
                    <a:pos x="13" y="12"/>
                  </a:cxn>
                  <a:cxn ang="0">
                    <a:pos x="20" y="5"/>
                  </a:cxn>
                  <a:cxn ang="0">
                    <a:pos x="17" y="0"/>
                  </a:cxn>
                </a:cxnLst>
                <a:rect l="0" t="0" r="r" b="b"/>
                <a:pathLst>
                  <a:path w="20" h="17">
                    <a:moveTo>
                      <a:pt x="17" y="0"/>
                    </a:moveTo>
                    <a:lnTo>
                      <a:pt x="5" y="4"/>
                    </a:lnTo>
                    <a:lnTo>
                      <a:pt x="3" y="7"/>
                    </a:lnTo>
                    <a:lnTo>
                      <a:pt x="0" y="12"/>
                    </a:lnTo>
                    <a:lnTo>
                      <a:pt x="5" y="17"/>
                    </a:lnTo>
                    <a:lnTo>
                      <a:pt x="13" y="12"/>
                    </a:lnTo>
                    <a:lnTo>
                      <a:pt x="20" y="5"/>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1469" name="Freeform 269"/>
              <p:cNvSpPr/>
              <p:nvPr/>
            </p:nvSpPr>
            <p:spPr bwMode="auto">
              <a:xfrm>
                <a:off x="1736" y="2564"/>
                <a:ext cx="464" cy="985"/>
              </a:xfrm>
              <a:custGeom>
                <a:avLst/>
                <a:gdLst/>
                <a:ahLst/>
                <a:cxnLst>
                  <a:cxn ang="0">
                    <a:pos x="0" y="0"/>
                  </a:cxn>
                  <a:cxn ang="0">
                    <a:pos x="175" y="985"/>
                  </a:cxn>
                  <a:cxn ang="0">
                    <a:pos x="181" y="981"/>
                  </a:cxn>
                  <a:cxn ang="0">
                    <a:pos x="464" y="819"/>
                  </a:cxn>
                  <a:cxn ang="0">
                    <a:pos x="330" y="59"/>
                  </a:cxn>
                  <a:cxn ang="0">
                    <a:pos x="190" y="34"/>
                  </a:cxn>
                  <a:cxn ang="0">
                    <a:pos x="0" y="0"/>
                  </a:cxn>
                </a:cxnLst>
                <a:rect l="0" t="0" r="r" b="b"/>
                <a:pathLst>
                  <a:path w="464" h="985">
                    <a:moveTo>
                      <a:pt x="0" y="0"/>
                    </a:moveTo>
                    <a:lnTo>
                      <a:pt x="175" y="985"/>
                    </a:lnTo>
                    <a:lnTo>
                      <a:pt x="181" y="981"/>
                    </a:lnTo>
                    <a:lnTo>
                      <a:pt x="464" y="819"/>
                    </a:lnTo>
                    <a:lnTo>
                      <a:pt x="330" y="59"/>
                    </a:lnTo>
                    <a:lnTo>
                      <a:pt x="190" y="34"/>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70" name="Freeform 270"/>
              <p:cNvSpPr/>
              <p:nvPr/>
            </p:nvSpPr>
            <p:spPr bwMode="auto">
              <a:xfrm>
                <a:off x="1736" y="2564"/>
                <a:ext cx="464" cy="985"/>
              </a:xfrm>
              <a:custGeom>
                <a:avLst/>
                <a:gdLst/>
                <a:ahLst/>
                <a:cxnLst>
                  <a:cxn ang="0">
                    <a:pos x="0" y="0"/>
                  </a:cxn>
                  <a:cxn ang="0">
                    <a:pos x="175" y="985"/>
                  </a:cxn>
                  <a:cxn ang="0">
                    <a:pos x="181" y="981"/>
                  </a:cxn>
                  <a:cxn ang="0">
                    <a:pos x="464" y="819"/>
                  </a:cxn>
                  <a:cxn ang="0">
                    <a:pos x="330" y="59"/>
                  </a:cxn>
                  <a:cxn ang="0">
                    <a:pos x="190" y="34"/>
                  </a:cxn>
                  <a:cxn ang="0">
                    <a:pos x="0" y="0"/>
                  </a:cxn>
                </a:cxnLst>
                <a:rect l="0" t="0" r="r" b="b"/>
                <a:pathLst>
                  <a:path w="464" h="985">
                    <a:moveTo>
                      <a:pt x="0" y="0"/>
                    </a:moveTo>
                    <a:lnTo>
                      <a:pt x="175" y="985"/>
                    </a:lnTo>
                    <a:lnTo>
                      <a:pt x="181" y="981"/>
                    </a:lnTo>
                    <a:lnTo>
                      <a:pt x="464" y="819"/>
                    </a:lnTo>
                    <a:lnTo>
                      <a:pt x="330" y="59"/>
                    </a:lnTo>
                    <a:lnTo>
                      <a:pt x="190" y="3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1" name="Freeform 271"/>
              <p:cNvSpPr/>
              <p:nvPr/>
            </p:nvSpPr>
            <p:spPr bwMode="auto">
              <a:xfrm>
                <a:off x="1926" y="2598"/>
                <a:ext cx="140" cy="25"/>
              </a:xfrm>
              <a:custGeom>
                <a:avLst/>
                <a:gdLst/>
                <a:ahLst/>
                <a:cxnLst>
                  <a:cxn ang="0">
                    <a:pos x="0" y="0"/>
                  </a:cxn>
                  <a:cxn ang="0">
                    <a:pos x="0" y="0"/>
                  </a:cxn>
                  <a:cxn ang="0">
                    <a:pos x="140" y="25"/>
                  </a:cxn>
                  <a:cxn ang="0">
                    <a:pos x="140" y="25"/>
                  </a:cxn>
                  <a:cxn ang="0">
                    <a:pos x="0" y="0"/>
                  </a:cxn>
                </a:cxnLst>
                <a:rect l="0" t="0" r="r" b="b"/>
                <a:pathLst>
                  <a:path w="140" h="25">
                    <a:moveTo>
                      <a:pt x="0" y="0"/>
                    </a:moveTo>
                    <a:lnTo>
                      <a:pt x="0" y="0"/>
                    </a:lnTo>
                    <a:lnTo>
                      <a:pt x="140" y="25"/>
                    </a:lnTo>
                    <a:lnTo>
                      <a:pt x="140" y="2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72" name="Freeform 272"/>
              <p:cNvSpPr/>
              <p:nvPr/>
            </p:nvSpPr>
            <p:spPr bwMode="auto">
              <a:xfrm>
                <a:off x="1926" y="2598"/>
                <a:ext cx="140" cy="25"/>
              </a:xfrm>
              <a:custGeom>
                <a:avLst/>
                <a:gdLst/>
                <a:ahLst/>
                <a:cxnLst>
                  <a:cxn ang="0">
                    <a:pos x="0" y="0"/>
                  </a:cxn>
                  <a:cxn ang="0">
                    <a:pos x="0" y="0"/>
                  </a:cxn>
                  <a:cxn ang="0">
                    <a:pos x="140" y="25"/>
                  </a:cxn>
                  <a:cxn ang="0">
                    <a:pos x="140" y="25"/>
                  </a:cxn>
                  <a:cxn ang="0">
                    <a:pos x="0" y="0"/>
                  </a:cxn>
                </a:cxnLst>
                <a:rect l="0" t="0" r="r" b="b"/>
                <a:pathLst>
                  <a:path w="140" h="25">
                    <a:moveTo>
                      <a:pt x="0" y="0"/>
                    </a:moveTo>
                    <a:lnTo>
                      <a:pt x="0" y="0"/>
                    </a:lnTo>
                    <a:lnTo>
                      <a:pt x="140" y="25"/>
                    </a:lnTo>
                    <a:lnTo>
                      <a:pt x="140" y="2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3" name="Freeform 273"/>
              <p:cNvSpPr>
                <a:spLocks noEditPoints="1"/>
              </p:cNvSpPr>
              <p:nvPr/>
            </p:nvSpPr>
            <p:spPr bwMode="auto">
              <a:xfrm>
                <a:off x="1713" y="2539"/>
                <a:ext cx="487" cy="1021"/>
              </a:xfrm>
              <a:custGeom>
                <a:avLst/>
                <a:gdLst/>
                <a:ahLst/>
                <a:cxnLst>
                  <a:cxn ang="0">
                    <a:pos x="353" y="84"/>
                  </a:cxn>
                  <a:cxn ang="0">
                    <a:pos x="487" y="844"/>
                  </a:cxn>
                  <a:cxn ang="0">
                    <a:pos x="204" y="1006"/>
                  </a:cxn>
                  <a:cxn ang="0">
                    <a:pos x="487" y="844"/>
                  </a:cxn>
                  <a:cxn ang="0">
                    <a:pos x="353" y="84"/>
                  </a:cxn>
                  <a:cxn ang="0">
                    <a:pos x="0" y="0"/>
                  </a:cxn>
                  <a:cxn ang="0">
                    <a:pos x="179" y="1021"/>
                  </a:cxn>
                  <a:cxn ang="0">
                    <a:pos x="198" y="1010"/>
                  </a:cxn>
                  <a:cxn ang="0">
                    <a:pos x="23" y="25"/>
                  </a:cxn>
                  <a:cxn ang="0">
                    <a:pos x="213" y="59"/>
                  </a:cxn>
                  <a:cxn ang="0">
                    <a:pos x="8" y="22"/>
                  </a:cxn>
                  <a:cxn ang="0">
                    <a:pos x="7" y="15"/>
                  </a:cxn>
                  <a:cxn ang="0">
                    <a:pos x="5" y="9"/>
                  </a:cxn>
                  <a:cxn ang="0">
                    <a:pos x="8" y="2"/>
                  </a:cxn>
                  <a:cxn ang="0">
                    <a:pos x="0" y="0"/>
                  </a:cxn>
                </a:cxnLst>
                <a:rect l="0" t="0" r="r" b="b"/>
                <a:pathLst>
                  <a:path w="487" h="1021">
                    <a:moveTo>
                      <a:pt x="353" y="84"/>
                    </a:moveTo>
                    <a:lnTo>
                      <a:pt x="487" y="844"/>
                    </a:lnTo>
                    <a:lnTo>
                      <a:pt x="204" y="1006"/>
                    </a:lnTo>
                    <a:lnTo>
                      <a:pt x="487" y="844"/>
                    </a:lnTo>
                    <a:lnTo>
                      <a:pt x="353" y="84"/>
                    </a:lnTo>
                    <a:close/>
                    <a:moveTo>
                      <a:pt x="0" y="0"/>
                    </a:moveTo>
                    <a:lnTo>
                      <a:pt x="179" y="1021"/>
                    </a:lnTo>
                    <a:lnTo>
                      <a:pt x="198" y="1010"/>
                    </a:lnTo>
                    <a:lnTo>
                      <a:pt x="23" y="25"/>
                    </a:lnTo>
                    <a:lnTo>
                      <a:pt x="213" y="59"/>
                    </a:lnTo>
                    <a:lnTo>
                      <a:pt x="8" y="22"/>
                    </a:lnTo>
                    <a:lnTo>
                      <a:pt x="7" y="15"/>
                    </a:lnTo>
                    <a:lnTo>
                      <a:pt x="5" y="9"/>
                    </a:lnTo>
                    <a:lnTo>
                      <a:pt x="8"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74" name="Freeform 274"/>
              <p:cNvSpPr/>
              <p:nvPr/>
            </p:nvSpPr>
            <p:spPr bwMode="auto">
              <a:xfrm>
                <a:off x="1917" y="2623"/>
                <a:ext cx="283" cy="922"/>
              </a:xfrm>
              <a:custGeom>
                <a:avLst/>
                <a:gdLst/>
                <a:ahLst/>
                <a:cxnLst>
                  <a:cxn ang="0">
                    <a:pos x="149" y="0"/>
                  </a:cxn>
                  <a:cxn ang="0">
                    <a:pos x="283" y="760"/>
                  </a:cxn>
                  <a:cxn ang="0">
                    <a:pos x="0" y="922"/>
                  </a:cxn>
                  <a:cxn ang="0">
                    <a:pos x="283" y="760"/>
                  </a:cxn>
                  <a:cxn ang="0">
                    <a:pos x="149" y="0"/>
                  </a:cxn>
                </a:cxnLst>
                <a:rect l="0" t="0" r="r" b="b"/>
                <a:pathLst>
                  <a:path w="283" h="922">
                    <a:moveTo>
                      <a:pt x="149" y="0"/>
                    </a:moveTo>
                    <a:lnTo>
                      <a:pt x="283" y="760"/>
                    </a:lnTo>
                    <a:lnTo>
                      <a:pt x="0" y="922"/>
                    </a:lnTo>
                    <a:lnTo>
                      <a:pt x="283" y="760"/>
                    </a:lnTo>
                    <a:lnTo>
                      <a:pt x="149" y="0"/>
                    </a:lnTo>
                  </a:path>
                </a:pathLst>
              </a:custGeom>
              <a:noFill/>
              <a:ln w="9525">
                <a:noFill/>
                <a:round/>
              </a:ln>
            </p:spPr>
            <p:txBody>
              <a:bodyPr vert="horz" wrap="square" lIns="82938" tIns="41469" rIns="82938" bIns="41469" numCol="1" anchor="t" anchorCtr="0" compatLnSpc="1"/>
              <a:lstStyle/>
              <a:p>
                <a:endParaRPr lang="en-GB" sz="1815"/>
              </a:p>
            </p:txBody>
          </p:sp>
          <p:sp>
            <p:nvSpPr>
              <p:cNvPr id="51475" name="Freeform 275"/>
              <p:cNvSpPr/>
              <p:nvPr/>
            </p:nvSpPr>
            <p:spPr bwMode="auto">
              <a:xfrm>
                <a:off x="1713" y="2539"/>
                <a:ext cx="213" cy="1021"/>
              </a:xfrm>
              <a:custGeom>
                <a:avLst/>
                <a:gdLst/>
                <a:ahLst/>
                <a:cxnLst>
                  <a:cxn ang="0">
                    <a:pos x="0" y="0"/>
                  </a:cxn>
                  <a:cxn ang="0">
                    <a:pos x="179" y="1021"/>
                  </a:cxn>
                  <a:cxn ang="0">
                    <a:pos x="198" y="1010"/>
                  </a:cxn>
                  <a:cxn ang="0">
                    <a:pos x="23" y="25"/>
                  </a:cxn>
                  <a:cxn ang="0">
                    <a:pos x="213" y="59"/>
                  </a:cxn>
                  <a:cxn ang="0">
                    <a:pos x="8" y="22"/>
                  </a:cxn>
                  <a:cxn ang="0">
                    <a:pos x="7" y="15"/>
                  </a:cxn>
                  <a:cxn ang="0">
                    <a:pos x="5" y="9"/>
                  </a:cxn>
                  <a:cxn ang="0">
                    <a:pos x="8" y="2"/>
                  </a:cxn>
                  <a:cxn ang="0">
                    <a:pos x="0" y="0"/>
                  </a:cxn>
                </a:cxnLst>
                <a:rect l="0" t="0" r="r" b="b"/>
                <a:pathLst>
                  <a:path w="213" h="1021">
                    <a:moveTo>
                      <a:pt x="0" y="0"/>
                    </a:moveTo>
                    <a:lnTo>
                      <a:pt x="179" y="1021"/>
                    </a:lnTo>
                    <a:lnTo>
                      <a:pt x="198" y="1010"/>
                    </a:lnTo>
                    <a:lnTo>
                      <a:pt x="23" y="25"/>
                    </a:lnTo>
                    <a:lnTo>
                      <a:pt x="213" y="59"/>
                    </a:lnTo>
                    <a:lnTo>
                      <a:pt x="8" y="22"/>
                    </a:lnTo>
                    <a:lnTo>
                      <a:pt x="7" y="15"/>
                    </a:lnTo>
                    <a:lnTo>
                      <a:pt x="5" y="9"/>
                    </a:lnTo>
                    <a:lnTo>
                      <a:pt x="8"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6" name="Freeform 276"/>
              <p:cNvSpPr/>
              <p:nvPr/>
            </p:nvSpPr>
            <p:spPr bwMode="auto">
              <a:xfrm>
                <a:off x="1743" y="2544"/>
                <a:ext cx="328" cy="59"/>
              </a:xfrm>
              <a:custGeom>
                <a:avLst/>
                <a:gdLst/>
                <a:ahLst/>
                <a:cxnLst>
                  <a:cxn ang="0">
                    <a:pos x="0" y="0"/>
                  </a:cxn>
                  <a:cxn ang="0">
                    <a:pos x="0" y="0"/>
                  </a:cxn>
                  <a:cxn ang="0">
                    <a:pos x="186" y="34"/>
                  </a:cxn>
                  <a:cxn ang="0">
                    <a:pos x="328" y="59"/>
                  </a:cxn>
                  <a:cxn ang="0">
                    <a:pos x="328" y="59"/>
                  </a:cxn>
                  <a:cxn ang="0">
                    <a:pos x="186" y="34"/>
                  </a:cxn>
                  <a:cxn ang="0">
                    <a:pos x="0" y="0"/>
                  </a:cxn>
                </a:cxnLst>
                <a:rect l="0" t="0" r="r" b="b"/>
                <a:pathLst>
                  <a:path w="328" h="59">
                    <a:moveTo>
                      <a:pt x="0" y="0"/>
                    </a:moveTo>
                    <a:lnTo>
                      <a:pt x="0" y="0"/>
                    </a:lnTo>
                    <a:lnTo>
                      <a:pt x="186" y="34"/>
                    </a:lnTo>
                    <a:lnTo>
                      <a:pt x="328" y="59"/>
                    </a:lnTo>
                    <a:lnTo>
                      <a:pt x="328" y="59"/>
                    </a:lnTo>
                    <a:lnTo>
                      <a:pt x="186" y="34"/>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477" name="Freeform 277"/>
              <p:cNvSpPr/>
              <p:nvPr/>
            </p:nvSpPr>
            <p:spPr bwMode="auto">
              <a:xfrm>
                <a:off x="1743" y="2544"/>
                <a:ext cx="328" cy="59"/>
              </a:xfrm>
              <a:custGeom>
                <a:avLst/>
                <a:gdLst/>
                <a:ahLst/>
                <a:cxnLst>
                  <a:cxn ang="0">
                    <a:pos x="0" y="0"/>
                  </a:cxn>
                  <a:cxn ang="0">
                    <a:pos x="0" y="0"/>
                  </a:cxn>
                  <a:cxn ang="0">
                    <a:pos x="186" y="34"/>
                  </a:cxn>
                  <a:cxn ang="0">
                    <a:pos x="328" y="59"/>
                  </a:cxn>
                  <a:cxn ang="0">
                    <a:pos x="328" y="59"/>
                  </a:cxn>
                  <a:cxn ang="0">
                    <a:pos x="186" y="34"/>
                  </a:cxn>
                  <a:cxn ang="0">
                    <a:pos x="0" y="0"/>
                  </a:cxn>
                </a:cxnLst>
                <a:rect l="0" t="0" r="r" b="b"/>
                <a:pathLst>
                  <a:path w="328" h="59">
                    <a:moveTo>
                      <a:pt x="0" y="0"/>
                    </a:moveTo>
                    <a:lnTo>
                      <a:pt x="0" y="0"/>
                    </a:lnTo>
                    <a:lnTo>
                      <a:pt x="186" y="34"/>
                    </a:lnTo>
                    <a:lnTo>
                      <a:pt x="328" y="59"/>
                    </a:lnTo>
                    <a:lnTo>
                      <a:pt x="328" y="59"/>
                    </a:lnTo>
                    <a:lnTo>
                      <a:pt x="186" y="3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8" name="Freeform 278"/>
              <p:cNvSpPr/>
              <p:nvPr/>
            </p:nvSpPr>
            <p:spPr bwMode="auto">
              <a:xfrm>
                <a:off x="1718" y="2541"/>
                <a:ext cx="353" cy="82"/>
              </a:xfrm>
              <a:custGeom>
                <a:avLst/>
                <a:gdLst/>
                <a:ahLst/>
                <a:cxnLst>
                  <a:cxn ang="0">
                    <a:pos x="3" y="0"/>
                  </a:cxn>
                  <a:cxn ang="0">
                    <a:pos x="0" y="7"/>
                  </a:cxn>
                  <a:cxn ang="0">
                    <a:pos x="2" y="13"/>
                  </a:cxn>
                  <a:cxn ang="0">
                    <a:pos x="3" y="20"/>
                  </a:cxn>
                  <a:cxn ang="0">
                    <a:pos x="208" y="57"/>
                  </a:cxn>
                  <a:cxn ang="0">
                    <a:pos x="348" y="82"/>
                  </a:cxn>
                  <a:cxn ang="0">
                    <a:pos x="348" y="82"/>
                  </a:cxn>
                  <a:cxn ang="0">
                    <a:pos x="348" y="82"/>
                  </a:cxn>
                  <a:cxn ang="0">
                    <a:pos x="342" y="80"/>
                  </a:cxn>
                  <a:cxn ang="0">
                    <a:pos x="353" y="62"/>
                  </a:cxn>
                  <a:cxn ang="0">
                    <a:pos x="211" y="37"/>
                  </a:cxn>
                  <a:cxn ang="0">
                    <a:pos x="25" y="3"/>
                  </a:cxn>
                  <a:cxn ang="0">
                    <a:pos x="22" y="3"/>
                  </a:cxn>
                  <a:cxn ang="0">
                    <a:pos x="22" y="3"/>
                  </a:cxn>
                  <a:cxn ang="0">
                    <a:pos x="3" y="0"/>
                  </a:cxn>
                </a:cxnLst>
                <a:rect l="0" t="0" r="r" b="b"/>
                <a:pathLst>
                  <a:path w="353" h="82">
                    <a:moveTo>
                      <a:pt x="3" y="0"/>
                    </a:moveTo>
                    <a:lnTo>
                      <a:pt x="0" y="7"/>
                    </a:lnTo>
                    <a:lnTo>
                      <a:pt x="2" y="13"/>
                    </a:lnTo>
                    <a:lnTo>
                      <a:pt x="3" y="20"/>
                    </a:lnTo>
                    <a:lnTo>
                      <a:pt x="208" y="57"/>
                    </a:lnTo>
                    <a:lnTo>
                      <a:pt x="348" y="82"/>
                    </a:lnTo>
                    <a:lnTo>
                      <a:pt x="348" y="82"/>
                    </a:lnTo>
                    <a:lnTo>
                      <a:pt x="348" y="82"/>
                    </a:lnTo>
                    <a:lnTo>
                      <a:pt x="342" y="80"/>
                    </a:lnTo>
                    <a:lnTo>
                      <a:pt x="353" y="62"/>
                    </a:lnTo>
                    <a:lnTo>
                      <a:pt x="211" y="37"/>
                    </a:lnTo>
                    <a:lnTo>
                      <a:pt x="25" y="3"/>
                    </a:lnTo>
                    <a:lnTo>
                      <a:pt x="22" y="3"/>
                    </a:lnTo>
                    <a:lnTo>
                      <a:pt x="22"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79" name="Freeform 279"/>
              <p:cNvSpPr/>
              <p:nvPr/>
            </p:nvSpPr>
            <p:spPr bwMode="auto">
              <a:xfrm>
                <a:off x="1718" y="2541"/>
                <a:ext cx="353" cy="82"/>
              </a:xfrm>
              <a:custGeom>
                <a:avLst/>
                <a:gdLst/>
                <a:ahLst/>
                <a:cxnLst>
                  <a:cxn ang="0">
                    <a:pos x="3" y="0"/>
                  </a:cxn>
                  <a:cxn ang="0">
                    <a:pos x="0" y="7"/>
                  </a:cxn>
                  <a:cxn ang="0">
                    <a:pos x="2" y="13"/>
                  </a:cxn>
                  <a:cxn ang="0">
                    <a:pos x="3" y="20"/>
                  </a:cxn>
                  <a:cxn ang="0">
                    <a:pos x="208" y="57"/>
                  </a:cxn>
                  <a:cxn ang="0">
                    <a:pos x="348" y="82"/>
                  </a:cxn>
                  <a:cxn ang="0">
                    <a:pos x="348" y="82"/>
                  </a:cxn>
                  <a:cxn ang="0">
                    <a:pos x="348" y="82"/>
                  </a:cxn>
                  <a:cxn ang="0">
                    <a:pos x="342" y="80"/>
                  </a:cxn>
                  <a:cxn ang="0">
                    <a:pos x="353" y="62"/>
                  </a:cxn>
                  <a:cxn ang="0">
                    <a:pos x="211" y="37"/>
                  </a:cxn>
                  <a:cxn ang="0">
                    <a:pos x="25" y="3"/>
                  </a:cxn>
                  <a:cxn ang="0">
                    <a:pos x="22" y="3"/>
                  </a:cxn>
                  <a:cxn ang="0">
                    <a:pos x="22" y="3"/>
                  </a:cxn>
                  <a:cxn ang="0">
                    <a:pos x="3" y="0"/>
                  </a:cxn>
                </a:cxnLst>
                <a:rect l="0" t="0" r="r" b="b"/>
                <a:pathLst>
                  <a:path w="353" h="82">
                    <a:moveTo>
                      <a:pt x="3" y="0"/>
                    </a:moveTo>
                    <a:lnTo>
                      <a:pt x="0" y="7"/>
                    </a:lnTo>
                    <a:lnTo>
                      <a:pt x="2" y="13"/>
                    </a:lnTo>
                    <a:lnTo>
                      <a:pt x="3" y="20"/>
                    </a:lnTo>
                    <a:lnTo>
                      <a:pt x="208" y="57"/>
                    </a:lnTo>
                    <a:lnTo>
                      <a:pt x="348" y="82"/>
                    </a:lnTo>
                    <a:lnTo>
                      <a:pt x="348" y="82"/>
                    </a:lnTo>
                    <a:lnTo>
                      <a:pt x="348" y="82"/>
                    </a:lnTo>
                    <a:lnTo>
                      <a:pt x="342" y="80"/>
                    </a:lnTo>
                    <a:lnTo>
                      <a:pt x="353" y="62"/>
                    </a:lnTo>
                    <a:lnTo>
                      <a:pt x="211" y="37"/>
                    </a:lnTo>
                    <a:lnTo>
                      <a:pt x="25" y="3"/>
                    </a:lnTo>
                    <a:lnTo>
                      <a:pt x="22" y="3"/>
                    </a:lnTo>
                    <a:lnTo>
                      <a:pt x="22"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480" name="Rectangle 280"/>
              <p:cNvSpPr>
                <a:spLocks noChangeArrowheads="1"/>
              </p:cNvSpPr>
              <p:nvPr/>
            </p:nvSpPr>
            <p:spPr bwMode="auto">
              <a:xfrm>
                <a:off x="2071" y="260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481" name="Rectangle 281"/>
              <p:cNvSpPr>
                <a:spLocks noChangeArrowheads="1"/>
              </p:cNvSpPr>
              <p:nvPr/>
            </p:nvSpPr>
            <p:spPr bwMode="auto">
              <a:xfrm>
                <a:off x="2071" y="260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82" name="Freeform 282"/>
              <p:cNvSpPr/>
              <p:nvPr/>
            </p:nvSpPr>
            <p:spPr bwMode="auto">
              <a:xfrm>
                <a:off x="2060" y="2603"/>
                <a:ext cx="16" cy="20"/>
              </a:xfrm>
              <a:custGeom>
                <a:avLst/>
                <a:gdLst/>
                <a:ahLst/>
                <a:cxnLst>
                  <a:cxn ang="0">
                    <a:pos x="11" y="0"/>
                  </a:cxn>
                  <a:cxn ang="0">
                    <a:pos x="0" y="18"/>
                  </a:cxn>
                  <a:cxn ang="0">
                    <a:pos x="6" y="20"/>
                  </a:cxn>
                  <a:cxn ang="0">
                    <a:pos x="6" y="20"/>
                  </a:cxn>
                  <a:cxn ang="0">
                    <a:pos x="16" y="2"/>
                  </a:cxn>
                  <a:cxn ang="0">
                    <a:pos x="11" y="0"/>
                  </a:cxn>
                  <a:cxn ang="0">
                    <a:pos x="11" y="0"/>
                  </a:cxn>
                  <a:cxn ang="0">
                    <a:pos x="11" y="0"/>
                  </a:cxn>
                </a:cxnLst>
                <a:rect l="0" t="0" r="r" b="b"/>
                <a:pathLst>
                  <a:path w="16" h="20">
                    <a:moveTo>
                      <a:pt x="11" y="0"/>
                    </a:moveTo>
                    <a:lnTo>
                      <a:pt x="0" y="18"/>
                    </a:lnTo>
                    <a:lnTo>
                      <a:pt x="6" y="20"/>
                    </a:lnTo>
                    <a:lnTo>
                      <a:pt x="6" y="20"/>
                    </a:lnTo>
                    <a:lnTo>
                      <a:pt x="16" y="2"/>
                    </a:lnTo>
                    <a:lnTo>
                      <a:pt x="11" y="0"/>
                    </a:lnTo>
                    <a:lnTo>
                      <a:pt x="11" y="0"/>
                    </a:lnTo>
                    <a:lnTo>
                      <a:pt x="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83" name="Freeform 283"/>
              <p:cNvSpPr/>
              <p:nvPr/>
            </p:nvSpPr>
            <p:spPr bwMode="auto">
              <a:xfrm>
                <a:off x="2060" y="2603"/>
                <a:ext cx="16" cy="20"/>
              </a:xfrm>
              <a:custGeom>
                <a:avLst/>
                <a:gdLst/>
                <a:ahLst/>
                <a:cxnLst>
                  <a:cxn ang="0">
                    <a:pos x="11" y="0"/>
                  </a:cxn>
                  <a:cxn ang="0">
                    <a:pos x="0" y="18"/>
                  </a:cxn>
                  <a:cxn ang="0">
                    <a:pos x="6" y="20"/>
                  </a:cxn>
                  <a:cxn ang="0">
                    <a:pos x="6" y="20"/>
                  </a:cxn>
                  <a:cxn ang="0">
                    <a:pos x="16" y="2"/>
                  </a:cxn>
                  <a:cxn ang="0">
                    <a:pos x="11" y="0"/>
                  </a:cxn>
                  <a:cxn ang="0">
                    <a:pos x="11" y="0"/>
                  </a:cxn>
                  <a:cxn ang="0">
                    <a:pos x="11" y="0"/>
                  </a:cxn>
                </a:cxnLst>
                <a:rect l="0" t="0" r="r" b="b"/>
                <a:pathLst>
                  <a:path w="16" h="20">
                    <a:moveTo>
                      <a:pt x="11" y="0"/>
                    </a:moveTo>
                    <a:lnTo>
                      <a:pt x="0" y="18"/>
                    </a:lnTo>
                    <a:lnTo>
                      <a:pt x="6" y="20"/>
                    </a:lnTo>
                    <a:lnTo>
                      <a:pt x="6" y="20"/>
                    </a:lnTo>
                    <a:lnTo>
                      <a:pt x="16" y="2"/>
                    </a:lnTo>
                    <a:lnTo>
                      <a:pt x="11" y="0"/>
                    </a:lnTo>
                    <a:lnTo>
                      <a:pt x="11" y="0"/>
                    </a:lnTo>
                    <a:lnTo>
                      <a:pt x="11" y="0"/>
                    </a:lnTo>
                  </a:path>
                </a:pathLst>
              </a:custGeom>
              <a:noFill/>
              <a:ln w="9525">
                <a:noFill/>
                <a:round/>
              </a:ln>
            </p:spPr>
            <p:txBody>
              <a:bodyPr vert="horz" wrap="square" lIns="82938" tIns="41469" rIns="82938" bIns="41469" numCol="1" anchor="t" anchorCtr="0" compatLnSpc="1"/>
              <a:lstStyle/>
              <a:p>
                <a:endParaRPr lang="en-GB" sz="1815"/>
              </a:p>
            </p:txBody>
          </p:sp>
          <p:sp>
            <p:nvSpPr>
              <p:cNvPr id="51484" name="Freeform 284"/>
              <p:cNvSpPr/>
              <p:nvPr/>
            </p:nvSpPr>
            <p:spPr bwMode="auto">
              <a:xfrm>
                <a:off x="2086" y="2626"/>
                <a:ext cx="434" cy="747"/>
              </a:xfrm>
              <a:custGeom>
                <a:avLst/>
                <a:gdLst/>
                <a:ahLst/>
                <a:cxnLst>
                  <a:cxn ang="0">
                    <a:pos x="0" y="0"/>
                  </a:cxn>
                  <a:cxn ang="0">
                    <a:pos x="133" y="747"/>
                  </a:cxn>
                  <a:cxn ang="0">
                    <a:pos x="432" y="575"/>
                  </a:cxn>
                  <a:cxn ang="0">
                    <a:pos x="434" y="573"/>
                  </a:cxn>
                  <a:cxn ang="0">
                    <a:pos x="344" y="62"/>
                  </a:cxn>
                  <a:cxn ang="0">
                    <a:pos x="0" y="0"/>
                  </a:cxn>
                </a:cxnLst>
                <a:rect l="0" t="0" r="r" b="b"/>
                <a:pathLst>
                  <a:path w="434" h="747">
                    <a:moveTo>
                      <a:pt x="0" y="0"/>
                    </a:moveTo>
                    <a:lnTo>
                      <a:pt x="133" y="747"/>
                    </a:lnTo>
                    <a:lnTo>
                      <a:pt x="432" y="575"/>
                    </a:lnTo>
                    <a:lnTo>
                      <a:pt x="434" y="573"/>
                    </a:lnTo>
                    <a:lnTo>
                      <a:pt x="344" y="6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85" name="Freeform 285"/>
              <p:cNvSpPr/>
              <p:nvPr/>
            </p:nvSpPr>
            <p:spPr bwMode="auto">
              <a:xfrm>
                <a:off x="2086" y="2626"/>
                <a:ext cx="434" cy="747"/>
              </a:xfrm>
              <a:custGeom>
                <a:avLst/>
                <a:gdLst/>
                <a:ahLst/>
                <a:cxnLst>
                  <a:cxn ang="0">
                    <a:pos x="0" y="0"/>
                  </a:cxn>
                  <a:cxn ang="0">
                    <a:pos x="133" y="747"/>
                  </a:cxn>
                  <a:cxn ang="0">
                    <a:pos x="432" y="575"/>
                  </a:cxn>
                  <a:cxn ang="0">
                    <a:pos x="434" y="573"/>
                  </a:cxn>
                  <a:cxn ang="0">
                    <a:pos x="344" y="62"/>
                  </a:cxn>
                  <a:cxn ang="0">
                    <a:pos x="0" y="0"/>
                  </a:cxn>
                </a:cxnLst>
                <a:rect l="0" t="0" r="r" b="b"/>
                <a:pathLst>
                  <a:path w="434" h="747">
                    <a:moveTo>
                      <a:pt x="0" y="0"/>
                    </a:moveTo>
                    <a:lnTo>
                      <a:pt x="133" y="747"/>
                    </a:lnTo>
                    <a:lnTo>
                      <a:pt x="432" y="575"/>
                    </a:lnTo>
                    <a:lnTo>
                      <a:pt x="434" y="573"/>
                    </a:lnTo>
                    <a:lnTo>
                      <a:pt x="344" y="6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86" name="Freeform 286"/>
              <p:cNvSpPr/>
              <p:nvPr/>
            </p:nvSpPr>
            <p:spPr bwMode="auto">
              <a:xfrm>
                <a:off x="2086" y="2626"/>
                <a:ext cx="344" cy="747"/>
              </a:xfrm>
              <a:custGeom>
                <a:avLst/>
                <a:gdLst/>
                <a:ahLst/>
                <a:cxnLst>
                  <a:cxn ang="0">
                    <a:pos x="0" y="0"/>
                  </a:cxn>
                  <a:cxn ang="0">
                    <a:pos x="133" y="747"/>
                  </a:cxn>
                  <a:cxn ang="0">
                    <a:pos x="133" y="747"/>
                  </a:cxn>
                  <a:cxn ang="0">
                    <a:pos x="0" y="0"/>
                  </a:cxn>
                  <a:cxn ang="0">
                    <a:pos x="344" y="62"/>
                  </a:cxn>
                  <a:cxn ang="0">
                    <a:pos x="344" y="62"/>
                  </a:cxn>
                  <a:cxn ang="0">
                    <a:pos x="339" y="61"/>
                  </a:cxn>
                  <a:cxn ang="0">
                    <a:pos x="339" y="61"/>
                  </a:cxn>
                  <a:cxn ang="0">
                    <a:pos x="0" y="0"/>
                  </a:cxn>
                </a:cxnLst>
                <a:rect l="0" t="0" r="r" b="b"/>
                <a:pathLst>
                  <a:path w="344" h="747">
                    <a:moveTo>
                      <a:pt x="0" y="0"/>
                    </a:moveTo>
                    <a:lnTo>
                      <a:pt x="133" y="747"/>
                    </a:lnTo>
                    <a:lnTo>
                      <a:pt x="133" y="747"/>
                    </a:lnTo>
                    <a:lnTo>
                      <a:pt x="0" y="0"/>
                    </a:lnTo>
                    <a:lnTo>
                      <a:pt x="344" y="62"/>
                    </a:lnTo>
                    <a:lnTo>
                      <a:pt x="344" y="62"/>
                    </a:lnTo>
                    <a:lnTo>
                      <a:pt x="339" y="61"/>
                    </a:lnTo>
                    <a:lnTo>
                      <a:pt x="339" y="6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87" name="Freeform 287"/>
              <p:cNvSpPr/>
              <p:nvPr/>
            </p:nvSpPr>
            <p:spPr bwMode="auto">
              <a:xfrm>
                <a:off x="2086" y="2626"/>
                <a:ext cx="344" cy="747"/>
              </a:xfrm>
              <a:custGeom>
                <a:avLst/>
                <a:gdLst/>
                <a:ahLst/>
                <a:cxnLst>
                  <a:cxn ang="0">
                    <a:pos x="0" y="0"/>
                  </a:cxn>
                  <a:cxn ang="0">
                    <a:pos x="133" y="747"/>
                  </a:cxn>
                  <a:cxn ang="0">
                    <a:pos x="133" y="747"/>
                  </a:cxn>
                  <a:cxn ang="0">
                    <a:pos x="0" y="0"/>
                  </a:cxn>
                  <a:cxn ang="0">
                    <a:pos x="344" y="62"/>
                  </a:cxn>
                  <a:cxn ang="0">
                    <a:pos x="344" y="62"/>
                  </a:cxn>
                  <a:cxn ang="0">
                    <a:pos x="339" y="61"/>
                  </a:cxn>
                  <a:cxn ang="0">
                    <a:pos x="339" y="61"/>
                  </a:cxn>
                  <a:cxn ang="0">
                    <a:pos x="0" y="0"/>
                  </a:cxn>
                </a:cxnLst>
                <a:rect l="0" t="0" r="r" b="b"/>
                <a:pathLst>
                  <a:path w="344" h="747">
                    <a:moveTo>
                      <a:pt x="0" y="0"/>
                    </a:moveTo>
                    <a:lnTo>
                      <a:pt x="133" y="747"/>
                    </a:lnTo>
                    <a:lnTo>
                      <a:pt x="133" y="747"/>
                    </a:lnTo>
                    <a:lnTo>
                      <a:pt x="0" y="0"/>
                    </a:lnTo>
                    <a:lnTo>
                      <a:pt x="344" y="62"/>
                    </a:lnTo>
                    <a:lnTo>
                      <a:pt x="344" y="62"/>
                    </a:lnTo>
                    <a:lnTo>
                      <a:pt x="339" y="61"/>
                    </a:lnTo>
                    <a:lnTo>
                      <a:pt x="339" y="6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88" name="Freeform 288"/>
              <p:cNvSpPr/>
              <p:nvPr/>
            </p:nvSpPr>
            <p:spPr bwMode="auto">
              <a:xfrm>
                <a:off x="2091" y="2606"/>
                <a:ext cx="201" cy="37"/>
              </a:xfrm>
              <a:custGeom>
                <a:avLst/>
                <a:gdLst/>
                <a:ahLst/>
                <a:cxnLst>
                  <a:cxn ang="0">
                    <a:pos x="0" y="0"/>
                  </a:cxn>
                  <a:cxn ang="0">
                    <a:pos x="0" y="0"/>
                  </a:cxn>
                  <a:cxn ang="0">
                    <a:pos x="201" y="37"/>
                  </a:cxn>
                  <a:cxn ang="0">
                    <a:pos x="0" y="0"/>
                  </a:cxn>
                </a:cxnLst>
                <a:rect l="0" t="0" r="r" b="b"/>
                <a:pathLst>
                  <a:path w="201" h="37">
                    <a:moveTo>
                      <a:pt x="0" y="0"/>
                    </a:moveTo>
                    <a:lnTo>
                      <a:pt x="0" y="0"/>
                    </a:lnTo>
                    <a:lnTo>
                      <a:pt x="201" y="37"/>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489" name="Freeform 289"/>
              <p:cNvSpPr/>
              <p:nvPr/>
            </p:nvSpPr>
            <p:spPr bwMode="auto">
              <a:xfrm>
                <a:off x="2091" y="2606"/>
                <a:ext cx="201" cy="37"/>
              </a:xfrm>
              <a:custGeom>
                <a:avLst/>
                <a:gdLst/>
                <a:ahLst/>
                <a:cxnLst>
                  <a:cxn ang="0">
                    <a:pos x="0" y="0"/>
                  </a:cxn>
                  <a:cxn ang="0">
                    <a:pos x="0" y="0"/>
                  </a:cxn>
                  <a:cxn ang="0">
                    <a:pos x="201" y="37"/>
                  </a:cxn>
                  <a:cxn ang="0">
                    <a:pos x="0" y="0"/>
                  </a:cxn>
                </a:cxnLst>
                <a:rect l="0" t="0" r="r" b="b"/>
                <a:pathLst>
                  <a:path w="201" h="37">
                    <a:moveTo>
                      <a:pt x="0" y="0"/>
                    </a:moveTo>
                    <a:lnTo>
                      <a:pt x="0" y="0"/>
                    </a:lnTo>
                    <a:lnTo>
                      <a:pt x="201" y="3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90" name="Freeform 290"/>
              <p:cNvSpPr/>
              <p:nvPr/>
            </p:nvSpPr>
            <p:spPr bwMode="auto">
              <a:xfrm>
                <a:off x="2086" y="2606"/>
                <a:ext cx="349" cy="81"/>
              </a:xfrm>
              <a:custGeom>
                <a:avLst/>
                <a:gdLst/>
                <a:ahLst/>
                <a:cxnLst>
                  <a:cxn ang="0">
                    <a:pos x="5" y="0"/>
                  </a:cxn>
                  <a:cxn ang="0">
                    <a:pos x="5" y="0"/>
                  </a:cxn>
                  <a:cxn ang="0">
                    <a:pos x="10" y="2"/>
                  </a:cxn>
                  <a:cxn ang="0">
                    <a:pos x="0" y="20"/>
                  </a:cxn>
                  <a:cxn ang="0">
                    <a:pos x="0" y="20"/>
                  </a:cxn>
                  <a:cxn ang="0">
                    <a:pos x="339" y="81"/>
                  </a:cxn>
                  <a:cxn ang="0">
                    <a:pos x="349" y="62"/>
                  </a:cxn>
                  <a:cxn ang="0">
                    <a:pos x="206" y="37"/>
                  </a:cxn>
                  <a:cxn ang="0">
                    <a:pos x="5" y="0"/>
                  </a:cxn>
                  <a:cxn ang="0">
                    <a:pos x="5" y="0"/>
                  </a:cxn>
                  <a:cxn ang="0">
                    <a:pos x="5" y="0"/>
                  </a:cxn>
                </a:cxnLst>
                <a:rect l="0" t="0" r="r" b="b"/>
                <a:pathLst>
                  <a:path w="349" h="81">
                    <a:moveTo>
                      <a:pt x="5" y="0"/>
                    </a:moveTo>
                    <a:lnTo>
                      <a:pt x="5" y="0"/>
                    </a:lnTo>
                    <a:lnTo>
                      <a:pt x="10" y="2"/>
                    </a:lnTo>
                    <a:lnTo>
                      <a:pt x="0" y="20"/>
                    </a:lnTo>
                    <a:lnTo>
                      <a:pt x="0" y="20"/>
                    </a:lnTo>
                    <a:lnTo>
                      <a:pt x="339" y="81"/>
                    </a:lnTo>
                    <a:lnTo>
                      <a:pt x="349" y="62"/>
                    </a:lnTo>
                    <a:lnTo>
                      <a:pt x="206" y="37"/>
                    </a:lnTo>
                    <a:lnTo>
                      <a:pt x="5" y="0"/>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1" name="Freeform 291"/>
              <p:cNvSpPr/>
              <p:nvPr/>
            </p:nvSpPr>
            <p:spPr bwMode="auto">
              <a:xfrm>
                <a:off x="2086" y="2606"/>
                <a:ext cx="349" cy="81"/>
              </a:xfrm>
              <a:custGeom>
                <a:avLst/>
                <a:gdLst/>
                <a:ahLst/>
                <a:cxnLst>
                  <a:cxn ang="0">
                    <a:pos x="5" y="0"/>
                  </a:cxn>
                  <a:cxn ang="0">
                    <a:pos x="5" y="0"/>
                  </a:cxn>
                  <a:cxn ang="0">
                    <a:pos x="10" y="2"/>
                  </a:cxn>
                  <a:cxn ang="0">
                    <a:pos x="0" y="20"/>
                  </a:cxn>
                  <a:cxn ang="0">
                    <a:pos x="0" y="20"/>
                  </a:cxn>
                  <a:cxn ang="0">
                    <a:pos x="339" y="81"/>
                  </a:cxn>
                  <a:cxn ang="0">
                    <a:pos x="349" y="62"/>
                  </a:cxn>
                  <a:cxn ang="0">
                    <a:pos x="206" y="37"/>
                  </a:cxn>
                  <a:cxn ang="0">
                    <a:pos x="5" y="0"/>
                  </a:cxn>
                  <a:cxn ang="0">
                    <a:pos x="5" y="0"/>
                  </a:cxn>
                  <a:cxn ang="0">
                    <a:pos x="5" y="0"/>
                  </a:cxn>
                </a:cxnLst>
                <a:rect l="0" t="0" r="r" b="b"/>
                <a:pathLst>
                  <a:path w="349" h="81">
                    <a:moveTo>
                      <a:pt x="5" y="0"/>
                    </a:moveTo>
                    <a:lnTo>
                      <a:pt x="5" y="0"/>
                    </a:lnTo>
                    <a:lnTo>
                      <a:pt x="10" y="2"/>
                    </a:lnTo>
                    <a:lnTo>
                      <a:pt x="0" y="20"/>
                    </a:lnTo>
                    <a:lnTo>
                      <a:pt x="0" y="20"/>
                    </a:lnTo>
                    <a:lnTo>
                      <a:pt x="339" y="81"/>
                    </a:lnTo>
                    <a:lnTo>
                      <a:pt x="349" y="62"/>
                    </a:lnTo>
                    <a:lnTo>
                      <a:pt x="206" y="37"/>
                    </a:lnTo>
                    <a:lnTo>
                      <a:pt x="5" y="0"/>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492" name="Freeform 292"/>
              <p:cNvSpPr/>
              <p:nvPr/>
            </p:nvSpPr>
            <p:spPr bwMode="auto">
              <a:xfrm>
                <a:off x="2076" y="2605"/>
                <a:ext cx="15" cy="1"/>
              </a:xfrm>
              <a:custGeom>
                <a:avLst/>
                <a:gdLst/>
                <a:ahLst/>
                <a:cxnLst>
                  <a:cxn ang="0">
                    <a:pos x="0" y="0"/>
                  </a:cxn>
                  <a:cxn ang="0">
                    <a:pos x="0" y="0"/>
                  </a:cxn>
                  <a:cxn ang="0">
                    <a:pos x="7" y="1"/>
                  </a:cxn>
                  <a:cxn ang="0">
                    <a:pos x="15" y="1"/>
                  </a:cxn>
                  <a:cxn ang="0">
                    <a:pos x="15" y="1"/>
                  </a:cxn>
                  <a:cxn ang="0">
                    <a:pos x="0" y="0"/>
                  </a:cxn>
                </a:cxnLst>
                <a:rect l="0" t="0" r="r" b="b"/>
                <a:pathLst>
                  <a:path w="15" h="1">
                    <a:moveTo>
                      <a:pt x="0" y="0"/>
                    </a:moveTo>
                    <a:lnTo>
                      <a:pt x="0" y="0"/>
                    </a:lnTo>
                    <a:lnTo>
                      <a:pt x="7" y="1"/>
                    </a:lnTo>
                    <a:lnTo>
                      <a:pt x="15" y="1"/>
                    </a:lnTo>
                    <a:lnTo>
                      <a:pt x="15"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3" name="Freeform 293"/>
              <p:cNvSpPr/>
              <p:nvPr/>
            </p:nvSpPr>
            <p:spPr bwMode="auto">
              <a:xfrm>
                <a:off x="2076" y="2605"/>
                <a:ext cx="15" cy="1"/>
              </a:xfrm>
              <a:custGeom>
                <a:avLst/>
                <a:gdLst/>
                <a:ahLst/>
                <a:cxnLst>
                  <a:cxn ang="0">
                    <a:pos x="0" y="0"/>
                  </a:cxn>
                  <a:cxn ang="0">
                    <a:pos x="0" y="0"/>
                  </a:cxn>
                  <a:cxn ang="0">
                    <a:pos x="7" y="1"/>
                  </a:cxn>
                  <a:cxn ang="0">
                    <a:pos x="15" y="1"/>
                  </a:cxn>
                  <a:cxn ang="0">
                    <a:pos x="15" y="1"/>
                  </a:cxn>
                  <a:cxn ang="0">
                    <a:pos x="0" y="0"/>
                  </a:cxn>
                </a:cxnLst>
                <a:rect l="0" t="0" r="r" b="b"/>
                <a:pathLst>
                  <a:path w="15" h="1">
                    <a:moveTo>
                      <a:pt x="0" y="0"/>
                    </a:moveTo>
                    <a:lnTo>
                      <a:pt x="0" y="0"/>
                    </a:lnTo>
                    <a:lnTo>
                      <a:pt x="7" y="1"/>
                    </a:lnTo>
                    <a:lnTo>
                      <a:pt x="15" y="1"/>
                    </a:lnTo>
                    <a:lnTo>
                      <a:pt x="15"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94" name="Freeform 294"/>
              <p:cNvSpPr/>
              <p:nvPr/>
            </p:nvSpPr>
            <p:spPr bwMode="auto">
              <a:xfrm>
                <a:off x="2425" y="2687"/>
                <a:ext cx="5" cy="1"/>
              </a:xfrm>
              <a:custGeom>
                <a:avLst/>
                <a:gdLst/>
                <a:ahLst/>
                <a:cxnLst>
                  <a:cxn ang="0">
                    <a:pos x="0" y="0"/>
                  </a:cxn>
                  <a:cxn ang="0">
                    <a:pos x="0" y="0"/>
                  </a:cxn>
                  <a:cxn ang="0">
                    <a:pos x="5" y="1"/>
                  </a:cxn>
                  <a:cxn ang="0">
                    <a:pos x="5" y="1"/>
                  </a:cxn>
                  <a:cxn ang="0">
                    <a:pos x="0" y="0"/>
                  </a:cxn>
                </a:cxnLst>
                <a:rect l="0" t="0" r="r" b="b"/>
                <a:pathLst>
                  <a:path w="5" h="1">
                    <a:moveTo>
                      <a:pt x="0" y="0"/>
                    </a:moveTo>
                    <a:lnTo>
                      <a:pt x="0" y="0"/>
                    </a:lnTo>
                    <a:lnTo>
                      <a:pt x="5" y="1"/>
                    </a:lnTo>
                    <a:lnTo>
                      <a:pt x="5"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5" name="Freeform 295"/>
              <p:cNvSpPr/>
              <p:nvPr/>
            </p:nvSpPr>
            <p:spPr bwMode="auto">
              <a:xfrm>
                <a:off x="2425" y="2687"/>
                <a:ext cx="5" cy="1"/>
              </a:xfrm>
              <a:custGeom>
                <a:avLst/>
                <a:gdLst/>
                <a:ahLst/>
                <a:cxnLst>
                  <a:cxn ang="0">
                    <a:pos x="0" y="0"/>
                  </a:cxn>
                  <a:cxn ang="0">
                    <a:pos x="0" y="0"/>
                  </a:cxn>
                  <a:cxn ang="0">
                    <a:pos x="5" y="1"/>
                  </a:cxn>
                  <a:cxn ang="0">
                    <a:pos x="5" y="1"/>
                  </a:cxn>
                  <a:cxn ang="0">
                    <a:pos x="0" y="0"/>
                  </a:cxn>
                </a:cxnLst>
                <a:rect l="0" t="0" r="r" b="b"/>
                <a:pathLst>
                  <a:path w="5" h="1">
                    <a:moveTo>
                      <a:pt x="0" y="0"/>
                    </a:moveTo>
                    <a:lnTo>
                      <a:pt x="0" y="0"/>
                    </a:lnTo>
                    <a:lnTo>
                      <a:pt x="5" y="1"/>
                    </a:lnTo>
                    <a:lnTo>
                      <a:pt x="5"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96" name="Freeform 296"/>
              <p:cNvSpPr/>
              <p:nvPr/>
            </p:nvSpPr>
            <p:spPr bwMode="auto">
              <a:xfrm>
                <a:off x="2425" y="2668"/>
                <a:ext cx="15" cy="20"/>
              </a:xfrm>
              <a:custGeom>
                <a:avLst/>
                <a:gdLst/>
                <a:ahLst/>
                <a:cxnLst>
                  <a:cxn ang="0">
                    <a:pos x="10" y="0"/>
                  </a:cxn>
                  <a:cxn ang="0">
                    <a:pos x="0" y="19"/>
                  </a:cxn>
                  <a:cxn ang="0">
                    <a:pos x="5" y="20"/>
                  </a:cxn>
                  <a:cxn ang="0">
                    <a:pos x="5" y="20"/>
                  </a:cxn>
                  <a:cxn ang="0">
                    <a:pos x="15" y="2"/>
                  </a:cxn>
                  <a:cxn ang="0">
                    <a:pos x="15" y="2"/>
                  </a:cxn>
                  <a:cxn ang="0">
                    <a:pos x="10" y="0"/>
                  </a:cxn>
                </a:cxnLst>
                <a:rect l="0" t="0" r="r" b="b"/>
                <a:pathLst>
                  <a:path w="15" h="20">
                    <a:moveTo>
                      <a:pt x="10" y="0"/>
                    </a:moveTo>
                    <a:lnTo>
                      <a:pt x="0" y="19"/>
                    </a:lnTo>
                    <a:lnTo>
                      <a:pt x="5" y="20"/>
                    </a:lnTo>
                    <a:lnTo>
                      <a:pt x="5" y="20"/>
                    </a:lnTo>
                    <a:lnTo>
                      <a:pt x="15" y="2"/>
                    </a:lnTo>
                    <a:lnTo>
                      <a:pt x="15"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7" name="Freeform 297"/>
              <p:cNvSpPr/>
              <p:nvPr/>
            </p:nvSpPr>
            <p:spPr bwMode="auto">
              <a:xfrm>
                <a:off x="2425" y="2668"/>
                <a:ext cx="15" cy="20"/>
              </a:xfrm>
              <a:custGeom>
                <a:avLst/>
                <a:gdLst/>
                <a:ahLst/>
                <a:cxnLst>
                  <a:cxn ang="0">
                    <a:pos x="10" y="0"/>
                  </a:cxn>
                  <a:cxn ang="0">
                    <a:pos x="0" y="19"/>
                  </a:cxn>
                  <a:cxn ang="0">
                    <a:pos x="5" y="20"/>
                  </a:cxn>
                  <a:cxn ang="0">
                    <a:pos x="5" y="20"/>
                  </a:cxn>
                  <a:cxn ang="0">
                    <a:pos x="15" y="2"/>
                  </a:cxn>
                  <a:cxn ang="0">
                    <a:pos x="15" y="2"/>
                  </a:cxn>
                  <a:cxn ang="0">
                    <a:pos x="10" y="0"/>
                  </a:cxn>
                </a:cxnLst>
                <a:rect l="0" t="0" r="r" b="b"/>
                <a:pathLst>
                  <a:path w="15" h="20">
                    <a:moveTo>
                      <a:pt x="10" y="0"/>
                    </a:moveTo>
                    <a:lnTo>
                      <a:pt x="0" y="19"/>
                    </a:lnTo>
                    <a:lnTo>
                      <a:pt x="5" y="20"/>
                    </a:lnTo>
                    <a:lnTo>
                      <a:pt x="5" y="20"/>
                    </a:lnTo>
                    <a:lnTo>
                      <a:pt x="15" y="2"/>
                    </a:lnTo>
                    <a:lnTo>
                      <a:pt x="15"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498" name="Freeform 298"/>
              <p:cNvSpPr/>
              <p:nvPr/>
            </p:nvSpPr>
            <p:spPr bwMode="auto">
              <a:xfrm>
                <a:off x="2066" y="2623"/>
                <a:ext cx="153" cy="760"/>
              </a:xfrm>
              <a:custGeom>
                <a:avLst/>
                <a:gdLst/>
                <a:ahLst/>
                <a:cxnLst>
                  <a:cxn ang="0">
                    <a:pos x="0" y="0"/>
                  </a:cxn>
                  <a:cxn ang="0">
                    <a:pos x="134" y="760"/>
                  </a:cxn>
                  <a:cxn ang="0">
                    <a:pos x="138" y="758"/>
                  </a:cxn>
                  <a:cxn ang="0">
                    <a:pos x="138" y="758"/>
                  </a:cxn>
                  <a:cxn ang="0">
                    <a:pos x="153" y="750"/>
                  </a:cxn>
                  <a:cxn ang="0">
                    <a:pos x="20" y="3"/>
                  </a:cxn>
                  <a:cxn ang="0">
                    <a:pos x="15" y="3"/>
                  </a:cxn>
                  <a:cxn ang="0">
                    <a:pos x="15" y="3"/>
                  </a:cxn>
                  <a:cxn ang="0">
                    <a:pos x="0" y="0"/>
                  </a:cxn>
                </a:cxnLst>
                <a:rect l="0" t="0" r="r" b="b"/>
                <a:pathLst>
                  <a:path w="153" h="760">
                    <a:moveTo>
                      <a:pt x="0" y="0"/>
                    </a:moveTo>
                    <a:lnTo>
                      <a:pt x="134" y="760"/>
                    </a:lnTo>
                    <a:lnTo>
                      <a:pt x="138" y="758"/>
                    </a:lnTo>
                    <a:lnTo>
                      <a:pt x="138" y="758"/>
                    </a:lnTo>
                    <a:lnTo>
                      <a:pt x="153" y="750"/>
                    </a:lnTo>
                    <a:lnTo>
                      <a:pt x="20" y="3"/>
                    </a:lnTo>
                    <a:lnTo>
                      <a:pt x="15" y="3"/>
                    </a:lnTo>
                    <a:lnTo>
                      <a:pt x="1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9" name="Freeform 299"/>
              <p:cNvSpPr/>
              <p:nvPr/>
            </p:nvSpPr>
            <p:spPr bwMode="auto">
              <a:xfrm>
                <a:off x="2066" y="2623"/>
                <a:ext cx="153" cy="760"/>
              </a:xfrm>
              <a:custGeom>
                <a:avLst/>
                <a:gdLst/>
                <a:ahLst/>
                <a:cxnLst>
                  <a:cxn ang="0">
                    <a:pos x="0" y="0"/>
                  </a:cxn>
                  <a:cxn ang="0">
                    <a:pos x="134" y="760"/>
                  </a:cxn>
                  <a:cxn ang="0">
                    <a:pos x="138" y="758"/>
                  </a:cxn>
                  <a:cxn ang="0">
                    <a:pos x="138" y="758"/>
                  </a:cxn>
                  <a:cxn ang="0">
                    <a:pos x="153" y="750"/>
                  </a:cxn>
                  <a:cxn ang="0">
                    <a:pos x="20" y="3"/>
                  </a:cxn>
                  <a:cxn ang="0">
                    <a:pos x="15" y="3"/>
                  </a:cxn>
                  <a:cxn ang="0">
                    <a:pos x="15" y="3"/>
                  </a:cxn>
                  <a:cxn ang="0">
                    <a:pos x="0" y="0"/>
                  </a:cxn>
                </a:cxnLst>
                <a:rect l="0" t="0" r="r" b="b"/>
                <a:pathLst>
                  <a:path w="153" h="760">
                    <a:moveTo>
                      <a:pt x="0" y="0"/>
                    </a:moveTo>
                    <a:lnTo>
                      <a:pt x="134" y="760"/>
                    </a:lnTo>
                    <a:lnTo>
                      <a:pt x="138" y="758"/>
                    </a:lnTo>
                    <a:lnTo>
                      <a:pt x="138" y="758"/>
                    </a:lnTo>
                    <a:lnTo>
                      <a:pt x="153" y="750"/>
                    </a:lnTo>
                    <a:lnTo>
                      <a:pt x="20" y="3"/>
                    </a:lnTo>
                    <a:lnTo>
                      <a:pt x="15" y="3"/>
                    </a:lnTo>
                    <a:lnTo>
                      <a:pt x="1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00" name="Freeform 300"/>
              <p:cNvSpPr/>
              <p:nvPr/>
            </p:nvSpPr>
            <p:spPr bwMode="auto">
              <a:xfrm>
                <a:off x="2066" y="2623"/>
                <a:ext cx="15" cy="3"/>
              </a:xfrm>
              <a:custGeom>
                <a:avLst/>
                <a:gdLst/>
                <a:ahLst/>
                <a:cxnLst>
                  <a:cxn ang="0">
                    <a:pos x="0" y="0"/>
                  </a:cxn>
                  <a:cxn ang="0">
                    <a:pos x="0" y="0"/>
                  </a:cxn>
                  <a:cxn ang="0">
                    <a:pos x="15" y="3"/>
                  </a:cxn>
                  <a:cxn ang="0">
                    <a:pos x="15" y="3"/>
                  </a:cxn>
                  <a:cxn ang="0">
                    <a:pos x="0" y="0"/>
                  </a:cxn>
                </a:cxnLst>
                <a:rect l="0" t="0" r="r" b="b"/>
                <a:pathLst>
                  <a:path w="15" h="3">
                    <a:moveTo>
                      <a:pt x="0" y="0"/>
                    </a:moveTo>
                    <a:lnTo>
                      <a:pt x="0" y="0"/>
                    </a:lnTo>
                    <a:lnTo>
                      <a:pt x="15" y="3"/>
                    </a:lnTo>
                    <a:lnTo>
                      <a:pt x="1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01" name="Freeform 301"/>
              <p:cNvSpPr/>
              <p:nvPr/>
            </p:nvSpPr>
            <p:spPr bwMode="auto">
              <a:xfrm>
                <a:off x="2066" y="2623"/>
                <a:ext cx="15" cy="3"/>
              </a:xfrm>
              <a:custGeom>
                <a:avLst/>
                <a:gdLst/>
                <a:ahLst/>
                <a:cxnLst>
                  <a:cxn ang="0">
                    <a:pos x="0" y="0"/>
                  </a:cxn>
                  <a:cxn ang="0">
                    <a:pos x="0" y="0"/>
                  </a:cxn>
                  <a:cxn ang="0">
                    <a:pos x="15" y="3"/>
                  </a:cxn>
                  <a:cxn ang="0">
                    <a:pos x="15" y="3"/>
                  </a:cxn>
                  <a:cxn ang="0">
                    <a:pos x="0" y="0"/>
                  </a:cxn>
                </a:cxnLst>
                <a:rect l="0" t="0" r="r" b="b"/>
                <a:pathLst>
                  <a:path w="15" h="3">
                    <a:moveTo>
                      <a:pt x="0" y="0"/>
                    </a:moveTo>
                    <a:lnTo>
                      <a:pt x="0" y="0"/>
                    </a:lnTo>
                    <a:lnTo>
                      <a:pt x="15" y="3"/>
                    </a:lnTo>
                    <a:lnTo>
                      <a:pt x="1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02" name="Freeform 302"/>
              <p:cNvSpPr/>
              <p:nvPr/>
            </p:nvSpPr>
            <p:spPr bwMode="auto">
              <a:xfrm>
                <a:off x="2081" y="2606"/>
                <a:ext cx="15" cy="20"/>
              </a:xfrm>
              <a:custGeom>
                <a:avLst/>
                <a:gdLst/>
                <a:ahLst/>
                <a:cxnLst>
                  <a:cxn ang="0">
                    <a:pos x="10" y="0"/>
                  </a:cxn>
                  <a:cxn ang="0">
                    <a:pos x="4" y="14"/>
                  </a:cxn>
                  <a:cxn ang="0">
                    <a:pos x="0" y="20"/>
                  </a:cxn>
                  <a:cxn ang="0">
                    <a:pos x="5" y="20"/>
                  </a:cxn>
                  <a:cxn ang="0">
                    <a:pos x="5" y="20"/>
                  </a:cxn>
                  <a:cxn ang="0">
                    <a:pos x="15" y="2"/>
                  </a:cxn>
                  <a:cxn ang="0">
                    <a:pos x="10" y="0"/>
                  </a:cxn>
                </a:cxnLst>
                <a:rect l="0" t="0" r="r" b="b"/>
                <a:pathLst>
                  <a:path w="15" h="20">
                    <a:moveTo>
                      <a:pt x="10" y="0"/>
                    </a:moveTo>
                    <a:lnTo>
                      <a:pt x="4" y="14"/>
                    </a:lnTo>
                    <a:lnTo>
                      <a:pt x="0" y="20"/>
                    </a:lnTo>
                    <a:lnTo>
                      <a:pt x="5" y="20"/>
                    </a:lnTo>
                    <a:lnTo>
                      <a:pt x="5" y="20"/>
                    </a:lnTo>
                    <a:lnTo>
                      <a:pt x="15"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03" name="Freeform 303"/>
              <p:cNvSpPr/>
              <p:nvPr/>
            </p:nvSpPr>
            <p:spPr bwMode="auto">
              <a:xfrm>
                <a:off x="2081" y="2606"/>
                <a:ext cx="15" cy="20"/>
              </a:xfrm>
              <a:custGeom>
                <a:avLst/>
                <a:gdLst/>
                <a:ahLst/>
                <a:cxnLst>
                  <a:cxn ang="0">
                    <a:pos x="10" y="0"/>
                  </a:cxn>
                  <a:cxn ang="0">
                    <a:pos x="4" y="14"/>
                  </a:cxn>
                  <a:cxn ang="0">
                    <a:pos x="0" y="20"/>
                  </a:cxn>
                  <a:cxn ang="0">
                    <a:pos x="5" y="20"/>
                  </a:cxn>
                  <a:cxn ang="0">
                    <a:pos x="5" y="20"/>
                  </a:cxn>
                  <a:cxn ang="0">
                    <a:pos x="15" y="2"/>
                  </a:cxn>
                  <a:cxn ang="0">
                    <a:pos x="10" y="0"/>
                  </a:cxn>
                </a:cxnLst>
                <a:rect l="0" t="0" r="r" b="b"/>
                <a:pathLst>
                  <a:path w="15" h="20">
                    <a:moveTo>
                      <a:pt x="10" y="0"/>
                    </a:moveTo>
                    <a:lnTo>
                      <a:pt x="4" y="14"/>
                    </a:lnTo>
                    <a:lnTo>
                      <a:pt x="0" y="20"/>
                    </a:lnTo>
                    <a:lnTo>
                      <a:pt x="5" y="20"/>
                    </a:lnTo>
                    <a:lnTo>
                      <a:pt x="5" y="20"/>
                    </a:lnTo>
                    <a:lnTo>
                      <a:pt x="15"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504" name="Freeform 304"/>
              <p:cNvSpPr>
                <a:spLocks noEditPoints="1"/>
              </p:cNvSpPr>
              <p:nvPr/>
            </p:nvSpPr>
            <p:spPr bwMode="auto">
              <a:xfrm>
                <a:off x="2066" y="2605"/>
                <a:ext cx="25" cy="21"/>
              </a:xfrm>
              <a:custGeom>
                <a:avLst/>
                <a:gdLst/>
                <a:ahLst/>
                <a:cxnLst>
                  <a:cxn ang="0">
                    <a:pos x="10" y="10"/>
                  </a:cxn>
                  <a:cxn ang="0">
                    <a:pos x="10" y="10"/>
                  </a:cxn>
                  <a:cxn ang="0">
                    <a:pos x="12" y="0"/>
                  </a:cxn>
                  <a:cxn ang="0">
                    <a:pos x="10" y="10"/>
                  </a:cxn>
                  <a:cxn ang="0">
                    <a:pos x="12" y="0"/>
                  </a:cxn>
                  <a:cxn ang="0">
                    <a:pos x="12" y="0"/>
                  </a:cxn>
                  <a:cxn ang="0">
                    <a:pos x="10" y="0"/>
                  </a:cxn>
                  <a:cxn ang="0">
                    <a:pos x="0" y="18"/>
                  </a:cxn>
                  <a:cxn ang="0">
                    <a:pos x="0" y="18"/>
                  </a:cxn>
                  <a:cxn ang="0">
                    <a:pos x="15" y="21"/>
                  </a:cxn>
                  <a:cxn ang="0">
                    <a:pos x="19" y="15"/>
                  </a:cxn>
                  <a:cxn ang="0">
                    <a:pos x="25" y="1"/>
                  </a:cxn>
                  <a:cxn ang="0">
                    <a:pos x="17" y="1"/>
                  </a:cxn>
                  <a:cxn ang="0">
                    <a:pos x="10" y="0"/>
                  </a:cxn>
                </a:cxnLst>
                <a:rect l="0" t="0" r="r" b="b"/>
                <a:pathLst>
                  <a:path w="25" h="21">
                    <a:moveTo>
                      <a:pt x="10" y="10"/>
                    </a:moveTo>
                    <a:lnTo>
                      <a:pt x="10" y="10"/>
                    </a:lnTo>
                    <a:lnTo>
                      <a:pt x="12" y="0"/>
                    </a:lnTo>
                    <a:lnTo>
                      <a:pt x="10" y="10"/>
                    </a:lnTo>
                    <a:close/>
                    <a:moveTo>
                      <a:pt x="12" y="0"/>
                    </a:moveTo>
                    <a:lnTo>
                      <a:pt x="12" y="0"/>
                    </a:lnTo>
                    <a:close/>
                    <a:moveTo>
                      <a:pt x="10" y="0"/>
                    </a:moveTo>
                    <a:lnTo>
                      <a:pt x="0" y="18"/>
                    </a:lnTo>
                    <a:lnTo>
                      <a:pt x="0" y="18"/>
                    </a:lnTo>
                    <a:lnTo>
                      <a:pt x="15" y="21"/>
                    </a:lnTo>
                    <a:lnTo>
                      <a:pt x="19" y="15"/>
                    </a:lnTo>
                    <a:lnTo>
                      <a:pt x="25" y="1"/>
                    </a:lnTo>
                    <a:lnTo>
                      <a:pt x="17" y="1"/>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05" name="Freeform 305"/>
              <p:cNvSpPr/>
              <p:nvPr/>
            </p:nvSpPr>
            <p:spPr bwMode="auto">
              <a:xfrm>
                <a:off x="2076" y="2605"/>
                <a:ext cx="2" cy="10"/>
              </a:xfrm>
              <a:custGeom>
                <a:avLst/>
                <a:gdLst/>
                <a:ahLst/>
                <a:cxnLst>
                  <a:cxn ang="0">
                    <a:pos x="0" y="10"/>
                  </a:cxn>
                  <a:cxn ang="0">
                    <a:pos x="0" y="10"/>
                  </a:cxn>
                  <a:cxn ang="0">
                    <a:pos x="2" y="0"/>
                  </a:cxn>
                  <a:cxn ang="0">
                    <a:pos x="0" y="10"/>
                  </a:cxn>
                </a:cxnLst>
                <a:rect l="0" t="0" r="r" b="b"/>
                <a:pathLst>
                  <a:path w="2" h="10">
                    <a:moveTo>
                      <a:pt x="0" y="10"/>
                    </a:moveTo>
                    <a:lnTo>
                      <a:pt x="0" y="10"/>
                    </a:lnTo>
                    <a:lnTo>
                      <a:pt x="2" y="0"/>
                    </a:lnTo>
                    <a:lnTo>
                      <a:pt x="0" y="10"/>
                    </a:lnTo>
                  </a:path>
                </a:pathLst>
              </a:custGeom>
              <a:noFill/>
              <a:ln w="9525">
                <a:noFill/>
                <a:round/>
              </a:ln>
            </p:spPr>
            <p:txBody>
              <a:bodyPr vert="horz" wrap="square" lIns="82938" tIns="41469" rIns="82938" bIns="41469" numCol="1" anchor="t" anchorCtr="0" compatLnSpc="1"/>
              <a:lstStyle/>
              <a:p>
                <a:endParaRPr lang="en-GB" sz="1815"/>
              </a:p>
            </p:txBody>
          </p:sp>
          <p:sp>
            <p:nvSpPr>
              <p:cNvPr id="51506" name="Line 306"/>
              <p:cNvSpPr>
                <a:spLocks noChangeShapeType="1"/>
              </p:cNvSpPr>
              <p:nvPr/>
            </p:nvSpPr>
            <p:spPr bwMode="auto">
              <a:xfrm>
                <a:off x="2078" y="2605"/>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507" name="Freeform 307"/>
              <p:cNvSpPr/>
              <p:nvPr/>
            </p:nvSpPr>
            <p:spPr bwMode="auto">
              <a:xfrm>
                <a:off x="2066" y="2605"/>
                <a:ext cx="25" cy="21"/>
              </a:xfrm>
              <a:custGeom>
                <a:avLst/>
                <a:gdLst/>
                <a:ahLst/>
                <a:cxnLst>
                  <a:cxn ang="0">
                    <a:pos x="10" y="0"/>
                  </a:cxn>
                  <a:cxn ang="0">
                    <a:pos x="0" y="18"/>
                  </a:cxn>
                  <a:cxn ang="0">
                    <a:pos x="0" y="18"/>
                  </a:cxn>
                  <a:cxn ang="0">
                    <a:pos x="15" y="21"/>
                  </a:cxn>
                  <a:cxn ang="0">
                    <a:pos x="19" y="15"/>
                  </a:cxn>
                  <a:cxn ang="0">
                    <a:pos x="25" y="1"/>
                  </a:cxn>
                  <a:cxn ang="0">
                    <a:pos x="17" y="1"/>
                  </a:cxn>
                  <a:cxn ang="0">
                    <a:pos x="10" y="0"/>
                  </a:cxn>
                </a:cxnLst>
                <a:rect l="0" t="0" r="r" b="b"/>
                <a:pathLst>
                  <a:path w="25" h="21">
                    <a:moveTo>
                      <a:pt x="10" y="0"/>
                    </a:moveTo>
                    <a:lnTo>
                      <a:pt x="0" y="18"/>
                    </a:lnTo>
                    <a:lnTo>
                      <a:pt x="0" y="18"/>
                    </a:lnTo>
                    <a:lnTo>
                      <a:pt x="15" y="21"/>
                    </a:lnTo>
                    <a:lnTo>
                      <a:pt x="19" y="15"/>
                    </a:lnTo>
                    <a:lnTo>
                      <a:pt x="25" y="1"/>
                    </a:lnTo>
                    <a:lnTo>
                      <a:pt x="17" y="1"/>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508" name="Freeform 308"/>
              <p:cNvSpPr/>
              <p:nvPr/>
            </p:nvSpPr>
            <p:spPr bwMode="auto">
              <a:xfrm>
                <a:off x="2743" y="2723"/>
                <a:ext cx="63" cy="12"/>
              </a:xfrm>
              <a:custGeom>
                <a:avLst/>
                <a:gdLst/>
                <a:ahLst/>
                <a:cxnLst>
                  <a:cxn ang="0">
                    <a:pos x="0" y="0"/>
                  </a:cxn>
                  <a:cxn ang="0">
                    <a:pos x="63" y="12"/>
                  </a:cxn>
                  <a:cxn ang="0">
                    <a:pos x="63" y="12"/>
                  </a:cxn>
                  <a:cxn ang="0">
                    <a:pos x="0" y="0"/>
                  </a:cxn>
                </a:cxnLst>
                <a:rect l="0" t="0" r="r" b="b"/>
                <a:pathLst>
                  <a:path w="63" h="12">
                    <a:moveTo>
                      <a:pt x="0" y="0"/>
                    </a:moveTo>
                    <a:lnTo>
                      <a:pt x="63" y="12"/>
                    </a:lnTo>
                    <a:lnTo>
                      <a:pt x="63" y="12"/>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09" name="Freeform 309"/>
              <p:cNvSpPr/>
              <p:nvPr/>
            </p:nvSpPr>
            <p:spPr bwMode="auto">
              <a:xfrm>
                <a:off x="2743" y="2723"/>
                <a:ext cx="63" cy="12"/>
              </a:xfrm>
              <a:custGeom>
                <a:avLst/>
                <a:gdLst/>
                <a:ahLst/>
                <a:cxnLst>
                  <a:cxn ang="0">
                    <a:pos x="0" y="0"/>
                  </a:cxn>
                  <a:cxn ang="0">
                    <a:pos x="63" y="12"/>
                  </a:cxn>
                  <a:cxn ang="0">
                    <a:pos x="63" y="12"/>
                  </a:cxn>
                  <a:cxn ang="0">
                    <a:pos x="0" y="0"/>
                  </a:cxn>
                </a:cxnLst>
                <a:rect l="0" t="0" r="r" b="b"/>
                <a:pathLst>
                  <a:path w="63" h="12">
                    <a:moveTo>
                      <a:pt x="0" y="0"/>
                    </a:moveTo>
                    <a:lnTo>
                      <a:pt x="63" y="12"/>
                    </a:lnTo>
                    <a:lnTo>
                      <a:pt x="63"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0" name="Freeform 310"/>
              <p:cNvSpPr/>
              <p:nvPr/>
            </p:nvSpPr>
            <p:spPr bwMode="auto">
              <a:xfrm>
                <a:off x="2456" y="2672"/>
                <a:ext cx="350" cy="63"/>
              </a:xfrm>
              <a:custGeom>
                <a:avLst/>
                <a:gdLst/>
                <a:ahLst/>
                <a:cxnLst>
                  <a:cxn ang="0">
                    <a:pos x="0" y="0"/>
                  </a:cxn>
                  <a:cxn ang="0">
                    <a:pos x="0" y="0"/>
                  </a:cxn>
                  <a:cxn ang="0">
                    <a:pos x="350" y="63"/>
                  </a:cxn>
                  <a:cxn ang="0">
                    <a:pos x="350" y="63"/>
                  </a:cxn>
                  <a:cxn ang="0">
                    <a:pos x="350" y="63"/>
                  </a:cxn>
                  <a:cxn ang="0">
                    <a:pos x="350" y="63"/>
                  </a:cxn>
                  <a:cxn ang="0">
                    <a:pos x="287" y="51"/>
                  </a:cxn>
                  <a:cxn ang="0">
                    <a:pos x="0" y="0"/>
                  </a:cxn>
                </a:cxnLst>
                <a:rect l="0" t="0" r="r" b="b"/>
                <a:pathLst>
                  <a:path w="350" h="63">
                    <a:moveTo>
                      <a:pt x="0" y="0"/>
                    </a:moveTo>
                    <a:lnTo>
                      <a:pt x="0" y="0"/>
                    </a:lnTo>
                    <a:lnTo>
                      <a:pt x="350" y="63"/>
                    </a:lnTo>
                    <a:lnTo>
                      <a:pt x="350" y="63"/>
                    </a:lnTo>
                    <a:lnTo>
                      <a:pt x="350" y="63"/>
                    </a:lnTo>
                    <a:lnTo>
                      <a:pt x="350" y="63"/>
                    </a:lnTo>
                    <a:lnTo>
                      <a:pt x="287" y="5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1" name="Freeform 311"/>
              <p:cNvSpPr/>
              <p:nvPr/>
            </p:nvSpPr>
            <p:spPr bwMode="auto">
              <a:xfrm>
                <a:off x="2456" y="2672"/>
                <a:ext cx="350" cy="63"/>
              </a:xfrm>
              <a:custGeom>
                <a:avLst/>
                <a:gdLst/>
                <a:ahLst/>
                <a:cxnLst>
                  <a:cxn ang="0">
                    <a:pos x="0" y="0"/>
                  </a:cxn>
                  <a:cxn ang="0">
                    <a:pos x="0" y="0"/>
                  </a:cxn>
                  <a:cxn ang="0">
                    <a:pos x="350" y="63"/>
                  </a:cxn>
                  <a:cxn ang="0">
                    <a:pos x="350" y="63"/>
                  </a:cxn>
                  <a:cxn ang="0">
                    <a:pos x="350" y="63"/>
                  </a:cxn>
                  <a:cxn ang="0">
                    <a:pos x="350" y="63"/>
                  </a:cxn>
                  <a:cxn ang="0">
                    <a:pos x="287" y="51"/>
                  </a:cxn>
                  <a:cxn ang="0">
                    <a:pos x="0" y="0"/>
                  </a:cxn>
                </a:cxnLst>
                <a:rect l="0" t="0" r="r" b="b"/>
                <a:pathLst>
                  <a:path w="350" h="63">
                    <a:moveTo>
                      <a:pt x="0" y="0"/>
                    </a:moveTo>
                    <a:lnTo>
                      <a:pt x="0" y="0"/>
                    </a:lnTo>
                    <a:lnTo>
                      <a:pt x="350" y="63"/>
                    </a:lnTo>
                    <a:lnTo>
                      <a:pt x="350" y="63"/>
                    </a:lnTo>
                    <a:lnTo>
                      <a:pt x="350" y="63"/>
                    </a:lnTo>
                    <a:lnTo>
                      <a:pt x="350" y="63"/>
                    </a:lnTo>
                    <a:lnTo>
                      <a:pt x="287" y="5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2" name="Freeform 312"/>
              <p:cNvSpPr/>
              <p:nvPr/>
            </p:nvSpPr>
            <p:spPr bwMode="auto">
              <a:xfrm>
                <a:off x="2440" y="2670"/>
                <a:ext cx="16" cy="2"/>
              </a:xfrm>
              <a:custGeom>
                <a:avLst/>
                <a:gdLst/>
                <a:ahLst/>
                <a:cxnLst>
                  <a:cxn ang="0">
                    <a:pos x="0" y="0"/>
                  </a:cxn>
                  <a:cxn ang="0">
                    <a:pos x="16" y="2"/>
                  </a:cxn>
                  <a:cxn ang="0">
                    <a:pos x="16" y="2"/>
                  </a:cxn>
                  <a:cxn ang="0">
                    <a:pos x="0" y="0"/>
                  </a:cxn>
                </a:cxnLst>
                <a:rect l="0" t="0" r="r" b="b"/>
                <a:pathLst>
                  <a:path w="16" h="2">
                    <a:moveTo>
                      <a:pt x="0" y="0"/>
                    </a:moveTo>
                    <a:lnTo>
                      <a:pt x="16" y="2"/>
                    </a:lnTo>
                    <a:lnTo>
                      <a:pt x="16"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3" name="Freeform 313"/>
              <p:cNvSpPr/>
              <p:nvPr/>
            </p:nvSpPr>
            <p:spPr bwMode="auto">
              <a:xfrm>
                <a:off x="2440" y="2670"/>
                <a:ext cx="16" cy="2"/>
              </a:xfrm>
              <a:custGeom>
                <a:avLst/>
                <a:gdLst/>
                <a:ahLst/>
                <a:cxnLst>
                  <a:cxn ang="0">
                    <a:pos x="0" y="0"/>
                  </a:cxn>
                  <a:cxn ang="0">
                    <a:pos x="16" y="2"/>
                  </a:cxn>
                  <a:cxn ang="0">
                    <a:pos x="16" y="2"/>
                  </a:cxn>
                  <a:cxn ang="0">
                    <a:pos x="0" y="0"/>
                  </a:cxn>
                </a:cxnLst>
                <a:rect l="0" t="0" r="r" b="b"/>
                <a:pathLst>
                  <a:path w="16" h="2">
                    <a:moveTo>
                      <a:pt x="0" y="0"/>
                    </a:moveTo>
                    <a:lnTo>
                      <a:pt x="16" y="2"/>
                    </a:lnTo>
                    <a:lnTo>
                      <a:pt x="16"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4" name="Freeform 314"/>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5" name="Freeform 315"/>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6" name="Freeform 316"/>
              <p:cNvSpPr/>
              <p:nvPr/>
            </p:nvSpPr>
            <p:spPr bwMode="auto">
              <a:xfrm>
                <a:off x="2518" y="3199"/>
                <a:ext cx="2" cy="2"/>
              </a:xfrm>
              <a:custGeom>
                <a:avLst/>
                <a:gdLst/>
                <a:ahLst/>
                <a:cxnLst>
                  <a:cxn ang="0">
                    <a:pos x="2" y="0"/>
                  </a:cxn>
                  <a:cxn ang="0">
                    <a:pos x="0" y="2"/>
                  </a:cxn>
                  <a:cxn ang="0">
                    <a:pos x="2" y="0"/>
                  </a:cxn>
                  <a:cxn ang="0">
                    <a:pos x="2" y="0"/>
                  </a:cxn>
                </a:cxnLst>
                <a:rect l="0" t="0" r="r" b="b"/>
                <a:pathLst>
                  <a:path w="2" h="2">
                    <a:moveTo>
                      <a:pt x="2" y="0"/>
                    </a:moveTo>
                    <a:lnTo>
                      <a:pt x="0" y="2"/>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7" name="Freeform 317"/>
              <p:cNvSpPr/>
              <p:nvPr/>
            </p:nvSpPr>
            <p:spPr bwMode="auto">
              <a:xfrm>
                <a:off x="2518" y="3199"/>
                <a:ext cx="2" cy="2"/>
              </a:xfrm>
              <a:custGeom>
                <a:avLst/>
                <a:gdLst/>
                <a:ahLst/>
                <a:cxnLst>
                  <a:cxn ang="0">
                    <a:pos x="2" y="0"/>
                  </a:cxn>
                  <a:cxn ang="0">
                    <a:pos x="0" y="2"/>
                  </a:cxn>
                  <a:cxn ang="0">
                    <a:pos x="2" y="0"/>
                  </a:cxn>
                  <a:cxn ang="0">
                    <a:pos x="2" y="0"/>
                  </a:cxn>
                </a:cxnLst>
                <a:rect l="0" t="0" r="r" b="b"/>
                <a:pathLst>
                  <a:path w="2" h="2">
                    <a:moveTo>
                      <a:pt x="2" y="0"/>
                    </a:moveTo>
                    <a:lnTo>
                      <a:pt x="0" y="2"/>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518" name="Freeform 318"/>
              <p:cNvSpPr/>
              <p:nvPr/>
            </p:nvSpPr>
            <p:spPr bwMode="auto">
              <a:xfrm>
                <a:off x="2451" y="2692"/>
                <a:ext cx="397" cy="497"/>
              </a:xfrm>
              <a:custGeom>
                <a:avLst/>
                <a:gdLst/>
                <a:ahLst/>
                <a:cxnLst>
                  <a:cxn ang="0">
                    <a:pos x="0" y="0"/>
                  </a:cxn>
                  <a:cxn ang="0">
                    <a:pos x="87" y="497"/>
                  </a:cxn>
                  <a:cxn ang="0">
                    <a:pos x="151" y="460"/>
                  </a:cxn>
                  <a:cxn ang="0">
                    <a:pos x="166" y="452"/>
                  </a:cxn>
                  <a:cxn ang="0">
                    <a:pos x="397" y="319"/>
                  </a:cxn>
                  <a:cxn ang="0">
                    <a:pos x="352" y="63"/>
                  </a:cxn>
                  <a:cxn ang="0">
                    <a:pos x="118" y="20"/>
                  </a:cxn>
                  <a:cxn ang="0">
                    <a:pos x="0" y="0"/>
                  </a:cxn>
                </a:cxnLst>
                <a:rect l="0" t="0" r="r" b="b"/>
                <a:pathLst>
                  <a:path w="397" h="497">
                    <a:moveTo>
                      <a:pt x="0" y="0"/>
                    </a:moveTo>
                    <a:lnTo>
                      <a:pt x="87" y="497"/>
                    </a:lnTo>
                    <a:lnTo>
                      <a:pt x="151" y="460"/>
                    </a:lnTo>
                    <a:lnTo>
                      <a:pt x="166" y="452"/>
                    </a:lnTo>
                    <a:lnTo>
                      <a:pt x="397" y="319"/>
                    </a:lnTo>
                    <a:lnTo>
                      <a:pt x="352" y="63"/>
                    </a:lnTo>
                    <a:lnTo>
                      <a:pt x="118"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19" name="Freeform 319"/>
              <p:cNvSpPr/>
              <p:nvPr/>
            </p:nvSpPr>
            <p:spPr bwMode="auto">
              <a:xfrm>
                <a:off x="2451" y="2692"/>
                <a:ext cx="397" cy="497"/>
              </a:xfrm>
              <a:custGeom>
                <a:avLst/>
                <a:gdLst/>
                <a:ahLst/>
                <a:cxnLst>
                  <a:cxn ang="0">
                    <a:pos x="0" y="0"/>
                  </a:cxn>
                  <a:cxn ang="0">
                    <a:pos x="87" y="497"/>
                  </a:cxn>
                  <a:cxn ang="0">
                    <a:pos x="151" y="460"/>
                  </a:cxn>
                  <a:cxn ang="0">
                    <a:pos x="166" y="452"/>
                  </a:cxn>
                  <a:cxn ang="0">
                    <a:pos x="397" y="319"/>
                  </a:cxn>
                  <a:cxn ang="0">
                    <a:pos x="352" y="63"/>
                  </a:cxn>
                  <a:cxn ang="0">
                    <a:pos x="118" y="20"/>
                  </a:cxn>
                  <a:cxn ang="0">
                    <a:pos x="0" y="0"/>
                  </a:cxn>
                </a:cxnLst>
                <a:rect l="0" t="0" r="r" b="b"/>
                <a:pathLst>
                  <a:path w="397" h="497">
                    <a:moveTo>
                      <a:pt x="0" y="0"/>
                    </a:moveTo>
                    <a:lnTo>
                      <a:pt x="87" y="497"/>
                    </a:lnTo>
                    <a:lnTo>
                      <a:pt x="151" y="460"/>
                    </a:lnTo>
                    <a:lnTo>
                      <a:pt x="166" y="452"/>
                    </a:lnTo>
                    <a:lnTo>
                      <a:pt x="397" y="319"/>
                    </a:lnTo>
                    <a:lnTo>
                      <a:pt x="352" y="63"/>
                    </a:lnTo>
                    <a:lnTo>
                      <a:pt x="118"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0" name="Freeform 320"/>
              <p:cNvSpPr/>
              <p:nvPr/>
            </p:nvSpPr>
            <p:spPr bwMode="auto">
              <a:xfrm>
                <a:off x="2569" y="2712"/>
                <a:ext cx="234" cy="43"/>
              </a:xfrm>
              <a:custGeom>
                <a:avLst/>
                <a:gdLst/>
                <a:ahLst/>
                <a:cxnLst>
                  <a:cxn ang="0">
                    <a:pos x="0" y="0"/>
                  </a:cxn>
                  <a:cxn ang="0">
                    <a:pos x="234" y="43"/>
                  </a:cxn>
                  <a:cxn ang="0">
                    <a:pos x="234" y="43"/>
                  </a:cxn>
                  <a:cxn ang="0">
                    <a:pos x="227" y="42"/>
                  </a:cxn>
                  <a:cxn ang="0">
                    <a:pos x="0" y="0"/>
                  </a:cxn>
                </a:cxnLst>
                <a:rect l="0" t="0" r="r" b="b"/>
                <a:pathLst>
                  <a:path w="234" h="43">
                    <a:moveTo>
                      <a:pt x="0" y="0"/>
                    </a:moveTo>
                    <a:lnTo>
                      <a:pt x="234" y="43"/>
                    </a:lnTo>
                    <a:lnTo>
                      <a:pt x="234" y="43"/>
                    </a:lnTo>
                    <a:lnTo>
                      <a:pt x="227" y="4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1" name="Freeform 321"/>
              <p:cNvSpPr/>
              <p:nvPr/>
            </p:nvSpPr>
            <p:spPr bwMode="auto">
              <a:xfrm>
                <a:off x="2569" y="2712"/>
                <a:ext cx="234" cy="43"/>
              </a:xfrm>
              <a:custGeom>
                <a:avLst/>
                <a:gdLst/>
                <a:ahLst/>
                <a:cxnLst>
                  <a:cxn ang="0">
                    <a:pos x="0" y="0"/>
                  </a:cxn>
                  <a:cxn ang="0">
                    <a:pos x="234" y="43"/>
                  </a:cxn>
                  <a:cxn ang="0">
                    <a:pos x="234" y="43"/>
                  </a:cxn>
                  <a:cxn ang="0">
                    <a:pos x="227" y="42"/>
                  </a:cxn>
                  <a:cxn ang="0">
                    <a:pos x="0" y="0"/>
                  </a:cxn>
                </a:cxnLst>
                <a:rect l="0" t="0" r="r" b="b"/>
                <a:pathLst>
                  <a:path w="234" h="43">
                    <a:moveTo>
                      <a:pt x="0" y="0"/>
                    </a:moveTo>
                    <a:lnTo>
                      <a:pt x="234" y="43"/>
                    </a:lnTo>
                    <a:lnTo>
                      <a:pt x="234" y="43"/>
                    </a:lnTo>
                    <a:lnTo>
                      <a:pt x="227" y="4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2" name="Freeform 322"/>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3" name="Freeform 323"/>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4" name="Freeform 324"/>
              <p:cNvSpPr/>
              <p:nvPr/>
            </p:nvSpPr>
            <p:spPr bwMode="auto">
              <a:xfrm>
                <a:off x="2451" y="2692"/>
                <a:ext cx="118" cy="497"/>
              </a:xfrm>
              <a:custGeom>
                <a:avLst/>
                <a:gdLst/>
                <a:ahLst/>
                <a:cxnLst>
                  <a:cxn ang="0">
                    <a:pos x="0" y="0"/>
                  </a:cxn>
                  <a:cxn ang="0">
                    <a:pos x="87" y="497"/>
                  </a:cxn>
                  <a:cxn ang="0">
                    <a:pos x="87" y="497"/>
                  </a:cxn>
                  <a:cxn ang="0">
                    <a:pos x="0" y="0"/>
                  </a:cxn>
                  <a:cxn ang="0">
                    <a:pos x="118" y="20"/>
                  </a:cxn>
                  <a:cxn ang="0">
                    <a:pos x="0" y="0"/>
                  </a:cxn>
                </a:cxnLst>
                <a:rect l="0" t="0" r="r" b="b"/>
                <a:pathLst>
                  <a:path w="118" h="497">
                    <a:moveTo>
                      <a:pt x="0" y="0"/>
                    </a:moveTo>
                    <a:lnTo>
                      <a:pt x="87" y="497"/>
                    </a:lnTo>
                    <a:lnTo>
                      <a:pt x="87" y="497"/>
                    </a:lnTo>
                    <a:lnTo>
                      <a:pt x="0" y="0"/>
                    </a:lnTo>
                    <a:lnTo>
                      <a:pt x="118"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5" name="Freeform 325"/>
              <p:cNvSpPr/>
              <p:nvPr/>
            </p:nvSpPr>
            <p:spPr bwMode="auto">
              <a:xfrm>
                <a:off x="2451" y="2692"/>
                <a:ext cx="118" cy="497"/>
              </a:xfrm>
              <a:custGeom>
                <a:avLst/>
                <a:gdLst/>
                <a:ahLst/>
                <a:cxnLst>
                  <a:cxn ang="0">
                    <a:pos x="0" y="0"/>
                  </a:cxn>
                  <a:cxn ang="0">
                    <a:pos x="87" y="497"/>
                  </a:cxn>
                  <a:cxn ang="0">
                    <a:pos x="87" y="497"/>
                  </a:cxn>
                  <a:cxn ang="0">
                    <a:pos x="0" y="0"/>
                  </a:cxn>
                  <a:cxn ang="0">
                    <a:pos x="118" y="20"/>
                  </a:cxn>
                  <a:cxn ang="0">
                    <a:pos x="0" y="0"/>
                  </a:cxn>
                </a:cxnLst>
                <a:rect l="0" t="0" r="r" b="b"/>
                <a:pathLst>
                  <a:path w="118" h="497">
                    <a:moveTo>
                      <a:pt x="0" y="0"/>
                    </a:moveTo>
                    <a:lnTo>
                      <a:pt x="87" y="497"/>
                    </a:lnTo>
                    <a:lnTo>
                      <a:pt x="87" y="497"/>
                    </a:lnTo>
                    <a:lnTo>
                      <a:pt x="0" y="0"/>
                    </a:lnTo>
                    <a:lnTo>
                      <a:pt x="118"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6" name="Freeform 326"/>
              <p:cNvSpPr/>
              <p:nvPr/>
            </p:nvSpPr>
            <p:spPr bwMode="auto">
              <a:xfrm>
                <a:off x="2451" y="2692"/>
                <a:ext cx="345" cy="62"/>
              </a:xfrm>
              <a:custGeom>
                <a:avLst/>
                <a:gdLst/>
                <a:ahLst/>
                <a:cxnLst>
                  <a:cxn ang="0">
                    <a:pos x="0" y="0"/>
                  </a:cxn>
                  <a:cxn ang="0">
                    <a:pos x="0" y="0"/>
                  </a:cxn>
                  <a:cxn ang="0">
                    <a:pos x="118" y="20"/>
                  </a:cxn>
                  <a:cxn ang="0">
                    <a:pos x="345" y="62"/>
                  </a:cxn>
                  <a:cxn ang="0">
                    <a:pos x="345" y="62"/>
                  </a:cxn>
                  <a:cxn ang="0">
                    <a:pos x="0" y="0"/>
                  </a:cxn>
                </a:cxnLst>
                <a:rect l="0" t="0" r="r" b="b"/>
                <a:pathLst>
                  <a:path w="345" h="62">
                    <a:moveTo>
                      <a:pt x="0" y="0"/>
                    </a:moveTo>
                    <a:lnTo>
                      <a:pt x="0" y="0"/>
                    </a:lnTo>
                    <a:lnTo>
                      <a:pt x="118" y="20"/>
                    </a:lnTo>
                    <a:lnTo>
                      <a:pt x="345" y="62"/>
                    </a:lnTo>
                    <a:lnTo>
                      <a:pt x="345" y="6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7" name="Freeform 327"/>
              <p:cNvSpPr/>
              <p:nvPr/>
            </p:nvSpPr>
            <p:spPr bwMode="auto">
              <a:xfrm>
                <a:off x="2451" y="2692"/>
                <a:ext cx="345" cy="62"/>
              </a:xfrm>
              <a:custGeom>
                <a:avLst/>
                <a:gdLst/>
                <a:ahLst/>
                <a:cxnLst>
                  <a:cxn ang="0">
                    <a:pos x="0" y="0"/>
                  </a:cxn>
                  <a:cxn ang="0">
                    <a:pos x="0" y="0"/>
                  </a:cxn>
                  <a:cxn ang="0">
                    <a:pos x="118" y="20"/>
                  </a:cxn>
                  <a:cxn ang="0">
                    <a:pos x="345" y="62"/>
                  </a:cxn>
                  <a:cxn ang="0">
                    <a:pos x="345" y="62"/>
                  </a:cxn>
                  <a:cxn ang="0">
                    <a:pos x="0" y="0"/>
                  </a:cxn>
                </a:cxnLst>
                <a:rect l="0" t="0" r="r" b="b"/>
                <a:pathLst>
                  <a:path w="345" h="62">
                    <a:moveTo>
                      <a:pt x="0" y="0"/>
                    </a:moveTo>
                    <a:lnTo>
                      <a:pt x="0" y="0"/>
                    </a:lnTo>
                    <a:lnTo>
                      <a:pt x="118" y="20"/>
                    </a:lnTo>
                    <a:lnTo>
                      <a:pt x="345" y="62"/>
                    </a:lnTo>
                    <a:lnTo>
                      <a:pt x="345" y="6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8" name="Freeform 328"/>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9" name="Freeform 329"/>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30" name="Freeform 330"/>
              <p:cNvSpPr/>
              <p:nvPr/>
            </p:nvSpPr>
            <p:spPr bwMode="auto">
              <a:xfrm>
                <a:off x="2815" y="2737"/>
                <a:ext cx="13" cy="1"/>
              </a:xfrm>
              <a:custGeom>
                <a:avLst/>
                <a:gdLst/>
                <a:ahLst/>
                <a:cxnLst>
                  <a:cxn ang="0">
                    <a:pos x="0" y="0"/>
                  </a:cxn>
                  <a:cxn ang="0">
                    <a:pos x="0" y="0"/>
                  </a:cxn>
                  <a:cxn ang="0">
                    <a:pos x="13" y="1"/>
                  </a:cxn>
                  <a:cxn ang="0">
                    <a:pos x="13" y="1"/>
                  </a:cxn>
                  <a:cxn ang="0">
                    <a:pos x="0" y="0"/>
                  </a:cxn>
                </a:cxnLst>
                <a:rect l="0" t="0" r="r" b="b"/>
                <a:pathLst>
                  <a:path w="13" h="1">
                    <a:moveTo>
                      <a:pt x="0" y="0"/>
                    </a:moveTo>
                    <a:lnTo>
                      <a:pt x="0" y="0"/>
                    </a:lnTo>
                    <a:lnTo>
                      <a:pt x="13" y="1"/>
                    </a:lnTo>
                    <a:lnTo>
                      <a:pt x="13"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31" name="Freeform 331"/>
              <p:cNvSpPr/>
              <p:nvPr/>
            </p:nvSpPr>
            <p:spPr bwMode="auto">
              <a:xfrm>
                <a:off x="2815" y="2737"/>
                <a:ext cx="13" cy="1"/>
              </a:xfrm>
              <a:custGeom>
                <a:avLst/>
                <a:gdLst/>
                <a:ahLst/>
                <a:cxnLst>
                  <a:cxn ang="0">
                    <a:pos x="0" y="0"/>
                  </a:cxn>
                  <a:cxn ang="0">
                    <a:pos x="0" y="0"/>
                  </a:cxn>
                  <a:cxn ang="0">
                    <a:pos x="13" y="1"/>
                  </a:cxn>
                  <a:cxn ang="0">
                    <a:pos x="13" y="1"/>
                  </a:cxn>
                  <a:cxn ang="0">
                    <a:pos x="0" y="0"/>
                  </a:cxn>
                </a:cxnLst>
                <a:rect l="0" t="0" r="r" b="b"/>
                <a:pathLst>
                  <a:path w="13" h="1">
                    <a:moveTo>
                      <a:pt x="0" y="0"/>
                    </a:moveTo>
                    <a:lnTo>
                      <a:pt x="0" y="0"/>
                    </a:lnTo>
                    <a:lnTo>
                      <a:pt x="13" y="1"/>
                    </a:lnTo>
                    <a:lnTo>
                      <a:pt x="13"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32" name="Freeform 332"/>
              <p:cNvSpPr/>
              <p:nvPr/>
            </p:nvSpPr>
            <p:spPr bwMode="auto">
              <a:xfrm>
                <a:off x="2617" y="2755"/>
                <a:ext cx="231" cy="389"/>
              </a:xfrm>
              <a:custGeom>
                <a:avLst/>
                <a:gdLst/>
                <a:ahLst/>
                <a:cxnLst>
                  <a:cxn ang="0">
                    <a:pos x="186" y="0"/>
                  </a:cxn>
                  <a:cxn ang="0">
                    <a:pos x="231" y="256"/>
                  </a:cxn>
                  <a:cxn ang="0">
                    <a:pos x="0" y="389"/>
                  </a:cxn>
                  <a:cxn ang="0">
                    <a:pos x="231" y="256"/>
                  </a:cxn>
                  <a:cxn ang="0">
                    <a:pos x="231" y="256"/>
                  </a:cxn>
                  <a:cxn ang="0">
                    <a:pos x="231" y="256"/>
                  </a:cxn>
                  <a:cxn ang="0">
                    <a:pos x="186" y="0"/>
                  </a:cxn>
                  <a:cxn ang="0">
                    <a:pos x="186" y="0"/>
                  </a:cxn>
                </a:cxnLst>
                <a:rect l="0" t="0" r="r" b="b"/>
                <a:pathLst>
                  <a:path w="231" h="389">
                    <a:moveTo>
                      <a:pt x="186" y="0"/>
                    </a:moveTo>
                    <a:lnTo>
                      <a:pt x="231" y="256"/>
                    </a:lnTo>
                    <a:lnTo>
                      <a:pt x="0" y="389"/>
                    </a:lnTo>
                    <a:lnTo>
                      <a:pt x="231" y="256"/>
                    </a:lnTo>
                    <a:lnTo>
                      <a:pt x="231" y="256"/>
                    </a:lnTo>
                    <a:lnTo>
                      <a:pt x="231" y="256"/>
                    </a:lnTo>
                    <a:lnTo>
                      <a:pt x="186" y="0"/>
                    </a:lnTo>
                    <a:lnTo>
                      <a:pt x="18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33" name="Freeform 333"/>
              <p:cNvSpPr/>
              <p:nvPr/>
            </p:nvSpPr>
            <p:spPr bwMode="auto">
              <a:xfrm>
                <a:off x="2617" y="2755"/>
                <a:ext cx="231" cy="389"/>
              </a:xfrm>
              <a:custGeom>
                <a:avLst/>
                <a:gdLst/>
                <a:ahLst/>
                <a:cxnLst>
                  <a:cxn ang="0">
                    <a:pos x="186" y="0"/>
                  </a:cxn>
                  <a:cxn ang="0">
                    <a:pos x="231" y="256"/>
                  </a:cxn>
                  <a:cxn ang="0">
                    <a:pos x="0" y="389"/>
                  </a:cxn>
                  <a:cxn ang="0">
                    <a:pos x="231" y="256"/>
                  </a:cxn>
                  <a:cxn ang="0">
                    <a:pos x="231" y="256"/>
                  </a:cxn>
                  <a:cxn ang="0">
                    <a:pos x="231" y="256"/>
                  </a:cxn>
                  <a:cxn ang="0">
                    <a:pos x="186" y="0"/>
                  </a:cxn>
                  <a:cxn ang="0">
                    <a:pos x="186" y="0"/>
                  </a:cxn>
                </a:cxnLst>
                <a:rect l="0" t="0" r="r" b="b"/>
                <a:pathLst>
                  <a:path w="231" h="389">
                    <a:moveTo>
                      <a:pt x="186" y="0"/>
                    </a:moveTo>
                    <a:lnTo>
                      <a:pt x="231" y="256"/>
                    </a:lnTo>
                    <a:lnTo>
                      <a:pt x="0" y="389"/>
                    </a:lnTo>
                    <a:lnTo>
                      <a:pt x="231" y="256"/>
                    </a:lnTo>
                    <a:lnTo>
                      <a:pt x="231" y="256"/>
                    </a:lnTo>
                    <a:lnTo>
                      <a:pt x="231" y="256"/>
                    </a:lnTo>
                    <a:lnTo>
                      <a:pt x="186" y="0"/>
                    </a:lnTo>
                    <a:lnTo>
                      <a:pt x="186" y="0"/>
                    </a:lnTo>
                  </a:path>
                </a:pathLst>
              </a:custGeom>
              <a:noFill/>
              <a:ln w="9525">
                <a:noFill/>
                <a:round/>
              </a:ln>
            </p:spPr>
            <p:txBody>
              <a:bodyPr vert="horz" wrap="square" lIns="82938" tIns="41469" rIns="82938" bIns="41469" numCol="1" anchor="t" anchorCtr="0" compatLnSpc="1"/>
              <a:lstStyle/>
              <a:p>
                <a:endParaRPr lang="en-GB" sz="1815"/>
              </a:p>
            </p:txBody>
          </p:sp>
          <p:sp>
            <p:nvSpPr>
              <p:cNvPr id="51534" name="Rectangle 334"/>
              <p:cNvSpPr>
                <a:spLocks noChangeArrowheads="1"/>
              </p:cNvSpPr>
              <p:nvPr/>
            </p:nvSpPr>
            <p:spPr bwMode="auto">
              <a:xfrm>
                <a:off x="2803" y="2755"/>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535" name="Rectangle 335"/>
              <p:cNvSpPr>
                <a:spLocks noChangeArrowheads="1"/>
              </p:cNvSpPr>
              <p:nvPr/>
            </p:nvSpPr>
            <p:spPr bwMode="auto">
              <a:xfrm>
                <a:off x="2803" y="275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536" name="Rectangle 336"/>
              <p:cNvSpPr>
                <a:spLocks noChangeArrowheads="1"/>
              </p:cNvSpPr>
              <p:nvPr/>
            </p:nvSpPr>
            <p:spPr bwMode="auto">
              <a:xfrm>
                <a:off x="2803" y="2755"/>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537" name="Rectangle 337"/>
              <p:cNvSpPr>
                <a:spLocks noChangeArrowheads="1"/>
              </p:cNvSpPr>
              <p:nvPr/>
            </p:nvSpPr>
            <p:spPr bwMode="auto">
              <a:xfrm>
                <a:off x="2803" y="275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538" name="Freeform 338"/>
              <p:cNvSpPr/>
              <p:nvPr/>
            </p:nvSpPr>
            <p:spPr bwMode="auto">
              <a:xfrm>
                <a:off x="2430" y="2688"/>
                <a:ext cx="90" cy="511"/>
              </a:xfrm>
              <a:custGeom>
                <a:avLst/>
                <a:gdLst/>
                <a:ahLst/>
                <a:cxnLst>
                  <a:cxn ang="0">
                    <a:pos x="0" y="0"/>
                  </a:cxn>
                  <a:cxn ang="0">
                    <a:pos x="90" y="511"/>
                  </a:cxn>
                  <a:cxn ang="0">
                    <a:pos x="90" y="511"/>
                  </a:cxn>
                  <a:cxn ang="0">
                    <a:pos x="0" y="0"/>
                  </a:cxn>
                </a:cxnLst>
                <a:rect l="0" t="0" r="r" b="b"/>
                <a:pathLst>
                  <a:path w="90" h="511">
                    <a:moveTo>
                      <a:pt x="0" y="0"/>
                    </a:moveTo>
                    <a:lnTo>
                      <a:pt x="90" y="511"/>
                    </a:lnTo>
                    <a:lnTo>
                      <a:pt x="90" y="511"/>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39" name="Freeform 339"/>
              <p:cNvSpPr/>
              <p:nvPr/>
            </p:nvSpPr>
            <p:spPr bwMode="auto">
              <a:xfrm>
                <a:off x="2430" y="2688"/>
                <a:ext cx="90" cy="511"/>
              </a:xfrm>
              <a:custGeom>
                <a:avLst/>
                <a:gdLst/>
                <a:ahLst/>
                <a:cxnLst>
                  <a:cxn ang="0">
                    <a:pos x="0" y="0"/>
                  </a:cxn>
                  <a:cxn ang="0">
                    <a:pos x="90" y="511"/>
                  </a:cxn>
                  <a:cxn ang="0">
                    <a:pos x="90" y="511"/>
                  </a:cxn>
                  <a:cxn ang="0">
                    <a:pos x="0" y="0"/>
                  </a:cxn>
                </a:cxnLst>
                <a:rect l="0" t="0" r="r" b="b"/>
                <a:pathLst>
                  <a:path w="90" h="511">
                    <a:moveTo>
                      <a:pt x="0" y="0"/>
                    </a:moveTo>
                    <a:lnTo>
                      <a:pt x="90" y="511"/>
                    </a:lnTo>
                    <a:lnTo>
                      <a:pt x="90" y="51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40" name="Freeform 340"/>
              <p:cNvSpPr/>
              <p:nvPr/>
            </p:nvSpPr>
            <p:spPr bwMode="auto">
              <a:xfrm>
                <a:off x="2430" y="2688"/>
                <a:ext cx="108" cy="511"/>
              </a:xfrm>
              <a:custGeom>
                <a:avLst/>
                <a:gdLst/>
                <a:ahLst/>
                <a:cxnLst>
                  <a:cxn ang="0">
                    <a:pos x="0" y="0"/>
                  </a:cxn>
                  <a:cxn ang="0">
                    <a:pos x="0" y="0"/>
                  </a:cxn>
                  <a:cxn ang="0">
                    <a:pos x="90" y="511"/>
                  </a:cxn>
                  <a:cxn ang="0">
                    <a:pos x="90" y="511"/>
                  </a:cxn>
                  <a:cxn ang="0">
                    <a:pos x="90" y="511"/>
                  </a:cxn>
                  <a:cxn ang="0">
                    <a:pos x="97" y="508"/>
                  </a:cxn>
                  <a:cxn ang="0">
                    <a:pos x="108" y="501"/>
                  </a:cxn>
                  <a:cxn ang="0">
                    <a:pos x="21" y="4"/>
                  </a:cxn>
                  <a:cxn ang="0">
                    <a:pos x="0" y="0"/>
                  </a:cxn>
                </a:cxnLst>
                <a:rect l="0" t="0" r="r" b="b"/>
                <a:pathLst>
                  <a:path w="108" h="511">
                    <a:moveTo>
                      <a:pt x="0" y="0"/>
                    </a:moveTo>
                    <a:lnTo>
                      <a:pt x="0" y="0"/>
                    </a:lnTo>
                    <a:lnTo>
                      <a:pt x="90" y="511"/>
                    </a:lnTo>
                    <a:lnTo>
                      <a:pt x="90" y="511"/>
                    </a:lnTo>
                    <a:lnTo>
                      <a:pt x="90" y="511"/>
                    </a:lnTo>
                    <a:lnTo>
                      <a:pt x="97" y="508"/>
                    </a:lnTo>
                    <a:lnTo>
                      <a:pt x="108" y="501"/>
                    </a:lnTo>
                    <a:lnTo>
                      <a:pt x="21"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1" name="Freeform 341"/>
              <p:cNvSpPr/>
              <p:nvPr/>
            </p:nvSpPr>
            <p:spPr bwMode="auto">
              <a:xfrm>
                <a:off x="2430" y="2688"/>
                <a:ext cx="108" cy="511"/>
              </a:xfrm>
              <a:custGeom>
                <a:avLst/>
                <a:gdLst/>
                <a:ahLst/>
                <a:cxnLst>
                  <a:cxn ang="0">
                    <a:pos x="0" y="0"/>
                  </a:cxn>
                  <a:cxn ang="0">
                    <a:pos x="0" y="0"/>
                  </a:cxn>
                  <a:cxn ang="0">
                    <a:pos x="90" y="511"/>
                  </a:cxn>
                  <a:cxn ang="0">
                    <a:pos x="90" y="511"/>
                  </a:cxn>
                  <a:cxn ang="0">
                    <a:pos x="90" y="511"/>
                  </a:cxn>
                  <a:cxn ang="0">
                    <a:pos x="97" y="508"/>
                  </a:cxn>
                  <a:cxn ang="0">
                    <a:pos x="108" y="501"/>
                  </a:cxn>
                  <a:cxn ang="0">
                    <a:pos x="21" y="4"/>
                  </a:cxn>
                  <a:cxn ang="0">
                    <a:pos x="0" y="0"/>
                  </a:cxn>
                </a:cxnLst>
                <a:rect l="0" t="0" r="r" b="b"/>
                <a:pathLst>
                  <a:path w="108" h="511">
                    <a:moveTo>
                      <a:pt x="0" y="0"/>
                    </a:moveTo>
                    <a:lnTo>
                      <a:pt x="0" y="0"/>
                    </a:lnTo>
                    <a:lnTo>
                      <a:pt x="90" y="511"/>
                    </a:lnTo>
                    <a:lnTo>
                      <a:pt x="90" y="511"/>
                    </a:lnTo>
                    <a:lnTo>
                      <a:pt x="90" y="511"/>
                    </a:lnTo>
                    <a:lnTo>
                      <a:pt x="97" y="508"/>
                    </a:lnTo>
                    <a:lnTo>
                      <a:pt x="108" y="501"/>
                    </a:lnTo>
                    <a:lnTo>
                      <a:pt x="21"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42" name="Freeform 342"/>
              <p:cNvSpPr/>
              <p:nvPr/>
            </p:nvSpPr>
            <p:spPr bwMode="auto">
              <a:xfrm>
                <a:off x="2430" y="2672"/>
                <a:ext cx="376" cy="82"/>
              </a:xfrm>
              <a:custGeom>
                <a:avLst/>
                <a:gdLst/>
                <a:ahLst/>
                <a:cxnLst>
                  <a:cxn ang="0">
                    <a:pos x="26" y="0"/>
                  </a:cxn>
                  <a:cxn ang="0">
                    <a:pos x="15" y="18"/>
                  </a:cxn>
                  <a:cxn ang="0">
                    <a:pos x="0" y="16"/>
                  </a:cxn>
                  <a:cxn ang="0">
                    <a:pos x="0" y="16"/>
                  </a:cxn>
                  <a:cxn ang="0">
                    <a:pos x="21" y="20"/>
                  </a:cxn>
                  <a:cxn ang="0">
                    <a:pos x="21" y="20"/>
                  </a:cxn>
                  <a:cxn ang="0">
                    <a:pos x="366" y="82"/>
                  </a:cxn>
                  <a:cxn ang="0">
                    <a:pos x="371" y="73"/>
                  </a:cxn>
                  <a:cxn ang="0">
                    <a:pos x="371" y="73"/>
                  </a:cxn>
                  <a:cxn ang="0">
                    <a:pos x="376" y="63"/>
                  </a:cxn>
                  <a:cxn ang="0">
                    <a:pos x="376" y="63"/>
                  </a:cxn>
                  <a:cxn ang="0">
                    <a:pos x="376" y="63"/>
                  </a:cxn>
                  <a:cxn ang="0">
                    <a:pos x="26" y="0"/>
                  </a:cxn>
                </a:cxnLst>
                <a:rect l="0" t="0" r="r" b="b"/>
                <a:pathLst>
                  <a:path w="376" h="82">
                    <a:moveTo>
                      <a:pt x="26" y="0"/>
                    </a:moveTo>
                    <a:lnTo>
                      <a:pt x="15" y="18"/>
                    </a:lnTo>
                    <a:lnTo>
                      <a:pt x="0" y="16"/>
                    </a:lnTo>
                    <a:lnTo>
                      <a:pt x="0" y="16"/>
                    </a:lnTo>
                    <a:lnTo>
                      <a:pt x="21" y="20"/>
                    </a:lnTo>
                    <a:lnTo>
                      <a:pt x="21" y="20"/>
                    </a:lnTo>
                    <a:lnTo>
                      <a:pt x="366" y="82"/>
                    </a:lnTo>
                    <a:lnTo>
                      <a:pt x="371" y="73"/>
                    </a:lnTo>
                    <a:lnTo>
                      <a:pt x="371" y="73"/>
                    </a:lnTo>
                    <a:lnTo>
                      <a:pt x="376" y="63"/>
                    </a:lnTo>
                    <a:lnTo>
                      <a:pt x="376" y="63"/>
                    </a:lnTo>
                    <a:lnTo>
                      <a:pt x="376" y="63"/>
                    </a:lnTo>
                    <a:lnTo>
                      <a:pt x="2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3" name="Freeform 343"/>
              <p:cNvSpPr/>
              <p:nvPr/>
            </p:nvSpPr>
            <p:spPr bwMode="auto">
              <a:xfrm>
                <a:off x="2430" y="2672"/>
                <a:ext cx="376" cy="82"/>
              </a:xfrm>
              <a:custGeom>
                <a:avLst/>
                <a:gdLst/>
                <a:ahLst/>
                <a:cxnLst>
                  <a:cxn ang="0">
                    <a:pos x="26" y="0"/>
                  </a:cxn>
                  <a:cxn ang="0">
                    <a:pos x="15" y="18"/>
                  </a:cxn>
                  <a:cxn ang="0">
                    <a:pos x="0" y="16"/>
                  </a:cxn>
                  <a:cxn ang="0">
                    <a:pos x="0" y="16"/>
                  </a:cxn>
                  <a:cxn ang="0">
                    <a:pos x="21" y="20"/>
                  </a:cxn>
                  <a:cxn ang="0">
                    <a:pos x="21" y="20"/>
                  </a:cxn>
                  <a:cxn ang="0">
                    <a:pos x="366" y="82"/>
                  </a:cxn>
                  <a:cxn ang="0">
                    <a:pos x="371" y="73"/>
                  </a:cxn>
                  <a:cxn ang="0">
                    <a:pos x="371" y="73"/>
                  </a:cxn>
                  <a:cxn ang="0">
                    <a:pos x="376" y="63"/>
                  </a:cxn>
                  <a:cxn ang="0">
                    <a:pos x="376" y="63"/>
                  </a:cxn>
                  <a:cxn ang="0">
                    <a:pos x="376" y="63"/>
                  </a:cxn>
                  <a:cxn ang="0">
                    <a:pos x="26" y="0"/>
                  </a:cxn>
                </a:cxnLst>
                <a:rect l="0" t="0" r="r" b="b"/>
                <a:pathLst>
                  <a:path w="376" h="82">
                    <a:moveTo>
                      <a:pt x="26" y="0"/>
                    </a:moveTo>
                    <a:lnTo>
                      <a:pt x="15" y="18"/>
                    </a:lnTo>
                    <a:lnTo>
                      <a:pt x="0" y="16"/>
                    </a:lnTo>
                    <a:lnTo>
                      <a:pt x="0" y="16"/>
                    </a:lnTo>
                    <a:lnTo>
                      <a:pt x="21" y="20"/>
                    </a:lnTo>
                    <a:lnTo>
                      <a:pt x="21" y="20"/>
                    </a:lnTo>
                    <a:lnTo>
                      <a:pt x="366" y="82"/>
                    </a:lnTo>
                    <a:lnTo>
                      <a:pt x="371" y="73"/>
                    </a:lnTo>
                    <a:lnTo>
                      <a:pt x="371" y="73"/>
                    </a:lnTo>
                    <a:lnTo>
                      <a:pt x="376" y="63"/>
                    </a:lnTo>
                    <a:lnTo>
                      <a:pt x="376" y="63"/>
                    </a:lnTo>
                    <a:lnTo>
                      <a:pt x="376" y="63"/>
                    </a:lnTo>
                    <a:lnTo>
                      <a:pt x="26" y="0"/>
                    </a:lnTo>
                  </a:path>
                </a:pathLst>
              </a:custGeom>
              <a:noFill/>
              <a:ln w="9525">
                <a:noFill/>
                <a:round/>
              </a:ln>
            </p:spPr>
            <p:txBody>
              <a:bodyPr vert="horz" wrap="square" lIns="82938" tIns="41469" rIns="82938" bIns="41469" numCol="1" anchor="t" anchorCtr="0" compatLnSpc="1"/>
              <a:lstStyle/>
              <a:p>
                <a:endParaRPr lang="en-GB" sz="1815"/>
              </a:p>
            </p:txBody>
          </p:sp>
          <p:sp>
            <p:nvSpPr>
              <p:cNvPr id="51544" name="Freeform 344"/>
              <p:cNvSpPr/>
              <p:nvPr/>
            </p:nvSpPr>
            <p:spPr bwMode="auto">
              <a:xfrm>
                <a:off x="2430" y="2670"/>
                <a:ext cx="26" cy="20"/>
              </a:xfrm>
              <a:custGeom>
                <a:avLst/>
                <a:gdLst/>
                <a:ahLst/>
                <a:cxnLst>
                  <a:cxn ang="0">
                    <a:pos x="10" y="0"/>
                  </a:cxn>
                  <a:cxn ang="0">
                    <a:pos x="10" y="0"/>
                  </a:cxn>
                  <a:cxn ang="0">
                    <a:pos x="0" y="18"/>
                  </a:cxn>
                  <a:cxn ang="0">
                    <a:pos x="0" y="18"/>
                  </a:cxn>
                  <a:cxn ang="0">
                    <a:pos x="15" y="20"/>
                  </a:cxn>
                  <a:cxn ang="0">
                    <a:pos x="26" y="2"/>
                  </a:cxn>
                  <a:cxn ang="0">
                    <a:pos x="10" y="0"/>
                  </a:cxn>
                </a:cxnLst>
                <a:rect l="0" t="0" r="r" b="b"/>
                <a:pathLst>
                  <a:path w="26" h="20">
                    <a:moveTo>
                      <a:pt x="10" y="0"/>
                    </a:moveTo>
                    <a:lnTo>
                      <a:pt x="10" y="0"/>
                    </a:lnTo>
                    <a:lnTo>
                      <a:pt x="0" y="18"/>
                    </a:lnTo>
                    <a:lnTo>
                      <a:pt x="0" y="18"/>
                    </a:lnTo>
                    <a:lnTo>
                      <a:pt x="15" y="20"/>
                    </a:lnTo>
                    <a:lnTo>
                      <a:pt x="26"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5" name="Freeform 345"/>
              <p:cNvSpPr/>
              <p:nvPr/>
            </p:nvSpPr>
            <p:spPr bwMode="auto">
              <a:xfrm>
                <a:off x="2430" y="2670"/>
                <a:ext cx="26" cy="20"/>
              </a:xfrm>
              <a:custGeom>
                <a:avLst/>
                <a:gdLst/>
                <a:ahLst/>
                <a:cxnLst>
                  <a:cxn ang="0">
                    <a:pos x="10" y="0"/>
                  </a:cxn>
                  <a:cxn ang="0">
                    <a:pos x="10" y="0"/>
                  </a:cxn>
                  <a:cxn ang="0">
                    <a:pos x="0" y="18"/>
                  </a:cxn>
                  <a:cxn ang="0">
                    <a:pos x="0" y="18"/>
                  </a:cxn>
                  <a:cxn ang="0">
                    <a:pos x="15" y="20"/>
                  </a:cxn>
                  <a:cxn ang="0">
                    <a:pos x="26" y="2"/>
                  </a:cxn>
                  <a:cxn ang="0">
                    <a:pos x="10" y="0"/>
                  </a:cxn>
                </a:cxnLst>
                <a:rect l="0" t="0" r="r" b="b"/>
                <a:pathLst>
                  <a:path w="26" h="20">
                    <a:moveTo>
                      <a:pt x="10" y="0"/>
                    </a:moveTo>
                    <a:lnTo>
                      <a:pt x="10" y="0"/>
                    </a:lnTo>
                    <a:lnTo>
                      <a:pt x="0" y="18"/>
                    </a:lnTo>
                    <a:lnTo>
                      <a:pt x="0" y="18"/>
                    </a:lnTo>
                    <a:lnTo>
                      <a:pt x="15" y="20"/>
                    </a:lnTo>
                    <a:lnTo>
                      <a:pt x="26"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546" name="Freeform 346"/>
              <p:cNvSpPr>
                <a:spLocks noEditPoints="1"/>
              </p:cNvSpPr>
              <p:nvPr/>
            </p:nvSpPr>
            <p:spPr bwMode="auto">
              <a:xfrm>
                <a:off x="2796" y="2735"/>
                <a:ext cx="19" cy="20"/>
              </a:xfrm>
              <a:custGeom>
                <a:avLst/>
                <a:gdLst/>
                <a:ahLst/>
                <a:cxnLst>
                  <a:cxn ang="0">
                    <a:pos x="5" y="10"/>
                  </a:cxn>
                  <a:cxn ang="0">
                    <a:pos x="0" y="19"/>
                  </a:cxn>
                  <a:cxn ang="0">
                    <a:pos x="7" y="20"/>
                  </a:cxn>
                  <a:cxn ang="0">
                    <a:pos x="7" y="20"/>
                  </a:cxn>
                  <a:cxn ang="0">
                    <a:pos x="7" y="20"/>
                  </a:cxn>
                  <a:cxn ang="0">
                    <a:pos x="5" y="14"/>
                  </a:cxn>
                  <a:cxn ang="0">
                    <a:pos x="15" y="12"/>
                  </a:cxn>
                  <a:cxn ang="0">
                    <a:pos x="5" y="14"/>
                  </a:cxn>
                  <a:cxn ang="0">
                    <a:pos x="5" y="10"/>
                  </a:cxn>
                  <a:cxn ang="0">
                    <a:pos x="10" y="0"/>
                  </a:cxn>
                  <a:cxn ang="0">
                    <a:pos x="10" y="0"/>
                  </a:cxn>
                  <a:cxn ang="0">
                    <a:pos x="19" y="2"/>
                  </a:cxn>
                  <a:cxn ang="0">
                    <a:pos x="19" y="2"/>
                  </a:cxn>
                  <a:cxn ang="0">
                    <a:pos x="10" y="0"/>
                  </a:cxn>
                </a:cxnLst>
                <a:rect l="0" t="0" r="r" b="b"/>
                <a:pathLst>
                  <a:path w="19" h="20">
                    <a:moveTo>
                      <a:pt x="5" y="10"/>
                    </a:moveTo>
                    <a:lnTo>
                      <a:pt x="0" y="19"/>
                    </a:lnTo>
                    <a:lnTo>
                      <a:pt x="7" y="20"/>
                    </a:lnTo>
                    <a:lnTo>
                      <a:pt x="7" y="20"/>
                    </a:lnTo>
                    <a:lnTo>
                      <a:pt x="7" y="20"/>
                    </a:lnTo>
                    <a:lnTo>
                      <a:pt x="5" y="14"/>
                    </a:lnTo>
                    <a:lnTo>
                      <a:pt x="15" y="12"/>
                    </a:lnTo>
                    <a:lnTo>
                      <a:pt x="5" y="14"/>
                    </a:lnTo>
                    <a:lnTo>
                      <a:pt x="5" y="10"/>
                    </a:lnTo>
                    <a:close/>
                    <a:moveTo>
                      <a:pt x="10" y="0"/>
                    </a:moveTo>
                    <a:lnTo>
                      <a:pt x="10" y="0"/>
                    </a:lnTo>
                    <a:lnTo>
                      <a:pt x="19" y="2"/>
                    </a:lnTo>
                    <a:lnTo>
                      <a:pt x="19"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7" name="Freeform 347"/>
              <p:cNvSpPr/>
              <p:nvPr/>
            </p:nvSpPr>
            <p:spPr bwMode="auto">
              <a:xfrm>
                <a:off x="2796" y="2745"/>
                <a:ext cx="15" cy="10"/>
              </a:xfrm>
              <a:custGeom>
                <a:avLst/>
                <a:gdLst/>
                <a:ahLst/>
                <a:cxnLst>
                  <a:cxn ang="0">
                    <a:pos x="5" y="0"/>
                  </a:cxn>
                  <a:cxn ang="0">
                    <a:pos x="0" y="9"/>
                  </a:cxn>
                  <a:cxn ang="0">
                    <a:pos x="7" y="10"/>
                  </a:cxn>
                  <a:cxn ang="0">
                    <a:pos x="7" y="10"/>
                  </a:cxn>
                  <a:cxn ang="0">
                    <a:pos x="7" y="10"/>
                  </a:cxn>
                  <a:cxn ang="0">
                    <a:pos x="5" y="4"/>
                  </a:cxn>
                  <a:cxn ang="0">
                    <a:pos x="15" y="2"/>
                  </a:cxn>
                  <a:cxn ang="0">
                    <a:pos x="5" y="4"/>
                  </a:cxn>
                  <a:cxn ang="0">
                    <a:pos x="5" y="0"/>
                  </a:cxn>
                </a:cxnLst>
                <a:rect l="0" t="0" r="r" b="b"/>
                <a:pathLst>
                  <a:path w="15" h="10">
                    <a:moveTo>
                      <a:pt x="5" y="0"/>
                    </a:moveTo>
                    <a:lnTo>
                      <a:pt x="0" y="9"/>
                    </a:lnTo>
                    <a:lnTo>
                      <a:pt x="7" y="10"/>
                    </a:lnTo>
                    <a:lnTo>
                      <a:pt x="7" y="10"/>
                    </a:lnTo>
                    <a:lnTo>
                      <a:pt x="7" y="10"/>
                    </a:lnTo>
                    <a:lnTo>
                      <a:pt x="5" y="4"/>
                    </a:lnTo>
                    <a:lnTo>
                      <a:pt x="15" y="2"/>
                    </a:lnTo>
                    <a:lnTo>
                      <a:pt x="5" y="4"/>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48" name="Freeform 348"/>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49" name="Freeform 349"/>
              <p:cNvSpPr/>
              <p:nvPr/>
            </p:nvSpPr>
            <p:spPr bwMode="auto">
              <a:xfrm>
                <a:off x="2825" y="2759"/>
                <a:ext cx="353" cy="241"/>
              </a:xfrm>
              <a:custGeom>
                <a:avLst/>
                <a:gdLst/>
                <a:ahLst/>
                <a:cxnLst>
                  <a:cxn ang="0">
                    <a:pos x="0" y="0"/>
                  </a:cxn>
                  <a:cxn ang="0">
                    <a:pos x="42" y="241"/>
                  </a:cxn>
                  <a:cxn ang="0">
                    <a:pos x="353" y="63"/>
                  </a:cxn>
                  <a:cxn ang="0">
                    <a:pos x="112" y="20"/>
                  </a:cxn>
                  <a:cxn ang="0">
                    <a:pos x="0" y="0"/>
                  </a:cxn>
                </a:cxnLst>
                <a:rect l="0" t="0" r="r" b="b"/>
                <a:pathLst>
                  <a:path w="353" h="241">
                    <a:moveTo>
                      <a:pt x="0" y="0"/>
                    </a:moveTo>
                    <a:lnTo>
                      <a:pt x="42" y="241"/>
                    </a:lnTo>
                    <a:lnTo>
                      <a:pt x="353" y="63"/>
                    </a:lnTo>
                    <a:lnTo>
                      <a:pt x="112"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50" name="Freeform 350"/>
              <p:cNvSpPr/>
              <p:nvPr/>
            </p:nvSpPr>
            <p:spPr bwMode="auto">
              <a:xfrm>
                <a:off x="2825" y="2759"/>
                <a:ext cx="353" cy="241"/>
              </a:xfrm>
              <a:custGeom>
                <a:avLst/>
                <a:gdLst/>
                <a:ahLst/>
                <a:cxnLst>
                  <a:cxn ang="0">
                    <a:pos x="0" y="0"/>
                  </a:cxn>
                  <a:cxn ang="0">
                    <a:pos x="42" y="241"/>
                  </a:cxn>
                  <a:cxn ang="0">
                    <a:pos x="353" y="63"/>
                  </a:cxn>
                  <a:cxn ang="0">
                    <a:pos x="112" y="20"/>
                  </a:cxn>
                  <a:cxn ang="0">
                    <a:pos x="0" y="0"/>
                  </a:cxn>
                </a:cxnLst>
                <a:rect l="0" t="0" r="r" b="b"/>
                <a:pathLst>
                  <a:path w="353" h="241">
                    <a:moveTo>
                      <a:pt x="0" y="0"/>
                    </a:moveTo>
                    <a:lnTo>
                      <a:pt x="42" y="241"/>
                    </a:lnTo>
                    <a:lnTo>
                      <a:pt x="353" y="63"/>
                    </a:lnTo>
                    <a:lnTo>
                      <a:pt x="112"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1" name="Freeform 351"/>
              <p:cNvSpPr/>
              <p:nvPr/>
            </p:nvSpPr>
            <p:spPr bwMode="auto">
              <a:xfrm>
                <a:off x="2825" y="2759"/>
                <a:ext cx="112" cy="20"/>
              </a:xfrm>
              <a:custGeom>
                <a:avLst/>
                <a:gdLst/>
                <a:ahLst/>
                <a:cxnLst>
                  <a:cxn ang="0">
                    <a:pos x="0" y="0"/>
                  </a:cxn>
                  <a:cxn ang="0">
                    <a:pos x="0" y="0"/>
                  </a:cxn>
                  <a:cxn ang="0">
                    <a:pos x="112" y="20"/>
                  </a:cxn>
                  <a:cxn ang="0">
                    <a:pos x="0" y="0"/>
                  </a:cxn>
                </a:cxnLst>
                <a:rect l="0" t="0" r="r" b="b"/>
                <a:pathLst>
                  <a:path w="112" h="20">
                    <a:moveTo>
                      <a:pt x="0" y="0"/>
                    </a:moveTo>
                    <a:lnTo>
                      <a:pt x="0" y="0"/>
                    </a:lnTo>
                    <a:lnTo>
                      <a:pt x="112"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52" name="Freeform 352"/>
              <p:cNvSpPr/>
              <p:nvPr/>
            </p:nvSpPr>
            <p:spPr bwMode="auto">
              <a:xfrm>
                <a:off x="2825" y="2759"/>
                <a:ext cx="112" cy="20"/>
              </a:xfrm>
              <a:custGeom>
                <a:avLst/>
                <a:gdLst/>
                <a:ahLst/>
                <a:cxnLst>
                  <a:cxn ang="0">
                    <a:pos x="0" y="0"/>
                  </a:cxn>
                  <a:cxn ang="0">
                    <a:pos x="0" y="0"/>
                  </a:cxn>
                  <a:cxn ang="0">
                    <a:pos x="112" y="20"/>
                  </a:cxn>
                  <a:cxn ang="0">
                    <a:pos x="0" y="0"/>
                  </a:cxn>
                </a:cxnLst>
                <a:rect l="0" t="0" r="r" b="b"/>
                <a:pathLst>
                  <a:path w="112" h="20">
                    <a:moveTo>
                      <a:pt x="0" y="0"/>
                    </a:moveTo>
                    <a:lnTo>
                      <a:pt x="0" y="0"/>
                    </a:lnTo>
                    <a:lnTo>
                      <a:pt x="112"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3" name="Freeform 353"/>
              <p:cNvSpPr/>
              <p:nvPr/>
            </p:nvSpPr>
            <p:spPr bwMode="auto">
              <a:xfrm>
                <a:off x="2825" y="2759"/>
                <a:ext cx="42" cy="241"/>
              </a:xfrm>
              <a:custGeom>
                <a:avLst/>
                <a:gdLst/>
                <a:ahLst/>
                <a:cxnLst>
                  <a:cxn ang="0">
                    <a:pos x="0" y="0"/>
                  </a:cxn>
                  <a:cxn ang="0">
                    <a:pos x="42" y="241"/>
                  </a:cxn>
                  <a:cxn ang="0">
                    <a:pos x="42" y="241"/>
                  </a:cxn>
                  <a:cxn ang="0">
                    <a:pos x="0" y="0"/>
                  </a:cxn>
                  <a:cxn ang="0">
                    <a:pos x="0" y="0"/>
                  </a:cxn>
                </a:cxnLst>
                <a:rect l="0" t="0" r="r" b="b"/>
                <a:pathLst>
                  <a:path w="42" h="241">
                    <a:moveTo>
                      <a:pt x="0" y="0"/>
                    </a:moveTo>
                    <a:lnTo>
                      <a:pt x="42" y="241"/>
                    </a:lnTo>
                    <a:lnTo>
                      <a:pt x="42" y="241"/>
                    </a:lnTo>
                    <a:lnTo>
                      <a:pt x="0" y="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54" name="Freeform 354"/>
              <p:cNvSpPr/>
              <p:nvPr/>
            </p:nvSpPr>
            <p:spPr bwMode="auto">
              <a:xfrm>
                <a:off x="2825" y="2759"/>
                <a:ext cx="42" cy="241"/>
              </a:xfrm>
              <a:custGeom>
                <a:avLst/>
                <a:gdLst/>
                <a:ahLst/>
                <a:cxnLst>
                  <a:cxn ang="0">
                    <a:pos x="0" y="0"/>
                  </a:cxn>
                  <a:cxn ang="0">
                    <a:pos x="42" y="241"/>
                  </a:cxn>
                  <a:cxn ang="0">
                    <a:pos x="42" y="241"/>
                  </a:cxn>
                  <a:cxn ang="0">
                    <a:pos x="0" y="0"/>
                  </a:cxn>
                  <a:cxn ang="0">
                    <a:pos x="0" y="0"/>
                  </a:cxn>
                </a:cxnLst>
                <a:rect l="0" t="0" r="r" b="b"/>
                <a:pathLst>
                  <a:path w="42" h="241">
                    <a:moveTo>
                      <a:pt x="0" y="0"/>
                    </a:moveTo>
                    <a:lnTo>
                      <a:pt x="42" y="241"/>
                    </a:lnTo>
                    <a:lnTo>
                      <a:pt x="42" y="241"/>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5" name="Rectangle 355"/>
              <p:cNvSpPr>
                <a:spLocks noChangeArrowheads="1"/>
              </p:cNvSpPr>
              <p:nvPr/>
            </p:nvSpPr>
            <p:spPr bwMode="auto">
              <a:xfrm>
                <a:off x="2825" y="2759"/>
                <a:ext cx="1"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1556" name="Rectangle 356"/>
              <p:cNvSpPr>
                <a:spLocks noChangeArrowheads="1"/>
              </p:cNvSpPr>
              <p:nvPr/>
            </p:nvSpPr>
            <p:spPr bwMode="auto">
              <a:xfrm>
                <a:off x="2825" y="275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557" name="Freeform 357"/>
              <p:cNvSpPr/>
              <p:nvPr/>
            </p:nvSpPr>
            <p:spPr bwMode="auto">
              <a:xfrm>
                <a:off x="2937" y="2779"/>
                <a:ext cx="241" cy="43"/>
              </a:xfrm>
              <a:custGeom>
                <a:avLst/>
                <a:gdLst/>
                <a:ahLst/>
                <a:cxnLst>
                  <a:cxn ang="0">
                    <a:pos x="0" y="0"/>
                  </a:cxn>
                  <a:cxn ang="0">
                    <a:pos x="241" y="43"/>
                  </a:cxn>
                  <a:cxn ang="0">
                    <a:pos x="241" y="43"/>
                  </a:cxn>
                  <a:cxn ang="0">
                    <a:pos x="0" y="0"/>
                  </a:cxn>
                </a:cxnLst>
                <a:rect l="0" t="0" r="r" b="b"/>
                <a:pathLst>
                  <a:path w="241" h="43">
                    <a:moveTo>
                      <a:pt x="0" y="0"/>
                    </a:moveTo>
                    <a:lnTo>
                      <a:pt x="241" y="43"/>
                    </a:lnTo>
                    <a:lnTo>
                      <a:pt x="241" y="4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58" name="Freeform 358"/>
              <p:cNvSpPr/>
              <p:nvPr/>
            </p:nvSpPr>
            <p:spPr bwMode="auto">
              <a:xfrm>
                <a:off x="2937" y="2779"/>
                <a:ext cx="241" cy="43"/>
              </a:xfrm>
              <a:custGeom>
                <a:avLst/>
                <a:gdLst/>
                <a:ahLst/>
                <a:cxnLst>
                  <a:cxn ang="0">
                    <a:pos x="0" y="0"/>
                  </a:cxn>
                  <a:cxn ang="0">
                    <a:pos x="241" y="43"/>
                  </a:cxn>
                  <a:cxn ang="0">
                    <a:pos x="241" y="43"/>
                  </a:cxn>
                  <a:cxn ang="0">
                    <a:pos x="0" y="0"/>
                  </a:cxn>
                </a:cxnLst>
                <a:rect l="0" t="0" r="r" b="b"/>
                <a:pathLst>
                  <a:path w="241" h="43">
                    <a:moveTo>
                      <a:pt x="0" y="0"/>
                    </a:moveTo>
                    <a:lnTo>
                      <a:pt x="241" y="43"/>
                    </a:lnTo>
                    <a:lnTo>
                      <a:pt x="241" y="4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9" name="Freeform 359"/>
              <p:cNvSpPr/>
              <p:nvPr/>
            </p:nvSpPr>
            <p:spPr bwMode="auto">
              <a:xfrm>
                <a:off x="2939" y="2759"/>
                <a:ext cx="242" cy="43"/>
              </a:xfrm>
              <a:custGeom>
                <a:avLst/>
                <a:gdLst/>
                <a:ahLst/>
                <a:cxnLst>
                  <a:cxn ang="0">
                    <a:pos x="0" y="0"/>
                  </a:cxn>
                  <a:cxn ang="0">
                    <a:pos x="242" y="43"/>
                  </a:cxn>
                  <a:cxn ang="0">
                    <a:pos x="242" y="43"/>
                  </a:cxn>
                  <a:cxn ang="0">
                    <a:pos x="0" y="0"/>
                  </a:cxn>
                </a:cxnLst>
                <a:rect l="0" t="0" r="r" b="b"/>
                <a:pathLst>
                  <a:path w="242" h="43">
                    <a:moveTo>
                      <a:pt x="0" y="0"/>
                    </a:moveTo>
                    <a:lnTo>
                      <a:pt x="242" y="43"/>
                    </a:lnTo>
                    <a:lnTo>
                      <a:pt x="242" y="43"/>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60" name="Freeform 360"/>
              <p:cNvSpPr/>
              <p:nvPr/>
            </p:nvSpPr>
            <p:spPr bwMode="auto">
              <a:xfrm>
                <a:off x="2939" y="2759"/>
                <a:ext cx="242" cy="43"/>
              </a:xfrm>
              <a:custGeom>
                <a:avLst/>
                <a:gdLst/>
                <a:ahLst/>
                <a:cxnLst>
                  <a:cxn ang="0">
                    <a:pos x="0" y="0"/>
                  </a:cxn>
                  <a:cxn ang="0">
                    <a:pos x="242" y="43"/>
                  </a:cxn>
                  <a:cxn ang="0">
                    <a:pos x="242" y="43"/>
                  </a:cxn>
                  <a:cxn ang="0">
                    <a:pos x="0" y="0"/>
                  </a:cxn>
                </a:cxnLst>
                <a:rect l="0" t="0" r="r" b="b"/>
                <a:pathLst>
                  <a:path w="242" h="43">
                    <a:moveTo>
                      <a:pt x="0" y="0"/>
                    </a:moveTo>
                    <a:lnTo>
                      <a:pt x="242" y="43"/>
                    </a:lnTo>
                    <a:lnTo>
                      <a:pt x="242" y="4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61" name="Rectangle 361"/>
              <p:cNvSpPr>
                <a:spLocks noChangeArrowheads="1"/>
              </p:cNvSpPr>
              <p:nvPr/>
            </p:nvSpPr>
            <p:spPr bwMode="auto">
              <a:xfrm>
                <a:off x="3181" y="2802"/>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562" name="Freeform 362"/>
              <p:cNvSpPr/>
              <p:nvPr/>
            </p:nvSpPr>
            <p:spPr bwMode="auto">
              <a:xfrm>
                <a:off x="3181" y="2802"/>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63" name="Freeform 363"/>
              <p:cNvSpPr/>
              <p:nvPr/>
            </p:nvSpPr>
            <p:spPr bwMode="auto">
              <a:xfrm>
                <a:off x="2823" y="2738"/>
                <a:ext cx="365" cy="84"/>
              </a:xfrm>
              <a:custGeom>
                <a:avLst/>
                <a:gdLst/>
                <a:ahLst/>
                <a:cxnLst>
                  <a:cxn ang="0">
                    <a:pos x="5" y="0"/>
                  </a:cxn>
                  <a:cxn ang="0">
                    <a:pos x="0" y="11"/>
                  </a:cxn>
                  <a:cxn ang="0">
                    <a:pos x="2" y="21"/>
                  </a:cxn>
                  <a:cxn ang="0">
                    <a:pos x="114" y="41"/>
                  </a:cxn>
                  <a:cxn ang="0">
                    <a:pos x="355" y="84"/>
                  </a:cxn>
                  <a:cxn ang="0">
                    <a:pos x="363" y="79"/>
                  </a:cxn>
                  <a:cxn ang="0">
                    <a:pos x="355" y="74"/>
                  </a:cxn>
                  <a:cxn ang="0">
                    <a:pos x="365" y="71"/>
                  </a:cxn>
                  <a:cxn ang="0">
                    <a:pos x="358" y="64"/>
                  </a:cxn>
                  <a:cxn ang="0">
                    <a:pos x="116" y="21"/>
                  </a:cxn>
                  <a:cxn ang="0">
                    <a:pos x="5" y="0"/>
                  </a:cxn>
                </a:cxnLst>
                <a:rect l="0" t="0" r="r" b="b"/>
                <a:pathLst>
                  <a:path w="365" h="84">
                    <a:moveTo>
                      <a:pt x="5" y="0"/>
                    </a:moveTo>
                    <a:lnTo>
                      <a:pt x="0" y="11"/>
                    </a:lnTo>
                    <a:lnTo>
                      <a:pt x="2" y="21"/>
                    </a:lnTo>
                    <a:lnTo>
                      <a:pt x="114" y="41"/>
                    </a:lnTo>
                    <a:lnTo>
                      <a:pt x="355" y="84"/>
                    </a:lnTo>
                    <a:lnTo>
                      <a:pt x="363" y="79"/>
                    </a:lnTo>
                    <a:lnTo>
                      <a:pt x="355" y="74"/>
                    </a:lnTo>
                    <a:lnTo>
                      <a:pt x="365" y="71"/>
                    </a:lnTo>
                    <a:lnTo>
                      <a:pt x="358" y="64"/>
                    </a:lnTo>
                    <a:lnTo>
                      <a:pt x="116" y="21"/>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64" name="Freeform 364"/>
              <p:cNvSpPr/>
              <p:nvPr/>
            </p:nvSpPr>
            <p:spPr bwMode="auto">
              <a:xfrm>
                <a:off x="2823" y="2738"/>
                <a:ext cx="365" cy="84"/>
              </a:xfrm>
              <a:custGeom>
                <a:avLst/>
                <a:gdLst/>
                <a:ahLst/>
                <a:cxnLst>
                  <a:cxn ang="0">
                    <a:pos x="5" y="0"/>
                  </a:cxn>
                  <a:cxn ang="0">
                    <a:pos x="0" y="11"/>
                  </a:cxn>
                  <a:cxn ang="0">
                    <a:pos x="2" y="21"/>
                  </a:cxn>
                  <a:cxn ang="0">
                    <a:pos x="114" y="41"/>
                  </a:cxn>
                  <a:cxn ang="0">
                    <a:pos x="355" y="84"/>
                  </a:cxn>
                  <a:cxn ang="0">
                    <a:pos x="363" y="79"/>
                  </a:cxn>
                  <a:cxn ang="0">
                    <a:pos x="355" y="74"/>
                  </a:cxn>
                  <a:cxn ang="0">
                    <a:pos x="365" y="71"/>
                  </a:cxn>
                  <a:cxn ang="0">
                    <a:pos x="358" y="64"/>
                  </a:cxn>
                  <a:cxn ang="0">
                    <a:pos x="116" y="21"/>
                  </a:cxn>
                  <a:cxn ang="0">
                    <a:pos x="5" y="0"/>
                  </a:cxn>
                </a:cxnLst>
                <a:rect l="0" t="0" r="r" b="b"/>
                <a:pathLst>
                  <a:path w="365" h="84">
                    <a:moveTo>
                      <a:pt x="5" y="0"/>
                    </a:moveTo>
                    <a:lnTo>
                      <a:pt x="0" y="11"/>
                    </a:lnTo>
                    <a:lnTo>
                      <a:pt x="2" y="21"/>
                    </a:lnTo>
                    <a:lnTo>
                      <a:pt x="114" y="41"/>
                    </a:lnTo>
                    <a:lnTo>
                      <a:pt x="355" y="84"/>
                    </a:lnTo>
                    <a:lnTo>
                      <a:pt x="363" y="79"/>
                    </a:lnTo>
                    <a:lnTo>
                      <a:pt x="355" y="74"/>
                    </a:lnTo>
                    <a:lnTo>
                      <a:pt x="365" y="71"/>
                    </a:lnTo>
                    <a:lnTo>
                      <a:pt x="358" y="64"/>
                    </a:lnTo>
                    <a:lnTo>
                      <a:pt x="116" y="21"/>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65" name="Freeform 365"/>
              <p:cNvSpPr/>
              <p:nvPr/>
            </p:nvSpPr>
            <p:spPr bwMode="auto">
              <a:xfrm>
                <a:off x="3181" y="2802"/>
                <a:ext cx="12" cy="7"/>
              </a:xfrm>
              <a:custGeom>
                <a:avLst/>
                <a:gdLst/>
                <a:ahLst/>
                <a:cxnLst>
                  <a:cxn ang="0">
                    <a:pos x="0" y="0"/>
                  </a:cxn>
                  <a:cxn ang="0">
                    <a:pos x="0" y="0"/>
                  </a:cxn>
                  <a:cxn ang="0">
                    <a:pos x="7" y="7"/>
                  </a:cxn>
                  <a:cxn ang="0">
                    <a:pos x="12" y="7"/>
                  </a:cxn>
                  <a:cxn ang="0">
                    <a:pos x="10" y="2"/>
                  </a:cxn>
                  <a:cxn ang="0">
                    <a:pos x="0" y="0"/>
                  </a:cxn>
                </a:cxnLst>
                <a:rect l="0" t="0" r="r" b="b"/>
                <a:pathLst>
                  <a:path w="12" h="7">
                    <a:moveTo>
                      <a:pt x="0" y="0"/>
                    </a:moveTo>
                    <a:lnTo>
                      <a:pt x="0" y="0"/>
                    </a:lnTo>
                    <a:lnTo>
                      <a:pt x="7" y="7"/>
                    </a:lnTo>
                    <a:lnTo>
                      <a:pt x="12" y="7"/>
                    </a:lnTo>
                    <a:lnTo>
                      <a:pt x="10"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66" name="Freeform 366"/>
              <p:cNvSpPr/>
              <p:nvPr/>
            </p:nvSpPr>
            <p:spPr bwMode="auto">
              <a:xfrm>
                <a:off x="3181" y="2802"/>
                <a:ext cx="12" cy="7"/>
              </a:xfrm>
              <a:custGeom>
                <a:avLst/>
                <a:gdLst/>
                <a:ahLst/>
                <a:cxnLst>
                  <a:cxn ang="0">
                    <a:pos x="0" y="0"/>
                  </a:cxn>
                  <a:cxn ang="0">
                    <a:pos x="0" y="0"/>
                  </a:cxn>
                  <a:cxn ang="0">
                    <a:pos x="7" y="7"/>
                  </a:cxn>
                  <a:cxn ang="0">
                    <a:pos x="12" y="7"/>
                  </a:cxn>
                  <a:cxn ang="0">
                    <a:pos x="10" y="2"/>
                  </a:cxn>
                  <a:cxn ang="0">
                    <a:pos x="0" y="0"/>
                  </a:cxn>
                </a:cxnLst>
                <a:rect l="0" t="0" r="r" b="b"/>
                <a:pathLst>
                  <a:path w="12" h="7">
                    <a:moveTo>
                      <a:pt x="0" y="0"/>
                    </a:moveTo>
                    <a:lnTo>
                      <a:pt x="0" y="0"/>
                    </a:lnTo>
                    <a:lnTo>
                      <a:pt x="7" y="7"/>
                    </a:lnTo>
                    <a:lnTo>
                      <a:pt x="12" y="7"/>
                    </a:lnTo>
                    <a:lnTo>
                      <a:pt x="1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67" name="Freeform 367"/>
              <p:cNvSpPr/>
              <p:nvPr/>
            </p:nvSpPr>
            <p:spPr bwMode="auto">
              <a:xfrm>
                <a:off x="2823" y="2738"/>
                <a:ext cx="5" cy="11"/>
              </a:xfrm>
              <a:custGeom>
                <a:avLst/>
                <a:gdLst/>
                <a:ahLst/>
                <a:cxnLst>
                  <a:cxn ang="0">
                    <a:pos x="5" y="0"/>
                  </a:cxn>
                  <a:cxn ang="0">
                    <a:pos x="0" y="11"/>
                  </a:cxn>
                  <a:cxn ang="0">
                    <a:pos x="0" y="11"/>
                  </a:cxn>
                  <a:cxn ang="0">
                    <a:pos x="5" y="0"/>
                  </a:cxn>
                  <a:cxn ang="0">
                    <a:pos x="5" y="0"/>
                  </a:cxn>
                </a:cxnLst>
                <a:rect l="0" t="0" r="r" b="b"/>
                <a:pathLst>
                  <a:path w="5" h="11">
                    <a:moveTo>
                      <a:pt x="5" y="0"/>
                    </a:moveTo>
                    <a:lnTo>
                      <a:pt x="0" y="11"/>
                    </a:lnTo>
                    <a:lnTo>
                      <a:pt x="0" y="11"/>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68" name="Freeform 368"/>
              <p:cNvSpPr/>
              <p:nvPr/>
            </p:nvSpPr>
            <p:spPr bwMode="auto">
              <a:xfrm>
                <a:off x="2823" y="2738"/>
                <a:ext cx="5" cy="11"/>
              </a:xfrm>
              <a:custGeom>
                <a:avLst/>
                <a:gdLst/>
                <a:ahLst/>
                <a:cxnLst>
                  <a:cxn ang="0">
                    <a:pos x="5" y="0"/>
                  </a:cxn>
                  <a:cxn ang="0">
                    <a:pos x="0" y="11"/>
                  </a:cxn>
                  <a:cxn ang="0">
                    <a:pos x="0" y="11"/>
                  </a:cxn>
                  <a:cxn ang="0">
                    <a:pos x="5" y="0"/>
                  </a:cxn>
                  <a:cxn ang="0">
                    <a:pos x="5" y="0"/>
                  </a:cxn>
                </a:cxnLst>
                <a:rect l="0" t="0" r="r" b="b"/>
                <a:pathLst>
                  <a:path w="5" h="11">
                    <a:moveTo>
                      <a:pt x="5" y="0"/>
                    </a:moveTo>
                    <a:lnTo>
                      <a:pt x="0" y="11"/>
                    </a:lnTo>
                    <a:lnTo>
                      <a:pt x="0" y="11"/>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69" name="Freeform 369"/>
              <p:cNvSpPr/>
              <p:nvPr/>
            </p:nvSpPr>
            <p:spPr bwMode="auto">
              <a:xfrm>
                <a:off x="2803" y="2755"/>
                <a:ext cx="64" cy="256"/>
              </a:xfrm>
              <a:custGeom>
                <a:avLst/>
                <a:gdLst/>
                <a:ahLst/>
                <a:cxnLst>
                  <a:cxn ang="0">
                    <a:pos x="0" y="0"/>
                  </a:cxn>
                  <a:cxn ang="0">
                    <a:pos x="45" y="256"/>
                  </a:cxn>
                  <a:cxn ang="0">
                    <a:pos x="64" y="245"/>
                  </a:cxn>
                  <a:cxn ang="0">
                    <a:pos x="22" y="4"/>
                  </a:cxn>
                  <a:cxn ang="0">
                    <a:pos x="8" y="0"/>
                  </a:cxn>
                  <a:cxn ang="0">
                    <a:pos x="8" y="0"/>
                  </a:cxn>
                  <a:cxn ang="0">
                    <a:pos x="7" y="0"/>
                  </a:cxn>
                  <a:cxn ang="0">
                    <a:pos x="0" y="0"/>
                  </a:cxn>
                </a:cxnLst>
                <a:rect l="0" t="0" r="r" b="b"/>
                <a:pathLst>
                  <a:path w="64" h="256">
                    <a:moveTo>
                      <a:pt x="0" y="0"/>
                    </a:moveTo>
                    <a:lnTo>
                      <a:pt x="45" y="256"/>
                    </a:lnTo>
                    <a:lnTo>
                      <a:pt x="64" y="245"/>
                    </a:lnTo>
                    <a:lnTo>
                      <a:pt x="22" y="4"/>
                    </a:lnTo>
                    <a:lnTo>
                      <a:pt x="8" y="0"/>
                    </a:lnTo>
                    <a:lnTo>
                      <a:pt x="8" y="0"/>
                    </a:lnTo>
                    <a:lnTo>
                      <a:pt x="7"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0" name="Freeform 370"/>
              <p:cNvSpPr/>
              <p:nvPr/>
            </p:nvSpPr>
            <p:spPr bwMode="auto">
              <a:xfrm>
                <a:off x="2803" y="2755"/>
                <a:ext cx="64" cy="256"/>
              </a:xfrm>
              <a:custGeom>
                <a:avLst/>
                <a:gdLst/>
                <a:ahLst/>
                <a:cxnLst>
                  <a:cxn ang="0">
                    <a:pos x="0" y="0"/>
                  </a:cxn>
                  <a:cxn ang="0">
                    <a:pos x="45" y="256"/>
                  </a:cxn>
                  <a:cxn ang="0">
                    <a:pos x="64" y="245"/>
                  </a:cxn>
                  <a:cxn ang="0">
                    <a:pos x="22" y="4"/>
                  </a:cxn>
                  <a:cxn ang="0">
                    <a:pos x="8" y="0"/>
                  </a:cxn>
                  <a:cxn ang="0">
                    <a:pos x="8" y="0"/>
                  </a:cxn>
                  <a:cxn ang="0">
                    <a:pos x="7" y="0"/>
                  </a:cxn>
                  <a:cxn ang="0">
                    <a:pos x="0" y="0"/>
                  </a:cxn>
                </a:cxnLst>
                <a:rect l="0" t="0" r="r" b="b"/>
                <a:pathLst>
                  <a:path w="64" h="256">
                    <a:moveTo>
                      <a:pt x="0" y="0"/>
                    </a:moveTo>
                    <a:lnTo>
                      <a:pt x="45" y="256"/>
                    </a:lnTo>
                    <a:lnTo>
                      <a:pt x="64" y="245"/>
                    </a:lnTo>
                    <a:lnTo>
                      <a:pt x="22" y="4"/>
                    </a:lnTo>
                    <a:lnTo>
                      <a:pt x="8" y="0"/>
                    </a:lnTo>
                    <a:lnTo>
                      <a:pt x="8" y="0"/>
                    </a:lnTo>
                    <a:lnTo>
                      <a:pt x="7"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71" name="Freeform 371"/>
              <p:cNvSpPr/>
              <p:nvPr/>
            </p:nvSpPr>
            <p:spPr bwMode="auto">
              <a:xfrm>
                <a:off x="2803" y="2755"/>
                <a:ext cx="8" cy="1"/>
              </a:xfrm>
              <a:custGeom>
                <a:avLst/>
                <a:gdLst/>
                <a:ahLst/>
                <a:cxnLst>
                  <a:cxn ang="0">
                    <a:pos x="0" y="0"/>
                  </a:cxn>
                  <a:cxn ang="0">
                    <a:pos x="0" y="0"/>
                  </a:cxn>
                  <a:cxn ang="0">
                    <a:pos x="7" y="0"/>
                  </a:cxn>
                  <a:cxn ang="0">
                    <a:pos x="8" y="0"/>
                  </a:cxn>
                  <a:cxn ang="0">
                    <a:pos x="8" y="0"/>
                  </a:cxn>
                  <a:cxn ang="0">
                    <a:pos x="0" y="0"/>
                  </a:cxn>
                </a:cxnLst>
                <a:rect l="0" t="0" r="r" b="b"/>
                <a:pathLst>
                  <a:path w="8">
                    <a:moveTo>
                      <a:pt x="0" y="0"/>
                    </a:moveTo>
                    <a:lnTo>
                      <a:pt x="0" y="0"/>
                    </a:lnTo>
                    <a:lnTo>
                      <a:pt x="7" y="0"/>
                    </a:lnTo>
                    <a:lnTo>
                      <a:pt x="8" y="0"/>
                    </a:lnTo>
                    <a:lnTo>
                      <a:pt x="8"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2" name="Freeform 372"/>
              <p:cNvSpPr/>
              <p:nvPr/>
            </p:nvSpPr>
            <p:spPr bwMode="auto">
              <a:xfrm>
                <a:off x="2803" y="2755"/>
                <a:ext cx="8" cy="1"/>
              </a:xfrm>
              <a:custGeom>
                <a:avLst/>
                <a:gdLst/>
                <a:ahLst/>
                <a:cxnLst>
                  <a:cxn ang="0">
                    <a:pos x="0" y="0"/>
                  </a:cxn>
                  <a:cxn ang="0">
                    <a:pos x="0" y="0"/>
                  </a:cxn>
                  <a:cxn ang="0">
                    <a:pos x="7" y="0"/>
                  </a:cxn>
                  <a:cxn ang="0">
                    <a:pos x="8" y="0"/>
                  </a:cxn>
                  <a:cxn ang="0">
                    <a:pos x="8" y="0"/>
                  </a:cxn>
                  <a:cxn ang="0">
                    <a:pos x="0" y="0"/>
                  </a:cxn>
                </a:cxnLst>
                <a:rect l="0" t="0" r="r" b="b"/>
                <a:pathLst>
                  <a:path w="8">
                    <a:moveTo>
                      <a:pt x="0" y="0"/>
                    </a:moveTo>
                    <a:lnTo>
                      <a:pt x="0" y="0"/>
                    </a:lnTo>
                    <a:lnTo>
                      <a:pt x="7" y="0"/>
                    </a:lnTo>
                    <a:lnTo>
                      <a:pt x="8" y="0"/>
                    </a:lnTo>
                    <a:lnTo>
                      <a:pt x="8"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73" name="Freeform 373"/>
              <p:cNvSpPr/>
              <p:nvPr/>
            </p:nvSpPr>
            <p:spPr bwMode="auto">
              <a:xfrm>
                <a:off x="2811" y="2749"/>
                <a:ext cx="14" cy="10"/>
              </a:xfrm>
              <a:custGeom>
                <a:avLst/>
                <a:gdLst/>
                <a:ahLst/>
                <a:cxnLst>
                  <a:cxn ang="0">
                    <a:pos x="12" y="0"/>
                  </a:cxn>
                  <a:cxn ang="0">
                    <a:pos x="7" y="8"/>
                  </a:cxn>
                  <a:cxn ang="0">
                    <a:pos x="0" y="6"/>
                  </a:cxn>
                  <a:cxn ang="0">
                    <a:pos x="14" y="10"/>
                  </a:cxn>
                  <a:cxn ang="0">
                    <a:pos x="14" y="10"/>
                  </a:cxn>
                  <a:cxn ang="0">
                    <a:pos x="14" y="10"/>
                  </a:cxn>
                  <a:cxn ang="0">
                    <a:pos x="12" y="0"/>
                  </a:cxn>
                </a:cxnLst>
                <a:rect l="0" t="0" r="r" b="b"/>
                <a:pathLst>
                  <a:path w="14" h="10">
                    <a:moveTo>
                      <a:pt x="12" y="0"/>
                    </a:moveTo>
                    <a:lnTo>
                      <a:pt x="7" y="8"/>
                    </a:lnTo>
                    <a:lnTo>
                      <a:pt x="0" y="6"/>
                    </a:lnTo>
                    <a:lnTo>
                      <a:pt x="14" y="10"/>
                    </a:lnTo>
                    <a:lnTo>
                      <a:pt x="14" y="10"/>
                    </a:lnTo>
                    <a:lnTo>
                      <a:pt x="14" y="1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4" name="Freeform 374"/>
              <p:cNvSpPr/>
              <p:nvPr/>
            </p:nvSpPr>
            <p:spPr bwMode="auto">
              <a:xfrm>
                <a:off x="2811" y="2749"/>
                <a:ext cx="14" cy="10"/>
              </a:xfrm>
              <a:custGeom>
                <a:avLst/>
                <a:gdLst/>
                <a:ahLst/>
                <a:cxnLst>
                  <a:cxn ang="0">
                    <a:pos x="12" y="0"/>
                  </a:cxn>
                  <a:cxn ang="0">
                    <a:pos x="7" y="8"/>
                  </a:cxn>
                  <a:cxn ang="0">
                    <a:pos x="0" y="6"/>
                  </a:cxn>
                  <a:cxn ang="0">
                    <a:pos x="14" y="10"/>
                  </a:cxn>
                  <a:cxn ang="0">
                    <a:pos x="14" y="10"/>
                  </a:cxn>
                  <a:cxn ang="0">
                    <a:pos x="14" y="10"/>
                  </a:cxn>
                  <a:cxn ang="0">
                    <a:pos x="12" y="0"/>
                  </a:cxn>
                </a:cxnLst>
                <a:rect l="0" t="0" r="r" b="b"/>
                <a:pathLst>
                  <a:path w="14" h="10">
                    <a:moveTo>
                      <a:pt x="12" y="0"/>
                    </a:moveTo>
                    <a:lnTo>
                      <a:pt x="7" y="8"/>
                    </a:lnTo>
                    <a:lnTo>
                      <a:pt x="0" y="6"/>
                    </a:lnTo>
                    <a:lnTo>
                      <a:pt x="14" y="10"/>
                    </a:lnTo>
                    <a:lnTo>
                      <a:pt x="14" y="10"/>
                    </a:lnTo>
                    <a:lnTo>
                      <a:pt x="14" y="1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575" name="Freeform 375"/>
              <p:cNvSpPr/>
              <p:nvPr/>
            </p:nvSpPr>
            <p:spPr bwMode="auto">
              <a:xfrm>
                <a:off x="2803" y="2737"/>
                <a:ext cx="25" cy="20"/>
              </a:xfrm>
              <a:custGeom>
                <a:avLst/>
                <a:gdLst/>
                <a:ahLst/>
                <a:cxnLst>
                  <a:cxn ang="0">
                    <a:pos x="12" y="0"/>
                  </a:cxn>
                  <a:cxn ang="0">
                    <a:pos x="8" y="8"/>
                  </a:cxn>
                  <a:cxn ang="0">
                    <a:pos x="8" y="8"/>
                  </a:cxn>
                  <a:cxn ang="0">
                    <a:pos x="8" y="8"/>
                  </a:cxn>
                  <a:cxn ang="0">
                    <a:pos x="7" y="18"/>
                  </a:cxn>
                  <a:cxn ang="0">
                    <a:pos x="0" y="18"/>
                  </a:cxn>
                  <a:cxn ang="0">
                    <a:pos x="0" y="18"/>
                  </a:cxn>
                  <a:cxn ang="0">
                    <a:pos x="8" y="18"/>
                  </a:cxn>
                  <a:cxn ang="0">
                    <a:pos x="15" y="20"/>
                  </a:cxn>
                  <a:cxn ang="0">
                    <a:pos x="20" y="12"/>
                  </a:cxn>
                  <a:cxn ang="0">
                    <a:pos x="20" y="12"/>
                  </a:cxn>
                  <a:cxn ang="0">
                    <a:pos x="25" y="1"/>
                  </a:cxn>
                  <a:cxn ang="0">
                    <a:pos x="12" y="0"/>
                  </a:cxn>
                </a:cxnLst>
                <a:rect l="0" t="0" r="r" b="b"/>
                <a:pathLst>
                  <a:path w="25" h="20">
                    <a:moveTo>
                      <a:pt x="12" y="0"/>
                    </a:moveTo>
                    <a:lnTo>
                      <a:pt x="8" y="8"/>
                    </a:lnTo>
                    <a:lnTo>
                      <a:pt x="8" y="8"/>
                    </a:lnTo>
                    <a:lnTo>
                      <a:pt x="8" y="8"/>
                    </a:lnTo>
                    <a:lnTo>
                      <a:pt x="7" y="18"/>
                    </a:lnTo>
                    <a:lnTo>
                      <a:pt x="0" y="18"/>
                    </a:lnTo>
                    <a:lnTo>
                      <a:pt x="0" y="18"/>
                    </a:lnTo>
                    <a:lnTo>
                      <a:pt x="8" y="18"/>
                    </a:lnTo>
                    <a:lnTo>
                      <a:pt x="15" y="20"/>
                    </a:lnTo>
                    <a:lnTo>
                      <a:pt x="20" y="12"/>
                    </a:lnTo>
                    <a:lnTo>
                      <a:pt x="20" y="12"/>
                    </a:lnTo>
                    <a:lnTo>
                      <a:pt x="25" y="1"/>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6" name="Freeform 376"/>
              <p:cNvSpPr/>
              <p:nvPr/>
            </p:nvSpPr>
            <p:spPr bwMode="auto">
              <a:xfrm>
                <a:off x="2803" y="2737"/>
                <a:ext cx="25" cy="20"/>
              </a:xfrm>
              <a:custGeom>
                <a:avLst/>
                <a:gdLst/>
                <a:ahLst/>
                <a:cxnLst>
                  <a:cxn ang="0">
                    <a:pos x="12" y="0"/>
                  </a:cxn>
                  <a:cxn ang="0">
                    <a:pos x="8" y="8"/>
                  </a:cxn>
                  <a:cxn ang="0">
                    <a:pos x="8" y="8"/>
                  </a:cxn>
                  <a:cxn ang="0">
                    <a:pos x="8" y="8"/>
                  </a:cxn>
                  <a:cxn ang="0">
                    <a:pos x="7" y="18"/>
                  </a:cxn>
                  <a:cxn ang="0">
                    <a:pos x="0" y="18"/>
                  </a:cxn>
                  <a:cxn ang="0">
                    <a:pos x="0" y="18"/>
                  </a:cxn>
                  <a:cxn ang="0">
                    <a:pos x="8" y="18"/>
                  </a:cxn>
                  <a:cxn ang="0">
                    <a:pos x="15" y="20"/>
                  </a:cxn>
                  <a:cxn ang="0">
                    <a:pos x="20" y="12"/>
                  </a:cxn>
                  <a:cxn ang="0">
                    <a:pos x="20" y="12"/>
                  </a:cxn>
                  <a:cxn ang="0">
                    <a:pos x="25" y="1"/>
                  </a:cxn>
                  <a:cxn ang="0">
                    <a:pos x="12" y="0"/>
                  </a:cxn>
                </a:cxnLst>
                <a:rect l="0" t="0" r="r" b="b"/>
                <a:pathLst>
                  <a:path w="25" h="20">
                    <a:moveTo>
                      <a:pt x="12" y="0"/>
                    </a:moveTo>
                    <a:lnTo>
                      <a:pt x="8" y="8"/>
                    </a:lnTo>
                    <a:lnTo>
                      <a:pt x="8" y="8"/>
                    </a:lnTo>
                    <a:lnTo>
                      <a:pt x="8" y="8"/>
                    </a:lnTo>
                    <a:lnTo>
                      <a:pt x="7" y="18"/>
                    </a:lnTo>
                    <a:lnTo>
                      <a:pt x="0" y="18"/>
                    </a:lnTo>
                    <a:lnTo>
                      <a:pt x="0" y="18"/>
                    </a:lnTo>
                    <a:lnTo>
                      <a:pt x="8" y="18"/>
                    </a:lnTo>
                    <a:lnTo>
                      <a:pt x="15" y="20"/>
                    </a:lnTo>
                    <a:lnTo>
                      <a:pt x="20" y="12"/>
                    </a:lnTo>
                    <a:lnTo>
                      <a:pt x="20" y="12"/>
                    </a:lnTo>
                    <a:lnTo>
                      <a:pt x="25" y="1"/>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577" name="Freeform 377"/>
              <p:cNvSpPr/>
              <p:nvPr/>
            </p:nvSpPr>
            <p:spPr bwMode="auto">
              <a:xfrm>
                <a:off x="2801" y="2735"/>
                <a:ext cx="5" cy="10"/>
              </a:xfrm>
              <a:custGeom>
                <a:avLst/>
                <a:gdLst/>
                <a:ahLst/>
                <a:cxnLst>
                  <a:cxn ang="0">
                    <a:pos x="5" y="0"/>
                  </a:cxn>
                  <a:cxn ang="0">
                    <a:pos x="0" y="10"/>
                  </a:cxn>
                  <a:cxn ang="0">
                    <a:pos x="0" y="10"/>
                  </a:cxn>
                  <a:cxn ang="0">
                    <a:pos x="5" y="0"/>
                  </a:cxn>
                  <a:cxn ang="0">
                    <a:pos x="5" y="0"/>
                  </a:cxn>
                </a:cxnLst>
                <a:rect l="0" t="0" r="r" b="b"/>
                <a:pathLst>
                  <a:path w="5" h="10">
                    <a:moveTo>
                      <a:pt x="5" y="0"/>
                    </a:moveTo>
                    <a:lnTo>
                      <a:pt x="0" y="10"/>
                    </a:lnTo>
                    <a:lnTo>
                      <a:pt x="0" y="10"/>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8" name="Freeform 378"/>
              <p:cNvSpPr/>
              <p:nvPr/>
            </p:nvSpPr>
            <p:spPr bwMode="auto">
              <a:xfrm>
                <a:off x="2801" y="2735"/>
                <a:ext cx="5" cy="10"/>
              </a:xfrm>
              <a:custGeom>
                <a:avLst/>
                <a:gdLst/>
                <a:ahLst/>
                <a:cxnLst>
                  <a:cxn ang="0">
                    <a:pos x="5" y="0"/>
                  </a:cxn>
                  <a:cxn ang="0">
                    <a:pos x="0" y="10"/>
                  </a:cxn>
                  <a:cxn ang="0">
                    <a:pos x="0" y="10"/>
                  </a:cxn>
                  <a:cxn ang="0">
                    <a:pos x="5" y="0"/>
                  </a:cxn>
                  <a:cxn ang="0">
                    <a:pos x="5" y="0"/>
                  </a:cxn>
                </a:cxnLst>
                <a:rect l="0" t="0" r="r" b="b"/>
                <a:pathLst>
                  <a:path w="5" h="10">
                    <a:moveTo>
                      <a:pt x="5" y="0"/>
                    </a:moveTo>
                    <a:lnTo>
                      <a:pt x="0" y="10"/>
                    </a:lnTo>
                    <a:lnTo>
                      <a:pt x="0" y="10"/>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79" name="Freeform 379"/>
              <p:cNvSpPr/>
              <p:nvPr/>
            </p:nvSpPr>
            <p:spPr bwMode="auto">
              <a:xfrm>
                <a:off x="2801" y="2735"/>
                <a:ext cx="14" cy="20"/>
              </a:xfrm>
              <a:custGeom>
                <a:avLst/>
                <a:gdLst/>
                <a:ahLst/>
                <a:cxnLst>
                  <a:cxn ang="0">
                    <a:pos x="5" y="0"/>
                  </a:cxn>
                  <a:cxn ang="0">
                    <a:pos x="0" y="10"/>
                  </a:cxn>
                  <a:cxn ang="0">
                    <a:pos x="0" y="14"/>
                  </a:cxn>
                  <a:cxn ang="0">
                    <a:pos x="10" y="12"/>
                  </a:cxn>
                  <a:cxn ang="0">
                    <a:pos x="0" y="14"/>
                  </a:cxn>
                  <a:cxn ang="0">
                    <a:pos x="2" y="20"/>
                  </a:cxn>
                  <a:cxn ang="0">
                    <a:pos x="9" y="20"/>
                  </a:cxn>
                  <a:cxn ang="0">
                    <a:pos x="10" y="10"/>
                  </a:cxn>
                  <a:cxn ang="0">
                    <a:pos x="14" y="2"/>
                  </a:cxn>
                  <a:cxn ang="0">
                    <a:pos x="5" y="0"/>
                  </a:cxn>
                </a:cxnLst>
                <a:rect l="0" t="0" r="r" b="b"/>
                <a:pathLst>
                  <a:path w="14" h="20">
                    <a:moveTo>
                      <a:pt x="5" y="0"/>
                    </a:moveTo>
                    <a:lnTo>
                      <a:pt x="0" y="10"/>
                    </a:lnTo>
                    <a:lnTo>
                      <a:pt x="0" y="14"/>
                    </a:lnTo>
                    <a:lnTo>
                      <a:pt x="10" y="12"/>
                    </a:lnTo>
                    <a:lnTo>
                      <a:pt x="0" y="14"/>
                    </a:lnTo>
                    <a:lnTo>
                      <a:pt x="2" y="20"/>
                    </a:lnTo>
                    <a:lnTo>
                      <a:pt x="9" y="20"/>
                    </a:lnTo>
                    <a:lnTo>
                      <a:pt x="10" y="10"/>
                    </a:lnTo>
                    <a:lnTo>
                      <a:pt x="14" y="2"/>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80" name="Freeform 380"/>
              <p:cNvSpPr/>
              <p:nvPr/>
            </p:nvSpPr>
            <p:spPr bwMode="auto">
              <a:xfrm>
                <a:off x="2801" y="2735"/>
                <a:ext cx="14" cy="20"/>
              </a:xfrm>
              <a:custGeom>
                <a:avLst/>
                <a:gdLst/>
                <a:ahLst/>
                <a:cxnLst>
                  <a:cxn ang="0">
                    <a:pos x="5" y="0"/>
                  </a:cxn>
                  <a:cxn ang="0">
                    <a:pos x="0" y="10"/>
                  </a:cxn>
                  <a:cxn ang="0">
                    <a:pos x="0" y="14"/>
                  </a:cxn>
                  <a:cxn ang="0">
                    <a:pos x="10" y="12"/>
                  </a:cxn>
                  <a:cxn ang="0">
                    <a:pos x="0" y="14"/>
                  </a:cxn>
                  <a:cxn ang="0">
                    <a:pos x="2" y="20"/>
                  </a:cxn>
                  <a:cxn ang="0">
                    <a:pos x="9" y="20"/>
                  </a:cxn>
                  <a:cxn ang="0">
                    <a:pos x="10" y="10"/>
                  </a:cxn>
                  <a:cxn ang="0">
                    <a:pos x="14" y="2"/>
                  </a:cxn>
                  <a:cxn ang="0">
                    <a:pos x="5" y="0"/>
                  </a:cxn>
                </a:cxnLst>
                <a:rect l="0" t="0" r="r" b="b"/>
                <a:pathLst>
                  <a:path w="14" h="20">
                    <a:moveTo>
                      <a:pt x="5" y="0"/>
                    </a:moveTo>
                    <a:lnTo>
                      <a:pt x="0" y="10"/>
                    </a:lnTo>
                    <a:lnTo>
                      <a:pt x="0" y="14"/>
                    </a:lnTo>
                    <a:lnTo>
                      <a:pt x="10" y="12"/>
                    </a:lnTo>
                    <a:lnTo>
                      <a:pt x="0" y="14"/>
                    </a:lnTo>
                    <a:lnTo>
                      <a:pt x="2" y="20"/>
                    </a:lnTo>
                    <a:lnTo>
                      <a:pt x="9" y="20"/>
                    </a:lnTo>
                    <a:lnTo>
                      <a:pt x="10" y="10"/>
                    </a:lnTo>
                    <a:lnTo>
                      <a:pt x="14" y="2"/>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81" name="Freeform 381"/>
              <p:cNvSpPr/>
              <p:nvPr/>
            </p:nvSpPr>
            <p:spPr bwMode="auto">
              <a:xfrm>
                <a:off x="1919" y="3401"/>
                <a:ext cx="881" cy="811"/>
              </a:xfrm>
              <a:custGeom>
                <a:avLst/>
                <a:gdLst/>
                <a:ahLst/>
                <a:cxnLst>
                  <a:cxn ang="0">
                    <a:pos x="290" y="0"/>
                  </a:cxn>
                  <a:cxn ang="0">
                    <a:pos x="0" y="166"/>
                  </a:cxn>
                  <a:cxn ang="0">
                    <a:pos x="767" y="811"/>
                  </a:cxn>
                  <a:cxn ang="0">
                    <a:pos x="805" y="702"/>
                  </a:cxn>
                  <a:cxn ang="0">
                    <a:pos x="881" y="498"/>
                  </a:cxn>
                  <a:cxn ang="0">
                    <a:pos x="290" y="0"/>
                  </a:cxn>
                </a:cxnLst>
                <a:rect l="0" t="0" r="r" b="b"/>
                <a:pathLst>
                  <a:path w="881" h="811">
                    <a:moveTo>
                      <a:pt x="290" y="0"/>
                    </a:moveTo>
                    <a:lnTo>
                      <a:pt x="0" y="166"/>
                    </a:lnTo>
                    <a:lnTo>
                      <a:pt x="767" y="811"/>
                    </a:lnTo>
                    <a:lnTo>
                      <a:pt x="805" y="702"/>
                    </a:lnTo>
                    <a:lnTo>
                      <a:pt x="881" y="498"/>
                    </a:lnTo>
                    <a:lnTo>
                      <a:pt x="29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82" name="Freeform 382"/>
              <p:cNvSpPr/>
              <p:nvPr/>
            </p:nvSpPr>
            <p:spPr bwMode="auto">
              <a:xfrm>
                <a:off x="1919" y="3401"/>
                <a:ext cx="881" cy="811"/>
              </a:xfrm>
              <a:custGeom>
                <a:avLst/>
                <a:gdLst/>
                <a:ahLst/>
                <a:cxnLst>
                  <a:cxn ang="0">
                    <a:pos x="290" y="0"/>
                  </a:cxn>
                  <a:cxn ang="0">
                    <a:pos x="0" y="166"/>
                  </a:cxn>
                  <a:cxn ang="0">
                    <a:pos x="767" y="811"/>
                  </a:cxn>
                  <a:cxn ang="0">
                    <a:pos x="805" y="702"/>
                  </a:cxn>
                  <a:cxn ang="0">
                    <a:pos x="881" y="498"/>
                  </a:cxn>
                  <a:cxn ang="0">
                    <a:pos x="290" y="0"/>
                  </a:cxn>
                </a:cxnLst>
                <a:rect l="0" t="0" r="r" b="b"/>
                <a:pathLst>
                  <a:path w="881" h="811">
                    <a:moveTo>
                      <a:pt x="290" y="0"/>
                    </a:moveTo>
                    <a:lnTo>
                      <a:pt x="0" y="166"/>
                    </a:lnTo>
                    <a:lnTo>
                      <a:pt x="767" y="811"/>
                    </a:lnTo>
                    <a:lnTo>
                      <a:pt x="805" y="702"/>
                    </a:lnTo>
                    <a:lnTo>
                      <a:pt x="881" y="498"/>
                    </a:lnTo>
                    <a:lnTo>
                      <a:pt x="290" y="0"/>
                    </a:lnTo>
                  </a:path>
                </a:pathLst>
              </a:custGeom>
              <a:noFill/>
              <a:ln w="9525">
                <a:noFill/>
                <a:round/>
              </a:ln>
            </p:spPr>
            <p:txBody>
              <a:bodyPr vert="horz" wrap="square" lIns="82938" tIns="41469" rIns="82938" bIns="41469" numCol="1" anchor="t" anchorCtr="0" compatLnSpc="1"/>
              <a:lstStyle/>
              <a:p>
                <a:endParaRPr lang="en-GB" sz="1815"/>
              </a:p>
            </p:txBody>
          </p:sp>
          <p:sp>
            <p:nvSpPr>
              <p:cNvPr id="51583" name="Freeform 383"/>
              <p:cNvSpPr/>
              <p:nvPr/>
            </p:nvSpPr>
            <p:spPr bwMode="auto">
              <a:xfrm>
                <a:off x="1884" y="3401"/>
                <a:ext cx="916" cy="831"/>
              </a:xfrm>
              <a:custGeom>
                <a:avLst/>
                <a:gdLst/>
                <a:ahLst/>
                <a:cxnLst>
                  <a:cxn ang="0">
                    <a:pos x="325" y="0"/>
                  </a:cxn>
                  <a:cxn ang="0">
                    <a:pos x="20" y="175"/>
                  </a:cxn>
                  <a:cxn ang="0">
                    <a:pos x="10" y="166"/>
                  </a:cxn>
                  <a:cxn ang="0">
                    <a:pos x="8" y="159"/>
                  </a:cxn>
                  <a:cxn ang="0">
                    <a:pos x="0" y="164"/>
                  </a:cxn>
                  <a:cxn ang="0">
                    <a:pos x="793" y="831"/>
                  </a:cxn>
                  <a:cxn ang="0">
                    <a:pos x="795" y="826"/>
                  </a:cxn>
                  <a:cxn ang="0">
                    <a:pos x="797" y="821"/>
                  </a:cxn>
                  <a:cxn ang="0">
                    <a:pos x="802" y="811"/>
                  </a:cxn>
                  <a:cxn ang="0">
                    <a:pos x="35" y="166"/>
                  </a:cxn>
                  <a:cxn ang="0">
                    <a:pos x="325" y="0"/>
                  </a:cxn>
                  <a:cxn ang="0">
                    <a:pos x="916" y="498"/>
                  </a:cxn>
                  <a:cxn ang="0">
                    <a:pos x="840" y="702"/>
                  </a:cxn>
                  <a:cxn ang="0">
                    <a:pos x="916" y="498"/>
                  </a:cxn>
                  <a:cxn ang="0">
                    <a:pos x="325" y="0"/>
                  </a:cxn>
                </a:cxnLst>
                <a:rect l="0" t="0" r="r" b="b"/>
                <a:pathLst>
                  <a:path w="916" h="831">
                    <a:moveTo>
                      <a:pt x="325" y="0"/>
                    </a:moveTo>
                    <a:lnTo>
                      <a:pt x="20" y="175"/>
                    </a:lnTo>
                    <a:lnTo>
                      <a:pt x="10" y="166"/>
                    </a:lnTo>
                    <a:lnTo>
                      <a:pt x="8" y="159"/>
                    </a:lnTo>
                    <a:lnTo>
                      <a:pt x="0" y="164"/>
                    </a:lnTo>
                    <a:lnTo>
                      <a:pt x="793" y="831"/>
                    </a:lnTo>
                    <a:lnTo>
                      <a:pt x="795" y="826"/>
                    </a:lnTo>
                    <a:lnTo>
                      <a:pt x="797" y="821"/>
                    </a:lnTo>
                    <a:lnTo>
                      <a:pt x="802" y="811"/>
                    </a:lnTo>
                    <a:lnTo>
                      <a:pt x="35" y="166"/>
                    </a:lnTo>
                    <a:lnTo>
                      <a:pt x="325" y="0"/>
                    </a:lnTo>
                    <a:lnTo>
                      <a:pt x="916" y="498"/>
                    </a:lnTo>
                    <a:lnTo>
                      <a:pt x="840" y="702"/>
                    </a:lnTo>
                    <a:lnTo>
                      <a:pt x="916" y="498"/>
                    </a:lnTo>
                    <a:lnTo>
                      <a:pt x="32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84" name="Freeform 384"/>
              <p:cNvSpPr/>
              <p:nvPr/>
            </p:nvSpPr>
            <p:spPr bwMode="auto">
              <a:xfrm>
                <a:off x="1884" y="3401"/>
                <a:ext cx="916" cy="831"/>
              </a:xfrm>
              <a:custGeom>
                <a:avLst/>
                <a:gdLst/>
                <a:ahLst/>
                <a:cxnLst>
                  <a:cxn ang="0">
                    <a:pos x="325" y="0"/>
                  </a:cxn>
                  <a:cxn ang="0">
                    <a:pos x="20" y="175"/>
                  </a:cxn>
                  <a:cxn ang="0">
                    <a:pos x="10" y="166"/>
                  </a:cxn>
                  <a:cxn ang="0">
                    <a:pos x="8" y="159"/>
                  </a:cxn>
                  <a:cxn ang="0">
                    <a:pos x="0" y="164"/>
                  </a:cxn>
                  <a:cxn ang="0">
                    <a:pos x="793" y="831"/>
                  </a:cxn>
                  <a:cxn ang="0">
                    <a:pos x="795" y="826"/>
                  </a:cxn>
                  <a:cxn ang="0">
                    <a:pos x="797" y="821"/>
                  </a:cxn>
                  <a:cxn ang="0">
                    <a:pos x="802" y="811"/>
                  </a:cxn>
                  <a:cxn ang="0">
                    <a:pos x="35" y="166"/>
                  </a:cxn>
                  <a:cxn ang="0">
                    <a:pos x="325" y="0"/>
                  </a:cxn>
                  <a:cxn ang="0">
                    <a:pos x="916" y="498"/>
                  </a:cxn>
                  <a:cxn ang="0">
                    <a:pos x="840" y="702"/>
                  </a:cxn>
                  <a:cxn ang="0">
                    <a:pos x="916" y="498"/>
                  </a:cxn>
                  <a:cxn ang="0">
                    <a:pos x="325" y="0"/>
                  </a:cxn>
                </a:cxnLst>
                <a:rect l="0" t="0" r="r" b="b"/>
                <a:pathLst>
                  <a:path w="916" h="831">
                    <a:moveTo>
                      <a:pt x="325" y="0"/>
                    </a:moveTo>
                    <a:lnTo>
                      <a:pt x="20" y="175"/>
                    </a:lnTo>
                    <a:lnTo>
                      <a:pt x="10" y="166"/>
                    </a:lnTo>
                    <a:lnTo>
                      <a:pt x="8" y="159"/>
                    </a:lnTo>
                    <a:lnTo>
                      <a:pt x="0" y="164"/>
                    </a:lnTo>
                    <a:lnTo>
                      <a:pt x="793" y="831"/>
                    </a:lnTo>
                    <a:lnTo>
                      <a:pt x="795" y="826"/>
                    </a:lnTo>
                    <a:lnTo>
                      <a:pt x="797" y="821"/>
                    </a:lnTo>
                    <a:lnTo>
                      <a:pt x="802" y="811"/>
                    </a:lnTo>
                    <a:lnTo>
                      <a:pt x="35" y="166"/>
                    </a:lnTo>
                    <a:lnTo>
                      <a:pt x="325" y="0"/>
                    </a:lnTo>
                    <a:lnTo>
                      <a:pt x="916" y="498"/>
                    </a:lnTo>
                    <a:lnTo>
                      <a:pt x="840" y="702"/>
                    </a:lnTo>
                    <a:lnTo>
                      <a:pt x="916" y="498"/>
                    </a:lnTo>
                    <a:lnTo>
                      <a:pt x="325" y="0"/>
                    </a:lnTo>
                  </a:path>
                </a:pathLst>
              </a:custGeom>
              <a:noFill/>
              <a:ln w="9525">
                <a:noFill/>
                <a:round/>
              </a:ln>
            </p:spPr>
            <p:txBody>
              <a:bodyPr vert="horz" wrap="square" lIns="82938" tIns="41469" rIns="82938" bIns="41469" numCol="1" anchor="t" anchorCtr="0" compatLnSpc="1"/>
              <a:lstStyle/>
              <a:p>
                <a:endParaRPr lang="en-GB" sz="1815"/>
              </a:p>
            </p:txBody>
          </p:sp>
          <p:sp>
            <p:nvSpPr>
              <p:cNvPr id="51585" name="Freeform 385"/>
              <p:cNvSpPr/>
              <p:nvPr/>
            </p:nvSpPr>
            <p:spPr bwMode="auto">
              <a:xfrm>
                <a:off x="1911" y="3545"/>
                <a:ext cx="6" cy="4"/>
              </a:xfrm>
              <a:custGeom>
                <a:avLst/>
                <a:gdLst/>
                <a:ahLst/>
                <a:cxnLst>
                  <a:cxn ang="0">
                    <a:pos x="6" y="0"/>
                  </a:cxn>
                  <a:cxn ang="0">
                    <a:pos x="0" y="4"/>
                  </a:cxn>
                  <a:cxn ang="0">
                    <a:pos x="0" y="4"/>
                  </a:cxn>
                  <a:cxn ang="0">
                    <a:pos x="6" y="0"/>
                  </a:cxn>
                </a:cxnLst>
                <a:rect l="0" t="0" r="r" b="b"/>
                <a:pathLst>
                  <a:path w="6" h="4">
                    <a:moveTo>
                      <a:pt x="6" y="0"/>
                    </a:moveTo>
                    <a:lnTo>
                      <a:pt x="0" y="4"/>
                    </a:lnTo>
                    <a:lnTo>
                      <a:pt x="0" y="4"/>
                    </a:lnTo>
                    <a:lnTo>
                      <a:pt x="6"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86" name="Freeform 386"/>
              <p:cNvSpPr/>
              <p:nvPr/>
            </p:nvSpPr>
            <p:spPr bwMode="auto">
              <a:xfrm>
                <a:off x="1911" y="3545"/>
                <a:ext cx="6" cy="4"/>
              </a:xfrm>
              <a:custGeom>
                <a:avLst/>
                <a:gdLst/>
                <a:ahLst/>
                <a:cxnLst>
                  <a:cxn ang="0">
                    <a:pos x="6" y="0"/>
                  </a:cxn>
                  <a:cxn ang="0">
                    <a:pos x="0" y="4"/>
                  </a:cxn>
                  <a:cxn ang="0">
                    <a:pos x="0" y="4"/>
                  </a:cxn>
                  <a:cxn ang="0">
                    <a:pos x="6" y="0"/>
                  </a:cxn>
                </a:cxnLst>
                <a:rect l="0" t="0" r="r" b="b"/>
                <a:pathLst>
                  <a:path w="6" h="4">
                    <a:moveTo>
                      <a:pt x="6" y="0"/>
                    </a:moveTo>
                    <a:lnTo>
                      <a:pt x="0" y="4"/>
                    </a:lnTo>
                    <a:lnTo>
                      <a:pt x="0" y="4"/>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1587" name="Freeform 387"/>
              <p:cNvSpPr/>
              <p:nvPr/>
            </p:nvSpPr>
            <p:spPr bwMode="auto">
              <a:xfrm>
                <a:off x="1892" y="3383"/>
                <a:ext cx="317" cy="193"/>
              </a:xfrm>
              <a:custGeom>
                <a:avLst/>
                <a:gdLst/>
                <a:ahLst/>
                <a:cxnLst>
                  <a:cxn ang="0">
                    <a:pos x="308" y="0"/>
                  </a:cxn>
                  <a:cxn ang="0">
                    <a:pos x="25" y="162"/>
                  </a:cxn>
                  <a:cxn ang="0">
                    <a:pos x="19" y="166"/>
                  </a:cxn>
                  <a:cxn ang="0">
                    <a:pos x="19" y="166"/>
                  </a:cxn>
                  <a:cxn ang="0">
                    <a:pos x="0" y="177"/>
                  </a:cxn>
                  <a:cxn ang="0">
                    <a:pos x="2" y="184"/>
                  </a:cxn>
                  <a:cxn ang="0">
                    <a:pos x="12" y="193"/>
                  </a:cxn>
                  <a:cxn ang="0">
                    <a:pos x="317" y="18"/>
                  </a:cxn>
                  <a:cxn ang="0">
                    <a:pos x="317" y="18"/>
                  </a:cxn>
                  <a:cxn ang="0">
                    <a:pos x="312" y="22"/>
                  </a:cxn>
                  <a:cxn ang="0">
                    <a:pos x="308" y="0"/>
                  </a:cxn>
                </a:cxnLst>
                <a:rect l="0" t="0" r="r" b="b"/>
                <a:pathLst>
                  <a:path w="317" h="193">
                    <a:moveTo>
                      <a:pt x="308" y="0"/>
                    </a:moveTo>
                    <a:lnTo>
                      <a:pt x="25" y="162"/>
                    </a:lnTo>
                    <a:lnTo>
                      <a:pt x="19" y="166"/>
                    </a:lnTo>
                    <a:lnTo>
                      <a:pt x="19" y="166"/>
                    </a:lnTo>
                    <a:lnTo>
                      <a:pt x="0" y="177"/>
                    </a:lnTo>
                    <a:lnTo>
                      <a:pt x="2" y="184"/>
                    </a:lnTo>
                    <a:lnTo>
                      <a:pt x="12" y="193"/>
                    </a:lnTo>
                    <a:lnTo>
                      <a:pt x="317" y="18"/>
                    </a:lnTo>
                    <a:lnTo>
                      <a:pt x="317" y="18"/>
                    </a:lnTo>
                    <a:lnTo>
                      <a:pt x="312" y="22"/>
                    </a:lnTo>
                    <a:lnTo>
                      <a:pt x="30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88" name="Freeform 388"/>
              <p:cNvSpPr/>
              <p:nvPr/>
            </p:nvSpPr>
            <p:spPr bwMode="auto">
              <a:xfrm>
                <a:off x="1892" y="3383"/>
                <a:ext cx="317" cy="193"/>
              </a:xfrm>
              <a:custGeom>
                <a:avLst/>
                <a:gdLst/>
                <a:ahLst/>
                <a:cxnLst>
                  <a:cxn ang="0">
                    <a:pos x="308" y="0"/>
                  </a:cxn>
                  <a:cxn ang="0">
                    <a:pos x="25" y="162"/>
                  </a:cxn>
                  <a:cxn ang="0">
                    <a:pos x="19" y="166"/>
                  </a:cxn>
                  <a:cxn ang="0">
                    <a:pos x="19" y="166"/>
                  </a:cxn>
                  <a:cxn ang="0">
                    <a:pos x="0" y="177"/>
                  </a:cxn>
                  <a:cxn ang="0">
                    <a:pos x="2" y="184"/>
                  </a:cxn>
                  <a:cxn ang="0">
                    <a:pos x="12" y="193"/>
                  </a:cxn>
                  <a:cxn ang="0">
                    <a:pos x="317" y="18"/>
                  </a:cxn>
                  <a:cxn ang="0">
                    <a:pos x="317" y="18"/>
                  </a:cxn>
                  <a:cxn ang="0">
                    <a:pos x="312" y="22"/>
                  </a:cxn>
                  <a:cxn ang="0">
                    <a:pos x="308" y="0"/>
                  </a:cxn>
                </a:cxnLst>
                <a:rect l="0" t="0" r="r" b="b"/>
                <a:pathLst>
                  <a:path w="317" h="193">
                    <a:moveTo>
                      <a:pt x="308" y="0"/>
                    </a:moveTo>
                    <a:lnTo>
                      <a:pt x="25" y="162"/>
                    </a:lnTo>
                    <a:lnTo>
                      <a:pt x="19" y="166"/>
                    </a:lnTo>
                    <a:lnTo>
                      <a:pt x="19" y="166"/>
                    </a:lnTo>
                    <a:lnTo>
                      <a:pt x="0" y="177"/>
                    </a:lnTo>
                    <a:lnTo>
                      <a:pt x="2" y="184"/>
                    </a:lnTo>
                    <a:lnTo>
                      <a:pt x="12" y="193"/>
                    </a:lnTo>
                    <a:lnTo>
                      <a:pt x="317" y="18"/>
                    </a:lnTo>
                    <a:lnTo>
                      <a:pt x="317" y="18"/>
                    </a:lnTo>
                    <a:lnTo>
                      <a:pt x="312" y="22"/>
                    </a:lnTo>
                    <a:lnTo>
                      <a:pt x="308" y="0"/>
                    </a:lnTo>
                  </a:path>
                </a:pathLst>
              </a:custGeom>
              <a:noFill/>
              <a:ln w="9525">
                <a:noFill/>
                <a:round/>
              </a:ln>
            </p:spPr>
            <p:txBody>
              <a:bodyPr vert="horz" wrap="square" lIns="82938" tIns="41469" rIns="82938" bIns="41469" numCol="1" anchor="t" anchorCtr="0" compatLnSpc="1"/>
              <a:lstStyle/>
              <a:p>
                <a:endParaRPr lang="en-GB" sz="1815"/>
              </a:p>
            </p:txBody>
          </p:sp>
          <p:sp>
            <p:nvSpPr>
              <p:cNvPr id="51589" name="Freeform 389"/>
              <p:cNvSpPr/>
              <p:nvPr/>
            </p:nvSpPr>
            <p:spPr bwMode="auto">
              <a:xfrm>
                <a:off x="2200" y="3381"/>
                <a:ext cx="9" cy="24"/>
              </a:xfrm>
              <a:custGeom>
                <a:avLst/>
                <a:gdLst/>
                <a:ahLst/>
                <a:cxnLst>
                  <a:cxn ang="0">
                    <a:pos x="4" y="0"/>
                  </a:cxn>
                  <a:cxn ang="0">
                    <a:pos x="0" y="2"/>
                  </a:cxn>
                  <a:cxn ang="0">
                    <a:pos x="4" y="24"/>
                  </a:cxn>
                  <a:cxn ang="0">
                    <a:pos x="9" y="20"/>
                  </a:cxn>
                  <a:cxn ang="0">
                    <a:pos x="9" y="20"/>
                  </a:cxn>
                  <a:cxn ang="0">
                    <a:pos x="4" y="0"/>
                  </a:cxn>
                </a:cxnLst>
                <a:rect l="0" t="0" r="r" b="b"/>
                <a:pathLst>
                  <a:path w="9" h="24">
                    <a:moveTo>
                      <a:pt x="4" y="0"/>
                    </a:moveTo>
                    <a:lnTo>
                      <a:pt x="0" y="2"/>
                    </a:lnTo>
                    <a:lnTo>
                      <a:pt x="4" y="24"/>
                    </a:lnTo>
                    <a:lnTo>
                      <a:pt x="9" y="20"/>
                    </a:lnTo>
                    <a:lnTo>
                      <a:pt x="9" y="20"/>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90" name="Freeform 390"/>
              <p:cNvSpPr/>
              <p:nvPr/>
            </p:nvSpPr>
            <p:spPr bwMode="auto">
              <a:xfrm>
                <a:off x="2200" y="3381"/>
                <a:ext cx="9" cy="24"/>
              </a:xfrm>
              <a:custGeom>
                <a:avLst/>
                <a:gdLst/>
                <a:ahLst/>
                <a:cxnLst>
                  <a:cxn ang="0">
                    <a:pos x="4" y="0"/>
                  </a:cxn>
                  <a:cxn ang="0">
                    <a:pos x="0" y="2"/>
                  </a:cxn>
                  <a:cxn ang="0">
                    <a:pos x="4" y="24"/>
                  </a:cxn>
                  <a:cxn ang="0">
                    <a:pos x="9" y="20"/>
                  </a:cxn>
                  <a:cxn ang="0">
                    <a:pos x="9" y="20"/>
                  </a:cxn>
                  <a:cxn ang="0">
                    <a:pos x="4" y="0"/>
                  </a:cxn>
                </a:cxnLst>
                <a:rect l="0" t="0" r="r" b="b"/>
                <a:pathLst>
                  <a:path w="9" h="24">
                    <a:moveTo>
                      <a:pt x="4" y="0"/>
                    </a:moveTo>
                    <a:lnTo>
                      <a:pt x="0" y="2"/>
                    </a:lnTo>
                    <a:lnTo>
                      <a:pt x="4" y="24"/>
                    </a:lnTo>
                    <a:lnTo>
                      <a:pt x="9" y="20"/>
                    </a:lnTo>
                    <a:lnTo>
                      <a:pt x="9" y="20"/>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591" name="Freeform 391"/>
              <p:cNvSpPr/>
              <p:nvPr/>
            </p:nvSpPr>
            <p:spPr bwMode="auto">
              <a:xfrm>
                <a:off x="2227" y="3217"/>
                <a:ext cx="700" cy="662"/>
              </a:xfrm>
              <a:custGeom>
                <a:avLst/>
                <a:gdLst/>
                <a:ahLst/>
                <a:cxnLst>
                  <a:cxn ang="0">
                    <a:pos x="301" y="0"/>
                  </a:cxn>
                  <a:cxn ang="0">
                    <a:pos x="174" y="74"/>
                  </a:cxn>
                  <a:cxn ang="0">
                    <a:pos x="0" y="174"/>
                  </a:cxn>
                  <a:cxn ang="0">
                    <a:pos x="579" y="662"/>
                  </a:cxn>
                  <a:cxn ang="0">
                    <a:pos x="646" y="479"/>
                  </a:cxn>
                  <a:cxn ang="0">
                    <a:pos x="700" y="335"/>
                  </a:cxn>
                  <a:cxn ang="0">
                    <a:pos x="301" y="0"/>
                  </a:cxn>
                </a:cxnLst>
                <a:rect l="0" t="0" r="r" b="b"/>
                <a:pathLst>
                  <a:path w="700" h="662">
                    <a:moveTo>
                      <a:pt x="301" y="0"/>
                    </a:moveTo>
                    <a:lnTo>
                      <a:pt x="174" y="74"/>
                    </a:lnTo>
                    <a:lnTo>
                      <a:pt x="0" y="174"/>
                    </a:lnTo>
                    <a:lnTo>
                      <a:pt x="579" y="662"/>
                    </a:lnTo>
                    <a:lnTo>
                      <a:pt x="646" y="479"/>
                    </a:lnTo>
                    <a:lnTo>
                      <a:pt x="700" y="335"/>
                    </a:lnTo>
                    <a:lnTo>
                      <a:pt x="30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92" name="Freeform 392"/>
              <p:cNvSpPr/>
              <p:nvPr/>
            </p:nvSpPr>
            <p:spPr bwMode="auto">
              <a:xfrm>
                <a:off x="2227" y="3217"/>
                <a:ext cx="700" cy="662"/>
              </a:xfrm>
              <a:custGeom>
                <a:avLst/>
                <a:gdLst/>
                <a:ahLst/>
                <a:cxnLst>
                  <a:cxn ang="0">
                    <a:pos x="301" y="0"/>
                  </a:cxn>
                  <a:cxn ang="0">
                    <a:pos x="174" y="74"/>
                  </a:cxn>
                  <a:cxn ang="0">
                    <a:pos x="0" y="174"/>
                  </a:cxn>
                  <a:cxn ang="0">
                    <a:pos x="579" y="662"/>
                  </a:cxn>
                  <a:cxn ang="0">
                    <a:pos x="646" y="479"/>
                  </a:cxn>
                  <a:cxn ang="0">
                    <a:pos x="700" y="335"/>
                  </a:cxn>
                  <a:cxn ang="0">
                    <a:pos x="301" y="0"/>
                  </a:cxn>
                </a:cxnLst>
                <a:rect l="0" t="0" r="r" b="b"/>
                <a:pathLst>
                  <a:path w="700" h="662">
                    <a:moveTo>
                      <a:pt x="301" y="0"/>
                    </a:moveTo>
                    <a:lnTo>
                      <a:pt x="174" y="74"/>
                    </a:lnTo>
                    <a:lnTo>
                      <a:pt x="0" y="174"/>
                    </a:lnTo>
                    <a:lnTo>
                      <a:pt x="579" y="662"/>
                    </a:lnTo>
                    <a:lnTo>
                      <a:pt x="646" y="479"/>
                    </a:lnTo>
                    <a:lnTo>
                      <a:pt x="700" y="335"/>
                    </a:lnTo>
                    <a:lnTo>
                      <a:pt x="301" y="0"/>
                    </a:lnTo>
                  </a:path>
                </a:pathLst>
              </a:custGeom>
              <a:noFill/>
              <a:ln w="9525">
                <a:noFill/>
                <a:round/>
              </a:ln>
            </p:spPr>
            <p:txBody>
              <a:bodyPr vert="horz" wrap="square" lIns="82938" tIns="41469" rIns="82938" bIns="41469" numCol="1" anchor="t" anchorCtr="0" compatLnSpc="1"/>
              <a:lstStyle/>
              <a:p>
                <a:endParaRPr lang="en-GB" sz="1815"/>
              </a:p>
            </p:txBody>
          </p:sp>
          <p:sp>
            <p:nvSpPr>
              <p:cNvPr id="51593" name="Freeform 393"/>
              <p:cNvSpPr/>
              <p:nvPr/>
            </p:nvSpPr>
            <p:spPr bwMode="auto">
              <a:xfrm>
                <a:off x="2401" y="3217"/>
                <a:ext cx="127" cy="74"/>
              </a:xfrm>
              <a:custGeom>
                <a:avLst/>
                <a:gdLst/>
                <a:ahLst/>
                <a:cxnLst>
                  <a:cxn ang="0">
                    <a:pos x="127" y="0"/>
                  </a:cxn>
                  <a:cxn ang="0">
                    <a:pos x="0" y="74"/>
                  </a:cxn>
                  <a:cxn ang="0">
                    <a:pos x="127" y="0"/>
                  </a:cxn>
                  <a:cxn ang="0">
                    <a:pos x="127" y="0"/>
                  </a:cxn>
                </a:cxnLst>
                <a:rect l="0" t="0" r="r" b="b"/>
                <a:pathLst>
                  <a:path w="127" h="74">
                    <a:moveTo>
                      <a:pt x="127" y="0"/>
                    </a:moveTo>
                    <a:lnTo>
                      <a:pt x="0" y="74"/>
                    </a:lnTo>
                    <a:lnTo>
                      <a:pt x="127" y="0"/>
                    </a:lnTo>
                    <a:lnTo>
                      <a:pt x="127"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94" name="Freeform 394"/>
              <p:cNvSpPr/>
              <p:nvPr/>
            </p:nvSpPr>
            <p:spPr bwMode="auto">
              <a:xfrm>
                <a:off x="2401" y="3217"/>
                <a:ext cx="127" cy="74"/>
              </a:xfrm>
              <a:custGeom>
                <a:avLst/>
                <a:gdLst/>
                <a:ahLst/>
                <a:cxnLst>
                  <a:cxn ang="0">
                    <a:pos x="127" y="0"/>
                  </a:cxn>
                  <a:cxn ang="0">
                    <a:pos x="0" y="74"/>
                  </a:cxn>
                  <a:cxn ang="0">
                    <a:pos x="127" y="0"/>
                  </a:cxn>
                  <a:cxn ang="0">
                    <a:pos x="127" y="0"/>
                  </a:cxn>
                </a:cxnLst>
                <a:rect l="0" t="0" r="r" b="b"/>
                <a:pathLst>
                  <a:path w="127" h="74">
                    <a:moveTo>
                      <a:pt x="127" y="0"/>
                    </a:moveTo>
                    <a:lnTo>
                      <a:pt x="0" y="74"/>
                    </a:lnTo>
                    <a:lnTo>
                      <a:pt x="127" y="0"/>
                    </a:lnTo>
                    <a:lnTo>
                      <a:pt x="127" y="0"/>
                    </a:lnTo>
                  </a:path>
                </a:pathLst>
              </a:custGeom>
              <a:noFill/>
              <a:ln w="9525">
                <a:noFill/>
                <a:round/>
              </a:ln>
            </p:spPr>
            <p:txBody>
              <a:bodyPr vert="horz" wrap="square" lIns="82938" tIns="41469" rIns="82938" bIns="41469" numCol="1" anchor="t" anchorCtr="0" compatLnSpc="1"/>
              <a:lstStyle/>
              <a:p>
                <a:endParaRPr lang="en-GB" sz="1815"/>
              </a:p>
            </p:txBody>
          </p:sp>
          <p:sp>
            <p:nvSpPr>
              <p:cNvPr id="51595" name="Freeform 395"/>
              <p:cNvSpPr/>
              <p:nvPr/>
            </p:nvSpPr>
            <p:spPr bwMode="auto">
              <a:xfrm>
                <a:off x="2227" y="3291"/>
                <a:ext cx="646" cy="588"/>
              </a:xfrm>
              <a:custGeom>
                <a:avLst/>
                <a:gdLst/>
                <a:ahLst/>
                <a:cxnLst>
                  <a:cxn ang="0">
                    <a:pos x="174" y="0"/>
                  </a:cxn>
                  <a:cxn ang="0">
                    <a:pos x="0" y="100"/>
                  </a:cxn>
                  <a:cxn ang="0">
                    <a:pos x="581" y="588"/>
                  </a:cxn>
                  <a:cxn ang="0">
                    <a:pos x="583" y="583"/>
                  </a:cxn>
                  <a:cxn ang="0">
                    <a:pos x="583" y="583"/>
                  </a:cxn>
                  <a:cxn ang="0">
                    <a:pos x="646" y="405"/>
                  </a:cxn>
                  <a:cxn ang="0">
                    <a:pos x="579" y="588"/>
                  </a:cxn>
                  <a:cxn ang="0">
                    <a:pos x="0" y="100"/>
                  </a:cxn>
                  <a:cxn ang="0">
                    <a:pos x="174" y="0"/>
                  </a:cxn>
                </a:cxnLst>
                <a:rect l="0" t="0" r="r" b="b"/>
                <a:pathLst>
                  <a:path w="646" h="588">
                    <a:moveTo>
                      <a:pt x="174" y="0"/>
                    </a:moveTo>
                    <a:lnTo>
                      <a:pt x="0" y="100"/>
                    </a:lnTo>
                    <a:lnTo>
                      <a:pt x="581" y="588"/>
                    </a:lnTo>
                    <a:lnTo>
                      <a:pt x="583" y="583"/>
                    </a:lnTo>
                    <a:lnTo>
                      <a:pt x="583" y="583"/>
                    </a:lnTo>
                    <a:lnTo>
                      <a:pt x="646" y="405"/>
                    </a:lnTo>
                    <a:lnTo>
                      <a:pt x="579" y="588"/>
                    </a:lnTo>
                    <a:lnTo>
                      <a:pt x="0" y="100"/>
                    </a:lnTo>
                    <a:lnTo>
                      <a:pt x="17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96" name="Freeform 396"/>
              <p:cNvSpPr/>
              <p:nvPr/>
            </p:nvSpPr>
            <p:spPr bwMode="auto">
              <a:xfrm>
                <a:off x="2227" y="3291"/>
                <a:ext cx="646" cy="588"/>
              </a:xfrm>
              <a:custGeom>
                <a:avLst/>
                <a:gdLst/>
                <a:ahLst/>
                <a:cxnLst>
                  <a:cxn ang="0">
                    <a:pos x="174" y="0"/>
                  </a:cxn>
                  <a:cxn ang="0">
                    <a:pos x="0" y="100"/>
                  </a:cxn>
                  <a:cxn ang="0">
                    <a:pos x="581" y="588"/>
                  </a:cxn>
                  <a:cxn ang="0">
                    <a:pos x="583" y="583"/>
                  </a:cxn>
                  <a:cxn ang="0">
                    <a:pos x="583" y="583"/>
                  </a:cxn>
                  <a:cxn ang="0">
                    <a:pos x="646" y="405"/>
                  </a:cxn>
                  <a:cxn ang="0">
                    <a:pos x="579" y="588"/>
                  </a:cxn>
                  <a:cxn ang="0">
                    <a:pos x="0" y="100"/>
                  </a:cxn>
                  <a:cxn ang="0">
                    <a:pos x="174" y="0"/>
                  </a:cxn>
                </a:cxnLst>
                <a:rect l="0" t="0" r="r" b="b"/>
                <a:pathLst>
                  <a:path w="646" h="588">
                    <a:moveTo>
                      <a:pt x="174" y="0"/>
                    </a:moveTo>
                    <a:lnTo>
                      <a:pt x="0" y="100"/>
                    </a:lnTo>
                    <a:lnTo>
                      <a:pt x="581" y="588"/>
                    </a:lnTo>
                    <a:lnTo>
                      <a:pt x="583" y="583"/>
                    </a:lnTo>
                    <a:lnTo>
                      <a:pt x="583" y="583"/>
                    </a:lnTo>
                    <a:lnTo>
                      <a:pt x="646" y="405"/>
                    </a:lnTo>
                    <a:lnTo>
                      <a:pt x="579" y="588"/>
                    </a:lnTo>
                    <a:lnTo>
                      <a:pt x="0" y="100"/>
                    </a:lnTo>
                    <a:lnTo>
                      <a:pt x="174" y="0"/>
                    </a:lnTo>
                  </a:path>
                </a:pathLst>
              </a:custGeom>
              <a:noFill/>
              <a:ln w="9525">
                <a:noFill/>
                <a:round/>
              </a:ln>
            </p:spPr>
            <p:txBody>
              <a:bodyPr vert="horz" wrap="square" lIns="82938" tIns="41469" rIns="82938" bIns="41469" numCol="1" anchor="t" anchorCtr="0" compatLnSpc="1"/>
              <a:lstStyle/>
              <a:p>
                <a:endParaRPr lang="en-GB" sz="1815"/>
              </a:p>
            </p:txBody>
          </p:sp>
          <p:sp>
            <p:nvSpPr>
              <p:cNvPr id="51597" name="Freeform 397"/>
              <p:cNvSpPr/>
              <p:nvPr/>
            </p:nvSpPr>
            <p:spPr bwMode="auto">
              <a:xfrm>
                <a:off x="2219" y="3201"/>
                <a:ext cx="299" cy="172"/>
              </a:xfrm>
              <a:custGeom>
                <a:avLst/>
                <a:gdLst/>
                <a:ahLst/>
                <a:cxnLst>
                  <a:cxn ang="0">
                    <a:pos x="299" y="0"/>
                  </a:cxn>
                  <a:cxn ang="0">
                    <a:pos x="0" y="172"/>
                  </a:cxn>
                  <a:cxn ang="0">
                    <a:pos x="0" y="172"/>
                  </a:cxn>
                  <a:cxn ang="0">
                    <a:pos x="3" y="169"/>
                  </a:cxn>
                  <a:cxn ang="0">
                    <a:pos x="3" y="169"/>
                  </a:cxn>
                  <a:cxn ang="0">
                    <a:pos x="299" y="0"/>
                  </a:cxn>
                </a:cxnLst>
                <a:rect l="0" t="0" r="r" b="b"/>
                <a:pathLst>
                  <a:path w="299" h="172">
                    <a:moveTo>
                      <a:pt x="299" y="0"/>
                    </a:moveTo>
                    <a:lnTo>
                      <a:pt x="0" y="172"/>
                    </a:lnTo>
                    <a:lnTo>
                      <a:pt x="0" y="172"/>
                    </a:lnTo>
                    <a:lnTo>
                      <a:pt x="3" y="169"/>
                    </a:lnTo>
                    <a:lnTo>
                      <a:pt x="3" y="169"/>
                    </a:lnTo>
                    <a:lnTo>
                      <a:pt x="299"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98" name="Freeform 398"/>
              <p:cNvSpPr/>
              <p:nvPr/>
            </p:nvSpPr>
            <p:spPr bwMode="auto">
              <a:xfrm>
                <a:off x="2219" y="3201"/>
                <a:ext cx="299" cy="172"/>
              </a:xfrm>
              <a:custGeom>
                <a:avLst/>
                <a:gdLst/>
                <a:ahLst/>
                <a:cxnLst>
                  <a:cxn ang="0">
                    <a:pos x="299" y="0"/>
                  </a:cxn>
                  <a:cxn ang="0">
                    <a:pos x="0" y="172"/>
                  </a:cxn>
                  <a:cxn ang="0">
                    <a:pos x="0" y="172"/>
                  </a:cxn>
                  <a:cxn ang="0">
                    <a:pos x="3" y="169"/>
                  </a:cxn>
                  <a:cxn ang="0">
                    <a:pos x="3" y="169"/>
                  </a:cxn>
                  <a:cxn ang="0">
                    <a:pos x="299" y="0"/>
                  </a:cxn>
                </a:cxnLst>
                <a:rect l="0" t="0" r="r" b="b"/>
                <a:pathLst>
                  <a:path w="299" h="172">
                    <a:moveTo>
                      <a:pt x="299" y="0"/>
                    </a:moveTo>
                    <a:lnTo>
                      <a:pt x="0" y="172"/>
                    </a:lnTo>
                    <a:lnTo>
                      <a:pt x="0" y="172"/>
                    </a:lnTo>
                    <a:lnTo>
                      <a:pt x="3" y="169"/>
                    </a:lnTo>
                    <a:lnTo>
                      <a:pt x="3" y="169"/>
                    </a:lnTo>
                    <a:lnTo>
                      <a:pt x="299" y="0"/>
                    </a:lnTo>
                  </a:path>
                </a:pathLst>
              </a:custGeom>
              <a:noFill/>
              <a:ln w="9525">
                <a:noFill/>
                <a:round/>
              </a:ln>
            </p:spPr>
            <p:txBody>
              <a:bodyPr vert="horz" wrap="square" lIns="82938" tIns="41469" rIns="82938" bIns="41469" numCol="1" anchor="t" anchorCtr="0" compatLnSpc="1"/>
              <a:lstStyle/>
              <a:p>
                <a:endParaRPr lang="en-GB" sz="1815"/>
              </a:p>
            </p:txBody>
          </p:sp>
          <p:sp>
            <p:nvSpPr>
              <p:cNvPr id="51599" name="Freeform 399"/>
              <p:cNvSpPr>
                <a:spLocks noEditPoints="1"/>
              </p:cNvSpPr>
              <p:nvPr/>
            </p:nvSpPr>
            <p:spPr bwMode="auto">
              <a:xfrm>
                <a:off x="2219" y="3199"/>
                <a:ext cx="309" cy="192"/>
              </a:xfrm>
              <a:custGeom>
                <a:avLst/>
                <a:gdLst/>
                <a:ahLst/>
                <a:cxnLst>
                  <a:cxn ang="0">
                    <a:pos x="0" y="174"/>
                  </a:cxn>
                  <a:cxn ang="0">
                    <a:pos x="0" y="174"/>
                  </a:cxn>
                  <a:cxn ang="0">
                    <a:pos x="0" y="174"/>
                  </a:cxn>
                  <a:cxn ang="0">
                    <a:pos x="0" y="174"/>
                  </a:cxn>
                  <a:cxn ang="0">
                    <a:pos x="0" y="174"/>
                  </a:cxn>
                  <a:cxn ang="0">
                    <a:pos x="301" y="0"/>
                  </a:cxn>
                  <a:cxn ang="0">
                    <a:pos x="299" y="2"/>
                  </a:cxn>
                  <a:cxn ang="0">
                    <a:pos x="3" y="171"/>
                  </a:cxn>
                  <a:cxn ang="0">
                    <a:pos x="6" y="186"/>
                  </a:cxn>
                  <a:cxn ang="0">
                    <a:pos x="8" y="192"/>
                  </a:cxn>
                  <a:cxn ang="0">
                    <a:pos x="8" y="192"/>
                  </a:cxn>
                  <a:cxn ang="0">
                    <a:pos x="182" y="92"/>
                  </a:cxn>
                  <a:cxn ang="0">
                    <a:pos x="309" y="18"/>
                  </a:cxn>
                  <a:cxn ang="0">
                    <a:pos x="309" y="18"/>
                  </a:cxn>
                  <a:cxn ang="0">
                    <a:pos x="304" y="22"/>
                  </a:cxn>
                  <a:cxn ang="0">
                    <a:pos x="301" y="0"/>
                  </a:cxn>
                </a:cxnLst>
                <a:rect l="0" t="0" r="r" b="b"/>
                <a:pathLst>
                  <a:path w="309" h="192">
                    <a:moveTo>
                      <a:pt x="0" y="174"/>
                    </a:moveTo>
                    <a:lnTo>
                      <a:pt x="0" y="174"/>
                    </a:lnTo>
                    <a:lnTo>
                      <a:pt x="0" y="174"/>
                    </a:lnTo>
                    <a:lnTo>
                      <a:pt x="0" y="174"/>
                    </a:lnTo>
                    <a:lnTo>
                      <a:pt x="0" y="174"/>
                    </a:lnTo>
                    <a:close/>
                    <a:moveTo>
                      <a:pt x="301" y="0"/>
                    </a:moveTo>
                    <a:lnTo>
                      <a:pt x="299" y="2"/>
                    </a:lnTo>
                    <a:lnTo>
                      <a:pt x="3" y="171"/>
                    </a:lnTo>
                    <a:lnTo>
                      <a:pt x="6" y="186"/>
                    </a:lnTo>
                    <a:lnTo>
                      <a:pt x="8" y="192"/>
                    </a:lnTo>
                    <a:lnTo>
                      <a:pt x="8" y="192"/>
                    </a:lnTo>
                    <a:lnTo>
                      <a:pt x="182" y="92"/>
                    </a:lnTo>
                    <a:lnTo>
                      <a:pt x="309" y="18"/>
                    </a:lnTo>
                    <a:lnTo>
                      <a:pt x="309" y="18"/>
                    </a:lnTo>
                    <a:lnTo>
                      <a:pt x="304" y="22"/>
                    </a:lnTo>
                    <a:lnTo>
                      <a:pt x="30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00" name="Rectangle 400"/>
              <p:cNvSpPr>
                <a:spLocks noChangeArrowheads="1"/>
              </p:cNvSpPr>
              <p:nvPr/>
            </p:nvSpPr>
            <p:spPr bwMode="auto">
              <a:xfrm>
                <a:off x="2219" y="337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01" name="Freeform 401"/>
              <p:cNvSpPr/>
              <p:nvPr/>
            </p:nvSpPr>
            <p:spPr bwMode="auto">
              <a:xfrm>
                <a:off x="2222" y="3199"/>
                <a:ext cx="306" cy="192"/>
              </a:xfrm>
              <a:custGeom>
                <a:avLst/>
                <a:gdLst/>
                <a:ahLst/>
                <a:cxnLst>
                  <a:cxn ang="0">
                    <a:pos x="298" y="0"/>
                  </a:cxn>
                  <a:cxn ang="0">
                    <a:pos x="296" y="2"/>
                  </a:cxn>
                  <a:cxn ang="0">
                    <a:pos x="0" y="171"/>
                  </a:cxn>
                  <a:cxn ang="0">
                    <a:pos x="3" y="186"/>
                  </a:cxn>
                  <a:cxn ang="0">
                    <a:pos x="5" y="192"/>
                  </a:cxn>
                  <a:cxn ang="0">
                    <a:pos x="5" y="192"/>
                  </a:cxn>
                  <a:cxn ang="0">
                    <a:pos x="179" y="92"/>
                  </a:cxn>
                  <a:cxn ang="0">
                    <a:pos x="306" y="18"/>
                  </a:cxn>
                  <a:cxn ang="0">
                    <a:pos x="306" y="18"/>
                  </a:cxn>
                  <a:cxn ang="0">
                    <a:pos x="301" y="22"/>
                  </a:cxn>
                  <a:cxn ang="0">
                    <a:pos x="298" y="0"/>
                  </a:cxn>
                </a:cxnLst>
                <a:rect l="0" t="0" r="r" b="b"/>
                <a:pathLst>
                  <a:path w="306" h="192">
                    <a:moveTo>
                      <a:pt x="298" y="0"/>
                    </a:moveTo>
                    <a:lnTo>
                      <a:pt x="296" y="2"/>
                    </a:lnTo>
                    <a:lnTo>
                      <a:pt x="0" y="171"/>
                    </a:lnTo>
                    <a:lnTo>
                      <a:pt x="3" y="186"/>
                    </a:lnTo>
                    <a:lnTo>
                      <a:pt x="5" y="192"/>
                    </a:lnTo>
                    <a:lnTo>
                      <a:pt x="5" y="192"/>
                    </a:lnTo>
                    <a:lnTo>
                      <a:pt x="179" y="92"/>
                    </a:lnTo>
                    <a:lnTo>
                      <a:pt x="306" y="18"/>
                    </a:lnTo>
                    <a:lnTo>
                      <a:pt x="306" y="18"/>
                    </a:lnTo>
                    <a:lnTo>
                      <a:pt x="301" y="22"/>
                    </a:lnTo>
                    <a:lnTo>
                      <a:pt x="298" y="0"/>
                    </a:lnTo>
                  </a:path>
                </a:pathLst>
              </a:custGeom>
              <a:noFill/>
              <a:ln w="9525">
                <a:noFill/>
                <a:round/>
              </a:ln>
            </p:spPr>
            <p:txBody>
              <a:bodyPr vert="horz" wrap="square" lIns="82938" tIns="41469" rIns="82938" bIns="41469" numCol="1" anchor="t" anchorCtr="0" compatLnSpc="1"/>
              <a:lstStyle/>
              <a:p>
                <a:endParaRPr lang="en-GB" sz="1815"/>
              </a:p>
            </p:txBody>
          </p:sp>
          <p:sp>
            <p:nvSpPr>
              <p:cNvPr id="51602" name="Freeform 402"/>
              <p:cNvSpPr/>
              <p:nvPr/>
            </p:nvSpPr>
            <p:spPr bwMode="auto">
              <a:xfrm>
                <a:off x="2204" y="3373"/>
                <a:ext cx="15" cy="8"/>
              </a:xfrm>
              <a:custGeom>
                <a:avLst/>
                <a:gdLst/>
                <a:ahLst/>
                <a:cxnLst>
                  <a:cxn ang="0">
                    <a:pos x="15" y="0"/>
                  </a:cxn>
                  <a:cxn ang="0">
                    <a:pos x="0" y="8"/>
                  </a:cxn>
                  <a:cxn ang="0">
                    <a:pos x="0" y="8"/>
                  </a:cxn>
                  <a:cxn ang="0">
                    <a:pos x="15" y="0"/>
                  </a:cxn>
                  <a:cxn ang="0">
                    <a:pos x="15" y="0"/>
                  </a:cxn>
                </a:cxnLst>
                <a:rect l="0" t="0" r="r" b="b"/>
                <a:pathLst>
                  <a:path w="15" h="8">
                    <a:moveTo>
                      <a:pt x="15" y="0"/>
                    </a:moveTo>
                    <a:lnTo>
                      <a:pt x="0" y="8"/>
                    </a:lnTo>
                    <a:lnTo>
                      <a:pt x="0" y="8"/>
                    </a:lnTo>
                    <a:lnTo>
                      <a:pt x="15" y="0"/>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03" name="Freeform 403"/>
              <p:cNvSpPr/>
              <p:nvPr/>
            </p:nvSpPr>
            <p:spPr bwMode="auto">
              <a:xfrm>
                <a:off x="2204" y="3373"/>
                <a:ext cx="15" cy="8"/>
              </a:xfrm>
              <a:custGeom>
                <a:avLst/>
                <a:gdLst/>
                <a:ahLst/>
                <a:cxnLst>
                  <a:cxn ang="0">
                    <a:pos x="15" y="0"/>
                  </a:cxn>
                  <a:cxn ang="0">
                    <a:pos x="0" y="8"/>
                  </a:cxn>
                  <a:cxn ang="0">
                    <a:pos x="0" y="8"/>
                  </a:cxn>
                  <a:cxn ang="0">
                    <a:pos x="15" y="0"/>
                  </a:cxn>
                  <a:cxn ang="0">
                    <a:pos x="15" y="0"/>
                  </a:cxn>
                </a:cxnLst>
                <a:rect l="0" t="0" r="r" b="b"/>
                <a:pathLst>
                  <a:path w="15" h="8">
                    <a:moveTo>
                      <a:pt x="15" y="0"/>
                    </a:moveTo>
                    <a:lnTo>
                      <a:pt x="0" y="8"/>
                    </a:lnTo>
                    <a:lnTo>
                      <a:pt x="0" y="8"/>
                    </a:lnTo>
                    <a:lnTo>
                      <a:pt x="15" y="0"/>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604" name="Freeform 404"/>
              <p:cNvSpPr/>
              <p:nvPr/>
            </p:nvSpPr>
            <p:spPr bwMode="auto">
              <a:xfrm>
                <a:off x="2538" y="3152"/>
                <a:ext cx="64" cy="37"/>
              </a:xfrm>
              <a:custGeom>
                <a:avLst/>
                <a:gdLst/>
                <a:ahLst/>
                <a:cxnLst>
                  <a:cxn ang="0">
                    <a:pos x="64" y="0"/>
                  </a:cxn>
                  <a:cxn ang="0">
                    <a:pos x="0" y="37"/>
                  </a:cxn>
                  <a:cxn ang="0">
                    <a:pos x="0" y="37"/>
                  </a:cxn>
                  <a:cxn ang="0">
                    <a:pos x="64" y="0"/>
                  </a:cxn>
                </a:cxnLst>
                <a:rect l="0" t="0" r="r" b="b"/>
                <a:pathLst>
                  <a:path w="64" h="37">
                    <a:moveTo>
                      <a:pt x="64" y="0"/>
                    </a:moveTo>
                    <a:lnTo>
                      <a:pt x="0" y="37"/>
                    </a:lnTo>
                    <a:lnTo>
                      <a:pt x="0" y="37"/>
                    </a:lnTo>
                    <a:lnTo>
                      <a:pt x="6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05" name="Freeform 405"/>
              <p:cNvSpPr/>
              <p:nvPr/>
            </p:nvSpPr>
            <p:spPr bwMode="auto">
              <a:xfrm>
                <a:off x="2538" y="3152"/>
                <a:ext cx="64" cy="37"/>
              </a:xfrm>
              <a:custGeom>
                <a:avLst/>
                <a:gdLst/>
                <a:ahLst/>
                <a:cxnLst>
                  <a:cxn ang="0">
                    <a:pos x="64" y="0"/>
                  </a:cxn>
                  <a:cxn ang="0">
                    <a:pos x="0" y="37"/>
                  </a:cxn>
                  <a:cxn ang="0">
                    <a:pos x="0" y="37"/>
                  </a:cxn>
                  <a:cxn ang="0">
                    <a:pos x="64" y="0"/>
                  </a:cxn>
                </a:cxnLst>
                <a:rect l="0" t="0" r="r" b="b"/>
                <a:pathLst>
                  <a:path w="64" h="37">
                    <a:moveTo>
                      <a:pt x="64" y="0"/>
                    </a:moveTo>
                    <a:lnTo>
                      <a:pt x="0" y="37"/>
                    </a:lnTo>
                    <a:lnTo>
                      <a:pt x="0" y="37"/>
                    </a:lnTo>
                    <a:lnTo>
                      <a:pt x="64" y="0"/>
                    </a:lnTo>
                  </a:path>
                </a:pathLst>
              </a:custGeom>
              <a:noFill/>
              <a:ln w="9525">
                <a:noFill/>
                <a:round/>
              </a:ln>
            </p:spPr>
            <p:txBody>
              <a:bodyPr vert="horz" wrap="square" lIns="82938" tIns="41469" rIns="82938" bIns="41469" numCol="1" anchor="t" anchorCtr="0" compatLnSpc="1"/>
              <a:lstStyle/>
              <a:p>
                <a:endParaRPr lang="en-GB" sz="1815"/>
              </a:p>
            </p:txBody>
          </p:sp>
          <p:sp>
            <p:nvSpPr>
              <p:cNvPr id="51606" name="Rectangle 406"/>
              <p:cNvSpPr>
                <a:spLocks noChangeArrowheads="1"/>
              </p:cNvSpPr>
              <p:nvPr/>
            </p:nvSpPr>
            <p:spPr bwMode="auto">
              <a:xfrm>
                <a:off x="2538" y="3189"/>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grpSp>
        <p:grpSp>
          <p:nvGrpSpPr>
            <p:cNvPr id="6" name="Group 608"/>
            <p:cNvGrpSpPr/>
            <p:nvPr/>
          </p:nvGrpSpPr>
          <p:grpSpPr bwMode="auto">
            <a:xfrm>
              <a:off x="2204" y="2787"/>
              <a:ext cx="2305" cy="1463"/>
              <a:chOff x="2204" y="2787"/>
              <a:chExt cx="2305" cy="1463"/>
            </a:xfrm>
          </p:grpSpPr>
          <p:sp>
            <p:nvSpPr>
              <p:cNvPr id="51608" name="Rectangle 408"/>
              <p:cNvSpPr>
                <a:spLocks noChangeArrowheads="1"/>
              </p:cNvSpPr>
              <p:nvPr/>
            </p:nvSpPr>
            <p:spPr bwMode="auto">
              <a:xfrm>
                <a:off x="2538" y="318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09" name="Freeform 409"/>
              <p:cNvSpPr/>
              <p:nvPr/>
            </p:nvSpPr>
            <p:spPr bwMode="auto">
              <a:xfrm>
                <a:off x="2520" y="3189"/>
                <a:ext cx="18" cy="32"/>
              </a:xfrm>
              <a:custGeom>
                <a:avLst/>
                <a:gdLst/>
                <a:ahLst/>
                <a:cxnLst>
                  <a:cxn ang="0">
                    <a:pos x="18" y="0"/>
                  </a:cxn>
                  <a:cxn ang="0">
                    <a:pos x="7" y="7"/>
                  </a:cxn>
                  <a:cxn ang="0">
                    <a:pos x="0" y="10"/>
                  </a:cxn>
                  <a:cxn ang="0">
                    <a:pos x="3" y="32"/>
                  </a:cxn>
                  <a:cxn ang="0">
                    <a:pos x="8" y="28"/>
                  </a:cxn>
                  <a:cxn ang="0">
                    <a:pos x="8" y="28"/>
                  </a:cxn>
                  <a:cxn ang="0">
                    <a:pos x="5" y="8"/>
                  </a:cxn>
                  <a:cxn ang="0">
                    <a:pos x="18" y="0"/>
                  </a:cxn>
                  <a:cxn ang="0">
                    <a:pos x="18" y="0"/>
                  </a:cxn>
                </a:cxnLst>
                <a:rect l="0" t="0" r="r" b="b"/>
                <a:pathLst>
                  <a:path w="18" h="32">
                    <a:moveTo>
                      <a:pt x="18" y="0"/>
                    </a:moveTo>
                    <a:lnTo>
                      <a:pt x="7" y="7"/>
                    </a:lnTo>
                    <a:lnTo>
                      <a:pt x="0" y="10"/>
                    </a:lnTo>
                    <a:lnTo>
                      <a:pt x="3" y="32"/>
                    </a:lnTo>
                    <a:lnTo>
                      <a:pt x="8" y="28"/>
                    </a:lnTo>
                    <a:lnTo>
                      <a:pt x="8" y="28"/>
                    </a:lnTo>
                    <a:lnTo>
                      <a:pt x="5" y="8"/>
                    </a:lnTo>
                    <a:lnTo>
                      <a:pt x="18" y="0"/>
                    </a:lnTo>
                    <a:lnTo>
                      <a:pt x="1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0" name="Freeform 410"/>
              <p:cNvSpPr/>
              <p:nvPr/>
            </p:nvSpPr>
            <p:spPr bwMode="auto">
              <a:xfrm>
                <a:off x="2520" y="3189"/>
                <a:ext cx="18" cy="32"/>
              </a:xfrm>
              <a:custGeom>
                <a:avLst/>
                <a:gdLst/>
                <a:ahLst/>
                <a:cxnLst>
                  <a:cxn ang="0">
                    <a:pos x="18" y="0"/>
                  </a:cxn>
                  <a:cxn ang="0">
                    <a:pos x="7" y="7"/>
                  </a:cxn>
                  <a:cxn ang="0">
                    <a:pos x="0" y="10"/>
                  </a:cxn>
                  <a:cxn ang="0">
                    <a:pos x="3" y="32"/>
                  </a:cxn>
                  <a:cxn ang="0">
                    <a:pos x="8" y="28"/>
                  </a:cxn>
                  <a:cxn ang="0">
                    <a:pos x="8" y="28"/>
                  </a:cxn>
                  <a:cxn ang="0">
                    <a:pos x="5" y="8"/>
                  </a:cxn>
                  <a:cxn ang="0">
                    <a:pos x="18" y="0"/>
                  </a:cxn>
                  <a:cxn ang="0">
                    <a:pos x="18" y="0"/>
                  </a:cxn>
                </a:cxnLst>
                <a:rect l="0" t="0" r="r" b="b"/>
                <a:pathLst>
                  <a:path w="18" h="32">
                    <a:moveTo>
                      <a:pt x="18" y="0"/>
                    </a:moveTo>
                    <a:lnTo>
                      <a:pt x="7" y="7"/>
                    </a:lnTo>
                    <a:lnTo>
                      <a:pt x="0" y="10"/>
                    </a:lnTo>
                    <a:lnTo>
                      <a:pt x="3" y="32"/>
                    </a:lnTo>
                    <a:lnTo>
                      <a:pt x="8" y="28"/>
                    </a:lnTo>
                    <a:lnTo>
                      <a:pt x="8" y="28"/>
                    </a:lnTo>
                    <a:lnTo>
                      <a:pt x="5" y="8"/>
                    </a:lnTo>
                    <a:lnTo>
                      <a:pt x="18" y="0"/>
                    </a:lnTo>
                    <a:lnTo>
                      <a:pt x="18" y="0"/>
                    </a:lnTo>
                  </a:path>
                </a:pathLst>
              </a:custGeom>
              <a:noFill/>
              <a:ln w="9525">
                <a:noFill/>
                <a:round/>
              </a:ln>
            </p:spPr>
            <p:txBody>
              <a:bodyPr vert="horz" wrap="square" lIns="82938" tIns="41469" rIns="82938" bIns="41469" numCol="1" anchor="t" anchorCtr="0" compatLnSpc="1"/>
              <a:lstStyle/>
              <a:p>
                <a:endParaRPr lang="en-GB" sz="1815"/>
              </a:p>
            </p:txBody>
          </p:sp>
          <p:sp>
            <p:nvSpPr>
              <p:cNvPr id="51611" name="Freeform 411"/>
              <p:cNvSpPr/>
              <p:nvPr/>
            </p:nvSpPr>
            <p:spPr bwMode="auto">
              <a:xfrm>
                <a:off x="2209" y="3391"/>
                <a:ext cx="599" cy="508"/>
              </a:xfrm>
              <a:custGeom>
                <a:avLst/>
                <a:gdLst/>
                <a:ahLst/>
                <a:cxnLst>
                  <a:cxn ang="0">
                    <a:pos x="18" y="0"/>
                  </a:cxn>
                  <a:cxn ang="0">
                    <a:pos x="13" y="2"/>
                  </a:cxn>
                  <a:cxn ang="0">
                    <a:pos x="13" y="2"/>
                  </a:cxn>
                  <a:cxn ang="0">
                    <a:pos x="0" y="10"/>
                  </a:cxn>
                  <a:cxn ang="0">
                    <a:pos x="591" y="508"/>
                  </a:cxn>
                  <a:cxn ang="0">
                    <a:pos x="599" y="488"/>
                  </a:cxn>
                  <a:cxn ang="0">
                    <a:pos x="18" y="0"/>
                  </a:cxn>
                </a:cxnLst>
                <a:rect l="0" t="0" r="r" b="b"/>
                <a:pathLst>
                  <a:path w="599" h="508">
                    <a:moveTo>
                      <a:pt x="18" y="0"/>
                    </a:moveTo>
                    <a:lnTo>
                      <a:pt x="13" y="2"/>
                    </a:lnTo>
                    <a:lnTo>
                      <a:pt x="13" y="2"/>
                    </a:lnTo>
                    <a:lnTo>
                      <a:pt x="0" y="10"/>
                    </a:lnTo>
                    <a:lnTo>
                      <a:pt x="591" y="508"/>
                    </a:lnTo>
                    <a:lnTo>
                      <a:pt x="599" y="488"/>
                    </a:lnTo>
                    <a:lnTo>
                      <a:pt x="1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2" name="Freeform 412"/>
              <p:cNvSpPr/>
              <p:nvPr/>
            </p:nvSpPr>
            <p:spPr bwMode="auto">
              <a:xfrm>
                <a:off x="2209" y="3391"/>
                <a:ext cx="599" cy="508"/>
              </a:xfrm>
              <a:custGeom>
                <a:avLst/>
                <a:gdLst/>
                <a:ahLst/>
                <a:cxnLst>
                  <a:cxn ang="0">
                    <a:pos x="18" y="0"/>
                  </a:cxn>
                  <a:cxn ang="0">
                    <a:pos x="13" y="2"/>
                  </a:cxn>
                  <a:cxn ang="0">
                    <a:pos x="13" y="2"/>
                  </a:cxn>
                  <a:cxn ang="0">
                    <a:pos x="0" y="10"/>
                  </a:cxn>
                  <a:cxn ang="0">
                    <a:pos x="591" y="508"/>
                  </a:cxn>
                  <a:cxn ang="0">
                    <a:pos x="599" y="488"/>
                  </a:cxn>
                  <a:cxn ang="0">
                    <a:pos x="18" y="0"/>
                  </a:cxn>
                </a:cxnLst>
                <a:rect l="0" t="0" r="r" b="b"/>
                <a:pathLst>
                  <a:path w="599" h="508">
                    <a:moveTo>
                      <a:pt x="18" y="0"/>
                    </a:moveTo>
                    <a:lnTo>
                      <a:pt x="13" y="2"/>
                    </a:lnTo>
                    <a:lnTo>
                      <a:pt x="13" y="2"/>
                    </a:lnTo>
                    <a:lnTo>
                      <a:pt x="0" y="10"/>
                    </a:lnTo>
                    <a:lnTo>
                      <a:pt x="591" y="508"/>
                    </a:lnTo>
                    <a:lnTo>
                      <a:pt x="599" y="488"/>
                    </a:lnTo>
                    <a:lnTo>
                      <a:pt x="18" y="0"/>
                    </a:lnTo>
                  </a:path>
                </a:pathLst>
              </a:custGeom>
              <a:noFill/>
              <a:ln w="9525">
                <a:noFill/>
                <a:round/>
              </a:ln>
            </p:spPr>
            <p:txBody>
              <a:bodyPr vert="horz" wrap="square" lIns="82938" tIns="41469" rIns="82938" bIns="41469" numCol="1" anchor="t" anchorCtr="0" compatLnSpc="1"/>
              <a:lstStyle/>
              <a:p>
                <a:endParaRPr lang="en-GB" sz="1815"/>
              </a:p>
            </p:txBody>
          </p:sp>
          <p:sp>
            <p:nvSpPr>
              <p:cNvPr id="51613" name="Freeform 413"/>
              <p:cNvSpPr/>
              <p:nvPr/>
            </p:nvSpPr>
            <p:spPr bwMode="auto">
              <a:xfrm>
                <a:off x="2209" y="3393"/>
                <a:ext cx="13" cy="8"/>
              </a:xfrm>
              <a:custGeom>
                <a:avLst/>
                <a:gdLst/>
                <a:ahLst/>
                <a:cxnLst>
                  <a:cxn ang="0">
                    <a:pos x="13" y="0"/>
                  </a:cxn>
                  <a:cxn ang="0">
                    <a:pos x="0" y="8"/>
                  </a:cxn>
                  <a:cxn ang="0">
                    <a:pos x="0" y="8"/>
                  </a:cxn>
                  <a:cxn ang="0">
                    <a:pos x="13" y="0"/>
                  </a:cxn>
                </a:cxnLst>
                <a:rect l="0" t="0" r="r" b="b"/>
                <a:pathLst>
                  <a:path w="13" h="8">
                    <a:moveTo>
                      <a:pt x="13" y="0"/>
                    </a:moveTo>
                    <a:lnTo>
                      <a:pt x="0" y="8"/>
                    </a:lnTo>
                    <a:lnTo>
                      <a:pt x="0" y="8"/>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4" name="Freeform 414"/>
              <p:cNvSpPr/>
              <p:nvPr/>
            </p:nvSpPr>
            <p:spPr bwMode="auto">
              <a:xfrm>
                <a:off x="2209" y="3393"/>
                <a:ext cx="13" cy="8"/>
              </a:xfrm>
              <a:custGeom>
                <a:avLst/>
                <a:gdLst/>
                <a:ahLst/>
                <a:cxnLst>
                  <a:cxn ang="0">
                    <a:pos x="13" y="0"/>
                  </a:cxn>
                  <a:cxn ang="0">
                    <a:pos x="0" y="8"/>
                  </a:cxn>
                  <a:cxn ang="0">
                    <a:pos x="0" y="8"/>
                  </a:cxn>
                  <a:cxn ang="0">
                    <a:pos x="13" y="0"/>
                  </a:cxn>
                </a:cxnLst>
                <a:rect l="0" t="0" r="r" b="b"/>
                <a:pathLst>
                  <a:path w="13" h="8">
                    <a:moveTo>
                      <a:pt x="13" y="0"/>
                    </a:moveTo>
                    <a:lnTo>
                      <a:pt x="0" y="8"/>
                    </a:lnTo>
                    <a:lnTo>
                      <a:pt x="0" y="8"/>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615" name="Freeform 415"/>
              <p:cNvSpPr/>
              <p:nvPr/>
            </p:nvSpPr>
            <p:spPr bwMode="auto">
              <a:xfrm>
                <a:off x="2219" y="3370"/>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616" name="Freeform 416"/>
              <p:cNvSpPr/>
              <p:nvPr/>
            </p:nvSpPr>
            <p:spPr bwMode="auto">
              <a:xfrm>
                <a:off x="2219" y="3370"/>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617" name="Freeform 417"/>
              <p:cNvSpPr/>
              <p:nvPr/>
            </p:nvSpPr>
            <p:spPr bwMode="auto">
              <a:xfrm>
                <a:off x="2219" y="3370"/>
                <a:ext cx="8" cy="23"/>
              </a:xfrm>
              <a:custGeom>
                <a:avLst/>
                <a:gdLst/>
                <a:ahLst/>
                <a:cxnLst>
                  <a:cxn ang="0">
                    <a:pos x="3" y="0"/>
                  </a:cxn>
                  <a:cxn ang="0">
                    <a:pos x="0" y="3"/>
                  </a:cxn>
                  <a:cxn ang="0">
                    <a:pos x="0" y="3"/>
                  </a:cxn>
                  <a:cxn ang="0">
                    <a:pos x="3" y="23"/>
                  </a:cxn>
                  <a:cxn ang="0">
                    <a:pos x="8" y="21"/>
                  </a:cxn>
                  <a:cxn ang="0">
                    <a:pos x="8" y="21"/>
                  </a:cxn>
                  <a:cxn ang="0">
                    <a:pos x="6" y="15"/>
                  </a:cxn>
                  <a:cxn ang="0">
                    <a:pos x="3" y="0"/>
                  </a:cxn>
                </a:cxnLst>
                <a:rect l="0" t="0" r="r" b="b"/>
                <a:pathLst>
                  <a:path w="8" h="23">
                    <a:moveTo>
                      <a:pt x="3" y="0"/>
                    </a:moveTo>
                    <a:lnTo>
                      <a:pt x="0" y="3"/>
                    </a:lnTo>
                    <a:lnTo>
                      <a:pt x="0" y="3"/>
                    </a:lnTo>
                    <a:lnTo>
                      <a:pt x="3" y="23"/>
                    </a:lnTo>
                    <a:lnTo>
                      <a:pt x="8" y="21"/>
                    </a:lnTo>
                    <a:lnTo>
                      <a:pt x="8" y="21"/>
                    </a:lnTo>
                    <a:lnTo>
                      <a:pt x="6" y="15"/>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8" name="Freeform 418"/>
              <p:cNvSpPr/>
              <p:nvPr/>
            </p:nvSpPr>
            <p:spPr bwMode="auto">
              <a:xfrm>
                <a:off x="2219" y="3370"/>
                <a:ext cx="8" cy="23"/>
              </a:xfrm>
              <a:custGeom>
                <a:avLst/>
                <a:gdLst/>
                <a:ahLst/>
                <a:cxnLst>
                  <a:cxn ang="0">
                    <a:pos x="3" y="0"/>
                  </a:cxn>
                  <a:cxn ang="0">
                    <a:pos x="0" y="3"/>
                  </a:cxn>
                  <a:cxn ang="0">
                    <a:pos x="0" y="3"/>
                  </a:cxn>
                  <a:cxn ang="0">
                    <a:pos x="3" y="23"/>
                  </a:cxn>
                  <a:cxn ang="0">
                    <a:pos x="8" y="21"/>
                  </a:cxn>
                  <a:cxn ang="0">
                    <a:pos x="8" y="21"/>
                  </a:cxn>
                  <a:cxn ang="0">
                    <a:pos x="6" y="15"/>
                  </a:cxn>
                  <a:cxn ang="0">
                    <a:pos x="3" y="0"/>
                  </a:cxn>
                </a:cxnLst>
                <a:rect l="0" t="0" r="r" b="b"/>
                <a:pathLst>
                  <a:path w="8" h="23">
                    <a:moveTo>
                      <a:pt x="3" y="0"/>
                    </a:moveTo>
                    <a:lnTo>
                      <a:pt x="0" y="3"/>
                    </a:lnTo>
                    <a:lnTo>
                      <a:pt x="0" y="3"/>
                    </a:lnTo>
                    <a:lnTo>
                      <a:pt x="3" y="23"/>
                    </a:lnTo>
                    <a:lnTo>
                      <a:pt x="8" y="21"/>
                    </a:lnTo>
                    <a:lnTo>
                      <a:pt x="8" y="21"/>
                    </a:lnTo>
                    <a:lnTo>
                      <a:pt x="6" y="15"/>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619" name="Freeform 419"/>
              <p:cNvSpPr/>
              <p:nvPr/>
            </p:nvSpPr>
            <p:spPr bwMode="auto">
              <a:xfrm>
                <a:off x="2204" y="3373"/>
                <a:ext cx="18" cy="28"/>
              </a:xfrm>
              <a:custGeom>
                <a:avLst/>
                <a:gdLst/>
                <a:ahLst/>
                <a:cxnLst>
                  <a:cxn ang="0">
                    <a:pos x="15" y="0"/>
                  </a:cxn>
                  <a:cxn ang="0">
                    <a:pos x="0" y="8"/>
                  </a:cxn>
                  <a:cxn ang="0">
                    <a:pos x="5" y="28"/>
                  </a:cxn>
                  <a:cxn ang="0">
                    <a:pos x="5" y="28"/>
                  </a:cxn>
                  <a:cxn ang="0">
                    <a:pos x="18" y="20"/>
                  </a:cxn>
                  <a:cxn ang="0">
                    <a:pos x="15" y="0"/>
                  </a:cxn>
                </a:cxnLst>
                <a:rect l="0" t="0" r="r" b="b"/>
                <a:pathLst>
                  <a:path w="18" h="28">
                    <a:moveTo>
                      <a:pt x="15" y="0"/>
                    </a:moveTo>
                    <a:lnTo>
                      <a:pt x="0" y="8"/>
                    </a:lnTo>
                    <a:lnTo>
                      <a:pt x="5" y="28"/>
                    </a:lnTo>
                    <a:lnTo>
                      <a:pt x="5" y="28"/>
                    </a:lnTo>
                    <a:lnTo>
                      <a:pt x="18" y="20"/>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20" name="Freeform 420"/>
              <p:cNvSpPr/>
              <p:nvPr/>
            </p:nvSpPr>
            <p:spPr bwMode="auto">
              <a:xfrm>
                <a:off x="2204" y="3373"/>
                <a:ext cx="18" cy="28"/>
              </a:xfrm>
              <a:custGeom>
                <a:avLst/>
                <a:gdLst/>
                <a:ahLst/>
                <a:cxnLst>
                  <a:cxn ang="0">
                    <a:pos x="15" y="0"/>
                  </a:cxn>
                  <a:cxn ang="0">
                    <a:pos x="0" y="8"/>
                  </a:cxn>
                  <a:cxn ang="0">
                    <a:pos x="5" y="28"/>
                  </a:cxn>
                  <a:cxn ang="0">
                    <a:pos x="5" y="28"/>
                  </a:cxn>
                  <a:cxn ang="0">
                    <a:pos x="18" y="20"/>
                  </a:cxn>
                  <a:cxn ang="0">
                    <a:pos x="15" y="0"/>
                  </a:cxn>
                </a:cxnLst>
                <a:rect l="0" t="0" r="r" b="b"/>
                <a:pathLst>
                  <a:path w="18" h="28">
                    <a:moveTo>
                      <a:pt x="15" y="0"/>
                    </a:moveTo>
                    <a:lnTo>
                      <a:pt x="0" y="8"/>
                    </a:lnTo>
                    <a:lnTo>
                      <a:pt x="5" y="28"/>
                    </a:lnTo>
                    <a:lnTo>
                      <a:pt x="5" y="28"/>
                    </a:lnTo>
                    <a:lnTo>
                      <a:pt x="18" y="20"/>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621" name="Freeform 421"/>
              <p:cNvSpPr/>
              <p:nvPr/>
            </p:nvSpPr>
            <p:spPr bwMode="auto">
              <a:xfrm>
                <a:off x="2547" y="3028"/>
                <a:ext cx="510" cy="504"/>
              </a:xfrm>
              <a:custGeom>
                <a:avLst/>
                <a:gdLst/>
                <a:ahLst/>
                <a:cxnLst>
                  <a:cxn ang="0">
                    <a:pos x="311" y="0"/>
                  </a:cxn>
                  <a:cxn ang="0">
                    <a:pos x="0" y="179"/>
                  </a:cxn>
                  <a:cxn ang="0">
                    <a:pos x="387" y="504"/>
                  </a:cxn>
                  <a:cxn ang="0">
                    <a:pos x="388" y="502"/>
                  </a:cxn>
                  <a:cxn ang="0">
                    <a:pos x="390" y="497"/>
                  </a:cxn>
                  <a:cxn ang="0">
                    <a:pos x="390" y="497"/>
                  </a:cxn>
                  <a:cxn ang="0">
                    <a:pos x="490" y="221"/>
                  </a:cxn>
                  <a:cxn ang="0">
                    <a:pos x="510" y="169"/>
                  </a:cxn>
                  <a:cxn ang="0">
                    <a:pos x="510" y="169"/>
                  </a:cxn>
                  <a:cxn ang="0">
                    <a:pos x="510" y="168"/>
                  </a:cxn>
                  <a:cxn ang="0">
                    <a:pos x="311" y="0"/>
                  </a:cxn>
                </a:cxnLst>
                <a:rect l="0" t="0" r="r" b="b"/>
                <a:pathLst>
                  <a:path w="510" h="504">
                    <a:moveTo>
                      <a:pt x="311" y="0"/>
                    </a:moveTo>
                    <a:lnTo>
                      <a:pt x="0" y="179"/>
                    </a:lnTo>
                    <a:lnTo>
                      <a:pt x="387" y="504"/>
                    </a:lnTo>
                    <a:lnTo>
                      <a:pt x="388" y="502"/>
                    </a:lnTo>
                    <a:lnTo>
                      <a:pt x="390" y="497"/>
                    </a:lnTo>
                    <a:lnTo>
                      <a:pt x="390" y="497"/>
                    </a:lnTo>
                    <a:lnTo>
                      <a:pt x="490" y="221"/>
                    </a:lnTo>
                    <a:lnTo>
                      <a:pt x="510" y="169"/>
                    </a:lnTo>
                    <a:lnTo>
                      <a:pt x="510" y="169"/>
                    </a:lnTo>
                    <a:lnTo>
                      <a:pt x="510" y="168"/>
                    </a:lnTo>
                    <a:lnTo>
                      <a:pt x="31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22" name="Freeform 422"/>
              <p:cNvSpPr/>
              <p:nvPr/>
            </p:nvSpPr>
            <p:spPr bwMode="auto">
              <a:xfrm>
                <a:off x="2547" y="3028"/>
                <a:ext cx="510" cy="504"/>
              </a:xfrm>
              <a:custGeom>
                <a:avLst/>
                <a:gdLst/>
                <a:ahLst/>
                <a:cxnLst>
                  <a:cxn ang="0">
                    <a:pos x="311" y="0"/>
                  </a:cxn>
                  <a:cxn ang="0">
                    <a:pos x="0" y="179"/>
                  </a:cxn>
                  <a:cxn ang="0">
                    <a:pos x="387" y="504"/>
                  </a:cxn>
                  <a:cxn ang="0">
                    <a:pos x="388" y="502"/>
                  </a:cxn>
                  <a:cxn ang="0">
                    <a:pos x="390" y="497"/>
                  </a:cxn>
                  <a:cxn ang="0">
                    <a:pos x="390" y="497"/>
                  </a:cxn>
                  <a:cxn ang="0">
                    <a:pos x="490" y="221"/>
                  </a:cxn>
                  <a:cxn ang="0">
                    <a:pos x="510" y="169"/>
                  </a:cxn>
                  <a:cxn ang="0">
                    <a:pos x="510" y="169"/>
                  </a:cxn>
                  <a:cxn ang="0">
                    <a:pos x="510" y="168"/>
                  </a:cxn>
                  <a:cxn ang="0">
                    <a:pos x="311" y="0"/>
                  </a:cxn>
                </a:cxnLst>
                <a:rect l="0" t="0" r="r" b="b"/>
                <a:pathLst>
                  <a:path w="510" h="504">
                    <a:moveTo>
                      <a:pt x="311" y="0"/>
                    </a:moveTo>
                    <a:lnTo>
                      <a:pt x="0" y="179"/>
                    </a:lnTo>
                    <a:lnTo>
                      <a:pt x="387" y="504"/>
                    </a:lnTo>
                    <a:lnTo>
                      <a:pt x="388" y="502"/>
                    </a:lnTo>
                    <a:lnTo>
                      <a:pt x="390" y="497"/>
                    </a:lnTo>
                    <a:lnTo>
                      <a:pt x="390" y="497"/>
                    </a:lnTo>
                    <a:lnTo>
                      <a:pt x="490" y="221"/>
                    </a:lnTo>
                    <a:lnTo>
                      <a:pt x="510" y="169"/>
                    </a:lnTo>
                    <a:lnTo>
                      <a:pt x="510" y="169"/>
                    </a:lnTo>
                    <a:lnTo>
                      <a:pt x="510" y="168"/>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23" name="Freeform 423"/>
              <p:cNvSpPr>
                <a:spLocks noEditPoints="1"/>
              </p:cNvSpPr>
              <p:nvPr/>
            </p:nvSpPr>
            <p:spPr bwMode="auto">
              <a:xfrm>
                <a:off x="2547" y="3028"/>
                <a:ext cx="510" cy="504"/>
              </a:xfrm>
              <a:custGeom>
                <a:avLst/>
                <a:gdLst/>
                <a:ahLst/>
                <a:cxnLst>
                  <a:cxn ang="0">
                    <a:pos x="0" y="179"/>
                  </a:cxn>
                  <a:cxn ang="0">
                    <a:pos x="0" y="179"/>
                  </a:cxn>
                  <a:cxn ang="0">
                    <a:pos x="387" y="504"/>
                  </a:cxn>
                  <a:cxn ang="0">
                    <a:pos x="387" y="504"/>
                  </a:cxn>
                  <a:cxn ang="0">
                    <a:pos x="0" y="179"/>
                  </a:cxn>
                  <a:cxn ang="0">
                    <a:pos x="311" y="0"/>
                  </a:cxn>
                  <a:cxn ang="0">
                    <a:pos x="311" y="0"/>
                  </a:cxn>
                  <a:cxn ang="0">
                    <a:pos x="510" y="168"/>
                  </a:cxn>
                  <a:cxn ang="0">
                    <a:pos x="510" y="168"/>
                  </a:cxn>
                  <a:cxn ang="0">
                    <a:pos x="311" y="0"/>
                  </a:cxn>
                </a:cxnLst>
                <a:rect l="0" t="0" r="r" b="b"/>
                <a:pathLst>
                  <a:path w="510" h="504">
                    <a:moveTo>
                      <a:pt x="0" y="179"/>
                    </a:moveTo>
                    <a:lnTo>
                      <a:pt x="0" y="179"/>
                    </a:lnTo>
                    <a:lnTo>
                      <a:pt x="387" y="504"/>
                    </a:lnTo>
                    <a:lnTo>
                      <a:pt x="387" y="504"/>
                    </a:lnTo>
                    <a:lnTo>
                      <a:pt x="0" y="179"/>
                    </a:lnTo>
                    <a:close/>
                    <a:moveTo>
                      <a:pt x="311" y="0"/>
                    </a:moveTo>
                    <a:lnTo>
                      <a:pt x="311" y="0"/>
                    </a:lnTo>
                    <a:lnTo>
                      <a:pt x="510" y="168"/>
                    </a:lnTo>
                    <a:lnTo>
                      <a:pt x="510" y="168"/>
                    </a:lnTo>
                    <a:lnTo>
                      <a:pt x="3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24" name="Freeform 424"/>
              <p:cNvSpPr/>
              <p:nvPr/>
            </p:nvSpPr>
            <p:spPr bwMode="auto">
              <a:xfrm>
                <a:off x="2547" y="3207"/>
                <a:ext cx="387" cy="325"/>
              </a:xfrm>
              <a:custGeom>
                <a:avLst/>
                <a:gdLst/>
                <a:ahLst/>
                <a:cxnLst>
                  <a:cxn ang="0">
                    <a:pos x="0" y="0"/>
                  </a:cxn>
                  <a:cxn ang="0">
                    <a:pos x="0" y="0"/>
                  </a:cxn>
                  <a:cxn ang="0">
                    <a:pos x="387" y="325"/>
                  </a:cxn>
                  <a:cxn ang="0">
                    <a:pos x="387" y="325"/>
                  </a:cxn>
                  <a:cxn ang="0">
                    <a:pos x="0" y="0"/>
                  </a:cxn>
                </a:cxnLst>
                <a:rect l="0" t="0" r="r" b="b"/>
                <a:pathLst>
                  <a:path w="387" h="325">
                    <a:moveTo>
                      <a:pt x="0" y="0"/>
                    </a:moveTo>
                    <a:lnTo>
                      <a:pt x="0" y="0"/>
                    </a:lnTo>
                    <a:lnTo>
                      <a:pt x="387" y="325"/>
                    </a:lnTo>
                    <a:lnTo>
                      <a:pt x="387" y="32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25" name="Freeform 425"/>
              <p:cNvSpPr/>
              <p:nvPr/>
            </p:nvSpPr>
            <p:spPr bwMode="auto">
              <a:xfrm>
                <a:off x="2858" y="3028"/>
                <a:ext cx="199" cy="168"/>
              </a:xfrm>
              <a:custGeom>
                <a:avLst/>
                <a:gdLst/>
                <a:ahLst/>
                <a:cxnLst>
                  <a:cxn ang="0">
                    <a:pos x="0" y="0"/>
                  </a:cxn>
                  <a:cxn ang="0">
                    <a:pos x="0" y="0"/>
                  </a:cxn>
                  <a:cxn ang="0">
                    <a:pos x="199" y="168"/>
                  </a:cxn>
                  <a:cxn ang="0">
                    <a:pos x="199" y="168"/>
                  </a:cxn>
                  <a:cxn ang="0">
                    <a:pos x="0" y="0"/>
                  </a:cxn>
                </a:cxnLst>
                <a:rect l="0" t="0" r="r" b="b"/>
                <a:pathLst>
                  <a:path w="199" h="168">
                    <a:moveTo>
                      <a:pt x="0" y="0"/>
                    </a:moveTo>
                    <a:lnTo>
                      <a:pt x="0" y="0"/>
                    </a:lnTo>
                    <a:lnTo>
                      <a:pt x="199" y="168"/>
                    </a:lnTo>
                    <a:lnTo>
                      <a:pt x="199" y="16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26" name="Freeform 426"/>
              <p:cNvSpPr/>
              <p:nvPr/>
            </p:nvSpPr>
            <p:spPr bwMode="auto">
              <a:xfrm>
                <a:off x="2602" y="3144"/>
                <a:ext cx="15" cy="8"/>
              </a:xfrm>
              <a:custGeom>
                <a:avLst/>
                <a:gdLst/>
                <a:ahLst/>
                <a:cxnLst>
                  <a:cxn ang="0">
                    <a:pos x="15" y="0"/>
                  </a:cxn>
                  <a:cxn ang="0">
                    <a:pos x="0" y="8"/>
                  </a:cxn>
                  <a:cxn ang="0">
                    <a:pos x="10" y="3"/>
                  </a:cxn>
                  <a:cxn ang="0">
                    <a:pos x="15" y="0"/>
                  </a:cxn>
                </a:cxnLst>
                <a:rect l="0" t="0" r="r" b="b"/>
                <a:pathLst>
                  <a:path w="15" h="8">
                    <a:moveTo>
                      <a:pt x="15" y="0"/>
                    </a:moveTo>
                    <a:lnTo>
                      <a:pt x="0" y="8"/>
                    </a:lnTo>
                    <a:lnTo>
                      <a:pt x="10" y="3"/>
                    </a:lnTo>
                    <a:lnTo>
                      <a:pt x="15"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27" name="Freeform 427"/>
              <p:cNvSpPr/>
              <p:nvPr/>
            </p:nvSpPr>
            <p:spPr bwMode="auto">
              <a:xfrm>
                <a:off x="2602" y="3144"/>
                <a:ext cx="15" cy="8"/>
              </a:xfrm>
              <a:custGeom>
                <a:avLst/>
                <a:gdLst/>
                <a:ahLst/>
                <a:cxnLst>
                  <a:cxn ang="0">
                    <a:pos x="15" y="0"/>
                  </a:cxn>
                  <a:cxn ang="0">
                    <a:pos x="0" y="8"/>
                  </a:cxn>
                  <a:cxn ang="0">
                    <a:pos x="10" y="3"/>
                  </a:cxn>
                  <a:cxn ang="0">
                    <a:pos x="15" y="0"/>
                  </a:cxn>
                </a:cxnLst>
                <a:rect l="0" t="0" r="r" b="b"/>
                <a:pathLst>
                  <a:path w="15" h="8">
                    <a:moveTo>
                      <a:pt x="15" y="0"/>
                    </a:moveTo>
                    <a:lnTo>
                      <a:pt x="0" y="8"/>
                    </a:lnTo>
                    <a:lnTo>
                      <a:pt x="10" y="3"/>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628" name="Freeform 428"/>
              <p:cNvSpPr/>
              <p:nvPr/>
            </p:nvSpPr>
            <p:spPr bwMode="auto">
              <a:xfrm>
                <a:off x="2612" y="3011"/>
                <a:ext cx="236" cy="136"/>
              </a:xfrm>
              <a:custGeom>
                <a:avLst/>
                <a:gdLst/>
                <a:ahLst/>
                <a:cxnLst>
                  <a:cxn ang="0">
                    <a:pos x="236" y="0"/>
                  </a:cxn>
                  <a:cxn ang="0">
                    <a:pos x="5" y="133"/>
                  </a:cxn>
                  <a:cxn ang="0">
                    <a:pos x="0" y="136"/>
                  </a:cxn>
                  <a:cxn ang="0">
                    <a:pos x="236" y="0"/>
                  </a:cxn>
                  <a:cxn ang="0">
                    <a:pos x="236" y="0"/>
                  </a:cxn>
                </a:cxnLst>
                <a:rect l="0" t="0" r="r" b="b"/>
                <a:pathLst>
                  <a:path w="236" h="136">
                    <a:moveTo>
                      <a:pt x="236" y="0"/>
                    </a:moveTo>
                    <a:lnTo>
                      <a:pt x="5" y="133"/>
                    </a:lnTo>
                    <a:lnTo>
                      <a:pt x="0" y="136"/>
                    </a:lnTo>
                    <a:lnTo>
                      <a:pt x="236" y="0"/>
                    </a:lnTo>
                    <a:lnTo>
                      <a:pt x="23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29" name="Freeform 429"/>
              <p:cNvSpPr/>
              <p:nvPr/>
            </p:nvSpPr>
            <p:spPr bwMode="auto">
              <a:xfrm>
                <a:off x="2612" y="3011"/>
                <a:ext cx="236" cy="136"/>
              </a:xfrm>
              <a:custGeom>
                <a:avLst/>
                <a:gdLst/>
                <a:ahLst/>
                <a:cxnLst>
                  <a:cxn ang="0">
                    <a:pos x="236" y="0"/>
                  </a:cxn>
                  <a:cxn ang="0">
                    <a:pos x="5" y="133"/>
                  </a:cxn>
                  <a:cxn ang="0">
                    <a:pos x="0" y="136"/>
                  </a:cxn>
                  <a:cxn ang="0">
                    <a:pos x="236" y="0"/>
                  </a:cxn>
                  <a:cxn ang="0">
                    <a:pos x="236" y="0"/>
                  </a:cxn>
                </a:cxnLst>
                <a:rect l="0" t="0" r="r" b="b"/>
                <a:pathLst>
                  <a:path w="236" h="136">
                    <a:moveTo>
                      <a:pt x="236" y="0"/>
                    </a:moveTo>
                    <a:lnTo>
                      <a:pt x="5" y="133"/>
                    </a:lnTo>
                    <a:lnTo>
                      <a:pt x="0" y="136"/>
                    </a:lnTo>
                    <a:lnTo>
                      <a:pt x="236" y="0"/>
                    </a:lnTo>
                    <a:lnTo>
                      <a:pt x="236" y="0"/>
                    </a:lnTo>
                  </a:path>
                </a:pathLst>
              </a:custGeom>
              <a:noFill/>
              <a:ln w="9525">
                <a:noFill/>
                <a:round/>
              </a:ln>
            </p:spPr>
            <p:txBody>
              <a:bodyPr vert="horz" wrap="square" lIns="82938" tIns="41469" rIns="82938" bIns="41469" numCol="1" anchor="t" anchorCtr="0" compatLnSpc="1"/>
              <a:lstStyle/>
              <a:p>
                <a:endParaRPr lang="en-GB" sz="1815"/>
              </a:p>
            </p:txBody>
          </p:sp>
          <p:sp>
            <p:nvSpPr>
              <p:cNvPr id="51630" name="Freeform 430"/>
              <p:cNvSpPr/>
              <p:nvPr/>
            </p:nvSpPr>
            <p:spPr bwMode="auto">
              <a:xfrm>
                <a:off x="2528" y="3217"/>
                <a:ext cx="399" cy="335"/>
              </a:xfrm>
              <a:custGeom>
                <a:avLst/>
                <a:gdLst/>
                <a:ahLst/>
                <a:cxnLst>
                  <a:cxn ang="0">
                    <a:pos x="0" y="0"/>
                  </a:cxn>
                  <a:cxn ang="0">
                    <a:pos x="0" y="0"/>
                  </a:cxn>
                  <a:cxn ang="0">
                    <a:pos x="399" y="335"/>
                  </a:cxn>
                  <a:cxn ang="0">
                    <a:pos x="399" y="335"/>
                  </a:cxn>
                  <a:cxn ang="0">
                    <a:pos x="0" y="0"/>
                  </a:cxn>
                </a:cxnLst>
                <a:rect l="0" t="0" r="r" b="b"/>
                <a:pathLst>
                  <a:path w="399" h="335">
                    <a:moveTo>
                      <a:pt x="0" y="0"/>
                    </a:moveTo>
                    <a:lnTo>
                      <a:pt x="0" y="0"/>
                    </a:lnTo>
                    <a:lnTo>
                      <a:pt x="399" y="335"/>
                    </a:lnTo>
                    <a:lnTo>
                      <a:pt x="399" y="335"/>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31" name="Freeform 431"/>
              <p:cNvSpPr/>
              <p:nvPr/>
            </p:nvSpPr>
            <p:spPr bwMode="auto">
              <a:xfrm>
                <a:off x="2528" y="3217"/>
                <a:ext cx="399" cy="335"/>
              </a:xfrm>
              <a:custGeom>
                <a:avLst/>
                <a:gdLst/>
                <a:ahLst/>
                <a:cxnLst>
                  <a:cxn ang="0">
                    <a:pos x="0" y="0"/>
                  </a:cxn>
                  <a:cxn ang="0">
                    <a:pos x="0" y="0"/>
                  </a:cxn>
                  <a:cxn ang="0">
                    <a:pos x="399" y="335"/>
                  </a:cxn>
                  <a:cxn ang="0">
                    <a:pos x="399" y="335"/>
                  </a:cxn>
                  <a:cxn ang="0">
                    <a:pos x="0" y="0"/>
                  </a:cxn>
                </a:cxnLst>
                <a:rect l="0" t="0" r="r" b="b"/>
                <a:pathLst>
                  <a:path w="399" h="335">
                    <a:moveTo>
                      <a:pt x="0" y="0"/>
                    </a:moveTo>
                    <a:lnTo>
                      <a:pt x="0" y="0"/>
                    </a:lnTo>
                    <a:lnTo>
                      <a:pt x="399" y="335"/>
                    </a:lnTo>
                    <a:lnTo>
                      <a:pt x="399" y="33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32" name="Rectangle 432"/>
              <p:cNvSpPr>
                <a:spLocks noChangeArrowheads="1"/>
              </p:cNvSpPr>
              <p:nvPr/>
            </p:nvSpPr>
            <p:spPr bwMode="auto">
              <a:xfrm>
                <a:off x="2528" y="3217"/>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633" name="Freeform 433"/>
              <p:cNvSpPr/>
              <p:nvPr/>
            </p:nvSpPr>
            <p:spPr bwMode="auto">
              <a:xfrm>
                <a:off x="2528" y="3217"/>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34" name="Freeform 434"/>
              <p:cNvSpPr/>
              <p:nvPr/>
            </p:nvSpPr>
            <p:spPr bwMode="auto">
              <a:xfrm>
                <a:off x="2528" y="3028"/>
                <a:ext cx="406" cy="524"/>
              </a:xfrm>
              <a:custGeom>
                <a:avLst/>
                <a:gdLst/>
                <a:ahLst/>
                <a:cxnLst>
                  <a:cxn ang="0">
                    <a:pos x="330" y="0"/>
                  </a:cxn>
                  <a:cxn ang="0">
                    <a:pos x="14" y="183"/>
                  </a:cxn>
                  <a:cxn ang="0">
                    <a:pos x="14" y="183"/>
                  </a:cxn>
                  <a:cxn ang="0">
                    <a:pos x="0" y="189"/>
                  </a:cxn>
                  <a:cxn ang="0">
                    <a:pos x="399" y="524"/>
                  </a:cxn>
                  <a:cxn ang="0">
                    <a:pos x="404" y="511"/>
                  </a:cxn>
                  <a:cxn ang="0">
                    <a:pos x="404" y="511"/>
                  </a:cxn>
                  <a:cxn ang="0">
                    <a:pos x="406" y="504"/>
                  </a:cxn>
                  <a:cxn ang="0">
                    <a:pos x="19" y="179"/>
                  </a:cxn>
                  <a:cxn ang="0">
                    <a:pos x="330" y="0"/>
                  </a:cxn>
                  <a:cxn ang="0">
                    <a:pos x="330" y="0"/>
                  </a:cxn>
                  <a:cxn ang="0">
                    <a:pos x="330" y="0"/>
                  </a:cxn>
                </a:cxnLst>
                <a:rect l="0" t="0" r="r" b="b"/>
                <a:pathLst>
                  <a:path w="406" h="524">
                    <a:moveTo>
                      <a:pt x="330" y="0"/>
                    </a:moveTo>
                    <a:lnTo>
                      <a:pt x="14" y="183"/>
                    </a:lnTo>
                    <a:lnTo>
                      <a:pt x="14" y="183"/>
                    </a:lnTo>
                    <a:lnTo>
                      <a:pt x="0" y="189"/>
                    </a:lnTo>
                    <a:lnTo>
                      <a:pt x="399" y="524"/>
                    </a:lnTo>
                    <a:lnTo>
                      <a:pt x="404" y="511"/>
                    </a:lnTo>
                    <a:lnTo>
                      <a:pt x="404" y="511"/>
                    </a:lnTo>
                    <a:lnTo>
                      <a:pt x="406" y="504"/>
                    </a:lnTo>
                    <a:lnTo>
                      <a:pt x="19" y="179"/>
                    </a:lnTo>
                    <a:lnTo>
                      <a:pt x="330" y="0"/>
                    </a:lnTo>
                    <a:lnTo>
                      <a:pt x="330" y="0"/>
                    </a:lnTo>
                    <a:lnTo>
                      <a:pt x="33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35" name="Freeform 435"/>
              <p:cNvSpPr/>
              <p:nvPr/>
            </p:nvSpPr>
            <p:spPr bwMode="auto">
              <a:xfrm>
                <a:off x="2528" y="3028"/>
                <a:ext cx="406" cy="524"/>
              </a:xfrm>
              <a:custGeom>
                <a:avLst/>
                <a:gdLst/>
                <a:ahLst/>
                <a:cxnLst>
                  <a:cxn ang="0">
                    <a:pos x="330" y="0"/>
                  </a:cxn>
                  <a:cxn ang="0">
                    <a:pos x="14" y="183"/>
                  </a:cxn>
                  <a:cxn ang="0">
                    <a:pos x="14" y="183"/>
                  </a:cxn>
                  <a:cxn ang="0">
                    <a:pos x="0" y="189"/>
                  </a:cxn>
                  <a:cxn ang="0">
                    <a:pos x="399" y="524"/>
                  </a:cxn>
                  <a:cxn ang="0">
                    <a:pos x="404" y="511"/>
                  </a:cxn>
                  <a:cxn ang="0">
                    <a:pos x="404" y="511"/>
                  </a:cxn>
                  <a:cxn ang="0">
                    <a:pos x="406" y="504"/>
                  </a:cxn>
                  <a:cxn ang="0">
                    <a:pos x="19" y="179"/>
                  </a:cxn>
                  <a:cxn ang="0">
                    <a:pos x="330" y="0"/>
                  </a:cxn>
                  <a:cxn ang="0">
                    <a:pos x="330" y="0"/>
                  </a:cxn>
                  <a:cxn ang="0">
                    <a:pos x="330" y="0"/>
                  </a:cxn>
                </a:cxnLst>
                <a:rect l="0" t="0" r="r" b="b"/>
                <a:pathLst>
                  <a:path w="406" h="524">
                    <a:moveTo>
                      <a:pt x="330" y="0"/>
                    </a:moveTo>
                    <a:lnTo>
                      <a:pt x="14" y="183"/>
                    </a:lnTo>
                    <a:lnTo>
                      <a:pt x="14" y="183"/>
                    </a:lnTo>
                    <a:lnTo>
                      <a:pt x="0" y="189"/>
                    </a:lnTo>
                    <a:lnTo>
                      <a:pt x="399" y="524"/>
                    </a:lnTo>
                    <a:lnTo>
                      <a:pt x="404" y="511"/>
                    </a:lnTo>
                    <a:lnTo>
                      <a:pt x="404" y="511"/>
                    </a:lnTo>
                    <a:lnTo>
                      <a:pt x="406" y="504"/>
                    </a:lnTo>
                    <a:lnTo>
                      <a:pt x="19" y="179"/>
                    </a:lnTo>
                    <a:lnTo>
                      <a:pt x="330" y="0"/>
                    </a:lnTo>
                    <a:lnTo>
                      <a:pt x="330" y="0"/>
                    </a:lnTo>
                    <a:lnTo>
                      <a:pt x="330" y="0"/>
                    </a:lnTo>
                  </a:path>
                </a:pathLst>
              </a:custGeom>
              <a:noFill/>
              <a:ln w="9525">
                <a:noFill/>
                <a:round/>
              </a:ln>
            </p:spPr>
            <p:txBody>
              <a:bodyPr vert="horz" wrap="square" lIns="82938" tIns="41469" rIns="82938" bIns="41469" numCol="1" anchor="t" anchorCtr="0" compatLnSpc="1"/>
              <a:lstStyle/>
              <a:p>
                <a:endParaRPr lang="en-GB" sz="1815"/>
              </a:p>
            </p:txBody>
          </p:sp>
          <p:sp>
            <p:nvSpPr>
              <p:cNvPr id="51636" name="Freeform 436"/>
              <p:cNvSpPr/>
              <p:nvPr/>
            </p:nvSpPr>
            <p:spPr bwMode="auto">
              <a:xfrm>
                <a:off x="2528" y="3211"/>
                <a:ext cx="14" cy="6"/>
              </a:xfrm>
              <a:custGeom>
                <a:avLst/>
                <a:gdLst/>
                <a:ahLst/>
                <a:cxnLst>
                  <a:cxn ang="0">
                    <a:pos x="14" y="0"/>
                  </a:cxn>
                  <a:cxn ang="0">
                    <a:pos x="0" y="6"/>
                  </a:cxn>
                  <a:cxn ang="0">
                    <a:pos x="0" y="6"/>
                  </a:cxn>
                  <a:cxn ang="0">
                    <a:pos x="0" y="6"/>
                  </a:cxn>
                  <a:cxn ang="0">
                    <a:pos x="0" y="6"/>
                  </a:cxn>
                  <a:cxn ang="0">
                    <a:pos x="14" y="0"/>
                  </a:cxn>
                  <a:cxn ang="0">
                    <a:pos x="14" y="0"/>
                  </a:cxn>
                </a:cxnLst>
                <a:rect l="0" t="0" r="r" b="b"/>
                <a:pathLst>
                  <a:path w="14" h="6">
                    <a:moveTo>
                      <a:pt x="14" y="0"/>
                    </a:moveTo>
                    <a:lnTo>
                      <a:pt x="0" y="6"/>
                    </a:lnTo>
                    <a:lnTo>
                      <a:pt x="0" y="6"/>
                    </a:lnTo>
                    <a:lnTo>
                      <a:pt x="0" y="6"/>
                    </a:lnTo>
                    <a:lnTo>
                      <a:pt x="0" y="6"/>
                    </a:lnTo>
                    <a:lnTo>
                      <a:pt x="14" y="0"/>
                    </a:lnTo>
                    <a:lnTo>
                      <a:pt x="1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37" name="Freeform 437"/>
              <p:cNvSpPr/>
              <p:nvPr/>
            </p:nvSpPr>
            <p:spPr bwMode="auto">
              <a:xfrm>
                <a:off x="2528" y="3211"/>
                <a:ext cx="14" cy="6"/>
              </a:xfrm>
              <a:custGeom>
                <a:avLst/>
                <a:gdLst/>
                <a:ahLst/>
                <a:cxnLst>
                  <a:cxn ang="0">
                    <a:pos x="14" y="0"/>
                  </a:cxn>
                  <a:cxn ang="0">
                    <a:pos x="0" y="6"/>
                  </a:cxn>
                  <a:cxn ang="0">
                    <a:pos x="0" y="6"/>
                  </a:cxn>
                  <a:cxn ang="0">
                    <a:pos x="0" y="6"/>
                  </a:cxn>
                  <a:cxn ang="0">
                    <a:pos x="0" y="6"/>
                  </a:cxn>
                  <a:cxn ang="0">
                    <a:pos x="14" y="0"/>
                  </a:cxn>
                  <a:cxn ang="0">
                    <a:pos x="14" y="0"/>
                  </a:cxn>
                </a:cxnLst>
                <a:rect l="0" t="0" r="r" b="b"/>
                <a:pathLst>
                  <a:path w="14" h="6">
                    <a:moveTo>
                      <a:pt x="14" y="0"/>
                    </a:moveTo>
                    <a:lnTo>
                      <a:pt x="0" y="6"/>
                    </a:lnTo>
                    <a:lnTo>
                      <a:pt x="0" y="6"/>
                    </a:lnTo>
                    <a:lnTo>
                      <a:pt x="0" y="6"/>
                    </a:lnTo>
                    <a:lnTo>
                      <a:pt x="0" y="6"/>
                    </a:lnTo>
                    <a:lnTo>
                      <a:pt x="14" y="0"/>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1638" name="Freeform 438"/>
              <p:cNvSpPr/>
              <p:nvPr/>
            </p:nvSpPr>
            <p:spPr bwMode="auto">
              <a:xfrm>
                <a:off x="2538" y="3147"/>
                <a:ext cx="74" cy="42"/>
              </a:xfrm>
              <a:custGeom>
                <a:avLst/>
                <a:gdLst/>
                <a:ahLst/>
                <a:cxnLst>
                  <a:cxn ang="0">
                    <a:pos x="74" y="0"/>
                  </a:cxn>
                  <a:cxn ang="0">
                    <a:pos x="64" y="5"/>
                  </a:cxn>
                  <a:cxn ang="0">
                    <a:pos x="0" y="42"/>
                  </a:cxn>
                  <a:cxn ang="0">
                    <a:pos x="0" y="42"/>
                  </a:cxn>
                  <a:cxn ang="0">
                    <a:pos x="74" y="0"/>
                  </a:cxn>
                </a:cxnLst>
                <a:rect l="0" t="0" r="r" b="b"/>
                <a:pathLst>
                  <a:path w="74" h="42">
                    <a:moveTo>
                      <a:pt x="74" y="0"/>
                    </a:moveTo>
                    <a:lnTo>
                      <a:pt x="64" y="5"/>
                    </a:lnTo>
                    <a:lnTo>
                      <a:pt x="0" y="42"/>
                    </a:lnTo>
                    <a:lnTo>
                      <a:pt x="0" y="42"/>
                    </a:lnTo>
                    <a:lnTo>
                      <a:pt x="74"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639" name="Freeform 439"/>
              <p:cNvSpPr/>
              <p:nvPr/>
            </p:nvSpPr>
            <p:spPr bwMode="auto">
              <a:xfrm>
                <a:off x="2538" y="3147"/>
                <a:ext cx="74" cy="42"/>
              </a:xfrm>
              <a:custGeom>
                <a:avLst/>
                <a:gdLst/>
                <a:ahLst/>
                <a:cxnLst>
                  <a:cxn ang="0">
                    <a:pos x="74" y="0"/>
                  </a:cxn>
                  <a:cxn ang="0">
                    <a:pos x="64" y="5"/>
                  </a:cxn>
                  <a:cxn ang="0">
                    <a:pos x="0" y="42"/>
                  </a:cxn>
                  <a:cxn ang="0">
                    <a:pos x="0" y="42"/>
                  </a:cxn>
                  <a:cxn ang="0">
                    <a:pos x="74" y="0"/>
                  </a:cxn>
                </a:cxnLst>
                <a:rect l="0" t="0" r="r" b="b"/>
                <a:pathLst>
                  <a:path w="74" h="42">
                    <a:moveTo>
                      <a:pt x="74" y="0"/>
                    </a:moveTo>
                    <a:lnTo>
                      <a:pt x="64" y="5"/>
                    </a:lnTo>
                    <a:lnTo>
                      <a:pt x="0" y="42"/>
                    </a:lnTo>
                    <a:lnTo>
                      <a:pt x="0" y="42"/>
                    </a:lnTo>
                    <a:lnTo>
                      <a:pt x="74" y="0"/>
                    </a:lnTo>
                  </a:path>
                </a:pathLst>
              </a:custGeom>
              <a:noFill/>
              <a:ln w="9525">
                <a:noFill/>
                <a:round/>
              </a:ln>
            </p:spPr>
            <p:txBody>
              <a:bodyPr vert="horz" wrap="square" lIns="82938" tIns="41469" rIns="82938" bIns="41469" numCol="1" anchor="t" anchorCtr="0" compatLnSpc="1"/>
              <a:lstStyle/>
              <a:p>
                <a:endParaRPr lang="en-GB" sz="1815"/>
              </a:p>
            </p:txBody>
          </p:sp>
          <p:sp>
            <p:nvSpPr>
              <p:cNvPr id="51640" name="Rectangle 440"/>
              <p:cNvSpPr>
                <a:spLocks noChangeArrowheads="1"/>
              </p:cNvSpPr>
              <p:nvPr/>
            </p:nvSpPr>
            <p:spPr bwMode="auto">
              <a:xfrm>
                <a:off x="2538" y="3189"/>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641" name="Rectangle 441"/>
              <p:cNvSpPr>
                <a:spLocks noChangeArrowheads="1"/>
              </p:cNvSpPr>
              <p:nvPr/>
            </p:nvSpPr>
            <p:spPr bwMode="auto">
              <a:xfrm>
                <a:off x="2538" y="318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42" name="Freeform 442"/>
              <p:cNvSpPr/>
              <p:nvPr/>
            </p:nvSpPr>
            <p:spPr bwMode="auto">
              <a:xfrm>
                <a:off x="2538" y="3011"/>
                <a:ext cx="320" cy="200"/>
              </a:xfrm>
              <a:custGeom>
                <a:avLst/>
                <a:gdLst/>
                <a:ahLst/>
                <a:cxnLst>
                  <a:cxn ang="0">
                    <a:pos x="310" y="0"/>
                  </a:cxn>
                  <a:cxn ang="0">
                    <a:pos x="74" y="136"/>
                  </a:cxn>
                  <a:cxn ang="0">
                    <a:pos x="0" y="178"/>
                  </a:cxn>
                  <a:cxn ang="0">
                    <a:pos x="4" y="200"/>
                  </a:cxn>
                  <a:cxn ang="0">
                    <a:pos x="320" y="17"/>
                  </a:cxn>
                  <a:cxn ang="0">
                    <a:pos x="320" y="17"/>
                  </a:cxn>
                  <a:cxn ang="0">
                    <a:pos x="314" y="20"/>
                  </a:cxn>
                  <a:cxn ang="0">
                    <a:pos x="312" y="12"/>
                  </a:cxn>
                  <a:cxn ang="0">
                    <a:pos x="312" y="12"/>
                  </a:cxn>
                  <a:cxn ang="0">
                    <a:pos x="310" y="0"/>
                  </a:cxn>
                </a:cxnLst>
                <a:rect l="0" t="0" r="r" b="b"/>
                <a:pathLst>
                  <a:path w="320" h="200">
                    <a:moveTo>
                      <a:pt x="310" y="0"/>
                    </a:moveTo>
                    <a:lnTo>
                      <a:pt x="74" y="136"/>
                    </a:lnTo>
                    <a:lnTo>
                      <a:pt x="0" y="178"/>
                    </a:lnTo>
                    <a:lnTo>
                      <a:pt x="4" y="200"/>
                    </a:lnTo>
                    <a:lnTo>
                      <a:pt x="320" y="17"/>
                    </a:lnTo>
                    <a:lnTo>
                      <a:pt x="320" y="17"/>
                    </a:lnTo>
                    <a:lnTo>
                      <a:pt x="314" y="20"/>
                    </a:lnTo>
                    <a:lnTo>
                      <a:pt x="312" y="12"/>
                    </a:lnTo>
                    <a:lnTo>
                      <a:pt x="312" y="12"/>
                    </a:lnTo>
                    <a:lnTo>
                      <a:pt x="3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3" name="Freeform 443"/>
              <p:cNvSpPr/>
              <p:nvPr/>
            </p:nvSpPr>
            <p:spPr bwMode="auto">
              <a:xfrm>
                <a:off x="2538" y="3011"/>
                <a:ext cx="320" cy="200"/>
              </a:xfrm>
              <a:custGeom>
                <a:avLst/>
                <a:gdLst/>
                <a:ahLst/>
                <a:cxnLst>
                  <a:cxn ang="0">
                    <a:pos x="310" y="0"/>
                  </a:cxn>
                  <a:cxn ang="0">
                    <a:pos x="74" y="136"/>
                  </a:cxn>
                  <a:cxn ang="0">
                    <a:pos x="0" y="178"/>
                  </a:cxn>
                  <a:cxn ang="0">
                    <a:pos x="4" y="200"/>
                  </a:cxn>
                  <a:cxn ang="0">
                    <a:pos x="320" y="17"/>
                  </a:cxn>
                  <a:cxn ang="0">
                    <a:pos x="320" y="17"/>
                  </a:cxn>
                  <a:cxn ang="0">
                    <a:pos x="314" y="20"/>
                  </a:cxn>
                  <a:cxn ang="0">
                    <a:pos x="312" y="12"/>
                  </a:cxn>
                  <a:cxn ang="0">
                    <a:pos x="312" y="12"/>
                  </a:cxn>
                  <a:cxn ang="0">
                    <a:pos x="310" y="0"/>
                  </a:cxn>
                </a:cxnLst>
                <a:rect l="0" t="0" r="r" b="b"/>
                <a:pathLst>
                  <a:path w="320" h="200">
                    <a:moveTo>
                      <a:pt x="310" y="0"/>
                    </a:moveTo>
                    <a:lnTo>
                      <a:pt x="74" y="136"/>
                    </a:lnTo>
                    <a:lnTo>
                      <a:pt x="0" y="178"/>
                    </a:lnTo>
                    <a:lnTo>
                      <a:pt x="4" y="200"/>
                    </a:lnTo>
                    <a:lnTo>
                      <a:pt x="320" y="17"/>
                    </a:lnTo>
                    <a:lnTo>
                      <a:pt x="320" y="17"/>
                    </a:lnTo>
                    <a:lnTo>
                      <a:pt x="314" y="20"/>
                    </a:lnTo>
                    <a:lnTo>
                      <a:pt x="312" y="12"/>
                    </a:lnTo>
                    <a:lnTo>
                      <a:pt x="312" y="12"/>
                    </a:lnTo>
                    <a:lnTo>
                      <a:pt x="310" y="0"/>
                    </a:lnTo>
                  </a:path>
                </a:pathLst>
              </a:custGeom>
              <a:noFill/>
              <a:ln w="9525">
                <a:noFill/>
                <a:round/>
              </a:ln>
            </p:spPr>
            <p:txBody>
              <a:bodyPr vert="horz" wrap="square" lIns="82938" tIns="41469" rIns="82938" bIns="41469" numCol="1" anchor="t" anchorCtr="0" compatLnSpc="1"/>
              <a:lstStyle/>
              <a:p>
                <a:endParaRPr lang="en-GB" sz="1815"/>
              </a:p>
            </p:txBody>
          </p:sp>
          <p:sp>
            <p:nvSpPr>
              <p:cNvPr id="51644" name="Freeform 444"/>
              <p:cNvSpPr/>
              <p:nvPr/>
            </p:nvSpPr>
            <p:spPr bwMode="auto">
              <a:xfrm>
                <a:off x="2525" y="3189"/>
                <a:ext cx="17" cy="28"/>
              </a:xfrm>
              <a:custGeom>
                <a:avLst/>
                <a:gdLst/>
                <a:ahLst/>
                <a:cxnLst>
                  <a:cxn ang="0">
                    <a:pos x="13" y="0"/>
                  </a:cxn>
                  <a:cxn ang="0">
                    <a:pos x="13" y="0"/>
                  </a:cxn>
                  <a:cxn ang="0">
                    <a:pos x="0" y="8"/>
                  </a:cxn>
                  <a:cxn ang="0">
                    <a:pos x="3" y="28"/>
                  </a:cxn>
                  <a:cxn ang="0">
                    <a:pos x="3" y="28"/>
                  </a:cxn>
                  <a:cxn ang="0">
                    <a:pos x="17" y="22"/>
                  </a:cxn>
                  <a:cxn ang="0">
                    <a:pos x="13" y="0"/>
                  </a:cxn>
                </a:cxnLst>
                <a:rect l="0" t="0" r="r" b="b"/>
                <a:pathLst>
                  <a:path w="17" h="28">
                    <a:moveTo>
                      <a:pt x="13" y="0"/>
                    </a:moveTo>
                    <a:lnTo>
                      <a:pt x="13" y="0"/>
                    </a:lnTo>
                    <a:lnTo>
                      <a:pt x="0" y="8"/>
                    </a:lnTo>
                    <a:lnTo>
                      <a:pt x="3" y="28"/>
                    </a:lnTo>
                    <a:lnTo>
                      <a:pt x="3" y="28"/>
                    </a:lnTo>
                    <a:lnTo>
                      <a:pt x="17" y="22"/>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5" name="Freeform 445"/>
              <p:cNvSpPr/>
              <p:nvPr/>
            </p:nvSpPr>
            <p:spPr bwMode="auto">
              <a:xfrm>
                <a:off x="2525" y="3189"/>
                <a:ext cx="17" cy="28"/>
              </a:xfrm>
              <a:custGeom>
                <a:avLst/>
                <a:gdLst/>
                <a:ahLst/>
                <a:cxnLst>
                  <a:cxn ang="0">
                    <a:pos x="13" y="0"/>
                  </a:cxn>
                  <a:cxn ang="0">
                    <a:pos x="13" y="0"/>
                  </a:cxn>
                  <a:cxn ang="0">
                    <a:pos x="0" y="8"/>
                  </a:cxn>
                  <a:cxn ang="0">
                    <a:pos x="3" y="28"/>
                  </a:cxn>
                  <a:cxn ang="0">
                    <a:pos x="3" y="28"/>
                  </a:cxn>
                  <a:cxn ang="0">
                    <a:pos x="17" y="22"/>
                  </a:cxn>
                  <a:cxn ang="0">
                    <a:pos x="13" y="0"/>
                  </a:cxn>
                </a:cxnLst>
                <a:rect l="0" t="0" r="r" b="b"/>
                <a:pathLst>
                  <a:path w="17" h="28">
                    <a:moveTo>
                      <a:pt x="13" y="0"/>
                    </a:moveTo>
                    <a:lnTo>
                      <a:pt x="13" y="0"/>
                    </a:lnTo>
                    <a:lnTo>
                      <a:pt x="0" y="8"/>
                    </a:lnTo>
                    <a:lnTo>
                      <a:pt x="3" y="28"/>
                    </a:lnTo>
                    <a:lnTo>
                      <a:pt x="3" y="28"/>
                    </a:lnTo>
                    <a:lnTo>
                      <a:pt x="17" y="22"/>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646" name="Freeform 446"/>
              <p:cNvSpPr/>
              <p:nvPr/>
            </p:nvSpPr>
            <p:spPr bwMode="auto">
              <a:xfrm>
                <a:off x="2850" y="3023"/>
                <a:ext cx="8" cy="8"/>
              </a:xfrm>
              <a:custGeom>
                <a:avLst/>
                <a:gdLst/>
                <a:ahLst/>
                <a:cxnLst>
                  <a:cxn ang="0">
                    <a:pos x="0" y="0"/>
                  </a:cxn>
                  <a:cxn ang="0">
                    <a:pos x="2" y="8"/>
                  </a:cxn>
                  <a:cxn ang="0">
                    <a:pos x="8" y="5"/>
                  </a:cxn>
                  <a:cxn ang="0">
                    <a:pos x="0" y="0"/>
                  </a:cxn>
                </a:cxnLst>
                <a:rect l="0" t="0" r="r" b="b"/>
                <a:pathLst>
                  <a:path w="8" h="8">
                    <a:moveTo>
                      <a:pt x="0" y="0"/>
                    </a:moveTo>
                    <a:lnTo>
                      <a:pt x="2" y="8"/>
                    </a:lnTo>
                    <a:lnTo>
                      <a:pt x="8"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7" name="Freeform 447"/>
              <p:cNvSpPr/>
              <p:nvPr/>
            </p:nvSpPr>
            <p:spPr bwMode="auto">
              <a:xfrm>
                <a:off x="2850" y="3023"/>
                <a:ext cx="8" cy="8"/>
              </a:xfrm>
              <a:custGeom>
                <a:avLst/>
                <a:gdLst/>
                <a:ahLst/>
                <a:cxnLst>
                  <a:cxn ang="0">
                    <a:pos x="0" y="0"/>
                  </a:cxn>
                  <a:cxn ang="0">
                    <a:pos x="2" y="8"/>
                  </a:cxn>
                  <a:cxn ang="0">
                    <a:pos x="8" y="5"/>
                  </a:cxn>
                  <a:cxn ang="0">
                    <a:pos x="0" y="0"/>
                  </a:cxn>
                </a:cxnLst>
                <a:rect l="0" t="0" r="r" b="b"/>
                <a:pathLst>
                  <a:path w="8" h="8">
                    <a:moveTo>
                      <a:pt x="0" y="0"/>
                    </a:moveTo>
                    <a:lnTo>
                      <a:pt x="2" y="8"/>
                    </a:lnTo>
                    <a:lnTo>
                      <a:pt x="8"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48" name="Freeform 448"/>
              <p:cNvSpPr/>
              <p:nvPr/>
            </p:nvSpPr>
            <p:spPr bwMode="auto">
              <a:xfrm>
                <a:off x="3037" y="3197"/>
                <a:ext cx="20" cy="52"/>
              </a:xfrm>
              <a:custGeom>
                <a:avLst/>
                <a:gdLst/>
                <a:ahLst/>
                <a:cxnLst>
                  <a:cxn ang="0">
                    <a:pos x="20" y="0"/>
                  </a:cxn>
                  <a:cxn ang="0">
                    <a:pos x="0" y="52"/>
                  </a:cxn>
                  <a:cxn ang="0">
                    <a:pos x="20" y="0"/>
                  </a:cxn>
                  <a:cxn ang="0">
                    <a:pos x="20" y="0"/>
                  </a:cxn>
                </a:cxnLst>
                <a:rect l="0" t="0" r="r" b="b"/>
                <a:pathLst>
                  <a:path w="20" h="52">
                    <a:moveTo>
                      <a:pt x="20" y="0"/>
                    </a:moveTo>
                    <a:lnTo>
                      <a:pt x="0" y="52"/>
                    </a:lnTo>
                    <a:lnTo>
                      <a:pt x="20" y="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9" name="Freeform 449"/>
              <p:cNvSpPr/>
              <p:nvPr/>
            </p:nvSpPr>
            <p:spPr bwMode="auto">
              <a:xfrm>
                <a:off x="3037" y="3197"/>
                <a:ext cx="20" cy="52"/>
              </a:xfrm>
              <a:custGeom>
                <a:avLst/>
                <a:gdLst/>
                <a:ahLst/>
                <a:cxnLst>
                  <a:cxn ang="0">
                    <a:pos x="20" y="0"/>
                  </a:cxn>
                  <a:cxn ang="0">
                    <a:pos x="0" y="52"/>
                  </a:cxn>
                  <a:cxn ang="0">
                    <a:pos x="20" y="0"/>
                  </a:cxn>
                  <a:cxn ang="0">
                    <a:pos x="20" y="0"/>
                  </a:cxn>
                </a:cxnLst>
                <a:rect l="0" t="0" r="r" b="b"/>
                <a:pathLst>
                  <a:path w="20" h="52">
                    <a:moveTo>
                      <a:pt x="20" y="0"/>
                    </a:moveTo>
                    <a:lnTo>
                      <a:pt x="0" y="52"/>
                    </a:lnTo>
                    <a:lnTo>
                      <a:pt x="20" y="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650" name="Freeform 450"/>
              <p:cNvSpPr/>
              <p:nvPr/>
            </p:nvSpPr>
            <p:spPr bwMode="auto">
              <a:xfrm>
                <a:off x="2877" y="2839"/>
                <a:ext cx="311" cy="336"/>
              </a:xfrm>
              <a:custGeom>
                <a:avLst/>
                <a:gdLst/>
                <a:ahLst/>
                <a:cxnLst>
                  <a:cxn ang="0">
                    <a:pos x="311" y="0"/>
                  </a:cxn>
                  <a:cxn ang="0">
                    <a:pos x="160" y="87"/>
                  </a:cxn>
                  <a:cxn ang="0">
                    <a:pos x="0" y="179"/>
                  </a:cxn>
                  <a:cxn ang="0">
                    <a:pos x="187" y="336"/>
                  </a:cxn>
                  <a:cxn ang="0">
                    <a:pos x="214" y="266"/>
                  </a:cxn>
                  <a:cxn ang="0">
                    <a:pos x="311" y="0"/>
                  </a:cxn>
                </a:cxnLst>
                <a:rect l="0" t="0" r="r" b="b"/>
                <a:pathLst>
                  <a:path w="311" h="336">
                    <a:moveTo>
                      <a:pt x="311" y="0"/>
                    </a:moveTo>
                    <a:lnTo>
                      <a:pt x="160" y="87"/>
                    </a:lnTo>
                    <a:lnTo>
                      <a:pt x="0" y="179"/>
                    </a:lnTo>
                    <a:lnTo>
                      <a:pt x="187" y="336"/>
                    </a:lnTo>
                    <a:lnTo>
                      <a:pt x="214" y="266"/>
                    </a:lnTo>
                    <a:lnTo>
                      <a:pt x="31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51" name="Freeform 451"/>
              <p:cNvSpPr/>
              <p:nvPr/>
            </p:nvSpPr>
            <p:spPr bwMode="auto">
              <a:xfrm>
                <a:off x="2877" y="2839"/>
                <a:ext cx="311" cy="336"/>
              </a:xfrm>
              <a:custGeom>
                <a:avLst/>
                <a:gdLst/>
                <a:ahLst/>
                <a:cxnLst>
                  <a:cxn ang="0">
                    <a:pos x="311" y="0"/>
                  </a:cxn>
                  <a:cxn ang="0">
                    <a:pos x="160" y="87"/>
                  </a:cxn>
                  <a:cxn ang="0">
                    <a:pos x="0" y="179"/>
                  </a:cxn>
                  <a:cxn ang="0">
                    <a:pos x="187" y="336"/>
                  </a:cxn>
                  <a:cxn ang="0">
                    <a:pos x="214" y="266"/>
                  </a:cxn>
                  <a:cxn ang="0">
                    <a:pos x="311" y="0"/>
                  </a:cxn>
                </a:cxnLst>
                <a:rect l="0" t="0" r="r" b="b"/>
                <a:pathLst>
                  <a:path w="311" h="336">
                    <a:moveTo>
                      <a:pt x="311" y="0"/>
                    </a:moveTo>
                    <a:lnTo>
                      <a:pt x="160" y="87"/>
                    </a:lnTo>
                    <a:lnTo>
                      <a:pt x="0" y="179"/>
                    </a:lnTo>
                    <a:lnTo>
                      <a:pt x="187" y="336"/>
                    </a:lnTo>
                    <a:lnTo>
                      <a:pt x="214" y="266"/>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52" name="Freeform 452"/>
              <p:cNvSpPr/>
              <p:nvPr/>
            </p:nvSpPr>
            <p:spPr bwMode="auto">
              <a:xfrm>
                <a:off x="3037" y="2839"/>
                <a:ext cx="151" cy="87"/>
              </a:xfrm>
              <a:custGeom>
                <a:avLst/>
                <a:gdLst/>
                <a:ahLst/>
                <a:cxnLst>
                  <a:cxn ang="0">
                    <a:pos x="151" y="0"/>
                  </a:cxn>
                  <a:cxn ang="0">
                    <a:pos x="0" y="87"/>
                  </a:cxn>
                  <a:cxn ang="0">
                    <a:pos x="151" y="0"/>
                  </a:cxn>
                  <a:cxn ang="0">
                    <a:pos x="151" y="0"/>
                  </a:cxn>
                </a:cxnLst>
                <a:rect l="0" t="0" r="r" b="b"/>
                <a:pathLst>
                  <a:path w="151" h="87">
                    <a:moveTo>
                      <a:pt x="151" y="0"/>
                    </a:moveTo>
                    <a:lnTo>
                      <a:pt x="0" y="87"/>
                    </a:lnTo>
                    <a:lnTo>
                      <a:pt x="151" y="0"/>
                    </a:lnTo>
                    <a:lnTo>
                      <a:pt x="15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53" name="Freeform 453"/>
              <p:cNvSpPr/>
              <p:nvPr/>
            </p:nvSpPr>
            <p:spPr bwMode="auto">
              <a:xfrm>
                <a:off x="3037" y="2839"/>
                <a:ext cx="151" cy="87"/>
              </a:xfrm>
              <a:custGeom>
                <a:avLst/>
                <a:gdLst/>
                <a:ahLst/>
                <a:cxnLst>
                  <a:cxn ang="0">
                    <a:pos x="151" y="0"/>
                  </a:cxn>
                  <a:cxn ang="0">
                    <a:pos x="0" y="87"/>
                  </a:cxn>
                  <a:cxn ang="0">
                    <a:pos x="151" y="0"/>
                  </a:cxn>
                  <a:cxn ang="0">
                    <a:pos x="151" y="0"/>
                  </a:cxn>
                </a:cxnLst>
                <a:rect l="0" t="0" r="r" b="b"/>
                <a:pathLst>
                  <a:path w="151" h="87">
                    <a:moveTo>
                      <a:pt x="151" y="0"/>
                    </a:moveTo>
                    <a:lnTo>
                      <a:pt x="0" y="87"/>
                    </a:lnTo>
                    <a:lnTo>
                      <a:pt x="151" y="0"/>
                    </a:lnTo>
                    <a:lnTo>
                      <a:pt x="151" y="0"/>
                    </a:lnTo>
                  </a:path>
                </a:pathLst>
              </a:custGeom>
              <a:noFill/>
              <a:ln w="9525">
                <a:noFill/>
                <a:round/>
              </a:ln>
            </p:spPr>
            <p:txBody>
              <a:bodyPr vert="horz" wrap="square" lIns="82938" tIns="41469" rIns="82938" bIns="41469" numCol="1" anchor="t" anchorCtr="0" compatLnSpc="1"/>
              <a:lstStyle/>
              <a:p>
                <a:endParaRPr lang="en-GB" sz="1815"/>
              </a:p>
            </p:txBody>
          </p:sp>
          <p:sp>
            <p:nvSpPr>
              <p:cNvPr id="51654" name="Freeform 454"/>
              <p:cNvSpPr/>
              <p:nvPr/>
            </p:nvSpPr>
            <p:spPr bwMode="auto">
              <a:xfrm>
                <a:off x="2877" y="3018"/>
                <a:ext cx="187" cy="157"/>
              </a:xfrm>
              <a:custGeom>
                <a:avLst/>
                <a:gdLst/>
                <a:ahLst/>
                <a:cxnLst>
                  <a:cxn ang="0">
                    <a:pos x="0" y="0"/>
                  </a:cxn>
                  <a:cxn ang="0">
                    <a:pos x="0" y="0"/>
                  </a:cxn>
                  <a:cxn ang="0">
                    <a:pos x="187" y="157"/>
                  </a:cxn>
                  <a:cxn ang="0">
                    <a:pos x="187" y="157"/>
                  </a:cxn>
                  <a:cxn ang="0">
                    <a:pos x="0" y="0"/>
                  </a:cxn>
                </a:cxnLst>
                <a:rect l="0" t="0" r="r" b="b"/>
                <a:pathLst>
                  <a:path w="187" h="157">
                    <a:moveTo>
                      <a:pt x="0" y="0"/>
                    </a:moveTo>
                    <a:lnTo>
                      <a:pt x="0" y="0"/>
                    </a:lnTo>
                    <a:lnTo>
                      <a:pt x="187" y="157"/>
                    </a:lnTo>
                    <a:lnTo>
                      <a:pt x="187" y="157"/>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55" name="Freeform 455"/>
              <p:cNvSpPr/>
              <p:nvPr/>
            </p:nvSpPr>
            <p:spPr bwMode="auto">
              <a:xfrm>
                <a:off x="2877" y="3018"/>
                <a:ext cx="187" cy="157"/>
              </a:xfrm>
              <a:custGeom>
                <a:avLst/>
                <a:gdLst/>
                <a:ahLst/>
                <a:cxnLst>
                  <a:cxn ang="0">
                    <a:pos x="0" y="0"/>
                  </a:cxn>
                  <a:cxn ang="0">
                    <a:pos x="0" y="0"/>
                  </a:cxn>
                  <a:cxn ang="0">
                    <a:pos x="187" y="157"/>
                  </a:cxn>
                  <a:cxn ang="0">
                    <a:pos x="187" y="157"/>
                  </a:cxn>
                  <a:cxn ang="0">
                    <a:pos x="0" y="0"/>
                  </a:cxn>
                </a:cxnLst>
                <a:rect l="0" t="0" r="r" b="b"/>
                <a:pathLst>
                  <a:path w="187" h="157">
                    <a:moveTo>
                      <a:pt x="0" y="0"/>
                    </a:moveTo>
                    <a:lnTo>
                      <a:pt x="0" y="0"/>
                    </a:lnTo>
                    <a:lnTo>
                      <a:pt x="187" y="157"/>
                    </a:lnTo>
                    <a:lnTo>
                      <a:pt x="187" y="15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56" name="Freeform 456"/>
              <p:cNvSpPr>
                <a:spLocks noEditPoints="1"/>
              </p:cNvSpPr>
              <p:nvPr/>
            </p:nvSpPr>
            <p:spPr bwMode="auto">
              <a:xfrm>
                <a:off x="2877" y="2839"/>
                <a:ext cx="311" cy="266"/>
              </a:xfrm>
              <a:custGeom>
                <a:avLst/>
                <a:gdLst/>
                <a:ahLst/>
                <a:cxnLst>
                  <a:cxn ang="0">
                    <a:pos x="160" y="87"/>
                  </a:cxn>
                  <a:cxn ang="0">
                    <a:pos x="0" y="179"/>
                  </a:cxn>
                  <a:cxn ang="0">
                    <a:pos x="0" y="179"/>
                  </a:cxn>
                  <a:cxn ang="0">
                    <a:pos x="160" y="87"/>
                  </a:cxn>
                  <a:cxn ang="0">
                    <a:pos x="311" y="0"/>
                  </a:cxn>
                  <a:cxn ang="0">
                    <a:pos x="311" y="0"/>
                  </a:cxn>
                  <a:cxn ang="0">
                    <a:pos x="214" y="266"/>
                  </a:cxn>
                  <a:cxn ang="0">
                    <a:pos x="311" y="0"/>
                  </a:cxn>
                </a:cxnLst>
                <a:rect l="0" t="0" r="r" b="b"/>
                <a:pathLst>
                  <a:path w="311" h="266">
                    <a:moveTo>
                      <a:pt x="160" y="87"/>
                    </a:moveTo>
                    <a:lnTo>
                      <a:pt x="0" y="179"/>
                    </a:lnTo>
                    <a:lnTo>
                      <a:pt x="0" y="179"/>
                    </a:lnTo>
                    <a:lnTo>
                      <a:pt x="160" y="87"/>
                    </a:lnTo>
                    <a:close/>
                    <a:moveTo>
                      <a:pt x="311" y="0"/>
                    </a:moveTo>
                    <a:lnTo>
                      <a:pt x="311" y="0"/>
                    </a:lnTo>
                    <a:lnTo>
                      <a:pt x="214" y="266"/>
                    </a:lnTo>
                    <a:lnTo>
                      <a:pt x="3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57" name="Freeform 457"/>
              <p:cNvSpPr/>
              <p:nvPr/>
            </p:nvSpPr>
            <p:spPr bwMode="auto">
              <a:xfrm>
                <a:off x="2877" y="2926"/>
                <a:ext cx="160" cy="92"/>
              </a:xfrm>
              <a:custGeom>
                <a:avLst/>
                <a:gdLst/>
                <a:ahLst/>
                <a:cxnLst>
                  <a:cxn ang="0">
                    <a:pos x="160" y="0"/>
                  </a:cxn>
                  <a:cxn ang="0">
                    <a:pos x="0" y="92"/>
                  </a:cxn>
                  <a:cxn ang="0">
                    <a:pos x="0" y="92"/>
                  </a:cxn>
                  <a:cxn ang="0">
                    <a:pos x="160" y="0"/>
                  </a:cxn>
                </a:cxnLst>
                <a:rect l="0" t="0" r="r" b="b"/>
                <a:pathLst>
                  <a:path w="160" h="92">
                    <a:moveTo>
                      <a:pt x="160" y="0"/>
                    </a:moveTo>
                    <a:lnTo>
                      <a:pt x="0" y="92"/>
                    </a:lnTo>
                    <a:lnTo>
                      <a:pt x="0" y="92"/>
                    </a:lnTo>
                    <a:lnTo>
                      <a:pt x="160" y="0"/>
                    </a:lnTo>
                  </a:path>
                </a:pathLst>
              </a:custGeom>
              <a:noFill/>
              <a:ln w="9525">
                <a:noFill/>
                <a:round/>
              </a:ln>
            </p:spPr>
            <p:txBody>
              <a:bodyPr vert="horz" wrap="square" lIns="82938" tIns="41469" rIns="82938" bIns="41469" numCol="1" anchor="t" anchorCtr="0" compatLnSpc="1"/>
              <a:lstStyle/>
              <a:p>
                <a:endParaRPr lang="en-GB" sz="1815"/>
              </a:p>
            </p:txBody>
          </p:sp>
          <p:sp>
            <p:nvSpPr>
              <p:cNvPr id="51658" name="Freeform 458"/>
              <p:cNvSpPr/>
              <p:nvPr/>
            </p:nvSpPr>
            <p:spPr bwMode="auto">
              <a:xfrm>
                <a:off x="3091" y="2839"/>
                <a:ext cx="97" cy="266"/>
              </a:xfrm>
              <a:custGeom>
                <a:avLst/>
                <a:gdLst/>
                <a:ahLst/>
                <a:cxnLst>
                  <a:cxn ang="0">
                    <a:pos x="97" y="0"/>
                  </a:cxn>
                  <a:cxn ang="0">
                    <a:pos x="97" y="0"/>
                  </a:cxn>
                  <a:cxn ang="0">
                    <a:pos x="0" y="266"/>
                  </a:cxn>
                  <a:cxn ang="0">
                    <a:pos x="97" y="0"/>
                  </a:cxn>
                </a:cxnLst>
                <a:rect l="0" t="0" r="r" b="b"/>
                <a:pathLst>
                  <a:path w="97" h="266">
                    <a:moveTo>
                      <a:pt x="97" y="0"/>
                    </a:moveTo>
                    <a:lnTo>
                      <a:pt x="97" y="0"/>
                    </a:lnTo>
                    <a:lnTo>
                      <a:pt x="0" y="266"/>
                    </a:lnTo>
                    <a:lnTo>
                      <a:pt x="97" y="0"/>
                    </a:lnTo>
                  </a:path>
                </a:pathLst>
              </a:custGeom>
              <a:noFill/>
              <a:ln w="9525">
                <a:noFill/>
                <a:round/>
              </a:ln>
            </p:spPr>
            <p:txBody>
              <a:bodyPr vert="horz" wrap="square" lIns="82938" tIns="41469" rIns="82938" bIns="41469" numCol="1" anchor="t" anchorCtr="0" compatLnSpc="1"/>
              <a:lstStyle/>
              <a:p>
                <a:endParaRPr lang="en-GB" sz="1815"/>
              </a:p>
            </p:txBody>
          </p:sp>
          <p:sp>
            <p:nvSpPr>
              <p:cNvPr id="51659" name="Rectangle 459"/>
              <p:cNvSpPr>
                <a:spLocks noChangeArrowheads="1"/>
              </p:cNvSpPr>
              <p:nvPr/>
            </p:nvSpPr>
            <p:spPr bwMode="auto">
              <a:xfrm>
                <a:off x="2848" y="3011"/>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660" name="Rectangle 460"/>
              <p:cNvSpPr>
                <a:spLocks noChangeArrowheads="1"/>
              </p:cNvSpPr>
              <p:nvPr/>
            </p:nvSpPr>
            <p:spPr bwMode="auto">
              <a:xfrm>
                <a:off x="2848" y="3011"/>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61" name="Freeform 461"/>
              <p:cNvSpPr/>
              <p:nvPr/>
            </p:nvSpPr>
            <p:spPr bwMode="auto">
              <a:xfrm>
                <a:off x="2867" y="2822"/>
                <a:ext cx="311" cy="178"/>
              </a:xfrm>
              <a:custGeom>
                <a:avLst/>
                <a:gdLst/>
                <a:ahLst/>
                <a:cxnLst>
                  <a:cxn ang="0">
                    <a:pos x="311" y="0"/>
                  </a:cxn>
                  <a:cxn ang="0">
                    <a:pos x="0" y="178"/>
                  </a:cxn>
                  <a:cxn ang="0">
                    <a:pos x="0" y="178"/>
                  </a:cxn>
                  <a:cxn ang="0">
                    <a:pos x="311" y="0"/>
                  </a:cxn>
                </a:cxnLst>
                <a:rect l="0" t="0" r="r" b="b"/>
                <a:pathLst>
                  <a:path w="311" h="178">
                    <a:moveTo>
                      <a:pt x="311" y="0"/>
                    </a:moveTo>
                    <a:lnTo>
                      <a:pt x="0" y="178"/>
                    </a:lnTo>
                    <a:lnTo>
                      <a:pt x="0" y="178"/>
                    </a:lnTo>
                    <a:lnTo>
                      <a:pt x="31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62" name="Freeform 462"/>
              <p:cNvSpPr/>
              <p:nvPr/>
            </p:nvSpPr>
            <p:spPr bwMode="auto">
              <a:xfrm>
                <a:off x="2867" y="2822"/>
                <a:ext cx="311" cy="178"/>
              </a:xfrm>
              <a:custGeom>
                <a:avLst/>
                <a:gdLst/>
                <a:ahLst/>
                <a:cxnLst>
                  <a:cxn ang="0">
                    <a:pos x="311" y="0"/>
                  </a:cxn>
                  <a:cxn ang="0">
                    <a:pos x="0" y="178"/>
                  </a:cxn>
                  <a:cxn ang="0">
                    <a:pos x="0" y="178"/>
                  </a:cxn>
                  <a:cxn ang="0">
                    <a:pos x="311" y="0"/>
                  </a:cxn>
                </a:cxnLst>
                <a:rect l="0" t="0" r="r" b="b"/>
                <a:pathLst>
                  <a:path w="311" h="178">
                    <a:moveTo>
                      <a:pt x="311" y="0"/>
                    </a:moveTo>
                    <a:lnTo>
                      <a:pt x="0" y="178"/>
                    </a:lnTo>
                    <a:lnTo>
                      <a:pt x="0" y="178"/>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63" name="Rectangle 463"/>
              <p:cNvSpPr>
                <a:spLocks noChangeArrowheads="1"/>
              </p:cNvSpPr>
              <p:nvPr/>
            </p:nvSpPr>
            <p:spPr bwMode="auto">
              <a:xfrm>
                <a:off x="2867" y="300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664" name="Rectangle 464"/>
              <p:cNvSpPr>
                <a:spLocks noChangeArrowheads="1"/>
              </p:cNvSpPr>
              <p:nvPr/>
            </p:nvSpPr>
            <p:spPr bwMode="auto">
              <a:xfrm>
                <a:off x="2867" y="300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65" name="Freeform 465"/>
              <p:cNvSpPr/>
              <p:nvPr/>
            </p:nvSpPr>
            <p:spPr bwMode="auto">
              <a:xfrm>
                <a:off x="2867" y="2822"/>
                <a:ext cx="324" cy="196"/>
              </a:xfrm>
              <a:custGeom>
                <a:avLst/>
                <a:gdLst/>
                <a:ahLst/>
                <a:cxnLst>
                  <a:cxn ang="0">
                    <a:pos x="311" y="0"/>
                  </a:cxn>
                  <a:cxn ang="0">
                    <a:pos x="311" y="0"/>
                  </a:cxn>
                  <a:cxn ang="0">
                    <a:pos x="311" y="0"/>
                  </a:cxn>
                  <a:cxn ang="0">
                    <a:pos x="0" y="178"/>
                  </a:cxn>
                  <a:cxn ang="0">
                    <a:pos x="1" y="189"/>
                  </a:cxn>
                  <a:cxn ang="0">
                    <a:pos x="10" y="196"/>
                  </a:cxn>
                  <a:cxn ang="0">
                    <a:pos x="170" y="104"/>
                  </a:cxn>
                  <a:cxn ang="0">
                    <a:pos x="321" y="17"/>
                  </a:cxn>
                  <a:cxn ang="0">
                    <a:pos x="321" y="17"/>
                  </a:cxn>
                  <a:cxn ang="0">
                    <a:pos x="321" y="17"/>
                  </a:cxn>
                  <a:cxn ang="0">
                    <a:pos x="324" y="7"/>
                  </a:cxn>
                  <a:cxn ang="0">
                    <a:pos x="314" y="9"/>
                  </a:cxn>
                  <a:cxn ang="0">
                    <a:pos x="321" y="2"/>
                  </a:cxn>
                  <a:cxn ang="0">
                    <a:pos x="311" y="0"/>
                  </a:cxn>
                </a:cxnLst>
                <a:rect l="0" t="0" r="r" b="b"/>
                <a:pathLst>
                  <a:path w="324" h="196">
                    <a:moveTo>
                      <a:pt x="311" y="0"/>
                    </a:moveTo>
                    <a:lnTo>
                      <a:pt x="311" y="0"/>
                    </a:lnTo>
                    <a:lnTo>
                      <a:pt x="311" y="0"/>
                    </a:lnTo>
                    <a:lnTo>
                      <a:pt x="0" y="178"/>
                    </a:lnTo>
                    <a:lnTo>
                      <a:pt x="1" y="189"/>
                    </a:lnTo>
                    <a:lnTo>
                      <a:pt x="10" y="196"/>
                    </a:lnTo>
                    <a:lnTo>
                      <a:pt x="170" y="104"/>
                    </a:lnTo>
                    <a:lnTo>
                      <a:pt x="321" y="17"/>
                    </a:lnTo>
                    <a:lnTo>
                      <a:pt x="321" y="17"/>
                    </a:lnTo>
                    <a:lnTo>
                      <a:pt x="321" y="17"/>
                    </a:lnTo>
                    <a:lnTo>
                      <a:pt x="324" y="7"/>
                    </a:lnTo>
                    <a:lnTo>
                      <a:pt x="314" y="9"/>
                    </a:lnTo>
                    <a:lnTo>
                      <a:pt x="321" y="2"/>
                    </a:lnTo>
                    <a:lnTo>
                      <a:pt x="3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66" name="Freeform 466"/>
              <p:cNvSpPr/>
              <p:nvPr/>
            </p:nvSpPr>
            <p:spPr bwMode="auto">
              <a:xfrm>
                <a:off x="2867" y="2822"/>
                <a:ext cx="324" cy="196"/>
              </a:xfrm>
              <a:custGeom>
                <a:avLst/>
                <a:gdLst/>
                <a:ahLst/>
                <a:cxnLst>
                  <a:cxn ang="0">
                    <a:pos x="311" y="0"/>
                  </a:cxn>
                  <a:cxn ang="0">
                    <a:pos x="311" y="0"/>
                  </a:cxn>
                  <a:cxn ang="0">
                    <a:pos x="311" y="0"/>
                  </a:cxn>
                  <a:cxn ang="0">
                    <a:pos x="0" y="178"/>
                  </a:cxn>
                  <a:cxn ang="0">
                    <a:pos x="1" y="189"/>
                  </a:cxn>
                  <a:cxn ang="0">
                    <a:pos x="10" y="196"/>
                  </a:cxn>
                  <a:cxn ang="0">
                    <a:pos x="170" y="104"/>
                  </a:cxn>
                  <a:cxn ang="0">
                    <a:pos x="321" y="17"/>
                  </a:cxn>
                  <a:cxn ang="0">
                    <a:pos x="321" y="17"/>
                  </a:cxn>
                  <a:cxn ang="0">
                    <a:pos x="321" y="17"/>
                  </a:cxn>
                  <a:cxn ang="0">
                    <a:pos x="324" y="7"/>
                  </a:cxn>
                  <a:cxn ang="0">
                    <a:pos x="314" y="9"/>
                  </a:cxn>
                  <a:cxn ang="0">
                    <a:pos x="321" y="2"/>
                  </a:cxn>
                  <a:cxn ang="0">
                    <a:pos x="311" y="0"/>
                  </a:cxn>
                </a:cxnLst>
                <a:rect l="0" t="0" r="r" b="b"/>
                <a:pathLst>
                  <a:path w="324" h="196">
                    <a:moveTo>
                      <a:pt x="311" y="0"/>
                    </a:moveTo>
                    <a:lnTo>
                      <a:pt x="311" y="0"/>
                    </a:lnTo>
                    <a:lnTo>
                      <a:pt x="311" y="0"/>
                    </a:lnTo>
                    <a:lnTo>
                      <a:pt x="0" y="178"/>
                    </a:lnTo>
                    <a:lnTo>
                      <a:pt x="1" y="189"/>
                    </a:lnTo>
                    <a:lnTo>
                      <a:pt x="10" y="196"/>
                    </a:lnTo>
                    <a:lnTo>
                      <a:pt x="170" y="104"/>
                    </a:lnTo>
                    <a:lnTo>
                      <a:pt x="321" y="17"/>
                    </a:lnTo>
                    <a:lnTo>
                      <a:pt x="321" y="17"/>
                    </a:lnTo>
                    <a:lnTo>
                      <a:pt x="321" y="17"/>
                    </a:lnTo>
                    <a:lnTo>
                      <a:pt x="324" y="7"/>
                    </a:lnTo>
                    <a:lnTo>
                      <a:pt x="314" y="9"/>
                    </a:lnTo>
                    <a:lnTo>
                      <a:pt x="321" y="2"/>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67" name="Freeform 467"/>
              <p:cNvSpPr/>
              <p:nvPr/>
            </p:nvSpPr>
            <p:spPr bwMode="auto">
              <a:xfrm>
                <a:off x="3178" y="2817"/>
                <a:ext cx="13" cy="7"/>
              </a:xfrm>
              <a:custGeom>
                <a:avLst/>
                <a:gdLst/>
                <a:ahLst/>
                <a:cxnLst>
                  <a:cxn ang="0">
                    <a:pos x="8" y="0"/>
                  </a:cxn>
                  <a:cxn ang="0">
                    <a:pos x="0" y="5"/>
                  </a:cxn>
                  <a:cxn ang="0">
                    <a:pos x="10" y="7"/>
                  </a:cxn>
                  <a:cxn ang="0">
                    <a:pos x="13" y="2"/>
                  </a:cxn>
                  <a:cxn ang="0">
                    <a:pos x="8" y="0"/>
                  </a:cxn>
                </a:cxnLst>
                <a:rect l="0" t="0" r="r" b="b"/>
                <a:pathLst>
                  <a:path w="13" h="7">
                    <a:moveTo>
                      <a:pt x="8" y="0"/>
                    </a:moveTo>
                    <a:lnTo>
                      <a:pt x="0" y="5"/>
                    </a:lnTo>
                    <a:lnTo>
                      <a:pt x="10" y="7"/>
                    </a:lnTo>
                    <a:lnTo>
                      <a:pt x="13" y="2"/>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68" name="Freeform 468"/>
              <p:cNvSpPr/>
              <p:nvPr/>
            </p:nvSpPr>
            <p:spPr bwMode="auto">
              <a:xfrm>
                <a:off x="3178" y="2817"/>
                <a:ext cx="13" cy="7"/>
              </a:xfrm>
              <a:custGeom>
                <a:avLst/>
                <a:gdLst/>
                <a:ahLst/>
                <a:cxnLst>
                  <a:cxn ang="0">
                    <a:pos x="8" y="0"/>
                  </a:cxn>
                  <a:cxn ang="0">
                    <a:pos x="0" y="5"/>
                  </a:cxn>
                  <a:cxn ang="0">
                    <a:pos x="10" y="7"/>
                  </a:cxn>
                  <a:cxn ang="0">
                    <a:pos x="13" y="2"/>
                  </a:cxn>
                  <a:cxn ang="0">
                    <a:pos x="8" y="0"/>
                  </a:cxn>
                </a:cxnLst>
                <a:rect l="0" t="0" r="r" b="b"/>
                <a:pathLst>
                  <a:path w="13" h="7">
                    <a:moveTo>
                      <a:pt x="8" y="0"/>
                    </a:moveTo>
                    <a:lnTo>
                      <a:pt x="0" y="5"/>
                    </a:lnTo>
                    <a:lnTo>
                      <a:pt x="10" y="7"/>
                    </a:lnTo>
                    <a:lnTo>
                      <a:pt x="13" y="2"/>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669" name="Freeform 469"/>
              <p:cNvSpPr/>
              <p:nvPr/>
            </p:nvSpPr>
            <p:spPr bwMode="auto">
              <a:xfrm>
                <a:off x="2848" y="3000"/>
                <a:ext cx="20" cy="11"/>
              </a:xfrm>
              <a:custGeom>
                <a:avLst/>
                <a:gdLst/>
                <a:ahLst/>
                <a:cxnLst>
                  <a:cxn ang="0">
                    <a:pos x="19" y="0"/>
                  </a:cxn>
                  <a:cxn ang="0">
                    <a:pos x="19" y="0"/>
                  </a:cxn>
                  <a:cxn ang="0">
                    <a:pos x="0" y="11"/>
                  </a:cxn>
                  <a:cxn ang="0">
                    <a:pos x="0" y="11"/>
                  </a:cxn>
                  <a:cxn ang="0">
                    <a:pos x="19" y="1"/>
                  </a:cxn>
                  <a:cxn ang="0">
                    <a:pos x="20" y="11"/>
                  </a:cxn>
                  <a:cxn ang="0">
                    <a:pos x="20" y="11"/>
                  </a:cxn>
                  <a:cxn ang="0">
                    <a:pos x="19" y="0"/>
                  </a:cxn>
                </a:cxnLst>
                <a:rect l="0" t="0" r="r" b="b"/>
                <a:pathLst>
                  <a:path w="20" h="11">
                    <a:moveTo>
                      <a:pt x="19" y="0"/>
                    </a:moveTo>
                    <a:lnTo>
                      <a:pt x="19" y="0"/>
                    </a:lnTo>
                    <a:lnTo>
                      <a:pt x="0" y="11"/>
                    </a:lnTo>
                    <a:lnTo>
                      <a:pt x="0" y="11"/>
                    </a:lnTo>
                    <a:lnTo>
                      <a:pt x="19" y="1"/>
                    </a:lnTo>
                    <a:lnTo>
                      <a:pt x="20" y="11"/>
                    </a:lnTo>
                    <a:lnTo>
                      <a:pt x="20" y="11"/>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0" name="Freeform 470"/>
              <p:cNvSpPr/>
              <p:nvPr/>
            </p:nvSpPr>
            <p:spPr bwMode="auto">
              <a:xfrm>
                <a:off x="2848" y="3000"/>
                <a:ext cx="20" cy="11"/>
              </a:xfrm>
              <a:custGeom>
                <a:avLst/>
                <a:gdLst/>
                <a:ahLst/>
                <a:cxnLst>
                  <a:cxn ang="0">
                    <a:pos x="19" y="0"/>
                  </a:cxn>
                  <a:cxn ang="0">
                    <a:pos x="19" y="0"/>
                  </a:cxn>
                  <a:cxn ang="0">
                    <a:pos x="0" y="11"/>
                  </a:cxn>
                  <a:cxn ang="0">
                    <a:pos x="0" y="11"/>
                  </a:cxn>
                  <a:cxn ang="0">
                    <a:pos x="19" y="1"/>
                  </a:cxn>
                  <a:cxn ang="0">
                    <a:pos x="20" y="11"/>
                  </a:cxn>
                  <a:cxn ang="0">
                    <a:pos x="20" y="11"/>
                  </a:cxn>
                  <a:cxn ang="0">
                    <a:pos x="19" y="0"/>
                  </a:cxn>
                </a:cxnLst>
                <a:rect l="0" t="0" r="r" b="b"/>
                <a:pathLst>
                  <a:path w="20" h="11">
                    <a:moveTo>
                      <a:pt x="19" y="0"/>
                    </a:moveTo>
                    <a:lnTo>
                      <a:pt x="19" y="0"/>
                    </a:lnTo>
                    <a:lnTo>
                      <a:pt x="0" y="11"/>
                    </a:lnTo>
                    <a:lnTo>
                      <a:pt x="0" y="11"/>
                    </a:lnTo>
                    <a:lnTo>
                      <a:pt x="19" y="1"/>
                    </a:lnTo>
                    <a:lnTo>
                      <a:pt x="20" y="11"/>
                    </a:lnTo>
                    <a:lnTo>
                      <a:pt x="20" y="11"/>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671" name="Freeform 471"/>
              <p:cNvSpPr/>
              <p:nvPr/>
            </p:nvSpPr>
            <p:spPr bwMode="auto">
              <a:xfrm>
                <a:off x="2858" y="3018"/>
                <a:ext cx="206" cy="178"/>
              </a:xfrm>
              <a:custGeom>
                <a:avLst/>
                <a:gdLst/>
                <a:ahLst/>
                <a:cxnLst>
                  <a:cxn ang="0">
                    <a:pos x="19" y="0"/>
                  </a:cxn>
                  <a:cxn ang="0">
                    <a:pos x="12" y="3"/>
                  </a:cxn>
                  <a:cxn ang="0">
                    <a:pos x="12" y="3"/>
                  </a:cxn>
                  <a:cxn ang="0">
                    <a:pos x="7" y="7"/>
                  </a:cxn>
                  <a:cxn ang="0">
                    <a:pos x="7" y="7"/>
                  </a:cxn>
                  <a:cxn ang="0">
                    <a:pos x="0" y="10"/>
                  </a:cxn>
                  <a:cxn ang="0">
                    <a:pos x="199" y="178"/>
                  </a:cxn>
                  <a:cxn ang="0">
                    <a:pos x="206" y="157"/>
                  </a:cxn>
                  <a:cxn ang="0">
                    <a:pos x="19" y="0"/>
                  </a:cxn>
                  <a:cxn ang="0">
                    <a:pos x="19" y="0"/>
                  </a:cxn>
                  <a:cxn ang="0">
                    <a:pos x="19" y="0"/>
                  </a:cxn>
                </a:cxnLst>
                <a:rect l="0" t="0" r="r" b="b"/>
                <a:pathLst>
                  <a:path w="206" h="178">
                    <a:moveTo>
                      <a:pt x="19" y="0"/>
                    </a:moveTo>
                    <a:lnTo>
                      <a:pt x="12" y="3"/>
                    </a:lnTo>
                    <a:lnTo>
                      <a:pt x="12" y="3"/>
                    </a:lnTo>
                    <a:lnTo>
                      <a:pt x="7" y="7"/>
                    </a:lnTo>
                    <a:lnTo>
                      <a:pt x="7" y="7"/>
                    </a:lnTo>
                    <a:lnTo>
                      <a:pt x="0" y="10"/>
                    </a:lnTo>
                    <a:lnTo>
                      <a:pt x="199" y="178"/>
                    </a:lnTo>
                    <a:lnTo>
                      <a:pt x="206" y="157"/>
                    </a:lnTo>
                    <a:lnTo>
                      <a:pt x="19" y="0"/>
                    </a:lnTo>
                    <a:lnTo>
                      <a:pt x="19" y="0"/>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2" name="Freeform 472"/>
              <p:cNvSpPr/>
              <p:nvPr/>
            </p:nvSpPr>
            <p:spPr bwMode="auto">
              <a:xfrm>
                <a:off x="2858" y="3018"/>
                <a:ext cx="206" cy="178"/>
              </a:xfrm>
              <a:custGeom>
                <a:avLst/>
                <a:gdLst/>
                <a:ahLst/>
                <a:cxnLst>
                  <a:cxn ang="0">
                    <a:pos x="19" y="0"/>
                  </a:cxn>
                  <a:cxn ang="0">
                    <a:pos x="12" y="3"/>
                  </a:cxn>
                  <a:cxn ang="0">
                    <a:pos x="12" y="3"/>
                  </a:cxn>
                  <a:cxn ang="0">
                    <a:pos x="7" y="7"/>
                  </a:cxn>
                  <a:cxn ang="0">
                    <a:pos x="7" y="7"/>
                  </a:cxn>
                  <a:cxn ang="0">
                    <a:pos x="0" y="10"/>
                  </a:cxn>
                  <a:cxn ang="0">
                    <a:pos x="199" y="178"/>
                  </a:cxn>
                  <a:cxn ang="0">
                    <a:pos x="206" y="157"/>
                  </a:cxn>
                  <a:cxn ang="0">
                    <a:pos x="19" y="0"/>
                  </a:cxn>
                  <a:cxn ang="0">
                    <a:pos x="19" y="0"/>
                  </a:cxn>
                  <a:cxn ang="0">
                    <a:pos x="19" y="0"/>
                  </a:cxn>
                </a:cxnLst>
                <a:rect l="0" t="0" r="r" b="b"/>
                <a:pathLst>
                  <a:path w="206" h="178">
                    <a:moveTo>
                      <a:pt x="19" y="0"/>
                    </a:moveTo>
                    <a:lnTo>
                      <a:pt x="12" y="3"/>
                    </a:lnTo>
                    <a:lnTo>
                      <a:pt x="12" y="3"/>
                    </a:lnTo>
                    <a:lnTo>
                      <a:pt x="7" y="7"/>
                    </a:lnTo>
                    <a:lnTo>
                      <a:pt x="7" y="7"/>
                    </a:lnTo>
                    <a:lnTo>
                      <a:pt x="0" y="10"/>
                    </a:lnTo>
                    <a:lnTo>
                      <a:pt x="199" y="178"/>
                    </a:lnTo>
                    <a:lnTo>
                      <a:pt x="206" y="157"/>
                    </a:lnTo>
                    <a:lnTo>
                      <a:pt x="19" y="0"/>
                    </a:lnTo>
                    <a:lnTo>
                      <a:pt x="19" y="0"/>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673" name="Freeform 473"/>
              <p:cNvSpPr>
                <a:spLocks noEditPoints="1"/>
              </p:cNvSpPr>
              <p:nvPr/>
            </p:nvSpPr>
            <p:spPr bwMode="auto">
              <a:xfrm>
                <a:off x="2848" y="3011"/>
                <a:ext cx="22" cy="14"/>
              </a:xfrm>
              <a:custGeom>
                <a:avLst/>
                <a:gdLst/>
                <a:ahLst/>
                <a:cxnLst>
                  <a:cxn ang="0">
                    <a:pos x="22" y="10"/>
                  </a:cxn>
                  <a:cxn ang="0">
                    <a:pos x="17" y="14"/>
                  </a:cxn>
                  <a:cxn ang="0">
                    <a:pos x="17" y="14"/>
                  </a:cxn>
                  <a:cxn ang="0">
                    <a:pos x="22" y="10"/>
                  </a:cxn>
                  <a:cxn ang="0">
                    <a:pos x="22" y="10"/>
                  </a:cxn>
                  <a:cxn ang="0">
                    <a:pos x="0" y="0"/>
                  </a:cxn>
                  <a:cxn ang="0">
                    <a:pos x="0" y="0"/>
                  </a:cxn>
                  <a:cxn ang="0">
                    <a:pos x="0" y="0"/>
                  </a:cxn>
                  <a:cxn ang="0">
                    <a:pos x="0" y="0"/>
                  </a:cxn>
                  <a:cxn ang="0">
                    <a:pos x="0" y="0"/>
                  </a:cxn>
                </a:cxnLst>
                <a:rect l="0" t="0" r="r" b="b"/>
                <a:pathLst>
                  <a:path w="22" h="14">
                    <a:moveTo>
                      <a:pt x="22" y="10"/>
                    </a:moveTo>
                    <a:lnTo>
                      <a:pt x="17" y="14"/>
                    </a:lnTo>
                    <a:lnTo>
                      <a:pt x="17" y="14"/>
                    </a:lnTo>
                    <a:lnTo>
                      <a:pt x="22" y="10"/>
                    </a:lnTo>
                    <a:lnTo>
                      <a:pt x="22" y="10"/>
                    </a:lnTo>
                    <a:close/>
                    <a:moveTo>
                      <a:pt x="0" y="0"/>
                    </a:moveTo>
                    <a:lnTo>
                      <a:pt x="0" y="0"/>
                    </a:lnTo>
                    <a:lnTo>
                      <a:pt x="0" y="0"/>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4" name="Freeform 474"/>
              <p:cNvSpPr/>
              <p:nvPr/>
            </p:nvSpPr>
            <p:spPr bwMode="auto">
              <a:xfrm>
                <a:off x="2865" y="3021"/>
                <a:ext cx="5" cy="4"/>
              </a:xfrm>
              <a:custGeom>
                <a:avLst/>
                <a:gdLst/>
                <a:ahLst/>
                <a:cxnLst>
                  <a:cxn ang="0">
                    <a:pos x="5" y="0"/>
                  </a:cxn>
                  <a:cxn ang="0">
                    <a:pos x="0" y="4"/>
                  </a:cxn>
                  <a:cxn ang="0">
                    <a:pos x="0" y="4"/>
                  </a:cxn>
                  <a:cxn ang="0">
                    <a:pos x="5" y="0"/>
                  </a:cxn>
                  <a:cxn ang="0">
                    <a:pos x="5" y="0"/>
                  </a:cxn>
                </a:cxnLst>
                <a:rect l="0" t="0" r="r" b="b"/>
                <a:pathLst>
                  <a:path w="5" h="4">
                    <a:moveTo>
                      <a:pt x="5" y="0"/>
                    </a:moveTo>
                    <a:lnTo>
                      <a:pt x="0" y="4"/>
                    </a:lnTo>
                    <a:lnTo>
                      <a:pt x="0" y="4"/>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675" name="Rectangle 475"/>
              <p:cNvSpPr>
                <a:spLocks noChangeArrowheads="1"/>
              </p:cNvSpPr>
              <p:nvPr/>
            </p:nvSpPr>
            <p:spPr bwMode="auto">
              <a:xfrm>
                <a:off x="2848" y="3011"/>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76" name="Freeform 476"/>
              <p:cNvSpPr/>
              <p:nvPr/>
            </p:nvSpPr>
            <p:spPr bwMode="auto">
              <a:xfrm>
                <a:off x="2868" y="3011"/>
                <a:ext cx="9" cy="10"/>
              </a:xfrm>
              <a:custGeom>
                <a:avLst/>
                <a:gdLst/>
                <a:ahLst/>
                <a:cxnLst>
                  <a:cxn ang="0">
                    <a:pos x="0" y="0"/>
                  </a:cxn>
                  <a:cxn ang="0">
                    <a:pos x="2" y="10"/>
                  </a:cxn>
                  <a:cxn ang="0">
                    <a:pos x="9" y="7"/>
                  </a:cxn>
                  <a:cxn ang="0">
                    <a:pos x="0" y="0"/>
                  </a:cxn>
                </a:cxnLst>
                <a:rect l="0" t="0" r="r" b="b"/>
                <a:pathLst>
                  <a:path w="9" h="10">
                    <a:moveTo>
                      <a:pt x="0" y="0"/>
                    </a:moveTo>
                    <a:lnTo>
                      <a:pt x="2" y="10"/>
                    </a:lnTo>
                    <a:lnTo>
                      <a:pt x="9" y="7"/>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7" name="Freeform 477"/>
              <p:cNvSpPr/>
              <p:nvPr/>
            </p:nvSpPr>
            <p:spPr bwMode="auto">
              <a:xfrm>
                <a:off x="2868" y="3011"/>
                <a:ext cx="9" cy="10"/>
              </a:xfrm>
              <a:custGeom>
                <a:avLst/>
                <a:gdLst/>
                <a:ahLst/>
                <a:cxnLst>
                  <a:cxn ang="0">
                    <a:pos x="0" y="0"/>
                  </a:cxn>
                  <a:cxn ang="0">
                    <a:pos x="2" y="10"/>
                  </a:cxn>
                  <a:cxn ang="0">
                    <a:pos x="9" y="7"/>
                  </a:cxn>
                  <a:cxn ang="0">
                    <a:pos x="0" y="0"/>
                  </a:cxn>
                </a:cxnLst>
                <a:rect l="0" t="0" r="r" b="b"/>
                <a:pathLst>
                  <a:path w="9" h="10">
                    <a:moveTo>
                      <a:pt x="0" y="0"/>
                    </a:moveTo>
                    <a:lnTo>
                      <a:pt x="2" y="10"/>
                    </a:lnTo>
                    <a:lnTo>
                      <a:pt x="9" y="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78" name="Freeform 478"/>
              <p:cNvSpPr/>
              <p:nvPr/>
            </p:nvSpPr>
            <p:spPr bwMode="auto">
              <a:xfrm>
                <a:off x="2848" y="3001"/>
                <a:ext cx="22" cy="24"/>
              </a:xfrm>
              <a:custGeom>
                <a:avLst/>
                <a:gdLst/>
                <a:ahLst/>
                <a:cxnLst>
                  <a:cxn ang="0">
                    <a:pos x="19" y="0"/>
                  </a:cxn>
                  <a:cxn ang="0">
                    <a:pos x="0" y="10"/>
                  </a:cxn>
                  <a:cxn ang="0">
                    <a:pos x="0" y="10"/>
                  </a:cxn>
                  <a:cxn ang="0">
                    <a:pos x="7" y="7"/>
                  </a:cxn>
                  <a:cxn ang="0">
                    <a:pos x="12" y="15"/>
                  </a:cxn>
                  <a:cxn ang="0">
                    <a:pos x="12" y="15"/>
                  </a:cxn>
                  <a:cxn ang="0">
                    <a:pos x="12" y="15"/>
                  </a:cxn>
                  <a:cxn ang="0">
                    <a:pos x="17" y="24"/>
                  </a:cxn>
                  <a:cxn ang="0">
                    <a:pos x="22" y="20"/>
                  </a:cxn>
                  <a:cxn ang="0">
                    <a:pos x="20" y="10"/>
                  </a:cxn>
                  <a:cxn ang="0">
                    <a:pos x="20" y="10"/>
                  </a:cxn>
                  <a:cxn ang="0">
                    <a:pos x="19" y="0"/>
                  </a:cxn>
                </a:cxnLst>
                <a:rect l="0" t="0" r="r" b="b"/>
                <a:pathLst>
                  <a:path w="22" h="24">
                    <a:moveTo>
                      <a:pt x="19" y="0"/>
                    </a:moveTo>
                    <a:lnTo>
                      <a:pt x="0" y="10"/>
                    </a:lnTo>
                    <a:lnTo>
                      <a:pt x="0" y="10"/>
                    </a:lnTo>
                    <a:lnTo>
                      <a:pt x="7" y="7"/>
                    </a:lnTo>
                    <a:lnTo>
                      <a:pt x="12" y="15"/>
                    </a:lnTo>
                    <a:lnTo>
                      <a:pt x="12" y="15"/>
                    </a:lnTo>
                    <a:lnTo>
                      <a:pt x="12" y="15"/>
                    </a:lnTo>
                    <a:lnTo>
                      <a:pt x="17" y="24"/>
                    </a:lnTo>
                    <a:lnTo>
                      <a:pt x="22" y="20"/>
                    </a:lnTo>
                    <a:lnTo>
                      <a:pt x="20" y="10"/>
                    </a:lnTo>
                    <a:lnTo>
                      <a:pt x="20" y="10"/>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9" name="Freeform 479"/>
              <p:cNvSpPr/>
              <p:nvPr/>
            </p:nvSpPr>
            <p:spPr bwMode="auto">
              <a:xfrm>
                <a:off x="2848" y="3001"/>
                <a:ext cx="22" cy="24"/>
              </a:xfrm>
              <a:custGeom>
                <a:avLst/>
                <a:gdLst/>
                <a:ahLst/>
                <a:cxnLst>
                  <a:cxn ang="0">
                    <a:pos x="19" y="0"/>
                  </a:cxn>
                  <a:cxn ang="0">
                    <a:pos x="0" y="10"/>
                  </a:cxn>
                  <a:cxn ang="0">
                    <a:pos x="0" y="10"/>
                  </a:cxn>
                  <a:cxn ang="0">
                    <a:pos x="7" y="7"/>
                  </a:cxn>
                  <a:cxn ang="0">
                    <a:pos x="12" y="15"/>
                  </a:cxn>
                  <a:cxn ang="0">
                    <a:pos x="12" y="15"/>
                  </a:cxn>
                  <a:cxn ang="0">
                    <a:pos x="12" y="15"/>
                  </a:cxn>
                  <a:cxn ang="0">
                    <a:pos x="17" y="24"/>
                  </a:cxn>
                  <a:cxn ang="0">
                    <a:pos x="22" y="20"/>
                  </a:cxn>
                  <a:cxn ang="0">
                    <a:pos x="20" y="10"/>
                  </a:cxn>
                  <a:cxn ang="0">
                    <a:pos x="20" y="10"/>
                  </a:cxn>
                  <a:cxn ang="0">
                    <a:pos x="19" y="0"/>
                  </a:cxn>
                </a:cxnLst>
                <a:rect l="0" t="0" r="r" b="b"/>
                <a:pathLst>
                  <a:path w="22" h="24">
                    <a:moveTo>
                      <a:pt x="19" y="0"/>
                    </a:moveTo>
                    <a:lnTo>
                      <a:pt x="0" y="10"/>
                    </a:lnTo>
                    <a:lnTo>
                      <a:pt x="0" y="10"/>
                    </a:lnTo>
                    <a:lnTo>
                      <a:pt x="7" y="7"/>
                    </a:lnTo>
                    <a:lnTo>
                      <a:pt x="12" y="15"/>
                    </a:lnTo>
                    <a:lnTo>
                      <a:pt x="12" y="15"/>
                    </a:lnTo>
                    <a:lnTo>
                      <a:pt x="12" y="15"/>
                    </a:lnTo>
                    <a:lnTo>
                      <a:pt x="17" y="24"/>
                    </a:lnTo>
                    <a:lnTo>
                      <a:pt x="22" y="20"/>
                    </a:lnTo>
                    <a:lnTo>
                      <a:pt x="20" y="10"/>
                    </a:lnTo>
                    <a:lnTo>
                      <a:pt x="20" y="10"/>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680" name="Freeform 480"/>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81" name="Freeform 481"/>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682" name="Freeform 482"/>
              <p:cNvSpPr>
                <a:spLocks noEditPoints="1"/>
              </p:cNvSpPr>
              <p:nvPr/>
            </p:nvSpPr>
            <p:spPr bwMode="auto">
              <a:xfrm>
                <a:off x="2848" y="3011"/>
                <a:ext cx="17" cy="17"/>
              </a:xfrm>
              <a:custGeom>
                <a:avLst/>
                <a:gdLst/>
                <a:ahLst/>
                <a:cxnLst>
                  <a:cxn ang="0">
                    <a:pos x="17" y="14"/>
                  </a:cxn>
                  <a:cxn ang="0">
                    <a:pos x="10" y="17"/>
                  </a:cxn>
                  <a:cxn ang="0">
                    <a:pos x="10" y="17"/>
                  </a:cxn>
                  <a:cxn ang="0">
                    <a:pos x="17" y="14"/>
                  </a:cxn>
                  <a:cxn ang="0">
                    <a:pos x="17" y="14"/>
                  </a:cxn>
                  <a:cxn ang="0">
                    <a:pos x="0" y="0"/>
                  </a:cxn>
                  <a:cxn ang="0">
                    <a:pos x="0" y="0"/>
                  </a:cxn>
                  <a:cxn ang="0">
                    <a:pos x="2" y="12"/>
                  </a:cxn>
                  <a:cxn ang="0">
                    <a:pos x="2" y="12"/>
                  </a:cxn>
                  <a:cxn ang="0">
                    <a:pos x="0" y="0"/>
                  </a:cxn>
                </a:cxnLst>
                <a:rect l="0" t="0" r="r" b="b"/>
                <a:pathLst>
                  <a:path w="17" h="17">
                    <a:moveTo>
                      <a:pt x="17" y="14"/>
                    </a:moveTo>
                    <a:lnTo>
                      <a:pt x="10" y="17"/>
                    </a:lnTo>
                    <a:lnTo>
                      <a:pt x="10" y="17"/>
                    </a:lnTo>
                    <a:lnTo>
                      <a:pt x="17" y="14"/>
                    </a:lnTo>
                    <a:lnTo>
                      <a:pt x="17" y="14"/>
                    </a:lnTo>
                    <a:close/>
                    <a:moveTo>
                      <a:pt x="0" y="0"/>
                    </a:moveTo>
                    <a:lnTo>
                      <a:pt x="0" y="0"/>
                    </a:lnTo>
                    <a:lnTo>
                      <a:pt x="2" y="12"/>
                    </a:lnTo>
                    <a:lnTo>
                      <a:pt x="2"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83" name="Freeform 483"/>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684" name="Freeform 484"/>
              <p:cNvSpPr/>
              <p:nvPr/>
            </p:nvSpPr>
            <p:spPr bwMode="auto">
              <a:xfrm>
                <a:off x="2848" y="3011"/>
                <a:ext cx="2" cy="12"/>
              </a:xfrm>
              <a:custGeom>
                <a:avLst/>
                <a:gdLst/>
                <a:ahLst/>
                <a:cxnLst>
                  <a:cxn ang="0">
                    <a:pos x="0" y="0"/>
                  </a:cxn>
                  <a:cxn ang="0">
                    <a:pos x="0" y="0"/>
                  </a:cxn>
                  <a:cxn ang="0">
                    <a:pos x="2" y="12"/>
                  </a:cxn>
                  <a:cxn ang="0">
                    <a:pos x="2" y="12"/>
                  </a:cxn>
                  <a:cxn ang="0">
                    <a:pos x="0" y="0"/>
                  </a:cxn>
                </a:cxnLst>
                <a:rect l="0" t="0" r="r" b="b"/>
                <a:pathLst>
                  <a:path w="2" h="12">
                    <a:moveTo>
                      <a:pt x="0" y="0"/>
                    </a:moveTo>
                    <a:lnTo>
                      <a:pt x="0" y="0"/>
                    </a:lnTo>
                    <a:lnTo>
                      <a:pt x="2" y="12"/>
                    </a:lnTo>
                    <a:lnTo>
                      <a:pt x="2"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85" name="Freeform 485"/>
              <p:cNvSpPr/>
              <p:nvPr/>
            </p:nvSpPr>
            <p:spPr bwMode="auto">
              <a:xfrm>
                <a:off x="2848" y="3008"/>
                <a:ext cx="17" cy="20"/>
              </a:xfrm>
              <a:custGeom>
                <a:avLst/>
                <a:gdLst/>
                <a:ahLst/>
                <a:cxnLst>
                  <a:cxn ang="0">
                    <a:pos x="7" y="0"/>
                  </a:cxn>
                  <a:cxn ang="0">
                    <a:pos x="7" y="0"/>
                  </a:cxn>
                  <a:cxn ang="0">
                    <a:pos x="0" y="3"/>
                  </a:cxn>
                  <a:cxn ang="0">
                    <a:pos x="2" y="15"/>
                  </a:cxn>
                  <a:cxn ang="0">
                    <a:pos x="10" y="20"/>
                  </a:cxn>
                  <a:cxn ang="0">
                    <a:pos x="17" y="17"/>
                  </a:cxn>
                  <a:cxn ang="0">
                    <a:pos x="12" y="8"/>
                  </a:cxn>
                  <a:cxn ang="0">
                    <a:pos x="7" y="0"/>
                  </a:cxn>
                </a:cxnLst>
                <a:rect l="0" t="0" r="r" b="b"/>
                <a:pathLst>
                  <a:path w="17" h="20">
                    <a:moveTo>
                      <a:pt x="7" y="0"/>
                    </a:moveTo>
                    <a:lnTo>
                      <a:pt x="7" y="0"/>
                    </a:lnTo>
                    <a:lnTo>
                      <a:pt x="0" y="3"/>
                    </a:lnTo>
                    <a:lnTo>
                      <a:pt x="2" y="15"/>
                    </a:lnTo>
                    <a:lnTo>
                      <a:pt x="10" y="20"/>
                    </a:lnTo>
                    <a:lnTo>
                      <a:pt x="17" y="17"/>
                    </a:lnTo>
                    <a:lnTo>
                      <a:pt x="12" y="8"/>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86" name="Freeform 486"/>
              <p:cNvSpPr/>
              <p:nvPr/>
            </p:nvSpPr>
            <p:spPr bwMode="auto">
              <a:xfrm>
                <a:off x="2848" y="3008"/>
                <a:ext cx="17" cy="20"/>
              </a:xfrm>
              <a:custGeom>
                <a:avLst/>
                <a:gdLst/>
                <a:ahLst/>
                <a:cxnLst>
                  <a:cxn ang="0">
                    <a:pos x="7" y="0"/>
                  </a:cxn>
                  <a:cxn ang="0">
                    <a:pos x="7" y="0"/>
                  </a:cxn>
                  <a:cxn ang="0">
                    <a:pos x="0" y="3"/>
                  </a:cxn>
                  <a:cxn ang="0">
                    <a:pos x="2" y="15"/>
                  </a:cxn>
                  <a:cxn ang="0">
                    <a:pos x="10" y="20"/>
                  </a:cxn>
                  <a:cxn ang="0">
                    <a:pos x="17" y="17"/>
                  </a:cxn>
                  <a:cxn ang="0">
                    <a:pos x="12" y="8"/>
                  </a:cxn>
                  <a:cxn ang="0">
                    <a:pos x="7" y="0"/>
                  </a:cxn>
                </a:cxnLst>
                <a:rect l="0" t="0" r="r" b="b"/>
                <a:pathLst>
                  <a:path w="17" h="20">
                    <a:moveTo>
                      <a:pt x="7" y="0"/>
                    </a:moveTo>
                    <a:lnTo>
                      <a:pt x="7" y="0"/>
                    </a:lnTo>
                    <a:lnTo>
                      <a:pt x="0" y="3"/>
                    </a:lnTo>
                    <a:lnTo>
                      <a:pt x="2" y="15"/>
                    </a:lnTo>
                    <a:lnTo>
                      <a:pt x="10" y="20"/>
                    </a:lnTo>
                    <a:lnTo>
                      <a:pt x="17" y="17"/>
                    </a:lnTo>
                    <a:lnTo>
                      <a:pt x="12" y="8"/>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687" name="Freeform 487"/>
              <p:cNvSpPr/>
              <p:nvPr/>
            </p:nvSpPr>
            <p:spPr bwMode="auto">
              <a:xfrm>
                <a:off x="2703" y="3907"/>
                <a:ext cx="1001" cy="313"/>
              </a:xfrm>
              <a:custGeom>
                <a:avLst/>
                <a:gdLst/>
                <a:ahLst/>
                <a:cxnLst>
                  <a:cxn ang="0">
                    <a:pos x="887" y="0"/>
                  </a:cxn>
                  <a:cxn ang="0">
                    <a:pos x="115" y="0"/>
                  </a:cxn>
                  <a:cxn ang="0">
                    <a:pos x="41" y="203"/>
                  </a:cxn>
                  <a:cxn ang="0">
                    <a:pos x="0" y="313"/>
                  </a:cxn>
                  <a:cxn ang="0">
                    <a:pos x="1001" y="313"/>
                  </a:cxn>
                  <a:cxn ang="0">
                    <a:pos x="930" y="119"/>
                  </a:cxn>
                  <a:cxn ang="0">
                    <a:pos x="887" y="0"/>
                  </a:cxn>
                </a:cxnLst>
                <a:rect l="0" t="0" r="r" b="b"/>
                <a:pathLst>
                  <a:path w="1001" h="313">
                    <a:moveTo>
                      <a:pt x="887" y="0"/>
                    </a:moveTo>
                    <a:lnTo>
                      <a:pt x="115" y="0"/>
                    </a:lnTo>
                    <a:lnTo>
                      <a:pt x="41" y="203"/>
                    </a:lnTo>
                    <a:lnTo>
                      <a:pt x="0" y="313"/>
                    </a:lnTo>
                    <a:lnTo>
                      <a:pt x="1001" y="313"/>
                    </a:lnTo>
                    <a:lnTo>
                      <a:pt x="930" y="119"/>
                    </a:lnTo>
                    <a:lnTo>
                      <a:pt x="887"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88" name="Freeform 488"/>
              <p:cNvSpPr/>
              <p:nvPr/>
            </p:nvSpPr>
            <p:spPr bwMode="auto">
              <a:xfrm>
                <a:off x="2703" y="3907"/>
                <a:ext cx="1001" cy="313"/>
              </a:xfrm>
              <a:custGeom>
                <a:avLst/>
                <a:gdLst/>
                <a:ahLst/>
                <a:cxnLst>
                  <a:cxn ang="0">
                    <a:pos x="887" y="0"/>
                  </a:cxn>
                  <a:cxn ang="0">
                    <a:pos x="115" y="0"/>
                  </a:cxn>
                  <a:cxn ang="0">
                    <a:pos x="41" y="203"/>
                  </a:cxn>
                  <a:cxn ang="0">
                    <a:pos x="0" y="313"/>
                  </a:cxn>
                  <a:cxn ang="0">
                    <a:pos x="1001" y="313"/>
                  </a:cxn>
                  <a:cxn ang="0">
                    <a:pos x="930" y="119"/>
                  </a:cxn>
                  <a:cxn ang="0">
                    <a:pos x="887" y="0"/>
                  </a:cxn>
                </a:cxnLst>
                <a:rect l="0" t="0" r="r" b="b"/>
                <a:pathLst>
                  <a:path w="1001" h="313">
                    <a:moveTo>
                      <a:pt x="887" y="0"/>
                    </a:moveTo>
                    <a:lnTo>
                      <a:pt x="115" y="0"/>
                    </a:lnTo>
                    <a:lnTo>
                      <a:pt x="41" y="203"/>
                    </a:lnTo>
                    <a:lnTo>
                      <a:pt x="0" y="313"/>
                    </a:lnTo>
                    <a:lnTo>
                      <a:pt x="1001" y="313"/>
                    </a:lnTo>
                    <a:lnTo>
                      <a:pt x="930" y="119"/>
                    </a:lnTo>
                    <a:lnTo>
                      <a:pt x="887" y="0"/>
                    </a:lnTo>
                  </a:path>
                </a:pathLst>
              </a:custGeom>
              <a:noFill/>
              <a:ln w="9525">
                <a:noFill/>
                <a:round/>
              </a:ln>
            </p:spPr>
            <p:txBody>
              <a:bodyPr vert="horz" wrap="square" lIns="82938" tIns="41469" rIns="82938" bIns="41469" numCol="1" anchor="t" anchorCtr="0" compatLnSpc="1"/>
              <a:lstStyle/>
              <a:p>
                <a:endParaRPr lang="en-GB" sz="1815"/>
              </a:p>
            </p:txBody>
          </p:sp>
          <p:sp>
            <p:nvSpPr>
              <p:cNvPr id="51689" name="Freeform 489"/>
              <p:cNvSpPr/>
              <p:nvPr/>
            </p:nvSpPr>
            <p:spPr bwMode="auto">
              <a:xfrm>
                <a:off x="2674" y="3907"/>
                <a:ext cx="1036" cy="333"/>
              </a:xfrm>
              <a:custGeom>
                <a:avLst/>
                <a:gdLst/>
                <a:ahLst/>
                <a:cxnLst>
                  <a:cxn ang="0">
                    <a:pos x="916" y="0"/>
                  </a:cxn>
                  <a:cxn ang="0">
                    <a:pos x="144" y="0"/>
                  </a:cxn>
                  <a:cxn ang="0">
                    <a:pos x="142" y="5"/>
                  </a:cxn>
                  <a:cxn ang="0">
                    <a:pos x="70" y="203"/>
                  </a:cxn>
                  <a:cxn ang="0">
                    <a:pos x="144" y="0"/>
                  </a:cxn>
                  <a:cxn ang="0">
                    <a:pos x="916" y="0"/>
                  </a:cxn>
                  <a:cxn ang="0">
                    <a:pos x="959" y="119"/>
                  </a:cxn>
                  <a:cxn ang="0">
                    <a:pos x="1030" y="313"/>
                  </a:cxn>
                  <a:cxn ang="0">
                    <a:pos x="29" y="313"/>
                  </a:cxn>
                  <a:cxn ang="0">
                    <a:pos x="70" y="203"/>
                  </a:cxn>
                  <a:cxn ang="0">
                    <a:pos x="23" y="328"/>
                  </a:cxn>
                  <a:cxn ang="0">
                    <a:pos x="17" y="328"/>
                  </a:cxn>
                  <a:cxn ang="0">
                    <a:pos x="10" y="328"/>
                  </a:cxn>
                  <a:cxn ang="0">
                    <a:pos x="3" y="325"/>
                  </a:cxn>
                  <a:cxn ang="0">
                    <a:pos x="0" y="333"/>
                  </a:cxn>
                  <a:cxn ang="0">
                    <a:pos x="1036" y="333"/>
                  </a:cxn>
                  <a:cxn ang="0">
                    <a:pos x="1031" y="318"/>
                  </a:cxn>
                  <a:cxn ang="0">
                    <a:pos x="1031" y="318"/>
                  </a:cxn>
                  <a:cxn ang="0">
                    <a:pos x="959" y="119"/>
                  </a:cxn>
                  <a:cxn ang="0">
                    <a:pos x="916" y="0"/>
                  </a:cxn>
                </a:cxnLst>
                <a:rect l="0" t="0" r="r" b="b"/>
                <a:pathLst>
                  <a:path w="1036" h="333">
                    <a:moveTo>
                      <a:pt x="916" y="0"/>
                    </a:moveTo>
                    <a:lnTo>
                      <a:pt x="144" y="0"/>
                    </a:lnTo>
                    <a:lnTo>
                      <a:pt x="142" y="5"/>
                    </a:lnTo>
                    <a:lnTo>
                      <a:pt x="70" y="203"/>
                    </a:lnTo>
                    <a:lnTo>
                      <a:pt x="144" y="0"/>
                    </a:lnTo>
                    <a:lnTo>
                      <a:pt x="916" y="0"/>
                    </a:lnTo>
                    <a:lnTo>
                      <a:pt x="959" y="119"/>
                    </a:lnTo>
                    <a:lnTo>
                      <a:pt x="1030" y="313"/>
                    </a:lnTo>
                    <a:lnTo>
                      <a:pt x="29" y="313"/>
                    </a:lnTo>
                    <a:lnTo>
                      <a:pt x="70" y="203"/>
                    </a:lnTo>
                    <a:lnTo>
                      <a:pt x="23" y="328"/>
                    </a:lnTo>
                    <a:lnTo>
                      <a:pt x="17" y="328"/>
                    </a:lnTo>
                    <a:lnTo>
                      <a:pt x="10" y="328"/>
                    </a:lnTo>
                    <a:lnTo>
                      <a:pt x="3" y="325"/>
                    </a:lnTo>
                    <a:lnTo>
                      <a:pt x="0" y="333"/>
                    </a:lnTo>
                    <a:lnTo>
                      <a:pt x="1036" y="333"/>
                    </a:lnTo>
                    <a:lnTo>
                      <a:pt x="1031" y="318"/>
                    </a:lnTo>
                    <a:lnTo>
                      <a:pt x="1031" y="318"/>
                    </a:lnTo>
                    <a:lnTo>
                      <a:pt x="959" y="119"/>
                    </a:lnTo>
                    <a:lnTo>
                      <a:pt x="9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0" name="Freeform 490"/>
              <p:cNvSpPr/>
              <p:nvPr/>
            </p:nvSpPr>
            <p:spPr bwMode="auto">
              <a:xfrm>
                <a:off x="2674" y="3907"/>
                <a:ext cx="1036" cy="333"/>
              </a:xfrm>
              <a:custGeom>
                <a:avLst/>
                <a:gdLst/>
                <a:ahLst/>
                <a:cxnLst>
                  <a:cxn ang="0">
                    <a:pos x="916" y="0"/>
                  </a:cxn>
                  <a:cxn ang="0">
                    <a:pos x="144" y="0"/>
                  </a:cxn>
                  <a:cxn ang="0">
                    <a:pos x="142" y="5"/>
                  </a:cxn>
                  <a:cxn ang="0">
                    <a:pos x="70" y="203"/>
                  </a:cxn>
                  <a:cxn ang="0">
                    <a:pos x="144" y="0"/>
                  </a:cxn>
                  <a:cxn ang="0">
                    <a:pos x="916" y="0"/>
                  </a:cxn>
                  <a:cxn ang="0">
                    <a:pos x="959" y="119"/>
                  </a:cxn>
                  <a:cxn ang="0">
                    <a:pos x="1030" y="313"/>
                  </a:cxn>
                  <a:cxn ang="0">
                    <a:pos x="29" y="313"/>
                  </a:cxn>
                  <a:cxn ang="0">
                    <a:pos x="70" y="203"/>
                  </a:cxn>
                  <a:cxn ang="0">
                    <a:pos x="23" y="328"/>
                  </a:cxn>
                  <a:cxn ang="0">
                    <a:pos x="17" y="328"/>
                  </a:cxn>
                  <a:cxn ang="0">
                    <a:pos x="10" y="328"/>
                  </a:cxn>
                  <a:cxn ang="0">
                    <a:pos x="3" y="325"/>
                  </a:cxn>
                  <a:cxn ang="0">
                    <a:pos x="0" y="333"/>
                  </a:cxn>
                  <a:cxn ang="0">
                    <a:pos x="1036" y="333"/>
                  </a:cxn>
                  <a:cxn ang="0">
                    <a:pos x="1031" y="318"/>
                  </a:cxn>
                  <a:cxn ang="0">
                    <a:pos x="1031" y="318"/>
                  </a:cxn>
                  <a:cxn ang="0">
                    <a:pos x="959" y="119"/>
                  </a:cxn>
                  <a:cxn ang="0">
                    <a:pos x="916" y="0"/>
                  </a:cxn>
                </a:cxnLst>
                <a:rect l="0" t="0" r="r" b="b"/>
                <a:pathLst>
                  <a:path w="1036" h="333">
                    <a:moveTo>
                      <a:pt x="916" y="0"/>
                    </a:moveTo>
                    <a:lnTo>
                      <a:pt x="144" y="0"/>
                    </a:lnTo>
                    <a:lnTo>
                      <a:pt x="142" y="5"/>
                    </a:lnTo>
                    <a:lnTo>
                      <a:pt x="70" y="203"/>
                    </a:lnTo>
                    <a:lnTo>
                      <a:pt x="144" y="0"/>
                    </a:lnTo>
                    <a:lnTo>
                      <a:pt x="916" y="0"/>
                    </a:lnTo>
                    <a:lnTo>
                      <a:pt x="959" y="119"/>
                    </a:lnTo>
                    <a:lnTo>
                      <a:pt x="1030" y="313"/>
                    </a:lnTo>
                    <a:lnTo>
                      <a:pt x="29" y="313"/>
                    </a:lnTo>
                    <a:lnTo>
                      <a:pt x="70" y="203"/>
                    </a:lnTo>
                    <a:lnTo>
                      <a:pt x="23" y="328"/>
                    </a:lnTo>
                    <a:lnTo>
                      <a:pt x="17" y="328"/>
                    </a:lnTo>
                    <a:lnTo>
                      <a:pt x="10" y="328"/>
                    </a:lnTo>
                    <a:lnTo>
                      <a:pt x="3" y="325"/>
                    </a:lnTo>
                    <a:lnTo>
                      <a:pt x="0" y="333"/>
                    </a:lnTo>
                    <a:lnTo>
                      <a:pt x="1036" y="333"/>
                    </a:lnTo>
                    <a:lnTo>
                      <a:pt x="1031" y="318"/>
                    </a:lnTo>
                    <a:lnTo>
                      <a:pt x="1031" y="318"/>
                    </a:lnTo>
                    <a:lnTo>
                      <a:pt x="959" y="119"/>
                    </a:lnTo>
                    <a:lnTo>
                      <a:pt x="916" y="0"/>
                    </a:lnTo>
                  </a:path>
                </a:pathLst>
              </a:custGeom>
              <a:noFill/>
              <a:ln w="9525">
                <a:noFill/>
                <a:round/>
              </a:ln>
            </p:spPr>
            <p:txBody>
              <a:bodyPr vert="horz" wrap="square" lIns="82938" tIns="41469" rIns="82938" bIns="41469" numCol="1" anchor="t" anchorCtr="0" compatLnSpc="1"/>
              <a:lstStyle/>
              <a:p>
                <a:endParaRPr lang="en-GB" sz="1815"/>
              </a:p>
            </p:txBody>
          </p:sp>
          <p:sp>
            <p:nvSpPr>
              <p:cNvPr id="51691" name="Freeform 491"/>
              <p:cNvSpPr/>
              <p:nvPr/>
            </p:nvSpPr>
            <p:spPr bwMode="auto">
              <a:xfrm>
                <a:off x="2677" y="3899"/>
                <a:ext cx="139" cy="336"/>
              </a:xfrm>
              <a:custGeom>
                <a:avLst/>
                <a:gdLst/>
                <a:ahLst/>
                <a:cxnLst>
                  <a:cxn ang="0">
                    <a:pos x="123" y="0"/>
                  </a:cxn>
                  <a:cxn ang="0">
                    <a:pos x="47" y="204"/>
                  </a:cxn>
                  <a:cxn ang="0">
                    <a:pos x="9" y="313"/>
                  </a:cxn>
                  <a:cxn ang="0">
                    <a:pos x="4" y="323"/>
                  </a:cxn>
                  <a:cxn ang="0">
                    <a:pos x="2" y="328"/>
                  </a:cxn>
                  <a:cxn ang="0">
                    <a:pos x="0" y="333"/>
                  </a:cxn>
                  <a:cxn ang="0">
                    <a:pos x="7" y="336"/>
                  </a:cxn>
                  <a:cxn ang="0">
                    <a:pos x="14" y="336"/>
                  </a:cxn>
                  <a:cxn ang="0">
                    <a:pos x="20" y="336"/>
                  </a:cxn>
                  <a:cxn ang="0">
                    <a:pos x="67" y="211"/>
                  </a:cxn>
                  <a:cxn ang="0">
                    <a:pos x="139" y="13"/>
                  </a:cxn>
                  <a:cxn ang="0">
                    <a:pos x="123" y="0"/>
                  </a:cxn>
                </a:cxnLst>
                <a:rect l="0" t="0" r="r" b="b"/>
                <a:pathLst>
                  <a:path w="139" h="336">
                    <a:moveTo>
                      <a:pt x="123" y="0"/>
                    </a:moveTo>
                    <a:lnTo>
                      <a:pt x="47" y="204"/>
                    </a:lnTo>
                    <a:lnTo>
                      <a:pt x="9" y="313"/>
                    </a:lnTo>
                    <a:lnTo>
                      <a:pt x="4" y="323"/>
                    </a:lnTo>
                    <a:lnTo>
                      <a:pt x="2" y="328"/>
                    </a:lnTo>
                    <a:lnTo>
                      <a:pt x="0" y="333"/>
                    </a:lnTo>
                    <a:lnTo>
                      <a:pt x="7" y="336"/>
                    </a:lnTo>
                    <a:lnTo>
                      <a:pt x="14" y="336"/>
                    </a:lnTo>
                    <a:lnTo>
                      <a:pt x="20" y="336"/>
                    </a:lnTo>
                    <a:lnTo>
                      <a:pt x="67" y="211"/>
                    </a:lnTo>
                    <a:lnTo>
                      <a:pt x="139" y="13"/>
                    </a:lnTo>
                    <a:lnTo>
                      <a:pt x="12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2" name="Freeform 492"/>
              <p:cNvSpPr/>
              <p:nvPr/>
            </p:nvSpPr>
            <p:spPr bwMode="auto">
              <a:xfrm>
                <a:off x="2677" y="3899"/>
                <a:ext cx="139" cy="336"/>
              </a:xfrm>
              <a:custGeom>
                <a:avLst/>
                <a:gdLst/>
                <a:ahLst/>
                <a:cxnLst>
                  <a:cxn ang="0">
                    <a:pos x="123" y="0"/>
                  </a:cxn>
                  <a:cxn ang="0">
                    <a:pos x="47" y="204"/>
                  </a:cxn>
                  <a:cxn ang="0">
                    <a:pos x="9" y="313"/>
                  </a:cxn>
                  <a:cxn ang="0">
                    <a:pos x="4" y="323"/>
                  </a:cxn>
                  <a:cxn ang="0">
                    <a:pos x="2" y="328"/>
                  </a:cxn>
                  <a:cxn ang="0">
                    <a:pos x="0" y="333"/>
                  </a:cxn>
                  <a:cxn ang="0">
                    <a:pos x="7" y="336"/>
                  </a:cxn>
                  <a:cxn ang="0">
                    <a:pos x="14" y="336"/>
                  </a:cxn>
                  <a:cxn ang="0">
                    <a:pos x="20" y="336"/>
                  </a:cxn>
                  <a:cxn ang="0">
                    <a:pos x="67" y="211"/>
                  </a:cxn>
                  <a:cxn ang="0">
                    <a:pos x="139" y="13"/>
                  </a:cxn>
                  <a:cxn ang="0">
                    <a:pos x="123" y="0"/>
                  </a:cxn>
                </a:cxnLst>
                <a:rect l="0" t="0" r="r" b="b"/>
                <a:pathLst>
                  <a:path w="139" h="336">
                    <a:moveTo>
                      <a:pt x="123" y="0"/>
                    </a:moveTo>
                    <a:lnTo>
                      <a:pt x="47" y="204"/>
                    </a:lnTo>
                    <a:lnTo>
                      <a:pt x="9" y="313"/>
                    </a:lnTo>
                    <a:lnTo>
                      <a:pt x="4" y="323"/>
                    </a:lnTo>
                    <a:lnTo>
                      <a:pt x="2" y="328"/>
                    </a:lnTo>
                    <a:lnTo>
                      <a:pt x="0" y="333"/>
                    </a:lnTo>
                    <a:lnTo>
                      <a:pt x="7" y="336"/>
                    </a:lnTo>
                    <a:lnTo>
                      <a:pt x="14" y="336"/>
                    </a:lnTo>
                    <a:lnTo>
                      <a:pt x="20" y="336"/>
                    </a:lnTo>
                    <a:lnTo>
                      <a:pt x="67" y="211"/>
                    </a:lnTo>
                    <a:lnTo>
                      <a:pt x="139" y="13"/>
                    </a:lnTo>
                    <a:lnTo>
                      <a:pt x="123" y="0"/>
                    </a:lnTo>
                  </a:path>
                </a:pathLst>
              </a:custGeom>
              <a:noFill/>
              <a:ln w="9525">
                <a:noFill/>
                <a:round/>
              </a:ln>
            </p:spPr>
            <p:txBody>
              <a:bodyPr vert="horz" wrap="square" lIns="82938" tIns="41469" rIns="82938" bIns="41469" numCol="1" anchor="t" anchorCtr="0" compatLnSpc="1"/>
              <a:lstStyle/>
              <a:p>
                <a:endParaRPr lang="en-GB" sz="1815"/>
              </a:p>
            </p:txBody>
          </p:sp>
          <p:sp>
            <p:nvSpPr>
              <p:cNvPr id="51693" name="Freeform 493"/>
              <p:cNvSpPr>
                <a:spLocks noEditPoints="1"/>
              </p:cNvSpPr>
              <p:nvPr/>
            </p:nvSpPr>
            <p:spPr bwMode="auto">
              <a:xfrm>
                <a:off x="2808" y="3874"/>
                <a:ext cx="10" cy="38"/>
              </a:xfrm>
              <a:custGeom>
                <a:avLst/>
                <a:gdLst/>
                <a:ahLst/>
                <a:cxnLst>
                  <a:cxn ang="0">
                    <a:pos x="10" y="33"/>
                  </a:cxn>
                  <a:cxn ang="0">
                    <a:pos x="10" y="33"/>
                  </a:cxn>
                  <a:cxn ang="0">
                    <a:pos x="8" y="38"/>
                  </a:cxn>
                  <a:cxn ang="0">
                    <a:pos x="8" y="38"/>
                  </a:cxn>
                  <a:cxn ang="0">
                    <a:pos x="10" y="33"/>
                  </a:cxn>
                  <a:cxn ang="0">
                    <a:pos x="2" y="0"/>
                  </a:cxn>
                  <a:cxn ang="0">
                    <a:pos x="0" y="5"/>
                  </a:cxn>
                  <a:cxn ang="0">
                    <a:pos x="0" y="5"/>
                  </a:cxn>
                  <a:cxn ang="0">
                    <a:pos x="2" y="0"/>
                  </a:cxn>
                  <a:cxn ang="0">
                    <a:pos x="2" y="0"/>
                  </a:cxn>
                </a:cxnLst>
                <a:rect l="0" t="0" r="r" b="b"/>
                <a:pathLst>
                  <a:path w="10" h="38">
                    <a:moveTo>
                      <a:pt x="10" y="33"/>
                    </a:moveTo>
                    <a:lnTo>
                      <a:pt x="10" y="33"/>
                    </a:lnTo>
                    <a:lnTo>
                      <a:pt x="8" y="38"/>
                    </a:lnTo>
                    <a:lnTo>
                      <a:pt x="8" y="38"/>
                    </a:lnTo>
                    <a:lnTo>
                      <a:pt x="10" y="33"/>
                    </a:lnTo>
                    <a:close/>
                    <a:moveTo>
                      <a:pt x="2" y="0"/>
                    </a:moveTo>
                    <a:lnTo>
                      <a:pt x="0" y="5"/>
                    </a:lnTo>
                    <a:lnTo>
                      <a:pt x="0" y="5"/>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4" name="Freeform 494"/>
              <p:cNvSpPr/>
              <p:nvPr/>
            </p:nvSpPr>
            <p:spPr bwMode="auto">
              <a:xfrm>
                <a:off x="2816" y="3907"/>
                <a:ext cx="2" cy="5"/>
              </a:xfrm>
              <a:custGeom>
                <a:avLst/>
                <a:gdLst/>
                <a:ahLst/>
                <a:cxnLst>
                  <a:cxn ang="0">
                    <a:pos x="2" y="0"/>
                  </a:cxn>
                  <a:cxn ang="0">
                    <a:pos x="2" y="0"/>
                  </a:cxn>
                  <a:cxn ang="0">
                    <a:pos x="0" y="5"/>
                  </a:cxn>
                  <a:cxn ang="0">
                    <a:pos x="0" y="5"/>
                  </a:cxn>
                  <a:cxn ang="0">
                    <a:pos x="2" y="0"/>
                  </a:cxn>
                </a:cxnLst>
                <a:rect l="0" t="0" r="r" b="b"/>
                <a:pathLst>
                  <a:path w="2" h="5">
                    <a:moveTo>
                      <a:pt x="2" y="0"/>
                    </a:moveTo>
                    <a:lnTo>
                      <a:pt x="2" y="0"/>
                    </a:lnTo>
                    <a:lnTo>
                      <a:pt x="0" y="5"/>
                    </a:lnTo>
                    <a:lnTo>
                      <a:pt x="0" y="5"/>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695" name="Freeform 495"/>
              <p:cNvSpPr/>
              <p:nvPr/>
            </p:nvSpPr>
            <p:spPr bwMode="auto">
              <a:xfrm>
                <a:off x="2808" y="3874"/>
                <a:ext cx="2" cy="5"/>
              </a:xfrm>
              <a:custGeom>
                <a:avLst/>
                <a:gdLst/>
                <a:ahLst/>
                <a:cxnLst>
                  <a:cxn ang="0">
                    <a:pos x="2" y="0"/>
                  </a:cxn>
                  <a:cxn ang="0">
                    <a:pos x="0" y="5"/>
                  </a:cxn>
                  <a:cxn ang="0">
                    <a:pos x="0" y="5"/>
                  </a:cxn>
                  <a:cxn ang="0">
                    <a:pos x="2" y="0"/>
                  </a:cxn>
                  <a:cxn ang="0">
                    <a:pos x="2" y="0"/>
                  </a:cxn>
                </a:cxnLst>
                <a:rect l="0" t="0" r="r" b="b"/>
                <a:pathLst>
                  <a:path w="2" h="5">
                    <a:moveTo>
                      <a:pt x="2" y="0"/>
                    </a:moveTo>
                    <a:lnTo>
                      <a:pt x="0" y="5"/>
                    </a:lnTo>
                    <a:lnTo>
                      <a:pt x="0" y="5"/>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696" name="Freeform 496"/>
              <p:cNvSpPr/>
              <p:nvPr/>
            </p:nvSpPr>
            <p:spPr bwMode="auto">
              <a:xfrm>
                <a:off x="2800" y="3879"/>
                <a:ext cx="18" cy="33"/>
              </a:xfrm>
              <a:custGeom>
                <a:avLst/>
                <a:gdLst/>
                <a:ahLst/>
                <a:cxnLst>
                  <a:cxn ang="0">
                    <a:pos x="8" y="0"/>
                  </a:cxn>
                  <a:cxn ang="0">
                    <a:pos x="0" y="20"/>
                  </a:cxn>
                  <a:cxn ang="0">
                    <a:pos x="16" y="33"/>
                  </a:cxn>
                  <a:cxn ang="0">
                    <a:pos x="18" y="28"/>
                  </a:cxn>
                  <a:cxn ang="0">
                    <a:pos x="18" y="28"/>
                  </a:cxn>
                  <a:cxn ang="0">
                    <a:pos x="1" y="15"/>
                  </a:cxn>
                  <a:cxn ang="0">
                    <a:pos x="8" y="0"/>
                  </a:cxn>
                  <a:cxn ang="0">
                    <a:pos x="8" y="0"/>
                  </a:cxn>
                </a:cxnLst>
                <a:rect l="0" t="0" r="r" b="b"/>
                <a:pathLst>
                  <a:path w="18" h="33">
                    <a:moveTo>
                      <a:pt x="8" y="0"/>
                    </a:moveTo>
                    <a:lnTo>
                      <a:pt x="0" y="20"/>
                    </a:lnTo>
                    <a:lnTo>
                      <a:pt x="16" y="33"/>
                    </a:lnTo>
                    <a:lnTo>
                      <a:pt x="18" y="28"/>
                    </a:lnTo>
                    <a:lnTo>
                      <a:pt x="18" y="28"/>
                    </a:lnTo>
                    <a:lnTo>
                      <a:pt x="1" y="15"/>
                    </a:lnTo>
                    <a:lnTo>
                      <a:pt x="8" y="0"/>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7" name="Freeform 497"/>
              <p:cNvSpPr/>
              <p:nvPr/>
            </p:nvSpPr>
            <p:spPr bwMode="auto">
              <a:xfrm>
                <a:off x="2800" y="3879"/>
                <a:ext cx="18" cy="33"/>
              </a:xfrm>
              <a:custGeom>
                <a:avLst/>
                <a:gdLst/>
                <a:ahLst/>
                <a:cxnLst>
                  <a:cxn ang="0">
                    <a:pos x="8" y="0"/>
                  </a:cxn>
                  <a:cxn ang="0">
                    <a:pos x="0" y="20"/>
                  </a:cxn>
                  <a:cxn ang="0">
                    <a:pos x="16" y="33"/>
                  </a:cxn>
                  <a:cxn ang="0">
                    <a:pos x="18" y="28"/>
                  </a:cxn>
                  <a:cxn ang="0">
                    <a:pos x="18" y="28"/>
                  </a:cxn>
                  <a:cxn ang="0">
                    <a:pos x="1" y="15"/>
                  </a:cxn>
                  <a:cxn ang="0">
                    <a:pos x="8" y="0"/>
                  </a:cxn>
                  <a:cxn ang="0">
                    <a:pos x="8" y="0"/>
                  </a:cxn>
                </a:cxnLst>
                <a:rect l="0" t="0" r="r" b="b"/>
                <a:pathLst>
                  <a:path w="18" h="33">
                    <a:moveTo>
                      <a:pt x="8" y="0"/>
                    </a:moveTo>
                    <a:lnTo>
                      <a:pt x="0" y="20"/>
                    </a:lnTo>
                    <a:lnTo>
                      <a:pt x="16" y="33"/>
                    </a:lnTo>
                    <a:lnTo>
                      <a:pt x="18" y="28"/>
                    </a:lnTo>
                    <a:lnTo>
                      <a:pt x="18" y="28"/>
                    </a:lnTo>
                    <a:lnTo>
                      <a:pt x="1" y="15"/>
                    </a:lnTo>
                    <a:lnTo>
                      <a:pt x="8" y="0"/>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698" name="Freeform 498"/>
              <p:cNvSpPr/>
              <p:nvPr/>
            </p:nvSpPr>
            <p:spPr bwMode="auto">
              <a:xfrm>
                <a:off x="2825" y="3559"/>
                <a:ext cx="758" cy="328"/>
              </a:xfrm>
              <a:custGeom>
                <a:avLst/>
                <a:gdLst/>
                <a:ahLst/>
                <a:cxnLst>
                  <a:cxn ang="0">
                    <a:pos x="639" y="0"/>
                  </a:cxn>
                  <a:cxn ang="0">
                    <a:pos x="124" y="0"/>
                  </a:cxn>
                  <a:cxn ang="0">
                    <a:pos x="120" y="0"/>
                  </a:cxn>
                  <a:cxn ang="0">
                    <a:pos x="58" y="169"/>
                  </a:cxn>
                  <a:cxn ang="0">
                    <a:pos x="0" y="328"/>
                  </a:cxn>
                  <a:cxn ang="0">
                    <a:pos x="758" y="328"/>
                  </a:cxn>
                  <a:cxn ang="0">
                    <a:pos x="703" y="176"/>
                  </a:cxn>
                  <a:cxn ang="0">
                    <a:pos x="639" y="0"/>
                  </a:cxn>
                </a:cxnLst>
                <a:rect l="0" t="0" r="r" b="b"/>
                <a:pathLst>
                  <a:path w="758" h="328">
                    <a:moveTo>
                      <a:pt x="639" y="0"/>
                    </a:moveTo>
                    <a:lnTo>
                      <a:pt x="124" y="0"/>
                    </a:lnTo>
                    <a:lnTo>
                      <a:pt x="120" y="0"/>
                    </a:lnTo>
                    <a:lnTo>
                      <a:pt x="58" y="169"/>
                    </a:lnTo>
                    <a:lnTo>
                      <a:pt x="0" y="328"/>
                    </a:lnTo>
                    <a:lnTo>
                      <a:pt x="758" y="328"/>
                    </a:lnTo>
                    <a:lnTo>
                      <a:pt x="703" y="176"/>
                    </a:lnTo>
                    <a:lnTo>
                      <a:pt x="63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99" name="Freeform 499"/>
              <p:cNvSpPr/>
              <p:nvPr/>
            </p:nvSpPr>
            <p:spPr bwMode="auto">
              <a:xfrm>
                <a:off x="2825" y="3559"/>
                <a:ext cx="758" cy="328"/>
              </a:xfrm>
              <a:custGeom>
                <a:avLst/>
                <a:gdLst/>
                <a:ahLst/>
                <a:cxnLst>
                  <a:cxn ang="0">
                    <a:pos x="639" y="0"/>
                  </a:cxn>
                  <a:cxn ang="0">
                    <a:pos x="124" y="0"/>
                  </a:cxn>
                  <a:cxn ang="0">
                    <a:pos x="120" y="0"/>
                  </a:cxn>
                  <a:cxn ang="0">
                    <a:pos x="58" y="169"/>
                  </a:cxn>
                  <a:cxn ang="0">
                    <a:pos x="0" y="328"/>
                  </a:cxn>
                  <a:cxn ang="0">
                    <a:pos x="758" y="328"/>
                  </a:cxn>
                  <a:cxn ang="0">
                    <a:pos x="703" y="176"/>
                  </a:cxn>
                  <a:cxn ang="0">
                    <a:pos x="639" y="0"/>
                  </a:cxn>
                </a:cxnLst>
                <a:rect l="0" t="0" r="r" b="b"/>
                <a:pathLst>
                  <a:path w="758" h="328">
                    <a:moveTo>
                      <a:pt x="639" y="0"/>
                    </a:moveTo>
                    <a:lnTo>
                      <a:pt x="124" y="0"/>
                    </a:lnTo>
                    <a:lnTo>
                      <a:pt x="120" y="0"/>
                    </a:lnTo>
                    <a:lnTo>
                      <a:pt x="58" y="169"/>
                    </a:lnTo>
                    <a:lnTo>
                      <a:pt x="0" y="328"/>
                    </a:lnTo>
                    <a:lnTo>
                      <a:pt x="758" y="328"/>
                    </a:lnTo>
                    <a:lnTo>
                      <a:pt x="703" y="176"/>
                    </a:lnTo>
                    <a:lnTo>
                      <a:pt x="639" y="0"/>
                    </a:lnTo>
                  </a:path>
                </a:pathLst>
              </a:custGeom>
              <a:noFill/>
              <a:ln w="9525">
                <a:noFill/>
                <a:round/>
              </a:ln>
            </p:spPr>
            <p:txBody>
              <a:bodyPr vert="horz" wrap="square" lIns="82938" tIns="41469" rIns="82938" bIns="41469" numCol="1" anchor="t" anchorCtr="0" compatLnSpc="1"/>
              <a:lstStyle/>
              <a:p>
                <a:endParaRPr lang="en-GB" sz="1815"/>
              </a:p>
            </p:txBody>
          </p:sp>
          <p:sp>
            <p:nvSpPr>
              <p:cNvPr id="51700" name="Freeform 500"/>
              <p:cNvSpPr/>
              <p:nvPr/>
            </p:nvSpPr>
            <p:spPr bwMode="auto">
              <a:xfrm>
                <a:off x="2883" y="3559"/>
                <a:ext cx="62" cy="169"/>
              </a:xfrm>
              <a:custGeom>
                <a:avLst/>
                <a:gdLst/>
                <a:ahLst/>
                <a:cxnLst>
                  <a:cxn ang="0">
                    <a:pos x="62" y="0"/>
                  </a:cxn>
                  <a:cxn ang="0">
                    <a:pos x="62" y="0"/>
                  </a:cxn>
                  <a:cxn ang="0">
                    <a:pos x="0" y="169"/>
                  </a:cxn>
                  <a:cxn ang="0">
                    <a:pos x="62" y="0"/>
                  </a:cxn>
                </a:cxnLst>
                <a:rect l="0" t="0" r="r" b="b"/>
                <a:pathLst>
                  <a:path w="62" h="169">
                    <a:moveTo>
                      <a:pt x="62" y="0"/>
                    </a:moveTo>
                    <a:lnTo>
                      <a:pt x="62" y="0"/>
                    </a:lnTo>
                    <a:lnTo>
                      <a:pt x="0" y="169"/>
                    </a:lnTo>
                    <a:lnTo>
                      <a:pt x="6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01" name="Freeform 501"/>
              <p:cNvSpPr/>
              <p:nvPr/>
            </p:nvSpPr>
            <p:spPr bwMode="auto">
              <a:xfrm>
                <a:off x="2883" y="3559"/>
                <a:ext cx="62" cy="169"/>
              </a:xfrm>
              <a:custGeom>
                <a:avLst/>
                <a:gdLst/>
                <a:ahLst/>
                <a:cxnLst>
                  <a:cxn ang="0">
                    <a:pos x="62" y="0"/>
                  </a:cxn>
                  <a:cxn ang="0">
                    <a:pos x="62" y="0"/>
                  </a:cxn>
                  <a:cxn ang="0">
                    <a:pos x="0" y="169"/>
                  </a:cxn>
                  <a:cxn ang="0">
                    <a:pos x="62" y="0"/>
                  </a:cxn>
                </a:cxnLst>
                <a:rect l="0" t="0" r="r" b="b"/>
                <a:pathLst>
                  <a:path w="62" h="169">
                    <a:moveTo>
                      <a:pt x="62" y="0"/>
                    </a:moveTo>
                    <a:lnTo>
                      <a:pt x="62" y="0"/>
                    </a:lnTo>
                    <a:lnTo>
                      <a:pt x="0" y="169"/>
                    </a:lnTo>
                    <a:lnTo>
                      <a:pt x="62" y="0"/>
                    </a:lnTo>
                  </a:path>
                </a:pathLst>
              </a:custGeom>
              <a:noFill/>
              <a:ln w="9525">
                <a:noFill/>
                <a:round/>
              </a:ln>
            </p:spPr>
            <p:txBody>
              <a:bodyPr vert="horz" wrap="square" lIns="82938" tIns="41469" rIns="82938" bIns="41469" numCol="1" anchor="t" anchorCtr="0" compatLnSpc="1"/>
              <a:lstStyle/>
              <a:p>
                <a:endParaRPr lang="en-GB" sz="1815"/>
              </a:p>
            </p:txBody>
          </p:sp>
          <p:sp>
            <p:nvSpPr>
              <p:cNvPr id="51702" name="Freeform 502"/>
              <p:cNvSpPr/>
              <p:nvPr/>
            </p:nvSpPr>
            <p:spPr bwMode="auto">
              <a:xfrm>
                <a:off x="2935" y="3525"/>
                <a:ext cx="2" cy="5"/>
              </a:xfrm>
              <a:custGeom>
                <a:avLst/>
                <a:gdLst/>
                <a:ahLst/>
                <a:cxnLst>
                  <a:cxn ang="0">
                    <a:pos x="2" y="0"/>
                  </a:cxn>
                  <a:cxn ang="0">
                    <a:pos x="0" y="5"/>
                  </a:cxn>
                  <a:cxn ang="0">
                    <a:pos x="2" y="0"/>
                  </a:cxn>
                  <a:cxn ang="0">
                    <a:pos x="2" y="0"/>
                  </a:cxn>
                </a:cxnLst>
                <a:rect l="0" t="0" r="r" b="b"/>
                <a:pathLst>
                  <a:path w="2" h="5">
                    <a:moveTo>
                      <a:pt x="2" y="0"/>
                    </a:moveTo>
                    <a:lnTo>
                      <a:pt x="0" y="5"/>
                    </a:lnTo>
                    <a:lnTo>
                      <a:pt x="2" y="0"/>
                    </a:lnTo>
                    <a:lnTo>
                      <a:pt x="2"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03" name="Freeform 503"/>
              <p:cNvSpPr/>
              <p:nvPr/>
            </p:nvSpPr>
            <p:spPr bwMode="auto">
              <a:xfrm>
                <a:off x="2935" y="3525"/>
                <a:ext cx="2" cy="5"/>
              </a:xfrm>
              <a:custGeom>
                <a:avLst/>
                <a:gdLst/>
                <a:ahLst/>
                <a:cxnLst>
                  <a:cxn ang="0">
                    <a:pos x="2" y="0"/>
                  </a:cxn>
                  <a:cxn ang="0">
                    <a:pos x="0" y="5"/>
                  </a:cxn>
                  <a:cxn ang="0">
                    <a:pos x="2" y="0"/>
                  </a:cxn>
                  <a:cxn ang="0">
                    <a:pos x="2" y="0"/>
                  </a:cxn>
                </a:cxnLst>
                <a:rect l="0" t="0" r="r" b="b"/>
                <a:pathLst>
                  <a:path w="2" h="5">
                    <a:moveTo>
                      <a:pt x="2" y="0"/>
                    </a:moveTo>
                    <a:lnTo>
                      <a:pt x="0" y="5"/>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04" name="Freeform 504"/>
              <p:cNvSpPr/>
              <p:nvPr/>
            </p:nvSpPr>
            <p:spPr bwMode="auto">
              <a:xfrm>
                <a:off x="2825" y="3728"/>
                <a:ext cx="758" cy="159"/>
              </a:xfrm>
              <a:custGeom>
                <a:avLst/>
                <a:gdLst/>
                <a:ahLst/>
                <a:cxnLst>
                  <a:cxn ang="0">
                    <a:pos x="58" y="0"/>
                  </a:cxn>
                  <a:cxn ang="0">
                    <a:pos x="0" y="159"/>
                  </a:cxn>
                  <a:cxn ang="0">
                    <a:pos x="758" y="159"/>
                  </a:cxn>
                  <a:cxn ang="0">
                    <a:pos x="703" y="7"/>
                  </a:cxn>
                  <a:cxn ang="0">
                    <a:pos x="758" y="159"/>
                  </a:cxn>
                  <a:cxn ang="0">
                    <a:pos x="0" y="159"/>
                  </a:cxn>
                  <a:cxn ang="0">
                    <a:pos x="58" y="0"/>
                  </a:cxn>
                </a:cxnLst>
                <a:rect l="0" t="0" r="r" b="b"/>
                <a:pathLst>
                  <a:path w="758" h="159">
                    <a:moveTo>
                      <a:pt x="58" y="0"/>
                    </a:moveTo>
                    <a:lnTo>
                      <a:pt x="0" y="159"/>
                    </a:lnTo>
                    <a:lnTo>
                      <a:pt x="758" y="159"/>
                    </a:lnTo>
                    <a:lnTo>
                      <a:pt x="703" y="7"/>
                    </a:lnTo>
                    <a:lnTo>
                      <a:pt x="758" y="159"/>
                    </a:lnTo>
                    <a:lnTo>
                      <a:pt x="0" y="159"/>
                    </a:lnTo>
                    <a:lnTo>
                      <a:pt x="5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05" name="Freeform 505"/>
              <p:cNvSpPr/>
              <p:nvPr/>
            </p:nvSpPr>
            <p:spPr bwMode="auto">
              <a:xfrm>
                <a:off x="2825" y="3728"/>
                <a:ext cx="758" cy="159"/>
              </a:xfrm>
              <a:custGeom>
                <a:avLst/>
                <a:gdLst/>
                <a:ahLst/>
                <a:cxnLst>
                  <a:cxn ang="0">
                    <a:pos x="58" y="0"/>
                  </a:cxn>
                  <a:cxn ang="0">
                    <a:pos x="0" y="159"/>
                  </a:cxn>
                  <a:cxn ang="0">
                    <a:pos x="758" y="159"/>
                  </a:cxn>
                  <a:cxn ang="0">
                    <a:pos x="703" y="7"/>
                  </a:cxn>
                  <a:cxn ang="0">
                    <a:pos x="758" y="159"/>
                  </a:cxn>
                  <a:cxn ang="0">
                    <a:pos x="0" y="159"/>
                  </a:cxn>
                  <a:cxn ang="0">
                    <a:pos x="58" y="0"/>
                  </a:cxn>
                </a:cxnLst>
                <a:rect l="0" t="0" r="r" b="b"/>
                <a:pathLst>
                  <a:path w="758" h="159">
                    <a:moveTo>
                      <a:pt x="58" y="0"/>
                    </a:moveTo>
                    <a:lnTo>
                      <a:pt x="0" y="159"/>
                    </a:lnTo>
                    <a:lnTo>
                      <a:pt x="758" y="159"/>
                    </a:lnTo>
                    <a:lnTo>
                      <a:pt x="703" y="7"/>
                    </a:lnTo>
                    <a:lnTo>
                      <a:pt x="758" y="159"/>
                    </a:lnTo>
                    <a:lnTo>
                      <a:pt x="0" y="159"/>
                    </a:lnTo>
                    <a:lnTo>
                      <a:pt x="58" y="0"/>
                    </a:lnTo>
                  </a:path>
                </a:pathLst>
              </a:custGeom>
              <a:noFill/>
              <a:ln w="9525">
                <a:noFill/>
                <a:round/>
              </a:ln>
            </p:spPr>
            <p:txBody>
              <a:bodyPr vert="horz" wrap="square" lIns="82938" tIns="41469" rIns="82938" bIns="41469" numCol="1" anchor="t" anchorCtr="0" compatLnSpc="1"/>
              <a:lstStyle/>
              <a:p>
                <a:endParaRPr lang="en-GB" sz="1815"/>
              </a:p>
            </p:txBody>
          </p:sp>
          <p:sp>
            <p:nvSpPr>
              <p:cNvPr id="51706" name="Freeform 506"/>
              <p:cNvSpPr/>
              <p:nvPr/>
            </p:nvSpPr>
            <p:spPr bwMode="auto">
              <a:xfrm>
                <a:off x="2873" y="3552"/>
                <a:ext cx="54" cy="144"/>
              </a:xfrm>
              <a:custGeom>
                <a:avLst/>
                <a:gdLst/>
                <a:ahLst/>
                <a:cxnLst>
                  <a:cxn ang="0">
                    <a:pos x="54" y="0"/>
                  </a:cxn>
                  <a:cxn ang="0">
                    <a:pos x="0" y="144"/>
                  </a:cxn>
                  <a:cxn ang="0">
                    <a:pos x="54" y="0"/>
                  </a:cxn>
                  <a:cxn ang="0">
                    <a:pos x="54" y="0"/>
                  </a:cxn>
                </a:cxnLst>
                <a:rect l="0" t="0" r="r" b="b"/>
                <a:pathLst>
                  <a:path w="54" h="144">
                    <a:moveTo>
                      <a:pt x="54" y="0"/>
                    </a:moveTo>
                    <a:lnTo>
                      <a:pt x="0" y="144"/>
                    </a:lnTo>
                    <a:lnTo>
                      <a:pt x="54" y="0"/>
                    </a:lnTo>
                    <a:lnTo>
                      <a:pt x="5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07" name="Freeform 507"/>
              <p:cNvSpPr/>
              <p:nvPr/>
            </p:nvSpPr>
            <p:spPr bwMode="auto">
              <a:xfrm>
                <a:off x="2873" y="3552"/>
                <a:ext cx="54" cy="144"/>
              </a:xfrm>
              <a:custGeom>
                <a:avLst/>
                <a:gdLst/>
                <a:ahLst/>
                <a:cxnLst>
                  <a:cxn ang="0">
                    <a:pos x="54" y="0"/>
                  </a:cxn>
                  <a:cxn ang="0">
                    <a:pos x="0" y="144"/>
                  </a:cxn>
                  <a:cxn ang="0">
                    <a:pos x="54" y="0"/>
                  </a:cxn>
                  <a:cxn ang="0">
                    <a:pos x="54" y="0"/>
                  </a:cxn>
                </a:cxnLst>
                <a:rect l="0" t="0" r="r" b="b"/>
                <a:pathLst>
                  <a:path w="54" h="144">
                    <a:moveTo>
                      <a:pt x="54" y="0"/>
                    </a:moveTo>
                    <a:lnTo>
                      <a:pt x="0" y="144"/>
                    </a:lnTo>
                    <a:lnTo>
                      <a:pt x="54" y="0"/>
                    </a:lnTo>
                    <a:lnTo>
                      <a:pt x="54" y="0"/>
                    </a:lnTo>
                  </a:path>
                </a:pathLst>
              </a:custGeom>
              <a:noFill/>
              <a:ln w="9525">
                <a:noFill/>
                <a:round/>
              </a:ln>
            </p:spPr>
            <p:txBody>
              <a:bodyPr vert="horz" wrap="square" lIns="82938" tIns="41469" rIns="82938" bIns="41469" numCol="1" anchor="t" anchorCtr="0" compatLnSpc="1"/>
              <a:lstStyle/>
              <a:p>
                <a:endParaRPr lang="en-GB" sz="1815"/>
              </a:p>
            </p:txBody>
          </p:sp>
          <p:sp>
            <p:nvSpPr>
              <p:cNvPr id="51708" name="Freeform 508"/>
              <p:cNvSpPr/>
              <p:nvPr/>
            </p:nvSpPr>
            <p:spPr bwMode="auto">
              <a:xfrm>
                <a:off x="2810" y="3552"/>
                <a:ext cx="135" cy="335"/>
              </a:xfrm>
              <a:custGeom>
                <a:avLst/>
                <a:gdLst/>
                <a:ahLst/>
                <a:cxnLst>
                  <a:cxn ang="0">
                    <a:pos x="117" y="0"/>
                  </a:cxn>
                  <a:cxn ang="0">
                    <a:pos x="63" y="144"/>
                  </a:cxn>
                  <a:cxn ang="0">
                    <a:pos x="0" y="322"/>
                  </a:cxn>
                  <a:cxn ang="0">
                    <a:pos x="15" y="335"/>
                  </a:cxn>
                  <a:cxn ang="0">
                    <a:pos x="15" y="335"/>
                  </a:cxn>
                  <a:cxn ang="0">
                    <a:pos x="73" y="176"/>
                  </a:cxn>
                  <a:cxn ang="0">
                    <a:pos x="135" y="7"/>
                  </a:cxn>
                  <a:cxn ang="0">
                    <a:pos x="135" y="7"/>
                  </a:cxn>
                  <a:cxn ang="0">
                    <a:pos x="135" y="7"/>
                  </a:cxn>
                  <a:cxn ang="0">
                    <a:pos x="134" y="13"/>
                  </a:cxn>
                  <a:cxn ang="0">
                    <a:pos x="117" y="0"/>
                  </a:cxn>
                </a:cxnLst>
                <a:rect l="0" t="0" r="r" b="b"/>
                <a:pathLst>
                  <a:path w="135" h="335">
                    <a:moveTo>
                      <a:pt x="117" y="0"/>
                    </a:moveTo>
                    <a:lnTo>
                      <a:pt x="63" y="144"/>
                    </a:lnTo>
                    <a:lnTo>
                      <a:pt x="0" y="322"/>
                    </a:lnTo>
                    <a:lnTo>
                      <a:pt x="15" y="335"/>
                    </a:lnTo>
                    <a:lnTo>
                      <a:pt x="15" y="335"/>
                    </a:lnTo>
                    <a:lnTo>
                      <a:pt x="73" y="176"/>
                    </a:lnTo>
                    <a:lnTo>
                      <a:pt x="135" y="7"/>
                    </a:lnTo>
                    <a:lnTo>
                      <a:pt x="135" y="7"/>
                    </a:lnTo>
                    <a:lnTo>
                      <a:pt x="135" y="7"/>
                    </a:lnTo>
                    <a:lnTo>
                      <a:pt x="134" y="13"/>
                    </a:lnTo>
                    <a:lnTo>
                      <a:pt x="1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09" name="Freeform 509"/>
              <p:cNvSpPr/>
              <p:nvPr/>
            </p:nvSpPr>
            <p:spPr bwMode="auto">
              <a:xfrm>
                <a:off x="2810" y="3552"/>
                <a:ext cx="135" cy="335"/>
              </a:xfrm>
              <a:custGeom>
                <a:avLst/>
                <a:gdLst/>
                <a:ahLst/>
                <a:cxnLst>
                  <a:cxn ang="0">
                    <a:pos x="117" y="0"/>
                  </a:cxn>
                  <a:cxn ang="0">
                    <a:pos x="63" y="144"/>
                  </a:cxn>
                  <a:cxn ang="0">
                    <a:pos x="0" y="322"/>
                  </a:cxn>
                  <a:cxn ang="0">
                    <a:pos x="15" y="335"/>
                  </a:cxn>
                  <a:cxn ang="0">
                    <a:pos x="15" y="335"/>
                  </a:cxn>
                  <a:cxn ang="0">
                    <a:pos x="73" y="176"/>
                  </a:cxn>
                  <a:cxn ang="0">
                    <a:pos x="135" y="7"/>
                  </a:cxn>
                  <a:cxn ang="0">
                    <a:pos x="135" y="7"/>
                  </a:cxn>
                  <a:cxn ang="0">
                    <a:pos x="135" y="7"/>
                  </a:cxn>
                  <a:cxn ang="0">
                    <a:pos x="134" y="13"/>
                  </a:cxn>
                  <a:cxn ang="0">
                    <a:pos x="117" y="0"/>
                  </a:cxn>
                </a:cxnLst>
                <a:rect l="0" t="0" r="r" b="b"/>
                <a:pathLst>
                  <a:path w="135" h="335">
                    <a:moveTo>
                      <a:pt x="117" y="0"/>
                    </a:moveTo>
                    <a:lnTo>
                      <a:pt x="63" y="144"/>
                    </a:lnTo>
                    <a:lnTo>
                      <a:pt x="0" y="322"/>
                    </a:lnTo>
                    <a:lnTo>
                      <a:pt x="15" y="335"/>
                    </a:lnTo>
                    <a:lnTo>
                      <a:pt x="15" y="335"/>
                    </a:lnTo>
                    <a:lnTo>
                      <a:pt x="73" y="176"/>
                    </a:lnTo>
                    <a:lnTo>
                      <a:pt x="135" y="7"/>
                    </a:lnTo>
                    <a:lnTo>
                      <a:pt x="135" y="7"/>
                    </a:lnTo>
                    <a:lnTo>
                      <a:pt x="135" y="7"/>
                    </a:lnTo>
                    <a:lnTo>
                      <a:pt x="134" y="13"/>
                    </a:lnTo>
                    <a:lnTo>
                      <a:pt x="117" y="0"/>
                    </a:lnTo>
                  </a:path>
                </a:pathLst>
              </a:custGeom>
              <a:noFill/>
              <a:ln w="9525">
                <a:noFill/>
                <a:round/>
              </a:ln>
            </p:spPr>
            <p:txBody>
              <a:bodyPr vert="horz" wrap="square" lIns="82938" tIns="41469" rIns="82938" bIns="41469" numCol="1" anchor="t" anchorCtr="0" compatLnSpc="1"/>
              <a:lstStyle/>
              <a:p>
                <a:endParaRPr lang="en-GB" sz="1815"/>
              </a:p>
            </p:txBody>
          </p:sp>
          <p:sp>
            <p:nvSpPr>
              <p:cNvPr id="51710" name="Rectangle 510"/>
              <p:cNvSpPr>
                <a:spLocks noChangeArrowheads="1"/>
              </p:cNvSpPr>
              <p:nvPr/>
            </p:nvSpPr>
            <p:spPr bwMode="auto">
              <a:xfrm>
                <a:off x="2927" y="3552"/>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711" name="Rectangle 511"/>
              <p:cNvSpPr>
                <a:spLocks noChangeArrowheads="1"/>
              </p:cNvSpPr>
              <p:nvPr/>
            </p:nvSpPr>
            <p:spPr bwMode="auto">
              <a:xfrm>
                <a:off x="2927" y="3552"/>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12" name="Freeform 512"/>
              <p:cNvSpPr/>
              <p:nvPr/>
            </p:nvSpPr>
            <p:spPr bwMode="auto">
              <a:xfrm>
                <a:off x="2927" y="3539"/>
                <a:ext cx="18" cy="26"/>
              </a:xfrm>
              <a:custGeom>
                <a:avLst/>
                <a:gdLst/>
                <a:ahLst/>
                <a:cxnLst>
                  <a:cxn ang="0">
                    <a:pos x="5" y="0"/>
                  </a:cxn>
                  <a:cxn ang="0">
                    <a:pos x="5" y="0"/>
                  </a:cxn>
                  <a:cxn ang="0">
                    <a:pos x="0" y="13"/>
                  </a:cxn>
                  <a:cxn ang="0">
                    <a:pos x="0" y="13"/>
                  </a:cxn>
                  <a:cxn ang="0">
                    <a:pos x="0" y="13"/>
                  </a:cxn>
                  <a:cxn ang="0">
                    <a:pos x="17" y="26"/>
                  </a:cxn>
                  <a:cxn ang="0">
                    <a:pos x="18" y="20"/>
                  </a:cxn>
                  <a:cxn ang="0">
                    <a:pos x="18" y="20"/>
                  </a:cxn>
                  <a:cxn ang="0">
                    <a:pos x="2" y="6"/>
                  </a:cxn>
                  <a:cxn ang="0">
                    <a:pos x="5" y="0"/>
                  </a:cxn>
                </a:cxnLst>
                <a:rect l="0" t="0" r="r" b="b"/>
                <a:pathLst>
                  <a:path w="18" h="26">
                    <a:moveTo>
                      <a:pt x="5" y="0"/>
                    </a:moveTo>
                    <a:lnTo>
                      <a:pt x="5" y="0"/>
                    </a:lnTo>
                    <a:lnTo>
                      <a:pt x="0" y="13"/>
                    </a:lnTo>
                    <a:lnTo>
                      <a:pt x="0" y="13"/>
                    </a:lnTo>
                    <a:lnTo>
                      <a:pt x="0" y="13"/>
                    </a:lnTo>
                    <a:lnTo>
                      <a:pt x="17" y="26"/>
                    </a:lnTo>
                    <a:lnTo>
                      <a:pt x="18" y="20"/>
                    </a:lnTo>
                    <a:lnTo>
                      <a:pt x="18" y="20"/>
                    </a:lnTo>
                    <a:lnTo>
                      <a:pt x="2" y="6"/>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13" name="Freeform 513"/>
              <p:cNvSpPr/>
              <p:nvPr/>
            </p:nvSpPr>
            <p:spPr bwMode="auto">
              <a:xfrm>
                <a:off x="2927" y="3539"/>
                <a:ext cx="18" cy="26"/>
              </a:xfrm>
              <a:custGeom>
                <a:avLst/>
                <a:gdLst/>
                <a:ahLst/>
                <a:cxnLst>
                  <a:cxn ang="0">
                    <a:pos x="5" y="0"/>
                  </a:cxn>
                  <a:cxn ang="0">
                    <a:pos x="5" y="0"/>
                  </a:cxn>
                  <a:cxn ang="0">
                    <a:pos x="0" y="13"/>
                  </a:cxn>
                  <a:cxn ang="0">
                    <a:pos x="0" y="13"/>
                  </a:cxn>
                  <a:cxn ang="0">
                    <a:pos x="0" y="13"/>
                  </a:cxn>
                  <a:cxn ang="0">
                    <a:pos x="17" y="26"/>
                  </a:cxn>
                  <a:cxn ang="0">
                    <a:pos x="18" y="20"/>
                  </a:cxn>
                  <a:cxn ang="0">
                    <a:pos x="18" y="20"/>
                  </a:cxn>
                  <a:cxn ang="0">
                    <a:pos x="2" y="6"/>
                  </a:cxn>
                  <a:cxn ang="0">
                    <a:pos x="5" y="0"/>
                  </a:cxn>
                </a:cxnLst>
                <a:rect l="0" t="0" r="r" b="b"/>
                <a:pathLst>
                  <a:path w="18" h="26">
                    <a:moveTo>
                      <a:pt x="5" y="0"/>
                    </a:moveTo>
                    <a:lnTo>
                      <a:pt x="5" y="0"/>
                    </a:lnTo>
                    <a:lnTo>
                      <a:pt x="0" y="13"/>
                    </a:lnTo>
                    <a:lnTo>
                      <a:pt x="0" y="13"/>
                    </a:lnTo>
                    <a:lnTo>
                      <a:pt x="0" y="13"/>
                    </a:lnTo>
                    <a:lnTo>
                      <a:pt x="17" y="26"/>
                    </a:lnTo>
                    <a:lnTo>
                      <a:pt x="18" y="20"/>
                    </a:lnTo>
                    <a:lnTo>
                      <a:pt x="18" y="20"/>
                    </a:lnTo>
                    <a:lnTo>
                      <a:pt x="2" y="6"/>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14" name="Freeform 514"/>
              <p:cNvSpPr/>
              <p:nvPr/>
            </p:nvSpPr>
            <p:spPr bwMode="auto">
              <a:xfrm>
                <a:off x="2818" y="3887"/>
                <a:ext cx="772" cy="20"/>
              </a:xfrm>
              <a:custGeom>
                <a:avLst/>
                <a:gdLst/>
                <a:ahLst/>
                <a:cxnLst>
                  <a:cxn ang="0">
                    <a:pos x="765" y="0"/>
                  </a:cxn>
                  <a:cxn ang="0">
                    <a:pos x="7" y="0"/>
                  </a:cxn>
                  <a:cxn ang="0">
                    <a:pos x="3" y="12"/>
                  </a:cxn>
                  <a:cxn ang="0">
                    <a:pos x="0" y="20"/>
                  </a:cxn>
                  <a:cxn ang="0">
                    <a:pos x="772" y="20"/>
                  </a:cxn>
                  <a:cxn ang="0">
                    <a:pos x="770" y="15"/>
                  </a:cxn>
                  <a:cxn ang="0">
                    <a:pos x="770" y="15"/>
                  </a:cxn>
                  <a:cxn ang="0">
                    <a:pos x="770" y="13"/>
                  </a:cxn>
                  <a:cxn ang="0">
                    <a:pos x="770" y="13"/>
                  </a:cxn>
                  <a:cxn ang="0">
                    <a:pos x="770" y="13"/>
                  </a:cxn>
                  <a:cxn ang="0">
                    <a:pos x="765" y="0"/>
                  </a:cxn>
                </a:cxnLst>
                <a:rect l="0" t="0" r="r" b="b"/>
                <a:pathLst>
                  <a:path w="772" h="20">
                    <a:moveTo>
                      <a:pt x="765" y="0"/>
                    </a:moveTo>
                    <a:lnTo>
                      <a:pt x="7" y="0"/>
                    </a:lnTo>
                    <a:lnTo>
                      <a:pt x="3" y="12"/>
                    </a:lnTo>
                    <a:lnTo>
                      <a:pt x="0" y="20"/>
                    </a:lnTo>
                    <a:lnTo>
                      <a:pt x="772" y="20"/>
                    </a:lnTo>
                    <a:lnTo>
                      <a:pt x="770" y="15"/>
                    </a:lnTo>
                    <a:lnTo>
                      <a:pt x="770" y="15"/>
                    </a:lnTo>
                    <a:lnTo>
                      <a:pt x="770" y="13"/>
                    </a:lnTo>
                    <a:lnTo>
                      <a:pt x="770" y="13"/>
                    </a:lnTo>
                    <a:lnTo>
                      <a:pt x="770" y="13"/>
                    </a:lnTo>
                    <a:lnTo>
                      <a:pt x="76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15" name="Freeform 515"/>
              <p:cNvSpPr/>
              <p:nvPr/>
            </p:nvSpPr>
            <p:spPr bwMode="auto">
              <a:xfrm>
                <a:off x="2818" y="3887"/>
                <a:ext cx="772" cy="20"/>
              </a:xfrm>
              <a:custGeom>
                <a:avLst/>
                <a:gdLst/>
                <a:ahLst/>
                <a:cxnLst>
                  <a:cxn ang="0">
                    <a:pos x="765" y="0"/>
                  </a:cxn>
                  <a:cxn ang="0">
                    <a:pos x="7" y="0"/>
                  </a:cxn>
                  <a:cxn ang="0">
                    <a:pos x="3" y="12"/>
                  </a:cxn>
                  <a:cxn ang="0">
                    <a:pos x="0" y="20"/>
                  </a:cxn>
                  <a:cxn ang="0">
                    <a:pos x="772" y="20"/>
                  </a:cxn>
                  <a:cxn ang="0">
                    <a:pos x="770" y="15"/>
                  </a:cxn>
                  <a:cxn ang="0">
                    <a:pos x="770" y="15"/>
                  </a:cxn>
                  <a:cxn ang="0">
                    <a:pos x="770" y="13"/>
                  </a:cxn>
                  <a:cxn ang="0">
                    <a:pos x="770" y="13"/>
                  </a:cxn>
                  <a:cxn ang="0">
                    <a:pos x="770" y="13"/>
                  </a:cxn>
                  <a:cxn ang="0">
                    <a:pos x="765" y="0"/>
                  </a:cxn>
                </a:cxnLst>
                <a:rect l="0" t="0" r="r" b="b"/>
                <a:pathLst>
                  <a:path w="772" h="20">
                    <a:moveTo>
                      <a:pt x="765" y="0"/>
                    </a:moveTo>
                    <a:lnTo>
                      <a:pt x="7" y="0"/>
                    </a:lnTo>
                    <a:lnTo>
                      <a:pt x="3" y="12"/>
                    </a:lnTo>
                    <a:lnTo>
                      <a:pt x="0" y="20"/>
                    </a:lnTo>
                    <a:lnTo>
                      <a:pt x="772" y="20"/>
                    </a:lnTo>
                    <a:lnTo>
                      <a:pt x="770" y="15"/>
                    </a:lnTo>
                    <a:lnTo>
                      <a:pt x="770" y="15"/>
                    </a:lnTo>
                    <a:lnTo>
                      <a:pt x="770" y="13"/>
                    </a:lnTo>
                    <a:lnTo>
                      <a:pt x="770" y="13"/>
                    </a:lnTo>
                    <a:lnTo>
                      <a:pt x="770" y="13"/>
                    </a:lnTo>
                    <a:lnTo>
                      <a:pt x="765" y="0"/>
                    </a:lnTo>
                  </a:path>
                </a:pathLst>
              </a:custGeom>
              <a:noFill/>
              <a:ln w="9525">
                <a:noFill/>
                <a:round/>
              </a:ln>
            </p:spPr>
            <p:txBody>
              <a:bodyPr vert="horz" wrap="square" lIns="82938" tIns="41469" rIns="82938" bIns="41469" numCol="1" anchor="t" anchorCtr="0" compatLnSpc="1"/>
              <a:lstStyle/>
              <a:p>
                <a:endParaRPr lang="en-GB" sz="1815"/>
              </a:p>
            </p:txBody>
          </p:sp>
          <p:sp>
            <p:nvSpPr>
              <p:cNvPr id="51716" name="Freeform 516"/>
              <p:cNvSpPr>
                <a:spLocks noEditPoints="1"/>
              </p:cNvSpPr>
              <p:nvPr/>
            </p:nvSpPr>
            <p:spPr bwMode="auto">
              <a:xfrm>
                <a:off x="2808" y="3874"/>
                <a:ext cx="17" cy="33"/>
              </a:xfrm>
              <a:custGeom>
                <a:avLst/>
                <a:gdLst/>
                <a:ahLst/>
                <a:cxnLst>
                  <a:cxn ang="0">
                    <a:pos x="10" y="13"/>
                  </a:cxn>
                  <a:cxn ang="0">
                    <a:pos x="10" y="13"/>
                  </a:cxn>
                  <a:cxn ang="0">
                    <a:pos x="2" y="0"/>
                  </a:cxn>
                  <a:cxn ang="0">
                    <a:pos x="0" y="5"/>
                  </a:cxn>
                  <a:cxn ang="0">
                    <a:pos x="10" y="13"/>
                  </a:cxn>
                  <a:cxn ang="0">
                    <a:pos x="15" y="18"/>
                  </a:cxn>
                  <a:cxn ang="0">
                    <a:pos x="10" y="33"/>
                  </a:cxn>
                  <a:cxn ang="0">
                    <a:pos x="10" y="33"/>
                  </a:cxn>
                  <a:cxn ang="0">
                    <a:pos x="13" y="25"/>
                  </a:cxn>
                  <a:cxn ang="0">
                    <a:pos x="17" y="13"/>
                  </a:cxn>
                  <a:cxn ang="0">
                    <a:pos x="17" y="13"/>
                  </a:cxn>
                  <a:cxn ang="0">
                    <a:pos x="2" y="0"/>
                  </a:cxn>
                </a:cxnLst>
                <a:rect l="0" t="0" r="r" b="b"/>
                <a:pathLst>
                  <a:path w="17" h="33">
                    <a:moveTo>
                      <a:pt x="10" y="13"/>
                    </a:moveTo>
                    <a:lnTo>
                      <a:pt x="10" y="13"/>
                    </a:lnTo>
                    <a:close/>
                    <a:moveTo>
                      <a:pt x="2" y="0"/>
                    </a:moveTo>
                    <a:lnTo>
                      <a:pt x="0" y="5"/>
                    </a:lnTo>
                    <a:lnTo>
                      <a:pt x="10" y="13"/>
                    </a:lnTo>
                    <a:lnTo>
                      <a:pt x="15" y="18"/>
                    </a:lnTo>
                    <a:lnTo>
                      <a:pt x="10" y="33"/>
                    </a:lnTo>
                    <a:lnTo>
                      <a:pt x="10" y="33"/>
                    </a:lnTo>
                    <a:lnTo>
                      <a:pt x="13" y="25"/>
                    </a:lnTo>
                    <a:lnTo>
                      <a:pt x="17" y="13"/>
                    </a:lnTo>
                    <a:lnTo>
                      <a:pt x="17" y="1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17" name="Line 517"/>
              <p:cNvSpPr>
                <a:spLocks noChangeShapeType="1"/>
              </p:cNvSpPr>
              <p:nvPr/>
            </p:nvSpPr>
            <p:spPr bwMode="auto">
              <a:xfrm>
                <a:off x="2818" y="3887"/>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718" name="Freeform 518"/>
              <p:cNvSpPr/>
              <p:nvPr/>
            </p:nvSpPr>
            <p:spPr bwMode="auto">
              <a:xfrm>
                <a:off x="2808" y="3874"/>
                <a:ext cx="17" cy="33"/>
              </a:xfrm>
              <a:custGeom>
                <a:avLst/>
                <a:gdLst/>
                <a:ahLst/>
                <a:cxnLst>
                  <a:cxn ang="0">
                    <a:pos x="2" y="0"/>
                  </a:cxn>
                  <a:cxn ang="0">
                    <a:pos x="0" y="5"/>
                  </a:cxn>
                  <a:cxn ang="0">
                    <a:pos x="10" y="13"/>
                  </a:cxn>
                  <a:cxn ang="0">
                    <a:pos x="15" y="18"/>
                  </a:cxn>
                  <a:cxn ang="0">
                    <a:pos x="10" y="33"/>
                  </a:cxn>
                  <a:cxn ang="0">
                    <a:pos x="10" y="33"/>
                  </a:cxn>
                  <a:cxn ang="0">
                    <a:pos x="13" y="25"/>
                  </a:cxn>
                  <a:cxn ang="0">
                    <a:pos x="17" y="13"/>
                  </a:cxn>
                  <a:cxn ang="0">
                    <a:pos x="17" y="13"/>
                  </a:cxn>
                  <a:cxn ang="0">
                    <a:pos x="2" y="0"/>
                  </a:cxn>
                </a:cxnLst>
                <a:rect l="0" t="0" r="r" b="b"/>
                <a:pathLst>
                  <a:path w="17" h="33">
                    <a:moveTo>
                      <a:pt x="2" y="0"/>
                    </a:moveTo>
                    <a:lnTo>
                      <a:pt x="0" y="5"/>
                    </a:lnTo>
                    <a:lnTo>
                      <a:pt x="10" y="13"/>
                    </a:lnTo>
                    <a:lnTo>
                      <a:pt x="15" y="18"/>
                    </a:lnTo>
                    <a:lnTo>
                      <a:pt x="10" y="33"/>
                    </a:lnTo>
                    <a:lnTo>
                      <a:pt x="10" y="33"/>
                    </a:lnTo>
                    <a:lnTo>
                      <a:pt x="13" y="25"/>
                    </a:lnTo>
                    <a:lnTo>
                      <a:pt x="17" y="13"/>
                    </a:lnTo>
                    <a:lnTo>
                      <a:pt x="17" y="1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19" name="Freeform 519"/>
              <p:cNvSpPr/>
              <p:nvPr/>
            </p:nvSpPr>
            <p:spPr bwMode="auto">
              <a:xfrm>
                <a:off x="2801" y="3879"/>
                <a:ext cx="22" cy="28"/>
              </a:xfrm>
              <a:custGeom>
                <a:avLst/>
                <a:gdLst/>
                <a:ahLst/>
                <a:cxnLst>
                  <a:cxn ang="0">
                    <a:pos x="7" y="0"/>
                  </a:cxn>
                  <a:cxn ang="0">
                    <a:pos x="0" y="15"/>
                  </a:cxn>
                  <a:cxn ang="0">
                    <a:pos x="17" y="28"/>
                  </a:cxn>
                  <a:cxn ang="0">
                    <a:pos x="17" y="28"/>
                  </a:cxn>
                  <a:cxn ang="0">
                    <a:pos x="22" y="13"/>
                  </a:cxn>
                  <a:cxn ang="0">
                    <a:pos x="17" y="8"/>
                  </a:cxn>
                  <a:cxn ang="0">
                    <a:pos x="10" y="16"/>
                  </a:cxn>
                  <a:cxn ang="0">
                    <a:pos x="17" y="8"/>
                  </a:cxn>
                  <a:cxn ang="0">
                    <a:pos x="7" y="0"/>
                  </a:cxn>
                </a:cxnLst>
                <a:rect l="0" t="0" r="r" b="b"/>
                <a:pathLst>
                  <a:path w="22" h="28">
                    <a:moveTo>
                      <a:pt x="7" y="0"/>
                    </a:moveTo>
                    <a:lnTo>
                      <a:pt x="0" y="15"/>
                    </a:lnTo>
                    <a:lnTo>
                      <a:pt x="17" y="28"/>
                    </a:lnTo>
                    <a:lnTo>
                      <a:pt x="17" y="28"/>
                    </a:lnTo>
                    <a:lnTo>
                      <a:pt x="22" y="13"/>
                    </a:lnTo>
                    <a:lnTo>
                      <a:pt x="17" y="8"/>
                    </a:lnTo>
                    <a:lnTo>
                      <a:pt x="10" y="16"/>
                    </a:lnTo>
                    <a:lnTo>
                      <a:pt x="17" y="8"/>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20" name="Freeform 520"/>
              <p:cNvSpPr/>
              <p:nvPr/>
            </p:nvSpPr>
            <p:spPr bwMode="auto">
              <a:xfrm>
                <a:off x="2801" y="3879"/>
                <a:ext cx="22" cy="28"/>
              </a:xfrm>
              <a:custGeom>
                <a:avLst/>
                <a:gdLst/>
                <a:ahLst/>
                <a:cxnLst>
                  <a:cxn ang="0">
                    <a:pos x="7" y="0"/>
                  </a:cxn>
                  <a:cxn ang="0">
                    <a:pos x="0" y="15"/>
                  </a:cxn>
                  <a:cxn ang="0">
                    <a:pos x="17" y="28"/>
                  </a:cxn>
                  <a:cxn ang="0">
                    <a:pos x="17" y="28"/>
                  </a:cxn>
                  <a:cxn ang="0">
                    <a:pos x="22" y="13"/>
                  </a:cxn>
                  <a:cxn ang="0">
                    <a:pos x="17" y="8"/>
                  </a:cxn>
                  <a:cxn ang="0">
                    <a:pos x="10" y="16"/>
                  </a:cxn>
                  <a:cxn ang="0">
                    <a:pos x="17" y="8"/>
                  </a:cxn>
                  <a:cxn ang="0">
                    <a:pos x="7" y="0"/>
                  </a:cxn>
                </a:cxnLst>
                <a:rect l="0" t="0" r="r" b="b"/>
                <a:pathLst>
                  <a:path w="22" h="28">
                    <a:moveTo>
                      <a:pt x="7" y="0"/>
                    </a:moveTo>
                    <a:lnTo>
                      <a:pt x="0" y="15"/>
                    </a:lnTo>
                    <a:lnTo>
                      <a:pt x="17" y="28"/>
                    </a:lnTo>
                    <a:lnTo>
                      <a:pt x="17" y="28"/>
                    </a:lnTo>
                    <a:lnTo>
                      <a:pt x="22" y="13"/>
                    </a:lnTo>
                    <a:lnTo>
                      <a:pt x="17" y="8"/>
                    </a:lnTo>
                    <a:lnTo>
                      <a:pt x="10" y="16"/>
                    </a:lnTo>
                    <a:lnTo>
                      <a:pt x="17" y="8"/>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721" name="Freeform 521"/>
              <p:cNvSpPr/>
              <p:nvPr/>
            </p:nvSpPr>
            <p:spPr bwMode="auto">
              <a:xfrm>
                <a:off x="2952" y="3204"/>
                <a:ext cx="506" cy="335"/>
              </a:xfrm>
              <a:custGeom>
                <a:avLst/>
                <a:gdLst/>
                <a:ahLst/>
                <a:cxnLst>
                  <a:cxn ang="0">
                    <a:pos x="385" y="0"/>
                  </a:cxn>
                  <a:cxn ang="0">
                    <a:pos x="124" y="0"/>
                  </a:cxn>
                  <a:cxn ang="0">
                    <a:pos x="122" y="3"/>
                  </a:cxn>
                  <a:cxn ang="0">
                    <a:pos x="122" y="7"/>
                  </a:cxn>
                  <a:cxn ang="0">
                    <a:pos x="79" y="122"/>
                  </a:cxn>
                  <a:cxn ang="0">
                    <a:pos x="0" y="335"/>
                  </a:cxn>
                  <a:cxn ang="0">
                    <a:pos x="506" y="335"/>
                  </a:cxn>
                  <a:cxn ang="0">
                    <a:pos x="385" y="0"/>
                  </a:cxn>
                  <a:cxn ang="0">
                    <a:pos x="385" y="0"/>
                  </a:cxn>
                  <a:cxn ang="0">
                    <a:pos x="385" y="0"/>
                  </a:cxn>
                </a:cxnLst>
                <a:rect l="0" t="0" r="r" b="b"/>
                <a:pathLst>
                  <a:path w="506" h="335">
                    <a:moveTo>
                      <a:pt x="385" y="0"/>
                    </a:moveTo>
                    <a:lnTo>
                      <a:pt x="124" y="0"/>
                    </a:lnTo>
                    <a:lnTo>
                      <a:pt x="122" y="3"/>
                    </a:lnTo>
                    <a:lnTo>
                      <a:pt x="122" y="7"/>
                    </a:lnTo>
                    <a:lnTo>
                      <a:pt x="79" y="122"/>
                    </a:lnTo>
                    <a:lnTo>
                      <a:pt x="0" y="335"/>
                    </a:lnTo>
                    <a:lnTo>
                      <a:pt x="506" y="335"/>
                    </a:lnTo>
                    <a:lnTo>
                      <a:pt x="385" y="0"/>
                    </a:lnTo>
                    <a:lnTo>
                      <a:pt x="385" y="0"/>
                    </a:lnTo>
                    <a:lnTo>
                      <a:pt x="38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22" name="Freeform 522"/>
              <p:cNvSpPr/>
              <p:nvPr/>
            </p:nvSpPr>
            <p:spPr bwMode="auto">
              <a:xfrm>
                <a:off x="2952" y="3204"/>
                <a:ext cx="506" cy="335"/>
              </a:xfrm>
              <a:custGeom>
                <a:avLst/>
                <a:gdLst/>
                <a:ahLst/>
                <a:cxnLst>
                  <a:cxn ang="0">
                    <a:pos x="385" y="0"/>
                  </a:cxn>
                  <a:cxn ang="0">
                    <a:pos x="124" y="0"/>
                  </a:cxn>
                  <a:cxn ang="0">
                    <a:pos x="122" y="3"/>
                  </a:cxn>
                  <a:cxn ang="0">
                    <a:pos x="122" y="7"/>
                  </a:cxn>
                  <a:cxn ang="0">
                    <a:pos x="79" y="122"/>
                  </a:cxn>
                  <a:cxn ang="0">
                    <a:pos x="0" y="335"/>
                  </a:cxn>
                  <a:cxn ang="0">
                    <a:pos x="506" y="335"/>
                  </a:cxn>
                  <a:cxn ang="0">
                    <a:pos x="385" y="0"/>
                  </a:cxn>
                  <a:cxn ang="0">
                    <a:pos x="385" y="0"/>
                  </a:cxn>
                  <a:cxn ang="0">
                    <a:pos x="385" y="0"/>
                  </a:cxn>
                </a:cxnLst>
                <a:rect l="0" t="0" r="r" b="b"/>
                <a:pathLst>
                  <a:path w="506" h="335">
                    <a:moveTo>
                      <a:pt x="385" y="0"/>
                    </a:moveTo>
                    <a:lnTo>
                      <a:pt x="124" y="0"/>
                    </a:lnTo>
                    <a:lnTo>
                      <a:pt x="122" y="3"/>
                    </a:lnTo>
                    <a:lnTo>
                      <a:pt x="122" y="7"/>
                    </a:lnTo>
                    <a:lnTo>
                      <a:pt x="79" y="122"/>
                    </a:lnTo>
                    <a:lnTo>
                      <a:pt x="0" y="335"/>
                    </a:lnTo>
                    <a:lnTo>
                      <a:pt x="506" y="335"/>
                    </a:lnTo>
                    <a:lnTo>
                      <a:pt x="385" y="0"/>
                    </a:lnTo>
                    <a:lnTo>
                      <a:pt x="385" y="0"/>
                    </a:lnTo>
                    <a:lnTo>
                      <a:pt x="385" y="0"/>
                    </a:lnTo>
                  </a:path>
                </a:pathLst>
              </a:custGeom>
              <a:noFill/>
              <a:ln w="9525">
                <a:noFill/>
                <a:round/>
              </a:ln>
            </p:spPr>
            <p:txBody>
              <a:bodyPr vert="horz" wrap="square" lIns="82938" tIns="41469" rIns="82938" bIns="41469" numCol="1" anchor="t" anchorCtr="0" compatLnSpc="1"/>
              <a:lstStyle/>
              <a:p>
                <a:endParaRPr lang="en-GB" sz="1815"/>
              </a:p>
            </p:txBody>
          </p:sp>
          <p:sp>
            <p:nvSpPr>
              <p:cNvPr id="51723" name="Freeform 523"/>
              <p:cNvSpPr>
                <a:spLocks noEditPoints="1"/>
              </p:cNvSpPr>
              <p:nvPr/>
            </p:nvSpPr>
            <p:spPr bwMode="auto">
              <a:xfrm>
                <a:off x="3031" y="3204"/>
                <a:ext cx="45" cy="122"/>
              </a:xfrm>
              <a:custGeom>
                <a:avLst/>
                <a:gdLst/>
                <a:ahLst/>
                <a:cxnLst>
                  <a:cxn ang="0">
                    <a:pos x="43" y="7"/>
                  </a:cxn>
                  <a:cxn ang="0">
                    <a:pos x="0" y="122"/>
                  </a:cxn>
                  <a:cxn ang="0">
                    <a:pos x="43" y="7"/>
                  </a:cxn>
                  <a:cxn ang="0">
                    <a:pos x="43" y="7"/>
                  </a:cxn>
                  <a:cxn ang="0">
                    <a:pos x="45" y="0"/>
                  </a:cxn>
                  <a:cxn ang="0">
                    <a:pos x="45" y="0"/>
                  </a:cxn>
                  <a:cxn ang="0">
                    <a:pos x="43" y="3"/>
                  </a:cxn>
                  <a:cxn ang="0">
                    <a:pos x="45" y="0"/>
                  </a:cxn>
                </a:cxnLst>
                <a:rect l="0" t="0" r="r" b="b"/>
                <a:pathLst>
                  <a:path w="45" h="122">
                    <a:moveTo>
                      <a:pt x="43" y="7"/>
                    </a:moveTo>
                    <a:lnTo>
                      <a:pt x="0" y="122"/>
                    </a:lnTo>
                    <a:lnTo>
                      <a:pt x="43" y="7"/>
                    </a:lnTo>
                    <a:lnTo>
                      <a:pt x="43" y="7"/>
                    </a:lnTo>
                    <a:close/>
                    <a:moveTo>
                      <a:pt x="45" y="0"/>
                    </a:moveTo>
                    <a:lnTo>
                      <a:pt x="45" y="0"/>
                    </a:lnTo>
                    <a:lnTo>
                      <a:pt x="43" y="3"/>
                    </a:lnTo>
                    <a:lnTo>
                      <a:pt x="4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24" name="Freeform 524"/>
              <p:cNvSpPr/>
              <p:nvPr/>
            </p:nvSpPr>
            <p:spPr bwMode="auto">
              <a:xfrm>
                <a:off x="3031" y="3211"/>
                <a:ext cx="43" cy="115"/>
              </a:xfrm>
              <a:custGeom>
                <a:avLst/>
                <a:gdLst/>
                <a:ahLst/>
                <a:cxnLst>
                  <a:cxn ang="0">
                    <a:pos x="43" y="0"/>
                  </a:cxn>
                  <a:cxn ang="0">
                    <a:pos x="0" y="115"/>
                  </a:cxn>
                  <a:cxn ang="0">
                    <a:pos x="43" y="0"/>
                  </a:cxn>
                  <a:cxn ang="0">
                    <a:pos x="43" y="0"/>
                  </a:cxn>
                </a:cxnLst>
                <a:rect l="0" t="0" r="r" b="b"/>
                <a:pathLst>
                  <a:path w="43" h="115">
                    <a:moveTo>
                      <a:pt x="43" y="0"/>
                    </a:moveTo>
                    <a:lnTo>
                      <a:pt x="0" y="115"/>
                    </a:lnTo>
                    <a:lnTo>
                      <a:pt x="43" y="0"/>
                    </a:lnTo>
                    <a:lnTo>
                      <a:pt x="43" y="0"/>
                    </a:lnTo>
                  </a:path>
                </a:pathLst>
              </a:custGeom>
              <a:noFill/>
              <a:ln w="9525">
                <a:noFill/>
                <a:round/>
              </a:ln>
            </p:spPr>
            <p:txBody>
              <a:bodyPr vert="horz" wrap="square" lIns="82938" tIns="41469" rIns="82938" bIns="41469" numCol="1" anchor="t" anchorCtr="0" compatLnSpc="1"/>
              <a:lstStyle/>
              <a:p>
                <a:endParaRPr lang="en-GB" sz="1815"/>
              </a:p>
            </p:txBody>
          </p:sp>
          <p:sp>
            <p:nvSpPr>
              <p:cNvPr id="51725" name="Freeform 525"/>
              <p:cNvSpPr/>
              <p:nvPr/>
            </p:nvSpPr>
            <p:spPr bwMode="auto">
              <a:xfrm>
                <a:off x="3074" y="3204"/>
                <a:ext cx="2" cy="3"/>
              </a:xfrm>
              <a:custGeom>
                <a:avLst/>
                <a:gdLst/>
                <a:ahLst/>
                <a:cxnLst>
                  <a:cxn ang="0">
                    <a:pos x="2" y="0"/>
                  </a:cxn>
                  <a:cxn ang="0">
                    <a:pos x="2" y="0"/>
                  </a:cxn>
                  <a:cxn ang="0">
                    <a:pos x="0" y="3"/>
                  </a:cxn>
                  <a:cxn ang="0">
                    <a:pos x="2" y="0"/>
                  </a:cxn>
                </a:cxnLst>
                <a:rect l="0" t="0" r="r" b="b"/>
                <a:pathLst>
                  <a:path w="2" h="3">
                    <a:moveTo>
                      <a:pt x="2" y="0"/>
                    </a:moveTo>
                    <a:lnTo>
                      <a:pt x="2" y="0"/>
                    </a:lnTo>
                    <a:lnTo>
                      <a:pt x="0"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26" name="Rectangle 526"/>
              <p:cNvSpPr>
                <a:spLocks noChangeArrowheads="1"/>
              </p:cNvSpPr>
              <p:nvPr/>
            </p:nvSpPr>
            <p:spPr bwMode="auto">
              <a:xfrm>
                <a:off x="3074" y="3207"/>
                <a:ext cx="1" cy="4"/>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1727" name="Freeform 527"/>
              <p:cNvSpPr/>
              <p:nvPr/>
            </p:nvSpPr>
            <p:spPr bwMode="auto">
              <a:xfrm>
                <a:off x="3074" y="3207"/>
                <a:ext cx="1" cy="4"/>
              </a:xfrm>
              <a:custGeom>
                <a:avLst/>
                <a:gdLst/>
                <a:ahLst/>
                <a:cxnLst>
                  <a:cxn ang="0">
                    <a:pos x="0" y="0"/>
                  </a:cxn>
                  <a:cxn ang="0">
                    <a:pos x="0" y="4"/>
                  </a:cxn>
                  <a:cxn ang="0">
                    <a:pos x="0" y="4"/>
                  </a:cxn>
                  <a:cxn ang="0">
                    <a:pos x="0" y="0"/>
                  </a:cxn>
                </a:cxnLst>
                <a:rect l="0" t="0" r="r" b="b"/>
                <a:pathLst>
                  <a:path h="4">
                    <a:moveTo>
                      <a:pt x="0" y="0"/>
                    </a:moveTo>
                    <a:lnTo>
                      <a:pt x="0" y="4"/>
                    </a:lnTo>
                    <a:lnTo>
                      <a:pt x="0"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28" name="Freeform 528"/>
              <p:cNvSpPr/>
              <p:nvPr/>
            </p:nvSpPr>
            <p:spPr bwMode="auto">
              <a:xfrm>
                <a:off x="3074" y="3204"/>
                <a:ext cx="2" cy="7"/>
              </a:xfrm>
              <a:custGeom>
                <a:avLst/>
                <a:gdLst/>
                <a:ahLst/>
                <a:cxnLst>
                  <a:cxn ang="0">
                    <a:pos x="2" y="0"/>
                  </a:cxn>
                  <a:cxn ang="0">
                    <a:pos x="2" y="0"/>
                  </a:cxn>
                  <a:cxn ang="0">
                    <a:pos x="0" y="7"/>
                  </a:cxn>
                  <a:cxn ang="0">
                    <a:pos x="0" y="7"/>
                  </a:cxn>
                  <a:cxn ang="0">
                    <a:pos x="0" y="3"/>
                  </a:cxn>
                  <a:cxn ang="0">
                    <a:pos x="2" y="0"/>
                  </a:cxn>
                </a:cxnLst>
                <a:rect l="0" t="0" r="r" b="b"/>
                <a:pathLst>
                  <a:path w="2" h="7">
                    <a:moveTo>
                      <a:pt x="2" y="0"/>
                    </a:moveTo>
                    <a:lnTo>
                      <a:pt x="2" y="0"/>
                    </a:lnTo>
                    <a:lnTo>
                      <a:pt x="0" y="7"/>
                    </a:lnTo>
                    <a:lnTo>
                      <a:pt x="0" y="7"/>
                    </a:lnTo>
                    <a:lnTo>
                      <a:pt x="0" y="3"/>
                    </a:lnTo>
                    <a:lnTo>
                      <a:pt x="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29" name="Freeform 529"/>
              <p:cNvSpPr/>
              <p:nvPr/>
            </p:nvSpPr>
            <p:spPr bwMode="auto">
              <a:xfrm>
                <a:off x="3074" y="3204"/>
                <a:ext cx="2" cy="7"/>
              </a:xfrm>
              <a:custGeom>
                <a:avLst/>
                <a:gdLst/>
                <a:ahLst/>
                <a:cxnLst>
                  <a:cxn ang="0">
                    <a:pos x="2" y="0"/>
                  </a:cxn>
                  <a:cxn ang="0">
                    <a:pos x="2" y="0"/>
                  </a:cxn>
                  <a:cxn ang="0">
                    <a:pos x="0" y="7"/>
                  </a:cxn>
                  <a:cxn ang="0">
                    <a:pos x="0" y="7"/>
                  </a:cxn>
                  <a:cxn ang="0">
                    <a:pos x="0" y="3"/>
                  </a:cxn>
                  <a:cxn ang="0">
                    <a:pos x="2" y="0"/>
                  </a:cxn>
                </a:cxnLst>
                <a:rect l="0" t="0" r="r" b="b"/>
                <a:pathLst>
                  <a:path w="2" h="7">
                    <a:moveTo>
                      <a:pt x="2" y="0"/>
                    </a:moveTo>
                    <a:lnTo>
                      <a:pt x="2" y="0"/>
                    </a:lnTo>
                    <a:lnTo>
                      <a:pt x="0" y="7"/>
                    </a:lnTo>
                    <a:lnTo>
                      <a:pt x="0" y="7"/>
                    </a:lnTo>
                    <a:lnTo>
                      <a:pt x="0"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30" name="Freeform 530"/>
              <p:cNvSpPr/>
              <p:nvPr/>
            </p:nvSpPr>
            <p:spPr bwMode="auto">
              <a:xfrm>
                <a:off x="2952" y="3326"/>
                <a:ext cx="506" cy="213"/>
              </a:xfrm>
              <a:custGeom>
                <a:avLst/>
                <a:gdLst/>
                <a:ahLst/>
                <a:cxnLst>
                  <a:cxn ang="0">
                    <a:pos x="79" y="0"/>
                  </a:cxn>
                  <a:cxn ang="0">
                    <a:pos x="0" y="213"/>
                  </a:cxn>
                  <a:cxn ang="0">
                    <a:pos x="506" y="213"/>
                  </a:cxn>
                  <a:cxn ang="0">
                    <a:pos x="0" y="213"/>
                  </a:cxn>
                  <a:cxn ang="0">
                    <a:pos x="79" y="0"/>
                  </a:cxn>
                </a:cxnLst>
                <a:rect l="0" t="0" r="r" b="b"/>
                <a:pathLst>
                  <a:path w="506" h="213">
                    <a:moveTo>
                      <a:pt x="79" y="0"/>
                    </a:moveTo>
                    <a:lnTo>
                      <a:pt x="0" y="213"/>
                    </a:lnTo>
                    <a:lnTo>
                      <a:pt x="506" y="213"/>
                    </a:lnTo>
                    <a:lnTo>
                      <a:pt x="0" y="213"/>
                    </a:lnTo>
                    <a:lnTo>
                      <a:pt x="7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31" name="Freeform 531"/>
              <p:cNvSpPr/>
              <p:nvPr/>
            </p:nvSpPr>
            <p:spPr bwMode="auto">
              <a:xfrm>
                <a:off x="2952" y="3326"/>
                <a:ext cx="506" cy="213"/>
              </a:xfrm>
              <a:custGeom>
                <a:avLst/>
                <a:gdLst/>
                <a:ahLst/>
                <a:cxnLst>
                  <a:cxn ang="0">
                    <a:pos x="79" y="0"/>
                  </a:cxn>
                  <a:cxn ang="0">
                    <a:pos x="0" y="213"/>
                  </a:cxn>
                  <a:cxn ang="0">
                    <a:pos x="506" y="213"/>
                  </a:cxn>
                  <a:cxn ang="0">
                    <a:pos x="0" y="213"/>
                  </a:cxn>
                  <a:cxn ang="0">
                    <a:pos x="79" y="0"/>
                  </a:cxn>
                </a:cxnLst>
                <a:rect l="0" t="0" r="r" b="b"/>
                <a:pathLst>
                  <a:path w="506" h="213">
                    <a:moveTo>
                      <a:pt x="79" y="0"/>
                    </a:moveTo>
                    <a:lnTo>
                      <a:pt x="0" y="213"/>
                    </a:lnTo>
                    <a:lnTo>
                      <a:pt x="506" y="213"/>
                    </a:lnTo>
                    <a:lnTo>
                      <a:pt x="0" y="213"/>
                    </a:lnTo>
                    <a:lnTo>
                      <a:pt x="79" y="0"/>
                    </a:lnTo>
                  </a:path>
                </a:pathLst>
              </a:custGeom>
              <a:noFill/>
              <a:ln w="9525">
                <a:noFill/>
                <a:round/>
              </a:ln>
            </p:spPr>
            <p:txBody>
              <a:bodyPr vert="horz" wrap="square" lIns="82938" tIns="41469" rIns="82938" bIns="41469" numCol="1" anchor="t" anchorCtr="0" compatLnSpc="1"/>
              <a:lstStyle/>
              <a:p>
                <a:endParaRPr lang="en-GB" sz="1815"/>
              </a:p>
            </p:txBody>
          </p:sp>
          <p:sp>
            <p:nvSpPr>
              <p:cNvPr id="51732" name="Freeform 532"/>
              <p:cNvSpPr/>
              <p:nvPr/>
            </p:nvSpPr>
            <p:spPr bwMode="auto">
              <a:xfrm>
                <a:off x="2937" y="3249"/>
                <a:ext cx="100" cy="276"/>
              </a:xfrm>
              <a:custGeom>
                <a:avLst/>
                <a:gdLst/>
                <a:ahLst/>
                <a:cxnLst>
                  <a:cxn ang="0">
                    <a:pos x="100" y="0"/>
                  </a:cxn>
                  <a:cxn ang="0">
                    <a:pos x="0" y="276"/>
                  </a:cxn>
                  <a:cxn ang="0">
                    <a:pos x="0" y="276"/>
                  </a:cxn>
                  <a:cxn ang="0">
                    <a:pos x="100" y="0"/>
                  </a:cxn>
                </a:cxnLst>
                <a:rect l="0" t="0" r="r" b="b"/>
                <a:pathLst>
                  <a:path w="100" h="276">
                    <a:moveTo>
                      <a:pt x="100" y="0"/>
                    </a:moveTo>
                    <a:lnTo>
                      <a:pt x="0" y="276"/>
                    </a:lnTo>
                    <a:lnTo>
                      <a:pt x="0" y="276"/>
                    </a:lnTo>
                    <a:lnTo>
                      <a:pt x="10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33" name="Freeform 533"/>
              <p:cNvSpPr/>
              <p:nvPr/>
            </p:nvSpPr>
            <p:spPr bwMode="auto">
              <a:xfrm>
                <a:off x="2937" y="3249"/>
                <a:ext cx="100" cy="276"/>
              </a:xfrm>
              <a:custGeom>
                <a:avLst/>
                <a:gdLst/>
                <a:ahLst/>
                <a:cxnLst>
                  <a:cxn ang="0">
                    <a:pos x="100" y="0"/>
                  </a:cxn>
                  <a:cxn ang="0">
                    <a:pos x="0" y="276"/>
                  </a:cxn>
                  <a:cxn ang="0">
                    <a:pos x="0" y="276"/>
                  </a:cxn>
                  <a:cxn ang="0">
                    <a:pos x="100" y="0"/>
                  </a:cxn>
                </a:cxnLst>
                <a:rect l="0" t="0" r="r" b="b"/>
                <a:pathLst>
                  <a:path w="100" h="276">
                    <a:moveTo>
                      <a:pt x="100" y="0"/>
                    </a:moveTo>
                    <a:lnTo>
                      <a:pt x="0" y="276"/>
                    </a:lnTo>
                    <a:lnTo>
                      <a:pt x="0" y="276"/>
                    </a:lnTo>
                    <a:lnTo>
                      <a:pt x="100" y="0"/>
                    </a:lnTo>
                  </a:path>
                </a:pathLst>
              </a:custGeom>
              <a:noFill/>
              <a:ln w="9525">
                <a:noFill/>
                <a:round/>
              </a:ln>
            </p:spPr>
            <p:txBody>
              <a:bodyPr vert="horz" wrap="square" lIns="82938" tIns="41469" rIns="82938" bIns="41469" numCol="1" anchor="t" anchorCtr="0" compatLnSpc="1"/>
              <a:lstStyle/>
              <a:p>
                <a:endParaRPr lang="en-GB" sz="1815"/>
              </a:p>
            </p:txBody>
          </p:sp>
          <p:sp>
            <p:nvSpPr>
              <p:cNvPr id="51734" name="Freeform 534"/>
              <p:cNvSpPr/>
              <p:nvPr/>
            </p:nvSpPr>
            <p:spPr bwMode="auto">
              <a:xfrm>
                <a:off x="2937" y="3197"/>
                <a:ext cx="137" cy="342"/>
              </a:xfrm>
              <a:custGeom>
                <a:avLst/>
                <a:gdLst/>
                <a:ahLst/>
                <a:cxnLst>
                  <a:cxn ang="0">
                    <a:pos x="120" y="0"/>
                  </a:cxn>
                  <a:cxn ang="0">
                    <a:pos x="100" y="52"/>
                  </a:cxn>
                  <a:cxn ang="0">
                    <a:pos x="0" y="328"/>
                  </a:cxn>
                  <a:cxn ang="0">
                    <a:pos x="15" y="342"/>
                  </a:cxn>
                  <a:cxn ang="0">
                    <a:pos x="15" y="342"/>
                  </a:cxn>
                  <a:cxn ang="0">
                    <a:pos x="94" y="129"/>
                  </a:cxn>
                  <a:cxn ang="0">
                    <a:pos x="137" y="14"/>
                  </a:cxn>
                  <a:cxn ang="0">
                    <a:pos x="129" y="7"/>
                  </a:cxn>
                  <a:cxn ang="0">
                    <a:pos x="129" y="7"/>
                  </a:cxn>
                  <a:cxn ang="0">
                    <a:pos x="120" y="0"/>
                  </a:cxn>
                </a:cxnLst>
                <a:rect l="0" t="0" r="r" b="b"/>
                <a:pathLst>
                  <a:path w="137" h="342">
                    <a:moveTo>
                      <a:pt x="120" y="0"/>
                    </a:moveTo>
                    <a:lnTo>
                      <a:pt x="100" y="52"/>
                    </a:lnTo>
                    <a:lnTo>
                      <a:pt x="0" y="328"/>
                    </a:lnTo>
                    <a:lnTo>
                      <a:pt x="15" y="342"/>
                    </a:lnTo>
                    <a:lnTo>
                      <a:pt x="15" y="342"/>
                    </a:lnTo>
                    <a:lnTo>
                      <a:pt x="94" y="129"/>
                    </a:lnTo>
                    <a:lnTo>
                      <a:pt x="137" y="14"/>
                    </a:lnTo>
                    <a:lnTo>
                      <a:pt x="129" y="7"/>
                    </a:lnTo>
                    <a:lnTo>
                      <a:pt x="129" y="7"/>
                    </a:lnTo>
                    <a:lnTo>
                      <a:pt x="1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35" name="Freeform 535"/>
              <p:cNvSpPr/>
              <p:nvPr/>
            </p:nvSpPr>
            <p:spPr bwMode="auto">
              <a:xfrm>
                <a:off x="2937" y="3197"/>
                <a:ext cx="137" cy="342"/>
              </a:xfrm>
              <a:custGeom>
                <a:avLst/>
                <a:gdLst/>
                <a:ahLst/>
                <a:cxnLst>
                  <a:cxn ang="0">
                    <a:pos x="120" y="0"/>
                  </a:cxn>
                  <a:cxn ang="0">
                    <a:pos x="100" y="52"/>
                  </a:cxn>
                  <a:cxn ang="0">
                    <a:pos x="0" y="328"/>
                  </a:cxn>
                  <a:cxn ang="0">
                    <a:pos x="15" y="342"/>
                  </a:cxn>
                  <a:cxn ang="0">
                    <a:pos x="15" y="342"/>
                  </a:cxn>
                  <a:cxn ang="0">
                    <a:pos x="94" y="129"/>
                  </a:cxn>
                  <a:cxn ang="0">
                    <a:pos x="137" y="14"/>
                  </a:cxn>
                  <a:cxn ang="0">
                    <a:pos x="129" y="7"/>
                  </a:cxn>
                  <a:cxn ang="0">
                    <a:pos x="129" y="7"/>
                  </a:cxn>
                  <a:cxn ang="0">
                    <a:pos x="120" y="0"/>
                  </a:cxn>
                </a:cxnLst>
                <a:rect l="0" t="0" r="r" b="b"/>
                <a:pathLst>
                  <a:path w="137" h="342">
                    <a:moveTo>
                      <a:pt x="120" y="0"/>
                    </a:moveTo>
                    <a:lnTo>
                      <a:pt x="100" y="52"/>
                    </a:lnTo>
                    <a:lnTo>
                      <a:pt x="0" y="328"/>
                    </a:lnTo>
                    <a:lnTo>
                      <a:pt x="15" y="342"/>
                    </a:lnTo>
                    <a:lnTo>
                      <a:pt x="15" y="342"/>
                    </a:lnTo>
                    <a:lnTo>
                      <a:pt x="94" y="129"/>
                    </a:lnTo>
                    <a:lnTo>
                      <a:pt x="137" y="14"/>
                    </a:lnTo>
                    <a:lnTo>
                      <a:pt x="129" y="7"/>
                    </a:lnTo>
                    <a:lnTo>
                      <a:pt x="129" y="7"/>
                    </a:lnTo>
                    <a:lnTo>
                      <a:pt x="120" y="0"/>
                    </a:lnTo>
                  </a:path>
                </a:pathLst>
              </a:custGeom>
              <a:noFill/>
              <a:ln w="9525">
                <a:noFill/>
                <a:round/>
              </a:ln>
            </p:spPr>
            <p:txBody>
              <a:bodyPr vert="horz" wrap="square" lIns="82938" tIns="41469" rIns="82938" bIns="41469" numCol="1" anchor="t" anchorCtr="0" compatLnSpc="1"/>
              <a:lstStyle/>
              <a:p>
                <a:endParaRPr lang="en-GB" sz="1815"/>
              </a:p>
            </p:txBody>
          </p:sp>
          <p:sp>
            <p:nvSpPr>
              <p:cNvPr id="51736" name="Freeform 536"/>
              <p:cNvSpPr/>
              <p:nvPr/>
            </p:nvSpPr>
            <p:spPr bwMode="auto">
              <a:xfrm>
                <a:off x="3066" y="3204"/>
                <a:ext cx="10" cy="7"/>
              </a:xfrm>
              <a:custGeom>
                <a:avLst/>
                <a:gdLst/>
                <a:ahLst/>
                <a:cxnLst>
                  <a:cxn ang="0">
                    <a:pos x="10" y="0"/>
                  </a:cxn>
                  <a:cxn ang="0">
                    <a:pos x="3" y="0"/>
                  </a:cxn>
                  <a:cxn ang="0">
                    <a:pos x="0" y="0"/>
                  </a:cxn>
                  <a:cxn ang="0">
                    <a:pos x="8" y="7"/>
                  </a:cxn>
                  <a:cxn ang="0">
                    <a:pos x="10" y="0"/>
                  </a:cxn>
                  <a:cxn ang="0">
                    <a:pos x="10" y="0"/>
                  </a:cxn>
                </a:cxnLst>
                <a:rect l="0" t="0" r="r" b="b"/>
                <a:pathLst>
                  <a:path w="10" h="7">
                    <a:moveTo>
                      <a:pt x="10" y="0"/>
                    </a:moveTo>
                    <a:lnTo>
                      <a:pt x="3" y="0"/>
                    </a:lnTo>
                    <a:lnTo>
                      <a:pt x="0" y="0"/>
                    </a:lnTo>
                    <a:lnTo>
                      <a:pt x="8" y="7"/>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37" name="Freeform 537"/>
              <p:cNvSpPr/>
              <p:nvPr/>
            </p:nvSpPr>
            <p:spPr bwMode="auto">
              <a:xfrm>
                <a:off x="3066" y="3204"/>
                <a:ext cx="10" cy="7"/>
              </a:xfrm>
              <a:custGeom>
                <a:avLst/>
                <a:gdLst/>
                <a:ahLst/>
                <a:cxnLst>
                  <a:cxn ang="0">
                    <a:pos x="10" y="0"/>
                  </a:cxn>
                  <a:cxn ang="0">
                    <a:pos x="3" y="0"/>
                  </a:cxn>
                  <a:cxn ang="0">
                    <a:pos x="0" y="0"/>
                  </a:cxn>
                  <a:cxn ang="0">
                    <a:pos x="8" y="7"/>
                  </a:cxn>
                  <a:cxn ang="0">
                    <a:pos x="10" y="0"/>
                  </a:cxn>
                  <a:cxn ang="0">
                    <a:pos x="10" y="0"/>
                  </a:cxn>
                </a:cxnLst>
                <a:rect l="0" t="0" r="r" b="b"/>
                <a:pathLst>
                  <a:path w="10" h="7">
                    <a:moveTo>
                      <a:pt x="10" y="0"/>
                    </a:moveTo>
                    <a:lnTo>
                      <a:pt x="3" y="0"/>
                    </a:lnTo>
                    <a:lnTo>
                      <a:pt x="0" y="0"/>
                    </a:lnTo>
                    <a:lnTo>
                      <a:pt x="8" y="7"/>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738" name="Freeform 538"/>
              <p:cNvSpPr/>
              <p:nvPr/>
            </p:nvSpPr>
            <p:spPr bwMode="auto">
              <a:xfrm>
                <a:off x="2934" y="3530"/>
                <a:ext cx="1" cy="2"/>
              </a:xfrm>
              <a:custGeom>
                <a:avLst/>
                <a:gdLst/>
                <a:ahLst/>
                <a:cxnLst>
                  <a:cxn ang="0">
                    <a:pos x="1" y="0"/>
                  </a:cxn>
                  <a:cxn ang="0">
                    <a:pos x="0" y="2"/>
                  </a:cxn>
                  <a:cxn ang="0">
                    <a:pos x="0" y="2"/>
                  </a:cxn>
                  <a:cxn ang="0">
                    <a:pos x="1" y="0"/>
                  </a:cxn>
                </a:cxnLst>
                <a:rect l="0" t="0" r="r" b="b"/>
                <a:pathLst>
                  <a:path w="1" h="2">
                    <a:moveTo>
                      <a:pt x="1" y="0"/>
                    </a:moveTo>
                    <a:lnTo>
                      <a:pt x="0" y="2"/>
                    </a:lnTo>
                    <a:lnTo>
                      <a:pt x="0" y="2"/>
                    </a:lnTo>
                    <a:lnTo>
                      <a:pt x="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39" name="Freeform 539"/>
              <p:cNvSpPr/>
              <p:nvPr/>
            </p:nvSpPr>
            <p:spPr bwMode="auto">
              <a:xfrm>
                <a:off x="2934" y="3530"/>
                <a:ext cx="1" cy="2"/>
              </a:xfrm>
              <a:custGeom>
                <a:avLst/>
                <a:gdLst/>
                <a:ahLst/>
                <a:cxnLst>
                  <a:cxn ang="0">
                    <a:pos x="1" y="0"/>
                  </a:cxn>
                  <a:cxn ang="0">
                    <a:pos x="0" y="2"/>
                  </a:cxn>
                  <a:cxn ang="0">
                    <a:pos x="0" y="2"/>
                  </a:cxn>
                  <a:cxn ang="0">
                    <a:pos x="1" y="0"/>
                  </a:cxn>
                </a:cxnLst>
                <a:rect l="0" t="0" r="r" b="b"/>
                <a:pathLst>
                  <a:path w="1" h="2">
                    <a:moveTo>
                      <a:pt x="1" y="0"/>
                    </a:moveTo>
                    <a:lnTo>
                      <a:pt x="0" y="2"/>
                    </a:lnTo>
                    <a:lnTo>
                      <a:pt x="0"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740" name="Rectangle 540"/>
              <p:cNvSpPr>
                <a:spLocks noChangeArrowheads="1"/>
              </p:cNvSpPr>
              <p:nvPr/>
            </p:nvSpPr>
            <p:spPr bwMode="auto">
              <a:xfrm>
                <a:off x="2934" y="3532"/>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741" name="Rectangle 541"/>
              <p:cNvSpPr>
                <a:spLocks noChangeArrowheads="1"/>
              </p:cNvSpPr>
              <p:nvPr/>
            </p:nvSpPr>
            <p:spPr bwMode="auto">
              <a:xfrm>
                <a:off x="2934" y="3532"/>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42" name="Freeform 542"/>
              <p:cNvSpPr/>
              <p:nvPr/>
            </p:nvSpPr>
            <p:spPr bwMode="auto">
              <a:xfrm>
                <a:off x="2932" y="3532"/>
                <a:ext cx="2" cy="7"/>
              </a:xfrm>
              <a:custGeom>
                <a:avLst/>
                <a:gdLst/>
                <a:ahLst/>
                <a:cxnLst>
                  <a:cxn ang="0">
                    <a:pos x="2" y="0"/>
                  </a:cxn>
                  <a:cxn ang="0">
                    <a:pos x="0" y="7"/>
                  </a:cxn>
                  <a:cxn ang="0">
                    <a:pos x="0" y="7"/>
                  </a:cxn>
                  <a:cxn ang="0">
                    <a:pos x="2" y="0"/>
                  </a:cxn>
                  <a:cxn ang="0">
                    <a:pos x="2" y="0"/>
                  </a:cxn>
                </a:cxnLst>
                <a:rect l="0" t="0" r="r" b="b"/>
                <a:pathLst>
                  <a:path w="2" h="7">
                    <a:moveTo>
                      <a:pt x="2" y="0"/>
                    </a:moveTo>
                    <a:lnTo>
                      <a:pt x="0" y="7"/>
                    </a:lnTo>
                    <a:lnTo>
                      <a:pt x="0" y="7"/>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43" name="Freeform 543"/>
              <p:cNvSpPr/>
              <p:nvPr/>
            </p:nvSpPr>
            <p:spPr bwMode="auto">
              <a:xfrm>
                <a:off x="2932" y="3532"/>
                <a:ext cx="2" cy="7"/>
              </a:xfrm>
              <a:custGeom>
                <a:avLst/>
                <a:gdLst/>
                <a:ahLst/>
                <a:cxnLst>
                  <a:cxn ang="0">
                    <a:pos x="2" y="0"/>
                  </a:cxn>
                  <a:cxn ang="0">
                    <a:pos x="0" y="7"/>
                  </a:cxn>
                  <a:cxn ang="0">
                    <a:pos x="0" y="7"/>
                  </a:cxn>
                  <a:cxn ang="0">
                    <a:pos x="2" y="0"/>
                  </a:cxn>
                  <a:cxn ang="0">
                    <a:pos x="2" y="0"/>
                  </a:cxn>
                </a:cxnLst>
                <a:rect l="0" t="0" r="r" b="b"/>
                <a:pathLst>
                  <a:path w="2" h="7">
                    <a:moveTo>
                      <a:pt x="2" y="0"/>
                    </a:moveTo>
                    <a:lnTo>
                      <a:pt x="0" y="7"/>
                    </a:lnTo>
                    <a:lnTo>
                      <a:pt x="0" y="7"/>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44" name="Freeform 544"/>
              <p:cNvSpPr/>
              <p:nvPr/>
            </p:nvSpPr>
            <p:spPr bwMode="auto">
              <a:xfrm>
                <a:off x="2945" y="3539"/>
                <a:ext cx="519" cy="20"/>
              </a:xfrm>
              <a:custGeom>
                <a:avLst/>
                <a:gdLst/>
                <a:ahLst/>
                <a:cxnLst>
                  <a:cxn ang="0">
                    <a:pos x="513" y="0"/>
                  </a:cxn>
                  <a:cxn ang="0">
                    <a:pos x="7" y="0"/>
                  </a:cxn>
                  <a:cxn ang="0">
                    <a:pos x="5" y="6"/>
                  </a:cxn>
                  <a:cxn ang="0">
                    <a:pos x="5" y="6"/>
                  </a:cxn>
                  <a:cxn ang="0">
                    <a:pos x="0" y="20"/>
                  </a:cxn>
                  <a:cxn ang="0">
                    <a:pos x="519" y="20"/>
                  </a:cxn>
                  <a:cxn ang="0">
                    <a:pos x="518" y="15"/>
                  </a:cxn>
                  <a:cxn ang="0">
                    <a:pos x="518" y="15"/>
                  </a:cxn>
                  <a:cxn ang="0">
                    <a:pos x="513" y="0"/>
                  </a:cxn>
                </a:cxnLst>
                <a:rect l="0" t="0" r="r" b="b"/>
                <a:pathLst>
                  <a:path w="519" h="20">
                    <a:moveTo>
                      <a:pt x="513" y="0"/>
                    </a:moveTo>
                    <a:lnTo>
                      <a:pt x="7" y="0"/>
                    </a:lnTo>
                    <a:lnTo>
                      <a:pt x="5" y="6"/>
                    </a:lnTo>
                    <a:lnTo>
                      <a:pt x="5" y="6"/>
                    </a:lnTo>
                    <a:lnTo>
                      <a:pt x="0" y="20"/>
                    </a:lnTo>
                    <a:lnTo>
                      <a:pt x="519" y="20"/>
                    </a:lnTo>
                    <a:lnTo>
                      <a:pt x="518" y="15"/>
                    </a:lnTo>
                    <a:lnTo>
                      <a:pt x="518" y="15"/>
                    </a:lnTo>
                    <a:lnTo>
                      <a:pt x="5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45" name="Freeform 545"/>
              <p:cNvSpPr/>
              <p:nvPr/>
            </p:nvSpPr>
            <p:spPr bwMode="auto">
              <a:xfrm>
                <a:off x="2945" y="3539"/>
                <a:ext cx="519" cy="20"/>
              </a:xfrm>
              <a:custGeom>
                <a:avLst/>
                <a:gdLst/>
                <a:ahLst/>
                <a:cxnLst>
                  <a:cxn ang="0">
                    <a:pos x="513" y="0"/>
                  </a:cxn>
                  <a:cxn ang="0">
                    <a:pos x="7" y="0"/>
                  </a:cxn>
                  <a:cxn ang="0">
                    <a:pos x="5" y="6"/>
                  </a:cxn>
                  <a:cxn ang="0">
                    <a:pos x="5" y="6"/>
                  </a:cxn>
                  <a:cxn ang="0">
                    <a:pos x="0" y="20"/>
                  </a:cxn>
                  <a:cxn ang="0">
                    <a:pos x="519" y="20"/>
                  </a:cxn>
                  <a:cxn ang="0">
                    <a:pos x="518" y="15"/>
                  </a:cxn>
                  <a:cxn ang="0">
                    <a:pos x="518" y="15"/>
                  </a:cxn>
                  <a:cxn ang="0">
                    <a:pos x="513" y="0"/>
                  </a:cxn>
                </a:cxnLst>
                <a:rect l="0" t="0" r="r" b="b"/>
                <a:pathLst>
                  <a:path w="519" h="20">
                    <a:moveTo>
                      <a:pt x="513" y="0"/>
                    </a:moveTo>
                    <a:lnTo>
                      <a:pt x="7" y="0"/>
                    </a:lnTo>
                    <a:lnTo>
                      <a:pt x="5" y="6"/>
                    </a:lnTo>
                    <a:lnTo>
                      <a:pt x="5" y="6"/>
                    </a:lnTo>
                    <a:lnTo>
                      <a:pt x="0" y="20"/>
                    </a:lnTo>
                    <a:lnTo>
                      <a:pt x="519" y="20"/>
                    </a:lnTo>
                    <a:lnTo>
                      <a:pt x="518" y="15"/>
                    </a:lnTo>
                    <a:lnTo>
                      <a:pt x="518" y="15"/>
                    </a:lnTo>
                    <a:lnTo>
                      <a:pt x="513" y="0"/>
                    </a:lnTo>
                  </a:path>
                </a:pathLst>
              </a:custGeom>
              <a:noFill/>
              <a:ln w="9525">
                <a:noFill/>
                <a:round/>
              </a:ln>
            </p:spPr>
            <p:txBody>
              <a:bodyPr vert="horz" wrap="square" lIns="82938" tIns="41469" rIns="82938" bIns="41469" numCol="1" anchor="t" anchorCtr="0" compatLnSpc="1"/>
              <a:lstStyle/>
              <a:p>
                <a:endParaRPr lang="en-GB" sz="1815"/>
              </a:p>
            </p:txBody>
          </p:sp>
          <p:sp>
            <p:nvSpPr>
              <p:cNvPr id="51746" name="Freeform 546"/>
              <p:cNvSpPr/>
              <p:nvPr/>
            </p:nvSpPr>
            <p:spPr bwMode="auto">
              <a:xfrm>
                <a:off x="2945" y="3545"/>
                <a:ext cx="5" cy="14"/>
              </a:xfrm>
              <a:custGeom>
                <a:avLst/>
                <a:gdLst/>
                <a:ahLst/>
                <a:cxnLst>
                  <a:cxn ang="0">
                    <a:pos x="5" y="0"/>
                  </a:cxn>
                  <a:cxn ang="0">
                    <a:pos x="0" y="14"/>
                  </a:cxn>
                  <a:cxn ang="0">
                    <a:pos x="0" y="14"/>
                  </a:cxn>
                  <a:cxn ang="0">
                    <a:pos x="5" y="0"/>
                  </a:cxn>
                </a:cxnLst>
                <a:rect l="0" t="0" r="r" b="b"/>
                <a:pathLst>
                  <a:path w="5" h="14">
                    <a:moveTo>
                      <a:pt x="5" y="0"/>
                    </a:moveTo>
                    <a:lnTo>
                      <a:pt x="0" y="14"/>
                    </a:lnTo>
                    <a:lnTo>
                      <a:pt x="0" y="14"/>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47" name="Freeform 547"/>
              <p:cNvSpPr/>
              <p:nvPr/>
            </p:nvSpPr>
            <p:spPr bwMode="auto">
              <a:xfrm>
                <a:off x="2945" y="3545"/>
                <a:ext cx="5" cy="14"/>
              </a:xfrm>
              <a:custGeom>
                <a:avLst/>
                <a:gdLst/>
                <a:ahLst/>
                <a:cxnLst>
                  <a:cxn ang="0">
                    <a:pos x="5" y="0"/>
                  </a:cxn>
                  <a:cxn ang="0">
                    <a:pos x="0" y="14"/>
                  </a:cxn>
                  <a:cxn ang="0">
                    <a:pos x="0" y="14"/>
                  </a:cxn>
                  <a:cxn ang="0">
                    <a:pos x="5" y="0"/>
                  </a:cxn>
                </a:cxnLst>
                <a:rect l="0" t="0" r="r" b="b"/>
                <a:pathLst>
                  <a:path w="5" h="14">
                    <a:moveTo>
                      <a:pt x="5" y="0"/>
                    </a:moveTo>
                    <a:lnTo>
                      <a:pt x="0" y="14"/>
                    </a:lnTo>
                    <a:lnTo>
                      <a:pt x="0" y="14"/>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48" name="Freeform 548"/>
              <p:cNvSpPr/>
              <p:nvPr/>
            </p:nvSpPr>
            <p:spPr bwMode="auto">
              <a:xfrm>
                <a:off x="2934" y="3525"/>
                <a:ext cx="3" cy="7"/>
              </a:xfrm>
              <a:custGeom>
                <a:avLst/>
                <a:gdLst/>
                <a:ahLst/>
                <a:cxnLst>
                  <a:cxn ang="0">
                    <a:pos x="3" y="0"/>
                  </a:cxn>
                  <a:cxn ang="0">
                    <a:pos x="1" y="5"/>
                  </a:cxn>
                  <a:cxn ang="0">
                    <a:pos x="0" y="7"/>
                  </a:cxn>
                  <a:cxn ang="0">
                    <a:pos x="0" y="7"/>
                  </a:cxn>
                  <a:cxn ang="0">
                    <a:pos x="3" y="0"/>
                  </a:cxn>
                  <a:cxn ang="0">
                    <a:pos x="3" y="0"/>
                  </a:cxn>
                </a:cxnLst>
                <a:rect l="0" t="0" r="r" b="b"/>
                <a:pathLst>
                  <a:path w="3" h="7">
                    <a:moveTo>
                      <a:pt x="3" y="0"/>
                    </a:moveTo>
                    <a:lnTo>
                      <a:pt x="1" y="5"/>
                    </a:lnTo>
                    <a:lnTo>
                      <a:pt x="0" y="7"/>
                    </a:lnTo>
                    <a:lnTo>
                      <a:pt x="0" y="7"/>
                    </a:lnTo>
                    <a:lnTo>
                      <a:pt x="3" y="0"/>
                    </a:lnTo>
                    <a:lnTo>
                      <a:pt x="3"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749" name="Freeform 549"/>
              <p:cNvSpPr/>
              <p:nvPr/>
            </p:nvSpPr>
            <p:spPr bwMode="auto">
              <a:xfrm>
                <a:off x="2934" y="3525"/>
                <a:ext cx="3" cy="7"/>
              </a:xfrm>
              <a:custGeom>
                <a:avLst/>
                <a:gdLst/>
                <a:ahLst/>
                <a:cxnLst>
                  <a:cxn ang="0">
                    <a:pos x="3" y="0"/>
                  </a:cxn>
                  <a:cxn ang="0">
                    <a:pos x="1" y="5"/>
                  </a:cxn>
                  <a:cxn ang="0">
                    <a:pos x="0" y="7"/>
                  </a:cxn>
                  <a:cxn ang="0">
                    <a:pos x="0" y="7"/>
                  </a:cxn>
                  <a:cxn ang="0">
                    <a:pos x="3" y="0"/>
                  </a:cxn>
                  <a:cxn ang="0">
                    <a:pos x="3" y="0"/>
                  </a:cxn>
                </a:cxnLst>
                <a:rect l="0" t="0" r="r" b="b"/>
                <a:pathLst>
                  <a:path w="3" h="7">
                    <a:moveTo>
                      <a:pt x="3" y="0"/>
                    </a:moveTo>
                    <a:lnTo>
                      <a:pt x="1" y="5"/>
                    </a:lnTo>
                    <a:lnTo>
                      <a:pt x="0" y="7"/>
                    </a:lnTo>
                    <a:lnTo>
                      <a:pt x="0" y="7"/>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750" name="Freeform 550"/>
              <p:cNvSpPr/>
              <p:nvPr/>
            </p:nvSpPr>
            <p:spPr bwMode="auto">
              <a:xfrm>
                <a:off x="2934" y="3525"/>
                <a:ext cx="18" cy="20"/>
              </a:xfrm>
              <a:custGeom>
                <a:avLst/>
                <a:gdLst/>
                <a:ahLst/>
                <a:cxnLst>
                  <a:cxn ang="0">
                    <a:pos x="3" y="0"/>
                  </a:cxn>
                  <a:cxn ang="0">
                    <a:pos x="0" y="7"/>
                  </a:cxn>
                  <a:cxn ang="0">
                    <a:pos x="0" y="7"/>
                  </a:cxn>
                  <a:cxn ang="0">
                    <a:pos x="0" y="7"/>
                  </a:cxn>
                  <a:cxn ang="0">
                    <a:pos x="16" y="20"/>
                  </a:cxn>
                  <a:cxn ang="0">
                    <a:pos x="18" y="14"/>
                  </a:cxn>
                  <a:cxn ang="0">
                    <a:pos x="18" y="14"/>
                  </a:cxn>
                  <a:cxn ang="0">
                    <a:pos x="3" y="0"/>
                  </a:cxn>
                </a:cxnLst>
                <a:rect l="0" t="0" r="r" b="b"/>
                <a:pathLst>
                  <a:path w="18" h="20">
                    <a:moveTo>
                      <a:pt x="3" y="0"/>
                    </a:moveTo>
                    <a:lnTo>
                      <a:pt x="0" y="7"/>
                    </a:lnTo>
                    <a:lnTo>
                      <a:pt x="0" y="7"/>
                    </a:lnTo>
                    <a:lnTo>
                      <a:pt x="0" y="7"/>
                    </a:lnTo>
                    <a:lnTo>
                      <a:pt x="16" y="20"/>
                    </a:lnTo>
                    <a:lnTo>
                      <a:pt x="18" y="14"/>
                    </a:lnTo>
                    <a:lnTo>
                      <a:pt x="18" y="14"/>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1" name="Freeform 551"/>
              <p:cNvSpPr/>
              <p:nvPr/>
            </p:nvSpPr>
            <p:spPr bwMode="auto">
              <a:xfrm>
                <a:off x="2934" y="3525"/>
                <a:ext cx="18" cy="20"/>
              </a:xfrm>
              <a:custGeom>
                <a:avLst/>
                <a:gdLst/>
                <a:ahLst/>
                <a:cxnLst>
                  <a:cxn ang="0">
                    <a:pos x="3" y="0"/>
                  </a:cxn>
                  <a:cxn ang="0">
                    <a:pos x="0" y="7"/>
                  </a:cxn>
                  <a:cxn ang="0">
                    <a:pos x="0" y="7"/>
                  </a:cxn>
                  <a:cxn ang="0">
                    <a:pos x="0" y="7"/>
                  </a:cxn>
                  <a:cxn ang="0">
                    <a:pos x="16" y="20"/>
                  </a:cxn>
                  <a:cxn ang="0">
                    <a:pos x="18" y="14"/>
                  </a:cxn>
                  <a:cxn ang="0">
                    <a:pos x="18" y="14"/>
                  </a:cxn>
                  <a:cxn ang="0">
                    <a:pos x="3" y="0"/>
                  </a:cxn>
                </a:cxnLst>
                <a:rect l="0" t="0" r="r" b="b"/>
                <a:pathLst>
                  <a:path w="18" h="20">
                    <a:moveTo>
                      <a:pt x="3" y="0"/>
                    </a:moveTo>
                    <a:lnTo>
                      <a:pt x="0" y="7"/>
                    </a:lnTo>
                    <a:lnTo>
                      <a:pt x="0" y="7"/>
                    </a:lnTo>
                    <a:lnTo>
                      <a:pt x="0" y="7"/>
                    </a:lnTo>
                    <a:lnTo>
                      <a:pt x="16" y="20"/>
                    </a:lnTo>
                    <a:lnTo>
                      <a:pt x="18" y="14"/>
                    </a:lnTo>
                    <a:lnTo>
                      <a:pt x="18" y="14"/>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752" name="Freeform 552"/>
              <p:cNvSpPr/>
              <p:nvPr/>
            </p:nvSpPr>
            <p:spPr bwMode="auto">
              <a:xfrm>
                <a:off x="2929" y="3532"/>
                <a:ext cx="21" cy="27"/>
              </a:xfrm>
              <a:custGeom>
                <a:avLst/>
                <a:gdLst/>
                <a:ahLst/>
                <a:cxnLst>
                  <a:cxn ang="0">
                    <a:pos x="5" y="0"/>
                  </a:cxn>
                  <a:cxn ang="0">
                    <a:pos x="3" y="7"/>
                  </a:cxn>
                  <a:cxn ang="0">
                    <a:pos x="3" y="7"/>
                  </a:cxn>
                  <a:cxn ang="0">
                    <a:pos x="0" y="13"/>
                  </a:cxn>
                  <a:cxn ang="0">
                    <a:pos x="16" y="27"/>
                  </a:cxn>
                  <a:cxn ang="0">
                    <a:pos x="16" y="27"/>
                  </a:cxn>
                  <a:cxn ang="0">
                    <a:pos x="21" y="13"/>
                  </a:cxn>
                  <a:cxn ang="0">
                    <a:pos x="5" y="0"/>
                  </a:cxn>
                </a:cxnLst>
                <a:rect l="0" t="0" r="r" b="b"/>
                <a:pathLst>
                  <a:path w="21" h="27">
                    <a:moveTo>
                      <a:pt x="5" y="0"/>
                    </a:moveTo>
                    <a:lnTo>
                      <a:pt x="3" y="7"/>
                    </a:lnTo>
                    <a:lnTo>
                      <a:pt x="3" y="7"/>
                    </a:lnTo>
                    <a:lnTo>
                      <a:pt x="0" y="13"/>
                    </a:lnTo>
                    <a:lnTo>
                      <a:pt x="16" y="27"/>
                    </a:lnTo>
                    <a:lnTo>
                      <a:pt x="16" y="27"/>
                    </a:lnTo>
                    <a:lnTo>
                      <a:pt x="21" y="13"/>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3" name="Freeform 553"/>
              <p:cNvSpPr/>
              <p:nvPr/>
            </p:nvSpPr>
            <p:spPr bwMode="auto">
              <a:xfrm>
                <a:off x="2929" y="3532"/>
                <a:ext cx="21" cy="27"/>
              </a:xfrm>
              <a:custGeom>
                <a:avLst/>
                <a:gdLst/>
                <a:ahLst/>
                <a:cxnLst>
                  <a:cxn ang="0">
                    <a:pos x="5" y="0"/>
                  </a:cxn>
                  <a:cxn ang="0">
                    <a:pos x="3" y="7"/>
                  </a:cxn>
                  <a:cxn ang="0">
                    <a:pos x="3" y="7"/>
                  </a:cxn>
                  <a:cxn ang="0">
                    <a:pos x="0" y="13"/>
                  </a:cxn>
                  <a:cxn ang="0">
                    <a:pos x="16" y="27"/>
                  </a:cxn>
                  <a:cxn ang="0">
                    <a:pos x="16" y="27"/>
                  </a:cxn>
                  <a:cxn ang="0">
                    <a:pos x="21" y="13"/>
                  </a:cxn>
                  <a:cxn ang="0">
                    <a:pos x="5" y="0"/>
                  </a:cxn>
                </a:cxnLst>
                <a:rect l="0" t="0" r="r" b="b"/>
                <a:pathLst>
                  <a:path w="21" h="27">
                    <a:moveTo>
                      <a:pt x="5" y="0"/>
                    </a:moveTo>
                    <a:lnTo>
                      <a:pt x="3" y="7"/>
                    </a:lnTo>
                    <a:lnTo>
                      <a:pt x="3" y="7"/>
                    </a:lnTo>
                    <a:lnTo>
                      <a:pt x="0" y="13"/>
                    </a:lnTo>
                    <a:lnTo>
                      <a:pt x="16" y="27"/>
                    </a:lnTo>
                    <a:lnTo>
                      <a:pt x="16" y="27"/>
                    </a:lnTo>
                    <a:lnTo>
                      <a:pt x="21" y="13"/>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54" name="Freeform 554"/>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55" name="Freeform 555"/>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path>
                </a:pathLst>
              </a:custGeom>
              <a:noFill/>
              <a:ln w="9525">
                <a:noFill/>
                <a:round/>
              </a:ln>
            </p:spPr>
            <p:txBody>
              <a:bodyPr vert="horz" wrap="square" lIns="82938" tIns="41469" rIns="82938" bIns="41469" numCol="1" anchor="t" anchorCtr="0" compatLnSpc="1"/>
              <a:lstStyle/>
              <a:p>
                <a:endParaRPr lang="en-GB" sz="1815"/>
              </a:p>
            </p:txBody>
          </p:sp>
          <p:sp>
            <p:nvSpPr>
              <p:cNvPr id="51756" name="Freeform 556"/>
              <p:cNvSpPr/>
              <p:nvPr/>
            </p:nvSpPr>
            <p:spPr bwMode="auto">
              <a:xfrm>
                <a:off x="3203" y="2787"/>
                <a:ext cx="9" cy="13"/>
              </a:xfrm>
              <a:custGeom>
                <a:avLst/>
                <a:gdLst/>
                <a:ahLst/>
                <a:cxnLst>
                  <a:cxn ang="0">
                    <a:pos x="3" y="0"/>
                  </a:cxn>
                  <a:cxn ang="0">
                    <a:pos x="0" y="10"/>
                  </a:cxn>
                  <a:cxn ang="0">
                    <a:pos x="3" y="13"/>
                  </a:cxn>
                  <a:cxn ang="0">
                    <a:pos x="9" y="10"/>
                  </a:cxn>
                  <a:cxn ang="0">
                    <a:pos x="3" y="0"/>
                  </a:cxn>
                </a:cxnLst>
                <a:rect l="0" t="0" r="r" b="b"/>
                <a:pathLst>
                  <a:path w="9" h="13">
                    <a:moveTo>
                      <a:pt x="3" y="0"/>
                    </a:moveTo>
                    <a:lnTo>
                      <a:pt x="0" y="10"/>
                    </a:lnTo>
                    <a:lnTo>
                      <a:pt x="3" y="13"/>
                    </a:lnTo>
                    <a:lnTo>
                      <a:pt x="9" y="10"/>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7" name="Freeform 557"/>
              <p:cNvSpPr/>
              <p:nvPr/>
            </p:nvSpPr>
            <p:spPr bwMode="auto">
              <a:xfrm>
                <a:off x="3203" y="2787"/>
                <a:ext cx="9" cy="13"/>
              </a:xfrm>
              <a:custGeom>
                <a:avLst/>
                <a:gdLst/>
                <a:ahLst/>
                <a:cxnLst>
                  <a:cxn ang="0">
                    <a:pos x="3" y="0"/>
                  </a:cxn>
                  <a:cxn ang="0">
                    <a:pos x="0" y="10"/>
                  </a:cxn>
                  <a:cxn ang="0">
                    <a:pos x="3" y="13"/>
                  </a:cxn>
                  <a:cxn ang="0">
                    <a:pos x="9" y="10"/>
                  </a:cxn>
                  <a:cxn ang="0">
                    <a:pos x="3" y="0"/>
                  </a:cxn>
                </a:cxnLst>
                <a:rect l="0" t="0" r="r" b="b"/>
                <a:pathLst>
                  <a:path w="9" h="13">
                    <a:moveTo>
                      <a:pt x="3" y="0"/>
                    </a:moveTo>
                    <a:lnTo>
                      <a:pt x="0" y="10"/>
                    </a:lnTo>
                    <a:lnTo>
                      <a:pt x="3" y="13"/>
                    </a:lnTo>
                    <a:lnTo>
                      <a:pt x="9" y="1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758" name="Freeform 558"/>
              <p:cNvSpPr/>
              <p:nvPr/>
            </p:nvSpPr>
            <p:spPr bwMode="auto">
              <a:xfrm>
                <a:off x="3201" y="2797"/>
                <a:ext cx="5" cy="7"/>
              </a:xfrm>
              <a:custGeom>
                <a:avLst/>
                <a:gdLst/>
                <a:ahLst/>
                <a:cxnLst>
                  <a:cxn ang="0">
                    <a:pos x="2" y="0"/>
                  </a:cxn>
                  <a:cxn ang="0">
                    <a:pos x="0" y="5"/>
                  </a:cxn>
                  <a:cxn ang="0">
                    <a:pos x="4" y="7"/>
                  </a:cxn>
                  <a:cxn ang="0">
                    <a:pos x="5" y="3"/>
                  </a:cxn>
                  <a:cxn ang="0">
                    <a:pos x="2" y="0"/>
                  </a:cxn>
                </a:cxnLst>
                <a:rect l="0" t="0" r="r" b="b"/>
                <a:pathLst>
                  <a:path w="5" h="7">
                    <a:moveTo>
                      <a:pt x="2" y="0"/>
                    </a:moveTo>
                    <a:lnTo>
                      <a:pt x="0" y="5"/>
                    </a:lnTo>
                    <a:lnTo>
                      <a:pt x="4" y="7"/>
                    </a:lnTo>
                    <a:lnTo>
                      <a:pt x="5" y="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9" name="Freeform 559"/>
              <p:cNvSpPr/>
              <p:nvPr/>
            </p:nvSpPr>
            <p:spPr bwMode="auto">
              <a:xfrm>
                <a:off x="3201" y="2797"/>
                <a:ext cx="5" cy="7"/>
              </a:xfrm>
              <a:custGeom>
                <a:avLst/>
                <a:gdLst/>
                <a:ahLst/>
                <a:cxnLst>
                  <a:cxn ang="0">
                    <a:pos x="2" y="0"/>
                  </a:cxn>
                  <a:cxn ang="0">
                    <a:pos x="0" y="5"/>
                  </a:cxn>
                  <a:cxn ang="0">
                    <a:pos x="4" y="7"/>
                  </a:cxn>
                  <a:cxn ang="0">
                    <a:pos x="5" y="3"/>
                  </a:cxn>
                  <a:cxn ang="0">
                    <a:pos x="2" y="0"/>
                  </a:cxn>
                </a:cxnLst>
                <a:rect l="0" t="0" r="r" b="b"/>
                <a:pathLst>
                  <a:path w="5" h="7">
                    <a:moveTo>
                      <a:pt x="2" y="0"/>
                    </a:moveTo>
                    <a:lnTo>
                      <a:pt x="0" y="5"/>
                    </a:lnTo>
                    <a:lnTo>
                      <a:pt x="4" y="7"/>
                    </a:lnTo>
                    <a:lnTo>
                      <a:pt x="5"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60" name="Freeform 560"/>
              <p:cNvSpPr>
                <a:spLocks noEditPoints="1"/>
              </p:cNvSpPr>
              <p:nvPr/>
            </p:nvSpPr>
            <p:spPr bwMode="auto">
              <a:xfrm>
                <a:off x="3083" y="2846"/>
                <a:ext cx="246" cy="338"/>
              </a:xfrm>
              <a:custGeom>
                <a:avLst/>
                <a:gdLst/>
                <a:ahLst/>
                <a:cxnLst>
                  <a:cxn ang="0">
                    <a:pos x="0" y="338"/>
                  </a:cxn>
                  <a:cxn ang="0">
                    <a:pos x="123" y="0"/>
                  </a:cxn>
                  <a:cxn ang="0">
                    <a:pos x="246" y="338"/>
                  </a:cxn>
                  <a:cxn ang="0">
                    <a:pos x="0" y="338"/>
                  </a:cxn>
                  <a:cxn ang="0">
                    <a:pos x="123" y="0"/>
                  </a:cxn>
                  <a:cxn ang="0">
                    <a:pos x="0" y="338"/>
                  </a:cxn>
                  <a:cxn ang="0">
                    <a:pos x="246" y="338"/>
                  </a:cxn>
                  <a:cxn ang="0">
                    <a:pos x="123" y="0"/>
                  </a:cxn>
                </a:cxnLst>
                <a:rect l="0" t="0" r="r" b="b"/>
                <a:pathLst>
                  <a:path w="246" h="338">
                    <a:moveTo>
                      <a:pt x="0" y="338"/>
                    </a:moveTo>
                    <a:lnTo>
                      <a:pt x="123" y="0"/>
                    </a:lnTo>
                    <a:lnTo>
                      <a:pt x="246" y="338"/>
                    </a:lnTo>
                    <a:lnTo>
                      <a:pt x="0" y="338"/>
                    </a:lnTo>
                    <a:close/>
                    <a:moveTo>
                      <a:pt x="123" y="0"/>
                    </a:moveTo>
                    <a:lnTo>
                      <a:pt x="0" y="338"/>
                    </a:lnTo>
                    <a:lnTo>
                      <a:pt x="246" y="338"/>
                    </a:lnTo>
                    <a:lnTo>
                      <a:pt x="12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61" name="Freeform 561"/>
              <p:cNvSpPr/>
              <p:nvPr/>
            </p:nvSpPr>
            <p:spPr bwMode="auto">
              <a:xfrm>
                <a:off x="3083" y="2846"/>
                <a:ext cx="246" cy="338"/>
              </a:xfrm>
              <a:custGeom>
                <a:avLst/>
                <a:gdLst/>
                <a:ahLst/>
                <a:cxnLst>
                  <a:cxn ang="0">
                    <a:pos x="0" y="338"/>
                  </a:cxn>
                  <a:cxn ang="0">
                    <a:pos x="123" y="0"/>
                  </a:cxn>
                  <a:cxn ang="0">
                    <a:pos x="246" y="338"/>
                  </a:cxn>
                  <a:cxn ang="0">
                    <a:pos x="0" y="338"/>
                  </a:cxn>
                </a:cxnLst>
                <a:rect l="0" t="0" r="r" b="b"/>
                <a:pathLst>
                  <a:path w="246" h="338">
                    <a:moveTo>
                      <a:pt x="0" y="338"/>
                    </a:moveTo>
                    <a:lnTo>
                      <a:pt x="123" y="0"/>
                    </a:lnTo>
                    <a:lnTo>
                      <a:pt x="246" y="338"/>
                    </a:lnTo>
                    <a:lnTo>
                      <a:pt x="0" y="338"/>
                    </a:lnTo>
                  </a:path>
                </a:pathLst>
              </a:custGeom>
              <a:noFill/>
              <a:ln w="9525">
                <a:noFill/>
                <a:round/>
              </a:ln>
            </p:spPr>
            <p:txBody>
              <a:bodyPr vert="horz" wrap="square" lIns="82938" tIns="41469" rIns="82938" bIns="41469" numCol="1" anchor="t" anchorCtr="0" compatLnSpc="1"/>
              <a:lstStyle/>
              <a:p>
                <a:endParaRPr lang="en-GB" sz="1815"/>
              </a:p>
            </p:txBody>
          </p:sp>
          <p:sp>
            <p:nvSpPr>
              <p:cNvPr id="51762" name="Freeform 562"/>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path>
                </a:pathLst>
              </a:custGeom>
              <a:noFill/>
              <a:ln w="9525">
                <a:noFill/>
                <a:round/>
              </a:ln>
            </p:spPr>
            <p:txBody>
              <a:bodyPr vert="horz" wrap="square" lIns="82938" tIns="41469" rIns="82938" bIns="41469" numCol="1" anchor="t" anchorCtr="0" compatLnSpc="1"/>
              <a:lstStyle/>
              <a:p>
                <a:endParaRPr lang="en-GB" sz="1815"/>
              </a:p>
            </p:txBody>
          </p:sp>
          <p:sp>
            <p:nvSpPr>
              <p:cNvPr id="51763" name="Rectangle 563"/>
              <p:cNvSpPr>
                <a:spLocks noChangeArrowheads="1"/>
              </p:cNvSpPr>
              <p:nvPr/>
            </p:nvSpPr>
            <p:spPr bwMode="auto">
              <a:xfrm>
                <a:off x="3057" y="3196"/>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1764" name="Rectangle 564"/>
              <p:cNvSpPr>
                <a:spLocks noChangeArrowheads="1"/>
              </p:cNvSpPr>
              <p:nvPr/>
            </p:nvSpPr>
            <p:spPr bwMode="auto">
              <a:xfrm>
                <a:off x="3057" y="3196"/>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65" name="Freeform 565"/>
              <p:cNvSpPr/>
              <p:nvPr/>
            </p:nvSpPr>
            <p:spPr bwMode="auto">
              <a:xfrm>
                <a:off x="3057" y="3196"/>
                <a:ext cx="1" cy="1"/>
              </a:xfrm>
              <a:custGeom>
                <a:avLst/>
                <a:gdLst/>
                <a:ahLst/>
                <a:cxnLst>
                  <a:cxn ang="0">
                    <a:pos x="0" y="0"/>
                  </a:cxn>
                  <a:cxn ang="0">
                    <a:pos x="0" y="0"/>
                  </a:cxn>
                  <a:cxn ang="0">
                    <a:pos x="0" y="0"/>
                  </a:cxn>
                  <a:cxn ang="0">
                    <a:pos x="0" y="1"/>
                  </a:cxn>
                  <a:cxn ang="0">
                    <a:pos x="0" y="1"/>
                  </a:cxn>
                  <a:cxn ang="0">
                    <a:pos x="0" y="0"/>
                  </a:cxn>
                  <a:cxn ang="0">
                    <a:pos x="0" y="0"/>
                  </a:cxn>
                </a:cxnLst>
                <a:rect l="0" t="0" r="r" b="b"/>
                <a:pathLst>
                  <a:path h="1">
                    <a:moveTo>
                      <a:pt x="0" y="0"/>
                    </a:moveTo>
                    <a:lnTo>
                      <a:pt x="0" y="0"/>
                    </a:lnTo>
                    <a:lnTo>
                      <a:pt x="0" y="0"/>
                    </a:lnTo>
                    <a:lnTo>
                      <a:pt x="0" y="1"/>
                    </a:lnTo>
                    <a:lnTo>
                      <a:pt x="0" y="1"/>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66" name="Freeform 566"/>
              <p:cNvSpPr/>
              <p:nvPr/>
            </p:nvSpPr>
            <p:spPr bwMode="auto">
              <a:xfrm>
                <a:off x="3057" y="3196"/>
                <a:ext cx="1" cy="1"/>
              </a:xfrm>
              <a:custGeom>
                <a:avLst/>
                <a:gdLst/>
                <a:ahLst/>
                <a:cxnLst>
                  <a:cxn ang="0">
                    <a:pos x="0" y="0"/>
                  </a:cxn>
                  <a:cxn ang="0">
                    <a:pos x="0" y="0"/>
                  </a:cxn>
                  <a:cxn ang="0">
                    <a:pos x="0" y="0"/>
                  </a:cxn>
                  <a:cxn ang="0">
                    <a:pos x="0" y="1"/>
                  </a:cxn>
                  <a:cxn ang="0">
                    <a:pos x="0" y="1"/>
                  </a:cxn>
                  <a:cxn ang="0">
                    <a:pos x="0" y="0"/>
                  </a:cxn>
                  <a:cxn ang="0">
                    <a:pos x="0" y="0"/>
                  </a:cxn>
                </a:cxnLst>
                <a:rect l="0" t="0" r="r" b="b"/>
                <a:pathLst>
                  <a:path h="1">
                    <a:moveTo>
                      <a:pt x="0" y="0"/>
                    </a:moveTo>
                    <a:lnTo>
                      <a:pt x="0" y="0"/>
                    </a:lnTo>
                    <a:lnTo>
                      <a:pt x="0" y="0"/>
                    </a:lnTo>
                    <a:lnTo>
                      <a:pt x="0" y="1"/>
                    </a:lnTo>
                    <a:lnTo>
                      <a:pt x="0" y="1"/>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67" name="Freeform 567"/>
              <p:cNvSpPr/>
              <p:nvPr/>
            </p:nvSpPr>
            <p:spPr bwMode="auto">
              <a:xfrm>
                <a:off x="3064" y="3105"/>
                <a:ext cx="27" cy="70"/>
              </a:xfrm>
              <a:custGeom>
                <a:avLst/>
                <a:gdLst/>
                <a:ahLst/>
                <a:cxnLst>
                  <a:cxn ang="0">
                    <a:pos x="27" y="0"/>
                  </a:cxn>
                  <a:cxn ang="0">
                    <a:pos x="0" y="70"/>
                  </a:cxn>
                  <a:cxn ang="0">
                    <a:pos x="0" y="70"/>
                  </a:cxn>
                  <a:cxn ang="0">
                    <a:pos x="27" y="0"/>
                  </a:cxn>
                </a:cxnLst>
                <a:rect l="0" t="0" r="r" b="b"/>
                <a:pathLst>
                  <a:path w="27" h="70">
                    <a:moveTo>
                      <a:pt x="27" y="0"/>
                    </a:moveTo>
                    <a:lnTo>
                      <a:pt x="0" y="70"/>
                    </a:lnTo>
                    <a:lnTo>
                      <a:pt x="0" y="70"/>
                    </a:lnTo>
                    <a:lnTo>
                      <a:pt x="27"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68" name="Freeform 568"/>
              <p:cNvSpPr/>
              <p:nvPr/>
            </p:nvSpPr>
            <p:spPr bwMode="auto">
              <a:xfrm>
                <a:off x="3064" y="3105"/>
                <a:ext cx="27" cy="70"/>
              </a:xfrm>
              <a:custGeom>
                <a:avLst/>
                <a:gdLst/>
                <a:ahLst/>
                <a:cxnLst>
                  <a:cxn ang="0">
                    <a:pos x="27" y="0"/>
                  </a:cxn>
                  <a:cxn ang="0">
                    <a:pos x="0" y="70"/>
                  </a:cxn>
                  <a:cxn ang="0">
                    <a:pos x="0" y="70"/>
                  </a:cxn>
                  <a:cxn ang="0">
                    <a:pos x="27" y="0"/>
                  </a:cxn>
                </a:cxnLst>
                <a:rect l="0" t="0" r="r" b="b"/>
                <a:pathLst>
                  <a:path w="27" h="70">
                    <a:moveTo>
                      <a:pt x="27" y="0"/>
                    </a:moveTo>
                    <a:lnTo>
                      <a:pt x="0" y="70"/>
                    </a:lnTo>
                    <a:lnTo>
                      <a:pt x="0" y="70"/>
                    </a:lnTo>
                    <a:lnTo>
                      <a:pt x="27" y="0"/>
                    </a:lnTo>
                  </a:path>
                </a:pathLst>
              </a:custGeom>
              <a:noFill/>
              <a:ln w="9525">
                <a:noFill/>
                <a:round/>
              </a:ln>
            </p:spPr>
            <p:txBody>
              <a:bodyPr vert="horz" wrap="square" lIns="82938" tIns="41469" rIns="82938" bIns="41469" numCol="1" anchor="t" anchorCtr="0" compatLnSpc="1"/>
              <a:lstStyle/>
              <a:p>
                <a:endParaRPr lang="en-GB" sz="1815"/>
              </a:p>
            </p:txBody>
          </p:sp>
          <p:sp>
            <p:nvSpPr>
              <p:cNvPr id="51769" name="Rectangle 569"/>
              <p:cNvSpPr>
                <a:spLocks noChangeArrowheads="1"/>
              </p:cNvSpPr>
              <p:nvPr/>
            </p:nvSpPr>
            <p:spPr bwMode="auto">
              <a:xfrm>
                <a:off x="3064" y="3175"/>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770" name="Rectangle 570"/>
              <p:cNvSpPr>
                <a:spLocks noChangeArrowheads="1"/>
              </p:cNvSpPr>
              <p:nvPr/>
            </p:nvSpPr>
            <p:spPr bwMode="auto">
              <a:xfrm>
                <a:off x="3064" y="317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71" name="Freeform 571"/>
              <p:cNvSpPr/>
              <p:nvPr/>
            </p:nvSpPr>
            <p:spPr bwMode="auto">
              <a:xfrm>
                <a:off x="3064" y="2834"/>
                <a:ext cx="142" cy="350"/>
              </a:xfrm>
              <a:custGeom>
                <a:avLst/>
                <a:gdLst/>
                <a:ahLst/>
                <a:cxnLst>
                  <a:cxn ang="0">
                    <a:pos x="132" y="0"/>
                  </a:cxn>
                  <a:cxn ang="0">
                    <a:pos x="124" y="5"/>
                  </a:cxn>
                  <a:cxn ang="0">
                    <a:pos x="27" y="271"/>
                  </a:cxn>
                  <a:cxn ang="0">
                    <a:pos x="0" y="341"/>
                  </a:cxn>
                  <a:cxn ang="0">
                    <a:pos x="10" y="350"/>
                  </a:cxn>
                  <a:cxn ang="0">
                    <a:pos x="19" y="350"/>
                  </a:cxn>
                  <a:cxn ang="0">
                    <a:pos x="142" y="12"/>
                  </a:cxn>
                  <a:cxn ang="0">
                    <a:pos x="139" y="2"/>
                  </a:cxn>
                  <a:cxn ang="0">
                    <a:pos x="132" y="10"/>
                  </a:cxn>
                  <a:cxn ang="0">
                    <a:pos x="132" y="0"/>
                  </a:cxn>
                </a:cxnLst>
                <a:rect l="0" t="0" r="r" b="b"/>
                <a:pathLst>
                  <a:path w="142" h="350">
                    <a:moveTo>
                      <a:pt x="132" y="0"/>
                    </a:moveTo>
                    <a:lnTo>
                      <a:pt x="124" y="5"/>
                    </a:lnTo>
                    <a:lnTo>
                      <a:pt x="27" y="271"/>
                    </a:lnTo>
                    <a:lnTo>
                      <a:pt x="0" y="341"/>
                    </a:lnTo>
                    <a:lnTo>
                      <a:pt x="10" y="350"/>
                    </a:lnTo>
                    <a:lnTo>
                      <a:pt x="19" y="350"/>
                    </a:lnTo>
                    <a:lnTo>
                      <a:pt x="142" y="12"/>
                    </a:lnTo>
                    <a:lnTo>
                      <a:pt x="139" y="2"/>
                    </a:lnTo>
                    <a:lnTo>
                      <a:pt x="132" y="10"/>
                    </a:lnTo>
                    <a:lnTo>
                      <a:pt x="13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2" name="Freeform 572"/>
              <p:cNvSpPr/>
              <p:nvPr/>
            </p:nvSpPr>
            <p:spPr bwMode="auto">
              <a:xfrm>
                <a:off x="3064" y="2834"/>
                <a:ext cx="142" cy="350"/>
              </a:xfrm>
              <a:custGeom>
                <a:avLst/>
                <a:gdLst/>
                <a:ahLst/>
                <a:cxnLst>
                  <a:cxn ang="0">
                    <a:pos x="132" y="0"/>
                  </a:cxn>
                  <a:cxn ang="0">
                    <a:pos x="124" y="5"/>
                  </a:cxn>
                  <a:cxn ang="0">
                    <a:pos x="27" y="271"/>
                  </a:cxn>
                  <a:cxn ang="0">
                    <a:pos x="0" y="341"/>
                  </a:cxn>
                  <a:cxn ang="0">
                    <a:pos x="10" y="350"/>
                  </a:cxn>
                  <a:cxn ang="0">
                    <a:pos x="19" y="350"/>
                  </a:cxn>
                  <a:cxn ang="0">
                    <a:pos x="142" y="12"/>
                  </a:cxn>
                  <a:cxn ang="0">
                    <a:pos x="139" y="2"/>
                  </a:cxn>
                  <a:cxn ang="0">
                    <a:pos x="132" y="10"/>
                  </a:cxn>
                  <a:cxn ang="0">
                    <a:pos x="132" y="0"/>
                  </a:cxn>
                </a:cxnLst>
                <a:rect l="0" t="0" r="r" b="b"/>
                <a:pathLst>
                  <a:path w="142" h="350">
                    <a:moveTo>
                      <a:pt x="132" y="0"/>
                    </a:moveTo>
                    <a:lnTo>
                      <a:pt x="124" y="5"/>
                    </a:lnTo>
                    <a:lnTo>
                      <a:pt x="27" y="271"/>
                    </a:lnTo>
                    <a:lnTo>
                      <a:pt x="0" y="341"/>
                    </a:lnTo>
                    <a:lnTo>
                      <a:pt x="10" y="350"/>
                    </a:lnTo>
                    <a:lnTo>
                      <a:pt x="19" y="350"/>
                    </a:lnTo>
                    <a:lnTo>
                      <a:pt x="142" y="12"/>
                    </a:lnTo>
                    <a:lnTo>
                      <a:pt x="139" y="2"/>
                    </a:lnTo>
                    <a:lnTo>
                      <a:pt x="132" y="10"/>
                    </a:lnTo>
                    <a:lnTo>
                      <a:pt x="132" y="0"/>
                    </a:lnTo>
                  </a:path>
                </a:pathLst>
              </a:custGeom>
              <a:noFill/>
              <a:ln w="9525">
                <a:noFill/>
                <a:round/>
              </a:ln>
            </p:spPr>
            <p:txBody>
              <a:bodyPr vert="horz" wrap="square" lIns="82938" tIns="41469" rIns="82938" bIns="41469" numCol="1" anchor="t" anchorCtr="0" compatLnSpc="1"/>
              <a:lstStyle/>
              <a:p>
                <a:endParaRPr lang="en-GB" sz="1815"/>
              </a:p>
            </p:txBody>
          </p:sp>
          <p:sp>
            <p:nvSpPr>
              <p:cNvPr id="51773" name="Freeform 573"/>
              <p:cNvSpPr/>
              <p:nvPr/>
            </p:nvSpPr>
            <p:spPr bwMode="auto">
              <a:xfrm>
                <a:off x="3196" y="2831"/>
                <a:ext cx="7" cy="13"/>
              </a:xfrm>
              <a:custGeom>
                <a:avLst/>
                <a:gdLst/>
                <a:ahLst/>
                <a:cxnLst>
                  <a:cxn ang="0">
                    <a:pos x="5" y="0"/>
                  </a:cxn>
                  <a:cxn ang="0">
                    <a:pos x="0" y="3"/>
                  </a:cxn>
                  <a:cxn ang="0">
                    <a:pos x="0" y="13"/>
                  </a:cxn>
                  <a:cxn ang="0">
                    <a:pos x="7" y="5"/>
                  </a:cxn>
                  <a:cxn ang="0">
                    <a:pos x="5" y="0"/>
                  </a:cxn>
                </a:cxnLst>
                <a:rect l="0" t="0" r="r" b="b"/>
                <a:pathLst>
                  <a:path w="7" h="13">
                    <a:moveTo>
                      <a:pt x="5" y="0"/>
                    </a:moveTo>
                    <a:lnTo>
                      <a:pt x="0" y="3"/>
                    </a:lnTo>
                    <a:lnTo>
                      <a:pt x="0" y="13"/>
                    </a:lnTo>
                    <a:lnTo>
                      <a:pt x="7" y="5"/>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4" name="Freeform 574"/>
              <p:cNvSpPr/>
              <p:nvPr/>
            </p:nvSpPr>
            <p:spPr bwMode="auto">
              <a:xfrm>
                <a:off x="3196" y="2831"/>
                <a:ext cx="7" cy="13"/>
              </a:xfrm>
              <a:custGeom>
                <a:avLst/>
                <a:gdLst/>
                <a:ahLst/>
                <a:cxnLst>
                  <a:cxn ang="0">
                    <a:pos x="5" y="0"/>
                  </a:cxn>
                  <a:cxn ang="0">
                    <a:pos x="0" y="3"/>
                  </a:cxn>
                  <a:cxn ang="0">
                    <a:pos x="0" y="13"/>
                  </a:cxn>
                  <a:cxn ang="0">
                    <a:pos x="7" y="5"/>
                  </a:cxn>
                  <a:cxn ang="0">
                    <a:pos x="5" y="0"/>
                  </a:cxn>
                </a:cxnLst>
                <a:rect l="0" t="0" r="r" b="b"/>
                <a:pathLst>
                  <a:path w="7" h="13">
                    <a:moveTo>
                      <a:pt x="5" y="0"/>
                    </a:moveTo>
                    <a:lnTo>
                      <a:pt x="0" y="3"/>
                    </a:lnTo>
                    <a:lnTo>
                      <a:pt x="0" y="13"/>
                    </a:lnTo>
                    <a:lnTo>
                      <a:pt x="7" y="5"/>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75" name="Freeform 575"/>
              <p:cNvSpPr/>
              <p:nvPr/>
            </p:nvSpPr>
            <p:spPr bwMode="auto">
              <a:xfrm>
                <a:off x="3188" y="2829"/>
                <a:ext cx="8" cy="10"/>
              </a:xfrm>
              <a:custGeom>
                <a:avLst/>
                <a:gdLst/>
                <a:ahLst/>
                <a:cxnLst>
                  <a:cxn ang="0">
                    <a:pos x="8" y="0"/>
                  </a:cxn>
                  <a:cxn ang="0">
                    <a:pos x="3" y="0"/>
                  </a:cxn>
                  <a:cxn ang="0">
                    <a:pos x="0" y="10"/>
                  </a:cxn>
                  <a:cxn ang="0">
                    <a:pos x="8" y="5"/>
                  </a:cxn>
                  <a:cxn ang="0">
                    <a:pos x="8" y="0"/>
                  </a:cxn>
                </a:cxnLst>
                <a:rect l="0" t="0" r="r" b="b"/>
                <a:pathLst>
                  <a:path w="8" h="10">
                    <a:moveTo>
                      <a:pt x="8" y="0"/>
                    </a:moveTo>
                    <a:lnTo>
                      <a:pt x="3" y="0"/>
                    </a:lnTo>
                    <a:lnTo>
                      <a:pt x="0" y="10"/>
                    </a:lnTo>
                    <a:lnTo>
                      <a:pt x="8" y="5"/>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6" name="Freeform 576"/>
              <p:cNvSpPr/>
              <p:nvPr/>
            </p:nvSpPr>
            <p:spPr bwMode="auto">
              <a:xfrm>
                <a:off x="3188" y="2829"/>
                <a:ext cx="8" cy="10"/>
              </a:xfrm>
              <a:custGeom>
                <a:avLst/>
                <a:gdLst/>
                <a:ahLst/>
                <a:cxnLst>
                  <a:cxn ang="0">
                    <a:pos x="8" y="0"/>
                  </a:cxn>
                  <a:cxn ang="0">
                    <a:pos x="3" y="0"/>
                  </a:cxn>
                  <a:cxn ang="0">
                    <a:pos x="0" y="10"/>
                  </a:cxn>
                  <a:cxn ang="0">
                    <a:pos x="8" y="5"/>
                  </a:cxn>
                  <a:cxn ang="0">
                    <a:pos x="8" y="0"/>
                  </a:cxn>
                </a:cxnLst>
                <a:rect l="0" t="0" r="r" b="b"/>
                <a:pathLst>
                  <a:path w="8" h="10">
                    <a:moveTo>
                      <a:pt x="8" y="0"/>
                    </a:moveTo>
                    <a:lnTo>
                      <a:pt x="3" y="0"/>
                    </a:lnTo>
                    <a:lnTo>
                      <a:pt x="0" y="10"/>
                    </a:lnTo>
                    <a:lnTo>
                      <a:pt x="8" y="5"/>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777" name="Freeform 577"/>
              <p:cNvSpPr/>
              <p:nvPr/>
            </p:nvSpPr>
            <p:spPr bwMode="auto">
              <a:xfrm>
                <a:off x="3196" y="2827"/>
                <a:ext cx="5" cy="7"/>
              </a:xfrm>
              <a:custGeom>
                <a:avLst/>
                <a:gdLst/>
                <a:ahLst/>
                <a:cxnLst>
                  <a:cxn ang="0">
                    <a:pos x="4" y="0"/>
                  </a:cxn>
                  <a:cxn ang="0">
                    <a:pos x="0" y="2"/>
                  </a:cxn>
                  <a:cxn ang="0">
                    <a:pos x="0" y="7"/>
                  </a:cxn>
                  <a:cxn ang="0">
                    <a:pos x="5" y="4"/>
                  </a:cxn>
                  <a:cxn ang="0">
                    <a:pos x="4" y="0"/>
                  </a:cxn>
                </a:cxnLst>
                <a:rect l="0" t="0" r="r" b="b"/>
                <a:pathLst>
                  <a:path w="5" h="7">
                    <a:moveTo>
                      <a:pt x="4" y="0"/>
                    </a:moveTo>
                    <a:lnTo>
                      <a:pt x="0" y="2"/>
                    </a:lnTo>
                    <a:lnTo>
                      <a:pt x="0" y="7"/>
                    </a:lnTo>
                    <a:lnTo>
                      <a:pt x="5" y="4"/>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8" name="Freeform 578"/>
              <p:cNvSpPr/>
              <p:nvPr/>
            </p:nvSpPr>
            <p:spPr bwMode="auto">
              <a:xfrm>
                <a:off x="3196" y="2827"/>
                <a:ext cx="5" cy="7"/>
              </a:xfrm>
              <a:custGeom>
                <a:avLst/>
                <a:gdLst/>
                <a:ahLst/>
                <a:cxnLst>
                  <a:cxn ang="0">
                    <a:pos x="4" y="0"/>
                  </a:cxn>
                  <a:cxn ang="0">
                    <a:pos x="0" y="2"/>
                  </a:cxn>
                  <a:cxn ang="0">
                    <a:pos x="0" y="7"/>
                  </a:cxn>
                  <a:cxn ang="0">
                    <a:pos x="5" y="4"/>
                  </a:cxn>
                  <a:cxn ang="0">
                    <a:pos x="4" y="0"/>
                  </a:cxn>
                </a:cxnLst>
                <a:rect l="0" t="0" r="r" b="b"/>
                <a:pathLst>
                  <a:path w="5" h="7">
                    <a:moveTo>
                      <a:pt x="4" y="0"/>
                    </a:moveTo>
                    <a:lnTo>
                      <a:pt x="0" y="2"/>
                    </a:lnTo>
                    <a:lnTo>
                      <a:pt x="0" y="7"/>
                    </a:lnTo>
                    <a:lnTo>
                      <a:pt x="5" y="4"/>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779" name="Freeform 579"/>
              <p:cNvSpPr/>
              <p:nvPr/>
            </p:nvSpPr>
            <p:spPr bwMode="auto">
              <a:xfrm>
                <a:off x="3057" y="3175"/>
                <a:ext cx="17" cy="21"/>
              </a:xfrm>
              <a:custGeom>
                <a:avLst/>
                <a:gdLst/>
                <a:ahLst/>
                <a:cxnLst>
                  <a:cxn ang="0">
                    <a:pos x="7" y="0"/>
                  </a:cxn>
                  <a:cxn ang="0">
                    <a:pos x="7" y="0"/>
                  </a:cxn>
                  <a:cxn ang="0">
                    <a:pos x="7" y="0"/>
                  </a:cxn>
                  <a:cxn ang="0">
                    <a:pos x="0" y="21"/>
                  </a:cxn>
                  <a:cxn ang="0">
                    <a:pos x="0" y="21"/>
                  </a:cxn>
                  <a:cxn ang="0">
                    <a:pos x="7" y="2"/>
                  </a:cxn>
                  <a:cxn ang="0">
                    <a:pos x="16" y="9"/>
                  </a:cxn>
                  <a:cxn ang="0">
                    <a:pos x="17" y="9"/>
                  </a:cxn>
                  <a:cxn ang="0">
                    <a:pos x="7" y="0"/>
                  </a:cxn>
                </a:cxnLst>
                <a:rect l="0" t="0" r="r" b="b"/>
                <a:pathLst>
                  <a:path w="17" h="21">
                    <a:moveTo>
                      <a:pt x="7" y="0"/>
                    </a:moveTo>
                    <a:lnTo>
                      <a:pt x="7" y="0"/>
                    </a:lnTo>
                    <a:lnTo>
                      <a:pt x="7" y="0"/>
                    </a:lnTo>
                    <a:lnTo>
                      <a:pt x="0" y="21"/>
                    </a:lnTo>
                    <a:lnTo>
                      <a:pt x="0" y="21"/>
                    </a:lnTo>
                    <a:lnTo>
                      <a:pt x="7" y="2"/>
                    </a:lnTo>
                    <a:lnTo>
                      <a:pt x="16" y="9"/>
                    </a:lnTo>
                    <a:lnTo>
                      <a:pt x="17" y="9"/>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0" name="Freeform 580"/>
              <p:cNvSpPr/>
              <p:nvPr/>
            </p:nvSpPr>
            <p:spPr bwMode="auto">
              <a:xfrm>
                <a:off x="3057" y="3175"/>
                <a:ext cx="17" cy="21"/>
              </a:xfrm>
              <a:custGeom>
                <a:avLst/>
                <a:gdLst/>
                <a:ahLst/>
                <a:cxnLst>
                  <a:cxn ang="0">
                    <a:pos x="7" y="0"/>
                  </a:cxn>
                  <a:cxn ang="0">
                    <a:pos x="7" y="0"/>
                  </a:cxn>
                  <a:cxn ang="0">
                    <a:pos x="7" y="0"/>
                  </a:cxn>
                  <a:cxn ang="0">
                    <a:pos x="0" y="21"/>
                  </a:cxn>
                  <a:cxn ang="0">
                    <a:pos x="0" y="21"/>
                  </a:cxn>
                  <a:cxn ang="0">
                    <a:pos x="7" y="2"/>
                  </a:cxn>
                  <a:cxn ang="0">
                    <a:pos x="16" y="9"/>
                  </a:cxn>
                  <a:cxn ang="0">
                    <a:pos x="17" y="9"/>
                  </a:cxn>
                  <a:cxn ang="0">
                    <a:pos x="7" y="0"/>
                  </a:cxn>
                </a:cxnLst>
                <a:rect l="0" t="0" r="r" b="b"/>
                <a:pathLst>
                  <a:path w="17" h="21">
                    <a:moveTo>
                      <a:pt x="7" y="0"/>
                    </a:moveTo>
                    <a:lnTo>
                      <a:pt x="7" y="0"/>
                    </a:lnTo>
                    <a:lnTo>
                      <a:pt x="7" y="0"/>
                    </a:lnTo>
                    <a:lnTo>
                      <a:pt x="0" y="21"/>
                    </a:lnTo>
                    <a:lnTo>
                      <a:pt x="0" y="21"/>
                    </a:lnTo>
                    <a:lnTo>
                      <a:pt x="7" y="2"/>
                    </a:lnTo>
                    <a:lnTo>
                      <a:pt x="16" y="9"/>
                    </a:lnTo>
                    <a:lnTo>
                      <a:pt x="17" y="9"/>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781" name="Freeform 581"/>
              <p:cNvSpPr/>
              <p:nvPr/>
            </p:nvSpPr>
            <p:spPr bwMode="auto">
              <a:xfrm>
                <a:off x="3076" y="3184"/>
                <a:ext cx="261" cy="20"/>
              </a:xfrm>
              <a:custGeom>
                <a:avLst/>
                <a:gdLst/>
                <a:ahLst/>
                <a:cxnLst>
                  <a:cxn ang="0">
                    <a:pos x="253" y="0"/>
                  </a:cxn>
                  <a:cxn ang="0">
                    <a:pos x="7" y="0"/>
                  </a:cxn>
                  <a:cxn ang="0">
                    <a:pos x="5" y="6"/>
                  </a:cxn>
                  <a:cxn ang="0">
                    <a:pos x="5" y="6"/>
                  </a:cxn>
                  <a:cxn ang="0">
                    <a:pos x="0" y="20"/>
                  </a:cxn>
                  <a:cxn ang="0">
                    <a:pos x="261" y="20"/>
                  </a:cxn>
                  <a:cxn ang="0">
                    <a:pos x="258" y="13"/>
                  </a:cxn>
                  <a:cxn ang="0">
                    <a:pos x="258" y="13"/>
                  </a:cxn>
                  <a:cxn ang="0">
                    <a:pos x="258" y="13"/>
                  </a:cxn>
                  <a:cxn ang="0">
                    <a:pos x="258" y="13"/>
                  </a:cxn>
                  <a:cxn ang="0">
                    <a:pos x="258" y="13"/>
                  </a:cxn>
                  <a:cxn ang="0">
                    <a:pos x="253" y="0"/>
                  </a:cxn>
                  <a:cxn ang="0">
                    <a:pos x="253" y="0"/>
                  </a:cxn>
                  <a:cxn ang="0">
                    <a:pos x="253" y="0"/>
                  </a:cxn>
                </a:cxnLst>
                <a:rect l="0" t="0" r="r" b="b"/>
                <a:pathLst>
                  <a:path w="261" h="20">
                    <a:moveTo>
                      <a:pt x="253" y="0"/>
                    </a:moveTo>
                    <a:lnTo>
                      <a:pt x="7" y="0"/>
                    </a:lnTo>
                    <a:lnTo>
                      <a:pt x="5" y="6"/>
                    </a:lnTo>
                    <a:lnTo>
                      <a:pt x="5" y="6"/>
                    </a:lnTo>
                    <a:lnTo>
                      <a:pt x="0" y="20"/>
                    </a:lnTo>
                    <a:lnTo>
                      <a:pt x="261" y="20"/>
                    </a:lnTo>
                    <a:lnTo>
                      <a:pt x="258" y="13"/>
                    </a:lnTo>
                    <a:lnTo>
                      <a:pt x="258" y="13"/>
                    </a:lnTo>
                    <a:lnTo>
                      <a:pt x="258" y="13"/>
                    </a:lnTo>
                    <a:lnTo>
                      <a:pt x="258" y="13"/>
                    </a:lnTo>
                    <a:lnTo>
                      <a:pt x="258" y="13"/>
                    </a:lnTo>
                    <a:lnTo>
                      <a:pt x="253" y="0"/>
                    </a:lnTo>
                    <a:lnTo>
                      <a:pt x="253" y="0"/>
                    </a:lnTo>
                    <a:lnTo>
                      <a:pt x="25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2" name="Freeform 582"/>
              <p:cNvSpPr/>
              <p:nvPr/>
            </p:nvSpPr>
            <p:spPr bwMode="auto">
              <a:xfrm>
                <a:off x="3076" y="3184"/>
                <a:ext cx="261" cy="20"/>
              </a:xfrm>
              <a:custGeom>
                <a:avLst/>
                <a:gdLst/>
                <a:ahLst/>
                <a:cxnLst>
                  <a:cxn ang="0">
                    <a:pos x="253" y="0"/>
                  </a:cxn>
                  <a:cxn ang="0">
                    <a:pos x="7" y="0"/>
                  </a:cxn>
                  <a:cxn ang="0">
                    <a:pos x="5" y="6"/>
                  </a:cxn>
                  <a:cxn ang="0">
                    <a:pos x="5" y="6"/>
                  </a:cxn>
                  <a:cxn ang="0">
                    <a:pos x="0" y="20"/>
                  </a:cxn>
                  <a:cxn ang="0">
                    <a:pos x="261" y="20"/>
                  </a:cxn>
                  <a:cxn ang="0">
                    <a:pos x="258" y="13"/>
                  </a:cxn>
                  <a:cxn ang="0">
                    <a:pos x="258" y="13"/>
                  </a:cxn>
                  <a:cxn ang="0">
                    <a:pos x="258" y="13"/>
                  </a:cxn>
                  <a:cxn ang="0">
                    <a:pos x="258" y="13"/>
                  </a:cxn>
                  <a:cxn ang="0">
                    <a:pos x="258" y="13"/>
                  </a:cxn>
                  <a:cxn ang="0">
                    <a:pos x="253" y="0"/>
                  </a:cxn>
                  <a:cxn ang="0">
                    <a:pos x="253" y="0"/>
                  </a:cxn>
                  <a:cxn ang="0">
                    <a:pos x="253" y="0"/>
                  </a:cxn>
                </a:cxnLst>
                <a:rect l="0" t="0" r="r" b="b"/>
                <a:pathLst>
                  <a:path w="261" h="20">
                    <a:moveTo>
                      <a:pt x="253" y="0"/>
                    </a:moveTo>
                    <a:lnTo>
                      <a:pt x="7" y="0"/>
                    </a:lnTo>
                    <a:lnTo>
                      <a:pt x="5" y="6"/>
                    </a:lnTo>
                    <a:lnTo>
                      <a:pt x="5" y="6"/>
                    </a:lnTo>
                    <a:lnTo>
                      <a:pt x="0" y="20"/>
                    </a:lnTo>
                    <a:lnTo>
                      <a:pt x="261" y="20"/>
                    </a:lnTo>
                    <a:lnTo>
                      <a:pt x="258" y="13"/>
                    </a:lnTo>
                    <a:lnTo>
                      <a:pt x="258" y="13"/>
                    </a:lnTo>
                    <a:lnTo>
                      <a:pt x="258" y="13"/>
                    </a:lnTo>
                    <a:lnTo>
                      <a:pt x="258" y="13"/>
                    </a:lnTo>
                    <a:lnTo>
                      <a:pt x="258" y="13"/>
                    </a:lnTo>
                    <a:lnTo>
                      <a:pt x="253" y="0"/>
                    </a:lnTo>
                    <a:lnTo>
                      <a:pt x="253" y="0"/>
                    </a:lnTo>
                    <a:lnTo>
                      <a:pt x="253" y="0"/>
                    </a:lnTo>
                  </a:path>
                </a:pathLst>
              </a:custGeom>
              <a:noFill/>
              <a:ln w="9525">
                <a:noFill/>
                <a:round/>
              </a:ln>
            </p:spPr>
            <p:txBody>
              <a:bodyPr vert="horz" wrap="square" lIns="82938" tIns="41469" rIns="82938" bIns="41469" numCol="1" anchor="t" anchorCtr="0" compatLnSpc="1"/>
              <a:lstStyle/>
              <a:p>
                <a:endParaRPr lang="en-GB" sz="1815"/>
              </a:p>
            </p:txBody>
          </p:sp>
          <p:sp>
            <p:nvSpPr>
              <p:cNvPr id="51783" name="Freeform 583"/>
              <p:cNvSpPr>
                <a:spLocks noEditPoints="1"/>
              </p:cNvSpPr>
              <p:nvPr/>
            </p:nvSpPr>
            <p:spPr bwMode="auto">
              <a:xfrm>
                <a:off x="3057" y="3190"/>
                <a:ext cx="24" cy="14"/>
              </a:xfrm>
              <a:custGeom>
                <a:avLst/>
                <a:gdLst/>
                <a:ahLst/>
                <a:cxnLst>
                  <a:cxn ang="0">
                    <a:pos x="0" y="6"/>
                  </a:cxn>
                  <a:cxn ang="0">
                    <a:pos x="0" y="7"/>
                  </a:cxn>
                  <a:cxn ang="0">
                    <a:pos x="9" y="14"/>
                  </a:cxn>
                  <a:cxn ang="0">
                    <a:pos x="9" y="14"/>
                  </a:cxn>
                  <a:cxn ang="0">
                    <a:pos x="0" y="6"/>
                  </a:cxn>
                  <a:cxn ang="0">
                    <a:pos x="24" y="0"/>
                  </a:cxn>
                  <a:cxn ang="0">
                    <a:pos x="22" y="7"/>
                  </a:cxn>
                  <a:cxn ang="0">
                    <a:pos x="19" y="14"/>
                  </a:cxn>
                  <a:cxn ang="0">
                    <a:pos x="19" y="14"/>
                  </a:cxn>
                  <a:cxn ang="0">
                    <a:pos x="24" y="0"/>
                  </a:cxn>
                  <a:cxn ang="0">
                    <a:pos x="24" y="0"/>
                  </a:cxn>
                </a:cxnLst>
                <a:rect l="0" t="0" r="r" b="b"/>
                <a:pathLst>
                  <a:path w="24" h="14">
                    <a:moveTo>
                      <a:pt x="0" y="6"/>
                    </a:moveTo>
                    <a:lnTo>
                      <a:pt x="0" y="7"/>
                    </a:lnTo>
                    <a:lnTo>
                      <a:pt x="9" y="14"/>
                    </a:lnTo>
                    <a:lnTo>
                      <a:pt x="9" y="14"/>
                    </a:lnTo>
                    <a:lnTo>
                      <a:pt x="0" y="6"/>
                    </a:lnTo>
                    <a:close/>
                    <a:moveTo>
                      <a:pt x="24" y="0"/>
                    </a:moveTo>
                    <a:lnTo>
                      <a:pt x="22" y="7"/>
                    </a:lnTo>
                    <a:lnTo>
                      <a:pt x="19" y="14"/>
                    </a:lnTo>
                    <a:lnTo>
                      <a:pt x="19" y="14"/>
                    </a:lnTo>
                    <a:lnTo>
                      <a:pt x="24" y="0"/>
                    </a:lnTo>
                    <a:lnTo>
                      <a:pt x="2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4" name="Freeform 584"/>
              <p:cNvSpPr/>
              <p:nvPr/>
            </p:nvSpPr>
            <p:spPr bwMode="auto">
              <a:xfrm>
                <a:off x="3057" y="3196"/>
                <a:ext cx="9" cy="8"/>
              </a:xfrm>
              <a:custGeom>
                <a:avLst/>
                <a:gdLst/>
                <a:ahLst/>
                <a:cxnLst>
                  <a:cxn ang="0">
                    <a:pos x="0" y="0"/>
                  </a:cxn>
                  <a:cxn ang="0">
                    <a:pos x="0" y="1"/>
                  </a:cxn>
                  <a:cxn ang="0">
                    <a:pos x="9" y="8"/>
                  </a:cxn>
                  <a:cxn ang="0">
                    <a:pos x="9" y="8"/>
                  </a:cxn>
                  <a:cxn ang="0">
                    <a:pos x="0" y="0"/>
                  </a:cxn>
                </a:cxnLst>
                <a:rect l="0" t="0" r="r" b="b"/>
                <a:pathLst>
                  <a:path w="9" h="8">
                    <a:moveTo>
                      <a:pt x="0" y="0"/>
                    </a:moveTo>
                    <a:lnTo>
                      <a:pt x="0" y="1"/>
                    </a:lnTo>
                    <a:lnTo>
                      <a:pt x="9" y="8"/>
                    </a:lnTo>
                    <a:lnTo>
                      <a:pt x="9"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85" name="Freeform 585"/>
              <p:cNvSpPr/>
              <p:nvPr/>
            </p:nvSpPr>
            <p:spPr bwMode="auto">
              <a:xfrm>
                <a:off x="3076" y="3190"/>
                <a:ext cx="5" cy="14"/>
              </a:xfrm>
              <a:custGeom>
                <a:avLst/>
                <a:gdLst/>
                <a:ahLst/>
                <a:cxnLst>
                  <a:cxn ang="0">
                    <a:pos x="5" y="0"/>
                  </a:cxn>
                  <a:cxn ang="0">
                    <a:pos x="3" y="7"/>
                  </a:cxn>
                  <a:cxn ang="0">
                    <a:pos x="0" y="14"/>
                  </a:cxn>
                  <a:cxn ang="0">
                    <a:pos x="0" y="14"/>
                  </a:cxn>
                  <a:cxn ang="0">
                    <a:pos x="5" y="0"/>
                  </a:cxn>
                  <a:cxn ang="0">
                    <a:pos x="5" y="0"/>
                  </a:cxn>
                </a:cxnLst>
                <a:rect l="0" t="0" r="r" b="b"/>
                <a:pathLst>
                  <a:path w="5" h="14">
                    <a:moveTo>
                      <a:pt x="5" y="0"/>
                    </a:moveTo>
                    <a:lnTo>
                      <a:pt x="3" y="7"/>
                    </a:lnTo>
                    <a:lnTo>
                      <a:pt x="0" y="14"/>
                    </a:lnTo>
                    <a:lnTo>
                      <a:pt x="0" y="14"/>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86" name="Freeform 586"/>
              <p:cNvSpPr/>
              <p:nvPr/>
            </p:nvSpPr>
            <p:spPr bwMode="auto">
              <a:xfrm>
                <a:off x="3074" y="3184"/>
                <a:ext cx="9" cy="6"/>
              </a:xfrm>
              <a:custGeom>
                <a:avLst/>
                <a:gdLst/>
                <a:ahLst/>
                <a:cxnLst>
                  <a:cxn ang="0">
                    <a:pos x="9" y="0"/>
                  </a:cxn>
                  <a:cxn ang="0">
                    <a:pos x="0" y="0"/>
                  </a:cxn>
                  <a:cxn ang="0">
                    <a:pos x="7" y="6"/>
                  </a:cxn>
                  <a:cxn ang="0">
                    <a:pos x="9" y="0"/>
                  </a:cxn>
                </a:cxnLst>
                <a:rect l="0" t="0" r="r" b="b"/>
                <a:pathLst>
                  <a:path w="9" h="6">
                    <a:moveTo>
                      <a:pt x="9" y="0"/>
                    </a:moveTo>
                    <a:lnTo>
                      <a:pt x="0" y="0"/>
                    </a:lnTo>
                    <a:lnTo>
                      <a:pt x="7" y="6"/>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7" name="Freeform 587"/>
              <p:cNvSpPr/>
              <p:nvPr/>
            </p:nvSpPr>
            <p:spPr bwMode="auto">
              <a:xfrm>
                <a:off x="3074" y="3184"/>
                <a:ext cx="9" cy="6"/>
              </a:xfrm>
              <a:custGeom>
                <a:avLst/>
                <a:gdLst/>
                <a:ahLst/>
                <a:cxnLst>
                  <a:cxn ang="0">
                    <a:pos x="9" y="0"/>
                  </a:cxn>
                  <a:cxn ang="0">
                    <a:pos x="0" y="0"/>
                  </a:cxn>
                  <a:cxn ang="0">
                    <a:pos x="7" y="6"/>
                  </a:cxn>
                  <a:cxn ang="0">
                    <a:pos x="9" y="0"/>
                  </a:cxn>
                </a:cxnLst>
                <a:rect l="0" t="0" r="r" b="b"/>
                <a:pathLst>
                  <a:path w="9" h="6">
                    <a:moveTo>
                      <a:pt x="9" y="0"/>
                    </a:moveTo>
                    <a:lnTo>
                      <a:pt x="0" y="0"/>
                    </a:lnTo>
                    <a:lnTo>
                      <a:pt x="7" y="6"/>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1788" name="Freeform 588"/>
              <p:cNvSpPr>
                <a:spLocks noEditPoints="1"/>
              </p:cNvSpPr>
              <p:nvPr/>
            </p:nvSpPr>
            <p:spPr bwMode="auto">
              <a:xfrm>
                <a:off x="3057" y="3177"/>
                <a:ext cx="24" cy="27"/>
              </a:xfrm>
              <a:custGeom>
                <a:avLst/>
                <a:gdLst/>
                <a:ahLst/>
                <a:cxnLst>
                  <a:cxn ang="0">
                    <a:pos x="12" y="17"/>
                  </a:cxn>
                  <a:cxn ang="0">
                    <a:pos x="12" y="17"/>
                  </a:cxn>
                  <a:cxn ang="0">
                    <a:pos x="12" y="17"/>
                  </a:cxn>
                  <a:cxn ang="0">
                    <a:pos x="12" y="17"/>
                  </a:cxn>
                  <a:cxn ang="0">
                    <a:pos x="12" y="17"/>
                  </a:cxn>
                  <a:cxn ang="0">
                    <a:pos x="12" y="17"/>
                  </a:cxn>
                  <a:cxn ang="0">
                    <a:pos x="19" y="8"/>
                  </a:cxn>
                  <a:cxn ang="0">
                    <a:pos x="12" y="17"/>
                  </a:cxn>
                  <a:cxn ang="0">
                    <a:pos x="19" y="8"/>
                  </a:cxn>
                  <a:cxn ang="0">
                    <a:pos x="19" y="8"/>
                  </a:cxn>
                  <a:cxn ang="0">
                    <a:pos x="7" y="0"/>
                  </a:cxn>
                  <a:cxn ang="0">
                    <a:pos x="0" y="19"/>
                  </a:cxn>
                  <a:cxn ang="0">
                    <a:pos x="9" y="27"/>
                  </a:cxn>
                  <a:cxn ang="0">
                    <a:pos x="12" y="27"/>
                  </a:cxn>
                  <a:cxn ang="0">
                    <a:pos x="19" y="27"/>
                  </a:cxn>
                  <a:cxn ang="0">
                    <a:pos x="22" y="20"/>
                  </a:cxn>
                  <a:cxn ang="0">
                    <a:pos x="24" y="13"/>
                  </a:cxn>
                  <a:cxn ang="0">
                    <a:pos x="17" y="7"/>
                  </a:cxn>
                  <a:cxn ang="0">
                    <a:pos x="16" y="7"/>
                  </a:cxn>
                  <a:cxn ang="0">
                    <a:pos x="7" y="0"/>
                  </a:cxn>
                </a:cxnLst>
                <a:rect l="0" t="0" r="r" b="b"/>
                <a:pathLst>
                  <a:path w="24" h="27">
                    <a:moveTo>
                      <a:pt x="12" y="17"/>
                    </a:moveTo>
                    <a:lnTo>
                      <a:pt x="12" y="17"/>
                    </a:lnTo>
                    <a:lnTo>
                      <a:pt x="12" y="17"/>
                    </a:lnTo>
                    <a:lnTo>
                      <a:pt x="12" y="17"/>
                    </a:lnTo>
                    <a:close/>
                    <a:moveTo>
                      <a:pt x="12" y="17"/>
                    </a:moveTo>
                    <a:lnTo>
                      <a:pt x="12" y="17"/>
                    </a:lnTo>
                    <a:lnTo>
                      <a:pt x="19" y="8"/>
                    </a:lnTo>
                    <a:lnTo>
                      <a:pt x="12" y="17"/>
                    </a:lnTo>
                    <a:close/>
                    <a:moveTo>
                      <a:pt x="19" y="8"/>
                    </a:moveTo>
                    <a:lnTo>
                      <a:pt x="19" y="8"/>
                    </a:lnTo>
                    <a:close/>
                    <a:moveTo>
                      <a:pt x="7" y="0"/>
                    </a:moveTo>
                    <a:lnTo>
                      <a:pt x="0" y="19"/>
                    </a:lnTo>
                    <a:lnTo>
                      <a:pt x="9" y="27"/>
                    </a:lnTo>
                    <a:lnTo>
                      <a:pt x="12" y="27"/>
                    </a:lnTo>
                    <a:lnTo>
                      <a:pt x="19" y="27"/>
                    </a:lnTo>
                    <a:lnTo>
                      <a:pt x="22" y="20"/>
                    </a:lnTo>
                    <a:lnTo>
                      <a:pt x="24" y="13"/>
                    </a:lnTo>
                    <a:lnTo>
                      <a:pt x="17" y="7"/>
                    </a:lnTo>
                    <a:lnTo>
                      <a:pt x="16" y="7"/>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9" name="Freeform 589"/>
              <p:cNvSpPr/>
              <p:nvPr/>
            </p:nvSpPr>
            <p:spPr bwMode="auto">
              <a:xfrm>
                <a:off x="3069" y="3194"/>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90" name="Freeform 590"/>
              <p:cNvSpPr/>
              <p:nvPr/>
            </p:nvSpPr>
            <p:spPr bwMode="auto">
              <a:xfrm>
                <a:off x="3069" y="3185"/>
                <a:ext cx="7" cy="9"/>
              </a:xfrm>
              <a:custGeom>
                <a:avLst/>
                <a:gdLst/>
                <a:ahLst/>
                <a:cxnLst>
                  <a:cxn ang="0">
                    <a:pos x="0" y="9"/>
                  </a:cxn>
                  <a:cxn ang="0">
                    <a:pos x="0" y="9"/>
                  </a:cxn>
                  <a:cxn ang="0">
                    <a:pos x="7" y="0"/>
                  </a:cxn>
                  <a:cxn ang="0">
                    <a:pos x="0" y="9"/>
                  </a:cxn>
                </a:cxnLst>
                <a:rect l="0" t="0" r="r" b="b"/>
                <a:pathLst>
                  <a:path w="7" h="9">
                    <a:moveTo>
                      <a:pt x="0" y="9"/>
                    </a:moveTo>
                    <a:lnTo>
                      <a:pt x="0" y="9"/>
                    </a:lnTo>
                    <a:lnTo>
                      <a:pt x="7" y="0"/>
                    </a:lnTo>
                    <a:lnTo>
                      <a:pt x="0" y="9"/>
                    </a:lnTo>
                  </a:path>
                </a:pathLst>
              </a:custGeom>
              <a:noFill/>
              <a:ln w="9525">
                <a:noFill/>
                <a:round/>
              </a:ln>
            </p:spPr>
            <p:txBody>
              <a:bodyPr vert="horz" wrap="square" lIns="82938" tIns="41469" rIns="82938" bIns="41469" numCol="1" anchor="t" anchorCtr="0" compatLnSpc="1"/>
              <a:lstStyle/>
              <a:p>
                <a:endParaRPr lang="en-GB" sz="1815"/>
              </a:p>
            </p:txBody>
          </p:sp>
          <p:sp>
            <p:nvSpPr>
              <p:cNvPr id="51791" name="Line 591"/>
              <p:cNvSpPr>
                <a:spLocks noChangeShapeType="1"/>
              </p:cNvSpPr>
              <p:nvPr/>
            </p:nvSpPr>
            <p:spPr bwMode="auto">
              <a:xfrm>
                <a:off x="3076" y="3185"/>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792" name="Freeform 592"/>
              <p:cNvSpPr/>
              <p:nvPr/>
            </p:nvSpPr>
            <p:spPr bwMode="auto">
              <a:xfrm>
                <a:off x="3057" y="3177"/>
                <a:ext cx="24" cy="27"/>
              </a:xfrm>
              <a:custGeom>
                <a:avLst/>
                <a:gdLst/>
                <a:ahLst/>
                <a:cxnLst>
                  <a:cxn ang="0">
                    <a:pos x="7" y="0"/>
                  </a:cxn>
                  <a:cxn ang="0">
                    <a:pos x="0" y="19"/>
                  </a:cxn>
                  <a:cxn ang="0">
                    <a:pos x="9" y="27"/>
                  </a:cxn>
                  <a:cxn ang="0">
                    <a:pos x="12" y="27"/>
                  </a:cxn>
                  <a:cxn ang="0">
                    <a:pos x="19" y="27"/>
                  </a:cxn>
                  <a:cxn ang="0">
                    <a:pos x="22" y="20"/>
                  </a:cxn>
                  <a:cxn ang="0">
                    <a:pos x="24" y="13"/>
                  </a:cxn>
                  <a:cxn ang="0">
                    <a:pos x="17" y="7"/>
                  </a:cxn>
                  <a:cxn ang="0">
                    <a:pos x="16" y="7"/>
                  </a:cxn>
                  <a:cxn ang="0">
                    <a:pos x="7" y="0"/>
                  </a:cxn>
                </a:cxnLst>
                <a:rect l="0" t="0" r="r" b="b"/>
                <a:pathLst>
                  <a:path w="24" h="27">
                    <a:moveTo>
                      <a:pt x="7" y="0"/>
                    </a:moveTo>
                    <a:lnTo>
                      <a:pt x="0" y="19"/>
                    </a:lnTo>
                    <a:lnTo>
                      <a:pt x="9" y="27"/>
                    </a:lnTo>
                    <a:lnTo>
                      <a:pt x="12" y="27"/>
                    </a:lnTo>
                    <a:lnTo>
                      <a:pt x="19" y="27"/>
                    </a:lnTo>
                    <a:lnTo>
                      <a:pt x="22" y="20"/>
                    </a:lnTo>
                    <a:lnTo>
                      <a:pt x="24" y="13"/>
                    </a:lnTo>
                    <a:lnTo>
                      <a:pt x="17" y="7"/>
                    </a:lnTo>
                    <a:lnTo>
                      <a:pt x="16" y="7"/>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793" name="Freeform 593"/>
              <p:cNvSpPr/>
              <p:nvPr/>
            </p:nvSpPr>
            <p:spPr bwMode="auto">
              <a:xfrm>
                <a:off x="3610" y="3405"/>
                <a:ext cx="881" cy="810"/>
              </a:xfrm>
              <a:custGeom>
                <a:avLst/>
                <a:gdLst/>
                <a:ahLst/>
                <a:cxnLst>
                  <a:cxn ang="0">
                    <a:pos x="591" y="0"/>
                  </a:cxn>
                  <a:cxn ang="0">
                    <a:pos x="0" y="497"/>
                  </a:cxn>
                  <a:cxn ang="0">
                    <a:pos x="42" y="614"/>
                  </a:cxn>
                  <a:cxn ang="0">
                    <a:pos x="114" y="810"/>
                  </a:cxn>
                  <a:cxn ang="0">
                    <a:pos x="881" y="167"/>
                  </a:cxn>
                  <a:cxn ang="0">
                    <a:pos x="772" y="105"/>
                  </a:cxn>
                  <a:cxn ang="0">
                    <a:pos x="591" y="0"/>
                  </a:cxn>
                </a:cxnLst>
                <a:rect l="0" t="0" r="r" b="b"/>
                <a:pathLst>
                  <a:path w="881" h="810">
                    <a:moveTo>
                      <a:pt x="591" y="0"/>
                    </a:moveTo>
                    <a:lnTo>
                      <a:pt x="0" y="497"/>
                    </a:lnTo>
                    <a:lnTo>
                      <a:pt x="42" y="614"/>
                    </a:lnTo>
                    <a:lnTo>
                      <a:pt x="114" y="810"/>
                    </a:lnTo>
                    <a:lnTo>
                      <a:pt x="881" y="167"/>
                    </a:lnTo>
                    <a:lnTo>
                      <a:pt x="772" y="105"/>
                    </a:lnTo>
                    <a:lnTo>
                      <a:pt x="59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94" name="Freeform 594"/>
              <p:cNvSpPr/>
              <p:nvPr/>
            </p:nvSpPr>
            <p:spPr bwMode="auto">
              <a:xfrm>
                <a:off x="3610" y="3405"/>
                <a:ext cx="881" cy="810"/>
              </a:xfrm>
              <a:custGeom>
                <a:avLst/>
                <a:gdLst/>
                <a:ahLst/>
                <a:cxnLst>
                  <a:cxn ang="0">
                    <a:pos x="591" y="0"/>
                  </a:cxn>
                  <a:cxn ang="0">
                    <a:pos x="0" y="497"/>
                  </a:cxn>
                  <a:cxn ang="0">
                    <a:pos x="42" y="614"/>
                  </a:cxn>
                  <a:cxn ang="0">
                    <a:pos x="114" y="810"/>
                  </a:cxn>
                  <a:cxn ang="0">
                    <a:pos x="881" y="167"/>
                  </a:cxn>
                  <a:cxn ang="0">
                    <a:pos x="772" y="105"/>
                  </a:cxn>
                  <a:cxn ang="0">
                    <a:pos x="591" y="0"/>
                  </a:cxn>
                </a:cxnLst>
                <a:rect l="0" t="0" r="r" b="b"/>
                <a:pathLst>
                  <a:path w="881" h="810">
                    <a:moveTo>
                      <a:pt x="591" y="0"/>
                    </a:moveTo>
                    <a:lnTo>
                      <a:pt x="0" y="497"/>
                    </a:lnTo>
                    <a:lnTo>
                      <a:pt x="42" y="614"/>
                    </a:lnTo>
                    <a:lnTo>
                      <a:pt x="114" y="810"/>
                    </a:lnTo>
                    <a:lnTo>
                      <a:pt x="881" y="167"/>
                    </a:lnTo>
                    <a:lnTo>
                      <a:pt x="772" y="105"/>
                    </a:lnTo>
                    <a:lnTo>
                      <a:pt x="591" y="0"/>
                    </a:lnTo>
                  </a:path>
                </a:pathLst>
              </a:custGeom>
              <a:noFill/>
              <a:ln w="9525">
                <a:noFill/>
                <a:round/>
              </a:ln>
            </p:spPr>
            <p:txBody>
              <a:bodyPr vert="horz" wrap="square" lIns="82938" tIns="41469" rIns="82938" bIns="41469" numCol="1" anchor="t" anchorCtr="0" compatLnSpc="1"/>
              <a:lstStyle/>
              <a:p>
                <a:endParaRPr lang="en-GB" sz="1815"/>
              </a:p>
            </p:txBody>
          </p:sp>
          <p:sp>
            <p:nvSpPr>
              <p:cNvPr id="51795" name="Freeform 595"/>
              <p:cNvSpPr/>
              <p:nvPr/>
            </p:nvSpPr>
            <p:spPr bwMode="auto">
              <a:xfrm>
                <a:off x="3610" y="3510"/>
                <a:ext cx="899" cy="740"/>
              </a:xfrm>
              <a:custGeom>
                <a:avLst/>
                <a:gdLst/>
                <a:ahLst/>
                <a:cxnLst>
                  <a:cxn ang="0">
                    <a:pos x="772" y="0"/>
                  </a:cxn>
                  <a:cxn ang="0">
                    <a:pos x="772" y="0"/>
                  </a:cxn>
                  <a:cxn ang="0">
                    <a:pos x="881" y="62"/>
                  </a:cxn>
                  <a:cxn ang="0">
                    <a:pos x="114" y="705"/>
                  </a:cxn>
                  <a:cxn ang="0">
                    <a:pos x="42" y="509"/>
                  </a:cxn>
                  <a:cxn ang="0">
                    <a:pos x="0" y="392"/>
                  </a:cxn>
                  <a:cxn ang="0">
                    <a:pos x="0" y="392"/>
                  </a:cxn>
                  <a:cxn ang="0">
                    <a:pos x="42" y="509"/>
                  </a:cxn>
                  <a:cxn ang="0">
                    <a:pos x="119" y="722"/>
                  </a:cxn>
                  <a:cxn ang="0">
                    <a:pos x="109" y="730"/>
                  </a:cxn>
                  <a:cxn ang="0">
                    <a:pos x="100" y="730"/>
                  </a:cxn>
                  <a:cxn ang="0">
                    <a:pos x="104" y="740"/>
                  </a:cxn>
                  <a:cxn ang="0">
                    <a:pos x="899" y="74"/>
                  </a:cxn>
                  <a:cxn ang="0">
                    <a:pos x="886" y="66"/>
                  </a:cxn>
                  <a:cxn ang="0">
                    <a:pos x="886" y="66"/>
                  </a:cxn>
                  <a:cxn ang="0">
                    <a:pos x="772" y="0"/>
                  </a:cxn>
                </a:cxnLst>
                <a:rect l="0" t="0" r="r" b="b"/>
                <a:pathLst>
                  <a:path w="899" h="740">
                    <a:moveTo>
                      <a:pt x="772" y="0"/>
                    </a:moveTo>
                    <a:lnTo>
                      <a:pt x="772" y="0"/>
                    </a:lnTo>
                    <a:lnTo>
                      <a:pt x="881" y="62"/>
                    </a:lnTo>
                    <a:lnTo>
                      <a:pt x="114" y="705"/>
                    </a:lnTo>
                    <a:lnTo>
                      <a:pt x="42" y="509"/>
                    </a:lnTo>
                    <a:lnTo>
                      <a:pt x="0" y="392"/>
                    </a:lnTo>
                    <a:lnTo>
                      <a:pt x="0" y="392"/>
                    </a:lnTo>
                    <a:lnTo>
                      <a:pt x="42" y="509"/>
                    </a:lnTo>
                    <a:lnTo>
                      <a:pt x="119" y="722"/>
                    </a:lnTo>
                    <a:lnTo>
                      <a:pt x="109" y="730"/>
                    </a:lnTo>
                    <a:lnTo>
                      <a:pt x="100" y="730"/>
                    </a:lnTo>
                    <a:lnTo>
                      <a:pt x="104" y="740"/>
                    </a:lnTo>
                    <a:lnTo>
                      <a:pt x="899" y="74"/>
                    </a:lnTo>
                    <a:lnTo>
                      <a:pt x="886" y="66"/>
                    </a:lnTo>
                    <a:lnTo>
                      <a:pt x="886" y="66"/>
                    </a:lnTo>
                    <a:lnTo>
                      <a:pt x="77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96" name="Freeform 596"/>
              <p:cNvSpPr/>
              <p:nvPr/>
            </p:nvSpPr>
            <p:spPr bwMode="auto">
              <a:xfrm>
                <a:off x="3610" y="3510"/>
                <a:ext cx="899" cy="740"/>
              </a:xfrm>
              <a:custGeom>
                <a:avLst/>
                <a:gdLst/>
                <a:ahLst/>
                <a:cxnLst>
                  <a:cxn ang="0">
                    <a:pos x="772" y="0"/>
                  </a:cxn>
                  <a:cxn ang="0">
                    <a:pos x="772" y="0"/>
                  </a:cxn>
                  <a:cxn ang="0">
                    <a:pos x="881" y="62"/>
                  </a:cxn>
                  <a:cxn ang="0">
                    <a:pos x="114" y="705"/>
                  </a:cxn>
                  <a:cxn ang="0">
                    <a:pos x="42" y="509"/>
                  </a:cxn>
                  <a:cxn ang="0">
                    <a:pos x="0" y="392"/>
                  </a:cxn>
                  <a:cxn ang="0">
                    <a:pos x="0" y="392"/>
                  </a:cxn>
                  <a:cxn ang="0">
                    <a:pos x="42" y="509"/>
                  </a:cxn>
                  <a:cxn ang="0">
                    <a:pos x="119" y="722"/>
                  </a:cxn>
                  <a:cxn ang="0">
                    <a:pos x="109" y="730"/>
                  </a:cxn>
                  <a:cxn ang="0">
                    <a:pos x="100" y="730"/>
                  </a:cxn>
                  <a:cxn ang="0">
                    <a:pos x="104" y="740"/>
                  </a:cxn>
                  <a:cxn ang="0">
                    <a:pos x="899" y="74"/>
                  </a:cxn>
                  <a:cxn ang="0">
                    <a:pos x="886" y="66"/>
                  </a:cxn>
                  <a:cxn ang="0">
                    <a:pos x="886" y="66"/>
                  </a:cxn>
                  <a:cxn ang="0">
                    <a:pos x="772" y="0"/>
                  </a:cxn>
                </a:cxnLst>
                <a:rect l="0" t="0" r="r" b="b"/>
                <a:pathLst>
                  <a:path w="899" h="740">
                    <a:moveTo>
                      <a:pt x="772" y="0"/>
                    </a:moveTo>
                    <a:lnTo>
                      <a:pt x="772" y="0"/>
                    </a:lnTo>
                    <a:lnTo>
                      <a:pt x="881" y="62"/>
                    </a:lnTo>
                    <a:lnTo>
                      <a:pt x="114" y="705"/>
                    </a:lnTo>
                    <a:lnTo>
                      <a:pt x="42" y="509"/>
                    </a:lnTo>
                    <a:lnTo>
                      <a:pt x="0" y="392"/>
                    </a:lnTo>
                    <a:lnTo>
                      <a:pt x="0" y="392"/>
                    </a:lnTo>
                    <a:lnTo>
                      <a:pt x="42" y="509"/>
                    </a:lnTo>
                    <a:lnTo>
                      <a:pt x="119" y="722"/>
                    </a:lnTo>
                    <a:lnTo>
                      <a:pt x="109" y="730"/>
                    </a:lnTo>
                    <a:lnTo>
                      <a:pt x="100" y="730"/>
                    </a:lnTo>
                    <a:lnTo>
                      <a:pt x="104" y="740"/>
                    </a:lnTo>
                    <a:lnTo>
                      <a:pt x="899" y="74"/>
                    </a:lnTo>
                    <a:lnTo>
                      <a:pt x="886" y="66"/>
                    </a:lnTo>
                    <a:lnTo>
                      <a:pt x="886" y="66"/>
                    </a:lnTo>
                    <a:lnTo>
                      <a:pt x="772" y="0"/>
                    </a:lnTo>
                  </a:path>
                </a:pathLst>
              </a:custGeom>
              <a:noFill/>
              <a:ln w="9525">
                <a:noFill/>
                <a:round/>
              </a:ln>
            </p:spPr>
            <p:txBody>
              <a:bodyPr vert="horz" wrap="square" lIns="82938" tIns="41469" rIns="82938" bIns="41469" numCol="1" anchor="t" anchorCtr="0" compatLnSpc="1"/>
              <a:lstStyle/>
              <a:p>
                <a:endParaRPr lang="en-GB" sz="1815"/>
              </a:p>
            </p:txBody>
          </p:sp>
          <p:sp>
            <p:nvSpPr>
              <p:cNvPr id="51797" name="Freeform 597"/>
              <p:cNvSpPr/>
              <p:nvPr/>
            </p:nvSpPr>
            <p:spPr bwMode="auto">
              <a:xfrm>
                <a:off x="3590" y="3902"/>
                <a:ext cx="139" cy="338"/>
              </a:xfrm>
              <a:custGeom>
                <a:avLst/>
                <a:gdLst/>
                <a:ahLst/>
                <a:cxnLst>
                  <a:cxn ang="0">
                    <a:pos x="20" y="0"/>
                  </a:cxn>
                  <a:cxn ang="0">
                    <a:pos x="20" y="0"/>
                  </a:cxn>
                  <a:cxn ang="0">
                    <a:pos x="22" y="5"/>
                  </a:cxn>
                  <a:cxn ang="0">
                    <a:pos x="0" y="5"/>
                  </a:cxn>
                  <a:cxn ang="0">
                    <a:pos x="43" y="124"/>
                  </a:cxn>
                  <a:cxn ang="0">
                    <a:pos x="115" y="323"/>
                  </a:cxn>
                  <a:cxn ang="0">
                    <a:pos x="115" y="323"/>
                  </a:cxn>
                  <a:cxn ang="0">
                    <a:pos x="120" y="338"/>
                  </a:cxn>
                  <a:cxn ang="0">
                    <a:pos x="129" y="338"/>
                  </a:cxn>
                  <a:cxn ang="0">
                    <a:pos x="139" y="330"/>
                  </a:cxn>
                  <a:cxn ang="0">
                    <a:pos x="62" y="117"/>
                  </a:cxn>
                  <a:cxn ang="0">
                    <a:pos x="20" y="0"/>
                  </a:cxn>
                </a:cxnLst>
                <a:rect l="0" t="0" r="r" b="b"/>
                <a:pathLst>
                  <a:path w="139" h="338">
                    <a:moveTo>
                      <a:pt x="20" y="0"/>
                    </a:moveTo>
                    <a:lnTo>
                      <a:pt x="20" y="0"/>
                    </a:lnTo>
                    <a:lnTo>
                      <a:pt x="22" y="5"/>
                    </a:lnTo>
                    <a:lnTo>
                      <a:pt x="0" y="5"/>
                    </a:lnTo>
                    <a:lnTo>
                      <a:pt x="43" y="124"/>
                    </a:lnTo>
                    <a:lnTo>
                      <a:pt x="115" y="323"/>
                    </a:lnTo>
                    <a:lnTo>
                      <a:pt x="115" y="323"/>
                    </a:lnTo>
                    <a:lnTo>
                      <a:pt x="120" y="338"/>
                    </a:lnTo>
                    <a:lnTo>
                      <a:pt x="129" y="338"/>
                    </a:lnTo>
                    <a:lnTo>
                      <a:pt x="139" y="330"/>
                    </a:lnTo>
                    <a:lnTo>
                      <a:pt x="62" y="117"/>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98" name="Freeform 598"/>
              <p:cNvSpPr/>
              <p:nvPr/>
            </p:nvSpPr>
            <p:spPr bwMode="auto">
              <a:xfrm>
                <a:off x="3590" y="3902"/>
                <a:ext cx="139" cy="338"/>
              </a:xfrm>
              <a:custGeom>
                <a:avLst/>
                <a:gdLst/>
                <a:ahLst/>
                <a:cxnLst>
                  <a:cxn ang="0">
                    <a:pos x="20" y="0"/>
                  </a:cxn>
                  <a:cxn ang="0">
                    <a:pos x="20" y="0"/>
                  </a:cxn>
                  <a:cxn ang="0">
                    <a:pos x="22" y="5"/>
                  </a:cxn>
                  <a:cxn ang="0">
                    <a:pos x="0" y="5"/>
                  </a:cxn>
                  <a:cxn ang="0">
                    <a:pos x="43" y="124"/>
                  </a:cxn>
                  <a:cxn ang="0">
                    <a:pos x="115" y="323"/>
                  </a:cxn>
                  <a:cxn ang="0">
                    <a:pos x="115" y="323"/>
                  </a:cxn>
                  <a:cxn ang="0">
                    <a:pos x="120" y="338"/>
                  </a:cxn>
                  <a:cxn ang="0">
                    <a:pos x="129" y="338"/>
                  </a:cxn>
                  <a:cxn ang="0">
                    <a:pos x="139" y="330"/>
                  </a:cxn>
                  <a:cxn ang="0">
                    <a:pos x="62" y="117"/>
                  </a:cxn>
                  <a:cxn ang="0">
                    <a:pos x="20" y="0"/>
                  </a:cxn>
                </a:cxnLst>
                <a:rect l="0" t="0" r="r" b="b"/>
                <a:pathLst>
                  <a:path w="139" h="338">
                    <a:moveTo>
                      <a:pt x="20" y="0"/>
                    </a:moveTo>
                    <a:lnTo>
                      <a:pt x="20" y="0"/>
                    </a:lnTo>
                    <a:lnTo>
                      <a:pt x="22" y="5"/>
                    </a:lnTo>
                    <a:lnTo>
                      <a:pt x="0" y="5"/>
                    </a:lnTo>
                    <a:lnTo>
                      <a:pt x="43" y="124"/>
                    </a:lnTo>
                    <a:lnTo>
                      <a:pt x="115" y="323"/>
                    </a:lnTo>
                    <a:lnTo>
                      <a:pt x="115" y="323"/>
                    </a:lnTo>
                    <a:lnTo>
                      <a:pt x="120" y="338"/>
                    </a:lnTo>
                    <a:lnTo>
                      <a:pt x="129" y="338"/>
                    </a:lnTo>
                    <a:lnTo>
                      <a:pt x="139" y="330"/>
                    </a:lnTo>
                    <a:lnTo>
                      <a:pt x="62" y="117"/>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799" name="Freeform 599"/>
              <p:cNvSpPr/>
              <p:nvPr/>
            </p:nvSpPr>
            <p:spPr bwMode="auto">
              <a:xfrm>
                <a:off x="3588" y="3902"/>
                <a:ext cx="24" cy="5"/>
              </a:xfrm>
              <a:custGeom>
                <a:avLst/>
                <a:gdLst/>
                <a:ahLst/>
                <a:cxnLst>
                  <a:cxn ang="0">
                    <a:pos x="22" y="0"/>
                  </a:cxn>
                  <a:cxn ang="0">
                    <a:pos x="22" y="0"/>
                  </a:cxn>
                  <a:cxn ang="0">
                    <a:pos x="0" y="0"/>
                  </a:cxn>
                  <a:cxn ang="0">
                    <a:pos x="2" y="5"/>
                  </a:cxn>
                  <a:cxn ang="0">
                    <a:pos x="24" y="5"/>
                  </a:cxn>
                  <a:cxn ang="0">
                    <a:pos x="22" y="0"/>
                  </a:cxn>
                </a:cxnLst>
                <a:rect l="0" t="0" r="r" b="b"/>
                <a:pathLst>
                  <a:path w="24" h="5">
                    <a:moveTo>
                      <a:pt x="22" y="0"/>
                    </a:moveTo>
                    <a:lnTo>
                      <a:pt x="22" y="0"/>
                    </a:lnTo>
                    <a:lnTo>
                      <a:pt x="0" y="0"/>
                    </a:lnTo>
                    <a:lnTo>
                      <a:pt x="2" y="5"/>
                    </a:lnTo>
                    <a:lnTo>
                      <a:pt x="24" y="5"/>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00" name="Freeform 600"/>
              <p:cNvSpPr/>
              <p:nvPr/>
            </p:nvSpPr>
            <p:spPr bwMode="auto">
              <a:xfrm>
                <a:off x="3588" y="3902"/>
                <a:ext cx="24" cy="5"/>
              </a:xfrm>
              <a:custGeom>
                <a:avLst/>
                <a:gdLst/>
                <a:ahLst/>
                <a:cxnLst>
                  <a:cxn ang="0">
                    <a:pos x="22" y="0"/>
                  </a:cxn>
                  <a:cxn ang="0">
                    <a:pos x="22" y="0"/>
                  </a:cxn>
                  <a:cxn ang="0">
                    <a:pos x="0" y="0"/>
                  </a:cxn>
                  <a:cxn ang="0">
                    <a:pos x="2" y="5"/>
                  </a:cxn>
                  <a:cxn ang="0">
                    <a:pos x="24" y="5"/>
                  </a:cxn>
                  <a:cxn ang="0">
                    <a:pos x="22" y="0"/>
                  </a:cxn>
                </a:cxnLst>
                <a:rect l="0" t="0" r="r" b="b"/>
                <a:pathLst>
                  <a:path w="24" h="5">
                    <a:moveTo>
                      <a:pt x="22" y="0"/>
                    </a:moveTo>
                    <a:lnTo>
                      <a:pt x="22" y="0"/>
                    </a:lnTo>
                    <a:lnTo>
                      <a:pt x="0" y="0"/>
                    </a:lnTo>
                    <a:lnTo>
                      <a:pt x="2" y="5"/>
                    </a:lnTo>
                    <a:lnTo>
                      <a:pt x="24" y="5"/>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01" name="Freeform 601"/>
              <p:cNvSpPr/>
              <p:nvPr/>
            </p:nvSpPr>
            <p:spPr bwMode="auto">
              <a:xfrm>
                <a:off x="3484" y="3221"/>
                <a:ext cx="699" cy="661"/>
              </a:xfrm>
              <a:custGeom>
                <a:avLst/>
                <a:gdLst/>
                <a:ahLst/>
                <a:cxnLst>
                  <a:cxn ang="0">
                    <a:pos x="399" y="0"/>
                  </a:cxn>
                  <a:cxn ang="0">
                    <a:pos x="2" y="331"/>
                  </a:cxn>
                  <a:cxn ang="0">
                    <a:pos x="0" y="333"/>
                  </a:cxn>
                  <a:cxn ang="0">
                    <a:pos x="2" y="338"/>
                  </a:cxn>
                  <a:cxn ang="0">
                    <a:pos x="2" y="338"/>
                  </a:cxn>
                  <a:cxn ang="0">
                    <a:pos x="119" y="661"/>
                  </a:cxn>
                  <a:cxn ang="0">
                    <a:pos x="699" y="174"/>
                  </a:cxn>
                  <a:cxn ang="0">
                    <a:pos x="399" y="0"/>
                  </a:cxn>
                </a:cxnLst>
                <a:rect l="0" t="0" r="r" b="b"/>
                <a:pathLst>
                  <a:path w="699" h="661">
                    <a:moveTo>
                      <a:pt x="399" y="0"/>
                    </a:moveTo>
                    <a:lnTo>
                      <a:pt x="2" y="331"/>
                    </a:lnTo>
                    <a:lnTo>
                      <a:pt x="0" y="333"/>
                    </a:lnTo>
                    <a:lnTo>
                      <a:pt x="2" y="338"/>
                    </a:lnTo>
                    <a:lnTo>
                      <a:pt x="2" y="338"/>
                    </a:lnTo>
                    <a:lnTo>
                      <a:pt x="119" y="661"/>
                    </a:lnTo>
                    <a:lnTo>
                      <a:pt x="699" y="174"/>
                    </a:lnTo>
                    <a:lnTo>
                      <a:pt x="39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02" name="Freeform 602"/>
              <p:cNvSpPr/>
              <p:nvPr/>
            </p:nvSpPr>
            <p:spPr bwMode="auto">
              <a:xfrm>
                <a:off x="3484" y="3221"/>
                <a:ext cx="699" cy="661"/>
              </a:xfrm>
              <a:custGeom>
                <a:avLst/>
                <a:gdLst/>
                <a:ahLst/>
                <a:cxnLst>
                  <a:cxn ang="0">
                    <a:pos x="399" y="0"/>
                  </a:cxn>
                  <a:cxn ang="0">
                    <a:pos x="2" y="331"/>
                  </a:cxn>
                  <a:cxn ang="0">
                    <a:pos x="0" y="333"/>
                  </a:cxn>
                  <a:cxn ang="0">
                    <a:pos x="2" y="338"/>
                  </a:cxn>
                  <a:cxn ang="0">
                    <a:pos x="2" y="338"/>
                  </a:cxn>
                  <a:cxn ang="0">
                    <a:pos x="119" y="661"/>
                  </a:cxn>
                  <a:cxn ang="0">
                    <a:pos x="699" y="174"/>
                  </a:cxn>
                  <a:cxn ang="0">
                    <a:pos x="399" y="0"/>
                  </a:cxn>
                </a:cxnLst>
                <a:rect l="0" t="0" r="r" b="b"/>
                <a:pathLst>
                  <a:path w="699" h="661">
                    <a:moveTo>
                      <a:pt x="399" y="0"/>
                    </a:moveTo>
                    <a:lnTo>
                      <a:pt x="2" y="331"/>
                    </a:lnTo>
                    <a:lnTo>
                      <a:pt x="0" y="333"/>
                    </a:lnTo>
                    <a:lnTo>
                      <a:pt x="2" y="338"/>
                    </a:lnTo>
                    <a:lnTo>
                      <a:pt x="2" y="338"/>
                    </a:lnTo>
                    <a:lnTo>
                      <a:pt x="119" y="661"/>
                    </a:lnTo>
                    <a:lnTo>
                      <a:pt x="699" y="174"/>
                    </a:lnTo>
                    <a:lnTo>
                      <a:pt x="399" y="0"/>
                    </a:lnTo>
                  </a:path>
                </a:pathLst>
              </a:custGeom>
              <a:noFill/>
              <a:ln w="9525">
                <a:noFill/>
                <a:round/>
              </a:ln>
            </p:spPr>
            <p:txBody>
              <a:bodyPr vert="horz" wrap="square" lIns="82938" tIns="41469" rIns="82938" bIns="41469" numCol="1" anchor="t" anchorCtr="0" compatLnSpc="1"/>
              <a:lstStyle/>
              <a:p>
                <a:endParaRPr lang="en-GB" sz="1815"/>
              </a:p>
            </p:txBody>
          </p:sp>
          <p:sp>
            <p:nvSpPr>
              <p:cNvPr id="51803" name="Freeform 603"/>
              <p:cNvSpPr/>
              <p:nvPr/>
            </p:nvSpPr>
            <p:spPr bwMode="auto">
              <a:xfrm>
                <a:off x="3484" y="3554"/>
                <a:ext cx="2" cy="5"/>
              </a:xfrm>
              <a:custGeom>
                <a:avLst/>
                <a:gdLst/>
                <a:ahLst/>
                <a:cxnLst>
                  <a:cxn ang="0">
                    <a:pos x="0" y="0"/>
                  </a:cxn>
                  <a:cxn ang="0">
                    <a:pos x="0" y="0"/>
                  </a:cxn>
                  <a:cxn ang="0">
                    <a:pos x="2" y="5"/>
                  </a:cxn>
                  <a:cxn ang="0">
                    <a:pos x="0" y="0"/>
                  </a:cxn>
                </a:cxnLst>
                <a:rect l="0" t="0" r="r" b="b"/>
                <a:pathLst>
                  <a:path w="2" h="5">
                    <a:moveTo>
                      <a:pt x="0" y="0"/>
                    </a:moveTo>
                    <a:lnTo>
                      <a:pt x="0" y="0"/>
                    </a:lnTo>
                    <a:lnTo>
                      <a:pt x="2"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04" name="Freeform 604"/>
              <p:cNvSpPr/>
              <p:nvPr/>
            </p:nvSpPr>
            <p:spPr bwMode="auto">
              <a:xfrm>
                <a:off x="3484" y="3554"/>
                <a:ext cx="2" cy="5"/>
              </a:xfrm>
              <a:custGeom>
                <a:avLst/>
                <a:gdLst/>
                <a:ahLst/>
                <a:cxnLst>
                  <a:cxn ang="0">
                    <a:pos x="0" y="0"/>
                  </a:cxn>
                  <a:cxn ang="0">
                    <a:pos x="0" y="0"/>
                  </a:cxn>
                  <a:cxn ang="0">
                    <a:pos x="2" y="5"/>
                  </a:cxn>
                  <a:cxn ang="0">
                    <a:pos x="0" y="0"/>
                  </a:cxn>
                </a:cxnLst>
                <a:rect l="0" t="0" r="r" b="b"/>
                <a:pathLst>
                  <a:path w="2" h="5">
                    <a:moveTo>
                      <a:pt x="0" y="0"/>
                    </a:moveTo>
                    <a:lnTo>
                      <a:pt x="0" y="0"/>
                    </a:lnTo>
                    <a:lnTo>
                      <a:pt x="2"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05" name="Freeform 605"/>
              <p:cNvSpPr/>
              <p:nvPr/>
            </p:nvSpPr>
            <p:spPr bwMode="auto">
              <a:xfrm>
                <a:off x="3603" y="3395"/>
                <a:ext cx="580" cy="487"/>
              </a:xfrm>
              <a:custGeom>
                <a:avLst/>
                <a:gdLst/>
                <a:ahLst/>
                <a:cxnLst>
                  <a:cxn ang="0">
                    <a:pos x="580" y="0"/>
                  </a:cxn>
                  <a:cxn ang="0">
                    <a:pos x="0" y="487"/>
                  </a:cxn>
                  <a:cxn ang="0">
                    <a:pos x="580" y="0"/>
                  </a:cxn>
                  <a:cxn ang="0">
                    <a:pos x="580" y="0"/>
                  </a:cxn>
                </a:cxnLst>
                <a:rect l="0" t="0" r="r" b="b"/>
                <a:pathLst>
                  <a:path w="580" h="487">
                    <a:moveTo>
                      <a:pt x="580" y="0"/>
                    </a:moveTo>
                    <a:lnTo>
                      <a:pt x="0" y="487"/>
                    </a:lnTo>
                    <a:lnTo>
                      <a:pt x="580" y="0"/>
                    </a:lnTo>
                    <a:lnTo>
                      <a:pt x="58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06" name="Freeform 606"/>
              <p:cNvSpPr/>
              <p:nvPr/>
            </p:nvSpPr>
            <p:spPr bwMode="auto">
              <a:xfrm>
                <a:off x="3603" y="3395"/>
                <a:ext cx="580" cy="487"/>
              </a:xfrm>
              <a:custGeom>
                <a:avLst/>
                <a:gdLst/>
                <a:ahLst/>
                <a:cxnLst>
                  <a:cxn ang="0">
                    <a:pos x="580" y="0"/>
                  </a:cxn>
                  <a:cxn ang="0">
                    <a:pos x="0" y="487"/>
                  </a:cxn>
                  <a:cxn ang="0">
                    <a:pos x="580" y="0"/>
                  </a:cxn>
                  <a:cxn ang="0">
                    <a:pos x="580" y="0"/>
                  </a:cxn>
                </a:cxnLst>
                <a:rect l="0" t="0" r="r" b="b"/>
                <a:pathLst>
                  <a:path w="580" h="487">
                    <a:moveTo>
                      <a:pt x="580" y="0"/>
                    </a:moveTo>
                    <a:lnTo>
                      <a:pt x="0" y="487"/>
                    </a:lnTo>
                    <a:lnTo>
                      <a:pt x="580" y="0"/>
                    </a:lnTo>
                    <a:lnTo>
                      <a:pt x="580" y="0"/>
                    </a:lnTo>
                  </a:path>
                </a:pathLst>
              </a:custGeom>
              <a:noFill/>
              <a:ln w="9525">
                <a:noFill/>
                <a:round/>
              </a:ln>
            </p:spPr>
            <p:txBody>
              <a:bodyPr vert="horz" wrap="square" lIns="82938" tIns="41469" rIns="82938" bIns="41469" numCol="1" anchor="t" anchorCtr="0" compatLnSpc="1"/>
              <a:lstStyle/>
              <a:p>
                <a:endParaRPr lang="en-GB" sz="1815"/>
              </a:p>
            </p:txBody>
          </p:sp>
          <p:sp>
            <p:nvSpPr>
              <p:cNvPr id="51807" name="Freeform 607"/>
              <p:cNvSpPr>
                <a:spLocks noEditPoints="1"/>
              </p:cNvSpPr>
              <p:nvPr/>
            </p:nvSpPr>
            <p:spPr bwMode="auto">
              <a:xfrm>
                <a:off x="3484" y="3221"/>
                <a:ext cx="699" cy="661"/>
              </a:xfrm>
              <a:custGeom>
                <a:avLst/>
                <a:gdLst/>
                <a:ahLst/>
                <a:cxnLst>
                  <a:cxn ang="0">
                    <a:pos x="2" y="338"/>
                  </a:cxn>
                  <a:cxn ang="0">
                    <a:pos x="2" y="338"/>
                  </a:cxn>
                  <a:cxn ang="0">
                    <a:pos x="119" y="661"/>
                  </a:cxn>
                  <a:cxn ang="0">
                    <a:pos x="119" y="661"/>
                  </a:cxn>
                  <a:cxn ang="0">
                    <a:pos x="2" y="338"/>
                  </a:cxn>
                  <a:cxn ang="0">
                    <a:pos x="399" y="0"/>
                  </a:cxn>
                  <a:cxn ang="0">
                    <a:pos x="0" y="333"/>
                  </a:cxn>
                  <a:cxn ang="0">
                    <a:pos x="0" y="333"/>
                  </a:cxn>
                  <a:cxn ang="0">
                    <a:pos x="2" y="331"/>
                  </a:cxn>
                  <a:cxn ang="0">
                    <a:pos x="399" y="0"/>
                  </a:cxn>
                  <a:cxn ang="0">
                    <a:pos x="699" y="174"/>
                  </a:cxn>
                  <a:cxn ang="0">
                    <a:pos x="699" y="174"/>
                  </a:cxn>
                  <a:cxn ang="0">
                    <a:pos x="695" y="170"/>
                  </a:cxn>
                  <a:cxn ang="0">
                    <a:pos x="695" y="170"/>
                  </a:cxn>
                  <a:cxn ang="0">
                    <a:pos x="399" y="0"/>
                  </a:cxn>
                </a:cxnLst>
                <a:rect l="0" t="0" r="r" b="b"/>
                <a:pathLst>
                  <a:path w="699" h="661">
                    <a:moveTo>
                      <a:pt x="2" y="338"/>
                    </a:moveTo>
                    <a:lnTo>
                      <a:pt x="2" y="338"/>
                    </a:lnTo>
                    <a:lnTo>
                      <a:pt x="119" y="661"/>
                    </a:lnTo>
                    <a:lnTo>
                      <a:pt x="119" y="661"/>
                    </a:lnTo>
                    <a:lnTo>
                      <a:pt x="2" y="338"/>
                    </a:lnTo>
                    <a:close/>
                    <a:moveTo>
                      <a:pt x="399" y="0"/>
                    </a:moveTo>
                    <a:lnTo>
                      <a:pt x="0" y="333"/>
                    </a:lnTo>
                    <a:lnTo>
                      <a:pt x="0" y="333"/>
                    </a:lnTo>
                    <a:lnTo>
                      <a:pt x="2" y="331"/>
                    </a:lnTo>
                    <a:lnTo>
                      <a:pt x="399" y="0"/>
                    </a:lnTo>
                    <a:lnTo>
                      <a:pt x="699" y="174"/>
                    </a:lnTo>
                    <a:lnTo>
                      <a:pt x="699" y="174"/>
                    </a:lnTo>
                    <a:lnTo>
                      <a:pt x="695" y="170"/>
                    </a:lnTo>
                    <a:lnTo>
                      <a:pt x="695" y="170"/>
                    </a:lnTo>
                    <a:lnTo>
                      <a:pt x="39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grpSp>
        <p:grpSp>
          <p:nvGrpSpPr>
            <p:cNvPr id="7" name="Group 809"/>
            <p:cNvGrpSpPr/>
            <p:nvPr/>
          </p:nvGrpSpPr>
          <p:grpSpPr bwMode="auto">
            <a:xfrm>
              <a:off x="3178" y="2568"/>
              <a:ext cx="1519" cy="1334"/>
              <a:chOff x="3178" y="2568"/>
              <a:chExt cx="1519" cy="1334"/>
            </a:xfrm>
          </p:grpSpPr>
          <p:sp>
            <p:nvSpPr>
              <p:cNvPr id="51809" name="Freeform 609"/>
              <p:cNvSpPr/>
              <p:nvPr/>
            </p:nvSpPr>
            <p:spPr bwMode="auto">
              <a:xfrm>
                <a:off x="3486" y="3559"/>
                <a:ext cx="117" cy="323"/>
              </a:xfrm>
              <a:custGeom>
                <a:avLst/>
                <a:gdLst/>
                <a:ahLst/>
                <a:cxnLst>
                  <a:cxn ang="0">
                    <a:pos x="0" y="0"/>
                  </a:cxn>
                  <a:cxn ang="0">
                    <a:pos x="0" y="0"/>
                  </a:cxn>
                  <a:cxn ang="0">
                    <a:pos x="117" y="323"/>
                  </a:cxn>
                  <a:cxn ang="0">
                    <a:pos x="117" y="323"/>
                  </a:cxn>
                  <a:cxn ang="0">
                    <a:pos x="0" y="0"/>
                  </a:cxn>
                </a:cxnLst>
                <a:rect l="0" t="0" r="r" b="b"/>
                <a:pathLst>
                  <a:path w="117" h="323">
                    <a:moveTo>
                      <a:pt x="0" y="0"/>
                    </a:moveTo>
                    <a:lnTo>
                      <a:pt x="0" y="0"/>
                    </a:lnTo>
                    <a:lnTo>
                      <a:pt x="117" y="323"/>
                    </a:lnTo>
                    <a:lnTo>
                      <a:pt x="117" y="32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10" name="Freeform 610"/>
              <p:cNvSpPr/>
              <p:nvPr/>
            </p:nvSpPr>
            <p:spPr bwMode="auto">
              <a:xfrm>
                <a:off x="3484" y="3221"/>
                <a:ext cx="699" cy="333"/>
              </a:xfrm>
              <a:custGeom>
                <a:avLst/>
                <a:gdLst/>
                <a:ahLst/>
                <a:cxnLst>
                  <a:cxn ang="0">
                    <a:pos x="399" y="0"/>
                  </a:cxn>
                  <a:cxn ang="0">
                    <a:pos x="0" y="333"/>
                  </a:cxn>
                  <a:cxn ang="0">
                    <a:pos x="0" y="333"/>
                  </a:cxn>
                  <a:cxn ang="0">
                    <a:pos x="2" y="331"/>
                  </a:cxn>
                  <a:cxn ang="0">
                    <a:pos x="399" y="0"/>
                  </a:cxn>
                  <a:cxn ang="0">
                    <a:pos x="699" y="174"/>
                  </a:cxn>
                  <a:cxn ang="0">
                    <a:pos x="699" y="174"/>
                  </a:cxn>
                  <a:cxn ang="0">
                    <a:pos x="695" y="170"/>
                  </a:cxn>
                  <a:cxn ang="0">
                    <a:pos x="695" y="170"/>
                  </a:cxn>
                  <a:cxn ang="0">
                    <a:pos x="399" y="0"/>
                  </a:cxn>
                </a:cxnLst>
                <a:rect l="0" t="0" r="r" b="b"/>
                <a:pathLst>
                  <a:path w="699" h="333">
                    <a:moveTo>
                      <a:pt x="399" y="0"/>
                    </a:moveTo>
                    <a:lnTo>
                      <a:pt x="0" y="333"/>
                    </a:lnTo>
                    <a:lnTo>
                      <a:pt x="0" y="333"/>
                    </a:lnTo>
                    <a:lnTo>
                      <a:pt x="2" y="331"/>
                    </a:lnTo>
                    <a:lnTo>
                      <a:pt x="399" y="0"/>
                    </a:lnTo>
                    <a:lnTo>
                      <a:pt x="699" y="174"/>
                    </a:lnTo>
                    <a:lnTo>
                      <a:pt x="699" y="174"/>
                    </a:lnTo>
                    <a:lnTo>
                      <a:pt x="695" y="170"/>
                    </a:lnTo>
                    <a:lnTo>
                      <a:pt x="695" y="170"/>
                    </a:lnTo>
                    <a:lnTo>
                      <a:pt x="399" y="0"/>
                    </a:lnTo>
                  </a:path>
                </a:pathLst>
              </a:custGeom>
              <a:noFill/>
              <a:ln w="9525">
                <a:noFill/>
                <a:round/>
              </a:ln>
            </p:spPr>
            <p:txBody>
              <a:bodyPr vert="horz" wrap="square" lIns="82938" tIns="41469" rIns="82938" bIns="41469" numCol="1" anchor="t" anchorCtr="0" compatLnSpc="1"/>
              <a:lstStyle/>
              <a:p>
                <a:endParaRPr lang="en-GB" sz="1815"/>
              </a:p>
            </p:txBody>
          </p:sp>
          <p:sp>
            <p:nvSpPr>
              <p:cNvPr id="51811" name="Freeform 611"/>
              <p:cNvSpPr/>
              <p:nvPr/>
            </p:nvSpPr>
            <p:spPr bwMode="auto">
              <a:xfrm>
                <a:off x="3464" y="3559"/>
                <a:ext cx="64" cy="176"/>
              </a:xfrm>
              <a:custGeom>
                <a:avLst/>
                <a:gdLst/>
                <a:ahLst/>
                <a:cxnLst>
                  <a:cxn ang="0">
                    <a:pos x="0" y="0"/>
                  </a:cxn>
                  <a:cxn ang="0">
                    <a:pos x="0" y="0"/>
                  </a:cxn>
                  <a:cxn ang="0">
                    <a:pos x="64" y="176"/>
                  </a:cxn>
                  <a:cxn ang="0">
                    <a:pos x="0" y="0"/>
                  </a:cxn>
                </a:cxnLst>
                <a:rect l="0" t="0" r="r" b="b"/>
                <a:pathLst>
                  <a:path w="64" h="176">
                    <a:moveTo>
                      <a:pt x="0" y="0"/>
                    </a:moveTo>
                    <a:lnTo>
                      <a:pt x="0" y="0"/>
                    </a:lnTo>
                    <a:lnTo>
                      <a:pt x="64" y="176"/>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12" name="Freeform 612"/>
              <p:cNvSpPr/>
              <p:nvPr/>
            </p:nvSpPr>
            <p:spPr bwMode="auto">
              <a:xfrm>
                <a:off x="3464" y="3559"/>
                <a:ext cx="64" cy="176"/>
              </a:xfrm>
              <a:custGeom>
                <a:avLst/>
                <a:gdLst/>
                <a:ahLst/>
                <a:cxnLst>
                  <a:cxn ang="0">
                    <a:pos x="0" y="0"/>
                  </a:cxn>
                  <a:cxn ang="0">
                    <a:pos x="0" y="0"/>
                  </a:cxn>
                  <a:cxn ang="0">
                    <a:pos x="64" y="176"/>
                  </a:cxn>
                  <a:cxn ang="0">
                    <a:pos x="0" y="0"/>
                  </a:cxn>
                </a:cxnLst>
                <a:rect l="0" t="0" r="r" b="b"/>
                <a:pathLst>
                  <a:path w="64" h="176">
                    <a:moveTo>
                      <a:pt x="0" y="0"/>
                    </a:moveTo>
                    <a:lnTo>
                      <a:pt x="0" y="0"/>
                    </a:lnTo>
                    <a:lnTo>
                      <a:pt x="64" y="17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13" name="Freeform 613"/>
              <p:cNvSpPr/>
              <p:nvPr/>
            </p:nvSpPr>
            <p:spPr bwMode="auto">
              <a:xfrm>
                <a:off x="3464" y="3559"/>
                <a:ext cx="139" cy="328"/>
              </a:xfrm>
              <a:custGeom>
                <a:avLst/>
                <a:gdLst/>
                <a:ahLst/>
                <a:cxnLst>
                  <a:cxn ang="0">
                    <a:pos x="22" y="0"/>
                  </a:cxn>
                  <a:cxn ang="0">
                    <a:pos x="0" y="0"/>
                  </a:cxn>
                  <a:cxn ang="0">
                    <a:pos x="0" y="0"/>
                  </a:cxn>
                  <a:cxn ang="0">
                    <a:pos x="64" y="176"/>
                  </a:cxn>
                  <a:cxn ang="0">
                    <a:pos x="119" y="328"/>
                  </a:cxn>
                  <a:cxn ang="0">
                    <a:pos x="119" y="328"/>
                  </a:cxn>
                  <a:cxn ang="0">
                    <a:pos x="118" y="323"/>
                  </a:cxn>
                  <a:cxn ang="0">
                    <a:pos x="133" y="323"/>
                  </a:cxn>
                  <a:cxn ang="0">
                    <a:pos x="139" y="323"/>
                  </a:cxn>
                  <a:cxn ang="0">
                    <a:pos x="139" y="323"/>
                  </a:cxn>
                  <a:cxn ang="0">
                    <a:pos x="22" y="0"/>
                  </a:cxn>
                </a:cxnLst>
                <a:rect l="0" t="0" r="r" b="b"/>
                <a:pathLst>
                  <a:path w="139" h="328">
                    <a:moveTo>
                      <a:pt x="22" y="0"/>
                    </a:moveTo>
                    <a:lnTo>
                      <a:pt x="0" y="0"/>
                    </a:lnTo>
                    <a:lnTo>
                      <a:pt x="0" y="0"/>
                    </a:lnTo>
                    <a:lnTo>
                      <a:pt x="64" y="176"/>
                    </a:lnTo>
                    <a:lnTo>
                      <a:pt x="119" y="328"/>
                    </a:lnTo>
                    <a:lnTo>
                      <a:pt x="119" y="328"/>
                    </a:lnTo>
                    <a:lnTo>
                      <a:pt x="118" y="323"/>
                    </a:lnTo>
                    <a:lnTo>
                      <a:pt x="133" y="323"/>
                    </a:lnTo>
                    <a:lnTo>
                      <a:pt x="139" y="323"/>
                    </a:lnTo>
                    <a:lnTo>
                      <a:pt x="139" y="323"/>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14" name="Freeform 614"/>
              <p:cNvSpPr/>
              <p:nvPr/>
            </p:nvSpPr>
            <p:spPr bwMode="auto">
              <a:xfrm>
                <a:off x="3464" y="3559"/>
                <a:ext cx="139" cy="328"/>
              </a:xfrm>
              <a:custGeom>
                <a:avLst/>
                <a:gdLst/>
                <a:ahLst/>
                <a:cxnLst>
                  <a:cxn ang="0">
                    <a:pos x="22" y="0"/>
                  </a:cxn>
                  <a:cxn ang="0">
                    <a:pos x="0" y="0"/>
                  </a:cxn>
                  <a:cxn ang="0">
                    <a:pos x="0" y="0"/>
                  </a:cxn>
                  <a:cxn ang="0">
                    <a:pos x="64" y="176"/>
                  </a:cxn>
                  <a:cxn ang="0">
                    <a:pos x="119" y="328"/>
                  </a:cxn>
                  <a:cxn ang="0">
                    <a:pos x="119" y="328"/>
                  </a:cxn>
                  <a:cxn ang="0">
                    <a:pos x="118" y="323"/>
                  </a:cxn>
                  <a:cxn ang="0">
                    <a:pos x="133" y="323"/>
                  </a:cxn>
                  <a:cxn ang="0">
                    <a:pos x="139" y="323"/>
                  </a:cxn>
                  <a:cxn ang="0">
                    <a:pos x="139" y="323"/>
                  </a:cxn>
                  <a:cxn ang="0">
                    <a:pos x="22" y="0"/>
                  </a:cxn>
                </a:cxnLst>
                <a:rect l="0" t="0" r="r" b="b"/>
                <a:pathLst>
                  <a:path w="139" h="328">
                    <a:moveTo>
                      <a:pt x="22" y="0"/>
                    </a:moveTo>
                    <a:lnTo>
                      <a:pt x="0" y="0"/>
                    </a:lnTo>
                    <a:lnTo>
                      <a:pt x="0" y="0"/>
                    </a:lnTo>
                    <a:lnTo>
                      <a:pt x="64" y="176"/>
                    </a:lnTo>
                    <a:lnTo>
                      <a:pt x="119" y="328"/>
                    </a:lnTo>
                    <a:lnTo>
                      <a:pt x="119" y="328"/>
                    </a:lnTo>
                    <a:lnTo>
                      <a:pt x="118" y="323"/>
                    </a:lnTo>
                    <a:lnTo>
                      <a:pt x="133" y="323"/>
                    </a:lnTo>
                    <a:lnTo>
                      <a:pt x="139" y="323"/>
                    </a:lnTo>
                    <a:lnTo>
                      <a:pt x="139" y="323"/>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15" name="Freeform 615"/>
              <p:cNvSpPr>
                <a:spLocks noEditPoints="1"/>
              </p:cNvSpPr>
              <p:nvPr/>
            </p:nvSpPr>
            <p:spPr bwMode="auto">
              <a:xfrm>
                <a:off x="3583" y="3887"/>
                <a:ext cx="5" cy="15"/>
              </a:xfrm>
              <a:custGeom>
                <a:avLst/>
                <a:gdLst/>
                <a:ahLst/>
                <a:cxnLst>
                  <a:cxn ang="0">
                    <a:pos x="5" y="13"/>
                  </a:cxn>
                  <a:cxn ang="0">
                    <a:pos x="5" y="13"/>
                  </a:cxn>
                  <a:cxn ang="0">
                    <a:pos x="5" y="15"/>
                  </a:cxn>
                  <a:cxn ang="0">
                    <a:pos x="5" y="15"/>
                  </a:cxn>
                  <a:cxn ang="0">
                    <a:pos x="5" y="13"/>
                  </a:cxn>
                  <a:cxn ang="0">
                    <a:pos x="0" y="0"/>
                  </a:cxn>
                  <a:cxn ang="0">
                    <a:pos x="0" y="0"/>
                  </a:cxn>
                  <a:cxn ang="0">
                    <a:pos x="5" y="13"/>
                  </a:cxn>
                  <a:cxn ang="0">
                    <a:pos x="5" y="13"/>
                  </a:cxn>
                  <a:cxn ang="0">
                    <a:pos x="0" y="0"/>
                  </a:cxn>
                </a:cxnLst>
                <a:rect l="0" t="0" r="r" b="b"/>
                <a:pathLst>
                  <a:path w="5" h="15">
                    <a:moveTo>
                      <a:pt x="5" y="13"/>
                    </a:moveTo>
                    <a:lnTo>
                      <a:pt x="5" y="13"/>
                    </a:lnTo>
                    <a:lnTo>
                      <a:pt x="5" y="15"/>
                    </a:lnTo>
                    <a:lnTo>
                      <a:pt x="5" y="15"/>
                    </a:lnTo>
                    <a:lnTo>
                      <a:pt x="5" y="13"/>
                    </a:lnTo>
                    <a:close/>
                    <a:moveTo>
                      <a:pt x="0" y="0"/>
                    </a:moveTo>
                    <a:lnTo>
                      <a:pt x="0" y="0"/>
                    </a:lnTo>
                    <a:lnTo>
                      <a:pt x="5" y="13"/>
                    </a:lnTo>
                    <a:lnTo>
                      <a:pt x="5"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16" name="Rectangle 616"/>
              <p:cNvSpPr>
                <a:spLocks noChangeArrowheads="1"/>
              </p:cNvSpPr>
              <p:nvPr/>
            </p:nvSpPr>
            <p:spPr bwMode="auto">
              <a:xfrm>
                <a:off x="3588" y="3900"/>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817" name="Freeform 617"/>
              <p:cNvSpPr/>
              <p:nvPr/>
            </p:nvSpPr>
            <p:spPr bwMode="auto">
              <a:xfrm>
                <a:off x="3583" y="3887"/>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18" name="Freeform 618"/>
              <p:cNvSpPr/>
              <p:nvPr/>
            </p:nvSpPr>
            <p:spPr bwMode="auto">
              <a:xfrm>
                <a:off x="3484" y="3554"/>
                <a:ext cx="2" cy="5"/>
              </a:xfrm>
              <a:custGeom>
                <a:avLst/>
                <a:gdLst/>
                <a:ahLst/>
                <a:cxnLst>
                  <a:cxn ang="0">
                    <a:pos x="0" y="0"/>
                  </a:cxn>
                  <a:cxn ang="0">
                    <a:pos x="0" y="0"/>
                  </a:cxn>
                  <a:cxn ang="0">
                    <a:pos x="2" y="5"/>
                  </a:cxn>
                  <a:cxn ang="0">
                    <a:pos x="2" y="5"/>
                  </a:cxn>
                  <a:cxn ang="0">
                    <a:pos x="2" y="5"/>
                  </a:cxn>
                  <a:cxn ang="0">
                    <a:pos x="0" y="0"/>
                  </a:cxn>
                  <a:cxn ang="0">
                    <a:pos x="0" y="0"/>
                  </a:cxn>
                  <a:cxn ang="0">
                    <a:pos x="0" y="0"/>
                  </a:cxn>
                </a:cxnLst>
                <a:rect l="0" t="0" r="r" b="b"/>
                <a:pathLst>
                  <a:path w="2" h="5">
                    <a:moveTo>
                      <a:pt x="0" y="0"/>
                    </a:moveTo>
                    <a:lnTo>
                      <a:pt x="0" y="0"/>
                    </a:lnTo>
                    <a:lnTo>
                      <a:pt x="2" y="5"/>
                    </a:lnTo>
                    <a:lnTo>
                      <a:pt x="2" y="5"/>
                    </a:lnTo>
                    <a:lnTo>
                      <a:pt x="2" y="5"/>
                    </a:lnTo>
                    <a:lnTo>
                      <a:pt x="0" y="0"/>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19" name="Freeform 619"/>
              <p:cNvSpPr/>
              <p:nvPr/>
            </p:nvSpPr>
            <p:spPr bwMode="auto">
              <a:xfrm>
                <a:off x="3484" y="3554"/>
                <a:ext cx="2" cy="5"/>
              </a:xfrm>
              <a:custGeom>
                <a:avLst/>
                <a:gdLst/>
                <a:ahLst/>
                <a:cxnLst>
                  <a:cxn ang="0">
                    <a:pos x="0" y="0"/>
                  </a:cxn>
                  <a:cxn ang="0">
                    <a:pos x="0" y="0"/>
                  </a:cxn>
                  <a:cxn ang="0">
                    <a:pos x="2" y="5"/>
                  </a:cxn>
                  <a:cxn ang="0">
                    <a:pos x="2" y="5"/>
                  </a:cxn>
                  <a:cxn ang="0">
                    <a:pos x="2" y="5"/>
                  </a:cxn>
                  <a:cxn ang="0">
                    <a:pos x="0" y="0"/>
                  </a:cxn>
                  <a:cxn ang="0">
                    <a:pos x="0" y="0"/>
                  </a:cxn>
                  <a:cxn ang="0">
                    <a:pos x="0" y="0"/>
                  </a:cxn>
                </a:cxnLst>
                <a:rect l="0" t="0" r="r" b="b"/>
                <a:pathLst>
                  <a:path w="2" h="5">
                    <a:moveTo>
                      <a:pt x="0" y="0"/>
                    </a:moveTo>
                    <a:lnTo>
                      <a:pt x="0" y="0"/>
                    </a:lnTo>
                    <a:lnTo>
                      <a:pt x="2" y="5"/>
                    </a:lnTo>
                    <a:lnTo>
                      <a:pt x="2" y="5"/>
                    </a:lnTo>
                    <a:lnTo>
                      <a:pt x="2" y="5"/>
                    </a:ln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20" name="Freeform 620"/>
              <p:cNvSpPr/>
              <p:nvPr/>
            </p:nvSpPr>
            <p:spPr bwMode="auto">
              <a:xfrm>
                <a:off x="3463" y="3554"/>
                <a:ext cx="23" cy="5"/>
              </a:xfrm>
              <a:custGeom>
                <a:avLst/>
                <a:gdLst/>
                <a:ahLst/>
                <a:cxnLst>
                  <a:cxn ang="0">
                    <a:pos x="21" y="0"/>
                  </a:cxn>
                  <a:cxn ang="0">
                    <a:pos x="21" y="0"/>
                  </a:cxn>
                  <a:cxn ang="0">
                    <a:pos x="0" y="0"/>
                  </a:cxn>
                  <a:cxn ang="0">
                    <a:pos x="1" y="5"/>
                  </a:cxn>
                  <a:cxn ang="0">
                    <a:pos x="23" y="5"/>
                  </a:cxn>
                  <a:cxn ang="0">
                    <a:pos x="21" y="0"/>
                  </a:cxn>
                </a:cxnLst>
                <a:rect l="0" t="0" r="r" b="b"/>
                <a:pathLst>
                  <a:path w="23" h="5">
                    <a:moveTo>
                      <a:pt x="21" y="0"/>
                    </a:moveTo>
                    <a:lnTo>
                      <a:pt x="21" y="0"/>
                    </a:lnTo>
                    <a:lnTo>
                      <a:pt x="0" y="0"/>
                    </a:lnTo>
                    <a:lnTo>
                      <a:pt x="1" y="5"/>
                    </a:lnTo>
                    <a:lnTo>
                      <a:pt x="23" y="5"/>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1" name="Freeform 621"/>
              <p:cNvSpPr/>
              <p:nvPr/>
            </p:nvSpPr>
            <p:spPr bwMode="auto">
              <a:xfrm>
                <a:off x="3463" y="3554"/>
                <a:ext cx="23" cy="5"/>
              </a:xfrm>
              <a:custGeom>
                <a:avLst/>
                <a:gdLst/>
                <a:ahLst/>
                <a:cxnLst>
                  <a:cxn ang="0">
                    <a:pos x="21" y="0"/>
                  </a:cxn>
                  <a:cxn ang="0">
                    <a:pos x="21" y="0"/>
                  </a:cxn>
                  <a:cxn ang="0">
                    <a:pos x="0" y="0"/>
                  </a:cxn>
                  <a:cxn ang="0">
                    <a:pos x="1" y="5"/>
                  </a:cxn>
                  <a:cxn ang="0">
                    <a:pos x="23" y="5"/>
                  </a:cxn>
                  <a:cxn ang="0">
                    <a:pos x="21" y="0"/>
                  </a:cxn>
                </a:cxnLst>
                <a:rect l="0" t="0" r="r" b="b"/>
                <a:pathLst>
                  <a:path w="23" h="5">
                    <a:moveTo>
                      <a:pt x="21" y="0"/>
                    </a:moveTo>
                    <a:lnTo>
                      <a:pt x="21" y="0"/>
                    </a:lnTo>
                    <a:lnTo>
                      <a:pt x="0" y="0"/>
                    </a:lnTo>
                    <a:lnTo>
                      <a:pt x="1" y="5"/>
                    </a:lnTo>
                    <a:lnTo>
                      <a:pt x="23" y="5"/>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822" name="Freeform 622"/>
              <p:cNvSpPr/>
              <p:nvPr/>
            </p:nvSpPr>
            <p:spPr bwMode="auto">
              <a:xfrm>
                <a:off x="3610" y="3405"/>
                <a:ext cx="591" cy="497"/>
              </a:xfrm>
              <a:custGeom>
                <a:avLst/>
                <a:gdLst/>
                <a:ahLst/>
                <a:cxnLst>
                  <a:cxn ang="0">
                    <a:pos x="591" y="0"/>
                  </a:cxn>
                  <a:cxn ang="0">
                    <a:pos x="0" y="497"/>
                  </a:cxn>
                  <a:cxn ang="0">
                    <a:pos x="591" y="0"/>
                  </a:cxn>
                  <a:cxn ang="0">
                    <a:pos x="591" y="0"/>
                  </a:cxn>
                </a:cxnLst>
                <a:rect l="0" t="0" r="r" b="b"/>
                <a:pathLst>
                  <a:path w="591" h="497">
                    <a:moveTo>
                      <a:pt x="591" y="0"/>
                    </a:moveTo>
                    <a:lnTo>
                      <a:pt x="0" y="497"/>
                    </a:lnTo>
                    <a:lnTo>
                      <a:pt x="591" y="0"/>
                    </a:lnTo>
                    <a:lnTo>
                      <a:pt x="59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23" name="Freeform 623"/>
              <p:cNvSpPr/>
              <p:nvPr/>
            </p:nvSpPr>
            <p:spPr bwMode="auto">
              <a:xfrm>
                <a:off x="3610" y="3405"/>
                <a:ext cx="591" cy="497"/>
              </a:xfrm>
              <a:custGeom>
                <a:avLst/>
                <a:gdLst/>
                <a:ahLst/>
                <a:cxnLst>
                  <a:cxn ang="0">
                    <a:pos x="591" y="0"/>
                  </a:cxn>
                  <a:cxn ang="0">
                    <a:pos x="0" y="497"/>
                  </a:cxn>
                  <a:cxn ang="0">
                    <a:pos x="591" y="0"/>
                  </a:cxn>
                  <a:cxn ang="0">
                    <a:pos x="591" y="0"/>
                  </a:cxn>
                </a:cxnLst>
                <a:rect l="0" t="0" r="r" b="b"/>
                <a:pathLst>
                  <a:path w="591" h="497">
                    <a:moveTo>
                      <a:pt x="591" y="0"/>
                    </a:moveTo>
                    <a:lnTo>
                      <a:pt x="0" y="497"/>
                    </a:lnTo>
                    <a:lnTo>
                      <a:pt x="591" y="0"/>
                    </a:lnTo>
                    <a:lnTo>
                      <a:pt x="591" y="0"/>
                    </a:lnTo>
                  </a:path>
                </a:pathLst>
              </a:custGeom>
              <a:noFill/>
              <a:ln w="9525">
                <a:noFill/>
                <a:round/>
              </a:ln>
            </p:spPr>
            <p:txBody>
              <a:bodyPr vert="horz" wrap="square" lIns="82938" tIns="41469" rIns="82938" bIns="41469" numCol="1" anchor="t" anchorCtr="0" compatLnSpc="1"/>
              <a:lstStyle/>
              <a:p>
                <a:endParaRPr lang="en-GB" sz="1815"/>
              </a:p>
            </p:txBody>
          </p:sp>
          <p:sp>
            <p:nvSpPr>
              <p:cNvPr id="51824" name="Freeform 624"/>
              <p:cNvSpPr/>
              <p:nvPr/>
            </p:nvSpPr>
            <p:spPr bwMode="auto">
              <a:xfrm>
                <a:off x="3603" y="3395"/>
                <a:ext cx="598" cy="507"/>
              </a:xfrm>
              <a:custGeom>
                <a:avLst/>
                <a:gdLst/>
                <a:ahLst/>
                <a:cxnLst>
                  <a:cxn ang="0">
                    <a:pos x="580" y="0"/>
                  </a:cxn>
                  <a:cxn ang="0">
                    <a:pos x="580" y="0"/>
                  </a:cxn>
                  <a:cxn ang="0">
                    <a:pos x="580" y="0"/>
                  </a:cxn>
                  <a:cxn ang="0">
                    <a:pos x="0" y="487"/>
                  </a:cxn>
                  <a:cxn ang="0">
                    <a:pos x="0" y="487"/>
                  </a:cxn>
                  <a:cxn ang="0">
                    <a:pos x="2" y="492"/>
                  </a:cxn>
                  <a:cxn ang="0">
                    <a:pos x="2" y="492"/>
                  </a:cxn>
                  <a:cxn ang="0">
                    <a:pos x="7" y="507"/>
                  </a:cxn>
                  <a:cxn ang="0">
                    <a:pos x="7" y="507"/>
                  </a:cxn>
                  <a:cxn ang="0">
                    <a:pos x="598" y="10"/>
                  </a:cxn>
                  <a:cxn ang="0">
                    <a:pos x="580" y="0"/>
                  </a:cxn>
                </a:cxnLst>
                <a:rect l="0" t="0" r="r" b="b"/>
                <a:pathLst>
                  <a:path w="598" h="507">
                    <a:moveTo>
                      <a:pt x="580" y="0"/>
                    </a:moveTo>
                    <a:lnTo>
                      <a:pt x="580" y="0"/>
                    </a:lnTo>
                    <a:lnTo>
                      <a:pt x="580" y="0"/>
                    </a:lnTo>
                    <a:lnTo>
                      <a:pt x="0" y="487"/>
                    </a:lnTo>
                    <a:lnTo>
                      <a:pt x="0" y="487"/>
                    </a:lnTo>
                    <a:lnTo>
                      <a:pt x="2" y="492"/>
                    </a:lnTo>
                    <a:lnTo>
                      <a:pt x="2" y="492"/>
                    </a:lnTo>
                    <a:lnTo>
                      <a:pt x="7" y="507"/>
                    </a:lnTo>
                    <a:lnTo>
                      <a:pt x="7" y="507"/>
                    </a:lnTo>
                    <a:lnTo>
                      <a:pt x="598" y="10"/>
                    </a:lnTo>
                    <a:lnTo>
                      <a:pt x="58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5" name="Freeform 625"/>
              <p:cNvSpPr/>
              <p:nvPr/>
            </p:nvSpPr>
            <p:spPr bwMode="auto">
              <a:xfrm>
                <a:off x="3603" y="3395"/>
                <a:ext cx="598" cy="507"/>
              </a:xfrm>
              <a:custGeom>
                <a:avLst/>
                <a:gdLst/>
                <a:ahLst/>
                <a:cxnLst>
                  <a:cxn ang="0">
                    <a:pos x="580" y="0"/>
                  </a:cxn>
                  <a:cxn ang="0">
                    <a:pos x="580" y="0"/>
                  </a:cxn>
                  <a:cxn ang="0">
                    <a:pos x="580" y="0"/>
                  </a:cxn>
                  <a:cxn ang="0">
                    <a:pos x="0" y="487"/>
                  </a:cxn>
                  <a:cxn ang="0">
                    <a:pos x="0" y="487"/>
                  </a:cxn>
                  <a:cxn ang="0">
                    <a:pos x="2" y="492"/>
                  </a:cxn>
                  <a:cxn ang="0">
                    <a:pos x="2" y="492"/>
                  </a:cxn>
                  <a:cxn ang="0">
                    <a:pos x="7" y="507"/>
                  </a:cxn>
                  <a:cxn ang="0">
                    <a:pos x="7" y="507"/>
                  </a:cxn>
                  <a:cxn ang="0">
                    <a:pos x="598" y="10"/>
                  </a:cxn>
                  <a:cxn ang="0">
                    <a:pos x="580" y="0"/>
                  </a:cxn>
                </a:cxnLst>
                <a:rect l="0" t="0" r="r" b="b"/>
                <a:pathLst>
                  <a:path w="598" h="507">
                    <a:moveTo>
                      <a:pt x="580" y="0"/>
                    </a:moveTo>
                    <a:lnTo>
                      <a:pt x="580" y="0"/>
                    </a:lnTo>
                    <a:lnTo>
                      <a:pt x="580" y="0"/>
                    </a:lnTo>
                    <a:lnTo>
                      <a:pt x="0" y="487"/>
                    </a:lnTo>
                    <a:lnTo>
                      <a:pt x="0" y="487"/>
                    </a:lnTo>
                    <a:lnTo>
                      <a:pt x="2" y="492"/>
                    </a:lnTo>
                    <a:lnTo>
                      <a:pt x="2" y="492"/>
                    </a:lnTo>
                    <a:lnTo>
                      <a:pt x="7" y="507"/>
                    </a:lnTo>
                    <a:lnTo>
                      <a:pt x="7" y="507"/>
                    </a:lnTo>
                    <a:lnTo>
                      <a:pt x="598" y="10"/>
                    </a:lnTo>
                    <a:lnTo>
                      <a:pt x="580" y="0"/>
                    </a:lnTo>
                  </a:path>
                </a:pathLst>
              </a:custGeom>
              <a:noFill/>
              <a:ln w="9525">
                <a:noFill/>
                <a:round/>
              </a:ln>
            </p:spPr>
            <p:txBody>
              <a:bodyPr vert="horz" wrap="square" lIns="82938" tIns="41469" rIns="82938" bIns="41469" numCol="1" anchor="t" anchorCtr="0" compatLnSpc="1"/>
              <a:lstStyle/>
              <a:p>
                <a:endParaRPr lang="en-GB" sz="1815"/>
              </a:p>
            </p:txBody>
          </p:sp>
          <p:sp>
            <p:nvSpPr>
              <p:cNvPr id="51826" name="Freeform 626"/>
              <p:cNvSpPr/>
              <p:nvPr/>
            </p:nvSpPr>
            <p:spPr bwMode="auto">
              <a:xfrm>
                <a:off x="3605" y="3887"/>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7" name="Freeform 627"/>
              <p:cNvSpPr/>
              <p:nvPr/>
            </p:nvSpPr>
            <p:spPr bwMode="auto">
              <a:xfrm>
                <a:off x="3605" y="3887"/>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28" name="Freeform 628"/>
              <p:cNvSpPr/>
              <p:nvPr/>
            </p:nvSpPr>
            <p:spPr bwMode="auto">
              <a:xfrm>
                <a:off x="3582" y="3882"/>
                <a:ext cx="23" cy="5"/>
              </a:xfrm>
              <a:custGeom>
                <a:avLst/>
                <a:gdLst/>
                <a:ahLst/>
                <a:cxnLst>
                  <a:cxn ang="0">
                    <a:pos x="21" y="0"/>
                  </a:cxn>
                  <a:cxn ang="0">
                    <a:pos x="21" y="0"/>
                  </a:cxn>
                  <a:cxn ang="0">
                    <a:pos x="15" y="0"/>
                  </a:cxn>
                  <a:cxn ang="0">
                    <a:pos x="0" y="0"/>
                  </a:cxn>
                  <a:cxn ang="0">
                    <a:pos x="1" y="5"/>
                  </a:cxn>
                  <a:cxn ang="0">
                    <a:pos x="16" y="5"/>
                  </a:cxn>
                  <a:cxn ang="0">
                    <a:pos x="23" y="5"/>
                  </a:cxn>
                  <a:cxn ang="0">
                    <a:pos x="21" y="0"/>
                  </a:cxn>
                </a:cxnLst>
                <a:rect l="0" t="0" r="r" b="b"/>
                <a:pathLst>
                  <a:path w="23" h="5">
                    <a:moveTo>
                      <a:pt x="21" y="0"/>
                    </a:moveTo>
                    <a:lnTo>
                      <a:pt x="21" y="0"/>
                    </a:lnTo>
                    <a:lnTo>
                      <a:pt x="15" y="0"/>
                    </a:lnTo>
                    <a:lnTo>
                      <a:pt x="0" y="0"/>
                    </a:lnTo>
                    <a:lnTo>
                      <a:pt x="1" y="5"/>
                    </a:lnTo>
                    <a:lnTo>
                      <a:pt x="16" y="5"/>
                    </a:lnTo>
                    <a:lnTo>
                      <a:pt x="23" y="5"/>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9" name="Freeform 629"/>
              <p:cNvSpPr/>
              <p:nvPr/>
            </p:nvSpPr>
            <p:spPr bwMode="auto">
              <a:xfrm>
                <a:off x="3582" y="3882"/>
                <a:ext cx="23" cy="5"/>
              </a:xfrm>
              <a:custGeom>
                <a:avLst/>
                <a:gdLst/>
                <a:ahLst/>
                <a:cxnLst>
                  <a:cxn ang="0">
                    <a:pos x="21" y="0"/>
                  </a:cxn>
                  <a:cxn ang="0">
                    <a:pos x="21" y="0"/>
                  </a:cxn>
                  <a:cxn ang="0">
                    <a:pos x="15" y="0"/>
                  </a:cxn>
                  <a:cxn ang="0">
                    <a:pos x="0" y="0"/>
                  </a:cxn>
                  <a:cxn ang="0">
                    <a:pos x="1" y="5"/>
                  </a:cxn>
                  <a:cxn ang="0">
                    <a:pos x="16" y="5"/>
                  </a:cxn>
                  <a:cxn ang="0">
                    <a:pos x="23" y="5"/>
                  </a:cxn>
                  <a:cxn ang="0">
                    <a:pos x="21" y="0"/>
                  </a:cxn>
                </a:cxnLst>
                <a:rect l="0" t="0" r="r" b="b"/>
                <a:pathLst>
                  <a:path w="23" h="5">
                    <a:moveTo>
                      <a:pt x="21" y="0"/>
                    </a:moveTo>
                    <a:lnTo>
                      <a:pt x="21" y="0"/>
                    </a:lnTo>
                    <a:lnTo>
                      <a:pt x="15" y="0"/>
                    </a:lnTo>
                    <a:lnTo>
                      <a:pt x="0" y="0"/>
                    </a:lnTo>
                    <a:lnTo>
                      <a:pt x="1" y="5"/>
                    </a:lnTo>
                    <a:lnTo>
                      <a:pt x="16" y="5"/>
                    </a:lnTo>
                    <a:lnTo>
                      <a:pt x="23" y="5"/>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830" name="Freeform 630"/>
              <p:cNvSpPr/>
              <p:nvPr/>
            </p:nvSpPr>
            <p:spPr bwMode="auto">
              <a:xfrm>
                <a:off x="3583" y="3887"/>
                <a:ext cx="27" cy="15"/>
              </a:xfrm>
              <a:custGeom>
                <a:avLst/>
                <a:gdLst/>
                <a:ahLst/>
                <a:cxnLst>
                  <a:cxn ang="0">
                    <a:pos x="22" y="0"/>
                  </a:cxn>
                  <a:cxn ang="0">
                    <a:pos x="15" y="0"/>
                  </a:cxn>
                  <a:cxn ang="0">
                    <a:pos x="0" y="0"/>
                  </a:cxn>
                  <a:cxn ang="0">
                    <a:pos x="5" y="13"/>
                  </a:cxn>
                  <a:cxn ang="0">
                    <a:pos x="15" y="10"/>
                  </a:cxn>
                  <a:cxn ang="0">
                    <a:pos x="5" y="13"/>
                  </a:cxn>
                  <a:cxn ang="0">
                    <a:pos x="5" y="15"/>
                  </a:cxn>
                  <a:cxn ang="0">
                    <a:pos x="27" y="15"/>
                  </a:cxn>
                  <a:cxn ang="0">
                    <a:pos x="27" y="15"/>
                  </a:cxn>
                  <a:cxn ang="0">
                    <a:pos x="22" y="0"/>
                  </a:cxn>
                </a:cxnLst>
                <a:rect l="0" t="0" r="r" b="b"/>
                <a:pathLst>
                  <a:path w="27" h="15">
                    <a:moveTo>
                      <a:pt x="22" y="0"/>
                    </a:moveTo>
                    <a:lnTo>
                      <a:pt x="15" y="0"/>
                    </a:lnTo>
                    <a:lnTo>
                      <a:pt x="0" y="0"/>
                    </a:lnTo>
                    <a:lnTo>
                      <a:pt x="5" y="13"/>
                    </a:lnTo>
                    <a:lnTo>
                      <a:pt x="15" y="10"/>
                    </a:lnTo>
                    <a:lnTo>
                      <a:pt x="5" y="13"/>
                    </a:lnTo>
                    <a:lnTo>
                      <a:pt x="5" y="15"/>
                    </a:lnTo>
                    <a:lnTo>
                      <a:pt x="27" y="15"/>
                    </a:lnTo>
                    <a:lnTo>
                      <a:pt x="27" y="15"/>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31" name="Freeform 631"/>
              <p:cNvSpPr/>
              <p:nvPr/>
            </p:nvSpPr>
            <p:spPr bwMode="auto">
              <a:xfrm>
                <a:off x="3583" y="3887"/>
                <a:ext cx="27" cy="15"/>
              </a:xfrm>
              <a:custGeom>
                <a:avLst/>
                <a:gdLst/>
                <a:ahLst/>
                <a:cxnLst>
                  <a:cxn ang="0">
                    <a:pos x="22" y="0"/>
                  </a:cxn>
                  <a:cxn ang="0">
                    <a:pos x="15" y="0"/>
                  </a:cxn>
                  <a:cxn ang="0">
                    <a:pos x="0" y="0"/>
                  </a:cxn>
                  <a:cxn ang="0">
                    <a:pos x="5" y="13"/>
                  </a:cxn>
                  <a:cxn ang="0">
                    <a:pos x="15" y="10"/>
                  </a:cxn>
                  <a:cxn ang="0">
                    <a:pos x="5" y="13"/>
                  </a:cxn>
                  <a:cxn ang="0">
                    <a:pos x="5" y="15"/>
                  </a:cxn>
                  <a:cxn ang="0">
                    <a:pos x="27" y="15"/>
                  </a:cxn>
                  <a:cxn ang="0">
                    <a:pos x="27" y="15"/>
                  </a:cxn>
                  <a:cxn ang="0">
                    <a:pos x="22" y="0"/>
                  </a:cxn>
                </a:cxnLst>
                <a:rect l="0" t="0" r="r" b="b"/>
                <a:pathLst>
                  <a:path w="27" h="15">
                    <a:moveTo>
                      <a:pt x="22" y="0"/>
                    </a:moveTo>
                    <a:lnTo>
                      <a:pt x="15" y="0"/>
                    </a:lnTo>
                    <a:lnTo>
                      <a:pt x="0" y="0"/>
                    </a:lnTo>
                    <a:lnTo>
                      <a:pt x="5" y="13"/>
                    </a:lnTo>
                    <a:lnTo>
                      <a:pt x="15" y="10"/>
                    </a:lnTo>
                    <a:lnTo>
                      <a:pt x="5" y="13"/>
                    </a:lnTo>
                    <a:lnTo>
                      <a:pt x="5" y="15"/>
                    </a:lnTo>
                    <a:lnTo>
                      <a:pt x="27" y="15"/>
                    </a:lnTo>
                    <a:lnTo>
                      <a:pt x="27" y="15"/>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32" name="Freeform 632"/>
              <p:cNvSpPr/>
              <p:nvPr/>
            </p:nvSpPr>
            <p:spPr bwMode="auto">
              <a:xfrm>
                <a:off x="3356" y="3030"/>
                <a:ext cx="509" cy="504"/>
              </a:xfrm>
              <a:custGeom>
                <a:avLst/>
                <a:gdLst/>
                <a:ahLst/>
                <a:cxnLst>
                  <a:cxn ang="0">
                    <a:pos x="199" y="0"/>
                  </a:cxn>
                  <a:cxn ang="0">
                    <a:pos x="63" y="114"/>
                  </a:cxn>
                  <a:cxn ang="0">
                    <a:pos x="0" y="167"/>
                  </a:cxn>
                  <a:cxn ang="0">
                    <a:pos x="46" y="298"/>
                  </a:cxn>
                  <a:cxn ang="0">
                    <a:pos x="122" y="504"/>
                  </a:cxn>
                  <a:cxn ang="0">
                    <a:pos x="509" y="179"/>
                  </a:cxn>
                  <a:cxn ang="0">
                    <a:pos x="366" y="97"/>
                  </a:cxn>
                  <a:cxn ang="0">
                    <a:pos x="199" y="0"/>
                  </a:cxn>
                  <a:cxn ang="0">
                    <a:pos x="199" y="0"/>
                  </a:cxn>
                  <a:cxn ang="0">
                    <a:pos x="199" y="0"/>
                  </a:cxn>
                </a:cxnLst>
                <a:rect l="0" t="0" r="r" b="b"/>
                <a:pathLst>
                  <a:path w="509" h="504">
                    <a:moveTo>
                      <a:pt x="199" y="0"/>
                    </a:moveTo>
                    <a:lnTo>
                      <a:pt x="63" y="114"/>
                    </a:lnTo>
                    <a:lnTo>
                      <a:pt x="0" y="167"/>
                    </a:lnTo>
                    <a:lnTo>
                      <a:pt x="46" y="298"/>
                    </a:lnTo>
                    <a:lnTo>
                      <a:pt x="122" y="504"/>
                    </a:lnTo>
                    <a:lnTo>
                      <a:pt x="509" y="179"/>
                    </a:lnTo>
                    <a:lnTo>
                      <a:pt x="366" y="97"/>
                    </a:lnTo>
                    <a:lnTo>
                      <a:pt x="199" y="0"/>
                    </a:lnTo>
                    <a:lnTo>
                      <a:pt x="199" y="0"/>
                    </a:lnTo>
                    <a:lnTo>
                      <a:pt x="19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33" name="Freeform 633"/>
              <p:cNvSpPr/>
              <p:nvPr/>
            </p:nvSpPr>
            <p:spPr bwMode="auto">
              <a:xfrm>
                <a:off x="3356" y="3030"/>
                <a:ext cx="509" cy="504"/>
              </a:xfrm>
              <a:custGeom>
                <a:avLst/>
                <a:gdLst/>
                <a:ahLst/>
                <a:cxnLst>
                  <a:cxn ang="0">
                    <a:pos x="199" y="0"/>
                  </a:cxn>
                  <a:cxn ang="0">
                    <a:pos x="63" y="114"/>
                  </a:cxn>
                  <a:cxn ang="0">
                    <a:pos x="0" y="167"/>
                  </a:cxn>
                  <a:cxn ang="0">
                    <a:pos x="46" y="298"/>
                  </a:cxn>
                  <a:cxn ang="0">
                    <a:pos x="122" y="504"/>
                  </a:cxn>
                  <a:cxn ang="0">
                    <a:pos x="509" y="179"/>
                  </a:cxn>
                  <a:cxn ang="0">
                    <a:pos x="366" y="97"/>
                  </a:cxn>
                  <a:cxn ang="0">
                    <a:pos x="199" y="0"/>
                  </a:cxn>
                  <a:cxn ang="0">
                    <a:pos x="199" y="0"/>
                  </a:cxn>
                  <a:cxn ang="0">
                    <a:pos x="199" y="0"/>
                  </a:cxn>
                </a:cxnLst>
                <a:rect l="0" t="0" r="r" b="b"/>
                <a:pathLst>
                  <a:path w="509" h="504">
                    <a:moveTo>
                      <a:pt x="199" y="0"/>
                    </a:moveTo>
                    <a:lnTo>
                      <a:pt x="63" y="114"/>
                    </a:lnTo>
                    <a:lnTo>
                      <a:pt x="0" y="167"/>
                    </a:lnTo>
                    <a:lnTo>
                      <a:pt x="46" y="298"/>
                    </a:lnTo>
                    <a:lnTo>
                      <a:pt x="122" y="504"/>
                    </a:lnTo>
                    <a:lnTo>
                      <a:pt x="509" y="179"/>
                    </a:lnTo>
                    <a:lnTo>
                      <a:pt x="366" y="97"/>
                    </a:lnTo>
                    <a:lnTo>
                      <a:pt x="199" y="0"/>
                    </a:lnTo>
                    <a:lnTo>
                      <a:pt x="199" y="0"/>
                    </a:lnTo>
                    <a:lnTo>
                      <a:pt x="199" y="0"/>
                    </a:lnTo>
                  </a:path>
                </a:pathLst>
              </a:custGeom>
              <a:noFill/>
              <a:ln w="9525">
                <a:noFill/>
                <a:round/>
              </a:ln>
            </p:spPr>
            <p:txBody>
              <a:bodyPr vert="horz" wrap="square" lIns="82938" tIns="41469" rIns="82938" bIns="41469" numCol="1" anchor="t" anchorCtr="0" compatLnSpc="1"/>
              <a:lstStyle/>
              <a:p>
                <a:endParaRPr lang="en-GB" sz="1815"/>
              </a:p>
            </p:txBody>
          </p:sp>
          <p:sp>
            <p:nvSpPr>
              <p:cNvPr id="51834" name="Freeform 634"/>
              <p:cNvSpPr/>
              <p:nvPr/>
            </p:nvSpPr>
            <p:spPr bwMode="auto">
              <a:xfrm>
                <a:off x="3402" y="3328"/>
                <a:ext cx="76" cy="206"/>
              </a:xfrm>
              <a:custGeom>
                <a:avLst/>
                <a:gdLst/>
                <a:ahLst/>
                <a:cxnLst>
                  <a:cxn ang="0">
                    <a:pos x="0" y="0"/>
                  </a:cxn>
                  <a:cxn ang="0">
                    <a:pos x="76" y="206"/>
                  </a:cxn>
                  <a:cxn ang="0">
                    <a:pos x="76" y="206"/>
                  </a:cxn>
                  <a:cxn ang="0">
                    <a:pos x="0" y="0"/>
                  </a:cxn>
                </a:cxnLst>
                <a:rect l="0" t="0" r="r" b="b"/>
                <a:pathLst>
                  <a:path w="76" h="206">
                    <a:moveTo>
                      <a:pt x="0" y="0"/>
                    </a:moveTo>
                    <a:lnTo>
                      <a:pt x="76" y="206"/>
                    </a:lnTo>
                    <a:lnTo>
                      <a:pt x="76" y="206"/>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35" name="Freeform 635"/>
              <p:cNvSpPr/>
              <p:nvPr/>
            </p:nvSpPr>
            <p:spPr bwMode="auto">
              <a:xfrm>
                <a:off x="3402" y="3328"/>
                <a:ext cx="76" cy="206"/>
              </a:xfrm>
              <a:custGeom>
                <a:avLst/>
                <a:gdLst/>
                <a:ahLst/>
                <a:cxnLst>
                  <a:cxn ang="0">
                    <a:pos x="0" y="0"/>
                  </a:cxn>
                  <a:cxn ang="0">
                    <a:pos x="76" y="206"/>
                  </a:cxn>
                  <a:cxn ang="0">
                    <a:pos x="76" y="206"/>
                  </a:cxn>
                  <a:cxn ang="0">
                    <a:pos x="0" y="0"/>
                  </a:cxn>
                </a:cxnLst>
                <a:rect l="0" t="0" r="r" b="b"/>
                <a:pathLst>
                  <a:path w="76" h="206">
                    <a:moveTo>
                      <a:pt x="0" y="0"/>
                    </a:moveTo>
                    <a:lnTo>
                      <a:pt x="76" y="206"/>
                    </a:lnTo>
                    <a:lnTo>
                      <a:pt x="76" y="20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36" name="Freeform 636"/>
              <p:cNvSpPr>
                <a:spLocks noEditPoints="1"/>
              </p:cNvSpPr>
              <p:nvPr/>
            </p:nvSpPr>
            <p:spPr bwMode="auto">
              <a:xfrm>
                <a:off x="3356" y="3127"/>
                <a:ext cx="509" cy="407"/>
              </a:xfrm>
              <a:custGeom>
                <a:avLst/>
                <a:gdLst/>
                <a:ahLst/>
                <a:cxnLst>
                  <a:cxn ang="0">
                    <a:pos x="63" y="17"/>
                  </a:cxn>
                  <a:cxn ang="0">
                    <a:pos x="0" y="70"/>
                  </a:cxn>
                  <a:cxn ang="0">
                    <a:pos x="46" y="201"/>
                  </a:cxn>
                  <a:cxn ang="0">
                    <a:pos x="0" y="70"/>
                  </a:cxn>
                  <a:cxn ang="0">
                    <a:pos x="63" y="17"/>
                  </a:cxn>
                  <a:cxn ang="0">
                    <a:pos x="366" y="0"/>
                  </a:cxn>
                  <a:cxn ang="0">
                    <a:pos x="509" y="82"/>
                  </a:cxn>
                  <a:cxn ang="0">
                    <a:pos x="122" y="407"/>
                  </a:cxn>
                  <a:cxn ang="0">
                    <a:pos x="122" y="407"/>
                  </a:cxn>
                  <a:cxn ang="0">
                    <a:pos x="509" y="82"/>
                  </a:cxn>
                  <a:cxn ang="0">
                    <a:pos x="485" y="69"/>
                  </a:cxn>
                  <a:cxn ang="0">
                    <a:pos x="366" y="0"/>
                  </a:cxn>
                </a:cxnLst>
                <a:rect l="0" t="0" r="r" b="b"/>
                <a:pathLst>
                  <a:path w="509" h="407">
                    <a:moveTo>
                      <a:pt x="63" y="17"/>
                    </a:moveTo>
                    <a:lnTo>
                      <a:pt x="0" y="70"/>
                    </a:lnTo>
                    <a:lnTo>
                      <a:pt x="46" y="201"/>
                    </a:lnTo>
                    <a:lnTo>
                      <a:pt x="0" y="70"/>
                    </a:lnTo>
                    <a:lnTo>
                      <a:pt x="63" y="17"/>
                    </a:lnTo>
                    <a:close/>
                    <a:moveTo>
                      <a:pt x="366" y="0"/>
                    </a:moveTo>
                    <a:lnTo>
                      <a:pt x="509" y="82"/>
                    </a:lnTo>
                    <a:lnTo>
                      <a:pt x="122" y="407"/>
                    </a:lnTo>
                    <a:lnTo>
                      <a:pt x="122" y="407"/>
                    </a:lnTo>
                    <a:lnTo>
                      <a:pt x="509" y="82"/>
                    </a:lnTo>
                    <a:lnTo>
                      <a:pt x="485" y="69"/>
                    </a:lnTo>
                    <a:lnTo>
                      <a:pt x="36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37" name="Freeform 637"/>
              <p:cNvSpPr/>
              <p:nvPr/>
            </p:nvSpPr>
            <p:spPr bwMode="auto">
              <a:xfrm>
                <a:off x="3356" y="3144"/>
                <a:ext cx="63" cy="184"/>
              </a:xfrm>
              <a:custGeom>
                <a:avLst/>
                <a:gdLst/>
                <a:ahLst/>
                <a:cxnLst>
                  <a:cxn ang="0">
                    <a:pos x="63" y="0"/>
                  </a:cxn>
                  <a:cxn ang="0">
                    <a:pos x="0" y="53"/>
                  </a:cxn>
                  <a:cxn ang="0">
                    <a:pos x="46" y="184"/>
                  </a:cxn>
                  <a:cxn ang="0">
                    <a:pos x="0" y="53"/>
                  </a:cxn>
                  <a:cxn ang="0">
                    <a:pos x="63" y="0"/>
                  </a:cxn>
                </a:cxnLst>
                <a:rect l="0" t="0" r="r" b="b"/>
                <a:pathLst>
                  <a:path w="63" h="184">
                    <a:moveTo>
                      <a:pt x="63" y="0"/>
                    </a:moveTo>
                    <a:lnTo>
                      <a:pt x="0" y="53"/>
                    </a:lnTo>
                    <a:lnTo>
                      <a:pt x="46" y="184"/>
                    </a:lnTo>
                    <a:lnTo>
                      <a:pt x="0" y="53"/>
                    </a:lnTo>
                    <a:lnTo>
                      <a:pt x="63" y="0"/>
                    </a:lnTo>
                  </a:path>
                </a:pathLst>
              </a:custGeom>
              <a:noFill/>
              <a:ln w="9525">
                <a:noFill/>
                <a:round/>
              </a:ln>
            </p:spPr>
            <p:txBody>
              <a:bodyPr vert="horz" wrap="square" lIns="82938" tIns="41469" rIns="82938" bIns="41469" numCol="1" anchor="t" anchorCtr="0" compatLnSpc="1"/>
              <a:lstStyle/>
              <a:p>
                <a:endParaRPr lang="en-GB" sz="1815"/>
              </a:p>
            </p:txBody>
          </p:sp>
          <p:sp>
            <p:nvSpPr>
              <p:cNvPr id="51838" name="Freeform 638"/>
              <p:cNvSpPr/>
              <p:nvPr/>
            </p:nvSpPr>
            <p:spPr bwMode="auto">
              <a:xfrm>
                <a:off x="3478" y="3127"/>
                <a:ext cx="387" cy="407"/>
              </a:xfrm>
              <a:custGeom>
                <a:avLst/>
                <a:gdLst/>
                <a:ahLst/>
                <a:cxnLst>
                  <a:cxn ang="0">
                    <a:pos x="244" y="0"/>
                  </a:cxn>
                  <a:cxn ang="0">
                    <a:pos x="387" y="82"/>
                  </a:cxn>
                  <a:cxn ang="0">
                    <a:pos x="0" y="407"/>
                  </a:cxn>
                  <a:cxn ang="0">
                    <a:pos x="0" y="407"/>
                  </a:cxn>
                  <a:cxn ang="0">
                    <a:pos x="387" y="82"/>
                  </a:cxn>
                  <a:cxn ang="0">
                    <a:pos x="363" y="69"/>
                  </a:cxn>
                  <a:cxn ang="0">
                    <a:pos x="244" y="0"/>
                  </a:cxn>
                </a:cxnLst>
                <a:rect l="0" t="0" r="r" b="b"/>
                <a:pathLst>
                  <a:path w="387" h="407">
                    <a:moveTo>
                      <a:pt x="244" y="0"/>
                    </a:moveTo>
                    <a:lnTo>
                      <a:pt x="387" y="82"/>
                    </a:lnTo>
                    <a:lnTo>
                      <a:pt x="0" y="407"/>
                    </a:lnTo>
                    <a:lnTo>
                      <a:pt x="0" y="407"/>
                    </a:lnTo>
                    <a:lnTo>
                      <a:pt x="387" y="82"/>
                    </a:lnTo>
                    <a:lnTo>
                      <a:pt x="363" y="69"/>
                    </a:lnTo>
                    <a:lnTo>
                      <a:pt x="244" y="0"/>
                    </a:lnTo>
                  </a:path>
                </a:pathLst>
              </a:custGeom>
              <a:noFill/>
              <a:ln w="9525">
                <a:noFill/>
                <a:round/>
              </a:ln>
            </p:spPr>
            <p:txBody>
              <a:bodyPr vert="horz" wrap="square" lIns="82938" tIns="41469" rIns="82938" bIns="41469" numCol="1" anchor="t" anchorCtr="0" compatLnSpc="1"/>
              <a:lstStyle/>
              <a:p>
                <a:endParaRPr lang="en-GB" sz="1815"/>
              </a:p>
            </p:txBody>
          </p:sp>
          <p:sp>
            <p:nvSpPr>
              <p:cNvPr id="51839" name="Freeform 639"/>
              <p:cNvSpPr/>
              <p:nvPr/>
            </p:nvSpPr>
            <p:spPr bwMode="auto">
              <a:xfrm>
                <a:off x="3337" y="3204"/>
                <a:ext cx="121" cy="335"/>
              </a:xfrm>
              <a:custGeom>
                <a:avLst/>
                <a:gdLst/>
                <a:ahLst/>
                <a:cxnLst>
                  <a:cxn ang="0">
                    <a:pos x="0" y="0"/>
                  </a:cxn>
                  <a:cxn ang="0">
                    <a:pos x="0" y="0"/>
                  </a:cxn>
                  <a:cxn ang="0">
                    <a:pos x="121" y="335"/>
                  </a:cxn>
                  <a:cxn ang="0">
                    <a:pos x="121" y="335"/>
                  </a:cxn>
                  <a:cxn ang="0">
                    <a:pos x="0" y="0"/>
                  </a:cxn>
                </a:cxnLst>
                <a:rect l="0" t="0" r="r" b="b"/>
                <a:pathLst>
                  <a:path w="121" h="335">
                    <a:moveTo>
                      <a:pt x="0" y="0"/>
                    </a:moveTo>
                    <a:lnTo>
                      <a:pt x="0" y="0"/>
                    </a:lnTo>
                    <a:lnTo>
                      <a:pt x="121" y="335"/>
                    </a:lnTo>
                    <a:lnTo>
                      <a:pt x="121" y="335"/>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40" name="Freeform 640"/>
              <p:cNvSpPr/>
              <p:nvPr/>
            </p:nvSpPr>
            <p:spPr bwMode="auto">
              <a:xfrm>
                <a:off x="3337" y="3204"/>
                <a:ext cx="121" cy="335"/>
              </a:xfrm>
              <a:custGeom>
                <a:avLst/>
                <a:gdLst/>
                <a:ahLst/>
                <a:cxnLst>
                  <a:cxn ang="0">
                    <a:pos x="0" y="0"/>
                  </a:cxn>
                  <a:cxn ang="0">
                    <a:pos x="0" y="0"/>
                  </a:cxn>
                  <a:cxn ang="0">
                    <a:pos x="121" y="335"/>
                  </a:cxn>
                  <a:cxn ang="0">
                    <a:pos x="121" y="335"/>
                  </a:cxn>
                  <a:cxn ang="0">
                    <a:pos x="0" y="0"/>
                  </a:cxn>
                </a:cxnLst>
                <a:rect l="0" t="0" r="r" b="b"/>
                <a:pathLst>
                  <a:path w="121" h="335">
                    <a:moveTo>
                      <a:pt x="0" y="0"/>
                    </a:moveTo>
                    <a:lnTo>
                      <a:pt x="0" y="0"/>
                    </a:lnTo>
                    <a:lnTo>
                      <a:pt x="121" y="335"/>
                    </a:lnTo>
                    <a:lnTo>
                      <a:pt x="121" y="33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41" name="Freeform 641"/>
              <p:cNvSpPr/>
              <p:nvPr/>
            </p:nvSpPr>
            <p:spPr bwMode="auto">
              <a:xfrm>
                <a:off x="3337" y="3197"/>
                <a:ext cx="141" cy="342"/>
              </a:xfrm>
              <a:custGeom>
                <a:avLst/>
                <a:gdLst/>
                <a:ahLst/>
                <a:cxnLst>
                  <a:cxn ang="0">
                    <a:pos x="19" y="0"/>
                  </a:cxn>
                  <a:cxn ang="0">
                    <a:pos x="19" y="0"/>
                  </a:cxn>
                  <a:cxn ang="0">
                    <a:pos x="20" y="7"/>
                  </a:cxn>
                  <a:cxn ang="0">
                    <a:pos x="12" y="7"/>
                  </a:cxn>
                  <a:cxn ang="0">
                    <a:pos x="10" y="7"/>
                  </a:cxn>
                  <a:cxn ang="0">
                    <a:pos x="7" y="7"/>
                  </a:cxn>
                  <a:cxn ang="0">
                    <a:pos x="0" y="7"/>
                  </a:cxn>
                  <a:cxn ang="0">
                    <a:pos x="121" y="342"/>
                  </a:cxn>
                  <a:cxn ang="0">
                    <a:pos x="121" y="342"/>
                  </a:cxn>
                  <a:cxn ang="0">
                    <a:pos x="121" y="342"/>
                  </a:cxn>
                  <a:cxn ang="0">
                    <a:pos x="121" y="342"/>
                  </a:cxn>
                  <a:cxn ang="0">
                    <a:pos x="119" y="337"/>
                  </a:cxn>
                  <a:cxn ang="0">
                    <a:pos x="139" y="337"/>
                  </a:cxn>
                  <a:cxn ang="0">
                    <a:pos x="141" y="337"/>
                  </a:cxn>
                  <a:cxn ang="0">
                    <a:pos x="141" y="337"/>
                  </a:cxn>
                  <a:cxn ang="0">
                    <a:pos x="141" y="337"/>
                  </a:cxn>
                  <a:cxn ang="0">
                    <a:pos x="65" y="131"/>
                  </a:cxn>
                  <a:cxn ang="0">
                    <a:pos x="19" y="0"/>
                  </a:cxn>
                </a:cxnLst>
                <a:rect l="0" t="0" r="r" b="b"/>
                <a:pathLst>
                  <a:path w="141" h="342">
                    <a:moveTo>
                      <a:pt x="19" y="0"/>
                    </a:moveTo>
                    <a:lnTo>
                      <a:pt x="19" y="0"/>
                    </a:lnTo>
                    <a:lnTo>
                      <a:pt x="20" y="7"/>
                    </a:lnTo>
                    <a:lnTo>
                      <a:pt x="12" y="7"/>
                    </a:lnTo>
                    <a:lnTo>
                      <a:pt x="10" y="7"/>
                    </a:lnTo>
                    <a:lnTo>
                      <a:pt x="7" y="7"/>
                    </a:lnTo>
                    <a:lnTo>
                      <a:pt x="0" y="7"/>
                    </a:lnTo>
                    <a:lnTo>
                      <a:pt x="121" y="342"/>
                    </a:lnTo>
                    <a:lnTo>
                      <a:pt x="121" y="342"/>
                    </a:lnTo>
                    <a:lnTo>
                      <a:pt x="121" y="342"/>
                    </a:lnTo>
                    <a:lnTo>
                      <a:pt x="121" y="342"/>
                    </a:lnTo>
                    <a:lnTo>
                      <a:pt x="119" y="337"/>
                    </a:lnTo>
                    <a:lnTo>
                      <a:pt x="139" y="337"/>
                    </a:lnTo>
                    <a:lnTo>
                      <a:pt x="141" y="337"/>
                    </a:lnTo>
                    <a:lnTo>
                      <a:pt x="141" y="337"/>
                    </a:lnTo>
                    <a:lnTo>
                      <a:pt x="141" y="337"/>
                    </a:lnTo>
                    <a:lnTo>
                      <a:pt x="65" y="131"/>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2" name="Freeform 642"/>
              <p:cNvSpPr/>
              <p:nvPr/>
            </p:nvSpPr>
            <p:spPr bwMode="auto">
              <a:xfrm>
                <a:off x="3337" y="3197"/>
                <a:ext cx="141" cy="342"/>
              </a:xfrm>
              <a:custGeom>
                <a:avLst/>
                <a:gdLst/>
                <a:ahLst/>
                <a:cxnLst>
                  <a:cxn ang="0">
                    <a:pos x="19" y="0"/>
                  </a:cxn>
                  <a:cxn ang="0">
                    <a:pos x="19" y="0"/>
                  </a:cxn>
                  <a:cxn ang="0">
                    <a:pos x="20" y="7"/>
                  </a:cxn>
                  <a:cxn ang="0">
                    <a:pos x="12" y="7"/>
                  </a:cxn>
                  <a:cxn ang="0">
                    <a:pos x="10" y="7"/>
                  </a:cxn>
                  <a:cxn ang="0">
                    <a:pos x="7" y="7"/>
                  </a:cxn>
                  <a:cxn ang="0">
                    <a:pos x="0" y="7"/>
                  </a:cxn>
                  <a:cxn ang="0">
                    <a:pos x="121" y="342"/>
                  </a:cxn>
                  <a:cxn ang="0">
                    <a:pos x="121" y="342"/>
                  </a:cxn>
                  <a:cxn ang="0">
                    <a:pos x="121" y="342"/>
                  </a:cxn>
                  <a:cxn ang="0">
                    <a:pos x="121" y="342"/>
                  </a:cxn>
                  <a:cxn ang="0">
                    <a:pos x="119" y="337"/>
                  </a:cxn>
                  <a:cxn ang="0">
                    <a:pos x="139" y="337"/>
                  </a:cxn>
                  <a:cxn ang="0">
                    <a:pos x="141" y="337"/>
                  </a:cxn>
                  <a:cxn ang="0">
                    <a:pos x="141" y="337"/>
                  </a:cxn>
                  <a:cxn ang="0">
                    <a:pos x="141" y="337"/>
                  </a:cxn>
                  <a:cxn ang="0">
                    <a:pos x="65" y="131"/>
                  </a:cxn>
                  <a:cxn ang="0">
                    <a:pos x="19" y="0"/>
                  </a:cxn>
                </a:cxnLst>
                <a:rect l="0" t="0" r="r" b="b"/>
                <a:pathLst>
                  <a:path w="141" h="342">
                    <a:moveTo>
                      <a:pt x="19" y="0"/>
                    </a:moveTo>
                    <a:lnTo>
                      <a:pt x="19" y="0"/>
                    </a:lnTo>
                    <a:lnTo>
                      <a:pt x="20" y="7"/>
                    </a:lnTo>
                    <a:lnTo>
                      <a:pt x="12" y="7"/>
                    </a:lnTo>
                    <a:lnTo>
                      <a:pt x="10" y="7"/>
                    </a:lnTo>
                    <a:lnTo>
                      <a:pt x="7" y="7"/>
                    </a:lnTo>
                    <a:lnTo>
                      <a:pt x="0" y="7"/>
                    </a:lnTo>
                    <a:lnTo>
                      <a:pt x="121" y="342"/>
                    </a:lnTo>
                    <a:lnTo>
                      <a:pt x="121" y="342"/>
                    </a:lnTo>
                    <a:lnTo>
                      <a:pt x="121" y="342"/>
                    </a:lnTo>
                    <a:lnTo>
                      <a:pt x="121" y="342"/>
                    </a:lnTo>
                    <a:lnTo>
                      <a:pt x="119" y="337"/>
                    </a:lnTo>
                    <a:lnTo>
                      <a:pt x="139" y="337"/>
                    </a:lnTo>
                    <a:lnTo>
                      <a:pt x="141" y="337"/>
                    </a:lnTo>
                    <a:lnTo>
                      <a:pt x="141" y="337"/>
                    </a:lnTo>
                    <a:lnTo>
                      <a:pt x="141" y="337"/>
                    </a:lnTo>
                    <a:lnTo>
                      <a:pt x="65" y="131"/>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843" name="Freeform 643"/>
              <p:cNvSpPr/>
              <p:nvPr/>
            </p:nvSpPr>
            <p:spPr bwMode="auto">
              <a:xfrm>
                <a:off x="3458" y="3539"/>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4" name="Freeform 644"/>
              <p:cNvSpPr/>
              <p:nvPr/>
            </p:nvSpPr>
            <p:spPr bwMode="auto">
              <a:xfrm>
                <a:off x="3458" y="3539"/>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45" name="Freeform 645"/>
              <p:cNvSpPr/>
              <p:nvPr/>
            </p:nvSpPr>
            <p:spPr bwMode="auto">
              <a:xfrm>
                <a:off x="3349" y="3197"/>
                <a:ext cx="8" cy="7"/>
              </a:xfrm>
              <a:custGeom>
                <a:avLst/>
                <a:gdLst/>
                <a:ahLst/>
                <a:cxnLst>
                  <a:cxn ang="0">
                    <a:pos x="7" y="0"/>
                  </a:cxn>
                  <a:cxn ang="0">
                    <a:pos x="0" y="7"/>
                  </a:cxn>
                  <a:cxn ang="0">
                    <a:pos x="8" y="7"/>
                  </a:cxn>
                  <a:cxn ang="0">
                    <a:pos x="7" y="0"/>
                  </a:cxn>
                </a:cxnLst>
                <a:rect l="0" t="0" r="r" b="b"/>
                <a:pathLst>
                  <a:path w="8" h="7">
                    <a:moveTo>
                      <a:pt x="7" y="0"/>
                    </a:moveTo>
                    <a:lnTo>
                      <a:pt x="0" y="7"/>
                    </a:lnTo>
                    <a:lnTo>
                      <a:pt x="8" y="7"/>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6" name="Freeform 646"/>
              <p:cNvSpPr/>
              <p:nvPr/>
            </p:nvSpPr>
            <p:spPr bwMode="auto">
              <a:xfrm>
                <a:off x="3349" y="3197"/>
                <a:ext cx="8" cy="7"/>
              </a:xfrm>
              <a:custGeom>
                <a:avLst/>
                <a:gdLst/>
                <a:ahLst/>
                <a:cxnLst>
                  <a:cxn ang="0">
                    <a:pos x="7" y="0"/>
                  </a:cxn>
                  <a:cxn ang="0">
                    <a:pos x="0" y="7"/>
                  </a:cxn>
                  <a:cxn ang="0">
                    <a:pos x="8" y="7"/>
                  </a:cxn>
                  <a:cxn ang="0">
                    <a:pos x="7" y="0"/>
                  </a:cxn>
                </a:cxnLst>
                <a:rect l="0" t="0" r="r" b="b"/>
                <a:pathLst>
                  <a:path w="8" h="7">
                    <a:moveTo>
                      <a:pt x="7" y="0"/>
                    </a:moveTo>
                    <a:lnTo>
                      <a:pt x="0" y="7"/>
                    </a:lnTo>
                    <a:lnTo>
                      <a:pt x="8" y="7"/>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847" name="Freeform 647"/>
              <p:cNvSpPr/>
              <p:nvPr/>
            </p:nvSpPr>
            <p:spPr bwMode="auto">
              <a:xfrm>
                <a:off x="3478" y="3209"/>
                <a:ext cx="405" cy="345"/>
              </a:xfrm>
              <a:custGeom>
                <a:avLst/>
                <a:gdLst/>
                <a:ahLst/>
                <a:cxnLst>
                  <a:cxn ang="0">
                    <a:pos x="387" y="0"/>
                  </a:cxn>
                  <a:cxn ang="0">
                    <a:pos x="0" y="325"/>
                  </a:cxn>
                  <a:cxn ang="0">
                    <a:pos x="6" y="345"/>
                  </a:cxn>
                  <a:cxn ang="0">
                    <a:pos x="405" y="12"/>
                  </a:cxn>
                  <a:cxn ang="0">
                    <a:pos x="387" y="0"/>
                  </a:cxn>
                </a:cxnLst>
                <a:rect l="0" t="0" r="r" b="b"/>
                <a:pathLst>
                  <a:path w="405" h="345">
                    <a:moveTo>
                      <a:pt x="387" y="0"/>
                    </a:moveTo>
                    <a:lnTo>
                      <a:pt x="0" y="325"/>
                    </a:lnTo>
                    <a:lnTo>
                      <a:pt x="6" y="345"/>
                    </a:lnTo>
                    <a:lnTo>
                      <a:pt x="405" y="12"/>
                    </a:lnTo>
                    <a:lnTo>
                      <a:pt x="38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8" name="Freeform 648"/>
              <p:cNvSpPr/>
              <p:nvPr/>
            </p:nvSpPr>
            <p:spPr bwMode="auto">
              <a:xfrm>
                <a:off x="3478" y="3209"/>
                <a:ext cx="405" cy="345"/>
              </a:xfrm>
              <a:custGeom>
                <a:avLst/>
                <a:gdLst/>
                <a:ahLst/>
                <a:cxnLst>
                  <a:cxn ang="0">
                    <a:pos x="387" y="0"/>
                  </a:cxn>
                  <a:cxn ang="0">
                    <a:pos x="0" y="325"/>
                  </a:cxn>
                  <a:cxn ang="0">
                    <a:pos x="6" y="345"/>
                  </a:cxn>
                  <a:cxn ang="0">
                    <a:pos x="405" y="12"/>
                  </a:cxn>
                  <a:cxn ang="0">
                    <a:pos x="387" y="0"/>
                  </a:cxn>
                </a:cxnLst>
                <a:rect l="0" t="0" r="r" b="b"/>
                <a:pathLst>
                  <a:path w="405" h="345">
                    <a:moveTo>
                      <a:pt x="387" y="0"/>
                    </a:moveTo>
                    <a:lnTo>
                      <a:pt x="0" y="325"/>
                    </a:lnTo>
                    <a:lnTo>
                      <a:pt x="6" y="345"/>
                    </a:lnTo>
                    <a:lnTo>
                      <a:pt x="405" y="12"/>
                    </a:lnTo>
                    <a:lnTo>
                      <a:pt x="387" y="0"/>
                    </a:lnTo>
                  </a:path>
                </a:pathLst>
              </a:custGeom>
              <a:noFill/>
              <a:ln w="9525">
                <a:noFill/>
                <a:round/>
              </a:ln>
            </p:spPr>
            <p:txBody>
              <a:bodyPr vert="horz" wrap="square" lIns="82938" tIns="41469" rIns="82938" bIns="41469" numCol="1" anchor="t" anchorCtr="0" compatLnSpc="1"/>
              <a:lstStyle/>
              <a:p>
                <a:endParaRPr lang="en-GB" sz="1815"/>
              </a:p>
            </p:txBody>
          </p:sp>
          <p:sp>
            <p:nvSpPr>
              <p:cNvPr id="51849" name="Freeform 649"/>
              <p:cNvSpPr/>
              <p:nvPr/>
            </p:nvSpPr>
            <p:spPr bwMode="auto">
              <a:xfrm>
                <a:off x="3456" y="3534"/>
                <a:ext cx="28" cy="20"/>
              </a:xfrm>
              <a:custGeom>
                <a:avLst/>
                <a:gdLst/>
                <a:ahLst/>
                <a:cxnLst>
                  <a:cxn ang="0">
                    <a:pos x="22" y="0"/>
                  </a:cxn>
                  <a:cxn ang="0">
                    <a:pos x="20" y="0"/>
                  </a:cxn>
                  <a:cxn ang="0">
                    <a:pos x="0" y="0"/>
                  </a:cxn>
                  <a:cxn ang="0">
                    <a:pos x="2" y="5"/>
                  </a:cxn>
                  <a:cxn ang="0">
                    <a:pos x="2" y="5"/>
                  </a:cxn>
                  <a:cxn ang="0">
                    <a:pos x="23" y="5"/>
                  </a:cxn>
                  <a:cxn ang="0">
                    <a:pos x="28" y="20"/>
                  </a:cxn>
                  <a:cxn ang="0">
                    <a:pos x="28" y="20"/>
                  </a:cxn>
                  <a:cxn ang="0">
                    <a:pos x="22" y="0"/>
                  </a:cxn>
                </a:cxnLst>
                <a:rect l="0" t="0" r="r" b="b"/>
                <a:pathLst>
                  <a:path w="28" h="20">
                    <a:moveTo>
                      <a:pt x="22" y="0"/>
                    </a:moveTo>
                    <a:lnTo>
                      <a:pt x="20" y="0"/>
                    </a:lnTo>
                    <a:lnTo>
                      <a:pt x="0" y="0"/>
                    </a:lnTo>
                    <a:lnTo>
                      <a:pt x="2" y="5"/>
                    </a:lnTo>
                    <a:lnTo>
                      <a:pt x="2" y="5"/>
                    </a:lnTo>
                    <a:lnTo>
                      <a:pt x="23" y="5"/>
                    </a:lnTo>
                    <a:lnTo>
                      <a:pt x="28" y="20"/>
                    </a:lnTo>
                    <a:lnTo>
                      <a:pt x="28" y="20"/>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50" name="Freeform 650"/>
              <p:cNvSpPr/>
              <p:nvPr/>
            </p:nvSpPr>
            <p:spPr bwMode="auto">
              <a:xfrm>
                <a:off x="3456" y="3534"/>
                <a:ext cx="28" cy="20"/>
              </a:xfrm>
              <a:custGeom>
                <a:avLst/>
                <a:gdLst/>
                <a:ahLst/>
                <a:cxnLst>
                  <a:cxn ang="0">
                    <a:pos x="22" y="0"/>
                  </a:cxn>
                  <a:cxn ang="0">
                    <a:pos x="20" y="0"/>
                  </a:cxn>
                  <a:cxn ang="0">
                    <a:pos x="0" y="0"/>
                  </a:cxn>
                  <a:cxn ang="0">
                    <a:pos x="2" y="5"/>
                  </a:cxn>
                  <a:cxn ang="0">
                    <a:pos x="2" y="5"/>
                  </a:cxn>
                  <a:cxn ang="0">
                    <a:pos x="23" y="5"/>
                  </a:cxn>
                  <a:cxn ang="0">
                    <a:pos x="28" y="20"/>
                  </a:cxn>
                  <a:cxn ang="0">
                    <a:pos x="28" y="20"/>
                  </a:cxn>
                  <a:cxn ang="0">
                    <a:pos x="22" y="0"/>
                  </a:cxn>
                </a:cxnLst>
                <a:rect l="0" t="0" r="r" b="b"/>
                <a:pathLst>
                  <a:path w="28" h="20">
                    <a:moveTo>
                      <a:pt x="22" y="0"/>
                    </a:moveTo>
                    <a:lnTo>
                      <a:pt x="20" y="0"/>
                    </a:lnTo>
                    <a:lnTo>
                      <a:pt x="0" y="0"/>
                    </a:lnTo>
                    <a:lnTo>
                      <a:pt x="2" y="5"/>
                    </a:lnTo>
                    <a:lnTo>
                      <a:pt x="2" y="5"/>
                    </a:lnTo>
                    <a:lnTo>
                      <a:pt x="23" y="5"/>
                    </a:lnTo>
                    <a:lnTo>
                      <a:pt x="28" y="20"/>
                    </a:lnTo>
                    <a:lnTo>
                      <a:pt x="28" y="20"/>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51" name="Freeform 651"/>
              <p:cNvSpPr/>
              <p:nvPr/>
            </p:nvSpPr>
            <p:spPr bwMode="auto">
              <a:xfrm>
                <a:off x="3458" y="3539"/>
                <a:ext cx="26" cy="15"/>
              </a:xfrm>
              <a:custGeom>
                <a:avLst/>
                <a:gdLst/>
                <a:ahLst/>
                <a:cxnLst>
                  <a:cxn ang="0">
                    <a:pos x="21" y="0"/>
                  </a:cxn>
                  <a:cxn ang="0">
                    <a:pos x="0" y="0"/>
                  </a:cxn>
                  <a:cxn ang="0">
                    <a:pos x="5" y="15"/>
                  </a:cxn>
                  <a:cxn ang="0">
                    <a:pos x="26" y="15"/>
                  </a:cxn>
                  <a:cxn ang="0">
                    <a:pos x="26" y="15"/>
                  </a:cxn>
                  <a:cxn ang="0">
                    <a:pos x="21" y="0"/>
                  </a:cxn>
                </a:cxnLst>
                <a:rect l="0" t="0" r="r" b="b"/>
                <a:pathLst>
                  <a:path w="26" h="15">
                    <a:moveTo>
                      <a:pt x="21" y="0"/>
                    </a:moveTo>
                    <a:lnTo>
                      <a:pt x="0" y="0"/>
                    </a:lnTo>
                    <a:lnTo>
                      <a:pt x="5" y="15"/>
                    </a:lnTo>
                    <a:lnTo>
                      <a:pt x="26" y="15"/>
                    </a:lnTo>
                    <a:lnTo>
                      <a:pt x="26" y="15"/>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52" name="Freeform 652"/>
              <p:cNvSpPr/>
              <p:nvPr/>
            </p:nvSpPr>
            <p:spPr bwMode="auto">
              <a:xfrm>
                <a:off x="3458" y="3539"/>
                <a:ext cx="26" cy="15"/>
              </a:xfrm>
              <a:custGeom>
                <a:avLst/>
                <a:gdLst/>
                <a:ahLst/>
                <a:cxnLst>
                  <a:cxn ang="0">
                    <a:pos x="21" y="0"/>
                  </a:cxn>
                  <a:cxn ang="0">
                    <a:pos x="0" y="0"/>
                  </a:cxn>
                  <a:cxn ang="0">
                    <a:pos x="5" y="15"/>
                  </a:cxn>
                  <a:cxn ang="0">
                    <a:pos x="26" y="15"/>
                  </a:cxn>
                  <a:cxn ang="0">
                    <a:pos x="26" y="15"/>
                  </a:cxn>
                  <a:cxn ang="0">
                    <a:pos x="21" y="0"/>
                  </a:cxn>
                </a:cxnLst>
                <a:rect l="0" t="0" r="r" b="b"/>
                <a:pathLst>
                  <a:path w="26" h="15">
                    <a:moveTo>
                      <a:pt x="21" y="0"/>
                    </a:moveTo>
                    <a:lnTo>
                      <a:pt x="0" y="0"/>
                    </a:lnTo>
                    <a:lnTo>
                      <a:pt x="5" y="15"/>
                    </a:lnTo>
                    <a:lnTo>
                      <a:pt x="26" y="15"/>
                    </a:lnTo>
                    <a:lnTo>
                      <a:pt x="26" y="15"/>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853" name="Freeform 653"/>
              <p:cNvSpPr/>
              <p:nvPr/>
            </p:nvSpPr>
            <p:spPr bwMode="auto">
              <a:xfrm>
                <a:off x="3329" y="3184"/>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54" name="Freeform 654"/>
              <p:cNvSpPr/>
              <p:nvPr/>
            </p:nvSpPr>
            <p:spPr bwMode="auto">
              <a:xfrm>
                <a:off x="3329" y="3184"/>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55" name="Freeform 655"/>
              <p:cNvSpPr/>
              <p:nvPr/>
            </p:nvSpPr>
            <p:spPr bwMode="auto">
              <a:xfrm>
                <a:off x="3227" y="2839"/>
                <a:ext cx="309" cy="338"/>
              </a:xfrm>
              <a:custGeom>
                <a:avLst/>
                <a:gdLst/>
                <a:ahLst/>
                <a:cxnLst>
                  <a:cxn ang="0">
                    <a:pos x="0" y="0"/>
                  </a:cxn>
                  <a:cxn ang="0">
                    <a:pos x="50" y="139"/>
                  </a:cxn>
                  <a:cxn ang="0">
                    <a:pos x="122" y="338"/>
                  </a:cxn>
                  <a:cxn ang="0">
                    <a:pos x="309" y="181"/>
                  </a:cxn>
                  <a:cxn ang="0">
                    <a:pos x="51" y="30"/>
                  </a:cxn>
                  <a:cxn ang="0">
                    <a:pos x="0" y="0"/>
                  </a:cxn>
                </a:cxnLst>
                <a:rect l="0" t="0" r="r" b="b"/>
                <a:pathLst>
                  <a:path w="309" h="338">
                    <a:moveTo>
                      <a:pt x="0" y="0"/>
                    </a:moveTo>
                    <a:lnTo>
                      <a:pt x="50" y="139"/>
                    </a:lnTo>
                    <a:lnTo>
                      <a:pt x="122" y="338"/>
                    </a:lnTo>
                    <a:lnTo>
                      <a:pt x="309" y="181"/>
                    </a:lnTo>
                    <a:lnTo>
                      <a:pt x="51" y="3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56" name="Freeform 656"/>
              <p:cNvSpPr/>
              <p:nvPr/>
            </p:nvSpPr>
            <p:spPr bwMode="auto">
              <a:xfrm>
                <a:off x="3227" y="2839"/>
                <a:ext cx="309" cy="338"/>
              </a:xfrm>
              <a:custGeom>
                <a:avLst/>
                <a:gdLst/>
                <a:ahLst/>
                <a:cxnLst>
                  <a:cxn ang="0">
                    <a:pos x="0" y="0"/>
                  </a:cxn>
                  <a:cxn ang="0">
                    <a:pos x="50" y="139"/>
                  </a:cxn>
                  <a:cxn ang="0">
                    <a:pos x="122" y="338"/>
                  </a:cxn>
                  <a:cxn ang="0">
                    <a:pos x="309" y="181"/>
                  </a:cxn>
                  <a:cxn ang="0">
                    <a:pos x="51" y="30"/>
                  </a:cxn>
                  <a:cxn ang="0">
                    <a:pos x="0" y="0"/>
                  </a:cxn>
                </a:cxnLst>
                <a:rect l="0" t="0" r="r" b="b"/>
                <a:pathLst>
                  <a:path w="309" h="338">
                    <a:moveTo>
                      <a:pt x="0" y="0"/>
                    </a:moveTo>
                    <a:lnTo>
                      <a:pt x="50" y="139"/>
                    </a:lnTo>
                    <a:lnTo>
                      <a:pt x="122" y="338"/>
                    </a:lnTo>
                    <a:lnTo>
                      <a:pt x="309" y="181"/>
                    </a:lnTo>
                    <a:lnTo>
                      <a:pt x="51" y="3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57" name="Freeform 657"/>
              <p:cNvSpPr/>
              <p:nvPr/>
            </p:nvSpPr>
            <p:spPr bwMode="auto">
              <a:xfrm>
                <a:off x="3227" y="2839"/>
                <a:ext cx="50" cy="139"/>
              </a:xfrm>
              <a:custGeom>
                <a:avLst/>
                <a:gdLst/>
                <a:ahLst/>
                <a:cxnLst>
                  <a:cxn ang="0">
                    <a:pos x="0" y="0"/>
                  </a:cxn>
                  <a:cxn ang="0">
                    <a:pos x="50" y="139"/>
                  </a:cxn>
                  <a:cxn ang="0">
                    <a:pos x="0" y="0"/>
                  </a:cxn>
                  <a:cxn ang="0">
                    <a:pos x="0" y="0"/>
                  </a:cxn>
                </a:cxnLst>
                <a:rect l="0" t="0" r="r" b="b"/>
                <a:pathLst>
                  <a:path w="50" h="139">
                    <a:moveTo>
                      <a:pt x="0" y="0"/>
                    </a:moveTo>
                    <a:lnTo>
                      <a:pt x="50" y="139"/>
                    </a:lnTo>
                    <a:lnTo>
                      <a:pt x="0" y="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58" name="Freeform 658"/>
              <p:cNvSpPr/>
              <p:nvPr/>
            </p:nvSpPr>
            <p:spPr bwMode="auto">
              <a:xfrm>
                <a:off x="3227" y="2839"/>
                <a:ext cx="50" cy="139"/>
              </a:xfrm>
              <a:custGeom>
                <a:avLst/>
                <a:gdLst/>
                <a:ahLst/>
                <a:cxnLst>
                  <a:cxn ang="0">
                    <a:pos x="0" y="0"/>
                  </a:cxn>
                  <a:cxn ang="0">
                    <a:pos x="50" y="139"/>
                  </a:cxn>
                  <a:cxn ang="0">
                    <a:pos x="0" y="0"/>
                  </a:cxn>
                  <a:cxn ang="0">
                    <a:pos x="0" y="0"/>
                  </a:cxn>
                </a:cxnLst>
                <a:rect l="0" t="0" r="r" b="b"/>
                <a:pathLst>
                  <a:path w="50" h="139">
                    <a:moveTo>
                      <a:pt x="0" y="0"/>
                    </a:moveTo>
                    <a:lnTo>
                      <a:pt x="50" y="139"/>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59" name="Freeform 659"/>
              <p:cNvSpPr/>
              <p:nvPr/>
            </p:nvSpPr>
            <p:spPr bwMode="auto">
              <a:xfrm>
                <a:off x="3188" y="2794"/>
                <a:ext cx="8" cy="10"/>
              </a:xfrm>
              <a:custGeom>
                <a:avLst/>
                <a:gdLst/>
                <a:ahLst/>
                <a:cxnLst>
                  <a:cxn ang="0">
                    <a:pos x="0" y="0"/>
                  </a:cxn>
                  <a:cxn ang="0">
                    <a:pos x="3" y="10"/>
                  </a:cxn>
                  <a:cxn ang="0">
                    <a:pos x="8" y="10"/>
                  </a:cxn>
                  <a:cxn ang="0">
                    <a:pos x="8" y="5"/>
                  </a:cxn>
                  <a:cxn ang="0">
                    <a:pos x="0" y="0"/>
                  </a:cxn>
                </a:cxnLst>
                <a:rect l="0" t="0" r="r" b="b"/>
                <a:pathLst>
                  <a:path w="8" h="10">
                    <a:moveTo>
                      <a:pt x="0" y="0"/>
                    </a:moveTo>
                    <a:lnTo>
                      <a:pt x="3" y="10"/>
                    </a:lnTo>
                    <a:lnTo>
                      <a:pt x="8" y="10"/>
                    </a:lnTo>
                    <a:lnTo>
                      <a:pt x="8"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0" name="Freeform 660"/>
              <p:cNvSpPr/>
              <p:nvPr/>
            </p:nvSpPr>
            <p:spPr bwMode="auto">
              <a:xfrm>
                <a:off x="3188" y="2794"/>
                <a:ext cx="8" cy="10"/>
              </a:xfrm>
              <a:custGeom>
                <a:avLst/>
                <a:gdLst/>
                <a:ahLst/>
                <a:cxnLst>
                  <a:cxn ang="0">
                    <a:pos x="0" y="0"/>
                  </a:cxn>
                  <a:cxn ang="0">
                    <a:pos x="3" y="10"/>
                  </a:cxn>
                  <a:cxn ang="0">
                    <a:pos x="8" y="10"/>
                  </a:cxn>
                  <a:cxn ang="0">
                    <a:pos x="8" y="5"/>
                  </a:cxn>
                  <a:cxn ang="0">
                    <a:pos x="0" y="0"/>
                  </a:cxn>
                </a:cxnLst>
                <a:rect l="0" t="0" r="r" b="b"/>
                <a:pathLst>
                  <a:path w="8" h="10">
                    <a:moveTo>
                      <a:pt x="0" y="0"/>
                    </a:moveTo>
                    <a:lnTo>
                      <a:pt x="3" y="10"/>
                    </a:lnTo>
                    <a:lnTo>
                      <a:pt x="8" y="10"/>
                    </a:lnTo>
                    <a:lnTo>
                      <a:pt x="8"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1" name="Freeform 661"/>
              <p:cNvSpPr/>
              <p:nvPr/>
            </p:nvSpPr>
            <p:spPr bwMode="auto">
              <a:xfrm>
                <a:off x="3196" y="2799"/>
                <a:ext cx="5" cy="6"/>
              </a:xfrm>
              <a:custGeom>
                <a:avLst/>
                <a:gdLst/>
                <a:ahLst/>
                <a:cxnLst>
                  <a:cxn ang="0">
                    <a:pos x="0" y="0"/>
                  </a:cxn>
                  <a:cxn ang="0">
                    <a:pos x="0" y="5"/>
                  </a:cxn>
                  <a:cxn ang="0">
                    <a:pos x="5" y="6"/>
                  </a:cxn>
                  <a:cxn ang="0">
                    <a:pos x="5" y="3"/>
                  </a:cxn>
                  <a:cxn ang="0">
                    <a:pos x="0" y="0"/>
                  </a:cxn>
                </a:cxnLst>
                <a:rect l="0" t="0" r="r" b="b"/>
                <a:pathLst>
                  <a:path w="5" h="6">
                    <a:moveTo>
                      <a:pt x="0" y="0"/>
                    </a:moveTo>
                    <a:lnTo>
                      <a:pt x="0" y="5"/>
                    </a:lnTo>
                    <a:lnTo>
                      <a:pt x="5" y="6"/>
                    </a:lnTo>
                    <a:lnTo>
                      <a:pt x="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2" name="Freeform 662"/>
              <p:cNvSpPr/>
              <p:nvPr/>
            </p:nvSpPr>
            <p:spPr bwMode="auto">
              <a:xfrm>
                <a:off x="3196" y="2799"/>
                <a:ext cx="5" cy="6"/>
              </a:xfrm>
              <a:custGeom>
                <a:avLst/>
                <a:gdLst/>
                <a:ahLst/>
                <a:cxnLst>
                  <a:cxn ang="0">
                    <a:pos x="0" y="0"/>
                  </a:cxn>
                  <a:cxn ang="0">
                    <a:pos x="0" y="5"/>
                  </a:cxn>
                  <a:cxn ang="0">
                    <a:pos x="5" y="6"/>
                  </a:cxn>
                  <a:cxn ang="0">
                    <a:pos x="5" y="3"/>
                  </a:cxn>
                  <a:cxn ang="0">
                    <a:pos x="0" y="0"/>
                  </a:cxn>
                </a:cxnLst>
                <a:rect l="0" t="0" r="r" b="b"/>
                <a:pathLst>
                  <a:path w="5" h="6">
                    <a:moveTo>
                      <a:pt x="0" y="0"/>
                    </a:moveTo>
                    <a:lnTo>
                      <a:pt x="0" y="5"/>
                    </a:lnTo>
                    <a:lnTo>
                      <a:pt x="5" y="6"/>
                    </a:lnTo>
                    <a:lnTo>
                      <a:pt x="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3" name="Freeform 663"/>
              <p:cNvSpPr/>
              <p:nvPr/>
            </p:nvSpPr>
            <p:spPr bwMode="auto">
              <a:xfrm>
                <a:off x="3191" y="2804"/>
                <a:ext cx="5" cy="5"/>
              </a:xfrm>
              <a:custGeom>
                <a:avLst/>
                <a:gdLst/>
                <a:ahLst/>
                <a:cxnLst>
                  <a:cxn ang="0">
                    <a:pos x="0" y="0"/>
                  </a:cxn>
                  <a:cxn ang="0">
                    <a:pos x="2" y="5"/>
                  </a:cxn>
                  <a:cxn ang="0">
                    <a:pos x="5" y="5"/>
                  </a:cxn>
                  <a:cxn ang="0">
                    <a:pos x="5" y="0"/>
                  </a:cxn>
                  <a:cxn ang="0">
                    <a:pos x="0" y="0"/>
                  </a:cxn>
                </a:cxnLst>
                <a:rect l="0" t="0" r="r" b="b"/>
                <a:pathLst>
                  <a:path w="5" h="5">
                    <a:moveTo>
                      <a:pt x="0" y="0"/>
                    </a:moveTo>
                    <a:lnTo>
                      <a:pt x="2" y="5"/>
                    </a:lnTo>
                    <a:lnTo>
                      <a:pt x="5" y="5"/>
                    </a:lnTo>
                    <a:lnTo>
                      <a:pt x="5"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4" name="Freeform 664"/>
              <p:cNvSpPr/>
              <p:nvPr/>
            </p:nvSpPr>
            <p:spPr bwMode="auto">
              <a:xfrm>
                <a:off x="3191" y="2804"/>
                <a:ext cx="5" cy="5"/>
              </a:xfrm>
              <a:custGeom>
                <a:avLst/>
                <a:gdLst/>
                <a:ahLst/>
                <a:cxnLst>
                  <a:cxn ang="0">
                    <a:pos x="0" y="0"/>
                  </a:cxn>
                  <a:cxn ang="0">
                    <a:pos x="2" y="5"/>
                  </a:cxn>
                  <a:cxn ang="0">
                    <a:pos x="5" y="5"/>
                  </a:cxn>
                  <a:cxn ang="0">
                    <a:pos x="5" y="0"/>
                  </a:cxn>
                  <a:cxn ang="0">
                    <a:pos x="0" y="0"/>
                  </a:cxn>
                </a:cxnLst>
                <a:rect l="0" t="0" r="r" b="b"/>
                <a:pathLst>
                  <a:path w="5" h="5">
                    <a:moveTo>
                      <a:pt x="0" y="0"/>
                    </a:moveTo>
                    <a:lnTo>
                      <a:pt x="2" y="5"/>
                    </a:lnTo>
                    <a:lnTo>
                      <a:pt x="5" y="5"/>
                    </a:lnTo>
                    <a:lnTo>
                      <a:pt x="5"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5" name="Freeform 665"/>
              <p:cNvSpPr/>
              <p:nvPr/>
            </p:nvSpPr>
            <p:spPr bwMode="auto">
              <a:xfrm>
                <a:off x="3196" y="2804"/>
                <a:ext cx="5" cy="5"/>
              </a:xfrm>
              <a:custGeom>
                <a:avLst/>
                <a:gdLst/>
                <a:ahLst/>
                <a:cxnLst>
                  <a:cxn ang="0">
                    <a:pos x="0" y="0"/>
                  </a:cxn>
                  <a:cxn ang="0">
                    <a:pos x="0" y="5"/>
                  </a:cxn>
                  <a:cxn ang="0">
                    <a:pos x="4" y="3"/>
                  </a:cxn>
                  <a:cxn ang="0">
                    <a:pos x="5" y="1"/>
                  </a:cxn>
                  <a:cxn ang="0">
                    <a:pos x="0" y="0"/>
                  </a:cxn>
                </a:cxnLst>
                <a:rect l="0" t="0" r="r" b="b"/>
                <a:pathLst>
                  <a:path w="5" h="5">
                    <a:moveTo>
                      <a:pt x="0" y="0"/>
                    </a:moveTo>
                    <a:lnTo>
                      <a:pt x="0" y="5"/>
                    </a:lnTo>
                    <a:lnTo>
                      <a:pt x="4" y="3"/>
                    </a:lnTo>
                    <a:lnTo>
                      <a:pt x="5"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6" name="Freeform 666"/>
              <p:cNvSpPr/>
              <p:nvPr/>
            </p:nvSpPr>
            <p:spPr bwMode="auto">
              <a:xfrm>
                <a:off x="3196" y="2804"/>
                <a:ext cx="5" cy="5"/>
              </a:xfrm>
              <a:custGeom>
                <a:avLst/>
                <a:gdLst/>
                <a:ahLst/>
                <a:cxnLst>
                  <a:cxn ang="0">
                    <a:pos x="0" y="0"/>
                  </a:cxn>
                  <a:cxn ang="0">
                    <a:pos x="0" y="5"/>
                  </a:cxn>
                  <a:cxn ang="0">
                    <a:pos x="4" y="3"/>
                  </a:cxn>
                  <a:cxn ang="0">
                    <a:pos x="5" y="1"/>
                  </a:cxn>
                  <a:cxn ang="0">
                    <a:pos x="0" y="0"/>
                  </a:cxn>
                </a:cxnLst>
                <a:rect l="0" t="0" r="r" b="b"/>
                <a:pathLst>
                  <a:path w="5" h="5">
                    <a:moveTo>
                      <a:pt x="0" y="0"/>
                    </a:moveTo>
                    <a:lnTo>
                      <a:pt x="0" y="5"/>
                    </a:lnTo>
                    <a:lnTo>
                      <a:pt x="4" y="3"/>
                    </a:lnTo>
                    <a:lnTo>
                      <a:pt x="5"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7" name="Freeform 667"/>
              <p:cNvSpPr/>
              <p:nvPr/>
            </p:nvSpPr>
            <p:spPr bwMode="auto">
              <a:xfrm>
                <a:off x="3201" y="2802"/>
                <a:ext cx="4" cy="3"/>
              </a:xfrm>
              <a:custGeom>
                <a:avLst/>
                <a:gdLst/>
                <a:ahLst/>
                <a:cxnLst>
                  <a:cxn ang="0">
                    <a:pos x="0" y="0"/>
                  </a:cxn>
                  <a:cxn ang="0">
                    <a:pos x="0" y="3"/>
                  </a:cxn>
                  <a:cxn ang="0">
                    <a:pos x="2" y="3"/>
                  </a:cxn>
                  <a:cxn ang="0">
                    <a:pos x="4" y="2"/>
                  </a:cxn>
                  <a:cxn ang="0">
                    <a:pos x="0" y="0"/>
                  </a:cxn>
                </a:cxnLst>
                <a:rect l="0" t="0" r="r" b="b"/>
                <a:pathLst>
                  <a:path w="4" h="3">
                    <a:moveTo>
                      <a:pt x="0" y="0"/>
                    </a:moveTo>
                    <a:lnTo>
                      <a:pt x="0" y="3"/>
                    </a:lnTo>
                    <a:lnTo>
                      <a:pt x="2" y="3"/>
                    </a:lnTo>
                    <a:lnTo>
                      <a:pt x="4"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8" name="Freeform 668"/>
              <p:cNvSpPr/>
              <p:nvPr/>
            </p:nvSpPr>
            <p:spPr bwMode="auto">
              <a:xfrm>
                <a:off x="3201" y="2802"/>
                <a:ext cx="4" cy="3"/>
              </a:xfrm>
              <a:custGeom>
                <a:avLst/>
                <a:gdLst/>
                <a:ahLst/>
                <a:cxnLst>
                  <a:cxn ang="0">
                    <a:pos x="0" y="0"/>
                  </a:cxn>
                  <a:cxn ang="0">
                    <a:pos x="0" y="3"/>
                  </a:cxn>
                  <a:cxn ang="0">
                    <a:pos x="2" y="3"/>
                  </a:cxn>
                  <a:cxn ang="0">
                    <a:pos x="4" y="2"/>
                  </a:cxn>
                  <a:cxn ang="0">
                    <a:pos x="0" y="0"/>
                  </a:cxn>
                </a:cxnLst>
                <a:rect l="0" t="0" r="r" b="b"/>
                <a:pathLst>
                  <a:path w="4" h="3">
                    <a:moveTo>
                      <a:pt x="0" y="0"/>
                    </a:moveTo>
                    <a:lnTo>
                      <a:pt x="0" y="3"/>
                    </a:lnTo>
                    <a:lnTo>
                      <a:pt x="2" y="3"/>
                    </a:lnTo>
                    <a:lnTo>
                      <a:pt x="4"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9" name="Freeform 669"/>
              <p:cNvSpPr/>
              <p:nvPr/>
            </p:nvSpPr>
            <p:spPr bwMode="auto">
              <a:xfrm>
                <a:off x="3200" y="2805"/>
                <a:ext cx="3" cy="2"/>
              </a:xfrm>
              <a:custGeom>
                <a:avLst/>
                <a:gdLst/>
                <a:ahLst/>
                <a:cxnLst>
                  <a:cxn ang="0">
                    <a:pos x="1" y="0"/>
                  </a:cxn>
                  <a:cxn ang="0">
                    <a:pos x="0" y="2"/>
                  </a:cxn>
                  <a:cxn ang="0">
                    <a:pos x="1" y="2"/>
                  </a:cxn>
                  <a:cxn ang="0">
                    <a:pos x="3" y="0"/>
                  </a:cxn>
                  <a:cxn ang="0">
                    <a:pos x="1" y="0"/>
                  </a:cxn>
                </a:cxnLst>
                <a:rect l="0" t="0" r="r" b="b"/>
                <a:pathLst>
                  <a:path w="3" h="2">
                    <a:moveTo>
                      <a:pt x="1" y="0"/>
                    </a:moveTo>
                    <a:lnTo>
                      <a:pt x="0" y="2"/>
                    </a:lnTo>
                    <a:lnTo>
                      <a:pt x="1" y="2"/>
                    </a:lnTo>
                    <a:lnTo>
                      <a:pt x="3"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0" name="Freeform 670"/>
              <p:cNvSpPr/>
              <p:nvPr/>
            </p:nvSpPr>
            <p:spPr bwMode="auto">
              <a:xfrm>
                <a:off x="3200" y="2805"/>
                <a:ext cx="3" cy="2"/>
              </a:xfrm>
              <a:custGeom>
                <a:avLst/>
                <a:gdLst/>
                <a:ahLst/>
                <a:cxnLst>
                  <a:cxn ang="0">
                    <a:pos x="1" y="0"/>
                  </a:cxn>
                  <a:cxn ang="0">
                    <a:pos x="0" y="2"/>
                  </a:cxn>
                  <a:cxn ang="0">
                    <a:pos x="1" y="2"/>
                  </a:cxn>
                  <a:cxn ang="0">
                    <a:pos x="3" y="0"/>
                  </a:cxn>
                  <a:cxn ang="0">
                    <a:pos x="1" y="0"/>
                  </a:cxn>
                </a:cxnLst>
                <a:rect l="0" t="0" r="r" b="b"/>
                <a:pathLst>
                  <a:path w="3" h="2">
                    <a:moveTo>
                      <a:pt x="1" y="0"/>
                    </a:moveTo>
                    <a:lnTo>
                      <a:pt x="0" y="2"/>
                    </a:lnTo>
                    <a:lnTo>
                      <a:pt x="1" y="2"/>
                    </a:lnTo>
                    <a:lnTo>
                      <a:pt x="3"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871" name="Freeform 671"/>
              <p:cNvSpPr>
                <a:spLocks noEditPoints="1"/>
              </p:cNvSpPr>
              <p:nvPr/>
            </p:nvSpPr>
            <p:spPr bwMode="auto">
              <a:xfrm>
                <a:off x="3227" y="2839"/>
                <a:ext cx="309" cy="338"/>
              </a:xfrm>
              <a:custGeom>
                <a:avLst/>
                <a:gdLst/>
                <a:ahLst/>
                <a:cxnLst>
                  <a:cxn ang="0">
                    <a:pos x="50" y="139"/>
                  </a:cxn>
                  <a:cxn ang="0">
                    <a:pos x="122" y="338"/>
                  </a:cxn>
                  <a:cxn ang="0">
                    <a:pos x="309" y="181"/>
                  </a:cxn>
                  <a:cxn ang="0">
                    <a:pos x="309" y="181"/>
                  </a:cxn>
                  <a:cxn ang="0">
                    <a:pos x="122" y="338"/>
                  </a:cxn>
                  <a:cxn ang="0">
                    <a:pos x="50" y="139"/>
                  </a:cxn>
                  <a:cxn ang="0">
                    <a:pos x="0" y="0"/>
                  </a:cxn>
                  <a:cxn ang="0">
                    <a:pos x="0" y="0"/>
                  </a:cxn>
                  <a:cxn ang="0">
                    <a:pos x="51" y="30"/>
                  </a:cxn>
                  <a:cxn ang="0">
                    <a:pos x="0" y="0"/>
                  </a:cxn>
                </a:cxnLst>
                <a:rect l="0" t="0" r="r" b="b"/>
                <a:pathLst>
                  <a:path w="309" h="338">
                    <a:moveTo>
                      <a:pt x="50" y="139"/>
                    </a:moveTo>
                    <a:lnTo>
                      <a:pt x="122" y="338"/>
                    </a:lnTo>
                    <a:lnTo>
                      <a:pt x="309" y="181"/>
                    </a:lnTo>
                    <a:lnTo>
                      <a:pt x="309" y="181"/>
                    </a:lnTo>
                    <a:lnTo>
                      <a:pt x="122" y="338"/>
                    </a:lnTo>
                    <a:lnTo>
                      <a:pt x="50" y="139"/>
                    </a:lnTo>
                    <a:close/>
                    <a:moveTo>
                      <a:pt x="0" y="0"/>
                    </a:moveTo>
                    <a:lnTo>
                      <a:pt x="0" y="0"/>
                    </a:lnTo>
                    <a:lnTo>
                      <a:pt x="51" y="3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2" name="Freeform 672"/>
              <p:cNvSpPr/>
              <p:nvPr/>
            </p:nvSpPr>
            <p:spPr bwMode="auto">
              <a:xfrm>
                <a:off x="3277" y="2978"/>
                <a:ext cx="259" cy="199"/>
              </a:xfrm>
              <a:custGeom>
                <a:avLst/>
                <a:gdLst/>
                <a:ahLst/>
                <a:cxnLst>
                  <a:cxn ang="0">
                    <a:pos x="0" y="0"/>
                  </a:cxn>
                  <a:cxn ang="0">
                    <a:pos x="72" y="199"/>
                  </a:cxn>
                  <a:cxn ang="0">
                    <a:pos x="259" y="42"/>
                  </a:cxn>
                  <a:cxn ang="0">
                    <a:pos x="259" y="42"/>
                  </a:cxn>
                  <a:cxn ang="0">
                    <a:pos x="72" y="199"/>
                  </a:cxn>
                  <a:cxn ang="0">
                    <a:pos x="0" y="0"/>
                  </a:cxn>
                </a:cxnLst>
                <a:rect l="0" t="0" r="r" b="b"/>
                <a:pathLst>
                  <a:path w="259" h="199">
                    <a:moveTo>
                      <a:pt x="0" y="0"/>
                    </a:moveTo>
                    <a:lnTo>
                      <a:pt x="72" y="199"/>
                    </a:lnTo>
                    <a:lnTo>
                      <a:pt x="259" y="42"/>
                    </a:lnTo>
                    <a:lnTo>
                      <a:pt x="259" y="42"/>
                    </a:lnTo>
                    <a:lnTo>
                      <a:pt x="72" y="19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73" name="Freeform 673"/>
              <p:cNvSpPr/>
              <p:nvPr/>
            </p:nvSpPr>
            <p:spPr bwMode="auto">
              <a:xfrm>
                <a:off x="3227" y="2839"/>
                <a:ext cx="51" cy="30"/>
              </a:xfrm>
              <a:custGeom>
                <a:avLst/>
                <a:gdLst/>
                <a:ahLst/>
                <a:cxnLst>
                  <a:cxn ang="0">
                    <a:pos x="0" y="0"/>
                  </a:cxn>
                  <a:cxn ang="0">
                    <a:pos x="0" y="0"/>
                  </a:cxn>
                  <a:cxn ang="0">
                    <a:pos x="51" y="30"/>
                  </a:cxn>
                  <a:cxn ang="0">
                    <a:pos x="0" y="0"/>
                  </a:cxn>
                </a:cxnLst>
                <a:rect l="0" t="0" r="r" b="b"/>
                <a:pathLst>
                  <a:path w="51" h="30">
                    <a:moveTo>
                      <a:pt x="0" y="0"/>
                    </a:moveTo>
                    <a:lnTo>
                      <a:pt x="0" y="0"/>
                    </a:lnTo>
                    <a:lnTo>
                      <a:pt x="51" y="3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74" name="Freeform 674"/>
              <p:cNvSpPr/>
              <p:nvPr/>
            </p:nvSpPr>
            <p:spPr bwMode="auto">
              <a:xfrm>
                <a:off x="3206" y="2834"/>
                <a:ext cx="143" cy="350"/>
              </a:xfrm>
              <a:custGeom>
                <a:avLst/>
                <a:gdLst/>
                <a:ahLst/>
                <a:cxnLst>
                  <a:cxn ang="0">
                    <a:pos x="11" y="0"/>
                  </a:cxn>
                  <a:cxn ang="0">
                    <a:pos x="11" y="10"/>
                  </a:cxn>
                  <a:cxn ang="0">
                    <a:pos x="4" y="2"/>
                  </a:cxn>
                  <a:cxn ang="0">
                    <a:pos x="0" y="12"/>
                  </a:cxn>
                  <a:cxn ang="0">
                    <a:pos x="123" y="350"/>
                  </a:cxn>
                  <a:cxn ang="0">
                    <a:pos x="134" y="350"/>
                  </a:cxn>
                  <a:cxn ang="0">
                    <a:pos x="143" y="343"/>
                  </a:cxn>
                  <a:cxn ang="0">
                    <a:pos x="71" y="144"/>
                  </a:cxn>
                  <a:cxn ang="0">
                    <a:pos x="21" y="5"/>
                  </a:cxn>
                  <a:cxn ang="0">
                    <a:pos x="21" y="5"/>
                  </a:cxn>
                  <a:cxn ang="0">
                    <a:pos x="21" y="5"/>
                  </a:cxn>
                  <a:cxn ang="0">
                    <a:pos x="11" y="0"/>
                  </a:cxn>
                </a:cxnLst>
                <a:rect l="0" t="0" r="r" b="b"/>
                <a:pathLst>
                  <a:path w="143" h="350">
                    <a:moveTo>
                      <a:pt x="11" y="0"/>
                    </a:moveTo>
                    <a:lnTo>
                      <a:pt x="11" y="10"/>
                    </a:lnTo>
                    <a:lnTo>
                      <a:pt x="4" y="2"/>
                    </a:lnTo>
                    <a:lnTo>
                      <a:pt x="0" y="12"/>
                    </a:lnTo>
                    <a:lnTo>
                      <a:pt x="123" y="350"/>
                    </a:lnTo>
                    <a:lnTo>
                      <a:pt x="134" y="350"/>
                    </a:lnTo>
                    <a:lnTo>
                      <a:pt x="143" y="343"/>
                    </a:lnTo>
                    <a:lnTo>
                      <a:pt x="71" y="144"/>
                    </a:lnTo>
                    <a:lnTo>
                      <a:pt x="21" y="5"/>
                    </a:lnTo>
                    <a:lnTo>
                      <a:pt x="21" y="5"/>
                    </a:lnTo>
                    <a:lnTo>
                      <a:pt x="21" y="5"/>
                    </a:lnTo>
                    <a:lnTo>
                      <a:pt x="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5" name="Freeform 675"/>
              <p:cNvSpPr/>
              <p:nvPr/>
            </p:nvSpPr>
            <p:spPr bwMode="auto">
              <a:xfrm>
                <a:off x="3206" y="2834"/>
                <a:ext cx="143" cy="350"/>
              </a:xfrm>
              <a:custGeom>
                <a:avLst/>
                <a:gdLst/>
                <a:ahLst/>
                <a:cxnLst>
                  <a:cxn ang="0">
                    <a:pos x="11" y="0"/>
                  </a:cxn>
                  <a:cxn ang="0">
                    <a:pos x="11" y="10"/>
                  </a:cxn>
                  <a:cxn ang="0">
                    <a:pos x="4" y="2"/>
                  </a:cxn>
                  <a:cxn ang="0">
                    <a:pos x="0" y="12"/>
                  </a:cxn>
                  <a:cxn ang="0">
                    <a:pos x="123" y="350"/>
                  </a:cxn>
                  <a:cxn ang="0">
                    <a:pos x="134" y="350"/>
                  </a:cxn>
                  <a:cxn ang="0">
                    <a:pos x="143" y="343"/>
                  </a:cxn>
                  <a:cxn ang="0">
                    <a:pos x="71" y="144"/>
                  </a:cxn>
                  <a:cxn ang="0">
                    <a:pos x="21" y="5"/>
                  </a:cxn>
                  <a:cxn ang="0">
                    <a:pos x="21" y="5"/>
                  </a:cxn>
                  <a:cxn ang="0">
                    <a:pos x="21" y="5"/>
                  </a:cxn>
                  <a:cxn ang="0">
                    <a:pos x="11" y="0"/>
                  </a:cxn>
                </a:cxnLst>
                <a:rect l="0" t="0" r="r" b="b"/>
                <a:pathLst>
                  <a:path w="143" h="350">
                    <a:moveTo>
                      <a:pt x="11" y="0"/>
                    </a:moveTo>
                    <a:lnTo>
                      <a:pt x="11" y="10"/>
                    </a:lnTo>
                    <a:lnTo>
                      <a:pt x="4" y="2"/>
                    </a:lnTo>
                    <a:lnTo>
                      <a:pt x="0" y="12"/>
                    </a:lnTo>
                    <a:lnTo>
                      <a:pt x="123" y="350"/>
                    </a:lnTo>
                    <a:lnTo>
                      <a:pt x="134" y="350"/>
                    </a:lnTo>
                    <a:lnTo>
                      <a:pt x="143" y="343"/>
                    </a:lnTo>
                    <a:lnTo>
                      <a:pt x="71" y="144"/>
                    </a:lnTo>
                    <a:lnTo>
                      <a:pt x="21" y="5"/>
                    </a:lnTo>
                    <a:lnTo>
                      <a:pt x="21" y="5"/>
                    </a:lnTo>
                    <a:lnTo>
                      <a:pt x="21" y="5"/>
                    </a:lnTo>
                    <a:lnTo>
                      <a:pt x="11" y="0"/>
                    </a:lnTo>
                  </a:path>
                </a:pathLst>
              </a:custGeom>
              <a:noFill/>
              <a:ln w="9525">
                <a:noFill/>
                <a:round/>
              </a:ln>
            </p:spPr>
            <p:txBody>
              <a:bodyPr vert="horz" wrap="square" lIns="82938" tIns="41469" rIns="82938" bIns="41469" numCol="1" anchor="t" anchorCtr="0" compatLnSpc="1"/>
              <a:lstStyle/>
              <a:p>
                <a:endParaRPr lang="en-GB" sz="1815"/>
              </a:p>
            </p:txBody>
          </p:sp>
          <p:sp>
            <p:nvSpPr>
              <p:cNvPr id="51876" name="Freeform 676"/>
              <p:cNvSpPr/>
              <p:nvPr/>
            </p:nvSpPr>
            <p:spPr bwMode="auto">
              <a:xfrm>
                <a:off x="3210" y="2831"/>
                <a:ext cx="7" cy="13"/>
              </a:xfrm>
              <a:custGeom>
                <a:avLst/>
                <a:gdLst/>
                <a:ahLst/>
                <a:cxnLst>
                  <a:cxn ang="0">
                    <a:pos x="3" y="0"/>
                  </a:cxn>
                  <a:cxn ang="0">
                    <a:pos x="0" y="5"/>
                  </a:cxn>
                  <a:cxn ang="0">
                    <a:pos x="7" y="13"/>
                  </a:cxn>
                  <a:cxn ang="0">
                    <a:pos x="7" y="3"/>
                  </a:cxn>
                  <a:cxn ang="0">
                    <a:pos x="3" y="0"/>
                  </a:cxn>
                </a:cxnLst>
                <a:rect l="0" t="0" r="r" b="b"/>
                <a:pathLst>
                  <a:path w="7" h="13">
                    <a:moveTo>
                      <a:pt x="3" y="0"/>
                    </a:moveTo>
                    <a:lnTo>
                      <a:pt x="0" y="5"/>
                    </a:lnTo>
                    <a:lnTo>
                      <a:pt x="7" y="13"/>
                    </a:lnTo>
                    <a:lnTo>
                      <a:pt x="7"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7" name="Freeform 677"/>
              <p:cNvSpPr/>
              <p:nvPr/>
            </p:nvSpPr>
            <p:spPr bwMode="auto">
              <a:xfrm>
                <a:off x="3210" y="2831"/>
                <a:ext cx="7" cy="13"/>
              </a:xfrm>
              <a:custGeom>
                <a:avLst/>
                <a:gdLst/>
                <a:ahLst/>
                <a:cxnLst>
                  <a:cxn ang="0">
                    <a:pos x="3" y="0"/>
                  </a:cxn>
                  <a:cxn ang="0">
                    <a:pos x="0" y="5"/>
                  </a:cxn>
                  <a:cxn ang="0">
                    <a:pos x="7" y="13"/>
                  </a:cxn>
                  <a:cxn ang="0">
                    <a:pos x="7" y="3"/>
                  </a:cxn>
                  <a:cxn ang="0">
                    <a:pos x="3" y="0"/>
                  </a:cxn>
                </a:cxnLst>
                <a:rect l="0" t="0" r="r" b="b"/>
                <a:pathLst>
                  <a:path w="7" h="13">
                    <a:moveTo>
                      <a:pt x="3" y="0"/>
                    </a:moveTo>
                    <a:lnTo>
                      <a:pt x="0" y="5"/>
                    </a:lnTo>
                    <a:lnTo>
                      <a:pt x="7" y="13"/>
                    </a:lnTo>
                    <a:lnTo>
                      <a:pt x="7"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878" name="Freeform 678"/>
              <p:cNvSpPr/>
              <p:nvPr/>
            </p:nvSpPr>
            <p:spPr bwMode="auto">
              <a:xfrm>
                <a:off x="3203" y="2832"/>
                <a:ext cx="7" cy="14"/>
              </a:xfrm>
              <a:custGeom>
                <a:avLst/>
                <a:gdLst/>
                <a:ahLst/>
                <a:cxnLst>
                  <a:cxn ang="0">
                    <a:pos x="3" y="0"/>
                  </a:cxn>
                  <a:cxn ang="0">
                    <a:pos x="0" y="4"/>
                  </a:cxn>
                  <a:cxn ang="0">
                    <a:pos x="3" y="14"/>
                  </a:cxn>
                  <a:cxn ang="0">
                    <a:pos x="7" y="4"/>
                  </a:cxn>
                  <a:cxn ang="0">
                    <a:pos x="3" y="0"/>
                  </a:cxn>
                </a:cxnLst>
                <a:rect l="0" t="0" r="r" b="b"/>
                <a:pathLst>
                  <a:path w="7" h="14">
                    <a:moveTo>
                      <a:pt x="3" y="0"/>
                    </a:moveTo>
                    <a:lnTo>
                      <a:pt x="0" y="4"/>
                    </a:lnTo>
                    <a:lnTo>
                      <a:pt x="3" y="14"/>
                    </a:lnTo>
                    <a:lnTo>
                      <a:pt x="7" y="4"/>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9" name="Freeform 679"/>
              <p:cNvSpPr/>
              <p:nvPr/>
            </p:nvSpPr>
            <p:spPr bwMode="auto">
              <a:xfrm>
                <a:off x="3203" y="2832"/>
                <a:ext cx="7" cy="14"/>
              </a:xfrm>
              <a:custGeom>
                <a:avLst/>
                <a:gdLst/>
                <a:ahLst/>
                <a:cxnLst>
                  <a:cxn ang="0">
                    <a:pos x="3" y="0"/>
                  </a:cxn>
                  <a:cxn ang="0">
                    <a:pos x="0" y="4"/>
                  </a:cxn>
                  <a:cxn ang="0">
                    <a:pos x="3" y="14"/>
                  </a:cxn>
                  <a:cxn ang="0">
                    <a:pos x="7" y="4"/>
                  </a:cxn>
                  <a:cxn ang="0">
                    <a:pos x="3" y="0"/>
                  </a:cxn>
                </a:cxnLst>
                <a:rect l="0" t="0" r="r" b="b"/>
                <a:pathLst>
                  <a:path w="7" h="14">
                    <a:moveTo>
                      <a:pt x="3" y="0"/>
                    </a:moveTo>
                    <a:lnTo>
                      <a:pt x="0" y="4"/>
                    </a:lnTo>
                    <a:lnTo>
                      <a:pt x="3" y="14"/>
                    </a:lnTo>
                    <a:lnTo>
                      <a:pt x="7" y="4"/>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880" name="Freeform 680"/>
              <p:cNvSpPr/>
              <p:nvPr/>
            </p:nvSpPr>
            <p:spPr bwMode="auto">
              <a:xfrm>
                <a:off x="3201" y="2829"/>
                <a:ext cx="5" cy="7"/>
              </a:xfrm>
              <a:custGeom>
                <a:avLst/>
                <a:gdLst/>
                <a:ahLst/>
                <a:cxnLst>
                  <a:cxn ang="0">
                    <a:pos x="4" y="0"/>
                  </a:cxn>
                  <a:cxn ang="0">
                    <a:pos x="0" y="2"/>
                  </a:cxn>
                  <a:cxn ang="0">
                    <a:pos x="2" y="7"/>
                  </a:cxn>
                  <a:cxn ang="0">
                    <a:pos x="5" y="3"/>
                  </a:cxn>
                  <a:cxn ang="0">
                    <a:pos x="4" y="0"/>
                  </a:cxn>
                </a:cxnLst>
                <a:rect l="0" t="0" r="r" b="b"/>
                <a:pathLst>
                  <a:path w="5" h="7">
                    <a:moveTo>
                      <a:pt x="4" y="0"/>
                    </a:moveTo>
                    <a:lnTo>
                      <a:pt x="0" y="2"/>
                    </a:lnTo>
                    <a:lnTo>
                      <a:pt x="2" y="7"/>
                    </a:lnTo>
                    <a:lnTo>
                      <a:pt x="5" y="3"/>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1" name="Freeform 681"/>
              <p:cNvSpPr/>
              <p:nvPr/>
            </p:nvSpPr>
            <p:spPr bwMode="auto">
              <a:xfrm>
                <a:off x="3201" y="2829"/>
                <a:ext cx="5" cy="7"/>
              </a:xfrm>
              <a:custGeom>
                <a:avLst/>
                <a:gdLst/>
                <a:ahLst/>
                <a:cxnLst>
                  <a:cxn ang="0">
                    <a:pos x="4" y="0"/>
                  </a:cxn>
                  <a:cxn ang="0">
                    <a:pos x="0" y="2"/>
                  </a:cxn>
                  <a:cxn ang="0">
                    <a:pos x="2" y="7"/>
                  </a:cxn>
                  <a:cxn ang="0">
                    <a:pos x="5" y="3"/>
                  </a:cxn>
                  <a:cxn ang="0">
                    <a:pos x="4" y="0"/>
                  </a:cxn>
                </a:cxnLst>
                <a:rect l="0" t="0" r="r" b="b"/>
                <a:pathLst>
                  <a:path w="5" h="7">
                    <a:moveTo>
                      <a:pt x="4" y="0"/>
                    </a:moveTo>
                    <a:lnTo>
                      <a:pt x="0" y="2"/>
                    </a:lnTo>
                    <a:lnTo>
                      <a:pt x="2" y="7"/>
                    </a:lnTo>
                    <a:lnTo>
                      <a:pt x="5" y="3"/>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882" name="Freeform 682"/>
              <p:cNvSpPr/>
              <p:nvPr/>
            </p:nvSpPr>
            <p:spPr bwMode="auto">
              <a:xfrm>
                <a:off x="3206" y="2829"/>
                <a:ext cx="7" cy="7"/>
              </a:xfrm>
              <a:custGeom>
                <a:avLst/>
                <a:gdLst/>
                <a:ahLst/>
                <a:cxnLst>
                  <a:cxn ang="0">
                    <a:pos x="4" y="0"/>
                  </a:cxn>
                  <a:cxn ang="0">
                    <a:pos x="0" y="3"/>
                  </a:cxn>
                  <a:cxn ang="0">
                    <a:pos x="4" y="7"/>
                  </a:cxn>
                  <a:cxn ang="0">
                    <a:pos x="7" y="2"/>
                  </a:cxn>
                  <a:cxn ang="0">
                    <a:pos x="4" y="0"/>
                  </a:cxn>
                </a:cxnLst>
                <a:rect l="0" t="0" r="r" b="b"/>
                <a:pathLst>
                  <a:path w="7" h="7">
                    <a:moveTo>
                      <a:pt x="4" y="0"/>
                    </a:moveTo>
                    <a:lnTo>
                      <a:pt x="0" y="3"/>
                    </a:lnTo>
                    <a:lnTo>
                      <a:pt x="4" y="7"/>
                    </a:lnTo>
                    <a:lnTo>
                      <a:pt x="7"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3" name="Freeform 683"/>
              <p:cNvSpPr/>
              <p:nvPr/>
            </p:nvSpPr>
            <p:spPr bwMode="auto">
              <a:xfrm>
                <a:off x="3206" y="2829"/>
                <a:ext cx="7" cy="7"/>
              </a:xfrm>
              <a:custGeom>
                <a:avLst/>
                <a:gdLst/>
                <a:ahLst/>
                <a:cxnLst>
                  <a:cxn ang="0">
                    <a:pos x="4" y="0"/>
                  </a:cxn>
                  <a:cxn ang="0">
                    <a:pos x="0" y="3"/>
                  </a:cxn>
                  <a:cxn ang="0">
                    <a:pos x="4" y="7"/>
                  </a:cxn>
                  <a:cxn ang="0">
                    <a:pos x="7" y="2"/>
                  </a:cxn>
                  <a:cxn ang="0">
                    <a:pos x="4" y="0"/>
                  </a:cxn>
                </a:cxnLst>
                <a:rect l="0" t="0" r="r" b="b"/>
                <a:pathLst>
                  <a:path w="7" h="7">
                    <a:moveTo>
                      <a:pt x="4" y="0"/>
                    </a:moveTo>
                    <a:lnTo>
                      <a:pt x="0" y="3"/>
                    </a:lnTo>
                    <a:lnTo>
                      <a:pt x="4" y="7"/>
                    </a:lnTo>
                    <a:lnTo>
                      <a:pt x="7"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884" name="Freeform 684"/>
              <p:cNvSpPr/>
              <p:nvPr/>
            </p:nvSpPr>
            <p:spPr bwMode="auto">
              <a:xfrm>
                <a:off x="3205" y="2829"/>
                <a:ext cx="5" cy="3"/>
              </a:xfrm>
              <a:custGeom>
                <a:avLst/>
                <a:gdLst/>
                <a:ahLst/>
                <a:cxnLst>
                  <a:cxn ang="0">
                    <a:pos x="1" y="0"/>
                  </a:cxn>
                  <a:cxn ang="0">
                    <a:pos x="0" y="0"/>
                  </a:cxn>
                  <a:cxn ang="0">
                    <a:pos x="1" y="3"/>
                  </a:cxn>
                  <a:cxn ang="0">
                    <a:pos x="5" y="0"/>
                  </a:cxn>
                  <a:cxn ang="0">
                    <a:pos x="1" y="0"/>
                  </a:cxn>
                </a:cxnLst>
                <a:rect l="0" t="0" r="r" b="b"/>
                <a:pathLst>
                  <a:path w="5" h="3">
                    <a:moveTo>
                      <a:pt x="1" y="0"/>
                    </a:moveTo>
                    <a:lnTo>
                      <a:pt x="0" y="0"/>
                    </a:lnTo>
                    <a:lnTo>
                      <a:pt x="1" y="3"/>
                    </a:lnTo>
                    <a:lnTo>
                      <a:pt x="5"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5" name="Freeform 685"/>
              <p:cNvSpPr/>
              <p:nvPr/>
            </p:nvSpPr>
            <p:spPr bwMode="auto">
              <a:xfrm>
                <a:off x="3205" y="2829"/>
                <a:ext cx="5" cy="3"/>
              </a:xfrm>
              <a:custGeom>
                <a:avLst/>
                <a:gdLst/>
                <a:ahLst/>
                <a:cxnLst>
                  <a:cxn ang="0">
                    <a:pos x="1" y="0"/>
                  </a:cxn>
                  <a:cxn ang="0">
                    <a:pos x="0" y="0"/>
                  </a:cxn>
                  <a:cxn ang="0">
                    <a:pos x="1" y="3"/>
                  </a:cxn>
                  <a:cxn ang="0">
                    <a:pos x="5" y="0"/>
                  </a:cxn>
                  <a:cxn ang="0">
                    <a:pos x="1" y="0"/>
                  </a:cxn>
                </a:cxnLst>
                <a:rect l="0" t="0" r="r" b="b"/>
                <a:pathLst>
                  <a:path w="5" h="3">
                    <a:moveTo>
                      <a:pt x="1" y="0"/>
                    </a:moveTo>
                    <a:lnTo>
                      <a:pt x="0" y="0"/>
                    </a:lnTo>
                    <a:lnTo>
                      <a:pt x="1" y="3"/>
                    </a:lnTo>
                    <a:lnTo>
                      <a:pt x="5"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886" name="Freeform 686"/>
              <p:cNvSpPr/>
              <p:nvPr/>
            </p:nvSpPr>
            <p:spPr bwMode="auto">
              <a:xfrm>
                <a:off x="3200" y="2827"/>
                <a:ext cx="5" cy="4"/>
              </a:xfrm>
              <a:custGeom>
                <a:avLst/>
                <a:gdLst/>
                <a:ahLst/>
                <a:cxnLst>
                  <a:cxn ang="0">
                    <a:pos x="3" y="0"/>
                  </a:cxn>
                  <a:cxn ang="0">
                    <a:pos x="0" y="0"/>
                  </a:cxn>
                  <a:cxn ang="0">
                    <a:pos x="1" y="4"/>
                  </a:cxn>
                  <a:cxn ang="0">
                    <a:pos x="5" y="2"/>
                  </a:cxn>
                  <a:cxn ang="0">
                    <a:pos x="3" y="0"/>
                  </a:cxn>
                </a:cxnLst>
                <a:rect l="0" t="0" r="r" b="b"/>
                <a:pathLst>
                  <a:path w="5" h="4">
                    <a:moveTo>
                      <a:pt x="3" y="0"/>
                    </a:moveTo>
                    <a:lnTo>
                      <a:pt x="0" y="0"/>
                    </a:lnTo>
                    <a:lnTo>
                      <a:pt x="1" y="4"/>
                    </a:lnTo>
                    <a:lnTo>
                      <a:pt x="5" y="2"/>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7" name="Freeform 687"/>
              <p:cNvSpPr/>
              <p:nvPr/>
            </p:nvSpPr>
            <p:spPr bwMode="auto">
              <a:xfrm>
                <a:off x="3200" y="2827"/>
                <a:ext cx="5" cy="4"/>
              </a:xfrm>
              <a:custGeom>
                <a:avLst/>
                <a:gdLst/>
                <a:ahLst/>
                <a:cxnLst>
                  <a:cxn ang="0">
                    <a:pos x="3" y="0"/>
                  </a:cxn>
                  <a:cxn ang="0">
                    <a:pos x="0" y="0"/>
                  </a:cxn>
                  <a:cxn ang="0">
                    <a:pos x="1" y="4"/>
                  </a:cxn>
                  <a:cxn ang="0">
                    <a:pos x="5" y="2"/>
                  </a:cxn>
                  <a:cxn ang="0">
                    <a:pos x="3" y="0"/>
                  </a:cxn>
                </a:cxnLst>
                <a:rect l="0" t="0" r="r" b="b"/>
                <a:pathLst>
                  <a:path w="5" h="4">
                    <a:moveTo>
                      <a:pt x="3" y="0"/>
                    </a:moveTo>
                    <a:lnTo>
                      <a:pt x="0" y="0"/>
                    </a:lnTo>
                    <a:lnTo>
                      <a:pt x="1" y="4"/>
                    </a:lnTo>
                    <a:lnTo>
                      <a:pt x="5" y="2"/>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888" name="Freeform 688"/>
              <p:cNvSpPr/>
              <p:nvPr/>
            </p:nvSpPr>
            <p:spPr bwMode="auto">
              <a:xfrm>
                <a:off x="3203" y="2827"/>
                <a:ext cx="3" cy="2"/>
              </a:xfrm>
              <a:custGeom>
                <a:avLst/>
                <a:gdLst/>
                <a:ahLst/>
                <a:cxnLst>
                  <a:cxn ang="0">
                    <a:pos x="2" y="0"/>
                  </a:cxn>
                  <a:cxn ang="0">
                    <a:pos x="0" y="0"/>
                  </a:cxn>
                  <a:cxn ang="0">
                    <a:pos x="2" y="2"/>
                  </a:cxn>
                  <a:cxn ang="0">
                    <a:pos x="3" y="2"/>
                  </a:cxn>
                  <a:cxn ang="0">
                    <a:pos x="2" y="0"/>
                  </a:cxn>
                </a:cxnLst>
                <a:rect l="0" t="0" r="r" b="b"/>
                <a:pathLst>
                  <a:path w="3" h="2">
                    <a:moveTo>
                      <a:pt x="2" y="0"/>
                    </a:moveTo>
                    <a:lnTo>
                      <a:pt x="0" y="0"/>
                    </a:lnTo>
                    <a:lnTo>
                      <a:pt x="2" y="2"/>
                    </a:lnTo>
                    <a:lnTo>
                      <a:pt x="3"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9" name="Freeform 689"/>
              <p:cNvSpPr/>
              <p:nvPr/>
            </p:nvSpPr>
            <p:spPr bwMode="auto">
              <a:xfrm>
                <a:off x="3203" y="2827"/>
                <a:ext cx="3" cy="2"/>
              </a:xfrm>
              <a:custGeom>
                <a:avLst/>
                <a:gdLst/>
                <a:ahLst/>
                <a:cxnLst>
                  <a:cxn ang="0">
                    <a:pos x="2" y="0"/>
                  </a:cxn>
                  <a:cxn ang="0">
                    <a:pos x="0" y="0"/>
                  </a:cxn>
                  <a:cxn ang="0">
                    <a:pos x="2" y="2"/>
                  </a:cxn>
                  <a:cxn ang="0">
                    <a:pos x="3" y="2"/>
                  </a:cxn>
                  <a:cxn ang="0">
                    <a:pos x="2" y="0"/>
                  </a:cxn>
                </a:cxnLst>
                <a:rect l="0" t="0" r="r" b="b"/>
                <a:pathLst>
                  <a:path w="3" h="2">
                    <a:moveTo>
                      <a:pt x="2" y="0"/>
                    </a:moveTo>
                    <a:lnTo>
                      <a:pt x="0" y="0"/>
                    </a:lnTo>
                    <a:lnTo>
                      <a:pt x="2" y="2"/>
                    </a:lnTo>
                    <a:lnTo>
                      <a:pt x="3"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890" name="Rectangle 690"/>
              <p:cNvSpPr>
                <a:spLocks noChangeArrowheads="1"/>
              </p:cNvSpPr>
              <p:nvPr/>
            </p:nvSpPr>
            <p:spPr bwMode="auto">
              <a:xfrm>
                <a:off x="3329" y="3184"/>
                <a:ext cx="1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891" name="Rectangle 691"/>
              <p:cNvSpPr>
                <a:spLocks noChangeArrowheads="1"/>
              </p:cNvSpPr>
              <p:nvPr/>
            </p:nvSpPr>
            <p:spPr bwMode="auto">
              <a:xfrm>
                <a:off x="3329" y="3184"/>
                <a:ext cx="1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892" name="Rectangle 692"/>
              <p:cNvSpPr>
                <a:spLocks noChangeArrowheads="1"/>
              </p:cNvSpPr>
              <p:nvPr/>
            </p:nvSpPr>
            <p:spPr bwMode="auto">
              <a:xfrm>
                <a:off x="3337" y="3204"/>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1893" name="Rectangle 693"/>
              <p:cNvSpPr>
                <a:spLocks noChangeArrowheads="1"/>
              </p:cNvSpPr>
              <p:nvPr/>
            </p:nvSpPr>
            <p:spPr bwMode="auto">
              <a:xfrm>
                <a:off x="3337" y="3204"/>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894" name="Freeform 694"/>
              <p:cNvSpPr/>
              <p:nvPr/>
            </p:nvSpPr>
            <p:spPr bwMode="auto">
              <a:xfrm>
                <a:off x="3334" y="3197"/>
                <a:ext cx="3" cy="7"/>
              </a:xfrm>
              <a:custGeom>
                <a:avLst/>
                <a:gdLst/>
                <a:ahLst/>
                <a:cxnLst>
                  <a:cxn ang="0">
                    <a:pos x="0" y="0"/>
                  </a:cxn>
                  <a:cxn ang="0">
                    <a:pos x="0" y="0"/>
                  </a:cxn>
                  <a:cxn ang="0">
                    <a:pos x="0" y="0"/>
                  </a:cxn>
                  <a:cxn ang="0">
                    <a:pos x="3" y="7"/>
                  </a:cxn>
                  <a:cxn ang="0">
                    <a:pos x="3" y="7"/>
                  </a:cxn>
                  <a:cxn ang="0">
                    <a:pos x="0" y="0"/>
                  </a:cxn>
                </a:cxnLst>
                <a:rect l="0" t="0" r="r" b="b"/>
                <a:pathLst>
                  <a:path w="3" h="7">
                    <a:moveTo>
                      <a:pt x="0" y="0"/>
                    </a:moveTo>
                    <a:lnTo>
                      <a:pt x="0" y="0"/>
                    </a:lnTo>
                    <a:lnTo>
                      <a:pt x="0" y="0"/>
                    </a:lnTo>
                    <a:lnTo>
                      <a:pt x="3" y="7"/>
                    </a:lnTo>
                    <a:lnTo>
                      <a:pt x="3" y="7"/>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95" name="Freeform 695"/>
              <p:cNvSpPr/>
              <p:nvPr/>
            </p:nvSpPr>
            <p:spPr bwMode="auto">
              <a:xfrm>
                <a:off x="3334" y="3197"/>
                <a:ext cx="3" cy="7"/>
              </a:xfrm>
              <a:custGeom>
                <a:avLst/>
                <a:gdLst/>
                <a:ahLst/>
                <a:cxnLst>
                  <a:cxn ang="0">
                    <a:pos x="0" y="0"/>
                  </a:cxn>
                  <a:cxn ang="0">
                    <a:pos x="0" y="0"/>
                  </a:cxn>
                  <a:cxn ang="0">
                    <a:pos x="0" y="0"/>
                  </a:cxn>
                  <a:cxn ang="0">
                    <a:pos x="3" y="7"/>
                  </a:cxn>
                  <a:cxn ang="0">
                    <a:pos x="3" y="7"/>
                  </a:cxn>
                  <a:cxn ang="0">
                    <a:pos x="0" y="0"/>
                  </a:cxn>
                </a:cxnLst>
                <a:rect l="0" t="0" r="r" b="b"/>
                <a:pathLst>
                  <a:path w="3" h="7">
                    <a:moveTo>
                      <a:pt x="0" y="0"/>
                    </a:moveTo>
                    <a:lnTo>
                      <a:pt x="0" y="0"/>
                    </a:lnTo>
                    <a:lnTo>
                      <a:pt x="0" y="0"/>
                    </a:lnTo>
                    <a:lnTo>
                      <a:pt x="3" y="7"/>
                    </a:lnTo>
                    <a:lnTo>
                      <a:pt x="3" y="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96" name="Freeform 696"/>
              <p:cNvSpPr/>
              <p:nvPr/>
            </p:nvSpPr>
            <p:spPr bwMode="auto">
              <a:xfrm>
                <a:off x="3419" y="3030"/>
                <a:ext cx="136" cy="114"/>
              </a:xfrm>
              <a:custGeom>
                <a:avLst/>
                <a:gdLst/>
                <a:ahLst/>
                <a:cxnLst>
                  <a:cxn ang="0">
                    <a:pos x="136" y="0"/>
                  </a:cxn>
                  <a:cxn ang="0">
                    <a:pos x="0" y="114"/>
                  </a:cxn>
                  <a:cxn ang="0">
                    <a:pos x="136" y="0"/>
                  </a:cxn>
                  <a:cxn ang="0">
                    <a:pos x="136" y="0"/>
                  </a:cxn>
                </a:cxnLst>
                <a:rect l="0" t="0" r="r" b="b"/>
                <a:pathLst>
                  <a:path w="136" h="114">
                    <a:moveTo>
                      <a:pt x="136" y="0"/>
                    </a:moveTo>
                    <a:lnTo>
                      <a:pt x="0" y="114"/>
                    </a:lnTo>
                    <a:lnTo>
                      <a:pt x="136" y="0"/>
                    </a:lnTo>
                    <a:lnTo>
                      <a:pt x="136"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97" name="Freeform 697"/>
              <p:cNvSpPr/>
              <p:nvPr/>
            </p:nvSpPr>
            <p:spPr bwMode="auto">
              <a:xfrm>
                <a:off x="3419" y="3030"/>
                <a:ext cx="136" cy="114"/>
              </a:xfrm>
              <a:custGeom>
                <a:avLst/>
                <a:gdLst/>
                <a:ahLst/>
                <a:cxnLst>
                  <a:cxn ang="0">
                    <a:pos x="136" y="0"/>
                  </a:cxn>
                  <a:cxn ang="0">
                    <a:pos x="0" y="114"/>
                  </a:cxn>
                  <a:cxn ang="0">
                    <a:pos x="136" y="0"/>
                  </a:cxn>
                  <a:cxn ang="0">
                    <a:pos x="136" y="0"/>
                  </a:cxn>
                </a:cxnLst>
                <a:rect l="0" t="0" r="r" b="b"/>
                <a:pathLst>
                  <a:path w="136" h="114">
                    <a:moveTo>
                      <a:pt x="136" y="0"/>
                    </a:moveTo>
                    <a:lnTo>
                      <a:pt x="0" y="114"/>
                    </a:lnTo>
                    <a:lnTo>
                      <a:pt x="136" y="0"/>
                    </a:lnTo>
                    <a:lnTo>
                      <a:pt x="136" y="0"/>
                    </a:lnTo>
                  </a:path>
                </a:pathLst>
              </a:custGeom>
              <a:noFill/>
              <a:ln w="9525">
                <a:noFill/>
                <a:round/>
              </a:ln>
            </p:spPr>
            <p:txBody>
              <a:bodyPr vert="horz" wrap="square" lIns="82938" tIns="41469" rIns="82938" bIns="41469" numCol="1" anchor="t" anchorCtr="0" compatLnSpc="1"/>
              <a:lstStyle/>
              <a:p>
                <a:endParaRPr lang="en-GB" sz="1815"/>
              </a:p>
            </p:txBody>
          </p:sp>
          <p:sp>
            <p:nvSpPr>
              <p:cNvPr id="51898" name="Freeform 698"/>
              <p:cNvSpPr/>
              <p:nvPr/>
            </p:nvSpPr>
            <p:spPr bwMode="auto">
              <a:xfrm>
                <a:off x="3349" y="3020"/>
                <a:ext cx="206" cy="177"/>
              </a:xfrm>
              <a:custGeom>
                <a:avLst/>
                <a:gdLst/>
                <a:ahLst/>
                <a:cxnLst>
                  <a:cxn ang="0">
                    <a:pos x="187" y="0"/>
                  </a:cxn>
                  <a:cxn ang="0">
                    <a:pos x="0" y="157"/>
                  </a:cxn>
                  <a:cxn ang="0">
                    <a:pos x="1" y="164"/>
                  </a:cxn>
                  <a:cxn ang="0">
                    <a:pos x="1" y="164"/>
                  </a:cxn>
                  <a:cxn ang="0">
                    <a:pos x="7" y="177"/>
                  </a:cxn>
                  <a:cxn ang="0">
                    <a:pos x="70" y="124"/>
                  </a:cxn>
                  <a:cxn ang="0">
                    <a:pos x="206" y="10"/>
                  </a:cxn>
                  <a:cxn ang="0">
                    <a:pos x="202" y="8"/>
                  </a:cxn>
                  <a:cxn ang="0">
                    <a:pos x="187" y="0"/>
                  </a:cxn>
                  <a:cxn ang="0">
                    <a:pos x="187" y="0"/>
                  </a:cxn>
                  <a:cxn ang="0">
                    <a:pos x="187" y="0"/>
                  </a:cxn>
                </a:cxnLst>
                <a:rect l="0" t="0" r="r" b="b"/>
                <a:pathLst>
                  <a:path w="206" h="177">
                    <a:moveTo>
                      <a:pt x="187" y="0"/>
                    </a:moveTo>
                    <a:lnTo>
                      <a:pt x="0" y="157"/>
                    </a:lnTo>
                    <a:lnTo>
                      <a:pt x="1" y="164"/>
                    </a:lnTo>
                    <a:lnTo>
                      <a:pt x="1" y="164"/>
                    </a:lnTo>
                    <a:lnTo>
                      <a:pt x="7" y="177"/>
                    </a:lnTo>
                    <a:lnTo>
                      <a:pt x="70" y="124"/>
                    </a:lnTo>
                    <a:lnTo>
                      <a:pt x="206" y="10"/>
                    </a:lnTo>
                    <a:lnTo>
                      <a:pt x="202" y="8"/>
                    </a:lnTo>
                    <a:lnTo>
                      <a:pt x="187" y="0"/>
                    </a:lnTo>
                    <a:lnTo>
                      <a:pt x="187" y="0"/>
                    </a:lnTo>
                    <a:lnTo>
                      <a:pt x="18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99" name="Freeform 699"/>
              <p:cNvSpPr/>
              <p:nvPr/>
            </p:nvSpPr>
            <p:spPr bwMode="auto">
              <a:xfrm>
                <a:off x="3349" y="3020"/>
                <a:ext cx="206" cy="177"/>
              </a:xfrm>
              <a:custGeom>
                <a:avLst/>
                <a:gdLst/>
                <a:ahLst/>
                <a:cxnLst>
                  <a:cxn ang="0">
                    <a:pos x="187" y="0"/>
                  </a:cxn>
                  <a:cxn ang="0">
                    <a:pos x="0" y="157"/>
                  </a:cxn>
                  <a:cxn ang="0">
                    <a:pos x="1" y="164"/>
                  </a:cxn>
                  <a:cxn ang="0">
                    <a:pos x="1" y="164"/>
                  </a:cxn>
                  <a:cxn ang="0">
                    <a:pos x="7" y="177"/>
                  </a:cxn>
                  <a:cxn ang="0">
                    <a:pos x="70" y="124"/>
                  </a:cxn>
                  <a:cxn ang="0">
                    <a:pos x="206" y="10"/>
                  </a:cxn>
                  <a:cxn ang="0">
                    <a:pos x="202" y="8"/>
                  </a:cxn>
                  <a:cxn ang="0">
                    <a:pos x="187" y="0"/>
                  </a:cxn>
                  <a:cxn ang="0">
                    <a:pos x="187" y="0"/>
                  </a:cxn>
                  <a:cxn ang="0">
                    <a:pos x="187" y="0"/>
                  </a:cxn>
                </a:cxnLst>
                <a:rect l="0" t="0" r="r" b="b"/>
                <a:pathLst>
                  <a:path w="206" h="177">
                    <a:moveTo>
                      <a:pt x="187" y="0"/>
                    </a:moveTo>
                    <a:lnTo>
                      <a:pt x="0" y="157"/>
                    </a:lnTo>
                    <a:lnTo>
                      <a:pt x="1" y="164"/>
                    </a:lnTo>
                    <a:lnTo>
                      <a:pt x="1" y="164"/>
                    </a:lnTo>
                    <a:lnTo>
                      <a:pt x="7" y="177"/>
                    </a:lnTo>
                    <a:lnTo>
                      <a:pt x="70" y="124"/>
                    </a:lnTo>
                    <a:lnTo>
                      <a:pt x="206" y="10"/>
                    </a:lnTo>
                    <a:lnTo>
                      <a:pt x="202" y="8"/>
                    </a:lnTo>
                    <a:lnTo>
                      <a:pt x="187" y="0"/>
                    </a:lnTo>
                    <a:lnTo>
                      <a:pt x="187" y="0"/>
                    </a:lnTo>
                    <a:lnTo>
                      <a:pt x="187" y="0"/>
                    </a:lnTo>
                  </a:path>
                </a:pathLst>
              </a:custGeom>
              <a:noFill/>
              <a:ln w="9525">
                <a:noFill/>
                <a:round/>
              </a:ln>
            </p:spPr>
            <p:txBody>
              <a:bodyPr vert="horz" wrap="square" lIns="82938" tIns="41469" rIns="82938" bIns="41469" numCol="1" anchor="t" anchorCtr="0" compatLnSpc="1"/>
              <a:lstStyle/>
              <a:p>
                <a:endParaRPr lang="en-GB" sz="1815"/>
              </a:p>
            </p:txBody>
          </p:sp>
          <p:sp>
            <p:nvSpPr>
              <p:cNvPr id="51900" name="Rectangle 700"/>
              <p:cNvSpPr>
                <a:spLocks noChangeArrowheads="1"/>
              </p:cNvSpPr>
              <p:nvPr/>
            </p:nvSpPr>
            <p:spPr bwMode="auto">
              <a:xfrm>
                <a:off x="3337" y="3204"/>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901" name="Rectangle 701"/>
              <p:cNvSpPr>
                <a:spLocks noChangeArrowheads="1"/>
              </p:cNvSpPr>
              <p:nvPr/>
            </p:nvSpPr>
            <p:spPr bwMode="auto">
              <a:xfrm>
                <a:off x="3337" y="3204"/>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902" name="Freeform 702"/>
              <p:cNvSpPr>
                <a:spLocks noEditPoints="1"/>
              </p:cNvSpPr>
              <p:nvPr/>
            </p:nvSpPr>
            <p:spPr bwMode="auto">
              <a:xfrm>
                <a:off x="3337" y="3184"/>
                <a:ext cx="19" cy="20"/>
              </a:xfrm>
              <a:custGeom>
                <a:avLst/>
                <a:gdLst/>
                <a:ahLst/>
                <a:cxnLst>
                  <a:cxn ang="0">
                    <a:pos x="12" y="20"/>
                  </a:cxn>
                  <a:cxn ang="0">
                    <a:pos x="0" y="20"/>
                  </a:cxn>
                  <a:cxn ang="0">
                    <a:pos x="0" y="20"/>
                  </a:cxn>
                  <a:cxn ang="0">
                    <a:pos x="0" y="20"/>
                  </a:cxn>
                  <a:cxn ang="0">
                    <a:pos x="7" y="20"/>
                  </a:cxn>
                  <a:cxn ang="0">
                    <a:pos x="10" y="20"/>
                  </a:cxn>
                  <a:cxn ang="0">
                    <a:pos x="12" y="20"/>
                  </a:cxn>
                  <a:cxn ang="0">
                    <a:pos x="13" y="0"/>
                  </a:cxn>
                  <a:cxn ang="0">
                    <a:pos x="13" y="0"/>
                  </a:cxn>
                  <a:cxn ang="0">
                    <a:pos x="19" y="13"/>
                  </a:cxn>
                  <a:cxn ang="0">
                    <a:pos x="19" y="13"/>
                  </a:cxn>
                  <a:cxn ang="0">
                    <a:pos x="13" y="0"/>
                  </a:cxn>
                </a:cxnLst>
                <a:rect l="0" t="0" r="r" b="b"/>
                <a:pathLst>
                  <a:path w="19" h="20">
                    <a:moveTo>
                      <a:pt x="12" y="20"/>
                    </a:moveTo>
                    <a:lnTo>
                      <a:pt x="0" y="20"/>
                    </a:lnTo>
                    <a:lnTo>
                      <a:pt x="0" y="20"/>
                    </a:lnTo>
                    <a:lnTo>
                      <a:pt x="0" y="20"/>
                    </a:lnTo>
                    <a:lnTo>
                      <a:pt x="7" y="20"/>
                    </a:lnTo>
                    <a:lnTo>
                      <a:pt x="10" y="20"/>
                    </a:lnTo>
                    <a:lnTo>
                      <a:pt x="12" y="20"/>
                    </a:lnTo>
                    <a:close/>
                    <a:moveTo>
                      <a:pt x="13" y="0"/>
                    </a:moveTo>
                    <a:lnTo>
                      <a:pt x="13" y="0"/>
                    </a:lnTo>
                    <a:lnTo>
                      <a:pt x="19" y="13"/>
                    </a:lnTo>
                    <a:lnTo>
                      <a:pt x="19" y="13"/>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03" name="Freeform 703"/>
              <p:cNvSpPr/>
              <p:nvPr/>
            </p:nvSpPr>
            <p:spPr bwMode="auto">
              <a:xfrm>
                <a:off x="3337" y="3204"/>
                <a:ext cx="12" cy="1"/>
              </a:xfrm>
              <a:custGeom>
                <a:avLst/>
                <a:gdLst/>
                <a:ahLst/>
                <a:cxnLst>
                  <a:cxn ang="0">
                    <a:pos x="12" y="0"/>
                  </a:cxn>
                  <a:cxn ang="0">
                    <a:pos x="0" y="0"/>
                  </a:cxn>
                  <a:cxn ang="0">
                    <a:pos x="0" y="0"/>
                  </a:cxn>
                  <a:cxn ang="0">
                    <a:pos x="0" y="0"/>
                  </a:cxn>
                  <a:cxn ang="0">
                    <a:pos x="7" y="0"/>
                  </a:cxn>
                  <a:cxn ang="0">
                    <a:pos x="10" y="0"/>
                  </a:cxn>
                  <a:cxn ang="0">
                    <a:pos x="12" y="0"/>
                  </a:cxn>
                </a:cxnLst>
                <a:rect l="0" t="0" r="r" b="b"/>
                <a:pathLst>
                  <a:path w="12">
                    <a:moveTo>
                      <a:pt x="12" y="0"/>
                    </a:moveTo>
                    <a:lnTo>
                      <a:pt x="0" y="0"/>
                    </a:lnTo>
                    <a:lnTo>
                      <a:pt x="0" y="0"/>
                    </a:lnTo>
                    <a:lnTo>
                      <a:pt x="0" y="0"/>
                    </a:lnTo>
                    <a:lnTo>
                      <a:pt x="7" y="0"/>
                    </a:lnTo>
                    <a:lnTo>
                      <a:pt x="10"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904" name="Freeform 704"/>
              <p:cNvSpPr/>
              <p:nvPr/>
            </p:nvSpPr>
            <p:spPr bwMode="auto">
              <a:xfrm>
                <a:off x="3350" y="3184"/>
                <a:ext cx="6" cy="13"/>
              </a:xfrm>
              <a:custGeom>
                <a:avLst/>
                <a:gdLst/>
                <a:ahLst/>
                <a:cxnLst>
                  <a:cxn ang="0">
                    <a:pos x="0" y="0"/>
                  </a:cxn>
                  <a:cxn ang="0">
                    <a:pos x="0" y="0"/>
                  </a:cxn>
                  <a:cxn ang="0">
                    <a:pos x="6" y="13"/>
                  </a:cxn>
                  <a:cxn ang="0">
                    <a:pos x="6" y="13"/>
                  </a:cxn>
                  <a:cxn ang="0">
                    <a:pos x="0" y="0"/>
                  </a:cxn>
                </a:cxnLst>
                <a:rect l="0" t="0" r="r" b="b"/>
                <a:pathLst>
                  <a:path w="6" h="13">
                    <a:moveTo>
                      <a:pt x="0" y="0"/>
                    </a:moveTo>
                    <a:lnTo>
                      <a:pt x="0" y="0"/>
                    </a:lnTo>
                    <a:lnTo>
                      <a:pt x="6" y="13"/>
                    </a:lnTo>
                    <a:lnTo>
                      <a:pt x="6"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05" name="Freeform 705"/>
              <p:cNvSpPr/>
              <p:nvPr/>
            </p:nvSpPr>
            <p:spPr bwMode="auto">
              <a:xfrm>
                <a:off x="3340" y="3177"/>
                <a:ext cx="10" cy="7"/>
              </a:xfrm>
              <a:custGeom>
                <a:avLst/>
                <a:gdLst/>
                <a:ahLst/>
                <a:cxnLst>
                  <a:cxn ang="0">
                    <a:pos x="9" y="0"/>
                  </a:cxn>
                  <a:cxn ang="0">
                    <a:pos x="0" y="7"/>
                  </a:cxn>
                  <a:cxn ang="0">
                    <a:pos x="10" y="7"/>
                  </a:cxn>
                  <a:cxn ang="0">
                    <a:pos x="9" y="0"/>
                  </a:cxn>
                </a:cxnLst>
                <a:rect l="0" t="0" r="r" b="b"/>
                <a:pathLst>
                  <a:path w="10" h="7">
                    <a:moveTo>
                      <a:pt x="9" y="0"/>
                    </a:moveTo>
                    <a:lnTo>
                      <a:pt x="0" y="7"/>
                    </a:lnTo>
                    <a:lnTo>
                      <a:pt x="10" y="7"/>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06" name="Freeform 706"/>
              <p:cNvSpPr/>
              <p:nvPr/>
            </p:nvSpPr>
            <p:spPr bwMode="auto">
              <a:xfrm>
                <a:off x="3340" y="3177"/>
                <a:ext cx="10" cy="7"/>
              </a:xfrm>
              <a:custGeom>
                <a:avLst/>
                <a:gdLst/>
                <a:ahLst/>
                <a:cxnLst>
                  <a:cxn ang="0">
                    <a:pos x="9" y="0"/>
                  </a:cxn>
                  <a:cxn ang="0">
                    <a:pos x="0" y="7"/>
                  </a:cxn>
                  <a:cxn ang="0">
                    <a:pos x="10" y="7"/>
                  </a:cxn>
                  <a:cxn ang="0">
                    <a:pos x="9" y="0"/>
                  </a:cxn>
                </a:cxnLst>
                <a:rect l="0" t="0" r="r" b="b"/>
                <a:pathLst>
                  <a:path w="10" h="7">
                    <a:moveTo>
                      <a:pt x="9" y="0"/>
                    </a:moveTo>
                    <a:lnTo>
                      <a:pt x="0" y="7"/>
                    </a:lnTo>
                    <a:lnTo>
                      <a:pt x="10" y="7"/>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1907" name="Freeform 707"/>
              <p:cNvSpPr/>
              <p:nvPr/>
            </p:nvSpPr>
            <p:spPr bwMode="auto">
              <a:xfrm>
                <a:off x="3329" y="3184"/>
                <a:ext cx="27" cy="20"/>
              </a:xfrm>
              <a:custGeom>
                <a:avLst/>
                <a:gdLst/>
                <a:ahLst/>
                <a:cxnLst>
                  <a:cxn ang="0">
                    <a:pos x="21" y="0"/>
                  </a:cxn>
                  <a:cxn ang="0">
                    <a:pos x="11" y="0"/>
                  </a:cxn>
                  <a:cxn ang="0">
                    <a:pos x="11" y="0"/>
                  </a:cxn>
                  <a:cxn ang="0">
                    <a:pos x="0" y="0"/>
                  </a:cxn>
                  <a:cxn ang="0">
                    <a:pos x="5" y="13"/>
                  </a:cxn>
                  <a:cxn ang="0">
                    <a:pos x="15" y="10"/>
                  </a:cxn>
                  <a:cxn ang="0">
                    <a:pos x="15" y="10"/>
                  </a:cxn>
                  <a:cxn ang="0">
                    <a:pos x="15" y="10"/>
                  </a:cxn>
                  <a:cxn ang="0">
                    <a:pos x="5" y="13"/>
                  </a:cxn>
                  <a:cxn ang="0">
                    <a:pos x="5" y="13"/>
                  </a:cxn>
                  <a:cxn ang="0">
                    <a:pos x="8" y="20"/>
                  </a:cxn>
                  <a:cxn ang="0">
                    <a:pos x="20" y="20"/>
                  </a:cxn>
                  <a:cxn ang="0">
                    <a:pos x="27" y="13"/>
                  </a:cxn>
                  <a:cxn ang="0">
                    <a:pos x="21" y="0"/>
                  </a:cxn>
                </a:cxnLst>
                <a:rect l="0" t="0" r="r" b="b"/>
                <a:pathLst>
                  <a:path w="27" h="20">
                    <a:moveTo>
                      <a:pt x="21" y="0"/>
                    </a:moveTo>
                    <a:lnTo>
                      <a:pt x="11" y="0"/>
                    </a:lnTo>
                    <a:lnTo>
                      <a:pt x="11" y="0"/>
                    </a:lnTo>
                    <a:lnTo>
                      <a:pt x="0" y="0"/>
                    </a:lnTo>
                    <a:lnTo>
                      <a:pt x="5" y="13"/>
                    </a:lnTo>
                    <a:lnTo>
                      <a:pt x="15" y="10"/>
                    </a:lnTo>
                    <a:lnTo>
                      <a:pt x="15" y="10"/>
                    </a:lnTo>
                    <a:lnTo>
                      <a:pt x="15" y="10"/>
                    </a:lnTo>
                    <a:lnTo>
                      <a:pt x="5" y="13"/>
                    </a:lnTo>
                    <a:lnTo>
                      <a:pt x="5" y="13"/>
                    </a:lnTo>
                    <a:lnTo>
                      <a:pt x="8" y="20"/>
                    </a:lnTo>
                    <a:lnTo>
                      <a:pt x="20" y="20"/>
                    </a:lnTo>
                    <a:lnTo>
                      <a:pt x="27" y="13"/>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08" name="Freeform 708"/>
              <p:cNvSpPr/>
              <p:nvPr/>
            </p:nvSpPr>
            <p:spPr bwMode="auto">
              <a:xfrm>
                <a:off x="3329" y="3184"/>
                <a:ext cx="27" cy="20"/>
              </a:xfrm>
              <a:custGeom>
                <a:avLst/>
                <a:gdLst/>
                <a:ahLst/>
                <a:cxnLst>
                  <a:cxn ang="0">
                    <a:pos x="21" y="0"/>
                  </a:cxn>
                  <a:cxn ang="0">
                    <a:pos x="11" y="0"/>
                  </a:cxn>
                  <a:cxn ang="0">
                    <a:pos x="11" y="0"/>
                  </a:cxn>
                  <a:cxn ang="0">
                    <a:pos x="0" y="0"/>
                  </a:cxn>
                  <a:cxn ang="0">
                    <a:pos x="5" y="13"/>
                  </a:cxn>
                  <a:cxn ang="0">
                    <a:pos x="15" y="10"/>
                  </a:cxn>
                  <a:cxn ang="0">
                    <a:pos x="15" y="10"/>
                  </a:cxn>
                  <a:cxn ang="0">
                    <a:pos x="15" y="10"/>
                  </a:cxn>
                  <a:cxn ang="0">
                    <a:pos x="5" y="13"/>
                  </a:cxn>
                  <a:cxn ang="0">
                    <a:pos x="5" y="13"/>
                  </a:cxn>
                  <a:cxn ang="0">
                    <a:pos x="8" y="20"/>
                  </a:cxn>
                  <a:cxn ang="0">
                    <a:pos x="20" y="20"/>
                  </a:cxn>
                  <a:cxn ang="0">
                    <a:pos x="27" y="13"/>
                  </a:cxn>
                  <a:cxn ang="0">
                    <a:pos x="21" y="0"/>
                  </a:cxn>
                </a:cxnLst>
                <a:rect l="0" t="0" r="r" b="b"/>
                <a:pathLst>
                  <a:path w="27" h="20">
                    <a:moveTo>
                      <a:pt x="21" y="0"/>
                    </a:moveTo>
                    <a:lnTo>
                      <a:pt x="11" y="0"/>
                    </a:lnTo>
                    <a:lnTo>
                      <a:pt x="11" y="0"/>
                    </a:lnTo>
                    <a:lnTo>
                      <a:pt x="0" y="0"/>
                    </a:lnTo>
                    <a:lnTo>
                      <a:pt x="5" y="13"/>
                    </a:lnTo>
                    <a:lnTo>
                      <a:pt x="15" y="10"/>
                    </a:lnTo>
                    <a:lnTo>
                      <a:pt x="15" y="10"/>
                    </a:lnTo>
                    <a:lnTo>
                      <a:pt x="15" y="10"/>
                    </a:lnTo>
                    <a:lnTo>
                      <a:pt x="5" y="13"/>
                    </a:lnTo>
                    <a:lnTo>
                      <a:pt x="5" y="13"/>
                    </a:lnTo>
                    <a:lnTo>
                      <a:pt x="8" y="20"/>
                    </a:lnTo>
                    <a:lnTo>
                      <a:pt x="20" y="20"/>
                    </a:lnTo>
                    <a:lnTo>
                      <a:pt x="27" y="13"/>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909" name="Freeform 709"/>
              <p:cNvSpPr/>
              <p:nvPr/>
            </p:nvSpPr>
            <p:spPr bwMode="auto">
              <a:xfrm>
                <a:off x="4214" y="2571"/>
                <a:ext cx="463" cy="986"/>
              </a:xfrm>
              <a:custGeom>
                <a:avLst/>
                <a:gdLst/>
                <a:ahLst/>
                <a:cxnLst>
                  <a:cxn ang="0">
                    <a:pos x="463" y="0"/>
                  </a:cxn>
                  <a:cxn ang="0">
                    <a:pos x="355" y="18"/>
                  </a:cxn>
                  <a:cxn ang="0">
                    <a:pos x="134" y="57"/>
                  </a:cxn>
                  <a:cxn ang="0">
                    <a:pos x="0" y="819"/>
                  </a:cxn>
                  <a:cxn ang="0">
                    <a:pos x="178" y="922"/>
                  </a:cxn>
                  <a:cxn ang="0">
                    <a:pos x="288" y="986"/>
                  </a:cxn>
                  <a:cxn ang="0">
                    <a:pos x="463" y="0"/>
                  </a:cxn>
                </a:cxnLst>
                <a:rect l="0" t="0" r="r" b="b"/>
                <a:pathLst>
                  <a:path w="463" h="986">
                    <a:moveTo>
                      <a:pt x="463" y="0"/>
                    </a:moveTo>
                    <a:lnTo>
                      <a:pt x="355" y="18"/>
                    </a:lnTo>
                    <a:lnTo>
                      <a:pt x="134" y="57"/>
                    </a:lnTo>
                    <a:lnTo>
                      <a:pt x="0" y="819"/>
                    </a:lnTo>
                    <a:lnTo>
                      <a:pt x="178" y="922"/>
                    </a:lnTo>
                    <a:lnTo>
                      <a:pt x="288" y="986"/>
                    </a:lnTo>
                    <a:lnTo>
                      <a:pt x="463"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10" name="Freeform 710"/>
              <p:cNvSpPr/>
              <p:nvPr/>
            </p:nvSpPr>
            <p:spPr bwMode="auto">
              <a:xfrm>
                <a:off x="4214" y="2571"/>
                <a:ext cx="463" cy="986"/>
              </a:xfrm>
              <a:custGeom>
                <a:avLst/>
                <a:gdLst/>
                <a:ahLst/>
                <a:cxnLst>
                  <a:cxn ang="0">
                    <a:pos x="463" y="0"/>
                  </a:cxn>
                  <a:cxn ang="0">
                    <a:pos x="355" y="18"/>
                  </a:cxn>
                  <a:cxn ang="0">
                    <a:pos x="134" y="57"/>
                  </a:cxn>
                  <a:cxn ang="0">
                    <a:pos x="0" y="819"/>
                  </a:cxn>
                  <a:cxn ang="0">
                    <a:pos x="178" y="922"/>
                  </a:cxn>
                  <a:cxn ang="0">
                    <a:pos x="288" y="986"/>
                  </a:cxn>
                  <a:cxn ang="0">
                    <a:pos x="463" y="0"/>
                  </a:cxn>
                </a:cxnLst>
                <a:rect l="0" t="0" r="r" b="b"/>
                <a:pathLst>
                  <a:path w="463" h="986">
                    <a:moveTo>
                      <a:pt x="463" y="0"/>
                    </a:moveTo>
                    <a:lnTo>
                      <a:pt x="355" y="18"/>
                    </a:lnTo>
                    <a:lnTo>
                      <a:pt x="134" y="57"/>
                    </a:lnTo>
                    <a:lnTo>
                      <a:pt x="0" y="819"/>
                    </a:lnTo>
                    <a:lnTo>
                      <a:pt x="178" y="922"/>
                    </a:lnTo>
                    <a:lnTo>
                      <a:pt x="288" y="986"/>
                    </a:lnTo>
                    <a:lnTo>
                      <a:pt x="463" y="0"/>
                    </a:lnTo>
                  </a:path>
                </a:pathLst>
              </a:custGeom>
              <a:noFill/>
              <a:ln w="9525">
                <a:noFill/>
                <a:round/>
              </a:ln>
            </p:spPr>
            <p:txBody>
              <a:bodyPr vert="horz" wrap="square" lIns="82938" tIns="41469" rIns="82938" bIns="41469" numCol="1" anchor="t" anchorCtr="0" compatLnSpc="1"/>
              <a:lstStyle/>
              <a:p>
                <a:endParaRPr lang="en-GB" sz="1815"/>
              </a:p>
            </p:txBody>
          </p:sp>
          <p:sp>
            <p:nvSpPr>
              <p:cNvPr id="51911" name="Freeform 711"/>
              <p:cNvSpPr/>
              <p:nvPr/>
            </p:nvSpPr>
            <p:spPr bwMode="auto">
              <a:xfrm>
                <a:off x="4214" y="2568"/>
                <a:ext cx="483" cy="1021"/>
              </a:xfrm>
              <a:custGeom>
                <a:avLst/>
                <a:gdLst/>
                <a:ahLst/>
                <a:cxnLst>
                  <a:cxn ang="0">
                    <a:pos x="483" y="0"/>
                  </a:cxn>
                  <a:cxn ang="0">
                    <a:pos x="474" y="1"/>
                  </a:cxn>
                  <a:cxn ang="0">
                    <a:pos x="474" y="1"/>
                  </a:cxn>
                  <a:cxn ang="0">
                    <a:pos x="355" y="21"/>
                  </a:cxn>
                  <a:cxn ang="0">
                    <a:pos x="134" y="60"/>
                  </a:cxn>
                  <a:cxn ang="0">
                    <a:pos x="134" y="60"/>
                  </a:cxn>
                  <a:cxn ang="0">
                    <a:pos x="355" y="21"/>
                  </a:cxn>
                  <a:cxn ang="0">
                    <a:pos x="463" y="3"/>
                  </a:cxn>
                  <a:cxn ang="0">
                    <a:pos x="288" y="989"/>
                  </a:cxn>
                  <a:cxn ang="0">
                    <a:pos x="178" y="925"/>
                  </a:cxn>
                  <a:cxn ang="0">
                    <a:pos x="0" y="822"/>
                  </a:cxn>
                  <a:cxn ang="0">
                    <a:pos x="0" y="822"/>
                  </a:cxn>
                  <a:cxn ang="0">
                    <a:pos x="178" y="925"/>
                  </a:cxn>
                  <a:cxn ang="0">
                    <a:pos x="302" y="997"/>
                  </a:cxn>
                  <a:cxn ang="0">
                    <a:pos x="302" y="1004"/>
                  </a:cxn>
                  <a:cxn ang="0">
                    <a:pos x="300" y="1011"/>
                  </a:cxn>
                  <a:cxn ang="0">
                    <a:pos x="295" y="1016"/>
                  </a:cxn>
                  <a:cxn ang="0">
                    <a:pos x="303" y="1021"/>
                  </a:cxn>
                  <a:cxn ang="0">
                    <a:pos x="483" y="0"/>
                  </a:cxn>
                </a:cxnLst>
                <a:rect l="0" t="0" r="r" b="b"/>
                <a:pathLst>
                  <a:path w="483" h="1021">
                    <a:moveTo>
                      <a:pt x="483" y="0"/>
                    </a:moveTo>
                    <a:lnTo>
                      <a:pt x="474" y="1"/>
                    </a:lnTo>
                    <a:lnTo>
                      <a:pt x="474" y="1"/>
                    </a:lnTo>
                    <a:lnTo>
                      <a:pt x="355" y="21"/>
                    </a:lnTo>
                    <a:lnTo>
                      <a:pt x="134" y="60"/>
                    </a:lnTo>
                    <a:lnTo>
                      <a:pt x="134" y="60"/>
                    </a:lnTo>
                    <a:lnTo>
                      <a:pt x="355" y="21"/>
                    </a:lnTo>
                    <a:lnTo>
                      <a:pt x="463" y="3"/>
                    </a:lnTo>
                    <a:lnTo>
                      <a:pt x="288" y="989"/>
                    </a:lnTo>
                    <a:lnTo>
                      <a:pt x="178" y="925"/>
                    </a:lnTo>
                    <a:lnTo>
                      <a:pt x="0" y="822"/>
                    </a:lnTo>
                    <a:lnTo>
                      <a:pt x="0" y="822"/>
                    </a:lnTo>
                    <a:lnTo>
                      <a:pt x="178" y="925"/>
                    </a:lnTo>
                    <a:lnTo>
                      <a:pt x="302" y="997"/>
                    </a:lnTo>
                    <a:lnTo>
                      <a:pt x="302" y="1004"/>
                    </a:lnTo>
                    <a:lnTo>
                      <a:pt x="300" y="1011"/>
                    </a:lnTo>
                    <a:lnTo>
                      <a:pt x="295" y="1016"/>
                    </a:lnTo>
                    <a:lnTo>
                      <a:pt x="303" y="1021"/>
                    </a:lnTo>
                    <a:lnTo>
                      <a:pt x="48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12" name="Freeform 712"/>
              <p:cNvSpPr/>
              <p:nvPr/>
            </p:nvSpPr>
            <p:spPr bwMode="auto">
              <a:xfrm>
                <a:off x="4214" y="2568"/>
                <a:ext cx="483" cy="1021"/>
              </a:xfrm>
              <a:custGeom>
                <a:avLst/>
                <a:gdLst/>
                <a:ahLst/>
                <a:cxnLst>
                  <a:cxn ang="0">
                    <a:pos x="483" y="0"/>
                  </a:cxn>
                  <a:cxn ang="0">
                    <a:pos x="474" y="1"/>
                  </a:cxn>
                  <a:cxn ang="0">
                    <a:pos x="474" y="1"/>
                  </a:cxn>
                  <a:cxn ang="0">
                    <a:pos x="355" y="21"/>
                  </a:cxn>
                  <a:cxn ang="0">
                    <a:pos x="134" y="60"/>
                  </a:cxn>
                  <a:cxn ang="0">
                    <a:pos x="134" y="60"/>
                  </a:cxn>
                  <a:cxn ang="0">
                    <a:pos x="355" y="21"/>
                  </a:cxn>
                  <a:cxn ang="0">
                    <a:pos x="463" y="3"/>
                  </a:cxn>
                  <a:cxn ang="0">
                    <a:pos x="288" y="989"/>
                  </a:cxn>
                  <a:cxn ang="0">
                    <a:pos x="178" y="925"/>
                  </a:cxn>
                  <a:cxn ang="0">
                    <a:pos x="0" y="822"/>
                  </a:cxn>
                  <a:cxn ang="0">
                    <a:pos x="0" y="822"/>
                  </a:cxn>
                  <a:cxn ang="0">
                    <a:pos x="178" y="925"/>
                  </a:cxn>
                  <a:cxn ang="0">
                    <a:pos x="302" y="997"/>
                  </a:cxn>
                  <a:cxn ang="0">
                    <a:pos x="302" y="1004"/>
                  </a:cxn>
                  <a:cxn ang="0">
                    <a:pos x="300" y="1011"/>
                  </a:cxn>
                  <a:cxn ang="0">
                    <a:pos x="295" y="1016"/>
                  </a:cxn>
                  <a:cxn ang="0">
                    <a:pos x="303" y="1021"/>
                  </a:cxn>
                  <a:cxn ang="0">
                    <a:pos x="483" y="0"/>
                  </a:cxn>
                </a:cxnLst>
                <a:rect l="0" t="0" r="r" b="b"/>
                <a:pathLst>
                  <a:path w="483" h="1021">
                    <a:moveTo>
                      <a:pt x="483" y="0"/>
                    </a:moveTo>
                    <a:lnTo>
                      <a:pt x="474" y="1"/>
                    </a:lnTo>
                    <a:lnTo>
                      <a:pt x="474" y="1"/>
                    </a:lnTo>
                    <a:lnTo>
                      <a:pt x="355" y="21"/>
                    </a:lnTo>
                    <a:lnTo>
                      <a:pt x="134" y="60"/>
                    </a:lnTo>
                    <a:lnTo>
                      <a:pt x="134" y="60"/>
                    </a:lnTo>
                    <a:lnTo>
                      <a:pt x="355" y="21"/>
                    </a:lnTo>
                    <a:lnTo>
                      <a:pt x="463" y="3"/>
                    </a:lnTo>
                    <a:lnTo>
                      <a:pt x="288" y="989"/>
                    </a:lnTo>
                    <a:lnTo>
                      <a:pt x="178" y="925"/>
                    </a:lnTo>
                    <a:lnTo>
                      <a:pt x="0" y="822"/>
                    </a:lnTo>
                    <a:lnTo>
                      <a:pt x="0" y="822"/>
                    </a:lnTo>
                    <a:lnTo>
                      <a:pt x="178" y="925"/>
                    </a:lnTo>
                    <a:lnTo>
                      <a:pt x="302" y="997"/>
                    </a:lnTo>
                    <a:lnTo>
                      <a:pt x="302" y="1004"/>
                    </a:lnTo>
                    <a:lnTo>
                      <a:pt x="300" y="1011"/>
                    </a:lnTo>
                    <a:lnTo>
                      <a:pt x="295" y="1016"/>
                    </a:lnTo>
                    <a:lnTo>
                      <a:pt x="303" y="1021"/>
                    </a:lnTo>
                    <a:lnTo>
                      <a:pt x="483" y="0"/>
                    </a:lnTo>
                  </a:path>
                </a:pathLst>
              </a:custGeom>
              <a:noFill/>
              <a:ln w="9525">
                <a:noFill/>
                <a:round/>
              </a:ln>
            </p:spPr>
            <p:txBody>
              <a:bodyPr vert="horz" wrap="square" lIns="82938" tIns="41469" rIns="82938" bIns="41469" numCol="1" anchor="t" anchorCtr="0" compatLnSpc="1"/>
              <a:lstStyle/>
              <a:p>
                <a:endParaRPr lang="en-GB" sz="1815"/>
              </a:p>
            </p:txBody>
          </p:sp>
          <p:sp>
            <p:nvSpPr>
              <p:cNvPr id="51913" name="Freeform 713"/>
              <p:cNvSpPr/>
              <p:nvPr/>
            </p:nvSpPr>
            <p:spPr bwMode="auto">
              <a:xfrm>
                <a:off x="4201" y="3405"/>
                <a:ext cx="181" cy="105"/>
              </a:xfrm>
              <a:custGeom>
                <a:avLst/>
                <a:gdLst/>
                <a:ahLst/>
                <a:cxnLst>
                  <a:cxn ang="0">
                    <a:pos x="0" y="0"/>
                  </a:cxn>
                  <a:cxn ang="0">
                    <a:pos x="0" y="0"/>
                  </a:cxn>
                  <a:cxn ang="0">
                    <a:pos x="181" y="105"/>
                  </a:cxn>
                  <a:cxn ang="0">
                    <a:pos x="0" y="0"/>
                  </a:cxn>
                </a:cxnLst>
                <a:rect l="0" t="0" r="r" b="b"/>
                <a:pathLst>
                  <a:path w="181" h="105">
                    <a:moveTo>
                      <a:pt x="0" y="0"/>
                    </a:moveTo>
                    <a:lnTo>
                      <a:pt x="0" y="0"/>
                    </a:lnTo>
                    <a:lnTo>
                      <a:pt x="181" y="105"/>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14" name="Freeform 714"/>
              <p:cNvSpPr/>
              <p:nvPr/>
            </p:nvSpPr>
            <p:spPr bwMode="auto">
              <a:xfrm>
                <a:off x="4201" y="3405"/>
                <a:ext cx="181" cy="105"/>
              </a:xfrm>
              <a:custGeom>
                <a:avLst/>
                <a:gdLst/>
                <a:ahLst/>
                <a:cxnLst>
                  <a:cxn ang="0">
                    <a:pos x="0" y="0"/>
                  </a:cxn>
                  <a:cxn ang="0">
                    <a:pos x="0" y="0"/>
                  </a:cxn>
                  <a:cxn ang="0">
                    <a:pos x="181" y="105"/>
                  </a:cxn>
                  <a:cxn ang="0">
                    <a:pos x="0" y="0"/>
                  </a:cxn>
                </a:cxnLst>
                <a:rect l="0" t="0" r="r" b="b"/>
                <a:pathLst>
                  <a:path w="181" h="105">
                    <a:moveTo>
                      <a:pt x="0" y="0"/>
                    </a:moveTo>
                    <a:lnTo>
                      <a:pt x="0" y="0"/>
                    </a:lnTo>
                    <a:lnTo>
                      <a:pt x="181" y="10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15" name="Freeform 715"/>
              <p:cNvSpPr/>
              <p:nvPr/>
            </p:nvSpPr>
            <p:spPr bwMode="auto">
              <a:xfrm>
                <a:off x="4201" y="3390"/>
                <a:ext cx="315" cy="194"/>
              </a:xfrm>
              <a:custGeom>
                <a:avLst/>
                <a:gdLst/>
                <a:ahLst/>
                <a:cxnLst>
                  <a:cxn ang="0">
                    <a:pos x="13" y="0"/>
                  </a:cxn>
                  <a:cxn ang="0">
                    <a:pos x="13" y="0"/>
                  </a:cxn>
                  <a:cxn ang="0">
                    <a:pos x="17" y="1"/>
                  </a:cxn>
                  <a:cxn ang="0">
                    <a:pos x="0" y="15"/>
                  </a:cxn>
                  <a:cxn ang="0">
                    <a:pos x="181" y="120"/>
                  </a:cxn>
                  <a:cxn ang="0">
                    <a:pos x="295" y="186"/>
                  </a:cxn>
                  <a:cxn ang="0">
                    <a:pos x="295" y="186"/>
                  </a:cxn>
                  <a:cxn ang="0">
                    <a:pos x="308" y="194"/>
                  </a:cxn>
                  <a:cxn ang="0">
                    <a:pos x="313" y="189"/>
                  </a:cxn>
                  <a:cxn ang="0">
                    <a:pos x="315" y="182"/>
                  </a:cxn>
                  <a:cxn ang="0">
                    <a:pos x="315" y="175"/>
                  </a:cxn>
                  <a:cxn ang="0">
                    <a:pos x="191" y="103"/>
                  </a:cxn>
                  <a:cxn ang="0">
                    <a:pos x="13" y="0"/>
                  </a:cxn>
                </a:cxnLst>
                <a:rect l="0" t="0" r="r" b="b"/>
                <a:pathLst>
                  <a:path w="315" h="194">
                    <a:moveTo>
                      <a:pt x="13" y="0"/>
                    </a:moveTo>
                    <a:lnTo>
                      <a:pt x="13" y="0"/>
                    </a:lnTo>
                    <a:lnTo>
                      <a:pt x="17" y="1"/>
                    </a:lnTo>
                    <a:lnTo>
                      <a:pt x="0" y="15"/>
                    </a:lnTo>
                    <a:lnTo>
                      <a:pt x="181" y="120"/>
                    </a:lnTo>
                    <a:lnTo>
                      <a:pt x="295" y="186"/>
                    </a:lnTo>
                    <a:lnTo>
                      <a:pt x="295" y="186"/>
                    </a:lnTo>
                    <a:lnTo>
                      <a:pt x="308" y="194"/>
                    </a:lnTo>
                    <a:lnTo>
                      <a:pt x="313" y="189"/>
                    </a:lnTo>
                    <a:lnTo>
                      <a:pt x="315" y="182"/>
                    </a:lnTo>
                    <a:lnTo>
                      <a:pt x="315" y="175"/>
                    </a:lnTo>
                    <a:lnTo>
                      <a:pt x="191" y="103"/>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16" name="Freeform 716"/>
              <p:cNvSpPr/>
              <p:nvPr/>
            </p:nvSpPr>
            <p:spPr bwMode="auto">
              <a:xfrm>
                <a:off x="4201" y="3390"/>
                <a:ext cx="315" cy="194"/>
              </a:xfrm>
              <a:custGeom>
                <a:avLst/>
                <a:gdLst/>
                <a:ahLst/>
                <a:cxnLst>
                  <a:cxn ang="0">
                    <a:pos x="13" y="0"/>
                  </a:cxn>
                  <a:cxn ang="0">
                    <a:pos x="13" y="0"/>
                  </a:cxn>
                  <a:cxn ang="0">
                    <a:pos x="17" y="1"/>
                  </a:cxn>
                  <a:cxn ang="0">
                    <a:pos x="0" y="15"/>
                  </a:cxn>
                  <a:cxn ang="0">
                    <a:pos x="181" y="120"/>
                  </a:cxn>
                  <a:cxn ang="0">
                    <a:pos x="295" y="186"/>
                  </a:cxn>
                  <a:cxn ang="0">
                    <a:pos x="295" y="186"/>
                  </a:cxn>
                  <a:cxn ang="0">
                    <a:pos x="308" y="194"/>
                  </a:cxn>
                  <a:cxn ang="0">
                    <a:pos x="313" y="189"/>
                  </a:cxn>
                  <a:cxn ang="0">
                    <a:pos x="315" y="182"/>
                  </a:cxn>
                  <a:cxn ang="0">
                    <a:pos x="315" y="175"/>
                  </a:cxn>
                  <a:cxn ang="0">
                    <a:pos x="191" y="103"/>
                  </a:cxn>
                  <a:cxn ang="0">
                    <a:pos x="13" y="0"/>
                  </a:cxn>
                </a:cxnLst>
                <a:rect l="0" t="0" r="r" b="b"/>
                <a:pathLst>
                  <a:path w="315" h="194">
                    <a:moveTo>
                      <a:pt x="13" y="0"/>
                    </a:moveTo>
                    <a:lnTo>
                      <a:pt x="13" y="0"/>
                    </a:lnTo>
                    <a:lnTo>
                      <a:pt x="17" y="1"/>
                    </a:lnTo>
                    <a:lnTo>
                      <a:pt x="0" y="15"/>
                    </a:lnTo>
                    <a:lnTo>
                      <a:pt x="181" y="120"/>
                    </a:lnTo>
                    <a:lnTo>
                      <a:pt x="295" y="186"/>
                    </a:lnTo>
                    <a:lnTo>
                      <a:pt x="295" y="186"/>
                    </a:lnTo>
                    <a:lnTo>
                      <a:pt x="308" y="194"/>
                    </a:lnTo>
                    <a:lnTo>
                      <a:pt x="313" y="189"/>
                    </a:lnTo>
                    <a:lnTo>
                      <a:pt x="315" y="182"/>
                    </a:lnTo>
                    <a:lnTo>
                      <a:pt x="315" y="175"/>
                    </a:lnTo>
                    <a:lnTo>
                      <a:pt x="191" y="103"/>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917" name="Freeform 717"/>
              <p:cNvSpPr/>
              <p:nvPr/>
            </p:nvSpPr>
            <p:spPr bwMode="auto">
              <a:xfrm>
                <a:off x="4179" y="3391"/>
                <a:ext cx="4" cy="4"/>
              </a:xfrm>
              <a:custGeom>
                <a:avLst/>
                <a:gdLst/>
                <a:ahLst/>
                <a:cxnLst>
                  <a:cxn ang="0">
                    <a:pos x="0" y="0"/>
                  </a:cxn>
                  <a:cxn ang="0">
                    <a:pos x="0" y="0"/>
                  </a:cxn>
                  <a:cxn ang="0">
                    <a:pos x="4" y="4"/>
                  </a:cxn>
                  <a:cxn ang="0">
                    <a:pos x="4" y="4"/>
                  </a:cxn>
                  <a:cxn ang="0">
                    <a:pos x="0" y="0"/>
                  </a:cxn>
                </a:cxnLst>
                <a:rect l="0" t="0" r="r" b="b"/>
                <a:pathLst>
                  <a:path w="4" h="4">
                    <a:moveTo>
                      <a:pt x="0" y="0"/>
                    </a:moveTo>
                    <a:lnTo>
                      <a:pt x="0" y="0"/>
                    </a:lnTo>
                    <a:lnTo>
                      <a:pt x="4" y="4"/>
                    </a:lnTo>
                    <a:lnTo>
                      <a:pt x="4"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18" name="Freeform 718"/>
              <p:cNvSpPr/>
              <p:nvPr/>
            </p:nvSpPr>
            <p:spPr bwMode="auto">
              <a:xfrm>
                <a:off x="4179" y="3391"/>
                <a:ext cx="4" cy="4"/>
              </a:xfrm>
              <a:custGeom>
                <a:avLst/>
                <a:gdLst/>
                <a:ahLst/>
                <a:cxnLst>
                  <a:cxn ang="0">
                    <a:pos x="0" y="0"/>
                  </a:cxn>
                  <a:cxn ang="0">
                    <a:pos x="0" y="0"/>
                  </a:cxn>
                  <a:cxn ang="0">
                    <a:pos x="4" y="4"/>
                  </a:cxn>
                  <a:cxn ang="0">
                    <a:pos x="4" y="4"/>
                  </a:cxn>
                  <a:cxn ang="0">
                    <a:pos x="0" y="0"/>
                  </a:cxn>
                </a:cxnLst>
                <a:rect l="0" t="0" r="r" b="b"/>
                <a:pathLst>
                  <a:path w="4" h="4">
                    <a:moveTo>
                      <a:pt x="0" y="0"/>
                    </a:moveTo>
                    <a:lnTo>
                      <a:pt x="0" y="0"/>
                    </a:lnTo>
                    <a:lnTo>
                      <a:pt x="4" y="4"/>
                    </a:lnTo>
                    <a:lnTo>
                      <a:pt x="4"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19" name="Rectangle 719"/>
              <p:cNvSpPr>
                <a:spLocks noChangeArrowheads="1"/>
              </p:cNvSpPr>
              <p:nvPr/>
            </p:nvSpPr>
            <p:spPr bwMode="auto">
              <a:xfrm>
                <a:off x="4201" y="3405"/>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920" name="Rectangle 720"/>
              <p:cNvSpPr>
                <a:spLocks noChangeArrowheads="1"/>
              </p:cNvSpPr>
              <p:nvPr/>
            </p:nvSpPr>
            <p:spPr bwMode="auto">
              <a:xfrm>
                <a:off x="4201" y="340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921" name="Freeform 721"/>
              <p:cNvSpPr/>
              <p:nvPr/>
            </p:nvSpPr>
            <p:spPr bwMode="auto">
              <a:xfrm>
                <a:off x="4183" y="3390"/>
                <a:ext cx="35" cy="15"/>
              </a:xfrm>
              <a:custGeom>
                <a:avLst/>
                <a:gdLst/>
                <a:ahLst/>
                <a:cxnLst>
                  <a:cxn ang="0">
                    <a:pos x="31" y="0"/>
                  </a:cxn>
                  <a:cxn ang="0">
                    <a:pos x="30" y="0"/>
                  </a:cxn>
                  <a:cxn ang="0">
                    <a:pos x="15" y="13"/>
                  </a:cxn>
                  <a:cxn ang="0">
                    <a:pos x="13" y="11"/>
                  </a:cxn>
                  <a:cxn ang="0">
                    <a:pos x="13" y="11"/>
                  </a:cxn>
                  <a:cxn ang="0">
                    <a:pos x="13" y="11"/>
                  </a:cxn>
                  <a:cxn ang="0">
                    <a:pos x="0" y="5"/>
                  </a:cxn>
                  <a:cxn ang="0">
                    <a:pos x="0" y="5"/>
                  </a:cxn>
                  <a:cxn ang="0">
                    <a:pos x="18" y="15"/>
                  </a:cxn>
                  <a:cxn ang="0">
                    <a:pos x="18" y="15"/>
                  </a:cxn>
                  <a:cxn ang="0">
                    <a:pos x="18" y="15"/>
                  </a:cxn>
                  <a:cxn ang="0">
                    <a:pos x="35" y="1"/>
                  </a:cxn>
                  <a:cxn ang="0">
                    <a:pos x="31" y="0"/>
                  </a:cxn>
                </a:cxnLst>
                <a:rect l="0" t="0" r="r" b="b"/>
                <a:pathLst>
                  <a:path w="35" h="15">
                    <a:moveTo>
                      <a:pt x="31" y="0"/>
                    </a:moveTo>
                    <a:lnTo>
                      <a:pt x="30" y="0"/>
                    </a:lnTo>
                    <a:lnTo>
                      <a:pt x="15" y="13"/>
                    </a:lnTo>
                    <a:lnTo>
                      <a:pt x="13" y="11"/>
                    </a:lnTo>
                    <a:lnTo>
                      <a:pt x="13" y="11"/>
                    </a:lnTo>
                    <a:lnTo>
                      <a:pt x="13" y="11"/>
                    </a:lnTo>
                    <a:lnTo>
                      <a:pt x="0" y="5"/>
                    </a:lnTo>
                    <a:lnTo>
                      <a:pt x="0" y="5"/>
                    </a:lnTo>
                    <a:lnTo>
                      <a:pt x="18" y="15"/>
                    </a:lnTo>
                    <a:lnTo>
                      <a:pt x="18" y="15"/>
                    </a:lnTo>
                    <a:lnTo>
                      <a:pt x="18" y="15"/>
                    </a:lnTo>
                    <a:lnTo>
                      <a:pt x="35" y="1"/>
                    </a:lnTo>
                    <a:lnTo>
                      <a:pt x="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22" name="Freeform 722"/>
              <p:cNvSpPr/>
              <p:nvPr/>
            </p:nvSpPr>
            <p:spPr bwMode="auto">
              <a:xfrm>
                <a:off x="4183" y="3390"/>
                <a:ext cx="35" cy="15"/>
              </a:xfrm>
              <a:custGeom>
                <a:avLst/>
                <a:gdLst/>
                <a:ahLst/>
                <a:cxnLst>
                  <a:cxn ang="0">
                    <a:pos x="31" y="0"/>
                  </a:cxn>
                  <a:cxn ang="0">
                    <a:pos x="30" y="0"/>
                  </a:cxn>
                  <a:cxn ang="0">
                    <a:pos x="15" y="13"/>
                  </a:cxn>
                  <a:cxn ang="0">
                    <a:pos x="13" y="11"/>
                  </a:cxn>
                  <a:cxn ang="0">
                    <a:pos x="13" y="11"/>
                  </a:cxn>
                  <a:cxn ang="0">
                    <a:pos x="13" y="11"/>
                  </a:cxn>
                  <a:cxn ang="0">
                    <a:pos x="0" y="5"/>
                  </a:cxn>
                  <a:cxn ang="0">
                    <a:pos x="0" y="5"/>
                  </a:cxn>
                  <a:cxn ang="0">
                    <a:pos x="18" y="15"/>
                  </a:cxn>
                  <a:cxn ang="0">
                    <a:pos x="18" y="15"/>
                  </a:cxn>
                  <a:cxn ang="0">
                    <a:pos x="18" y="15"/>
                  </a:cxn>
                  <a:cxn ang="0">
                    <a:pos x="35" y="1"/>
                  </a:cxn>
                  <a:cxn ang="0">
                    <a:pos x="31" y="0"/>
                  </a:cxn>
                </a:cxnLst>
                <a:rect l="0" t="0" r="r" b="b"/>
                <a:pathLst>
                  <a:path w="35" h="15">
                    <a:moveTo>
                      <a:pt x="31" y="0"/>
                    </a:moveTo>
                    <a:lnTo>
                      <a:pt x="30" y="0"/>
                    </a:lnTo>
                    <a:lnTo>
                      <a:pt x="15" y="13"/>
                    </a:lnTo>
                    <a:lnTo>
                      <a:pt x="13" y="11"/>
                    </a:lnTo>
                    <a:lnTo>
                      <a:pt x="13" y="11"/>
                    </a:lnTo>
                    <a:lnTo>
                      <a:pt x="13" y="11"/>
                    </a:lnTo>
                    <a:lnTo>
                      <a:pt x="0" y="5"/>
                    </a:lnTo>
                    <a:lnTo>
                      <a:pt x="0" y="5"/>
                    </a:lnTo>
                    <a:lnTo>
                      <a:pt x="18" y="15"/>
                    </a:lnTo>
                    <a:lnTo>
                      <a:pt x="18" y="15"/>
                    </a:lnTo>
                    <a:lnTo>
                      <a:pt x="18" y="15"/>
                    </a:lnTo>
                    <a:lnTo>
                      <a:pt x="35" y="1"/>
                    </a:lnTo>
                    <a:lnTo>
                      <a:pt x="31" y="0"/>
                    </a:lnTo>
                  </a:path>
                </a:pathLst>
              </a:custGeom>
              <a:noFill/>
              <a:ln w="9525">
                <a:noFill/>
                <a:round/>
              </a:ln>
            </p:spPr>
            <p:txBody>
              <a:bodyPr vert="horz" wrap="square" lIns="82938" tIns="41469" rIns="82938" bIns="41469" numCol="1" anchor="t" anchorCtr="0" compatLnSpc="1"/>
              <a:lstStyle/>
              <a:p>
                <a:endParaRPr lang="en-GB" sz="1815"/>
              </a:p>
            </p:txBody>
          </p:sp>
          <p:sp>
            <p:nvSpPr>
              <p:cNvPr id="51923" name="Freeform 723"/>
              <p:cNvSpPr/>
              <p:nvPr/>
            </p:nvSpPr>
            <p:spPr bwMode="auto">
              <a:xfrm>
                <a:off x="3893" y="2631"/>
                <a:ext cx="434" cy="747"/>
              </a:xfrm>
              <a:custGeom>
                <a:avLst/>
                <a:gdLst/>
                <a:ahLst/>
                <a:cxnLst>
                  <a:cxn ang="0">
                    <a:pos x="434" y="0"/>
                  </a:cxn>
                  <a:cxn ang="0">
                    <a:pos x="134" y="54"/>
                  </a:cxn>
                  <a:cxn ang="0">
                    <a:pos x="90" y="61"/>
                  </a:cxn>
                  <a:cxn ang="0">
                    <a:pos x="0" y="573"/>
                  </a:cxn>
                  <a:cxn ang="0">
                    <a:pos x="85" y="621"/>
                  </a:cxn>
                  <a:cxn ang="0">
                    <a:pos x="301" y="747"/>
                  </a:cxn>
                  <a:cxn ang="0">
                    <a:pos x="434" y="0"/>
                  </a:cxn>
                </a:cxnLst>
                <a:rect l="0" t="0" r="r" b="b"/>
                <a:pathLst>
                  <a:path w="434" h="747">
                    <a:moveTo>
                      <a:pt x="434" y="0"/>
                    </a:moveTo>
                    <a:lnTo>
                      <a:pt x="134" y="54"/>
                    </a:lnTo>
                    <a:lnTo>
                      <a:pt x="90" y="61"/>
                    </a:lnTo>
                    <a:lnTo>
                      <a:pt x="0" y="573"/>
                    </a:lnTo>
                    <a:lnTo>
                      <a:pt x="85" y="621"/>
                    </a:lnTo>
                    <a:lnTo>
                      <a:pt x="301" y="747"/>
                    </a:lnTo>
                    <a:lnTo>
                      <a:pt x="43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24" name="Freeform 724"/>
              <p:cNvSpPr/>
              <p:nvPr/>
            </p:nvSpPr>
            <p:spPr bwMode="auto">
              <a:xfrm>
                <a:off x="3893" y="2631"/>
                <a:ext cx="434" cy="747"/>
              </a:xfrm>
              <a:custGeom>
                <a:avLst/>
                <a:gdLst/>
                <a:ahLst/>
                <a:cxnLst>
                  <a:cxn ang="0">
                    <a:pos x="434" y="0"/>
                  </a:cxn>
                  <a:cxn ang="0">
                    <a:pos x="134" y="54"/>
                  </a:cxn>
                  <a:cxn ang="0">
                    <a:pos x="90" y="61"/>
                  </a:cxn>
                  <a:cxn ang="0">
                    <a:pos x="0" y="573"/>
                  </a:cxn>
                  <a:cxn ang="0">
                    <a:pos x="85" y="621"/>
                  </a:cxn>
                  <a:cxn ang="0">
                    <a:pos x="301" y="747"/>
                  </a:cxn>
                  <a:cxn ang="0">
                    <a:pos x="434" y="0"/>
                  </a:cxn>
                </a:cxnLst>
                <a:rect l="0" t="0" r="r" b="b"/>
                <a:pathLst>
                  <a:path w="434" h="747">
                    <a:moveTo>
                      <a:pt x="434" y="0"/>
                    </a:moveTo>
                    <a:lnTo>
                      <a:pt x="134" y="54"/>
                    </a:lnTo>
                    <a:lnTo>
                      <a:pt x="90" y="61"/>
                    </a:lnTo>
                    <a:lnTo>
                      <a:pt x="0" y="573"/>
                    </a:lnTo>
                    <a:lnTo>
                      <a:pt x="85" y="621"/>
                    </a:lnTo>
                    <a:lnTo>
                      <a:pt x="301" y="747"/>
                    </a:lnTo>
                    <a:lnTo>
                      <a:pt x="434" y="0"/>
                    </a:lnTo>
                  </a:path>
                </a:pathLst>
              </a:custGeom>
              <a:noFill/>
              <a:ln w="9525">
                <a:noFill/>
                <a:round/>
              </a:ln>
            </p:spPr>
            <p:txBody>
              <a:bodyPr vert="horz" wrap="square" lIns="82938" tIns="41469" rIns="82938" bIns="41469" numCol="1" anchor="t" anchorCtr="0" compatLnSpc="1"/>
              <a:lstStyle/>
              <a:p>
                <a:endParaRPr lang="en-GB" sz="1815"/>
              </a:p>
            </p:txBody>
          </p:sp>
          <p:sp>
            <p:nvSpPr>
              <p:cNvPr id="51925" name="Freeform 725"/>
              <p:cNvSpPr/>
              <p:nvPr/>
            </p:nvSpPr>
            <p:spPr bwMode="auto">
              <a:xfrm>
                <a:off x="3893" y="3204"/>
                <a:ext cx="85" cy="48"/>
              </a:xfrm>
              <a:custGeom>
                <a:avLst/>
                <a:gdLst/>
                <a:ahLst/>
                <a:cxnLst>
                  <a:cxn ang="0">
                    <a:pos x="0" y="0"/>
                  </a:cxn>
                  <a:cxn ang="0">
                    <a:pos x="0" y="0"/>
                  </a:cxn>
                  <a:cxn ang="0">
                    <a:pos x="85" y="48"/>
                  </a:cxn>
                  <a:cxn ang="0">
                    <a:pos x="0" y="0"/>
                  </a:cxn>
                </a:cxnLst>
                <a:rect l="0" t="0" r="r" b="b"/>
                <a:pathLst>
                  <a:path w="85" h="48">
                    <a:moveTo>
                      <a:pt x="0" y="0"/>
                    </a:moveTo>
                    <a:lnTo>
                      <a:pt x="0" y="0"/>
                    </a:lnTo>
                    <a:lnTo>
                      <a:pt x="85" y="48"/>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26" name="Freeform 726"/>
              <p:cNvSpPr/>
              <p:nvPr/>
            </p:nvSpPr>
            <p:spPr bwMode="auto">
              <a:xfrm>
                <a:off x="3893" y="3204"/>
                <a:ext cx="85" cy="48"/>
              </a:xfrm>
              <a:custGeom>
                <a:avLst/>
                <a:gdLst/>
                <a:ahLst/>
                <a:cxnLst>
                  <a:cxn ang="0">
                    <a:pos x="0" y="0"/>
                  </a:cxn>
                  <a:cxn ang="0">
                    <a:pos x="0" y="0"/>
                  </a:cxn>
                  <a:cxn ang="0">
                    <a:pos x="85" y="48"/>
                  </a:cxn>
                  <a:cxn ang="0">
                    <a:pos x="0" y="0"/>
                  </a:cxn>
                </a:cxnLst>
                <a:rect l="0" t="0" r="r" b="b"/>
                <a:pathLst>
                  <a:path w="85" h="48">
                    <a:moveTo>
                      <a:pt x="0" y="0"/>
                    </a:moveTo>
                    <a:lnTo>
                      <a:pt x="0" y="0"/>
                    </a:lnTo>
                    <a:lnTo>
                      <a:pt x="85" y="4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27" name="Freeform 727"/>
              <p:cNvSpPr/>
              <p:nvPr/>
            </p:nvSpPr>
            <p:spPr bwMode="auto">
              <a:xfrm>
                <a:off x="3978" y="2631"/>
                <a:ext cx="349" cy="747"/>
              </a:xfrm>
              <a:custGeom>
                <a:avLst/>
                <a:gdLst/>
                <a:ahLst/>
                <a:cxnLst>
                  <a:cxn ang="0">
                    <a:pos x="349" y="0"/>
                  </a:cxn>
                  <a:cxn ang="0">
                    <a:pos x="344" y="2"/>
                  </a:cxn>
                  <a:cxn ang="0">
                    <a:pos x="344" y="2"/>
                  </a:cxn>
                  <a:cxn ang="0">
                    <a:pos x="49" y="54"/>
                  </a:cxn>
                  <a:cxn ang="0">
                    <a:pos x="349" y="0"/>
                  </a:cxn>
                  <a:cxn ang="0">
                    <a:pos x="216" y="747"/>
                  </a:cxn>
                  <a:cxn ang="0">
                    <a:pos x="0" y="621"/>
                  </a:cxn>
                  <a:cxn ang="0">
                    <a:pos x="216" y="747"/>
                  </a:cxn>
                  <a:cxn ang="0">
                    <a:pos x="349" y="0"/>
                  </a:cxn>
                </a:cxnLst>
                <a:rect l="0" t="0" r="r" b="b"/>
                <a:pathLst>
                  <a:path w="349" h="747">
                    <a:moveTo>
                      <a:pt x="349" y="0"/>
                    </a:moveTo>
                    <a:lnTo>
                      <a:pt x="344" y="2"/>
                    </a:lnTo>
                    <a:lnTo>
                      <a:pt x="344" y="2"/>
                    </a:lnTo>
                    <a:lnTo>
                      <a:pt x="49" y="54"/>
                    </a:lnTo>
                    <a:lnTo>
                      <a:pt x="349" y="0"/>
                    </a:lnTo>
                    <a:lnTo>
                      <a:pt x="216" y="747"/>
                    </a:lnTo>
                    <a:lnTo>
                      <a:pt x="0" y="621"/>
                    </a:lnTo>
                    <a:lnTo>
                      <a:pt x="216" y="747"/>
                    </a:lnTo>
                    <a:lnTo>
                      <a:pt x="34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28" name="Freeform 728"/>
              <p:cNvSpPr/>
              <p:nvPr/>
            </p:nvSpPr>
            <p:spPr bwMode="auto">
              <a:xfrm>
                <a:off x="3978" y="2631"/>
                <a:ext cx="349" cy="747"/>
              </a:xfrm>
              <a:custGeom>
                <a:avLst/>
                <a:gdLst/>
                <a:ahLst/>
                <a:cxnLst>
                  <a:cxn ang="0">
                    <a:pos x="349" y="0"/>
                  </a:cxn>
                  <a:cxn ang="0">
                    <a:pos x="344" y="2"/>
                  </a:cxn>
                  <a:cxn ang="0">
                    <a:pos x="344" y="2"/>
                  </a:cxn>
                  <a:cxn ang="0">
                    <a:pos x="49" y="54"/>
                  </a:cxn>
                  <a:cxn ang="0">
                    <a:pos x="349" y="0"/>
                  </a:cxn>
                  <a:cxn ang="0">
                    <a:pos x="216" y="747"/>
                  </a:cxn>
                  <a:cxn ang="0">
                    <a:pos x="0" y="621"/>
                  </a:cxn>
                  <a:cxn ang="0">
                    <a:pos x="216" y="747"/>
                  </a:cxn>
                  <a:cxn ang="0">
                    <a:pos x="349" y="0"/>
                  </a:cxn>
                </a:cxnLst>
                <a:rect l="0" t="0" r="r" b="b"/>
                <a:pathLst>
                  <a:path w="349" h="747">
                    <a:moveTo>
                      <a:pt x="349" y="0"/>
                    </a:moveTo>
                    <a:lnTo>
                      <a:pt x="344" y="2"/>
                    </a:lnTo>
                    <a:lnTo>
                      <a:pt x="344" y="2"/>
                    </a:lnTo>
                    <a:lnTo>
                      <a:pt x="49" y="54"/>
                    </a:lnTo>
                    <a:lnTo>
                      <a:pt x="349" y="0"/>
                    </a:lnTo>
                    <a:lnTo>
                      <a:pt x="216" y="747"/>
                    </a:lnTo>
                    <a:lnTo>
                      <a:pt x="0" y="621"/>
                    </a:lnTo>
                    <a:lnTo>
                      <a:pt x="216" y="747"/>
                    </a:lnTo>
                    <a:lnTo>
                      <a:pt x="349" y="0"/>
                    </a:lnTo>
                  </a:path>
                </a:pathLst>
              </a:custGeom>
              <a:noFill/>
              <a:ln w="9525">
                <a:noFill/>
                <a:round/>
              </a:ln>
            </p:spPr>
            <p:txBody>
              <a:bodyPr vert="horz" wrap="square" lIns="82938" tIns="41469" rIns="82938" bIns="41469" numCol="1" anchor="t" anchorCtr="0" compatLnSpc="1"/>
              <a:lstStyle/>
              <a:p>
                <a:endParaRPr lang="en-GB" sz="1815"/>
              </a:p>
            </p:txBody>
          </p:sp>
          <p:sp>
            <p:nvSpPr>
              <p:cNvPr id="51929" name="Freeform 729"/>
              <p:cNvSpPr/>
              <p:nvPr/>
            </p:nvSpPr>
            <p:spPr bwMode="auto">
              <a:xfrm>
                <a:off x="3883" y="3204"/>
                <a:ext cx="311" cy="187"/>
              </a:xfrm>
              <a:custGeom>
                <a:avLst/>
                <a:gdLst/>
                <a:ahLst/>
                <a:cxnLst>
                  <a:cxn ang="0">
                    <a:pos x="10" y="0"/>
                  </a:cxn>
                  <a:cxn ang="0">
                    <a:pos x="10" y="0"/>
                  </a:cxn>
                  <a:cxn ang="0">
                    <a:pos x="15" y="2"/>
                  </a:cxn>
                  <a:cxn ang="0">
                    <a:pos x="0" y="17"/>
                  </a:cxn>
                  <a:cxn ang="0">
                    <a:pos x="296" y="187"/>
                  </a:cxn>
                  <a:cxn ang="0">
                    <a:pos x="311" y="174"/>
                  </a:cxn>
                  <a:cxn ang="0">
                    <a:pos x="311" y="174"/>
                  </a:cxn>
                  <a:cxn ang="0">
                    <a:pos x="95" y="48"/>
                  </a:cxn>
                  <a:cxn ang="0">
                    <a:pos x="10" y="0"/>
                  </a:cxn>
                </a:cxnLst>
                <a:rect l="0" t="0" r="r" b="b"/>
                <a:pathLst>
                  <a:path w="311" h="187">
                    <a:moveTo>
                      <a:pt x="10" y="0"/>
                    </a:moveTo>
                    <a:lnTo>
                      <a:pt x="10" y="0"/>
                    </a:lnTo>
                    <a:lnTo>
                      <a:pt x="15" y="2"/>
                    </a:lnTo>
                    <a:lnTo>
                      <a:pt x="0" y="17"/>
                    </a:lnTo>
                    <a:lnTo>
                      <a:pt x="296" y="187"/>
                    </a:lnTo>
                    <a:lnTo>
                      <a:pt x="311" y="174"/>
                    </a:lnTo>
                    <a:lnTo>
                      <a:pt x="311" y="174"/>
                    </a:lnTo>
                    <a:lnTo>
                      <a:pt x="95" y="48"/>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0" name="Freeform 730"/>
              <p:cNvSpPr/>
              <p:nvPr/>
            </p:nvSpPr>
            <p:spPr bwMode="auto">
              <a:xfrm>
                <a:off x="3883" y="3204"/>
                <a:ext cx="311" cy="187"/>
              </a:xfrm>
              <a:custGeom>
                <a:avLst/>
                <a:gdLst/>
                <a:ahLst/>
                <a:cxnLst>
                  <a:cxn ang="0">
                    <a:pos x="10" y="0"/>
                  </a:cxn>
                  <a:cxn ang="0">
                    <a:pos x="10" y="0"/>
                  </a:cxn>
                  <a:cxn ang="0">
                    <a:pos x="15" y="2"/>
                  </a:cxn>
                  <a:cxn ang="0">
                    <a:pos x="0" y="17"/>
                  </a:cxn>
                  <a:cxn ang="0">
                    <a:pos x="296" y="187"/>
                  </a:cxn>
                  <a:cxn ang="0">
                    <a:pos x="311" y="174"/>
                  </a:cxn>
                  <a:cxn ang="0">
                    <a:pos x="311" y="174"/>
                  </a:cxn>
                  <a:cxn ang="0">
                    <a:pos x="95" y="48"/>
                  </a:cxn>
                  <a:cxn ang="0">
                    <a:pos x="10" y="0"/>
                  </a:cxn>
                </a:cxnLst>
                <a:rect l="0" t="0" r="r" b="b"/>
                <a:pathLst>
                  <a:path w="311" h="187">
                    <a:moveTo>
                      <a:pt x="10" y="0"/>
                    </a:moveTo>
                    <a:lnTo>
                      <a:pt x="10" y="0"/>
                    </a:lnTo>
                    <a:lnTo>
                      <a:pt x="15" y="2"/>
                    </a:lnTo>
                    <a:lnTo>
                      <a:pt x="0" y="17"/>
                    </a:lnTo>
                    <a:lnTo>
                      <a:pt x="296" y="187"/>
                    </a:lnTo>
                    <a:lnTo>
                      <a:pt x="311" y="174"/>
                    </a:lnTo>
                    <a:lnTo>
                      <a:pt x="311" y="174"/>
                    </a:lnTo>
                    <a:lnTo>
                      <a:pt x="95" y="48"/>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931" name="Freeform 731"/>
              <p:cNvSpPr/>
              <p:nvPr/>
            </p:nvSpPr>
            <p:spPr bwMode="auto">
              <a:xfrm>
                <a:off x="3841" y="3196"/>
                <a:ext cx="24" cy="13"/>
              </a:xfrm>
              <a:custGeom>
                <a:avLst/>
                <a:gdLst/>
                <a:ahLst/>
                <a:cxnLst>
                  <a:cxn ang="0">
                    <a:pos x="0" y="0"/>
                  </a:cxn>
                  <a:cxn ang="0">
                    <a:pos x="24" y="13"/>
                  </a:cxn>
                  <a:cxn ang="0">
                    <a:pos x="24" y="13"/>
                  </a:cxn>
                  <a:cxn ang="0">
                    <a:pos x="0" y="0"/>
                  </a:cxn>
                </a:cxnLst>
                <a:rect l="0" t="0" r="r" b="b"/>
                <a:pathLst>
                  <a:path w="24" h="13">
                    <a:moveTo>
                      <a:pt x="0" y="0"/>
                    </a:moveTo>
                    <a:lnTo>
                      <a:pt x="24" y="13"/>
                    </a:lnTo>
                    <a:lnTo>
                      <a:pt x="24"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2" name="Freeform 732"/>
              <p:cNvSpPr/>
              <p:nvPr/>
            </p:nvSpPr>
            <p:spPr bwMode="auto">
              <a:xfrm>
                <a:off x="3841" y="3196"/>
                <a:ext cx="24" cy="13"/>
              </a:xfrm>
              <a:custGeom>
                <a:avLst/>
                <a:gdLst/>
                <a:ahLst/>
                <a:cxnLst>
                  <a:cxn ang="0">
                    <a:pos x="0" y="0"/>
                  </a:cxn>
                  <a:cxn ang="0">
                    <a:pos x="24" y="13"/>
                  </a:cxn>
                  <a:cxn ang="0">
                    <a:pos x="24" y="13"/>
                  </a:cxn>
                  <a:cxn ang="0">
                    <a:pos x="0" y="0"/>
                  </a:cxn>
                </a:cxnLst>
                <a:rect l="0" t="0" r="r" b="b"/>
                <a:pathLst>
                  <a:path w="24" h="13">
                    <a:moveTo>
                      <a:pt x="0" y="0"/>
                    </a:moveTo>
                    <a:lnTo>
                      <a:pt x="24" y="13"/>
                    </a:lnTo>
                    <a:lnTo>
                      <a:pt x="24"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33" name="Freeform 733"/>
              <p:cNvSpPr/>
              <p:nvPr/>
            </p:nvSpPr>
            <p:spPr bwMode="auto">
              <a:xfrm>
                <a:off x="3865" y="3204"/>
                <a:ext cx="33" cy="17"/>
              </a:xfrm>
              <a:custGeom>
                <a:avLst/>
                <a:gdLst/>
                <a:ahLst/>
                <a:cxnLst>
                  <a:cxn ang="0">
                    <a:pos x="28" y="0"/>
                  </a:cxn>
                  <a:cxn ang="0">
                    <a:pos x="28" y="0"/>
                  </a:cxn>
                  <a:cxn ang="0">
                    <a:pos x="13" y="13"/>
                  </a:cxn>
                  <a:cxn ang="0">
                    <a:pos x="0" y="5"/>
                  </a:cxn>
                  <a:cxn ang="0">
                    <a:pos x="0" y="5"/>
                  </a:cxn>
                  <a:cxn ang="0">
                    <a:pos x="18" y="17"/>
                  </a:cxn>
                  <a:cxn ang="0">
                    <a:pos x="33" y="2"/>
                  </a:cxn>
                  <a:cxn ang="0">
                    <a:pos x="28" y="0"/>
                  </a:cxn>
                </a:cxnLst>
                <a:rect l="0" t="0" r="r" b="b"/>
                <a:pathLst>
                  <a:path w="33" h="17">
                    <a:moveTo>
                      <a:pt x="28" y="0"/>
                    </a:moveTo>
                    <a:lnTo>
                      <a:pt x="28" y="0"/>
                    </a:lnTo>
                    <a:lnTo>
                      <a:pt x="13" y="13"/>
                    </a:lnTo>
                    <a:lnTo>
                      <a:pt x="0" y="5"/>
                    </a:lnTo>
                    <a:lnTo>
                      <a:pt x="0" y="5"/>
                    </a:lnTo>
                    <a:lnTo>
                      <a:pt x="18" y="17"/>
                    </a:lnTo>
                    <a:lnTo>
                      <a:pt x="33" y="2"/>
                    </a:lnTo>
                    <a:lnTo>
                      <a:pt x="2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4" name="Freeform 734"/>
              <p:cNvSpPr/>
              <p:nvPr/>
            </p:nvSpPr>
            <p:spPr bwMode="auto">
              <a:xfrm>
                <a:off x="3865" y="3204"/>
                <a:ext cx="33" cy="17"/>
              </a:xfrm>
              <a:custGeom>
                <a:avLst/>
                <a:gdLst/>
                <a:ahLst/>
                <a:cxnLst>
                  <a:cxn ang="0">
                    <a:pos x="28" y="0"/>
                  </a:cxn>
                  <a:cxn ang="0">
                    <a:pos x="28" y="0"/>
                  </a:cxn>
                  <a:cxn ang="0">
                    <a:pos x="13" y="13"/>
                  </a:cxn>
                  <a:cxn ang="0">
                    <a:pos x="0" y="5"/>
                  </a:cxn>
                  <a:cxn ang="0">
                    <a:pos x="0" y="5"/>
                  </a:cxn>
                  <a:cxn ang="0">
                    <a:pos x="18" y="17"/>
                  </a:cxn>
                  <a:cxn ang="0">
                    <a:pos x="33" y="2"/>
                  </a:cxn>
                  <a:cxn ang="0">
                    <a:pos x="28" y="0"/>
                  </a:cxn>
                </a:cxnLst>
                <a:rect l="0" t="0" r="r" b="b"/>
                <a:pathLst>
                  <a:path w="33" h="17">
                    <a:moveTo>
                      <a:pt x="28" y="0"/>
                    </a:moveTo>
                    <a:lnTo>
                      <a:pt x="28" y="0"/>
                    </a:lnTo>
                    <a:lnTo>
                      <a:pt x="13" y="13"/>
                    </a:lnTo>
                    <a:lnTo>
                      <a:pt x="0" y="5"/>
                    </a:lnTo>
                    <a:lnTo>
                      <a:pt x="0" y="5"/>
                    </a:lnTo>
                    <a:lnTo>
                      <a:pt x="18" y="17"/>
                    </a:lnTo>
                    <a:lnTo>
                      <a:pt x="33" y="2"/>
                    </a:lnTo>
                    <a:lnTo>
                      <a:pt x="28" y="0"/>
                    </a:lnTo>
                  </a:path>
                </a:pathLst>
              </a:custGeom>
              <a:noFill/>
              <a:ln w="9525">
                <a:noFill/>
                <a:round/>
              </a:ln>
            </p:spPr>
            <p:txBody>
              <a:bodyPr vert="horz" wrap="square" lIns="82938" tIns="41469" rIns="82938" bIns="41469" numCol="1" anchor="t" anchorCtr="0" compatLnSpc="1"/>
              <a:lstStyle/>
              <a:p>
                <a:endParaRPr lang="en-GB" sz="1815"/>
              </a:p>
            </p:txBody>
          </p:sp>
          <p:sp>
            <p:nvSpPr>
              <p:cNvPr id="51935" name="Freeform 735"/>
              <p:cNvSpPr/>
              <p:nvPr/>
            </p:nvSpPr>
            <p:spPr bwMode="auto">
              <a:xfrm>
                <a:off x="4214" y="2628"/>
                <a:ext cx="134" cy="762"/>
              </a:xfrm>
              <a:custGeom>
                <a:avLst/>
                <a:gdLst/>
                <a:ahLst/>
                <a:cxnLst>
                  <a:cxn ang="0">
                    <a:pos x="134" y="0"/>
                  </a:cxn>
                  <a:cxn ang="0">
                    <a:pos x="134" y="0"/>
                  </a:cxn>
                  <a:cxn ang="0">
                    <a:pos x="0" y="762"/>
                  </a:cxn>
                  <a:cxn ang="0">
                    <a:pos x="134" y="0"/>
                  </a:cxn>
                </a:cxnLst>
                <a:rect l="0" t="0" r="r" b="b"/>
                <a:pathLst>
                  <a:path w="134" h="762">
                    <a:moveTo>
                      <a:pt x="134" y="0"/>
                    </a:moveTo>
                    <a:lnTo>
                      <a:pt x="134" y="0"/>
                    </a:lnTo>
                    <a:lnTo>
                      <a:pt x="0" y="762"/>
                    </a:lnTo>
                    <a:lnTo>
                      <a:pt x="13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36" name="Freeform 736"/>
              <p:cNvSpPr/>
              <p:nvPr/>
            </p:nvSpPr>
            <p:spPr bwMode="auto">
              <a:xfrm>
                <a:off x="4214" y="2628"/>
                <a:ext cx="134" cy="762"/>
              </a:xfrm>
              <a:custGeom>
                <a:avLst/>
                <a:gdLst/>
                <a:ahLst/>
                <a:cxnLst>
                  <a:cxn ang="0">
                    <a:pos x="134" y="0"/>
                  </a:cxn>
                  <a:cxn ang="0">
                    <a:pos x="134" y="0"/>
                  </a:cxn>
                  <a:cxn ang="0">
                    <a:pos x="0" y="762"/>
                  </a:cxn>
                  <a:cxn ang="0">
                    <a:pos x="134" y="0"/>
                  </a:cxn>
                </a:cxnLst>
                <a:rect l="0" t="0" r="r" b="b"/>
                <a:pathLst>
                  <a:path w="134" h="762">
                    <a:moveTo>
                      <a:pt x="134" y="0"/>
                    </a:moveTo>
                    <a:lnTo>
                      <a:pt x="134" y="0"/>
                    </a:lnTo>
                    <a:lnTo>
                      <a:pt x="0" y="762"/>
                    </a:lnTo>
                    <a:lnTo>
                      <a:pt x="134" y="0"/>
                    </a:lnTo>
                  </a:path>
                </a:pathLst>
              </a:custGeom>
              <a:noFill/>
              <a:ln w="9525">
                <a:noFill/>
                <a:round/>
              </a:ln>
            </p:spPr>
            <p:txBody>
              <a:bodyPr vert="horz" wrap="square" lIns="82938" tIns="41469" rIns="82938" bIns="41469" numCol="1" anchor="t" anchorCtr="0" compatLnSpc="1"/>
              <a:lstStyle/>
              <a:p>
                <a:endParaRPr lang="en-GB" sz="1815"/>
              </a:p>
            </p:txBody>
          </p:sp>
          <p:sp>
            <p:nvSpPr>
              <p:cNvPr id="51937" name="Freeform 737"/>
              <p:cNvSpPr/>
              <p:nvPr/>
            </p:nvSpPr>
            <p:spPr bwMode="auto">
              <a:xfrm>
                <a:off x="4194" y="2628"/>
                <a:ext cx="154" cy="762"/>
              </a:xfrm>
              <a:custGeom>
                <a:avLst/>
                <a:gdLst/>
                <a:ahLst/>
                <a:cxnLst>
                  <a:cxn ang="0">
                    <a:pos x="154" y="0"/>
                  </a:cxn>
                  <a:cxn ang="0">
                    <a:pos x="133" y="3"/>
                  </a:cxn>
                  <a:cxn ang="0">
                    <a:pos x="0" y="750"/>
                  </a:cxn>
                  <a:cxn ang="0">
                    <a:pos x="5" y="753"/>
                  </a:cxn>
                  <a:cxn ang="0">
                    <a:pos x="5" y="753"/>
                  </a:cxn>
                  <a:cxn ang="0">
                    <a:pos x="20" y="762"/>
                  </a:cxn>
                  <a:cxn ang="0">
                    <a:pos x="20" y="762"/>
                  </a:cxn>
                  <a:cxn ang="0">
                    <a:pos x="154" y="0"/>
                  </a:cxn>
                  <a:cxn ang="0">
                    <a:pos x="154" y="0"/>
                  </a:cxn>
                  <a:cxn ang="0">
                    <a:pos x="154" y="0"/>
                  </a:cxn>
                </a:cxnLst>
                <a:rect l="0" t="0" r="r" b="b"/>
                <a:pathLst>
                  <a:path w="154" h="762">
                    <a:moveTo>
                      <a:pt x="154" y="0"/>
                    </a:moveTo>
                    <a:lnTo>
                      <a:pt x="133" y="3"/>
                    </a:lnTo>
                    <a:lnTo>
                      <a:pt x="0" y="750"/>
                    </a:lnTo>
                    <a:lnTo>
                      <a:pt x="5" y="753"/>
                    </a:lnTo>
                    <a:lnTo>
                      <a:pt x="5" y="753"/>
                    </a:lnTo>
                    <a:lnTo>
                      <a:pt x="20" y="762"/>
                    </a:lnTo>
                    <a:lnTo>
                      <a:pt x="20" y="762"/>
                    </a:lnTo>
                    <a:lnTo>
                      <a:pt x="154" y="0"/>
                    </a:lnTo>
                    <a:lnTo>
                      <a:pt x="154" y="0"/>
                    </a:lnTo>
                    <a:lnTo>
                      <a:pt x="15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8" name="Freeform 738"/>
              <p:cNvSpPr/>
              <p:nvPr/>
            </p:nvSpPr>
            <p:spPr bwMode="auto">
              <a:xfrm>
                <a:off x="4194" y="2628"/>
                <a:ext cx="154" cy="762"/>
              </a:xfrm>
              <a:custGeom>
                <a:avLst/>
                <a:gdLst/>
                <a:ahLst/>
                <a:cxnLst>
                  <a:cxn ang="0">
                    <a:pos x="154" y="0"/>
                  </a:cxn>
                  <a:cxn ang="0">
                    <a:pos x="133" y="3"/>
                  </a:cxn>
                  <a:cxn ang="0">
                    <a:pos x="0" y="750"/>
                  </a:cxn>
                  <a:cxn ang="0">
                    <a:pos x="5" y="753"/>
                  </a:cxn>
                  <a:cxn ang="0">
                    <a:pos x="5" y="753"/>
                  </a:cxn>
                  <a:cxn ang="0">
                    <a:pos x="20" y="762"/>
                  </a:cxn>
                  <a:cxn ang="0">
                    <a:pos x="20" y="762"/>
                  </a:cxn>
                  <a:cxn ang="0">
                    <a:pos x="154" y="0"/>
                  </a:cxn>
                  <a:cxn ang="0">
                    <a:pos x="154" y="0"/>
                  </a:cxn>
                  <a:cxn ang="0">
                    <a:pos x="154" y="0"/>
                  </a:cxn>
                </a:cxnLst>
                <a:rect l="0" t="0" r="r" b="b"/>
                <a:pathLst>
                  <a:path w="154" h="762">
                    <a:moveTo>
                      <a:pt x="154" y="0"/>
                    </a:moveTo>
                    <a:lnTo>
                      <a:pt x="133" y="3"/>
                    </a:lnTo>
                    <a:lnTo>
                      <a:pt x="0" y="750"/>
                    </a:lnTo>
                    <a:lnTo>
                      <a:pt x="5" y="753"/>
                    </a:lnTo>
                    <a:lnTo>
                      <a:pt x="5" y="753"/>
                    </a:lnTo>
                    <a:lnTo>
                      <a:pt x="20" y="762"/>
                    </a:lnTo>
                    <a:lnTo>
                      <a:pt x="20" y="762"/>
                    </a:lnTo>
                    <a:lnTo>
                      <a:pt x="154" y="0"/>
                    </a:lnTo>
                    <a:lnTo>
                      <a:pt x="154" y="0"/>
                    </a:lnTo>
                    <a:lnTo>
                      <a:pt x="154" y="0"/>
                    </a:lnTo>
                  </a:path>
                </a:pathLst>
              </a:custGeom>
              <a:noFill/>
              <a:ln w="9525">
                <a:noFill/>
                <a:round/>
              </a:ln>
            </p:spPr>
            <p:txBody>
              <a:bodyPr vert="horz" wrap="square" lIns="82938" tIns="41469" rIns="82938" bIns="41469" numCol="1" anchor="t" anchorCtr="0" compatLnSpc="1"/>
              <a:lstStyle/>
              <a:p>
                <a:endParaRPr lang="en-GB" sz="1815"/>
              </a:p>
            </p:txBody>
          </p:sp>
          <p:sp>
            <p:nvSpPr>
              <p:cNvPr id="51939" name="Freeform 739"/>
              <p:cNvSpPr/>
              <p:nvPr/>
            </p:nvSpPr>
            <p:spPr bwMode="auto">
              <a:xfrm>
                <a:off x="4199" y="3381"/>
                <a:ext cx="15" cy="9"/>
              </a:xfrm>
              <a:custGeom>
                <a:avLst/>
                <a:gdLst/>
                <a:ahLst/>
                <a:cxnLst>
                  <a:cxn ang="0">
                    <a:pos x="0" y="0"/>
                  </a:cxn>
                  <a:cxn ang="0">
                    <a:pos x="0" y="0"/>
                  </a:cxn>
                  <a:cxn ang="0">
                    <a:pos x="15" y="9"/>
                  </a:cxn>
                  <a:cxn ang="0">
                    <a:pos x="15" y="9"/>
                  </a:cxn>
                  <a:cxn ang="0">
                    <a:pos x="0" y="0"/>
                  </a:cxn>
                </a:cxnLst>
                <a:rect l="0" t="0" r="r" b="b"/>
                <a:pathLst>
                  <a:path w="15" h="9">
                    <a:moveTo>
                      <a:pt x="0" y="0"/>
                    </a:moveTo>
                    <a:lnTo>
                      <a:pt x="0" y="0"/>
                    </a:lnTo>
                    <a:lnTo>
                      <a:pt x="15" y="9"/>
                    </a:lnTo>
                    <a:lnTo>
                      <a:pt x="15" y="9"/>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40" name="Freeform 740"/>
              <p:cNvSpPr/>
              <p:nvPr/>
            </p:nvSpPr>
            <p:spPr bwMode="auto">
              <a:xfrm>
                <a:off x="4199" y="3381"/>
                <a:ext cx="15" cy="9"/>
              </a:xfrm>
              <a:custGeom>
                <a:avLst/>
                <a:gdLst/>
                <a:ahLst/>
                <a:cxnLst>
                  <a:cxn ang="0">
                    <a:pos x="0" y="0"/>
                  </a:cxn>
                  <a:cxn ang="0">
                    <a:pos x="0" y="0"/>
                  </a:cxn>
                  <a:cxn ang="0">
                    <a:pos x="15" y="9"/>
                  </a:cxn>
                  <a:cxn ang="0">
                    <a:pos x="15" y="9"/>
                  </a:cxn>
                  <a:cxn ang="0">
                    <a:pos x="0" y="0"/>
                  </a:cxn>
                </a:cxnLst>
                <a:rect l="0" t="0" r="r" b="b"/>
                <a:pathLst>
                  <a:path w="15" h="9">
                    <a:moveTo>
                      <a:pt x="0" y="0"/>
                    </a:moveTo>
                    <a:lnTo>
                      <a:pt x="0" y="0"/>
                    </a:lnTo>
                    <a:lnTo>
                      <a:pt x="15" y="9"/>
                    </a:lnTo>
                    <a:lnTo>
                      <a:pt x="15" y="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41" name="Freeform 741"/>
              <p:cNvSpPr/>
              <p:nvPr/>
            </p:nvSpPr>
            <p:spPr bwMode="auto">
              <a:xfrm>
                <a:off x="4179" y="3378"/>
                <a:ext cx="20" cy="17"/>
              </a:xfrm>
              <a:custGeom>
                <a:avLst/>
                <a:gdLst/>
                <a:ahLst/>
                <a:cxnLst>
                  <a:cxn ang="0">
                    <a:pos x="15" y="0"/>
                  </a:cxn>
                  <a:cxn ang="0">
                    <a:pos x="15" y="0"/>
                  </a:cxn>
                  <a:cxn ang="0">
                    <a:pos x="0" y="13"/>
                  </a:cxn>
                  <a:cxn ang="0">
                    <a:pos x="4" y="17"/>
                  </a:cxn>
                  <a:cxn ang="0">
                    <a:pos x="15" y="8"/>
                  </a:cxn>
                  <a:cxn ang="0">
                    <a:pos x="20" y="3"/>
                  </a:cxn>
                  <a:cxn ang="0">
                    <a:pos x="15" y="0"/>
                  </a:cxn>
                </a:cxnLst>
                <a:rect l="0" t="0" r="r" b="b"/>
                <a:pathLst>
                  <a:path w="20" h="17">
                    <a:moveTo>
                      <a:pt x="15" y="0"/>
                    </a:moveTo>
                    <a:lnTo>
                      <a:pt x="15" y="0"/>
                    </a:lnTo>
                    <a:lnTo>
                      <a:pt x="0" y="13"/>
                    </a:lnTo>
                    <a:lnTo>
                      <a:pt x="4" y="17"/>
                    </a:lnTo>
                    <a:lnTo>
                      <a:pt x="15" y="8"/>
                    </a:lnTo>
                    <a:lnTo>
                      <a:pt x="20" y="3"/>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42" name="Freeform 742"/>
              <p:cNvSpPr/>
              <p:nvPr/>
            </p:nvSpPr>
            <p:spPr bwMode="auto">
              <a:xfrm>
                <a:off x="4179" y="3378"/>
                <a:ext cx="20" cy="17"/>
              </a:xfrm>
              <a:custGeom>
                <a:avLst/>
                <a:gdLst/>
                <a:ahLst/>
                <a:cxnLst>
                  <a:cxn ang="0">
                    <a:pos x="15" y="0"/>
                  </a:cxn>
                  <a:cxn ang="0">
                    <a:pos x="15" y="0"/>
                  </a:cxn>
                  <a:cxn ang="0">
                    <a:pos x="0" y="13"/>
                  </a:cxn>
                  <a:cxn ang="0">
                    <a:pos x="4" y="17"/>
                  </a:cxn>
                  <a:cxn ang="0">
                    <a:pos x="15" y="8"/>
                  </a:cxn>
                  <a:cxn ang="0">
                    <a:pos x="20" y="3"/>
                  </a:cxn>
                  <a:cxn ang="0">
                    <a:pos x="15" y="0"/>
                  </a:cxn>
                </a:cxnLst>
                <a:rect l="0" t="0" r="r" b="b"/>
                <a:pathLst>
                  <a:path w="20" h="17">
                    <a:moveTo>
                      <a:pt x="15" y="0"/>
                    </a:moveTo>
                    <a:lnTo>
                      <a:pt x="15" y="0"/>
                    </a:lnTo>
                    <a:lnTo>
                      <a:pt x="0" y="13"/>
                    </a:lnTo>
                    <a:lnTo>
                      <a:pt x="4" y="17"/>
                    </a:lnTo>
                    <a:lnTo>
                      <a:pt x="15" y="8"/>
                    </a:lnTo>
                    <a:lnTo>
                      <a:pt x="20" y="3"/>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943" name="Freeform 743"/>
              <p:cNvSpPr/>
              <p:nvPr/>
            </p:nvSpPr>
            <p:spPr bwMode="auto">
              <a:xfrm>
                <a:off x="4183" y="3381"/>
                <a:ext cx="31" cy="22"/>
              </a:xfrm>
              <a:custGeom>
                <a:avLst/>
                <a:gdLst/>
                <a:ahLst/>
                <a:cxnLst>
                  <a:cxn ang="0">
                    <a:pos x="16" y="0"/>
                  </a:cxn>
                  <a:cxn ang="0">
                    <a:pos x="11" y="5"/>
                  </a:cxn>
                  <a:cxn ang="0">
                    <a:pos x="0" y="14"/>
                  </a:cxn>
                  <a:cxn ang="0">
                    <a:pos x="13" y="20"/>
                  </a:cxn>
                  <a:cxn ang="0">
                    <a:pos x="18" y="12"/>
                  </a:cxn>
                  <a:cxn ang="0">
                    <a:pos x="13" y="20"/>
                  </a:cxn>
                  <a:cxn ang="0">
                    <a:pos x="15" y="22"/>
                  </a:cxn>
                  <a:cxn ang="0">
                    <a:pos x="30" y="9"/>
                  </a:cxn>
                  <a:cxn ang="0">
                    <a:pos x="31" y="9"/>
                  </a:cxn>
                  <a:cxn ang="0">
                    <a:pos x="16" y="0"/>
                  </a:cxn>
                </a:cxnLst>
                <a:rect l="0" t="0" r="r" b="b"/>
                <a:pathLst>
                  <a:path w="31" h="22">
                    <a:moveTo>
                      <a:pt x="16" y="0"/>
                    </a:moveTo>
                    <a:lnTo>
                      <a:pt x="11" y="5"/>
                    </a:lnTo>
                    <a:lnTo>
                      <a:pt x="0" y="14"/>
                    </a:lnTo>
                    <a:lnTo>
                      <a:pt x="13" y="20"/>
                    </a:lnTo>
                    <a:lnTo>
                      <a:pt x="18" y="12"/>
                    </a:lnTo>
                    <a:lnTo>
                      <a:pt x="13" y="20"/>
                    </a:lnTo>
                    <a:lnTo>
                      <a:pt x="15" y="22"/>
                    </a:lnTo>
                    <a:lnTo>
                      <a:pt x="30" y="9"/>
                    </a:lnTo>
                    <a:lnTo>
                      <a:pt x="31" y="9"/>
                    </a:lnTo>
                    <a:lnTo>
                      <a:pt x="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44" name="Freeform 744"/>
              <p:cNvSpPr/>
              <p:nvPr/>
            </p:nvSpPr>
            <p:spPr bwMode="auto">
              <a:xfrm>
                <a:off x="4183" y="3381"/>
                <a:ext cx="31" cy="22"/>
              </a:xfrm>
              <a:custGeom>
                <a:avLst/>
                <a:gdLst/>
                <a:ahLst/>
                <a:cxnLst>
                  <a:cxn ang="0">
                    <a:pos x="16" y="0"/>
                  </a:cxn>
                  <a:cxn ang="0">
                    <a:pos x="11" y="5"/>
                  </a:cxn>
                  <a:cxn ang="0">
                    <a:pos x="0" y="14"/>
                  </a:cxn>
                  <a:cxn ang="0">
                    <a:pos x="13" y="20"/>
                  </a:cxn>
                  <a:cxn ang="0">
                    <a:pos x="18" y="12"/>
                  </a:cxn>
                  <a:cxn ang="0">
                    <a:pos x="13" y="20"/>
                  </a:cxn>
                  <a:cxn ang="0">
                    <a:pos x="15" y="22"/>
                  </a:cxn>
                  <a:cxn ang="0">
                    <a:pos x="30" y="9"/>
                  </a:cxn>
                  <a:cxn ang="0">
                    <a:pos x="31" y="9"/>
                  </a:cxn>
                  <a:cxn ang="0">
                    <a:pos x="16" y="0"/>
                  </a:cxn>
                </a:cxnLst>
                <a:rect l="0" t="0" r="r" b="b"/>
                <a:pathLst>
                  <a:path w="31" h="22">
                    <a:moveTo>
                      <a:pt x="16" y="0"/>
                    </a:moveTo>
                    <a:lnTo>
                      <a:pt x="11" y="5"/>
                    </a:lnTo>
                    <a:lnTo>
                      <a:pt x="0" y="14"/>
                    </a:lnTo>
                    <a:lnTo>
                      <a:pt x="13" y="20"/>
                    </a:lnTo>
                    <a:lnTo>
                      <a:pt x="18" y="12"/>
                    </a:lnTo>
                    <a:lnTo>
                      <a:pt x="13" y="20"/>
                    </a:lnTo>
                    <a:lnTo>
                      <a:pt x="15" y="22"/>
                    </a:lnTo>
                    <a:lnTo>
                      <a:pt x="30" y="9"/>
                    </a:lnTo>
                    <a:lnTo>
                      <a:pt x="31" y="9"/>
                    </a:lnTo>
                    <a:lnTo>
                      <a:pt x="16" y="0"/>
                    </a:lnTo>
                  </a:path>
                </a:pathLst>
              </a:custGeom>
              <a:noFill/>
              <a:ln w="9525">
                <a:noFill/>
                <a:round/>
              </a:ln>
            </p:spPr>
            <p:txBody>
              <a:bodyPr vert="horz" wrap="square" lIns="82938" tIns="41469" rIns="82938" bIns="41469" numCol="1" anchor="t" anchorCtr="0" compatLnSpc="1"/>
              <a:lstStyle/>
              <a:p>
                <a:endParaRPr lang="en-GB" sz="1815"/>
              </a:p>
            </p:txBody>
          </p:sp>
          <p:sp>
            <p:nvSpPr>
              <p:cNvPr id="51945" name="Freeform 745"/>
              <p:cNvSpPr/>
              <p:nvPr/>
            </p:nvSpPr>
            <p:spPr bwMode="auto">
              <a:xfrm>
                <a:off x="3566" y="2695"/>
                <a:ext cx="397" cy="497"/>
              </a:xfrm>
              <a:custGeom>
                <a:avLst/>
                <a:gdLst/>
                <a:ahLst/>
                <a:cxnLst>
                  <a:cxn ang="0">
                    <a:pos x="397" y="0"/>
                  </a:cxn>
                  <a:cxn ang="0">
                    <a:pos x="46" y="62"/>
                  </a:cxn>
                  <a:cxn ang="0">
                    <a:pos x="46" y="62"/>
                  </a:cxn>
                  <a:cxn ang="0">
                    <a:pos x="46" y="62"/>
                  </a:cxn>
                  <a:cxn ang="0">
                    <a:pos x="0" y="318"/>
                  </a:cxn>
                  <a:cxn ang="0">
                    <a:pos x="309" y="497"/>
                  </a:cxn>
                  <a:cxn ang="0">
                    <a:pos x="350" y="259"/>
                  </a:cxn>
                  <a:cxn ang="0">
                    <a:pos x="397" y="0"/>
                  </a:cxn>
                </a:cxnLst>
                <a:rect l="0" t="0" r="r" b="b"/>
                <a:pathLst>
                  <a:path w="397" h="497">
                    <a:moveTo>
                      <a:pt x="397" y="0"/>
                    </a:moveTo>
                    <a:lnTo>
                      <a:pt x="46" y="62"/>
                    </a:lnTo>
                    <a:lnTo>
                      <a:pt x="46" y="62"/>
                    </a:lnTo>
                    <a:lnTo>
                      <a:pt x="46" y="62"/>
                    </a:lnTo>
                    <a:lnTo>
                      <a:pt x="0" y="318"/>
                    </a:lnTo>
                    <a:lnTo>
                      <a:pt x="309" y="497"/>
                    </a:lnTo>
                    <a:lnTo>
                      <a:pt x="350" y="259"/>
                    </a:lnTo>
                    <a:lnTo>
                      <a:pt x="397"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46" name="Freeform 746"/>
              <p:cNvSpPr/>
              <p:nvPr/>
            </p:nvSpPr>
            <p:spPr bwMode="auto">
              <a:xfrm>
                <a:off x="3566" y="2695"/>
                <a:ext cx="397" cy="497"/>
              </a:xfrm>
              <a:custGeom>
                <a:avLst/>
                <a:gdLst/>
                <a:ahLst/>
                <a:cxnLst>
                  <a:cxn ang="0">
                    <a:pos x="397" y="0"/>
                  </a:cxn>
                  <a:cxn ang="0">
                    <a:pos x="46" y="62"/>
                  </a:cxn>
                  <a:cxn ang="0">
                    <a:pos x="46" y="62"/>
                  </a:cxn>
                  <a:cxn ang="0">
                    <a:pos x="46" y="62"/>
                  </a:cxn>
                  <a:cxn ang="0">
                    <a:pos x="0" y="318"/>
                  </a:cxn>
                  <a:cxn ang="0">
                    <a:pos x="309" y="497"/>
                  </a:cxn>
                  <a:cxn ang="0">
                    <a:pos x="350" y="259"/>
                  </a:cxn>
                  <a:cxn ang="0">
                    <a:pos x="397" y="0"/>
                  </a:cxn>
                </a:cxnLst>
                <a:rect l="0" t="0" r="r" b="b"/>
                <a:pathLst>
                  <a:path w="397" h="497">
                    <a:moveTo>
                      <a:pt x="397" y="0"/>
                    </a:moveTo>
                    <a:lnTo>
                      <a:pt x="46" y="62"/>
                    </a:lnTo>
                    <a:lnTo>
                      <a:pt x="46" y="62"/>
                    </a:lnTo>
                    <a:lnTo>
                      <a:pt x="46" y="62"/>
                    </a:lnTo>
                    <a:lnTo>
                      <a:pt x="0" y="318"/>
                    </a:lnTo>
                    <a:lnTo>
                      <a:pt x="309" y="497"/>
                    </a:lnTo>
                    <a:lnTo>
                      <a:pt x="350" y="259"/>
                    </a:lnTo>
                    <a:lnTo>
                      <a:pt x="397" y="0"/>
                    </a:lnTo>
                  </a:path>
                </a:pathLst>
              </a:custGeom>
              <a:noFill/>
              <a:ln w="9525">
                <a:noFill/>
                <a:round/>
              </a:ln>
            </p:spPr>
            <p:txBody>
              <a:bodyPr vert="horz" wrap="square" lIns="82938" tIns="41469" rIns="82938" bIns="41469" numCol="1" anchor="t" anchorCtr="0" compatLnSpc="1"/>
              <a:lstStyle/>
              <a:p>
                <a:endParaRPr lang="en-GB" sz="1815"/>
              </a:p>
            </p:txBody>
          </p:sp>
          <p:sp>
            <p:nvSpPr>
              <p:cNvPr id="51947" name="Freeform 747"/>
              <p:cNvSpPr/>
              <p:nvPr/>
            </p:nvSpPr>
            <p:spPr bwMode="auto">
              <a:xfrm>
                <a:off x="3875" y="2954"/>
                <a:ext cx="41" cy="238"/>
              </a:xfrm>
              <a:custGeom>
                <a:avLst/>
                <a:gdLst/>
                <a:ahLst/>
                <a:cxnLst>
                  <a:cxn ang="0">
                    <a:pos x="41" y="0"/>
                  </a:cxn>
                  <a:cxn ang="0">
                    <a:pos x="0" y="238"/>
                  </a:cxn>
                  <a:cxn ang="0">
                    <a:pos x="0" y="238"/>
                  </a:cxn>
                  <a:cxn ang="0">
                    <a:pos x="41" y="0"/>
                  </a:cxn>
                </a:cxnLst>
                <a:rect l="0" t="0" r="r" b="b"/>
                <a:pathLst>
                  <a:path w="41" h="238">
                    <a:moveTo>
                      <a:pt x="41" y="0"/>
                    </a:moveTo>
                    <a:lnTo>
                      <a:pt x="0" y="238"/>
                    </a:lnTo>
                    <a:lnTo>
                      <a:pt x="0" y="238"/>
                    </a:lnTo>
                    <a:lnTo>
                      <a:pt x="4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48" name="Freeform 748"/>
              <p:cNvSpPr/>
              <p:nvPr/>
            </p:nvSpPr>
            <p:spPr bwMode="auto">
              <a:xfrm>
                <a:off x="3875" y="2954"/>
                <a:ext cx="41" cy="238"/>
              </a:xfrm>
              <a:custGeom>
                <a:avLst/>
                <a:gdLst/>
                <a:ahLst/>
                <a:cxnLst>
                  <a:cxn ang="0">
                    <a:pos x="41" y="0"/>
                  </a:cxn>
                  <a:cxn ang="0">
                    <a:pos x="0" y="238"/>
                  </a:cxn>
                  <a:cxn ang="0">
                    <a:pos x="0" y="238"/>
                  </a:cxn>
                  <a:cxn ang="0">
                    <a:pos x="41" y="0"/>
                  </a:cxn>
                </a:cxnLst>
                <a:rect l="0" t="0" r="r" b="b"/>
                <a:pathLst>
                  <a:path w="41" h="238">
                    <a:moveTo>
                      <a:pt x="41" y="0"/>
                    </a:moveTo>
                    <a:lnTo>
                      <a:pt x="0" y="238"/>
                    </a:lnTo>
                    <a:lnTo>
                      <a:pt x="0" y="238"/>
                    </a:lnTo>
                    <a:lnTo>
                      <a:pt x="41" y="0"/>
                    </a:lnTo>
                  </a:path>
                </a:pathLst>
              </a:custGeom>
              <a:noFill/>
              <a:ln w="9525">
                <a:noFill/>
                <a:round/>
              </a:ln>
            </p:spPr>
            <p:txBody>
              <a:bodyPr vert="horz" wrap="square" lIns="82938" tIns="41469" rIns="82938" bIns="41469" numCol="1" anchor="t" anchorCtr="0" compatLnSpc="1"/>
              <a:lstStyle/>
              <a:p>
                <a:endParaRPr lang="en-GB" sz="1815"/>
              </a:p>
            </p:txBody>
          </p:sp>
          <p:sp>
            <p:nvSpPr>
              <p:cNvPr id="51949" name="Freeform 749"/>
              <p:cNvSpPr>
                <a:spLocks noEditPoints="1"/>
              </p:cNvSpPr>
              <p:nvPr/>
            </p:nvSpPr>
            <p:spPr bwMode="auto">
              <a:xfrm>
                <a:off x="3566" y="2695"/>
                <a:ext cx="397" cy="497"/>
              </a:xfrm>
              <a:custGeom>
                <a:avLst/>
                <a:gdLst/>
                <a:ahLst/>
                <a:cxnLst>
                  <a:cxn ang="0">
                    <a:pos x="46" y="62"/>
                  </a:cxn>
                  <a:cxn ang="0">
                    <a:pos x="46" y="62"/>
                  </a:cxn>
                  <a:cxn ang="0">
                    <a:pos x="0" y="318"/>
                  </a:cxn>
                  <a:cxn ang="0">
                    <a:pos x="309" y="497"/>
                  </a:cxn>
                  <a:cxn ang="0">
                    <a:pos x="309" y="497"/>
                  </a:cxn>
                  <a:cxn ang="0">
                    <a:pos x="0" y="318"/>
                  </a:cxn>
                  <a:cxn ang="0">
                    <a:pos x="46" y="62"/>
                  </a:cxn>
                  <a:cxn ang="0">
                    <a:pos x="397" y="0"/>
                  </a:cxn>
                  <a:cxn ang="0">
                    <a:pos x="46" y="62"/>
                  </a:cxn>
                  <a:cxn ang="0">
                    <a:pos x="46" y="62"/>
                  </a:cxn>
                  <a:cxn ang="0">
                    <a:pos x="397" y="0"/>
                  </a:cxn>
                  <a:cxn ang="0">
                    <a:pos x="350" y="259"/>
                  </a:cxn>
                  <a:cxn ang="0">
                    <a:pos x="397" y="0"/>
                  </a:cxn>
                </a:cxnLst>
                <a:rect l="0" t="0" r="r" b="b"/>
                <a:pathLst>
                  <a:path w="397" h="497">
                    <a:moveTo>
                      <a:pt x="46" y="62"/>
                    </a:moveTo>
                    <a:lnTo>
                      <a:pt x="46" y="62"/>
                    </a:lnTo>
                    <a:lnTo>
                      <a:pt x="0" y="318"/>
                    </a:lnTo>
                    <a:lnTo>
                      <a:pt x="309" y="497"/>
                    </a:lnTo>
                    <a:lnTo>
                      <a:pt x="309" y="497"/>
                    </a:lnTo>
                    <a:lnTo>
                      <a:pt x="0" y="318"/>
                    </a:lnTo>
                    <a:lnTo>
                      <a:pt x="46" y="62"/>
                    </a:lnTo>
                    <a:close/>
                    <a:moveTo>
                      <a:pt x="397" y="0"/>
                    </a:moveTo>
                    <a:lnTo>
                      <a:pt x="46" y="62"/>
                    </a:lnTo>
                    <a:lnTo>
                      <a:pt x="46" y="62"/>
                    </a:lnTo>
                    <a:lnTo>
                      <a:pt x="397" y="0"/>
                    </a:lnTo>
                    <a:lnTo>
                      <a:pt x="350" y="259"/>
                    </a:lnTo>
                    <a:lnTo>
                      <a:pt x="39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50" name="Freeform 750"/>
              <p:cNvSpPr/>
              <p:nvPr/>
            </p:nvSpPr>
            <p:spPr bwMode="auto">
              <a:xfrm>
                <a:off x="3566" y="2757"/>
                <a:ext cx="309" cy="435"/>
              </a:xfrm>
              <a:custGeom>
                <a:avLst/>
                <a:gdLst/>
                <a:ahLst/>
                <a:cxnLst>
                  <a:cxn ang="0">
                    <a:pos x="46" y="0"/>
                  </a:cxn>
                  <a:cxn ang="0">
                    <a:pos x="46" y="0"/>
                  </a:cxn>
                  <a:cxn ang="0">
                    <a:pos x="0" y="256"/>
                  </a:cxn>
                  <a:cxn ang="0">
                    <a:pos x="309" y="435"/>
                  </a:cxn>
                  <a:cxn ang="0">
                    <a:pos x="309" y="435"/>
                  </a:cxn>
                  <a:cxn ang="0">
                    <a:pos x="0" y="256"/>
                  </a:cxn>
                  <a:cxn ang="0">
                    <a:pos x="46" y="0"/>
                  </a:cxn>
                </a:cxnLst>
                <a:rect l="0" t="0" r="r" b="b"/>
                <a:pathLst>
                  <a:path w="309" h="435">
                    <a:moveTo>
                      <a:pt x="46" y="0"/>
                    </a:moveTo>
                    <a:lnTo>
                      <a:pt x="46" y="0"/>
                    </a:lnTo>
                    <a:lnTo>
                      <a:pt x="0" y="256"/>
                    </a:lnTo>
                    <a:lnTo>
                      <a:pt x="309" y="435"/>
                    </a:lnTo>
                    <a:lnTo>
                      <a:pt x="309" y="435"/>
                    </a:lnTo>
                    <a:lnTo>
                      <a:pt x="0" y="256"/>
                    </a:lnTo>
                    <a:lnTo>
                      <a:pt x="46" y="0"/>
                    </a:lnTo>
                  </a:path>
                </a:pathLst>
              </a:custGeom>
              <a:noFill/>
              <a:ln w="9525">
                <a:noFill/>
                <a:round/>
              </a:ln>
            </p:spPr>
            <p:txBody>
              <a:bodyPr vert="horz" wrap="square" lIns="82938" tIns="41469" rIns="82938" bIns="41469" numCol="1" anchor="t" anchorCtr="0" compatLnSpc="1"/>
              <a:lstStyle/>
              <a:p>
                <a:endParaRPr lang="en-GB" sz="1815"/>
              </a:p>
            </p:txBody>
          </p:sp>
          <p:sp>
            <p:nvSpPr>
              <p:cNvPr id="51951" name="Freeform 751"/>
              <p:cNvSpPr/>
              <p:nvPr/>
            </p:nvSpPr>
            <p:spPr bwMode="auto">
              <a:xfrm>
                <a:off x="3612" y="2695"/>
                <a:ext cx="351" cy="259"/>
              </a:xfrm>
              <a:custGeom>
                <a:avLst/>
                <a:gdLst/>
                <a:ahLst/>
                <a:cxnLst>
                  <a:cxn ang="0">
                    <a:pos x="351" y="0"/>
                  </a:cxn>
                  <a:cxn ang="0">
                    <a:pos x="0" y="62"/>
                  </a:cxn>
                  <a:cxn ang="0">
                    <a:pos x="0" y="62"/>
                  </a:cxn>
                  <a:cxn ang="0">
                    <a:pos x="351" y="0"/>
                  </a:cxn>
                  <a:cxn ang="0">
                    <a:pos x="304" y="259"/>
                  </a:cxn>
                  <a:cxn ang="0">
                    <a:pos x="351" y="0"/>
                  </a:cxn>
                </a:cxnLst>
                <a:rect l="0" t="0" r="r" b="b"/>
                <a:pathLst>
                  <a:path w="351" h="259">
                    <a:moveTo>
                      <a:pt x="351" y="0"/>
                    </a:moveTo>
                    <a:lnTo>
                      <a:pt x="0" y="62"/>
                    </a:lnTo>
                    <a:lnTo>
                      <a:pt x="0" y="62"/>
                    </a:lnTo>
                    <a:lnTo>
                      <a:pt x="351" y="0"/>
                    </a:lnTo>
                    <a:lnTo>
                      <a:pt x="304" y="259"/>
                    </a:lnTo>
                    <a:lnTo>
                      <a:pt x="351" y="0"/>
                    </a:lnTo>
                  </a:path>
                </a:pathLst>
              </a:custGeom>
              <a:noFill/>
              <a:ln w="9525">
                <a:noFill/>
                <a:round/>
              </a:ln>
            </p:spPr>
            <p:txBody>
              <a:bodyPr vert="horz" wrap="square" lIns="82938" tIns="41469" rIns="82938" bIns="41469" numCol="1" anchor="t" anchorCtr="0" compatLnSpc="1"/>
              <a:lstStyle/>
              <a:p>
                <a:endParaRPr lang="en-GB" sz="1815"/>
              </a:p>
            </p:txBody>
          </p:sp>
          <p:sp>
            <p:nvSpPr>
              <p:cNvPr id="51952" name="Freeform 752"/>
              <p:cNvSpPr/>
              <p:nvPr/>
            </p:nvSpPr>
            <p:spPr bwMode="auto">
              <a:xfrm>
                <a:off x="3555" y="3030"/>
                <a:ext cx="167" cy="97"/>
              </a:xfrm>
              <a:custGeom>
                <a:avLst/>
                <a:gdLst/>
                <a:ahLst/>
                <a:cxnLst>
                  <a:cxn ang="0">
                    <a:pos x="0" y="0"/>
                  </a:cxn>
                  <a:cxn ang="0">
                    <a:pos x="0" y="0"/>
                  </a:cxn>
                  <a:cxn ang="0">
                    <a:pos x="167" y="97"/>
                  </a:cxn>
                  <a:cxn ang="0">
                    <a:pos x="0" y="0"/>
                  </a:cxn>
                </a:cxnLst>
                <a:rect l="0" t="0" r="r" b="b"/>
                <a:pathLst>
                  <a:path w="167" h="97">
                    <a:moveTo>
                      <a:pt x="0" y="0"/>
                    </a:moveTo>
                    <a:lnTo>
                      <a:pt x="0" y="0"/>
                    </a:lnTo>
                    <a:lnTo>
                      <a:pt x="167" y="97"/>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53" name="Freeform 753"/>
              <p:cNvSpPr/>
              <p:nvPr/>
            </p:nvSpPr>
            <p:spPr bwMode="auto">
              <a:xfrm>
                <a:off x="3555" y="3030"/>
                <a:ext cx="167" cy="97"/>
              </a:xfrm>
              <a:custGeom>
                <a:avLst/>
                <a:gdLst/>
                <a:ahLst/>
                <a:cxnLst>
                  <a:cxn ang="0">
                    <a:pos x="0" y="0"/>
                  </a:cxn>
                  <a:cxn ang="0">
                    <a:pos x="0" y="0"/>
                  </a:cxn>
                  <a:cxn ang="0">
                    <a:pos x="167" y="97"/>
                  </a:cxn>
                  <a:cxn ang="0">
                    <a:pos x="0" y="0"/>
                  </a:cxn>
                </a:cxnLst>
                <a:rect l="0" t="0" r="r" b="b"/>
                <a:pathLst>
                  <a:path w="167" h="97">
                    <a:moveTo>
                      <a:pt x="0" y="0"/>
                    </a:moveTo>
                    <a:lnTo>
                      <a:pt x="0" y="0"/>
                    </a:lnTo>
                    <a:lnTo>
                      <a:pt x="167" y="9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54" name="Freeform 754"/>
              <p:cNvSpPr/>
              <p:nvPr/>
            </p:nvSpPr>
            <p:spPr bwMode="auto">
              <a:xfrm>
                <a:off x="3555" y="3030"/>
                <a:ext cx="286" cy="166"/>
              </a:xfrm>
              <a:custGeom>
                <a:avLst/>
                <a:gdLst/>
                <a:ahLst/>
                <a:cxnLst>
                  <a:cxn ang="0">
                    <a:pos x="0" y="0"/>
                  </a:cxn>
                  <a:cxn ang="0">
                    <a:pos x="0" y="0"/>
                  </a:cxn>
                  <a:cxn ang="0">
                    <a:pos x="167" y="97"/>
                  </a:cxn>
                  <a:cxn ang="0">
                    <a:pos x="286" y="166"/>
                  </a:cxn>
                  <a:cxn ang="0">
                    <a:pos x="0" y="0"/>
                  </a:cxn>
                </a:cxnLst>
                <a:rect l="0" t="0" r="r" b="b"/>
                <a:pathLst>
                  <a:path w="286" h="166">
                    <a:moveTo>
                      <a:pt x="0" y="0"/>
                    </a:moveTo>
                    <a:lnTo>
                      <a:pt x="0" y="0"/>
                    </a:lnTo>
                    <a:lnTo>
                      <a:pt x="167" y="97"/>
                    </a:lnTo>
                    <a:lnTo>
                      <a:pt x="286" y="16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55" name="Freeform 755"/>
              <p:cNvSpPr/>
              <p:nvPr/>
            </p:nvSpPr>
            <p:spPr bwMode="auto">
              <a:xfrm>
                <a:off x="3555" y="3030"/>
                <a:ext cx="286" cy="166"/>
              </a:xfrm>
              <a:custGeom>
                <a:avLst/>
                <a:gdLst/>
                <a:ahLst/>
                <a:cxnLst>
                  <a:cxn ang="0">
                    <a:pos x="0" y="0"/>
                  </a:cxn>
                  <a:cxn ang="0">
                    <a:pos x="0" y="0"/>
                  </a:cxn>
                  <a:cxn ang="0">
                    <a:pos x="167" y="97"/>
                  </a:cxn>
                  <a:cxn ang="0">
                    <a:pos x="286" y="166"/>
                  </a:cxn>
                  <a:cxn ang="0">
                    <a:pos x="0" y="0"/>
                  </a:cxn>
                </a:cxnLst>
                <a:rect l="0" t="0" r="r" b="b"/>
                <a:pathLst>
                  <a:path w="286" h="166">
                    <a:moveTo>
                      <a:pt x="0" y="0"/>
                    </a:moveTo>
                    <a:lnTo>
                      <a:pt x="0" y="0"/>
                    </a:lnTo>
                    <a:lnTo>
                      <a:pt x="167" y="97"/>
                    </a:lnTo>
                    <a:lnTo>
                      <a:pt x="286" y="16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56" name="Freeform 756"/>
              <p:cNvSpPr/>
              <p:nvPr/>
            </p:nvSpPr>
            <p:spPr bwMode="auto">
              <a:xfrm>
                <a:off x="3893" y="2692"/>
                <a:ext cx="90" cy="512"/>
              </a:xfrm>
              <a:custGeom>
                <a:avLst/>
                <a:gdLst/>
                <a:ahLst/>
                <a:cxnLst>
                  <a:cxn ang="0">
                    <a:pos x="90" y="0"/>
                  </a:cxn>
                  <a:cxn ang="0">
                    <a:pos x="90" y="0"/>
                  </a:cxn>
                  <a:cxn ang="0">
                    <a:pos x="2" y="509"/>
                  </a:cxn>
                  <a:cxn ang="0">
                    <a:pos x="0" y="512"/>
                  </a:cxn>
                  <a:cxn ang="0">
                    <a:pos x="0" y="512"/>
                  </a:cxn>
                  <a:cxn ang="0">
                    <a:pos x="90" y="0"/>
                  </a:cxn>
                </a:cxnLst>
                <a:rect l="0" t="0" r="r" b="b"/>
                <a:pathLst>
                  <a:path w="90" h="512">
                    <a:moveTo>
                      <a:pt x="90" y="0"/>
                    </a:moveTo>
                    <a:lnTo>
                      <a:pt x="90" y="0"/>
                    </a:lnTo>
                    <a:lnTo>
                      <a:pt x="2" y="509"/>
                    </a:lnTo>
                    <a:lnTo>
                      <a:pt x="0" y="512"/>
                    </a:lnTo>
                    <a:lnTo>
                      <a:pt x="0" y="512"/>
                    </a:lnTo>
                    <a:lnTo>
                      <a:pt x="9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57" name="Freeform 757"/>
              <p:cNvSpPr/>
              <p:nvPr/>
            </p:nvSpPr>
            <p:spPr bwMode="auto">
              <a:xfrm>
                <a:off x="3893" y="2692"/>
                <a:ext cx="90" cy="512"/>
              </a:xfrm>
              <a:custGeom>
                <a:avLst/>
                <a:gdLst/>
                <a:ahLst/>
                <a:cxnLst>
                  <a:cxn ang="0">
                    <a:pos x="90" y="0"/>
                  </a:cxn>
                  <a:cxn ang="0">
                    <a:pos x="90" y="0"/>
                  </a:cxn>
                  <a:cxn ang="0">
                    <a:pos x="2" y="509"/>
                  </a:cxn>
                  <a:cxn ang="0">
                    <a:pos x="0" y="512"/>
                  </a:cxn>
                  <a:cxn ang="0">
                    <a:pos x="0" y="512"/>
                  </a:cxn>
                  <a:cxn ang="0">
                    <a:pos x="90" y="0"/>
                  </a:cxn>
                </a:cxnLst>
                <a:rect l="0" t="0" r="r" b="b"/>
                <a:pathLst>
                  <a:path w="90" h="512">
                    <a:moveTo>
                      <a:pt x="90" y="0"/>
                    </a:moveTo>
                    <a:lnTo>
                      <a:pt x="90" y="0"/>
                    </a:lnTo>
                    <a:lnTo>
                      <a:pt x="2" y="509"/>
                    </a:lnTo>
                    <a:lnTo>
                      <a:pt x="0" y="512"/>
                    </a:lnTo>
                    <a:lnTo>
                      <a:pt x="0" y="512"/>
                    </a:lnTo>
                    <a:lnTo>
                      <a:pt x="90" y="0"/>
                    </a:lnTo>
                  </a:path>
                </a:pathLst>
              </a:custGeom>
              <a:noFill/>
              <a:ln w="9525">
                <a:noFill/>
                <a:round/>
              </a:ln>
            </p:spPr>
            <p:txBody>
              <a:bodyPr vert="horz" wrap="square" lIns="82938" tIns="41469" rIns="82938" bIns="41469" numCol="1" anchor="t" anchorCtr="0" compatLnSpc="1"/>
              <a:lstStyle/>
              <a:p>
                <a:endParaRPr lang="en-GB" sz="1815"/>
              </a:p>
            </p:txBody>
          </p:sp>
          <p:sp>
            <p:nvSpPr>
              <p:cNvPr id="51958" name="Rectangle 758"/>
              <p:cNvSpPr>
                <a:spLocks noChangeArrowheads="1"/>
              </p:cNvSpPr>
              <p:nvPr/>
            </p:nvSpPr>
            <p:spPr bwMode="auto">
              <a:xfrm>
                <a:off x="3893" y="3204"/>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959" name="Rectangle 759"/>
              <p:cNvSpPr>
                <a:spLocks noChangeArrowheads="1"/>
              </p:cNvSpPr>
              <p:nvPr/>
            </p:nvSpPr>
            <p:spPr bwMode="auto">
              <a:xfrm>
                <a:off x="3893" y="3204"/>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960" name="Freeform 760"/>
              <p:cNvSpPr/>
              <p:nvPr/>
            </p:nvSpPr>
            <p:spPr bwMode="auto">
              <a:xfrm>
                <a:off x="3566" y="2692"/>
                <a:ext cx="417" cy="512"/>
              </a:xfrm>
              <a:custGeom>
                <a:avLst/>
                <a:gdLst/>
                <a:ahLst/>
                <a:cxnLst>
                  <a:cxn ang="0">
                    <a:pos x="417" y="0"/>
                  </a:cxn>
                  <a:cxn ang="0">
                    <a:pos x="397" y="3"/>
                  </a:cxn>
                  <a:cxn ang="0">
                    <a:pos x="350" y="262"/>
                  </a:cxn>
                  <a:cxn ang="0">
                    <a:pos x="309" y="500"/>
                  </a:cxn>
                  <a:cxn ang="0">
                    <a:pos x="309" y="500"/>
                  </a:cxn>
                  <a:cxn ang="0">
                    <a:pos x="309" y="500"/>
                  </a:cxn>
                  <a:cxn ang="0">
                    <a:pos x="0" y="321"/>
                  </a:cxn>
                  <a:cxn ang="0">
                    <a:pos x="0" y="321"/>
                  </a:cxn>
                  <a:cxn ang="0">
                    <a:pos x="5" y="324"/>
                  </a:cxn>
                  <a:cxn ang="0">
                    <a:pos x="5" y="324"/>
                  </a:cxn>
                  <a:cxn ang="0">
                    <a:pos x="314" y="504"/>
                  </a:cxn>
                  <a:cxn ang="0">
                    <a:pos x="314" y="504"/>
                  </a:cxn>
                  <a:cxn ang="0">
                    <a:pos x="327" y="512"/>
                  </a:cxn>
                  <a:cxn ang="0">
                    <a:pos x="329" y="509"/>
                  </a:cxn>
                  <a:cxn ang="0">
                    <a:pos x="417" y="0"/>
                  </a:cxn>
                </a:cxnLst>
                <a:rect l="0" t="0" r="r" b="b"/>
                <a:pathLst>
                  <a:path w="417" h="512">
                    <a:moveTo>
                      <a:pt x="417" y="0"/>
                    </a:moveTo>
                    <a:lnTo>
                      <a:pt x="397" y="3"/>
                    </a:lnTo>
                    <a:lnTo>
                      <a:pt x="350" y="262"/>
                    </a:lnTo>
                    <a:lnTo>
                      <a:pt x="309" y="500"/>
                    </a:lnTo>
                    <a:lnTo>
                      <a:pt x="309" y="500"/>
                    </a:lnTo>
                    <a:lnTo>
                      <a:pt x="309" y="500"/>
                    </a:lnTo>
                    <a:lnTo>
                      <a:pt x="0" y="321"/>
                    </a:lnTo>
                    <a:lnTo>
                      <a:pt x="0" y="321"/>
                    </a:lnTo>
                    <a:lnTo>
                      <a:pt x="5" y="324"/>
                    </a:lnTo>
                    <a:lnTo>
                      <a:pt x="5" y="324"/>
                    </a:lnTo>
                    <a:lnTo>
                      <a:pt x="314" y="504"/>
                    </a:lnTo>
                    <a:lnTo>
                      <a:pt x="314" y="504"/>
                    </a:lnTo>
                    <a:lnTo>
                      <a:pt x="327" y="512"/>
                    </a:lnTo>
                    <a:lnTo>
                      <a:pt x="329" y="509"/>
                    </a:lnTo>
                    <a:lnTo>
                      <a:pt x="4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1" name="Freeform 761"/>
              <p:cNvSpPr/>
              <p:nvPr/>
            </p:nvSpPr>
            <p:spPr bwMode="auto">
              <a:xfrm>
                <a:off x="3566" y="2692"/>
                <a:ext cx="417" cy="512"/>
              </a:xfrm>
              <a:custGeom>
                <a:avLst/>
                <a:gdLst/>
                <a:ahLst/>
                <a:cxnLst>
                  <a:cxn ang="0">
                    <a:pos x="417" y="0"/>
                  </a:cxn>
                  <a:cxn ang="0">
                    <a:pos x="397" y="3"/>
                  </a:cxn>
                  <a:cxn ang="0">
                    <a:pos x="350" y="262"/>
                  </a:cxn>
                  <a:cxn ang="0">
                    <a:pos x="309" y="500"/>
                  </a:cxn>
                  <a:cxn ang="0">
                    <a:pos x="309" y="500"/>
                  </a:cxn>
                  <a:cxn ang="0">
                    <a:pos x="309" y="500"/>
                  </a:cxn>
                  <a:cxn ang="0">
                    <a:pos x="0" y="321"/>
                  </a:cxn>
                  <a:cxn ang="0">
                    <a:pos x="0" y="321"/>
                  </a:cxn>
                  <a:cxn ang="0">
                    <a:pos x="5" y="324"/>
                  </a:cxn>
                  <a:cxn ang="0">
                    <a:pos x="5" y="324"/>
                  </a:cxn>
                  <a:cxn ang="0">
                    <a:pos x="314" y="504"/>
                  </a:cxn>
                  <a:cxn ang="0">
                    <a:pos x="314" y="504"/>
                  </a:cxn>
                  <a:cxn ang="0">
                    <a:pos x="327" y="512"/>
                  </a:cxn>
                  <a:cxn ang="0">
                    <a:pos x="329" y="509"/>
                  </a:cxn>
                  <a:cxn ang="0">
                    <a:pos x="417" y="0"/>
                  </a:cxn>
                </a:cxnLst>
                <a:rect l="0" t="0" r="r" b="b"/>
                <a:pathLst>
                  <a:path w="417" h="512">
                    <a:moveTo>
                      <a:pt x="417" y="0"/>
                    </a:moveTo>
                    <a:lnTo>
                      <a:pt x="397" y="3"/>
                    </a:lnTo>
                    <a:lnTo>
                      <a:pt x="350" y="262"/>
                    </a:lnTo>
                    <a:lnTo>
                      <a:pt x="309" y="500"/>
                    </a:lnTo>
                    <a:lnTo>
                      <a:pt x="309" y="500"/>
                    </a:lnTo>
                    <a:lnTo>
                      <a:pt x="309" y="500"/>
                    </a:lnTo>
                    <a:lnTo>
                      <a:pt x="0" y="321"/>
                    </a:lnTo>
                    <a:lnTo>
                      <a:pt x="0" y="321"/>
                    </a:lnTo>
                    <a:lnTo>
                      <a:pt x="5" y="324"/>
                    </a:lnTo>
                    <a:lnTo>
                      <a:pt x="5" y="324"/>
                    </a:lnTo>
                    <a:lnTo>
                      <a:pt x="314" y="504"/>
                    </a:lnTo>
                    <a:lnTo>
                      <a:pt x="314" y="504"/>
                    </a:lnTo>
                    <a:lnTo>
                      <a:pt x="327" y="512"/>
                    </a:lnTo>
                    <a:lnTo>
                      <a:pt x="329" y="509"/>
                    </a:lnTo>
                    <a:lnTo>
                      <a:pt x="417" y="0"/>
                    </a:lnTo>
                  </a:path>
                </a:pathLst>
              </a:custGeom>
              <a:noFill/>
              <a:ln w="9525">
                <a:noFill/>
                <a:round/>
              </a:ln>
            </p:spPr>
            <p:txBody>
              <a:bodyPr vert="horz" wrap="square" lIns="82938" tIns="41469" rIns="82938" bIns="41469" numCol="1" anchor="t" anchorCtr="0" compatLnSpc="1"/>
              <a:lstStyle/>
              <a:p>
                <a:endParaRPr lang="en-GB" sz="1815"/>
              </a:p>
            </p:txBody>
          </p:sp>
          <p:sp>
            <p:nvSpPr>
              <p:cNvPr id="51962" name="Freeform 762"/>
              <p:cNvSpPr/>
              <p:nvPr/>
            </p:nvSpPr>
            <p:spPr bwMode="auto">
              <a:xfrm>
                <a:off x="3880" y="3196"/>
                <a:ext cx="13" cy="8"/>
              </a:xfrm>
              <a:custGeom>
                <a:avLst/>
                <a:gdLst/>
                <a:ahLst/>
                <a:cxnLst>
                  <a:cxn ang="0">
                    <a:pos x="0" y="0"/>
                  </a:cxn>
                  <a:cxn ang="0">
                    <a:pos x="0" y="0"/>
                  </a:cxn>
                  <a:cxn ang="0">
                    <a:pos x="13" y="8"/>
                  </a:cxn>
                  <a:cxn ang="0">
                    <a:pos x="13" y="8"/>
                  </a:cxn>
                  <a:cxn ang="0">
                    <a:pos x="13" y="8"/>
                  </a:cxn>
                  <a:cxn ang="0">
                    <a:pos x="13" y="8"/>
                  </a:cxn>
                  <a:cxn ang="0">
                    <a:pos x="0" y="0"/>
                  </a:cxn>
                </a:cxnLst>
                <a:rect l="0" t="0" r="r" b="b"/>
                <a:pathLst>
                  <a:path w="13" h="8">
                    <a:moveTo>
                      <a:pt x="0" y="0"/>
                    </a:moveTo>
                    <a:lnTo>
                      <a:pt x="0" y="0"/>
                    </a:lnTo>
                    <a:lnTo>
                      <a:pt x="13" y="8"/>
                    </a:lnTo>
                    <a:lnTo>
                      <a:pt x="13" y="8"/>
                    </a:lnTo>
                    <a:lnTo>
                      <a:pt x="13" y="8"/>
                    </a:lnTo>
                    <a:lnTo>
                      <a:pt x="13"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3" name="Freeform 763"/>
              <p:cNvSpPr/>
              <p:nvPr/>
            </p:nvSpPr>
            <p:spPr bwMode="auto">
              <a:xfrm>
                <a:off x="3880" y="3196"/>
                <a:ext cx="13" cy="8"/>
              </a:xfrm>
              <a:custGeom>
                <a:avLst/>
                <a:gdLst/>
                <a:ahLst/>
                <a:cxnLst>
                  <a:cxn ang="0">
                    <a:pos x="0" y="0"/>
                  </a:cxn>
                  <a:cxn ang="0">
                    <a:pos x="0" y="0"/>
                  </a:cxn>
                  <a:cxn ang="0">
                    <a:pos x="13" y="8"/>
                  </a:cxn>
                  <a:cxn ang="0">
                    <a:pos x="13" y="8"/>
                  </a:cxn>
                  <a:cxn ang="0">
                    <a:pos x="13" y="8"/>
                  </a:cxn>
                  <a:cxn ang="0">
                    <a:pos x="13" y="8"/>
                  </a:cxn>
                  <a:cxn ang="0">
                    <a:pos x="0" y="0"/>
                  </a:cxn>
                </a:cxnLst>
                <a:rect l="0" t="0" r="r" b="b"/>
                <a:pathLst>
                  <a:path w="13" h="8">
                    <a:moveTo>
                      <a:pt x="0" y="0"/>
                    </a:moveTo>
                    <a:lnTo>
                      <a:pt x="0" y="0"/>
                    </a:lnTo>
                    <a:lnTo>
                      <a:pt x="13" y="8"/>
                    </a:lnTo>
                    <a:lnTo>
                      <a:pt x="13" y="8"/>
                    </a:lnTo>
                    <a:lnTo>
                      <a:pt x="13" y="8"/>
                    </a:lnTo>
                    <a:lnTo>
                      <a:pt x="13"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64" name="Freeform 764"/>
              <p:cNvSpPr/>
              <p:nvPr/>
            </p:nvSpPr>
            <p:spPr bwMode="auto">
              <a:xfrm>
                <a:off x="3555" y="3016"/>
                <a:ext cx="325" cy="193"/>
              </a:xfrm>
              <a:custGeom>
                <a:avLst/>
                <a:gdLst/>
                <a:ahLst/>
                <a:cxnLst>
                  <a:cxn ang="0">
                    <a:pos x="16" y="0"/>
                  </a:cxn>
                  <a:cxn ang="0">
                    <a:pos x="10" y="7"/>
                  </a:cxn>
                  <a:cxn ang="0">
                    <a:pos x="10" y="7"/>
                  </a:cxn>
                  <a:cxn ang="0">
                    <a:pos x="0" y="14"/>
                  </a:cxn>
                  <a:cxn ang="0">
                    <a:pos x="286" y="180"/>
                  </a:cxn>
                  <a:cxn ang="0">
                    <a:pos x="310" y="193"/>
                  </a:cxn>
                  <a:cxn ang="0">
                    <a:pos x="325" y="180"/>
                  </a:cxn>
                  <a:cxn ang="0">
                    <a:pos x="16" y="0"/>
                  </a:cxn>
                </a:cxnLst>
                <a:rect l="0" t="0" r="r" b="b"/>
                <a:pathLst>
                  <a:path w="325" h="193">
                    <a:moveTo>
                      <a:pt x="16" y="0"/>
                    </a:moveTo>
                    <a:lnTo>
                      <a:pt x="10" y="7"/>
                    </a:lnTo>
                    <a:lnTo>
                      <a:pt x="10" y="7"/>
                    </a:lnTo>
                    <a:lnTo>
                      <a:pt x="0" y="14"/>
                    </a:lnTo>
                    <a:lnTo>
                      <a:pt x="286" y="180"/>
                    </a:lnTo>
                    <a:lnTo>
                      <a:pt x="310" y="193"/>
                    </a:lnTo>
                    <a:lnTo>
                      <a:pt x="325" y="180"/>
                    </a:lnTo>
                    <a:lnTo>
                      <a:pt x="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5" name="Freeform 765"/>
              <p:cNvSpPr/>
              <p:nvPr/>
            </p:nvSpPr>
            <p:spPr bwMode="auto">
              <a:xfrm>
                <a:off x="3555" y="3016"/>
                <a:ext cx="325" cy="193"/>
              </a:xfrm>
              <a:custGeom>
                <a:avLst/>
                <a:gdLst/>
                <a:ahLst/>
                <a:cxnLst>
                  <a:cxn ang="0">
                    <a:pos x="16" y="0"/>
                  </a:cxn>
                  <a:cxn ang="0">
                    <a:pos x="10" y="7"/>
                  </a:cxn>
                  <a:cxn ang="0">
                    <a:pos x="10" y="7"/>
                  </a:cxn>
                  <a:cxn ang="0">
                    <a:pos x="0" y="14"/>
                  </a:cxn>
                  <a:cxn ang="0">
                    <a:pos x="286" y="180"/>
                  </a:cxn>
                  <a:cxn ang="0">
                    <a:pos x="310" y="193"/>
                  </a:cxn>
                  <a:cxn ang="0">
                    <a:pos x="325" y="180"/>
                  </a:cxn>
                  <a:cxn ang="0">
                    <a:pos x="16" y="0"/>
                  </a:cxn>
                </a:cxnLst>
                <a:rect l="0" t="0" r="r" b="b"/>
                <a:pathLst>
                  <a:path w="325" h="193">
                    <a:moveTo>
                      <a:pt x="16" y="0"/>
                    </a:moveTo>
                    <a:lnTo>
                      <a:pt x="10" y="7"/>
                    </a:lnTo>
                    <a:lnTo>
                      <a:pt x="10" y="7"/>
                    </a:lnTo>
                    <a:lnTo>
                      <a:pt x="0" y="14"/>
                    </a:lnTo>
                    <a:lnTo>
                      <a:pt x="286" y="180"/>
                    </a:lnTo>
                    <a:lnTo>
                      <a:pt x="310" y="193"/>
                    </a:lnTo>
                    <a:lnTo>
                      <a:pt x="325" y="180"/>
                    </a:lnTo>
                    <a:lnTo>
                      <a:pt x="16" y="0"/>
                    </a:lnTo>
                  </a:path>
                </a:pathLst>
              </a:custGeom>
              <a:noFill/>
              <a:ln w="9525">
                <a:noFill/>
                <a:round/>
              </a:ln>
            </p:spPr>
            <p:txBody>
              <a:bodyPr vert="horz" wrap="square" lIns="82938" tIns="41469" rIns="82938" bIns="41469" numCol="1" anchor="t" anchorCtr="0" compatLnSpc="1"/>
              <a:lstStyle/>
              <a:p>
                <a:endParaRPr lang="en-GB" sz="1815"/>
              </a:p>
            </p:txBody>
          </p:sp>
          <p:sp>
            <p:nvSpPr>
              <p:cNvPr id="51966" name="Freeform 766"/>
              <p:cNvSpPr/>
              <p:nvPr/>
            </p:nvSpPr>
            <p:spPr bwMode="auto">
              <a:xfrm>
                <a:off x="3865" y="3196"/>
                <a:ext cx="28" cy="21"/>
              </a:xfrm>
              <a:custGeom>
                <a:avLst/>
                <a:gdLst/>
                <a:ahLst/>
                <a:cxnLst>
                  <a:cxn ang="0">
                    <a:pos x="15" y="0"/>
                  </a:cxn>
                  <a:cxn ang="0">
                    <a:pos x="0" y="13"/>
                  </a:cxn>
                  <a:cxn ang="0">
                    <a:pos x="13" y="21"/>
                  </a:cxn>
                  <a:cxn ang="0">
                    <a:pos x="28" y="8"/>
                  </a:cxn>
                  <a:cxn ang="0">
                    <a:pos x="28" y="8"/>
                  </a:cxn>
                  <a:cxn ang="0">
                    <a:pos x="15" y="0"/>
                  </a:cxn>
                </a:cxnLst>
                <a:rect l="0" t="0" r="r" b="b"/>
                <a:pathLst>
                  <a:path w="28" h="21">
                    <a:moveTo>
                      <a:pt x="15" y="0"/>
                    </a:moveTo>
                    <a:lnTo>
                      <a:pt x="0" y="13"/>
                    </a:lnTo>
                    <a:lnTo>
                      <a:pt x="13" y="21"/>
                    </a:lnTo>
                    <a:lnTo>
                      <a:pt x="28" y="8"/>
                    </a:lnTo>
                    <a:lnTo>
                      <a:pt x="28" y="8"/>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7" name="Freeform 767"/>
              <p:cNvSpPr/>
              <p:nvPr/>
            </p:nvSpPr>
            <p:spPr bwMode="auto">
              <a:xfrm>
                <a:off x="3865" y="3196"/>
                <a:ext cx="28" cy="21"/>
              </a:xfrm>
              <a:custGeom>
                <a:avLst/>
                <a:gdLst/>
                <a:ahLst/>
                <a:cxnLst>
                  <a:cxn ang="0">
                    <a:pos x="15" y="0"/>
                  </a:cxn>
                  <a:cxn ang="0">
                    <a:pos x="0" y="13"/>
                  </a:cxn>
                  <a:cxn ang="0">
                    <a:pos x="13" y="21"/>
                  </a:cxn>
                  <a:cxn ang="0">
                    <a:pos x="28" y="8"/>
                  </a:cxn>
                  <a:cxn ang="0">
                    <a:pos x="28" y="8"/>
                  </a:cxn>
                  <a:cxn ang="0">
                    <a:pos x="15" y="0"/>
                  </a:cxn>
                </a:cxnLst>
                <a:rect l="0" t="0" r="r" b="b"/>
                <a:pathLst>
                  <a:path w="28" h="21">
                    <a:moveTo>
                      <a:pt x="15" y="0"/>
                    </a:moveTo>
                    <a:lnTo>
                      <a:pt x="0" y="13"/>
                    </a:lnTo>
                    <a:lnTo>
                      <a:pt x="13" y="21"/>
                    </a:lnTo>
                    <a:lnTo>
                      <a:pt x="28" y="8"/>
                    </a:lnTo>
                    <a:lnTo>
                      <a:pt x="28" y="8"/>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968" name="Freeform 768"/>
              <p:cNvSpPr/>
              <p:nvPr/>
            </p:nvSpPr>
            <p:spPr bwMode="auto">
              <a:xfrm>
                <a:off x="3566" y="3013"/>
                <a:ext cx="5" cy="3"/>
              </a:xfrm>
              <a:custGeom>
                <a:avLst/>
                <a:gdLst/>
                <a:ahLst/>
                <a:cxnLst>
                  <a:cxn ang="0">
                    <a:pos x="0" y="0"/>
                  </a:cxn>
                  <a:cxn ang="0">
                    <a:pos x="0" y="0"/>
                  </a:cxn>
                  <a:cxn ang="0">
                    <a:pos x="5" y="3"/>
                  </a:cxn>
                  <a:cxn ang="0">
                    <a:pos x="5" y="3"/>
                  </a:cxn>
                  <a:cxn ang="0">
                    <a:pos x="0" y="0"/>
                  </a:cxn>
                </a:cxnLst>
                <a:rect l="0" t="0" r="r" b="b"/>
                <a:pathLst>
                  <a:path w="5" h="3">
                    <a:moveTo>
                      <a:pt x="0" y="0"/>
                    </a:moveTo>
                    <a:lnTo>
                      <a:pt x="0" y="0"/>
                    </a:lnTo>
                    <a:lnTo>
                      <a:pt x="5" y="3"/>
                    </a:lnTo>
                    <a:lnTo>
                      <a:pt x="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9" name="Freeform 769"/>
              <p:cNvSpPr/>
              <p:nvPr/>
            </p:nvSpPr>
            <p:spPr bwMode="auto">
              <a:xfrm>
                <a:off x="3566" y="3013"/>
                <a:ext cx="5" cy="3"/>
              </a:xfrm>
              <a:custGeom>
                <a:avLst/>
                <a:gdLst/>
                <a:ahLst/>
                <a:cxnLst>
                  <a:cxn ang="0">
                    <a:pos x="0" y="0"/>
                  </a:cxn>
                  <a:cxn ang="0">
                    <a:pos x="0" y="0"/>
                  </a:cxn>
                  <a:cxn ang="0">
                    <a:pos x="5" y="3"/>
                  </a:cxn>
                  <a:cxn ang="0">
                    <a:pos x="5" y="3"/>
                  </a:cxn>
                  <a:cxn ang="0">
                    <a:pos x="0" y="0"/>
                  </a:cxn>
                </a:cxnLst>
                <a:rect l="0" t="0" r="r" b="b"/>
                <a:pathLst>
                  <a:path w="5" h="3">
                    <a:moveTo>
                      <a:pt x="0" y="0"/>
                    </a:moveTo>
                    <a:lnTo>
                      <a:pt x="0" y="0"/>
                    </a:lnTo>
                    <a:lnTo>
                      <a:pt x="5" y="3"/>
                    </a:lnTo>
                    <a:lnTo>
                      <a:pt x="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70" name="Freeform 770"/>
              <p:cNvSpPr/>
              <p:nvPr/>
            </p:nvSpPr>
            <p:spPr bwMode="auto">
              <a:xfrm>
                <a:off x="3565" y="3013"/>
                <a:ext cx="6" cy="10"/>
              </a:xfrm>
              <a:custGeom>
                <a:avLst/>
                <a:gdLst/>
                <a:ahLst/>
                <a:cxnLst>
                  <a:cxn ang="0">
                    <a:pos x="1" y="0"/>
                  </a:cxn>
                  <a:cxn ang="0">
                    <a:pos x="0" y="10"/>
                  </a:cxn>
                  <a:cxn ang="0">
                    <a:pos x="6" y="3"/>
                  </a:cxn>
                  <a:cxn ang="0">
                    <a:pos x="1" y="0"/>
                  </a:cxn>
                </a:cxnLst>
                <a:rect l="0" t="0" r="r" b="b"/>
                <a:pathLst>
                  <a:path w="6" h="10">
                    <a:moveTo>
                      <a:pt x="1" y="0"/>
                    </a:moveTo>
                    <a:lnTo>
                      <a:pt x="0" y="10"/>
                    </a:lnTo>
                    <a:lnTo>
                      <a:pt x="6" y="3"/>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71" name="Freeform 771"/>
              <p:cNvSpPr/>
              <p:nvPr/>
            </p:nvSpPr>
            <p:spPr bwMode="auto">
              <a:xfrm>
                <a:off x="3565" y="3013"/>
                <a:ext cx="6" cy="10"/>
              </a:xfrm>
              <a:custGeom>
                <a:avLst/>
                <a:gdLst/>
                <a:ahLst/>
                <a:cxnLst>
                  <a:cxn ang="0">
                    <a:pos x="1" y="0"/>
                  </a:cxn>
                  <a:cxn ang="0">
                    <a:pos x="0" y="10"/>
                  </a:cxn>
                  <a:cxn ang="0">
                    <a:pos x="6" y="3"/>
                  </a:cxn>
                  <a:cxn ang="0">
                    <a:pos x="1" y="0"/>
                  </a:cxn>
                </a:cxnLst>
                <a:rect l="0" t="0" r="r" b="b"/>
                <a:pathLst>
                  <a:path w="6" h="10">
                    <a:moveTo>
                      <a:pt x="1" y="0"/>
                    </a:moveTo>
                    <a:lnTo>
                      <a:pt x="0" y="10"/>
                    </a:lnTo>
                    <a:lnTo>
                      <a:pt x="6" y="3"/>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972" name="Freeform 772"/>
              <p:cNvSpPr/>
              <p:nvPr/>
            </p:nvSpPr>
            <p:spPr bwMode="auto">
              <a:xfrm>
                <a:off x="3536" y="3020"/>
                <a:ext cx="15" cy="8"/>
              </a:xfrm>
              <a:custGeom>
                <a:avLst/>
                <a:gdLst/>
                <a:ahLst/>
                <a:cxnLst>
                  <a:cxn ang="0">
                    <a:pos x="0" y="0"/>
                  </a:cxn>
                  <a:cxn ang="0">
                    <a:pos x="0" y="0"/>
                  </a:cxn>
                  <a:cxn ang="0">
                    <a:pos x="15" y="8"/>
                  </a:cxn>
                  <a:cxn ang="0">
                    <a:pos x="14" y="6"/>
                  </a:cxn>
                  <a:cxn ang="0">
                    <a:pos x="14" y="6"/>
                  </a:cxn>
                  <a:cxn ang="0">
                    <a:pos x="14" y="6"/>
                  </a:cxn>
                  <a:cxn ang="0">
                    <a:pos x="14" y="6"/>
                  </a:cxn>
                  <a:cxn ang="0">
                    <a:pos x="14" y="6"/>
                  </a:cxn>
                  <a:cxn ang="0">
                    <a:pos x="0" y="0"/>
                  </a:cxn>
                </a:cxnLst>
                <a:rect l="0" t="0" r="r" b="b"/>
                <a:pathLst>
                  <a:path w="15" h="8">
                    <a:moveTo>
                      <a:pt x="0" y="0"/>
                    </a:moveTo>
                    <a:lnTo>
                      <a:pt x="0" y="0"/>
                    </a:lnTo>
                    <a:lnTo>
                      <a:pt x="15" y="8"/>
                    </a:lnTo>
                    <a:lnTo>
                      <a:pt x="14" y="6"/>
                    </a:lnTo>
                    <a:lnTo>
                      <a:pt x="14" y="6"/>
                    </a:lnTo>
                    <a:lnTo>
                      <a:pt x="14" y="6"/>
                    </a:lnTo>
                    <a:lnTo>
                      <a:pt x="14" y="6"/>
                    </a:lnTo>
                    <a:lnTo>
                      <a:pt x="14"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73" name="Freeform 773"/>
              <p:cNvSpPr/>
              <p:nvPr/>
            </p:nvSpPr>
            <p:spPr bwMode="auto">
              <a:xfrm>
                <a:off x="3536" y="3020"/>
                <a:ext cx="15" cy="8"/>
              </a:xfrm>
              <a:custGeom>
                <a:avLst/>
                <a:gdLst/>
                <a:ahLst/>
                <a:cxnLst>
                  <a:cxn ang="0">
                    <a:pos x="0" y="0"/>
                  </a:cxn>
                  <a:cxn ang="0">
                    <a:pos x="0" y="0"/>
                  </a:cxn>
                  <a:cxn ang="0">
                    <a:pos x="15" y="8"/>
                  </a:cxn>
                  <a:cxn ang="0">
                    <a:pos x="14" y="6"/>
                  </a:cxn>
                  <a:cxn ang="0">
                    <a:pos x="14" y="6"/>
                  </a:cxn>
                  <a:cxn ang="0">
                    <a:pos x="14" y="6"/>
                  </a:cxn>
                  <a:cxn ang="0">
                    <a:pos x="14" y="6"/>
                  </a:cxn>
                  <a:cxn ang="0">
                    <a:pos x="14" y="6"/>
                  </a:cxn>
                  <a:cxn ang="0">
                    <a:pos x="0" y="0"/>
                  </a:cxn>
                </a:cxnLst>
                <a:rect l="0" t="0" r="r" b="b"/>
                <a:pathLst>
                  <a:path w="15" h="8">
                    <a:moveTo>
                      <a:pt x="0" y="0"/>
                    </a:moveTo>
                    <a:lnTo>
                      <a:pt x="0" y="0"/>
                    </a:lnTo>
                    <a:lnTo>
                      <a:pt x="15" y="8"/>
                    </a:lnTo>
                    <a:lnTo>
                      <a:pt x="14" y="6"/>
                    </a:lnTo>
                    <a:lnTo>
                      <a:pt x="14" y="6"/>
                    </a:lnTo>
                    <a:lnTo>
                      <a:pt x="14" y="6"/>
                    </a:lnTo>
                    <a:lnTo>
                      <a:pt x="14" y="6"/>
                    </a:lnTo>
                    <a:lnTo>
                      <a:pt x="14"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74" name="Rectangle 774"/>
              <p:cNvSpPr>
                <a:spLocks noChangeArrowheads="1"/>
              </p:cNvSpPr>
              <p:nvPr/>
            </p:nvSpPr>
            <p:spPr bwMode="auto">
              <a:xfrm>
                <a:off x="3550" y="3026"/>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975" name="Freeform 775"/>
              <p:cNvSpPr/>
              <p:nvPr/>
            </p:nvSpPr>
            <p:spPr bwMode="auto">
              <a:xfrm>
                <a:off x="3550" y="3026"/>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76" name="Freeform 776"/>
              <p:cNvSpPr/>
              <p:nvPr/>
            </p:nvSpPr>
            <p:spPr bwMode="auto">
              <a:xfrm>
                <a:off x="3237" y="2760"/>
                <a:ext cx="353" cy="243"/>
              </a:xfrm>
              <a:custGeom>
                <a:avLst/>
                <a:gdLst/>
                <a:ahLst/>
                <a:cxnLst>
                  <a:cxn ang="0">
                    <a:pos x="353" y="0"/>
                  </a:cxn>
                  <a:cxn ang="0">
                    <a:pos x="0" y="62"/>
                  </a:cxn>
                  <a:cxn ang="0">
                    <a:pos x="311" y="243"/>
                  </a:cxn>
                  <a:cxn ang="0">
                    <a:pos x="353" y="0"/>
                  </a:cxn>
                </a:cxnLst>
                <a:rect l="0" t="0" r="r" b="b"/>
                <a:pathLst>
                  <a:path w="353" h="243">
                    <a:moveTo>
                      <a:pt x="353" y="0"/>
                    </a:moveTo>
                    <a:lnTo>
                      <a:pt x="0" y="62"/>
                    </a:lnTo>
                    <a:lnTo>
                      <a:pt x="311" y="243"/>
                    </a:lnTo>
                    <a:lnTo>
                      <a:pt x="353"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77" name="Freeform 777"/>
              <p:cNvSpPr/>
              <p:nvPr/>
            </p:nvSpPr>
            <p:spPr bwMode="auto">
              <a:xfrm>
                <a:off x="3237" y="2760"/>
                <a:ext cx="353" cy="243"/>
              </a:xfrm>
              <a:custGeom>
                <a:avLst/>
                <a:gdLst/>
                <a:ahLst/>
                <a:cxnLst>
                  <a:cxn ang="0">
                    <a:pos x="353" y="0"/>
                  </a:cxn>
                  <a:cxn ang="0">
                    <a:pos x="0" y="62"/>
                  </a:cxn>
                  <a:cxn ang="0">
                    <a:pos x="311" y="243"/>
                  </a:cxn>
                  <a:cxn ang="0">
                    <a:pos x="353" y="0"/>
                  </a:cxn>
                </a:cxnLst>
                <a:rect l="0" t="0" r="r" b="b"/>
                <a:pathLst>
                  <a:path w="353" h="243">
                    <a:moveTo>
                      <a:pt x="353" y="0"/>
                    </a:moveTo>
                    <a:lnTo>
                      <a:pt x="0" y="62"/>
                    </a:lnTo>
                    <a:lnTo>
                      <a:pt x="311" y="243"/>
                    </a:lnTo>
                    <a:lnTo>
                      <a:pt x="353" y="0"/>
                    </a:lnTo>
                  </a:path>
                </a:pathLst>
              </a:custGeom>
              <a:noFill/>
              <a:ln w="9525">
                <a:noFill/>
                <a:round/>
              </a:ln>
            </p:spPr>
            <p:txBody>
              <a:bodyPr vert="horz" wrap="square" lIns="82938" tIns="41469" rIns="82938" bIns="41469" numCol="1" anchor="t" anchorCtr="0" compatLnSpc="1"/>
              <a:lstStyle/>
              <a:p>
                <a:endParaRPr lang="en-GB" sz="1815"/>
              </a:p>
            </p:txBody>
          </p:sp>
          <p:sp>
            <p:nvSpPr>
              <p:cNvPr id="51978" name="Freeform 778"/>
              <p:cNvSpPr/>
              <p:nvPr/>
            </p:nvSpPr>
            <p:spPr bwMode="auto">
              <a:xfrm>
                <a:off x="3237" y="2760"/>
                <a:ext cx="353" cy="243"/>
              </a:xfrm>
              <a:custGeom>
                <a:avLst/>
                <a:gdLst/>
                <a:ahLst/>
                <a:cxnLst>
                  <a:cxn ang="0">
                    <a:pos x="353" y="0"/>
                  </a:cxn>
                  <a:cxn ang="0">
                    <a:pos x="353" y="0"/>
                  </a:cxn>
                  <a:cxn ang="0">
                    <a:pos x="311" y="243"/>
                  </a:cxn>
                  <a:cxn ang="0">
                    <a:pos x="0" y="62"/>
                  </a:cxn>
                  <a:cxn ang="0">
                    <a:pos x="0" y="62"/>
                  </a:cxn>
                  <a:cxn ang="0">
                    <a:pos x="311" y="243"/>
                  </a:cxn>
                  <a:cxn ang="0">
                    <a:pos x="353" y="0"/>
                  </a:cxn>
                </a:cxnLst>
                <a:rect l="0" t="0" r="r" b="b"/>
                <a:pathLst>
                  <a:path w="353" h="243">
                    <a:moveTo>
                      <a:pt x="353" y="0"/>
                    </a:moveTo>
                    <a:lnTo>
                      <a:pt x="353" y="0"/>
                    </a:lnTo>
                    <a:lnTo>
                      <a:pt x="311" y="243"/>
                    </a:lnTo>
                    <a:lnTo>
                      <a:pt x="0" y="62"/>
                    </a:lnTo>
                    <a:lnTo>
                      <a:pt x="0" y="62"/>
                    </a:lnTo>
                    <a:lnTo>
                      <a:pt x="311" y="243"/>
                    </a:lnTo>
                    <a:lnTo>
                      <a:pt x="35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79" name="Freeform 779"/>
              <p:cNvSpPr/>
              <p:nvPr/>
            </p:nvSpPr>
            <p:spPr bwMode="auto">
              <a:xfrm>
                <a:off x="3237" y="2760"/>
                <a:ext cx="353" cy="243"/>
              </a:xfrm>
              <a:custGeom>
                <a:avLst/>
                <a:gdLst/>
                <a:ahLst/>
                <a:cxnLst>
                  <a:cxn ang="0">
                    <a:pos x="353" y="0"/>
                  </a:cxn>
                  <a:cxn ang="0">
                    <a:pos x="353" y="0"/>
                  </a:cxn>
                  <a:cxn ang="0">
                    <a:pos x="311" y="243"/>
                  </a:cxn>
                  <a:cxn ang="0">
                    <a:pos x="0" y="62"/>
                  </a:cxn>
                  <a:cxn ang="0">
                    <a:pos x="0" y="62"/>
                  </a:cxn>
                  <a:cxn ang="0">
                    <a:pos x="311" y="243"/>
                  </a:cxn>
                  <a:cxn ang="0">
                    <a:pos x="353" y="0"/>
                  </a:cxn>
                </a:cxnLst>
                <a:rect l="0" t="0" r="r" b="b"/>
                <a:pathLst>
                  <a:path w="353" h="243">
                    <a:moveTo>
                      <a:pt x="353" y="0"/>
                    </a:moveTo>
                    <a:lnTo>
                      <a:pt x="353" y="0"/>
                    </a:lnTo>
                    <a:lnTo>
                      <a:pt x="311" y="243"/>
                    </a:lnTo>
                    <a:lnTo>
                      <a:pt x="0" y="62"/>
                    </a:lnTo>
                    <a:lnTo>
                      <a:pt x="0" y="62"/>
                    </a:lnTo>
                    <a:lnTo>
                      <a:pt x="311" y="243"/>
                    </a:lnTo>
                    <a:lnTo>
                      <a:pt x="353" y="0"/>
                    </a:lnTo>
                  </a:path>
                </a:pathLst>
              </a:custGeom>
              <a:noFill/>
              <a:ln w="9525">
                <a:noFill/>
                <a:round/>
              </a:ln>
            </p:spPr>
            <p:txBody>
              <a:bodyPr vert="horz" wrap="square" lIns="82938" tIns="41469" rIns="82938" bIns="41469" numCol="1" anchor="t" anchorCtr="0" compatLnSpc="1"/>
              <a:lstStyle/>
              <a:p>
                <a:endParaRPr lang="en-GB" sz="1815"/>
              </a:p>
            </p:txBody>
          </p:sp>
          <p:sp>
            <p:nvSpPr>
              <p:cNvPr id="51980" name="Freeform 780"/>
              <p:cNvSpPr/>
              <p:nvPr/>
            </p:nvSpPr>
            <p:spPr bwMode="auto">
              <a:xfrm>
                <a:off x="3178" y="2809"/>
                <a:ext cx="13" cy="8"/>
              </a:xfrm>
              <a:custGeom>
                <a:avLst/>
                <a:gdLst/>
                <a:ahLst/>
                <a:cxnLst>
                  <a:cxn ang="0">
                    <a:pos x="10" y="0"/>
                  </a:cxn>
                  <a:cxn ang="0">
                    <a:pos x="0" y="3"/>
                  </a:cxn>
                  <a:cxn ang="0">
                    <a:pos x="8" y="8"/>
                  </a:cxn>
                  <a:cxn ang="0">
                    <a:pos x="13" y="5"/>
                  </a:cxn>
                  <a:cxn ang="0">
                    <a:pos x="10" y="0"/>
                  </a:cxn>
                </a:cxnLst>
                <a:rect l="0" t="0" r="r" b="b"/>
                <a:pathLst>
                  <a:path w="13" h="8">
                    <a:moveTo>
                      <a:pt x="10" y="0"/>
                    </a:moveTo>
                    <a:lnTo>
                      <a:pt x="0" y="3"/>
                    </a:lnTo>
                    <a:lnTo>
                      <a:pt x="8" y="8"/>
                    </a:lnTo>
                    <a:lnTo>
                      <a:pt x="13" y="5"/>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1" name="Freeform 781"/>
              <p:cNvSpPr/>
              <p:nvPr/>
            </p:nvSpPr>
            <p:spPr bwMode="auto">
              <a:xfrm>
                <a:off x="3178" y="2809"/>
                <a:ext cx="13" cy="8"/>
              </a:xfrm>
              <a:custGeom>
                <a:avLst/>
                <a:gdLst/>
                <a:ahLst/>
                <a:cxnLst>
                  <a:cxn ang="0">
                    <a:pos x="10" y="0"/>
                  </a:cxn>
                  <a:cxn ang="0">
                    <a:pos x="0" y="3"/>
                  </a:cxn>
                  <a:cxn ang="0">
                    <a:pos x="8" y="8"/>
                  </a:cxn>
                  <a:cxn ang="0">
                    <a:pos x="13" y="5"/>
                  </a:cxn>
                  <a:cxn ang="0">
                    <a:pos x="10" y="0"/>
                  </a:cxn>
                </a:cxnLst>
                <a:rect l="0" t="0" r="r" b="b"/>
                <a:pathLst>
                  <a:path w="13" h="8">
                    <a:moveTo>
                      <a:pt x="10" y="0"/>
                    </a:moveTo>
                    <a:lnTo>
                      <a:pt x="0" y="3"/>
                    </a:lnTo>
                    <a:lnTo>
                      <a:pt x="8" y="8"/>
                    </a:lnTo>
                    <a:lnTo>
                      <a:pt x="13" y="5"/>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982" name="Freeform 782"/>
              <p:cNvSpPr/>
              <p:nvPr/>
            </p:nvSpPr>
            <p:spPr bwMode="auto">
              <a:xfrm>
                <a:off x="3188" y="2809"/>
                <a:ext cx="7" cy="5"/>
              </a:xfrm>
              <a:custGeom>
                <a:avLst/>
                <a:gdLst/>
                <a:ahLst/>
                <a:cxnLst>
                  <a:cxn ang="0">
                    <a:pos x="5" y="0"/>
                  </a:cxn>
                  <a:cxn ang="0">
                    <a:pos x="0" y="0"/>
                  </a:cxn>
                  <a:cxn ang="0">
                    <a:pos x="3" y="5"/>
                  </a:cxn>
                  <a:cxn ang="0">
                    <a:pos x="7" y="3"/>
                  </a:cxn>
                  <a:cxn ang="0">
                    <a:pos x="5" y="0"/>
                  </a:cxn>
                </a:cxnLst>
                <a:rect l="0" t="0" r="r" b="b"/>
                <a:pathLst>
                  <a:path w="7" h="5">
                    <a:moveTo>
                      <a:pt x="5" y="0"/>
                    </a:moveTo>
                    <a:lnTo>
                      <a:pt x="0" y="0"/>
                    </a:lnTo>
                    <a:lnTo>
                      <a:pt x="3" y="5"/>
                    </a:lnTo>
                    <a:lnTo>
                      <a:pt x="7" y="3"/>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3" name="Freeform 783"/>
              <p:cNvSpPr/>
              <p:nvPr/>
            </p:nvSpPr>
            <p:spPr bwMode="auto">
              <a:xfrm>
                <a:off x="3188" y="2809"/>
                <a:ext cx="7" cy="5"/>
              </a:xfrm>
              <a:custGeom>
                <a:avLst/>
                <a:gdLst/>
                <a:ahLst/>
                <a:cxnLst>
                  <a:cxn ang="0">
                    <a:pos x="5" y="0"/>
                  </a:cxn>
                  <a:cxn ang="0">
                    <a:pos x="0" y="0"/>
                  </a:cxn>
                  <a:cxn ang="0">
                    <a:pos x="3" y="5"/>
                  </a:cxn>
                  <a:cxn ang="0">
                    <a:pos x="7" y="3"/>
                  </a:cxn>
                  <a:cxn ang="0">
                    <a:pos x="5" y="0"/>
                  </a:cxn>
                </a:cxnLst>
                <a:rect l="0" t="0" r="r" b="b"/>
                <a:pathLst>
                  <a:path w="7" h="5">
                    <a:moveTo>
                      <a:pt x="5" y="0"/>
                    </a:moveTo>
                    <a:lnTo>
                      <a:pt x="0" y="0"/>
                    </a:lnTo>
                    <a:lnTo>
                      <a:pt x="3" y="5"/>
                    </a:lnTo>
                    <a:lnTo>
                      <a:pt x="7" y="3"/>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984" name="Freeform 784"/>
              <p:cNvSpPr/>
              <p:nvPr/>
            </p:nvSpPr>
            <p:spPr bwMode="auto">
              <a:xfrm>
                <a:off x="3186" y="2814"/>
                <a:ext cx="9" cy="5"/>
              </a:xfrm>
              <a:custGeom>
                <a:avLst/>
                <a:gdLst/>
                <a:ahLst/>
                <a:cxnLst>
                  <a:cxn ang="0">
                    <a:pos x="5" y="0"/>
                  </a:cxn>
                  <a:cxn ang="0">
                    <a:pos x="0" y="3"/>
                  </a:cxn>
                  <a:cxn ang="0">
                    <a:pos x="5" y="5"/>
                  </a:cxn>
                  <a:cxn ang="0">
                    <a:pos x="9" y="3"/>
                  </a:cxn>
                  <a:cxn ang="0">
                    <a:pos x="5" y="0"/>
                  </a:cxn>
                </a:cxnLst>
                <a:rect l="0" t="0" r="r" b="b"/>
                <a:pathLst>
                  <a:path w="9" h="5">
                    <a:moveTo>
                      <a:pt x="5" y="0"/>
                    </a:moveTo>
                    <a:lnTo>
                      <a:pt x="0" y="3"/>
                    </a:lnTo>
                    <a:lnTo>
                      <a:pt x="5" y="5"/>
                    </a:lnTo>
                    <a:lnTo>
                      <a:pt x="9" y="3"/>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5" name="Freeform 785"/>
              <p:cNvSpPr/>
              <p:nvPr/>
            </p:nvSpPr>
            <p:spPr bwMode="auto">
              <a:xfrm>
                <a:off x="3186" y="2814"/>
                <a:ext cx="9" cy="5"/>
              </a:xfrm>
              <a:custGeom>
                <a:avLst/>
                <a:gdLst/>
                <a:ahLst/>
                <a:cxnLst>
                  <a:cxn ang="0">
                    <a:pos x="5" y="0"/>
                  </a:cxn>
                  <a:cxn ang="0">
                    <a:pos x="0" y="3"/>
                  </a:cxn>
                  <a:cxn ang="0">
                    <a:pos x="5" y="5"/>
                  </a:cxn>
                  <a:cxn ang="0">
                    <a:pos x="9" y="3"/>
                  </a:cxn>
                  <a:cxn ang="0">
                    <a:pos x="5" y="0"/>
                  </a:cxn>
                </a:cxnLst>
                <a:rect l="0" t="0" r="r" b="b"/>
                <a:pathLst>
                  <a:path w="9" h="5">
                    <a:moveTo>
                      <a:pt x="5" y="0"/>
                    </a:moveTo>
                    <a:lnTo>
                      <a:pt x="0" y="3"/>
                    </a:lnTo>
                    <a:lnTo>
                      <a:pt x="5" y="5"/>
                    </a:lnTo>
                    <a:lnTo>
                      <a:pt x="9" y="3"/>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986" name="Freeform 786"/>
              <p:cNvSpPr/>
              <p:nvPr/>
            </p:nvSpPr>
            <p:spPr bwMode="auto">
              <a:xfrm>
                <a:off x="3191" y="2812"/>
                <a:ext cx="5" cy="5"/>
              </a:xfrm>
              <a:custGeom>
                <a:avLst/>
                <a:gdLst/>
                <a:ahLst/>
                <a:cxnLst>
                  <a:cxn ang="0">
                    <a:pos x="4" y="0"/>
                  </a:cxn>
                  <a:cxn ang="0">
                    <a:pos x="0" y="2"/>
                  </a:cxn>
                  <a:cxn ang="0">
                    <a:pos x="4" y="5"/>
                  </a:cxn>
                  <a:cxn ang="0">
                    <a:pos x="5" y="2"/>
                  </a:cxn>
                  <a:cxn ang="0">
                    <a:pos x="4" y="0"/>
                  </a:cxn>
                </a:cxnLst>
                <a:rect l="0" t="0" r="r" b="b"/>
                <a:pathLst>
                  <a:path w="5" h="5">
                    <a:moveTo>
                      <a:pt x="4" y="0"/>
                    </a:moveTo>
                    <a:lnTo>
                      <a:pt x="0" y="2"/>
                    </a:lnTo>
                    <a:lnTo>
                      <a:pt x="4" y="5"/>
                    </a:lnTo>
                    <a:lnTo>
                      <a:pt x="5"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7" name="Freeform 787"/>
              <p:cNvSpPr/>
              <p:nvPr/>
            </p:nvSpPr>
            <p:spPr bwMode="auto">
              <a:xfrm>
                <a:off x="3191" y="2812"/>
                <a:ext cx="5" cy="5"/>
              </a:xfrm>
              <a:custGeom>
                <a:avLst/>
                <a:gdLst/>
                <a:ahLst/>
                <a:cxnLst>
                  <a:cxn ang="0">
                    <a:pos x="4" y="0"/>
                  </a:cxn>
                  <a:cxn ang="0">
                    <a:pos x="0" y="2"/>
                  </a:cxn>
                  <a:cxn ang="0">
                    <a:pos x="4" y="5"/>
                  </a:cxn>
                  <a:cxn ang="0">
                    <a:pos x="5" y="2"/>
                  </a:cxn>
                  <a:cxn ang="0">
                    <a:pos x="4" y="0"/>
                  </a:cxn>
                </a:cxnLst>
                <a:rect l="0" t="0" r="r" b="b"/>
                <a:pathLst>
                  <a:path w="5" h="5">
                    <a:moveTo>
                      <a:pt x="4" y="0"/>
                    </a:moveTo>
                    <a:lnTo>
                      <a:pt x="0" y="2"/>
                    </a:lnTo>
                    <a:lnTo>
                      <a:pt x="4" y="5"/>
                    </a:lnTo>
                    <a:lnTo>
                      <a:pt x="5"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988" name="Freeform 788"/>
              <p:cNvSpPr/>
              <p:nvPr/>
            </p:nvSpPr>
            <p:spPr bwMode="auto">
              <a:xfrm>
                <a:off x="3278" y="2869"/>
                <a:ext cx="258" cy="151"/>
              </a:xfrm>
              <a:custGeom>
                <a:avLst/>
                <a:gdLst/>
                <a:ahLst/>
                <a:cxnLst>
                  <a:cxn ang="0">
                    <a:pos x="0" y="0"/>
                  </a:cxn>
                  <a:cxn ang="0">
                    <a:pos x="258" y="151"/>
                  </a:cxn>
                  <a:cxn ang="0">
                    <a:pos x="258" y="151"/>
                  </a:cxn>
                  <a:cxn ang="0">
                    <a:pos x="0" y="0"/>
                  </a:cxn>
                </a:cxnLst>
                <a:rect l="0" t="0" r="r" b="b"/>
                <a:pathLst>
                  <a:path w="258" h="151">
                    <a:moveTo>
                      <a:pt x="0" y="0"/>
                    </a:moveTo>
                    <a:lnTo>
                      <a:pt x="258" y="151"/>
                    </a:lnTo>
                    <a:lnTo>
                      <a:pt x="258" y="151"/>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89" name="Freeform 789"/>
              <p:cNvSpPr/>
              <p:nvPr/>
            </p:nvSpPr>
            <p:spPr bwMode="auto">
              <a:xfrm>
                <a:off x="3278" y="2869"/>
                <a:ext cx="258" cy="151"/>
              </a:xfrm>
              <a:custGeom>
                <a:avLst/>
                <a:gdLst/>
                <a:ahLst/>
                <a:cxnLst>
                  <a:cxn ang="0">
                    <a:pos x="0" y="0"/>
                  </a:cxn>
                  <a:cxn ang="0">
                    <a:pos x="258" y="151"/>
                  </a:cxn>
                  <a:cxn ang="0">
                    <a:pos x="258" y="151"/>
                  </a:cxn>
                  <a:cxn ang="0">
                    <a:pos x="0" y="0"/>
                  </a:cxn>
                </a:cxnLst>
                <a:rect l="0" t="0" r="r" b="b"/>
                <a:pathLst>
                  <a:path w="258" h="151">
                    <a:moveTo>
                      <a:pt x="0" y="0"/>
                    </a:moveTo>
                    <a:lnTo>
                      <a:pt x="258" y="151"/>
                    </a:lnTo>
                    <a:lnTo>
                      <a:pt x="258" y="15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90" name="Freeform 790"/>
              <p:cNvSpPr/>
              <p:nvPr/>
            </p:nvSpPr>
            <p:spPr bwMode="auto">
              <a:xfrm>
                <a:off x="3193" y="2809"/>
                <a:ext cx="3" cy="3"/>
              </a:xfrm>
              <a:custGeom>
                <a:avLst/>
                <a:gdLst/>
                <a:ahLst/>
                <a:cxnLst>
                  <a:cxn ang="0">
                    <a:pos x="3" y="0"/>
                  </a:cxn>
                  <a:cxn ang="0">
                    <a:pos x="0" y="0"/>
                  </a:cxn>
                  <a:cxn ang="0">
                    <a:pos x="2" y="3"/>
                  </a:cxn>
                  <a:cxn ang="0">
                    <a:pos x="3" y="1"/>
                  </a:cxn>
                  <a:cxn ang="0">
                    <a:pos x="3" y="0"/>
                  </a:cxn>
                </a:cxnLst>
                <a:rect l="0" t="0" r="r" b="b"/>
                <a:pathLst>
                  <a:path w="3" h="3">
                    <a:moveTo>
                      <a:pt x="3" y="0"/>
                    </a:moveTo>
                    <a:lnTo>
                      <a:pt x="0" y="0"/>
                    </a:lnTo>
                    <a:lnTo>
                      <a:pt x="2" y="3"/>
                    </a:lnTo>
                    <a:lnTo>
                      <a:pt x="3"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1" name="Freeform 791"/>
              <p:cNvSpPr/>
              <p:nvPr/>
            </p:nvSpPr>
            <p:spPr bwMode="auto">
              <a:xfrm>
                <a:off x="3193" y="2809"/>
                <a:ext cx="3" cy="3"/>
              </a:xfrm>
              <a:custGeom>
                <a:avLst/>
                <a:gdLst/>
                <a:ahLst/>
                <a:cxnLst>
                  <a:cxn ang="0">
                    <a:pos x="3" y="0"/>
                  </a:cxn>
                  <a:cxn ang="0">
                    <a:pos x="0" y="0"/>
                  </a:cxn>
                  <a:cxn ang="0">
                    <a:pos x="2" y="3"/>
                  </a:cxn>
                  <a:cxn ang="0">
                    <a:pos x="3" y="1"/>
                  </a:cxn>
                  <a:cxn ang="0">
                    <a:pos x="3" y="0"/>
                  </a:cxn>
                </a:cxnLst>
                <a:rect l="0" t="0" r="r" b="b"/>
                <a:pathLst>
                  <a:path w="3" h="3">
                    <a:moveTo>
                      <a:pt x="3" y="0"/>
                    </a:moveTo>
                    <a:lnTo>
                      <a:pt x="0" y="0"/>
                    </a:lnTo>
                    <a:lnTo>
                      <a:pt x="2" y="3"/>
                    </a:lnTo>
                    <a:lnTo>
                      <a:pt x="3"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992" name="Freeform 792"/>
              <p:cNvSpPr/>
              <p:nvPr/>
            </p:nvSpPr>
            <p:spPr bwMode="auto">
              <a:xfrm>
                <a:off x="3196" y="2807"/>
                <a:ext cx="4" cy="3"/>
              </a:xfrm>
              <a:custGeom>
                <a:avLst/>
                <a:gdLst/>
                <a:ahLst/>
                <a:cxnLst>
                  <a:cxn ang="0">
                    <a:pos x="4" y="0"/>
                  </a:cxn>
                  <a:cxn ang="0">
                    <a:pos x="0" y="2"/>
                  </a:cxn>
                  <a:cxn ang="0">
                    <a:pos x="0" y="3"/>
                  </a:cxn>
                  <a:cxn ang="0">
                    <a:pos x="4" y="2"/>
                  </a:cxn>
                  <a:cxn ang="0">
                    <a:pos x="4" y="0"/>
                  </a:cxn>
                </a:cxnLst>
                <a:rect l="0" t="0" r="r" b="b"/>
                <a:pathLst>
                  <a:path w="4" h="3">
                    <a:moveTo>
                      <a:pt x="4" y="0"/>
                    </a:moveTo>
                    <a:lnTo>
                      <a:pt x="0" y="2"/>
                    </a:lnTo>
                    <a:lnTo>
                      <a:pt x="0" y="3"/>
                    </a:lnTo>
                    <a:lnTo>
                      <a:pt x="4"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3" name="Freeform 793"/>
              <p:cNvSpPr/>
              <p:nvPr/>
            </p:nvSpPr>
            <p:spPr bwMode="auto">
              <a:xfrm>
                <a:off x="3196" y="2807"/>
                <a:ext cx="4" cy="3"/>
              </a:xfrm>
              <a:custGeom>
                <a:avLst/>
                <a:gdLst/>
                <a:ahLst/>
                <a:cxnLst>
                  <a:cxn ang="0">
                    <a:pos x="4" y="0"/>
                  </a:cxn>
                  <a:cxn ang="0">
                    <a:pos x="0" y="2"/>
                  </a:cxn>
                  <a:cxn ang="0">
                    <a:pos x="0" y="3"/>
                  </a:cxn>
                  <a:cxn ang="0">
                    <a:pos x="4" y="2"/>
                  </a:cxn>
                  <a:cxn ang="0">
                    <a:pos x="4" y="0"/>
                  </a:cxn>
                </a:cxnLst>
                <a:rect l="0" t="0" r="r" b="b"/>
                <a:pathLst>
                  <a:path w="4" h="3">
                    <a:moveTo>
                      <a:pt x="4" y="0"/>
                    </a:moveTo>
                    <a:lnTo>
                      <a:pt x="0" y="2"/>
                    </a:lnTo>
                    <a:lnTo>
                      <a:pt x="0" y="3"/>
                    </a:lnTo>
                    <a:lnTo>
                      <a:pt x="4"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994" name="Freeform 794"/>
              <p:cNvSpPr/>
              <p:nvPr/>
            </p:nvSpPr>
            <p:spPr bwMode="auto">
              <a:xfrm>
                <a:off x="3223" y="2822"/>
                <a:ext cx="325" cy="198"/>
              </a:xfrm>
              <a:custGeom>
                <a:avLst/>
                <a:gdLst/>
                <a:ahLst/>
                <a:cxnLst>
                  <a:cxn ang="0">
                    <a:pos x="14" y="0"/>
                  </a:cxn>
                  <a:cxn ang="0">
                    <a:pos x="4" y="2"/>
                  </a:cxn>
                  <a:cxn ang="0">
                    <a:pos x="10" y="9"/>
                  </a:cxn>
                  <a:cxn ang="0">
                    <a:pos x="0" y="7"/>
                  </a:cxn>
                  <a:cxn ang="0">
                    <a:pos x="4" y="17"/>
                  </a:cxn>
                  <a:cxn ang="0">
                    <a:pos x="55" y="47"/>
                  </a:cxn>
                  <a:cxn ang="0">
                    <a:pos x="313" y="198"/>
                  </a:cxn>
                  <a:cxn ang="0">
                    <a:pos x="313" y="198"/>
                  </a:cxn>
                  <a:cxn ang="0">
                    <a:pos x="313" y="198"/>
                  </a:cxn>
                  <a:cxn ang="0">
                    <a:pos x="323" y="189"/>
                  </a:cxn>
                  <a:cxn ang="0">
                    <a:pos x="325" y="181"/>
                  </a:cxn>
                  <a:cxn ang="0">
                    <a:pos x="14" y="0"/>
                  </a:cxn>
                </a:cxnLst>
                <a:rect l="0" t="0" r="r" b="b"/>
                <a:pathLst>
                  <a:path w="325" h="198">
                    <a:moveTo>
                      <a:pt x="14" y="0"/>
                    </a:moveTo>
                    <a:lnTo>
                      <a:pt x="4" y="2"/>
                    </a:lnTo>
                    <a:lnTo>
                      <a:pt x="10" y="9"/>
                    </a:lnTo>
                    <a:lnTo>
                      <a:pt x="0" y="7"/>
                    </a:lnTo>
                    <a:lnTo>
                      <a:pt x="4" y="17"/>
                    </a:lnTo>
                    <a:lnTo>
                      <a:pt x="55" y="47"/>
                    </a:lnTo>
                    <a:lnTo>
                      <a:pt x="313" y="198"/>
                    </a:lnTo>
                    <a:lnTo>
                      <a:pt x="313" y="198"/>
                    </a:lnTo>
                    <a:lnTo>
                      <a:pt x="313" y="198"/>
                    </a:lnTo>
                    <a:lnTo>
                      <a:pt x="323" y="189"/>
                    </a:lnTo>
                    <a:lnTo>
                      <a:pt x="325" y="181"/>
                    </a:lnTo>
                    <a:lnTo>
                      <a:pt x="1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5" name="Freeform 795"/>
              <p:cNvSpPr/>
              <p:nvPr/>
            </p:nvSpPr>
            <p:spPr bwMode="auto">
              <a:xfrm>
                <a:off x="3223" y="2822"/>
                <a:ext cx="325" cy="198"/>
              </a:xfrm>
              <a:custGeom>
                <a:avLst/>
                <a:gdLst/>
                <a:ahLst/>
                <a:cxnLst>
                  <a:cxn ang="0">
                    <a:pos x="14" y="0"/>
                  </a:cxn>
                  <a:cxn ang="0">
                    <a:pos x="4" y="2"/>
                  </a:cxn>
                  <a:cxn ang="0">
                    <a:pos x="10" y="9"/>
                  </a:cxn>
                  <a:cxn ang="0">
                    <a:pos x="0" y="7"/>
                  </a:cxn>
                  <a:cxn ang="0">
                    <a:pos x="4" y="17"/>
                  </a:cxn>
                  <a:cxn ang="0">
                    <a:pos x="55" y="47"/>
                  </a:cxn>
                  <a:cxn ang="0">
                    <a:pos x="313" y="198"/>
                  </a:cxn>
                  <a:cxn ang="0">
                    <a:pos x="313" y="198"/>
                  </a:cxn>
                  <a:cxn ang="0">
                    <a:pos x="313" y="198"/>
                  </a:cxn>
                  <a:cxn ang="0">
                    <a:pos x="323" y="189"/>
                  </a:cxn>
                  <a:cxn ang="0">
                    <a:pos x="325" y="181"/>
                  </a:cxn>
                  <a:cxn ang="0">
                    <a:pos x="14" y="0"/>
                  </a:cxn>
                </a:cxnLst>
                <a:rect l="0" t="0" r="r" b="b"/>
                <a:pathLst>
                  <a:path w="325" h="198">
                    <a:moveTo>
                      <a:pt x="14" y="0"/>
                    </a:moveTo>
                    <a:lnTo>
                      <a:pt x="4" y="2"/>
                    </a:lnTo>
                    <a:lnTo>
                      <a:pt x="10" y="9"/>
                    </a:lnTo>
                    <a:lnTo>
                      <a:pt x="0" y="7"/>
                    </a:lnTo>
                    <a:lnTo>
                      <a:pt x="4" y="17"/>
                    </a:lnTo>
                    <a:lnTo>
                      <a:pt x="55" y="47"/>
                    </a:lnTo>
                    <a:lnTo>
                      <a:pt x="313" y="198"/>
                    </a:lnTo>
                    <a:lnTo>
                      <a:pt x="313" y="198"/>
                    </a:lnTo>
                    <a:lnTo>
                      <a:pt x="313" y="198"/>
                    </a:lnTo>
                    <a:lnTo>
                      <a:pt x="323" y="189"/>
                    </a:lnTo>
                    <a:lnTo>
                      <a:pt x="325" y="181"/>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1996" name="Freeform 796"/>
              <p:cNvSpPr/>
              <p:nvPr/>
            </p:nvSpPr>
            <p:spPr bwMode="auto">
              <a:xfrm>
                <a:off x="3220" y="2824"/>
                <a:ext cx="13" cy="7"/>
              </a:xfrm>
              <a:custGeom>
                <a:avLst/>
                <a:gdLst/>
                <a:ahLst/>
                <a:cxnLst>
                  <a:cxn ang="0">
                    <a:pos x="7" y="0"/>
                  </a:cxn>
                  <a:cxn ang="0">
                    <a:pos x="0" y="0"/>
                  </a:cxn>
                  <a:cxn ang="0">
                    <a:pos x="3" y="5"/>
                  </a:cxn>
                  <a:cxn ang="0">
                    <a:pos x="13" y="7"/>
                  </a:cxn>
                  <a:cxn ang="0">
                    <a:pos x="7" y="0"/>
                  </a:cxn>
                </a:cxnLst>
                <a:rect l="0" t="0" r="r" b="b"/>
                <a:pathLst>
                  <a:path w="13" h="7">
                    <a:moveTo>
                      <a:pt x="7" y="0"/>
                    </a:moveTo>
                    <a:lnTo>
                      <a:pt x="0" y="0"/>
                    </a:lnTo>
                    <a:lnTo>
                      <a:pt x="3" y="5"/>
                    </a:lnTo>
                    <a:lnTo>
                      <a:pt x="13" y="7"/>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7" name="Freeform 797"/>
              <p:cNvSpPr/>
              <p:nvPr/>
            </p:nvSpPr>
            <p:spPr bwMode="auto">
              <a:xfrm>
                <a:off x="3220" y="2824"/>
                <a:ext cx="13" cy="7"/>
              </a:xfrm>
              <a:custGeom>
                <a:avLst/>
                <a:gdLst/>
                <a:ahLst/>
                <a:cxnLst>
                  <a:cxn ang="0">
                    <a:pos x="7" y="0"/>
                  </a:cxn>
                  <a:cxn ang="0">
                    <a:pos x="0" y="0"/>
                  </a:cxn>
                  <a:cxn ang="0">
                    <a:pos x="3" y="5"/>
                  </a:cxn>
                  <a:cxn ang="0">
                    <a:pos x="13" y="7"/>
                  </a:cxn>
                  <a:cxn ang="0">
                    <a:pos x="7" y="0"/>
                  </a:cxn>
                </a:cxnLst>
                <a:rect l="0" t="0" r="r" b="b"/>
                <a:pathLst>
                  <a:path w="13" h="7">
                    <a:moveTo>
                      <a:pt x="7" y="0"/>
                    </a:moveTo>
                    <a:lnTo>
                      <a:pt x="0" y="0"/>
                    </a:lnTo>
                    <a:lnTo>
                      <a:pt x="3" y="5"/>
                    </a:lnTo>
                    <a:lnTo>
                      <a:pt x="13" y="7"/>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998" name="Freeform 798"/>
              <p:cNvSpPr/>
              <p:nvPr/>
            </p:nvSpPr>
            <p:spPr bwMode="auto">
              <a:xfrm>
                <a:off x="3195" y="2810"/>
                <a:ext cx="1" cy="4"/>
              </a:xfrm>
              <a:custGeom>
                <a:avLst/>
                <a:gdLst/>
                <a:ahLst/>
                <a:cxnLst>
                  <a:cxn ang="0">
                    <a:pos x="1" y="0"/>
                  </a:cxn>
                  <a:cxn ang="0">
                    <a:pos x="0" y="2"/>
                  </a:cxn>
                  <a:cxn ang="0">
                    <a:pos x="1" y="4"/>
                  </a:cxn>
                  <a:cxn ang="0">
                    <a:pos x="1" y="2"/>
                  </a:cxn>
                  <a:cxn ang="0">
                    <a:pos x="1" y="0"/>
                  </a:cxn>
                </a:cxnLst>
                <a:rect l="0" t="0" r="r" b="b"/>
                <a:pathLst>
                  <a:path w="1" h="4">
                    <a:moveTo>
                      <a:pt x="1" y="0"/>
                    </a:moveTo>
                    <a:lnTo>
                      <a:pt x="0" y="2"/>
                    </a:lnTo>
                    <a:lnTo>
                      <a:pt x="1" y="4"/>
                    </a:lnTo>
                    <a:lnTo>
                      <a:pt x="1"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9" name="Freeform 799"/>
              <p:cNvSpPr/>
              <p:nvPr/>
            </p:nvSpPr>
            <p:spPr bwMode="auto">
              <a:xfrm>
                <a:off x="3195" y="2810"/>
                <a:ext cx="1" cy="4"/>
              </a:xfrm>
              <a:custGeom>
                <a:avLst/>
                <a:gdLst/>
                <a:ahLst/>
                <a:cxnLst>
                  <a:cxn ang="0">
                    <a:pos x="1" y="0"/>
                  </a:cxn>
                  <a:cxn ang="0">
                    <a:pos x="0" y="2"/>
                  </a:cxn>
                  <a:cxn ang="0">
                    <a:pos x="1" y="4"/>
                  </a:cxn>
                  <a:cxn ang="0">
                    <a:pos x="1" y="2"/>
                  </a:cxn>
                  <a:cxn ang="0">
                    <a:pos x="1" y="0"/>
                  </a:cxn>
                </a:cxnLst>
                <a:rect l="0" t="0" r="r" b="b"/>
                <a:pathLst>
                  <a:path w="1" h="4">
                    <a:moveTo>
                      <a:pt x="1" y="0"/>
                    </a:moveTo>
                    <a:lnTo>
                      <a:pt x="0" y="2"/>
                    </a:lnTo>
                    <a:lnTo>
                      <a:pt x="1" y="4"/>
                    </a:lnTo>
                    <a:lnTo>
                      <a:pt x="1"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000" name="Freeform 800"/>
              <p:cNvSpPr/>
              <p:nvPr/>
            </p:nvSpPr>
            <p:spPr bwMode="auto">
              <a:xfrm>
                <a:off x="3196" y="2809"/>
                <a:ext cx="4" cy="3"/>
              </a:xfrm>
              <a:custGeom>
                <a:avLst/>
                <a:gdLst/>
                <a:ahLst/>
                <a:cxnLst>
                  <a:cxn ang="0">
                    <a:pos x="4" y="0"/>
                  </a:cxn>
                  <a:cxn ang="0">
                    <a:pos x="0" y="1"/>
                  </a:cxn>
                  <a:cxn ang="0">
                    <a:pos x="0" y="3"/>
                  </a:cxn>
                  <a:cxn ang="0">
                    <a:pos x="2" y="3"/>
                  </a:cxn>
                  <a:cxn ang="0">
                    <a:pos x="4" y="0"/>
                  </a:cxn>
                </a:cxnLst>
                <a:rect l="0" t="0" r="r" b="b"/>
                <a:pathLst>
                  <a:path w="4" h="3">
                    <a:moveTo>
                      <a:pt x="4" y="0"/>
                    </a:moveTo>
                    <a:lnTo>
                      <a:pt x="0" y="1"/>
                    </a:lnTo>
                    <a:lnTo>
                      <a:pt x="0" y="3"/>
                    </a:lnTo>
                    <a:lnTo>
                      <a:pt x="2" y="3"/>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01" name="Freeform 801"/>
              <p:cNvSpPr/>
              <p:nvPr/>
            </p:nvSpPr>
            <p:spPr bwMode="auto">
              <a:xfrm>
                <a:off x="3196" y="2809"/>
                <a:ext cx="4" cy="3"/>
              </a:xfrm>
              <a:custGeom>
                <a:avLst/>
                <a:gdLst/>
                <a:ahLst/>
                <a:cxnLst>
                  <a:cxn ang="0">
                    <a:pos x="4" y="0"/>
                  </a:cxn>
                  <a:cxn ang="0">
                    <a:pos x="0" y="1"/>
                  </a:cxn>
                  <a:cxn ang="0">
                    <a:pos x="0" y="3"/>
                  </a:cxn>
                  <a:cxn ang="0">
                    <a:pos x="2" y="3"/>
                  </a:cxn>
                  <a:cxn ang="0">
                    <a:pos x="4" y="0"/>
                  </a:cxn>
                </a:cxnLst>
                <a:rect l="0" t="0" r="r" b="b"/>
                <a:pathLst>
                  <a:path w="4" h="3">
                    <a:moveTo>
                      <a:pt x="4" y="0"/>
                    </a:moveTo>
                    <a:lnTo>
                      <a:pt x="0" y="1"/>
                    </a:lnTo>
                    <a:lnTo>
                      <a:pt x="0" y="3"/>
                    </a:lnTo>
                    <a:lnTo>
                      <a:pt x="2" y="3"/>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02" name="Rectangle 802"/>
              <p:cNvSpPr>
                <a:spLocks noChangeArrowheads="1"/>
              </p:cNvSpPr>
              <p:nvPr/>
            </p:nvSpPr>
            <p:spPr bwMode="auto">
              <a:xfrm>
                <a:off x="3200" y="2807"/>
                <a:ext cx="1" cy="2"/>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003" name="Rectangle 803"/>
              <p:cNvSpPr>
                <a:spLocks noChangeArrowheads="1"/>
              </p:cNvSpPr>
              <p:nvPr/>
            </p:nvSpPr>
            <p:spPr bwMode="auto">
              <a:xfrm>
                <a:off x="3200" y="2807"/>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04" name="Freeform 804"/>
              <p:cNvSpPr/>
              <p:nvPr/>
            </p:nvSpPr>
            <p:spPr bwMode="auto">
              <a:xfrm>
                <a:off x="3217" y="2829"/>
                <a:ext cx="10" cy="10"/>
              </a:xfrm>
              <a:custGeom>
                <a:avLst/>
                <a:gdLst/>
                <a:ahLst/>
                <a:cxnLst>
                  <a:cxn ang="0">
                    <a:pos x="0" y="0"/>
                  </a:cxn>
                  <a:cxn ang="0">
                    <a:pos x="0" y="5"/>
                  </a:cxn>
                  <a:cxn ang="0">
                    <a:pos x="10" y="10"/>
                  </a:cxn>
                  <a:cxn ang="0">
                    <a:pos x="6" y="0"/>
                  </a:cxn>
                  <a:cxn ang="0">
                    <a:pos x="0" y="0"/>
                  </a:cxn>
                </a:cxnLst>
                <a:rect l="0" t="0" r="r" b="b"/>
                <a:pathLst>
                  <a:path w="10" h="10">
                    <a:moveTo>
                      <a:pt x="0" y="0"/>
                    </a:moveTo>
                    <a:lnTo>
                      <a:pt x="0" y="5"/>
                    </a:lnTo>
                    <a:lnTo>
                      <a:pt x="10" y="10"/>
                    </a:lnTo>
                    <a:lnTo>
                      <a:pt x="6"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05" name="Freeform 805"/>
              <p:cNvSpPr/>
              <p:nvPr/>
            </p:nvSpPr>
            <p:spPr bwMode="auto">
              <a:xfrm>
                <a:off x="3217" y="2829"/>
                <a:ext cx="10" cy="10"/>
              </a:xfrm>
              <a:custGeom>
                <a:avLst/>
                <a:gdLst/>
                <a:ahLst/>
                <a:cxnLst>
                  <a:cxn ang="0">
                    <a:pos x="0" y="0"/>
                  </a:cxn>
                  <a:cxn ang="0">
                    <a:pos x="0" y="5"/>
                  </a:cxn>
                  <a:cxn ang="0">
                    <a:pos x="10" y="10"/>
                  </a:cxn>
                  <a:cxn ang="0">
                    <a:pos x="6" y="0"/>
                  </a:cxn>
                  <a:cxn ang="0">
                    <a:pos x="0" y="0"/>
                  </a:cxn>
                </a:cxnLst>
                <a:rect l="0" t="0" r="r" b="b"/>
                <a:pathLst>
                  <a:path w="10" h="10">
                    <a:moveTo>
                      <a:pt x="0" y="0"/>
                    </a:moveTo>
                    <a:lnTo>
                      <a:pt x="0" y="5"/>
                    </a:lnTo>
                    <a:lnTo>
                      <a:pt x="10" y="10"/>
                    </a:lnTo>
                    <a:lnTo>
                      <a:pt x="6"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06" name="Freeform 806"/>
              <p:cNvSpPr/>
              <p:nvPr/>
            </p:nvSpPr>
            <p:spPr bwMode="auto">
              <a:xfrm>
                <a:off x="3213" y="2827"/>
                <a:ext cx="4" cy="7"/>
              </a:xfrm>
              <a:custGeom>
                <a:avLst/>
                <a:gdLst/>
                <a:ahLst/>
                <a:cxnLst>
                  <a:cxn ang="0">
                    <a:pos x="0" y="0"/>
                  </a:cxn>
                  <a:cxn ang="0">
                    <a:pos x="0" y="4"/>
                  </a:cxn>
                  <a:cxn ang="0">
                    <a:pos x="4" y="7"/>
                  </a:cxn>
                  <a:cxn ang="0">
                    <a:pos x="4" y="2"/>
                  </a:cxn>
                  <a:cxn ang="0">
                    <a:pos x="0" y="0"/>
                  </a:cxn>
                </a:cxnLst>
                <a:rect l="0" t="0" r="r" b="b"/>
                <a:pathLst>
                  <a:path w="4" h="7">
                    <a:moveTo>
                      <a:pt x="0" y="0"/>
                    </a:moveTo>
                    <a:lnTo>
                      <a:pt x="0" y="4"/>
                    </a:lnTo>
                    <a:lnTo>
                      <a:pt x="4" y="7"/>
                    </a:lnTo>
                    <a:lnTo>
                      <a:pt x="4"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07" name="Freeform 807"/>
              <p:cNvSpPr/>
              <p:nvPr/>
            </p:nvSpPr>
            <p:spPr bwMode="auto">
              <a:xfrm>
                <a:off x="3213" y="2827"/>
                <a:ext cx="4" cy="7"/>
              </a:xfrm>
              <a:custGeom>
                <a:avLst/>
                <a:gdLst/>
                <a:ahLst/>
                <a:cxnLst>
                  <a:cxn ang="0">
                    <a:pos x="0" y="0"/>
                  </a:cxn>
                  <a:cxn ang="0">
                    <a:pos x="0" y="4"/>
                  </a:cxn>
                  <a:cxn ang="0">
                    <a:pos x="4" y="7"/>
                  </a:cxn>
                  <a:cxn ang="0">
                    <a:pos x="4" y="2"/>
                  </a:cxn>
                  <a:cxn ang="0">
                    <a:pos x="0" y="0"/>
                  </a:cxn>
                </a:cxnLst>
                <a:rect l="0" t="0" r="r" b="b"/>
                <a:pathLst>
                  <a:path w="4" h="7">
                    <a:moveTo>
                      <a:pt x="0" y="0"/>
                    </a:moveTo>
                    <a:lnTo>
                      <a:pt x="0" y="4"/>
                    </a:lnTo>
                    <a:lnTo>
                      <a:pt x="4" y="7"/>
                    </a:lnTo>
                    <a:lnTo>
                      <a:pt x="4"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08" name="Freeform 808"/>
              <p:cNvSpPr/>
              <p:nvPr/>
            </p:nvSpPr>
            <p:spPr bwMode="auto">
              <a:xfrm>
                <a:off x="3217" y="2824"/>
                <a:ext cx="6" cy="5"/>
              </a:xfrm>
              <a:custGeom>
                <a:avLst/>
                <a:gdLst/>
                <a:ahLst/>
                <a:cxnLst>
                  <a:cxn ang="0">
                    <a:pos x="3" y="0"/>
                  </a:cxn>
                  <a:cxn ang="0">
                    <a:pos x="0" y="2"/>
                  </a:cxn>
                  <a:cxn ang="0">
                    <a:pos x="0" y="5"/>
                  </a:cxn>
                  <a:cxn ang="0">
                    <a:pos x="6" y="5"/>
                  </a:cxn>
                  <a:cxn ang="0">
                    <a:pos x="3" y="0"/>
                  </a:cxn>
                </a:cxnLst>
                <a:rect l="0" t="0" r="r" b="b"/>
                <a:pathLst>
                  <a:path w="6" h="5">
                    <a:moveTo>
                      <a:pt x="3" y="0"/>
                    </a:moveTo>
                    <a:lnTo>
                      <a:pt x="0" y="2"/>
                    </a:lnTo>
                    <a:lnTo>
                      <a:pt x="0" y="5"/>
                    </a:lnTo>
                    <a:lnTo>
                      <a:pt x="6" y="5"/>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grpSp>
        <p:grpSp>
          <p:nvGrpSpPr>
            <p:cNvPr id="8" name="Group 1010"/>
            <p:cNvGrpSpPr/>
            <p:nvPr/>
          </p:nvGrpSpPr>
          <p:grpSpPr bwMode="auto">
            <a:xfrm>
              <a:off x="3181" y="1657"/>
              <a:ext cx="1526" cy="1374"/>
              <a:chOff x="3181" y="1657"/>
              <a:chExt cx="1526" cy="1374"/>
            </a:xfrm>
          </p:grpSpPr>
          <p:sp>
            <p:nvSpPr>
              <p:cNvPr id="52010" name="Freeform 810"/>
              <p:cNvSpPr/>
              <p:nvPr/>
            </p:nvSpPr>
            <p:spPr bwMode="auto">
              <a:xfrm>
                <a:off x="3217" y="2824"/>
                <a:ext cx="6" cy="5"/>
              </a:xfrm>
              <a:custGeom>
                <a:avLst/>
                <a:gdLst/>
                <a:ahLst/>
                <a:cxnLst>
                  <a:cxn ang="0">
                    <a:pos x="3" y="0"/>
                  </a:cxn>
                  <a:cxn ang="0">
                    <a:pos x="0" y="2"/>
                  </a:cxn>
                  <a:cxn ang="0">
                    <a:pos x="0" y="5"/>
                  </a:cxn>
                  <a:cxn ang="0">
                    <a:pos x="6" y="5"/>
                  </a:cxn>
                  <a:cxn ang="0">
                    <a:pos x="3" y="0"/>
                  </a:cxn>
                </a:cxnLst>
                <a:rect l="0" t="0" r="r" b="b"/>
                <a:pathLst>
                  <a:path w="6" h="5">
                    <a:moveTo>
                      <a:pt x="3" y="0"/>
                    </a:moveTo>
                    <a:lnTo>
                      <a:pt x="0" y="2"/>
                    </a:lnTo>
                    <a:lnTo>
                      <a:pt x="0" y="5"/>
                    </a:lnTo>
                    <a:lnTo>
                      <a:pt x="6" y="5"/>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11" name="Freeform 811"/>
              <p:cNvSpPr/>
              <p:nvPr/>
            </p:nvSpPr>
            <p:spPr bwMode="auto">
              <a:xfrm>
                <a:off x="3213" y="2826"/>
                <a:ext cx="4" cy="3"/>
              </a:xfrm>
              <a:custGeom>
                <a:avLst/>
                <a:gdLst/>
                <a:ahLst/>
                <a:cxnLst>
                  <a:cxn ang="0">
                    <a:pos x="4" y="0"/>
                  </a:cxn>
                  <a:cxn ang="0">
                    <a:pos x="2" y="0"/>
                  </a:cxn>
                  <a:cxn ang="0">
                    <a:pos x="0" y="1"/>
                  </a:cxn>
                  <a:cxn ang="0">
                    <a:pos x="4" y="3"/>
                  </a:cxn>
                  <a:cxn ang="0">
                    <a:pos x="4" y="0"/>
                  </a:cxn>
                </a:cxnLst>
                <a:rect l="0" t="0" r="r" b="b"/>
                <a:pathLst>
                  <a:path w="4" h="3">
                    <a:moveTo>
                      <a:pt x="4" y="0"/>
                    </a:moveTo>
                    <a:lnTo>
                      <a:pt x="2" y="0"/>
                    </a:lnTo>
                    <a:lnTo>
                      <a:pt x="0" y="1"/>
                    </a:lnTo>
                    <a:lnTo>
                      <a:pt x="4" y="3"/>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2" name="Freeform 812"/>
              <p:cNvSpPr/>
              <p:nvPr/>
            </p:nvSpPr>
            <p:spPr bwMode="auto">
              <a:xfrm>
                <a:off x="3213" y="2826"/>
                <a:ext cx="4" cy="3"/>
              </a:xfrm>
              <a:custGeom>
                <a:avLst/>
                <a:gdLst/>
                <a:ahLst/>
                <a:cxnLst>
                  <a:cxn ang="0">
                    <a:pos x="4" y="0"/>
                  </a:cxn>
                  <a:cxn ang="0">
                    <a:pos x="2" y="0"/>
                  </a:cxn>
                  <a:cxn ang="0">
                    <a:pos x="0" y="1"/>
                  </a:cxn>
                  <a:cxn ang="0">
                    <a:pos x="4" y="3"/>
                  </a:cxn>
                  <a:cxn ang="0">
                    <a:pos x="4" y="0"/>
                  </a:cxn>
                </a:cxnLst>
                <a:rect l="0" t="0" r="r" b="b"/>
                <a:pathLst>
                  <a:path w="4" h="3">
                    <a:moveTo>
                      <a:pt x="4" y="0"/>
                    </a:moveTo>
                    <a:lnTo>
                      <a:pt x="2" y="0"/>
                    </a:lnTo>
                    <a:lnTo>
                      <a:pt x="0" y="1"/>
                    </a:lnTo>
                    <a:lnTo>
                      <a:pt x="4" y="3"/>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13" name="Freeform 813"/>
              <p:cNvSpPr/>
              <p:nvPr/>
            </p:nvSpPr>
            <p:spPr bwMode="auto">
              <a:xfrm>
                <a:off x="3198" y="2809"/>
                <a:ext cx="3" cy="3"/>
              </a:xfrm>
              <a:custGeom>
                <a:avLst/>
                <a:gdLst/>
                <a:ahLst/>
                <a:cxnLst>
                  <a:cxn ang="0">
                    <a:pos x="3" y="0"/>
                  </a:cxn>
                  <a:cxn ang="0">
                    <a:pos x="2" y="0"/>
                  </a:cxn>
                  <a:cxn ang="0">
                    <a:pos x="0" y="3"/>
                  </a:cxn>
                  <a:cxn ang="0">
                    <a:pos x="3" y="0"/>
                  </a:cxn>
                </a:cxnLst>
                <a:rect l="0" t="0" r="r" b="b"/>
                <a:pathLst>
                  <a:path w="3" h="3">
                    <a:moveTo>
                      <a:pt x="3" y="0"/>
                    </a:moveTo>
                    <a:lnTo>
                      <a:pt x="2" y="0"/>
                    </a:lnTo>
                    <a:lnTo>
                      <a:pt x="0"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4" name="Freeform 814"/>
              <p:cNvSpPr/>
              <p:nvPr/>
            </p:nvSpPr>
            <p:spPr bwMode="auto">
              <a:xfrm>
                <a:off x="3198" y="2809"/>
                <a:ext cx="3" cy="3"/>
              </a:xfrm>
              <a:custGeom>
                <a:avLst/>
                <a:gdLst/>
                <a:ahLst/>
                <a:cxnLst>
                  <a:cxn ang="0">
                    <a:pos x="3" y="0"/>
                  </a:cxn>
                  <a:cxn ang="0">
                    <a:pos x="2" y="0"/>
                  </a:cxn>
                  <a:cxn ang="0">
                    <a:pos x="0" y="3"/>
                  </a:cxn>
                  <a:cxn ang="0">
                    <a:pos x="3" y="0"/>
                  </a:cxn>
                </a:cxnLst>
                <a:rect l="0" t="0" r="r" b="b"/>
                <a:pathLst>
                  <a:path w="3" h="3">
                    <a:moveTo>
                      <a:pt x="3" y="0"/>
                    </a:moveTo>
                    <a:lnTo>
                      <a:pt x="2" y="0"/>
                    </a:lnTo>
                    <a:lnTo>
                      <a:pt x="0"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15" name="Freeform 815"/>
              <p:cNvSpPr/>
              <p:nvPr/>
            </p:nvSpPr>
            <p:spPr bwMode="auto">
              <a:xfrm>
                <a:off x="3210" y="2827"/>
                <a:ext cx="3" cy="4"/>
              </a:xfrm>
              <a:custGeom>
                <a:avLst/>
                <a:gdLst/>
                <a:ahLst/>
                <a:cxnLst>
                  <a:cxn ang="0">
                    <a:pos x="2" y="0"/>
                  </a:cxn>
                  <a:cxn ang="0">
                    <a:pos x="0" y="2"/>
                  </a:cxn>
                  <a:cxn ang="0">
                    <a:pos x="3" y="4"/>
                  </a:cxn>
                  <a:cxn ang="0">
                    <a:pos x="3" y="0"/>
                  </a:cxn>
                  <a:cxn ang="0">
                    <a:pos x="2" y="0"/>
                  </a:cxn>
                </a:cxnLst>
                <a:rect l="0" t="0" r="r" b="b"/>
                <a:pathLst>
                  <a:path w="3" h="4">
                    <a:moveTo>
                      <a:pt x="2" y="0"/>
                    </a:moveTo>
                    <a:lnTo>
                      <a:pt x="0" y="2"/>
                    </a:lnTo>
                    <a:lnTo>
                      <a:pt x="3" y="4"/>
                    </a:lnTo>
                    <a:lnTo>
                      <a:pt x="3"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6" name="Freeform 816"/>
              <p:cNvSpPr/>
              <p:nvPr/>
            </p:nvSpPr>
            <p:spPr bwMode="auto">
              <a:xfrm>
                <a:off x="3210" y="2827"/>
                <a:ext cx="3" cy="4"/>
              </a:xfrm>
              <a:custGeom>
                <a:avLst/>
                <a:gdLst/>
                <a:ahLst/>
                <a:cxnLst>
                  <a:cxn ang="0">
                    <a:pos x="2" y="0"/>
                  </a:cxn>
                  <a:cxn ang="0">
                    <a:pos x="0" y="2"/>
                  </a:cxn>
                  <a:cxn ang="0">
                    <a:pos x="3" y="4"/>
                  </a:cxn>
                  <a:cxn ang="0">
                    <a:pos x="3" y="0"/>
                  </a:cxn>
                  <a:cxn ang="0">
                    <a:pos x="2" y="0"/>
                  </a:cxn>
                </a:cxnLst>
                <a:rect l="0" t="0" r="r" b="b"/>
                <a:pathLst>
                  <a:path w="3" h="4">
                    <a:moveTo>
                      <a:pt x="2" y="0"/>
                    </a:moveTo>
                    <a:lnTo>
                      <a:pt x="0" y="2"/>
                    </a:lnTo>
                    <a:lnTo>
                      <a:pt x="3" y="4"/>
                    </a:lnTo>
                    <a:lnTo>
                      <a:pt x="3"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017" name="Freeform 817"/>
              <p:cNvSpPr/>
              <p:nvPr/>
            </p:nvSpPr>
            <p:spPr bwMode="auto">
              <a:xfrm>
                <a:off x="3206" y="2827"/>
                <a:ext cx="6" cy="2"/>
              </a:xfrm>
              <a:custGeom>
                <a:avLst/>
                <a:gdLst/>
                <a:ahLst/>
                <a:cxnLst>
                  <a:cxn ang="0">
                    <a:pos x="4" y="0"/>
                  </a:cxn>
                  <a:cxn ang="0">
                    <a:pos x="0" y="2"/>
                  </a:cxn>
                  <a:cxn ang="0">
                    <a:pos x="4" y="2"/>
                  </a:cxn>
                  <a:cxn ang="0">
                    <a:pos x="6" y="0"/>
                  </a:cxn>
                  <a:cxn ang="0">
                    <a:pos x="4" y="0"/>
                  </a:cxn>
                </a:cxnLst>
                <a:rect l="0" t="0" r="r" b="b"/>
                <a:pathLst>
                  <a:path w="6" h="2">
                    <a:moveTo>
                      <a:pt x="4" y="0"/>
                    </a:moveTo>
                    <a:lnTo>
                      <a:pt x="0" y="2"/>
                    </a:lnTo>
                    <a:lnTo>
                      <a:pt x="4" y="2"/>
                    </a:lnTo>
                    <a:lnTo>
                      <a:pt x="6" y="0"/>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8" name="Freeform 818"/>
              <p:cNvSpPr/>
              <p:nvPr/>
            </p:nvSpPr>
            <p:spPr bwMode="auto">
              <a:xfrm>
                <a:off x="3206" y="2827"/>
                <a:ext cx="6" cy="2"/>
              </a:xfrm>
              <a:custGeom>
                <a:avLst/>
                <a:gdLst/>
                <a:ahLst/>
                <a:cxnLst>
                  <a:cxn ang="0">
                    <a:pos x="4" y="0"/>
                  </a:cxn>
                  <a:cxn ang="0">
                    <a:pos x="0" y="2"/>
                  </a:cxn>
                  <a:cxn ang="0">
                    <a:pos x="4" y="2"/>
                  </a:cxn>
                  <a:cxn ang="0">
                    <a:pos x="6" y="0"/>
                  </a:cxn>
                  <a:cxn ang="0">
                    <a:pos x="4" y="0"/>
                  </a:cxn>
                </a:cxnLst>
                <a:rect l="0" t="0" r="r" b="b"/>
                <a:pathLst>
                  <a:path w="6" h="2">
                    <a:moveTo>
                      <a:pt x="4" y="0"/>
                    </a:moveTo>
                    <a:lnTo>
                      <a:pt x="0" y="2"/>
                    </a:lnTo>
                    <a:lnTo>
                      <a:pt x="4" y="2"/>
                    </a:lnTo>
                    <a:lnTo>
                      <a:pt x="6" y="0"/>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19" name="Freeform 819"/>
              <p:cNvSpPr/>
              <p:nvPr/>
            </p:nvSpPr>
            <p:spPr bwMode="auto">
              <a:xfrm>
                <a:off x="3212" y="2826"/>
                <a:ext cx="3" cy="1"/>
              </a:xfrm>
              <a:custGeom>
                <a:avLst/>
                <a:gdLst/>
                <a:ahLst/>
                <a:cxnLst>
                  <a:cxn ang="0">
                    <a:pos x="3" y="0"/>
                  </a:cxn>
                  <a:cxn ang="0">
                    <a:pos x="1" y="0"/>
                  </a:cxn>
                  <a:cxn ang="0">
                    <a:pos x="0" y="1"/>
                  </a:cxn>
                  <a:cxn ang="0">
                    <a:pos x="1" y="1"/>
                  </a:cxn>
                  <a:cxn ang="0">
                    <a:pos x="3" y="0"/>
                  </a:cxn>
                </a:cxnLst>
                <a:rect l="0" t="0" r="r" b="b"/>
                <a:pathLst>
                  <a:path w="3" h="1">
                    <a:moveTo>
                      <a:pt x="3" y="0"/>
                    </a:moveTo>
                    <a:lnTo>
                      <a:pt x="1" y="0"/>
                    </a:lnTo>
                    <a:lnTo>
                      <a:pt x="0" y="1"/>
                    </a:lnTo>
                    <a:lnTo>
                      <a:pt x="1"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0" name="Freeform 820"/>
              <p:cNvSpPr/>
              <p:nvPr/>
            </p:nvSpPr>
            <p:spPr bwMode="auto">
              <a:xfrm>
                <a:off x="3212" y="2826"/>
                <a:ext cx="3" cy="1"/>
              </a:xfrm>
              <a:custGeom>
                <a:avLst/>
                <a:gdLst/>
                <a:ahLst/>
                <a:cxnLst>
                  <a:cxn ang="0">
                    <a:pos x="3" y="0"/>
                  </a:cxn>
                  <a:cxn ang="0">
                    <a:pos x="1" y="0"/>
                  </a:cxn>
                  <a:cxn ang="0">
                    <a:pos x="0" y="1"/>
                  </a:cxn>
                  <a:cxn ang="0">
                    <a:pos x="1" y="1"/>
                  </a:cxn>
                  <a:cxn ang="0">
                    <a:pos x="3" y="0"/>
                  </a:cxn>
                </a:cxnLst>
                <a:rect l="0" t="0" r="r" b="b"/>
                <a:pathLst>
                  <a:path w="3" h="1">
                    <a:moveTo>
                      <a:pt x="3" y="0"/>
                    </a:moveTo>
                    <a:lnTo>
                      <a:pt x="1" y="0"/>
                    </a:lnTo>
                    <a:lnTo>
                      <a:pt x="0" y="1"/>
                    </a:lnTo>
                    <a:lnTo>
                      <a:pt x="1"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21" name="Freeform 821"/>
              <p:cNvSpPr/>
              <p:nvPr/>
            </p:nvSpPr>
            <p:spPr bwMode="auto">
              <a:xfrm>
                <a:off x="3210" y="2826"/>
                <a:ext cx="3" cy="1"/>
              </a:xfrm>
              <a:custGeom>
                <a:avLst/>
                <a:gdLst/>
                <a:ahLst/>
                <a:cxnLst>
                  <a:cxn ang="0">
                    <a:pos x="3" y="0"/>
                  </a:cxn>
                  <a:cxn ang="0">
                    <a:pos x="0" y="0"/>
                  </a:cxn>
                  <a:cxn ang="0">
                    <a:pos x="0" y="1"/>
                  </a:cxn>
                  <a:cxn ang="0">
                    <a:pos x="2" y="1"/>
                  </a:cxn>
                  <a:cxn ang="0">
                    <a:pos x="3" y="0"/>
                  </a:cxn>
                </a:cxnLst>
                <a:rect l="0" t="0" r="r" b="b"/>
                <a:pathLst>
                  <a:path w="3" h="1">
                    <a:moveTo>
                      <a:pt x="3" y="0"/>
                    </a:moveTo>
                    <a:lnTo>
                      <a:pt x="0" y="0"/>
                    </a:lnTo>
                    <a:lnTo>
                      <a:pt x="0" y="1"/>
                    </a:lnTo>
                    <a:lnTo>
                      <a:pt x="2"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2" name="Freeform 822"/>
              <p:cNvSpPr/>
              <p:nvPr/>
            </p:nvSpPr>
            <p:spPr bwMode="auto">
              <a:xfrm>
                <a:off x="3210" y="2826"/>
                <a:ext cx="3" cy="1"/>
              </a:xfrm>
              <a:custGeom>
                <a:avLst/>
                <a:gdLst/>
                <a:ahLst/>
                <a:cxnLst>
                  <a:cxn ang="0">
                    <a:pos x="3" y="0"/>
                  </a:cxn>
                  <a:cxn ang="0">
                    <a:pos x="0" y="0"/>
                  </a:cxn>
                  <a:cxn ang="0">
                    <a:pos x="0" y="1"/>
                  </a:cxn>
                  <a:cxn ang="0">
                    <a:pos x="2" y="1"/>
                  </a:cxn>
                  <a:cxn ang="0">
                    <a:pos x="3" y="0"/>
                  </a:cxn>
                </a:cxnLst>
                <a:rect l="0" t="0" r="r" b="b"/>
                <a:pathLst>
                  <a:path w="3" h="1">
                    <a:moveTo>
                      <a:pt x="3" y="0"/>
                    </a:moveTo>
                    <a:lnTo>
                      <a:pt x="0" y="0"/>
                    </a:lnTo>
                    <a:lnTo>
                      <a:pt x="0" y="1"/>
                    </a:lnTo>
                    <a:lnTo>
                      <a:pt x="2"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23" name="Freeform 823"/>
              <p:cNvSpPr/>
              <p:nvPr/>
            </p:nvSpPr>
            <p:spPr bwMode="auto">
              <a:xfrm>
                <a:off x="3205" y="2827"/>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4" name="Freeform 824"/>
              <p:cNvSpPr/>
              <p:nvPr/>
            </p:nvSpPr>
            <p:spPr bwMode="auto">
              <a:xfrm>
                <a:off x="3205" y="2827"/>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025" name="Freeform 825"/>
              <p:cNvSpPr/>
              <p:nvPr/>
            </p:nvSpPr>
            <p:spPr bwMode="auto">
              <a:xfrm>
                <a:off x="3206" y="2826"/>
                <a:ext cx="4" cy="1"/>
              </a:xfrm>
              <a:custGeom>
                <a:avLst/>
                <a:gdLst/>
                <a:ahLst/>
                <a:cxnLst>
                  <a:cxn ang="0">
                    <a:pos x="4" y="0"/>
                  </a:cxn>
                  <a:cxn ang="0">
                    <a:pos x="0" y="1"/>
                  </a:cxn>
                  <a:cxn ang="0">
                    <a:pos x="4" y="1"/>
                  </a:cxn>
                  <a:cxn ang="0">
                    <a:pos x="4" y="0"/>
                  </a:cxn>
                </a:cxnLst>
                <a:rect l="0" t="0" r="r" b="b"/>
                <a:pathLst>
                  <a:path w="4" h="1">
                    <a:moveTo>
                      <a:pt x="4" y="0"/>
                    </a:moveTo>
                    <a:lnTo>
                      <a:pt x="0" y="1"/>
                    </a:lnTo>
                    <a:lnTo>
                      <a:pt x="4" y="1"/>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6" name="Freeform 826"/>
              <p:cNvSpPr/>
              <p:nvPr/>
            </p:nvSpPr>
            <p:spPr bwMode="auto">
              <a:xfrm>
                <a:off x="3206" y="2826"/>
                <a:ext cx="4" cy="1"/>
              </a:xfrm>
              <a:custGeom>
                <a:avLst/>
                <a:gdLst/>
                <a:ahLst/>
                <a:cxnLst>
                  <a:cxn ang="0">
                    <a:pos x="4" y="0"/>
                  </a:cxn>
                  <a:cxn ang="0">
                    <a:pos x="0" y="1"/>
                  </a:cxn>
                  <a:cxn ang="0">
                    <a:pos x="4" y="1"/>
                  </a:cxn>
                  <a:cxn ang="0">
                    <a:pos x="4" y="0"/>
                  </a:cxn>
                </a:cxnLst>
                <a:rect l="0" t="0" r="r" b="b"/>
                <a:pathLst>
                  <a:path w="4" h="1">
                    <a:moveTo>
                      <a:pt x="4" y="0"/>
                    </a:moveTo>
                    <a:lnTo>
                      <a:pt x="0" y="1"/>
                    </a:lnTo>
                    <a:lnTo>
                      <a:pt x="4" y="1"/>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27" name="Freeform 827"/>
              <p:cNvSpPr/>
              <p:nvPr/>
            </p:nvSpPr>
            <p:spPr bwMode="auto">
              <a:xfrm>
                <a:off x="3536" y="3011"/>
                <a:ext cx="10" cy="9"/>
              </a:xfrm>
              <a:custGeom>
                <a:avLst/>
                <a:gdLst/>
                <a:ahLst/>
                <a:cxnLst>
                  <a:cxn ang="0">
                    <a:pos x="10" y="0"/>
                  </a:cxn>
                  <a:cxn ang="0">
                    <a:pos x="0" y="9"/>
                  </a:cxn>
                  <a:cxn ang="0">
                    <a:pos x="0" y="9"/>
                  </a:cxn>
                  <a:cxn ang="0">
                    <a:pos x="9" y="2"/>
                  </a:cxn>
                  <a:cxn ang="0">
                    <a:pos x="10" y="0"/>
                  </a:cxn>
                </a:cxnLst>
                <a:rect l="0" t="0" r="r" b="b"/>
                <a:pathLst>
                  <a:path w="10" h="9">
                    <a:moveTo>
                      <a:pt x="10" y="0"/>
                    </a:moveTo>
                    <a:lnTo>
                      <a:pt x="0" y="9"/>
                    </a:lnTo>
                    <a:lnTo>
                      <a:pt x="0" y="9"/>
                    </a:lnTo>
                    <a:lnTo>
                      <a:pt x="9"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8" name="Freeform 828"/>
              <p:cNvSpPr/>
              <p:nvPr/>
            </p:nvSpPr>
            <p:spPr bwMode="auto">
              <a:xfrm>
                <a:off x="3536" y="3011"/>
                <a:ext cx="10" cy="9"/>
              </a:xfrm>
              <a:custGeom>
                <a:avLst/>
                <a:gdLst/>
                <a:ahLst/>
                <a:cxnLst>
                  <a:cxn ang="0">
                    <a:pos x="10" y="0"/>
                  </a:cxn>
                  <a:cxn ang="0">
                    <a:pos x="0" y="9"/>
                  </a:cxn>
                  <a:cxn ang="0">
                    <a:pos x="0" y="9"/>
                  </a:cxn>
                  <a:cxn ang="0">
                    <a:pos x="9" y="2"/>
                  </a:cxn>
                  <a:cxn ang="0">
                    <a:pos x="10" y="0"/>
                  </a:cxn>
                </a:cxnLst>
                <a:rect l="0" t="0" r="r" b="b"/>
                <a:pathLst>
                  <a:path w="10" h="9">
                    <a:moveTo>
                      <a:pt x="10" y="0"/>
                    </a:moveTo>
                    <a:lnTo>
                      <a:pt x="0" y="9"/>
                    </a:lnTo>
                    <a:lnTo>
                      <a:pt x="0" y="9"/>
                    </a:lnTo>
                    <a:lnTo>
                      <a:pt x="9"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029" name="Rectangle 829"/>
              <p:cNvSpPr>
                <a:spLocks noChangeArrowheads="1"/>
              </p:cNvSpPr>
              <p:nvPr/>
            </p:nvSpPr>
            <p:spPr bwMode="auto">
              <a:xfrm>
                <a:off x="3555" y="3030"/>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2030" name="Rectangle 830"/>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31" name="Rectangle 831"/>
              <p:cNvSpPr>
                <a:spLocks noChangeArrowheads="1"/>
              </p:cNvSpPr>
              <p:nvPr/>
            </p:nvSpPr>
            <p:spPr bwMode="auto">
              <a:xfrm>
                <a:off x="3555" y="30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032" name="Rectangle 832"/>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33" name="Freeform 833"/>
              <p:cNvSpPr/>
              <p:nvPr/>
            </p:nvSpPr>
            <p:spPr bwMode="auto">
              <a:xfrm>
                <a:off x="3551" y="3028"/>
                <a:ext cx="4" cy="2"/>
              </a:xfrm>
              <a:custGeom>
                <a:avLst/>
                <a:gdLst/>
                <a:ahLst/>
                <a:cxnLst>
                  <a:cxn ang="0">
                    <a:pos x="0" y="0"/>
                  </a:cxn>
                  <a:cxn ang="0">
                    <a:pos x="4" y="2"/>
                  </a:cxn>
                  <a:cxn ang="0">
                    <a:pos x="4" y="2"/>
                  </a:cxn>
                  <a:cxn ang="0">
                    <a:pos x="0" y="0"/>
                  </a:cxn>
                </a:cxnLst>
                <a:rect l="0" t="0" r="r" b="b"/>
                <a:pathLst>
                  <a:path w="4" h="2">
                    <a:moveTo>
                      <a:pt x="0" y="0"/>
                    </a:moveTo>
                    <a:lnTo>
                      <a:pt x="4" y="2"/>
                    </a:lnTo>
                    <a:lnTo>
                      <a:pt x="4"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34" name="Freeform 834"/>
              <p:cNvSpPr/>
              <p:nvPr/>
            </p:nvSpPr>
            <p:spPr bwMode="auto">
              <a:xfrm>
                <a:off x="3551" y="3028"/>
                <a:ext cx="4" cy="2"/>
              </a:xfrm>
              <a:custGeom>
                <a:avLst/>
                <a:gdLst/>
                <a:ahLst/>
                <a:cxnLst>
                  <a:cxn ang="0">
                    <a:pos x="0" y="0"/>
                  </a:cxn>
                  <a:cxn ang="0">
                    <a:pos x="4" y="2"/>
                  </a:cxn>
                  <a:cxn ang="0">
                    <a:pos x="4" y="2"/>
                  </a:cxn>
                  <a:cxn ang="0">
                    <a:pos x="0" y="0"/>
                  </a:cxn>
                </a:cxnLst>
                <a:rect l="0" t="0" r="r" b="b"/>
                <a:pathLst>
                  <a:path w="4" h="2">
                    <a:moveTo>
                      <a:pt x="0" y="0"/>
                    </a:moveTo>
                    <a:lnTo>
                      <a:pt x="4" y="2"/>
                    </a:lnTo>
                    <a:lnTo>
                      <a:pt x="4"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35" name="Freeform 835"/>
              <p:cNvSpPr/>
              <p:nvPr/>
            </p:nvSpPr>
            <p:spPr bwMode="auto">
              <a:xfrm>
                <a:off x="3548" y="2757"/>
                <a:ext cx="64" cy="256"/>
              </a:xfrm>
              <a:custGeom>
                <a:avLst/>
                <a:gdLst/>
                <a:ahLst/>
                <a:cxnLst>
                  <a:cxn ang="0">
                    <a:pos x="64" y="0"/>
                  </a:cxn>
                  <a:cxn ang="0">
                    <a:pos x="57" y="0"/>
                  </a:cxn>
                  <a:cxn ang="0">
                    <a:pos x="57" y="0"/>
                  </a:cxn>
                  <a:cxn ang="0">
                    <a:pos x="57" y="0"/>
                  </a:cxn>
                  <a:cxn ang="0">
                    <a:pos x="55" y="0"/>
                  </a:cxn>
                  <a:cxn ang="0">
                    <a:pos x="55" y="0"/>
                  </a:cxn>
                  <a:cxn ang="0">
                    <a:pos x="55" y="0"/>
                  </a:cxn>
                  <a:cxn ang="0">
                    <a:pos x="42" y="3"/>
                  </a:cxn>
                  <a:cxn ang="0">
                    <a:pos x="0" y="246"/>
                  </a:cxn>
                  <a:cxn ang="0">
                    <a:pos x="12" y="253"/>
                  </a:cxn>
                  <a:cxn ang="0">
                    <a:pos x="12" y="253"/>
                  </a:cxn>
                  <a:cxn ang="0">
                    <a:pos x="18" y="256"/>
                  </a:cxn>
                  <a:cxn ang="0">
                    <a:pos x="64" y="0"/>
                  </a:cxn>
                </a:cxnLst>
                <a:rect l="0" t="0" r="r" b="b"/>
                <a:pathLst>
                  <a:path w="64" h="256">
                    <a:moveTo>
                      <a:pt x="64" y="0"/>
                    </a:moveTo>
                    <a:lnTo>
                      <a:pt x="57" y="0"/>
                    </a:lnTo>
                    <a:lnTo>
                      <a:pt x="57" y="0"/>
                    </a:lnTo>
                    <a:lnTo>
                      <a:pt x="57" y="0"/>
                    </a:lnTo>
                    <a:lnTo>
                      <a:pt x="55" y="0"/>
                    </a:lnTo>
                    <a:lnTo>
                      <a:pt x="55" y="0"/>
                    </a:lnTo>
                    <a:lnTo>
                      <a:pt x="55" y="0"/>
                    </a:lnTo>
                    <a:lnTo>
                      <a:pt x="42" y="3"/>
                    </a:lnTo>
                    <a:lnTo>
                      <a:pt x="0" y="246"/>
                    </a:lnTo>
                    <a:lnTo>
                      <a:pt x="12" y="253"/>
                    </a:lnTo>
                    <a:lnTo>
                      <a:pt x="12" y="253"/>
                    </a:lnTo>
                    <a:lnTo>
                      <a:pt x="18" y="256"/>
                    </a:lnTo>
                    <a:lnTo>
                      <a:pt x="6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36" name="Freeform 836"/>
              <p:cNvSpPr/>
              <p:nvPr/>
            </p:nvSpPr>
            <p:spPr bwMode="auto">
              <a:xfrm>
                <a:off x="3548" y="2757"/>
                <a:ext cx="64" cy="256"/>
              </a:xfrm>
              <a:custGeom>
                <a:avLst/>
                <a:gdLst/>
                <a:ahLst/>
                <a:cxnLst>
                  <a:cxn ang="0">
                    <a:pos x="64" y="0"/>
                  </a:cxn>
                  <a:cxn ang="0">
                    <a:pos x="57" y="0"/>
                  </a:cxn>
                  <a:cxn ang="0">
                    <a:pos x="57" y="0"/>
                  </a:cxn>
                  <a:cxn ang="0">
                    <a:pos x="57" y="0"/>
                  </a:cxn>
                  <a:cxn ang="0">
                    <a:pos x="55" y="0"/>
                  </a:cxn>
                  <a:cxn ang="0">
                    <a:pos x="55" y="0"/>
                  </a:cxn>
                  <a:cxn ang="0">
                    <a:pos x="55" y="0"/>
                  </a:cxn>
                  <a:cxn ang="0">
                    <a:pos x="42" y="3"/>
                  </a:cxn>
                  <a:cxn ang="0">
                    <a:pos x="0" y="246"/>
                  </a:cxn>
                  <a:cxn ang="0">
                    <a:pos x="12" y="253"/>
                  </a:cxn>
                  <a:cxn ang="0">
                    <a:pos x="12" y="253"/>
                  </a:cxn>
                  <a:cxn ang="0">
                    <a:pos x="18" y="256"/>
                  </a:cxn>
                  <a:cxn ang="0">
                    <a:pos x="64" y="0"/>
                  </a:cxn>
                </a:cxnLst>
                <a:rect l="0" t="0" r="r" b="b"/>
                <a:pathLst>
                  <a:path w="64" h="256">
                    <a:moveTo>
                      <a:pt x="64" y="0"/>
                    </a:moveTo>
                    <a:lnTo>
                      <a:pt x="57" y="0"/>
                    </a:lnTo>
                    <a:lnTo>
                      <a:pt x="57" y="0"/>
                    </a:lnTo>
                    <a:lnTo>
                      <a:pt x="57" y="0"/>
                    </a:lnTo>
                    <a:lnTo>
                      <a:pt x="55" y="0"/>
                    </a:lnTo>
                    <a:lnTo>
                      <a:pt x="55" y="0"/>
                    </a:lnTo>
                    <a:lnTo>
                      <a:pt x="55" y="0"/>
                    </a:lnTo>
                    <a:lnTo>
                      <a:pt x="42" y="3"/>
                    </a:lnTo>
                    <a:lnTo>
                      <a:pt x="0" y="246"/>
                    </a:lnTo>
                    <a:lnTo>
                      <a:pt x="12" y="253"/>
                    </a:lnTo>
                    <a:lnTo>
                      <a:pt x="12" y="253"/>
                    </a:lnTo>
                    <a:lnTo>
                      <a:pt x="18" y="256"/>
                    </a:lnTo>
                    <a:lnTo>
                      <a:pt x="64" y="0"/>
                    </a:lnTo>
                  </a:path>
                </a:pathLst>
              </a:custGeom>
              <a:noFill/>
              <a:ln w="9525">
                <a:noFill/>
                <a:round/>
              </a:ln>
            </p:spPr>
            <p:txBody>
              <a:bodyPr vert="horz" wrap="square" lIns="82938" tIns="41469" rIns="82938" bIns="41469" numCol="1" anchor="t" anchorCtr="0" compatLnSpc="1"/>
              <a:lstStyle/>
              <a:p>
                <a:endParaRPr lang="en-GB" sz="1815"/>
              </a:p>
            </p:txBody>
          </p:sp>
          <p:sp>
            <p:nvSpPr>
              <p:cNvPr id="52037" name="Freeform 837"/>
              <p:cNvSpPr/>
              <p:nvPr/>
            </p:nvSpPr>
            <p:spPr bwMode="auto">
              <a:xfrm>
                <a:off x="3546" y="3003"/>
                <a:ext cx="14" cy="8"/>
              </a:xfrm>
              <a:custGeom>
                <a:avLst/>
                <a:gdLst/>
                <a:ahLst/>
                <a:cxnLst>
                  <a:cxn ang="0">
                    <a:pos x="2" y="0"/>
                  </a:cxn>
                  <a:cxn ang="0">
                    <a:pos x="0" y="8"/>
                  </a:cxn>
                  <a:cxn ang="0">
                    <a:pos x="7" y="3"/>
                  </a:cxn>
                  <a:cxn ang="0">
                    <a:pos x="14" y="7"/>
                  </a:cxn>
                  <a:cxn ang="0">
                    <a:pos x="14" y="7"/>
                  </a:cxn>
                  <a:cxn ang="0">
                    <a:pos x="2" y="0"/>
                  </a:cxn>
                </a:cxnLst>
                <a:rect l="0" t="0" r="r" b="b"/>
                <a:pathLst>
                  <a:path w="14" h="8">
                    <a:moveTo>
                      <a:pt x="2" y="0"/>
                    </a:moveTo>
                    <a:lnTo>
                      <a:pt x="0" y="8"/>
                    </a:lnTo>
                    <a:lnTo>
                      <a:pt x="7" y="3"/>
                    </a:lnTo>
                    <a:lnTo>
                      <a:pt x="14" y="7"/>
                    </a:lnTo>
                    <a:lnTo>
                      <a:pt x="14" y="7"/>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38" name="Freeform 838"/>
              <p:cNvSpPr/>
              <p:nvPr/>
            </p:nvSpPr>
            <p:spPr bwMode="auto">
              <a:xfrm>
                <a:off x="3546" y="3003"/>
                <a:ext cx="14" cy="8"/>
              </a:xfrm>
              <a:custGeom>
                <a:avLst/>
                <a:gdLst/>
                <a:ahLst/>
                <a:cxnLst>
                  <a:cxn ang="0">
                    <a:pos x="2" y="0"/>
                  </a:cxn>
                  <a:cxn ang="0">
                    <a:pos x="0" y="8"/>
                  </a:cxn>
                  <a:cxn ang="0">
                    <a:pos x="7" y="3"/>
                  </a:cxn>
                  <a:cxn ang="0">
                    <a:pos x="14" y="7"/>
                  </a:cxn>
                  <a:cxn ang="0">
                    <a:pos x="14" y="7"/>
                  </a:cxn>
                  <a:cxn ang="0">
                    <a:pos x="2" y="0"/>
                  </a:cxn>
                </a:cxnLst>
                <a:rect l="0" t="0" r="r" b="b"/>
                <a:pathLst>
                  <a:path w="14" h="8">
                    <a:moveTo>
                      <a:pt x="2" y="0"/>
                    </a:moveTo>
                    <a:lnTo>
                      <a:pt x="0" y="8"/>
                    </a:lnTo>
                    <a:lnTo>
                      <a:pt x="7" y="3"/>
                    </a:lnTo>
                    <a:lnTo>
                      <a:pt x="14" y="7"/>
                    </a:lnTo>
                    <a:lnTo>
                      <a:pt x="14" y="7"/>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039" name="Freeform 839"/>
              <p:cNvSpPr>
                <a:spLocks noEditPoints="1"/>
              </p:cNvSpPr>
              <p:nvPr/>
            </p:nvSpPr>
            <p:spPr bwMode="auto">
              <a:xfrm>
                <a:off x="3536" y="3006"/>
                <a:ext cx="24" cy="20"/>
              </a:xfrm>
              <a:custGeom>
                <a:avLst/>
                <a:gdLst/>
                <a:ahLst/>
                <a:cxnLst>
                  <a:cxn ang="0">
                    <a:pos x="12" y="20"/>
                  </a:cxn>
                  <a:cxn ang="0">
                    <a:pos x="19" y="12"/>
                  </a:cxn>
                  <a:cxn ang="0">
                    <a:pos x="19" y="12"/>
                  </a:cxn>
                  <a:cxn ang="0">
                    <a:pos x="19" y="12"/>
                  </a:cxn>
                  <a:cxn ang="0">
                    <a:pos x="12" y="20"/>
                  </a:cxn>
                  <a:cxn ang="0">
                    <a:pos x="17" y="0"/>
                  </a:cxn>
                  <a:cxn ang="0">
                    <a:pos x="10" y="5"/>
                  </a:cxn>
                  <a:cxn ang="0">
                    <a:pos x="9" y="7"/>
                  </a:cxn>
                  <a:cxn ang="0">
                    <a:pos x="0" y="14"/>
                  </a:cxn>
                  <a:cxn ang="0">
                    <a:pos x="14" y="20"/>
                  </a:cxn>
                  <a:cxn ang="0">
                    <a:pos x="14" y="20"/>
                  </a:cxn>
                  <a:cxn ang="0">
                    <a:pos x="14" y="20"/>
                  </a:cxn>
                  <a:cxn ang="0">
                    <a:pos x="19" y="12"/>
                  </a:cxn>
                  <a:cxn ang="0">
                    <a:pos x="19" y="12"/>
                  </a:cxn>
                  <a:cxn ang="0">
                    <a:pos x="19" y="12"/>
                  </a:cxn>
                  <a:cxn ang="0">
                    <a:pos x="24" y="4"/>
                  </a:cxn>
                  <a:cxn ang="0">
                    <a:pos x="17" y="0"/>
                  </a:cxn>
                </a:cxnLst>
                <a:rect l="0" t="0" r="r" b="b"/>
                <a:pathLst>
                  <a:path w="24" h="20">
                    <a:moveTo>
                      <a:pt x="12" y="20"/>
                    </a:moveTo>
                    <a:lnTo>
                      <a:pt x="19" y="12"/>
                    </a:lnTo>
                    <a:lnTo>
                      <a:pt x="19" y="12"/>
                    </a:lnTo>
                    <a:lnTo>
                      <a:pt x="19" y="12"/>
                    </a:lnTo>
                    <a:lnTo>
                      <a:pt x="12" y="20"/>
                    </a:lnTo>
                    <a:close/>
                    <a:moveTo>
                      <a:pt x="17" y="0"/>
                    </a:moveTo>
                    <a:lnTo>
                      <a:pt x="10" y="5"/>
                    </a:lnTo>
                    <a:lnTo>
                      <a:pt x="9" y="7"/>
                    </a:lnTo>
                    <a:lnTo>
                      <a:pt x="0" y="14"/>
                    </a:lnTo>
                    <a:lnTo>
                      <a:pt x="14" y="20"/>
                    </a:lnTo>
                    <a:lnTo>
                      <a:pt x="14" y="20"/>
                    </a:lnTo>
                    <a:lnTo>
                      <a:pt x="14" y="20"/>
                    </a:lnTo>
                    <a:lnTo>
                      <a:pt x="19" y="12"/>
                    </a:lnTo>
                    <a:lnTo>
                      <a:pt x="19" y="12"/>
                    </a:lnTo>
                    <a:lnTo>
                      <a:pt x="19" y="12"/>
                    </a:lnTo>
                    <a:lnTo>
                      <a:pt x="24" y="4"/>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40" name="Freeform 840"/>
              <p:cNvSpPr/>
              <p:nvPr/>
            </p:nvSpPr>
            <p:spPr bwMode="auto">
              <a:xfrm>
                <a:off x="3548" y="3018"/>
                <a:ext cx="7" cy="8"/>
              </a:xfrm>
              <a:custGeom>
                <a:avLst/>
                <a:gdLst/>
                <a:ahLst/>
                <a:cxnLst>
                  <a:cxn ang="0">
                    <a:pos x="0" y="8"/>
                  </a:cxn>
                  <a:cxn ang="0">
                    <a:pos x="7" y="0"/>
                  </a:cxn>
                  <a:cxn ang="0">
                    <a:pos x="7" y="0"/>
                  </a:cxn>
                  <a:cxn ang="0">
                    <a:pos x="7" y="0"/>
                  </a:cxn>
                  <a:cxn ang="0">
                    <a:pos x="0" y="8"/>
                  </a:cxn>
                </a:cxnLst>
                <a:rect l="0" t="0" r="r" b="b"/>
                <a:pathLst>
                  <a:path w="7" h="8">
                    <a:moveTo>
                      <a:pt x="0" y="8"/>
                    </a:moveTo>
                    <a:lnTo>
                      <a:pt x="7" y="0"/>
                    </a:lnTo>
                    <a:lnTo>
                      <a:pt x="7" y="0"/>
                    </a:lnTo>
                    <a:lnTo>
                      <a:pt x="7" y="0"/>
                    </a:lnTo>
                    <a:lnTo>
                      <a:pt x="0" y="8"/>
                    </a:lnTo>
                  </a:path>
                </a:pathLst>
              </a:custGeom>
              <a:noFill/>
              <a:ln w="9525">
                <a:noFill/>
                <a:round/>
              </a:ln>
            </p:spPr>
            <p:txBody>
              <a:bodyPr vert="horz" wrap="square" lIns="82938" tIns="41469" rIns="82938" bIns="41469" numCol="1" anchor="t" anchorCtr="0" compatLnSpc="1"/>
              <a:lstStyle/>
              <a:p>
                <a:endParaRPr lang="en-GB" sz="1815"/>
              </a:p>
            </p:txBody>
          </p:sp>
          <p:sp>
            <p:nvSpPr>
              <p:cNvPr id="52041" name="Freeform 841"/>
              <p:cNvSpPr/>
              <p:nvPr/>
            </p:nvSpPr>
            <p:spPr bwMode="auto">
              <a:xfrm>
                <a:off x="3536" y="3006"/>
                <a:ext cx="24" cy="20"/>
              </a:xfrm>
              <a:custGeom>
                <a:avLst/>
                <a:gdLst/>
                <a:ahLst/>
                <a:cxnLst>
                  <a:cxn ang="0">
                    <a:pos x="17" y="0"/>
                  </a:cxn>
                  <a:cxn ang="0">
                    <a:pos x="10" y="5"/>
                  </a:cxn>
                  <a:cxn ang="0">
                    <a:pos x="9" y="7"/>
                  </a:cxn>
                  <a:cxn ang="0">
                    <a:pos x="0" y="14"/>
                  </a:cxn>
                  <a:cxn ang="0">
                    <a:pos x="14" y="20"/>
                  </a:cxn>
                  <a:cxn ang="0">
                    <a:pos x="14" y="20"/>
                  </a:cxn>
                  <a:cxn ang="0">
                    <a:pos x="14" y="20"/>
                  </a:cxn>
                  <a:cxn ang="0">
                    <a:pos x="19" y="12"/>
                  </a:cxn>
                  <a:cxn ang="0">
                    <a:pos x="19" y="12"/>
                  </a:cxn>
                  <a:cxn ang="0">
                    <a:pos x="19" y="12"/>
                  </a:cxn>
                  <a:cxn ang="0">
                    <a:pos x="24" y="4"/>
                  </a:cxn>
                  <a:cxn ang="0">
                    <a:pos x="17" y="0"/>
                  </a:cxn>
                </a:cxnLst>
                <a:rect l="0" t="0" r="r" b="b"/>
                <a:pathLst>
                  <a:path w="24" h="20">
                    <a:moveTo>
                      <a:pt x="17" y="0"/>
                    </a:moveTo>
                    <a:lnTo>
                      <a:pt x="10" y="5"/>
                    </a:lnTo>
                    <a:lnTo>
                      <a:pt x="9" y="7"/>
                    </a:lnTo>
                    <a:lnTo>
                      <a:pt x="0" y="14"/>
                    </a:lnTo>
                    <a:lnTo>
                      <a:pt x="14" y="20"/>
                    </a:lnTo>
                    <a:lnTo>
                      <a:pt x="14" y="20"/>
                    </a:lnTo>
                    <a:lnTo>
                      <a:pt x="14" y="20"/>
                    </a:lnTo>
                    <a:lnTo>
                      <a:pt x="19" y="12"/>
                    </a:lnTo>
                    <a:lnTo>
                      <a:pt x="19" y="12"/>
                    </a:lnTo>
                    <a:lnTo>
                      <a:pt x="19" y="12"/>
                    </a:lnTo>
                    <a:lnTo>
                      <a:pt x="24" y="4"/>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2042" name="Rectangle 842"/>
              <p:cNvSpPr>
                <a:spLocks noChangeArrowheads="1"/>
              </p:cNvSpPr>
              <p:nvPr/>
            </p:nvSpPr>
            <p:spPr bwMode="auto">
              <a:xfrm>
                <a:off x="3555" y="30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043" name="Rectangle 843"/>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44" name="Rectangle 844"/>
              <p:cNvSpPr>
                <a:spLocks noChangeArrowheads="1"/>
              </p:cNvSpPr>
              <p:nvPr/>
            </p:nvSpPr>
            <p:spPr bwMode="auto">
              <a:xfrm>
                <a:off x="3555" y="3030"/>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045" name="Rectangle 845"/>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46" name="Rectangle 846"/>
              <p:cNvSpPr>
                <a:spLocks noChangeArrowheads="1"/>
              </p:cNvSpPr>
              <p:nvPr/>
            </p:nvSpPr>
            <p:spPr bwMode="auto">
              <a:xfrm>
                <a:off x="3555" y="30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047" name="Rectangle 847"/>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48" name="Freeform 848"/>
              <p:cNvSpPr/>
              <p:nvPr/>
            </p:nvSpPr>
            <p:spPr bwMode="auto">
              <a:xfrm>
                <a:off x="3550" y="3026"/>
                <a:ext cx="5" cy="4"/>
              </a:xfrm>
              <a:custGeom>
                <a:avLst/>
                <a:gdLst/>
                <a:ahLst/>
                <a:cxnLst>
                  <a:cxn ang="0">
                    <a:pos x="0" y="0"/>
                  </a:cxn>
                  <a:cxn ang="0">
                    <a:pos x="1" y="2"/>
                  </a:cxn>
                  <a:cxn ang="0">
                    <a:pos x="5" y="4"/>
                  </a:cxn>
                  <a:cxn ang="0">
                    <a:pos x="5" y="4"/>
                  </a:cxn>
                  <a:cxn ang="0">
                    <a:pos x="5" y="4"/>
                  </a:cxn>
                  <a:cxn ang="0">
                    <a:pos x="5" y="4"/>
                  </a:cxn>
                  <a:cxn ang="0">
                    <a:pos x="0" y="0"/>
                  </a:cxn>
                </a:cxnLst>
                <a:rect l="0" t="0" r="r" b="b"/>
                <a:pathLst>
                  <a:path w="5" h="4">
                    <a:moveTo>
                      <a:pt x="0" y="0"/>
                    </a:moveTo>
                    <a:lnTo>
                      <a:pt x="1" y="2"/>
                    </a:lnTo>
                    <a:lnTo>
                      <a:pt x="5" y="4"/>
                    </a:lnTo>
                    <a:lnTo>
                      <a:pt x="5" y="4"/>
                    </a:lnTo>
                    <a:lnTo>
                      <a:pt x="5" y="4"/>
                    </a:lnTo>
                    <a:lnTo>
                      <a:pt x="5"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49" name="Freeform 849"/>
              <p:cNvSpPr/>
              <p:nvPr/>
            </p:nvSpPr>
            <p:spPr bwMode="auto">
              <a:xfrm>
                <a:off x="3550" y="3026"/>
                <a:ext cx="5" cy="4"/>
              </a:xfrm>
              <a:custGeom>
                <a:avLst/>
                <a:gdLst/>
                <a:ahLst/>
                <a:cxnLst>
                  <a:cxn ang="0">
                    <a:pos x="0" y="0"/>
                  </a:cxn>
                  <a:cxn ang="0">
                    <a:pos x="1" y="2"/>
                  </a:cxn>
                  <a:cxn ang="0">
                    <a:pos x="5" y="4"/>
                  </a:cxn>
                  <a:cxn ang="0">
                    <a:pos x="5" y="4"/>
                  </a:cxn>
                  <a:cxn ang="0">
                    <a:pos x="5" y="4"/>
                  </a:cxn>
                  <a:cxn ang="0">
                    <a:pos x="5" y="4"/>
                  </a:cxn>
                  <a:cxn ang="0">
                    <a:pos x="0" y="0"/>
                  </a:cxn>
                </a:cxnLst>
                <a:rect l="0" t="0" r="r" b="b"/>
                <a:pathLst>
                  <a:path w="5" h="4">
                    <a:moveTo>
                      <a:pt x="0" y="0"/>
                    </a:moveTo>
                    <a:lnTo>
                      <a:pt x="1" y="2"/>
                    </a:lnTo>
                    <a:lnTo>
                      <a:pt x="5" y="4"/>
                    </a:lnTo>
                    <a:lnTo>
                      <a:pt x="5" y="4"/>
                    </a:lnTo>
                    <a:lnTo>
                      <a:pt x="5" y="4"/>
                    </a:lnTo>
                    <a:lnTo>
                      <a:pt x="5"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50" name="Freeform 850"/>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1" name="Freeform 851"/>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52" name="Freeform 852"/>
              <p:cNvSpPr/>
              <p:nvPr/>
            </p:nvSpPr>
            <p:spPr bwMode="auto">
              <a:xfrm>
                <a:off x="3555" y="3023"/>
                <a:ext cx="10" cy="7"/>
              </a:xfrm>
              <a:custGeom>
                <a:avLst/>
                <a:gdLst/>
                <a:ahLst/>
                <a:cxnLst>
                  <a:cxn ang="0">
                    <a:pos x="10" y="0"/>
                  </a:cxn>
                  <a:cxn ang="0">
                    <a:pos x="0" y="7"/>
                  </a:cxn>
                  <a:cxn ang="0">
                    <a:pos x="0" y="7"/>
                  </a:cxn>
                  <a:cxn ang="0">
                    <a:pos x="10" y="0"/>
                  </a:cxn>
                  <a:cxn ang="0">
                    <a:pos x="10" y="0"/>
                  </a:cxn>
                </a:cxnLst>
                <a:rect l="0" t="0" r="r" b="b"/>
                <a:pathLst>
                  <a:path w="10" h="7">
                    <a:moveTo>
                      <a:pt x="10" y="0"/>
                    </a:moveTo>
                    <a:lnTo>
                      <a:pt x="0" y="7"/>
                    </a:lnTo>
                    <a:lnTo>
                      <a:pt x="0" y="7"/>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3" name="Freeform 853"/>
              <p:cNvSpPr/>
              <p:nvPr/>
            </p:nvSpPr>
            <p:spPr bwMode="auto">
              <a:xfrm>
                <a:off x="3555" y="3023"/>
                <a:ext cx="10" cy="7"/>
              </a:xfrm>
              <a:custGeom>
                <a:avLst/>
                <a:gdLst/>
                <a:ahLst/>
                <a:cxnLst>
                  <a:cxn ang="0">
                    <a:pos x="10" y="0"/>
                  </a:cxn>
                  <a:cxn ang="0">
                    <a:pos x="0" y="7"/>
                  </a:cxn>
                  <a:cxn ang="0">
                    <a:pos x="0" y="7"/>
                  </a:cxn>
                  <a:cxn ang="0">
                    <a:pos x="10" y="0"/>
                  </a:cxn>
                  <a:cxn ang="0">
                    <a:pos x="10" y="0"/>
                  </a:cxn>
                </a:cxnLst>
                <a:rect l="0" t="0" r="r" b="b"/>
                <a:pathLst>
                  <a:path w="10" h="7">
                    <a:moveTo>
                      <a:pt x="10" y="0"/>
                    </a:moveTo>
                    <a:lnTo>
                      <a:pt x="0" y="7"/>
                    </a:lnTo>
                    <a:lnTo>
                      <a:pt x="0" y="7"/>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054" name="Freeform 854"/>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5" name="Freeform 855"/>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56" name="Freeform 856"/>
              <p:cNvSpPr/>
              <p:nvPr/>
            </p:nvSpPr>
            <p:spPr bwMode="auto">
              <a:xfrm>
                <a:off x="3550" y="3010"/>
                <a:ext cx="16" cy="20"/>
              </a:xfrm>
              <a:custGeom>
                <a:avLst/>
                <a:gdLst/>
                <a:ahLst/>
                <a:cxnLst>
                  <a:cxn ang="0">
                    <a:pos x="10" y="0"/>
                  </a:cxn>
                  <a:cxn ang="0">
                    <a:pos x="5" y="8"/>
                  </a:cxn>
                  <a:cxn ang="0">
                    <a:pos x="0" y="16"/>
                  </a:cxn>
                  <a:cxn ang="0">
                    <a:pos x="0" y="16"/>
                  </a:cxn>
                  <a:cxn ang="0">
                    <a:pos x="5" y="20"/>
                  </a:cxn>
                  <a:cxn ang="0">
                    <a:pos x="15" y="13"/>
                  </a:cxn>
                  <a:cxn ang="0">
                    <a:pos x="16" y="3"/>
                  </a:cxn>
                  <a:cxn ang="0">
                    <a:pos x="10" y="0"/>
                  </a:cxn>
                </a:cxnLst>
                <a:rect l="0" t="0" r="r" b="b"/>
                <a:pathLst>
                  <a:path w="16" h="20">
                    <a:moveTo>
                      <a:pt x="10" y="0"/>
                    </a:moveTo>
                    <a:lnTo>
                      <a:pt x="5" y="8"/>
                    </a:lnTo>
                    <a:lnTo>
                      <a:pt x="0" y="16"/>
                    </a:lnTo>
                    <a:lnTo>
                      <a:pt x="0" y="16"/>
                    </a:lnTo>
                    <a:lnTo>
                      <a:pt x="5" y="20"/>
                    </a:lnTo>
                    <a:lnTo>
                      <a:pt x="15" y="13"/>
                    </a:lnTo>
                    <a:lnTo>
                      <a:pt x="16" y="3"/>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7" name="Freeform 857"/>
              <p:cNvSpPr/>
              <p:nvPr/>
            </p:nvSpPr>
            <p:spPr bwMode="auto">
              <a:xfrm>
                <a:off x="3550" y="3010"/>
                <a:ext cx="16" cy="20"/>
              </a:xfrm>
              <a:custGeom>
                <a:avLst/>
                <a:gdLst/>
                <a:ahLst/>
                <a:cxnLst>
                  <a:cxn ang="0">
                    <a:pos x="10" y="0"/>
                  </a:cxn>
                  <a:cxn ang="0">
                    <a:pos x="5" y="8"/>
                  </a:cxn>
                  <a:cxn ang="0">
                    <a:pos x="0" y="16"/>
                  </a:cxn>
                  <a:cxn ang="0">
                    <a:pos x="0" y="16"/>
                  </a:cxn>
                  <a:cxn ang="0">
                    <a:pos x="5" y="20"/>
                  </a:cxn>
                  <a:cxn ang="0">
                    <a:pos x="15" y="13"/>
                  </a:cxn>
                  <a:cxn ang="0">
                    <a:pos x="16" y="3"/>
                  </a:cxn>
                  <a:cxn ang="0">
                    <a:pos x="10" y="0"/>
                  </a:cxn>
                </a:cxnLst>
                <a:rect l="0" t="0" r="r" b="b"/>
                <a:pathLst>
                  <a:path w="16" h="20">
                    <a:moveTo>
                      <a:pt x="10" y="0"/>
                    </a:moveTo>
                    <a:lnTo>
                      <a:pt x="5" y="8"/>
                    </a:lnTo>
                    <a:lnTo>
                      <a:pt x="0" y="16"/>
                    </a:lnTo>
                    <a:lnTo>
                      <a:pt x="0" y="16"/>
                    </a:lnTo>
                    <a:lnTo>
                      <a:pt x="5" y="20"/>
                    </a:lnTo>
                    <a:lnTo>
                      <a:pt x="15" y="13"/>
                    </a:lnTo>
                    <a:lnTo>
                      <a:pt x="16" y="3"/>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058" name="Freeform 858"/>
              <p:cNvSpPr/>
              <p:nvPr/>
            </p:nvSpPr>
            <p:spPr bwMode="auto">
              <a:xfrm>
                <a:off x="3960" y="1685"/>
                <a:ext cx="715" cy="923"/>
              </a:xfrm>
              <a:custGeom>
                <a:avLst/>
                <a:gdLst/>
                <a:ahLst/>
                <a:cxnLst>
                  <a:cxn ang="0">
                    <a:pos x="214" y="0"/>
                  </a:cxn>
                  <a:cxn ang="0">
                    <a:pos x="157" y="69"/>
                  </a:cxn>
                  <a:cxn ang="0">
                    <a:pos x="0" y="255"/>
                  </a:cxn>
                  <a:cxn ang="0">
                    <a:pos x="387" y="923"/>
                  </a:cxn>
                  <a:cxn ang="0">
                    <a:pos x="606" y="884"/>
                  </a:cxn>
                  <a:cxn ang="0">
                    <a:pos x="715" y="866"/>
                  </a:cxn>
                  <a:cxn ang="0">
                    <a:pos x="214" y="0"/>
                  </a:cxn>
                </a:cxnLst>
                <a:rect l="0" t="0" r="r" b="b"/>
                <a:pathLst>
                  <a:path w="715" h="923">
                    <a:moveTo>
                      <a:pt x="214" y="0"/>
                    </a:moveTo>
                    <a:lnTo>
                      <a:pt x="157" y="69"/>
                    </a:lnTo>
                    <a:lnTo>
                      <a:pt x="0" y="255"/>
                    </a:lnTo>
                    <a:lnTo>
                      <a:pt x="387" y="923"/>
                    </a:lnTo>
                    <a:lnTo>
                      <a:pt x="606" y="884"/>
                    </a:lnTo>
                    <a:lnTo>
                      <a:pt x="715" y="866"/>
                    </a:lnTo>
                    <a:lnTo>
                      <a:pt x="21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59" name="Freeform 859"/>
              <p:cNvSpPr/>
              <p:nvPr/>
            </p:nvSpPr>
            <p:spPr bwMode="auto">
              <a:xfrm>
                <a:off x="3960" y="1685"/>
                <a:ext cx="715" cy="923"/>
              </a:xfrm>
              <a:custGeom>
                <a:avLst/>
                <a:gdLst/>
                <a:ahLst/>
                <a:cxnLst>
                  <a:cxn ang="0">
                    <a:pos x="214" y="0"/>
                  </a:cxn>
                  <a:cxn ang="0">
                    <a:pos x="157" y="69"/>
                  </a:cxn>
                  <a:cxn ang="0">
                    <a:pos x="0" y="255"/>
                  </a:cxn>
                  <a:cxn ang="0">
                    <a:pos x="387" y="923"/>
                  </a:cxn>
                  <a:cxn ang="0">
                    <a:pos x="606" y="884"/>
                  </a:cxn>
                  <a:cxn ang="0">
                    <a:pos x="715" y="866"/>
                  </a:cxn>
                  <a:cxn ang="0">
                    <a:pos x="214" y="0"/>
                  </a:cxn>
                </a:cxnLst>
                <a:rect l="0" t="0" r="r" b="b"/>
                <a:pathLst>
                  <a:path w="715" h="923">
                    <a:moveTo>
                      <a:pt x="214" y="0"/>
                    </a:moveTo>
                    <a:lnTo>
                      <a:pt x="157" y="69"/>
                    </a:lnTo>
                    <a:lnTo>
                      <a:pt x="0" y="255"/>
                    </a:lnTo>
                    <a:lnTo>
                      <a:pt x="387" y="923"/>
                    </a:lnTo>
                    <a:lnTo>
                      <a:pt x="606" y="884"/>
                    </a:lnTo>
                    <a:lnTo>
                      <a:pt x="715" y="866"/>
                    </a:lnTo>
                    <a:lnTo>
                      <a:pt x="214" y="0"/>
                    </a:lnTo>
                  </a:path>
                </a:pathLst>
              </a:custGeom>
              <a:noFill/>
              <a:ln w="9525">
                <a:noFill/>
                <a:round/>
              </a:ln>
            </p:spPr>
            <p:txBody>
              <a:bodyPr vert="horz" wrap="square" lIns="82938" tIns="41469" rIns="82938" bIns="41469" numCol="1" anchor="t" anchorCtr="0" compatLnSpc="1"/>
              <a:lstStyle/>
              <a:p>
                <a:endParaRPr lang="en-GB" sz="1815"/>
              </a:p>
            </p:txBody>
          </p:sp>
          <p:sp>
            <p:nvSpPr>
              <p:cNvPr id="52060" name="Freeform 860"/>
              <p:cNvSpPr/>
              <p:nvPr/>
            </p:nvSpPr>
            <p:spPr bwMode="auto">
              <a:xfrm>
                <a:off x="3960" y="1685"/>
                <a:ext cx="214" cy="255"/>
              </a:xfrm>
              <a:custGeom>
                <a:avLst/>
                <a:gdLst/>
                <a:ahLst/>
                <a:cxnLst>
                  <a:cxn ang="0">
                    <a:pos x="214" y="0"/>
                  </a:cxn>
                  <a:cxn ang="0">
                    <a:pos x="157" y="69"/>
                  </a:cxn>
                  <a:cxn ang="0">
                    <a:pos x="0" y="255"/>
                  </a:cxn>
                  <a:cxn ang="0">
                    <a:pos x="0" y="255"/>
                  </a:cxn>
                  <a:cxn ang="0">
                    <a:pos x="157" y="69"/>
                  </a:cxn>
                  <a:cxn ang="0">
                    <a:pos x="214" y="0"/>
                  </a:cxn>
                </a:cxnLst>
                <a:rect l="0" t="0" r="r" b="b"/>
                <a:pathLst>
                  <a:path w="214" h="255">
                    <a:moveTo>
                      <a:pt x="214" y="0"/>
                    </a:moveTo>
                    <a:lnTo>
                      <a:pt x="157" y="69"/>
                    </a:lnTo>
                    <a:lnTo>
                      <a:pt x="0" y="255"/>
                    </a:lnTo>
                    <a:lnTo>
                      <a:pt x="0" y="255"/>
                    </a:lnTo>
                    <a:lnTo>
                      <a:pt x="157" y="69"/>
                    </a:lnTo>
                    <a:lnTo>
                      <a:pt x="21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61" name="Freeform 861"/>
              <p:cNvSpPr/>
              <p:nvPr/>
            </p:nvSpPr>
            <p:spPr bwMode="auto">
              <a:xfrm>
                <a:off x="3960" y="1685"/>
                <a:ext cx="214" cy="255"/>
              </a:xfrm>
              <a:custGeom>
                <a:avLst/>
                <a:gdLst/>
                <a:ahLst/>
                <a:cxnLst>
                  <a:cxn ang="0">
                    <a:pos x="214" y="0"/>
                  </a:cxn>
                  <a:cxn ang="0">
                    <a:pos x="157" y="69"/>
                  </a:cxn>
                  <a:cxn ang="0">
                    <a:pos x="0" y="255"/>
                  </a:cxn>
                  <a:cxn ang="0">
                    <a:pos x="0" y="255"/>
                  </a:cxn>
                  <a:cxn ang="0">
                    <a:pos x="157" y="69"/>
                  </a:cxn>
                  <a:cxn ang="0">
                    <a:pos x="214" y="0"/>
                  </a:cxn>
                </a:cxnLst>
                <a:rect l="0" t="0" r="r" b="b"/>
                <a:pathLst>
                  <a:path w="214" h="255">
                    <a:moveTo>
                      <a:pt x="214" y="0"/>
                    </a:moveTo>
                    <a:lnTo>
                      <a:pt x="157" y="69"/>
                    </a:lnTo>
                    <a:lnTo>
                      <a:pt x="0" y="255"/>
                    </a:lnTo>
                    <a:lnTo>
                      <a:pt x="0" y="255"/>
                    </a:lnTo>
                    <a:lnTo>
                      <a:pt x="157" y="69"/>
                    </a:lnTo>
                    <a:lnTo>
                      <a:pt x="214" y="0"/>
                    </a:lnTo>
                  </a:path>
                </a:pathLst>
              </a:custGeom>
              <a:noFill/>
              <a:ln w="9525">
                <a:noFill/>
                <a:round/>
              </a:ln>
            </p:spPr>
            <p:txBody>
              <a:bodyPr vert="horz" wrap="square" lIns="82938" tIns="41469" rIns="82938" bIns="41469" numCol="1" anchor="t" anchorCtr="0" compatLnSpc="1"/>
              <a:lstStyle/>
              <a:p>
                <a:endParaRPr lang="en-GB" sz="1815"/>
              </a:p>
            </p:txBody>
          </p:sp>
          <p:sp>
            <p:nvSpPr>
              <p:cNvPr id="52062" name="Freeform 862"/>
              <p:cNvSpPr/>
              <p:nvPr/>
            </p:nvSpPr>
            <p:spPr bwMode="auto">
              <a:xfrm>
                <a:off x="4566" y="2551"/>
                <a:ext cx="109" cy="18"/>
              </a:xfrm>
              <a:custGeom>
                <a:avLst/>
                <a:gdLst/>
                <a:ahLst/>
                <a:cxnLst>
                  <a:cxn ang="0">
                    <a:pos x="109" y="0"/>
                  </a:cxn>
                  <a:cxn ang="0">
                    <a:pos x="0" y="18"/>
                  </a:cxn>
                  <a:cxn ang="0">
                    <a:pos x="109" y="0"/>
                  </a:cxn>
                  <a:cxn ang="0">
                    <a:pos x="109" y="0"/>
                  </a:cxn>
                </a:cxnLst>
                <a:rect l="0" t="0" r="r" b="b"/>
                <a:pathLst>
                  <a:path w="109" h="18">
                    <a:moveTo>
                      <a:pt x="109" y="0"/>
                    </a:moveTo>
                    <a:lnTo>
                      <a:pt x="0" y="18"/>
                    </a:lnTo>
                    <a:lnTo>
                      <a:pt x="109" y="0"/>
                    </a:lnTo>
                    <a:lnTo>
                      <a:pt x="10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63" name="Freeform 863"/>
              <p:cNvSpPr/>
              <p:nvPr/>
            </p:nvSpPr>
            <p:spPr bwMode="auto">
              <a:xfrm>
                <a:off x="4566" y="2551"/>
                <a:ext cx="109" cy="18"/>
              </a:xfrm>
              <a:custGeom>
                <a:avLst/>
                <a:gdLst/>
                <a:ahLst/>
                <a:cxnLst>
                  <a:cxn ang="0">
                    <a:pos x="109" y="0"/>
                  </a:cxn>
                  <a:cxn ang="0">
                    <a:pos x="0" y="18"/>
                  </a:cxn>
                  <a:cxn ang="0">
                    <a:pos x="109" y="0"/>
                  </a:cxn>
                  <a:cxn ang="0">
                    <a:pos x="109" y="0"/>
                  </a:cxn>
                </a:cxnLst>
                <a:rect l="0" t="0" r="r" b="b"/>
                <a:pathLst>
                  <a:path w="109" h="18">
                    <a:moveTo>
                      <a:pt x="109" y="0"/>
                    </a:moveTo>
                    <a:lnTo>
                      <a:pt x="0" y="18"/>
                    </a:lnTo>
                    <a:lnTo>
                      <a:pt x="109" y="0"/>
                    </a:lnTo>
                    <a:lnTo>
                      <a:pt x="109" y="0"/>
                    </a:lnTo>
                  </a:path>
                </a:pathLst>
              </a:custGeom>
              <a:noFill/>
              <a:ln w="9525">
                <a:noFill/>
                <a:round/>
              </a:ln>
            </p:spPr>
            <p:txBody>
              <a:bodyPr vert="horz" wrap="square" lIns="82938" tIns="41469" rIns="82938" bIns="41469" numCol="1" anchor="t" anchorCtr="0" compatLnSpc="1"/>
              <a:lstStyle/>
              <a:p>
                <a:endParaRPr lang="en-GB" sz="1815"/>
              </a:p>
            </p:txBody>
          </p:sp>
          <p:sp>
            <p:nvSpPr>
              <p:cNvPr id="52064" name="Freeform 864"/>
              <p:cNvSpPr>
                <a:spLocks noEditPoints="1"/>
              </p:cNvSpPr>
              <p:nvPr/>
            </p:nvSpPr>
            <p:spPr bwMode="auto">
              <a:xfrm>
                <a:off x="3960" y="1669"/>
                <a:ext cx="747" cy="939"/>
              </a:xfrm>
              <a:custGeom>
                <a:avLst/>
                <a:gdLst/>
                <a:ahLst/>
                <a:cxnLst>
                  <a:cxn ang="0">
                    <a:pos x="0" y="271"/>
                  </a:cxn>
                  <a:cxn ang="0">
                    <a:pos x="0" y="271"/>
                  </a:cxn>
                  <a:cxn ang="0">
                    <a:pos x="387" y="939"/>
                  </a:cxn>
                  <a:cxn ang="0">
                    <a:pos x="392" y="939"/>
                  </a:cxn>
                  <a:cxn ang="0">
                    <a:pos x="606" y="900"/>
                  </a:cxn>
                  <a:cxn ang="0">
                    <a:pos x="387" y="939"/>
                  </a:cxn>
                  <a:cxn ang="0">
                    <a:pos x="0" y="271"/>
                  </a:cxn>
                  <a:cxn ang="0">
                    <a:pos x="228" y="0"/>
                  </a:cxn>
                  <a:cxn ang="0">
                    <a:pos x="226" y="3"/>
                  </a:cxn>
                  <a:cxn ang="0">
                    <a:pos x="223" y="6"/>
                  </a:cxn>
                  <a:cxn ang="0">
                    <a:pos x="214" y="16"/>
                  </a:cxn>
                  <a:cxn ang="0">
                    <a:pos x="715" y="882"/>
                  </a:cxn>
                  <a:cxn ang="0">
                    <a:pos x="732" y="879"/>
                  </a:cxn>
                  <a:cxn ang="0">
                    <a:pos x="738" y="892"/>
                  </a:cxn>
                  <a:cxn ang="0">
                    <a:pos x="737" y="899"/>
                  </a:cxn>
                  <a:cxn ang="0">
                    <a:pos x="747" y="897"/>
                  </a:cxn>
                  <a:cxn ang="0">
                    <a:pos x="737" y="879"/>
                  </a:cxn>
                  <a:cxn ang="0">
                    <a:pos x="737" y="879"/>
                  </a:cxn>
                  <a:cxn ang="0">
                    <a:pos x="737" y="879"/>
                  </a:cxn>
                  <a:cxn ang="0">
                    <a:pos x="228" y="0"/>
                  </a:cxn>
                </a:cxnLst>
                <a:rect l="0" t="0" r="r" b="b"/>
                <a:pathLst>
                  <a:path w="747" h="939">
                    <a:moveTo>
                      <a:pt x="0" y="271"/>
                    </a:moveTo>
                    <a:lnTo>
                      <a:pt x="0" y="271"/>
                    </a:lnTo>
                    <a:lnTo>
                      <a:pt x="387" y="939"/>
                    </a:lnTo>
                    <a:lnTo>
                      <a:pt x="392" y="939"/>
                    </a:lnTo>
                    <a:lnTo>
                      <a:pt x="606" y="900"/>
                    </a:lnTo>
                    <a:lnTo>
                      <a:pt x="387" y="939"/>
                    </a:lnTo>
                    <a:lnTo>
                      <a:pt x="0" y="271"/>
                    </a:lnTo>
                    <a:close/>
                    <a:moveTo>
                      <a:pt x="228" y="0"/>
                    </a:moveTo>
                    <a:lnTo>
                      <a:pt x="226" y="3"/>
                    </a:lnTo>
                    <a:lnTo>
                      <a:pt x="223" y="6"/>
                    </a:lnTo>
                    <a:lnTo>
                      <a:pt x="214" y="16"/>
                    </a:lnTo>
                    <a:lnTo>
                      <a:pt x="715" y="882"/>
                    </a:lnTo>
                    <a:lnTo>
                      <a:pt x="732" y="879"/>
                    </a:lnTo>
                    <a:lnTo>
                      <a:pt x="738" y="892"/>
                    </a:lnTo>
                    <a:lnTo>
                      <a:pt x="737" y="899"/>
                    </a:lnTo>
                    <a:lnTo>
                      <a:pt x="747" y="897"/>
                    </a:lnTo>
                    <a:lnTo>
                      <a:pt x="737" y="879"/>
                    </a:lnTo>
                    <a:lnTo>
                      <a:pt x="737" y="879"/>
                    </a:lnTo>
                    <a:lnTo>
                      <a:pt x="737" y="879"/>
                    </a:lnTo>
                    <a:lnTo>
                      <a:pt x="22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65" name="Freeform 865"/>
              <p:cNvSpPr/>
              <p:nvPr/>
            </p:nvSpPr>
            <p:spPr bwMode="auto">
              <a:xfrm>
                <a:off x="3960" y="1940"/>
                <a:ext cx="606" cy="668"/>
              </a:xfrm>
              <a:custGeom>
                <a:avLst/>
                <a:gdLst/>
                <a:ahLst/>
                <a:cxnLst>
                  <a:cxn ang="0">
                    <a:pos x="0" y="0"/>
                  </a:cxn>
                  <a:cxn ang="0">
                    <a:pos x="0" y="0"/>
                  </a:cxn>
                  <a:cxn ang="0">
                    <a:pos x="387" y="668"/>
                  </a:cxn>
                  <a:cxn ang="0">
                    <a:pos x="392" y="668"/>
                  </a:cxn>
                  <a:cxn ang="0">
                    <a:pos x="606" y="629"/>
                  </a:cxn>
                  <a:cxn ang="0">
                    <a:pos x="387" y="668"/>
                  </a:cxn>
                  <a:cxn ang="0">
                    <a:pos x="0" y="0"/>
                  </a:cxn>
                </a:cxnLst>
                <a:rect l="0" t="0" r="r" b="b"/>
                <a:pathLst>
                  <a:path w="606" h="668">
                    <a:moveTo>
                      <a:pt x="0" y="0"/>
                    </a:moveTo>
                    <a:lnTo>
                      <a:pt x="0" y="0"/>
                    </a:lnTo>
                    <a:lnTo>
                      <a:pt x="387" y="668"/>
                    </a:lnTo>
                    <a:lnTo>
                      <a:pt x="392" y="668"/>
                    </a:lnTo>
                    <a:lnTo>
                      <a:pt x="606" y="629"/>
                    </a:lnTo>
                    <a:lnTo>
                      <a:pt x="387" y="66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66" name="Freeform 866"/>
              <p:cNvSpPr/>
              <p:nvPr/>
            </p:nvSpPr>
            <p:spPr bwMode="auto">
              <a:xfrm>
                <a:off x="4174" y="1669"/>
                <a:ext cx="533" cy="899"/>
              </a:xfrm>
              <a:custGeom>
                <a:avLst/>
                <a:gdLst/>
                <a:ahLst/>
                <a:cxnLst>
                  <a:cxn ang="0">
                    <a:pos x="14" y="0"/>
                  </a:cxn>
                  <a:cxn ang="0">
                    <a:pos x="12" y="3"/>
                  </a:cxn>
                  <a:cxn ang="0">
                    <a:pos x="9" y="6"/>
                  </a:cxn>
                  <a:cxn ang="0">
                    <a:pos x="0" y="16"/>
                  </a:cxn>
                  <a:cxn ang="0">
                    <a:pos x="501" y="882"/>
                  </a:cxn>
                  <a:cxn ang="0">
                    <a:pos x="518" y="879"/>
                  </a:cxn>
                  <a:cxn ang="0">
                    <a:pos x="524" y="892"/>
                  </a:cxn>
                  <a:cxn ang="0">
                    <a:pos x="523" y="899"/>
                  </a:cxn>
                  <a:cxn ang="0">
                    <a:pos x="533" y="897"/>
                  </a:cxn>
                  <a:cxn ang="0">
                    <a:pos x="523" y="879"/>
                  </a:cxn>
                  <a:cxn ang="0">
                    <a:pos x="523" y="879"/>
                  </a:cxn>
                  <a:cxn ang="0">
                    <a:pos x="523" y="879"/>
                  </a:cxn>
                  <a:cxn ang="0">
                    <a:pos x="14" y="0"/>
                  </a:cxn>
                </a:cxnLst>
                <a:rect l="0" t="0" r="r" b="b"/>
                <a:pathLst>
                  <a:path w="533" h="899">
                    <a:moveTo>
                      <a:pt x="14" y="0"/>
                    </a:moveTo>
                    <a:lnTo>
                      <a:pt x="12" y="3"/>
                    </a:lnTo>
                    <a:lnTo>
                      <a:pt x="9" y="6"/>
                    </a:lnTo>
                    <a:lnTo>
                      <a:pt x="0" y="16"/>
                    </a:lnTo>
                    <a:lnTo>
                      <a:pt x="501" y="882"/>
                    </a:lnTo>
                    <a:lnTo>
                      <a:pt x="518" y="879"/>
                    </a:lnTo>
                    <a:lnTo>
                      <a:pt x="524" y="892"/>
                    </a:lnTo>
                    <a:lnTo>
                      <a:pt x="523" y="899"/>
                    </a:lnTo>
                    <a:lnTo>
                      <a:pt x="533" y="897"/>
                    </a:lnTo>
                    <a:lnTo>
                      <a:pt x="523" y="879"/>
                    </a:lnTo>
                    <a:lnTo>
                      <a:pt x="523" y="879"/>
                    </a:lnTo>
                    <a:lnTo>
                      <a:pt x="523" y="879"/>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2067" name="Freeform 867"/>
              <p:cNvSpPr/>
              <p:nvPr/>
            </p:nvSpPr>
            <p:spPr bwMode="auto">
              <a:xfrm>
                <a:off x="4101" y="1670"/>
                <a:ext cx="60" cy="71"/>
              </a:xfrm>
              <a:custGeom>
                <a:avLst/>
                <a:gdLst/>
                <a:ahLst/>
                <a:cxnLst>
                  <a:cxn ang="0">
                    <a:pos x="60" y="0"/>
                  </a:cxn>
                  <a:cxn ang="0">
                    <a:pos x="0" y="71"/>
                  </a:cxn>
                  <a:cxn ang="0">
                    <a:pos x="60" y="0"/>
                  </a:cxn>
                  <a:cxn ang="0">
                    <a:pos x="60" y="0"/>
                  </a:cxn>
                </a:cxnLst>
                <a:rect l="0" t="0" r="r" b="b"/>
                <a:pathLst>
                  <a:path w="60" h="71">
                    <a:moveTo>
                      <a:pt x="60" y="0"/>
                    </a:moveTo>
                    <a:lnTo>
                      <a:pt x="0" y="71"/>
                    </a:lnTo>
                    <a:lnTo>
                      <a:pt x="60" y="0"/>
                    </a:lnTo>
                    <a:lnTo>
                      <a:pt x="6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068" name="Freeform 868"/>
              <p:cNvSpPr/>
              <p:nvPr/>
            </p:nvSpPr>
            <p:spPr bwMode="auto">
              <a:xfrm>
                <a:off x="4101" y="1670"/>
                <a:ext cx="60" cy="71"/>
              </a:xfrm>
              <a:custGeom>
                <a:avLst/>
                <a:gdLst/>
                <a:ahLst/>
                <a:cxnLst>
                  <a:cxn ang="0">
                    <a:pos x="60" y="0"/>
                  </a:cxn>
                  <a:cxn ang="0">
                    <a:pos x="0" y="71"/>
                  </a:cxn>
                  <a:cxn ang="0">
                    <a:pos x="60" y="0"/>
                  </a:cxn>
                  <a:cxn ang="0">
                    <a:pos x="60" y="0"/>
                  </a:cxn>
                </a:cxnLst>
                <a:rect l="0" t="0" r="r" b="b"/>
                <a:pathLst>
                  <a:path w="60" h="71">
                    <a:moveTo>
                      <a:pt x="60" y="0"/>
                    </a:moveTo>
                    <a:lnTo>
                      <a:pt x="0" y="71"/>
                    </a:lnTo>
                    <a:lnTo>
                      <a:pt x="60" y="0"/>
                    </a:lnTo>
                    <a:lnTo>
                      <a:pt x="60" y="0"/>
                    </a:lnTo>
                  </a:path>
                </a:pathLst>
              </a:custGeom>
              <a:noFill/>
              <a:ln w="9525">
                <a:noFill/>
                <a:round/>
              </a:ln>
            </p:spPr>
            <p:txBody>
              <a:bodyPr vert="horz" wrap="square" lIns="82938" tIns="41469" rIns="82938" bIns="41469" numCol="1" anchor="t" anchorCtr="0" compatLnSpc="1"/>
              <a:lstStyle/>
              <a:p>
                <a:endParaRPr lang="en-GB" sz="1815"/>
              </a:p>
            </p:txBody>
          </p:sp>
          <p:sp>
            <p:nvSpPr>
              <p:cNvPr id="52069" name="Freeform 869"/>
              <p:cNvSpPr/>
              <p:nvPr/>
            </p:nvSpPr>
            <p:spPr bwMode="auto">
              <a:xfrm>
                <a:off x="3950" y="1657"/>
                <a:ext cx="238" cy="283"/>
              </a:xfrm>
              <a:custGeom>
                <a:avLst/>
                <a:gdLst/>
                <a:ahLst/>
                <a:cxnLst>
                  <a:cxn ang="0">
                    <a:pos x="221" y="0"/>
                  </a:cxn>
                  <a:cxn ang="0">
                    <a:pos x="211" y="13"/>
                  </a:cxn>
                  <a:cxn ang="0">
                    <a:pos x="211" y="13"/>
                  </a:cxn>
                  <a:cxn ang="0">
                    <a:pos x="151" y="84"/>
                  </a:cxn>
                  <a:cxn ang="0">
                    <a:pos x="0" y="265"/>
                  </a:cxn>
                  <a:cxn ang="0">
                    <a:pos x="10" y="283"/>
                  </a:cxn>
                  <a:cxn ang="0">
                    <a:pos x="10" y="283"/>
                  </a:cxn>
                  <a:cxn ang="0">
                    <a:pos x="10" y="283"/>
                  </a:cxn>
                  <a:cxn ang="0">
                    <a:pos x="167" y="97"/>
                  </a:cxn>
                  <a:cxn ang="0">
                    <a:pos x="224" y="28"/>
                  </a:cxn>
                  <a:cxn ang="0">
                    <a:pos x="233" y="18"/>
                  </a:cxn>
                  <a:cxn ang="0">
                    <a:pos x="236" y="15"/>
                  </a:cxn>
                  <a:cxn ang="0">
                    <a:pos x="238" y="12"/>
                  </a:cxn>
                  <a:cxn ang="0">
                    <a:pos x="234" y="5"/>
                  </a:cxn>
                  <a:cxn ang="0">
                    <a:pos x="221" y="0"/>
                  </a:cxn>
                </a:cxnLst>
                <a:rect l="0" t="0" r="r" b="b"/>
                <a:pathLst>
                  <a:path w="238" h="283">
                    <a:moveTo>
                      <a:pt x="221" y="0"/>
                    </a:moveTo>
                    <a:lnTo>
                      <a:pt x="211" y="13"/>
                    </a:lnTo>
                    <a:lnTo>
                      <a:pt x="211" y="13"/>
                    </a:lnTo>
                    <a:lnTo>
                      <a:pt x="151" y="84"/>
                    </a:lnTo>
                    <a:lnTo>
                      <a:pt x="0" y="265"/>
                    </a:lnTo>
                    <a:lnTo>
                      <a:pt x="10" y="283"/>
                    </a:lnTo>
                    <a:lnTo>
                      <a:pt x="10" y="283"/>
                    </a:lnTo>
                    <a:lnTo>
                      <a:pt x="10" y="283"/>
                    </a:lnTo>
                    <a:lnTo>
                      <a:pt x="167" y="97"/>
                    </a:lnTo>
                    <a:lnTo>
                      <a:pt x="224" y="28"/>
                    </a:lnTo>
                    <a:lnTo>
                      <a:pt x="233" y="18"/>
                    </a:lnTo>
                    <a:lnTo>
                      <a:pt x="236" y="15"/>
                    </a:lnTo>
                    <a:lnTo>
                      <a:pt x="238" y="12"/>
                    </a:lnTo>
                    <a:lnTo>
                      <a:pt x="234" y="5"/>
                    </a:lnTo>
                    <a:lnTo>
                      <a:pt x="2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0" name="Freeform 870"/>
              <p:cNvSpPr/>
              <p:nvPr/>
            </p:nvSpPr>
            <p:spPr bwMode="auto">
              <a:xfrm>
                <a:off x="3950" y="1657"/>
                <a:ext cx="238" cy="283"/>
              </a:xfrm>
              <a:custGeom>
                <a:avLst/>
                <a:gdLst/>
                <a:ahLst/>
                <a:cxnLst>
                  <a:cxn ang="0">
                    <a:pos x="221" y="0"/>
                  </a:cxn>
                  <a:cxn ang="0">
                    <a:pos x="211" y="13"/>
                  </a:cxn>
                  <a:cxn ang="0">
                    <a:pos x="211" y="13"/>
                  </a:cxn>
                  <a:cxn ang="0">
                    <a:pos x="151" y="84"/>
                  </a:cxn>
                  <a:cxn ang="0">
                    <a:pos x="0" y="265"/>
                  </a:cxn>
                  <a:cxn ang="0">
                    <a:pos x="10" y="283"/>
                  </a:cxn>
                  <a:cxn ang="0">
                    <a:pos x="10" y="283"/>
                  </a:cxn>
                  <a:cxn ang="0">
                    <a:pos x="10" y="283"/>
                  </a:cxn>
                  <a:cxn ang="0">
                    <a:pos x="167" y="97"/>
                  </a:cxn>
                  <a:cxn ang="0">
                    <a:pos x="224" y="28"/>
                  </a:cxn>
                  <a:cxn ang="0">
                    <a:pos x="233" y="18"/>
                  </a:cxn>
                  <a:cxn ang="0">
                    <a:pos x="236" y="15"/>
                  </a:cxn>
                  <a:cxn ang="0">
                    <a:pos x="238" y="12"/>
                  </a:cxn>
                  <a:cxn ang="0">
                    <a:pos x="234" y="5"/>
                  </a:cxn>
                  <a:cxn ang="0">
                    <a:pos x="221" y="0"/>
                  </a:cxn>
                </a:cxnLst>
                <a:rect l="0" t="0" r="r" b="b"/>
                <a:pathLst>
                  <a:path w="238" h="283">
                    <a:moveTo>
                      <a:pt x="221" y="0"/>
                    </a:moveTo>
                    <a:lnTo>
                      <a:pt x="211" y="13"/>
                    </a:lnTo>
                    <a:lnTo>
                      <a:pt x="211" y="13"/>
                    </a:lnTo>
                    <a:lnTo>
                      <a:pt x="151" y="84"/>
                    </a:lnTo>
                    <a:lnTo>
                      <a:pt x="0" y="265"/>
                    </a:lnTo>
                    <a:lnTo>
                      <a:pt x="10" y="283"/>
                    </a:lnTo>
                    <a:lnTo>
                      <a:pt x="10" y="283"/>
                    </a:lnTo>
                    <a:lnTo>
                      <a:pt x="10" y="283"/>
                    </a:lnTo>
                    <a:lnTo>
                      <a:pt x="167" y="97"/>
                    </a:lnTo>
                    <a:lnTo>
                      <a:pt x="224" y="28"/>
                    </a:lnTo>
                    <a:lnTo>
                      <a:pt x="233" y="18"/>
                    </a:lnTo>
                    <a:lnTo>
                      <a:pt x="236" y="15"/>
                    </a:lnTo>
                    <a:lnTo>
                      <a:pt x="238" y="12"/>
                    </a:lnTo>
                    <a:lnTo>
                      <a:pt x="234" y="5"/>
                    </a:lnTo>
                    <a:lnTo>
                      <a:pt x="221" y="0"/>
                    </a:lnTo>
                  </a:path>
                </a:pathLst>
              </a:custGeom>
              <a:noFill/>
              <a:ln w="9525">
                <a:noFill/>
                <a:round/>
              </a:ln>
            </p:spPr>
            <p:txBody>
              <a:bodyPr vert="horz" wrap="square" lIns="82938" tIns="41469" rIns="82938" bIns="41469" numCol="1" anchor="t" anchorCtr="0" compatLnSpc="1"/>
              <a:lstStyle/>
              <a:p>
                <a:endParaRPr lang="en-GB" sz="1815"/>
              </a:p>
            </p:txBody>
          </p:sp>
          <p:sp>
            <p:nvSpPr>
              <p:cNvPr id="52071" name="Freeform 871"/>
              <p:cNvSpPr/>
              <p:nvPr/>
            </p:nvSpPr>
            <p:spPr bwMode="auto">
              <a:xfrm>
                <a:off x="4348" y="2548"/>
                <a:ext cx="350" cy="80"/>
              </a:xfrm>
              <a:custGeom>
                <a:avLst/>
                <a:gdLst/>
                <a:ahLst/>
                <a:cxnLst>
                  <a:cxn ang="0">
                    <a:pos x="344" y="0"/>
                  </a:cxn>
                  <a:cxn ang="0">
                    <a:pos x="327" y="3"/>
                  </a:cxn>
                  <a:cxn ang="0">
                    <a:pos x="327" y="3"/>
                  </a:cxn>
                  <a:cxn ang="0">
                    <a:pos x="218" y="21"/>
                  </a:cxn>
                  <a:cxn ang="0">
                    <a:pos x="4" y="60"/>
                  </a:cxn>
                  <a:cxn ang="0">
                    <a:pos x="0" y="80"/>
                  </a:cxn>
                  <a:cxn ang="0">
                    <a:pos x="221" y="41"/>
                  </a:cxn>
                  <a:cxn ang="0">
                    <a:pos x="340" y="21"/>
                  </a:cxn>
                  <a:cxn ang="0">
                    <a:pos x="340" y="21"/>
                  </a:cxn>
                  <a:cxn ang="0">
                    <a:pos x="349" y="20"/>
                  </a:cxn>
                  <a:cxn ang="0">
                    <a:pos x="350" y="13"/>
                  </a:cxn>
                  <a:cxn ang="0">
                    <a:pos x="344" y="0"/>
                  </a:cxn>
                </a:cxnLst>
                <a:rect l="0" t="0" r="r" b="b"/>
                <a:pathLst>
                  <a:path w="350" h="80">
                    <a:moveTo>
                      <a:pt x="344" y="0"/>
                    </a:moveTo>
                    <a:lnTo>
                      <a:pt x="327" y="3"/>
                    </a:lnTo>
                    <a:lnTo>
                      <a:pt x="327" y="3"/>
                    </a:lnTo>
                    <a:lnTo>
                      <a:pt x="218" y="21"/>
                    </a:lnTo>
                    <a:lnTo>
                      <a:pt x="4" y="60"/>
                    </a:lnTo>
                    <a:lnTo>
                      <a:pt x="0" y="80"/>
                    </a:lnTo>
                    <a:lnTo>
                      <a:pt x="221" y="41"/>
                    </a:lnTo>
                    <a:lnTo>
                      <a:pt x="340" y="21"/>
                    </a:lnTo>
                    <a:lnTo>
                      <a:pt x="340" y="21"/>
                    </a:lnTo>
                    <a:lnTo>
                      <a:pt x="349" y="20"/>
                    </a:lnTo>
                    <a:lnTo>
                      <a:pt x="350" y="13"/>
                    </a:lnTo>
                    <a:lnTo>
                      <a:pt x="34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2" name="Freeform 872"/>
              <p:cNvSpPr/>
              <p:nvPr/>
            </p:nvSpPr>
            <p:spPr bwMode="auto">
              <a:xfrm>
                <a:off x="4348" y="2548"/>
                <a:ext cx="350" cy="80"/>
              </a:xfrm>
              <a:custGeom>
                <a:avLst/>
                <a:gdLst/>
                <a:ahLst/>
                <a:cxnLst>
                  <a:cxn ang="0">
                    <a:pos x="344" y="0"/>
                  </a:cxn>
                  <a:cxn ang="0">
                    <a:pos x="327" y="3"/>
                  </a:cxn>
                  <a:cxn ang="0">
                    <a:pos x="327" y="3"/>
                  </a:cxn>
                  <a:cxn ang="0">
                    <a:pos x="218" y="21"/>
                  </a:cxn>
                  <a:cxn ang="0">
                    <a:pos x="4" y="60"/>
                  </a:cxn>
                  <a:cxn ang="0">
                    <a:pos x="0" y="80"/>
                  </a:cxn>
                  <a:cxn ang="0">
                    <a:pos x="221" y="41"/>
                  </a:cxn>
                  <a:cxn ang="0">
                    <a:pos x="340" y="21"/>
                  </a:cxn>
                  <a:cxn ang="0">
                    <a:pos x="340" y="21"/>
                  </a:cxn>
                  <a:cxn ang="0">
                    <a:pos x="349" y="20"/>
                  </a:cxn>
                  <a:cxn ang="0">
                    <a:pos x="350" y="13"/>
                  </a:cxn>
                  <a:cxn ang="0">
                    <a:pos x="344" y="0"/>
                  </a:cxn>
                </a:cxnLst>
                <a:rect l="0" t="0" r="r" b="b"/>
                <a:pathLst>
                  <a:path w="350" h="80">
                    <a:moveTo>
                      <a:pt x="344" y="0"/>
                    </a:moveTo>
                    <a:lnTo>
                      <a:pt x="327" y="3"/>
                    </a:lnTo>
                    <a:lnTo>
                      <a:pt x="327" y="3"/>
                    </a:lnTo>
                    <a:lnTo>
                      <a:pt x="218" y="21"/>
                    </a:lnTo>
                    <a:lnTo>
                      <a:pt x="4" y="60"/>
                    </a:lnTo>
                    <a:lnTo>
                      <a:pt x="0" y="80"/>
                    </a:lnTo>
                    <a:lnTo>
                      <a:pt x="221" y="41"/>
                    </a:lnTo>
                    <a:lnTo>
                      <a:pt x="340" y="21"/>
                    </a:lnTo>
                    <a:lnTo>
                      <a:pt x="340" y="21"/>
                    </a:lnTo>
                    <a:lnTo>
                      <a:pt x="349" y="20"/>
                    </a:lnTo>
                    <a:lnTo>
                      <a:pt x="350" y="13"/>
                    </a:lnTo>
                    <a:lnTo>
                      <a:pt x="344" y="0"/>
                    </a:lnTo>
                  </a:path>
                </a:pathLst>
              </a:custGeom>
              <a:noFill/>
              <a:ln w="9525">
                <a:noFill/>
                <a:round/>
              </a:ln>
            </p:spPr>
            <p:txBody>
              <a:bodyPr vert="horz" wrap="square" lIns="82938" tIns="41469" rIns="82938" bIns="41469" numCol="1" anchor="t" anchorCtr="0" compatLnSpc="1"/>
              <a:lstStyle/>
              <a:p>
                <a:endParaRPr lang="en-GB" sz="1815"/>
              </a:p>
            </p:txBody>
          </p:sp>
          <p:sp>
            <p:nvSpPr>
              <p:cNvPr id="52073" name="Freeform 873"/>
              <p:cNvSpPr>
                <a:spLocks noEditPoints="1"/>
              </p:cNvSpPr>
              <p:nvPr/>
            </p:nvSpPr>
            <p:spPr bwMode="auto">
              <a:xfrm>
                <a:off x="4322" y="2608"/>
                <a:ext cx="30" cy="25"/>
              </a:xfrm>
              <a:custGeom>
                <a:avLst/>
                <a:gdLst/>
                <a:ahLst/>
                <a:cxnLst>
                  <a:cxn ang="0">
                    <a:pos x="5" y="23"/>
                  </a:cxn>
                  <a:cxn ang="0">
                    <a:pos x="0" y="25"/>
                  </a:cxn>
                  <a:cxn ang="0">
                    <a:pos x="0" y="25"/>
                  </a:cxn>
                  <a:cxn ang="0">
                    <a:pos x="5" y="23"/>
                  </a:cxn>
                  <a:cxn ang="0">
                    <a:pos x="5" y="23"/>
                  </a:cxn>
                  <a:cxn ang="0">
                    <a:pos x="30" y="0"/>
                  </a:cxn>
                  <a:cxn ang="0">
                    <a:pos x="25" y="0"/>
                  </a:cxn>
                  <a:cxn ang="0">
                    <a:pos x="25" y="0"/>
                  </a:cxn>
                  <a:cxn ang="0">
                    <a:pos x="30" y="0"/>
                  </a:cxn>
                  <a:cxn ang="0">
                    <a:pos x="30" y="0"/>
                  </a:cxn>
                </a:cxnLst>
                <a:rect l="0" t="0" r="r" b="b"/>
                <a:pathLst>
                  <a:path w="30" h="25">
                    <a:moveTo>
                      <a:pt x="5" y="23"/>
                    </a:moveTo>
                    <a:lnTo>
                      <a:pt x="0" y="25"/>
                    </a:lnTo>
                    <a:lnTo>
                      <a:pt x="0" y="25"/>
                    </a:lnTo>
                    <a:lnTo>
                      <a:pt x="5" y="23"/>
                    </a:lnTo>
                    <a:lnTo>
                      <a:pt x="5" y="23"/>
                    </a:lnTo>
                    <a:close/>
                    <a:moveTo>
                      <a:pt x="30" y="0"/>
                    </a:moveTo>
                    <a:lnTo>
                      <a:pt x="25" y="0"/>
                    </a:lnTo>
                    <a:lnTo>
                      <a:pt x="25" y="0"/>
                    </a:lnTo>
                    <a:lnTo>
                      <a:pt x="30" y="0"/>
                    </a:lnTo>
                    <a:lnTo>
                      <a:pt x="3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4" name="Freeform 874"/>
              <p:cNvSpPr/>
              <p:nvPr/>
            </p:nvSpPr>
            <p:spPr bwMode="auto">
              <a:xfrm>
                <a:off x="4322" y="2631"/>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75" name="Rectangle 875"/>
              <p:cNvSpPr>
                <a:spLocks noChangeArrowheads="1"/>
              </p:cNvSpPr>
              <p:nvPr/>
            </p:nvSpPr>
            <p:spPr bwMode="auto">
              <a:xfrm>
                <a:off x="4347" y="2608"/>
                <a:ext cx="5"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76" name="Freeform 876"/>
              <p:cNvSpPr/>
              <p:nvPr/>
            </p:nvSpPr>
            <p:spPr bwMode="auto">
              <a:xfrm>
                <a:off x="4327" y="2608"/>
                <a:ext cx="25" cy="23"/>
              </a:xfrm>
              <a:custGeom>
                <a:avLst/>
                <a:gdLst/>
                <a:ahLst/>
                <a:cxnLst>
                  <a:cxn ang="0">
                    <a:pos x="25" y="0"/>
                  </a:cxn>
                  <a:cxn ang="0">
                    <a:pos x="20" y="0"/>
                  </a:cxn>
                  <a:cxn ang="0">
                    <a:pos x="20" y="0"/>
                  </a:cxn>
                  <a:cxn ang="0">
                    <a:pos x="16" y="22"/>
                  </a:cxn>
                  <a:cxn ang="0">
                    <a:pos x="0" y="23"/>
                  </a:cxn>
                  <a:cxn ang="0">
                    <a:pos x="0" y="23"/>
                  </a:cxn>
                  <a:cxn ang="0">
                    <a:pos x="21" y="20"/>
                  </a:cxn>
                  <a:cxn ang="0">
                    <a:pos x="25" y="0"/>
                  </a:cxn>
                </a:cxnLst>
                <a:rect l="0" t="0" r="r" b="b"/>
                <a:pathLst>
                  <a:path w="25" h="23">
                    <a:moveTo>
                      <a:pt x="25" y="0"/>
                    </a:moveTo>
                    <a:lnTo>
                      <a:pt x="20" y="0"/>
                    </a:lnTo>
                    <a:lnTo>
                      <a:pt x="20" y="0"/>
                    </a:lnTo>
                    <a:lnTo>
                      <a:pt x="16" y="22"/>
                    </a:lnTo>
                    <a:lnTo>
                      <a:pt x="0" y="23"/>
                    </a:lnTo>
                    <a:lnTo>
                      <a:pt x="0" y="23"/>
                    </a:lnTo>
                    <a:lnTo>
                      <a:pt x="21" y="20"/>
                    </a:lnTo>
                    <a:lnTo>
                      <a:pt x="2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7" name="Freeform 877"/>
              <p:cNvSpPr/>
              <p:nvPr/>
            </p:nvSpPr>
            <p:spPr bwMode="auto">
              <a:xfrm>
                <a:off x="4327" y="2608"/>
                <a:ext cx="25" cy="23"/>
              </a:xfrm>
              <a:custGeom>
                <a:avLst/>
                <a:gdLst/>
                <a:ahLst/>
                <a:cxnLst>
                  <a:cxn ang="0">
                    <a:pos x="25" y="0"/>
                  </a:cxn>
                  <a:cxn ang="0">
                    <a:pos x="20" y="0"/>
                  </a:cxn>
                  <a:cxn ang="0">
                    <a:pos x="20" y="0"/>
                  </a:cxn>
                  <a:cxn ang="0">
                    <a:pos x="16" y="22"/>
                  </a:cxn>
                  <a:cxn ang="0">
                    <a:pos x="0" y="23"/>
                  </a:cxn>
                  <a:cxn ang="0">
                    <a:pos x="0" y="23"/>
                  </a:cxn>
                  <a:cxn ang="0">
                    <a:pos x="21" y="20"/>
                  </a:cxn>
                  <a:cxn ang="0">
                    <a:pos x="25" y="0"/>
                  </a:cxn>
                </a:cxnLst>
                <a:rect l="0" t="0" r="r" b="b"/>
                <a:pathLst>
                  <a:path w="25" h="23">
                    <a:moveTo>
                      <a:pt x="25" y="0"/>
                    </a:moveTo>
                    <a:lnTo>
                      <a:pt x="20" y="0"/>
                    </a:lnTo>
                    <a:lnTo>
                      <a:pt x="20" y="0"/>
                    </a:lnTo>
                    <a:lnTo>
                      <a:pt x="16" y="22"/>
                    </a:lnTo>
                    <a:lnTo>
                      <a:pt x="0" y="23"/>
                    </a:lnTo>
                    <a:lnTo>
                      <a:pt x="0" y="23"/>
                    </a:lnTo>
                    <a:lnTo>
                      <a:pt x="21" y="20"/>
                    </a:lnTo>
                    <a:lnTo>
                      <a:pt x="25" y="0"/>
                    </a:lnTo>
                  </a:path>
                </a:pathLst>
              </a:custGeom>
              <a:noFill/>
              <a:ln w="9525">
                <a:noFill/>
                <a:round/>
              </a:ln>
            </p:spPr>
            <p:txBody>
              <a:bodyPr vert="horz" wrap="square" lIns="82938" tIns="41469" rIns="82938" bIns="41469" numCol="1" anchor="t" anchorCtr="0" compatLnSpc="1"/>
              <a:lstStyle/>
              <a:p>
                <a:endParaRPr lang="en-GB" sz="1815"/>
              </a:p>
            </p:txBody>
          </p:sp>
          <p:sp>
            <p:nvSpPr>
              <p:cNvPr id="52078" name="Freeform 878"/>
              <p:cNvSpPr/>
              <p:nvPr/>
            </p:nvSpPr>
            <p:spPr bwMode="auto">
              <a:xfrm>
                <a:off x="3722" y="1955"/>
                <a:ext cx="603" cy="717"/>
              </a:xfrm>
              <a:custGeom>
                <a:avLst/>
                <a:gdLst/>
                <a:ahLst/>
                <a:cxnLst>
                  <a:cxn ang="0">
                    <a:pos x="225" y="0"/>
                  </a:cxn>
                  <a:cxn ang="0">
                    <a:pos x="156" y="82"/>
                  </a:cxn>
                  <a:cxn ang="0">
                    <a:pos x="0" y="266"/>
                  </a:cxn>
                  <a:cxn ang="0">
                    <a:pos x="258" y="713"/>
                  </a:cxn>
                  <a:cxn ang="0">
                    <a:pos x="260" y="717"/>
                  </a:cxn>
                  <a:cxn ang="0">
                    <a:pos x="265" y="715"/>
                  </a:cxn>
                  <a:cxn ang="0">
                    <a:pos x="265" y="715"/>
                  </a:cxn>
                  <a:cxn ang="0">
                    <a:pos x="270" y="715"/>
                  </a:cxn>
                  <a:cxn ang="0">
                    <a:pos x="603" y="656"/>
                  </a:cxn>
                  <a:cxn ang="0">
                    <a:pos x="225" y="0"/>
                  </a:cxn>
                </a:cxnLst>
                <a:rect l="0" t="0" r="r" b="b"/>
                <a:pathLst>
                  <a:path w="603" h="717">
                    <a:moveTo>
                      <a:pt x="225" y="0"/>
                    </a:moveTo>
                    <a:lnTo>
                      <a:pt x="156" y="82"/>
                    </a:lnTo>
                    <a:lnTo>
                      <a:pt x="0" y="266"/>
                    </a:lnTo>
                    <a:lnTo>
                      <a:pt x="258" y="713"/>
                    </a:lnTo>
                    <a:lnTo>
                      <a:pt x="260" y="717"/>
                    </a:lnTo>
                    <a:lnTo>
                      <a:pt x="265" y="715"/>
                    </a:lnTo>
                    <a:lnTo>
                      <a:pt x="265" y="715"/>
                    </a:lnTo>
                    <a:lnTo>
                      <a:pt x="270" y="715"/>
                    </a:lnTo>
                    <a:lnTo>
                      <a:pt x="603" y="656"/>
                    </a:lnTo>
                    <a:lnTo>
                      <a:pt x="22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79" name="Freeform 879"/>
              <p:cNvSpPr/>
              <p:nvPr/>
            </p:nvSpPr>
            <p:spPr bwMode="auto">
              <a:xfrm>
                <a:off x="3722" y="1955"/>
                <a:ext cx="603" cy="717"/>
              </a:xfrm>
              <a:custGeom>
                <a:avLst/>
                <a:gdLst/>
                <a:ahLst/>
                <a:cxnLst>
                  <a:cxn ang="0">
                    <a:pos x="225" y="0"/>
                  </a:cxn>
                  <a:cxn ang="0">
                    <a:pos x="156" y="82"/>
                  </a:cxn>
                  <a:cxn ang="0">
                    <a:pos x="0" y="266"/>
                  </a:cxn>
                  <a:cxn ang="0">
                    <a:pos x="258" y="713"/>
                  </a:cxn>
                  <a:cxn ang="0">
                    <a:pos x="260" y="717"/>
                  </a:cxn>
                  <a:cxn ang="0">
                    <a:pos x="265" y="715"/>
                  </a:cxn>
                  <a:cxn ang="0">
                    <a:pos x="265" y="715"/>
                  </a:cxn>
                  <a:cxn ang="0">
                    <a:pos x="270" y="715"/>
                  </a:cxn>
                  <a:cxn ang="0">
                    <a:pos x="603" y="656"/>
                  </a:cxn>
                  <a:cxn ang="0">
                    <a:pos x="225" y="0"/>
                  </a:cxn>
                </a:cxnLst>
                <a:rect l="0" t="0" r="r" b="b"/>
                <a:pathLst>
                  <a:path w="603" h="717">
                    <a:moveTo>
                      <a:pt x="225" y="0"/>
                    </a:moveTo>
                    <a:lnTo>
                      <a:pt x="156" y="82"/>
                    </a:lnTo>
                    <a:lnTo>
                      <a:pt x="0" y="266"/>
                    </a:lnTo>
                    <a:lnTo>
                      <a:pt x="258" y="713"/>
                    </a:lnTo>
                    <a:lnTo>
                      <a:pt x="260" y="717"/>
                    </a:lnTo>
                    <a:lnTo>
                      <a:pt x="265" y="715"/>
                    </a:lnTo>
                    <a:lnTo>
                      <a:pt x="265" y="715"/>
                    </a:lnTo>
                    <a:lnTo>
                      <a:pt x="270" y="715"/>
                    </a:lnTo>
                    <a:lnTo>
                      <a:pt x="603" y="656"/>
                    </a:lnTo>
                    <a:lnTo>
                      <a:pt x="225" y="0"/>
                    </a:lnTo>
                  </a:path>
                </a:pathLst>
              </a:custGeom>
              <a:noFill/>
              <a:ln w="9525">
                <a:noFill/>
                <a:round/>
              </a:ln>
            </p:spPr>
            <p:txBody>
              <a:bodyPr vert="horz" wrap="square" lIns="82938" tIns="41469" rIns="82938" bIns="41469" numCol="1" anchor="t" anchorCtr="0" compatLnSpc="1"/>
              <a:lstStyle/>
              <a:p>
                <a:endParaRPr lang="en-GB" sz="1815"/>
              </a:p>
            </p:txBody>
          </p:sp>
          <p:sp>
            <p:nvSpPr>
              <p:cNvPr id="52080" name="Freeform 880"/>
              <p:cNvSpPr/>
              <p:nvPr/>
            </p:nvSpPr>
            <p:spPr bwMode="auto">
              <a:xfrm>
                <a:off x="3878" y="1955"/>
                <a:ext cx="69" cy="82"/>
              </a:xfrm>
              <a:custGeom>
                <a:avLst/>
                <a:gdLst/>
                <a:ahLst/>
                <a:cxnLst>
                  <a:cxn ang="0">
                    <a:pos x="69" y="0"/>
                  </a:cxn>
                  <a:cxn ang="0">
                    <a:pos x="0" y="82"/>
                  </a:cxn>
                  <a:cxn ang="0">
                    <a:pos x="69" y="0"/>
                  </a:cxn>
                  <a:cxn ang="0">
                    <a:pos x="69" y="0"/>
                  </a:cxn>
                </a:cxnLst>
                <a:rect l="0" t="0" r="r" b="b"/>
                <a:pathLst>
                  <a:path w="69" h="82">
                    <a:moveTo>
                      <a:pt x="69" y="0"/>
                    </a:moveTo>
                    <a:lnTo>
                      <a:pt x="0" y="82"/>
                    </a:lnTo>
                    <a:lnTo>
                      <a:pt x="69" y="0"/>
                    </a:lnTo>
                    <a:lnTo>
                      <a:pt x="6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1" name="Freeform 881"/>
              <p:cNvSpPr/>
              <p:nvPr/>
            </p:nvSpPr>
            <p:spPr bwMode="auto">
              <a:xfrm>
                <a:off x="3878" y="1955"/>
                <a:ext cx="69" cy="82"/>
              </a:xfrm>
              <a:custGeom>
                <a:avLst/>
                <a:gdLst/>
                <a:ahLst/>
                <a:cxnLst>
                  <a:cxn ang="0">
                    <a:pos x="69" y="0"/>
                  </a:cxn>
                  <a:cxn ang="0">
                    <a:pos x="0" y="82"/>
                  </a:cxn>
                  <a:cxn ang="0">
                    <a:pos x="69" y="0"/>
                  </a:cxn>
                  <a:cxn ang="0">
                    <a:pos x="69" y="0"/>
                  </a:cxn>
                </a:cxnLst>
                <a:rect l="0" t="0" r="r" b="b"/>
                <a:pathLst>
                  <a:path w="69" h="82">
                    <a:moveTo>
                      <a:pt x="69" y="0"/>
                    </a:moveTo>
                    <a:lnTo>
                      <a:pt x="0" y="82"/>
                    </a:lnTo>
                    <a:lnTo>
                      <a:pt x="69" y="0"/>
                    </a:lnTo>
                    <a:lnTo>
                      <a:pt x="69" y="0"/>
                    </a:lnTo>
                  </a:path>
                </a:pathLst>
              </a:custGeom>
              <a:noFill/>
              <a:ln w="9525">
                <a:noFill/>
                <a:round/>
              </a:ln>
            </p:spPr>
            <p:txBody>
              <a:bodyPr vert="horz" wrap="square" lIns="82938" tIns="41469" rIns="82938" bIns="41469" numCol="1" anchor="t" anchorCtr="0" compatLnSpc="1"/>
              <a:lstStyle/>
              <a:p>
                <a:endParaRPr lang="en-GB" sz="1815"/>
              </a:p>
            </p:txBody>
          </p:sp>
          <p:sp>
            <p:nvSpPr>
              <p:cNvPr id="52082" name="Rectangle 882"/>
              <p:cNvSpPr>
                <a:spLocks noChangeArrowheads="1"/>
              </p:cNvSpPr>
              <p:nvPr/>
            </p:nvSpPr>
            <p:spPr bwMode="auto">
              <a:xfrm>
                <a:off x="3987" y="2670"/>
                <a:ext cx="5"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2083" name="Freeform 883"/>
              <p:cNvSpPr/>
              <p:nvPr/>
            </p:nvSpPr>
            <p:spPr bwMode="auto">
              <a:xfrm>
                <a:off x="3987" y="2670"/>
                <a:ext cx="5" cy="1"/>
              </a:xfrm>
              <a:custGeom>
                <a:avLst/>
                <a:gdLst/>
                <a:ahLst/>
                <a:cxnLst>
                  <a:cxn ang="0">
                    <a:pos x="5" y="0"/>
                  </a:cxn>
                  <a:cxn ang="0">
                    <a:pos x="0" y="0"/>
                  </a:cxn>
                  <a:cxn ang="0">
                    <a:pos x="0" y="0"/>
                  </a:cxn>
                  <a:cxn ang="0">
                    <a:pos x="5" y="0"/>
                  </a:cxn>
                </a:cxnLst>
                <a:rect l="0" t="0" r="r" b="b"/>
                <a:pathLst>
                  <a:path w="5">
                    <a:moveTo>
                      <a:pt x="5" y="0"/>
                    </a:moveTo>
                    <a:lnTo>
                      <a:pt x="0" y="0"/>
                    </a:lnTo>
                    <a:lnTo>
                      <a:pt x="0"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84" name="Freeform 884"/>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5" name="Freeform 885"/>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86" name="Freeform 886"/>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7" name="Freeform 887"/>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88" name="Freeform 888"/>
              <p:cNvSpPr/>
              <p:nvPr/>
            </p:nvSpPr>
            <p:spPr bwMode="auto">
              <a:xfrm>
                <a:off x="3947" y="1955"/>
                <a:ext cx="378" cy="656"/>
              </a:xfrm>
              <a:custGeom>
                <a:avLst/>
                <a:gdLst/>
                <a:ahLst/>
                <a:cxnLst>
                  <a:cxn ang="0">
                    <a:pos x="0" y="0"/>
                  </a:cxn>
                  <a:cxn ang="0">
                    <a:pos x="0" y="0"/>
                  </a:cxn>
                  <a:cxn ang="0">
                    <a:pos x="378" y="656"/>
                  </a:cxn>
                  <a:cxn ang="0">
                    <a:pos x="0" y="0"/>
                  </a:cxn>
                </a:cxnLst>
                <a:rect l="0" t="0" r="r" b="b"/>
                <a:pathLst>
                  <a:path w="378" h="656">
                    <a:moveTo>
                      <a:pt x="0" y="0"/>
                    </a:moveTo>
                    <a:lnTo>
                      <a:pt x="0" y="0"/>
                    </a:lnTo>
                    <a:lnTo>
                      <a:pt x="378" y="656"/>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9" name="Freeform 889"/>
              <p:cNvSpPr/>
              <p:nvPr/>
            </p:nvSpPr>
            <p:spPr bwMode="auto">
              <a:xfrm>
                <a:off x="3947" y="1955"/>
                <a:ext cx="378" cy="656"/>
              </a:xfrm>
              <a:custGeom>
                <a:avLst/>
                <a:gdLst/>
                <a:ahLst/>
                <a:cxnLst>
                  <a:cxn ang="0">
                    <a:pos x="0" y="0"/>
                  </a:cxn>
                  <a:cxn ang="0">
                    <a:pos x="0" y="0"/>
                  </a:cxn>
                  <a:cxn ang="0">
                    <a:pos x="378" y="656"/>
                  </a:cxn>
                  <a:cxn ang="0">
                    <a:pos x="0" y="0"/>
                  </a:cxn>
                </a:cxnLst>
                <a:rect l="0" t="0" r="r" b="b"/>
                <a:pathLst>
                  <a:path w="378" h="656">
                    <a:moveTo>
                      <a:pt x="0" y="0"/>
                    </a:moveTo>
                    <a:lnTo>
                      <a:pt x="0" y="0"/>
                    </a:lnTo>
                    <a:lnTo>
                      <a:pt x="378" y="65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90" name="Rectangle 890"/>
              <p:cNvSpPr>
                <a:spLocks noChangeArrowheads="1"/>
              </p:cNvSpPr>
              <p:nvPr/>
            </p:nvSpPr>
            <p:spPr bwMode="auto">
              <a:xfrm>
                <a:off x="3947" y="1955"/>
                <a:ext cx="1"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2091" name="Rectangle 891"/>
              <p:cNvSpPr>
                <a:spLocks noChangeArrowheads="1"/>
              </p:cNvSpPr>
              <p:nvPr/>
            </p:nvSpPr>
            <p:spPr bwMode="auto">
              <a:xfrm>
                <a:off x="3947" y="195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92" name="Freeform 892"/>
              <p:cNvSpPr/>
              <p:nvPr/>
            </p:nvSpPr>
            <p:spPr bwMode="auto">
              <a:xfrm>
                <a:off x="3722" y="2037"/>
                <a:ext cx="156" cy="184"/>
              </a:xfrm>
              <a:custGeom>
                <a:avLst/>
                <a:gdLst/>
                <a:ahLst/>
                <a:cxnLst>
                  <a:cxn ang="0">
                    <a:pos x="156" y="0"/>
                  </a:cxn>
                  <a:cxn ang="0">
                    <a:pos x="0" y="184"/>
                  </a:cxn>
                  <a:cxn ang="0">
                    <a:pos x="0" y="184"/>
                  </a:cxn>
                  <a:cxn ang="0">
                    <a:pos x="156" y="0"/>
                  </a:cxn>
                </a:cxnLst>
                <a:rect l="0" t="0" r="r" b="b"/>
                <a:pathLst>
                  <a:path w="156" h="184">
                    <a:moveTo>
                      <a:pt x="156" y="0"/>
                    </a:moveTo>
                    <a:lnTo>
                      <a:pt x="0" y="184"/>
                    </a:lnTo>
                    <a:lnTo>
                      <a:pt x="0" y="184"/>
                    </a:lnTo>
                    <a:lnTo>
                      <a:pt x="15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93" name="Freeform 893"/>
              <p:cNvSpPr/>
              <p:nvPr/>
            </p:nvSpPr>
            <p:spPr bwMode="auto">
              <a:xfrm>
                <a:off x="3722" y="2037"/>
                <a:ext cx="156" cy="184"/>
              </a:xfrm>
              <a:custGeom>
                <a:avLst/>
                <a:gdLst/>
                <a:ahLst/>
                <a:cxnLst>
                  <a:cxn ang="0">
                    <a:pos x="156" y="0"/>
                  </a:cxn>
                  <a:cxn ang="0">
                    <a:pos x="0" y="184"/>
                  </a:cxn>
                  <a:cxn ang="0">
                    <a:pos x="0" y="184"/>
                  </a:cxn>
                  <a:cxn ang="0">
                    <a:pos x="156" y="0"/>
                  </a:cxn>
                </a:cxnLst>
                <a:rect l="0" t="0" r="r" b="b"/>
                <a:pathLst>
                  <a:path w="156" h="184">
                    <a:moveTo>
                      <a:pt x="156" y="0"/>
                    </a:moveTo>
                    <a:lnTo>
                      <a:pt x="0" y="184"/>
                    </a:lnTo>
                    <a:lnTo>
                      <a:pt x="0" y="184"/>
                    </a:lnTo>
                    <a:lnTo>
                      <a:pt x="156" y="0"/>
                    </a:lnTo>
                  </a:path>
                </a:pathLst>
              </a:custGeom>
              <a:noFill/>
              <a:ln w="9525">
                <a:noFill/>
                <a:round/>
              </a:ln>
            </p:spPr>
            <p:txBody>
              <a:bodyPr vert="horz" wrap="square" lIns="82938" tIns="41469" rIns="82938" bIns="41469" numCol="1" anchor="t" anchorCtr="0" compatLnSpc="1"/>
              <a:lstStyle/>
              <a:p>
                <a:endParaRPr lang="en-GB" sz="1815"/>
              </a:p>
            </p:txBody>
          </p:sp>
          <p:sp>
            <p:nvSpPr>
              <p:cNvPr id="52094" name="Freeform 894"/>
              <p:cNvSpPr/>
              <p:nvPr/>
            </p:nvSpPr>
            <p:spPr bwMode="auto">
              <a:xfrm>
                <a:off x="3947" y="1922"/>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095" name="Freeform 895"/>
              <p:cNvSpPr/>
              <p:nvPr/>
            </p:nvSpPr>
            <p:spPr bwMode="auto">
              <a:xfrm>
                <a:off x="3947" y="1922"/>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96" name="Freeform 896"/>
              <p:cNvSpPr/>
              <p:nvPr/>
            </p:nvSpPr>
            <p:spPr bwMode="auto">
              <a:xfrm>
                <a:off x="3947" y="1922"/>
                <a:ext cx="3" cy="3"/>
              </a:xfrm>
              <a:custGeom>
                <a:avLst/>
                <a:gdLst/>
                <a:ahLst/>
                <a:cxnLst>
                  <a:cxn ang="0">
                    <a:pos x="3" y="0"/>
                  </a:cxn>
                  <a:cxn ang="0">
                    <a:pos x="0" y="3"/>
                  </a:cxn>
                  <a:cxn ang="0">
                    <a:pos x="0" y="3"/>
                  </a:cxn>
                  <a:cxn ang="0">
                    <a:pos x="0" y="3"/>
                  </a:cxn>
                  <a:cxn ang="0">
                    <a:pos x="3" y="0"/>
                  </a:cxn>
                  <a:cxn ang="0">
                    <a:pos x="3" y="0"/>
                  </a:cxn>
                </a:cxnLst>
                <a:rect l="0" t="0" r="r" b="b"/>
                <a:pathLst>
                  <a:path w="3" h="3">
                    <a:moveTo>
                      <a:pt x="3" y="0"/>
                    </a:moveTo>
                    <a:lnTo>
                      <a:pt x="0" y="3"/>
                    </a:lnTo>
                    <a:lnTo>
                      <a:pt x="0" y="3"/>
                    </a:lnTo>
                    <a:lnTo>
                      <a:pt x="0" y="3"/>
                    </a:lnTo>
                    <a:lnTo>
                      <a:pt x="3" y="0"/>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97" name="Freeform 897"/>
              <p:cNvSpPr/>
              <p:nvPr/>
            </p:nvSpPr>
            <p:spPr bwMode="auto">
              <a:xfrm>
                <a:off x="3947" y="1922"/>
                <a:ext cx="3" cy="3"/>
              </a:xfrm>
              <a:custGeom>
                <a:avLst/>
                <a:gdLst/>
                <a:ahLst/>
                <a:cxnLst>
                  <a:cxn ang="0">
                    <a:pos x="3" y="0"/>
                  </a:cxn>
                  <a:cxn ang="0">
                    <a:pos x="0" y="3"/>
                  </a:cxn>
                  <a:cxn ang="0">
                    <a:pos x="0" y="3"/>
                  </a:cxn>
                  <a:cxn ang="0">
                    <a:pos x="0" y="3"/>
                  </a:cxn>
                  <a:cxn ang="0">
                    <a:pos x="3" y="0"/>
                  </a:cxn>
                  <a:cxn ang="0">
                    <a:pos x="3" y="0"/>
                  </a:cxn>
                </a:cxnLst>
                <a:rect l="0" t="0" r="r" b="b"/>
                <a:pathLst>
                  <a:path w="3" h="3">
                    <a:moveTo>
                      <a:pt x="3" y="0"/>
                    </a:moveTo>
                    <a:lnTo>
                      <a:pt x="0" y="3"/>
                    </a:lnTo>
                    <a:lnTo>
                      <a:pt x="0" y="3"/>
                    </a:lnTo>
                    <a:lnTo>
                      <a:pt x="0" y="3"/>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98" name="Freeform 898"/>
              <p:cNvSpPr>
                <a:spLocks noEditPoints="1"/>
              </p:cNvSpPr>
              <p:nvPr/>
            </p:nvSpPr>
            <p:spPr bwMode="auto">
              <a:xfrm>
                <a:off x="3707" y="1942"/>
                <a:ext cx="224" cy="266"/>
              </a:xfrm>
              <a:custGeom>
                <a:avLst/>
                <a:gdLst/>
                <a:ahLst/>
                <a:cxnLst>
                  <a:cxn ang="0">
                    <a:pos x="10" y="254"/>
                  </a:cxn>
                  <a:cxn ang="0">
                    <a:pos x="0" y="266"/>
                  </a:cxn>
                  <a:cxn ang="0">
                    <a:pos x="0" y="266"/>
                  </a:cxn>
                  <a:cxn ang="0">
                    <a:pos x="10" y="254"/>
                  </a:cxn>
                  <a:cxn ang="0">
                    <a:pos x="224" y="0"/>
                  </a:cxn>
                  <a:cxn ang="0">
                    <a:pos x="12" y="251"/>
                  </a:cxn>
                  <a:cxn ang="0">
                    <a:pos x="12" y="251"/>
                  </a:cxn>
                  <a:cxn ang="0">
                    <a:pos x="224" y="0"/>
                  </a:cxn>
                  <a:cxn ang="0">
                    <a:pos x="224" y="0"/>
                  </a:cxn>
                </a:cxnLst>
                <a:rect l="0" t="0" r="r" b="b"/>
                <a:pathLst>
                  <a:path w="224" h="266">
                    <a:moveTo>
                      <a:pt x="10" y="254"/>
                    </a:moveTo>
                    <a:lnTo>
                      <a:pt x="0" y="266"/>
                    </a:lnTo>
                    <a:lnTo>
                      <a:pt x="0" y="266"/>
                    </a:lnTo>
                    <a:lnTo>
                      <a:pt x="10" y="254"/>
                    </a:lnTo>
                    <a:close/>
                    <a:moveTo>
                      <a:pt x="224" y="0"/>
                    </a:moveTo>
                    <a:lnTo>
                      <a:pt x="12" y="251"/>
                    </a:lnTo>
                    <a:lnTo>
                      <a:pt x="12" y="251"/>
                    </a:lnTo>
                    <a:lnTo>
                      <a:pt x="224" y="0"/>
                    </a:lnTo>
                    <a:lnTo>
                      <a:pt x="22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099" name="Freeform 899"/>
              <p:cNvSpPr/>
              <p:nvPr/>
            </p:nvSpPr>
            <p:spPr bwMode="auto">
              <a:xfrm>
                <a:off x="3707" y="2196"/>
                <a:ext cx="10" cy="12"/>
              </a:xfrm>
              <a:custGeom>
                <a:avLst/>
                <a:gdLst/>
                <a:ahLst/>
                <a:cxnLst>
                  <a:cxn ang="0">
                    <a:pos x="10" y="0"/>
                  </a:cxn>
                  <a:cxn ang="0">
                    <a:pos x="0" y="12"/>
                  </a:cxn>
                  <a:cxn ang="0">
                    <a:pos x="0" y="12"/>
                  </a:cxn>
                  <a:cxn ang="0">
                    <a:pos x="10" y="0"/>
                  </a:cxn>
                </a:cxnLst>
                <a:rect l="0" t="0" r="r" b="b"/>
                <a:pathLst>
                  <a:path w="10" h="12">
                    <a:moveTo>
                      <a:pt x="10" y="0"/>
                    </a:moveTo>
                    <a:lnTo>
                      <a:pt x="0" y="12"/>
                    </a:lnTo>
                    <a:lnTo>
                      <a:pt x="0" y="1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00" name="Freeform 900"/>
              <p:cNvSpPr/>
              <p:nvPr/>
            </p:nvSpPr>
            <p:spPr bwMode="auto">
              <a:xfrm>
                <a:off x="3719" y="1942"/>
                <a:ext cx="212" cy="251"/>
              </a:xfrm>
              <a:custGeom>
                <a:avLst/>
                <a:gdLst/>
                <a:ahLst/>
                <a:cxnLst>
                  <a:cxn ang="0">
                    <a:pos x="212" y="0"/>
                  </a:cxn>
                  <a:cxn ang="0">
                    <a:pos x="0" y="251"/>
                  </a:cxn>
                  <a:cxn ang="0">
                    <a:pos x="0" y="251"/>
                  </a:cxn>
                  <a:cxn ang="0">
                    <a:pos x="212" y="0"/>
                  </a:cxn>
                  <a:cxn ang="0">
                    <a:pos x="212" y="0"/>
                  </a:cxn>
                </a:cxnLst>
                <a:rect l="0" t="0" r="r" b="b"/>
                <a:pathLst>
                  <a:path w="212" h="251">
                    <a:moveTo>
                      <a:pt x="212" y="0"/>
                    </a:moveTo>
                    <a:lnTo>
                      <a:pt x="0" y="251"/>
                    </a:lnTo>
                    <a:lnTo>
                      <a:pt x="0" y="251"/>
                    </a:lnTo>
                    <a:lnTo>
                      <a:pt x="212" y="0"/>
                    </a:lnTo>
                    <a:lnTo>
                      <a:pt x="212" y="0"/>
                    </a:lnTo>
                  </a:path>
                </a:pathLst>
              </a:custGeom>
              <a:noFill/>
              <a:ln w="9525">
                <a:noFill/>
                <a:round/>
              </a:ln>
            </p:spPr>
            <p:txBody>
              <a:bodyPr vert="horz" wrap="square" lIns="82938" tIns="41469" rIns="82938" bIns="41469" numCol="1" anchor="t" anchorCtr="0" compatLnSpc="1"/>
              <a:lstStyle/>
              <a:p>
                <a:endParaRPr lang="en-GB" sz="1815"/>
              </a:p>
            </p:txBody>
          </p:sp>
          <p:sp>
            <p:nvSpPr>
              <p:cNvPr id="52101" name="Freeform 901"/>
              <p:cNvSpPr/>
              <p:nvPr/>
            </p:nvSpPr>
            <p:spPr bwMode="auto">
              <a:xfrm>
                <a:off x="3931" y="1925"/>
                <a:ext cx="17" cy="35"/>
              </a:xfrm>
              <a:custGeom>
                <a:avLst/>
                <a:gdLst/>
                <a:ahLst/>
                <a:cxnLst>
                  <a:cxn ang="0">
                    <a:pos x="16" y="0"/>
                  </a:cxn>
                  <a:cxn ang="0">
                    <a:pos x="0" y="17"/>
                  </a:cxn>
                  <a:cxn ang="0">
                    <a:pos x="2" y="17"/>
                  </a:cxn>
                  <a:cxn ang="0">
                    <a:pos x="12" y="35"/>
                  </a:cxn>
                  <a:cxn ang="0">
                    <a:pos x="16" y="30"/>
                  </a:cxn>
                  <a:cxn ang="0">
                    <a:pos x="7" y="18"/>
                  </a:cxn>
                  <a:cxn ang="0">
                    <a:pos x="17" y="13"/>
                  </a:cxn>
                  <a:cxn ang="0">
                    <a:pos x="7" y="18"/>
                  </a:cxn>
                  <a:cxn ang="0">
                    <a:pos x="4" y="12"/>
                  </a:cxn>
                  <a:cxn ang="0">
                    <a:pos x="16" y="0"/>
                  </a:cxn>
                  <a:cxn ang="0">
                    <a:pos x="16" y="0"/>
                  </a:cxn>
                </a:cxnLst>
                <a:rect l="0" t="0" r="r" b="b"/>
                <a:pathLst>
                  <a:path w="17" h="35">
                    <a:moveTo>
                      <a:pt x="16" y="0"/>
                    </a:moveTo>
                    <a:lnTo>
                      <a:pt x="0" y="17"/>
                    </a:lnTo>
                    <a:lnTo>
                      <a:pt x="2" y="17"/>
                    </a:lnTo>
                    <a:lnTo>
                      <a:pt x="12" y="35"/>
                    </a:lnTo>
                    <a:lnTo>
                      <a:pt x="16" y="30"/>
                    </a:lnTo>
                    <a:lnTo>
                      <a:pt x="7" y="18"/>
                    </a:lnTo>
                    <a:lnTo>
                      <a:pt x="17" y="13"/>
                    </a:lnTo>
                    <a:lnTo>
                      <a:pt x="7" y="18"/>
                    </a:lnTo>
                    <a:lnTo>
                      <a:pt x="4" y="12"/>
                    </a:lnTo>
                    <a:lnTo>
                      <a:pt x="16" y="0"/>
                    </a:lnTo>
                    <a:lnTo>
                      <a:pt x="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02" name="Freeform 902"/>
              <p:cNvSpPr/>
              <p:nvPr/>
            </p:nvSpPr>
            <p:spPr bwMode="auto">
              <a:xfrm>
                <a:off x="3931" y="1925"/>
                <a:ext cx="17" cy="35"/>
              </a:xfrm>
              <a:custGeom>
                <a:avLst/>
                <a:gdLst/>
                <a:ahLst/>
                <a:cxnLst>
                  <a:cxn ang="0">
                    <a:pos x="16" y="0"/>
                  </a:cxn>
                  <a:cxn ang="0">
                    <a:pos x="0" y="17"/>
                  </a:cxn>
                  <a:cxn ang="0">
                    <a:pos x="2" y="17"/>
                  </a:cxn>
                  <a:cxn ang="0">
                    <a:pos x="12" y="35"/>
                  </a:cxn>
                  <a:cxn ang="0">
                    <a:pos x="16" y="30"/>
                  </a:cxn>
                  <a:cxn ang="0">
                    <a:pos x="7" y="18"/>
                  </a:cxn>
                  <a:cxn ang="0">
                    <a:pos x="17" y="13"/>
                  </a:cxn>
                  <a:cxn ang="0">
                    <a:pos x="7" y="18"/>
                  </a:cxn>
                  <a:cxn ang="0">
                    <a:pos x="4" y="12"/>
                  </a:cxn>
                  <a:cxn ang="0">
                    <a:pos x="16" y="0"/>
                  </a:cxn>
                  <a:cxn ang="0">
                    <a:pos x="16" y="0"/>
                  </a:cxn>
                </a:cxnLst>
                <a:rect l="0" t="0" r="r" b="b"/>
                <a:pathLst>
                  <a:path w="17" h="35">
                    <a:moveTo>
                      <a:pt x="16" y="0"/>
                    </a:moveTo>
                    <a:lnTo>
                      <a:pt x="0" y="17"/>
                    </a:lnTo>
                    <a:lnTo>
                      <a:pt x="2" y="17"/>
                    </a:lnTo>
                    <a:lnTo>
                      <a:pt x="12" y="35"/>
                    </a:lnTo>
                    <a:lnTo>
                      <a:pt x="16" y="30"/>
                    </a:lnTo>
                    <a:lnTo>
                      <a:pt x="7" y="18"/>
                    </a:lnTo>
                    <a:lnTo>
                      <a:pt x="17" y="13"/>
                    </a:lnTo>
                    <a:lnTo>
                      <a:pt x="7" y="18"/>
                    </a:lnTo>
                    <a:lnTo>
                      <a:pt x="4" y="12"/>
                    </a:lnTo>
                    <a:lnTo>
                      <a:pt x="16" y="0"/>
                    </a:lnTo>
                    <a:lnTo>
                      <a:pt x="16" y="0"/>
                    </a:lnTo>
                  </a:path>
                </a:pathLst>
              </a:custGeom>
              <a:noFill/>
              <a:ln w="9525">
                <a:noFill/>
                <a:round/>
              </a:ln>
            </p:spPr>
            <p:txBody>
              <a:bodyPr vert="horz" wrap="square" lIns="82938" tIns="41469" rIns="82938" bIns="41469" numCol="1" anchor="t" anchorCtr="0" compatLnSpc="1"/>
              <a:lstStyle/>
              <a:p>
                <a:endParaRPr lang="en-GB" sz="1815"/>
              </a:p>
            </p:txBody>
          </p:sp>
          <p:sp>
            <p:nvSpPr>
              <p:cNvPr id="52103" name="Freeform 903"/>
              <p:cNvSpPr/>
              <p:nvPr/>
            </p:nvSpPr>
            <p:spPr bwMode="auto">
              <a:xfrm>
                <a:off x="3707" y="1942"/>
                <a:ext cx="240" cy="279"/>
              </a:xfrm>
              <a:custGeom>
                <a:avLst/>
                <a:gdLst/>
                <a:ahLst/>
                <a:cxnLst>
                  <a:cxn ang="0">
                    <a:pos x="224" y="0"/>
                  </a:cxn>
                  <a:cxn ang="0">
                    <a:pos x="224" y="0"/>
                  </a:cxn>
                  <a:cxn ang="0">
                    <a:pos x="224" y="0"/>
                  </a:cxn>
                  <a:cxn ang="0">
                    <a:pos x="12" y="251"/>
                  </a:cxn>
                  <a:cxn ang="0">
                    <a:pos x="12" y="251"/>
                  </a:cxn>
                  <a:cxn ang="0">
                    <a:pos x="10" y="254"/>
                  </a:cxn>
                  <a:cxn ang="0">
                    <a:pos x="0" y="266"/>
                  </a:cxn>
                  <a:cxn ang="0">
                    <a:pos x="0" y="266"/>
                  </a:cxn>
                  <a:cxn ang="0">
                    <a:pos x="3" y="261"/>
                  </a:cxn>
                  <a:cxn ang="0">
                    <a:pos x="15" y="279"/>
                  </a:cxn>
                  <a:cxn ang="0">
                    <a:pos x="171" y="95"/>
                  </a:cxn>
                  <a:cxn ang="0">
                    <a:pos x="240" y="13"/>
                  </a:cxn>
                  <a:cxn ang="0">
                    <a:pos x="240" y="13"/>
                  </a:cxn>
                  <a:cxn ang="0">
                    <a:pos x="236" y="18"/>
                  </a:cxn>
                  <a:cxn ang="0">
                    <a:pos x="226" y="0"/>
                  </a:cxn>
                  <a:cxn ang="0">
                    <a:pos x="224" y="0"/>
                  </a:cxn>
                </a:cxnLst>
                <a:rect l="0" t="0" r="r" b="b"/>
                <a:pathLst>
                  <a:path w="240" h="279">
                    <a:moveTo>
                      <a:pt x="224" y="0"/>
                    </a:moveTo>
                    <a:lnTo>
                      <a:pt x="224" y="0"/>
                    </a:lnTo>
                    <a:lnTo>
                      <a:pt x="224" y="0"/>
                    </a:lnTo>
                    <a:lnTo>
                      <a:pt x="12" y="251"/>
                    </a:lnTo>
                    <a:lnTo>
                      <a:pt x="12" y="251"/>
                    </a:lnTo>
                    <a:lnTo>
                      <a:pt x="10" y="254"/>
                    </a:lnTo>
                    <a:lnTo>
                      <a:pt x="0" y="266"/>
                    </a:lnTo>
                    <a:lnTo>
                      <a:pt x="0" y="266"/>
                    </a:lnTo>
                    <a:lnTo>
                      <a:pt x="3" y="261"/>
                    </a:lnTo>
                    <a:lnTo>
                      <a:pt x="15" y="279"/>
                    </a:lnTo>
                    <a:lnTo>
                      <a:pt x="171" y="95"/>
                    </a:lnTo>
                    <a:lnTo>
                      <a:pt x="240" y="13"/>
                    </a:lnTo>
                    <a:lnTo>
                      <a:pt x="240" y="13"/>
                    </a:lnTo>
                    <a:lnTo>
                      <a:pt x="236" y="18"/>
                    </a:lnTo>
                    <a:lnTo>
                      <a:pt x="226" y="0"/>
                    </a:lnTo>
                    <a:lnTo>
                      <a:pt x="22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04" name="Freeform 904"/>
              <p:cNvSpPr/>
              <p:nvPr/>
            </p:nvSpPr>
            <p:spPr bwMode="auto">
              <a:xfrm>
                <a:off x="3707" y="1942"/>
                <a:ext cx="240" cy="279"/>
              </a:xfrm>
              <a:custGeom>
                <a:avLst/>
                <a:gdLst/>
                <a:ahLst/>
                <a:cxnLst>
                  <a:cxn ang="0">
                    <a:pos x="224" y="0"/>
                  </a:cxn>
                  <a:cxn ang="0">
                    <a:pos x="224" y="0"/>
                  </a:cxn>
                  <a:cxn ang="0">
                    <a:pos x="224" y="0"/>
                  </a:cxn>
                  <a:cxn ang="0">
                    <a:pos x="12" y="251"/>
                  </a:cxn>
                  <a:cxn ang="0">
                    <a:pos x="12" y="251"/>
                  </a:cxn>
                  <a:cxn ang="0">
                    <a:pos x="10" y="254"/>
                  </a:cxn>
                  <a:cxn ang="0">
                    <a:pos x="0" y="266"/>
                  </a:cxn>
                  <a:cxn ang="0">
                    <a:pos x="0" y="266"/>
                  </a:cxn>
                  <a:cxn ang="0">
                    <a:pos x="3" y="261"/>
                  </a:cxn>
                  <a:cxn ang="0">
                    <a:pos x="15" y="279"/>
                  </a:cxn>
                  <a:cxn ang="0">
                    <a:pos x="171" y="95"/>
                  </a:cxn>
                  <a:cxn ang="0">
                    <a:pos x="240" y="13"/>
                  </a:cxn>
                  <a:cxn ang="0">
                    <a:pos x="240" y="13"/>
                  </a:cxn>
                  <a:cxn ang="0">
                    <a:pos x="236" y="18"/>
                  </a:cxn>
                  <a:cxn ang="0">
                    <a:pos x="226" y="0"/>
                  </a:cxn>
                  <a:cxn ang="0">
                    <a:pos x="224" y="0"/>
                  </a:cxn>
                </a:cxnLst>
                <a:rect l="0" t="0" r="r" b="b"/>
                <a:pathLst>
                  <a:path w="240" h="279">
                    <a:moveTo>
                      <a:pt x="224" y="0"/>
                    </a:moveTo>
                    <a:lnTo>
                      <a:pt x="224" y="0"/>
                    </a:lnTo>
                    <a:lnTo>
                      <a:pt x="224" y="0"/>
                    </a:lnTo>
                    <a:lnTo>
                      <a:pt x="12" y="251"/>
                    </a:lnTo>
                    <a:lnTo>
                      <a:pt x="12" y="251"/>
                    </a:lnTo>
                    <a:lnTo>
                      <a:pt x="10" y="254"/>
                    </a:lnTo>
                    <a:lnTo>
                      <a:pt x="0" y="266"/>
                    </a:lnTo>
                    <a:lnTo>
                      <a:pt x="0" y="266"/>
                    </a:lnTo>
                    <a:lnTo>
                      <a:pt x="3" y="261"/>
                    </a:lnTo>
                    <a:lnTo>
                      <a:pt x="15" y="279"/>
                    </a:lnTo>
                    <a:lnTo>
                      <a:pt x="171" y="95"/>
                    </a:lnTo>
                    <a:lnTo>
                      <a:pt x="240" y="13"/>
                    </a:lnTo>
                    <a:lnTo>
                      <a:pt x="240" y="13"/>
                    </a:lnTo>
                    <a:lnTo>
                      <a:pt x="236" y="18"/>
                    </a:lnTo>
                    <a:lnTo>
                      <a:pt x="226" y="0"/>
                    </a:lnTo>
                    <a:lnTo>
                      <a:pt x="224" y="0"/>
                    </a:lnTo>
                  </a:path>
                </a:pathLst>
              </a:custGeom>
              <a:noFill/>
              <a:ln w="9525">
                <a:noFill/>
                <a:round/>
              </a:ln>
            </p:spPr>
            <p:txBody>
              <a:bodyPr vert="horz" wrap="square" lIns="82938" tIns="41469" rIns="82938" bIns="41469" numCol="1" anchor="t" anchorCtr="0" compatLnSpc="1"/>
              <a:lstStyle/>
              <a:p>
                <a:endParaRPr lang="en-GB" sz="1815"/>
              </a:p>
            </p:txBody>
          </p:sp>
          <p:sp>
            <p:nvSpPr>
              <p:cNvPr id="52105" name="Freeform 905"/>
              <p:cNvSpPr>
                <a:spLocks noEditPoints="1"/>
              </p:cNvSpPr>
              <p:nvPr/>
            </p:nvSpPr>
            <p:spPr bwMode="auto">
              <a:xfrm>
                <a:off x="3697" y="2208"/>
                <a:ext cx="10" cy="12"/>
              </a:xfrm>
              <a:custGeom>
                <a:avLst/>
                <a:gdLst/>
                <a:ahLst/>
                <a:cxnLst>
                  <a:cxn ang="0">
                    <a:pos x="3" y="8"/>
                  </a:cxn>
                  <a:cxn ang="0">
                    <a:pos x="3" y="8"/>
                  </a:cxn>
                  <a:cxn ang="0">
                    <a:pos x="0" y="12"/>
                  </a:cxn>
                  <a:cxn ang="0">
                    <a:pos x="0" y="12"/>
                  </a:cxn>
                  <a:cxn ang="0">
                    <a:pos x="3" y="8"/>
                  </a:cxn>
                  <a:cxn ang="0">
                    <a:pos x="3" y="8"/>
                  </a:cxn>
                  <a:cxn ang="0">
                    <a:pos x="3" y="8"/>
                  </a:cxn>
                  <a:cxn ang="0">
                    <a:pos x="3" y="8"/>
                  </a:cxn>
                  <a:cxn ang="0">
                    <a:pos x="3" y="6"/>
                  </a:cxn>
                  <a:cxn ang="0">
                    <a:pos x="3" y="8"/>
                  </a:cxn>
                  <a:cxn ang="0">
                    <a:pos x="3" y="8"/>
                  </a:cxn>
                  <a:cxn ang="0">
                    <a:pos x="3" y="6"/>
                  </a:cxn>
                  <a:cxn ang="0">
                    <a:pos x="3" y="6"/>
                  </a:cxn>
                  <a:cxn ang="0">
                    <a:pos x="3" y="6"/>
                  </a:cxn>
                  <a:cxn ang="0">
                    <a:pos x="3" y="6"/>
                  </a:cxn>
                  <a:cxn ang="0">
                    <a:pos x="3" y="6"/>
                  </a:cxn>
                  <a:cxn ang="0">
                    <a:pos x="3" y="6"/>
                  </a:cxn>
                  <a:cxn ang="0">
                    <a:pos x="10" y="0"/>
                  </a:cxn>
                  <a:cxn ang="0">
                    <a:pos x="3" y="6"/>
                  </a:cxn>
                  <a:cxn ang="0">
                    <a:pos x="3" y="6"/>
                  </a:cxn>
                  <a:cxn ang="0">
                    <a:pos x="10" y="0"/>
                  </a:cxn>
                  <a:cxn ang="0">
                    <a:pos x="10" y="0"/>
                  </a:cxn>
                  <a:cxn ang="0">
                    <a:pos x="10" y="0"/>
                  </a:cxn>
                </a:cxnLst>
                <a:rect l="0" t="0" r="r" b="b"/>
                <a:pathLst>
                  <a:path w="10" h="12">
                    <a:moveTo>
                      <a:pt x="3" y="8"/>
                    </a:moveTo>
                    <a:lnTo>
                      <a:pt x="3" y="8"/>
                    </a:lnTo>
                    <a:lnTo>
                      <a:pt x="0" y="12"/>
                    </a:lnTo>
                    <a:lnTo>
                      <a:pt x="0" y="12"/>
                    </a:lnTo>
                    <a:lnTo>
                      <a:pt x="3" y="8"/>
                    </a:lnTo>
                    <a:close/>
                    <a:moveTo>
                      <a:pt x="3" y="8"/>
                    </a:moveTo>
                    <a:lnTo>
                      <a:pt x="3" y="8"/>
                    </a:lnTo>
                    <a:lnTo>
                      <a:pt x="3" y="8"/>
                    </a:lnTo>
                    <a:close/>
                    <a:moveTo>
                      <a:pt x="3" y="6"/>
                    </a:moveTo>
                    <a:lnTo>
                      <a:pt x="3" y="8"/>
                    </a:lnTo>
                    <a:lnTo>
                      <a:pt x="3" y="8"/>
                    </a:lnTo>
                    <a:lnTo>
                      <a:pt x="3" y="6"/>
                    </a:lnTo>
                    <a:lnTo>
                      <a:pt x="3" y="6"/>
                    </a:lnTo>
                    <a:close/>
                    <a:moveTo>
                      <a:pt x="3" y="6"/>
                    </a:moveTo>
                    <a:lnTo>
                      <a:pt x="3" y="6"/>
                    </a:lnTo>
                    <a:lnTo>
                      <a:pt x="3" y="6"/>
                    </a:lnTo>
                    <a:lnTo>
                      <a:pt x="3" y="6"/>
                    </a:lnTo>
                    <a:close/>
                    <a:moveTo>
                      <a:pt x="10" y="0"/>
                    </a:moveTo>
                    <a:lnTo>
                      <a:pt x="3" y="6"/>
                    </a:lnTo>
                    <a:lnTo>
                      <a:pt x="3" y="6"/>
                    </a:lnTo>
                    <a:lnTo>
                      <a:pt x="10" y="0"/>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06" name="Freeform 906"/>
              <p:cNvSpPr/>
              <p:nvPr/>
            </p:nvSpPr>
            <p:spPr bwMode="auto">
              <a:xfrm>
                <a:off x="3697" y="2216"/>
                <a:ext cx="3" cy="4"/>
              </a:xfrm>
              <a:custGeom>
                <a:avLst/>
                <a:gdLst/>
                <a:ahLst/>
                <a:cxnLst>
                  <a:cxn ang="0">
                    <a:pos x="3" y="0"/>
                  </a:cxn>
                  <a:cxn ang="0">
                    <a:pos x="3" y="0"/>
                  </a:cxn>
                  <a:cxn ang="0">
                    <a:pos x="0" y="4"/>
                  </a:cxn>
                  <a:cxn ang="0">
                    <a:pos x="0" y="4"/>
                  </a:cxn>
                  <a:cxn ang="0">
                    <a:pos x="3" y="0"/>
                  </a:cxn>
                </a:cxnLst>
                <a:rect l="0" t="0" r="r" b="b"/>
                <a:pathLst>
                  <a:path w="3" h="4">
                    <a:moveTo>
                      <a:pt x="3" y="0"/>
                    </a:moveTo>
                    <a:lnTo>
                      <a:pt x="3" y="0"/>
                    </a:lnTo>
                    <a:lnTo>
                      <a:pt x="0" y="4"/>
                    </a:lnTo>
                    <a:lnTo>
                      <a:pt x="0" y="4"/>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07" name="Freeform 907"/>
              <p:cNvSpPr/>
              <p:nvPr/>
            </p:nvSpPr>
            <p:spPr bwMode="auto">
              <a:xfrm>
                <a:off x="3700" y="2216"/>
                <a:ext cx="1" cy="1"/>
              </a:xfrm>
              <a:custGeom>
                <a:avLst/>
                <a:gdLst/>
                <a:ahLst/>
                <a:cxnLst>
                  <a:cxn ang="0">
                    <a:pos x="0" y="0"/>
                  </a:cxn>
                  <a:cxn ang="0">
                    <a:pos x="0" y="0"/>
                  </a:cxn>
                  <a:cxn ang="0">
                    <a:pos x="0" y="0"/>
                  </a:cxn>
                </a:cxnLst>
                <a:rect l="0" t="0" r="r" b="b"/>
                <a:pathLst>
                  <a:path>
                    <a:moveTo>
                      <a:pt x="0" y="0"/>
                    </a:move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08" name="Rectangle 908"/>
              <p:cNvSpPr>
                <a:spLocks noChangeArrowheads="1"/>
              </p:cNvSpPr>
              <p:nvPr/>
            </p:nvSpPr>
            <p:spPr bwMode="auto">
              <a:xfrm>
                <a:off x="3700" y="2214"/>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09" name="Freeform 909"/>
              <p:cNvSpPr/>
              <p:nvPr/>
            </p:nvSpPr>
            <p:spPr bwMode="auto">
              <a:xfrm>
                <a:off x="3700" y="2214"/>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10" name="Freeform 910"/>
              <p:cNvSpPr/>
              <p:nvPr/>
            </p:nvSpPr>
            <p:spPr bwMode="auto">
              <a:xfrm>
                <a:off x="3700" y="2208"/>
                <a:ext cx="7" cy="6"/>
              </a:xfrm>
              <a:custGeom>
                <a:avLst/>
                <a:gdLst/>
                <a:ahLst/>
                <a:cxnLst>
                  <a:cxn ang="0">
                    <a:pos x="7" y="0"/>
                  </a:cxn>
                  <a:cxn ang="0">
                    <a:pos x="0" y="6"/>
                  </a:cxn>
                  <a:cxn ang="0">
                    <a:pos x="0" y="6"/>
                  </a:cxn>
                  <a:cxn ang="0">
                    <a:pos x="7" y="0"/>
                  </a:cxn>
                  <a:cxn ang="0">
                    <a:pos x="7" y="0"/>
                  </a:cxn>
                  <a:cxn ang="0">
                    <a:pos x="7" y="0"/>
                  </a:cxn>
                </a:cxnLst>
                <a:rect l="0" t="0" r="r" b="b"/>
                <a:pathLst>
                  <a:path w="7" h="6">
                    <a:moveTo>
                      <a:pt x="7" y="0"/>
                    </a:moveTo>
                    <a:lnTo>
                      <a:pt x="0" y="6"/>
                    </a:lnTo>
                    <a:lnTo>
                      <a:pt x="0" y="6"/>
                    </a:lnTo>
                    <a:lnTo>
                      <a:pt x="7" y="0"/>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111" name="Freeform 911"/>
              <p:cNvSpPr/>
              <p:nvPr/>
            </p:nvSpPr>
            <p:spPr bwMode="auto">
              <a:xfrm>
                <a:off x="3992" y="2611"/>
                <a:ext cx="333" cy="59"/>
              </a:xfrm>
              <a:custGeom>
                <a:avLst/>
                <a:gdLst/>
                <a:ahLst/>
                <a:cxnLst>
                  <a:cxn ang="0">
                    <a:pos x="333" y="0"/>
                  </a:cxn>
                  <a:cxn ang="0">
                    <a:pos x="0" y="59"/>
                  </a:cxn>
                  <a:cxn ang="0">
                    <a:pos x="333" y="0"/>
                  </a:cxn>
                  <a:cxn ang="0">
                    <a:pos x="333" y="0"/>
                  </a:cxn>
                </a:cxnLst>
                <a:rect l="0" t="0" r="r" b="b"/>
                <a:pathLst>
                  <a:path w="333" h="59">
                    <a:moveTo>
                      <a:pt x="333" y="0"/>
                    </a:moveTo>
                    <a:lnTo>
                      <a:pt x="0" y="59"/>
                    </a:lnTo>
                    <a:lnTo>
                      <a:pt x="333" y="0"/>
                    </a:lnTo>
                    <a:lnTo>
                      <a:pt x="33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12" name="Freeform 912"/>
              <p:cNvSpPr/>
              <p:nvPr/>
            </p:nvSpPr>
            <p:spPr bwMode="auto">
              <a:xfrm>
                <a:off x="3992" y="2611"/>
                <a:ext cx="333" cy="59"/>
              </a:xfrm>
              <a:custGeom>
                <a:avLst/>
                <a:gdLst/>
                <a:ahLst/>
                <a:cxnLst>
                  <a:cxn ang="0">
                    <a:pos x="333" y="0"/>
                  </a:cxn>
                  <a:cxn ang="0">
                    <a:pos x="0" y="59"/>
                  </a:cxn>
                  <a:cxn ang="0">
                    <a:pos x="333" y="0"/>
                  </a:cxn>
                  <a:cxn ang="0">
                    <a:pos x="333" y="0"/>
                  </a:cxn>
                </a:cxnLst>
                <a:rect l="0" t="0" r="r" b="b"/>
                <a:pathLst>
                  <a:path w="333" h="59">
                    <a:moveTo>
                      <a:pt x="333" y="0"/>
                    </a:moveTo>
                    <a:lnTo>
                      <a:pt x="0" y="59"/>
                    </a:lnTo>
                    <a:lnTo>
                      <a:pt x="333" y="0"/>
                    </a:lnTo>
                    <a:lnTo>
                      <a:pt x="333" y="0"/>
                    </a:lnTo>
                  </a:path>
                </a:pathLst>
              </a:custGeom>
              <a:noFill/>
              <a:ln w="9525">
                <a:noFill/>
                <a:round/>
              </a:ln>
            </p:spPr>
            <p:txBody>
              <a:bodyPr vert="horz" wrap="square" lIns="82938" tIns="41469" rIns="82938" bIns="41469" numCol="1" anchor="t" anchorCtr="0" compatLnSpc="1"/>
              <a:lstStyle/>
              <a:p>
                <a:endParaRPr lang="en-GB" sz="1815"/>
              </a:p>
            </p:txBody>
          </p:sp>
          <p:sp>
            <p:nvSpPr>
              <p:cNvPr id="52113" name="Freeform 913"/>
              <p:cNvSpPr/>
              <p:nvPr/>
            </p:nvSpPr>
            <p:spPr bwMode="auto">
              <a:xfrm>
                <a:off x="3983" y="2685"/>
                <a:ext cx="44" cy="7"/>
              </a:xfrm>
              <a:custGeom>
                <a:avLst/>
                <a:gdLst/>
                <a:ahLst/>
                <a:cxnLst>
                  <a:cxn ang="0">
                    <a:pos x="44" y="0"/>
                  </a:cxn>
                  <a:cxn ang="0">
                    <a:pos x="0" y="7"/>
                  </a:cxn>
                  <a:cxn ang="0">
                    <a:pos x="0" y="7"/>
                  </a:cxn>
                  <a:cxn ang="0">
                    <a:pos x="44" y="0"/>
                  </a:cxn>
                </a:cxnLst>
                <a:rect l="0" t="0" r="r" b="b"/>
                <a:pathLst>
                  <a:path w="44" h="7">
                    <a:moveTo>
                      <a:pt x="44" y="0"/>
                    </a:moveTo>
                    <a:lnTo>
                      <a:pt x="0" y="7"/>
                    </a:lnTo>
                    <a:lnTo>
                      <a:pt x="0" y="7"/>
                    </a:lnTo>
                    <a:lnTo>
                      <a:pt x="4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114" name="Freeform 914"/>
              <p:cNvSpPr/>
              <p:nvPr/>
            </p:nvSpPr>
            <p:spPr bwMode="auto">
              <a:xfrm>
                <a:off x="3983" y="2685"/>
                <a:ext cx="44" cy="7"/>
              </a:xfrm>
              <a:custGeom>
                <a:avLst/>
                <a:gdLst/>
                <a:ahLst/>
                <a:cxnLst>
                  <a:cxn ang="0">
                    <a:pos x="44" y="0"/>
                  </a:cxn>
                  <a:cxn ang="0">
                    <a:pos x="0" y="7"/>
                  </a:cxn>
                  <a:cxn ang="0">
                    <a:pos x="0" y="7"/>
                  </a:cxn>
                  <a:cxn ang="0">
                    <a:pos x="44" y="0"/>
                  </a:cxn>
                </a:cxnLst>
                <a:rect l="0" t="0" r="r" b="b"/>
                <a:pathLst>
                  <a:path w="44" h="7">
                    <a:moveTo>
                      <a:pt x="44" y="0"/>
                    </a:moveTo>
                    <a:lnTo>
                      <a:pt x="0" y="7"/>
                    </a:lnTo>
                    <a:lnTo>
                      <a:pt x="0" y="7"/>
                    </a:lnTo>
                    <a:lnTo>
                      <a:pt x="44" y="0"/>
                    </a:lnTo>
                  </a:path>
                </a:pathLst>
              </a:custGeom>
              <a:noFill/>
              <a:ln w="9525">
                <a:noFill/>
                <a:round/>
              </a:ln>
            </p:spPr>
            <p:txBody>
              <a:bodyPr vert="horz" wrap="square" lIns="82938" tIns="41469" rIns="82938" bIns="41469" numCol="1" anchor="t" anchorCtr="0" compatLnSpc="1"/>
              <a:lstStyle/>
              <a:p>
                <a:endParaRPr lang="en-GB" sz="1815"/>
              </a:p>
            </p:txBody>
          </p:sp>
          <p:sp>
            <p:nvSpPr>
              <p:cNvPr id="52115" name="Freeform 915"/>
              <p:cNvSpPr/>
              <p:nvPr/>
            </p:nvSpPr>
            <p:spPr bwMode="auto">
              <a:xfrm>
                <a:off x="3983" y="2611"/>
                <a:ext cx="342" cy="81"/>
              </a:xfrm>
              <a:custGeom>
                <a:avLst/>
                <a:gdLst/>
                <a:ahLst/>
                <a:cxnLst>
                  <a:cxn ang="0">
                    <a:pos x="342" y="0"/>
                  </a:cxn>
                  <a:cxn ang="0">
                    <a:pos x="9" y="59"/>
                  </a:cxn>
                  <a:cxn ang="0">
                    <a:pos x="4" y="59"/>
                  </a:cxn>
                  <a:cxn ang="0">
                    <a:pos x="0" y="81"/>
                  </a:cxn>
                  <a:cxn ang="0">
                    <a:pos x="44" y="74"/>
                  </a:cxn>
                  <a:cxn ang="0">
                    <a:pos x="339" y="22"/>
                  </a:cxn>
                  <a:cxn ang="0">
                    <a:pos x="342" y="9"/>
                  </a:cxn>
                  <a:cxn ang="0">
                    <a:pos x="342" y="2"/>
                  </a:cxn>
                  <a:cxn ang="0">
                    <a:pos x="342" y="0"/>
                  </a:cxn>
                </a:cxnLst>
                <a:rect l="0" t="0" r="r" b="b"/>
                <a:pathLst>
                  <a:path w="342" h="81">
                    <a:moveTo>
                      <a:pt x="342" y="0"/>
                    </a:moveTo>
                    <a:lnTo>
                      <a:pt x="9" y="59"/>
                    </a:lnTo>
                    <a:lnTo>
                      <a:pt x="4" y="59"/>
                    </a:lnTo>
                    <a:lnTo>
                      <a:pt x="0" y="81"/>
                    </a:lnTo>
                    <a:lnTo>
                      <a:pt x="44" y="74"/>
                    </a:lnTo>
                    <a:lnTo>
                      <a:pt x="339" y="22"/>
                    </a:lnTo>
                    <a:lnTo>
                      <a:pt x="342" y="9"/>
                    </a:lnTo>
                    <a:lnTo>
                      <a:pt x="342" y="2"/>
                    </a:lnTo>
                    <a:lnTo>
                      <a:pt x="34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16" name="Freeform 916"/>
              <p:cNvSpPr/>
              <p:nvPr/>
            </p:nvSpPr>
            <p:spPr bwMode="auto">
              <a:xfrm>
                <a:off x="3983" y="2611"/>
                <a:ext cx="342" cy="81"/>
              </a:xfrm>
              <a:custGeom>
                <a:avLst/>
                <a:gdLst/>
                <a:ahLst/>
                <a:cxnLst>
                  <a:cxn ang="0">
                    <a:pos x="342" y="0"/>
                  </a:cxn>
                  <a:cxn ang="0">
                    <a:pos x="9" y="59"/>
                  </a:cxn>
                  <a:cxn ang="0">
                    <a:pos x="4" y="59"/>
                  </a:cxn>
                  <a:cxn ang="0">
                    <a:pos x="0" y="81"/>
                  </a:cxn>
                  <a:cxn ang="0">
                    <a:pos x="44" y="74"/>
                  </a:cxn>
                  <a:cxn ang="0">
                    <a:pos x="339" y="22"/>
                  </a:cxn>
                  <a:cxn ang="0">
                    <a:pos x="342" y="9"/>
                  </a:cxn>
                  <a:cxn ang="0">
                    <a:pos x="342" y="2"/>
                  </a:cxn>
                  <a:cxn ang="0">
                    <a:pos x="342" y="0"/>
                  </a:cxn>
                </a:cxnLst>
                <a:rect l="0" t="0" r="r" b="b"/>
                <a:pathLst>
                  <a:path w="342" h="81">
                    <a:moveTo>
                      <a:pt x="342" y="0"/>
                    </a:moveTo>
                    <a:lnTo>
                      <a:pt x="9" y="59"/>
                    </a:lnTo>
                    <a:lnTo>
                      <a:pt x="4" y="59"/>
                    </a:lnTo>
                    <a:lnTo>
                      <a:pt x="0" y="81"/>
                    </a:lnTo>
                    <a:lnTo>
                      <a:pt x="44" y="74"/>
                    </a:lnTo>
                    <a:lnTo>
                      <a:pt x="339" y="22"/>
                    </a:lnTo>
                    <a:lnTo>
                      <a:pt x="342" y="9"/>
                    </a:lnTo>
                    <a:lnTo>
                      <a:pt x="342" y="2"/>
                    </a:lnTo>
                    <a:lnTo>
                      <a:pt x="342" y="0"/>
                    </a:lnTo>
                  </a:path>
                </a:pathLst>
              </a:custGeom>
              <a:noFill/>
              <a:ln w="9525">
                <a:noFill/>
                <a:round/>
              </a:ln>
            </p:spPr>
            <p:txBody>
              <a:bodyPr vert="horz" wrap="square" lIns="82938" tIns="41469" rIns="82938" bIns="41469" numCol="1" anchor="t" anchorCtr="0" compatLnSpc="1"/>
              <a:lstStyle/>
              <a:p>
                <a:endParaRPr lang="en-GB" sz="1815"/>
              </a:p>
            </p:txBody>
          </p:sp>
          <p:sp>
            <p:nvSpPr>
              <p:cNvPr id="52117" name="Freeform 917"/>
              <p:cNvSpPr/>
              <p:nvPr/>
            </p:nvSpPr>
            <p:spPr bwMode="auto">
              <a:xfrm>
                <a:off x="3612" y="2695"/>
                <a:ext cx="351" cy="62"/>
              </a:xfrm>
              <a:custGeom>
                <a:avLst/>
                <a:gdLst/>
                <a:ahLst/>
                <a:cxnLst>
                  <a:cxn ang="0">
                    <a:pos x="351" y="0"/>
                  </a:cxn>
                  <a:cxn ang="0">
                    <a:pos x="0" y="62"/>
                  </a:cxn>
                  <a:cxn ang="0">
                    <a:pos x="0" y="62"/>
                  </a:cxn>
                  <a:cxn ang="0">
                    <a:pos x="351" y="0"/>
                  </a:cxn>
                  <a:cxn ang="0">
                    <a:pos x="351" y="0"/>
                  </a:cxn>
                </a:cxnLst>
                <a:rect l="0" t="0" r="r" b="b"/>
                <a:pathLst>
                  <a:path w="351" h="62">
                    <a:moveTo>
                      <a:pt x="351" y="0"/>
                    </a:moveTo>
                    <a:lnTo>
                      <a:pt x="0" y="62"/>
                    </a:lnTo>
                    <a:lnTo>
                      <a:pt x="0" y="62"/>
                    </a:lnTo>
                    <a:lnTo>
                      <a:pt x="351" y="0"/>
                    </a:lnTo>
                    <a:lnTo>
                      <a:pt x="35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18" name="Freeform 918"/>
              <p:cNvSpPr/>
              <p:nvPr/>
            </p:nvSpPr>
            <p:spPr bwMode="auto">
              <a:xfrm>
                <a:off x="3612" y="2695"/>
                <a:ext cx="351" cy="62"/>
              </a:xfrm>
              <a:custGeom>
                <a:avLst/>
                <a:gdLst/>
                <a:ahLst/>
                <a:cxnLst>
                  <a:cxn ang="0">
                    <a:pos x="351" y="0"/>
                  </a:cxn>
                  <a:cxn ang="0">
                    <a:pos x="0" y="62"/>
                  </a:cxn>
                  <a:cxn ang="0">
                    <a:pos x="0" y="62"/>
                  </a:cxn>
                  <a:cxn ang="0">
                    <a:pos x="351" y="0"/>
                  </a:cxn>
                  <a:cxn ang="0">
                    <a:pos x="351" y="0"/>
                  </a:cxn>
                </a:cxnLst>
                <a:rect l="0" t="0" r="r" b="b"/>
                <a:pathLst>
                  <a:path w="351" h="62">
                    <a:moveTo>
                      <a:pt x="351" y="0"/>
                    </a:moveTo>
                    <a:lnTo>
                      <a:pt x="0" y="62"/>
                    </a:lnTo>
                    <a:lnTo>
                      <a:pt x="0" y="62"/>
                    </a:lnTo>
                    <a:lnTo>
                      <a:pt x="351" y="0"/>
                    </a:lnTo>
                    <a:lnTo>
                      <a:pt x="351" y="0"/>
                    </a:lnTo>
                  </a:path>
                </a:pathLst>
              </a:custGeom>
              <a:noFill/>
              <a:ln w="9525">
                <a:noFill/>
                <a:round/>
              </a:ln>
            </p:spPr>
            <p:txBody>
              <a:bodyPr vert="horz" wrap="square" lIns="82938" tIns="41469" rIns="82938" bIns="41469" numCol="1" anchor="t" anchorCtr="0" compatLnSpc="1"/>
              <a:lstStyle/>
              <a:p>
                <a:endParaRPr lang="en-GB" sz="1815"/>
              </a:p>
            </p:txBody>
          </p:sp>
          <p:sp>
            <p:nvSpPr>
              <p:cNvPr id="52119" name="Rectangle 919"/>
              <p:cNvSpPr>
                <a:spLocks noChangeArrowheads="1"/>
              </p:cNvSpPr>
              <p:nvPr/>
            </p:nvSpPr>
            <p:spPr bwMode="auto">
              <a:xfrm>
                <a:off x="3983" y="2692"/>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120" name="Freeform 920"/>
              <p:cNvSpPr/>
              <p:nvPr/>
            </p:nvSpPr>
            <p:spPr bwMode="auto">
              <a:xfrm>
                <a:off x="3983" y="2692"/>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21" name="Freeform 921"/>
              <p:cNvSpPr/>
              <p:nvPr/>
            </p:nvSpPr>
            <p:spPr bwMode="auto">
              <a:xfrm>
                <a:off x="3963" y="2670"/>
                <a:ext cx="24" cy="25"/>
              </a:xfrm>
              <a:custGeom>
                <a:avLst/>
                <a:gdLst/>
                <a:ahLst/>
                <a:cxnLst>
                  <a:cxn ang="0">
                    <a:pos x="24" y="0"/>
                  </a:cxn>
                  <a:cxn ang="0">
                    <a:pos x="19" y="2"/>
                  </a:cxn>
                  <a:cxn ang="0">
                    <a:pos x="19" y="2"/>
                  </a:cxn>
                  <a:cxn ang="0">
                    <a:pos x="15" y="23"/>
                  </a:cxn>
                  <a:cxn ang="0">
                    <a:pos x="0" y="25"/>
                  </a:cxn>
                  <a:cxn ang="0">
                    <a:pos x="0" y="25"/>
                  </a:cxn>
                  <a:cxn ang="0">
                    <a:pos x="20" y="22"/>
                  </a:cxn>
                  <a:cxn ang="0">
                    <a:pos x="20" y="22"/>
                  </a:cxn>
                  <a:cxn ang="0">
                    <a:pos x="20" y="22"/>
                  </a:cxn>
                  <a:cxn ang="0">
                    <a:pos x="24" y="0"/>
                  </a:cxn>
                </a:cxnLst>
                <a:rect l="0" t="0" r="r" b="b"/>
                <a:pathLst>
                  <a:path w="24" h="25">
                    <a:moveTo>
                      <a:pt x="24" y="0"/>
                    </a:moveTo>
                    <a:lnTo>
                      <a:pt x="19" y="2"/>
                    </a:lnTo>
                    <a:lnTo>
                      <a:pt x="19" y="2"/>
                    </a:lnTo>
                    <a:lnTo>
                      <a:pt x="15" y="23"/>
                    </a:lnTo>
                    <a:lnTo>
                      <a:pt x="0" y="25"/>
                    </a:lnTo>
                    <a:lnTo>
                      <a:pt x="0" y="25"/>
                    </a:lnTo>
                    <a:lnTo>
                      <a:pt x="20" y="22"/>
                    </a:lnTo>
                    <a:lnTo>
                      <a:pt x="20" y="22"/>
                    </a:lnTo>
                    <a:lnTo>
                      <a:pt x="20" y="22"/>
                    </a:lnTo>
                    <a:lnTo>
                      <a:pt x="2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22" name="Freeform 922"/>
              <p:cNvSpPr/>
              <p:nvPr/>
            </p:nvSpPr>
            <p:spPr bwMode="auto">
              <a:xfrm>
                <a:off x="3963" y="2670"/>
                <a:ext cx="24" cy="25"/>
              </a:xfrm>
              <a:custGeom>
                <a:avLst/>
                <a:gdLst/>
                <a:ahLst/>
                <a:cxnLst>
                  <a:cxn ang="0">
                    <a:pos x="24" y="0"/>
                  </a:cxn>
                  <a:cxn ang="0">
                    <a:pos x="19" y="2"/>
                  </a:cxn>
                  <a:cxn ang="0">
                    <a:pos x="19" y="2"/>
                  </a:cxn>
                  <a:cxn ang="0">
                    <a:pos x="15" y="23"/>
                  </a:cxn>
                  <a:cxn ang="0">
                    <a:pos x="0" y="25"/>
                  </a:cxn>
                  <a:cxn ang="0">
                    <a:pos x="0" y="25"/>
                  </a:cxn>
                  <a:cxn ang="0">
                    <a:pos x="20" y="22"/>
                  </a:cxn>
                  <a:cxn ang="0">
                    <a:pos x="20" y="22"/>
                  </a:cxn>
                  <a:cxn ang="0">
                    <a:pos x="20" y="22"/>
                  </a:cxn>
                  <a:cxn ang="0">
                    <a:pos x="24" y="0"/>
                  </a:cxn>
                </a:cxnLst>
                <a:rect l="0" t="0" r="r" b="b"/>
                <a:pathLst>
                  <a:path w="24" h="25">
                    <a:moveTo>
                      <a:pt x="24" y="0"/>
                    </a:moveTo>
                    <a:lnTo>
                      <a:pt x="19" y="2"/>
                    </a:lnTo>
                    <a:lnTo>
                      <a:pt x="19" y="2"/>
                    </a:lnTo>
                    <a:lnTo>
                      <a:pt x="15" y="23"/>
                    </a:lnTo>
                    <a:lnTo>
                      <a:pt x="0" y="25"/>
                    </a:lnTo>
                    <a:lnTo>
                      <a:pt x="0" y="25"/>
                    </a:lnTo>
                    <a:lnTo>
                      <a:pt x="20" y="22"/>
                    </a:lnTo>
                    <a:lnTo>
                      <a:pt x="20" y="22"/>
                    </a:lnTo>
                    <a:lnTo>
                      <a:pt x="20" y="22"/>
                    </a:lnTo>
                    <a:lnTo>
                      <a:pt x="24" y="0"/>
                    </a:lnTo>
                  </a:path>
                </a:pathLst>
              </a:custGeom>
              <a:noFill/>
              <a:ln w="9525">
                <a:noFill/>
                <a:round/>
              </a:ln>
            </p:spPr>
            <p:txBody>
              <a:bodyPr vert="horz" wrap="square" lIns="82938" tIns="41469" rIns="82938" bIns="41469" numCol="1" anchor="t" anchorCtr="0" compatLnSpc="1"/>
              <a:lstStyle/>
              <a:p>
                <a:endParaRPr lang="en-GB" sz="1815"/>
              </a:p>
            </p:txBody>
          </p:sp>
          <p:sp>
            <p:nvSpPr>
              <p:cNvPr id="52123" name="Rectangle 923"/>
              <p:cNvSpPr>
                <a:spLocks noChangeArrowheads="1"/>
              </p:cNvSpPr>
              <p:nvPr/>
            </p:nvSpPr>
            <p:spPr bwMode="auto">
              <a:xfrm>
                <a:off x="3605" y="275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124" name="Rectangle 924"/>
              <p:cNvSpPr>
                <a:spLocks noChangeArrowheads="1"/>
              </p:cNvSpPr>
              <p:nvPr/>
            </p:nvSpPr>
            <p:spPr bwMode="auto">
              <a:xfrm>
                <a:off x="3605" y="275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25" name="Freeform 925"/>
              <p:cNvSpPr/>
              <p:nvPr/>
            </p:nvSpPr>
            <p:spPr bwMode="auto">
              <a:xfrm>
                <a:off x="3947" y="1940"/>
                <a:ext cx="400" cy="671"/>
              </a:xfrm>
              <a:custGeom>
                <a:avLst/>
                <a:gdLst/>
                <a:ahLst/>
                <a:cxnLst>
                  <a:cxn ang="0">
                    <a:pos x="13" y="0"/>
                  </a:cxn>
                  <a:cxn ang="0">
                    <a:pos x="10" y="3"/>
                  </a:cxn>
                  <a:cxn ang="0">
                    <a:pos x="10" y="3"/>
                  </a:cxn>
                  <a:cxn ang="0">
                    <a:pos x="0" y="15"/>
                  </a:cxn>
                  <a:cxn ang="0">
                    <a:pos x="378" y="671"/>
                  </a:cxn>
                  <a:cxn ang="0">
                    <a:pos x="378" y="671"/>
                  </a:cxn>
                  <a:cxn ang="0">
                    <a:pos x="400" y="668"/>
                  </a:cxn>
                  <a:cxn ang="0">
                    <a:pos x="13" y="0"/>
                  </a:cxn>
                </a:cxnLst>
                <a:rect l="0" t="0" r="r" b="b"/>
                <a:pathLst>
                  <a:path w="400" h="671">
                    <a:moveTo>
                      <a:pt x="13" y="0"/>
                    </a:moveTo>
                    <a:lnTo>
                      <a:pt x="10" y="3"/>
                    </a:lnTo>
                    <a:lnTo>
                      <a:pt x="10" y="3"/>
                    </a:lnTo>
                    <a:lnTo>
                      <a:pt x="0" y="15"/>
                    </a:lnTo>
                    <a:lnTo>
                      <a:pt x="378" y="671"/>
                    </a:lnTo>
                    <a:lnTo>
                      <a:pt x="378" y="671"/>
                    </a:lnTo>
                    <a:lnTo>
                      <a:pt x="400" y="668"/>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26" name="Freeform 926"/>
              <p:cNvSpPr/>
              <p:nvPr/>
            </p:nvSpPr>
            <p:spPr bwMode="auto">
              <a:xfrm>
                <a:off x="3947" y="1940"/>
                <a:ext cx="400" cy="671"/>
              </a:xfrm>
              <a:custGeom>
                <a:avLst/>
                <a:gdLst/>
                <a:ahLst/>
                <a:cxnLst>
                  <a:cxn ang="0">
                    <a:pos x="13" y="0"/>
                  </a:cxn>
                  <a:cxn ang="0">
                    <a:pos x="10" y="3"/>
                  </a:cxn>
                  <a:cxn ang="0">
                    <a:pos x="10" y="3"/>
                  </a:cxn>
                  <a:cxn ang="0">
                    <a:pos x="0" y="15"/>
                  </a:cxn>
                  <a:cxn ang="0">
                    <a:pos x="378" y="671"/>
                  </a:cxn>
                  <a:cxn ang="0">
                    <a:pos x="378" y="671"/>
                  </a:cxn>
                  <a:cxn ang="0">
                    <a:pos x="400" y="668"/>
                  </a:cxn>
                  <a:cxn ang="0">
                    <a:pos x="13" y="0"/>
                  </a:cxn>
                </a:cxnLst>
                <a:rect l="0" t="0" r="r" b="b"/>
                <a:pathLst>
                  <a:path w="400" h="671">
                    <a:moveTo>
                      <a:pt x="13" y="0"/>
                    </a:moveTo>
                    <a:lnTo>
                      <a:pt x="10" y="3"/>
                    </a:lnTo>
                    <a:lnTo>
                      <a:pt x="10" y="3"/>
                    </a:lnTo>
                    <a:lnTo>
                      <a:pt x="0" y="15"/>
                    </a:lnTo>
                    <a:lnTo>
                      <a:pt x="378" y="671"/>
                    </a:lnTo>
                    <a:lnTo>
                      <a:pt x="378" y="671"/>
                    </a:lnTo>
                    <a:lnTo>
                      <a:pt x="400" y="668"/>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2127" name="Freeform 927"/>
              <p:cNvSpPr/>
              <p:nvPr/>
            </p:nvSpPr>
            <p:spPr bwMode="auto">
              <a:xfrm>
                <a:off x="3947" y="1922"/>
                <a:ext cx="13" cy="21"/>
              </a:xfrm>
              <a:custGeom>
                <a:avLst/>
                <a:gdLst/>
                <a:ahLst/>
                <a:cxnLst>
                  <a:cxn ang="0">
                    <a:pos x="3" y="0"/>
                  </a:cxn>
                  <a:cxn ang="0">
                    <a:pos x="0" y="3"/>
                  </a:cxn>
                  <a:cxn ang="0">
                    <a:pos x="0" y="3"/>
                  </a:cxn>
                  <a:cxn ang="0">
                    <a:pos x="10" y="21"/>
                  </a:cxn>
                  <a:cxn ang="0">
                    <a:pos x="13" y="18"/>
                  </a:cxn>
                  <a:cxn ang="0">
                    <a:pos x="3" y="0"/>
                  </a:cxn>
                </a:cxnLst>
                <a:rect l="0" t="0" r="r" b="b"/>
                <a:pathLst>
                  <a:path w="13" h="21">
                    <a:moveTo>
                      <a:pt x="3" y="0"/>
                    </a:moveTo>
                    <a:lnTo>
                      <a:pt x="0" y="3"/>
                    </a:lnTo>
                    <a:lnTo>
                      <a:pt x="0" y="3"/>
                    </a:lnTo>
                    <a:lnTo>
                      <a:pt x="10" y="21"/>
                    </a:lnTo>
                    <a:lnTo>
                      <a:pt x="13" y="18"/>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28" name="Freeform 928"/>
              <p:cNvSpPr/>
              <p:nvPr/>
            </p:nvSpPr>
            <p:spPr bwMode="auto">
              <a:xfrm>
                <a:off x="3947" y="1922"/>
                <a:ext cx="13" cy="21"/>
              </a:xfrm>
              <a:custGeom>
                <a:avLst/>
                <a:gdLst/>
                <a:ahLst/>
                <a:cxnLst>
                  <a:cxn ang="0">
                    <a:pos x="3" y="0"/>
                  </a:cxn>
                  <a:cxn ang="0">
                    <a:pos x="0" y="3"/>
                  </a:cxn>
                  <a:cxn ang="0">
                    <a:pos x="0" y="3"/>
                  </a:cxn>
                  <a:cxn ang="0">
                    <a:pos x="10" y="21"/>
                  </a:cxn>
                  <a:cxn ang="0">
                    <a:pos x="13" y="18"/>
                  </a:cxn>
                  <a:cxn ang="0">
                    <a:pos x="3" y="0"/>
                  </a:cxn>
                </a:cxnLst>
                <a:rect l="0" t="0" r="r" b="b"/>
                <a:pathLst>
                  <a:path w="13" h="21">
                    <a:moveTo>
                      <a:pt x="3" y="0"/>
                    </a:moveTo>
                    <a:lnTo>
                      <a:pt x="0" y="3"/>
                    </a:lnTo>
                    <a:lnTo>
                      <a:pt x="0" y="3"/>
                    </a:lnTo>
                    <a:lnTo>
                      <a:pt x="10" y="21"/>
                    </a:lnTo>
                    <a:lnTo>
                      <a:pt x="13" y="18"/>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29" name="Freeform 929"/>
              <p:cNvSpPr/>
              <p:nvPr/>
            </p:nvSpPr>
            <p:spPr bwMode="auto">
              <a:xfrm>
                <a:off x="3935" y="1925"/>
                <a:ext cx="22" cy="30"/>
              </a:xfrm>
              <a:custGeom>
                <a:avLst/>
                <a:gdLst/>
                <a:ahLst/>
                <a:cxnLst>
                  <a:cxn ang="0">
                    <a:pos x="12" y="0"/>
                  </a:cxn>
                  <a:cxn ang="0">
                    <a:pos x="0" y="12"/>
                  </a:cxn>
                  <a:cxn ang="0">
                    <a:pos x="3" y="18"/>
                  </a:cxn>
                  <a:cxn ang="0">
                    <a:pos x="13" y="13"/>
                  </a:cxn>
                  <a:cxn ang="0">
                    <a:pos x="3" y="18"/>
                  </a:cxn>
                  <a:cxn ang="0">
                    <a:pos x="12" y="30"/>
                  </a:cxn>
                  <a:cxn ang="0">
                    <a:pos x="22" y="18"/>
                  </a:cxn>
                  <a:cxn ang="0">
                    <a:pos x="12" y="0"/>
                  </a:cxn>
                  <a:cxn ang="0">
                    <a:pos x="12" y="0"/>
                  </a:cxn>
                </a:cxnLst>
                <a:rect l="0" t="0" r="r" b="b"/>
                <a:pathLst>
                  <a:path w="22" h="30">
                    <a:moveTo>
                      <a:pt x="12" y="0"/>
                    </a:moveTo>
                    <a:lnTo>
                      <a:pt x="0" y="12"/>
                    </a:lnTo>
                    <a:lnTo>
                      <a:pt x="3" y="18"/>
                    </a:lnTo>
                    <a:lnTo>
                      <a:pt x="13" y="13"/>
                    </a:lnTo>
                    <a:lnTo>
                      <a:pt x="3" y="18"/>
                    </a:lnTo>
                    <a:lnTo>
                      <a:pt x="12" y="30"/>
                    </a:lnTo>
                    <a:lnTo>
                      <a:pt x="22" y="18"/>
                    </a:lnTo>
                    <a:lnTo>
                      <a:pt x="12" y="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0" name="Freeform 930"/>
              <p:cNvSpPr/>
              <p:nvPr/>
            </p:nvSpPr>
            <p:spPr bwMode="auto">
              <a:xfrm>
                <a:off x="3935" y="1925"/>
                <a:ext cx="22" cy="30"/>
              </a:xfrm>
              <a:custGeom>
                <a:avLst/>
                <a:gdLst/>
                <a:ahLst/>
                <a:cxnLst>
                  <a:cxn ang="0">
                    <a:pos x="12" y="0"/>
                  </a:cxn>
                  <a:cxn ang="0">
                    <a:pos x="0" y="12"/>
                  </a:cxn>
                  <a:cxn ang="0">
                    <a:pos x="3" y="18"/>
                  </a:cxn>
                  <a:cxn ang="0">
                    <a:pos x="13" y="13"/>
                  </a:cxn>
                  <a:cxn ang="0">
                    <a:pos x="3" y="18"/>
                  </a:cxn>
                  <a:cxn ang="0">
                    <a:pos x="12" y="30"/>
                  </a:cxn>
                  <a:cxn ang="0">
                    <a:pos x="22" y="18"/>
                  </a:cxn>
                  <a:cxn ang="0">
                    <a:pos x="12" y="0"/>
                  </a:cxn>
                  <a:cxn ang="0">
                    <a:pos x="12" y="0"/>
                  </a:cxn>
                </a:cxnLst>
                <a:rect l="0" t="0" r="r" b="b"/>
                <a:pathLst>
                  <a:path w="22" h="30">
                    <a:moveTo>
                      <a:pt x="12" y="0"/>
                    </a:moveTo>
                    <a:lnTo>
                      <a:pt x="0" y="12"/>
                    </a:lnTo>
                    <a:lnTo>
                      <a:pt x="3" y="18"/>
                    </a:lnTo>
                    <a:lnTo>
                      <a:pt x="13" y="13"/>
                    </a:lnTo>
                    <a:lnTo>
                      <a:pt x="3" y="18"/>
                    </a:lnTo>
                    <a:lnTo>
                      <a:pt x="12" y="30"/>
                    </a:lnTo>
                    <a:lnTo>
                      <a:pt x="22" y="18"/>
                    </a:lnTo>
                    <a:lnTo>
                      <a:pt x="12"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2131" name="Freeform 931"/>
              <p:cNvSpPr/>
              <p:nvPr/>
            </p:nvSpPr>
            <p:spPr bwMode="auto">
              <a:xfrm>
                <a:off x="3947" y="1943"/>
                <a:ext cx="10" cy="12"/>
              </a:xfrm>
              <a:custGeom>
                <a:avLst/>
                <a:gdLst/>
                <a:ahLst/>
                <a:cxnLst>
                  <a:cxn ang="0">
                    <a:pos x="10" y="0"/>
                  </a:cxn>
                  <a:cxn ang="0">
                    <a:pos x="0" y="12"/>
                  </a:cxn>
                  <a:cxn ang="0">
                    <a:pos x="0" y="12"/>
                  </a:cxn>
                  <a:cxn ang="0">
                    <a:pos x="0" y="12"/>
                  </a:cxn>
                  <a:cxn ang="0">
                    <a:pos x="10" y="0"/>
                  </a:cxn>
                  <a:cxn ang="0">
                    <a:pos x="10" y="0"/>
                  </a:cxn>
                </a:cxnLst>
                <a:rect l="0" t="0" r="r" b="b"/>
                <a:pathLst>
                  <a:path w="10" h="12">
                    <a:moveTo>
                      <a:pt x="10" y="0"/>
                    </a:moveTo>
                    <a:lnTo>
                      <a:pt x="0" y="12"/>
                    </a:lnTo>
                    <a:lnTo>
                      <a:pt x="0" y="12"/>
                    </a:lnTo>
                    <a:lnTo>
                      <a:pt x="0" y="12"/>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2" name="Freeform 932"/>
              <p:cNvSpPr/>
              <p:nvPr/>
            </p:nvSpPr>
            <p:spPr bwMode="auto">
              <a:xfrm>
                <a:off x="3947" y="1943"/>
                <a:ext cx="10" cy="12"/>
              </a:xfrm>
              <a:custGeom>
                <a:avLst/>
                <a:gdLst/>
                <a:ahLst/>
                <a:cxnLst>
                  <a:cxn ang="0">
                    <a:pos x="10" y="0"/>
                  </a:cxn>
                  <a:cxn ang="0">
                    <a:pos x="0" y="12"/>
                  </a:cxn>
                  <a:cxn ang="0">
                    <a:pos x="0" y="12"/>
                  </a:cxn>
                  <a:cxn ang="0">
                    <a:pos x="0" y="12"/>
                  </a:cxn>
                  <a:cxn ang="0">
                    <a:pos x="10" y="0"/>
                  </a:cxn>
                  <a:cxn ang="0">
                    <a:pos x="10" y="0"/>
                  </a:cxn>
                </a:cxnLst>
                <a:rect l="0" t="0" r="r" b="b"/>
                <a:pathLst>
                  <a:path w="10" h="12">
                    <a:moveTo>
                      <a:pt x="10" y="0"/>
                    </a:moveTo>
                    <a:lnTo>
                      <a:pt x="0" y="12"/>
                    </a:lnTo>
                    <a:lnTo>
                      <a:pt x="0" y="12"/>
                    </a:lnTo>
                    <a:lnTo>
                      <a:pt x="0" y="12"/>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33" name="Freeform 933"/>
              <p:cNvSpPr/>
              <p:nvPr/>
            </p:nvSpPr>
            <p:spPr bwMode="auto">
              <a:xfrm>
                <a:off x="4322" y="2608"/>
                <a:ext cx="25" cy="25"/>
              </a:xfrm>
              <a:custGeom>
                <a:avLst/>
                <a:gdLst/>
                <a:ahLst/>
                <a:cxnLst>
                  <a:cxn ang="0">
                    <a:pos x="25" y="0"/>
                  </a:cxn>
                  <a:cxn ang="0">
                    <a:pos x="3" y="3"/>
                  </a:cxn>
                  <a:cxn ang="0">
                    <a:pos x="3" y="5"/>
                  </a:cxn>
                  <a:cxn ang="0">
                    <a:pos x="3" y="12"/>
                  </a:cxn>
                  <a:cxn ang="0">
                    <a:pos x="0" y="25"/>
                  </a:cxn>
                  <a:cxn ang="0">
                    <a:pos x="5" y="23"/>
                  </a:cxn>
                  <a:cxn ang="0">
                    <a:pos x="8" y="3"/>
                  </a:cxn>
                  <a:cxn ang="0">
                    <a:pos x="25" y="0"/>
                  </a:cxn>
                  <a:cxn ang="0">
                    <a:pos x="25" y="0"/>
                  </a:cxn>
                </a:cxnLst>
                <a:rect l="0" t="0" r="r" b="b"/>
                <a:pathLst>
                  <a:path w="25" h="25">
                    <a:moveTo>
                      <a:pt x="25" y="0"/>
                    </a:moveTo>
                    <a:lnTo>
                      <a:pt x="3" y="3"/>
                    </a:lnTo>
                    <a:lnTo>
                      <a:pt x="3" y="5"/>
                    </a:lnTo>
                    <a:lnTo>
                      <a:pt x="3" y="12"/>
                    </a:lnTo>
                    <a:lnTo>
                      <a:pt x="0" y="25"/>
                    </a:lnTo>
                    <a:lnTo>
                      <a:pt x="5" y="23"/>
                    </a:lnTo>
                    <a:lnTo>
                      <a:pt x="8" y="3"/>
                    </a:lnTo>
                    <a:lnTo>
                      <a:pt x="25" y="0"/>
                    </a:lnTo>
                    <a:lnTo>
                      <a:pt x="2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4" name="Freeform 934"/>
              <p:cNvSpPr/>
              <p:nvPr/>
            </p:nvSpPr>
            <p:spPr bwMode="auto">
              <a:xfrm>
                <a:off x="4322" y="2608"/>
                <a:ext cx="25" cy="25"/>
              </a:xfrm>
              <a:custGeom>
                <a:avLst/>
                <a:gdLst/>
                <a:ahLst/>
                <a:cxnLst>
                  <a:cxn ang="0">
                    <a:pos x="25" y="0"/>
                  </a:cxn>
                  <a:cxn ang="0">
                    <a:pos x="3" y="3"/>
                  </a:cxn>
                  <a:cxn ang="0">
                    <a:pos x="3" y="5"/>
                  </a:cxn>
                  <a:cxn ang="0">
                    <a:pos x="3" y="12"/>
                  </a:cxn>
                  <a:cxn ang="0">
                    <a:pos x="0" y="25"/>
                  </a:cxn>
                  <a:cxn ang="0">
                    <a:pos x="5" y="23"/>
                  </a:cxn>
                  <a:cxn ang="0">
                    <a:pos x="8" y="3"/>
                  </a:cxn>
                  <a:cxn ang="0">
                    <a:pos x="25" y="0"/>
                  </a:cxn>
                  <a:cxn ang="0">
                    <a:pos x="25" y="0"/>
                  </a:cxn>
                </a:cxnLst>
                <a:rect l="0" t="0" r="r" b="b"/>
                <a:pathLst>
                  <a:path w="25" h="25">
                    <a:moveTo>
                      <a:pt x="25" y="0"/>
                    </a:moveTo>
                    <a:lnTo>
                      <a:pt x="3" y="3"/>
                    </a:lnTo>
                    <a:lnTo>
                      <a:pt x="3" y="5"/>
                    </a:lnTo>
                    <a:lnTo>
                      <a:pt x="3" y="12"/>
                    </a:lnTo>
                    <a:lnTo>
                      <a:pt x="0" y="25"/>
                    </a:lnTo>
                    <a:lnTo>
                      <a:pt x="5" y="23"/>
                    </a:lnTo>
                    <a:lnTo>
                      <a:pt x="8" y="3"/>
                    </a:lnTo>
                    <a:lnTo>
                      <a:pt x="25" y="0"/>
                    </a:lnTo>
                    <a:lnTo>
                      <a:pt x="25" y="0"/>
                    </a:lnTo>
                  </a:path>
                </a:pathLst>
              </a:custGeom>
              <a:noFill/>
              <a:ln w="9525">
                <a:noFill/>
                <a:round/>
              </a:ln>
            </p:spPr>
            <p:txBody>
              <a:bodyPr vert="horz" wrap="square" lIns="82938" tIns="41469" rIns="82938" bIns="41469" numCol="1" anchor="t" anchorCtr="0" compatLnSpc="1"/>
              <a:lstStyle/>
              <a:p>
                <a:endParaRPr lang="en-GB" sz="1815"/>
              </a:p>
            </p:txBody>
          </p:sp>
          <p:sp>
            <p:nvSpPr>
              <p:cNvPr id="52135" name="Freeform 935"/>
              <p:cNvSpPr/>
              <p:nvPr/>
            </p:nvSpPr>
            <p:spPr bwMode="auto">
              <a:xfrm>
                <a:off x="4327" y="2608"/>
                <a:ext cx="20" cy="23"/>
              </a:xfrm>
              <a:custGeom>
                <a:avLst/>
                <a:gdLst/>
                <a:ahLst/>
                <a:cxnLst>
                  <a:cxn ang="0">
                    <a:pos x="20" y="0"/>
                  </a:cxn>
                  <a:cxn ang="0">
                    <a:pos x="3" y="3"/>
                  </a:cxn>
                  <a:cxn ang="0">
                    <a:pos x="0" y="23"/>
                  </a:cxn>
                  <a:cxn ang="0">
                    <a:pos x="16" y="22"/>
                  </a:cxn>
                  <a:cxn ang="0">
                    <a:pos x="20" y="0"/>
                  </a:cxn>
                  <a:cxn ang="0">
                    <a:pos x="20" y="0"/>
                  </a:cxn>
                </a:cxnLst>
                <a:rect l="0" t="0" r="r" b="b"/>
                <a:pathLst>
                  <a:path w="20" h="23">
                    <a:moveTo>
                      <a:pt x="20" y="0"/>
                    </a:moveTo>
                    <a:lnTo>
                      <a:pt x="3" y="3"/>
                    </a:lnTo>
                    <a:lnTo>
                      <a:pt x="0" y="23"/>
                    </a:lnTo>
                    <a:lnTo>
                      <a:pt x="16" y="22"/>
                    </a:lnTo>
                    <a:lnTo>
                      <a:pt x="20" y="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6" name="Freeform 936"/>
              <p:cNvSpPr/>
              <p:nvPr/>
            </p:nvSpPr>
            <p:spPr bwMode="auto">
              <a:xfrm>
                <a:off x="4327" y="2608"/>
                <a:ext cx="20" cy="23"/>
              </a:xfrm>
              <a:custGeom>
                <a:avLst/>
                <a:gdLst/>
                <a:ahLst/>
                <a:cxnLst>
                  <a:cxn ang="0">
                    <a:pos x="20" y="0"/>
                  </a:cxn>
                  <a:cxn ang="0">
                    <a:pos x="3" y="3"/>
                  </a:cxn>
                  <a:cxn ang="0">
                    <a:pos x="0" y="23"/>
                  </a:cxn>
                  <a:cxn ang="0">
                    <a:pos x="16" y="22"/>
                  </a:cxn>
                  <a:cxn ang="0">
                    <a:pos x="20" y="0"/>
                  </a:cxn>
                  <a:cxn ang="0">
                    <a:pos x="20" y="0"/>
                  </a:cxn>
                </a:cxnLst>
                <a:rect l="0" t="0" r="r" b="b"/>
                <a:pathLst>
                  <a:path w="20" h="23">
                    <a:moveTo>
                      <a:pt x="20" y="0"/>
                    </a:moveTo>
                    <a:lnTo>
                      <a:pt x="3" y="3"/>
                    </a:lnTo>
                    <a:lnTo>
                      <a:pt x="0" y="23"/>
                    </a:lnTo>
                    <a:lnTo>
                      <a:pt x="16" y="22"/>
                    </a:lnTo>
                    <a:lnTo>
                      <a:pt x="20" y="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2137" name="Freeform 937"/>
              <p:cNvSpPr/>
              <p:nvPr/>
            </p:nvSpPr>
            <p:spPr bwMode="auto">
              <a:xfrm>
                <a:off x="3478" y="2238"/>
                <a:ext cx="482" cy="499"/>
              </a:xfrm>
              <a:custGeom>
                <a:avLst/>
                <a:gdLst/>
                <a:ahLst/>
                <a:cxnLst>
                  <a:cxn ang="0">
                    <a:pos x="231" y="0"/>
                  </a:cxn>
                  <a:cxn ang="0">
                    <a:pos x="0" y="273"/>
                  </a:cxn>
                  <a:cxn ang="0">
                    <a:pos x="130" y="499"/>
                  </a:cxn>
                  <a:cxn ang="0">
                    <a:pos x="366" y="457"/>
                  </a:cxn>
                  <a:cxn ang="0">
                    <a:pos x="482" y="437"/>
                  </a:cxn>
                  <a:cxn ang="0">
                    <a:pos x="231" y="0"/>
                  </a:cxn>
                </a:cxnLst>
                <a:rect l="0" t="0" r="r" b="b"/>
                <a:pathLst>
                  <a:path w="482" h="499">
                    <a:moveTo>
                      <a:pt x="231" y="0"/>
                    </a:moveTo>
                    <a:lnTo>
                      <a:pt x="0" y="273"/>
                    </a:lnTo>
                    <a:lnTo>
                      <a:pt x="130" y="499"/>
                    </a:lnTo>
                    <a:lnTo>
                      <a:pt x="366" y="457"/>
                    </a:lnTo>
                    <a:lnTo>
                      <a:pt x="482" y="437"/>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38" name="Freeform 938"/>
              <p:cNvSpPr/>
              <p:nvPr/>
            </p:nvSpPr>
            <p:spPr bwMode="auto">
              <a:xfrm>
                <a:off x="3478" y="2238"/>
                <a:ext cx="482" cy="499"/>
              </a:xfrm>
              <a:custGeom>
                <a:avLst/>
                <a:gdLst/>
                <a:ahLst/>
                <a:cxnLst>
                  <a:cxn ang="0">
                    <a:pos x="231" y="0"/>
                  </a:cxn>
                  <a:cxn ang="0">
                    <a:pos x="0" y="273"/>
                  </a:cxn>
                  <a:cxn ang="0">
                    <a:pos x="130" y="499"/>
                  </a:cxn>
                  <a:cxn ang="0">
                    <a:pos x="366" y="457"/>
                  </a:cxn>
                  <a:cxn ang="0">
                    <a:pos x="482" y="437"/>
                  </a:cxn>
                  <a:cxn ang="0">
                    <a:pos x="231" y="0"/>
                  </a:cxn>
                </a:cxnLst>
                <a:rect l="0" t="0" r="r" b="b"/>
                <a:pathLst>
                  <a:path w="482" h="499">
                    <a:moveTo>
                      <a:pt x="231" y="0"/>
                    </a:moveTo>
                    <a:lnTo>
                      <a:pt x="0" y="273"/>
                    </a:lnTo>
                    <a:lnTo>
                      <a:pt x="130" y="499"/>
                    </a:lnTo>
                    <a:lnTo>
                      <a:pt x="366" y="457"/>
                    </a:lnTo>
                    <a:lnTo>
                      <a:pt x="482" y="437"/>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39" name="Freeform 939"/>
              <p:cNvSpPr/>
              <p:nvPr/>
            </p:nvSpPr>
            <p:spPr bwMode="auto">
              <a:xfrm>
                <a:off x="3844" y="2675"/>
                <a:ext cx="116" cy="20"/>
              </a:xfrm>
              <a:custGeom>
                <a:avLst/>
                <a:gdLst/>
                <a:ahLst/>
                <a:cxnLst>
                  <a:cxn ang="0">
                    <a:pos x="116" y="0"/>
                  </a:cxn>
                  <a:cxn ang="0">
                    <a:pos x="0" y="20"/>
                  </a:cxn>
                  <a:cxn ang="0">
                    <a:pos x="116" y="0"/>
                  </a:cxn>
                  <a:cxn ang="0">
                    <a:pos x="116" y="0"/>
                  </a:cxn>
                </a:cxnLst>
                <a:rect l="0" t="0" r="r" b="b"/>
                <a:pathLst>
                  <a:path w="116" h="20">
                    <a:moveTo>
                      <a:pt x="116" y="0"/>
                    </a:moveTo>
                    <a:lnTo>
                      <a:pt x="0" y="20"/>
                    </a:lnTo>
                    <a:lnTo>
                      <a:pt x="116" y="0"/>
                    </a:lnTo>
                    <a:lnTo>
                      <a:pt x="116"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40" name="Freeform 940"/>
              <p:cNvSpPr/>
              <p:nvPr/>
            </p:nvSpPr>
            <p:spPr bwMode="auto">
              <a:xfrm>
                <a:off x="3844" y="2675"/>
                <a:ext cx="116" cy="20"/>
              </a:xfrm>
              <a:custGeom>
                <a:avLst/>
                <a:gdLst/>
                <a:ahLst/>
                <a:cxnLst>
                  <a:cxn ang="0">
                    <a:pos x="116" y="0"/>
                  </a:cxn>
                  <a:cxn ang="0">
                    <a:pos x="0" y="20"/>
                  </a:cxn>
                  <a:cxn ang="0">
                    <a:pos x="116" y="0"/>
                  </a:cxn>
                  <a:cxn ang="0">
                    <a:pos x="116" y="0"/>
                  </a:cxn>
                </a:cxnLst>
                <a:rect l="0" t="0" r="r" b="b"/>
                <a:pathLst>
                  <a:path w="116" h="20">
                    <a:moveTo>
                      <a:pt x="116" y="0"/>
                    </a:moveTo>
                    <a:lnTo>
                      <a:pt x="0" y="20"/>
                    </a:lnTo>
                    <a:lnTo>
                      <a:pt x="116" y="0"/>
                    </a:lnTo>
                    <a:lnTo>
                      <a:pt x="116" y="0"/>
                    </a:lnTo>
                  </a:path>
                </a:pathLst>
              </a:custGeom>
              <a:noFill/>
              <a:ln w="9525">
                <a:noFill/>
                <a:round/>
              </a:ln>
            </p:spPr>
            <p:txBody>
              <a:bodyPr vert="horz" wrap="square" lIns="82938" tIns="41469" rIns="82938" bIns="41469" numCol="1" anchor="t" anchorCtr="0" compatLnSpc="1"/>
              <a:lstStyle/>
              <a:p>
                <a:endParaRPr lang="en-GB" sz="1815"/>
              </a:p>
            </p:txBody>
          </p:sp>
          <p:sp>
            <p:nvSpPr>
              <p:cNvPr id="52141" name="Freeform 941"/>
              <p:cNvSpPr/>
              <p:nvPr/>
            </p:nvSpPr>
            <p:spPr bwMode="auto">
              <a:xfrm>
                <a:off x="3709" y="2238"/>
                <a:ext cx="251" cy="437"/>
              </a:xfrm>
              <a:custGeom>
                <a:avLst/>
                <a:gdLst/>
                <a:ahLst/>
                <a:cxnLst>
                  <a:cxn ang="0">
                    <a:pos x="0" y="0"/>
                  </a:cxn>
                  <a:cxn ang="0">
                    <a:pos x="0" y="0"/>
                  </a:cxn>
                  <a:cxn ang="0">
                    <a:pos x="251" y="437"/>
                  </a:cxn>
                  <a:cxn ang="0">
                    <a:pos x="251" y="437"/>
                  </a:cxn>
                  <a:cxn ang="0">
                    <a:pos x="0" y="0"/>
                  </a:cxn>
                </a:cxnLst>
                <a:rect l="0" t="0" r="r" b="b"/>
                <a:pathLst>
                  <a:path w="251" h="437">
                    <a:moveTo>
                      <a:pt x="0" y="0"/>
                    </a:moveTo>
                    <a:lnTo>
                      <a:pt x="0" y="0"/>
                    </a:lnTo>
                    <a:lnTo>
                      <a:pt x="251" y="437"/>
                    </a:lnTo>
                    <a:lnTo>
                      <a:pt x="251" y="437"/>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42" name="Freeform 942"/>
              <p:cNvSpPr/>
              <p:nvPr/>
            </p:nvSpPr>
            <p:spPr bwMode="auto">
              <a:xfrm>
                <a:off x="3709" y="2238"/>
                <a:ext cx="251" cy="437"/>
              </a:xfrm>
              <a:custGeom>
                <a:avLst/>
                <a:gdLst/>
                <a:ahLst/>
                <a:cxnLst>
                  <a:cxn ang="0">
                    <a:pos x="0" y="0"/>
                  </a:cxn>
                  <a:cxn ang="0">
                    <a:pos x="0" y="0"/>
                  </a:cxn>
                  <a:cxn ang="0">
                    <a:pos x="251" y="437"/>
                  </a:cxn>
                  <a:cxn ang="0">
                    <a:pos x="251" y="437"/>
                  </a:cxn>
                  <a:cxn ang="0">
                    <a:pos x="0" y="0"/>
                  </a:cxn>
                </a:cxnLst>
                <a:rect l="0" t="0" r="r" b="b"/>
                <a:pathLst>
                  <a:path w="251" h="437">
                    <a:moveTo>
                      <a:pt x="0" y="0"/>
                    </a:moveTo>
                    <a:lnTo>
                      <a:pt x="0" y="0"/>
                    </a:lnTo>
                    <a:lnTo>
                      <a:pt x="251" y="437"/>
                    </a:lnTo>
                    <a:lnTo>
                      <a:pt x="251" y="43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43" name="Rectangle 943"/>
              <p:cNvSpPr>
                <a:spLocks noChangeArrowheads="1"/>
              </p:cNvSpPr>
              <p:nvPr/>
            </p:nvSpPr>
            <p:spPr bwMode="auto">
              <a:xfrm>
                <a:off x="3960" y="2675"/>
                <a:ext cx="1"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2144" name="Rectangle 944"/>
              <p:cNvSpPr>
                <a:spLocks noChangeArrowheads="1"/>
              </p:cNvSpPr>
              <p:nvPr/>
            </p:nvSpPr>
            <p:spPr bwMode="auto">
              <a:xfrm>
                <a:off x="3960" y="267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45" name="Freeform 945"/>
              <p:cNvSpPr/>
              <p:nvPr/>
            </p:nvSpPr>
            <p:spPr bwMode="auto">
              <a:xfrm>
                <a:off x="3478" y="2238"/>
                <a:ext cx="231" cy="273"/>
              </a:xfrm>
              <a:custGeom>
                <a:avLst/>
                <a:gdLst/>
                <a:ahLst/>
                <a:cxnLst>
                  <a:cxn ang="0">
                    <a:pos x="231" y="0"/>
                  </a:cxn>
                  <a:cxn ang="0">
                    <a:pos x="226" y="5"/>
                  </a:cxn>
                  <a:cxn ang="0">
                    <a:pos x="226" y="5"/>
                  </a:cxn>
                  <a:cxn ang="0">
                    <a:pos x="0" y="273"/>
                  </a:cxn>
                  <a:cxn ang="0">
                    <a:pos x="0" y="273"/>
                  </a:cxn>
                  <a:cxn ang="0">
                    <a:pos x="231" y="0"/>
                  </a:cxn>
                  <a:cxn ang="0">
                    <a:pos x="231" y="0"/>
                  </a:cxn>
                </a:cxnLst>
                <a:rect l="0" t="0" r="r" b="b"/>
                <a:pathLst>
                  <a:path w="231" h="273">
                    <a:moveTo>
                      <a:pt x="231" y="0"/>
                    </a:moveTo>
                    <a:lnTo>
                      <a:pt x="226" y="5"/>
                    </a:lnTo>
                    <a:lnTo>
                      <a:pt x="226" y="5"/>
                    </a:lnTo>
                    <a:lnTo>
                      <a:pt x="0" y="273"/>
                    </a:lnTo>
                    <a:lnTo>
                      <a:pt x="0" y="273"/>
                    </a:lnTo>
                    <a:lnTo>
                      <a:pt x="231" y="0"/>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46" name="Freeform 946"/>
              <p:cNvSpPr/>
              <p:nvPr/>
            </p:nvSpPr>
            <p:spPr bwMode="auto">
              <a:xfrm>
                <a:off x="3478" y="2238"/>
                <a:ext cx="231" cy="273"/>
              </a:xfrm>
              <a:custGeom>
                <a:avLst/>
                <a:gdLst/>
                <a:ahLst/>
                <a:cxnLst>
                  <a:cxn ang="0">
                    <a:pos x="231" y="0"/>
                  </a:cxn>
                  <a:cxn ang="0">
                    <a:pos x="226" y="5"/>
                  </a:cxn>
                  <a:cxn ang="0">
                    <a:pos x="226" y="5"/>
                  </a:cxn>
                  <a:cxn ang="0">
                    <a:pos x="0" y="273"/>
                  </a:cxn>
                  <a:cxn ang="0">
                    <a:pos x="0" y="273"/>
                  </a:cxn>
                  <a:cxn ang="0">
                    <a:pos x="231" y="0"/>
                  </a:cxn>
                  <a:cxn ang="0">
                    <a:pos x="231" y="0"/>
                  </a:cxn>
                </a:cxnLst>
                <a:rect l="0" t="0" r="r" b="b"/>
                <a:pathLst>
                  <a:path w="231" h="273">
                    <a:moveTo>
                      <a:pt x="231" y="0"/>
                    </a:moveTo>
                    <a:lnTo>
                      <a:pt x="226" y="5"/>
                    </a:lnTo>
                    <a:lnTo>
                      <a:pt x="226" y="5"/>
                    </a:lnTo>
                    <a:lnTo>
                      <a:pt x="0" y="273"/>
                    </a:lnTo>
                    <a:lnTo>
                      <a:pt x="0" y="273"/>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47" name="Freeform 947"/>
              <p:cNvSpPr/>
              <p:nvPr/>
            </p:nvSpPr>
            <p:spPr bwMode="auto">
              <a:xfrm>
                <a:off x="3704" y="2238"/>
                <a:ext cx="5" cy="5"/>
              </a:xfrm>
              <a:custGeom>
                <a:avLst/>
                <a:gdLst/>
                <a:ahLst/>
                <a:cxnLst>
                  <a:cxn ang="0">
                    <a:pos x="5" y="0"/>
                  </a:cxn>
                  <a:cxn ang="0">
                    <a:pos x="0" y="5"/>
                  </a:cxn>
                  <a:cxn ang="0">
                    <a:pos x="0" y="5"/>
                  </a:cxn>
                  <a:cxn ang="0">
                    <a:pos x="5" y="0"/>
                  </a:cxn>
                  <a:cxn ang="0">
                    <a:pos x="5" y="0"/>
                  </a:cxn>
                </a:cxnLst>
                <a:rect l="0" t="0" r="r" b="b"/>
                <a:pathLst>
                  <a:path w="5" h="5">
                    <a:moveTo>
                      <a:pt x="5" y="0"/>
                    </a:moveTo>
                    <a:lnTo>
                      <a:pt x="0" y="5"/>
                    </a:lnTo>
                    <a:lnTo>
                      <a:pt x="0" y="5"/>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48" name="Freeform 948"/>
              <p:cNvSpPr/>
              <p:nvPr/>
            </p:nvSpPr>
            <p:spPr bwMode="auto">
              <a:xfrm>
                <a:off x="3704" y="2238"/>
                <a:ext cx="5" cy="5"/>
              </a:xfrm>
              <a:custGeom>
                <a:avLst/>
                <a:gdLst/>
                <a:ahLst/>
                <a:cxnLst>
                  <a:cxn ang="0">
                    <a:pos x="5" y="0"/>
                  </a:cxn>
                  <a:cxn ang="0">
                    <a:pos x="0" y="5"/>
                  </a:cxn>
                  <a:cxn ang="0">
                    <a:pos x="0" y="5"/>
                  </a:cxn>
                  <a:cxn ang="0">
                    <a:pos x="5" y="0"/>
                  </a:cxn>
                  <a:cxn ang="0">
                    <a:pos x="5" y="0"/>
                  </a:cxn>
                </a:cxnLst>
                <a:rect l="0" t="0" r="r" b="b"/>
                <a:pathLst>
                  <a:path w="5" h="5">
                    <a:moveTo>
                      <a:pt x="5" y="0"/>
                    </a:moveTo>
                    <a:lnTo>
                      <a:pt x="0" y="5"/>
                    </a:lnTo>
                    <a:lnTo>
                      <a:pt x="0" y="5"/>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149" name="Freeform 949"/>
              <p:cNvSpPr/>
              <p:nvPr/>
            </p:nvSpPr>
            <p:spPr bwMode="auto">
              <a:xfrm>
                <a:off x="3463" y="2225"/>
                <a:ext cx="241" cy="286"/>
              </a:xfrm>
              <a:custGeom>
                <a:avLst/>
                <a:gdLst/>
                <a:ahLst/>
                <a:cxnLst>
                  <a:cxn ang="0">
                    <a:pos x="231" y="0"/>
                  </a:cxn>
                  <a:cxn ang="0">
                    <a:pos x="0" y="272"/>
                  </a:cxn>
                  <a:cxn ang="0">
                    <a:pos x="0" y="272"/>
                  </a:cxn>
                  <a:cxn ang="0">
                    <a:pos x="5" y="267"/>
                  </a:cxn>
                  <a:cxn ang="0">
                    <a:pos x="10" y="276"/>
                  </a:cxn>
                  <a:cxn ang="0">
                    <a:pos x="10" y="276"/>
                  </a:cxn>
                  <a:cxn ang="0">
                    <a:pos x="15" y="286"/>
                  </a:cxn>
                  <a:cxn ang="0">
                    <a:pos x="15" y="286"/>
                  </a:cxn>
                  <a:cxn ang="0">
                    <a:pos x="15" y="286"/>
                  </a:cxn>
                  <a:cxn ang="0">
                    <a:pos x="241" y="18"/>
                  </a:cxn>
                  <a:cxn ang="0">
                    <a:pos x="241" y="18"/>
                  </a:cxn>
                  <a:cxn ang="0">
                    <a:pos x="236" y="23"/>
                  </a:cxn>
                  <a:cxn ang="0">
                    <a:pos x="236" y="10"/>
                  </a:cxn>
                  <a:cxn ang="0">
                    <a:pos x="231" y="0"/>
                  </a:cxn>
                  <a:cxn ang="0">
                    <a:pos x="231" y="0"/>
                  </a:cxn>
                </a:cxnLst>
                <a:rect l="0" t="0" r="r" b="b"/>
                <a:pathLst>
                  <a:path w="241" h="286">
                    <a:moveTo>
                      <a:pt x="231" y="0"/>
                    </a:moveTo>
                    <a:lnTo>
                      <a:pt x="0" y="272"/>
                    </a:lnTo>
                    <a:lnTo>
                      <a:pt x="0" y="272"/>
                    </a:lnTo>
                    <a:lnTo>
                      <a:pt x="5" y="267"/>
                    </a:lnTo>
                    <a:lnTo>
                      <a:pt x="10" y="276"/>
                    </a:lnTo>
                    <a:lnTo>
                      <a:pt x="10" y="276"/>
                    </a:lnTo>
                    <a:lnTo>
                      <a:pt x="15" y="286"/>
                    </a:lnTo>
                    <a:lnTo>
                      <a:pt x="15" y="286"/>
                    </a:lnTo>
                    <a:lnTo>
                      <a:pt x="15" y="286"/>
                    </a:lnTo>
                    <a:lnTo>
                      <a:pt x="241" y="18"/>
                    </a:lnTo>
                    <a:lnTo>
                      <a:pt x="241" y="18"/>
                    </a:lnTo>
                    <a:lnTo>
                      <a:pt x="236" y="23"/>
                    </a:lnTo>
                    <a:lnTo>
                      <a:pt x="236" y="10"/>
                    </a:lnTo>
                    <a:lnTo>
                      <a:pt x="231" y="0"/>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0" name="Freeform 950"/>
              <p:cNvSpPr/>
              <p:nvPr/>
            </p:nvSpPr>
            <p:spPr bwMode="auto">
              <a:xfrm>
                <a:off x="3463" y="2225"/>
                <a:ext cx="241" cy="286"/>
              </a:xfrm>
              <a:custGeom>
                <a:avLst/>
                <a:gdLst/>
                <a:ahLst/>
                <a:cxnLst>
                  <a:cxn ang="0">
                    <a:pos x="231" y="0"/>
                  </a:cxn>
                  <a:cxn ang="0">
                    <a:pos x="0" y="272"/>
                  </a:cxn>
                  <a:cxn ang="0">
                    <a:pos x="0" y="272"/>
                  </a:cxn>
                  <a:cxn ang="0">
                    <a:pos x="5" y="267"/>
                  </a:cxn>
                  <a:cxn ang="0">
                    <a:pos x="10" y="276"/>
                  </a:cxn>
                  <a:cxn ang="0">
                    <a:pos x="10" y="276"/>
                  </a:cxn>
                  <a:cxn ang="0">
                    <a:pos x="15" y="286"/>
                  </a:cxn>
                  <a:cxn ang="0">
                    <a:pos x="15" y="286"/>
                  </a:cxn>
                  <a:cxn ang="0">
                    <a:pos x="15" y="286"/>
                  </a:cxn>
                  <a:cxn ang="0">
                    <a:pos x="241" y="18"/>
                  </a:cxn>
                  <a:cxn ang="0">
                    <a:pos x="241" y="18"/>
                  </a:cxn>
                  <a:cxn ang="0">
                    <a:pos x="236" y="23"/>
                  </a:cxn>
                  <a:cxn ang="0">
                    <a:pos x="236" y="10"/>
                  </a:cxn>
                  <a:cxn ang="0">
                    <a:pos x="231" y="0"/>
                  </a:cxn>
                  <a:cxn ang="0">
                    <a:pos x="231" y="0"/>
                  </a:cxn>
                </a:cxnLst>
                <a:rect l="0" t="0" r="r" b="b"/>
                <a:pathLst>
                  <a:path w="241" h="286">
                    <a:moveTo>
                      <a:pt x="231" y="0"/>
                    </a:moveTo>
                    <a:lnTo>
                      <a:pt x="0" y="272"/>
                    </a:lnTo>
                    <a:lnTo>
                      <a:pt x="0" y="272"/>
                    </a:lnTo>
                    <a:lnTo>
                      <a:pt x="5" y="267"/>
                    </a:lnTo>
                    <a:lnTo>
                      <a:pt x="10" y="276"/>
                    </a:lnTo>
                    <a:lnTo>
                      <a:pt x="10" y="276"/>
                    </a:lnTo>
                    <a:lnTo>
                      <a:pt x="15" y="286"/>
                    </a:lnTo>
                    <a:lnTo>
                      <a:pt x="15" y="286"/>
                    </a:lnTo>
                    <a:lnTo>
                      <a:pt x="15" y="286"/>
                    </a:lnTo>
                    <a:lnTo>
                      <a:pt x="241" y="18"/>
                    </a:lnTo>
                    <a:lnTo>
                      <a:pt x="241" y="18"/>
                    </a:lnTo>
                    <a:lnTo>
                      <a:pt x="236" y="23"/>
                    </a:lnTo>
                    <a:lnTo>
                      <a:pt x="236" y="10"/>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51" name="Freeform 951"/>
              <p:cNvSpPr/>
              <p:nvPr/>
            </p:nvSpPr>
            <p:spPr bwMode="auto">
              <a:xfrm>
                <a:off x="3694" y="2220"/>
                <a:ext cx="15" cy="28"/>
              </a:xfrm>
              <a:custGeom>
                <a:avLst/>
                <a:gdLst/>
                <a:ahLst/>
                <a:cxnLst>
                  <a:cxn ang="0">
                    <a:pos x="3" y="0"/>
                  </a:cxn>
                  <a:cxn ang="0">
                    <a:pos x="0" y="5"/>
                  </a:cxn>
                  <a:cxn ang="0">
                    <a:pos x="0" y="5"/>
                  </a:cxn>
                  <a:cxn ang="0">
                    <a:pos x="5" y="15"/>
                  </a:cxn>
                  <a:cxn ang="0">
                    <a:pos x="5" y="28"/>
                  </a:cxn>
                  <a:cxn ang="0">
                    <a:pos x="10" y="23"/>
                  </a:cxn>
                  <a:cxn ang="0">
                    <a:pos x="10" y="23"/>
                  </a:cxn>
                  <a:cxn ang="0">
                    <a:pos x="15" y="18"/>
                  </a:cxn>
                  <a:cxn ang="0">
                    <a:pos x="3" y="0"/>
                  </a:cxn>
                </a:cxnLst>
                <a:rect l="0" t="0" r="r" b="b"/>
                <a:pathLst>
                  <a:path w="15" h="28">
                    <a:moveTo>
                      <a:pt x="3" y="0"/>
                    </a:moveTo>
                    <a:lnTo>
                      <a:pt x="0" y="5"/>
                    </a:lnTo>
                    <a:lnTo>
                      <a:pt x="0" y="5"/>
                    </a:lnTo>
                    <a:lnTo>
                      <a:pt x="5" y="15"/>
                    </a:lnTo>
                    <a:lnTo>
                      <a:pt x="5" y="28"/>
                    </a:lnTo>
                    <a:lnTo>
                      <a:pt x="10" y="23"/>
                    </a:lnTo>
                    <a:lnTo>
                      <a:pt x="10" y="23"/>
                    </a:lnTo>
                    <a:lnTo>
                      <a:pt x="15" y="18"/>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2" name="Freeform 952"/>
              <p:cNvSpPr/>
              <p:nvPr/>
            </p:nvSpPr>
            <p:spPr bwMode="auto">
              <a:xfrm>
                <a:off x="3694" y="2220"/>
                <a:ext cx="15" cy="28"/>
              </a:xfrm>
              <a:custGeom>
                <a:avLst/>
                <a:gdLst/>
                <a:ahLst/>
                <a:cxnLst>
                  <a:cxn ang="0">
                    <a:pos x="3" y="0"/>
                  </a:cxn>
                  <a:cxn ang="0">
                    <a:pos x="0" y="5"/>
                  </a:cxn>
                  <a:cxn ang="0">
                    <a:pos x="0" y="5"/>
                  </a:cxn>
                  <a:cxn ang="0">
                    <a:pos x="5" y="15"/>
                  </a:cxn>
                  <a:cxn ang="0">
                    <a:pos x="5" y="28"/>
                  </a:cxn>
                  <a:cxn ang="0">
                    <a:pos x="10" y="23"/>
                  </a:cxn>
                  <a:cxn ang="0">
                    <a:pos x="10" y="23"/>
                  </a:cxn>
                  <a:cxn ang="0">
                    <a:pos x="15" y="18"/>
                  </a:cxn>
                  <a:cxn ang="0">
                    <a:pos x="3" y="0"/>
                  </a:cxn>
                </a:cxnLst>
                <a:rect l="0" t="0" r="r" b="b"/>
                <a:pathLst>
                  <a:path w="15" h="28">
                    <a:moveTo>
                      <a:pt x="3" y="0"/>
                    </a:moveTo>
                    <a:lnTo>
                      <a:pt x="0" y="5"/>
                    </a:lnTo>
                    <a:lnTo>
                      <a:pt x="0" y="5"/>
                    </a:lnTo>
                    <a:lnTo>
                      <a:pt x="5" y="15"/>
                    </a:lnTo>
                    <a:lnTo>
                      <a:pt x="5" y="28"/>
                    </a:lnTo>
                    <a:lnTo>
                      <a:pt x="10" y="23"/>
                    </a:lnTo>
                    <a:lnTo>
                      <a:pt x="10" y="23"/>
                    </a:lnTo>
                    <a:lnTo>
                      <a:pt x="15" y="18"/>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53" name="Freeform 953"/>
              <p:cNvSpPr>
                <a:spLocks noEditPoints="1"/>
              </p:cNvSpPr>
              <p:nvPr/>
            </p:nvSpPr>
            <p:spPr bwMode="auto">
              <a:xfrm>
                <a:off x="3454" y="2497"/>
                <a:ext cx="24" cy="14"/>
              </a:xfrm>
              <a:custGeom>
                <a:avLst/>
                <a:gdLst/>
                <a:ahLst/>
                <a:cxnLst>
                  <a:cxn ang="0">
                    <a:pos x="19" y="4"/>
                  </a:cxn>
                  <a:cxn ang="0">
                    <a:pos x="24" y="14"/>
                  </a:cxn>
                  <a:cxn ang="0">
                    <a:pos x="24" y="14"/>
                  </a:cxn>
                  <a:cxn ang="0">
                    <a:pos x="19" y="4"/>
                  </a:cxn>
                  <a:cxn ang="0">
                    <a:pos x="19" y="4"/>
                  </a:cxn>
                  <a:cxn ang="0">
                    <a:pos x="9" y="0"/>
                  </a:cxn>
                  <a:cxn ang="0">
                    <a:pos x="4" y="7"/>
                  </a:cxn>
                  <a:cxn ang="0">
                    <a:pos x="4" y="7"/>
                  </a:cxn>
                  <a:cxn ang="0">
                    <a:pos x="0" y="12"/>
                  </a:cxn>
                  <a:cxn ang="0">
                    <a:pos x="0" y="12"/>
                  </a:cxn>
                  <a:cxn ang="0">
                    <a:pos x="9" y="0"/>
                  </a:cxn>
                  <a:cxn ang="0">
                    <a:pos x="9" y="0"/>
                  </a:cxn>
                </a:cxnLst>
                <a:rect l="0" t="0" r="r" b="b"/>
                <a:pathLst>
                  <a:path w="24" h="14">
                    <a:moveTo>
                      <a:pt x="19" y="4"/>
                    </a:moveTo>
                    <a:lnTo>
                      <a:pt x="24" y="14"/>
                    </a:lnTo>
                    <a:lnTo>
                      <a:pt x="24" y="14"/>
                    </a:lnTo>
                    <a:lnTo>
                      <a:pt x="19" y="4"/>
                    </a:lnTo>
                    <a:lnTo>
                      <a:pt x="19" y="4"/>
                    </a:lnTo>
                    <a:close/>
                    <a:moveTo>
                      <a:pt x="9" y="0"/>
                    </a:moveTo>
                    <a:lnTo>
                      <a:pt x="4" y="7"/>
                    </a:lnTo>
                    <a:lnTo>
                      <a:pt x="4" y="7"/>
                    </a:lnTo>
                    <a:lnTo>
                      <a:pt x="0" y="12"/>
                    </a:lnTo>
                    <a:lnTo>
                      <a:pt x="0" y="12"/>
                    </a:lnTo>
                    <a:lnTo>
                      <a:pt x="9" y="0"/>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4" name="Freeform 954"/>
              <p:cNvSpPr/>
              <p:nvPr/>
            </p:nvSpPr>
            <p:spPr bwMode="auto">
              <a:xfrm>
                <a:off x="3473" y="2501"/>
                <a:ext cx="5" cy="10"/>
              </a:xfrm>
              <a:custGeom>
                <a:avLst/>
                <a:gdLst/>
                <a:ahLst/>
                <a:cxnLst>
                  <a:cxn ang="0">
                    <a:pos x="0" y="0"/>
                  </a:cxn>
                  <a:cxn ang="0">
                    <a:pos x="5" y="10"/>
                  </a:cxn>
                  <a:cxn ang="0">
                    <a:pos x="5" y="10"/>
                  </a:cxn>
                  <a:cxn ang="0">
                    <a:pos x="0" y="0"/>
                  </a:cxn>
                  <a:cxn ang="0">
                    <a:pos x="0" y="0"/>
                  </a:cxn>
                </a:cxnLst>
                <a:rect l="0" t="0" r="r" b="b"/>
                <a:pathLst>
                  <a:path w="5" h="10">
                    <a:moveTo>
                      <a:pt x="0" y="0"/>
                    </a:moveTo>
                    <a:lnTo>
                      <a:pt x="5" y="10"/>
                    </a:lnTo>
                    <a:lnTo>
                      <a:pt x="5" y="1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55" name="Freeform 955"/>
              <p:cNvSpPr/>
              <p:nvPr/>
            </p:nvSpPr>
            <p:spPr bwMode="auto">
              <a:xfrm>
                <a:off x="3454" y="2497"/>
                <a:ext cx="9" cy="12"/>
              </a:xfrm>
              <a:custGeom>
                <a:avLst/>
                <a:gdLst/>
                <a:ahLst/>
                <a:cxnLst>
                  <a:cxn ang="0">
                    <a:pos x="9" y="0"/>
                  </a:cxn>
                  <a:cxn ang="0">
                    <a:pos x="4" y="7"/>
                  </a:cxn>
                  <a:cxn ang="0">
                    <a:pos x="4" y="7"/>
                  </a:cxn>
                  <a:cxn ang="0">
                    <a:pos x="0" y="12"/>
                  </a:cxn>
                  <a:cxn ang="0">
                    <a:pos x="0" y="12"/>
                  </a:cxn>
                  <a:cxn ang="0">
                    <a:pos x="9" y="0"/>
                  </a:cxn>
                  <a:cxn ang="0">
                    <a:pos x="9" y="0"/>
                  </a:cxn>
                </a:cxnLst>
                <a:rect l="0" t="0" r="r" b="b"/>
                <a:pathLst>
                  <a:path w="9" h="12">
                    <a:moveTo>
                      <a:pt x="9" y="0"/>
                    </a:moveTo>
                    <a:lnTo>
                      <a:pt x="4" y="7"/>
                    </a:lnTo>
                    <a:lnTo>
                      <a:pt x="4" y="7"/>
                    </a:lnTo>
                    <a:lnTo>
                      <a:pt x="0" y="12"/>
                    </a:lnTo>
                    <a:lnTo>
                      <a:pt x="0" y="12"/>
                    </a:lnTo>
                    <a:lnTo>
                      <a:pt x="9" y="0"/>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2156" name="Freeform 956"/>
              <p:cNvSpPr/>
              <p:nvPr/>
            </p:nvSpPr>
            <p:spPr bwMode="auto">
              <a:xfrm>
                <a:off x="3722" y="2221"/>
                <a:ext cx="260" cy="451"/>
              </a:xfrm>
              <a:custGeom>
                <a:avLst/>
                <a:gdLst/>
                <a:ahLst/>
                <a:cxnLst>
                  <a:cxn ang="0">
                    <a:pos x="0" y="0"/>
                  </a:cxn>
                  <a:cxn ang="0">
                    <a:pos x="0" y="0"/>
                  </a:cxn>
                  <a:cxn ang="0">
                    <a:pos x="258" y="447"/>
                  </a:cxn>
                  <a:cxn ang="0">
                    <a:pos x="260" y="451"/>
                  </a:cxn>
                  <a:cxn ang="0">
                    <a:pos x="258" y="447"/>
                  </a:cxn>
                  <a:cxn ang="0">
                    <a:pos x="0" y="0"/>
                  </a:cxn>
                </a:cxnLst>
                <a:rect l="0" t="0" r="r" b="b"/>
                <a:pathLst>
                  <a:path w="260" h="451">
                    <a:moveTo>
                      <a:pt x="0" y="0"/>
                    </a:moveTo>
                    <a:lnTo>
                      <a:pt x="0" y="0"/>
                    </a:lnTo>
                    <a:lnTo>
                      <a:pt x="258" y="447"/>
                    </a:lnTo>
                    <a:lnTo>
                      <a:pt x="260" y="451"/>
                    </a:lnTo>
                    <a:lnTo>
                      <a:pt x="258" y="447"/>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157" name="Freeform 957"/>
              <p:cNvSpPr/>
              <p:nvPr/>
            </p:nvSpPr>
            <p:spPr bwMode="auto">
              <a:xfrm>
                <a:off x="3722" y="2221"/>
                <a:ext cx="260" cy="451"/>
              </a:xfrm>
              <a:custGeom>
                <a:avLst/>
                <a:gdLst/>
                <a:ahLst/>
                <a:cxnLst>
                  <a:cxn ang="0">
                    <a:pos x="0" y="0"/>
                  </a:cxn>
                  <a:cxn ang="0">
                    <a:pos x="0" y="0"/>
                  </a:cxn>
                  <a:cxn ang="0">
                    <a:pos x="258" y="447"/>
                  </a:cxn>
                  <a:cxn ang="0">
                    <a:pos x="260" y="451"/>
                  </a:cxn>
                  <a:cxn ang="0">
                    <a:pos x="258" y="447"/>
                  </a:cxn>
                  <a:cxn ang="0">
                    <a:pos x="0" y="0"/>
                  </a:cxn>
                </a:cxnLst>
                <a:rect l="0" t="0" r="r" b="b"/>
                <a:pathLst>
                  <a:path w="260" h="451">
                    <a:moveTo>
                      <a:pt x="0" y="0"/>
                    </a:moveTo>
                    <a:lnTo>
                      <a:pt x="0" y="0"/>
                    </a:lnTo>
                    <a:lnTo>
                      <a:pt x="258" y="447"/>
                    </a:lnTo>
                    <a:lnTo>
                      <a:pt x="260" y="451"/>
                    </a:lnTo>
                    <a:lnTo>
                      <a:pt x="258" y="44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58" name="Freeform 958"/>
              <p:cNvSpPr/>
              <p:nvPr/>
            </p:nvSpPr>
            <p:spPr bwMode="auto">
              <a:xfrm>
                <a:off x="3709" y="2221"/>
                <a:ext cx="273" cy="454"/>
              </a:xfrm>
              <a:custGeom>
                <a:avLst/>
                <a:gdLst/>
                <a:ahLst/>
                <a:cxnLst>
                  <a:cxn ang="0">
                    <a:pos x="13" y="0"/>
                  </a:cxn>
                  <a:cxn ang="0">
                    <a:pos x="10" y="5"/>
                  </a:cxn>
                  <a:cxn ang="0">
                    <a:pos x="10" y="5"/>
                  </a:cxn>
                  <a:cxn ang="0">
                    <a:pos x="8" y="7"/>
                  </a:cxn>
                  <a:cxn ang="0">
                    <a:pos x="8" y="7"/>
                  </a:cxn>
                  <a:cxn ang="0">
                    <a:pos x="0" y="17"/>
                  </a:cxn>
                  <a:cxn ang="0">
                    <a:pos x="0" y="17"/>
                  </a:cxn>
                  <a:cxn ang="0">
                    <a:pos x="0" y="17"/>
                  </a:cxn>
                  <a:cxn ang="0">
                    <a:pos x="251" y="454"/>
                  </a:cxn>
                  <a:cxn ang="0">
                    <a:pos x="261" y="452"/>
                  </a:cxn>
                  <a:cxn ang="0">
                    <a:pos x="253" y="451"/>
                  </a:cxn>
                  <a:cxn ang="0">
                    <a:pos x="261" y="452"/>
                  </a:cxn>
                  <a:cxn ang="0">
                    <a:pos x="263" y="452"/>
                  </a:cxn>
                  <a:cxn ang="0">
                    <a:pos x="271" y="447"/>
                  </a:cxn>
                  <a:cxn ang="0">
                    <a:pos x="263" y="452"/>
                  </a:cxn>
                  <a:cxn ang="0">
                    <a:pos x="273" y="451"/>
                  </a:cxn>
                  <a:cxn ang="0">
                    <a:pos x="271" y="447"/>
                  </a:cxn>
                  <a:cxn ang="0">
                    <a:pos x="13" y="0"/>
                  </a:cxn>
                  <a:cxn ang="0">
                    <a:pos x="13" y="0"/>
                  </a:cxn>
                  <a:cxn ang="0">
                    <a:pos x="13" y="0"/>
                  </a:cxn>
                </a:cxnLst>
                <a:rect l="0" t="0" r="r" b="b"/>
                <a:pathLst>
                  <a:path w="273" h="454">
                    <a:moveTo>
                      <a:pt x="13" y="0"/>
                    </a:moveTo>
                    <a:lnTo>
                      <a:pt x="10" y="5"/>
                    </a:lnTo>
                    <a:lnTo>
                      <a:pt x="10" y="5"/>
                    </a:lnTo>
                    <a:lnTo>
                      <a:pt x="8" y="7"/>
                    </a:lnTo>
                    <a:lnTo>
                      <a:pt x="8" y="7"/>
                    </a:lnTo>
                    <a:lnTo>
                      <a:pt x="0" y="17"/>
                    </a:lnTo>
                    <a:lnTo>
                      <a:pt x="0" y="17"/>
                    </a:lnTo>
                    <a:lnTo>
                      <a:pt x="0" y="17"/>
                    </a:lnTo>
                    <a:lnTo>
                      <a:pt x="251" y="454"/>
                    </a:lnTo>
                    <a:lnTo>
                      <a:pt x="261" y="452"/>
                    </a:lnTo>
                    <a:lnTo>
                      <a:pt x="253" y="451"/>
                    </a:lnTo>
                    <a:lnTo>
                      <a:pt x="261" y="452"/>
                    </a:lnTo>
                    <a:lnTo>
                      <a:pt x="263" y="452"/>
                    </a:lnTo>
                    <a:lnTo>
                      <a:pt x="271" y="447"/>
                    </a:lnTo>
                    <a:lnTo>
                      <a:pt x="263" y="452"/>
                    </a:lnTo>
                    <a:lnTo>
                      <a:pt x="273" y="451"/>
                    </a:lnTo>
                    <a:lnTo>
                      <a:pt x="271" y="447"/>
                    </a:lnTo>
                    <a:lnTo>
                      <a:pt x="13" y="0"/>
                    </a:lnTo>
                    <a:lnTo>
                      <a:pt x="13" y="0"/>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9" name="Freeform 959"/>
              <p:cNvSpPr/>
              <p:nvPr/>
            </p:nvSpPr>
            <p:spPr bwMode="auto">
              <a:xfrm>
                <a:off x="3709" y="2221"/>
                <a:ext cx="273" cy="454"/>
              </a:xfrm>
              <a:custGeom>
                <a:avLst/>
                <a:gdLst/>
                <a:ahLst/>
                <a:cxnLst>
                  <a:cxn ang="0">
                    <a:pos x="13" y="0"/>
                  </a:cxn>
                  <a:cxn ang="0">
                    <a:pos x="10" y="5"/>
                  </a:cxn>
                  <a:cxn ang="0">
                    <a:pos x="10" y="5"/>
                  </a:cxn>
                  <a:cxn ang="0">
                    <a:pos x="8" y="7"/>
                  </a:cxn>
                  <a:cxn ang="0">
                    <a:pos x="8" y="7"/>
                  </a:cxn>
                  <a:cxn ang="0">
                    <a:pos x="0" y="17"/>
                  </a:cxn>
                  <a:cxn ang="0">
                    <a:pos x="0" y="17"/>
                  </a:cxn>
                  <a:cxn ang="0">
                    <a:pos x="0" y="17"/>
                  </a:cxn>
                  <a:cxn ang="0">
                    <a:pos x="251" y="454"/>
                  </a:cxn>
                  <a:cxn ang="0">
                    <a:pos x="261" y="452"/>
                  </a:cxn>
                  <a:cxn ang="0">
                    <a:pos x="253" y="451"/>
                  </a:cxn>
                  <a:cxn ang="0">
                    <a:pos x="261" y="452"/>
                  </a:cxn>
                  <a:cxn ang="0">
                    <a:pos x="263" y="452"/>
                  </a:cxn>
                  <a:cxn ang="0">
                    <a:pos x="271" y="447"/>
                  </a:cxn>
                  <a:cxn ang="0">
                    <a:pos x="263" y="452"/>
                  </a:cxn>
                  <a:cxn ang="0">
                    <a:pos x="273" y="451"/>
                  </a:cxn>
                  <a:cxn ang="0">
                    <a:pos x="271" y="447"/>
                  </a:cxn>
                  <a:cxn ang="0">
                    <a:pos x="13" y="0"/>
                  </a:cxn>
                  <a:cxn ang="0">
                    <a:pos x="13" y="0"/>
                  </a:cxn>
                  <a:cxn ang="0">
                    <a:pos x="13" y="0"/>
                  </a:cxn>
                </a:cxnLst>
                <a:rect l="0" t="0" r="r" b="b"/>
                <a:pathLst>
                  <a:path w="273" h="454">
                    <a:moveTo>
                      <a:pt x="13" y="0"/>
                    </a:moveTo>
                    <a:lnTo>
                      <a:pt x="10" y="5"/>
                    </a:lnTo>
                    <a:lnTo>
                      <a:pt x="10" y="5"/>
                    </a:lnTo>
                    <a:lnTo>
                      <a:pt x="8" y="7"/>
                    </a:lnTo>
                    <a:lnTo>
                      <a:pt x="8" y="7"/>
                    </a:lnTo>
                    <a:lnTo>
                      <a:pt x="0" y="17"/>
                    </a:lnTo>
                    <a:lnTo>
                      <a:pt x="0" y="17"/>
                    </a:lnTo>
                    <a:lnTo>
                      <a:pt x="0" y="17"/>
                    </a:lnTo>
                    <a:lnTo>
                      <a:pt x="251" y="454"/>
                    </a:lnTo>
                    <a:lnTo>
                      <a:pt x="261" y="452"/>
                    </a:lnTo>
                    <a:lnTo>
                      <a:pt x="253" y="451"/>
                    </a:lnTo>
                    <a:lnTo>
                      <a:pt x="261" y="452"/>
                    </a:lnTo>
                    <a:lnTo>
                      <a:pt x="263" y="452"/>
                    </a:lnTo>
                    <a:lnTo>
                      <a:pt x="271" y="447"/>
                    </a:lnTo>
                    <a:lnTo>
                      <a:pt x="263" y="452"/>
                    </a:lnTo>
                    <a:lnTo>
                      <a:pt x="273" y="451"/>
                    </a:lnTo>
                    <a:lnTo>
                      <a:pt x="271" y="447"/>
                    </a:lnTo>
                    <a:lnTo>
                      <a:pt x="13" y="0"/>
                    </a:lnTo>
                    <a:lnTo>
                      <a:pt x="13" y="0"/>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2160" name="Freeform 960"/>
              <p:cNvSpPr>
                <a:spLocks noEditPoints="1"/>
              </p:cNvSpPr>
              <p:nvPr/>
            </p:nvSpPr>
            <p:spPr bwMode="auto">
              <a:xfrm>
                <a:off x="3707" y="2203"/>
                <a:ext cx="15" cy="35"/>
              </a:xfrm>
              <a:custGeom>
                <a:avLst/>
                <a:gdLst/>
                <a:ahLst/>
                <a:cxnLst>
                  <a:cxn ang="0">
                    <a:pos x="10" y="25"/>
                  </a:cxn>
                  <a:cxn ang="0">
                    <a:pos x="2" y="35"/>
                  </a:cxn>
                  <a:cxn ang="0">
                    <a:pos x="2" y="35"/>
                  </a:cxn>
                  <a:cxn ang="0">
                    <a:pos x="10" y="25"/>
                  </a:cxn>
                  <a:cxn ang="0">
                    <a:pos x="10" y="25"/>
                  </a:cxn>
                  <a:cxn ang="0">
                    <a:pos x="3" y="0"/>
                  </a:cxn>
                  <a:cxn ang="0">
                    <a:pos x="0" y="5"/>
                  </a:cxn>
                  <a:cxn ang="0">
                    <a:pos x="0" y="5"/>
                  </a:cxn>
                  <a:cxn ang="0">
                    <a:pos x="12" y="23"/>
                  </a:cxn>
                  <a:cxn ang="0">
                    <a:pos x="15" y="18"/>
                  </a:cxn>
                  <a:cxn ang="0">
                    <a:pos x="3" y="0"/>
                  </a:cxn>
                </a:cxnLst>
                <a:rect l="0" t="0" r="r" b="b"/>
                <a:pathLst>
                  <a:path w="15" h="35">
                    <a:moveTo>
                      <a:pt x="10" y="25"/>
                    </a:moveTo>
                    <a:lnTo>
                      <a:pt x="2" y="35"/>
                    </a:lnTo>
                    <a:lnTo>
                      <a:pt x="2" y="35"/>
                    </a:lnTo>
                    <a:lnTo>
                      <a:pt x="10" y="25"/>
                    </a:lnTo>
                    <a:lnTo>
                      <a:pt x="10" y="25"/>
                    </a:lnTo>
                    <a:close/>
                    <a:moveTo>
                      <a:pt x="3" y="0"/>
                    </a:moveTo>
                    <a:lnTo>
                      <a:pt x="0" y="5"/>
                    </a:lnTo>
                    <a:lnTo>
                      <a:pt x="0" y="5"/>
                    </a:lnTo>
                    <a:lnTo>
                      <a:pt x="12" y="23"/>
                    </a:lnTo>
                    <a:lnTo>
                      <a:pt x="15" y="18"/>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1" name="Freeform 961"/>
              <p:cNvSpPr/>
              <p:nvPr/>
            </p:nvSpPr>
            <p:spPr bwMode="auto">
              <a:xfrm>
                <a:off x="3709" y="2228"/>
                <a:ext cx="8" cy="10"/>
              </a:xfrm>
              <a:custGeom>
                <a:avLst/>
                <a:gdLst/>
                <a:ahLst/>
                <a:cxnLst>
                  <a:cxn ang="0">
                    <a:pos x="8" y="0"/>
                  </a:cxn>
                  <a:cxn ang="0">
                    <a:pos x="0" y="10"/>
                  </a:cxn>
                  <a:cxn ang="0">
                    <a:pos x="0" y="10"/>
                  </a:cxn>
                  <a:cxn ang="0">
                    <a:pos x="8" y="0"/>
                  </a:cxn>
                  <a:cxn ang="0">
                    <a:pos x="8" y="0"/>
                  </a:cxn>
                </a:cxnLst>
                <a:rect l="0" t="0" r="r" b="b"/>
                <a:pathLst>
                  <a:path w="8" h="10">
                    <a:moveTo>
                      <a:pt x="8" y="0"/>
                    </a:moveTo>
                    <a:lnTo>
                      <a:pt x="0" y="10"/>
                    </a:lnTo>
                    <a:lnTo>
                      <a:pt x="0" y="10"/>
                    </a:lnTo>
                    <a:lnTo>
                      <a:pt x="8" y="0"/>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2162" name="Freeform 962"/>
              <p:cNvSpPr/>
              <p:nvPr/>
            </p:nvSpPr>
            <p:spPr bwMode="auto">
              <a:xfrm>
                <a:off x="3707" y="2203"/>
                <a:ext cx="15" cy="23"/>
              </a:xfrm>
              <a:custGeom>
                <a:avLst/>
                <a:gdLst/>
                <a:ahLst/>
                <a:cxnLst>
                  <a:cxn ang="0">
                    <a:pos x="3" y="0"/>
                  </a:cxn>
                  <a:cxn ang="0">
                    <a:pos x="0" y="5"/>
                  </a:cxn>
                  <a:cxn ang="0">
                    <a:pos x="0" y="5"/>
                  </a:cxn>
                  <a:cxn ang="0">
                    <a:pos x="12" y="23"/>
                  </a:cxn>
                  <a:cxn ang="0">
                    <a:pos x="15" y="18"/>
                  </a:cxn>
                  <a:cxn ang="0">
                    <a:pos x="3" y="0"/>
                  </a:cxn>
                </a:cxnLst>
                <a:rect l="0" t="0" r="r" b="b"/>
                <a:pathLst>
                  <a:path w="15" h="23">
                    <a:moveTo>
                      <a:pt x="3" y="0"/>
                    </a:moveTo>
                    <a:lnTo>
                      <a:pt x="0" y="5"/>
                    </a:lnTo>
                    <a:lnTo>
                      <a:pt x="0" y="5"/>
                    </a:lnTo>
                    <a:lnTo>
                      <a:pt x="12" y="23"/>
                    </a:lnTo>
                    <a:lnTo>
                      <a:pt x="15" y="18"/>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63" name="Freeform 963"/>
              <p:cNvSpPr/>
              <p:nvPr/>
            </p:nvSpPr>
            <p:spPr bwMode="auto">
              <a:xfrm>
                <a:off x="3717" y="2226"/>
                <a:ext cx="2" cy="2"/>
              </a:xfrm>
              <a:custGeom>
                <a:avLst/>
                <a:gdLst/>
                <a:ahLst/>
                <a:cxnLst>
                  <a:cxn ang="0">
                    <a:pos x="2" y="0"/>
                  </a:cxn>
                  <a:cxn ang="0">
                    <a:pos x="0" y="2"/>
                  </a:cxn>
                  <a:cxn ang="0">
                    <a:pos x="0" y="2"/>
                  </a:cxn>
                  <a:cxn ang="0">
                    <a:pos x="2" y="0"/>
                  </a:cxn>
                  <a:cxn ang="0">
                    <a:pos x="2" y="0"/>
                  </a:cxn>
                </a:cxnLst>
                <a:rect l="0" t="0" r="r" b="b"/>
                <a:pathLst>
                  <a:path w="2" h="2">
                    <a:moveTo>
                      <a:pt x="2" y="0"/>
                    </a:moveTo>
                    <a:lnTo>
                      <a:pt x="0" y="2"/>
                    </a:lnTo>
                    <a:lnTo>
                      <a:pt x="0" y="2"/>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4" name="Freeform 964"/>
              <p:cNvSpPr/>
              <p:nvPr/>
            </p:nvSpPr>
            <p:spPr bwMode="auto">
              <a:xfrm>
                <a:off x="3717" y="2226"/>
                <a:ext cx="2" cy="2"/>
              </a:xfrm>
              <a:custGeom>
                <a:avLst/>
                <a:gdLst/>
                <a:ahLst/>
                <a:cxnLst>
                  <a:cxn ang="0">
                    <a:pos x="2" y="0"/>
                  </a:cxn>
                  <a:cxn ang="0">
                    <a:pos x="0" y="2"/>
                  </a:cxn>
                  <a:cxn ang="0">
                    <a:pos x="0" y="2"/>
                  </a:cxn>
                  <a:cxn ang="0">
                    <a:pos x="2" y="0"/>
                  </a:cxn>
                  <a:cxn ang="0">
                    <a:pos x="2" y="0"/>
                  </a:cxn>
                </a:cxnLst>
                <a:rect l="0" t="0" r="r" b="b"/>
                <a:pathLst>
                  <a:path w="2" h="2">
                    <a:moveTo>
                      <a:pt x="2" y="0"/>
                    </a:moveTo>
                    <a:lnTo>
                      <a:pt x="0" y="2"/>
                    </a:lnTo>
                    <a:lnTo>
                      <a:pt x="0" y="2"/>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165" name="Freeform 965"/>
              <p:cNvSpPr>
                <a:spLocks noEditPoints="1"/>
              </p:cNvSpPr>
              <p:nvPr/>
            </p:nvSpPr>
            <p:spPr bwMode="auto">
              <a:xfrm>
                <a:off x="3697" y="2208"/>
                <a:ext cx="22" cy="30"/>
              </a:xfrm>
              <a:custGeom>
                <a:avLst/>
                <a:gdLst/>
                <a:ahLst/>
                <a:cxnLst>
                  <a:cxn ang="0">
                    <a:pos x="3" y="6"/>
                  </a:cxn>
                  <a:cxn ang="0">
                    <a:pos x="3" y="8"/>
                  </a:cxn>
                  <a:cxn ang="0">
                    <a:pos x="3" y="8"/>
                  </a:cxn>
                  <a:cxn ang="0">
                    <a:pos x="3" y="6"/>
                  </a:cxn>
                  <a:cxn ang="0">
                    <a:pos x="10" y="0"/>
                  </a:cxn>
                  <a:cxn ang="0">
                    <a:pos x="3" y="6"/>
                  </a:cxn>
                  <a:cxn ang="0">
                    <a:pos x="3" y="6"/>
                  </a:cxn>
                  <a:cxn ang="0">
                    <a:pos x="3" y="6"/>
                  </a:cxn>
                  <a:cxn ang="0">
                    <a:pos x="3" y="8"/>
                  </a:cxn>
                  <a:cxn ang="0">
                    <a:pos x="3" y="8"/>
                  </a:cxn>
                  <a:cxn ang="0">
                    <a:pos x="3" y="8"/>
                  </a:cxn>
                  <a:cxn ang="0">
                    <a:pos x="3" y="8"/>
                  </a:cxn>
                  <a:cxn ang="0">
                    <a:pos x="0" y="12"/>
                  </a:cxn>
                  <a:cxn ang="0">
                    <a:pos x="12" y="30"/>
                  </a:cxn>
                  <a:cxn ang="0">
                    <a:pos x="20" y="20"/>
                  </a:cxn>
                  <a:cxn ang="0">
                    <a:pos x="20" y="20"/>
                  </a:cxn>
                  <a:cxn ang="0">
                    <a:pos x="22" y="18"/>
                  </a:cxn>
                  <a:cxn ang="0">
                    <a:pos x="10" y="0"/>
                  </a:cxn>
                  <a:cxn ang="0">
                    <a:pos x="10" y="0"/>
                  </a:cxn>
                </a:cxnLst>
                <a:rect l="0" t="0" r="r" b="b"/>
                <a:pathLst>
                  <a:path w="22" h="30">
                    <a:moveTo>
                      <a:pt x="3" y="6"/>
                    </a:moveTo>
                    <a:lnTo>
                      <a:pt x="3" y="8"/>
                    </a:lnTo>
                    <a:lnTo>
                      <a:pt x="3" y="8"/>
                    </a:lnTo>
                    <a:lnTo>
                      <a:pt x="3" y="6"/>
                    </a:lnTo>
                    <a:close/>
                    <a:moveTo>
                      <a:pt x="10" y="0"/>
                    </a:moveTo>
                    <a:lnTo>
                      <a:pt x="3" y="6"/>
                    </a:lnTo>
                    <a:lnTo>
                      <a:pt x="3" y="6"/>
                    </a:lnTo>
                    <a:lnTo>
                      <a:pt x="3" y="6"/>
                    </a:lnTo>
                    <a:lnTo>
                      <a:pt x="3" y="8"/>
                    </a:lnTo>
                    <a:lnTo>
                      <a:pt x="3" y="8"/>
                    </a:lnTo>
                    <a:lnTo>
                      <a:pt x="3" y="8"/>
                    </a:lnTo>
                    <a:lnTo>
                      <a:pt x="3" y="8"/>
                    </a:lnTo>
                    <a:lnTo>
                      <a:pt x="0" y="12"/>
                    </a:lnTo>
                    <a:lnTo>
                      <a:pt x="12" y="30"/>
                    </a:lnTo>
                    <a:lnTo>
                      <a:pt x="20" y="20"/>
                    </a:lnTo>
                    <a:lnTo>
                      <a:pt x="20" y="20"/>
                    </a:lnTo>
                    <a:lnTo>
                      <a:pt x="22" y="18"/>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6" name="Freeform 966"/>
              <p:cNvSpPr/>
              <p:nvPr/>
            </p:nvSpPr>
            <p:spPr bwMode="auto">
              <a:xfrm>
                <a:off x="3700" y="2214"/>
                <a:ext cx="1" cy="2"/>
              </a:xfrm>
              <a:custGeom>
                <a:avLst/>
                <a:gdLst/>
                <a:ahLst/>
                <a:cxnLst>
                  <a:cxn ang="0">
                    <a:pos x="0" y="0"/>
                  </a:cxn>
                  <a:cxn ang="0">
                    <a:pos x="0" y="2"/>
                  </a:cxn>
                  <a:cxn ang="0">
                    <a:pos x="0" y="2"/>
                  </a:cxn>
                  <a:cxn ang="0">
                    <a:pos x="0" y="0"/>
                  </a:cxn>
                </a:cxnLst>
                <a:rect l="0" t="0" r="r" b="b"/>
                <a:pathLst>
                  <a:path h="2">
                    <a:moveTo>
                      <a:pt x="0" y="0"/>
                    </a:moveTo>
                    <a:lnTo>
                      <a:pt x="0" y="2"/>
                    </a:lnTo>
                    <a:lnTo>
                      <a:pt x="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67" name="Freeform 967"/>
              <p:cNvSpPr/>
              <p:nvPr/>
            </p:nvSpPr>
            <p:spPr bwMode="auto">
              <a:xfrm>
                <a:off x="3697" y="2208"/>
                <a:ext cx="22" cy="30"/>
              </a:xfrm>
              <a:custGeom>
                <a:avLst/>
                <a:gdLst/>
                <a:ahLst/>
                <a:cxnLst>
                  <a:cxn ang="0">
                    <a:pos x="10" y="0"/>
                  </a:cxn>
                  <a:cxn ang="0">
                    <a:pos x="3" y="6"/>
                  </a:cxn>
                  <a:cxn ang="0">
                    <a:pos x="3" y="6"/>
                  </a:cxn>
                  <a:cxn ang="0">
                    <a:pos x="3" y="6"/>
                  </a:cxn>
                  <a:cxn ang="0">
                    <a:pos x="3" y="8"/>
                  </a:cxn>
                  <a:cxn ang="0">
                    <a:pos x="3" y="8"/>
                  </a:cxn>
                  <a:cxn ang="0">
                    <a:pos x="3" y="8"/>
                  </a:cxn>
                  <a:cxn ang="0">
                    <a:pos x="3" y="8"/>
                  </a:cxn>
                  <a:cxn ang="0">
                    <a:pos x="0" y="12"/>
                  </a:cxn>
                  <a:cxn ang="0">
                    <a:pos x="12" y="30"/>
                  </a:cxn>
                  <a:cxn ang="0">
                    <a:pos x="20" y="20"/>
                  </a:cxn>
                  <a:cxn ang="0">
                    <a:pos x="20" y="20"/>
                  </a:cxn>
                  <a:cxn ang="0">
                    <a:pos x="22" y="18"/>
                  </a:cxn>
                  <a:cxn ang="0">
                    <a:pos x="10" y="0"/>
                  </a:cxn>
                  <a:cxn ang="0">
                    <a:pos x="10" y="0"/>
                  </a:cxn>
                </a:cxnLst>
                <a:rect l="0" t="0" r="r" b="b"/>
                <a:pathLst>
                  <a:path w="22" h="30">
                    <a:moveTo>
                      <a:pt x="10" y="0"/>
                    </a:moveTo>
                    <a:lnTo>
                      <a:pt x="3" y="6"/>
                    </a:lnTo>
                    <a:lnTo>
                      <a:pt x="3" y="6"/>
                    </a:lnTo>
                    <a:lnTo>
                      <a:pt x="3" y="6"/>
                    </a:lnTo>
                    <a:lnTo>
                      <a:pt x="3" y="8"/>
                    </a:lnTo>
                    <a:lnTo>
                      <a:pt x="3" y="8"/>
                    </a:lnTo>
                    <a:lnTo>
                      <a:pt x="3" y="8"/>
                    </a:lnTo>
                    <a:lnTo>
                      <a:pt x="3" y="8"/>
                    </a:lnTo>
                    <a:lnTo>
                      <a:pt x="0" y="12"/>
                    </a:lnTo>
                    <a:lnTo>
                      <a:pt x="12" y="30"/>
                    </a:lnTo>
                    <a:lnTo>
                      <a:pt x="20" y="20"/>
                    </a:lnTo>
                    <a:lnTo>
                      <a:pt x="20" y="20"/>
                    </a:lnTo>
                    <a:lnTo>
                      <a:pt x="22" y="18"/>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68" name="Freeform 968"/>
              <p:cNvSpPr/>
              <p:nvPr/>
            </p:nvSpPr>
            <p:spPr bwMode="auto">
              <a:xfrm>
                <a:off x="3608" y="2695"/>
                <a:ext cx="236" cy="42"/>
              </a:xfrm>
              <a:custGeom>
                <a:avLst/>
                <a:gdLst/>
                <a:ahLst/>
                <a:cxnLst>
                  <a:cxn ang="0">
                    <a:pos x="236" y="0"/>
                  </a:cxn>
                  <a:cxn ang="0">
                    <a:pos x="0" y="42"/>
                  </a:cxn>
                  <a:cxn ang="0">
                    <a:pos x="0" y="42"/>
                  </a:cxn>
                  <a:cxn ang="0">
                    <a:pos x="236" y="0"/>
                  </a:cxn>
                </a:cxnLst>
                <a:rect l="0" t="0" r="r" b="b"/>
                <a:pathLst>
                  <a:path w="236" h="42">
                    <a:moveTo>
                      <a:pt x="236" y="0"/>
                    </a:moveTo>
                    <a:lnTo>
                      <a:pt x="0" y="42"/>
                    </a:lnTo>
                    <a:lnTo>
                      <a:pt x="0" y="42"/>
                    </a:lnTo>
                    <a:lnTo>
                      <a:pt x="23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9" name="Freeform 969"/>
              <p:cNvSpPr/>
              <p:nvPr/>
            </p:nvSpPr>
            <p:spPr bwMode="auto">
              <a:xfrm>
                <a:off x="3608" y="2695"/>
                <a:ext cx="236" cy="42"/>
              </a:xfrm>
              <a:custGeom>
                <a:avLst/>
                <a:gdLst/>
                <a:ahLst/>
                <a:cxnLst>
                  <a:cxn ang="0">
                    <a:pos x="236" y="0"/>
                  </a:cxn>
                  <a:cxn ang="0">
                    <a:pos x="0" y="42"/>
                  </a:cxn>
                  <a:cxn ang="0">
                    <a:pos x="0" y="42"/>
                  </a:cxn>
                  <a:cxn ang="0">
                    <a:pos x="236" y="0"/>
                  </a:cxn>
                </a:cxnLst>
                <a:rect l="0" t="0" r="r" b="b"/>
                <a:pathLst>
                  <a:path w="236" h="42">
                    <a:moveTo>
                      <a:pt x="236" y="0"/>
                    </a:moveTo>
                    <a:lnTo>
                      <a:pt x="0" y="42"/>
                    </a:lnTo>
                    <a:lnTo>
                      <a:pt x="0" y="42"/>
                    </a:lnTo>
                    <a:lnTo>
                      <a:pt x="236" y="0"/>
                    </a:lnTo>
                  </a:path>
                </a:pathLst>
              </a:custGeom>
              <a:noFill/>
              <a:ln w="9525">
                <a:noFill/>
                <a:round/>
              </a:ln>
            </p:spPr>
            <p:txBody>
              <a:bodyPr vert="horz" wrap="square" lIns="82938" tIns="41469" rIns="82938" bIns="41469" numCol="1" anchor="t" anchorCtr="0" compatLnSpc="1"/>
              <a:lstStyle/>
              <a:p>
                <a:endParaRPr lang="en-GB" sz="1815"/>
              </a:p>
            </p:txBody>
          </p:sp>
          <p:sp>
            <p:nvSpPr>
              <p:cNvPr id="52170" name="Freeform 970"/>
              <p:cNvSpPr>
                <a:spLocks noEditPoints="1"/>
              </p:cNvSpPr>
              <p:nvPr/>
            </p:nvSpPr>
            <p:spPr bwMode="auto">
              <a:xfrm>
                <a:off x="3608" y="2672"/>
                <a:ext cx="374" cy="85"/>
              </a:xfrm>
              <a:custGeom>
                <a:avLst/>
                <a:gdLst/>
                <a:ahLst/>
                <a:cxnLst>
                  <a:cxn ang="0">
                    <a:pos x="362" y="1"/>
                  </a:cxn>
                  <a:cxn ang="0">
                    <a:pos x="352" y="3"/>
                  </a:cxn>
                  <a:cxn ang="0">
                    <a:pos x="352" y="3"/>
                  </a:cxn>
                  <a:cxn ang="0">
                    <a:pos x="352" y="3"/>
                  </a:cxn>
                  <a:cxn ang="0">
                    <a:pos x="236" y="23"/>
                  </a:cxn>
                  <a:cxn ang="0">
                    <a:pos x="0" y="65"/>
                  </a:cxn>
                  <a:cxn ang="0">
                    <a:pos x="0" y="65"/>
                  </a:cxn>
                  <a:cxn ang="0">
                    <a:pos x="7" y="63"/>
                  </a:cxn>
                  <a:cxn ang="0">
                    <a:pos x="5" y="73"/>
                  </a:cxn>
                  <a:cxn ang="0">
                    <a:pos x="5" y="73"/>
                  </a:cxn>
                  <a:cxn ang="0">
                    <a:pos x="4" y="85"/>
                  </a:cxn>
                  <a:cxn ang="0">
                    <a:pos x="355" y="23"/>
                  </a:cxn>
                  <a:cxn ang="0">
                    <a:pos x="359" y="3"/>
                  </a:cxn>
                  <a:cxn ang="0">
                    <a:pos x="362" y="1"/>
                  </a:cxn>
                  <a:cxn ang="0">
                    <a:pos x="362" y="1"/>
                  </a:cxn>
                  <a:cxn ang="0">
                    <a:pos x="364" y="1"/>
                  </a:cxn>
                  <a:cxn ang="0">
                    <a:pos x="362" y="1"/>
                  </a:cxn>
                  <a:cxn ang="0">
                    <a:pos x="362" y="1"/>
                  </a:cxn>
                  <a:cxn ang="0">
                    <a:pos x="364" y="1"/>
                  </a:cxn>
                  <a:cxn ang="0">
                    <a:pos x="364" y="1"/>
                  </a:cxn>
                  <a:cxn ang="0">
                    <a:pos x="374" y="0"/>
                  </a:cxn>
                  <a:cxn ang="0">
                    <a:pos x="364" y="1"/>
                  </a:cxn>
                  <a:cxn ang="0">
                    <a:pos x="364" y="1"/>
                  </a:cxn>
                  <a:cxn ang="0">
                    <a:pos x="374" y="0"/>
                  </a:cxn>
                  <a:cxn ang="0">
                    <a:pos x="374" y="0"/>
                  </a:cxn>
                </a:cxnLst>
                <a:rect l="0" t="0" r="r" b="b"/>
                <a:pathLst>
                  <a:path w="374" h="85">
                    <a:moveTo>
                      <a:pt x="362" y="1"/>
                    </a:moveTo>
                    <a:lnTo>
                      <a:pt x="352" y="3"/>
                    </a:lnTo>
                    <a:lnTo>
                      <a:pt x="352" y="3"/>
                    </a:lnTo>
                    <a:lnTo>
                      <a:pt x="352" y="3"/>
                    </a:lnTo>
                    <a:lnTo>
                      <a:pt x="236" y="23"/>
                    </a:lnTo>
                    <a:lnTo>
                      <a:pt x="0" y="65"/>
                    </a:lnTo>
                    <a:lnTo>
                      <a:pt x="0" y="65"/>
                    </a:lnTo>
                    <a:lnTo>
                      <a:pt x="7" y="63"/>
                    </a:lnTo>
                    <a:lnTo>
                      <a:pt x="5" y="73"/>
                    </a:lnTo>
                    <a:lnTo>
                      <a:pt x="5" y="73"/>
                    </a:lnTo>
                    <a:lnTo>
                      <a:pt x="4" y="85"/>
                    </a:lnTo>
                    <a:lnTo>
                      <a:pt x="355" y="23"/>
                    </a:lnTo>
                    <a:lnTo>
                      <a:pt x="359" y="3"/>
                    </a:lnTo>
                    <a:lnTo>
                      <a:pt x="362" y="1"/>
                    </a:lnTo>
                    <a:lnTo>
                      <a:pt x="362" y="1"/>
                    </a:lnTo>
                    <a:close/>
                    <a:moveTo>
                      <a:pt x="364" y="1"/>
                    </a:moveTo>
                    <a:lnTo>
                      <a:pt x="362" y="1"/>
                    </a:lnTo>
                    <a:lnTo>
                      <a:pt x="362" y="1"/>
                    </a:lnTo>
                    <a:lnTo>
                      <a:pt x="364" y="1"/>
                    </a:lnTo>
                    <a:lnTo>
                      <a:pt x="364" y="1"/>
                    </a:lnTo>
                    <a:close/>
                    <a:moveTo>
                      <a:pt x="374" y="0"/>
                    </a:moveTo>
                    <a:lnTo>
                      <a:pt x="364" y="1"/>
                    </a:lnTo>
                    <a:lnTo>
                      <a:pt x="364" y="1"/>
                    </a:lnTo>
                    <a:lnTo>
                      <a:pt x="374" y="0"/>
                    </a:lnTo>
                    <a:lnTo>
                      <a:pt x="37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1" name="Freeform 971"/>
              <p:cNvSpPr/>
              <p:nvPr/>
            </p:nvSpPr>
            <p:spPr bwMode="auto">
              <a:xfrm>
                <a:off x="3608" y="2673"/>
                <a:ext cx="362" cy="84"/>
              </a:xfrm>
              <a:custGeom>
                <a:avLst/>
                <a:gdLst/>
                <a:ahLst/>
                <a:cxnLst>
                  <a:cxn ang="0">
                    <a:pos x="362" y="0"/>
                  </a:cxn>
                  <a:cxn ang="0">
                    <a:pos x="352" y="2"/>
                  </a:cxn>
                  <a:cxn ang="0">
                    <a:pos x="352" y="2"/>
                  </a:cxn>
                  <a:cxn ang="0">
                    <a:pos x="352" y="2"/>
                  </a:cxn>
                  <a:cxn ang="0">
                    <a:pos x="236" y="22"/>
                  </a:cxn>
                  <a:cxn ang="0">
                    <a:pos x="0" y="64"/>
                  </a:cxn>
                  <a:cxn ang="0">
                    <a:pos x="0" y="64"/>
                  </a:cxn>
                  <a:cxn ang="0">
                    <a:pos x="7" y="62"/>
                  </a:cxn>
                  <a:cxn ang="0">
                    <a:pos x="5" y="72"/>
                  </a:cxn>
                  <a:cxn ang="0">
                    <a:pos x="5" y="72"/>
                  </a:cxn>
                  <a:cxn ang="0">
                    <a:pos x="4" y="84"/>
                  </a:cxn>
                  <a:cxn ang="0">
                    <a:pos x="355" y="22"/>
                  </a:cxn>
                  <a:cxn ang="0">
                    <a:pos x="359" y="2"/>
                  </a:cxn>
                  <a:cxn ang="0">
                    <a:pos x="362" y="0"/>
                  </a:cxn>
                  <a:cxn ang="0">
                    <a:pos x="362" y="0"/>
                  </a:cxn>
                </a:cxnLst>
                <a:rect l="0" t="0" r="r" b="b"/>
                <a:pathLst>
                  <a:path w="362" h="84">
                    <a:moveTo>
                      <a:pt x="362" y="0"/>
                    </a:moveTo>
                    <a:lnTo>
                      <a:pt x="352" y="2"/>
                    </a:lnTo>
                    <a:lnTo>
                      <a:pt x="352" y="2"/>
                    </a:lnTo>
                    <a:lnTo>
                      <a:pt x="352" y="2"/>
                    </a:lnTo>
                    <a:lnTo>
                      <a:pt x="236" y="22"/>
                    </a:lnTo>
                    <a:lnTo>
                      <a:pt x="0" y="64"/>
                    </a:lnTo>
                    <a:lnTo>
                      <a:pt x="0" y="64"/>
                    </a:lnTo>
                    <a:lnTo>
                      <a:pt x="7" y="62"/>
                    </a:lnTo>
                    <a:lnTo>
                      <a:pt x="5" y="72"/>
                    </a:lnTo>
                    <a:lnTo>
                      <a:pt x="5" y="72"/>
                    </a:lnTo>
                    <a:lnTo>
                      <a:pt x="4" y="84"/>
                    </a:lnTo>
                    <a:lnTo>
                      <a:pt x="355" y="22"/>
                    </a:lnTo>
                    <a:lnTo>
                      <a:pt x="359" y="2"/>
                    </a:lnTo>
                    <a:lnTo>
                      <a:pt x="362" y="0"/>
                    </a:lnTo>
                    <a:lnTo>
                      <a:pt x="362" y="0"/>
                    </a:lnTo>
                  </a:path>
                </a:pathLst>
              </a:custGeom>
              <a:noFill/>
              <a:ln w="9525">
                <a:noFill/>
                <a:round/>
              </a:ln>
            </p:spPr>
            <p:txBody>
              <a:bodyPr vert="horz" wrap="square" lIns="82938" tIns="41469" rIns="82938" bIns="41469" numCol="1" anchor="t" anchorCtr="0" compatLnSpc="1"/>
              <a:lstStyle/>
              <a:p>
                <a:endParaRPr lang="en-GB" sz="1815"/>
              </a:p>
            </p:txBody>
          </p:sp>
          <p:sp>
            <p:nvSpPr>
              <p:cNvPr id="52172" name="Rectangle 972"/>
              <p:cNvSpPr>
                <a:spLocks noChangeArrowheads="1"/>
              </p:cNvSpPr>
              <p:nvPr/>
            </p:nvSpPr>
            <p:spPr bwMode="auto">
              <a:xfrm>
                <a:off x="3970" y="2673"/>
                <a:ext cx="2"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73" name="Freeform 973"/>
              <p:cNvSpPr/>
              <p:nvPr/>
            </p:nvSpPr>
            <p:spPr bwMode="auto">
              <a:xfrm>
                <a:off x="3972" y="2672"/>
                <a:ext cx="10" cy="1"/>
              </a:xfrm>
              <a:custGeom>
                <a:avLst/>
                <a:gdLst/>
                <a:ahLst/>
                <a:cxnLst>
                  <a:cxn ang="0">
                    <a:pos x="10" y="0"/>
                  </a:cxn>
                  <a:cxn ang="0">
                    <a:pos x="0" y="1"/>
                  </a:cxn>
                  <a:cxn ang="0">
                    <a:pos x="0" y="1"/>
                  </a:cxn>
                  <a:cxn ang="0">
                    <a:pos x="10" y="0"/>
                  </a:cxn>
                  <a:cxn ang="0">
                    <a:pos x="10" y="0"/>
                  </a:cxn>
                </a:cxnLst>
                <a:rect l="0" t="0" r="r" b="b"/>
                <a:pathLst>
                  <a:path w="10" h="1">
                    <a:moveTo>
                      <a:pt x="10" y="0"/>
                    </a:moveTo>
                    <a:lnTo>
                      <a:pt x="0" y="1"/>
                    </a:lnTo>
                    <a:lnTo>
                      <a:pt x="0" y="1"/>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74" name="Freeform 974"/>
              <p:cNvSpPr/>
              <p:nvPr/>
            </p:nvSpPr>
            <p:spPr bwMode="auto">
              <a:xfrm>
                <a:off x="3963" y="2672"/>
                <a:ext cx="19" cy="23"/>
              </a:xfrm>
              <a:custGeom>
                <a:avLst/>
                <a:gdLst/>
                <a:ahLst/>
                <a:cxnLst>
                  <a:cxn ang="0">
                    <a:pos x="19" y="0"/>
                  </a:cxn>
                  <a:cxn ang="0">
                    <a:pos x="9" y="1"/>
                  </a:cxn>
                  <a:cxn ang="0">
                    <a:pos x="9" y="1"/>
                  </a:cxn>
                  <a:cxn ang="0">
                    <a:pos x="9" y="1"/>
                  </a:cxn>
                  <a:cxn ang="0">
                    <a:pos x="7" y="1"/>
                  </a:cxn>
                  <a:cxn ang="0">
                    <a:pos x="7" y="1"/>
                  </a:cxn>
                  <a:cxn ang="0">
                    <a:pos x="7" y="1"/>
                  </a:cxn>
                  <a:cxn ang="0">
                    <a:pos x="4" y="3"/>
                  </a:cxn>
                  <a:cxn ang="0">
                    <a:pos x="0" y="23"/>
                  </a:cxn>
                  <a:cxn ang="0">
                    <a:pos x="15" y="21"/>
                  </a:cxn>
                  <a:cxn ang="0">
                    <a:pos x="19" y="0"/>
                  </a:cxn>
                  <a:cxn ang="0">
                    <a:pos x="19" y="0"/>
                  </a:cxn>
                  <a:cxn ang="0">
                    <a:pos x="19" y="0"/>
                  </a:cxn>
                </a:cxnLst>
                <a:rect l="0" t="0" r="r" b="b"/>
                <a:pathLst>
                  <a:path w="19" h="23">
                    <a:moveTo>
                      <a:pt x="19" y="0"/>
                    </a:moveTo>
                    <a:lnTo>
                      <a:pt x="9" y="1"/>
                    </a:lnTo>
                    <a:lnTo>
                      <a:pt x="9" y="1"/>
                    </a:lnTo>
                    <a:lnTo>
                      <a:pt x="9" y="1"/>
                    </a:lnTo>
                    <a:lnTo>
                      <a:pt x="7" y="1"/>
                    </a:lnTo>
                    <a:lnTo>
                      <a:pt x="7" y="1"/>
                    </a:lnTo>
                    <a:lnTo>
                      <a:pt x="7" y="1"/>
                    </a:lnTo>
                    <a:lnTo>
                      <a:pt x="4" y="3"/>
                    </a:lnTo>
                    <a:lnTo>
                      <a:pt x="0" y="23"/>
                    </a:lnTo>
                    <a:lnTo>
                      <a:pt x="15" y="21"/>
                    </a:lnTo>
                    <a:lnTo>
                      <a:pt x="19" y="0"/>
                    </a:lnTo>
                    <a:lnTo>
                      <a:pt x="19" y="0"/>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5" name="Freeform 975"/>
              <p:cNvSpPr/>
              <p:nvPr/>
            </p:nvSpPr>
            <p:spPr bwMode="auto">
              <a:xfrm>
                <a:off x="3963" y="2672"/>
                <a:ext cx="19" cy="23"/>
              </a:xfrm>
              <a:custGeom>
                <a:avLst/>
                <a:gdLst/>
                <a:ahLst/>
                <a:cxnLst>
                  <a:cxn ang="0">
                    <a:pos x="19" y="0"/>
                  </a:cxn>
                  <a:cxn ang="0">
                    <a:pos x="9" y="1"/>
                  </a:cxn>
                  <a:cxn ang="0">
                    <a:pos x="9" y="1"/>
                  </a:cxn>
                  <a:cxn ang="0">
                    <a:pos x="9" y="1"/>
                  </a:cxn>
                  <a:cxn ang="0">
                    <a:pos x="7" y="1"/>
                  </a:cxn>
                  <a:cxn ang="0">
                    <a:pos x="7" y="1"/>
                  </a:cxn>
                  <a:cxn ang="0">
                    <a:pos x="7" y="1"/>
                  </a:cxn>
                  <a:cxn ang="0">
                    <a:pos x="4" y="3"/>
                  </a:cxn>
                  <a:cxn ang="0">
                    <a:pos x="0" y="23"/>
                  </a:cxn>
                  <a:cxn ang="0">
                    <a:pos x="15" y="21"/>
                  </a:cxn>
                  <a:cxn ang="0">
                    <a:pos x="19" y="0"/>
                  </a:cxn>
                  <a:cxn ang="0">
                    <a:pos x="19" y="0"/>
                  </a:cxn>
                  <a:cxn ang="0">
                    <a:pos x="19" y="0"/>
                  </a:cxn>
                </a:cxnLst>
                <a:rect l="0" t="0" r="r" b="b"/>
                <a:pathLst>
                  <a:path w="19" h="23">
                    <a:moveTo>
                      <a:pt x="19" y="0"/>
                    </a:moveTo>
                    <a:lnTo>
                      <a:pt x="9" y="1"/>
                    </a:lnTo>
                    <a:lnTo>
                      <a:pt x="9" y="1"/>
                    </a:lnTo>
                    <a:lnTo>
                      <a:pt x="9" y="1"/>
                    </a:lnTo>
                    <a:lnTo>
                      <a:pt x="7" y="1"/>
                    </a:lnTo>
                    <a:lnTo>
                      <a:pt x="7" y="1"/>
                    </a:lnTo>
                    <a:lnTo>
                      <a:pt x="7" y="1"/>
                    </a:lnTo>
                    <a:lnTo>
                      <a:pt x="4" y="3"/>
                    </a:lnTo>
                    <a:lnTo>
                      <a:pt x="0" y="23"/>
                    </a:lnTo>
                    <a:lnTo>
                      <a:pt x="15" y="21"/>
                    </a:lnTo>
                    <a:lnTo>
                      <a:pt x="19" y="0"/>
                    </a:lnTo>
                    <a:lnTo>
                      <a:pt x="19" y="0"/>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2176" name="Freeform 976"/>
              <p:cNvSpPr/>
              <p:nvPr/>
            </p:nvSpPr>
            <p:spPr bwMode="auto">
              <a:xfrm>
                <a:off x="3608" y="2735"/>
                <a:ext cx="7" cy="10"/>
              </a:xfrm>
              <a:custGeom>
                <a:avLst/>
                <a:gdLst/>
                <a:ahLst/>
                <a:cxnLst>
                  <a:cxn ang="0">
                    <a:pos x="7" y="0"/>
                  </a:cxn>
                  <a:cxn ang="0">
                    <a:pos x="0" y="2"/>
                  </a:cxn>
                  <a:cxn ang="0">
                    <a:pos x="5" y="10"/>
                  </a:cxn>
                  <a:cxn ang="0">
                    <a:pos x="7" y="0"/>
                  </a:cxn>
                </a:cxnLst>
                <a:rect l="0" t="0" r="r" b="b"/>
                <a:pathLst>
                  <a:path w="7" h="10">
                    <a:moveTo>
                      <a:pt x="7" y="0"/>
                    </a:moveTo>
                    <a:lnTo>
                      <a:pt x="0" y="2"/>
                    </a:lnTo>
                    <a:lnTo>
                      <a:pt x="5" y="1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7" name="Freeform 977"/>
              <p:cNvSpPr/>
              <p:nvPr/>
            </p:nvSpPr>
            <p:spPr bwMode="auto">
              <a:xfrm>
                <a:off x="3608" y="2735"/>
                <a:ext cx="7" cy="10"/>
              </a:xfrm>
              <a:custGeom>
                <a:avLst/>
                <a:gdLst/>
                <a:ahLst/>
                <a:cxnLst>
                  <a:cxn ang="0">
                    <a:pos x="7" y="0"/>
                  </a:cxn>
                  <a:cxn ang="0">
                    <a:pos x="0" y="2"/>
                  </a:cxn>
                  <a:cxn ang="0">
                    <a:pos x="5" y="10"/>
                  </a:cxn>
                  <a:cxn ang="0">
                    <a:pos x="7" y="0"/>
                  </a:cxn>
                </a:cxnLst>
                <a:rect l="0" t="0" r="r" b="b"/>
                <a:pathLst>
                  <a:path w="7" h="10">
                    <a:moveTo>
                      <a:pt x="7" y="0"/>
                    </a:moveTo>
                    <a:lnTo>
                      <a:pt x="0" y="2"/>
                    </a:lnTo>
                    <a:lnTo>
                      <a:pt x="5" y="1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178" name="Freeform 978"/>
              <p:cNvSpPr/>
              <p:nvPr/>
            </p:nvSpPr>
            <p:spPr bwMode="auto">
              <a:xfrm>
                <a:off x="3603" y="2757"/>
                <a:ext cx="2" cy="1"/>
              </a:xfrm>
              <a:custGeom>
                <a:avLst/>
                <a:gdLst/>
                <a:ahLst/>
                <a:cxnLst>
                  <a:cxn ang="0">
                    <a:pos x="2" y="0"/>
                  </a:cxn>
                  <a:cxn ang="0">
                    <a:pos x="2" y="0"/>
                  </a:cxn>
                  <a:cxn ang="0">
                    <a:pos x="0" y="0"/>
                  </a:cxn>
                  <a:cxn ang="0">
                    <a:pos x="2" y="0"/>
                  </a:cxn>
                  <a:cxn ang="0">
                    <a:pos x="2" y="0"/>
                  </a:cxn>
                </a:cxnLst>
                <a:rect l="0" t="0" r="r" b="b"/>
                <a:pathLst>
                  <a:path w="2">
                    <a:moveTo>
                      <a:pt x="2" y="0"/>
                    </a:moveTo>
                    <a:lnTo>
                      <a:pt x="2" y="0"/>
                    </a:lnTo>
                    <a:lnTo>
                      <a:pt x="0" y="0"/>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9" name="Freeform 979"/>
              <p:cNvSpPr/>
              <p:nvPr/>
            </p:nvSpPr>
            <p:spPr bwMode="auto">
              <a:xfrm>
                <a:off x="3603" y="2757"/>
                <a:ext cx="2" cy="1"/>
              </a:xfrm>
              <a:custGeom>
                <a:avLst/>
                <a:gdLst/>
                <a:ahLst/>
                <a:cxnLst>
                  <a:cxn ang="0">
                    <a:pos x="2" y="0"/>
                  </a:cxn>
                  <a:cxn ang="0">
                    <a:pos x="2" y="0"/>
                  </a:cxn>
                  <a:cxn ang="0">
                    <a:pos x="0" y="0"/>
                  </a:cxn>
                  <a:cxn ang="0">
                    <a:pos x="2" y="0"/>
                  </a:cxn>
                  <a:cxn ang="0">
                    <a:pos x="2" y="0"/>
                  </a:cxn>
                </a:cxnLst>
                <a:rect l="0" t="0" r="r" b="b"/>
                <a:pathLst>
                  <a:path w="2">
                    <a:moveTo>
                      <a:pt x="2" y="0"/>
                    </a:moveTo>
                    <a:lnTo>
                      <a:pt x="2" y="0"/>
                    </a:lnTo>
                    <a:lnTo>
                      <a:pt x="0" y="0"/>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180" name="Rectangle 980"/>
              <p:cNvSpPr>
                <a:spLocks noChangeArrowheads="1"/>
              </p:cNvSpPr>
              <p:nvPr/>
            </p:nvSpPr>
            <p:spPr bwMode="auto">
              <a:xfrm>
                <a:off x="3605" y="275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181" name="Freeform 981"/>
              <p:cNvSpPr/>
              <p:nvPr/>
            </p:nvSpPr>
            <p:spPr bwMode="auto">
              <a:xfrm>
                <a:off x="3605" y="2757"/>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82" name="Freeform 982"/>
              <p:cNvSpPr/>
              <p:nvPr/>
            </p:nvSpPr>
            <p:spPr bwMode="auto">
              <a:xfrm>
                <a:off x="3233" y="2528"/>
                <a:ext cx="354" cy="274"/>
              </a:xfrm>
              <a:custGeom>
                <a:avLst/>
                <a:gdLst/>
                <a:ahLst/>
                <a:cxnLst>
                  <a:cxn ang="0">
                    <a:pos x="231" y="0"/>
                  </a:cxn>
                  <a:cxn ang="0">
                    <a:pos x="0" y="274"/>
                  </a:cxn>
                  <a:cxn ang="0">
                    <a:pos x="354" y="212"/>
                  </a:cxn>
                  <a:cxn ang="0">
                    <a:pos x="231" y="0"/>
                  </a:cxn>
                </a:cxnLst>
                <a:rect l="0" t="0" r="r" b="b"/>
                <a:pathLst>
                  <a:path w="354" h="274">
                    <a:moveTo>
                      <a:pt x="231" y="0"/>
                    </a:moveTo>
                    <a:lnTo>
                      <a:pt x="0" y="274"/>
                    </a:lnTo>
                    <a:lnTo>
                      <a:pt x="354" y="212"/>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83" name="Freeform 983"/>
              <p:cNvSpPr/>
              <p:nvPr/>
            </p:nvSpPr>
            <p:spPr bwMode="auto">
              <a:xfrm>
                <a:off x="3233" y="2528"/>
                <a:ext cx="354" cy="274"/>
              </a:xfrm>
              <a:custGeom>
                <a:avLst/>
                <a:gdLst/>
                <a:ahLst/>
                <a:cxnLst>
                  <a:cxn ang="0">
                    <a:pos x="231" y="0"/>
                  </a:cxn>
                  <a:cxn ang="0">
                    <a:pos x="0" y="274"/>
                  </a:cxn>
                  <a:cxn ang="0">
                    <a:pos x="354" y="212"/>
                  </a:cxn>
                  <a:cxn ang="0">
                    <a:pos x="231" y="0"/>
                  </a:cxn>
                </a:cxnLst>
                <a:rect l="0" t="0" r="r" b="b"/>
                <a:pathLst>
                  <a:path w="354" h="274">
                    <a:moveTo>
                      <a:pt x="231" y="0"/>
                    </a:moveTo>
                    <a:lnTo>
                      <a:pt x="0" y="274"/>
                    </a:lnTo>
                    <a:lnTo>
                      <a:pt x="354" y="212"/>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84" name="Freeform 984"/>
              <p:cNvSpPr/>
              <p:nvPr/>
            </p:nvSpPr>
            <p:spPr bwMode="auto">
              <a:xfrm>
                <a:off x="3233" y="2528"/>
                <a:ext cx="231" cy="274"/>
              </a:xfrm>
              <a:custGeom>
                <a:avLst/>
                <a:gdLst/>
                <a:ahLst/>
                <a:cxnLst>
                  <a:cxn ang="0">
                    <a:pos x="231" y="0"/>
                  </a:cxn>
                  <a:cxn ang="0">
                    <a:pos x="0" y="274"/>
                  </a:cxn>
                  <a:cxn ang="0">
                    <a:pos x="231" y="0"/>
                  </a:cxn>
                  <a:cxn ang="0">
                    <a:pos x="231" y="0"/>
                  </a:cxn>
                </a:cxnLst>
                <a:rect l="0" t="0" r="r" b="b"/>
                <a:pathLst>
                  <a:path w="231" h="274">
                    <a:moveTo>
                      <a:pt x="231" y="0"/>
                    </a:moveTo>
                    <a:lnTo>
                      <a:pt x="0" y="274"/>
                    </a:lnTo>
                    <a:lnTo>
                      <a:pt x="231" y="0"/>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85" name="Freeform 985"/>
              <p:cNvSpPr/>
              <p:nvPr/>
            </p:nvSpPr>
            <p:spPr bwMode="auto">
              <a:xfrm>
                <a:off x="3233" y="2528"/>
                <a:ext cx="231" cy="274"/>
              </a:xfrm>
              <a:custGeom>
                <a:avLst/>
                <a:gdLst/>
                <a:ahLst/>
                <a:cxnLst>
                  <a:cxn ang="0">
                    <a:pos x="231" y="0"/>
                  </a:cxn>
                  <a:cxn ang="0">
                    <a:pos x="0" y="274"/>
                  </a:cxn>
                  <a:cxn ang="0">
                    <a:pos x="231" y="0"/>
                  </a:cxn>
                  <a:cxn ang="0">
                    <a:pos x="231" y="0"/>
                  </a:cxn>
                </a:cxnLst>
                <a:rect l="0" t="0" r="r" b="b"/>
                <a:pathLst>
                  <a:path w="231" h="274">
                    <a:moveTo>
                      <a:pt x="231" y="0"/>
                    </a:moveTo>
                    <a:lnTo>
                      <a:pt x="0" y="274"/>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86" name="Freeform 986"/>
              <p:cNvSpPr/>
              <p:nvPr/>
            </p:nvSpPr>
            <p:spPr bwMode="auto">
              <a:xfrm>
                <a:off x="3233" y="2528"/>
                <a:ext cx="354" cy="274"/>
              </a:xfrm>
              <a:custGeom>
                <a:avLst/>
                <a:gdLst/>
                <a:ahLst/>
                <a:cxnLst>
                  <a:cxn ang="0">
                    <a:pos x="231" y="0"/>
                  </a:cxn>
                  <a:cxn ang="0">
                    <a:pos x="231" y="0"/>
                  </a:cxn>
                  <a:cxn ang="0">
                    <a:pos x="354" y="212"/>
                  </a:cxn>
                  <a:cxn ang="0">
                    <a:pos x="0" y="274"/>
                  </a:cxn>
                  <a:cxn ang="0">
                    <a:pos x="0" y="274"/>
                  </a:cxn>
                  <a:cxn ang="0">
                    <a:pos x="354" y="212"/>
                  </a:cxn>
                  <a:cxn ang="0">
                    <a:pos x="231" y="0"/>
                  </a:cxn>
                </a:cxnLst>
                <a:rect l="0" t="0" r="r" b="b"/>
                <a:pathLst>
                  <a:path w="354" h="274">
                    <a:moveTo>
                      <a:pt x="231" y="0"/>
                    </a:moveTo>
                    <a:lnTo>
                      <a:pt x="231" y="0"/>
                    </a:lnTo>
                    <a:lnTo>
                      <a:pt x="354" y="212"/>
                    </a:lnTo>
                    <a:lnTo>
                      <a:pt x="0" y="274"/>
                    </a:lnTo>
                    <a:lnTo>
                      <a:pt x="0" y="274"/>
                    </a:lnTo>
                    <a:lnTo>
                      <a:pt x="354" y="212"/>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87" name="Freeform 987"/>
              <p:cNvSpPr/>
              <p:nvPr/>
            </p:nvSpPr>
            <p:spPr bwMode="auto">
              <a:xfrm>
                <a:off x="3233" y="2528"/>
                <a:ext cx="354" cy="274"/>
              </a:xfrm>
              <a:custGeom>
                <a:avLst/>
                <a:gdLst/>
                <a:ahLst/>
                <a:cxnLst>
                  <a:cxn ang="0">
                    <a:pos x="231" y="0"/>
                  </a:cxn>
                  <a:cxn ang="0">
                    <a:pos x="231" y="0"/>
                  </a:cxn>
                  <a:cxn ang="0">
                    <a:pos x="354" y="212"/>
                  </a:cxn>
                  <a:cxn ang="0">
                    <a:pos x="0" y="274"/>
                  </a:cxn>
                  <a:cxn ang="0">
                    <a:pos x="0" y="274"/>
                  </a:cxn>
                  <a:cxn ang="0">
                    <a:pos x="354" y="212"/>
                  </a:cxn>
                  <a:cxn ang="0">
                    <a:pos x="231" y="0"/>
                  </a:cxn>
                </a:cxnLst>
                <a:rect l="0" t="0" r="r" b="b"/>
                <a:pathLst>
                  <a:path w="354" h="274">
                    <a:moveTo>
                      <a:pt x="231" y="0"/>
                    </a:moveTo>
                    <a:lnTo>
                      <a:pt x="231" y="0"/>
                    </a:lnTo>
                    <a:lnTo>
                      <a:pt x="354" y="212"/>
                    </a:lnTo>
                    <a:lnTo>
                      <a:pt x="0" y="274"/>
                    </a:lnTo>
                    <a:lnTo>
                      <a:pt x="0" y="274"/>
                    </a:lnTo>
                    <a:lnTo>
                      <a:pt x="354" y="212"/>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88" name="Freeform 988"/>
              <p:cNvSpPr/>
              <p:nvPr/>
            </p:nvSpPr>
            <p:spPr bwMode="auto">
              <a:xfrm>
                <a:off x="3217" y="2514"/>
                <a:ext cx="247" cy="290"/>
              </a:xfrm>
              <a:custGeom>
                <a:avLst/>
                <a:gdLst/>
                <a:ahLst/>
                <a:cxnLst>
                  <a:cxn ang="0">
                    <a:pos x="232" y="0"/>
                  </a:cxn>
                  <a:cxn ang="0">
                    <a:pos x="0" y="275"/>
                  </a:cxn>
                  <a:cxn ang="0">
                    <a:pos x="0" y="285"/>
                  </a:cxn>
                  <a:cxn ang="0">
                    <a:pos x="10" y="280"/>
                  </a:cxn>
                  <a:cxn ang="0">
                    <a:pos x="6" y="290"/>
                  </a:cxn>
                  <a:cxn ang="0">
                    <a:pos x="16" y="288"/>
                  </a:cxn>
                  <a:cxn ang="0">
                    <a:pos x="16" y="288"/>
                  </a:cxn>
                  <a:cxn ang="0">
                    <a:pos x="16" y="288"/>
                  </a:cxn>
                  <a:cxn ang="0">
                    <a:pos x="247" y="14"/>
                  </a:cxn>
                  <a:cxn ang="0">
                    <a:pos x="247" y="14"/>
                  </a:cxn>
                  <a:cxn ang="0">
                    <a:pos x="241" y="4"/>
                  </a:cxn>
                  <a:cxn ang="0">
                    <a:pos x="232" y="0"/>
                  </a:cxn>
                </a:cxnLst>
                <a:rect l="0" t="0" r="r" b="b"/>
                <a:pathLst>
                  <a:path w="247" h="290">
                    <a:moveTo>
                      <a:pt x="232" y="0"/>
                    </a:moveTo>
                    <a:lnTo>
                      <a:pt x="0" y="275"/>
                    </a:lnTo>
                    <a:lnTo>
                      <a:pt x="0" y="285"/>
                    </a:lnTo>
                    <a:lnTo>
                      <a:pt x="10" y="280"/>
                    </a:lnTo>
                    <a:lnTo>
                      <a:pt x="6" y="290"/>
                    </a:lnTo>
                    <a:lnTo>
                      <a:pt x="16" y="288"/>
                    </a:lnTo>
                    <a:lnTo>
                      <a:pt x="16" y="288"/>
                    </a:lnTo>
                    <a:lnTo>
                      <a:pt x="16" y="288"/>
                    </a:lnTo>
                    <a:lnTo>
                      <a:pt x="247" y="14"/>
                    </a:lnTo>
                    <a:lnTo>
                      <a:pt x="247" y="14"/>
                    </a:lnTo>
                    <a:lnTo>
                      <a:pt x="241" y="4"/>
                    </a:lnTo>
                    <a:lnTo>
                      <a:pt x="23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89" name="Freeform 989"/>
              <p:cNvSpPr/>
              <p:nvPr/>
            </p:nvSpPr>
            <p:spPr bwMode="auto">
              <a:xfrm>
                <a:off x="3217" y="2514"/>
                <a:ext cx="247" cy="290"/>
              </a:xfrm>
              <a:custGeom>
                <a:avLst/>
                <a:gdLst/>
                <a:ahLst/>
                <a:cxnLst>
                  <a:cxn ang="0">
                    <a:pos x="232" y="0"/>
                  </a:cxn>
                  <a:cxn ang="0">
                    <a:pos x="0" y="275"/>
                  </a:cxn>
                  <a:cxn ang="0">
                    <a:pos x="0" y="285"/>
                  </a:cxn>
                  <a:cxn ang="0">
                    <a:pos x="10" y="280"/>
                  </a:cxn>
                  <a:cxn ang="0">
                    <a:pos x="6" y="290"/>
                  </a:cxn>
                  <a:cxn ang="0">
                    <a:pos x="16" y="288"/>
                  </a:cxn>
                  <a:cxn ang="0">
                    <a:pos x="16" y="288"/>
                  </a:cxn>
                  <a:cxn ang="0">
                    <a:pos x="16" y="288"/>
                  </a:cxn>
                  <a:cxn ang="0">
                    <a:pos x="247" y="14"/>
                  </a:cxn>
                  <a:cxn ang="0">
                    <a:pos x="247" y="14"/>
                  </a:cxn>
                  <a:cxn ang="0">
                    <a:pos x="241" y="4"/>
                  </a:cxn>
                  <a:cxn ang="0">
                    <a:pos x="232" y="0"/>
                  </a:cxn>
                </a:cxnLst>
                <a:rect l="0" t="0" r="r" b="b"/>
                <a:pathLst>
                  <a:path w="247" h="290">
                    <a:moveTo>
                      <a:pt x="232" y="0"/>
                    </a:moveTo>
                    <a:lnTo>
                      <a:pt x="0" y="275"/>
                    </a:lnTo>
                    <a:lnTo>
                      <a:pt x="0" y="285"/>
                    </a:lnTo>
                    <a:lnTo>
                      <a:pt x="10" y="280"/>
                    </a:lnTo>
                    <a:lnTo>
                      <a:pt x="6" y="290"/>
                    </a:lnTo>
                    <a:lnTo>
                      <a:pt x="16" y="288"/>
                    </a:lnTo>
                    <a:lnTo>
                      <a:pt x="16" y="288"/>
                    </a:lnTo>
                    <a:lnTo>
                      <a:pt x="16" y="288"/>
                    </a:lnTo>
                    <a:lnTo>
                      <a:pt x="247" y="14"/>
                    </a:lnTo>
                    <a:lnTo>
                      <a:pt x="247" y="14"/>
                    </a:lnTo>
                    <a:lnTo>
                      <a:pt x="241" y="4"/>
                    </a:lnTo>
                    <a:lnTo>
                      <a:pt x="232" y="0"/>
                    </a:lnTo>
                  </a:path>
                </a:pathLst>
              </a:custGeom>
              <a:noFill/>
              <a:ln w="9525">
                <a:noFill/>
                <a:round/>
              </a:ln>
            </p:spPr>
            <p:txBody>
              <a:bodyPr vert="horz" wrap="square" lIns="82938" tIns="41469" rIns="82938" bIns="41469" numCol="1" anchor="t" anchorCtr="0" compatLnSpc="1"/>
              <a:lstStyle/>
              <a:p>
                <a:endParaRPr lang="en-GB" sz="1815"/>
              </a:p>
            </p:txBody>
          </p:sp>
          <p:sp>
            <p:nvSpPr>
              <p:cNvPr id="52190" name="Freeform 990"/>
              <p:cNvSpPr/>
              <p:nvPr/>
            </p:nvSpPr>
            <p:spPr bwMode="auto">
              <a:xfrm>
                <a:off x="3449" y="2509"/>
                <a:ext cx="9" cy="9"/>
              </a:xfrm>
              <a:custGeom>
                <a:avLst/>
                <a:gdLst/>
                <a:ahLst/>
                <a:cxnLst>
                  <a:cxn ang="0">
                    <a:pos x="5" y="0"/>
                  </a:cxn>
                  <a:cxn ang="0">
                    <a:pos x="0" y="5"/>
                  </a:cxn>
                  <a:cxn ang="0">
                    <a:pos x="9" y="9"/>
                  </a:cxn>
                  <a:cxn ang="0">
                    <a:pos x="5" y="0"/>
                  </a:cxn>
                </a:cxnLst>
                <a:rect l="0" t="0" r="r" b="b"/>
                <a:pathLst>
                  <a:path w="9" h="9">
                    <a:moveTo>
                      <a:pt x="5" y="0"/>
                    </a:moveTo>
                    <a:lnTo>
                      <a:pt x="0" y="5"/>
                    </a:lnTo>
                    <a:lnTo>
                      <a:pt x="9" y="9"/>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1" name="Freeform 991"/>
              <p:cNvSpPr/>
              <p:nvPr/>
            </p:nvSpPr>
            <p:spPr bwMode="auto">
              <a:xfrm>
                <a:off x="3449" y="2509"/>
                <a:ext cx="9" cy="9"/>
              </a:xfrm>
              <a:custGeom>
                <a:avLst/>
                <a:gdLst/>
                <a:ahLst/>
                <a:cxnLst>
                  <a:cxn ang="0">
                    <a:pos x="5" y="0"/>
                  </a:cxn>
                  <a:cxn ang="0">
                    <a:pos x="0" y="5"/>
                  </a:cxn>
                  <a:cxn ang="0">
                    <a:pos x="9" y="9"/>
                  </a:cxn>
                  <a:cxn ang="0">
                    <a:pos x="5" y="0"/>
                  </a:cxn>
                </a:cxnLst>
                <a:rect l="0" t="0" r="r" b="b"/>
                <a:pathLst>
                  <a:path w="9" h="9">
                    <a:moveTo>
                      <a:pt x="5" y="0"/>
                    </a:moveTo>
                    <a:lnTo>
                      <a:pt x="0" y="5"/>
                    </a:lnTo>
                    <a:lnTo>
                      <a:pt x="9" y="9"/>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192" name="Freeform 992"/>
              <p:cNvSpPr/>
              <p:nvPr/>
            </p:nvSpPr>
            <p:spPr bwMode="auto">
              <a:xfrm>
                <a:off x="3212" y="2789"/>
                <a:ext cx="5" cy="13"/>
              </a:xfrm>
              <a:custGeom>
                <a:avLst/>
                <a:gdLst/>
                <a:ahLst/>
                <a:cxnLst>
                  <a:cxn ang="0">
                    <a:pos x="5" y="0"/>
                  </a:cxn>
                  <a:cxn ang="0">
                    <a:pos x="0" y="8"/>
                  </a:cxn>
                  <a:cxn ang="0">
                    <a:pos x="1" y="13"/>
                  </a:cxn>
                  <a:cxn ang="0">
                    <a:pos x="5" y="10"/>
                  </a:cxn>
                  <a:cxn ang="0">
                    <a:pos x="5" y="0"/>
                  </a:cxn>
                </a:cxnLst>
                <a:rect l="0" t="0" r="r" b="b"/>
                <a:pathLst>
                  <a:path w="5" h="13">
                    <a:moveTo>
                      <a:pt x="5" y="0"/>
                    </a:moveTo>
                    <a:lnTo>
                      <a:pt x="0" y="8"/>
                    </a:lnTo>
                    <a:lnTo>
                      <a:pt x="1" y="13"/>
                    </a:lnTo>
                    <a:lnTo>
                      <a:pt x="5" y="1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3" name="Freeform 993"/>
              <p:cNvSpPr/>
              <p:nvPr/>
            </p:nvSpPr>
            <p:spPr bwMode="auto">
              <a:xfrm>
                <a:off x="3212" y="2789"/>
                <a:ext cx="5" cy="13"/>
              </a:xfrm>
              <a:custGeom>
                <a:avLst/>
                <a:gdLst/>
                <a:ahLst/>
                <a:cxnLst>
                  <a:cxn ang="0">
                    <a:pos x="5" y="0"/>
                  </a:cxn>
                  <a:cxn ang="0">
                    <a:pos x="0" y="8"/>
                  </a:cxn>
                  <a:cxn ang="0">
                    <a:pos x="1" y="13"/>
                  </a:cxn>
                  <a:cxn ang="0">
                    <a:pos x="5" y="10"/>
                  </a:cxn>
                  <a:cxn ang="0">
                    <a:pos x="5" y="0"/>
                  </a:cxn>
                </a:cxnLst>
                <a:rect l="0" t="0" r="r" b="b"/>
                <a:pathLst>
                  <a:path w="5" h="13">
                    <a:moveTo>
                      <a:pt x="5" y="0"/>
                    </a:moveTo>
                    <a:lnTo>
                      <a:pt x="0" y="8"/>
                    </a:lnTo>
                    <a:lnTo>
                      <a:pt x="1" y="13"/>
                    </a:lnTo>
                    <a:lnTo>
                      <a:pt x="5" y="1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194" name="Freeform 994"/>
              <p:cNvSpPr/>
              <p:nvPr/>
            </p:nvSpPr>
            <p:spPr bwMode="auto">
              <a:xfrm>
                <a:off x="3217" y="2794"/>
                <a:ext cx="10" cy="10"/>
              </a:xfrm>
              <a:custGeom>
                <a:avLst/>
                <a:gdLst/>
                <a:ahLst/>
                <a:cxnLst>
                  <a:cxn ang="0">
                    <a:pos x="10" y="0"/>
                  </a:cxn>
                  <a:cxn ang="0">
                    <a:pos x="0" y="5"/>
                  </a:cxn>
                  <a:cxn ang="0">
                    <a:pos x="0" y="10"/>
                  </a:cxn>
                  <a:cxn ang="0">
                    <a:pos x="6" y="10"/>
                  </a:cxn>
                  <a:cxn ang="0">
                    <a:pos x="10" y="0"/>
                  </a:cxn>
                </a:cxnLst>
                <a:rect l="0" t="0" r="r" b="b"/>
                <a:pathLst>
                  <a:path w="10" h="10">
                    <a:moveTo>
                      <a:pt x="10" y="0"/>
                    </a:moveTo>
                    <a:lnTo>
                      <a:pt x="0" y="5"/>
                    </a:lnTo>
                    <a:lnTo>
                      <a:pt x="0" y="10"/>
                    </a:lnTo>
                    <a:lnTo>
                      <a:pt x="6" y="1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5" name="Freeform 995"/>
              <p:cNvSpPr/>
              <p:nvPr/>
            </p:nvSpPr>
            <p:spPr bwMode="auto">
              <a:xfrm>
                <a:off x="3217" y="2794"/>
                <a:ext cx="10" cy="10"/>
              </a:xfrm>
              <a:custGeom>
                <a:avLst/>
                <a:gdLst/>
                <a:ahLst/>
                <a:cxnLst>
                  <a:cxn ang="0">
                    <a:pos x="10" y="0"/>
                  </a:cxn>
                  <a:cxn ang="0">
                    <a:pos x="0" y="5"/>
                  </a:cxn>
                  <a:cxn ang="0">
                    <a:pos x="0" y="10"/>
                  </a:cxn>
                  <a:cxn ang="0">
                    <a:pos x="6" y="10"/>
                  </a:cxn>
                  <a:cxn ang="0">
                    <a:pos x="10" y="0"/>
                  </a:cxn>
                </a:cxnLst>
                <a:rect l="0" t="0" r="r" b="b"/>
                <a:pathLst>
                  <a:path w="10" h="10">
                    <a:moveTo>
                      <a:pt x="10" y="0"/>
                    </a:moveTo>
                    <a:lnTo>
                      <a:pt x="0" y="5"/>
                    </a:lnTo>
                    <a:lnTo>
                      <a:pt x="0" y="10"/>
                    </a:lnTo>
                    <a:lnTo>
                      <a:pt x="6" y="1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96" name="Freeform 996"/>
              <p:cNvSpPr/>
              <p:nvPr/>
            </p:nvSpPr>
            <p:spPr bwMode="auto">
              <a:xfrm>
                <a:off x="3213" y="2799"/>
                <a:ext cx="4" cy="6"/>
              </a:xfrm>
              <a:custGeom>
                <a:avLst/>
                <a:gdLst/>
                <a:ahLst/>
                <a:cxnLst>
                  <a:cxn ang="0">
                    <a:pos x="4" y="0"/>
                  </a:cxn>
                  <a:cxn ang="0">
                    <a:pos x="0" y="3"/>
                  </a:cxn>
                  <a:cxn ang="0">
                    <a:pos x="0" y="6"/>
                  </a:cxn>
                  <a:cxn ang="0">
                    <a:pos x="4" y="5"/>
                  </a:cxn>
                  <a:cxn ang="0">
                    <a:pos x="4" y="0"/>
                  </a:cxn>
                </a:cxnLst>
                <a:rect l="0" t="0" r="r" b="b"/>
                <a:pathLst>
                  <a:path w="4" h="6">
                    <a:moveTo>
                      <a:pt x="4" y="0"/>
                    </a:moveTo>
                    <a:lnTo>
                      <a:pt x="0" y="3"/>
                    </a:lnTo>
                    <a:lnTo>
                      <a:pt x="0" y="6"/>
                    </a:lnTo>
                    <a:lnTo>
                      <a:pt x="4" y="5"/>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7" name="Freeform 997"/>
              <p:cNvSpPr/>
              <p:nvPr/>
            </p:nvSpPr>
            <p:spPr bwMode="auto">
              <a:xfrm>
                <a:off x="3213" y="2799"/>
                <a:ext cx="4" cy="6"/>
              </a:xfrm>
              <a:custGeom>
                <a:avLst/>
                <a:gdLst/>
                <a:ahLst/>
                <a:cxnLst>
                  <a:cxn ang="0">
                    <a:pos x="4" y="0"/>
                  </a:cxn>
                  <a:cxn ang="0">
                    <a:pos x="0" y="3"/>
                  </a:cxn>
                  <a:cxn ang="0">
                    <a:pos x="0" y="6"/>
                  </a:cxn>
                  <a:cxn ang="0">
                    <a:pos x="4" y="5"/>
                  </a:cxn>
                  <a:cxn ang="0">
                    <a:pos x="4" y="0"/>
                  </a:cxn>
                </a:cxnLst>
                <a:rect l="0" t="0" r="r" b="b"/>
                <a:pathLst>
                  <a:path w="4" h="6">
                    <a:moveTo>
                      <a:pt x="4" y="0"/>
                    </a:moveTo>
                    <a:lnTo>
                      <a:pt x="0" y="3"/>
                    </a:lnTo>
                    <a:lnTo>
                      <a:pt x="0" y="6"/>
                    </a:lnTo>
                    <a:lnTo>
                      <a:pt x="4" y="5"/>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198" name="Freeform 998"/>
              <p:cNvSpPr/>
              <p:nvPr/>
            </p:nvSpPr>
            <p:spPr bwMode="auto">
              <a:xfrm>
                <a:off x="3181" y="2824"/>
                <a:ext cx="12" cy="7"/>
              </a:xfrm>
              <a:custGeom>
                <a:avLst/>
                <a:gdLst/>
                <a:ahLst/>
                <a:cxnLst>
                  <a:cxn ang="0">
                    <a:pos x="7" y="0"/>
                  </a:cxn>
                  <a:cxn ang="0">
                    <a:pos x="0" y="7"/>
                  </a:cxn>
                  <a:cxn ang="0">
                    <a:pos x="10" y="5"/>
                  </a:cxn>
                  <a:cxn ang="0">
                    <a:pos x="12" y="0"/>
                  </a:cxn>
                  <a:cxn ang="0">
                    <a:pos x="7" y="0"/>
                  </a:cxn>
                </a:cxnLst>
                <a:rect l="0" t="0" r="r" b="b"/>
                <a:pathLst>
                  <a:path w="12" h="7">
                    <a:moveTo>
                      <a:pt x="7" y="0"/>
                    </a:moveTo>
                    <a:lnTo>
                      <a:pt x="0" y="7"/>
                    </a:lnTo>
                    <a:lnTo>
                      <a:pt x="10" y="5"/>
                    </a:lnTo>
                    <a:lnTo>
                      <a:pt x="12"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9" name="Freeform 999"/>
              <p:cNvSpPr/>
              <p:nvPr/>
            </p:nvSpPr>
            <p:spPr bwMode="auto">
              <a:xfrm>
                <a:off x="3181" y="2824"/>
                <a:ext cx="12" cy="7"/>
              </a:xfrm>
              <a:custGeom>
                <a:avLst/>
                <a:gdLst/>
                <a:ahLst/>
                <a:cxnLst>
                  <a:cxn ang="0">
                    <a:pos x="7" y="0"/>
                  </a:cxn>
                  <a:cxn ang="0">
                    <a:pos x="0" y="7"/>
                  </a:cxn>
                  <a:cxn ang="0">
                    <a:pos x="10" y="5"/>
                  </a:cxn>
                  <a:cxn ang="0">
                    <a:pos x="12" y="0"/>
                  </a:cxn>
                  <a:cxn ang="0">
                    <a:pos x="7" y="0"/>
                  </a:cxn>
                </a:cxnLst>
                <a:rect l="0" t="0" r="r" b="b"/>
                <a:pathLst>
                  <a:path w="12" h="7">
                    <a:moveTo>
                      <a:pt x="7" y="0"/>
                    </a:moveTo>
                    <a:lnTo>
                      <a:pt x="0" y="7"/>
                    </a:lnTo>
                    <a:lnTo>
                      <a:pt x="10" y="5"/>
                    </a:lnTo>
                    <a:lnTo>
                      <a:pt x="12"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200" name="Freeform 1000"/>
              <p:cNvSpPr/>
              <p:nvPr/>
            </p:nvSpPr>
            <p:spPr bwMode="auto">
              <a:xfrm>
                <a:off x="3188" y="2819"/>
                <a:ext cx="7" cy="5"/>
              </a:xfrm>
              <a:custGeom>
                <a:avLst/>
                <a:gdLst/>
                <a:ahLst/>
                <a:cxnLst>
                  <a:cxn ang="0">
                    <a:pos x="3" y="0"/>
                  </a:cxn>
                  <a:cxn ang="0">
                    <a:pos x="0" y="5"/>
                  </a:cxn>
                  <a:cxn ang="0">
                    <a:pos x="5" y="5"/>
                  </a:cxn>
                  <a:cxn ang="0">
                    <a:pos x="7" y="2"/>
                  </a:cxn>
                  <a:cxn ang="0">
                    <a:pos x="3" y="0"/>
                  </a:cxn>
                </a:cxnLst>
                <a:rect l="0" t="0" r="r" b="b"/>
                <a:pathLst>
                  <a:path w="7" h="5">
                    <a:moveTo>
                      <a:pt x="3" y="0"/>
                    </a:moveTo>
                    <a:lnTo>
                      <a:pt x="0" y="5"/>
                    </a:lnTo>
                    <a:lnTo>
                      <a:pt x="5" y="5"/>
                    </a:lnTo>
                    <a:lnTo>
                      <a:pt x="7" y="2"/>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1" name="Freeform 1001"/>
              <p:cNvSpPr/>
              <p:nvPr/>
            </p:nvSpPr>
            <p:spPr bwMode="auto">
              <a:xfrm>
                <a:off x="3188" y="2819"/>
                <a:ext cx="7" cy="5"/>
              </a:xfrm>
              <a:custGeom>
                <a:avLst/>
                <a:gdLst/>
                <a:ahLst/>
                <a:cxnLst>
                  <a:cxn ang="0">
                    <a:pos x="3" y="0"/>
                  </a:cxn>
                  <a:cxn ang="0">
                    <a:pos x="0" y="5"/>
                  </a:cxn>
                  <a:cxn ang="0">
                    <a:pos x="5" y="5"/>
                  </a:cxn>
                  <a:cxn ang="0">
                    <a:pos x="7" y="2"/>
                  </a:cxn>
                  <a:cxn ang="0">
                    <a:pos x="3" y="0"/>
                  </a:cxn>
                </a:cxnLst>
                <a:rect l="0" t="0" r="r" b="b"/>
                <a:pathLst>
                  <a:path w="7" h="5">
                    <a:moveTo>
                      <a:pt x="3" y="0"/>
                    </a:moveTo>
                    <a:lnTo>
                      <a:pt x="0" y="5"/>
                    </a:lnTo>
                    <a:lnTo>
                      <a:pt x="5" y="5"/>
                    </a:lnTo>
                    <a:lnTo>
                      <a:pt x="7" y="2"/>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02" name="Freeform 1002"/>
              <p:cNvSpPr/>
              <p:nvPr/>
            </p:nvSpPr>
            <p:spPr bwMode="auto">
              <a:xfrm>
                <a:off x="3206" y="2797"/>
                <a:ext cx="7" cy="7"/>
              </a:xfrm>
              <a:custGeom>
                <a:avLst/>
                <a:gdLst/>
                <a:ahLst/>
                <a:cxnLst>
                  <a:cxn ang="0">
                    <a:pos x="6" y="0"/>
                  </a:cxn>
                  <a:cxn ang="0">
                    <a:pos x="0" y="3"/>
                  </a:cxn>
                  <a:cxn ang="0">
                    <a:pos x="4" y="7"/>
                  </a:cxn>
                  <a:cxn ang="0">
                    <a:pos x="7" y="5"/>
                  </a:cxn>
                  <a:cxn ang="0">
                    <a:pos x="6" y="0"/>
                  </a:cxn>
                </a:cxnLst>
                <a:rect l="0" t="0" r="r" b="b"/>
                <a:pathLst>
                  <a:path w="7" h="7">
                    <a:moveTo>
                      <a:pt x="6" y="0"/>
                    </a:moveTo>
                    <a:lnTo>
                      <a:pt x="0" y="3"/>
                    </a:lnTo>
                    <a:lnTo>
                      <a:pt x="4" y="7"/>
                    </a:lnTo>
                    <a:lnTo>
                      <a:pt x="7" y="5"/>
                    </a:lnTo>
                    <a:lnTo>
                      <a:pt x="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3" name="Freeform 1003"/>
              <p:cNvSpPr/>
              <p:nvPr/>
            </p:nvSpPr>
            <p:spPr bwMode="auto">
              <a:xfrm>
                <a:off x="3206" y="2797"/>
                <a:ext cx="7" cy="7"/>
              </a:xfrm>
              <a:custGeom>
                <a:avLst/>
                <a:gdLst/>
                <a:ahLst/>
                <a:cxnLst>
                  <a:cxn ang="0">
                    <a:pos x="6" y="0"/>
                  </a:cxn>
                  <a:cxn ang="0">
                    <a:pos x="0" y="3"/>
                  </a:cxn>
                  <a:cxn ang="0">
                    <a:pos x="4" y="7"/>
                  </a:cxn>
                  <a:cxn ang="0">
                    <a:pos x="7" y="5"/>
                  </a:cxn>
                  <a:cxn ang="0">
                    <a:pos x="6" y="0"/>
                  </a:cxn>
                </a:cxnLst>
                <a:rect l="0" t="0" r="r" b="b"/>
                <a:pathLst>
                  <a:path w="7" h="7">
                    <a:moveTo>
                      <a:pt x="6" y="0"/>
                    </a:moveTo>
                    <a:lnTo>
                      <a:pt x="0" y="3"/>
                    </a:lnTo>
                    <a:lnTo>
                      <a:pt x="4" y="7"/>
                    </a:lnTo>
                    <a:lnTo>
                      <a:pt x="7" y="5"/>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2204" name="Freeform 1004"/>
              <p:cNvSpPr/>
              <p:nvPr/>
            </p:nvSpPr>
            <p:spPr bwMode="auto">
              <a:xfrm>
                <a:off x="3205" y="2800"/>
                <a:ext cx="5" cy="5"/>
              </a:xfrm>
              <a:custGeom>
                <a:avLst/>
                <a:gdLst/>
                <a:ahLst/>
                <a:cxnLst>
                  <a:cxn ang="0">
                    <a:pos x="1" y="0"/>
                  </a:cxn>
                  <a:cxn ang="0">
                    <a:pos x="0" y="4"/>
                  </a:cxn>
                  <a:cxn ang="0">
                    <a:pos x="1" y="5"/>
                  </a:cxn>
                  <a:cxn ang="0">
                    <a:pos x="5" y="4"/>
                  </a:cxn>
                  <a:cxn ang="0">
                    <a:pos x="1" y="0"/>
                  </a:cxn>
                </a:cxnLst>
                <a:rect l="0" t="0" r="r" b="b"/>
                <a:pathLst>
                  <a:path w="5" h="5">
                    <a:moveTo>
                      <a:pt x="1" y="0"/>
                    </a:moveTo>
                    <a:lnTo>
                      <a:pt x="0" y="4"/>
                    </a:lnTo>
                    <a:lnTo>
                      <a:pt x="1" y="5"/>
                    </a:lnTo>
                    <a:lnTo>
                      <a:pt x="5" y="4"/>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5" name="Freeform 1005"/>
              <p:cNvSpPr/>
              <p:nvPr/>
            </p:nvSpPr>
            <p:spPr bwMode="auto">
              <a:xfrm>
                <a:off x="3205" y="2800"/>
                <a:ext cx="5" cy="5"/>
              </a:xfrm>
              <a:custGeom>
                <a:avLst/>
                <a:gdLst/>
                <a:ahLst/>
                <a:cxnLst>
                  <a:cxn ang="0">
                    <a:pos x="1" y="0"/>
                  </a:cxn>
                  <a:cxn ang="0">
                    <a:pos x="0" y="4"/>
                  </a:cxn>
                  <a:cxn ang="0">
                    <a:pos x="1" y="5"/>
                  </a:cxn>
                  <a:cxn ang="0">
                    <a:pos x="5" y="4"/>
                  </a:cxn>
                  <a:cxn ang="0">
                    <a:pos x="1" y="0"/>
                  </a:cxn>
                </a:cxnLst>
                <a:rect l="0" t="0" r="r" b="b"/>
                <a:pathLst>
                  <a:path w="5" h="5">
                    <a:moveTo>
                      <a:pt x="1" y="0"/>
                    </a:moveTo>
                    <a:lnTo>
                      <a:pt x="0" y="4"/>
                    </a:lnTo>
                    <a:lnTo>
                      <a:pt x="1" y="5"/>
                    </a:lnTo>
                    <a:lnTo>
                      <a:pt x="5" y="4"/>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06" name="Freeform 1006"/>
              <p:cNvSpPr/>
              <p:nvPr/>
            </p:nvSpPr>
            <p:spPr bwMode="auto">
              <a:xfrm>
                <a:off x="3210" y="2802"/>
                <a:ext cx="3" cy="3"/>
              </a:xfrm>
              <a:custGeom>
                <a:avLst/>
                <a:gdLst/>
                <a:ahLst/>
                <a:cxnLst>
                  <a:cxn ang="0">
                    <a:pos x="3" y="0"/>
                  </a:cxn>
                  <a:cxn ang="0">
                    <a:pos x="0" y="2"/>
                  </a:cxn>
                  <a:cxn ang="0">
                    <a:pos x="2" y="3"/>
                  </a:cxn>
                  <a:cxn ang="0">
                    <a:pos x="3" y="3"/>
                  </a:cxn>
                  <a:cxn ang="0">
                    <a:pos x="3" y="0"/>
                  </a:cxn>
                </a:cxnLst>
                <a:rect l="0" t="0" r="r" b="b"/>
                <a:pathLst>
                  <a:path w="3" h="3">
                    <a:moveTo>
                      <a:pt x="3" y="0"/>
                    </a:moveTo>
                    <a:lnTo>
                      <a:pt x="0" y="2"/>
                    </a:lnTo>
                    <a:lnTo>
                      <a:pt x="2" y="3"/>
                    </a:lnTo>
                    <a:lnTo>
                      <a:pt x="3"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7" name="Freeform 1007"/>
              <p:cNvSpPr/>
              <p:nvPr/>
            </p:nvSpPr>
            <p:spPr bwMode="auto">
              <a:xfrm>
                <a:off x="3210" y="2802"/>
                <a:ext cx="3" cy="3"/>
              </a:xfrm>
              <a:custGeom>
                <a:avLst/>
                <a:gdLst/>
                <a:ahLst/>
                <a:cxnLst>
                  <a:cxn ang="0">
                    <a:pos x="3" y="0"/>
                  </a:cxn>
                  <a:cxn ang="0">
                    <a:pos x="0" y="2"/>
                  </a:cxn>
                  <a:cxn ang="0">
                    <a:pos x="2" y="3"/>
                  </a:cxn>
                  <a:cxn ang="0">
                    <a:pos x="3" y="3"/>
                  </a:cxn>
                  <a:cxn ang="0">
                    <a:pos x="3" y="0"/>
                  </a:cxn>
                </a:cxnLst>
                <a:rect l="0" t="0" r="r" b="b"/>
                <a:pathLst>
                  <a:path w="3" h="3">
                    <a:moveTo>
                      <a:pt x="3" y="0"/>
                    </a:moveTo>
                    <a:lnTo>
                      <a:pt x="0" y="2"/>
                    </a:lnTo>
                    <a:lnTo>
                      <a:pt x="2" y="3"/>
                    </a:lnTo>
                    <a:lnTo>
                      <a:pt x="3"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08" name="Freeform 1008"/>
              <p:cNvSpPr/>
              <p:nvPr/>
            </p:nvSpPr>
            <p:spPr bwMode="auto">
              <a:xfrm>
                <a:off x="3206" y="2804"/>
                <a:ext cx="6" cy="1"/>
              </a:xfrm>
              <a:custGeom>
                <a:avLst/>
                <a:gdLst/>
                <a:ahLst/>
                <a:cxnLst>
                  <a:cxn ang="0">
                    <a:pos x="4" y="0"/>
                  </a:cxn>
                  <a:cxn ang="0">
                    <a:pos x="0" y="1"/>
                  </a:cxn>
                  <a:cxn ang="0">
                    <a:pos x="4" y="1"/>
                  </a:cxn>
                  <a:cxn ang="0">
                    <a:pos x="6" y="1"/>
                  </a:cxn>
                  <a:cxn ang="0">
                    <a:pos x="4" y="0"/>
                  </a:cxn>
                </a:cxnLst>
                <a:rect l="0" t="0" r="r" b="b"/>
                <a:pathLst>
                  <a:path w="6" h="1">
                    <a:moveTo>
                      <a:pt x="4" y="0"/>
                    </a:moveTo>
                    <a:lnTo>
                      <a:pt x="0" y="1"/>
                    </a:lnTo>
                    <a:lnTo>
                      <a:pt x="4" y="1"/>
                    </a:lnTo>
                    <a:lnTo>
                      <a:pt x="6" y="1"/>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9" name="Freeform 1009"/>
              <p:cNvSpPr/>
              <p:nvPr/>
            </p:nvSpPr>
            <p:spPr bwMode="auto">
              <a:xfrm>
                <a:off x="3206" y="2804"/>
                <a:ext cx="6" cy="1"/>
              </a:xfrm>
              <a:custGeom>
                <a:avLst/>
                <a:gdLst/>
                <a:ahLst/>
                <a:cxnLst>
                  <a:cxn ang="0">
                    <a:pos x="4" y="0"/>
                  </a:cxn>
                  <a:cxn ang="0">
                    <a:pos x="0" y="1"/>
                  </a:cxn>
                  <a:cxn ang="0">
                    <a:pos x="4" y="1"/>
                  </a:cxn>
                  <a:cxn ang="0">
                    <a:pos x="6" y="1"/>
                  </a:cxn>
                  <a:cxn ang="0">
                    <a:pos x="4" y="0"/>
                  </a:cxn>
                </a:cxnLst>
                <a:rect l="0" t="0" r="r" b="b"/>
                <a:pathLst>
                  <a:path w="6" h="1">
                    <a:moveTo>
                      <a:pt x="4" y="0"/>
                    </a:moveTo>
                    <a:lnTo>
                      <a:pt x="0" y="1"/>
                    </a:lnTo>
                    <a:lnTo>
                      <a:pt x="4" y="1"/>
                    </a:lnTo>
                    <a:lnTo>
                      <a:pt x="6" y="1"/>
                    </a:lnTo>
                    <a:lnTo>
                      <a:pt x="4" y="0"/>
                    </a:lnTo>
                  </a:path>
                </a:pathLst>
              </a:custGeom>
              <a:noFill/>
              <a:ln w="9525">
                <a:noFill/>
                <a:round/>
              </a:ln>
            </p:spPr>
            <p:txBody>
              <a:bodyPr vert="horz" wrap="square" lIns="82938" tIns="41469" rIns="82938" bIns="41469" numCol="1" anchor="t" anchorCtr="0" compatLnSpc="1"/>
              <a:lstStyle/>
              <a:p>
                <a:endParaRPr lang="en-GB" sz="1815"/>
              </a:p>
            </p:txBody>
          </p:sp>
        </p:grpSp>
        <p:sp>
          <p:nvSpPr>
            <p:cNvPr id="52211" name="Freeform 1011"/>
            <p:cNvSpPr/>
            <p:nvPr/>
          </p:nvSpPr>
          <p:spPr bwMode="auto">
            <a:xfrm>
              <a:off x="3191" y="2824"/>
              <a:ext cx="5" cy="5"/>
            </a:xfrm>
            <a:custGeom>
              <a:avLst/>
              <a:gdLst/>
              <a:ahLst/>
              <a:cxnLst>
                <a:cxn ang="0">
                  <a:pos x="2" y="0"/>
                </a:cxn>
                <a:cxn ang="0">
                  <a:pos x="0" y="5"/>
                </a:cxn>
                <a:cxn ang="0">
                  <a:pos x="5" y="5"/>
                </a:cxn>
                <a:cxn ang="0">
                  <a:pos x="5" y="2"/>
                </a:cxn>
                <a:cxn ang="0">
                  <a:pos x="2" y="0"/>
                </a:cxn>
              </a:cxnLst>
              <a:rect l="0" t="0" r="r" b="b"/>
              <a:pathLst>
                <a:path w="5" h="5">
                  <a:moveTo>
                    <a:pt x="2" y="0"/>
                  </a:moveTo>
                  <a:lnTo>
                    <a:pt x="0" y="5"/>
                  </a:lnTo>
                  <a:lnTo>
                    <a:pt x="5" y="5"/>
                  </a:lnTo>
                  <a:lnTo>
                    <a:pt x="5"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2" name="Freeform 1012"/>
            <p:cNvSpPr/>
            <p:nvPr/>
          </p:nvSpPr>
          <p:spPr bwMode="auto">
            <a:xfrm>
              <a:off x="3191" y="2824"/>
              <a:ext cx="5" cy="5"/>
            </a:xfrm>
            <a:custGeom>
              <a:avLst/>
              <a:gdLst/>
              <a:ahLst/>
              <a:cxnLst>
                <a:cxn ang="0">
                  <a:pos x="2" y="0"/>
                </a:cxn>
                <a:cxn ang="0">
                  <a:pos x="0" y="5"/>
                </a:cxn>
                <a:cxn ang="0">
                  <a:pos x="5" y="5"/>
                </a:cxn>
                <a:cxn ang="0">
                  <a:pos x="5" y="2"/>
                </a:cxn>
                <a:cxn ang="0">
                  <a:pos x="2" y="0"/>
                </a:cxn>
              </a:cxnLst>
              <a:rect l="0" t="0" r="r" b="b"/>
              <a:pathLst>
                <a:path w="5" h="5">
                  <a:moveTo>
                    <a:pt x="2" y="0"/>
                  </a:moveTo>
                  <a:lnTo>
                    <a:pt x="0" y="5"/>
                  </a:lnTo>
                  <a:lnTo>
                    <a:pt x="5" y="5"/>
                  </a:lnTo>
                  <a:lnTo>
                    <a:pt x="5"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13" name="Freeform 1013"/>
            <p:cNvSpPr/>
            <p:nvPr/>
          </p:nvSpPr>
          <p:spPr bwMode="auto">
            <a:xfrm>
              <a:off x="3196" y="2826"/>
              <a:ext cx="4" cy="3"/>
            </a:xfrm>
            <a:custGeom>
              <a:avLst/>
              <a:gdLst/>
              <a:ahLst/>
              <a:cxnLst>
                <a:cxn ang="0">
                  <a:pos x="0" y="0"/>
                </a:cxn>
                <a:cxn ang="0">
                  <a:pos x="0" y="3"/>
                </a:cxn>
                <a:cxn ang="0">
                  <a:pos x="4" y="1"/>
                </a:cxn>
                <a:cxn ang="0">
                  <a:pos x="4" y="0"/>
                </a:cxn>
                <a:cxn ang="0">
                  <a:pos x="0" y="0"/>
                </a:cxn>
              </a:cxnLst>
              <a:rect l="0" t="0" r="r" b="b"/>
              <a:pathLst>
                <a:path w="4" h="3">
                  <a:moveTo>
                    <a:pt x="0" y="0"/>
                  </a:moveTo>
                  <a:lnTo>
                    <a:pt x="0" y="3"/>
                  </a:lnTo>
                  <a:lnTo>
                    <a:pt x="4" y="1"/>
                  </a:lnTo>
                  <a:lnTo>
                    <a:pt x="4"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4" name="Freeform 1014"/>
            <p:cNvSpPr/>
            <p:nvPr/>
          </p:nvSpPr>
          <p:spPr bwMode="auto">
            <a:xfrm>
              <a:off x="3196" y="2826"/>
              <a:ext cx="4" cy="3"/>
            </a:xfrm>
            <a:custGeom>
              <a:avLst/>
              <a:gdLst/>
              <a:ahLst/>
              <a:cxnLst>
                <a:cxn ang="0">
                  <a:pos x="0" y="0"/>
                </a:cxn>
                <a:cxn ang="0">
                  <a:pos x="0" y="3"/>
                </a:cxn>
                <a:cxn ang="0">
                  <a:pos x="4" y="1"/>
                </a:cxn>
                <a:cxn ang="0">
                  <a:pos x="4" y="0"/>
                </a:cxn>
                <a:cxn ang="0">
                  <a:pos x="0" y="0"/>
                </a:cxn>
              </a:cxnLst>
              <a:rect l="0" t="0" r="r" b="b"/>
              <a:pathLst>
                <a:path w="4" h="3">
                  <a:moveTo>
                    <a:pt x="0" y="0"/>
                  </a:moveTo>
                  <a:lnTo>
                    <a:pt x="0" y="3"/>
                  </a:lnTo>
                  <a:lnTo>
                    <a:pt x="4" y="1"/>
                  </a:lnTo>
                  <a:lnTo>
                    <a:pt x="4"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15" name="Freeform 1015"/>
            <p:cNvSpPr/>
            <p:nvPr/>
          </p:nvSpPr>
          <p:spPr bwMode="auto">
            <a:xfrm>
              <a:off x="3193" y="2821"/>
              <a:ext cx="3" cy="5"/>
            </a:xfrm>
            <a:custGeom>
              <a:avLst/>
              <a:gdLst/>
              <a:ahLst/>
              <a:cxnLst>
                <a:cxn ang="0">
                  <a:pos x="2" y="0"/>
                </a:cxn>
                <a:cxn ang="0">
                  <a:pos x="0" y="3"/>
                </a:cxn>
                <a:cxn ang="0">
                  <a:pos x="3" y="5"/>
                </a:cxn>
                <a:cxn ang="0">
                  <a:pos x="3" y="1"/>
                </a:cxn>
                <a:cxn ang="0">
                  <a:pos x="2" y="0"/>
                </a:cxn>
              </a:cxnLst>
              <a:rect l="0" t="0" r="r" b="b"/>
              <a:pathLst>
                <a:path w="3" h="5">
                  <a:moveTo>
                    <a:pt x="2" y="0"/>
                  </a:moveTo>
                  <a:lnTo>
                    <a:pt x="0" y="3"/>
                  </a:lnTo>
                  <a:lnTo>
                    <a:pt x="3" y="5"/>
                  </a:lnTo>
                  <a:lnTo>
                    <a:pt x="3" y="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6" name="Freeform 1016"/>
            <p:cNvSpPr/>
            <p:nvPr/>
          </p:nvSpPr>
          <p:spPr bwMode="auto">
            <a:xfrm>
              <a:off x="3193" y="2821"/>
              <a:ext cx="3" cy="5"/>
            </a:xfrm>
            <a:custGeom>
              <a:avLst/>
              <a:gdLst/>
              <a:ahLst/>
              <a:cxnLst>
                <a:cxn ang="0">
                  <a:pos x="2" y="0"/>
                </a:cxn>
                <a:cxn ang="0">
                  <a:pos x="0" y="3"/>
                </a:cxn>
                <a:cxn ang="0">
                  <a:pos x="3" y="5"/>
                </a:cxn>
                <a:cxn ang="0">
                  <a:pos x="3" y="1"/>
                </a:cxn>
                <a:cxn ang="0">
                  <a:pos x="2" y="0"/>
                </a:cxn>
              </a:cxnLst>
              <a:rect l="0" t="0" r="r" b="b"/>
              <a:pathLst>
                <a:path w="3" h="5">
                  <a:moveTo>
                    <a:pt x="2" y="0"/>
                  </a:moveTo>
                  <a:lnTo>
                    <a:pt x="0" y="3"/>
                  </a:lnTo>
                  <a:lnTo>
                    <a:pt x="3" y="5"/>
                  </a:lnTo>
                  <a:lnTo>
                    <a:pt x="3" y="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17" name="Freeform 1017"/>
            <p:cNvSpPr/>
            <p:nvPr/>
          </p:nvSpPr>
          <p:spPr bwMode="auto">
            <a:xfrm>
              <a:off x="3196" y="2822"/>
              <a:ext cx="4" cy="4"/>
            </a:xfrm>
            <a:custGeom>
              <a:avLst/>
              <a:gdLst/>
              <a:ahLst/>
              <a:cxnLst>
                <a:cxn ang="0">
                  <a:pos x="0" y="0"/>
                </a:cxn>
                <a:cxn ang="0">
                  <a:pos x="0" y="4"/>
                </a:cxn>
                <a:cxn ang="0">
                  <a:pos x="4" y="4"/>
                </a:cxn>
                <a:cxn ang="0">
                  <a:pos x="2" y="2"/>
                </a:cxn>
                <a:cxn ang="0">
                  <a:pos x="0" y="0"/>
                </a:cxn>
              </a:cxnLst>
              <a:rect l="0" t="0" r="r" b="b"/>
              <a:pathLst>
                <a:path w="4" h="4">
                  <a:moveTo>
                    <a:pt x="0" y="0"/>
                  </a:moveTo>
                  <a:lnTo>
                    <a:pt x="0" y="4"/>
                  </a:lnTo>
                  <a:lnTo>
                    <a:pt x="4" y="4"/>
                  </a:lnTo>
                  <a:lnTo>
                    <a:pt x="2"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8" name="Freeform 1018"/>
            <p:cNvSpPr/>
            <p:nvPr/>
          </p:nvSpPr>
          <p:spPr bwMode="auto">
            <a:xfrm>
              <a:off x="3196" y="2822"/>
              <a:ext cx="4" cy="4"/>
            </a:xfrm>
            <a:custGeom>
              <a:avLst/>
              <a:gdLst/>
              <a:ahLst/>
              <a:cxnLst>
                <a:cxn ang="0">
                  <a:pos x="0" y="0"/>
                </a:cxn>
                <a:cxn ang="0">
                  <a:pos x="0" y="4"/>
                </a:cxn>
                <a:cxn ang="0">
                  <a:pos x="4" y="4"/>
                </a:cxn>
                <a:cxn ang="0">
                  <a:pos x="2" y="2"/>
                </a:cxn>
                <a:cxn ang="0">
                  <a:pos x="0" y="0"/>
                </a:cxn>
              </a:cxnLst>
              <a:rect l="0" t="0" r="r" b="b"/>
              <a:pathLst>
                <a:path w="4" h="4">
                  <a:moveTo>
                    <a:pt x="0" y="0"/>
                  </a:moveTo>
                  <a:lnTo>
                    <a:pt x="0" y="4"/>
                  </a:lnTo>
                  <a:lnTo>
                    <a:pt x="4" y="4"/>
                  </a:lnTo>
                  <a:lnTo>
                    <a:pt x="2"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19" name="Freeform 1019"/>
            <p:cNvSpPr/>
            <p:nvPr/>
          </p:nvSpPr>
          <p:spPr bwMode="auto">
            <a:xfrm>
              <a:off x="3203" y="2804"/>
              <a:ext cx="3" cy="1"/>
            </a:xfrm>
            <a:custGeom>
              <a:avLst/>
              <a:gdLst/>
              <a:ahLst/>
              <a:cxnLst>
                <a:cxn ang="0">
                  <a:pos x="2" y="0"/>
                </a:cxn>
                <a:cxn ang="0">
                  <a:pos x="0" y="1"/>
                </a:cxn>
                <a:cxn ang="0">
                  <a:pos x="2" y="1"/>
                </a:cxn>
                <a:cxn ang="0">
                  <a:pos x="3" y="1"/>
                </a:cxn>
                <a:cxn ang="0">
                  <a:pos x="2" y="0"/>
                </a:cxn>
              </a:cxnLst>
              <a:rect l="0" t="0" r="r" b="b"/>
              <a:pathLst>
                <a:path w="3" h="1">
                  <a:moveTo>
                    <a:pt x="2" y="0"/>
                  </a:moveTo>
                  <a:lnTo>
                    <a:pt x="0" y="1"/>
                  </a:lnTo>
                  <a:lnTo>
                    <a:pt x="2" y="1"/>
                  </a:lnTo>
                  <a:lnTo>
                    <a:pt x="3" y="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0" name="Freeform 1020"/>
            <p:cNvSpPr/>
            <p:nvPr/>
          </p:nvSpPr>
          <p:spPr bwMode="auto">
            <a:xfrm>
              <a:off x="3203" y="2804"/>
              <a:ext cx="3" cy="1"/>
            </a:xfrm>
            <a:custGeom>
              <a:avLst/>
              <a:gdLst/>
              <a:ahLst/>
              <a:cxnLst>
                <a:cxn ang="0">
                  <a:pos x="2" y="0"/>
                </a:cxn>
                <a:cxn ang="0">
                  <a:pos x="0" y="1"/>
                </a:cxn>
                <a:cxn ang="0">
                  <a:pos x="2" y="1"/>
                </a:cxn>
                <a:cxn ang="0">
                  <a:pos x="3" y="1"/>
                </a:cxn>
                <a:cxn ang="0">
                  <a:pos x="2" y="0"/>
                </a:cxn>
              </a:cxnLst>
              <a:rect l="0" t="0" r="r" b="b"/>
              <a:pathLst>
                <a:path w="3" h="1">
                  <a:moveTo>
                    <a:pt x="2" y="0"/>
                  </a:moveTo>
                  <a:lnTo>
                    <a:pt x="0" y="1"/>
                  </a:lnTo>
                  <a:lnTo>
                    <a:pt x="2" y="1"/>
                  </a:lnTo>
                  <a:lnTo>
                    <a:pt x="3" y="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21" name="Freeform 1021"/>
            <p:cNvSpPr/>
            <p:nvPr/>
          </p:nvSpPr>
          <p:spPr bwMode="auto">
            <a:xfrm>
              <a:off x="3201" y="2805"/>
              <a:ext cx="4" cy="2"/>
            </a:xfrm>
            <a:custGeom>
              <a:avLst/>
              <a:gdLst/>
              <a:ahLst/>
              <a:cxnLst>
                <a:cxn ang="0">
                  <a:pos x="2" y="0"/>
                </a:cxn>
                <a:cxn ang="0">
                  <a:pos x="0" y="2"/>
                </a:cxn>
                <a:cxn ang="0">
                  <a:pos x="2" y="2"/>
                </a:cxn>
                <a:cxn ang="0">
                  <a:pos x="4" y="0"/>
                </a:cxn>
                <a:cxn ang="0">
                  <a:pos x="2" y="0"/>
                </a:cxn>
              </a:cxnLst>
              <a:rect l="0" t="0" r="r" b="b"/>
              <a:pathLst>
                <a:path w="4" h="2">
                  <a:moveTo>
                    <a:pt x="2" y="0"/>
                  </a:moveTo>
                  <a:lnTo>
                    <a:pt x="0" y="2"/>
                  </a:lnTo>
                  <a:lnTo>
                    <a:pt x="2" y="2"/>
                  </a:lnTo>
                  <a:lnTo>
                    <a:pt x="4"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2" name="Freeform 1022"/>
            <p:cNvSpPr/>
            <p:nvPr/>
          </p:nvSpPr>
          <p:spPr bwMode="auto">
            <a:xfrm>
              <a:off x="3201" y="2805"/>
              <a:ext cx="4" cy="2"/>
            </a:xfrm>
            <a:custGeom>
              <a:avLst/>
              <a:gdLst/>
              <a:ahLst/>
              <a:cxnLst>
                <a:cxn ang="0">
                  <a:pos x="2" y="0"/>
                </a:cxn>
                <a:cxn ang="0">
                  <a:pos x="0" y="2"/>
                </a:cxn>
                <a:cxn ang="0">
                  <a:pos x="2" y="2"/>
                </a:cxn>
                <a:cxn ang="0">
                  <a:pos x="4" y="0"/>
                </a:cxn>
                <a:cxn ang="0">
                  <a:pos x="2" y="0"/>
                </a:cxn>
              </a:cxnLst>
              <a:rect l="0" t="0" r="r" b="b"/>
              <a:pathLst>
                <a:path w="4" h="2">
                  <a:moveTo>
                    <a:pt x="2" y="0"/>
                  </a:moveTo>
                  <a:lnTo>
                    <a:pt x="0" y="2"/>
                  </a:lnTo>
                  <a:lnTo>
                    <a:pt x="2" y="2"/>
                  </a:lnTo>
                  <a:lnTo>
                    <a:pt x="4"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23" name="Freeform 1023"/>
            <p:cNvSpPr/>
            <p:nvPr/>
          </p:nvSpPr>
          <p:spPr bwMode="auto">
            <a:xfrm>
              <a:off x="3205" y="2805"/>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4" name="Freeform 1024"/>
            <p:cNvSpPr/>
            <p:nvPr/>
          </p:nvSpPr>
          <p:spPr bwMode="auto">
            <a:xfrm>
              <a:off x="3205" y="2805"/>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25" name="Freeform 1025"/>
            <p:cNvSpPr/>
            <p:nvPr/>
          </p:nvSpPr>
          <p:spPr bwMode="auto">
            <a:xfrm>
              <a:off x="3203" y="2805"/>
              <a:ext cx="3" cy="2"/>
            </a:xfrm>
            <a:custGeom>
              <a:avLst/>
              <a:gdLst/>
              <a:ahLst/>
              <a:cxnLst>
                <a:cxn ang="0">
                  <a:pos x="2" y="0"/>
                </a:cxn>
                <a:cxn ang="0">
                  <a:pos x="0" y="2"/>
                </a:cxn>
                <a:cxn ang="0">
                  <a:pos x="3" y="2"/>
                </a:cxn>
                <a:cxn ang="0">
                  <a:pos x="2" y="0"/>
                </a:cxn>
              </a:cxnLst>
              <a:rect l="0" t="0" r="r" b="b"/>
              <a:pathLst>
                <a:path w="3" h="2">
                  <a:moveTo>
                    <a:pt x="2" y="0"/>
                  </a:moveTo>
                  <a:lnTo>
                    <a:pt x="0" y="2"/>
                  </a:lnTo>
                  <a:lnTo>
                    <a:pt x="3"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6" name="Freeform 1026"/>
            <p:cNvSpPr/>
            <p:nvPr/>
          </p:nvSpPr>
          <p:spPr bwMode="auto">
            <a:xfrm>
              <a:off x="3203" y="2805"/>
              <a:ext cx="3" cy="2"/>
            </a:xfrm>
            <a:custGeom>
              <a:avLst/>
              <a:gdLst/>
              <a:ahLst/>
              <a:cxnLst>
                <a:cxn ang="0">
                  <a:pos x="2" y="0"/>
                </a:cxn>
                <a:cxn ang="0">
                  <a:pos x="0" y="2"/>
                </a:cxn>
                <a:cxn ang="0">
                  <a:pos x="3" y="2"/>
                </a:cxn>
                <a:cxn ang="0">
                  <a:pos x="2" y="0"/>
                </a:cxn>
              </a:cxnLst>
              <a:rect l="0" t="0" r="r" b="b"/>
              <a:pathLst>
                <a:path w="3" h="2">
                  <a:moveTo>
                    <a:pt x="2" y="0"/>
                  </a:moveTo>
                  <a:lnTo>
                    <a:pt x="0" y="2"/>
                  </a:lnTo>
                  <a:lnTo>
                    <a:pt x="3"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27" name="Freeform 1027"/>
            <p:cNvSpPr/>
            <p:nvPr/>
          </p:nvSpPr>
          <p:spPr bwMode="auto">
            <a:xfrm>
              <a:off x="3200" y="2826"/>
              <a:ext cx="3" cy="1"/>
            </a:xfrm>
            <a:custGeom>
              <a:avLst/>
              <a:gdLst/>
              <a:ahLst/>
              <a:cxnLst>
                <a:cxn ang="0">
                  <a:pos x="0" y="0"/>
                </a:cxn>
                <a:cxn ang="0">
                  <a:pos x="0" y="1"/>
                </a:cxn>
                <a:cxn ang="0">
                  <a:pos x="3" y="1"/>
                </a:cxn>
                <a:cxn ang="0">
                  <a:pos x="1" y="0"/>
                </a:cxn>
                <a:cxn ang="0">
                  <a:pos x="0" y="0"/>
                </a:cxn>
              </a:cxnLst>
              <a:rect l="0" t="0" r="r" b="b"/>
              <a:pathLst>
                <a:path w="3" h="1">
                  <a:moveTo>
                    <a:pt x="0" y="0"/>
                  </a:moveTo>
                  <a:lnTo>
                    <a:pt x="0" y="1"/>
                  </a:lnTo>
                  <a:lnTo>
                    <a:pt x="3" y="1"/>
                  </a:lnTo>
                  <a:lnTo>
                    <a:pt x="1"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8" name="Freeform 1028"/>
            <p:cNvSpPr/>
            <p:nvPr/>
          </p:nvSpPr>
          <p:spPr bwMode="auto">
            <a:xfrm>
              <a:off x="3200" y="2826"/>
              <a:ext cx="3" cy="1"/>
            </a:xfrm>
            <a:custGeom>
              <a:avLst/>
              <a:gdLst/>
              <a:ahLst/>
              <a:cxnLst>
                <a:cxn ang="0">
                  <a:pos x="0" y="0"/>
                </a:cxn>
                <a:cxn ang="0">
                  <a:pos x="0" y="1"/>
                </a:cxn>
                <a:cxn ang="0">
                  <a:pos x="3" y="1"/>
                </a:cxn>
                <a:cxn ang="0">
                  <a:pos x="1" y="0"/>
                </a:cxn>
                <a:cxn ang="0">
                  <a:pos x="0" y="0"/>
                </a:cxn>
              </a:cxnLst>
              <a:rect l="0" t="0" r="r" b="b"/>
              <a:pathLst>
                <a:path w="3" h="1">
                  <a:moveTo>
                    <a:pt x="0" y="0"/>
                  </a:moveTo>
                  <a:lnTo>
                    <a:pt x="0" y="1"/>
                  </a:lnTo>
                  <a:lnTo>
                    <a:pt x="3" y="1"/>
                  </a:lnTo>
                  <a:lnTo>
                    <a:pt x="1"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29" name="Freeform 1029"/>
            <p:cNvSpPr/>
            <p:nvPr/>
          </p:nvSpPr>
          <p:spPr bwMode="auto">
            <a:xfrm>
              <a:off x="3201" y="2826"/>
              <a:ext cx="4" cy="1"/>
            </a:xfrm>
            <a:custGeom>
              <a:avLst/>
              <a:gdLst/>
              <a:ahLst/>
              <a:cxnLst>
                <a:cxn ang="0">
                  <a:pos x="0" y="0"/>
                </a:cxn>
                <a:cxn ang="0">
                  <a:pos x="2" y="1"/>
                </a:cxn>
                <a:cxn ang="0">
                  <a:pos x="4" y="1"/>
                </a:cxn>
                <a:cxn ang="0">
                  <a:pos x="2" y="0"/>
                </a:cxn>
                <a:cxn ang="0">
                  <a:pos x="0" y="0"/>
                </a:cxn>
              </a:cxnLst>
              <a:rect l="0" t="0" r="r" b="b"/>
              <a:pathLst>
                <a:path w="4" h="1">
                  <a:moveTo>
                    <a:pt x="0" y="0"/>
                  </a:moveTo>
                  <a:lnTo>
                    <a:pt x="2" y="1"/>
                  </a:lnTo>
                  <a:lnTo>
                    <a:pt x="4" y="1"/>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0" name="Freeform 1030"/>
            <p:cNvSpPr/>
            <p:nvPr/>
          </p:nvSpPr>
          <p:spPr bwMode="auto">
            <a:xfrm>
              <a:off x="3201" y="2826"/>
              <a:ext cx="4" cy="1"/>
            </a:xfrm>
            <a:custGeom>
              <a:avLst/>
              <a:gdLst/>
              <a:ahLst/>
              <a:cxnLst>
                <a:cxn ang="0">
                  <a:pos x="0" y="0"/>
                </a:cxn>
                <a:cxn ang="0">
                  <a:pos x="2" y="1"/>
                </a:cxn>
                <a:cxn ang="0">
                  <a:pos x="4" y="1"/>
                </a:cxn>
                <a:cxn ang="0">
                  <a:pos x="2" y="0"/>
                </a:cxn>
                <a:cxn ang="0">
                  <a:pos x="0" y="0"/>
                </a:cxn>
              </a:cxnLst>
              <a:rect l="0" t="0" r="r" b="b"/>
              <a:pathLst>
                <a:path w="4" h="1">
                  <a:moveTo>
                    <a:pt x="0" y="0"/>
                  </a:moveTo>
                  <a:lnTo>
                    <a:pt x="2" y="1"/>
                  </a:lnTo>
                  <a:lnTo>
                    <a:pt x="4" y="1"/>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31" name="Freeform 1031"/>
            <p:cNvSpPr/>
            <p:nvPr/>
          </p:nvSpPr>
          <p:spPr bwMode="auto">
            <a:xfrm>
              <a:off x="3198" y="2824"/>
              <a:ext cx="3" cy="2"/>
            </a:xfrm>
            <a:custGeom>
              <a:avLst/>
              <a:gdLst/>
              <a:ahLst/>
              <a:cxnLst>
                <a:cxn ang="0">
                  <a:pos x="0" y="0"/>
                </a:cxn>
                <a:cxn ang="0">
                  <a:pos x="2" y="2"/>
                </a:cxn>
                <a:cxn ang="0">
                  <a:pos x="3" y="2"/>
                </a:cxn>
                <a:cxn ang="0">
                  <a:pos x="2" y="0"/>
                </a:cxn>
                <a:cxn ang="0">
                  <a:pos x="0" y="0"/>
                </a:cxn>
              </a:cxnLst>
              <a:rect l="0" t="0" r="r" b="b"/>
              <a:pathLst>
                <a:path w="3" h="2">
                  <a:moveTo>
                    <a:pt x="0" y="0"/>
                  </a:moveTo>
                  <a:lnTo>
                    <a:pt x="2" y="2"/>
                  </a:lnTo>
                  <a:lnTo>
                    <a:pt x="3" y="2"/>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2" name="Freeform 1032"/>
            <p:cNvSpPr/>
            <p:nvPr/>
          </p:nvSpPr>
          <p:spPr bwMode="auto">
            <a:xfrm>
              <a:off x="3198" y="2824"/>
              <a:ext cx="3" cy="2"/>
            </a:xfrm>
            <a:custGeom>
              <a:avLst/>
              <a:gdLst/>
              <a:ahLst/>
              <a:cxnLst>
                <a:cxn ang="0">
                  <a:pos x="0" y="0"/>
                </a:cxn>
                <a:cxn ang="0">
                  <a:pos x="2" y="2"/>
                </a:cxn>
                <a:cxn ang="0">
                  <a:pos x="3" y="2"/>
                </a:cxn>
                <a:cxn ang="0">
                  <a:pos x="2" y="0"/>
                </a:cxn>
                <a:cxn ang="0">
                  <a:pos x="0" y="0"/>
                </a:cxn>
              </a:cxnLst>
              <a:rect l="0" t="0" r="r" b="b"/>
              <a:pathLst>
                <a:path w="3" h="2">
                  <a:moveTo>
                    <a:pt x="0" y="0"/>
                  </a:moveTo>
                  <a:lnTo>
                    <a:pt x="2" y="2"/>
                  </a:lnTo>
                  <a:lnTo>
                    <a:pt x="3" y="2"/>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33" name="Freeform 1033"/>
            <p:cNvSpPr/>
            <p:nvPr/>
          </p:nvSpPr>
          <p:spPr bwMode="auto">
            <a:xfrm>
              <a:off x="3200" y="2824"/>
              <a:ext cx="3" cy="2"/>
            </a:xfrm>
            <a:custGeom>
              <a:avLst/>
              <a:gdLst/>
              <a:ahLst/>
              <a:cxnLst>
                <a:cxn ang="0">
                  <a:pos x="0" y="0"/>
                </a:cxn>
                <a:cxn ang="0">
                  <a:pos x="1" y="2"/>
                </a:cxn>
                <a:cxn ang="0">
                  <a:pos x="3" y="2"/>
                </a:cxn>
                <a:cxn ang="0">
                  <a:pos x="0" y="0"/>
                </a:cxn>
              </a:cxnLst>
              <a:rect l="0" t="0" r="r" b="b"/>
              <a:pathLst>
                <a:path w="3" h="2">
                  <a:moveTo>
                    <a:pt x="0" y="0"/>
                  </a:moveTo>
                  <a:lnTo>
                    <a:pt x="1" y="2"/>
                  </a:lnTo>
                  <a:lnTo>
                    <a:pt x="3"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4" name="Freeform 1034"/>
            <p:cNvSpPr/>
            <p:nvPr/>
          </p:nvSpPr>
          <p:spPr bwMode="auto">
            <a:xfrm>
              <a:off x="3200" y="2824"/>
              <a:ext cx="3" cy="2"/>
            </a:xfrm>
            <a:custGeom>
              <a:avLst/>
              <a:gdLst/>
              <a:ahLst/>
              <a:cxnLst>
                <a:cxn ang="0">
                  <a:pos x="0" y="0"/>
                </a:cxn>
                <a:cxn ang="0">
                  <a:pos x="1" y="2"/>
                </a:cxn>
                <a:cxn ang="0">
                  <a:pos x="3" y="2"/>
                </a:cxn>
                <a:cxn ang="0">
                  <a:pos x="0" y="0"/>
                </a:cxn>
              </a:cxnLst>
              <a:rect l="0" t="0" r="r" b="b"/>
              <a:pathLst>
                <a:path w="3" h="2">
                  <a:moveTo>
                    <a:pt x="0" y="0"/>
                  </a:moveTo>
                  <a:lnTo>
                    <a:pt x="1" y="2"/>
                  </a:lnTo>
                  <a:lnTo>
                    <a:pt x="3"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35" name="Freeform 1035"/>
            <p:cNvSpPr/>
            <p:nvPr/>
          </p:nvSpPr>
          <p:spPr bwMode="auto">
            <a:xfrm>
              <a:off x="3237" y="2760"/>
              <a:ext cx="353" cy="62"/>
            </a:xfrm>
            <a:custGeom>
              <a:avLst/>
              <a:gdLst/>
              <a:ahLst/>
              <a:cxnLst>
                <a:cxn ang="0">
                  <a:pos x="353" y="0"/>
                </a:cxn>
                <a:cxn ang="0">
                  <a:pos x="0" y="62"/>
                </a:cxn>
                <a:cxn ang="0">
                  <a:pos x="0" y="62"/>
                </a:cxn>
                <a:cxn ang="0">
                  <a:pos x="353" y="0"/>
                </a:cxn>
                <a:cxn ang="0">
                  <a:pos x="353" y="0"/>
                </a:cxn>
              </a:cxnLst>
              <a:rect l="0" t="0" r="r" b="b"/>
              <a:pathLst>
                <a:path w="353" h="62">
                  <a:moveTo>
                    <a:pt x="353" y="0"/>
                  </a:moveTo>
                  <a:lnTo>
                    <a:pt x="0" y="62"/>
                  </a:lnTo>
                  <a:lnTo>
                    <a:pt x="0" y="62"/>
                  </a:lnTo>
                  <a:lnTo>
                    <a:pt x="353" y="0"/>
                  </a:lnTo>
                  <a:lnTo>
                    <a:pt x="353"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236" name="Freeform 1036"/>
            <p:cNvSpPr/>
            <p:nvPr/>
          </p:nvSpPr>
          <p:spPr bwMode="auto">
            <a:xfrm>
              <a:off x="3237" y="2760"/>
              <a:ext cx="353" cy="62"/>
            </a:xfrm>
            <a:custGeom>
              <a:avLst/>
              <a:gdLst/>
              <a:ahLst/>
              <a:cxnLst>
                <a:cxn ang="0">
                  <a:pos x="353" y="0"/>
                </a:cxn>
                <a:cxn ang="0">
                  <a:pos x="0" y="62"/>
                </a:cxn>
                <a:cxn ang="0">
                  <a:pos x="0" y="62"/>
                </a:cxn>
                <a:cxn ang="0">
                  <a:pos x="353" y="0"/>
                </a:cxn>
                <a:cxn ang="0">
                  <a:pos x="353" y="0"/>
                </a:cxn>
              </a:cxnLst>
              <a:rect l="0" t="0" r="r" b="b"/>
              <a:pathLst>
                <a:path w="353" h="62">
                  <a:moveTo>
                    <a:pt x="353" y="0"/>
                  </a:moveTo>
                  <a:lnTo>
                    <a:pt x="0" y="62"/>
                  </a:lnTo>
                  <a:lnTo>
                    <a:pt x="0" y="62"/>
                  </a:lnTo>
                  <a:lnTo>
                    <a:pt x="353" y="0"/>
                  </a:lnTo>
                  <a:lnTo>
                    <a:pt x="353" y="0"/>
                  </a:lnTo>
                </a:path>
              </a:pathLst>
            </a:custGeom>
            <a:noFill/>
            <a:ln w="9525">
              <a:noFill/>
              <a:round/>
            </a:ln>
          </p:spPr>
          <p:txBody>
            <a:bodyPr vert="horz" wrap="square" lIns="82938" tIns="41469" rIns="82938" bIns="41469" numCol="1" anchor="t" anchorCtr="0" compatLnSpc="1"/>
            <a:lstStyle/>
            <a:p>
              <a:endParaRPr lang="en-GB" sz="1815"/>
            </a:p>
          </p:txBody>
        </p:sp>
        <p:sp>
          <p:nvSpPr>
            <p:cNvPr id="52237" name="Freeform 1037"/>
            <p:cNvSpPr/>
            <p:nvPr/>
          </p:nvSpPr>
          <p:spPr bwMode="auto">
            <a:xfrm>
              <a:off x="3227" y="2740"/>
              <a:ext cx="365" cy="82"/>
            </a:xfrm>
            <a:custGeom>
              <a:avLst/>
              <a:gdLst/>
              <a:ahLst/>
              <a:cxnLst>
                <a:cxn ang="0">
                  <a:pos x="360" y="0"/>
                </a:cxn>
                <a:cxn ang="0">
                  <a:pos x="6" y="62"/>
                </a:cxn>
                <a:cxn ang="0">
                  <a:pos x="0" y="70"/>
                </a:cxn>
                <a:cxn ang="0">
                  <a:pos x="10" y="72"/>
                </a:cxn>
                <a:cxn ang="0">
                  <a:pos x="0" y="77"/>
                </a:cxn>
                <a:cxn ang="0">
                  <a:pos x="10" y="82"/>
                </a:cxn>
                <a:cxn ang="0">
                  <a:pos x="10" y="82"/>
                </a:cxn>
                <a:cxn ang="0">
                  <a:pos x="10" y="82"/>
                </a:cxn>
                <a:cxn ang="0">
                  <a:pos x="363" y="20"/>
                </a:cxn>
                <a:cxn ang="0">
                  <a:pos x="363" y="20"/>
                </a:cxn>
                <a:cxn ang="0">
                  <a:pos x="363" y="20"/>
                </a:cxn>
                <a:cxn ang="0">
                  <a:pos x="365" y="9"/>
                </a:cxn>
                <a:cxn ang="0">
                  <a:pos x="360" y="0"/>
                </a:cxn>
              </a:cxnLst>
              <a:rect l="0" t="0" r="r" b="b"/>
              <a:pathLst>
                <a:path w="365" h="82">
                  <a:moveTo>
                    <a:pt x="360" y="0"/>
                  </a:moveTo>
                  <a:lnTo>
                    <a:pt x="6" y="62"/>
                  </a:lnTo>
                  <a:lnTo>
                    <a:pt x="0" y="70"/>
                  </a:lnTo>
                  <a:lnTo>
                    <a:pt x="10" y="72"/>
                  </a:lnTo>
                  <a:lnTo>
                    <a:pt x="0" y="77"/>
                  </a:lnTo>
                  <a:lnTo>
                    <a:pt x="10" y="82"/>
                  </a:lnTo>
                  <a:lnTo>
                    <a:pt x="10" y="82"/>
                  </a:lnTo>
                  <a:lnTo>
                    <a:pt x="10" y="82"/>
                  </a:lnTo>
                  <a:lnTo>
                    <a:pt x="363" y="20"/>
                  </a:lnTo>
                  <a:lnTo>
                    <a:pt x="363" y="20"/>
                  </a:lnTo>
                  <a:lnTo>
                    <a:pt x="363" y="20"/>
                  </a:lnTo>
                  <a:lnTo>
                    <a:pt x="365" y="9"/>
                  </a:lnTo>
                  <a:lnTo>
                    <a:pt x="36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8" name="Freeform 1038"/>
            <p:cNvSpPr/>
            <p:nvPr/>
          </p:nvSpPr>
          <p:spPr bwMode="auto">
            <a:xfrm>
              <a:off x="3227" y="2740"/>
              <a:ext cx="365" cy="82"/>
            </a:xfrm>
            <a:custGeom>
              <a:avLst/>
              <a:gdLst/>
              <a:ahLst/>
              <a:cxnLst>
                <a:cxn ang="0">
                  <a:pos x="360" y="0"/>
                </a:cxn>
                <a:cxn ang="0">
                  <a:pos x="6" y="62"/>
                </a:cxn>
                <a:cxn ang="0">
                  <a:pos x="0" y="70"/>
                </a:cxn>
                <a:cxn ang="0">
                  <a:pos x="10" y="72"/>
                </a:cxn>
                <a:cxn ang="0">
                  <a:pos x="0" y="77"/>
                </a:cxn>
                <a:cxn ang="0">
                  <a:pos x="10" y="82"/>
                </a:cxn>
                <a:cxn ang="0">
                  <a:pos x="10" y="82"/>
                </a:cxn>
                <a:cxn ang="0">
                  <a:pos x="10" y="82"/>
                </a:cxn>
                <a:cxn ang="0">
                  <a:pos x="363" y="20"/>
                </a:cxn>
                <a:cxn ang="0">
                  <a:pos x="363" y="20"/>
                </a:cxn>
                <a:cxn ang="0">
                  <a:pos x="363" y="20"/>
                </a:cxn>
                <a:cxn ang="0">
                  <a:pos x="365" y="9"/>
                </a:cxn>
                <a:cxn ang="0">
                  <a:pos x="360" y="0"/>
                </a:cxn>
              </a:cxnLst>
              <a:rect l="0" t="0" r="r" b="b"/>
              <a:pathLst>
                <a:path w="365" h="82">
                  <a:moveTo>
                    <a:pt x="360" y="0"/>
                  </a:moveTo>
                  <a:lnTo>
                    <a:pt x="6" y="62"/>
                  </a:lnTo>
                  <a:lnTo>
                    <a:pt x="0" y="70"/>
                  </a:lnTo>
                  <a:lnTo>
                    <a:pt x="10" y="72"/>
                  </a:lnTo>
                  <a:lnTo>
                    <a:pt x="0" y="77"/>
                  </a:lnTo>
                  <a:lnTo>
                    <a:pt x="10" y="82"/>
                  </a:lnTo>
                  <a:lnTo>
                    <a:pt x="10" y="82"/>
                  </a:lnTo>
                  <a:lnTo>
                    <a:pt x="10" y="82"/>
                  </a:lnTo>
                  <a:lnTo>
                    <a:pt x="363" y="20"/>
                  </a:lnTo>
                  <a:lnTo>
                    <a:pt x="363" y="20"/>
                  </a:lnTo>
                  <a:lnTo>
                    <a:pt x="363" y="20"/>
                  </a:lnTo>
                  <a:lnTo>
                    <a:pt x="365" y="9"/>
                  </a:lnTo>
                  <a:lnTo>
                    <a:pt x="360" y="0"/>
                  </a:lnTo>
                </a:path>
              </a:pathLst>
            </a:custGeom>
            <a:noFill/>
            <a:ln w="9525">
              <a:noFill/>
              <a:round/>
            </a:ln>
          </p:spPr>
          <p:txBody>
            <a:bodyPr vert="horz" wrap="square" lIns="82938" tIns="41469" rIns="82938" bIns="41469" numCol="1" anchor="t" anchorCtr="0" compatLnSpc="1"/>
            <a:lstStyle/>
            <a:p>
              <a:endParaRPr lang="en-GB" sz="1815"/>
            </a:p>
          </p:txBody>
        </p:sp>
        <p:sp>
          <p:nvSpPr>
            <p:cNvPr id="52239" name="Freeform 1039"/>
            <p:cNvSpPr/>
            <p:nvPr/>
          </p:nvSpPr>
          <p:spPr bwMode="auto">
            <a:xfrm>
              <a:off x="3220" y="2802"/>
              <a:ext cx="13" cy="8"/>
            </a:xfrm>
            <a:custGeom>
              <a:avLst/>
              <a:gdLst/>
              <a:ahLst/>
              <a:cxnLst>
                <a:cxn ang="0">
                  <a:pos x="13" y="0"/>
                </a:cxn>
                <a:cxn ang="0">
                  <a:pos x="3" y="2"/>
                </a:cxn>
                <a:cxn ang="0">
                  <a:pos x="0" y="7"/>
                </a:cxn>
                <a:cxn ang="0">
                  <a:pos x="7" y="8"/>
                </a:cxn>
                <a:cxn ang="0">
                  <a:pos x="13" y="0"/>
                </a:cxn>
              </a:cxnLst>
              <a:rect l="0" t="0" r="r" b="b"/>
              <a:pathLst>
                <a:path w="13" h="8">
                  <a:moveTo>
                    <a:pt x="13" y="0"/>
                  </a:moveTo>
                  <a:lnTo>
                    <a:pt x="3" y="2"/>
                  </a:lnTo>
                  <a:lnTo>
                    <a:pt x="0" y="7"/>
                  </a:lnTo>
                  <a:lnTo>
                    <a:pt x="7" y="8"/>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0" name="Freeform 1040"/>
            <p:cNvSpPr/>
            <p:nvPr/>
          </p:nvSpPr>
          <p:spPr bwMode="auto">
            <a:xfrm>
              <a:off x="3220" y="2802"/>
              <a:ext cx="13" cy="8"/>
            </a:xfrm>
            <a:custGeom>
              <a:avLst/>
              <a:gdLst/>
              <a:ahLst/>
              <a:cxnLst>
                <a:cxn ang="0">
                  <a:pos x="13" y="0"/>
                </a:cxn>
                <a:cxn ang="0">
                  <a:pos x="3" y="2"/>
                </a:cxn>
                <a:cxn ang="0">
                  <a:pos x="0" y="7"/>
                </a:cxn>
                <a:cxn ang="0">
                  <a:pos x="7" y="8"/>
                </a:cxn>
                <a:cxn ang="0">
                  <a:pos x="13" y="0"/>
                </a:cxn>
              </a:cxnLst>
              <a:rect l="0" t="0" r="r" b="b"/>
              <a:pathLst>
                <a:path w="13" h="8">
                  <a:moveTo>
                    <a:pt x="13" y="0"/>
                  </a:moveTo>
                  <a:lnTo>
                    <a:pt x="3" y="2"/>
                  </a:lnTo>
                  <a:lnTo>
                    <a:pt x="0" y="7"/>
                  </a:lnTo>
                  <a:lnTo>
                    <a:pt x="7" y="8"/>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2241" name="Freeform 1041"/>
            <p:cNvSpPr/>
            <p:nvPr/>
          </p:nvSpPr>
          <p:spPr bwMode="auto">
            <a:xfrm>
              <a:off x="3223" y="2810"/>
              <a:ext cx="14" cy="7"/>
            </a:xfrm>
            <a:custGeom>
              <a:avLst/>
              <a:gdLst/>
              <a:ahLst/>
              <a:cxnLst>
                <a:cxn ang="0">
                  <a:pos x="4" y="0"/>
                </a:cxn>
                <a:cxn ang="0">
                  <a:pos x="0" y="4"/>
                </a:cxn>
                <a:cxn ang="0">
                  <a:pos x="4" y="7"/>
                </a:cxn>
                <a:cxn ang="0">
                  <a:pos x="14" y="2"/>
                </a:cxn>
                <a:cxn ang="0">
                  <a:pos x="4" y="0"/>
                </a:cxn>
              </a:cxnLst>
              <a:rect l="0" t="0" r="r" b="b"/>
              <a:pathLst>
                <a:path w="14" h="7">
                  <a:moveTo>
                    <a:pt x="4" y="0"/>
                  </a:moveTo>
                  <a:lnTo>
                    <a:pt x="0" y="4"/>
                  </a:lnTo>
                  <a:lnTo>
                    <a:pt x="4" y="7"/>
                  </a:lnTo>
                  <a:lnTo>
                    <a:pt x="14"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2" name="Freeform 1042"/>
            <p:cNvSpPr/>
            <p:nvPr/>
          </p:nvSpPr>
          <p:spPr bwMode="auto">
            <a:xfrm>
              <a:off x="3223" y="2810"/>
              <a:ext cx="14" cy="7"/>
            </a:xfrm>
            <a:custGeom>
              <a:avLst/>
              <a:gdLst/>
              <a:ahLst/>
              <a:cxnLst>
                <a:cxn ang="0">
                  <a:pos x="4" y="0"/>
                </a:cxn>
                <a:cxn ang="0">
                  <a:pos x="0" y="4"/>
                </a:cxn>
                <a:cxn ang="0">
                  <a:pos x="4" y="7"/>
                </a:cxn>
                <a:cxn ang="0">
                  <a:pos x="14" y="2"/>
                </a:cxn>
                <a:cxn ang="0">
                  <a:pos x="4" y="0"/>
                </a:cxn>
              </a:cxnLst>
              <a:rect l="0" t="0" r="r" b="b"/>
              <a:pathLst>
                <a:path w="14" h="7">
                  <a:moveTo>
                    <a:pt x="4" y="0"/>
                  </a:moveTo>
                  <a:lnTo>
                    <a:pt x="0" y="4"/>
                  </a:lnTo>
                  <a:lnTo>
                    <a:pt x="4" y="7"/>
                  </a:lnTo>
                  <a:lnTo>
                    <a:pt x="14"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43" name="Freeform 1043"/>
            <p:cNvSpPr/>
            <p:nvPr/>
          </p:nvSpPr>
          <p:spPr bwMode="auto">
            <a:xfrm>
              <a:off x="3220" y="2809"/>
              <a:ext cx="7" cy="5"/>
            </a:xfrm>
            <a:custGeom>
              <a:avLst/>
              <a:gdLst/>
              <a:ahLst/>
              <a:cxnLst>
                <a:cxn ang="0">
                  <a:pos x="0" y="0"/>
                </a:cxn>
                <a:cxn ang="0">
                  <a:pos x="0" y="3"/>
                </a:cxn>
                <a:cxn ang="0">
                  <a:pos x="3" y="5"/>
                </a:cxn>
                <a:cxn ang="0">
                  <a:pos x="7" y="1"/>
                </a:cxn>
                <a:cxn ang="0">
                  <a:pos x="0" y="0"/>
                </a:cxn>
              </a:cxnLst>
              <a:rect l="0" t="0" r="r" b="b"/>
              <a:pathLst>
                <a:path w="7" h="5">
                  <a:moveTo>
                    <a:pt x="0" y="0"/>
                  </a:moveTo>
                  <a:lnTo>
                    <a:pt x="0" y="3"/>
                  </a:lnTo>
                  <a:lnTo>
                    <a:pt x="3" y="5"/>
                  </a:lnTo>
                  <a:lnTo>
                    <a:pt x="7"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4" name="Freeform 1044"/>
            <p:cNvSpPr/>
            <p:nvPr/>
          </p:nvSpPr>
          <p:spPr bwMode="auto">
            <a:xfrm>
              <a:off x="3220" y="2809"/>
              <a:ext cx="7" cy="5"/>
            </a:xfrm>
            <a:custGeom>
              <a:avLst/>
              <a:gdLst/>
              <a:ahLst/>
              <a:cxnLst>
                <a:cxn ang="0">
                  <a:pos x="0" y="0"/>
                </a:cxn>
                <a:cxn ang="0">
                  <a:pos x="0" y="3"/>
                </a:cxn>
                <a:cxn ang="0">
                  <a:pos x="3" y="5"/>
                </a:cxn>
                <a:cxn ang="0">
                  <a:pos x="7" y="1"/>
                </a:cxn>
                <a:cxn ang="0">
                  <a:pos x="0" y="0"/>
                </a:cxn>
              </a:cxnLst>
              <a:rect l="0" t="0" r="r" b="b"/>
              <a:pathLst>
                <a:path w="7" h="5">
                  <a:moveTo>
                    <a:pt x="0" y="0"/>
                  </a:moveTo>
                  <a:lnTo>
                    <a:pt x="0" y="3"/>
                  </a:lnTo>
                  <a:lnTo>
                    <a:pt x="3" y="5"/>
                  </a:lnTo>
                  <a:lnTo>
                    <a:pt x="7"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45" name="Freeform 1045"/>
            <p:cNvSpPr/>
            <p:nvPr/>
          </p:nvSpPr>
          <p:spPr bwMode="auto">
            <a:xfrm>
              <a:off x="3217" y="2804"/>
              <a:ext cx="6" cy="5"/>
            </a:xfrm>
            <a:custGeom>
              <a:avLst/>
              <a:gdLst/>
              <a:ahLst/>
              <a:cxnLst>
                <a:cxn ang="0">
                  <a:pos x="6" y="0"/>
                </a:cxn>
                <a:cxn ang="0">
                  <a:pos x="0" y="0"/>
                </a:cxn>
                <a:cxn ang="0">
                  <a:pos x="0" y="5"/>
                </a:cxn>
                <a:cxn ang="0">
                  <a:pos x="3" y="5"/>
                </a:cxn>
                <a:cxn ang="0">
                  <a:pos x="6" y="0"/>
                </a:cxn>
              </a:cxnLst>
              <a:rect l="0" t="0" r="r" b="b"/>
              <a:pathLst>
                <a:path w="6" h="5">
                  <a:moveTo>
                    <a:pt x="6" y="0"/>
                  </a:moveTo>
                  <a:lnTo>
                    <a:pt x="0" y="0"/>
                  </a:lnTo>
                  <a:lnTo>
                    <a:pt x="0" y="5"/>
                  </a:lnTo>
                  <a:lnTo>
                    <a:pt x="3" y="5"/>
                  </a:lnTo>
                  <a:lnTo>
                    <a:pt x="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6" name="Freeform 1046"/>
            <p:cNvSpPr/>
            <p:nvPr/>
          </p:nvSpPr>
          <p:spPr bwMode="auto">
            <a:xfrm>
              <a:off x="3217" y="2804"/>
              <a:ext cx="6" cy="5"/>
            </a:xfrm>
            <a:custGeom>
              <a:avLst/>
              <a:gdLst/>
              <a:ahLst/>
              <a:cxnLst>
                <a:cxn ang="0">
                  <a:pos x="6" y="0"/>
                </a:cxn>
                <a:cxn ang="0">
                  <a:pos x="0" y="0"/>
                </a:cxn>
                <a:cxn ang="0">
                  <a:pos x="0" y="5"/>
                </a:cxn>
                <a:cxn ang="0">
                  <a:pos x="3" y="5"/>
                </a:cxn>
                <a:cxn ang="0">
                  <a:pos x="6" y="0"/>
                </a:cxn>
              </a:cxnLst>
              <a:rect l="0" t="0" r="r" b="b"/>
              <a:pathLst>
                <a:path w="6" h="5">
                  <a:moveTo>
                    <a:pt x="6" y="0"/>
                  </a:moveTo>
                  <a:lnTo>
                    <a:pt x="0" y="0"/>
                  </a:lnTo>
                  <a:lnTo>
                    <a:pt x="0" y="5"/>
                  </a:lnTo>
                  <a:lnTo>
                    <a:pt x="3" y="5"/>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2247" name="Freeform 1047"/>
            <p:cNvSpPr/>
            <p:nvPr/>
          </p:nvSpPr>
          <p:spPr bwMode="auto">
            <a:xfrm>
              <a:off x="3213" y="2804"/>
              <a:ext cx="4" cy="5"/>
            </a:xfrm>
            <a:custGeom>
              <a:avLst/>
              <a:gdLst/>
              <a:ahLst/>
              <a:cxnLst>
                <a:cxn ang="0">
                  <a:pos x="4" y="0"/>
                </a:cxn>
                <a:cxn ang="0">
                  <a:pos x="0" y="1"/>
                </a:cxn>
                <a:cxn ang="0">
                  <a:pos x="2" y="3"/>
                </a:cxn>
                <a:cxn ang="0">
                  <a:pos x="4" y="5"/>
                </a:cxn>
                <a:cxn ang="0">
                  <a:pos x="4" y="0"/>
                </a:cxn>
              </a:cxnLst>
              <a:rect l="0" t="0" r="r" b="b"/>
              <a:pathLst>
                <a:path w="4" h="5">
                  <a:moveTo>
                    <a:pt x="4" y="0"/>
                  </a:moveTo>
                  <a:lnTo>
                    <a:pt x="0" y="1"/>
                  </a:lnTo>
                  <a:lnTo>
                    <a:pt x="2" y="3"/>
                  </a:lnTo>
                  <a:lnTo>
                    <a:pt x="4" y="5"/>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8" name="Freeform 1048"/>
            <p:cNvSpPr/>
            <p:nvPr/>
          </p:nvSpPr>
          <p:spPr bwMode="auto">
            <a:xfrm>
              <a:off x="3213" y="2804"/>
              <a:ext cx="4" cy="5"/>
            </a:xfrm>
            <a:custGeom>
              <a:avLst/>
              <a:gdLst/>
              <a:ahLst/>
              <a:cxnLst>
                <a:cxn ang="0">
                  <a:pos x="4" y="0"/>
                </a:cxn>
                <a:cxn ang="0">
                  <a:pos x="0" y="1"/>
                </a:cxn>
                <a:cxn ang="0">
                  <a:pos x="2" y="3"/>
                </a:cxn>
                <a:cxn ang="0">
                  <a:pos x="4" y="5"/>
                </a:cxn>
                <a:cxn ang="0">
                  <a:pos x="4" y="0"/>
                </a:cxn>
              </a:cxnLst>
              <a:rect l="0" t="0" r="r" b="b"/>
              <a:pathLst>
                <a:path w="4" h="5">
                  <a:moveTo>
                    <a:pt x="4" y="0"/>
                  </a:moveTo>
                  <a:lnTo>
                    <a:pt x="0" y="1"/>
                  </a:lnTo>
                  <a:lnTo>
                    <a:pt x="2" y="3"/>
                  </a:lnTo>
                  <a:lnTo>
                    <a:pt x="4" y="5"/>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49" name="Freeform 1049"/>
            <p:cNvSpPr/>
            <p:nvPr/>
          </p:nvSpPr>
          <p:spPr bwMode="auto">
            <a:xfrm>
              <a:off x="3217" y="2809"/>
              <a:ext cx="3" cy="3"/>
            </a:xfrm>
            <a:custGeom>
              <a:avLst/>
              <a:gdLst/>
              <a:ahLst/>
              <a:cxnLst>
                <a:cxn ang="0">
                  <a:pos x="0" y="0"/>
                </a:cxn>
                <a:cxn ang="0">
                  <a:pos x="0" y="1"/>
                </a:cxn>
                <a:cxn ang="0">
                  <a:pos x="3" y="3"/>
                </a:cxn>
                <a:cxn ang="0">
                  <a:pos x="3" y="0"/>
                </a:cxn>
                <a:cxn ang="0">
                  <a:pos x="0" y="0"/>
                </a:cxn>
              </a:cxnLst>
              <a:rect l="0" t="0" r="r" b="b"/>
              <a:pathLst>
                <a:path w="3" h="3">
                  <a:moveTo>
                    <a:pt x="0" y="0"/>
                  </a:moveTo>
                  <a:lnTo>
                    <a:pt x="0" y="1"/>
                  </a:lnTo>
                  <a:lnTo>
                    <a:pt x="3" y="3"/>
                  </a:lnTo>
                  <a:lnTo>
                    <a:pt x="3"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0" name="Freeform 1050"/>
            <p:cNvSpPr/>
            <p:nvPr/>
          </p:nvSpPr>
          <p:spPr bwMode="auto">
            <a:xfrm>
              <a:off x="3217" y="2809"/>
              <a:ext cx="3" cy="3"/>
            </a:xfrm>
            <a:custGeom>
              <a:avLst/>
              <a:gdLst/>
              <a:ahLst/>
              <a:cxnLst>
                <a:cxn ang="0">
                  <a:pos x="0" y="0"/>
                </a:cxn>
                <a:cxn ang="0">
                  <a:pos x="0" y="1"/>
                </a:cxn>
                <a:cxn ang="0">
                  <a:pos x="3" y="3"/>
                </a:cxn>
                <a:cxn ang="0">
                  <a:pos x="3" y="0"/>
                </a:cxn>
                <a:cxn ang="0">
                  <a:pos x="0" y="0"/>
                </a:cxn>
              </a:cxnLst>
              <a:rect l="0" t="0" r="r" b="b"/>
              <a:pathLst>
                <a:path w="3" h="3">
                  <a:moveTo>
                    <a:pt x="0" y="0"/>
                  </a:moveTo>
                  <a:lnTo>
                    <a:pt x="0" y="1"/>
                  </a:lnTo>
                  <a:lnTo>
                    <a:pt x="3" y="3"/>
                  </a:lnTo>
                  <a:lnTo>
                    <a:pt x="3"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51" name="Freeform 1051"/>
            <p:cNvSpPr/>
            <p:nvPr/>
          </p:nvSpPr>
          <p:spPr bwMode="auto">
            <a:xfrm>
              <a:off x="3215" y="2807"/>
              <a:ext cx="2" cy="3"/>
            </a:xfrm>
            <a:custGeom>
              <a:avLst/>
              <a:gdLst/>
              <a:ahLst/>
              <a:cxnLst>
                <a:cxn ang="0">
                  <a:pos x="0" y="0"/>
                </a:cxn>
                <a:cxn ang="0">
                  <a:pos x="0" y="3"/>
                </a:cxn>
                <a:cxn ang="0">
                  <a:pos x="2" y="3"/>
                </a:cxn>
                <a:cxn ang="0">
                  <a:pos x="2" y="2"/>
                </a:cxn>
                <a:cxn ang="0">
                  <a:pos x="0" y="0"/>
                </a:cxn>
              </a:cxnLst>
              <a:rect l="0" t="0" r="r" b="b"/>
              <a:pathLst>
                <a:path w="2" h="3">
                  <a:moveTo>
                    <a:pt x="0" y="0"/>
                  </a:moveTo>
                  <a:lnTo>
                    <a:pt x="0" y="3"/>
                  </a:lnTo>
                  <a:lnTo>
                    <a:pt x="2" y="3"/>
                  </a:lnTo>
                  <a:lnTo>
                    <a:pt x="2"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2" name="Freeform 1052"/>
            <p:cNvSpPr/>
            <p:nvPr/>
          </p:nvSpPr>
          <p:spPr bwMode="auto">
            <a:xfrm>
              <a:off x="3215" y="2807"/>
              <a:ext cx="2" cy="3"/>
            </a:xfrm>
            <a:custGeom>
              <a:avLst/>
              <a:gdLst/>
              <a:ahLst/>
              <a:cxnLst>
                <a:cxn ang="0">
                  <a:pos x="0" y="0"/>
                </a:cxn>
                <a:cxn ang="0">
                  <a:pos x="0" y="3"/>
                </a:cxn>
                <a:cxn ang="0">
                  <a:pos x="2" y="3"/>
                </a:cxn>
                <a:cxn ang="0">
                  <a:pos x="2" y="2"/>
                </a:cxn>
                <a:cxn ang="0">
                  <a:pos x="0" y="0"/>
                </a:cxn>
              </a:cxnLst>
              <a:rect l="0" t="0" r="r" b="b"/>
              <a:pathLst>
                <a:path w="2" h="3">
                  <a:moveTo>
                    <a:pt x="0" y="0"/>
                  </a:moveTo>
                  <a:lnTo>
                    <a:pt x="0" y="3"/>
                  </a:lnTo>
                  <a:lnTo>
                    <a:pt x="2" y="3"/>
                  </a:lnTo>
                  <a:lnTo>
                    <a:pt x="2"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53" name="Freeform 1053"/>
            <p:cNvSpPr/>
            <p:nvPr/>
          </p:nvSpPr>
          <p:spPr bwMode="auto">
            <a:xfrm>
              <a:off x="3212" y="2805"/>
              <a:ext cx="3" cy="2"/>
            </a:xfrm>
            <a:custGeom>
              <a:avLst/>
              <a:gdLst/>
              <a:ahLst/>
              <a:cxnLst>
                <a:cxn ang="0">
                  <a:pos x="1" y="0"/>
                </a:cxn>
                <a:cxn ang="0">
                  <a:pos x="0" y="0"/>
                </a:cxn>
                <a:cxn ang="0">
                  <a:pos x="1" y="2"/>
                </a:cxn>
                <a:cxn ang="0">
                  <a:pos x="3" y="2"/>
                </a:cxn>
                <a:cxn ang="0">
                  <a:pos x="1" y="0"/>
                </a:cxn>
              </a:cxnLst>
              <a:rect l="0" t="0" r="r" b="b"/>
              <a:pathLst>
                <a:path w="3" h="2">
                  <a:moveTo>
                    <a:pt x="1" y="0"/>
                  </a:moveTo>
                  <a:lnTo>
                    <a:pt x="0" y="0"/>
                  </a:lnTo>
                  <a:lnTo>
                    <a:pt x="1" y="2"/>
                  </a:lnTo>
                  <a:lnTo>
                    <a:pt x="3"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4" name="Freeform 1054"/>
            <p:cNvSpPr/>
            <p:nvPr/>
          </p:nvSpPr>
          <p:spPr bwMode="auto">
            <a:xfrm>
              <a:off x="3212" y="2805"/>
              <a:ext cx="3" cy="2"/>
            </a:xfrm>
            <a:custGeom>
              <a:avLst/>
              <a:gdLst/>
              <a:ahLst/>
              <a:cxnLst>
                <a:cxn ang="0">
                  <a:pos x="1" y="0"/>
                </a:cxn>
                <a:cxn ang="0">
                  <a:pos x="0" y="0"/>
                </a:cxn>
                <a:cxn ang="0">
                  <a:pos x="1" y="2"/>
                </a:cxn>
                <a:cxn ang="0">
                  <a:pos x="3" y="2"/>
                </a:cxn>
                <a:cxn ang="0">
                  <a:pos x="1" y="0"/>
                </a:cxn>
              </a:cxnLst>
              <a:rect l="0" t="0" r="r" b="b"/>
              <a:pathLst>
                <a:path w="3" h="2">
                  <a:moveTo>
                    <a:pt x="1" y="0"/>
                  </a:moveTo>
                  <a:lnTo>
                    <a:pt x="0" y="0"/>
                  </a:lnTo>
                  <a:lnTo>
                    <a:pt x="1" y="2"/>
                  </a:lnTo>
                  <a:lnTo>
                    <a:pt x="3"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55" name="Freeform 1055"/>
            <p:cNvSpPr/>
            <p:nvPr/>
          </p:nvSpPr>
          <p:spPr bwMode="auto">
            <a:xfrm>
              <a:off x="3210" y="2805"/>
              <a:ext cx="3" cy="2"/>
            </a:xfrm>
            <a:custGeom>
              <a:avLst/>
              <a:gdLst/>
              <a:ahLst/>
              <a:cxnLst>
                <a:cxn ang="0">
                  <a:pos x="2" y="0"/>
                </a:cxn>
                <a:cxn ang="0">
                  <a:pos x="0" y="0"/>
                </a:cxn>
                <a:cxn ang="0">
                  <a:pos x="0" y="2"/>
                </a:cxn>
                <a:cxn ang="0">
                  <a:pos x="3" y="2"/>
                </a:cxn>
                <a:cxn ang="0">
                  <a:pos x="2" y="0"/>
                </a:cxn>
              </a:cxnLst>
              <a:rect l="0" t="0" r="r" b="b"/>
              <a:pathLst>
                <a:path w="3" h="2">
                  <a:moveTo>
                    <a:pt x="2" y="0"/>
                  </a:moveTo>
                  <a:lnTo>
                    <a:pt x="0" y="0"/>
                  </a:lnTo>
                  <a:lnTo>
                    <a:pt x="0" y="2"/>
                  </a:lnTo>
                  <a:lnTo>
                    <a:pt x="3"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6" name="Freeform 1056"/>
            <p:cNvSpPr/>
            <p:nvPr/>
          </p:nvSpPr>
          <p:spPr bwMode="auto">
            <a:xfrm>
              <a:off x="3210" y="2805"/>
              <a:ext cx="3" cy="2"/>
            </a:xfrm>
            <a:custGeom>
              <a:avLst/>
              <a:gdLst/>
              <a:ahLst/>
              <a:cxnLst>
                <a:cxn ang="0">
                  <a:pos x="2" y="0"/>
                </a:cxn>
                <a:cxn ang="0">
                  <a:pos x="0" y="0"/>
                </a:cxn>
                <a:cxn ang="0">
                  <a:pos x="0" y="2"/>
                </a:cxn>
                <a:cxn ang="0">
                  <a:pos x="3" y="2"/>
                </a:cxn>
                <a:cxn ang="0">
                  <a:pos x="2" y="0"/>
                </a:cxn>
              </a:cxnLst>
              <a:rect l="0" t="0" r="r" b="b"/>
              <a:pathLst>
                <a:path w="3" h="2">
                  <a:moveTo>
                    <a:pt x="2" y="0"/>
                  </a:moveTo>
                  <a:lnTo>
                    <a:pt x="0" y="0"/>
                  </a:lnTo>
                  <a:lnTo>
                    <a:pt x="0" y="2"/>
                  </a:lnTo>
                  <a:lnTo>
                    <a:pt x="3"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57" name="Freeform 1057"/>
            <p:cNvSpPr/>
            <p:nvPr/>
          </p:nvSpPr>
          <p:spPr bwMode="auto">
            <a:xfrm>
              <a:off x="3213" y="2807"/>
              <a:ext cx="2" cy="3"/>
            </a:xfrm>
            <a:custGeom>
              <a:avLst/>
              <a:gdLst/>
              <a:ahLst/>
              <a:cxnLst>
                <a:cxn ang="0">
                  <a:pos x="0" y="0"/>
                </a:cxn>
                <a:cxn ang="0">
                  <a:pos x="0" y="2"/>
                </a:cxn>
                <a:cxn ang="0">
                  <a:pos x="2" y="3"/>
                </a:cxn>
                <a:cxn ang="0">
                  <a:pos x="2" y="0"/>
                </a:cxn>
                <a:cxn ang="0">
                  <a:pos x="0" y="0"/>
                </a:cxn>
              </a:cxnLst>
              <a:rect l="0" t="0" r="r" b="b"/>
              <a:pathLst>
                <a:path w="2" h="3">
                  <a:moveTo>
                    <a:pt x="0" y="0"/>
                  </a:moveTo>
                  <a:lnTo>
                    <a:pt x="0" y="2"/>
                  </a:lnTo>
                  <a:lnTo>
                    <a:pt x="2" y="3"/>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8" name="Freeform 1058"/>
            <p:cNvSpPr/>
            <p:nvPr/>
          </p:nvSpPr>
          <p:spPr bwMode="auto">
            <a:xfrm>
              <a:off x="3213" y="2807"/>
              <a:ext cx="2" cy="3"/>
            </a:xfrm>
            <a:custGeom>
              <a:avLst/>
              <a:gdLst/>
              <a:ahLst/>
              <a:cxnLst>
                <a:cxn ang="0">
                  <a:pos x="0" y="0"/>
                </a:cxn>
                <a:cxn ang="0">
                  <a:pos x="0" y="2"/>
                </a:cxn>
                <a:cxn ang="0">
                  <a:pos x="2" y="3"/>
                </a:cxn>
                <a:cxn ang="0">
                  <a:pos x="2" y="0"/>
                </a:cxn>
                <a:cxn ang="0">
                  <a:pos x="0" y="0"/>
                </a:cxn>
              </a:cxnLst>
              <a:rect l="0" t="0" r="r" b="b"/>
              <a:pathLst>
                <a:path w="2" h="3">
                  <a:moveTo>
                    <a:pt x="0" y="0"/>
                  </a:moveTo>
                  <a:lnTo>
                    <a:pt x="0" y="2"/>
                  </a:lnTo>
                  <a:lnTo>
                    <a:pt x="2" y="3"/>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59" name="Freeform 1059"/>
            <p:cNvSpPr/>
            <p:nvPr/>
          </p:nvSpPr>
          <p:spPr bwMode="auto">
            <a:xfrm>
              <a:off x="3210" y="2807"/>
              <a:ext cx="3" cy="2"/>
            </a:xfrm>
            <a:custGeom>
              <a:avLst/>
              <a:gdLst/>
              <a:ahLst/>
              <a:cxnLst>
                <a:cxn ang="0">
                  <a:pos x="0" y="0"/>
                </a:cxn>
                <a:cxn ang="0">
                  <a:pos x="3" y="2"/>
                </a:cxn>
                <a:cxn ang="0">
                  <a:pos x="3" y="0"/>
                </a:cxn>
                <a:cxn ang="0">
                  <a:pos x="0" y="0"/>
                </a:cxn>
              </a:cxnLst>
              <a:rect l="0" t="0" r="r" b="b"/>
              <a:pathLst>
                <a:path w="3" h="2">
                  <a:moveTo>
                    <a:pt x="0" y="0"/>
                  </a:moveTo>
                  <a:lnTo>
                    <a:pt x="3" y="2"/>
                  </a:lnTo>
                  <a:lnTo>
                    <a:pt x="3"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0" name="Freeform 1060"/>
            <p:cNvSpPr/>
            <p:nvPr/>
          </p:nvSpPr>
          <p:spPr bwMode="auto">
            <a:xfrm>
              <a:off x="3210" y="2807"/>
              <a:ext cx="3" cy="2"/>
            </a:xfrm>
            <a:custGeom>
              <a:avLst/>
              <a:gdLst/>
              <a:ahLst/>
              <a:cxnLst>
                <a:cxn ang="0">
                  <a:pos x="0" y="0"/>
                </a:cxn>
                <a:cxn ang="0">
                  <a:pos x="3" y="2"/>
                </a:cxn>
                <a:cxn ang="0">
                  <a:pos x="3" y="0"/>
                </a:cxn>
                <a:cxn ang="0">
                  <a:pos x="0" y="0"/>
                </a:cxn>
              </a:cxnLst>
              <a:rect l="0" t="0" r="r" b="b"/>
              <a:pathLst>
                <a:path w="3" h="2">
                  <a:moveTo>
                    <a:pt x="0" y="0"/>
                  </a:moveTo>
                  <a:lnTo>
                    <a:pt x="3" y="2"/>
                  </a:lnTo>
                  <a:lnTo>
                    <a:pt x="3"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61" name="Freeform 1061"/>
            <p:cNvSpPr/>
            <p:nvPr/>
          </p:nvSpPr>
          <p:spPr bwMode="auto">
            <a:xfrm>
              <a:off x="3191" y="2817"/>
              <a:ext cx="5" cy="4"/>
            </a:xfrm>
            <a:custGeom>
              <a:avLst/>
              <a:gdLst/>
              <a:ahLst/>
              <a:cxnLst>
                <a:cxn ang="0">
                  <a:pos x="4" y="0"/>
                </a:cxn>
                <a:cxn ang="0">
                  <a:pos x="0" y="2"/>
                </a:cxn>
                <a:cxn ang="0">
                  <a:pos x="4" y="4"/>
                </a:cxn>
                <a:cxn ang="0">
                  <a:pos x="5" y="2"/>
                </a:cxn>
                <a:cxn ang="0">
                  <a:pos x="4" y="0"/>
                </a:cxn>
              </a:cxnLst>
              <a:rect l="0" t="0" r="r" b="b"/>
              <a:pathLst>
                <a:path w="5" h="4">
                  <a:moveTo>
                    <a:pt x="4" y="0"/>
                  </a:moveTo>
                  <a:lnTo>
                    <a:pt x="0" y="2"/>
                  </a:lnTo>
                  <a:lnTo>
                    <a:pt x="4" y="4"/>
                  </a:lnTo>
                  <a:lnTo>
                    <a:pt x="5"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2" name="Freeform 1062"/>
            <p:cNvSpPr/>
            <p:nvPr/>
          </p:nvSpPr>
          <p:spPr bwMode="auto">
            <a:xfrm>
              <a:off x="3191" y="2817"/>
              <a:ext cx="5" cy="4"/>
            </a:xfrm>
            <a:custGeom>
              <a:avLst/>
              <a:gdLst/>
              <a:ahLst/>
              <a:cxnLst>
                <a:cxn ang="0">
                  <a:pos x="4" y="0"/>
                </a:cxn>
                <a:cxn ang="0">
                  <a:pos x="0" y="2"/>
                </a:cxn>
                <a:cxn ang="0">
                  <a:pos x="4" y="4"/>
                </a:cxn>
                <a:cxn ang="0">
                  <a:pos x="5" y="2"/>
                </a:cxn>
                <a:cxn ang="0">
                  <a:pos x="4" y="0"/>
                </a:cxn>
              </a:cxnLst>
              <a:rect l="0" t="0" r="r" b="b"/>
              <a:pathLst>
                <a:path w="5" h="4">
                  <a:moveTo>
                    <a:pt x="4" y="0"/>
                  </a:moveTo>
                  <a:lnTo>
                    <a:pt x="0" y="2"/>
                  </a:lnTo>
                  <a:lnTo>
                    <a:pt x="4" y="4"/>
                  </a:lnTo>
                  <a:lnTo>
                    <a:pt x="5"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63" name="Freeform 1063"/>
            <p:cNvSpPr/>
            <p:nvPr/>
          </p:nvSpPr>
          <p:spPr bwMode="auto">
            <a:xfrm>
              <a:off x="3195" y="2814"/>
              <a:ext cx="1" cy="5"/>
            </a:xfrm>
            <a:custGeom>
              <a:avLst/>
              <a:gdLst/>
              <a:ahLst/>
              <a:cxnLst>
                <a:cxn ang="0">
                  <a:pos x="1" y="0"/>
                </a:cxn>
                <a:cxn ang="0">
                  <a:pos x="0" y="3"/>
                </a:cxn>
                <a:cxn ang="0">
                  <a:pos x="1" y="5"/>
                </a:cxn>
                <a:cxn ang="0">
                  <a:pos x="1" y="3"/>
                </a:cxn>
                <a:cxn ang="0">
                  <a:pos x="1" y="0"/>
                </a:cxn>
              </a:cxnLst>
              <a:rect l="0" t="0" r="r" b="b"/>
              <a:pathLst>
                <a:path w="1" h="5">
                  <a:moveTo>
                    <a:pt x="1" y="0"/>
                  </a:moveTo>
                  <a:lnTo>
                    <a:pt x="0" y="3"/>
                  </a:lnTo>
                  <a:lnTo>
                    <a:pt x="1" y="5"/>
                  </a:lnTo>
                  <a:lnTo>
                    <a:pt x="1" y="3"/>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4" name="Freeform 1064"/>
            <p:cNvSpPr/>
            <p:nvPr/>
          </p:nvSpPr>
          <p:spPr bwMode="auto">
            <a:xfrm>
              <a:off x="3195" y="2814"/>
              <a:ext cx="1" cy="5"/>
            </a:xfrm>
            <a:custGeom>
              <a:avLst/>
              <a:gdLst/>
              <a:ahLst/>
              <a:cxnLst>
                <a:cxn ang="0">
                  <a:pos x="1" y="0"/>
                </a:cxn>
                <a:cxn ang="0">
                  <a:pos x="0" y="3"/>
                </a:cxn>
                <a:cxn ang="0">
                  <a:pos x="1" y="5"/>
                </a:cxn>
                <a:cxn ang="0">
                  <a:pos x="1" y="3"/>
                </a:cxn>
                <a:cxn ang="0">
                  <a:pos x="1" y="0"/>
                </a:cxn>
              </a:cxnLst>
              <a:rect l="0" t="0" r="r" b="b"/>
              <a:pathLst>
                <a:path w="1" h="5">
                  <a:moveTo>
                    <a:pt x="1" y="0"/>
                  </a:moveTo>
                  <a:lnTo>
                    <a:pt x="0" y="3"/>
                  </a:lnTo>
                  <a:lnTo>
                    <a:pt x="1" y="5"/>
                  </a:lnTo>
                  <a:lnTo>
                    <a:pt x="1" y="3"/>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65" name="Freeform 1065"/>
            <p:cNvSpPr/>
            <p:nvPr/>
          </p:nvSpPr>
          <p:spPr bwMode="auto">
            <a:xfrm>
              <a:off x="3195" y="2819"/>
              <a:ext cx="1" cy="3"/>
            </a:xfrm>
            <a:custGeom>
              <a:avLst/>
              <a:gdLst/>
              <a:ahLst/>
              <a:cxnLst>
                <a:cxn ang="0">
                  <a:pos x="1" y="0"/>
                </a:cxn>
                <a:cxn ang="0">
                  <a:pos x="0" y="2"/>
                </a:cxn>
                <a:cxn ang="0">
                  <a:pos x="1" y="3"/>
                </a:cxn>
                <a:cxn ang="0">
                  <a:pos x="1" y="2"/>
                </a:cxn>
                <a:cxn ang="0">
                  <a:pos x="1" y="0"/>
                </a:cxn>
              </a:cxnLst>
              <a:rect l="0" t="0" r="r" b="b"/>
              <a:pathLst>
                <a:path w="1" h="3">
                  <a:moveTo>
                    <a:pt x="1" y="0"/>
                  </a:moveTo>
                  <a:lnTo>
                    <a:pt x="0" y="2"/>
                  </a:lnTo>
                  <a:lnTo>
                    <a:pt x="1" y="3"/>
                  </a:lnTo>
                  <a:lnTo>
                    <a:pt x="1"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6" name="Freeform 1066"/>
            <p:cNvSpPr/>
            <p:nvPr/>
          </p:nvSpPr>
          <p:spPr bwMode="auto">
            <a:xfrm>
              <a:off x="3195" y="2819"/>
              <a:ext cx="1" cy="3"/>
            </a:xfrm>
            <a:custGeom>
              <a:avLst/>
              <a:gdLst/>
              <a:ahLst/>
              <a:cxnLst>
                <a:cxn ang="0">
                  <a:pos x="1" y="0"/>
                </a:cxn>
                <a:cxn ang="0">
                  <a:pos x="0" y="2"/>
                </a:cxn>
                <a:cxn ang="0">
                  <a:pos x="1" y="3"/>
                </a:cxn>
                <a:cxn ang="0">
                  <a:pos x="1" y="2"/>
                </a:cxn>
                <a:cxn ang="0">
                  <a:pos x="1" y="0"/>
                </a:cxn>
              </a:cxnLst>
              <a:rect l="0" t="0" r="r" b="b"/>
              <a:pathLst>
                <a:path w="1" h="3">
                  <a:moveTo>
                    <a:pt x="1" y="0"/>
                  </a:moveTo>
                  <a:lnTo>
                    <a:pt x="0" y="2"/>
                  </a:lnTo>
                  <a:lnTo>
                    <a:pt x="1" y="3"/>
                  </a:lnTo>
                  <a:lnTo>
                    <a:pt x="1"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67" name="Freeform 1067"/>
            <p:cNvSpPr/>
            <p:nvPr/>
          </p:nvSpPr>
          <p:spPr bwMode="auto">
            <a:xfrm>
              <a:off x="3196" y="2821"/>
              <a:ext cx="2" cy="3"/>
            </a:xfrm>
            <a:custGeom>
              <a:avLst/>
              <a:gdLst/>
              <a:ahLst/>
              <a:cxnLst>
                <a:cxn ang="0">
                  <a:pos x="0" y="0"/>
                </a:cxn>
                <a:cxn ang="0">
                  <a:pos x="0" y="1"/>
                </a:cxn>
                <a:cxn ang="0">
                  <a:pos x="2" y="3"/>
                </a:cxn>
                <a:cxn ang="0">
                  <a:pos x="2" y="1"/>
                </a:cxn>
                <a:cxn ang="0">
                  <a:pos x="0" y="0"/>
                </a:cxn>
              </a:cxnLst>
              <a:rect l="0" t="0" r="r" b="b"/>
              <a:pathLst>
                <a:path w="2" h="3">
                  <a:moveTo>
                    <a:pt x="0" y="0"/>
                  </a:moveTo>
                  <a:lnTo>
                    <a:pt x="0" y="1"/>
                  </a:lnTo>
                  <a:lnTo>
                    <a:pt x="2" y="3"/>
                  </a:lnTo>
                  <a:lnTo>
                    <a:pt x="2"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8" name="Freeform 1068"/>
            <p:cNvSpPr/>
            <p:nvPr/>
          </p:nvSpPr>
          <p:spPr bwMode="auto">
            <a:xfrm>
              <a:off x="3196" y="2821"/>
              <a:ext cx="2" cy="3"/>
            </a:xfrm>
            <a:custGeom>
              <a:avLst/>
              <a:gdLst/>
              <a:ahLst/>
              <a:cxnLst>
                <a:cxn ang="0">
                  <a:pos x="0" y="0"/>
                </a:cxn>
                <a:cxn ang="0">
                  <a:pos x="0" y="1"/>
                </a:cxn>
                <a:cxn ang="0">
                  <a:pos x="2" y="3"/>
                </a:cxn>
                <a:cxn ang="0">
                  <a:pos x="2" y="1"/>
                </a:cxn>
                <a:cxn ang="0">
                  <a:pos x="0" y="0"/>
                </a:cxn>
              </a:cxnLst>
              <a:rect l="0" t="0" r="r" b="b"/>
              <a:pathLst>
                <a:path w="2" h="3">
                  <a:moveTo>
                    <a:pt x="0" y="0"/>
                  </a:moveTo>
                  <a:lnTo>
                    <a:pt x="0" y="1"/>
                  </a:lnTo>
                  <a:lnTo>
                    <a:pt x="2" y="3"/>
                  </a:lnTo>
                  <a:lnTo>
                    <a:pt x="2"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69" name="Freeform 1069"/>
            <p:cNvSpPr/>
            <p:nvPr/>
          </p:nvSpPr>
          <p:spPr bwMode="auto">
            <a:xfrm>
              <a:off x="3196" y="2817"/>
              <a:ext cx="1" cy="4"/>
            </a:xfrm>
            <a:custGeom>
              <a:avLst/>
              <a:gdLst/>
              <a:ahLst/>
              <a:cxnLst>
                <a:cxn ang="0">
                  <a:pos x="0" y="0"/>
                </a:cxn>
                <a:cxn ang="0">
                  <a:pos x="0" y="2"/>
                </a:cxn>
                <a:cxn ang="0">
                  <a:pos x="0" y="4"/>
                </a:cxn>
                <a:cxn ang="0">
                  <a:pos x="0" y="2"/>
                </a:cxn>
                <a:cxn ang="0">
                  <a:pos x="0" y="0"/>
                </a:cxn>
              </a:cxnLst>
              <a:rect l="0" t="0" r="r" b="b"/>
              <a:pathLst>
                <a:path h="4">
                  <a:moveTo>
                    <a:pt x="0" y="0"/>
                  </a:moveTo>
                  <a:lnTo>
                    <a:pt x="0" y="2"/>
                  </a:lnTo>
                  <a:lnTo>
                    <a:pt x="0" y="4"/>
                  </a:lnTo>
                  <a:lnTo>
                    <a:pt x="0"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0" name="Freeform 1070"/>
            <p:cNvSpPr/>
            <p:nvPr/>
          </p:nvSpPr>
          <p:spPr bwMode="auto">
            <a:xfrm>
              <a:off x="3196" y="2817"/>
              <a:ext cx="1" cy="4"/>
            </a:xfrm>
            <a:custGeom>
              <a:avLst/>
              <a:gdLst/>
              <a:ahLst/>
              <a:cxnLst>
                <a:cxn ang="0">
                  <a:pos x="0" y="0"/>
                </a:cxn>
                <a:cxn ang="0">
                  <a:pos x="0" y="2"/>
                </a:cxn>
                <a:cxn ang="0">
                  <a:pos x="0" y="4"/>
                </a:cxn>
                <a:cxn ang="0">
                  <a:pos x="0" y="2"/>
                </a:cxn>
                <a:cxn ang="0">
                  <a:pos x="0" y="0"/>
                </a:cxn>
              </a:cxnLst>
              <a:rect l="0" t="0" r="r" b="b"/>
              <a:pathLst>
                <a:path h="4">
                  <a:moveTo>
                    <a:pt x="0" y="0"/>
                  </a:moveTo>
                  <a:lnTo>
                    <a:pt x="0" y="2"/>
                  </a:lnTo>
                  <a:lnTo>
                    <a:pt x="0" y="4"/>
                  </a:lnTo>
                  <a:lnTo>
                    <a:pt x="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71" name="Freeform 1071"/>
            <p:cNvSpPr/>
            <p:nvPr/>
          </p:nvSpPr>
          <p:spPr bwMode="auto">
            <a:xfrm>
              <a:off x="3196" y="2819"/>
              <a:ext cx="2" cy="3"/>
            </a:xfrm>
            <a:custGeom>
              <a:avLst/>
              <a:gdLst/>
              <a:ahLst/>
              <a:cxnLst>
                <a:cxn ang="0">
                  <a:pos x="0" y="0"/>
                </a:cxn>
                <a:cxn ang="0">
                  <a:pos x="0" y="2"/>
                </a:cxn>
                <a:cxn ang="0">
                  <a:pos x="2" y="3"/>
                </a:cxn>
                <a:cxn ang="0">
                  <a:pos x="0" y="0"/>
                </a:cxn>
              </a:cxnLst>
              <a:rect l="0" t="0" r="r" b="b"/>
              <a:pathLst>
                <a:path w="2" h="3">
                  <a:moveTo>
                    <a:pt x="0" y="0"/>
                  </a:moveTo>
                  <a:lnTo>
                    <a:pt x="0" y="2"/>
                  </a:lnTo>
                  <a:lnTo>
                    <a:pt x="2"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2" name="Freeform 1072"/>
            <p:cNvSpPr/>
            <p:nvPr/>
          </p:nvSpPr>
          <p:spPr bwMode="auto">
            <a:xfrm>
              <a:off x="3196" y="2819"/>
              <a:ext cx="2" cy="3"/>
            </a:xfrm>
            <a:custGeom>
              <a:avLst/>
              <a:gdLst/>
              <a:ahLst/>
              <a:cxnLst>
                <a:cxn ang="0">
                  <a:pos x="0" y="0"/>
                </a:cxn>
                <a:cxn ang="0">
                  <a:pos x="0" y="2"/>
                </a:cxn>
                <a:cxn ang="0">
                  <a:pos x="2" y="3"/>
                </a:cxn>
                <a:cxn ang="0">
                  <a:pos x="0" y="0"/>
                </a:cxn>
              </a:cxnLst>
              <a:rect l="0" t="0" r="r" b="b"/>
              <a:pathLst>
                <a:path w="2" h="3">
                  <a:moveTo>
                    <a:pt x="0" y="0"/>
                  </a:moveTo>
                  <a:lnTo>
                    <a:pt x="0" y="2"/>
                  </a:lnTo>
                  <a:lnTo>
                    <a:pt x="2"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73" name="Freeform 1073"/>
            <p:cNvSpPr/>
            <p:nvPr/>
          </p:nvSpPr>
          <p:spPr bwMode="auto">
            <a:xfrm>
              <a:off x="3223" y="2817"/>
              <a:ext cx="14" cy="7"/>
            </a:xfrm>
            <a:custGeom>
              <a:avLst/>
              <a:gdLst/>
              <a:ahLst/>
              <a:cxnLst>
                <a:cxn ang="0">
                  <a:pos x="4" y="0"/>
                </a:cxn>
                <a:cxn ang="0">
                  <a:pos x="0" y="2"/>
                </a:cxn>
                <a:cxn ang="0">
                  <a:pos x="4" y="7"/>
                </a:cxn>
                <a:cxn ang="0">
                  <a:pos x="14" y="5"/>
                </a:cxn>
                <a:cxn ang="0">
                  <a:pos x="4" y="0"/>
                </a:cxn>
              </a:cxnLst>
              <a:rect l="0" t="0" r="r" b="b"/>
              <a:pathLst>
                <a:path w="14" h="7">
                  <a:moveTo>
                    <a:pt x="4" y="0"/>
                  </a:moveTo>
                  <a:lnTo>
                    <a:pt x="0" y="2"/>
                  </a:lnTo>
                  <a:lnTo>
                    <a:pt x="4" y="7"/>
                  </a:lnTo>
                  <a:lnTo>
                    <a:pt x="14" y="5"/>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4" name="Freeform 1074"/>
            <p:cNvSpPr/>
            <p:nvPr/>
          </p:nvSpPr>
          <p:spPr bwMode="auto">
            <a:xfrm>
              <a:off x="3223" y="2817"/>
              <a:ext cx="14" cy="7"/>
            </a:xfrm>
            <a:custGeom>
              <a:avLst/>
              <a:gdLst/>
              <a:ahLst/>
              <a:cxnLst>
                <a:cxn ang="0">
                  <a:pos x="4" y="0"/>
                </a:cxn>
                <a:cxn ang="0">
                  <a:pos x="0" y="2"/>
                </a:cxn>
                <a:cxn ang="0">
                  <a:pos x="4" y="7"/>
                </a:cxn>
                <a:cxn ang="0">
                  <a:pos x="14" y="5"/>
                </a:cxn>
                <a:cxn ang="0">
                  <a:pos x="4" y="0"/>
                </a:cxn>
              </a:cxnLst>
              <a:rect l="0" t="0" r="r" b="b"/>
              <a:pathLst>
                <a:path w="14" h="7">
                  <a:moveTo>
                    <a:pt x="4" y="0"/>
                  </a:moveTo>
                  <a:lnTo>
                    <a:pt x="0" y="2"/>
                  </a:lnTo>
                  <a:lnTo>
                    <a:pt x="4" y="7"/>
                  </a:lnTo>
                  <a:lnTo>
                    <a:pt x="14" y="5"/>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75" name="Freeform 1075"/>
            <p:cNvSpPr/>
            <p:nvPr/>
          </p:nvSpPr>
          <p:spPr bwMode="auto">
            <a:xfrm>
              <a:off x="3220" y="2819"/>
              <a:ext cx="7" cy="5"/>
            </a:xfrm>
            <a:custGeom>
              <a:avLst/>
              <a:gdLst/>
              <a:ahLst/>
              <a:cxnLst>
                <a:cxn ang="0">
                  <a:pos x="3" y="0"/>
                </a:cxn>
                <a:cxn ang="0">
                  <a:pos x="0" y="2"/>
                </a:cxn>
                <a:cxn ang="0">
                  <a:pos x="0" y="5"/>
                </a:cxn>
                <a:cxn ang="0">
                  <a:pos x="7" y="5"/>
                </a:cxn>
                <a:cxn ang="0">
                  <a:pos x="3" y="0"/>
                </a:cxn>
              </a:cxnLst>
              <a:rect l="0" t="0" r="r" b="b"/>
              <a:pathLst>
                <a:path w="7" h="5">
                  <a:moveTo>
                    <a:pt x="3" y="0"/>
                  </a:moveTo>
                  <a:lnTo>
                    <a:pt x="0" y="2"/>
                  </a:lnTo>
                  <a:lnTo>
                    <a:pt x="0" y="5"/>
                  </a:lnTo>
                  <a:lnTo>
                    <a:pt x="7" y="5"/>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6" name="Freeform 1076"/>
            <p:cNvSpPr/>
            <p:nvPr/>
          </p:nvSpPr>
          <p:spPr bwMode="auto">
            <a:xfrm>
              <a:off x="3220" y="2819"/>
              <a:ext cx="7" cy="5"/>
            </a:xfrm>
            <a:custGeom>
              <a:avLst/>
              <a:gdLst/>
              <a:ahLst/>
              <a:cxnLst>
                <a:cxn ang="0">
                  <a:pos x="3" y="0"/>
                </a:cxn>
                <a:cxn ang="0">
                  <a:pos x="0" y="2"/>
                </a:cxn>
                <a:cxn ang="0">
                  <a:pos x="0" y="5"/>
                </a:cxn>
                <a:cxn ang="0">
                  <a:pos x="7" y="5"/>
                </a:cxn>
                <a:cxn ang="0">
                  <a:pos x="3" y="0"/>
                </a:cxn>
              </a:cxnLst>
              <a:rect l="0" t="0" r="r" b="b"/>
              <a:pathLst>
                <a:path w="7" h="5">
                  <a:moveTo>
                    <a:pt x="3" y="0"/>
                  </a:moveTo>
                  <a:lnTo>
                    <a:pt x="0" y="2"/>
                  </a:lnTo>
                  <a:lnTo>
                    <a:pt x="0" y="5"/>
                  </a:lnTo>
                  <a:lnTo>
                    <a:pt x="7" y="5"/>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77" name="Freeform 1077"/>
            <p:cNvSpPr/>
            <p:nvPr/>
          </p:nvSpPr>
          <p:spPr bwMode="auto">
            <a:xfrm>
              <a:off x="3220" y="2814"/>
              <a:ext cx="7" cy="5"/>
            </a:xfrm>
            <a:custGeom>
              <a:avLst/>
              <a:gdLst/>
              <a:ahLst/>
              <a:cxnLst>
                <a:cxn ang="0">
                  <a:pos x="3" y="0"/>
                </a:cxn>
                <a:cxn ang="0">
                  <a:pos x="0" y="3"/>
                </a:cxn>
                <a:cxn ang="0">
                  <a:pos x="3" y="5"/>
                </a:cxn>
                <a:cxn ang="0">
                  <a:pos x="7" y="3"/>
                </a:cxn>
                <a:cxn ang="0">
                  <a:pos x="3" y="0"/>
                </a:cxn>
              </a:cxnLst>
              <a:rect l="0" t="0" r="r" b="b"/>
              <a:pathLst>
                <a:path w="7" h="5">
                  <a:moveTo>
                    <a:pt x="3" y="0"/>
                  </a:moveTo>
                  <a:lnTo>
                    <a:pt x="0" y="3"/>
                  </a:lnTo>
                  <a:lnTo>
                    <a:pt x="3" y="5"/>
                  </a:lnTo>
                  <a:lnTo>
                    <a:pt x="7"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8" name="Freeform 1078"/>
            <p:cNvSpPr/>
            <p:nvPr/>
          </p:nvSpPr>
          <p:spPr bwMode="auto">
            <a:xfrm>
              <a:off x="3220" y="2814"/>
              <a:ext cx="7" cy="5"/>
            </a:xfrm>
            <a:custGeom>
              <a:avLst/>
              <a:gdLst/>
              <a:ahLst/>
              <a:cxnLst>
                <a:cxn ang="0">
                  <a:pos x="3" y="0"/>
                </a:cxn>
                <a:cxn ang="0">
                  <a:pos x="0" y="3"/>
                </a:cxn>
                <a:cxn ang="0">
                  <a:pos x="3" y="5"/>
                </a:cxn>
                <a:cxn ang="0">
                  <a:pos x="7" y="3"/>
                </a:cxn>
                <a:cxn ang="0">
                  <a:pos x="3" y="0"/>
                </a:cxn>
              </a:cxnLst>
              <a:rect l="0" t="0" r="r" b="b"/>
              <a:pathLst>
                <a:path w="7" h="5">
                  <a:moveTo>
                    <a:pt x="3" y="0"/>
                  </a:moveTo>
                  <a:lnTo>
                    <a:pt x="0" y="3"/>
                  </a:lnTo>
                  <a:lnTo>
                    <a:pt x="3" y="5"/>
                  </a:lnTo>
                  <a:lnTo>
                    <a:pt x="7"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79" name="Freeform 1079"/>
            <p:cNvSpPr/>
            <p:nvPr/>
          </p:nvSpPr>
          <p:spPr bwMode="auto">
            <a:xfrm>
              <a:off x="3218" y="2812"/>
              <a:ext cx="5" cy="5"/>
            </a:xfrm>
            <a:custGeom>
              <a:avLst/>
              <a:gdLst/>
              <a:ahLst/>
              <a:cxnLst>
                <a:cxn ang="0">
                  <a:pos x="2" y="0"/>
                </a:cxn>
                <a:cxn ang="0">
                  <a:pos x="0" y="2"/>
                </a:cxn>
                <a:cxn ang="0">
                  <a:pos x="2" y="5"/>
                </a:cxn>
                <a:cxn ang="0">
                  <a:pos x="5" y="2"/>
                </a:cxn>
                <a:cxn ang="0">
                  <a:pos x="2" y="0"/>
                </a:cxn>
              </a:cxnLst>
              <a:rect l="0" t="0" r="r" b="b"/>
              <a:pathLst>
                <a:path w="5" h="5">
                  <a:moveTo>
                    <a:pt x="2" y="0"/>
                  </a:moveTo>
                  <a:lnTo>
                    <a:pt x="0" y="2"/>
                  </a:lnTo>
                  <a:lnTo>
                    <a:pt x="2" y="5"/>
                  </a:lnTo>
                  <a:lnTo>
                    <a:pt x="5"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0" name="Freeform 1080"/>
            <p:cNvSpPr/>
            <p:nvPr/>
          </p:nvSpPr>
          <p:spPr bwMode="auto">
            <a:xfrm>
              <a:off x="3218" y="2812"/>
              <a:ext cx="5" cy="5"/>
            </a:xfrm>
            <a:custGeom>
              <a:avLst/>
              <a:gdLst/>
              <a:ahLst/>
              <a:cxnLst>
                <a:cxn ang="0">
                  <a:pos x="2" y="0"/>
                </a:cxn>
                <a:cxn ang="0">
                  <a:pos x="0" y="2"/>
                </a:cxn>
                <a:cxn ang="0">
                  <a:pos x="2" y="5"/>
                </a:cxn>
                <a:cxn ang="0">
                  <a:pos x="5" y="2"/>
                </a:cxn>
                <a:cxn ang="0">
                  <a:pos x="2" y="0"/>
                </a:cxn>
              </a:cxnLst>
              <a:rect l="0" t="0" r="r" b="b"/>
              <a:pathLst>
                <a:path w="5" h="5">
                  <a:moveTo>
                    <a:pt x="2" y="0"/>
                  </a:moveTo>
                  <a:lnTo>
                    <a:pt x="0" y="2"/>
                  </a:lnTo>
                  <a:lnTo>
                    <a:pt x="2" y="5"/>
                  </a:lnTo>
                  <a:lnTo>
                    <a:pt x="5"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81" name="Freeform 1081"/>
            <p:cNvSpPr/>
            <p:nvPr/>
          </p:nvSpPr>
          <p:spPr bwMode="auto">
            <a:xfrm>
              <a:off x="3218" y="2817"/>
              <a:ext cx="5" cy="4"/>
            </a:xfrm>
            <a:custGeom>
              <a:avLst/>
              <a:gdLst/>
              <a:ahLst/>
              <a:cxnLst>
                <a:cxn ang="0">
                  <a:pos x="2" y="0"/>
                </a:cxn>
                <a:cxn ang="0">
                  <a:pos x="0" y="2"/>
                </a:cxn>
                <a:cxn ang="0">
                  <a:pos x="2" y="4"/>
                </a:cxn>
                <a:cxn ang="0">
                  <a:pos x="5" y="2"/>
                </a:cxn>
                <a:cxn ang="0">
                  <a:pos x="2" y="0"/>
                </a:cxn>
              </a:cxnLst>
              <a:rect l="0" t="0" r="r" b="b"/>
              <a:pathLst>
                <a:path w="5" h="4">
                  <a:moveTo>
                    <a:pt x="2" y="0"/>
                  </a:moveTo>
                  <a:lnTo>
                    <a:pt x="0" y="2"/>
                  </a:lnTo>
                  <a:lnTo>
                    <a:pt x="2" y="4"/>
                  </a:lnTo>
                  <a:lnTo>
                    <a:pt x="5"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2" name="Freeform 1082"/>
            <p:cNvSpPr/>
            <p:nvPr/>
          </p:nvSpPr>
          <p:spPr bwMode="auto">
            <a:xfrm>
              <a:off x="3218" y="2817"/>
              <a:ext cx="5" cy="4"/>
            </a:xfrm>
            <a:custGeom>
              <a:avLst/>
              <a:gdLst/>
              <a:ahLst/>
              <a:cxnLst>
                <a:cxn ang="0">
                  <a:pos x="2" y="0"/>
                </a:cxn>
                <a:cxn ang="0">
                  <a:pos x="0" y="2"/>
                </a:cxn>
                <a:cxn ang="0">
                  <a:pos x="2" y="4"/>
                </a:cxn>
                <a:cxn ang="0">
                  <a:pos x="5" y="2"/>
                </a:cxn>
                <a:cxn ang="0">
                  <a:pos x="2" y="0"/>
                </a:cxn>
              </a:cxnLst>
              <a:rect l="0" t="0" r="r" b="b"/>
              <a:pathLst>
                <a:path w="5" h="4">
                  <a:moveTo>
                    <a:pt x="2" y="0"/>
                  </a:moveTo>
                  <a:lnTo>
                    <a:pt x="0" y="2"/>
                  </a:lnTo>
                  <a:lnTo>
                    <a:pt x="2" y="4"/>
                  </a:lnTo>
                  <a:lnTo>
                    <a:pt x="5"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83" name="Freeform 1083"/>
            <p:cNvSpPr/>
            <p:nvPr/>
          </p:nvSpPr>
          <p:spPr bwMode="auto">
            <a:xfrm>
              <a:off x="3218" y="2814"/>
              <a:ext cx="2" cy="5"/>
            </a:xfrm>
            <a:custGeom>
              <a:avLst/>
              <a:gdLst/>
              <a:ahLst/>
              <a:cxnLst>
                <a:cxn ang="0">
                  <a:pos x="0" y="0"/>
                </a:cxn>
                <a:cxn ang="0">
                  <a:pos x="0" y="3"/>
                </a:cxn>
                <a:cxn ang="0">
                  <a:pos x="0" y="5"/>
                </a:cxn>
                <a:cxn ang="0">
                  <a:pos x="2" y="3"/>
                </a:cxn>
                <a:cxn ang="0">
                  <a:pos x="0" y="0"/>
                </a:cxn>
              </a:cxnLst>
              <a:rect l="0" t="0" r="r" b="b"/>
              <a:pathLst>
                <a:path w="2" h="5">
                  <a:moveTo>
                    <a:pt x="0" y="0"/>
                  </a:moveTo>
                  <a:lnTo>
                    <a:pt x="0" y="3"/>
                  </a:lnTo>
                  <a:lnTo>
                    <a:pt x="0" y="5"/>
                  </a:lnTo>
                  <a:lnTo>
                    <a:pt x="2"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4" name="Freeform 1084"/>
            <p:cNvSpPr/>
            <p:nvPr/>
          </p:nvSpPr>
          <p:spPr bwMode="auto">
            <a:xfrm>
              <a:off x="3218" y="2814"/>
              <a:ext cx="2" cy="5"/>
            </a:xfrm>
            <a:custGeom>
              <a:avLst/>
              <a:gdLst/>
              <a:ahLst/>
              <a:cxnLst>
                <a:cxn ang="0">
                  <a:pos x="0" y="0"/>
                </a:cxn>
                <a:cxn ang="0">
                  <a:pos x="0" y="3"/>
                </a:cxn>
                <a:cxn ang="0">
                  <a:pos x="0" y="5"/>
                </a:cxn>
                <a:cxn ang="0">
                  <a:pos x="2" y="3"/>
                </a:cxn>
                <a:cxn ang="0">
                  <a:pos x="0" y="0"/>
                </a:cxn>
              </a:cxnLst>
              <a:rect l="0" t="0" r="r" b="b"/>
              <a:pathLst>
                <a:path w="2" h="5">
                  <a:moveTo>
                    <a:pt x="0" y="0"/>
                  </a:moveTo>
                  <a:lnTo>
                    <a:pt x="0" y="3"/>
                  </a:lnTo>
                  <a:lnTo>
                    <a:pt x="0" y="5"/>
                  </a:lnTo>
                  <a:lnTo>
                    <a:pt x="2"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85" name="Freeform 1085"/>
            <p:cNvSpPr/>
            <p:nvPr/>
          </p:nvSpPr>
          <p:spPr bwMode="auto">
            <a:xfrm>
              <a:off x="3217" y="2810"/>
              <a:ext cx="3" cy="4"/>
            </a:xfrm>
            <a:custGeom>
              <a:avLst/>
              <a:gdLst/>
              <a:ahLst/>
              <a:cxnLst>
                <a:cxn ang="0">
                  <a:pos x="0" y="0"/>
                </a:cxn>
                <a:cxn ang="0">
                  <a:pos x="0" y="2"/>
                </a:cxn>
                <a:cxn ang="0">
                  <a:pos x="1" y="4"/>
                </a:cxn>
                <a:cxn ang="0">
                  <a:pos x="3" y="2"/>
                </a:cxn>
                <a:cxn ang="0">
                  <a:pos x="0" y="0"/>
                </a:cxn>
              </a:cxnLst>
              <a:rect l="0" t="0" r="r" b="b"/>
              <a:pathLst>
                <a:path w="3" h="4">
                  <a:moveTo>
                    <a:pt x="0" y="0"/>
                  </a:moveTo>
                  <a:lnTo>
                    <a:pt x="0" y="2"/>
                  </a:lnTo>
                  <a:lnTo>
                    <a:pt x="1" y="4"/>
                  </a:lnTo>
                  <a:lnTo>
                    <a:pt x="3"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6" name="Freeform 1086"/>
            <p:cNvSpPr/>
            <p:nvPr/>
          </p:nvSpPr>
          <p:spPr bwMode="auto">
            <a:xfrm>
              <a:off x="3217" y="2810"/>
              <a:ext cx="3" cy="4"/>
            </a:xfrm>
            <a:custGeom>
              <a:avLst/>
              <a:gdLst/>
              <a:ahLst/>
              <a:cxnLst>
                <a:cxn ang="0">
                  <a:pos x="0" y="0"/>
                </a:cxn>
                <a:cxn ang="0">
                  <a:pos x="0" y="2"/>
                </a:cxn>
                <a:cxn ang="0">
                  <a:pos x="1" y="4"/>
                </a:cxn>
                <a:cxn ang="0">
                  <a:pos x="3" y="2"/>
                </a:cxn>
                <a:cxn ang="0">
                  <a:pos x="0" y="0"/>
                </a:cxn>
              </a:cxnLst>
              <a:rect l="0" t="0" r="r" b="b"/>
              <a:pathLst>
                <a:path w="3" h="4">
                  <a:moveTo>
                    <a:pt x="0" y="0"/>
                  </a:moveTo>
                  <a:lnTo>
                    <a:pt x="0" y="2"/>
                  </a:lnTo>
                  <a:lnTo>
                    <a:pt x="1" y="4"/>
                  </a:lnTo>
                  <a:lnTo>
                    <a:pt x="3"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87" name="Freeform 1087"/>
            <p:cNvSpPr/>
            <p:nvPr/>
          </p:nvSpPr>
          <p:spPr bwMode="auto">
            <a:xfrm>
              <a:off x="3215" y="2810"/>
              <a:ext cx="2" cy="2"/>
            </a:xfrm>
            <a:custGeom>
              <a:avLst/>
              <a:gdLst/>
              <a:ahLst/>
              <a:cxnLst>
                <a:cxn ang="0">
                  <a:pos x="0" y="0"/>
                </a:cxn>
                <a:cxn ang="0">
                  <a:pos x="2" y="2"/>
                </a:cxn>
                <a:cxn ang="0">
                  <a:pos x="2" y="2"/>
                </a:cxn>
                <a:cxn ang="0">
                  <a:pos x="2" y="0"/>
                </a:cxn>
                <a:cxn ang="0">
                  <a:pos x="0" y="0"/>
                </a:cxn>
              </a:cxnLst>
              <a:rect l="0" t="0" r="r" b="b"/>
              <a:pathLst>
                <a:path w="2" h="2">
                  <a:moveTo>
                    <a:pt x="0" y="0"/>
                  </a:moveTo>
                  <a:lnTo>
                    <a:pt x="2" y="2"/>
                  </a:lnTo>
                  <a:lnTo>
                    <a:pt x="2" y="2"/>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8" name="Freeform 1088"/>
            <p:cNvSpPr/>
            <p:nvPr/>
          </p:nvSpPr>
          <p:spPr bwMode="auto">
            <a:xfrm>
              <a:off x="3215" y="2810"/>
              <a:ext cx="2" cy="2"/>
            </a:xfrm>
            <a:custGeom>
              <a:avLst/>
              <a:gdLst/>
              <a:ahLst/>
              <a:cxnLst>
                <a:cxn ang="0">
                  <a:pos x="0" y="0"/>
                </a:cxn>
                <a:cxn ang="0">
                  <a:pos x="2" y="2"/>
                </a:cxn>
                <a:cxn ang="0">
                  <a:pos x="2" y="2"/>
                </a:cxn>
                <a:cxn ang="0">
                  <a:pos x="2" y="0"/>
                </a:cxn>
                <a:cxn ang="0">
                  <a:pos x="0" y="0"/>
                </a:cxn>
              </a:cxnLst>
              <a:rect l="0" t="0" r="r" b="b"/>
              <a:pathLst>
                <a:path w="2" h="2">
                  <a:moveTo>
                    <a:pt x="0" y="0"/>
                  </a:moveTo>
                  <a:lnTo>
                    <a:pt x="2" y="2"/>
                  </a:lnTo>
                  <a:lnTo>
                    <a:pt x="2" y="2"/>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89" name="Freeform 1089"/>
            <p:cNvSpPr/>
            <p:nvPr/>
          </p:nvSpPr>
          <p:spPr bwMode="auto">
            <a:xfrm>
              <a:off x="3217" y="2812"/>
              <a:ext cx="1" cy="5"/>
            </a:xfrm>
            <a:custGeom>
              <a:avLst/>
              <a:gdLst/>
              <a:ahLst/>
              <a:cxnLst>
                <a:cxn ang="0">
                  <a:pos x="0" y="0"/>
                </a:cxn>
                <a:cxn ang="0">
                  <a:pos x="0" y="3"/>
                </a:cxn>
                <a:cxn ang="0">
                  <a:pos x="1" y="5"/>
                </a:cxn>
                <a:cxn ang="0">
                  <a:pos x="1" y="2"/>
                </a:cxn>
                <a:cxn ang="0">
                  <a:pos x="0" y="0"/>
                </a:cxn>
              </a:cxnLst>
              <a:rect l="0" t="0" r="r" b="b"/>
              <a:pathLst>
                <a:path w="1" h="5">
                  <a:moveTo>
                    <a:pt x="0" y="0"/>
                  </a:moveTo>
                  <a:lnTo>
                    <a:pt x="0" y="3"/>
                  </a:lnTo>
                  <a:lnTo>
                    <a:pt x="1" y="5"/>
                  </a:lnTo>
                  <a:lnTo>
                    <a:pt x="1"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0" name="Freeform 1090"/>
            <p:cNvSpPr/>
            <p:nvPr/>
          </p:nvSpPr>
          <p:spPr bwMode="auto">
            <a:xfrm>
              <a:off x="3217" y="2812"/>
              <a:ext cx="1" cy="5"/>
            </a:xfrm>
            <a:custGeom>
              <a:avLst/>
              <a:gdLst/>
              <a:ahLst/>
              <a:cxnLst>
                <a:cxn ang="0">
                  <a:pos x="0" y="0"/>
                </a:cxn>
                <a:cxn ang="0">
                  <a:pos x="0" y="3"/>
                </a:cxn>
                <a:cxn ang="0">
                  <a:pos x="1" y="5"/>
                </a:cxn>
                <a:cxn ang="0">
                  <a:pos x="1" y="2"/>
                </a:cxn>
                <a:cxn ang="0">
                  <a:pos x="0" y="0"/>
                </a:cxn>
              </a:cxnLst>
              <a:rect l="0" t="0" r="r" b="b"/>
              <a:pathLst>
                <a:path w="1" h="5">
                  <a:moveTo>
                    <a:pt x="0" y="0"/>
                  </a:moveTo>
                  <a:lnTo>
                    <a:pt x="0" y="3"/>
                  </a:lnTo>
                  <a:lnTo>
                    <a:pt x="1" y="5"/>
                  </a:lnTo>
                  <a:lnTo>
                    <a:pt x="1"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91" name="Freeform 1091"/>
            <p:cNvSpPr/>
            <p:nvPr/>
          </p:nvSpPr>
          <p:spPr bwMode="auto">
            <a:xfrm>
              <a:off x="3217" y="2812"/>
              <a:ext cx="1" cy="3"/>
            </a:xfrm>
            <a:custGeom>
              <a:avLst/>
              <a:gdLst/>
              <a:ahLst/>
              <a:cxnLst>
                <a:cxn ang="0">
                  <a:pos x="0" y="0"/>
                </a:cxn>
                <a:cxn ang="0">
                  <a:pos x="0" y="3"/>
                </a:cxn>
                <a:cxn ang="0">
                  <a:pos x="0" y="0"/>
                </a:cxn>
                <a:cxn ang="0">
                  <a:pos x="0" y="0"/>
                </a:cxn>
              </a:cxnLst>
              <a:rect l="0" t="0" r="r" b="b"/>
              <a:pathLst>
                <a:path h="3">
                  <a:moveTo>
                    <a:pt x="0" y="0"/>
                  </a:moveTo>
                  <a:lnTo>
                    <a:pt x="0" y="3"/>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2" name="Freeform 1092"/>
            <p:cNvSpPr/>
            <p:nvPr/>
          </p:nvSpPr>
          <p:spPr bwMode="auto">
            <a:xfrm>
              <a:off x="3217" y="2812"/>
              <a:ext cx="1" cy="3"/>
            </a:xfrm>
            <a:custGeom>
              <a:avLst/>
              <a:gdLst/>
              <a:ahLst/>
              <a:cxnLst>
                <a:cxn ang="0">
                  <a:pos x="0" y="0"/>
                </a:cxn>
                <a:cxn ang="0">
                  <a:pos x="0" y="3"/>
                </a:cxn>
                <a:cxn ang="0">
                  <a:pos x="0" y="0"/>
                </a:cxn>
                <a:cxn ang="0">
                  <a:pos x="0" y="0"/>
                </a:cxn>
              </a:cxnLst>
              <a:rect l="0" t="0" r="r" b="b"/>
              <a:pathLst>
                <a:path h="3">
                  <a:moveTo>
                    <a:pt x="0" y="0"/>
                  </a:moveTo>
                  <a:lnTo>
                    <a:pt x="0" y="3"/>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93" name="Freeform 1093"/>
            <p:cNvSpPr/>
            <p:nvPr/>
          </p:nvSpPr>
          <p:spPr bwMode="auto">
            <a:xfrm>
              <a:off x="3196" y="2812"/>
              <a:ext cx="1" cy="5"/>
            </a:xfrm>
            <a:custGeom>
              <a:avLst/>
              <a:gdLst/>
              <a:ahLst/>
              <a:cxnLst>
                <a:cxn ang="0">
                  <a:pos x="0" y="0"/>
                </a:cxn>
                <a:cxn ang="0">
                  <a:pos x="0" y="2"/>
                </a:cxn>
                <a:cxn ang="0">
                  <a:pos x="0" y="5"/>
                </a:cxn>
                <a:cxn ang="0">
                  <a:pos x="0" y="3"/>
                </a:cxn>
                <a:cxn ang="0">
                  <a:pos x="0" y="0"/>
                </a:cxn>
              </a:cxnLst>
              <a:rect l="0" t="0" r="r" b="b"/>
              <a:pathLst>
                <a:path h="5">
                  <a:moveTo>
                    <a:pt x="0" y="0"/>
                  </a:moveTo>
                  <a:lnTo>
                    <a:pt x="0" y="2"/>
                  </a:lnTo>
                  <a:lnTo>
                    <a:pt x="0" y="5"/>
                  </a:lnTo>
                  <a:lnTo>
                    <a:pt x="0"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4" name="Freeform 1094"/>
            <p:cNvSpPr/>
            <p:nvPr/>
          </p:nvSpPr>
          <p:spPr bwMode="auto">
            <a:xfrm>
              <a:off x="3196" y="2812"/>
              <a:ext cx="1" cy="5"/>
            </a:xfrm>
            <a:custGeom>
              <a:avLst/>
              <a:gdLst/>
              <a:ahLst/>
              <a:cxnLst>
                <a:cxn ang="0">
                  <a:pos x="0" y="0"/>
                </a:cxn>
                <a:cxn ang="0">
                  <a:pos x="0" y="2"/>
                </a:cxn>
                <a:cxn ang="0">
                  <a:pos x="0" y="5"/>
                </a:cxn>
                <a:cxn ang="0">
                  <a:pos x="0" y="3"/>
                </a:cxn>
                <a:cxn ang="0">
                  <a:pos x="0" y="0"/>
                </a:cxn>
              </a:cxnLst>
              <a:rect l="0" t="0" r="r" b="b"/>
              <a:pathLst>
                <a:path h="5">
                  <a:moveTo>
                    <a:pt x="0" y="0"/>
                  </a:moveTo>
                  <a:lnTo>
                    <a:pt x="0" y="2"/>
                  </a:lnTo>
                  <a:lnTo>
                    <a:pt x="0" y="5"/>
                  </a:lnTo>
                  <a:lnTo>
                    <a:pt x="0"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95" name="Freeform 1095"/>
            <p:cNvSpPr/>
            <p:nvPr/>
          </p:nvSpPr>
          <p:spPr bwMode="auto">
            <a:xfrm>
              <a:off x="3196" y="2812"/>
              <a:ext cx="2" cy="3"/>
            </a:xfrm>
            <a:custGeom>
              <a:avLst/>
              <a:gdLst/>
              <a:ahLst/>
              <a:cxnLst>
                <a:cxn ang="0">
                  <a:pos x="2" y="0"/>
                </a:cxn>
                <a:cxn ang="0">
                  <a:pos x="0" y="0"/>
                </a:cxn>
                <a:cxn ang="0">
                  <a:pos x="0" y="3"/>
                </a:cxn>
                <a:cxn ang="0">
                  <a:pos x="2" y="0"/>
                </a:cxn>
              </a:cxnLst>
              <a:rect l="0" t="0" r="r" b="b"/>
              <a:pathLst>
                <a:path w="2" h="3">
                  <a:moveTo>
                    <a:pt x="2" y="0"/>
                  </a:moveTo>
                  <a:lnTo>
                    <a:pt x="0" y="0"/>
                  </a:lnTo>
                  <a:lnTo>
                    <a:pt x="0" y="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6" name="Freeform 1096"/>
            <p:cNvSpPr/>
            <p:nvPr/>
          </p:nvSpPr>
          <p:spPr bwMode="auto">
            <a:xfrm>
              <a:off x="3196" y="2812"/>
              <a:ext cx="2" cy="3"/>
            </a:xfrm>
            <a:custGeom>
              <a:avLst/>
              <a:gdLst/>
              <a:ahLst/>
              <a:cxnLst>
                <a:cxn ang="0">
                  <a:pos x="2" y="0"/>
                </a:cxn>
                <a:cxn ang="0">
                  <a:pos x="0" y="0"/>
                </a:cxn>
                <a:cxn ang="0">
                  <a:pos x="0" y="3"/>
                </a:cxn>
                <a:cxn ang="0">
                  <a:pos x="2" y="0"/>
                </a:cxn>
              </a:cxnLst>
              <a:rect l="0" t="0" r="r" b="b"/>
              <a:pathLst>
                <a:path w="2" h="3">
                  <a:moveTo>
                    <a:pt x="2" y="0"/>
                  </a:moveTo>
                  <a:lnTo>
                    <a:pt x="0" y="0"/>
                  </a:lnTo>
                  <a:lnTo>
                    <a:pt x="0"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97" name="Freeform 1097"/>
            <p:cNvSpPr/>
            <p:nvPr/>
          </p:nvSpPr>
          <p:spPr bwMode="auto">
            <a:xfrm>
              <a:off x="3201" y="2807"/>
              <a:ext cx="2" cy="2"/>
            </a:xfrm>
            <a:custGeom>
              <a:avLst/>
              <a:gdLst/>
              <a:ahLst/>
              <a:cxnLst>
                <a:cxn ang="0">
                  <a:pos x="2" y="0"/>
                </a:cxn>
                <a:cxn ang="0">
                  <a:pos x="0" y="0"/>
                </a:cxn>
                <a:cxn ang="0">
                  <a:pos x="0" y="2"/>
                </a:cxn>
                <a:cxn ang="0">
                  <a:pos x="2" y="0"/>
                </a:cxn>
              </a:cxnLst>
              <a:rect l="0" t="0" r="r" b="b"/>
              <a:pathLst>
                <a:path w="2" h="2">
                  <a:moveTo>
                    <a:pt x="2" y="0"/>
                  </a:moveTo>
                  <a:lnTo>
                    <a:pt x="0" y="0"/>
                  </a:lnTo>
                  <a:lnTo>
                    <a:pt x="0"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8" name="Freeform 1098"/>
            <p:cNvSpPr/>
            <p:nvPr/>
          </p:nvSpPr>
          <p:spPr bwMode="auto">
            <a:xfrm>
              <a:off x="3201" y="2807"/>
              <a:ext cx="2" cy="2"/>
            </a:xfrm>
            <a:custGeom>
              <a:avLst/>
              <a:gdLst/>
              <a:ahLst/>
              <a:cxnLst>
                <a:cxn ang="0">
                  <a:pos x="2" y="0"/>
                </a:cxn>
                <a:cxn ang="0">
                  <a:pos x="0" y="0"/>
                </a:cxn>
                <a:cxn ang="0">
                  <a:pos x="0" y="2"/>
                </a:cxn>
                <a:cxn ang="0">
                  <a:pos x="2" y="0"/>
                </a:cxn>
              </a:cxnLst>
              <a:rect l="0" t="0" r="r" b="b"/>
              <a:pathLst>
                <a:path w="2" h="2">
                  <a:moveTo>
                    <a:pt x="2" y="0"/>
                  </a:moveTo>
                  <a:lnTo>
                    <a:pt x="0" y="0"/>
                  </a:lnTo>
                  <a:lnTo>
                    <a:pt x="0"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99" name="Freeform 1099"/>
            <p:cNvSpPr/>
            <p:nvPr/>
          </p:nvSpPr>
          <p:spPr bwMode="auto">
            <a:xfrm>
              <a:off x="3217" y="2821"/>
              <a:ext cx="3" cy="5"/>
            </a:xfrm>
            <a:custGeom>
              <a:avLst/>
              <a:gdLst/>
              <a:ahLst/>
              <a:cxnLst>
                <a:cxn ang="0">
                  <a:pos x="3" y="0"/>
                </a:cxn>
                <a:cxn ang="0">
                  <a:pos x="0" y="1"/>
                </a:cxn>
                <a:cxn ang="0">
                  <a:pos x="0" y="5"/>
                </a:cxn>
                <a:cxn ang="0">
                  <a:pos x="3" y="3"/>
                </a:cxn>
                <a:cxn ang="0">
                  <a:pos x="3" y="0"/>
                </a:cxn>
              </a:cxnLst>
              <a:rect l="0" t="0" r="r" b="b"/>
              <a:pathLst>
                <a:path w="3" h="5">
                  <a:moveTo>
                    <a:pt x="3" y="0"/>
                  </a:moveTo>
                  <a:lnTo>
                    <a:pt x="0" y="1"/>
                  </a:lnTo>
                  <a:lnTo>
                    <a:pt x="0" y="5"/>
                  </a:lnTo>
                  <a:lnTo>
                    <a:pt x="3"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0" name="Freeform 1100"/>
            <p:cNvSpPr/>
            <p:nvPr/>
          </p:nvSpPr>
          <p:spPr bwMode="auto">
            <a:xfrm>
              <a:off x="3217" y="2821"/>
              <a:ext cx="3" cy="5"/>
            </a:xfrm>
            <a:custGeom>
              <a:avLst/>
              <a:gdLst/>
              <a:ahLst/>
              <a:cxnLst>
                <a:cxn ang="0">
                  <a:pos x="3" y="0"/>
                </a:cxn>
                <a:cxn ang="0">
                  <a:pos x="0" y="1"/>
                </a:cxn>
                <a:cxn ang="0">
                  <a:pos x="0" y="5"/>
                </a:cxn>
                <a:cxn ang="0">
                  <a:pos x="3" y="3"/>
                </a:cxn>
                <a:cxn ang="0">
                  <a:pos x="3" y="0"/>
                </a:cxn>
              </a:cxnLst>
              <a:rect l="0" t="0" r="r" b="b"/>
              <a:pathLst>
                <a:path w="3" h="5">
                  <a:moveTo>
                    <a:pt x="3" y="0"/>
                  </a:moveTo>
                  <a:lnTo>
                    <a:pt x="0" y="1"/>
                  </a:lnTo>
                  <a:lnTo>
                    <a:pt x="0" y="5"/>
                  </a:lnTo>
                  <a:lnTo>
                    <a:pt x="3"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01" name="Freeform 1101"/>
            <p:cNvSpPr/>
            <p:nvPr/>
          </p:nvSpPr>
          <p:spPr bwMode="auto">
            <a:xfrm>
              <a:off x="3215" y="2822"/>
              <a:ext cx="2" cy="4"/>
            </a:xfrm>
            <a:custGeom>
              <a:avLst/>
              <a:gdLst/>
              <a:ahLst/>
              <a:cxnLst>
                <a:cxn ang="0">
                  <a:pos x="2" y="0"/>
                </a:cxn>
                <a:cxn ang="0">
                  <a:pos x="0" y="2"/>
                </a:cxn>
                <a:cxn ang="0">
                  <a:pos x="0" y="4"/>
                </a:cxn>
                <a:cxn ang="0">
                  <a:pos x="2" y="4"/>
                </a:cxn>
                <a:cxn ang="0">
                  <a:pos x="2" y="0"/>
                </a:cxn>
              </a:cxnLst>
              <a:rect l="0" t="0" r="r" b="b"/>
              <a:pathLst>
                <a:path w="2" h="4">
                  <a:moveTo>
                    <a:pt x="2" y="0"/>
                  </a:moveTo>
                  <a:lnTo>
                    <a:pt x="0" y="2"/>
                  </a:lnTo>
                  <a:lnTo>
                    <a:pt x="0" y="4"/>
                  </a:lnTo>
                  <a:lnTo>
                    <a:pt x="2" y="4"/>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2" name="Freeform 1102"/>
            <p:cNvSpPr/>
            <p:nvPr/>
          </p:nvSpPr>
          <p:spPr bwMode="auto">
            <a:xfrm>
              <a:off x="3215" y="2822"/>
              <a:ext cx="2" cy="4"/>
            </a:xfrm>
            <a:custGeom>
              <a:avLst/>
              <a:gdLst/>
              <a:ahLst/>
              <a:cxnLst>
                <a:cxn ang="0">
                  <a:pos x="2" y="0"/>
                </a:cxn>
                <a:cxn ang="0">
                  <a:pos x="0" y="2"/>
                </a:cxn>
                <a:cxn ang="0">
                  <a:pos x="0" y="4"/>
                </a:cxn>
                <a:cxn ang="0">
                  <a:pos x="2" y="4"/>
                </a:cxn>
                <a:cxn ang="0">
                  <a:pos x="2" y="0"/>
                </a:cxn>
              </a:cxnLst>
              <a:rect l="0" t="0" r="r" b="b"/>
              <a:pathLst>
                <a:path w="2" h="4">
                  <a:moveTo>
                    <a:pt x="2" y="0"/>
                  </a:moveTo>
                  <a:lnTo>
                    <a:pt x="0" y="2"/>
                  </a:lnTo>
                  <a:lnTo>
                    <a:pt x="0" y="4"/>
                  </a:lnTo>
                  <a:lnTo>
                    <a:pt x="2" y="4"/>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03" name="Freeform 1103"/>
            <p:cNvSpPr/>
            <p:nvPr/>
          </p:nvSpPr>
          <p:spPr bwMode="auto">
            <a:xfrm>
              <a:off x="3217" y="2819"/>
              <a:ext cx="3" cy="3"/>
            </a:xfrm>
            <a:custGeom>
              <a:avLst/>
              <a:gdLst/>
              <a:ahLst/>
              <a:cxnLst>
                <a:cxn ang="0">
                  <a:pos x="1" y="0"/>
                </a:cxn>
                <a:cxn ang="0">
                  <a:pos x="0" y="2"/>
                </a:cxn>
                <a:cxn ang="0">
                  <a:pos x="0" y="3"/>
                </a:cxn>
                <a:cxn ang="0">
                  <a:pos x="3" y="2"/>
                </a:cxn>
                <a:cxn ang="0">
                  <a:pos x="1" y="0"/>
                </a:cxn>
              </a:cxnLst>
              <a:rect l="0" t="0" r="r" b="b"/>
              <a:pathLst>
                <a:path w="3" h="3">
                  <a:moveTo>
                    <a:pt x="1" y="0"/>
                  </a:moveTo>
                  <a:lnTo>
                    <a:pt x="0" y="2"/>
                  </a:lnTo>
                  <a:lnTo>
                    <a:pt x="0" y="3"/>
                  </a:lnTo>
                  <a:lnTo>
                    <a:pt x="3"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4" name="Freeform 1104"/>
            <p:cNvSpPr/>
            <p:nvPr/>
          </p:nvSpPr>
          <p:spPr bwMode="auto">
            <a:xfrm>
              <a:off x="3217" y="2819"/>
              <a:ext cx="3" cy="3"/>
            </a:xfrm>
            <a:custGeom>
              <a:avLst/>
              <a:gdLst/>
              <a:ahLst/>
              <a:cxnLst>
                <a:cxn ang="0">
                  <a:pos x="1" y="0"/>
                </a:cxn>
                <a:cxn ang="0">
                  <a:pos x="0" y="2"/>
                </a:cxn>
                <a:cxn ang="0">
                  <a:pos x="0" y="3"/>
                </a:cxn>
                <a:cxn ang="0">
                  <a:pos x="3" y="2"/>
                </a:cxn>
                <a:cxn ang="0">
                  <a:pos x="1" y="0"/>
                </a:cxn>
              </a:cxnLst>
              <a:rect l="0" t="0" r="r" b="b"/>
              <a:pathLst>
                <a:path w="3" h="3">
                  <a:moveTo>
                    <a:pt x="1" y="0"/>
                  </a:moveTo>
                  <a:lnTo>
                    <a:pt x="0" y="2"/>
                  </a:lnTo>
                  <a:lnTo>
                    <a:pt x="0" y="3"/>
                  </a:lnTo>
                  <a:lnTo>
                    <a:pt x="3"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305" name="Freeform 1105"/>
            <p:cNvSpPr/>
            <p:nvPr/>
          </p:nvSpPr>
          <p:spPr bwMode="auto">
            <a:xfrm>
              <a:off x="3217" y="2817"/>
              <a:ext cx="1" cy="4"/>
            </a:xfrm>
            <a:custGeom>
              <a:avLst/>
              <a:gdLst/>
              <a:ahLst/>
              <a:cxnLst>
                <a:cxn ang="0">
                  <a:pos x="1" y="0"/>
                </a:cxn>
                <a:cxn ang="0">
                  <a:pos x="0" y="2"/>
                </a:cxn>
                <a:cxn ang="0">
                  <a:pos x="0" y="4"/>
                </a:cxn>
                <a:cxn ang="0">
                  <a:pos x="1" y="2"/>
                </a:cxn>
                <a:cxn ang="0">
                  <a:pos x="1" y="0"/>
                </a:cxn>
              </a:cxnLst>
              <a:rect l="0" t="0" r="r" b="b"/>
              <a:pathLst>
                <a:path w="1" h="4">
                  <a:moveTo>
                    <a:pt x="1" y="0"/>
                  </a:moveTo>
                  <a:lnTo>
                    <a:pt x="0" y="2"/>
                  </a:lnTo>
                  <a:lnTo>
                    <a:pt x="0" y="4"/>
                  </a:lnTo>
                  <a:lnTo>
                    <a:pt x="1"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6" name="Freeform 1106"/>
            <p:cNvSpPr/>
            <p:nvPr/>
          </p:nvSpPr>
          <p:spPr bwMode="auto">
            <a:xfrm>
              <a:off x="3217" y="2817"/>
              <a:ext cx="1" cy="4"/>
            </a:xfrm>
            <a:custGeom>
              <a:avLst/>
              <a:gdLst/>
              <a:ahLst/>
              <a:cxnLst>
                <a:cxn ang="0">
                  <a:pos x="1" y="0"/>
                </a:cxn>
                <a:cxn ang="0">
                  <a:pos x="0" y="2"/>
                </a:cxn>
                <a:cxn ang="0">
                  <a:pos x="0" y="4"/>
                </a:cxn>
                <a:cxn ang="0">
                  <a:pos x="1" y="2"/>
                </a:cxn>
                <a:cxn ang="0">
                  <a:pos x="1" y="0"/>
                </a:cxn>
              </a:cxnLst>
              <a:rect l="0" t="0" r="r" b="b"/>
              <a:pathLst>
                <a:path w="1" h="4">
                  <a:moveTo>
                    <a:pt x="1" y="0"/>
                  </a:moveTo>
                  <a:lnTo>
                    <a:pt x="0" y="2"/>
                  </a:lnTo>
                  <a:lnTo>
                    <a:pt x="0" y="4"/>
                  </a:lnTo>
                  <a:lnTo>
                    <a:pt x="1"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307" name="Freeform 1107"/>
            <p:cNvSpPr/>
            <p:nvPr/>
          </p:nvSpPr>
          <p:spPr bwMode="auto">
            <a:xfrm>
              <a:off x="3215" y="2821"/>
              <a:ext cx="2" cy="3"/>
            </a:xfrm>
            <a:custGeom>
              <a:avLst/>
              <a:gdLst/>
              <a:ahLst/>
              <a:cxnLst>
                <a:cxn ang="0">
                  <a:pos x="2" y="0"/>
                </a:cxn>
                <a:cxn ang="0">
                  <a:pos x="2" y="1"/>
                </a:cxn>
                <a:cxn ang="0">
                  <a:pos x="0" y="3"/>
                </a:cxn>
                <a:cxn ang="0">
                  <a:pos x="2" y="1"/>
                </a:cxn>
                <a:cxn ang="0">
                  <a:pos x="2" y="0"/>
                </a:cxn>
              </a:cxnLst>
              <a:rect l="0" t="0" r="r" b="b"/>
              <a:pathLst>
                <a:path w="2" h="3">
                  <a:moveTo>
                    <a:pt x="2" y="0"/>
                  </a:moveTo>
                  <a:lnTo>
                    <a:pt x="2" y="1"/>
                  </a:lnTo>
                  <a:lnTo>
                    <a:pt x="0" y="3"/>
                  </a:lnTo>
                  <a:lnTo>
                    <a:pt x="2" y="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8" name="Freeform 1108"/>
            <p:cNvSpPr/>
            <p:nvPr/>
          </p:nvSpPr>
          <p:spPr bwMode="auto">
            <a:xfrm>
              <a:off x="3215" y="2821"/>
              <a:ext cx="2" cy="3"/>
            </a:xfrm>
            <a:custGeom>
              <a:avLst/>
              <a:gdLst/>
              <a:ahLst/>
              <a:cxnLst>
                <a:cxn ang="0">
                  <a:pos x="2" y="0"/>
                </a:cxn>
                <a:cxn ang="0">
                  <a:pos x="2" y="1"/>
                </a:cxn>
                <a:cxn ang="0">
                  <a:pos x="0" y="3"/>
                </a:cxn>
                <a:cxn ang="0">
                  <a:pos x="2" y="1"/>
                </a:cxn>
                <a:cxn ang="0">
                  <a:pos x="2" y="0"/>
                </a:cxn>
              </a:cxnLst>
              <a:rect l="0" t="0" r="r" b="b"/>
              <a:pathLst>
                <a:path w="2" h="3">
                  <a:moveTo>
                    <a:pt x="2" y="0"/>
                  </a:moveTo>
                  <a:lnTo>
                    <a:pt x="2" y="1"/>
                  </a:lnTo>
                  <a:lnTo>
                    <a:pt x="0" y="3"/>
                  </a:lnTo>
                  <a:lnTo>
                    <a:pt x="2" y="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09" name="Freeform 1109"/>
            <p:cNvSpPr/>
            <p:nvPr/>
          </p:nvSpPr>
          <p:spPr bwMode="auto">
            <a:xfrm>
              <a:off x="3217" y="2819"/>
              <a:ext cx="1" cy="3"/>
            </a:xfrm>
            <a:custGeom>
              <a:avLst/>
              <a:gdLst/>
              <a:ahLst/>
              <a:cxnLst>
                <a:cxn ang="0">
                  <a:pos x="0" y="0"/>
                </a:cxn>
                <a:cxn ang="0">
                  <a:pos x="0" y="3"/>
                </a:cxn>
                <a:cxn ang="0">
                  <a:pos x="0" y="2"/>
                </a:cxn>
                <a:cxn ang="0">
                  <a:pos x="0" y="0"/>
                </a:cxn>
              </a:cxnLst>
              <a:rect l="0" t="0" r="r" b="b"/>
              <a:pathLst>
                <a:path h="3">
                  <a:moveTo>
                    <a:pt x="0" y="0"/>
                  </a:moveTo>
                  <a:lnTo>
                    <a:pt x="0" y="3"/>
                  </a:lnTo>
                  <a:lnTo>
                    <a:pt x="0"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0" name="Freeform 1110"/>
            <p:cNvSpPr/>
            <p:nvPr/>
          </p:nvSpPr>
          <p:spPr bwMode="auto">
            <a:xfrm>
              <a:off x="3217" y="2819"/>
              <a:ext cx="1" cy="3"/>
            </a:xfrm>
            <a:custGeom>
              <a:avLst/>
              <a:gdLst/>
              <a:ahLst/>
              <a:cxnLst>
                <a:cxn ang="0">
                  <a:pos x="0" y="0"/>
                </a:cxn>
                <a:cxn ang="0">
                  <a:pos x="0" y="3"/>
                </a:cxn>
                <a:cxn ang="0">
                  <a:pos x="0" y="2"/>
                </a:cxn>
                <a:cxn ang="0">
                  <a:pos x="0" y="0"/>
                </a:cxn>
              </a:cxnLst>
              <a:rect l="0" t="0" r="r" b="b"/>
              <a:pathLst>
                <a:path h="3">
                  <a:moveTo>
                    <a:pt x="0" y="0"/>
                  </a:moveTo>
                  <a:lnTo>
                    <a:pt x="0" y="3"/>
                  </a:lnTo>
                  <a:lnTo>
                    <a:pt x="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11" name="Freeform 1111"/>
            <p:cNvSpPr/>
            <p:nvPr/>
          </p:nvSpPr>
          <p:spPr bwMode="auto">
            <a:xfrm>
              <a:off x="3206" y="2805"/>
              <a:ext cx="4" cy="2"/>
            </a:xfrm>
            <a:custGeom>
              <a:avLst/>
              <a:gdLst/>
              <a:ahLst/>
              <a:cxnLst>
                <a:cxn ang="0">
                  <a:pos x="4" y="0"/>
                </a:cxn>
                <a:cxn ang="0">
                  <a:pos x="0" y="2"/>
                </a:cxn>
                <a:cxn ang="0">
                  <a:pos x="4" y="2"/>
                </a:cxn>
                <a:cxn ang="0">
                  <a:pos x="4" y="0"/>
                </a:cxn>
              </a:cxnLst>
              <a:rect l="0" t="0" r="r" b="b"/>
              <a:pathLst>
                <a:path w="4" h="2">
                  <a:moveTo>
                    <a:pt x="4" y="0"/>
                  </a:moveTo>
                  <a:lnTo>
                    <a:pt x="0" y="2"/>
                  </a:lnTo>
                  <a:lnTo>
                    <a:pt x="4"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2" name="Freeform 1112"/>
            <p:cNvSpPr/>
            <p:nvPr/>
          </p:nvSpPr>
          <p:spPr bwMode="auto">
            <a:xfrm>
              <a:off x="3206" y="2805"/>
              <a:ext cx="4" cy="2"/>
            </a:xfrm>
            <a:custGeom>
              <a:avLst/>
              <a:gdLst/>
              <a:ahLst/>
              <a:cxnLst>
                <a:cxn ang="0">
                  <a:pos x="4" y="0"/>
                </a:cxn>
                <a:cxn ang="0">
                  <a:pos x="0" y="2"/>
                </a:cxn>
                <a:cxn ang="0">
                  <a:pos x="4" y="2"/>
                </a:cxn>
                <a:cxn ang="0">
                  <a:pos x="4" y="0"/>
                </a:cxn>
              </a:cxnLst>
              <a:rect l="0" t="0" r="r" b="b"/>
              <a:pathLst>
                <a:path w="4" h="2">
                  <a:moveTo>
                    <a:pt x="4" y="0"/>
                  </a:moveTo>
                  <a:lnTo>
                    <a:pt x="0" y="2"/>
                  </a:lnTo>
                  <a:lnTo>
                    <a:pt x="4"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313" name="Rectangle 1113"/>
            <p:cNvSpPr>
              <a:spLocks noChangeArrowheads="1"/>
            </p:cNvSpPr>
            <p:nvPr/>
          </p:nvSpPr>
          <p:spPr bwMode="auto">
            <a:xfrm>
              <a:off x="3213" y="2824"/>
              <a:ext cx="2" cy="2"/>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314" name="Rectangle 1114"/>
            <p:cNvSpPr>
              <a:spLocks noChangeArrowheads="1"/>
            </p:cNvSpPr>
            <p:nvPr/>
          </p:nvSpPr>
          <p:spPr bwMode="auto">
            <a:xfrm>
              <a:off x="3213" y="2824"/>
              <a:ext cx="2"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15" name="Freeform 1115"/>
            <p:cNvSpPr/>
            <p:nvPr/>
          </p:nvSpPr>
          <p:spPr bwMode="auto">
            <a:xfrm>
              <a:off x="3210" y="2824"/>
              <a:ext cx="3" cy="2"/>
            </a:xfrm>
            <a:custGeom>
              <a:avLst/>
              <a:gdLst/>
              <a:ahLst/>
              <a:cxnLst>
                <a:cxn ang="0">
                  <a:pos x="3" y="0"/>
                </a:cxn>
                <a:cxn ang="0">
                  <a:pos x="0" y="2"/>
                </a:cxn>
                <a:cxn ang="0">
                  <a:pos x="3" y="2"/>
                </a:cxn>
                <a:cxn ang="0">
                  <a:pos x="3" y="0"/>
                </a:cxn>
              </a:cxnLst>
              <a:rect l="0" t="0" r="r" b="b"/>
              <a:pathLst>
                <a:path w="3" h="2">
                  <a:moveTo>
                    <a:pt x="3" y="0"/>
                  </a:moveTo>
                  <a:lnTo>
                    <a:pt x="0" y="2"/>
                  </a:lnTo>
                  <a:lnTo>
                    <a:pt x="3" y="2"/>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6" name="Freeform 1116"/>
            <p:cNvSpPr/>
            <p:nvPr/>
          </p:nvSpPr>
          <p:spPr bwMode="auto">
            <a:xfrm>
              <a:off x="3210" y="2824"/>
              <a:ext cx="3" cy="2"/>
            </a:xfrm>
            <a:custGeom>
              <a:avLst/>
              <a:gdLst/>
              <a:ahLst/>
              <a:cxnLst>
                <a:cxn ang="0">
                  <a:pos x="3" y="0"/>
                </a:cxn>
                <a:cxn ang="0">
                  <a:pos x="0" y="2"/>
                </a:cxn>
                <a:cxn ang="0">
                  <a:pos x="3" y="2"/>
                </a:cxn>
                <a:cxn ang="0">
                  <a:pos x="3" y="0"/>
                </a:cxn>
              </a:cxnLst>
              <a:rect l="0" t="0" r="r" b="b"/>
              <a:pathLst>
                <a:path w="3" h="2">
                  <a:moveTo>
                    <a:pt x="3" y="0"/>
                  </a:moveTo>
                  <a:lnTo>
                    <a:pt x="0" y="2"/>
                  </a:lnTo>
                  <a:lnTo>
                    <a:pt x="3" y="2"/>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17" name="Freeform 1117"/>
            <p:cNvSpPr/>
            <p:nvPr/>
          </p:nvSpPr>
          <p:spPr bwMode="auto">
            <a:xfrm>
              <a:off x="3203" y="2826"/>
              <a:ext cx="3" cy="1"/>
            </a:xfrm>
            <a:custGeom>
              <a:avLst/>
              <a:gdLst/>
              <a:ahLst/>
              <a:cxnLst>
                <a:cxn ang="0">
                  <a:pos x="0" y="0"/>
                </a:cxn>
                <a:cxn ang="0">
                  <a:pos x="2" y="1"/>
                </a:cxn>
                <a:cxn ang="0">
                  <a:pos x="3" y="1"/>
                </a:cxn>
                <a:cxn ang="0">
                  <a:pos x="0" y="0"/>
                </a:cxn>
              </a:cxnLst>
              <a:rect l="0" t="0" r="r" b="b"/>
              <a:pathLst>
                <a:path w="3" h="1">
                  <a:moveTo>
                    <a:pt x="0" y="0"/>
                  </a:moveTo>
                  <a:lnTo>
                    <a:pt x="2" y="1"/>
                  </a:lnTo>
                  <a:lnTo>
                    <a:pt x="3"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8" name="Freeform 1118"/>
            <p:cNvSpPr/>
            <p:nvPr/>
          </p:nvSpPr>
          <p:spPr bwMode="auto">
            <a:xfrm>
              <a:off x="3203" y="2826"/>
              <a:ext cx="3" cy="1"/>
            </a:xfrm>
            <a:custGeom>
              <a:avLst/>
              <a:gdLst/>
              <a:ahLst/>
              <a:cxnLst>
                <a:cxn ang="0">
                  <a:pos x="0" y="0"/>
                </a:cxn>
                <a:cxn ang="0">
                  <a:pos x="2" y="1"/>
                </a:cxn>
                <a:cxn ang="0">
                  <a:pos x="3" y="1"/>
                </a:cxn>
                <a:cxn ang="0">
                  <a:pos x="0" y="0"/>
                </a:cxn>
              </a:cxnLst>
              <a:rect l="0" t="0" r="r" b="b"/>
              <a:pathLst>
                <a:path w="3" h="1">
                  <a:moveTo>
                    <a:pt x="0" y="0"/>
                  </a:moveTo>
                  <a:lnTo>
                    <a:pt x="2" y="1"/>
                  </a:lnTo>
                  <a:lnTo>
                    <a:pt x="3"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19" name="Freeform 1119"/>
            <p:cNvSpPr/>
            <p:nvPr/>
          </p:nvSpPr>
          <p:spPr bwMode="auto">
            <a:xfrm>
              <a:off x="3213" y="2809"/>
              <a:ext cx="4" cy="3"/>
            </a:xfrm>
            <a:custGeom>
              <a:avLst/>
              <a:gdLst/>
              <a:ahLst/>
              <a:cxnLst>
                <a:cxn ang="0">
                  <a:pos x="0" y="0"/>
                </a:cxn>
                <a:cxn ang="0">
                  <a:pos x="4" y="3"/>
                </a:cxn>
                <a:cxn ang="0">
                  <a:pos x="2" y="1"/>
                </a:cxn>
                <a:cxn ang="0">
                  <a:pos x="0" y="0"/>
                </a:cxn>
              </a:cxnLst>
              <a:rect l="0" t="0" r="r" b="b"/>
              <a:pathLst>
                <a:path w="4" h="3">
                  <a:moveTo>
                    <a:pt x="0" y="0"/>
                  </a:moveTo>
                  <a:lnTo>
                    <a:pt x="4" y="3"/>
                  </a:lnTo>
                  <a:lnTo>
                    <a:pt x="2"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0" name="Freeform 1120"/>
            <p:cNvSpPr/>
            <p:nvPr/>
          </p:nvSpPr>
          <p:spPr bwMode="auto">
            <a:xfrm>
              <a:off x="3213" y="2809"/>
              <a:ext cx="4" cy="3"/>
            </a:xfrm>
            <a:custGeom>
              <a:avLst/>
              <a:gdLst/>
              <a:ahLst/>
              <a:cxnLst>
                <a:cxn ang="0">
                  <a:pos x="0" y="0"/>
                </a:cxn>
                <a:cxn ang="0">
                  <a:pos x="4" y="3"/>
                </a:cxn>
                <a:cxn ang="0">
                  <a:pos x="2" y="1"/>
                </a:cxn>
                <a:cxn ang="0">
                  <a:pos x="0" y="0"/>
                </a:cxn>
              </a:cxnLst>
              <a:rect l="0" t="0" r="r" b="b"/>
              <a:pathLst>
                <a:path w="4" h="3">
                  <a:moveTo>
                    <a:pt x="0" y="0"/>
                  </a:moveTo>
                  <a:lnTo>
                    <a:pt x="4" y="3"/>
                  </a:lnTo>
                  <a:lnTo>
                    <a:pt x="2"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1" name="Freeform 1121"/>
            <p:cNvSpPr>
              <a:spLocks noEditPoints="1"/>
            </p:cNvSpPr>
            <p:nvPr/>
          </p:nvSpPr>
          <p:spPr bwMode="auto">
            <a:xfrm>
              <a:off x="3198" y="2815"/>
              <a:ext cx="20" cy="9"/>
            </a:xfrm>
            <a:custGeom>
              <a:avLst/>
              <a:gdLst/>
              <a:ahLst/>
              <a:cxnLst>
                <a:cxn ang="0">
                  <a:pos x="0" y="7"/>
                </a:cxn>
                <a:cxn ang="0">
                  <a:pos x="0" y="9"/>
                </a:cxn>
                <a:cxn ang="0">
                  <a:pos x="2" y="9"/>
                </a:cxn>
                <a:cxn ang="0">
                  <a:pos x="0" y="7"/>
                </a:cxn>
                <a:cxn ang="0">
                  <a:pos x="19" y="0"/>
                </a:cxn>
                <a:cxn ang="0">
                  <a:pos x="19" y="4"/>
                </a:cxn>
                <a:cxn ang="0">
                  <a:pos x="20" y="2"/>
                </a:cxn>
                <a:cxn ang="0">
                  <a:pos x="19" y="0"/>
                </a:cxn>
              </a:cxnLst>
              <a:rect l="0" t="0" r="r" b="b"/>
              <a:pathLst>
                <a:path w="20" h="9">
                  <a:moveTo>
                    <a:pt x="0" y="7"/>
                  </a:moveTo>
                  <a:lnTo>
                    <a:pt x="0" y="9"/>
                  </a:lnTo>
                  <a:lnTo>
                    <a:pt x="2" y="9"/>
                  </a:lnTo>
                  <a:lnTo>
                    <a:pt x="0" y="7"/>
                  </a:lnTo>
                  <a:close/>
                  <a:moveTo>
                    <a:pt x="19" y="0"/>
                  </a:moveTo>
                  <a:lnTo>
                    <a:pt x="19" y="4"/>
                  </a:lnTo>
                  <a:lnTo>
                    <a:pt x="20" y="2"/>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2" name="Freeform 1122"/>
            <p:cNvSpPr/>
            <p:nvPr/>
          </p:nvSpPr>
          <p:spPr bwMode="auto">
            <a:xfrm>
              <a:off x="3198" y="2822"/>
              <a:ext cx="2" cy="2"/>
            </a:xfrm>
            <a:custGeom>
              <a:avLst/>
              <a:gdLst/>
              <a:ahLst/>
              <a:cxnLst>
                <a:cxn ang="0">
                  <a:pos x="0" y="0"/>
                </a:cxn>
                <a:cxn ang="0">
                  <a:pos x="0" y="2"/>
                </a:cxn>
                <a:cxn ang="0">
                  <a:pos x="2" y="2"/>
                </a:cxn>
                <a:cxn ang="0">
                  <a:pos x="0" y="0"/>
                </a:cxn>
              </a:cxnLst>
              <a:rect l="0" t="0" r="r" b="b"/>
              <a:pathLst>
                <a:path w="2" h="2">
                  <a:moveTo>
                    <a:pt x="0" y="0"/>
                  </a:moveTo>
                  <a:lnTo>
                    <a:pt x="0" y="2"/>
                  </a:lnTo>
                  <a:lnTo>
                    <a:pt x="2"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3" name="Freeform 1123"/>
            <p:cNvSpPr/>
            <p:nvPr/>
          </p:nvSpPr>
          <p:spPr bwMode="auto">
            <a:xfrm>
              <a:off x="3217" y="2815"/>
              <a:ext cx="1" cy="4"/>
            </a:xfrm>
            <a:custGeom>
              <a:avLst/>
              <a:gdLst/>
              <a:ahLst/>
              <a:cxnLst>
                <a:cxn ang="0">
                  <a:pos x="0" y="0"/>
                </a:cxn>
                <a:cxn ang="0">
                  <a:pos x="0" y="4"/>
                </a:cxn>
                <a:cxn ang="0">
                  <a:pos x="1" y="2"/>
                </a:cxn>
                <a:cxn ang="0">
                  <a:pos x="0" y="0"/>
                </a:cxn>
              </a:cxnLst>
              <a:rect l="0" t="0" r="r" b="b"/>
              <a:pathLst>
                <a:path w="1" h="4">
                  <a:moveTo>
                    <a:pt x="0" y="0"/>
                  </a:moveTo>
                  <a:lnTo>
                    <a:pt x="0" y="4"/>
                  </a:lnTo>
                  <a:lnTo>
                    <a:pt x="1"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4" name="Freeform 1124"/>
            <p:cNvSpPr>
              <a:spLocks noEditPoints="1"/>
            </p:cNvSpPr>
            <p:nvPr/>
          </p:nvSpPr>
          <p:spPr bwMode="auto">
            <a:xfrm>
              <a:off x="3196" y="2815"/>
              <a:ext cx="21" cy="9"/>
            </a:xfrm>
            <a:custGeom>
              <a:avLst/>
              <a:gdLst/>
              <a:ahLst/>
              <a:cxnLst>
                <a:cxn ang="0">
                  <a:pos x="21" y="7"/>
                </a:cxn>
                <a:cxn ang="0">
                  <a:pos x="17" y="9"/>
                </a:cxn>
                <a:cxn ang="0">
                  <a:pos x="19" y="9"/>
                </a:cxn>
                <a:cxn ang="0">
                  <a:pos x="21" y="7"/>
                </a:cxn>
                <a:cxn ang="0">
                  <a:pos x="0" y="0"/>
                </a:cxn>
                <a:cxn ang="0">
                  <a:pos x="0" y="2"/>
                </a:cxn>
                <a:cxn ang="0">
                  <a:pos x="0" y="4"/>
                </a:cxn>
                <a:cxn ang="0">
                  <a:pos x="0" y="0"/>
                </a:cxn>
              </a:cxnLst>
              <a:rect l="0" t="0" r="r" b="b"/>
              <a:pathLst>
                <a:path w="21" h="9">
                  <a:moveTo>
                    <a:pt x="21" y="7"/>
                  </a:moveTo>
                  <a:lnTo>
                    <a:pt x="17" y="9"/>
                  </a:lnTo>
                  <a:lnTo>
                    <a:pt x="19" y="9"/>
                  </a:lnTo>
                  <a:lnTo>
                    <a:pt x="21" y="7"/>
                  </a:lnTo>
                  <a:close/>
                  <a:moveTo>
                    <a:pt x="0" y="0"/>
                  </a:moveTo>
                  <a:lnTo>
                    <a:pt x="0" y="2"/>
                  </a:lnTo>
                  <a:lnTo>
                    <a:pt x="0"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5" name="Freeform 1125"/>
            <p:cNvSpPr/>
            <p:nvPr/>
          </p:nvSpPr>
          <p:spPr bwMode="auto">
            <a:xfrm>
              <a:off x="3213" y="2822"/>
              <a:ext cx="4" cy="2"/>
            </a:xfrm>
            <a:custGeom>
              <a:avLst/>
              <a:gdLst/>
              <a:ahLst/>
              <a:cxnLst>
                <a:cxn ang="0">
                  <a:pos x="4" y="0"/>
                </a:cxn>
                <a:cxn ang="0">
                  <a:pos x="0" y="2"/>
                </a:cxn>
                <a:cxn ang="0">
                  <a:pos x="2" y="2"/>
                </a:cxn>
                <a:cxn ang="0">
                  <a:pos x="4" y="0"/>
                </a:cxn>
              </a:cxnLst>
              <a:rect l="0" t="0" r="r" b="b"/>
              <a:pathLst>
                <a:path w="4" h="2">
                  <a:moveTo>
                    <a:pt x="4" y="0"/>
                  </a:moveTo>
                  <a:lnTo>
                    <a:pt x="0" y="2"/>
                  </a:lnTo>
                  <a:lnTo>
                    <a:pt x="2"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326" name="Freeform 1126"/>
            <p:cNvSpPr/>
            <p:nvPr/>
          </p:nvSpPr>
          <p:spPr bwMode="auto">
            <a:xfrm>
              <a:off x="3196" y="2815"/>
              <a:ext cx="1" cy="4"/>
            </a:xfrm>
            <a:custGeom>
              <a:avLst/>
              <a:gdLst/>
              <a:ahLst/>
              <a:cxnLst>
                <a:cxn ang="0">
                  <a:pos x="0" y="0"/>
                </a:cxn>
                <a:cxn ang="0">
                  <a:pos x="0" y="2"/>
                </a:cxn>
                <a:cxn ang="0">
                  <a:pos x="0" y="4"/>
                </a:cxn>
                <a:cxn ang="0">
                  <a:pos x="0" y="0"/>
                </a:cxn>
              </a:cxnLst>
              <a:rect l="0" t="0" r="r" b="b"/>
              <a:pathLst>
                <a:path h="4">
                  <a:moveTo>
                    <a:pt x="0" y="0"/>
                  </a:moveTo>
                  <a:lnTo>
                    <a:pt x="0" y="2"/>
                  </a:lnTo>
                  <a:lnTo>
                    <a:pt x="0"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7" name="Freeform 1127"/>
            <p:cNvSpPr/>
            <p:nvPr/>
          </p:nvSpPr>
          <p:spPr bwMode="auto">
            <a:xfrm>
              <a:off x="3196" y="2807"/>
              <a:ext cx="21" cy="20"/>
            </a:xfrm>
            <a:custGeom>
              <a:avLst/>
              <a:gdLst/>
              <a:ahLst/>
              <a:cxnLst>
                <a:cxn ang="0">
                  <a:pos x="10" y="0"/>
                </a:cxn>
                <a:cxn ang="0">
                  <a:pos x="7" y="0"/>
                </a:cxn>
                <a:cxn ang="0">
                  <a:pos x="5" y="2"/>
                </a:cxn>
                <a:cxn ang="0">
                  <a:pos x="2" y="5"/>
                </a:cxn>
                <a:cxn ang="0">
                  <a:pos x="0" y="8"/>
                </a:cxn>
                <a:cxn ang="0">
                  <a:pos x="0" y="12"/>
                </a:cxn>
                <a:cxn ang="0">
                  <a:pos x="2" y="15"/>
                </a:cxn>
                <a:cxn ang="0">
                  <a:pos x="4" y="17"/>
                </a:cxn>
                <a:cxn ang="0">
                  <a:pos x="7" y="19"/>
                </a:cxn>
                <a:cxn ang="0">
                  <a:pos x="10" y="20"/>
                </a:cxn>
                <a:cxn ang="0">
                  <a:pos x="14" y="19"/>
                </a:cxn>
                <a:cxn ang="0">
                  <a:pos x="17" y="17"/>
                </a:cxn>
                <a:cxn ang="0">
                  <a:pos x="21" y="15"/>
                </a:cxn>
                <a:cxn ang="0">
                  <a:pos x="21" y="12"/>
                </a:cxn>
                <a:cxn ang="0">
                  <a:pos x="21" y="8"/>
                </a:cxn>
                <a:cxn ang="0">
                  <a:pos x="21" y="5"/>
                </a:cxn>
                <a:cxn ang="0">
                  <a:pos x="17" y="2"/>
                </a:cxn>
                <a:cxn ang="0">
                  <a:pos x="14" y="0"/>
                </a:cxn>
                <a:cxn ang="0">
                  <a:pos x="10" y="0"/>
                </a:cxn>
              </a:cxnLst>
              <a:rect l="0" t="0" r="r" b="b"/>
              <a:pathLst>
                <a:path w="21" h="20">
                  <a:moveTo>
                    <a:pt x="10" y="0"/>
                  </a:moveTo>
                  <a:lnTo>
                    <a:pt x="7" y="0"/>
                  </a:lnTo>
                  <a:lnTo>
                    <a:pt x="5" y="2"/>
                  </a:lnTo>
                  <a:lnTo>
                    <a:pt x="2" y="5"/>
                  </a:lnTo>
                  <a:lnTo>
                    <a:pt x="0" y="8"/>
                  </a:lnTo>
                  <a:lnTo>
                    <a:pt x="0" y="12"/>
                  </a:lnTo>
                  <a:lnTo>
                    <a:pt x="2" y="15"/>
                  </a:lnTo>
                  <a:lnTo>
                    <a:pt x="4" y="17"/>
                  </a:lnTo>
                  <a:lnTo>
                    <a:pt x="7" y="19"/>
                  </a:lnTo>
                  <a:lnTo>
                    <a:pt x="10" y="20"/>
                  </a:lnTo>
                  <a:lnTo>
                    <a:pt x="14" y="19"/>
                  </a:lnTo>
                  <a:lnTo>
                    <a:pt x="17" y="17"/>
                  </a:lnTo>
                  <a:lnTo>
                    <a:pt x="21" y="15"/>
                  </a:lnTo>
                  <a:lnTo>
                    <a:pt x="21" y="12"/>
                  </a:lnTo>
                  <a:lnTo>
                    <a:pt x="21" y="8"/>
                  </a:lnTo>
                  <a:lnTo>
                    <a:pt x="21" y="5"/>
                  </a:lnTo>
                  <a:lnTo>
                    <a:pt x="17" y="2"/>
                  </a:lnTo>
                  <a:lnTo>
                    <a:pt x="14"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8" name="Freeform 1128"/>
            <p:cNvSpPr/>
            <p:nvPr/>
          </p:nvSpPr>
          <p:spPr bwMode="auto">
            <a:xfrm>
              <a:off x="3196" y="2807"/>
              <a:ext cx="21" cy="20"/>
            </a:xfrm>
            <a:custGeom>
              <a:avLst/>
              <a:gdLst/>
              <a:ahLst/>
              <a:cxnLst>
                <a:cxn ang="0">
                  <a:pos x="10" y="0"/>
                </a:cxn>
                <a:cxn ang="0">
                  <a:pos x="7" y="0"/>
                </a:cxn>
                <a:cxn ang="0">
                  <a:pos x="5" y="2"/>
                </a:cxn>
                <a:cxn ang="0">
                  <a:pos x="2" y="5"/>
                </a:cxn>
                <a:cxn ang="0">
                  <a:pos x="0" y="8"/>
                </a:cxn>
                <a:cxn ang="0">
                  <a:pos x="0" y="12"/>
                </a:cxn>
                <a:cxn ang="0">
                  <a:pos x="2" y="15"/>
                </a:cxn>
                <a:cxn ang="0">
                  <a:pos x="4" y="17"/>
                </a:cxn>
                <a:cxn ang="0">
                  <a:pos x="7" y="19"/>
                </a:cxn>
                <a:cxn ang="0">
                  <a:pos x="10" y="20"/>
                </a:cxn>
                <a:cxn ang="0">
                  <a:pos x="14" y="19"/>
                </a:cxn>
                <a:cxn ang="0">
                  <a:pos x="17" y="17"/>
                </a:cxn>
                <a:cxn ang="0">
                  <a:pos x="21" y="15"/>
                </a:cxn>
                <a:cxn ang="0">
                  <a:pos x="21" y="12"/>
                </a:cxn>
                <a:cxn ang="0">
                  <a:pos x="21" y="8"/>
                </a:cxn>
                <a:cxn ang="0">
                  <a:pos x="21" y="5"/>
                </a:cxn>
                <a:cxn ang="0">
                  <a:pos x="17" y="2"/>
                </a:cxn>
                <a:cxn ang="0">
                  <a:pos x="14" y="0"/>
                </a:cxn>
                <a:cxn ang="0">
                  <a:pos x="10" y="0"/>
                </a:cxn>
              </a:cxnLst>
              <a:rect l="0" t="0" r="r" b="b"/>
              <a:pathLst>
                <a:path w="21" h="20">
                  <a:moveTo>
                    <a:pt x="10" y="0"/>
                  </a:moveTo>
                  <a:lnTo>
                    <a:pt x="7" y="0"/>
                  </a:lnTo>
                  <a:lnTo>
                    <a:pt x="5" y="2"/>
                  </a:lnTo>
                  <a:lnTo>
                    <a:pt x="2" y="5"/>
                  </a:lnTo>
                  <a:lnTo>
                    <a:pt x="0" y="8"/>
                  </a:lnTo>
                  <a:lnTo>
                    <a:pt x="0" y="12"/>
                  </a:lnTo>
                  <a:lnTo>
                    <a:pt x="2" y="15"/>
                  </a:lnTo>
                  <a:lnTo>
                    <a:pt x="4" y="17"/>
                  </a:lnTo>
                  <a:lnTo>
                    <a:pt x="7" y="19"/>
                  </a:lnTo>
                  <a:lnTo>
                    <a:pt x="10" y="20"/>
                  </a:lnTo>
                  <a:lnTo>
                    <a:pt x="14" y="19"/>
                  </a:lnTo>
                  <a:lnTo>
                    <a:pt x="17" y="17"/>
                  </a:lnTo>
                  <a:lnTo>
                    <a:pt x="21" y="15"/>
                  </a:lnTo>
                  <a:lnTo>
                    <a:pt x="21" y="12"/>
                  </a:lnTo>
                  <a:lnTo>
                    <a:pt x="21" y="8"/>
                  </a:lnTo>
                  <a:lnTo>
                    <a:pt x="21" y="5"/>
                  </a:lnTo>
                  <a:lnTo>
                    <a:pt x="17" y="2"/>
                  </a:lnTo>
                  <a:lnTo>
                    <a:pt x="14"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329" name="Freeform 1129"/>
            <p:cNvSpPr/>
            <p:nvPr/>
          </p:nvSpPr>
          <p:spPr bwMode="auto">
            <a:xfrm>
              <a:off x="3590" y="2749"/>
              <a:ext cx="13" cy="11"/>
            </a:xfrm>
            <a:custGeom>
              <a:avLst/>
              <a:gdLst/>
              <a:ahLst/>
              <a:cxnLst>
                <a:cxn ang="0">
                  <a:pos x="2" y="0"/>
                </a:cxn>
                <a:cxn ang="0">
                  <a:pos x="0" y="11"/>
                </a:cxn>
                <a:cxn ang="0">
                  <a:pos x="13" y="8"/>
                </a:cxn>
                <a:cxn ang="0">
                  <a:pos x="13" y="8"/>
                </a:cxn>
                <a:cxn ang="0">
                  <a:pos x="13" y="8"/>
                </a:cxn>
                <a:cxn ang="0">
                  <a:pos x="0" y="11"/>
                </a:cxn>
                <a:cxn ang="0">
                  <a:pos x="2" y="0"/>
                </a:cxn>
                <a:cxn ang="0">
                  <a:pos x="2" y="0"/>
                </a:cxn>
              </a:cxnLst>
              <a:rect l="0" t="0" r="r" b="b"/>
              <a:pathLst>
                <a:path w="13" h="11">
                  <a:moveTo>
                    <a:pt x="2" y="0"/>
                  </a:moveTo>
                  <a:lnTo>
                    <a:pt x="0" y="11"/>
                  </a:lnTo>
                  <a:lnTo>
                    <a:pt x="13" y="8"/>
                  </a:lnTo>
                  <a:lnTo>
                    <a:pt x="13" y="8"/>
                  </a:lnTo>
                  <a:lnTo>
                    <a:pt x="13" y="8"/>
                  </a:lnTo>
                  <a:lnTo>
                    <a:pt x="0" y="11"/>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30" name="Freeform 1130"/>
            <p:cNvSpPr/>
            <p:nvPr/>
          </p:nvSpPr>
          <p:spPr bwMode="auto">
            <a:xfrm>
              <a:off x="3590" y="2749"/>
              <a:ext cx="13" cy="11"/>
            </a:xfrm>
            <a:custGeom>
              <a:avLst/>
              <a:gdLst/>
              <a:ahLst/>
              <a:cxnLst>
                <a:cxn ang="0">
                  <a:pos x="2" y="0"/>
                </a:cxn>
                <a:cxn ang="0">
                  <a:pos x="0" y="11"/>
                </a:cxn>
                <a:cxn ang="0">
                  <a:pos x="13" y="8"/>
                </a:cxn>
                <a:cxn ang="0">
                  <a:pos x="13" y="8"/>
                </a:cxn>
                <a:cxn ang="0">
                  <a:pos x="13" y="8"/>
                </a:cxn>
                <a:cxn ang="0">
                  <a:pos x="0" y="11"/>
                </a:cxn>
                <a:cxn ang="0">
                  <a:pos x="2" y="0"/>
                </a:cxn>
                <a:cxn ang="0">
                  <a:pos x="2" y="0"/>
                </a:cxn>
              </a:cxnLst>
              <a:rect l="0" t="0" r="r" b="b"/>
              <a:pathLst>
                <a:path w="13" h="11">
                  <a:moveTo>
                    <a:pt x="2" y="0"/>
                  </a:moveTo>
                  <a:lnTo>
                    <a:pt x="0" y="11"/>
                  </a:lnTo>
                  <a:lnTo>
                    <a:pt x="13" y="8"/>
                  </a:lnTo>
                  <a:lnTo>
                    <a:pt x="13" y="8"/>
                  </a:lnTo>
                  <a:lnTo>
                    <a:pt x="13" y="8"/>
                  </a:lnTo>
                  <a:lnTo>
                    <a:pt x="0" y="11"/>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31" name="Rectangle 1131"/>
            <p:cNvSpPr>
              <a:spLocks noChangeArrowheads="1"/>
            </p:cNvSpPr>
            <p:nvPr/>
          </p:nvSpPr>
          <p:spPr bwMode="auto">
            <a:xfrm>
              <a:off x="3612" y="2757"/>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2332" name="Rectangle 1132"/>
            <p:cNvSpPr>
              <a:spLocks noChangeArrowheads="1"/>
            </p:cNvSpPr>
            <p:nvPr/>
          </p:nvSpPr>
          <p:spPr bwMode="auto">
            <a:xfrm>
              <a:off x="3612" y="275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33" name="Freeform 1133"/>
            <p:cNvSpPr/>
            <p:nvPr/>
          </p:nvSpPr>
          <p:spPr bwMode="auto">
            <a:xfrm>
              <a:off x="3612" y="2757"/>
              <a:ext cx="1" cy="1"/>
            </a:xfrm>
            <a:custGeom>
              <a:avLst/>
              <a:gdLst/>
              <a:ahLst/>
              <a:cxnLst>
                <a:cxn ang="0">
                  <a:pos x="0" y="0"/>
                </a:cxn>
                <a:cxn ang="0">
                  <a:pos x="0" y="0"/>
                </a:cxn>
                <a:cxn ang="0">
                  <a:pos x="0" y="0"/>
                </a:cxn>
                <a:cxn ang="0">
                  <a:pos x="0" y="0"/>
                </a:cxn>
                <a:cxn ang="0">
                  <a:pos x="0" y="0"/>
                </a:cxn>
                <a:cxn ang="0">
                  <a:pos x="0" y="0"/>
                </a:cxn>
                <a:cxn ang="0">
                  <a:pos x="0" y="0"/>
                </a:cxn>
              </a:cxnLst>
              <a:rect l="0" t="0" r="r" b="b"/>
              <a:pathLst>
                <a:path>
                  <a:moveTo>
                    <a:pt x="0" y="0"/>
                  </a:moveTo>
                  <a:lnTo>
                    <a:pt x="0" y="0"/>
                  </a:lnTo>
                  <a:lnTo>
                    <a:pt x="0" y="0"/>
                  </a:lnTo>
                  <a:lnTo>
                    <a:pt x="0" y="0"/>
                  </a:lnTo>
                  <a:lnTo>
                    <a:pt x="0" y="0"/>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34" name="Freeform 1134"/>
            <p:cNvSpPr/>
            <p:nvPr/>
          </p:nvSpPr>
          <p:spPr bwMode="auto">
            <a:xfrm>
              <a:off x="3612" y="2757"/>
              <a:ext cx="1" cy="1"/>
            </a:xfrm>
            <a:custGeom>
              <a:avLst/>
              <a:gdLst/>
              <a:ahLst/>
              <a:cxnLst>
                <a:cxn ang="0">
                  <a:pos x="0" y="0"/>
                </a:cxn>
                <a:cxn ang="0">
                  <a:pos x="0" y="0"/>
                </a:cxn>
                <a:cxn ang="0">
                  <a:pos x="0" y="0"/>
                </a:cxn>
                <a:cxn ang="0">
                  <a:pos x="0" y="0"/>
                </a:cxn>
                <a:cxn ang="0">
                  <a:pos x="0" y="0"/>
                </a:cxn>
                <a:cxn ang="0">
                  <a:pos x="0" y="0"/>
                </a:cxn>
                <a:cxn ang="0">
                  <a:pos x="0" y="0"/>
                </a:cxn>
              </a:cxnLst>
              <a:rect l="0" t="0" r="r" b="b"/>
              <a:pathLst>
                <a:path>
                  <a:moveTo>
                    <a:pt x="0" y="0"/>
                  </a:moveTo>
                  <a:lnTo>
                    <a:pt x="0" y="0"/>
                  </a:lnTo>
                  <a:lnTo>
                    <a:pt x="0" y="0"/>
                  </a:lnTo>
                  <a:lnTo>
                    <a:pt x="0" y="0"/>
                  </a:ln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35" name="Freeform 1135"/>
            <p:cNvSpPr/>
            <p:nvPr/>
          </p:nvSpPr>
          <p:spPr bwMode="auto">
            <a:xfrm>
              <a:off x="3605" y="2757"/>
              <a:ext cx="7" cy="1"/>
            </a:xfrm>
            <a:custGeom>
              <a:avLst/>
              <a:gdLst/>
              <a:ahLst/>
              <a:cxnLst>
                <a:cxn ang="0">
                  <a:pos x="7" y="0"/>
                </a:cxn>
                <a:cxn ang="0">
                  <a:pos x="0" y="0"/>
                </a:cxn>
                <a:cxn ang="0">
                  <a:pos x="7" y="0"/>
                </a:cxn>
                <a:cxn ang="0">
                  <a:pos x="7" y="0"/>
                </a:cxn>
              </a:cxnLst>
              <a:rect l="0" t="0" r="r" b="b"/>
              <a:pathLst>
                <a:path w="7">
                  <a:moveTo>
                    <a:pt x="7" y="0"/>
                  </a:moveTo>
                  <a:lnTo>
                    <a:pt x="0" y="0"/>
                  </a:lnTo>
                  <a:lnTo>
                    <a:pt x="7"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36" name="Freeform 1136"/>
            <p:cNvSpPr/>
            <p:nvPr/>
          </p:nvSpPr>
          <p:spPr bwMode="auto">
            <a:xfrm>
              <a:off x="3605" y="2757"/>
              <a:ext cx="7" cy="1"/>
            </a:xfrm>
            <a:custGeom>
              <a:avLst/>
              <a:gdLst/>
              <a:ahLst/>
              <a:cxnLst>
                <a:cxn ang="0">
                  <a:pos x="7" y="0"/>
                </a:cxn>
                <a:cxn ang="0">
                  <a:pos x="0" y="0"/>
                </a:cxn>
                <a:cxn ang="0">
                  <a:pos x="7" y="0"/>
                </a:cxn>
                <a:cxn ang="0">
                  <a:pos x="7" y="0"/>
                </a:cxn>
              </a:cxnLst>
              <a:rect l="0" t="0" r="r" b="b"/>
              <a:pathLst>
                <a:path w="7">
                  <a:moveTo>
                    <a:pt x="7" y="0"/>
                  </a:moveTo>
                  <a:lnTo>
                    <a:pt x="0" y="0"/>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337" name="Rectangle 1137"/>
            <p:cNvSpPr>
              <a:spLocks noChangeArrowheads="1"/>
            </p:cNvSpPr>
            <p:nvPr/>
          </p:nvSpPr>
          <p:spPr bwMode="auto">
            <a:xfrm>
              <a:off x="3612" y="275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338" name="Rectangle 1138"/>
            <p:cNvSpPr>
              <a:spLocks noChangeArrowheads="1"/>
            </p:cNvSpPr>
            <p:nvPr/>
          </p:nvSpPr>
          <p:spPr bwMode="auto">
            <a:xfrm>
              <a:off x="3612" y="275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39" name="Rectangle 1139"/>
            <p:cNvSpPr>
              <a:spLocks noChangeArrowheads="1"/>
            </p:cNvSpPr>
            <p:nvPr/>
          </p:nvSpPr>
          <p:spPr bwMode="auto">
            <a:xfrm>
              <a:off x="3605" y="2757"/>
              <a:ext cx="7"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340" name="Rectangle 1140"/>
            <p:cNvSpPr>
              <a:spLocks noChangeArrowheads="1"/>
            </p:cNvSpPr>
            <p:nvPr/>
          </p:nvSpPr>
          <p:spPr bwMode="auto">
            <a:xfrm>
              <a:off x="3605" y="2757"/>
              <a:ext cx="7"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41" name="Freeform 1141"/>
            <p:cNvSpPr/>
            <p:nvPr/>
          </p:nvSpPr>
          <p:spPr bwMode="auto">
            <a:xfrm>
              <a:off x="3478" y="2511"/>
              <a:ext cx="130" cy="226"/>
            </a:xfrm>
            <a:custGeom>
              <a:avLst/>
              <a:gdLst/>
              <a:ahLst/>
              <a:cxnLst>
                <a:cxn ang="0">
                  <a:pos x="0" y="0"/>
                </a:cxn>
                <a:cxn ang="0">
                  <a:pos x="0" y="0"/>
                </a:cxn>
                <a:cxn ang="0">
                  <a:pos x="130" y="226"/>
                </a:cxn>
                <a:cxn ang="0">
                  <a:pos x="130" y="226"/>
                </a:cxn>
                <a:cxn ang="0">
                  <a:pos x="0" y="0"/>
                </a:cxn>
              </a:cxnLst>
              <a:rect l="0" t="0" r="r" b="b"/>
              <a:pathLst>
                <a:path w="130" h="226">
                  <a:moveTo>
                    <a:pt x="0" y="0"/>
                  </a:moveTo>
                  <a:lnTo>
                    <a:pt x="0" y="0"/>
                  </a:lnTo>
                  <a:lnTo>
                    <a:pt x="130" y="226"/>
                  </a:lnTo>
                  <a:lnTo>
                    <a:pt x="130" y="226"/>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342" name="Freeform 1142"/>
            <p:cNvSpPr/>
            <p:nvPr/>
          </p:nvSpPr>
          <p:spPr bwMode="auto">
            <a:xfrm>
              <a:off x="3478" y="2511"/>
              <a:ext cx="130" cy="226"/>
            </a:xfrm>
            <a:custGeom>
              <a:avLst/>
              <a:gdLst/>
              <a:ahLst/>
              <a:cxnLst>
                <a:cxn ang="0">
                  <a:pos x="0" y="0"/>
                </a:cxn>
                <a:cxn ang="0">
                  <a:pos x="0" y="0"/>
                </a:cxn>
                <a:cxn ang="0">
                  <a:pos x="130" y="226"/>
                </a:cxn>
                <a:cxn ang="0">
                  <a:pos x="130" y="226"/>
                </a:cxn>
                <a:cxn ang="0">
                  <a:pos x="0" y="0"/>
                </a:cxn>
              </a:cxnLst>
              <a:rect l="0" t="0" r="r" b="b"/>
              <a:pathLst>
                <a:path w="130" h="226">
                  <a:moveTo>
                    <a:pt x="0" y="0"/>
                  </a:moveTo>
                  <a:lnTo>
                    <a:pt x="0" y="0"/>
                  </a:lnTo>
                  <a:lnTo>
                    <a:pt x="130" y="226"/>
                  </a:lnTo>
                  <a:lnTo>
                    <a:pt x="130" y="22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43" name="Freeform 1143"/>
            <p:cNvSpPr/>
            <p:nvPr/>
          </p:nvSpPr>
          <p:spPr bwMode="auto">
            <a:xfrm>
              <a:off x="3464" y="2511"/>
              <a:ext cx="144" cy="229"/>
            </a:xfrm>
            <a:custGeom>
              <a:avLst/>
              <a:gdLst/>
              <a:ahLst/>
              <a:cxnLst>
                <a:cxn ang="0">
                  <a:pos x="14" y="0"/>
                </a:cxn>
                <a:cxn ang="0">
                  <a:pos x="0" y="17"/>
                </a:cxn>
                <a:cxn ang="0">
                  <a:pos x="0" y="17"/>
                </a:cxn>
                <a:cxn ang="0">
                  <a:pos x="0" y="17"/>
                </a:cxn>
                <a:cxn ang="0">
                  <a:pos x="123" y="229"/>
                </a:cxn>
                <a:cxn ang="0">
                  <a:pos x="129" y="227"/>
                </a:cxn>
                <a:cxn ang="0">
                  <a:pos x="129" y="227"/>
                </a:cxn>
                <a:cxn ang="0">
                  <a:pos x="136" y="227"/>
                </a:cxn>
                <a:cxn ang="0">
                  <a:pos x="136" y="227"/>
                </a:cxn>
                <a:cxn ang="0">
                  <a:pos x="144" y="226"/>
                </a:cxn>
                <a:cxn ang="0">
                  <a:pos x="144" y="226"/>
                </a:cxn>
                <a:cxn ang="0">
                  <a:pos x="14" y="0"/>
                </a:cxn>
                <a:cxn ang="0">
                  <a:pos x="14" y="0"/>
                </a:cxn>
                <a:cxn ang="0">
                  <a:pos x="14" y="0"/>
                </a:cxn>
              </a:cxnLst>
              <a:rect l="0" t="0" r="r" b="b"/>
              <a:pathLst>
                <a:path w="144" h="229">
                  <a:moveTo>
                    <a:pt x="14" y="0"/>
                  </a:moveTo>
                  <a:lnTo>
                    <a:pt x="0" y="17"/>
                  </a:lnTo>
                  <a:lnTo>
                    <a:pt x="0" y="17"/>
                  </a:lnTo>
                  <a:lnTo>
                    <a:pt x="0" y="17"/>
                  </a:lnTo>
                  <a:lnTo>
                    <a:pt x="123" y="229"/>
                  </a:lnTo>
                  <a:lnTo>
                    <a:pt x="129" y="227"/>
                  </a:lnTo>
                  <a:lnTo>
                    <a:pt x="129" y="227"/>
                  </a:lnTo>
                  <a:lnTo>
                    <a:pt x="136" y="227"/>
                  </a:lnTo>
                  <a:lnTo>
                    <a:pt x="136" y="227"/>
                  </a:lnTo>
                  <a:lnTo>
                    <a:pt x="144" y="226"/>
                  </a:lnTo>
                  <a:lnTo>
                    <a:pt x="144" y="226"/>
                  </a:lnTo>
                  <a:lnTo>
                    <a:pt x="14" y="0"/>
                  </a:lnTo>
                  <a:lnTo>
                    <a:pt x="14" y="0"/>
                  </a:lnTo>
                  <a:lnTo>
                    <a:pt x="1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44" name="Freeform 1144"/>
            <p:cNvSpPr/>
            <p:nvPr/>
          </p:nvSpPr>
          <p:spPr bwMode="auto">
            <a:xfrm>
              <a:off x="3464" y="2511"/>
              <a:ext cx="144" cy="229"/>
            </a:xfrm>
            <a:custGeom>
              <a:avLst/>
              <a:gdLst/>
              <a:ahLst/>
              <a:cxnLst>
                <a:cxn ang="0">
                  <a:pos x="14" y="0"/>
                </a:cxn>
                <a:cxn ang="0">
                  <a:pos x="0" y="17"/>
                </a:cxn>
                <a:cxn ang="0">
                  <a:pos x="0" y="17"/>
                </a:cxn>
                <a:cxn ang="0">
                  <a:pos x="0" y="17"/>
                </a:cxn>
                <a:cxn ang="0">
                  <a:pos x="123" y="229"/>
                </a:cxn>
                <a:cxn ang="0">
                  <a:pos x="129" y="227"/>
                </a:cxn>
                <a:cxn ang="0">
                  <a:pos x="129" y="227"/>
                </a:cxn>
                <a:cxn ang="0">
                  <a:pos x="136" y="227"/>
                </a:cxn>
                <a:cxn ang="0">
                  <a:pos x="136" y="227"/>
                </a:cxn>
                <a:cxn ang="0">
                  <a:pos x="144" y="226"/>
                </a:cxn>
                <a:cxn ang="0">
                  <a:pos x="144" y="226"/>
                </a:cxn>
                <a:cxn ang="0">
                  <a:pos x="14" y="0"/>
                </a:cxn>
                <a:cxn ang="0">
                  <a:pos x="14" y="0"/>
                </a:cxn>
                <a:cxn ang="0">
                  <a:pos x="14" y="0"/>
                </a:cxn>
              </a:cxnLst>
              <a:rect l="0" t="0" r="r" b="b"/>
              <a:pathLst>
                <a:path w="144" h="229">
                  <a:moveTo>
                    <a:pt x="14" y="0"/>
                  </a:moveTo>
                  <a:lnTo>
                    <a:pt x="0" y="17"/>
                  </a:lnTo>
                  <a:lnTo>
                    <a:pt x="0" y="17"/>
                  </a:lnTo>
                  <a:lnTo>
                    <a:pt x="0" y="17"/>
                  </a:lnTo>
                  <a:lnTo>
                    <a:pt x="123" y="229"/>
                  </a:lnTo>
                  <a:lnTo>
                    <a:pt x="129" y="227"/>
                  </a:lnTo>
                  <a:lnTo>
                    <a:pt x="129" y="227"/>
                  </a:lnTo>
                  <a:lnTo>
                    <a:pt x="136" y="227"/>
                  </a:lnTo>
                  <a:lnTo>
                    <a:pt x="136" y="227"/>
                  </a:lnTo>
                  <a:lnTo>
                    <a:pt x="144" y="226"/>
                  </a:lnTo>
                  <a:lnTo>
                    <a:pt x="144" y="226"/>
                  </a:lnTo>
                  <a:lnTo>
                    <a:pt x="14" y="0"/>
                  </a:lnTo>
                  <a:lnTo>
                    <a:pt x="14" y="0"/>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2345" name="Freeform 1145"/>
            <p:cNvSpPr>
              <a:spLocks noEditPoints="1"/>
            </p:cNvSpPr>
            <p:nvPr/>
          </p:nvSpPr>
          <p:spPr bwMode="auto">
            <a:xfrm>
              <a:off x="3463" y="2492"/>
              <a:ext cx="15" cy="36"/>
            </a:xfrm>
            <a:custGeom>
              <a:avLst/>
              <a:gdLst/>
              <a:ahLst/>
              <a:cxnLst>
                <a:cxn ang="0">
                  <a:pos x="15" y="19"/>
                </a:cxn>
                <a:cxn ang="0">
                  <a:pos x="1" y="36"/>
                </a:cxn>
                <a:cxn ang="0">
                  <a:pos x="1" y="36"/>
                </a:cxn>
                <a:cxn ang="0">
                  <a:pos x="15" y="19"/>
                </a:cxn>
                <a:cxn ang="0">
                  <a:pos x="15" y="19"/>
                </a:cxn>
                <a:cxn ang="0">
                  <a:pos x="5" y="0"/>
                </a:cxn>
                <a:cxn ang="0">
                  <a:pos x="0" y="5"/>
                </a:cxn>
                <a:cxn ang="0">
                  <a:pos x="6" y="7"/>
                </a:cxn>
                <a:cxn ang="0">
                  <a:pos x="3" y="17"/>
                </a:cxn>
                <a:cxn ang="0">
                  <a:pos x="6" y="7"/>
                </a:cxn>
                <a:cxn ang="0">
                  <a:pos x="10" y="9"/>
                </a:cxn>
                <a:cxn ang="0">
                  <a:pos x="5" y="0"/>
                </a:cxn>
              </a:cxnLst>
              <a:rect l="0" t="0" r="r" b="b"/>
              <a:pathLst>
                <a:path w="15" h="36">
                  <a:moveTo>
                    <a:pt x="15" y="19"/>
                  </a:moveTo>
                  <a:lnTo>
                    <a:pt x="1" y="36"/>
                  </a:lnTo>
                  <a:lnTo>
                    <a:pt x="1" y="36"/>
                  </a:lnTo>
                  <a:lnTo>
                    <a:pt x="15" y="19"/>
                  </a:lnTo>
                  <a:lnTo>
                    <a:pt x="15" y="19"/>
                  </a:lnTo>
                  <a:close/>
                  <a:moveTo>
                    <a:pt x="5" y="0"/>
                  </a:moveTo>
                  <a:lnTo>
                    <a:pt x="0" y="5"/>
                  </a:lnTo>
                  <a:lnTo>
                    <a:pt x="6" y="7"/>
                  </a:lnTo>
                  <a:lnTo>
                    <a:pt x="3" y="17"/>
                  </a:lnTo>
                  <a:lnTo>
                    <a:pt x="6" y="7"/>
                  </a:lnTo>
                  <a:lnTo>
                    <a:pt x="10" y="9"/>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46" name="Freeform 1146"/>
            <p:cNvSpPr/>
            <p:nvPr/>
          </p:nvSpPr>
          <p:spPr bwMode="auto">
            <a:xfrm>
              <a:off x="3464" y="2511"/>
              <a:ext cx="14" cy="17"/>
            </a:xfrm>
            <a:custGeom>
              <a:avLst/>
              <a:gdLst/>
              <a:ahLst/>
              <a:cxnLst>
                <a:cxn ang="0">
                  <a:pos x="14" y="0"/>
                </a:cxn>
                <a:cxn ang="0">
                  <a:pos x="0" y="17"/>
                </a:cxn>
                <a:cxn ang="0">
                  <a:pos x="0" y="17"/>
                </a:cxn>
                <a:cxn ang="0">
                  <a:pos x="14" y="0"/>
                </a:cxn>
                <a:cxn ang="0">
                  <a:pos x="14" y="0"/>
                </a:cxn>
              </a:cxnLst>
              <a:rect l="0" t="0" r="r" b="b"/>
              <a:pathLst>
                <a:path w="14" h="17">
                  <a:moveTo>
                    <a:pt x="14" y="0"/>
                  </a:moveTo>
                  <a:lnTo>
                    <a:pt x="0" y="17"/>
                  </a:lnTo>
                  <a:lnTo>
                    <a:pt x="0" y="17"/>
                  </a:lnTo>
                  <a:lnTo>
                    <a:pt x="14" y="0"/>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2347" name="Freeform 1147"/>
            <p:cNvSpPr/>
            <p:nvPr/>
          </p:nvSpPr>
          <p:spPr bwMode="auto">
            <a:xfrm>
              <a:off x="3463" y="2492"/>
              <a:ext cx="10" cy="17"/>
            </a:xfrm>
            <a:custGeom>
              <a:avLst/>
              <a:gdLst/>
              <a:ahLst/>
              <a:cxnLst>
                <a:cxn ang="0">
                  <a:pos x="5" y="0"/>
                </a:cxn>
                <a:cxn ang="0">
                  <a:pos x="0" y="5"/>
                </a:cxn>
                <a:cxn ang="0">
                  <a:pos x="6" y="7"/>
                </a:cxn>
                <a:cxn ang="0">
                  <a:pos x="3" y="17"/>
                </a:cxn>
                <a:cxn ang="0">
                  <a:pos x="6" y="7"/>
                </a:cxn>
                <a:cxn ang="0">
                  <a:pos x="10" y="9"/>
                </a:cxn>
                <a:cxn ang="0">
                  <a:pos x="5" y="0"/>
                </a:cxn>
              </a:cxnLst>
              <a:rect l="0" t="0" r="r" b="b"/>
              <a:pathLst>
                <a:path w="10" h="17">
                  <a:moveTo>
                    <a:pt x="5" y="0"/>
                  </a:moveTo>
                  <a:lnTo>
                    <a:pt x="0" y="5"/>
                  </a:lnTo>
                  <a:lnTo>
                    <a:pt x="6" y="7"/>
                  </a:lnTo>
                  <a:lnTo>
                    <a:pt x="3" y="17"/>
                  </a:lnTo>
                  <a:lnTo>
                    <a:pt x="6" y="7"/>
                  </a:lnTo>
                  <a:lnTo>
                    <a:pt x="10" y="9"/>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348" name="Freeform 1148"/>
            <p:cNvSpPr/>
            <p:nvPr/>
          </p:nvSpPr>
          <p:spPr bwMode="auto">
            <a:xfrm>
              <a:off x="3458" y="2518"/>
              <a:ext cx="6" cy="10"/>
            </a:xfrm>
            <a:custGeom>
              <a:avLst/>
              <a:gdLst/>
              <a:ahLst/>
              <a:cxnLst>
                <a:cxn ang="0">
                  <a:pos x="0" y="0"/>
                </a:cxn>
                <a:cxn ang="0">
                  <a:pos x="6" y="10"/>
                </a:cxn>
                <a:cxn ang="0">
                  <a:pos x="6" y="10"/>
                </a:cxn>
                <a:cxn ang="0">
                  <a:pos x="1" y="0"/>
                </a:cxn>
                <a:cxn ang="0">
                  <a:pos x="0" y="0"/>
                </a:cxn>
              </a:cxnLst>
              <a:rect l="0" t="0" r="r" b="b"/>
              <a:pathLst>
                <a:path w="6" h="10">
                  <a:moveTo>
                    <a:pt x="0" y="0"/>
                  </a:moveTo>
                  <a:lnTo>
                    <a:pt x="6" y="10"/>
                  </a:lnTo>
                  <a:lnTo>
                    <a:pt x="6" y="10"/>
                  </a:lnTo>
                  <a:lnTo>
                    <a:pt x="1"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49" name="Freeform 1149"/>
            <p:cNvSpPr/>
            <p:nvPr/>
          </p:nvSpPr>
          <p:spPr bwMode="auto">
            <a:xfrm>
              <a:off x="3458" y="2518"/>
              <a:ext cx="6" cy="10"/>
            </a:xfrm>
            <a:custGeom>
              <a:avLst/>
              <a:gdLst/>
              <a:ahLst/>
              <a:cxnLst>
                <a:cxn ang="0">
                  <a:pos x="0" y="0"/>
                </a:cxn>
                <a:cxn ang="0">
                  <a:pos x="6" y="10"/>
                </a:cxn>
                <a:cxn ang="0">
                  <a:pos x="6" y="10"/>
                </a:cxn>
                <a:cxn ang="0">
                  <a:pos x="1" y="0"/>
                </a:cxn>
                <a:cxn ang="0">
                  <a:pos x="0" y="0"/>
                </a:cxn>
              </a:cxnLst>
              <a:rect l="0" t="0" r="r" b="b"/>
              <a:pathLst>
                <a:path w="6" h="10">
                  <a:moveTo>
                    <a:pt x="0" y="0"/>
                  </a:moveTo>
                  <a:lnTo>
                    <a:pt x="6" y="10"/>
                  </a:lnTo>
                  <a:lnTo>
                    <a:pt x="6" y="10"/>
                  </a:lnTo>
                  <a:lnTo>
                    <a:pt x="1"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50" name="Freeform 1150"/>
            <p:cNvSpPr/>
            <p:nvPr/>
          </p:nvSpPr>
          <p:spPr bwMode="auto">
            <a:xfrm>
              <a:off x="3454" y="2497"/>
              <a:ext cx="24" cy="31"/>
            </a:xfrm>
            <a:custGeom>
              <a:avLst/>
              <a:gdLst/>
              <a:ahLst/>
              <a:cxnLst>
                <a:cxn ang="0">
                  <a:pos x="9" y="0"/>
                </a:cxn>
                <a:cxn ang="0">
                  <a:pos x="0" y="12"/>
                </a:cxn>
                <a:cxn ang="0">
                  <a:pos x="4" y="21"/>
                </a:cxn>
                <a:cxn ang="0">
                  <a:pos x="5" y="21"/>
                </a:cxn>
                <a:cxn ang="0">
                  <a:pos x="10" y="31"/>
                </a:cxn>
                <a:cxn ang="0">
                  <a:pos x="24" y="14"/>
                </a:cxn>
                <a:cxn ang="0">
                  <a:pos x="19" y="4"/>
                </a:cxn>
                <a:cxn ang="0">
                  <a:pos x="15" y="2"/>
                </a:cxn>
                <a:cxn ang="0">
                  <a:pos x="12" y="12"/>
                </a:cxn>
                <a:cxn ang="0">
                  <a:pos x="12" y="12"/>
                </a:cxn>
                <a:cxn ang="0">
                  <a:pos x="12" y="12"/>
                </a:cxn>
                <a:cxn ang="0">
                  <a:pos x="15" y="2"/>
                </a:cxn>
                <a:cxn ang="0">
                  <a:pos x="9" y="0"/>
                </a:cxn>
              </a:cxnLst>
              <a:rect l="0" t="0" r="r" b="b"/>
              <a:pathLst>
                <a:path w="24" h="31">
                  <a:moveTo>
                    <a:pt x="9" y="0"/>
                  </a:moveTo>
                  <a:lnTo>
                    <a:pt x="0" y="12"/>
                  </a:lnTo>
                  <a:lnTo>
                    <a:pt x="4" y="21"/>
                  </a:lnTo>
                  <a:lnTo>
                    <a:pt x="5" y="21"/>
                  </a:lnTo>
                  <a:lnTo>
                    <a:pt x="10" y="31"/>
                  </a:lnTo>
                  <a:lnTo>
                    <a:pt x="24" y="14"/>
                  </a:lnTo>
                  <a:lnTo>
                    <a:pt x="19" y="4"/>
                  </a:lnTo>
                  <a:lnTo>
                    <a:pt x="15" y="2"/>
                  </a:lnTo>
                  <a:lnTo>
                    <a:pt x="12" y="12"/>
                  </a:lnTo>
                  <a:lnTo>
                    <a:pt x="12" y="12"/>
                  </a:lnTo>
                  <a:lnTo>
                    <a:pt x="12" y="12"/>
                  </a:lnTo>
                  <a:lnTo>
                    <a:pt x="15" y="2"/>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1" name="Freeform 1151"/>
            <p:cNvSpPr/>
            <p:nvPr/>
          </p:nvSpPr>
          <p:spPr bwMode="auto">
            <a:xfrm>
              <a:off x="3454" y="2497"/>
              <a:ext cx="24" cy="31"/>
            </a:xfrm>
            <a:custGeom>
              <a:avLst/>
              <a:gdLst/>
              <a:ahLst/>
              <a:cxnLst>
                <a:cxn ang="0">
                  <a:pos x="9" y="0"/>
                </a:cxn>
                <a:cxn ang="0">
                  <a:pos x="0" y="12"/>
                </a:cxn>
                <a:cxn ang="0">
                  <a:pos x="4" y="21"/>
                </a:cxn>
                <a:cxn ang="0">
                  <a:pos x="5" y="21"/>
                </a:cxn>
                <a:cxn ang="0">
                  <a:pos x="10" y="31"/>
                </a:cxn>
                <a:cxn ang="0">
                  <a:pos x="24" y="14"/>
                </a:cxn>
                <a:cxn ang="0">
                  <a:pos x="19" y="4"/>
                </a:cxn>
                <a:cxn ang="0">
                  <a:pos x="15" y="2"/>
                </a:cxn>
                <a:cxn ang="0">
                  <a:pos x="12" y="12"/>
                </a:cxn>
                <a:cxn ang="0">
                  <a:pos x="12" y="12"/>
                </a:cxn>
                <a:cxn ang="0">
                  <a:pos x="12" y="12"/>
                </a:cxn>
                <a:cxn ang="0">
                  <a:pos x="15" y="2"/>
                </a:cxn>
                <a:cxn ang="0">
                  <a:pos x="9" y="0"/>
                </a:cxn>
              </a:cxnLst>
              <a:rect l="0" t="0" r="r" b="b"/>
              <a:pathLst>
                <a:path w="24" h="31">
                  <a:moveTo>
                    <a:pt x="9" y="0"/>
                  </a:moveTo>
                  <a:lnTo>
                    <a:pt x="0" y="12"/>
                  </a:lnTo>
                  <a:lnTo>
                    <a:pt x="4" y="21"/>
                  </a:lnTo>
                  <a:lnTo>
                    <a:pt x="5" y="21"/>
                  </a:lnTo>
                  <a:lnTo>
                    <a:pt x="10" y="31"/>
                  </a:lnTo>
                  <a:lnTo>
                    <a:pt x="24" y="14"/>
                  </a:lnTo>
                  <a:lnTo>
                    <a:pt x="19" y="4"/>
                  </a:lnTo>
                  <a:lnTo>
                    <a:pt x="15" y="2"/>
                  </a:lnTo>
                  <a:lnTo>
                    <a:pt x="12" y="12"/>
                  </a:lnTo>
                  <a:lnTo>
                    <a:pt x="12" y="12"/>
                  </a:lnTo>
                  <a:lnTo>
                    <a:pt x="12" y="12"/>
                  </a:lnTo>
                  <a:lnTo>
                    <a:pt x="15" y="2"/>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2352" name="Freeform 1152"/>
            <p:cNvSpPr/>
            <p:nvPr/>
          </p:nvSpPr>
          <p:spPr bwMode="auto">
            <a:xfrm>
              <a:off x="3593" y="2738"/>
              <a:ext cx="7" cy="1"/>
            </a:xfrm>
            <a:custGeom>
              <a:avLst/>
              <a:gdLst/>
              <a:ahLst/>
              <a:cxnLst>
                <a:cxn ang="0">
                  <a:pos x="7" y="0"/>
                </a:cxn>
                <a:cxn ang="0">
                  <a:pos x="7" y="0"/>
                </a:cxn>
                <a:cxn ang="0">
                  <a:pos x="0" y="0"/>
                </a:cxn>
                <a:cxn ang="0">
                  <a:pos x="0" y="0"/>
                </a:cxn>
                <a:cxn ang="0">
                  <a:pos x="7" y="0"/>
                </a:cxn>
                <a:cxn ang="0">
                  <a:pos x="7" y="0"/>
                </a:cxn>
              </a:cxnLst>
              <a:rect l="0" t="0" r="r" b="b"/>
              <a:pathLst>
                <a:path w="7">
                  <a:moveTo>
                    <a:pt x="7" y="0"/>
                  </a:moveTo>
                  <a:lnTo>
                    <a:pt x="7" y="0"/>
                  </a:lnTo>
                  <a:lnTo>
                    <a:pt x="0" y="0"/>
                  </a:lnTo>
                  <a:lnTo>
                    <a:pt x="0" y="0"/>
                  </a:lnTo>
                  <a:lnTo>
                    <a:pt x="7"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3" name="Freeform 1153"/>
            <p:cNvSpPr/>
            <p:nvPr/>
          </p:nvSpPr>
          <p:spPr bwMode="auto">
            <a:xfrm>
              <a:off x="3593" y="2738"/>
              <a:ext cx="7" cy="1"/>
            </a:xfrm>
            <a:custGeom>
              <a:avLst/>
              <a:gdLst/>
              <a:ahLst/>
              <a:cxnLst>
                <a:cxn ang="0">
                  <a:pos x="7" y="0"/>
                </a:cxn>
                <a:cxn ang="0">
                  <a:pos x="7" y="0"/>
                </a:cxn>
                <a:cxn ang="0">
                  <a:pos x="0" y="0"/>
                </a:cxn>
                <a:cxn ang="0">
                  <a:pos x="0" y="0"/>
                </a:cxn>
                <a:cxn ang="0">
                  <a:pos x="7" y="0"/>
                </a:cxn>
                <a:cxn ang="0">
                  <a:pos x="7" y="0"/>
                </a:cxn>
              </a:cxnLst>
              <a:rect l="0" t="0" r="r" b="b"/>
              <a:pathLst>
                <a:path w="7">
                  <a:moveTo>
                    <a:pt x="7" y="0"/>
                  </a:moveTo>
                  <a:lnTo>
                    <a:pt x="7" y="0"/>
                  </a:lnTo>
                  <a:lnTo>
                    <a:pt x="0" y="0"/>
                  </a:lnTo>
                  <a:lnTo>
                    <a:pt x="0" y="0"/>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354" name="Freeform 1154"/>
            <p:cNvSpPr/>
            <p:nvPr/>
          </p:nvSpPr>
          <p:spPr bwMode="auto">
            <a:xfrm>
              <a:off x="3587" y="2738"/>
              <a:ext cx="6" cy="11"/>
            </a:xfrm>
            <a:custGeom>
              <a:avLst/>
              <a:gdLst/>
              <a:ahLst/>
              <a:cxnLst>
                <a:cxn ang="0">
                  <a:pos x="6" y="0"/>
                </a:cxn>
                <a:cxn ang="0">
                  <a:pos x="0" y="2"/>
                </a:cxn>
                <a:cxn ang="0">
                  <a:pos x="5" y="11"/>
                </a:cxn>
                <a:cxn ang="0">
                  <a:pos x="6" y="0"/>
                </a:cxn>
              </a:cxnLst>
              <a:rect l="0" t="0" r="r" b="b"/>
              <a:pathLst>
                <a:path w="6" h="11">
                  <a:moveTo>
                    <a:pt x="6" y="0"/>
                  </a:moveTo>
                  <a:lnTo>
                    <a:pt x="0" y="2"/>
                  </a:lnTo>
                  <a:lnTo>
                    <a:pt x="5" y="11"/>
                  </a:lnTo>
                  <a:lnTo>
                    <a:pt x="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5" name="Freeform 1155"/>
            <p:cNvSpPr/>
            <p:nvPr/>
          </p:nvSpPr>
          <p:spPr bwMode="auto">
            <a:xfrm>
              <a:off x="3587" y="2738"/>
              <a:ext cx="6" cy="11"/>
            </a:xfrm>
            <a:custGeom>
              <a:avLst/>
              <a:gdLst/>
              <a:ahLst/>
              <a:cxnLst>
                <a:cxn ang="0">
                  <a:pos x="6" y="0"/>
                </a:cxn>
                <a:cxn ang="0">
                  <a:pos x="0" y="2"/>
                </a:cxn>
                <a:cxn ang="0">
                  <a:pos x="5" y="11"/>
                </a:cxn>
                <a:cxn ang="0">
                  <a:pos x="6" y="0"/>
                </a:cxn>
              </a:cxnLst>
              <a:rect l="0" t="0" r="r" b="b"/>
              <a:pathLst>
                <a:path w="6" h="11">
                  <a:moveTo>
                    <a:pt x="6" y="0"/>
                  </a:moveTo>
                  <a:lnTo>
                    <a:pt x="0" y="2"/>
                  </a:lnTo>
                  <a:lnTo>
                    <a:pt x="5" y="11"/>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2356" name="Freeform 1156"/>
            <p:cNvSpPr/>
            <p:nvPr/>
          </p:nvSpPr>
          <p:spPr bwMode="auto">
            <a:xfrm>
              <a:off x="3590" y="2738"/>
              <a:ext cx="15" cy="22"/>
            </a:xfrm>
            <a:custGeom>
              <a:avLst/>
              <a:gdLst/>
              <a:ahLst/>
              <a:cxnLst>
                <a:cxn ang="0">
                  <a:pos x="10" y="0"/>
                </a:cxn>
                <a:cxn ang="0">
                  <a:pos x="3" y="0"/>
                </a:cxn>
                <a:cxn ang="0">
                  <a:pos x="2" y="11"/>
                </a:cxn>
                <a:cxn ang="0">
                  <a:pos x="2" y="11"/>
                </a:cxn>
                <a:cxn ang="0">
                  <a:pos x="0" y="22"/>
                </a:cxn>
                <a:cxn ang="0">
                  <a:pos x="13" y="19"/>
                </a:cxn>
                <a:cxn ang="0">
                  <a:pos x="15" y="19"/>
                </a:cxn>
                <a:cxn ang="0">
                  <a:pos x="15" y="19"/>
                </a:cxn>
                <a:cxn ang="0">
                  <a:pos x="10" y="0"/>
                </a:cxn>
              </a:cxnLst>
              <a:rect l="0" t="0" r="r" b="b"/>
              <a:pathLst>
                <a:path w="15" h="22">
                  <a:moveTo>
                    <a:pt x="10" y="0"/>
                  </a:moveTo>
                  <a:lnTo>
                    <a:pt x="3" y="0"/>
                  </a:lnTo>
                  <a:lnTo>
                    <a:pt x="2" y="11"/>
                  </a:lnTo>
                  <a:lnTo>
                    <a:pt x="2" y="11"/>
                  </a:lnTo>
                  <a:lnTo>
                    <a:pt x="0" y="22"/>
                  </a:lnTo>
                  <a:lnTo>
                    <a:pt x="13" y="19"/>
                  </a:lnTo>
                  <a:lnTo>
                    <a:pt x="15" y="19"/>
                  </a:lnTo>
                  <a:lnTo>
                    <a:pt x="15" y="19"/>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7" name="Freeform 1157"/>
            <p:cNvSpPr/>
            <p:nvPr/>
          </p:nvSpPr>
          <p:spPr bwMode="auto">
            <a:xfrm>
              <a:off x="3590" y="2738"/>
              <a:ext cx="15" cy="22"/>
            </a:xfrm>
            <a:custGeom>
              <a:avLst/>
              <a:gdLst/>
              <a:ahLst/>
              <a:cxnLst>
                <a:cxn ang="0">
                  <a:pos x="10" y="0"/>
                </a:cxn>
                <a:cxn ang="0">
                  <a:pos x="3" y="0"/>
                </a:cxn>
                <a:cxn ang="0">
                  <a:pos x="2" y="11"/>
                </a:cxn>
                <a:cxn ang="0">
                  <a:pos x="2" y="11"/>
                </a:cxn>
                <a:cxn ang="0">
                  <a:pos x="0" y="22"/>
                </a:cxn>
                <a:cxn ang="0">
                  <a:pos x="13" y="19"/>
                </a:cxn>
                <a:cxn ang="0">
                  <a:pos x="15" y="19"/>
                </a:cxn>
                <a:cxn ang="0">
                  <a:pos x="15" y="19"/>
                </a:cxn>
                <a:cxn ang="0">
                  <a:pos x="10" y="0"/>
                </a:cxn>
              </a:cxnLst>
              <a:rect l="0" t="0" r="r" b="b"/>
              <a:pathLst>
                <a:path w="15" h="22">
                  <a:moveTo>
                    <a:pt x="10" y="0"/>
                  </a:moveTo>
                  <a:lnTo>
                    <a:pt x="3" y="0"/>
                  </a:lnTo>
                  <a:lnTo>
                    <a:pt x="2" y="11"/>
                  </a:lnTo>
                  <a:lnTo>
                    <a:pt x="2" y="11"/>
                  </a:lnTo>
                  <a:lnTo>
                    <a:pt x="0" y="22"/>
                  </a:lnTo>
                  <a:lnTo>
                    <a:pt x="13" y="19"/>
                  </a:lnTo>
                  <a:lnTo>
                    <a:pt x="15" y="19"/>
                  </a:lnTo>
                  <a:lnTo>
                    <a:pt x="15" y="19"/>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358" name="Freeform 1158"/>
            <p:cNvSpPr/>
            <p:nvPr/>
          </p:nvSpPr>
          <p:spPr bwMode="auto">
            <a:xfrm>
              <a:off x="3600" y="2737"/>
              <a:ext cx="8" cy="1"/>
            </a:xfrm>
            <a:custGeom>
              <a:avLst/>
              <a:gdLst/>
              <a:ahLst/>
              <a:cxnLst>
                <a:cxn ang="0">
                  <a:pos x="8" y="0"/>
                </a:cxn>
                <a:cxn ang="0">
                  <a:pos x="0" y="1"/>
                </a:cxn>
                <a:cxn ang="0">
                  <a:pos x="2" y="1"/>
                </a:cxn>
                <a:cxn ang="0">
                  <a:pos x="5" y="0"/>
                </a:cxn>
                <a:cxn ang="0">
                  <a:pos x="8" y="0"/>
                </a:cxn>
                <a:cxn ang="0">
                  <a:pos x="8" y="0"/>
                </a:cxn>
              </a:cxnLst>
              <a:rect l="0" t="0" r="r" b="b"/>
              <a:pathLst>
                <a:path w="8" h="1">
                  <a:moveTo>
                    <a:pt x="8" y="0"/>
                  </a:moveTo>
                  <a:lnTo>
                    <a:pt x="0" y="1"/>
                  </a:lnTo>
                  <a:lnTo>
                    <a:pt x="2" y="1"/>
                  </a:lnTo>
                  <a:lnTo>
                    <a:pt x="5" y="0"/>
                  </a:lnTo>
                  <a:lnTo>
                    <a:pt x="8" y="0"/>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9" name="Freeform 1159"/>
            <p:cNvSpPr/>
            <p:nvPr/>
          </p:nvSpPr>
          <p:spPr bwMode="auto">
            <a:xfrm>
              <a:off x="3600" y="2737"/>
              <a:ext cx="8" cy="1"/>
            </a:xfrm>
            <a:custGeom>
              <a:avLst/>
              <a:gdLst/>
              <a:ahLst/>
              <a:cxnLst>
                <a:cxn ang="0">
                  <a:pos x="8" y="0"/>
                </a:cxn>
                <a:cxn ang="0">
                  <a:pos x="0" y="1"/>
                </a:cxn>
                <a:cxn ang="0">
                  <a:pos x="2" y="1"/>
                </a:cxn>
                <a:cxn ang="0">
                  <a:pos x="5" y="0"/>
                </a:cxn>
                <a:cxn ang="0">
                  <a:pos x="8" y="0"/>
                </a:cxn>
                <a:cxn ang="0">
                  <a:pos x="8" y="0"/>
                </a:cxn>
              </a:cxnLst>
              <a:rect l="0" t="0" r="r" b="b"/>
              <a:pathLst>
                <a:path w="8" h="1">
                  <a:moveTo>
                    <a:pt x="8" y="0"/>
                  </a:moveTo>
                  <a:lnTo>
                    <a:pt x="0" y="1"/>
                  </a:lnTo>
                  <a:lnTo>
                    <a:pt x="2" y="1"/>
                  </a:lnTo>
                  <a:lnTo>
                    <a:pt x="5" y="0"/>
                  </a:lnTo>
                  <a:lnTo>
                    <a:pt x="8" y="0"/>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2360" name="Freeform 1160"/>
            <p:cNvSpPr>
              <a:spLocks noEditPoints="1"/>
            </p:cNvSpPr>
            <p:nvPr/>
          </p:nvSpPr>
          <p:spPr bwMode="auto">
            <a:xfrm>
              <a:off x="3600" y="2737"/>
              <a:ext cx="13" cy="20"/>
            </a:xfrm>
            <a:custGeom>
              <a:avLst/>
              <a:gdLst/>
              <a:ahLst/>
              <a:cxnLst>
                <a:cxn ang="0">
                  <a:pos x="13" y="8"/>
                </a:cxn>
                <a:cxn ang="0">
                  <a:pos x="12" y="20"/>
                </a:cxn>
                <a:cxn ang="0">
                  <a:pos x="12" y="20"/>
                </a:cxn>
                <a:cxn ang="0">
                  <a:pos x="13" y="8"/>
                </a:cxn>
                <a:cxn ang="0">
                  <a:pos x="13" y="8"/>
                </a:cxn>
                <a:cxn ang="0">
                  <a:pos x="2" y="1"/>
                </a:cxn>
                <a:cxn ang="0">
                  <a:pos x="0" y="1"/>
                </a:cxn>
                <a:cxn ang="0">
                  <a:pos x="0" y="1"/>
                </a:cxn>
                <a:cxn ang="0">
                  <a:pos x="2" y="1"/>
                </a:cxn>
                <a:cxn ang="0">
                  <a:pos x="8" y="0"/>
                </a:cxn>
                <a:cxn ang="0">
                  <a:pos x="5" y="0"/>
                </a:cxn>
                <a:cxn ang="0">
                  <a:pos x="8" y="0"/>
                </a:cxn>
                <a:cxn ang="0">
                  <a:pos x="8" y="0"/>
                </a:cxn>
              </a:cxnLst>
              <a:rect l="0" t="0" r="r" b="b"/>
              <a:pathLst>
                <a:path w="13" h="20">
                  <a:moveTo>
                    <a:pt x="13" y="8"/>
                  </a:moveTo>
                  <a:lnTo>
                    <a:pt x="12" y="20"/>
                  </a:lnTo>
                  <a:lnTo>
                    <a:pt x="12" y="20"/>
                  </a:lnTo>
                  <a:lnTo>
                    <a:pt x="13" y="8"/>
                  </a:lnTo>
                  <a:lnTo>
                    <a:pt x="13" y="8"/>
                  </a:lnTo>
                  <a:close/>
                  <a:moveTo>
                    <a:pt x="2" y="1"/>
                  </a:moveTo>
                  <a:lnTo>
                    <a:pt x="0" y="1"/>
                  </a:lnTo>
                  <a:lnTo>
                    <a:pt x="0" y="1"/>
                  </a:lnTo>
                  <a:lnTo>
                    <a:pt x="2" y="1"/>
                  </a:lnTo>
                  <a:close/>
                  <a:moveTo>
                    <a:pt x="8" y="0"/>
                  </a:moveTo>
                  <a:lnTo>
                    <a:pt x="5" y="0"/>
                  </a:lnTo>
                  <a:lnTo>
                    <a:pt x="8" y="0"/>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61" name="Freeform 1161"/>
            <p:cNvSpPr/>
            <p:nvPr/>
          </p:nvSpPr>
          <p:spPr bwMode="auto">
            <a:xfrm>
              <a:off x="3612" y="2745"/>
              <a:ext cx="1" cy="12"/>
            </a:xfrm>
            <a:custGeom>
              <a:avLst/>
              <a:gdLst/>
              <a:ahLst/>
              <a:cxnLst>
                <a:cxn ang="0">
                  <a:pos x="1" y="0"/>
                </a:cxn>
                <a:cxn ang="0">
                  <a:pos x="0" y="12"/>
                </a:cxn>
                <a:cxn ang="0">
                  <a:pos x="0" y="12"/>
                </a:cxn>
                <a:cxn ang="0">
                  <a:pos x="1" y="0"/>
                </a:cxn>
                <a:cxn ang="0">
                  <a:pos x="1" y="0"/>
                </a:cxn>
              </a:cxnLst>
              <a:rect l="0" t="0" r="r" b="b"/>
              <a:pathLst>
                <a:path w="1" h="12">
                  <a:moveTo>
                    <a:pt x="1" y="0"/>
                  </a:moveTo>
                  <a:lnTo>
                    <a:pt x="0" y="12"/>
                  </a:lnTo>
                  <a:lnTo>
                    <a:pt x="0" y="12"/>
                  </a:lnTo>
                  <a:lnTo>
                    <a:pt x="1"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362" name="Freeform 1162"/>
            <p:cNvSpPr/>
            <p:nvPr/>
          </p:nvSpPr>
          <p:spPr bwMode="auto">
            <a:xfrm>
              <a:off x="3600" y="2738"/>
              <a:ext cx="2" cy="1"/>
            </a:xfrm>
            <a:custGeom>
              <a:avLst/>
              <a:gdLst/>
              <a:ahLst/>
              <a:cxnLst>
                <a:cxn ang="0">
                  <a:pos x="2" y="0"/>
                </a:cxn>
                <a:cxn ang="0">
                  <a:pos x="0" y="0"/>
                </a:cxn>
                <a:cxn ang="0">
                  <a:pos x="0" y="0"/>
                </a:cxn>
                <a:cxn ang="0">
                  <a:pos x="2" y="0"/>
                </a:cxn>
              </a:cxnLst>
              <a:rect l="0" t="0" r="r" b="b"/>
              <a:pathLst>
                <a:path w="2">
                  <a:moveTo>
                    <a:pt x="2" y="0"/>
                  </a:moveTo>
                  <a:lnTo>
                    <a:pt x="0" y="0"/>
                  </a:lnTo>
                  <a:lnTo>
                    <a:pt x="0"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63" name="Freeform 1163"/>
            <p:cNvSpPr/>
            <p:nvPr/>
          </p:nvSpPr>
          <p:spPr bwMode="auto">
            <a:xfrm>
              <a:off x="3605" y="2737"/>
              <a:ext cx="3" cy="1"/>
            </a:xfrm>
            <a:custGeom>
              <a:avLst/>
              <a:gdLst/>
              <a:ahLst/>
              <a:cxnLst>
                <a:cxn ang="0">
                  <a:pos x="3" y="0"/>
                </a:cxn>
                <a:cxn ang="0">
                  <a:pos x="0" y="0"/>
                </a:cxn>
                <a:cxn ang="0">
                  <a:pos x="3" y="0"/>
                </a:cxn>
                <a:cxn ang="0">
                  <a:pos x="3" y="0"/>
                </a:cxn>
              </a:cxnLst>
              <a:rect l="0" t="0" r="r" b="b"/>
              <a:pathLst>
                <a:path w="3">
                  <a:moveTo>
                    <a:pt x="3" y="0"/>
                  </a:moveTo>
                  <a:lnTo>
                    <a:pt x="0" y="0"/>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64" name="Freeform 1164"/>
            <p:cNvSpPr/>
            <p:nvPr/>
          </p:nvSpPr>
          <p:spPr bwMode="auto">
            <a:xfrm>
              <a:off x="3602" y="2737"/>
              <a:ext cx="3" cy="1"/>
            </a:xfrm>
            <a:custGeom>
              <a:avLst/>
              <a:gdLst/>
              <a:ahLst/>
              <a:cxnLst>
                <a:cxn ang="0">
                  <a:pos x="3" y="0"/>
                </a:cxn>
                <a:cxn ang="0">
                  <a:pos x="0" y="1"/>
                </a:cxn>
                <a:cxn ang="0">
                  <a:pos x="0" y="1"/>
                </a:cxn>
                <a:cxn ang="0">
                  <a:pos x="3" y="0"/>
                </a:cxn>
              </a:cxnLst>
              <a:rect l="0" t="0" r="r" b="b"/>
              <a:pathLst>
                <a:path w="3" h="1">
                  <a:moveTo>
                    <a:pt x="3" y="0"/>
                  </a:moveTo>
                  <a:lnTo>
                    <a:pt x="0" y="1"/>
                  </a:lnTo>
                  <a:lnTo>
                    <a:pt x="0"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65" name="Freeform 1165"/>
            <p:cNvSpPr/>
            <p:nvPr/>
          </p:nvSpPr>
          <p:spPr bwMode="auto">
            <a:xfrm>
              <a:off x="3602" y="2737"/>
              <a:ext cx="3" cy="1"/>
            </a:xfrm>
            <a:custGeom>
              <a:avLst/>
              <a:gdLst/>
              <a:ahLst/>
              <a:cxnLst>
                <a:cxn ang="0">
                  <a:pos x="3" y="0"/>
                </a:cxn>
                <a:cxn ang="0">
                  <a:pos x="0" y="1"/>
                </a:cxn>
                <a:cxn ang="0">
                  <a:pos x="0" y="1"/>
                </a:cxn>
                <a:cxn ang="0">
                  <a:pos x="3" y="0"/>
                </a:cxn>
              </a:cxnLst>
              <a:rect l="0" t="0" r="r" b="b"/>
              <a:pathLst>
                <a:path w="3" h="1">
                  <a:moveTo>
                    <a:pt x="3" y="0"/>
                  </a:moveTo>
                  <a:lnTo>
                    <a:pt x="0" y="1"/>
                  </a:lnTo>
                  <a:lnTo>
                    <a:pt x="0"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66" name="Freeform 1166"/>
            <p:cNvSpPr/>
            <p:nvPr/>
          </p:nvSpPr>
          <p:spPr bwMode="auto">
            <a:xfrm>
              <a:off x="3600" y="2737"/>
              <a:ext cx="13" cy="20"/>
            </a:xfrm>
            <a:custGeom>
              <a:avLst/>
              <a:gdLst/>
              <a:ahLst/>
              <a:cxnLst>
                <a:cxn ang="0">
                  <a:pos x="8" y="0"/>
                </a:cxn>
                <a:cxn ang="0">
                  <a:pos x="5" y="0"/>
                </a:cxn>
                <a:cxn ang="0">
                  <a:pos x="2" y="1"/>
                </a:cxn>
                <a:cxn ang="0">
                  <a:pos x="2" y="1"/>
                </a:cxn>
                <a:cxn ang="0">
                  <a:pos x="0" y="1"/>
                </a:cxn>
                <a:cxn ang="0">
                  <a:pos x="5" y="20"/>
                </a:cxn>
                <a:cxn ang="0">
                  <a:pos x="5" y="20"/>
                </a:cxn>
                <a:cxn ang="0">
                  <a:pos x="12" y="20"/>
                </a:cxn>
                <a:cxn ang="0">
                  <a:pos x="13" y="8"/>
                </a:cxn>
                <a:cxn ang="0">
                  <a:pos x="8" y="0"/>
                </a:cxn>
              </a:cxnLst>
              <a:rect l="0" t="0" r="r" b="b"/>
              <a:pathLst>
                <a:path w="13" h="20">
                  <a:moveTo>
                    <a:pt x="8" y="0"/>
                  </a:moveTo>
                  <a:lnTo>
                    <a:pt x="5" y="0"/>
                  </a:lnTo>
                  <a:lnTo>
                    <a:pt x="2" y="1"/>
                  </a:lnTo>
                  <a:lnTo>
                    <a:pt x="2" y="1"/>
                  </a:lnTo>
                  <a:lnTo>
                    <a:pt x="0" y="1"/>
                  </a:lnTo>
                  <a:lnTo>
                    <a:pt x="5" y="20"/>
                  </a:lnTo>
                  <a:lnTo>
                    <a:pt x="5" y="20"/>
                  </a:lnTo>
                  <a:lnTo>
                    <a:pt x="12" y="20"/>
                  </a:lnTo>
                  <a:lnTo>
                    <a:pt x="13" y="8"/>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67" name="Freeform 1167"/>
            <p:cNvSpPr/>
            <p:nvPr/>
          </p:nvSpPr>
          <p:spPr bwMode="auto">
            <a:xfrm>
              <a:off x="3600" y="2737"/>
              <a:ext cx="13" cy="20"/>
            </a:xfrm>
            <a:custGeom>
              <a:avLst/>
              <a:gdLst/>
              <a:ahLst/>
              <a:cxnLst>
                <a:cxn ang="0">
                  <a:pos x="8" y="0"/>
                </a:cxn>
                <a:cxn ang="0">
                  <a:pos x="5" y="0"/>
                </a:cxn>
                <a:cxn ang="0">
                  <a:pos x="2" y="1"/>
                </a:cxn>
                <a:cxn ang="0">
                  <a:pos x="2" y="1"/>
                </a:cxn>
                <a:cxn ang="0">
                  <a:pos x="0" y="1"/>
                </a:cxn>
                <a:cxn ang="0">
                  <a:pos x="5" y="20"/>
                </a:cxn>
                <a:cxn ang="0">
                  <a:pos x="5" y="20"/>
                </a:cxn>
                <a:cxn ang="0">
                  <a:pos x="12" y="20"/>
                </a:cxn>
                <a:cxn ang="0">
                  <a:pos x="13" y="8"/>
                </a:cxn>
                <a:cxn ang="0">
                  <a:pos x="8" y="0"/>
                </a:cxn>
              </a:cxnLst>
              <a:rect l="0" t="0" r="r" b="b"/>
              <a:pathLst>
                <a:path w="13" h="20">
                  <a:moveTo>
                    <a:pt x="8" y="0"/>
                  </a:moveTo>
                  <a:lnTo>
                    <a:pt x="5" y="0"/>
                  </a:lnTo>
                  <a:lnTo>
                    <a:pt x="2" y="1"/>
                  </a:lnTo>
                  <a:lnTo>
                    <a:pt x="2" y="1"/>
                  </a:lnTo>
                  <a:lnTo>
                    <a:pt x="0" y="1"/>
                  </a:lnTo>
                  <a:lnTo>
                    <a:pt x="5" y="20"/>
                  </a:lnTo>
                  <a:lnTo>
                    <a:pt x="5" y="20"/>
                  </a:lnTo>
                  <a:lnTo>
                    <a:pt x="12" y="20"/>
                  </a:lnTo>
                  <a:lnTo>
                    <a:pt x="13" y="8"/>
                  </a:lnTo>
                  <a:lnTo>
                    <a:pt x="8" y="0"/>
                  </a:lnTo>
                </a:path>
              </a:pathLst>
            </a:custGeom>
            <a:noFill/>
            <a:ln w="9525">
              <a:noFill/>
              <a:round/>
            </a:ln>
          </p:spPr>
          <p:txBody>
            <a:bodyPr vert="horz" wrap="square" lIns="82938" tIns="41469" rIns="82938" bIns="41469" numCol="1" anchor="t" anchorCtr="0" compatLnSpc="1"/>
            <a:lstStyle/>
            <a:p>
              <a:endParaRPr lang="en-GB" sz="1815"/>
            </a:p>
          </p:txBody>
        </p:sp>
      </p:grpSp>
      <p:sp>
        <p:nvSpPr>
          <p:cNvPr id="9" name="Oval 8"/>
          <p:cNvSpPr/>
          <p:nvPr/>
        </p:nvSpPr>
        <p:spPr bwMode="ltGray">
          <a:xfrm>
            <a:off x="6707280" y="2839502"/>
            <a:ext cx="322540" cy="322540"/>
          </a:xfrm>
          <a:prstGeom prst="ellipse">
            <a:avLst/>
          </a:prstGeom>
          <a:solidFill>
            <a:schemeClr val="accent6"/>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172" name="Oval 1171"/>
          <p:cNvSpPr/>
          <p:nvPr/>
        </p:nvSpPr>
        <p:spPr bwMode="ltGray">
          <a:xfrm>
            <a:off x="5825567" y="3056928"/>
            <a:ext cx="322540" cy="322540"/>
          </a:xfrm>
          <a:prstGeom prst="ellipse">
            <a:avLst/>
          </a:prstGeom>
          <a:solidFill>
            <a:schemeClr val="accent6"/>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173" name="Oval 1172"/>
          <p:cNvSpPr/>
          <p:nvPr/>
        </p:nvSpPr>
        <p:spPr bwMode="ltGray">
          <a:xfrm>
            <a:off x="5503028" y="3847439"/>
            <a:ext cx="322540" cy="322540"/>
          </a:xfrm>
          <a:prstGeom prst="ellipse">
            <a:avLst/>
          </a:prstGeom>
          <a:solidFill>
            <a:schemeClr val="accent6"/>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Other shapes</a:t>
            </a:r>
            <a:br>
              <a:rPr lang="en-GB" dirty="0" smtClean="0"/>
            </a:br>
            <a:r>
              <a:rPr lang="en-GB" b="0" i="0" dirty="0" smtClean="0"/>
              <a:t>Radar diagram</a:t>
            </a:r>
            <a:br>
              <a:rPr lang="en-GB" dirty="0" smtClean="0"/>
            </a:br>
            <a:endParaRPr lang="en-GB" b="0" i="0" dirty="0"/>
          </a:p>
        </p:txBody>
      </p:sp>
      <p:sp>
        <p:nvSpPr>
          <p:cNvPr id="150" name="Slide Number Placeholder 6"/>
          <p:cNvSpPr>
            <a:spLocks noGrp="1"/>
          </p:cNvSpPr>
          <p:nvPr>
            <p:ph type="sldNum" sz="quarter" idx="4"/>
          </p:nvPr>
        </p:nvSpPr>
        <p:spPr>
          <a:xfrm>
            <a:off x="8814724" y="6387623"/>
            <a:ext cx="1616538" cy="134476"/>
          </a:xfrm>
        </p:spPr>
        <p:txBody>
          <a:bodyPr/>
          <a:lstStyle/>
          <a:p>
            <a:fld id="{FEBD7F86-1881-4698-8703-FB80B0800997}" type="slidenum">
              <a:rPr lang="en-GB" sz="905" smtClean="0"/>
            </a:fld>
            <a:endParaRPr lang="en-GB" sz="905"/>
          </a:p>
        </p:txBody>
      </p:sp>
      <p:grpSp>
        <p:nvGrpSpPr>
          <p:cNvPr id="3" name="Group 5"/>
          <p:cNvGrpSpPr>
            <a:grpSpLocks noChangeAspect="1"/>
          </p:cNvGrpSpPr>
          <p:nvPr/>
        </p:nvGrpSpPr>
        <p:grpSpPr bwMode="auto">
          <a:xfrm>
            <a:off x="3222211" y="1719252"/>
            <a:ext cx="5552290" cy="4668186"/>
            <a:chOff x="1281" y="1194"/>
            <a:chExt cx="3856" cy="3242"/>
          </a:xfrm>
        </p:grpSpPr>
        <p:sp>
          <p:nvSpPr>
            <p:cNvPr id="51204" name="AutoShape 4"/>
            <p:cNvSpPr>
              <a:spLocks noChangeAspect="1" noChangeArrowheads="1" noTextEdit="1"/>
            </p:cNvSpPr>
            <p:nvPr/>
          </p:nvSpPr>
          <p:spPr bwMode="auto">
            <a:xfrm>
              <a:off x="1281" y="1200"/>
              <a:ext cx="3856" cy="3236"/>
            </a:xfrm>
            <a:prstGeom prst="rect">
              <a:avLst/>
            </a:prstGeom>
            <a:noFill/>
            <a:ln w="9525">
              <a:noFill/>
              <a:miter lim="800000"/>
            </a:ln>
          </p:spPr>
          <p:txBody>
            <a:bodyPr vert="horz" wrap="square" lIns="82938" tIns="41469" rIns="82938" bIns="41469" numCol="1" anchor="t" anchorCtr="0" compatLnSpc="1"/>
            <a:lstStyle/>
            <a:p>
              <a:endParaRPr lang="en-GB" sz="1815"/>
            </a:p>
          </p:txBody>
        </p:sp>
        <p:grpSp>
          <p:nvGrpSpPr>
            <p:cNvPr id="4" name="Group 206"/>
            <p:cNvGrpSpPr/>
            <p:nvPr/>
          </p:nvGrpSpPr>
          <p:grpSpPr bwMode="auto">
            <a:xfrm>
              <a:off x="1340" y="1194"/>
              <a:ext cx="3761" cy="3170"/>
              <a:chOff x="1340" y="1194"/>
              <a:chExt cx="3761" cy="3170"/>
            </a:xfrm>
          </p:grpSpPr>
          <p:sp>
            <p:nvSpPr>
              <p:cNvPr id="51206" name="Rectangle 6"/>
              <p:cNvSpPr>
                <a:spLocks noChangeArrowheads="1"/>
              </p:cNvSpPr>
              <p:nvPr/>
            </p:nvSpPr>
            <p:spPr bwMode="auto">
              <a:xfrm>
                <a:off x="1957" y="1533"/>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07" name="Rectangle 7"/>
              <p:cNvSpPr>
                <a:spLocks noChangeArrowheads="1"/>
              </p:cNvSpPr>
              <p:nvPr/>
            </p:nvSpPr>
            <p:spPr bwMode="auto">
              <a:xfrm>
                <a:off x="3029" y="1194"/>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08" name="Rectangle 8"/>
              <p:cNvSpPr>
                <a:spLocks noChangeArrowheads="1"/>
              </p:cNvSpPr>
              <p:nvPr/>
            </p:nvSpPr>
            <p:spPr bwMode="auto">
              <a:xfrm>
                <a:off x="4106" y="1533"/>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09" name="Rectangle 9"/>
              <p:cNvSpPr>
                <a:spLocks noChangeArrowheads="1"/>
              </p:cNvSpPr>
              <p:nvPr/>
            </p:nvSpPr>
            <p:spPr bwMode="auto">
              <a:xfrm>
                <a:off x="4744" y="2501"/>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0" name="Rectangle 10"/>
              <p:cNvSpPr>
                <a:spLocks noChangeArrowheads="1"/>
              </p:cNvSpPr>
              <p:nvPr/>
            </p:nvSpPr>
            <p:spPr bwMode="auto">
              <a:xfrm>
                <a:off x="4574" y="3569"/>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1" name="Rectangle 11"/>
              <p:cNvSpPr>
                <a:spLocks noChangeArrowheads="1"/>
              </p:cNvSpPr>
              <p:nvPr/>
            </p:nvSpPr>
            <p:spPr bwMode="auto">
              <a:xfrm>
                <a:off x="3592" y="4267"/>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2" name="Rectangle 12"/>
              <p:cNvSpPr>
                <a:spLocks noChangeArrowheads="1"/>
              </p:cNvSpPr>
              <p:nvPr/>
            </p:nvSpPr>
            <p:spPr bwMode="auto">
              <a:xfrm>
                <a:off x="2542" y="4267"/>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3" name="Rectangle 13"/>
              <p:cNvSpPr>
                <a:spLocks noChangeArrowheads="1"/>
              </p:cNvSpPr>
              <p:nvPr/>
            </p:nvSpPr>
            <p:spPr bwMode="auto">
              <a:xfrm>
                <a:off x="1551" y="3569"/>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4" name="Rectangle 14"/>
              <p:cNvSpPr>
                <a:spLocks noChangeArrowheads="1"/>
              </p:cNvSpPr>
              <p:nvPr/>
            </p:nvSpPr>
            <p:spPr bwMode="auto">
              <a:xfrm>
                <a:off x="1340" y="2501"/>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smtClean="0">
                    <a:ln>
                      <a:noFill/>
                    </a:ln>
                    <a:solidFill>
                      <a:srgbClr val="000000"/>
                    </a:solidFill>
                    <a:effectLst/>
                    <a:latin typeface="腾讯体 W7" panose="020C08030202040F0204" pitchFamily="18" charset="-122"/>
                  </a:rPr>
                  <a:t>Text here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51215" name="Freeform 15"/>
              <p:cNvSpPr/>
              <p:nvPr/>
            </p:nvSpPr>
            <p:spPr bwMode="auto">
              <a:xfrm>
                <a:off x="3220" y="1327"/>
                <a:ext cx="941" cy="598"/>
              </a:xfrm>
              <a:custGeom>
                <a:avLst/>
                <a:gdLst/>
                <a:ahLst/>
                <a:cxnLst>
                  <a:cxn ang="0">
                    <a:pos x="0" y="0"/>
                  </a:cxn>
                  <a:cxn ang="0">
                    <a:pos x="0" y="201"/>
                  </a:cxn>
                  <a:cxn ang="0">
                    <a:pos x="0" y="333"/>
                  </a:cxn>
                  <a:cxn ang="0">
                    <a:pos x="727" y="598"/>
                  </a:cxn>
                  <a:cxn ang="0">
                    <a:pos x="730" y="595"/>
                  </a:cxn>
                  <a:cxn ang="0">
                    <a:pos x="881" y="414"/>
                  </a:cxn>
                  <a:cxn ang="0">
                    <a:pos x="941" y="343"/>
                  </a:cxn>
                  <a:cxn ang="0">
                    <a:pos x="0" y="0"/>
                  </a:cxn>
                </a:cxnLst>
                <a:rect l="0" t="0" r="r" b="b"/>
                <a:pathLst>
                  <a:path w="941" h="598">
                    <a:moveTo>
                      <a:pt x="0" y="0"/>
                    </a:moveTo>
                    <a:lnTo>
                      <a:pt x="0" y="201"/>
                    </a:lnTo>
                    <a:lnTo>
                      <a:pt x="0" y="333"/>
                    </a:lnTo>
                    <a:lnTo>
                      <a:pt x="727" y="598"/>
                    </a:lnTo>
                    <a:lnTo>
                      <a:pt x="730" y="595"/>
                    </a:lnTo>
                    <a:lnTo>
                      <a:pt x="881" y="414"/>
                    </a:lnTo>
                    <a:lnTo>
                      <a:pt x="941" y="343"/>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16" name="Freeform 16"/>
              <p:cNvSpPr/>
              <p:nvPr/>
            </p:nvSpPr>
            <p:spPr bwMode="auto">
              <a:xfrm>
                <a:off x="3220" y="1327"/>
                <a:ext cx="941" cy="598"/>
              </a:xfrm>
              <a:custGeom>
                <a:avLst/>
                <a:gdLst/>
                <a:ahLst/>
                <a:cxnLst>
                  <a:cxn ang="0">
                    <a:pos x="0" y="0"/>
                  </a:cxn>
                  <a:cxn ang="0">
                    <a:pos x="0" y="201"/>
                  </a:cxn>
                  <a:cxn ang="0">
                    <a:pos x="0" y="333"/>
                  </a:cxn>
                  <a:cxn ang="0">
                    <a:pos x="727" y="598"/>
                  </a:cxn>
                  <a:cxn ang="0">
                    <a:pos x="730" y="595"/>
                  </a:cxn>
                  <a:cxn ang="0">
                    <a:pos x="881" y="414"/>
                  </a:cxn>
                  <a:cxn ang="0">
                    <a:pos x="941" y="343"/>
                  </a:cxn>
                  <a:cxn ang="0">
                    <a:pos x="0" y="0"/>
                  </a:cxn>
                </a:cxnLst>
                <a:rect l="0" t="0" r="r" b="b"/>
                <a:pathLst>
                  <a:path w="941" h="598">
                    <a:moveTo>
                      <a:pt x="0" y="0"/>
                    </a:moveTo>
                    <a:lnTo>
                      <a:pt x="0" y="201"/>
                    </a:lnTo>
                    <a:lnTo>
                      <a:pt x="0" y="333"/>
                    </a:lnTo>
                    <a:lnTo>
                      <a:pt x="727" y="598"/>
                    </a:lnTo>
                    <a:lnTo>
                      <a:pt x="730" y="595"/>
                    </a:lnTo>
                    <a:lnTo>
                      <a:pt x="881" y="414"/>
                    </a:lnTo>
                    <a:lnTo>
                      <a:pt x="941" y="34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17" name="Freeform 17"/>
              <p:cNvSpPr>
                <a:spLocks noEditPoints="1"/>
              </p:cNvSpPr>
              <p:nvPr/>
            </p:nvSpPr>
            <p:spPr bwMode="auto">
              <a:xfrm>
                <a:off x="3220" y="1307"/>
                <a:ext cx="974" cy="618"/>
              </a:xfrm>
              <a:custGeom>
                <a:avLst/>
                <a:gdLst/>
                <a:ahLst/>
                <a:cxnLst>
                  <a:cxn ang="0">
                    <a:pos x="881" y="434"/>
                  </a:cxn>
                  <a:cxn ang="0">
                    <a:pos x="730" y="615"/>
                  </a:cxn>
                  <a:cxn ang="0">
                    <a:pos x="730" y="615"/>
                  </a:cxn>
                  <a:cxn ang="0">
                    <a:pos x="881" y="434"/>
                  </a:cxn>
                  <a:cxn ang="0">
                    <a:pos x="2" y="0"/>
                  </a:cxn>
                  <a:cxn ang="0">
                    <a:pos x="2" y="3"/>
                  </a:cxn>
                  <a:cxn ang="0">
                    <a:pos x="0" y="9"/>
                  </a:cxn>
                  <a:cxn ang="0">
                    <a:pos x="0" y="221"/>
                  </a:cxn>
                  <a:cxn ang="0">
                    <a:pos x="0" y="353"/>
                  </a:cxn>
                  <a:cxn ang="0">
                    <a:pos x="727" y="618"/>
                  </a:cxn>
                  <a:cxn ang="0">
                    <a:pos x="0" y="353"/>
                  </a:cxn>
                  <a:cxn ang="0">
                    <a:pos x="0" y="221"/>
                  </a:cxn>
                  <a:cxn ang="0">
                    <a:pos x="0" y="20"/>
                  </a:cxn>
                  <a:cxn ang="0">
                    <a:pos x="941" y="363"/>
                  </a:cxn>
                  <a:cxn ang="0">
                    <a:pos x="951" y="350"/>
                  </a:cxn>
                  <a:cxn ang="0">
                    <a:pos x="964" y="355"/>
                  </a:cxn>
                  <a:cxn ang="0">
                    <a:pos x="968" y="362"/>
                  </a:cxn>
                  <a:cxn ang="0">
                    <a:pos x="974" y="353"/>
                  </a:cxn>
                  <a:cxn ang="0">
                    <a:pos x="2" y="0"/>
                  </a:cxn>
                </a:cxnLst>
                <a:rect l="0" t="0" r="r" b="b"/>
                <a:pathLst>
                  <a:path w="974" h="618">
                    <a:moveTo>
                      <a:pt x="881" y="434"/>
                    </a:moveTo>
                    <a:lnTo>
                      <a:pt x="730" y="615"/>
                    </a:lnTo>
                    <a:lnTo>
                      <a:pt x="730" y="615"/>
                    </a:lnTo>
                    <a:lnTo>
                      <a:pt x="881" y="434"/>
                    </a:lnTo>
                    <a:close/>
                    <a:moveTo>
                      <a:pt x="2" y="0"/>
                    </a:moveTo>
                    <a:lnTo>
                      <a:pt x="2" y="3"/>
                    </a:lnTo>
                    <a:lnTo>
                      <a:pt x="0" y="9"/>
                    </a:lnTo>
                    <a:lnTo>
                      <a:pt x="0" y="221"/>
                    </a:lnTo>
                    <a:lnTo>
                      <a:pt x="0" y="353"/>
                    </a:lnTo>
                    <a:lnTo>
                      <a:pt x="727" y="618"/>
                    </a:lnTo>
                    <a:lnTo>
                      <a:pt x="0" y="353"/>
                    </a:lnTo>
                    <a:lnTo>
                      <a:pt x="0" y="221"/>
                    </a:lnTo>
                    <a:lnTo>
                      <a:pt x="0" y="20"/>
                    </a:lnTo>
                    <a:lnTo>
                      <a:pt x="941" y="363"/>
                    </a:lnTo>
                    <a:lnTo>
                      <a:pt x="951" y="350"/>
                    </a:lnTo>
                    <a:lnTo>
                      <a:pt x="964" y="355"/>
                    </a:lnTo>
                    <a:lnTo>
                      <a:pt x="968" y="362"/>
                    </a:lnTo>
                    <a:lnTo>
                      <a:pt x="974" y="35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18" name="Freeform 18"/>
              <p:cNvSpPr/>
              <p:nvPr/>
            </p:nvSpPr>
            <p:spPr bwMode="auto">
              <a:xfrm>
                <a:off x="3950" y="1741"/>
                <a:ext cx="151" cy="181"/>
              </a:xfrm>
              <a:custGeom>
                <a:avLst/>
                <a:gdLst/>
                <a:ahLst/>
                <a:cxnLst>
                  <a:cxn ang="0">
                    <a:pos x="151" y="0"/>
                  </a:cxn>
                  <a:cxn ang="0">
                    <a:pos x="0" y="181"/>
                  </a:cxn>
                  <a:cxn ang="0">
                    <a:pos x="0" y="181"/>
                  </a:cxn>
                  <a:cxn ang="0">
                    <a:pos x="151" y="0"/>
                  </a:cxn>
                </a:cxnLst>
                <a:rect l="0" t="0" r="r" b="b"/>
                <a:pathLst>
                  <a:path w="151" h="181">
                    <a:moveTo>
                      <a:pt x="151" y="0"/>
                    </a:moveTo>
                    <a:lnTo>
                      <a:pt x="0" y="181"/>
                    </a:lnTo>
                    <a:lnTo>
                      <a:pt x="0" y="181"/>
                    </a:lnTo>
                    <a:lnTo>
                      <a:pt x="151" y="0"/>
                    </a:lnTo>
                  </a:path>
                </a:pathLst>
              </a:custGeom>
              <a:noFill/>
              <a:ln w="9525">
                <a:noFill/>
                <a:round/>
              </a:ln>
            </p:spPr>
            <p:txBody>
              <a:bodyPr vert="horz" wrap="square" lIns="82938" tIns="41469" rIns="82938" bIns="41469" numCol="1" anchor="t" anchorCtr="0" compatLnSpc="1"/>
              <a:lstStyle/>
              <a:p>
                <a:endParaRPr lang="en-GB" sz="1815"/>
              </a:p>
            </p:txBody>
          </p:sp>
          <p:sp>
            <p:nvSpPr>
              <p:cNvPr id="51219" name="Freeform 19"/>
              <p:cNvSpPr/>
              <p:nvPr/>
            </p:nvSpPr>
            <p:spPr bwMode="auto">
              <a:xfrm>
                <a:off x="3220" y="1307"/>
                <a:ext cx="974" cy="618"/>
              </a:xfrm>
              <a:custGeom>
                <a:avLst/>
                <a:gdLst/>
                <a:ahLst/>
                <a:cxnLst>
                  <a:cxn ang="0">
                    <a:pos x="2" y="0"/>
                  </a:cxn>
                  <a:cxn ang="0">
                    <a:pos x="2" y="3"/>
                  </a:cxn>
                  <a:cxn ang="0">
                    <a:pos x="0" y="9"/>
                  </a:cxn>
                  <a:cxn ang="0">
                    <a:pos x="0" y="221"/>
                  </a:cxn>
                  <a:cxn ang="0">
                    <a:pos x="0" y="353"/>
                  </a:cxn>
                  <a:cxn ang="0">
                    <a:pos x="727" y="618"/>
                  </a:cxn>
                  <a:cxn ang="0">
                    <a:pos x="0" y="353"/>
                  </a:cxn>
                  <a:cxn ang="0">
                    <a:pos x="0" y="221"/>
                  </a:cxn>
                  <a:cxn ang="0">
                    <a:pos x="0" y="20"/>
                  </a:cxn>
                  <a:cxn ang="0">
                    <a:pos x="941" y="363"/>
                  </a:cxn>
                  <a:cxn ang="0">
                    <a:pos x="951" y="350"/>
                  </a:cxn>
                  <a:cxn ang="0">
                    <a:pos x="964" y="355"/>
                  </a:cxn>
                  <a:cxn ang="0">
                    <a:pos x="968" y="362"/>
                  </a:cxn>
                  <a:cxn ang="0">
                    <a:pos x="974" y="353"/>
                  </a:cxn>
                  <a:cxn ang="0">
                    <a:pos x="2" y="0"/>
                  </a:cxn>
                </a:cxnLst>
                <a:rect l="0" t="0" r="r" b="b"/>
                <a:pathLst>
                  <a:path w="974" h="618">
                    <a:moveTo>
                      <a:pt x="2" y="0"/>
                    </a:moveTo>
                    <a:lnTo>
                      <a:pt x="2" y="3"/>
                    </a:lnTo>
                    <a:lnTo>
                      <a:pt x="0" y="9"/>
                    </a:lnTo>
                    <a:lnTo>
                      <a:pt x="0" y="221"/>
                    </a:lnTo>
                    <a:lnTo>
                      <a:pt x="0" y="353"/>
                    </a:lnTo>
                    <a:lnTo>
                      <a:pt x="727" y="618"/>
                    </a:lnTo>
                    <a:lnTo>
                      <a:pt x="0" y="353"/>
                    </a:lnTo>
                    <a:lnTo>
                      <a:pt x="0" y="221"/>
                    </a:lnTo>
                    <a:lnTo>
                      <a:pt x="0" y="20"/>
                    </a:lnTo>
                    <a:lnTo>
                      <a:pt x="941" y="363"/>
                    </a:lnTo>
                    <a:lnTo>
                      <a:pt x="951" y="350"/>
                    </a:lnTo>
                    <a:lnTo>
                      <a:pt x="964" y="355"/>
                    </a:lnTo>
                    <a:lnTo>
                      <a:pt x="968" y="362"/>
                    </a:lnTo>
                    <a:lnTo>
                      <a:pt x="974" y="35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220" name="Freeform 20"/>
              <p:cNvSpPr/>
              <p:nvPr/>
            </p:nvSpPr>
            <p:spPr bwMode="auto">
              <a:xfrm>
                <a:off x="3220" y="1682"/>
                <a:ext cx="711" cy="526"/>
              </a:xfrm>
              <a:custGeom>
                <a:avLst/>
                <a:gdLst/>
                <a:ahLst/>
                <a:cxnLst>
                  <a:cxn ang="0">
                    <a:pos x="0" y="0"/>
                  </a:cxn>
                  <a:cxn ang="0">
                    <a:pos x="0" y="112"/>
                  </a:cxn>
                  <a:cxn ang="0">
                    <a:pos x="0" y="348"/>
                  </a:cxn>
                  <a:cxn ang="0">
                    <a:pos x="484" y="524"/>
                  </a:cxn>
                  <a:cxn ang="0">
                    <a:pos x="487" y="526"/>
                  </a:cxn>
                  <a:cxn ang="0">
                    <a:pos x="497" y="514"/>
                  </a:cxn>
                  <a:cxn ang="0">
                    <a:pos x="499" y="511"/>
                  </a:cxn>
                  <a:cxn ang="0">
                    <a:pos x="499" y="511"/>
                  </a:cxn>
                  <a:cxn ang="0">
                    <a:pos x="711" y="260"/>
                  </a:cxn>
                  <a:cxn ang="0">
                    <a:pos x="0" y="0"/>
                  </a:cxn>
                </a:cxnLst>
                <a:rect l="0" t="0" r="r" b="b"/>
                <a:pathLst>
                  <a:path w="711" h="526">
                    <a:moveTo>
                      <a:pt x="0" y="0"/>
                    </a:moveTo>
                    <a:lnTo>
                      <a:pt x="0" y="112"/>
                    </a:lnTo>
                    <a:lnTo>
                      <a:pt x="0" y="348"/>
                    </a:lnTo>
                    <a:lnTo>
                      <a:pt x="484" y="524"/>
                    </a:lnTo>
                    <a:lnTo>
                      <a:pt x="487" y="526"/>
                    </a:lnTo>
                    <a:lnTo>
                      <a:pt x="497" y="514"/>
                    </a:lnTo>
                    <a:lnTo>
                      <a:pt x="499" y="511"/>
                    </a:lnTo>
                    <a:lnTo>
                      <a:pt x="499" y="511"/>
                    </a:lnTo>
                    <a:lnTo>
                      <a:pt x="711" y="26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21" name="Freeform 21"/>
              <p:cNvSpPr/>
              <p:nvPr/>
            </p:nvSpPr>
            <p:spPr bwMode="auto">
              <a:xfrm>
                <a:off x="3220" y="1682"/>
                <a:ext cx="711" cy="526"/>
              </a:xfrm>
              <a:custGeom>
                <a:avLst/>
                <a:gdLst/>
                <a:ahLst/>
                <a:cxnLst>
                  <a:cxn ang="0">
                    <a:pos x="0" y="0"/>
                  </a:cxn>
                  <a:cxn ang="0">
                    <a:pos x="0" y="112"/>
                  </a:cxn>
                  <a:cxn ang="0">
                    <a:pos x="0" y="348"/>
                  </a:cxn>
                  <a:cxn ang="0">
                    <a:pos x="484" y="524"/>
                  </a:cxn>
                  <a:cxn ang="0">
                    <a:pos x="487" y="526"/>
                  </a:cxn>
                  <a:cxn ang="0">
                    <a:pos x="497" y="514"/>
                  </a:cxn>
                  <a:cxn ang="0">
                    <a:pos x="499" y="511"/>
                  </a:cxn>
                  <a:cxn ang="0">
                    <a:pos x="499" y="511"/>
                  </a:cxn>
                  <a:cxn ang="0">
                    <a:pos x="711" y="260"/>
                  </a:cxn>
                  <a:cxn ang="0">
                    <a:pos x="0" y="0"/>
                  </a:cxn>
                </a:cxnLst>
                <a:rect l="0" t="0" r="r" b="b"/>
                <a:pathLst>
                  <a:path w="711" h="526">
                    <a:moveTo>
                      <a:pt x="0" y="0"/>
                    </a:moveTo>
                    <a:lnTo>
                      <a:pt x="0" y="112"/>
                    </a:lnTo>
                    <a:lnTo>
                      <a:pt x="0" y="348"/>
                    </a:lnTo>
                    <a:lnTo>
                      <a:pt x="484" y="524"/>
                    </a:lnTo>
                    <a:lnTo>
                      <a:pt x="487" y="526"/>
                    </a:lnTo>
                    <a:lnTo>
                      <a:pt x="497" y="514"/>
                    </a:lnTo>
                    <a:lnTo>
                      <a:pt x="499" y="511"/>
                    </a:lnTo>
                    <a:lnTo>
                      <a:pt x="499" y="511"/>
                    </a:lnTo>
                    <a:lnTo>
                      <a:pt x="711" y="26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22" name="Freeform 22"/>
              <p:cNvSpPr/>
              <p:nvPr/>
            </p:nvSpPr>
            <p:spPr bwMode="auto">
              <a:xfrm>
                <a:off x="3220" y="1660"/>
                <a:ext cx="727" cy="282"/>
              </a:xfrm>
              <a:custGeom>
                <a:avLst/>
                <a:gdLst/>
                <a:ahLst/>
                <a:cxnLst>
                  <a:cxn ang="0">
                    <a:pos x="0" y="0"/>
                  </a:cxn>
                  <a:cxn ang="0">
                    <a:pos x="0" y="5"/>
                  </a:cxn>
                  <a:cxn ang="0">
                    <a:pos x="0" y="5"/>
                  </a:cxn>
                  <a:cxn ang="0">
                    <a:pos x="0" y="7"/>
                  </a:cxn>
                  <a:cxn ang="0">
                    <a:pos x="0" y="7"/>
                  </a:cxn>
                  <a:cxn ang="0">
                    <a:pos x="0" y="7"/>
                  </a:cxn>
                  <a:cxn ang="0">
                    <a:pos x="0" y="22"/>
                  </a:cxn>
                  <a:cxn ang="0">
                    <a:pos x="711" y="282"/>
                  </a:cxn>
                  <a:cxn ang="0">
                    <a:pos x="727" y="265"/>
                  </a:cxn>
                  <a:cxn ang="0">
                    <a:pos x="0" y="0"/>
                  </a:cxn>
                </a:cxnLst>
                <a:rect l="0" t="0" r="r" b="b"/>
                <a:pathLst>
                  <a:path w="727" h="282">
                    <a:moveTo>
                      <a:pt x="0" y="0"/>
                    </a:moveTo>
                    <a:lnTo>
                      <a:pt x="0" y="5"/>
                    </a:lnTo>
                    <a:lnTo>
                      <a:pt x="0" y="5"/>
                    </a:lnTo>
                    <a:lnTo>
                      <a:pt x="0" y="7"/>
                    </a:lnTo>
                    <a:lnTo>
                      <a:pt x="0" y="7"/>
                    </a:lnTo>
                    <a:lnTo>
                      <a:pt x="0" y="7"/>
                    </a:lnTo>
                    <a:lnTo>
                      <a:pt x="0" y="22"/>
                    </a:lnTo>
                    <a:lnTo>
                      <a:pt x="711" y="282"/>
                    </a:lnTo>
                    <a:lnTo>
                      <a:pt x="727" y="26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23" name="Freeform 23"/>
              <p:cNvSpPr/>
              <p:nvPr/>
            </p:nvSpPr>
            <p:spPr bwMode="auto">
              <a:xfrm>
                <a:off x="3220" y="1660"/>
                <a:ext cx="727" cy="282"/>
              </a:xfrm>
              <a:custGeom>
                <a:avLst/>
                <a:gdLst/>
                <a:ahLst/>
                <a:cxnLst>
                  <a:cxn ang="0">
                    <a:pos x="0" y="0"/>
                  </a:cxn>
                  <a:cxn ang="0">
                    <a:pos x="0" y="5"/>
                  </a:cxn>
                  <a:cxn ang="0">
                    <a:pos x="0" y="5"/>
                  </a:cxn>
                  <a:cxn ang="0">
                    <a:pos x="0" y="7"/>
                  </a:cxn>
                  <a:cxn ang="0">
                    <a:pos x="0" y="7"/>
                  </a:cxn>
                  <a:cxn ang="0">
                    <a:pos x="0" y="7"/>
                  </a:cxn>
                  <a:cxn ang="0">
                    <a:pos x="0" y="22"/>
                  </a:cxn>
                  <a:cxn ang="0">
                    <a:pos x="711" y="282"/>
                  </a:cxn>
                  <a:cxn ang="0">
                    <a:pos x="727" y="265"/>
                  </a:cxn>
                  <a:cxn ang="0">
                    <a:pos x="0" y="0"/>
                  </a:cxn>
                </a:cxnLst>
                <a:rect l="0" t="0" r="r" b="b"/>
                <a:pathLst>
                  <a:path w="727" h="282">
                    <a:moveTo>
                      <a:pt x="0" y="0"/>
                    </a:moveTo>
                    <a:lnTo>
                      <a:pt x="0" y="5"/>
                    </a:lnTo>
                    <a:lnTo>
                      <a:pt x="0" y="5"/>
                    </a:lnTo>
                    <a:lnTo>
                      <a:pt x="0" y="7"/>
                    </a:lnTo>
                    <a:lnTo>
                      <a:pt x="0" y="7"/>
                    </a:lnTo>
                    <a:lnTo>
                      <a:pt x="0" y="7"/>
                    </a:lnTo>
                    <a:lnTo>
                      <a:pt x="0" y="22"/>
                    </a:lnTo>
                    <a:lnTo>
                      <a:pt x="711" y="282"/>
                    </a:lnTo>
                    <a:lnTo>
                      <a:pt x="727" y="26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24" name="Freeform 24"/>
              <p:cNvSpPr>
                <a:spLocks noEditPoints="1"/>
              </p:cNvSpPr>
              <p:nvPr/>
            </p:nvSpPr>
            <p:spPr bwMode="auto">
              <a:xfrm>
                <a:off x="3218" y="1682"/>
                <a:ext cx="713" cy="514"/>
              </a:xfrm>
              <a:custGeom>
                <a:avLst/>
                <a:gdLst/>
                <a:ahLst/>
                <a:cxnLst>
                  <a:cxn ang="0">
                    <a:pos x="501" y="511"/>
                  </a:cxn>
                  <a:cxn ang="0">
                    <a:pos x="499" y="514"/>
                  </a:cxn>
                  <a:cxn ang="0">
                    <a:pos x="501" y="511"/>
                  </a:cxn>
                  <a:cxn ang="0">
                    <a:pos x="501" y="511"/>
                  </a:cxn>
                  <a:cxn ang="0">
                    <a:pos x="2" y="112"/>
                  </a:cxn>
                  <a:cxn ang="0">
                    <a:pos x="0" y="348"/>
                  </a:cxn>
                  <a:cxn ang="0">
                    <a:pos x="2" y="348"/>
                  </a:cxn>
                  <a:cxn ang="0">
                    <a:pos x="2" y="112"/>
                  </a:cxn>
                  <a:cxn ang="0">
                    <a:pos x="2" y="0"/>
                  </a:cxn>
                  <a:cxn ang="0">
                    <a:pos x="2" y="0"/>
                  </a:cxn>
                  <a:cxn ang="0">
                    <a:pos x="713" y="260"/>
                  </a:cxn>
                  <a:cxn ang="0">
                    <a:pos x="713" y="260"/>
                  </a:cxn>
                  <a:cxn ang="0">
                    <a:pos x="2" y="0"/>
                  </a:cxn>
                </a:cxnLst>
                <a:rect l="0" t="0" r="r" b="b"/>
                <a:pathLst>
                  <a:path w="713" h="514">
                    <a:moveTo>
                      <a:pt x="501" y="511"/>
                    </a:moveTo>
                    <a:lnTo>
                      <a:pt x="499" y="514"/>
                    </a:lnTo>
                    <a:lnTo>
                      <a:pt x="501" y="511"/>
                    </a:lnTo>
                    <a:lnTo>
                      <a:pt x="501" y="511"/>
                    </a:lnTo>
                    <a:close/>
                    <a:moveTo>
                      <a:pt x="2" y="112"/>
                    </a:moveTo>
                    <a:lnTo>
                      <a:pt x="0" y="348"/>
                    </a:lnTo>
                    <a:lnTo>
                      <a:pt x="2" y="348"/>
                    </a:lnTo>
                    <a:lnTo>
                      <a:pt x="2" y="112"/>
                    </a:lnTo>
                    <a:close/>
                    <a:moveTo>
                      <a:pt x="2" y="0"/>
                    </a:moveTo>
                    <a:lnTo>
                      <a:pt x="2" y="0"/>
                    </a:lnTo>
                    <a:lnTo>
                      <a:pt x="713" y="260"/>
                    </a:lnTo>
                    <a:lnTo>
                      <a:pt x="713" y="26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25" name="Freeform 25"/>
              <p:cNvSpPr/>
              <p:nvPr/>
            </p:nvSpPr>
            <p:spPr bwMode="auto">
              <a:xfrm>
                <a:off x="3717" y="2193"/>
                <a:ext cx="2" cy="3"/>
              </a:xfrm>
              <a:custGeom>
                <a:avLst/>
                <a:gdLst/>
                <a:ahLst/>
                <a:cxnLst>
                  <a:cxn ang="0">
                    <a:pos x="2" y="0"/>
                  </a:cxn>
                  <a:cxn ang="0">
                    <a:pos x="0" y="3"/>
                  </a:cxn>
                  <a:cxn ang="0">
                    <a:pos x="2" y="0"/>
                  </a:cxn>
                  <a:cxn ang="0">
                    <a:pos x="2" y="0"/>
                  </a:cxn>
                </a:cxnLst>
                <a:rect l="0" t="0" r="r" b="b"/>
                <a:pathLst>
                  <a:path w="2" h="3">
                    <a:moveTo>
                      <a:pt x="2" y="0"/>
                    </a:moveTo>
                    <a:lnTo>
                      <a:pt x="0" y="3"/>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226" name="Freeform 26"/>
              <p:cNvSpPr/>
              <p:nvPr/>
            </p:nvSpPr>
            <p:spPr bwMode="auto">
              <a:xfrm>
                <a:off x="3218" y="1794"/>
                <a:ext cx="2" cy="236"/>
              </a:xfrm>
              <a:custGeom>
                <a:avLst/>
                <a:gdLst/>
                <a:ahLst/>
                <a:cxnLst>
                  <a:cxn ang="0">
                    <a:pos x="2" y="0"/>
                  </a:cxn>
                  <a:cxn ang="0">
                    <a:pos x="0" y="236"/>
                  </a:cxn>
                  <a:cxn ang="0">
                    <a:pos x="2" y="236"/>
                  </a:cxn>
                  <a:cxn ang="0">
                    <a:pos x="2" y="0"/>
                  </a:cxn>
                </a:cxnLst>
                <a:rect l="0" t="0" r="r" b="b"/>
                <a:pathLst>
                  <a:path w="2" h="236">
                    <a:moveTo>
                      <a:pt x="2" y="0"/>
                    </a:moveTo>
                    <a:lnTo>
                      <a:pt x="0" y="236"/>
                    </a:lnTo>
                    <a:lnTo>
                      <a:pt x="2" y="236"/>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227" name="Freeform 27"/>
              <p:cNvSpPr/>
              <p:nvPr/>
            </p:nvSpPr>
            <p:spPr bwMode="auto">
              <a:xfrm>
                <a:off x="3220" y="1682"/>
                <a:ext cx="711" cy="260"/>
              </a:xfrm>
              <a:custGeom>
                <a:avLst/>
                <a:gdLst/>
                <a:ahLst/>
                <a:cxnLst>
                  <a:cxn ang="0">
                    <a:pos x="0" y="0"/>
                  </a:cxn>
                  <a:cxn ang="0">
                    <a:pos x="0" y="0"/>
                  </a:cxn>
                  <a:cxn ang="0">
                    <a:pos x="711" y="260"/>
                  </a:cxn>
                  <a:cxn ang="0">
                    <a:pos x="711" y="260"/>
                  </a:cxn>
                  <a:cxn ang="0">
                    <a:pos x="0" y="0"/>
                  </a:cxn>
                </a:cxnLst>
                <a:rect l="0" t="0" r="r" b="b"/>
                <a:pathLst>
                  <a:path w="711" h="260">
                    <a:moveTo>
                      <a:pt x="0" y="0"/>
                    </a:moveTo>
                    <a:lnTo>
                      <a:pt x="0" y="0"/>
                    </a:lnTo>
                    <a:lnTo>
                      <a:pt x="711" y="260"/>
                    </a:lnTo>
                    <a:lnTo>
                      <a:pt x="711" y="26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28" name="Freeform 28"/>
              <p:cNvSpPr/>
              <p:nvPr/>
            </p:nvSpPr>
            <p:spPr bwMode="auto">
              <a:xfrm>
                <a:off x="3218" y="2052"/>
                <a:ext cx="476" cy="445"/>
              </a:xfrm>
              <a:custGeom>
                <a:avLst/>
                <a:gdLst/>
                <a:ahLst/>
                <a:cxnLst>
                  <a:cxn ang="0">
                    <a:pos x="0" y="0"/>
                  </a:cxn>
                  <a:cxn ang="0">
                    <a:pos x="0" y="357"/>
                  </a:cxn>
                  <a:cxn ang="0">
                    <a:pos x="44" y="372"/>
                  </a:cxn>
                  <a:cxn ang="0">
                    <a:pos x="245" y="445"/>
                  </a:cxn>
                  <a:cxn ang="0">
                    <a:pos x="476" y="173"/>
                  </a:cxn>
                  <a:cxn ang="0">
                    <a:pos x="0" y="0"/>
                  </a:cxn>
                </a:cxnLst>
                <a:rect l="0" t="0" r="r" b="b"/>
                <a:pathLst>
                  <a:path w="476" h="445">
                    <a:moveTo>
                      <a:pt x="0" y="0"/>
                    </a:moveTo>
                    <a:lnTo>
                      <a:pt x="0" y="357"/>
                    </a:lnTo>
                    <a:lnTo>
                      <a:pt x="44" y="372"/>
                    </a:lnTo>
                    <a:lnTo>
                      <a:pt x="245" y="445"/>
                    </a:lnTo>
                    <a:lnTo>
                      <a:pt x="476" y="173"/>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29" name="Freeform 29"/>
              <p:cNvSpPr/>
              <p:nvPr/>
            </p:nvSpPr>
            <p:spPr bwMode="auto">
              <a:xfrm>
                <a:off x="3218" y="2052"/>
                <a:ext cx="476" cy="445"/>
              </a:xfrm>
              <a:custGeom>
                <a:avLst/>
                <a:gdLst/>
                <a:ahLst/>
                <a:cxnLst>
                  <a:cxn ang="0">
                    <a:pos x="0" y="0"/>
                  </a:cxn>
                  <a:cxn ang="0">
                    <a:pos x="0" y="357"/>
                  </a:cxn>
                  <a:cxn ang="0">
                    <a:pos x="44" y="372"/>
                  </a:cxn>
                  <a:cxn ang="0">
                    <a:pos x="245" y="445"/>
                  </a:cxn>
                  <a:cxn ang="0">
                    <a:pos x="476" y="173"/>
                  </a:cxn>
                  <a:cxn ang="0">
                    <a:pos x="0" y="0"/>
                  </a:cxn>
                </a:cxnLst>
                <a:rect l="0" t="0" r="r" b="b"/>
                <a:pathLst>
                  <a:path w="476" h="445">
                    <a:moveTo>
                      <a:pt x="0" y="0"/>
                    </a:moveTo>
                    <a:lnTo>
                      <a:pt x="0" y="357"/>
                    </a:lnTo>
                    <a:lnTo>
                      <a:pt x="44" y="372"/>
                    </a:lnTo>
                    <a:lnTo>
                      <a:pt x="245" y="445"/>
                    </a:lnTo>
                    <a:lnTo>
                      <a:pt x="476" y="17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0" name="Freeform 30"/>
              <p:cNvSpPr/>
              <p:nvPr/>
            </p:nvSpPr>
            <p:spPr bwMode="auto">
              <a:xfrm>
                <a:off x="3218" y="2052"/>
                <a:ext cx="476" cy="173"/>
              </a:xfrm>
              <a:custGeom>
                <a:avLst/>
                <a:gdLst/>
                <a:ahLst/>
                <a:cxnLst>
                  <a:cxn ang="0">
                    <a:pos x="0" y="0"/>
                  </a:cxn>
                  <a:cxn ang="0">
                    <a:pos x="0" y="0"/>
                  </a:cxn>
                  <a:cxn ang="0">
                    <a:pos x="476" y="173"/>
                  </a:cxn>
                  <a:cxn ang="0">
                    <a:pos x="476" y="173"/>
                  </a:cxn>
                  <a:cxn ang="0">
                    <a:pos x="0" y="0"/>
                  </a:cxn>
                </a:cxnLst>
                <a:rect l="0" t="0" r="r" b="b"/>
                <a:pathLst>
                  <a:path w="476" h="173">
                    <a:moveTo>
                      <a:pt x="0" y="0"/>
                    </a:moveTo>
                    <a:lnTo>
                      <a:pt x="0" y="0"/>
                    </a:lnTo>
                    <a:lnTo>
                      <a:pt x="476" y="173"/>
                    </a:lnTo>
                    <a:lnTo>
                      <a:pt x="476" y="173"/>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31" name="Freeform 31"/>
              <p:cNvSpPr/>
              <p:nvPr/>
            </p:nvSpPr>
            <p:spPr bwMode="auto">
              <a:xfrm>
                <a:off x="3218" y="2052"/>
                <a:ext cx="476" cy="173"/>
              </a:xfrm>
              <a:custGeom>
                <a:avLst/>
                <a:gdLst/>
                <a:ahLst/>
                <a:cxnLst>
                  <a:cxn ang="0">
                    <a:pos x="0" y="0"/>
                  </a:cxn>
                  <a:cxn ang="0">
                    <a:pos x="0" y="0"/>
                  </a:cxn>
                  <a:cxn ang="0">
                    <a:pos x="476" y="173"/>
                  </a:cxn>
                  <a:cxn ang="0">
                    <a:pos x="476" y="173"/>
                  </a:cxn>
                  <a:cxn ang="0">
                    <a:pos x="0" y="0"/>
                  </a:cxn>
                </a:cxnLst>
                <a:rect l="0" t="0" r="r" b="b"/>
                <a:pathLst>
                  <a:path w="476" h="173">
                    <a:moveTo>
                      <a:pt x="0" y="0"/>
                    </a:moveTo>
                    <a:lnTo>
                      <a:pt x="0" y="0"/>
                    </a:lnTo>
                    <a:lnTo>
                      <a:pt x="476" y="173"/>
                    </a:lnTo>
                    <a:lnTo>
                      <a:pt x="476" y="17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2" name="Freeform 32"/>
              <p:cNvSpPr>
                <a:spLocks noEditPoints="1"/>
              </p:cNvSpPr>
              <p:nvPr/>
            </p:nvSpPr>
            <p:spPr bwMode="auto">
              <a:xfrm>
                <a:off x="3218" y="2052"/>
                <a:ext cx="476" cy="445"/>
              </a:xfrm>
              <a:custGeom>
                <a:avLst/>
                <a:gdLst/>
                <a:ahLst/>
                <a:cxnLst>
                  <a:cxn ang="0">
                    <a:pos x="476" y="173"/>
                  </a:cxn>
                  <a:cxn ang="0">
                    <a:pos x="245" y="445"/>
                  </a:cxn>
                  <a:cxn ang="0">
                    <a:pos x="245" y="445"/>
                  </a:cxn>
                  <a:cxn ang="0">
                    <a:pos x="476" y="173"/>
                  </a:cxn>
                  <a:cxn ang="0">
                    <a:pos x="476" y="173"/>
                  </a:cxn>
                  <a:cxn ang="0">
                    <a:pos x="0" y="0"/>
                  </a:cxn>
                  <a:cxn ang="0">
                    <a:pos x="0" y="357"/>
                  </a:cxn>
                  <a:cxn ang="0">
                    <a:pos x="44" y="372"/>
                  </a:cxn>
                  <a:cxn ang="0">
                    <a:pos x="0" y="357"/>
                  </a:cxn>
                  <a:cxn ang="0">
                    <a:pos x="0" y="0"/>
                  </a:cxn>
                  <a:cxn ang="0">
                    <a:pos x="0" y="0"/>
                  </a:cxn>
                </a:cxnLst>
                <a:rect l="0" t="0" r="r" b="b"/>
                <a:pathLst>
                  <a:path w="476" h="445">
                    <a:moveTo>
                      <a:pt x="476" y="173"/>
                    </a:moveTo>
                    <a:lnTo>
                      <a:pt x="245" y="445"/>
                    </a:lnTo>
                    <a:lnTo>
                      <a:pt x="245" y="445"/>
                    </a:lnTo>
                    <a:lnTo>
                      <a:pt x="476" y="173"/>
                    </a:lnTo>
                    <a:lnTo>
                      <a:pt x="476" y="173"/>
                    </a:lnTo>
                    <a:close/>
                    <a:moveTo>
                      <a:pt x="0" y="0"/>
                    </a:moveTo>
                    <a:lnTo>
                      <a:pt x="0" y="357"/>
                    </a:lnTo>
                    <a:lnTo>
                      <a:pt x="44" y="372"/>
                    </a:lnTo>
                    <a:lnTo>
                      <a:pt x="0" y="357"/>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33" name="Freeform 33"/>
              <p:cNvSpPr/>
              <p:nvPr/>
            </p:nvSpPr>
            <p:spPr bwMode="auto">
              <a:xfrm>
                <a:off x="3463" y="2225"/>
                <a:ext cx="231" cy="272"/>
              </a:xfrm>
              <a:custGeom>
                <a:avLst/>
                <a:gdLst/>
                <a:ahLst/>
                <a:cxnLst>
                  <a:cxn ang="0">
                    <a:pos x="231" y="0"/>
                  </a:cxn>
                  <a:cxn ang="0">
                    <a:pos x="0" y="272"/>
                  </a:cxn>
                  <a:cxn ang="0">
                    <a:pos x="0" y="272"/>
                  </a:cxn>
                  <a:cxn ang="0">
                    <a:pos x="231" y="0"/>
                  </a:cxn>
                  <a:cxn ang="0">
                    <a:pos x="231" y="0"/>
                  </a:cxn>
                </a:cxnLst>
                <a:rect l="0" t="0" r="r" b="b"/>
                <a:pathLst>
                  <a:path w="231" h="272">
                    <a:moveTo>
                      <a:pt x="231" y="0"/>
                    </a:moveTo>
                    <a:lnTo>
                      <a:pt x="0" y="272"/>
                    </a:lnTo>
                    <a:lnTo>
                      <a:pt x="0" y="272"/>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234" name="Freeform 34"/>
              <p:cNvSpPr/>
              <p:nvPr/>
            </p:nvSpPr>
            <p:spPr bwMode="auto">
              <a:xfrm>
                <a:off x="3218" y="2052"/>
                <a:ext cx="44" cy="372"/>
              </a:xfrm>
              <a:custGeom>
                <a:avLst/>
                <a:gdLst/>
                <a:ahLst/>
                <a:cxnLst>
                  <a:cxn ang="0">
                    <a:pos x="0" y="0"/>
                  </a:cxn>
                  <a:cxn ang="0">
                    <a:pos x="0" y="357"/>
                  </a:cxn>
                  <a:cxn ang="0">
                    <a:pos x="44" y="372"/>
                  </a:cxn>
                  <a:cxn ang="0">
                    <a:pos x="0" y="357"/>
                  </a:cxn>
                  <a:cxn ang="0">
                    <a:pos x="0" y="0"/>
                  </a:cxn>
                  <a:cxn ang="0">
                    <a:pos x="0" y="0"/>
                  </a:cxn>
                </a:cxnLst>
                <a:rect l="0" t="0" r="r" b="b"/>
                <a:pathLst>
                  <a:path w="44" h="372">
                    <a:moveTo>
                      <a:pt x="0" y="0"/>
                    </a:moveTo>
                    <a:lnTo>
                      <a:pt x="0" y="357"/>
                    </a:lnTo>
                    <a:lnTo>
                      <a:pt x="44" y="372"/>
                    </a:lnTo>
                    <a:lnTo>
                      <a:pt x="0" y="357"/>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5" name="Freeform 35"/>
              <p:cNvSpPr/>
              <p:nvPr/>
            </p:nvSpPr>
            <p:spPr bwMode="auto">
              <a:xfrm>
                <a:off x="3220" y="2030"/>
                <a:ext cx="484" cy="176"/>
              </a:xfrm>
              <a:custGeom>
                <a:avLst/>
                <a:gdLst/>
                <a:ahLst/>
                <a:cxnLst>
                  <a:cxn ang="0">
                    <a:pos x="0" y="0"/>
                  </a:cxn>
                  <a:cxn ang="0">
                    <a:pos x="0" y="0"/>
                  </a:cxn>
                  <a:cxn ang="0">
                    <a:pos x="484" y="176"/>
                  </a:cxn>
                  <a:cxn ang="0">
                    <a:pos x="0" y="0"/>
                  </a:cxn>
                </a:cxnLst>
                <a:rect l="0" t="0" r="r" b="b"/>
                <a:pathLst>
                  <a:path w="484" h="176">
                    <a:moveTo>
                      <a:pt x="0" y="0"/>
                    </a:moveTo>
                    <a:lnTo>
                      <a:pt x="0" y="0"/>
                    </a:lnTo>
                    <a:lnTo>
                      <a:pt x="484" y="176"/>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36" name="Freeform 36"/>
              <p:cNvSpPr/>
              <p:nvPr/>
            </p:nvSpPr>
            <p:spPr bwMode="auto">
              <a:xfrm>
                <a:off x="3220" y="2030"/>
                <a:ext cx="484" cy="176"/>
              </a:xfrm>
              <a:custGeom>
                <a:avLst/>
                <a:gdLst/>
                <a:ahLst/>
                <a:cxnLst>
                  <a:cxn ang="0">
                    <a:pos x="0" y="0"/>
                  </a:cxn>
                  <a:cxn ang="0">
                    <a:pos x="0" y="0"/>
                  </a:cxn>
                  <a:cxn ang="0">
                    <a:pos x="484" y="176"/>
                  </a:cxn>
                  <a:cxn ang="0">
                    <a:pos x="0" y="0"/>
                  </a:cxn>
                </a:cxnLst>
                <a:rect l="0" t="0" r="r" b="b"/>
                <a:pathLst>
                  <a:path w="484" h="176">
                    <a:moveTo>
                      <a:pt x="0" y="0"/>
                    </a:moveTo>
                    <a:lnTo>
                      <a:pt x="0" y="0"/>
                    </a:lnTo>
                    <a:lnTo>
                      <a:pt x="484" y="17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7" name="Freeform 37"/>
              <p:cNvSpPr>
                <a:spLocks noEditPoints="1"/>
              </p:cNvSpPr>
              <p:nvPr/>
            </p:nvSpPr>
            <p:spPr bwMode="auto">
              <a:xfrm>
                <a:off x="3218" y="2030"/>
                <a:ext cx="489" cy="195"/>
              </a:xfrm>
              <a:custGeom>
                <a:avLst/>
                <a:gdLst/>
                <a:ahLst/>
                <a:cxnLst>
                  <a:cxn ang="0">
                    <a:pos x="486" y="176"/>
                  </a:cxn>
                  <a:cxn ang="0">
                    <a:pos x="482" y="184"/>
                  </a:cxn>
                  <a:cxn ang="0">
                    <a:pos x="486" y="176"/>
                  </a:cxn>
                  <a:cxn ang="0">
                    <a:pos x="482" y="184"/>
                  </a:cxn>
                  <a:cxn ang="0">
                    <a:pos x="489" y="178"/>
                  </a:cxn>
                  <a:cxn ang="0">
                    <a:pos x="486" y="176"/>
                  </a:cxn>
                  <a:cxn ang="0">
                    <a:pos x="0" y="0"/>
                  </a:cxn>
                  <a:cxn ang="0">
                    <a:pos x="0" y="7"/>
                  </a:cxn>
                  <a:cxn ang="0">
                    <a:pos x="0" y="22"/>
                  </a:cxn>
                  <a:cxn ang="0">
                    <a:pos x="0" y="22"/>
                  </a:cxn>
                  <a:cxn ang="0">
                    <a:pos x="0" y="22"/>
                  </a:cxn>
                  <a:cxn ang="0">
                    <a:pos x="476" y="195"/>
                  </a:cxn>
                  <a:cxn ang="0">
                    <a:pos x="476" y="195"/>
                  </a:cxn>
                  <a:cxn ang="0">
                    <a:pos x="476" y="195"/>
                  </a:cxn>
                  <a:cxn ang="0">
                    <a:pos x="479" y="190"/>
                  </a:cxn>
                  <a:cxn ang="0">
                    <a:pos x="479" y="190"/>
                  </a:cxn>
                  <a:cxn ang="0">
                    <a:pos x="482" y="186"/>
                  </a:cxn>
                  <a:cxn ang="0">
                    <a:pos x="474" y="191"/>
                  </a:cxn>
                  <a:cxn ang="0">
                    <a:pos x="482" y="186"/>
                  </a:cxn>
                  <a:cxn ang="0">
                    <a:pos x="474" y="191"/>
                  </a:cxn>
                  <a:cxn ang="0">
                    <a:pos x="482" y="186"/>
                  </a:cxn>
                  <a:cxn ang="0">
                    <a:pos x="482" y="184"/>
                  </a:cxn>
                  <a:cxn ang="0">
                    <a:pos x="486" y="176"/>
                  </a:cxn>
                  <a:cxn ang="0">
                    <a:pos x="2" y="0"/>
                  </a:cxn>
                  <a:cxn ang="0">
                    <a:pos x="2" y="0"/>
                  </a:cxn>
                  <a:cxn ang="0">
                    <a:pos x="0" y="0"/>
                  </a:cxn>
                </a:cxnLst>
                <a:rect l="0" t="0" r="r" b="b"/>
                <a:pathLst>
                  <a:path w="489" h="195">
                    <a:moveTo>
                      <a:pt x="486" y="176"/>
                    </a:moveTo>
                    <a:lnTo>
                      <a:pt x="482" y="184"/>
                    </a:lnTo>
                    <a:lnTo>
                      <a:pt x="486" y="176"/>
                    </a:lnTo>
                    <a:lnTo>
                      <a:pt x="482" y="184"/>
                    </a:lnTo>
                    <a:lnTo>
                      <a:pt x="489" y="178"/>
                    </a:lnTo>
                    <a:lnTo>
                      <a:pt x="486" y="176"/>
                    </a:lnTo>
                    <a:close/>
                    <a:moveTo>
                      <a:pt x="0" y="0"/>
                    </a:moveTo>
                    <a:lnTo>
                      <a:pt x="0" y="7"/>
                    </a:lnTo>
                    <a:lnTo>
                      <a:pt x="0" y="22"/>
                    </a:lnTo>
                    <a:lnTo>
                      <a:pt x="0" y="22"/>
                    </a:lnTo>
                    <a:lnTo>
                      <a:pt x="0" y="22"/>
                    </a:lnTo>
                    <a:lnTo>
                      <a:pt x="476" y="195"/>
                    </a:lnTo>
                    <a:lnTo>
                      <a:pt x="476" y="195"/>
                    </a:lnTo>
                    <a:lnTo>
                      <a:pt x="476" y="195"/>
                    </a:lnTo>
                    <a:lnTo>
                      <a:pt x="479" y="190"/>
                    </a:lnTo>
                    <a:lnTo>
                      <a:pt x="479" y="190"/>
                    </a:lnTo>
                    <a:lnTo>
                      <a:pt x="482" y="186"/>
                    </a:lnTo>
                    <a:lnTo>
                      <a:pt x="474" y="191"/>
                    </a:lnTo>
                    <a:lnTo>
                      <a:pt x="482" y="186"/>
                    </a:lnTo>
                    <a:lnTo>
                      <a:pt x="474" y="191"/>
                    </a:lnTo>
                    <a:lnTo>
                      <a:pt x="482" y="186"/>
                    </a:lnTo>
                    <a:lnTo>
                      <a:pt x="482" y="184"/>
                    </a:lnTo>
                    <a:lnTo>
                      <a:pt x="486" y="176"/>
                    </a:lnTo>
                    <a:lnTo>
                      <a:pt x="2" y="0"/>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38" name="Freeform 38"/>
              <p:cNvSpPr/>
              <p:nvPr/>
            </p:nvSpPr>
            <p:spPr bwMode="auto">
              <a:xfrm>
                <a:off x="3700" y="2206"/>
                <a:ext cx="7" cy="8"/>
              </a:xfrm>
              <a:custGeom>
                <a:avLst/>
                <a:gdLst/>
                <a:ahLst/>
                <a:cxnLst>
                  <a:cxn ang="0">
                    <a:pos x="4" y="0"/>
                  </a:cxn>
                  <a:cxn ang="0">
                    <a:pos x="0" y="8"/>
                  </a:cxn>
                  <a:cxn ang="0">
                    <a:pos x="4" y="0"/>
                  </a:cxn>
                  <a:cxn ang="0">
                    <a:pos x="0" y="8"/>
                  </a:cxn>
                  <a:cxn ang="0">
                    <a:pos x="7" y="2"/>
                  </a:cxn>
                  <a:cxn ang="0">
                    <a:pos x="4" y="0"/>
                  </a:cxn>
                </a:cxnLst>
                <a:rect l="0" t="0" r="r" b="b"/>
                <a:pathLst>
                  <a:path w="7" h="8">
                    <a:moveTo>
                      <a:pt x="4" y="0"/>
                    </a:moveTo>
                    <a:lnTo>
                      <a:pt x="0" y="8"/>
                    </a:lnTo>
                    <a:lnTo>
                      <a:pt x="4" y="0"/>
                    </a:lnTo>
                    <a:lnTo>
                      <a:pt x="0" y="8"/>
                    </a:lnTo>
                    <a:lnTo>
                      <a:pt x="7"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239" name="Freeform 39"/>
              <p:cNvSpPr/>
              <p:nvPr/>
            </p:nvSpPr>
            <p:spPr bwMode="auto">
              <a:xfrm>
                <a:off x="3218" y="2030"/>
                <a:ext cx="486" cy="195"/>
              </a:xfrm>
              <a:custGeom>
                <a:avLst/>
                <a:gdLst/>
                <a:ahLst/>
                <a:cxnLst>
                  <a:cxn ang="0">
                    <a:pos x="0" y="0"/>
                  </a:cxn>
                  <a:cxn ang="0">
                    <a:pos x="0" y="7"/>
                  </a:cxn>
                  <a:cxn ang="0">
                    <a:pos x="0" y="22"/>
                  </a:cxn>
                  <a:cxn ang="0">
                    <a:pos x="0" y="22"/>
                  </a:cxn>
                  <a:cxn ang="0">
                    <a:pos x="0" y="22"/>
                  </a:cxn>
                  <a:cxn ang="0">
                    <a:pos x="476" y="195"/>
                  </a:cxn>
                  <a:cxn ang="0">
                    <a:pos x="476" y="195"/>
                  </a:cxn>
                  <a:cxn ang="0">
                    <a:pos x="476" y="195"/>
                  </a:cxn>
                  <a:cxn ang="0">
                    <a:pos x="479" y="190"/>
                  </a:cxn>
                  <a:cxn ang="0">
                    <a:pos x="479" y="190"/>
                  </a:cxn>
                  <a:cxn ang="0">
                    <a:pos x="482" y="186"/>
                  </a:cxn>
                  <a:cxn ang="0">
                    <a:pos x="474" y="191"/>
                  </a:cxn>
                  <a:cxn ang="0">
                    <a:pos x="482" y="186"/>
                  </a:cxn>
                  <a:cxn ang="0">
                    <a:pos x="474" y="191"/>
                  </a:cxn>
                  <a:cxn ang="0">
                    <a:pos x="482" y="186"/>
                  </a:cxn>
                  <a:cxn ang="0">
                    <a:pos x="482" y="184"/>
                  </a:cxn>
                  <a:cxn ang="0">
                    <a:pos x="486" y="176"/>
                  </a:cxn>
                  <a:cxn ang="0">
                    <a:pos x="2" y="0"/>
                  </a:cxn>
                  <a:cxn ang="0">
                    <a:pos x="2" y="0"/>
                  </a:cxn>
                  <a:cxn ang="0">
                    <a:pos x="0" y="0"/>
                  </a:cxn>
                </a:cxnLst>
                <a:rect l="0" t="0" r="r" b="b"/>
                <a:pathLst>
                  <a:path w="486" h="195">
                    <a:moveTo>
                      <a:pt x="0" y="0"/>
                    </a:moveTo>
                    <a:lnTo>
                      <a:pt x="0" y="7"/>
                    </a:lnTo>
                    <a:lnTo>
                      <a:pt x="0" y="22"/>
                    </a:lnTo>
                    <a:lnTo>
                      <a:pt x="0" y="22"/>
                    </a:lnTo>
                    <a:lnTo>
                      <a:pt x="0" y="22"/>
                    </a:lnTo>
                    <a:lnTo>
                      <a:pt x="476" y="195"/>
                    </a:lnTo>
                    <a:lnTo>
                      <a:pt x="476" y="195"/>
                    </a:lnTo>
                    <a:lnTo>
                      <a:pt x="476" y="195"/>
                    </a:lnTo>
                    <a:lnTo>
                      <a:pt x="479" y="190"/>
                    </a:lnTo>
                    <a:lnTo>
                      <a:pt x="479" y="190"/>
                    </a:lnTo>
                    <a:lnTo>
                      <a:pt x="482" y="186"/>
                    </a:lnTo>
                    <a:lnTo>
                      <a:pt x="474" y="191"/>
                    </a:lnTo>
                    <a:lnTo>
                      <a:pt x="482" y="186"/>
                    </a:lnTo>
                    <a:lnTo>
                      <a:pt x="474" y="191"/>
                    </a:lnTo>
                    <a:lnTo>
                      <a:pt x="482" y="186"/>
                    </a:lnTo>
                    <a:lnTo>
                      <a:pt x="482" y="184"/>
                    </a:lnTo>
                    <a:lnTo>
                      <a:pt x="486" y="176"/>
                    </a:lnTo>
                    <a:lnTo>
                      <a:pt x="2" y="0"/>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40" name="Freeform 40"/>
              <p:cNvSpPr/>
              <p:nvPr/>
            </p:nvSpPr>
            <p:spPr bwMode="auto">
              <a:xfrm>
                <a:off x="3217" y="2430"/>
                <a:ext cx="232" cy="359"/>
              </a:xfrm>
              <a:custGeom>
                <a:avLst/>
                <a:gdLst/>
                <a:ahLst/>
                <a:cxnLst>
                  <a:cxn ang="0">
                    <a:pos x="1" y="0"/>
                  </a:cxn>
                  <a:cxn ang="0">
                    <a:pos x="0" y="359"/>
                  </a:cxn>
                  <a:cxn ang="0">
                    <a:pos x="232" y="84"/>
                  </a:cxn>
                  <a:cxn ang="0">
                    <a:pos x="1" y="0"/>
                  </a:cxn>
                </a:cxnLst>
                <a:rect l="0" t="0" r="r" b="b"/>
                <a:pathLst>
                  <a:path w="232" h="359">
                    <a:moveTo>
                      <a:pt x="1" y="0"/>
                    </a:moveTo>
                    <a:lnTo>
                      <a:pt x="0" y="359"/>
                    </a:lnTo>
                    <a:lnTo>
                      <a:pt x="232" y="84"/>
                    </a:lnTo>
                    <a:lnTo>
                      <a:pt x="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41" name="Freeform 41"/>
              <p:cNvSpPr/>
              <p:nvPr/>
            </p:nvSpPr>
            <p:spPr bwMode="auto">
              <a:xfrm>
                <a:off x="3217" y="2430"/>
                <a:ext cx="232" cy="359"/>
              </a:xfrm>
              <a:custGeom>
                <a:avLst/>
                <a:gdLst/>
                <a:ahLst/>
                <a:cxnLst>
                  <a:cxn ang="0">
                    <a:pos x="1" y="0"/>
                  </a:cxn>
                  <a:cxn ang="0">
                    <a:pos x="0" y="359"/>
                  </a:cxn>
                  <a:cxn ang="0">
                    <a:pos x="232" y="84"/>
                  </a:cxn>
                  <a:cxn ang="0">
                    <a:pos x="1" y="0"/>
                  </a:cxn>
                </a:cxnLst>
                <a:rect l="0" t="0" r="r" b="b"/>
                <a:pathLst>
                  <a:path w="232" h="359">
                    <a:moveTo>
                      <a:pt x="1" y="0"/>
                    </a:moveTo>
                    <a:lnTo>
                      <a:pt x="0" y="359"/>
                    </a:lnTo>
                    <a:lnTo>
                      <a:pt x="232" y="84"/>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242" name="Freeform 42"/>
              <p:cNvSpPr/>
              <p:nvPr/>
            </p:nvSpPr>
            <p:spPr bwMode="auto">
              <a:xfrm>
                <a:off x="3218" y="2430"/>
                <a:ext cx="231" cy="84"/>
              </a:xfrm>
              <a:custGeom>
                <a:avLst/>
                <a:gdLst/>
                <a:ahLst/>
                <a:cxnLst>
                  <a:cxn ang="0">
                    <a:pos x="0" y="0"/>
                  </a:cxn>
                  <a:cxn ang="0">
                    <a:pos x="0" y="0"/>
                  </a:cxn>
                  <a:cxn ang="0">
                    <a:pos x="231" y="84"/>
                  </a:cxn>
                  <a:cxn ang="0">
                    <a:pos x="231" y="84"/>
                  </a:cxn>
                  <a:cxn ang="0">
                    <a:pos x="0" y="0"/>
                  </a:cxn>
                </a:cxnLst>
                <a:rect l="0" t="0" r="r" b="b"/>
                <a:pathLst>
                  <a:path w="231" h="84">
                    <a:moveTo>
                      <a:pt x="0" y="0"/>
                    </a:moveTo>
                    <a:lnTo>
                      <a:pt x="0" y="0"/>
                    </a:lnTo>
                    <a:lnTo>
                      <a:pt x="231" y="84"/>
                    </a:lnTo>
                    <a:lnTo>
                      <a:pt x="231" y="84"/>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43" name="Freeform 43"/>
              <p:cNvSpPr/>
              <p:nvPr/>
            </p:nvSpPr>
            <p:spPr bwMode="auto">
              <a:xfrm>
                <a:off x="3218" y="2430"/>
                <a:ext cx="231" cy="84"/>
              </a:xfrm>
              <a:custGeom>
                <a:avLst/>
                <a:gdLst/>
                <a:ahLst/>
                <a:cxnLst>
                  <a:cxn ang="0">
                    <a:pos x="0" y="0"/>
                  </a:cxn>
                  <a:cxn ang="0">
                    <a:pos x="0" y="0"/>
                  </a:cxn>
                  <a:cxn ang="0">
                    <a:pos x="231" y="84"/>
                  </a:cxn>
                  <a:cxn ang="0">
                    <a:pos x="231" y="84"/>
                  </a:cxn>
                  <a:cxn ang="0">
                    <a:pos x="0" y="0"/>
                  </a:cxn>
                </a:cxnLst>
                <a:rect l="0" t="0" r="r" b="b"/>
                <a:pathLst>
                  <a:path w="231" h="84">
                    <a:moveTo>
                      <a:pt x="0" y="0"/>
                    </a:moveTo>
                    <a:lnTo>
                      <a:pt x="0" y="0"/>
                    </a:lnTo>
                    <a:lnTo>
                      <a:pt x="231" y="84"/>
                    </a:lnTo>
                    <a:lnTo>
                      <a:pt x="231" y="8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44" name="Freeform 44"/>
              <p:cNvSpPr/>
              <p:nvPr/>
            </p:nvSpPr>
            <p:spPr bwMode="auto">
              <a:xfrm>
                <a:off x="3217" y="2514"/>
                <a:ext cx="232" cy="275"/>
              </a:xfrm>
              <a:custGeom>
                <a:avLst/>
                <a:gdLst/>
                <a:ahLst/>
                <a:cxnLst>
                  <a:cxn ang="0">
                    <a:pos x="232" y="0"/>
                  </a:cxn>
                  <a:cxn ang="0">
                    <a:pos x="0" y="275"/>
                  </a:cxn>
                  <a:cxn ang="0">
                    <a:pos x="0" y="275"/>
                  </a:cxn>
                  <a:cxn ang="0">
                    <a:pos x="232" y="0"/>
                  </a:cxn>
                  <a:cxn ang="0">
                    <a:pos x="232" y="0"/>
                  </a:cxn>
                </a:cxnLst>
                <a:rect l="0" t="0" r="r" b="b"/>
                <a:pathLst>
                  <a:path w="232" h="275">
                    <a:moveTo>
                      <a:pt x="232" y="0"/>
                    </a:moveTo>
                    <a:lnTo>
                      <a:pt x="0" y="275"/>
                    </a:lnTo>
                    <a:lnTo>
                      <a:pt x="0" y="275"/>
                    </a:lnTo>
                    <a:lnTo>
                      <a:pt x="232" y="0"/>
                    </a:lnTo>
                    <a:lnTo>
                      <a:pt x="23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45" name="Freeform 45"/>
              <p:cNvSpPr/>
              <p:nvPr/>
            </p:nvSpPr>
            <p:spPr bwMode="auto">
              <a:xfrm>
                <a:off x="3217" y="2514"/>
                <a:ext cx="232" cy="275"/>
              </a:xfrm>
              <a:custGeom>
                <a:avLst/>
                <a:gdLst/>
                <a:ahLst/>
                <a:cxnLst>
                  <a:cxn ang="0">
                    <a:pos x="232" y="0"/>
                  </a:cxn>
                  <a:cxn ang="0">
                    <a:pos x="0" y="275"/>
                  </a:cxn>
                  <a:cxn ang="0">
                    <a:pos x="0" y="275"/>
                  </a:cxn>
                  <a:cxn ang="0">
                    <a:pos x="232" y="0"/>
                  </a:cxn>
                  <a:cxn ang="0">
                    <a:pos x="232" y="0"/>
                  </a:cxn>
                </a:cxnLst>
                <a:rect l="0" t="0" r="r" b="b"/>
                <a:pathLst>
                  <a:path w="232" h="275">
                    <a:moveTo>
                      <a:pt x="232" y="0"/>
                    </a:moveTo>
                    <a:lnTo>
                      <a:pt x="0" y="275"/>
                    </a:lnTo>
                    <a:lnTo>
                      <a:pt x="0" y="275"/>
                    </a:lnTo>
                    <a:lnTo>
                      <a:pt x="232" y="0"/>
                    </a:lnTo>
                    <a:lnTo>
                      <a:pt x="232" y="0"/>
                    </a:lnTo>
                  </a:path>
                </a:pathLst>
              </a:custGeom>
              <a:noFill/>
              <a:ln w="9525">
                <a:noFill/>
                <a:round/>
              </a:ln>
            </p:spPr>
            <p:txBody>
              <a:bodyPr vert="horz" wrap="square" lIns="82938" tIns="41469" rIns="82938" bIns="41469" numCol="1" anchor="t" anchorCtr="0" compatLnSpc="1"/>
              <a:lstStyle/>
              <a:p>
                <a:endParaRPr lang="en-GB" sz="1815"/>
              </a:p>
            </p:txBody>
          </p:sp>
          <p:sp>
            <p:nvSpPr>
              <p:cNvPr id="51246" name="Freeform 46"/>
              <p:cNvSpPr/>
              <p:nvPr/>
            </p:nvSpPr>
            <p:spPr bwMode="auto">
              <a:xfrm>
                <a:off x="3262" y="2424"/>
                <a:ext cx="201" cy="73"/>
              </a:xfrm>
              <a:custGeom>
                <a:avLst/>
                <a:gdLst/>
                <a:ahLst/>
                <a:cxnLst>
                  <a:cxn ang="0">
                    <a:pos x="0" y="0"/>
                  </a:cxn>
                  <a:cxn ang="0">
                    <a:pos x="201" y="73"/>
                  </a:cxn>
                  <a:cxn ang="0">
                    <a:pos x="201" y="73"/>
                  </a:cxn>
                  <a:cxn ang="0">
                    <a:pos x="0" y="0"/>
                  </a:cxn>
                </a:cxnLst>
                <a:rect l="0" t="0" r="r" b="b"/>
                <a:pathLst>
                  <a:path w="201" h="73">
                    <a:moveTo>
                      <a:pt x="0" y="0"/>
                    </a:moveTo>
                    <a:lnTo>
                      <a:pt x="201" y="73"/>
                    </a:lnTo>
                    <a:lnTo>
                      <a:pt x="201" y="73"/>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47" name="Freeform 47"/>
              <p:cNvSpPr/>
              <p:nvPr/>
            </p:nvSpPr>
            <p:spPr bwMode="auto">
              <a:xfrm>
                <a:off x="3262" y="2424"/>
                <a:ext cx="201" cy="73"/>
              </a:xfrm>
              <a:custGeom>
                <a:avLst/>
                <a:gdLst/>
                <a:ahLst/>
                <a:cxnLst>
                  <a:cxn ang="0">
                    <a:pos x="0" y="0"/>
                  </a:cxn>
                  <a:cxn ang="0">
                    <a:pos x="201" y="73"/>
                  </a:cxn>
                  <a:cxn ang="0">
                    <a:pos x="201" y="73"/>
                  </a:cxn>
                  <a:cxn ang="0">
                    <a:pos x="0" y="0"/>
                  </a:cxn>
                </a:cxnLst>
                <a:rect l="0" t="0" r="r" b="b"/>
                <a:pathLst>
                  <a:path w="201" h="73">
                    <a:moveTo>
                      <a:pt x="0" y="0"/>
                    </a:moveTo>
                    <a:lnTo>
                      <a:pt x="201" y="73"/>
                    </a:lnTo>
                    <a:lnTo>
                      <a:pt x="201" y="7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48" name="Freeform 48"/>
              <p:cNvSpPr/>
              <p:nvPr/>
            </p:nvSpPr>
            <p:spPr bwMode="auto">
              <a:xfrm>
                <a:off x="3218" y="2409"/>
                <a:ext cx="245" cy="105"/>
              </a:xfrm>
              <a:custGeom>
                <a:avLst/>
                <a:gdLst/>
                <a:ahLst/>
                <a:cxnLst>
                  <a:cxn ang="0">
                    <a:pos x="0" y="0"/>
                  </a:cxn>
                  <a:cxn ang="0">
                    <a:pos x="0" y="6"/>
                  </a:cxn>
                  <a:cxn ang="0">
                    <a:pos x="0" y="6"/>
                  </a:cxn>
                  <a:cxn ang="0">
                    <a:pos x="0" y="21"/>
                  </a:cxn>
                  <a:cxn ang="0">
                    <a:pos x="231" y="105"/>
                  </a:cxn>
                  <a:cxn ang="0">
                    <a:pos x="231" y="105"/>
                  </a:cxn>
                  <a:cxn ang="0">
                    <a:pos x="231" y="105"/>
                  </a:cxn>
                  <a:cxn ang="0">
                    <a:pos x="236" y="100"/>
                  </a:cxn>
                  <a:cxn ang="0">
                    <a:pos x="236" y="100"/>
                  </a:cxn>
                  <a:cxn ang="0">
                    <a:pos x="240" y="95"/>
                  </a:cxn>
                  <a:cxn ang="0">
                    <a:pos x="240" y="95"/>
                  </a:cxn>
                  <a:cxn ang="0">
                    <a:pos x="245" y="88"/>
                  </a:cxn>
                  <a:cxn ang="0">
                    <a:pos x="245" y="88"/>
                  </a:cxn>
                  <a:cxn ang="0">
                    <a:pos x="245" y="88"/>
                  </a:cxn>
                  <a:cxn ang="0">
                    <a:pos x="44" y="15"/>
                  </a:cxn>
                  <a:cxn ang="0">
                    <a:pos x="0" y="0"/>
                  </a:cxn>
                </a:cxnLst>
                <a:rect l="0" t="0" r="r" b="b"/>
                <a:pathLst>
                  <a:path w="245" h="105">
                    <a:moveTo>
                      <a:pt x="0" y="0"/>
                    </a:moveTo>
                    <a:lnTo>
                      <a:pt x="0" y="6"/>
                    </a:lnTo>
                    <a:lnTo>
                      <a:pt x="0" y="6"/>
                    </a:lnTo>
                    <a:lnTo>
                      <a:pt x="0" y="21"/>
                    </a:lnTo>
                    <a:lnTo>
                      <a:pt x="231" y="105"/>
                    </a:lnTo>
                    <a:lnTo>
                      <a:pt x="231" y="105"/>
                    </a:lnTo>
                    <a:lnTo>
                      <a:pt x="231" y="105"/>
                    </a:lnTo>
                    <a:lnTo>
                      <a:pt x="236" y="100"/>
                    </a:lnTo>
                    <a:lnTo>
                      <a:pt x="236" y="100"/>
                    </a:lnTo>
                    <a:lnTo>
                      <a:pt x="240" y="95"/>
                    </a:lnTo>
                    <a:lnTo>
                      <a:pt x="240" y="95"/>
                    </a:lnTo>
                    <a:lnTo>
                      <a:pt x="245" y="88"/>
                    </a:lnTo>
                    <a:lnTo>
                      <a:pt x="245" y="88"/>
                    </a:lnTo>
                    <a:lnTo>
                      <a:pt x="245" y="88"/>
                    </a:lnTo>
                    <a:lnTo>
                      <a:pt x="44" y="1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49" name="Freeform 49"/>
              <p:cNvSpPr/>
              <p:nvPr/>
            </p:nvSpPr>
            <p:spPr bwMode="auto">
              <a:xfrm>
                <a:off x="3218" y="2409"/>
                <a:ext cx="245" cy="105"/>
              </a:xfrm>
              <a:custGeom>
                <a:avLst/>
                <a:gdLst/>
                <a:ahLst/>
                <a:cxnLst>
                  <a:cxn ang="0">
                    <a:pos x="0" y="0"/>
                  </a:cxn>
                  <a:cxn ang="0">
                    <a:pos x="0" y="6"/>
                  </a:cxn>
                  <a:cxn ang="0">
                    <a:pos x="0" y="6"/>
                  </a:cxn>
                  <a:cxn ang="0">
                    <a:pos x="0" y="21"/>
                  </a:cxn>
                  <a:cxn ang="0">
                    <a:pos x="231" y="105"/>
                  </a:cxn>
                  <a:cxn ang="0">
                    <a:pos x="231" y="105"/>
                  </a:cxn>
                  <a:cxn ang="0">
                    <a:pos x="231" y="105"/>
                  </a:cxn>
                  <a:cxn ang="0">
                    <a:pos x="236" y="100"/>
                  </a:cxn>
                  <a:cxn ang="0">
                    <a:pos x="236" y="100"/>
                  </a:cxn>
                  <a:cxn ang="0">
                    <a:pos x="240" y="95"/>
                  </a:cxn>
                  <a:cxn ang="0">
                    <a:pos x="240" y="95"/>
                  </a:cxn>
                  <a:cxn ang="0">
                    <a:pos x="245" y="88"/>
                  </a:cxn>
                  <a:cxn ang="0">
                    <a:pos x="245" y="88"/>
                  </a:cxn>
                  <a:cxn ang="0">
                    <a:pos x="245" y="88"/>
                  </a:cxn>
                  <a:cxn ang="0">
                    <a:pos x="44" y="15"/>
                  </a:cxn>
                  <a:cxn ang="0">
                    <a:pos x="0" y="0"/>
                  </a:cxn>
                </a:cxnLst>
                <a:rect l="0" t="0" r="r" b="b"/>
                <a:pathLst>
                  <a:path w="245" h="105">
                    <a:moveTo>
                      <a:pt x="0" y="0"/>
                    </a:moveTo>
                    <a:lnTo>
                      <a:pt x="0" y="6"/>
                    </a:lnTo>
                    <a:lnTo>
                      <a:pt x="0" y="6"/>
                    </a:lnTo>
                    <a:lnTo>
                      <a:pt x="0" y="21"/>
                    </a:lnTo>
                    <a:lnTo>
                      <a:pt x="231" y="105"/>
                    </a:lnTo>
                    <a:lnTo>
                      <a:pt x="231" y="105"/>
                    </a:lnTo>
                    <a:lnTo>
                      <a:pt x="231" y="105"/>
                    </a:lnTo>
                    <a:lnTo>
                      <a:pt x="236" y="100"/>
                    </a:lnTo>
                    <a:lnTo>
                      <a:pt x="236" y="100"/>
                    </a:lnTo>
                    <a:lnTo>
                      <a:pt x="240" y="95"/>
                    </a:lnTo>
                    <a:lnTo>
                      <a:pt x="240" y="95"/>
                    </a:lnTo>
                    <a:lnTo>
                      <a:pt x="245" y="88"/>
                    </a:lnTo>
                    <a:lnTo>
                      <a:pt x="245" y="88"/>
                    </a:lnTo>
                    <a:lnTo>
                      <a:pt x="245" y="88"/>
                    </a:lnTo>
                    <a:lnTo>
                      <a:pt x="44" y="1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50" name="Freeform 50"/>
              <p:cNvSpPr/>
              <p:nvPr/>
            </p:nvSpPr>
            <p:spPr bwMode="auto">
              <a:xfrm>
                <a:off x="2260" y="1326"/>
                <a:ext cx="940" cy="597"/>
              </a:xfrm>
              <a:custGeom>
                <a:avLst/>
                <a:gdLst/>
                <a:ahLst/>
                <a:cxnLst>
                  <a:cxn ang="0">
                    <a:pos x="940" y="0"/>
                  </a:cxn>
                  <a:cxn ang="0">
                    <a:pos x="0" y="341"/>
                  </a:cxn>
                  <a:cxn ang="0">
                    <a:pos x="54" y="405"/>
                  </a:cxn>
                  <a:cxn ang="0">
                    <a:pos x="213" y="597"/>
                  </a:cxn>
                  <a:cxn ang="0">
                    <a:pos x="940" y="333"/>
                  </a:cxn>
                  <a:cxn ang="0">
                    <a:pos x="940" y="202"/>
                  </a:cxn>
                  <a:cxn ang="0">
                    <a:pos x="940" y="0"/>
                  </a:cxn>
                </a:cxnLst>
                <a:rect l="0" t="0" r="r" b="b"/>
                <a:pathLst>
                  <a:path w="940" h="597">
                    <a:moveTo>
                      <a:pt x="940" y="0"/>
                    </a:moveTo>
                    <a:lnTo>
                      <a:pt x="0" y="341"/>
                    </a:lnTo>
                    <a:lnTo>
                      <a:pt x="54" y="405"/>
                    </a:lnTo>
                    <a:lnTo>
                      <a:pt x="213" y="597"/>
                    </a:lnTo>
                    <a:lnTo>
                      <a:pt x="940" y="333"/>
                    </a:lnTo>
                    <a:lnTo>
                      <a:pt x="940" y="202"/>
                    </a:lnTo>
                    <a:lnTo>
                      <a:pt x="94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51" name="Freeform 51"/>
              <p:cNvSpPr/>
              <p:nvPr/>
            </p:nvSpPr>
            <p:spPr bwMode="auto">
              <a:xfrm>
                <a:off x="2260" y="1326"/>
                <a:ext cx="940" cy="597"/>
              </a:xfrm>
              <a:custGeom>
                <a:avLst/>
                <a:gdLst/>
                <a:ahLst/>
                <a:cxnLst>
                  <a:cxn ang="0">
                    <a:pos x="940" y="0"/>
                  </a:cxn>
                  <a:cxn ang="0">
                    <a:pos x="0" y="341"/>
                  </a:cxn>
                  <a:cxn ang="0">
                    <a:pos x="54" y="405"/>
                  </a:cxn>
                  <a:cxn ang="0">
                    <a:pos x="213" y="597"/>
                  </a:cxn>
                  <a:cxn ang="0">
                    <a:pos x="940" y="333"/>
                  </a:cxn>
                  <a:cxn ang="0">
                    <a:pos x="940" y="202"/>
                  </a:cxn>
                  <a:cxn ang="0">
                    <a:pos x="940" y="0"/>
                  </a:cxn>
                </a:cxnLst>
                <a:rect l="0" t="0" r="r" b="b"/>
                <a:pathLst>
                  <a:path w="940" h="597">
                    <a:moveTo>
                      <a:pt x="940" y="0"/>
                    </a:moveTo>
                    <a:lnTo>
                      <a:pt x="0" y="341"/>
                    </a:lnTo>
                    <a:lnTo>
                      <a:pt x="54" y="405"/>
                    </a:lnTo>
                    <a:lnTo>
                      <a:pt x="213" y="597"/>
                    </a:lnTo>
                    <a:lnTo>
                      <a:pt x="940" y="333"/>
                    </a:lnTo>
                    <a:lnTo>
                      <a:pt x="940" y="202"/>
                    </a:lnTo>
                    <a:lnTo>
                      <a:pt x="940" y="0"/>
                    </a:lnTo>
                  </a:path>
                </a:pathLst>
              </a:custGeom>
              <a:noFill/>
              <a:ln w="9525">
                <a:noFill/>
                <a:round/>
              </a:ln>
            </p:spPr>
            <p:txBody>
              <a:bodyPr vert="horz" wrap="square" lIns="82938" tIns="41469" rIns="82938" bIns="41469" numCol="1" anchor="t" anchorCtr="0" compatLnSpc="1"/>
              <a:lstStyle/>
              <a:p>
                <a:endParaRPr lang="en-GB" sz="1815"/>
              </a:p>
            </p:txBody>
          </p:sp>
          <p:sp>
            <p:nvSpPr>
              <p:cNvPr id="51252" name="Freeform 52"/>
              <p:cNvSpPr/>
              <p:nvPr/>
            </p:nvSpPr>
            <p:spPr bwMode="auto">
              <a:xfrm>
                <a:off x="3200" y="1326"/>
                <a:ext cx="1" cy="202"/>
              </a:xfrm>
              <a:custGeom>
                <a:avLst/>
                <a:gdLst/>
                <a:ahLst/>
                <a:cxnLst>
                  <a:cxn ang="0">
                    <a:pos x="0" y="0"/>
                  </a:cxn>
                  <a:cxn ang="0">
                    <a:pos x="0" y="0"/>
                  </a:cxn>
                  <a:cxn ang="0">
                    <a:pos x="0" y="202"/>
                  </a:cxn>
                  <a:cxn ang="0">
                    <a:pos x="0" y="0"/>
                  </a:cxn>
                </a:cxnLst>
                <a:rect l="0" t="0" r="r" b="b"/>
                <a:pathLst>
                  <a:path h="202">
                    <a:moveTo>
                      <a:pt x="0" y="0"/>
                    </a:moveTo>
                    <a:lnTo>
                      <a:pt x="0" y="0"/>
                    </a:lnTo>
                    <a:lnTo>
                      <a:pt x="0" y="20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53" name="Freeform 53"/>
              <p:cNvSpPr/>
              <p:nvPr/>
            </p:nvSpPr>
            <p:spPr bwMode="auto">
              <a:xfrm>
                <a:off x="3200" y="1326"/>
                <a:ext cx="1" cy="202"/>
              </a:xfrm>
              <a:custGeom>
                <a:avLst/>
                <a:gdLst/>
                <a:ahLst/>
                <a:cxnLst>
                  <a:cxn ang="0">
                    <a:pos x="0" y="0"/>
                  </a:cxn>
                  <a:cxn ang="0">
                    <a:pos x="0" y="0"/>
                  </a:cxn>
                  <a:cxn ang="0">
                    <a:pos x="0" y="202"/>
                  </a:cxn>
                  <a:cxn ang="0">
                    <a:pos x="0" y="0"/>
                  </a:cxn>
                </a:cxnLst>
                <a:rect l="0" t="0" r="r" b="b"/>
                <a:pathLst>
                  <a:path h="202">
                    <a:moveTo>
                      <a:pt x="0" y="0"/>
                    </a:moveTo>
                    <a:lnTo>
                      <a:pt x="0" y="0"/>
                    </a:lnTo>
                    <a:lnTo>
                      <a:pt x="0" y="20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54" name="Freeform 54"/>
              <p:cNvSpPr>
                <a:spLocks noEditPoints="1"/>
              </p:cNvSpPr>
              <p:nvPr/>
            </p:nvSpPr>
            <p:spPr bwMode="auto">
              <a:xfrm>
                <a:off x="2247" y="1297"/>
                <a:ext cx="975" cy="370"/>
              </a:xfrm>
              <a:custGeom>
                <a:avLst/>
                <a:gdLst/>
                <a:ahLst/>
                <a:cxnLst>
                  <a:cxn ang="0">
                    <a:pos x="953" y="231"/>
                  </a:cxn>
                  <a:cxn ang="0">
                    <a:pos x="953" y="231"/>
                  </a:cxn>
                  <a:cxn ang="0">
                    <a:pos x="953" y="362"/>
                  </a:cxn>
                  <a:cxn ang="0">
                    <a:pos x="953" y="362"/>
                  </a:cxn>
                  <a:cxn ang="0">
                    <a:pos x="953" y="231"/>
                  </a:cxn>
                  <a:cxn ang="0">
                    <a:pos x="975" y="0"/>
                  </a:cxn>
                  <a:cxn ang="0">
                    <a:pos x="0" y="353"/>
                  </a:cxn>
                  <a:cxn ang="0">
                    <a:pos x="2" y="357"/>
                  </a:cxn>
                  <a:cxn ang="0">
                    <a:pos x="5" y="362"/>
                  </a:cxn>
                  <a:cxn ang="0">
                    <a:pos x="13" y="370"/>
                  </a:cxn>
                  <a:cxn ang="0">
                    <a:pos x="953" y="29"/>
                  </a:cxn>
                  <a:cxn ang="0">
                    <a:pos x="953" y="12"/>
                  </a:cxn>
                  <a:cxn ang="0">
                    <a:pos x="966" y="7"/>
                  </a:cxn>
                  <a:cxn ang="0">
                    <a:pos x="975" y="10"/>
                  </a:cxn>
                  <a:cxn ang="0">
                    <a:pos x="975" y="0"/>
                  </a:cxn>
                </a:cxnLst>
                <a:rect l="0" t="0" r="r" b="b"/>
                <a:pathLst>
                  <a:path w="975" h="370">
                    <a:moveTo>
                      <a:pt x="953" y="231"/>
                    </a:moveTo>
                    <a:lnTo>
                      <a:pt x="953" y="231"/>
                    </a:lnTo>
                    <a:lnTo>
                      <a:pt x="953" y="362"/>
                    </a:lnTo>
                    <a:lnTo>
                      <a:pt x="953" y="362"/>
                    </a:lnTo>
                    <a:lnTo>
                      <a:pt x="953" y="231"/>
                    </a:lnTo>
                    <a:close/>
                    <a:moveTo>
                      <a:pt x="975" y="0"/>
                    </a:moveTo>
                    <a:lnTo>
                      <a:pt x="0" y="353"/>
                    </a:lnTo>
                    <a:lnTo>
                      <a:pt x="2" y="357"/>
                    </a:lnTo>
                    <a:lnTo>
                      <a:pt x="5" y="362"/>
                    </a:lnTo>
                    <a:lnTo>
                      <a:pt x="13" y="370"/>
                    </a:lnTo>
                    <a:lnTo>
                      <a:pt x="953" y="29"/>
                    </a:lnTo>
                    <a:lnTo>
                      <a:pt x="953" y="12"/>
                    </a:lnTo>
                    <a:lnTo>
                      <a:pt x="966" y="7"/>
                    </a:lnTo>
                    <a:lnTo>
                      <a:pt x="975" y="10"/>
                    </a:lnTo>
                    <a:lnTo>
                      <a:pt x="97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55" name="Rectangle 55"/>
              <p:cNvSpPr>
                <a:spLocks noChangeArrowheads="1"/>
              </p:cNvSpPr>
              <p:nvPr/>
            </p:nvSpPr>
            <p:spPr bwMode="auto">
              <a:xfrm>
                <a:off x="3200" y="1528"/>
                <a:ext cx="1" cy="13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56" name="Freeform 56"/>
              <p:cNvSpPr/>
              <p:nvPr/>
            </p:nvSpPr>
            <p:spPr bwMode="auto">
              <a:xfrm>
                <a:off x="2247" y="1297"/>
                <a:ext cx="975" cy="370"/>
              </a:xfrm>
              <a:custGeom>
                <a:avLst/>
                <a:gdLst/>
                <a:ahLst/>
                <a:cxnLst>
                  <a:cxn ang="0">
                    <a:pos x="975" y="0"/>
                  </a:cxn>
                  <a:cxn ang="0">
                    <a:pos x="0" y="353"/>
                  </a:cxn>
                  <a:cxn ang="0">
                    <a:pos x="2" y="357"/>
                  </a:cxn>
                  <a:cxn ang="0">
                    <a:pos x="5" y="362"/>
                  </a:cxn>
                  <a:cxn ang="0">
                    <a:pos x="13" y="370"/>
                  </a:cxn>
                  <a:cxn ang="0">
                    <a:pos x="953" y="29"/>
                  </a:cxn>
                  <a:cxn ang="0">
                    <a:pos x="953" y="12"/>
                  </a:cxn>
                  <a:cxn ang="0">
                    <a:pos x="966" y="7"/>
                  </a:cxn>
                  <a:cxn ang="0">
                    <a:pos x="975" y="10"/>
                  </a:cxn>
                  <a:cxn ang="0">
                    <a:pos x="975" y="0"/>
                  </a:cxn>
                </a:cxnLst>
                <a:rect l="0" t="0" r="r" b="b"/>
                <a:pathLst>
                  <a:path w="975" h="370">
                    <a:moveTo>
                      <a:pt x="975" y="0"/>
                    </a:moveTo>
                    <a:lnTo>
                      <a:pt x="0" y="353"/>
                    </a:lnTo>
                    <a:lnTo>
                      <a:pt x="2" y="357"/>
                    </a:lnTo>
                    <a:lnTo>
                      <a:pt x="5" y="362"/>
                    </a:lnTo>
                    <a:lnTo>
                      <a:pt x="13" y="370"/>
                    </a:lnTo>
                    <a:lnTo>
                      <a:pt x="953" y="29"/>
                    </a:lnTo>
                    <a:lnTo>
                      <a:pt x="953" y="12"/>
                    </a:lnTo>
                    <a:lnTo>
                      <a:pt x="966" y="7"/>
                    </a:lnTo>
                    <a:lnTo>
                      <a:pt x="975" y="10"/>
                    </a:lnTo>
                    <a:lnTo>
                      <a:pt x="975" y="0"/>
                    </a:lnTo>
                  </a:path>
                </a:pathLst>
              </a:custGeom>
              <a:noFill/>
              <a:ln w="9525">
                <a:noFill/>
                <a:round/>
              </a:ln>
            </p:spPr>
            <p:txBody>
              <a:bodyPr vert="horz" wrap="square" lIns="82938" tIns="41469" rIns="82938" bIns="41469" numCol="1" anchor="t" anchorCtr="0" compatLnSpc="1"/>
              <a:lstStyle/>
              <a:p>
                <a:endParaRPr lang="en-GB" sz="1815"/>
              </a:p>
            </p:txBody>
          </p:sp>
          <p:sp>
            <p:nvSpPr>
              <p:cNvPr id="51257" name="Freeform 57"/>
              <p:cNvSpPr/>
              <p:nvPr/>
            </p:nvSpPr>
            <p:spPr bwMode="auto">
              <a:xfrm>
                <a:off x="3200" y="1304"/>
                <a:ext cx="22" cy="356"/>
              </a:xfrm>
              <a:custGeom>
                <a:avLst/>
                <a:gdLst/>
                <a:ahLst/>
                <a:cxnLst>
                  <a:cxn ang="0">
                    <a:pos x="13" y="0"/>
                  </a:cxn>
                  <a:cxn ang="0">
                    <a:pos x="0" y="5"/>
                  </a:cxn>
                  <a:cxn ang="0">
                    <a:pos x="0" y="22"/>
                  </a:cxn>
                  <a:cxn ang="0">
                    <a:pos x="0" y="22"/>
                  </a:cxn>
                  <a:cxn ang="0">
                    <a:pos x="0" y="224"/>
                  </a:cxn>
                  <a:cxn ang="0">
                    <a:pos x="0" y="355"/>
                  </a:cxn>
                  <a:cxn ang="0">
                    <a:pos x="0" y="355"/>
                  </a:cxn>
                  <a:cxn ang="0">
                    <a:pos x="0" y="350"/>
                  </a:cxn>
                  <a:cxn ang="0">
                    <a:pos x="20" y="356"/>
                  </a:cxn>
                  <a:cxn ang="0">
                    <a:pos x="20" y="224"/>
                  </a:cxn>
                  <a:cxn ang="0">
                    <a:pos x="20" y="12"/>
                  </a:cxn>
                  <a:cxn ang="0">
                    <a:pos x="22" y="6"/>
                  </a:cxn>
                  <a:cxn ang="0">
                    <a:pos x="22" y="3"/>
                  </a:cxn>
                  <a:cxn ang="0">
                    <a:pos x="13" y="0"/>
                  </a:cxn>
                </a:cxnLst>
                <a:rect l="0" t="0" r="r" b="b"/>
                <a:pathLst>
                  <a:path w="22" h="356">
                    <a:moveTo>
                      <a:pt x="13" y="0"/>
                    </a:moveTo>
                    <a:lnTo>
                      <a:pt x="0" y="5"/>
                    </a:lnTo>
                    <a:lnTo>
                      <a:pt x="0" y="22"/>
                    </a:lnTo>
                    <a:lnTo>
                      <a:pt x="0" y="22"/>
                    </a:lnTo>
                    <a:lnTo>
                      <a:pt x="0" y="224"/>
                    </a:lnTo>
                    <a:lnTo>
                      <a:pt x="0" y="355"/>
                    </a:lnTo>
                    <a:lnTo>
                      <a:pt x="0" y="355"/>
                    </a:lnTo>
                    <a:lnTo>
                      <a:pt x="0" y="350"/>
                    </a:lnTo>
                    <a:lnTo>
                      <a:pt x="20" y="356"/>
                    </a:lnTo>
                    <a:lnTo>
                      <a:pt x="20" y="224"/>
                    </a:lnTo>
                    <a:lnTo>
                      <a:pt x="20" y="12"/>
                    </a:lnTo>
                    <a:lnTo>
                      <a:pt x="22" y="6"/>
                    </a:lnTo>
                    <a:lnTo>
                      <a:pt x="22" y="3"/>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58" name="Freeform 58"/>
              <p:cNvSpPr/>
              <p:nvPr/>
            </p:nvSpPr>
            <p:spPr bwMode="auto">
              <a:xfrm>
                <a:off x="3200" y="1304"/>
                <a:ext cx="22" cy="356"/>
              </a:xfrm>
              <a:custGeom>
                <a:avLst/>
                <a:gdLst/>
                <a:ahLst/>
                <a:cxnLst>
                  <a:cxn ang="0">
                    <a:pos x="13" y="0"/>
                  </a:cxn>
                  <a:cxn ang="0">
                    <a:pos x="0" y="5"/>
                  </a:cxn>
                  <a:cxn ang="0">
                    <a:pos x="0" y="22"/>
                  </a:cxn>
                  <a:cxn ang="0">
                    <a:pos x="0" y="22"/>
                  </a:cxn>
                  <a:cxn ang="0">
                    <a:pos x="0" y="224"/>
                  </a:cxn>
                  <a:cxn ang="0">
                    <a:pos x="0" y="355"/>
                  </a:cxn>
                  <a:cxn ang="0">
                    <a:pos x="0" y="355"/>
                  </a:cxn>
                  <a:cxn ang="0">
                    <a:pos x="0" y="350"/>
                  </a:cxn>
                  <a:cxn ang="0">
                    <a:pos x="20" y="356"/>
                  </a:cxn>
                  <a:cxn ang="0">
                    <a:pos x="20" y="224"/>
                  </a:cxn>
                  <a:cxn ang="0">
                    <a:pos x="20" y="12"/>
                  </a:cxn>
                  <a:cxn ang="0">
                    <a:pos x="22" y="6"/>
                  </a:cxn>
                  <a:cxn ang="0">
                    <a:pos x="22" y="3"/>
                  </a:cxn>
                  <a:cxn ang="0">
                    <a:pos x="13" y="0"/>
                  </a:cxn>
                </a:cxnLst>
                <a:rect l="0" t="0" r="r" b="b"/>
                <a:pathLst>
                  <a:path w="22" h="356">
                    <a:moveTo>
                      <a:pt x="13" y="0"/>
                    </a:moveTo>
                    <a:lnTo>
                      <a:pt x="0" y="5"/>
                    </a:lnTo>
                    <a:lnTo>
                      <a:pt x="0" y="22"/>
                    </a:lnTo>
                    <a:lnTo>
                      <a:pt x="0" y="22"/>
                    </a:lnTo>
                    <a:lnTo>
                      <a:pt x="0" y="224"/>
                    </a:lnTo>
                    <a:lnTo>
                      <a:pt x="0" y="355"/>
                    </a:lnTo>
                    <a:lnTo>
                      <a:pt x="0" y="355"/>
                    </a:lnTo>
                    <a:lnTo>
                      <a:pt x="0" y="350"/>
                    </a:lnTo>
                    <a:lnTo>
                      <a:pt x="20" y="356"/>
                    </a:lnTo>
                    <a:lnTo>
                      <a:pt x="20" y="224"/>
                    </a:lnTo>
                    <a:lnTo>
                      <a:pt x="20" y="12"/>
                    </a:lnTo>
                    <a:lnTo>
                      <a:pt x="22" y="6"/>
                    </a:lnTo>
                    <a:lnTo>
                      <a:pt x="22" y="3"/>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259" name="Freeform 59"/>
              <p:cNvSpPr/>
              <p:nvPr/>
            </p:nvSpPr>
            <p:spPr bwMode="auto">
              <a:xfrm>
                <a:off x="3200" y="1654"/>
                <a:ext cx="20" cy="11"/>
              </a:xfrm>
              <a:custGeom>
                <a:avLst/>
                <a:gdLst/>
                <a:ahLst/>
                <a:cxnLst>
                  <a:cxn ang="0">
                    <a:pos x="0" y="0"/>
                  </a:cxn>
                  <a:cxn ang="0">
                    <a:pos x="0" y="5"/>
                  </a:cxn>
                  <a:cxn ang="0">
                    <a:pos x="0" y="5"/>
                  </a:cxn>
                  <a:cxn ang="0">
                    <a:pos x="20" y="11"/>
                  </a:cxn>
                  <a:cxn ang="0">
                    <a:pos x="20" y="6"/>
                  </a:cxn>
                  <a:cxn ang="0">
                    <a:pos x="0" y="0"/>
                  </a:cxn>
                </a:cxnLst>
                <a:rect l="0" t="0" r="r" b="b"/>
                <a:pathLst>
                  <a:path w="20" h="11">
                    <a:moveTo>
                      <a:pt x="0" y="0"/>
                    </a:moveTo>
                    <a:lnTo>
                      <a:pt x="0" y="5"/>
                    </a:lnTo>
                    <a:lnTo>
                      <a:pt x="0" y="5"/>
                    </a:lnTo>
                    <a:lnTo>
                      <a:pt x="20" y="11"/>
                    </a:lnTo>
                    <a:lnTo>
                      <a:pt x="20"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60" name="Freeform 60"/>
              <p:cNvSpPr/>
              <p:nvPr/>
            </p:nvSpPr>
            <p:spPr bwMode="auto">
              <a:xfrm>
                <a:off x="3200" y="1654"/>
                <a:ext cx="20" cy="11"/>
              </a:xfrm>
              <a:custGeom>
                <a:avLst/>
                <a:gdLst/>
                <a:ahLst/>
                <a:cxnLst>
                  <a:cxn ang="0">
                    <a:pos x="0" y="0"/>
                  </a:cxn>
                  <a:cxn ang="0">
                    <a:pos x="0" y="5"/>
                  </a:cxn>
                  <a:cxn ang="0">
                    <a:pos x="0" y="5"/>
                  </a:cxn>
                  <a:cxn ang="0">
                    <a:pos x="20" y="11"/>
                  </a:cxn>
                  <a:cxn ang="0">
                    <a:pos x="20" y="6"/>
                  </a:cxn>
                  <a:cxn ang="0">
                    <a:pos x="0" y="0"/>
                  </a:cxn>
                </a:cxnLst>
                <a:rect l="0" t="0" r="r" b="b"/>
                <a:pathLst>
                  <a:path w="20" h="11">
                    <a:moveTo>
                      <a:pt x="0" y="0"/>
                    </a:moveTo>
                    <a:lnTo>
                      <a:pt x="0" y="5"/>
                    </a:lnTo>
                    <a:lnTo>
                      <a:pt x="0" y="5"/>
                    </a:lnTo>
                    <a:lnTo>
                      <a:pt x="20" y="11"/>
                    </a:lnTo>
                    <a:lnTo>
                      <a:pt x="20"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61" name="Freeform 61"/>
              <p:cNvSpPr/>
              <p:nvPr/>
            </p:nvSpPr>
            <p:spPr bwMode="auto">
              <a:xfrm>
                <a:off x="2488" y="1680"/>
                <a:ext cx="712" cy="526"/>
              </a:xfrm>
              <a:custGeom>
                <a:avLst/>
                <a:gdLst/>
                <a:ahLst/>
                <a:cxnLst>
                  <a:cxn ang="0">
                    <a:pos x="712" y="0"/>
                  </a:cxn>
                  <a:cxn ang="0">
                    <a:pos x="0" y="260"/>
                  </a:cxn>
                  <a:cxn ang="0">
                    <a:pos x="223" y="526"/>
                  </a:cxn>
                  <a:cxn ang="0">
                    <a:pos x="708" y="350"/>
                  </a:cxn>
                  <a:cxn ang="0">
                    <a:pos x="710" y="349"/>
                  </a:cxn>
                  <a:cxn ang="0">
                    <a:pos x="712" y="0"/>
                  </a:cxn>
                </a:cxnLst>
                <a:rect l="0" t="0" r="r" b="b"/>
                <a:pathLst>
                  <a:path w="712" h="526">
                    <a:moveTo>
                      <a:pt x="712" y="0"/>
                    </a:moveTo>
                    <a:lnTo>
                      <a:pt x="0" y="260"/>
                    </a:lnTo>
                    <a:lnTo>
                      <a:pt x="223" y="526"/>
                    </a:lnTo>
                    <a:lnTo>
                      <a:pt x="708" y="350"/>
                    </a:lnTo>
                    <a:lnTo>
                      <a:pt x="710" y="349"/>
                    </a:lnTo>
                    <a:lnTo>
                      <a:pt x="71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62" name="Freeform 62"/>
              <p:cNvSpPr/>
              <p:nvPr/>
            </p:nvSpPr>
            <p:spPr bwMode="auto">
              <a:xfrm>
                <a:off x="2488" y="1680"/>
                <a:ext cx="712" cy="526"/>
              </a:xfrm>
              <a:custGeom>
                <a:avLst/>
                <a:gdLst/>
                <a:ahLst/>
                <a:cxnLst>
                  <a:cxn ang="0">
                    <a:pos x="712" y="0"/>
                  </a:cxn>
                  <a:cxn ang="0">
                    <a:pos x="0" y="260"/>
                  </a:cxn>
                  <a:cxn ang="0">
                    <a:pos x="223" y="526"/>
                  </a:cxn>
                  <a:cxn ang="0">
                    <a:pos x="708" y="350"/>
                  </a:cxn>
                  <a:cxn ang="0">
                    <a:pos x="710" y="349"/>
                  </a:cxn>
                  <a:cxn ang="0">
                    <a:pos x="712" y="0"/>
                  </a:cxn>
                </a:cxnLst>
                <a:rect l="0" t="0" r="r" b="b"/>
                <a:pathLst>
                  <a:path w="712" h="526">
                    <a:moveTo>
                      <a:pt x="712" y="0"/>
                    </a:moveTo>
                    <a:lnTo>
                      <a:pt x="0" y="260"/>
                    </a:lnTo>
                    <a:lnTo>
                      <a:pt x="223" y="526"/>
                    </a:lnTo>
                    <a:lnTo>
                      <a:pt x="708" y="350"/>
                    </a:lnTo>
                    <a:lnTo>
                      <a:pt x="710" y="349"/>
                    </a:lnTo>
                    <a:lnTo>
                      <a:pt x="712" y="0"/>
                    </a:lnTo>
                  </a:path>
                </a:pathLst>
              </a:custGeom>
              <a:noFill/>
              <a:ln w="9525">
                <a:noFill/>
                <a:round/>
              </a:ln>
            </p:spPr>
            <p:txBody>
              <a:bodyPr vert="horz" wrap="square" lIns="82938" tIns="41469" rIns="82938" bIns="41469" numCol="1" anchor="t" anchorCtr="0" compatLnSpc="1"/>
              <a:lstStyle/>
              <a:p>
                <a:endParaRPr lang="en-GB" sz="1815"/>
              </a:p>
            </p:txBody>
          </p:sp>
          <p:sp>
            <p:nvSpPr>
              <p:cNvPr id="51263" name="Freeform 63"/>
              <p:cNvSpPr/>
              <p:nvPr/>
            </p:nvSpPr>
            <p:spPr bwMode="auto">
              <a:xfrm>
                <a:off x="2488" y="1680"/>
                <a:ext cx="712" cy="526"/>
              </a:xfrm>
              <a:custGeom>
                <a:avLst/>
                <a:gdLst/>
                <a:ahLst/>
                <a:cxnLst>
                  <a:cxn ang="0">
                    <a:pos x="712" y="0"/>
                  </a:cxn>
                  <a:cxn ang="0">
                    <a:pos x="0" y="260"/>
                  </a:cxn>
                  <a:cxn ang="0">
                    <a:pos x="223" y="526"/>
                  </a:cxn>
                  <a:cxn ang="0">
                    <a:pos x="708" y="350"/>
                  </a:cxn>
                  <a:cxn ang="0">
                    <a:pos x="223" y="526"/>
                  </a:cxn>
                  <a:cxn ang="0">
                    <a:pos x="0" y="260"/>
                  </a:cxn>
                  <a:cxn ang="0">
                    <a:pos x="712" y="0"/>
                  </a:cxn>
                  <a:cxn ang="0">
                    <a:pos x="710" y="349"/>
                  </a:cxn>
                  <a:cxn ang="0">
                    <a:pos x="712" y="349"/>
                  </a:cxn>
                  <a:cxn ang="0">
                    <a:pos x="712" y="0"/>
                  </a:cxn>
                </a:cxnLst>
                <a:rect l="0" t="0" r="r" b="b"/>
                <a:pathLst>
                  <a:path w="712" h="526">
                    <a:moveTo>
                      <a:pt x="712" y="0"/>
                    </a:moveTo>
                    <a:lnTo>
                      <a:pt x="0" y="260"/>
                    </a:lnTo>
                    <a:lnTo>
                      <a:pt x="223" y="526"/>
                    </a:lnTo>
                    <a:lnTo>
                      <a:pt x="708" y="350"/>
                    </a:lnTo>
                    <a:lnTo>
                      <a:pt x="223" y="526"/>
                    </a:lnTo>
                    <a:lnTo>
                      <a:pt x="0" y="260"/>
                    </a:lnTo>
                    <a:lnTo>
                      <a:pt x="712" y="0"/>
                    </a:lnTo>
                    <a:lnTo>
                      <a:pt x="710" y="349"/>
                    </a:lnTo>
                    <a:lnTo>
                      <a:pt x="712" y="349"/>
                    </a:lnTo>
                    <a:lnTo>
                      <a:pt x="7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64" name="Freeform 64"/>
              <p:cNvSpPr/>
              <p:nvPr/>
            </p:nvSpPr>
            <p:spPr bwMode="auto">
              <a:xfrm>
                <a:off x="2488" y="1680"/>
                <a:ext cx="712" cy="526"/>
              </a:xfrm>
              <a:custGeom>
                <a:avLst/>
                <a:gdLst/>
                <a:ahLst/>
                <a:cxnLst>
                  <a:cxn ang="0">
                    <a:pos x="712" y="0"/>
                  </a:cxn>
                  <a:cxn ang="0">
                    <a:pos x="0" y="260"/>
                  </a:cxn>
                  <a:cxn ang="0">
                    <a:pos x="223" y="526"/>
                  </a:cxn>
                  <a:cxn ang="0">
                    <a:pos x="708" y="350"/>
                  </a:cxn>
                  <a:cxn ang="0">
                    <a:pos x="223" y="526"/>
                  </a:cxn>
                  <a:cxn ang="0">
                    <a:pos x="0" y="260"/>
                  </a:cxn>
                  <a:cxn ang="0">
                    <a:pos x="712" y="0"/>
                  </a:cxn>
                  <a:cxn ang="0">
                    <a:pos x="710" y="349"/>
                  </a:cxn>
                  <a:cxn ang="0">
                    <a:pos x="712" y="349"/>
                  </a:cxn>
                  <a:cxn ang="0">
                    <a:pos x="712" y="0"/>
                  </a:cxn>
                </a:cxnLst>
                <a:rect l="0" t="0" r="r" b="b"/>
                <a:pathLst>
                  <a:path w="712" h="526">
                    <a:moveTo>
                      <a:pt x="712" y="0"/>
                    </a:moveTo>
                    <a:lnTo>
                      <a:pt x="0" y="260"/>
                    </a:lnTo>
                    <a:lnTo>
                      <a:pt x="223" y="526"/>
                    </a:lnTo>
                    <a:lnTo>
                      <a:pt x="708" y="350"/>
                    </a:lnTo>
                    <a:lnTo>
                      <a:pt x="223" y="526"/>
                    </a:lnTo>
                    <a:lnTo>
                      <a:pt x="0" y="260"/>
                    </a:lnTo>
                    <a:lnTo>
                      <a:pt x="712" y="0"/>
                    </a:lnTo>
                    <a:lnTo>
                      <a:pt x="710" y="349"/>
                    </a:lnTo>
                    <a:lnTo>
                      <a:pt x="712" y="349"/>
                    </a:lnTo>
                    <a:lnTo>
                      <a:pt x="712" y="0"/>
                    </a:lnTo>
                  </a:path>
                </a:pathLst>
              </a:custGeom>
              <a:noFill/>
              <a:ln w="9525">
                <a:noFill/>
                <a:round/>
              </a:ln>
            </p:spPr>
            <p:txBody>
              <a:bodyPr vert="horz" wrap="square" lIns="82938" tIns="41469" rIns="82938" bIns="41469" numCol="1" anchor="t" anchorCtr="0" compatLnSpc="1"/>
              <a:lstStyle/>
              <a:p>
                <a:endParaRPr lang="en-GB" sz="1815"/>
              </a:p>
            </p:txBody>
          </p:sp>
          <p:sp>
            <p:nvSpPr>
              <p:cNvPr id="51265" name="Freeform 65"/>
              <p:cNvSpPr/>
              <p:nvPr/>
            </p:nvSpPr>
            <p:spPr bwMode="auto">
              <a:xfrm>
                <a:off x="3220" y="1682"/>
                <a:ext cx="1" cy="112"/>
              </a:xfrm>
              <a:custGeom>
                <a:avLst/>
                <a:gdLst/>
                <a:ahLst/>
                <a:cxnLst>
                  <a:cxn ang="0">
                    <a:pos x="0" y="0"/>
                  </a:cxn>
                  <a:cxn ang="0">
                    <a:pos x="0" y="5"/>
                  </a:cxn>
                  <a:cxn ang="0">
                    <a:pos x="0" y="5"/>
                  </a:cxn>
                  <a:cxn ang="0">
                    <a:pos x="0" y="112"/>
                  </a:cxn>
                  <a:cxn ang="0">
                    <a:pos x="0" y="0"/>
                  </a:cxn>
                  <a:cxn ang="0">
                    <a:pos x="0" y="0"/>
                  </a:cxn>
                </a:cxnLst>
                <a:rect l="0" t="0" r="r" b="b"/>
                <a:pathLst>
                  <a:path h="112">
                    <a:moveTo>
                      <a:pt x="0" y="0"/>
                    </a:moveTo>
                    <a:lnTo>
                      <a:pt x="0" y="5"/>
                    </a:lnTo>
                    <a:lnTo>
                      <a:pt x="0" y="5"/>
                    </a:lnTo>
                    <a:lnTo>
                      <a:pt x="0" y="112"/>
                    </a:lnTo>
                    <a:lnTo>
                      <a:pt x="0" y="0"/>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66" name="Freeform 66"/>
              <p:cNvSpPr/>
              <p:nvPr/>
            </p:nvSpPr>
            <p:spPr bwMode="auto">
              <a:xfrm>
                <a:off x="3220" y="1682"/>
                <a:ext cx="1" cy="112"/>
              </a:xfrm>
              <a:custGeom>
                <a:avLst/>
                <a:gdLst/>
                <a:ahLst/>
                <a:cxnLst>
                  <a:cxn ang="0">
                    <a:pos x="0" y="0"/>
                  </a:cxn>
                  <a:cxn ang="0">
                    <a:pos x="0" y="5"/>
                  </a:cxn>
                  <a:cxn ang="0">
                    <a:pos x="0" y="5"/>
                  </a:cxn>
                  <a:cxn ang="0">
                    <a:pos x="0" y="112"/>
                  </a:cxn>
                  <a:cxn ang="0">
                    <a:pos x="0" y="0"/>
                  </a:cxn>
                  <a:cxn ang="0">
                    <a:pos x="0" y="0"/>
                  </a:cxn>
                </a:cxnLst>
                <a:rect l="0" t="0" r="r" b="b"/>
                <a:pathLst>
                  <a:path h="112">
                    <a:moveTo>
                      <a:pt x="0" y="0"/>
                    </a:moveTo>
                    <a:lnTo>
                      <a:pt x="0" y="5"/>
                    </a:lnTo>
                    <a:lnTo>
                      <a:pt x="0" y="5"/>
                    </a:lnTo>
                    <a:lnTo>
                      <a:pt x="0" y="112"/>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67" name="Freeform 67"/>
              <p:cNvSpPr>
                <a:spLocks noEditPoints="1"/>
              </p:cNvSpPr>
              <p:nvPr/>
            </p:nvSpPr>
            <p:spPr bwMode="auto">
              <a:xfrm>
                <a:off x="3220" y="1665"/>
                <a:ext cx="1" cy="17"/>
              </a:xfrm>
              <a:custGeom>
                <a:avLst/>
                <a:gdLst/>
                <a:ahLst/>
                <a:cxnLst>
                  <a:cxn ang="0">
                    <a:pos x="0" y="2"/>
                  </a:cxn>
                  <a:cxn ang="0">
                    <a:pos x="0" y="2"/>
                  </a:cxn>
                  <a:cxn ang="0">
                    <a:pos x="0" y="17"/>
                  </a:cxn>
                  <a:cxn ang="0">
                    <a:pos x="0" y="17"/>
                  </a:cxn>
                  <a:cxn ang="0">
                    <a:pos x="0" y="2"/>
                  </a:cxn>
                  <a:cxn ang="0">
                    <a:pos x="0" y="0"/>
                  </a:cxn>
                  <a:cxn ang="0">
                    <a:pos x="0" y="2"/>
                  </a:cxn>
                  <a:cxn ang="0">
                    <a:pos x="0" y="2"/>
                  </a:cxn>
                  <a:cxn ang="0">
                    <a:pos x="0" y="0"/>
                  </a:cxn>
                  <a:cxn ang="0">
                    <a:pos x="0" y="0"/>
                  </a:cxn>
                </a:cxnLst>
                <a:rect l="0" t="0" r="r" b="b"/>
                <a:pathLst>
                  <a:path h="17">
                    <a:moveTo>
                      <a:pt x="0" y="2"/>
                    </a:moveTo>
                    <a:lnTo>
                      <a:pt x="0" y="2"/>
                    </a:lnTo>
                    <a:lnTo>
                      <a:pt x="0" y="17"/>
                    </a:lnTo>
                    <a:lnTo>
                      <a:pt x="0" y="17"/>
                    </a:lnTo>
                    <a:lnTo>
                      <a:pt x="0" y="2"/>
                    </a:lnTo>
                    <a:close/>
                    <a:moveTo>
                      <a:pt x="0" y="0"/>
                    </a:moveTo>
                    <a:lnTo>
                      <a:pt x="0" y="2"/>
                    </a:lnTo>
                    <a:lnTo>
                      <a:pt x="0" y="2"/>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68" name="Rectangle 68"/>
              <p:cNvSpPr>
                <a:spLocks noChangeArrowheads="1"/>
              </p:cNvSpPr>
              <p:nvPr/>
            </p:nvSpPr>
            <p:spPr bwMode="auto">
              <a:xfrm>
                <a:off x="3220" y="1667"/>
                <a:ext cx="1" cy="15"/>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69" name="Rectangle 69"/>
              <p:cNvSpPr>
                <a:spLocks noChangeArrowheads="1"/>
              </p:cNvSpPr>
              <p:nvPr/>
            </p:nvSpPr>
            <p:spPr bwMode="auto">
              <a:xfrm>
                <a:off x="3220" y="1665"/>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70" name="Freeform 70"/>
              <p:cNvSpPr>
                <a:spLocks noEditPoints="1"/>
              </p:cNvSpPr>
              <p:nvPr/>
            </p:nvSpPr>
            <p:spPr bwMode="auto">
              <a:xfrm>
                <a:off x="3200" y="1680"/>
                <a:ext cx="20" cy="350"/>
              </a:xfrm>
              <a:custGeom>
                <a:avLst/>
                <a:gdLst/>
                <a:ahLst/>
                <a:cxnLst>
                  <a:cxn ang="0">
                    <a:pos x="20" y="2"/>
                  </a:cxn>
                  <a:cxn ang="0">
                    <a:pos x="20" y="2"/>
                  </a:cxn>
                  <a:cxn ang="0">
                    <a:pos x="20" y="2"/>
                  </a:cxn>
                  <a:cxn ang="0">
                    <a:pos x="20" y="2"/>
                  </a:cxn>
                  <a:cxn ang="0">
                    <a:pos x="20" y="2"/>
                  </a:cxn>
                  <a:cxn ang="0">
                    <a:pos x="0" y="0"/>
                  </a:cxn>
                  <a:cxn ang="0">
                    <a:pos x="0" y="0"/>
                  </a:cxn>
                  <a:cxn ang="0">
                    <a:pos x="0" y="349"/>
                  </a:cxn>
                  <a:cxn ang="0">
                    <a:pos x="0" y="349"/>
                  </a:cxn>
                  <a:cxn ang="0">
                    <a:pos x="0" y="344"/>
                  </a:cxn>
                  <a:cxn ang="0">
                    <a:pos x="18" y="350"/>
                  </a:cxn>
                  <a:cxn ang="0">
                    <a:pos x="20" y="114"/>
                  </a:cxn>
                  <a:cxn ang="0">
                    <a:pos x="20" y="7"/>
                  </a:cxn>
                  <a:cxn ang="0">
                    <a:pos x="6" y="2"/>
                  </a:cxn>
                  <a:cxn ang="0">
                    <a:pos x="0" y="0"/>
                  </a:cxn>
                </a:cxnLst>
                <a:rect l="0" t="0" r="r" b="b"/>
                <a:pathLst>
                  <a:path w="20" h="350">
                    <a:moveTo>
                      <a:pt x="20" y="2"/>
                    </a:moveTo>
                    <a:lnTo>
                      <a:pt x="20" y="2"/>
                    </a:lnTo>
                    <a:lnTo>
                      <a:pt x="20" y="2"/>
                    </a:lnTo>
                    <a:lnTo>
                      <a:pt x="20" y="2"/>
                    </a:lnTo>
                    <a:lnTo>
                      <a:pt x="20" y="2"/>
                    </a:lnTo>
                    <a:close/>
                    <a:moveTo>
                      <a:pt x="0" y="0"/>
                    </a:moveTo>
                    <a:lnTo>
                      <a:pt x="0" y="0"/>
                    </a:lnTo>
                    <a:lnTo>
                      <a:pt x="0" y="349"/>
                    </a:lnTo>
                    <a:lnTo>
                      <a:pt x="0" y="349"/>
                    </a:lnTo>
                    <a:lnTo>
                      <a:pt x="0" y="344"/>
                    </a:lnTo>
                    <a:lnTo>
                      <a:pt x="18" y="350"/>
                    </a:lnTo>
                    <a:lnTo>
                      <a:pt x="20" y="114"/>
                    </a:lnTo>
                    <a:lnTo>
                      <a:pt x="20" y="7"/>
                    </a:lnTo>
                    <a:lnTo>
                      <a:pt x="6"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71" name="Rectangle 71"/>
              <p:cNvSpPr>
                <a:spLocks noChangeArrowheads="1"/>
              </p:cNvSpPr>
              <p:nvPr/>
            </p:nvSpPr>
            <p:spPr bwMode="auto">
              <a:xfrm>
                <a:off x="3220" y="1682"/>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72" name="Freeform 72"/>
              <p:cNvSpPr/>
              <p:nvPr/>
            </p:nvSpPr>
            <p:spPr bwMode="auto">
              <a:xfrm>
                <a:off x="3200" y="1680"/>
                <a:ext cx="20" cy="350"/>
              </a:xfrm>
              <a:custGeom>
                <a:avLst/>
                <a:gdLst/>
                <a:ahLst/>
                <a:cxnLst>
                  <a:cxn ang="0">
                    <a:pos x="0" y="0"/>
                  </a:cxn>
                  <a:cxn ang="0">
                    <a:pos x="0" y="0"/>
                  </a:cxn>
                  <a:cxn ang="0">
                    <a:pos x="0" y="349"/>
                  </a:cxn>
                  <a:cxn ang="0">
                    <a:pos x="0" y="349"/>
                  </a:cxn>
                  <a:cxn ang="0">
                    <a:pos x="0" y="344"/>
                  </a:cxn>
                  <a:cxn ang="0">
                    <a:pos x="18" y="350"/>
                  </a:cxn>
                  <a:cxn ang="0">
                    <a:pos x="20" y="114"/>
                  </a:cxn>
                  <a:cxn ang="0">
                    <a:pos x="20" y="7"/>
                  </a:cxn>
                  <a:cxn ang="0">
                    <a:pos x="6" y="2"/>
                  </a:cxn>
                  <a:cxn ang="0">
                    <a:pos x="0" y="0"/>
                  </a:cxn>
                </a:cxnLst>
                <a:rect l="0" t="0" r="r" b="b"/>
                <a:pathLst>
                  <a:path w="20" h="350">
                    <a:moveTo>
                      <a:pt x="0" y="0"/>
                    </a:moveTo>
                    <a:lnTo>
                      <a:pt x="0" y="0"/>
                    </a:lnTo>
                    <a:lnTo>
                      <a:pt x="0" y="349"/>
                    </a:lnTo>
                    <a:lnTo>
                      <a:pt x="0" y="349"/>
                    </a:lnTo>
                    <a:lnTo>
                      <a:pt x="0" y="344"/>
                    </a:lnTo>
                    <a:lnTo>
                      <a:pt x="18" y="350"/>
                    </a:lnTo>
                    <a:lnTo>
                      <a:pt x="20" y="114"/>
                    </a:lnTo>
                    <a:lnTo>
                      <a:pt x="20" y="7"/>
                    </a:lnTo>
                    <a:lnTo>
                      <a:pt x="6"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73" name="Freeform 73"/>
              <p:cNvSpPr/>
              <p:nvPr/>
            </p:nvSpPr>
            <p:spPr bwMode="auto">
              <a:xfrm>
                <a:off x="3218" y="2052"/>
                <a:ext cx="1" cy="357"/>
              </a:xfrm>
              <a:custGeom>
                <a:avLst/>
                <a:gdLst/>
                <a:ahLst/>
                <a:cxnLst>
                  <a:cxn ang="0">
                    <a:pos x="0" y="0"/>
                  </a:cxn>
                  <a:cxn ang="0">
                    <a:pos x="0" y="357"/>
                  </a:cxn>
                  <a:cxn ang="0">
                    <a:pos x="0" y="357"/>
                  </a:cxn>
                  <a:cxn ang="0">
                    <a:pos x="0" y="357"/>
                  </a:cxn>
                  <a:cxn ang="0">
                    <a:pos x="0" y="357"/>
                  </a:cxn>
                  <a:cxn ang="0">
                    <a:pos x="0" y="0"/>
                  </a:cxn>
                  <a:cxn ang="0">
                    <a:pos x="0" y="0"/>
                  </a:cxn>
                </a:cxnLst>
                <a:rect l="0" t="0" r="r" b="b"/>
                <a:pathLst>
                  <a:path h="357">
                    <a:moveTo>
                      <a:pt x="0" y="0"/>
                    </a:moveTo>
                    <a:lnTo>
                      <a:pt x="0" y="357"/>
                    </a:lnTo>
                    <a:lnTo>
                      <a:pt x="0" y="357"/>
                    </a:lnTo>
                    <a:lnTo>
                      <a:pt x="0" y="357"/>
                    </a:lnTo>
                    <a:lnTo>
                      <a:pt x="0" y="357"/>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74" name="Freeform 74"/>
              <p:cNvSpPr/>
              <p:nvPr/>
            </p:nvSpPr>
            <p:spPr bwMode="auto">
              <a:xfrm>
                <a:off x="3218" y="2052"/>
                <a:ext cx="1" cy="357"/>
              </a:xfrm>
              <a:custGeom>
                <a:avLst/>
                <a:gdLst/>
                <a:ahLst/>
                <a:cxnLst>
                  <a:cxn ang="0">
                    <a:pos x="0" y="0"/>
                  </a:cxn>
                  <a:cxn ang="0">
                    <a:pos x="0" y="357"/>
                  </a:cxn>
                  <a:cxn ang="0">
                    <a:pos x="0" y="357"/>
                  </a:cxn>
                  <a:cxn ang="0">
                    <a:pos x="0" y="357"/>
                  </a:cxn>
                  <a:cxn ang="0">
                    <a:pos x="0" y="357"/>
                  </a:cxn>
                  <a:cxn ang="0">
                    <a:pos x="0" y="0"/>
                  </a:cxn>
                  <a:cxn ang="0">
                    <a:pos x="0" y="0"/>
                  </a:cxn>
                </a:cxnLst>
                <a:rect l="0" t="0" r="r" b="b"/>
                <a:pathLst>
                  <a:path h="357">
                    <a:moveTo>
                      <a:pt x="0" y="0"/>
                    </a:moveTo>
                    <a:lnTo>
                      <a:pt x="0" y="357"/>
                    </a:lnTo>
                    <a:lnTo>
                      <a:pt x="0" y="357"/>
                    </a:lnTo>
                    <a:lnTo>
                      <a:pt x="0" y="357"/>
                    </a:lnTo>
                    <a:lnTo>
                      <a:pt x="0" y="357"/>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75" name="Freeform 75"/>
              <p:cNvSpPr/>
              <p:nvPr/>
            </p:nvSpPr>
            <p:spPr bwMode="auto">
              <a:xfrm>
                <a:off x="3200" y="2024"/>
                <a:ext cx="18" cy="28"/>
              </a:xfrm>
              <a:custGeom>
                <a:avLst/>
                <a:gdLst/>
                <a:ahLst/>
                <a:cxnLst>
                  <a:cxn ang="0">
                    <a:pos x="0" y="0"/>
                  </a:cxn>
                  <a:cxn ang="0">
                    <a:pos x="0" y="5"/>
                  </a:cxn>
                  <a:cxn ang="0">
                    <a:pos x="0" y="5"/>
                  </a:cxn>
                  <a:cxn ang="0">
                    <a:pos x="18" y="11"/>
                  </a:cxn>
                  <a:cxn ang="0">
                    <a:pos x="18" y="28"/>
                  </a:cxn>
                  <a:cxn ang="0">
                    <a:pos x="18" y="28"/>
                  </a:cxn>
                  <a:cxn ang="0">
                    <a:pos x="18" y="13"/>
                  </a:cxn>
                  <a:cxn ang="0">
                    <a:pos x="18" y="6"/>
                  </a:cxn>
                  <a:cxn ang="0">
                    <a:pos x="0" y="0"/>
                  </a:cxn>
                </a:cxnLst>
                <a:rect l="0" t="0" r="r" b="b"/>
                <a:pathLst>
                  <a:path w="18" h="28">
                    <a:moveTo>
                      <a:pt x="0" y="0"/>
                    </a:moveTo>
                    <a:lnTo>
                      <a:pt x="0" y="5"/>
                    </a:lnTo>
                    <a:lnTo>
                      <a:pt x="0" y="5"/>
                    </a:lnTo>
                    <a:lnTo>
                      <a:pt x="18" y="11"/>
                    </a:lnTo>
                    <a:lnTo>
                      <a:pt x="18" y="28"/>
                    </a:lnTo>
                    <a:lnTo>
                      <a:pt x="18" y="28"/>
                    </a:lnTo>
                    <a:lnTo>
                      <a:pt x="18" y="13"/>
                    </a:lnTo>
                    <a:lnTo>
                      <a:pt x="18"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76" name="Freeform 76"/>
              <p:cNvSpPr/>
              <p:nvPr/>
            </p:nvSpPr>
            <p:spPr bwMode="auto">
              <a:xfrm>
                <a:off x="3200" y="2024"/>
                <a:ext cx="18" cy="28"/>
              </a:xfrm>
              <a:custGeom>
                <a:avLst/>
                <a:gdLst/>
                <a:ahLst/>
                <a:cxnLst>
                  <a:cxn ang="0">
                    <a:pos x="0" y="0"/>
                  </a:cxn>
                  <a:cxn ang="0">
                    <a:pos x="0" y="5"/>
                  </a:cxn>
                  <a:cxn ang="0">
                    <a:pos x="0" y="5"/>
                  </a:cxn>
                  <a:cxn ang="0">
                    <a:pos x="18" y="11"/>
                  </a:cxn>
                  <a:cxn ang="0">
                    <a:pos x="18" y="28"/>
                  </a:cxn>
                  <a:cxn ang="0">
                    <a:pos x="18" y="28"/>
                  </a:cxn>
                  <a:cxn ang="0">
                    <a:pos x="18" y="13"/>
                  </a:cxn>
                  <a:cxn ang="0">
                    <a:pos x="18" y="6"/>
                  </a:cxn>
                  <a:cxn ang="0">
                    <a:pos x="0" y="0"/>
                  </a:cxn>
                </a:cxnLst>
                <a:rect l="0" t="0" r="r" b="b"/>
                <a:pathLst>
                  <a:path w="18" h="28">
                    <a:moveTo>
                      <a:pt x="0" y="0"/>
                    </a:moveTo>
                    <a:lnTo>
                      <a:pt x="0" y="5"/>
                    </a:lnTo>
                    <a:lnTo>
                      <a:pt x="0" y="5"/>
                    </a:lnTo>
                    <a:lnTo>
                      <a:pt x="18" y="11"/>
                    </a:lnTo>
                    <a:lnTo>
                      <a:pt x="18" y="28"/>
                    </a:lnTo>
                    <a:lnTo>
                      <a:pt x="18" y="28"/>
                    </a:lnTo>
                    <a:lnTo>
                      <a:pt x="18" y="13"/>
                    </a:lnTo>
                    <a:lnTo>
                      <a:pt x="18"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77" name="Rectangle 77"/>
              <p:cNvSpPr>
                <a:spLocks noChangeArrowheads="1"/>
              </p:cNvSpPr>
              <p:nvPr/>
            </p:nvSpPr>
            <p:spPr bwMode="auto">
              <a:xfrm>
                <a:off x="3218" y="2409"/>
                <a:ext cx="1" cy="6"/>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278" name="Rectangle 78"/>
              <p:cNvSpPr>
                <a:spLocks noChangeArrowheads="1"/>
              </p:cNvSpPr>
              <p:nvPr/>
            </p:nvSpPr>
            <p:spPr bwMode="auto">
              <a:xfrm>
                <a:off x="3218" y="2409"/>
                <a:ext cx="1" cy="6"/>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79" name="Freeform 79"/>
              <p:cNvSpPr/>
              <p:nvPr/>
            </p:nvSpPr>
            <p:spPr bwMode="auto">
              <a:xfrm>
                <a:off x="2473" y="1659"/>
                <a:ext cx="727" cy="264"/>
              </a:xfrm>
              <a:custGeom>
                <a:avLst/>
                <a:gdLst/>
                <a:ahLst/>
                <a:cxnLst>
                  <a:cxn ang="0">
                    <a:pos x="727" y="0"/>
                  </a:cxn>
                  <a:cxn ang="0">
                    <a:pos x="0" y="264"/>
                  </a:cxn>
                  <a:cxn ang="0">
                    <a:pos x="0" y="264"/>
                  </a:cxn>
                  <a:cxn ang="0">
                    <a:pos x="727" y="0"/>
                  </a:cxn>
                </a:cxnLst>
                <a:rect l="0" t="0" r="r" b="b"/>
                <a:pathLst>
                  <a:path w="727" h="264">
                    <a:moveTo>
                      <a:pt x="727" y="0"/>
                    </a:moveTo>
                    <a:lnTo>
                      <a:pt x="0" y="264"/>
                    </a:lnTo>
                    <a:lnTo>
                      <a:pt x="0" y="264"/>
                    </a:lnTo>
                    <a:lnTo>
                      <a:pt x="727"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80" name="Freeform 80"/>
              <p:cNvSpPr/>
              <p:nvPr/>
            </p:nvSpPr>
            <p:spPr bwMode="auto">
              <a:xfrm>
                <a:off x="2473" y="1659"/>
                <a:ext cx="727" cy="264"/>
              </a:xfrm>
              <a:custGeom>
                <a:avLst/>
                <a:gdLst/>
                <a:ahLst/>
                <a:cxnLst>
                  <a:cxn ang="0">
                    <a:pos x="727" y="0"/>
                  </a:cxn>
                  <a:cxn ang="0">
                    <a:pos x="0" y="264"/>
                  </a:cxn>
                  <a:cxn ang="0">
                    <a:pos x="0" y="264"/>
                  </a:cxn>
                  <a:cxn ang="0">
                    <a:pos x="727" y="0"/>
                  </a:cxn>
                </a:cxnLst>
                <a:rect l="0" t="0" r="r" b="b"/>
                <a:pathLst>
                  <a:path w="727" h="264">
                    <a:moveTo>
                      <a:pt x="727" y="0"/>
                    </a:moveTo>
                    <a:lnTo>
                      <a:pt x="0" y="264"/>
                    </a:lnTo>
                    <a:lnTo>
                      <a:pt x="0" y="264"/>
                    </a:lnTo>
                    <a:lnTo>
                      <a:pt x="727" y="0"/>
                    </a:lnTo>
                  </a:path>
                </a:pathLst>
              </a:custGeom>
              <a:noFill/>
              <a:ln w="9525">
                <a:noFill/>
                <a:round/>
              </a:ln>
            </p:spPr>
            <p:txBody>
              <a:bodyPr vert="horz" wrap="square" lIns="82938" tIns="41469" rIns="82938" bIns="41469" numCol="1" anchor="t" anchorCtr="0" compatLnSpc="1"/>
              <a:lstStyle/>
              <a:p>
                <a:endParaRPr lang="en-GB" sz="1815"/>
              </a:p>
            </p:txBody>
          </p:sp>
          <p:sp>
            <p:nvSpPr>
              <p:cNvPr id="51281" name="Freeform 81"/>
              <p:cNvSpPr/>
              <p:nvPr/>
            </p:nvSpPr>
            <p:spPr bwMode="auto">
              <a:xfrm>
                <a:off x="2473" y="1659"/>
                <a:ext cx="727" cy="281"/>
              </a:xfrm>
              <a:custGeom>
                <a:avLst/>
                <a:gdLst/>
                <a:ahLst/>
                <a:cxnLst>
                  <a:cxn ang="0">
                    <a:pos x="727" y="0"/>
                  </a:cxn>
                  <a:cxn ang="0">
                    <a:pos x="727" y="0"/>
                  </a:cxn>
                  <a:cxn ang="0">
                    <a:pos x="0" y="264"/>
                  </a:cxn>
                  <a:cxn ang="0">
                    <a:pos x="3" y="268"/>
                  </a:cxn>
                  <a:cxn ang="0">
                    <a:pos x="3" y="268"/>
                  </a:cxn>
                  <a:cxn ang="0">
                    <a:pos x="15" y="281"/>
                  </a:cxn>
                  <a:cxn ang="0">
                    <a:pos x="727" y="21"/>
                  </a:cxn>
                  <a:cxn ang="0">
                    <a:pos x="727" y="16"/>
                  </a:cxn>
                  <a:cxn ang="0">
                    <a:pos x="727" y="16"/>
                  </a:cxn>
                  <a:cxn ang="0">
                    <a:pos x="727" y="0"/>
                  </a:cxn>
                </a:cxnLst>
                <a:rect l="0" t="0" r="r" b="b"/>
                <a:pathLst>
                  <a:path w="727" h="281">
                    <a:moveTo>
                      <a:pt x="727" y="0"/>
                    </a:moveTo>
                    <a:lnTo>
                      <a:pt x="727" y="0"/>
                    </a:lnTo>
                    <a:lnTo>
                      <a:pt x="0" y="264"/>
                    </a:lnTo>
                    <a:lnTo>
                      <a:pt x="3" y="268"/>
                    </a:lnTo>
                    <a:lnTo>
                      <a:pt x="3" y="268"/>
                    </a:lnTo>
                    <a:lnTo>
                      <a:pt x="15" y="281"/>
                    </a:lnTo>
                    <a:lnTo>
                      <a:pt x="727" y="21"/>
                    </a:lnTo>
                    <a:lnTo>
                      <a:pt x="727" y="16"/>
                    </a:lnTo>
                    <a:lnTo>
                      <a:pt x="727" y="16"/>
                    </a:lnTo>
                    <a:lnTo>
                      <a:pt x="72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82" name="Freeform 82"/>
              <p:cNvSpPr/>
              <p:nvPr/>
            </p:nvSpPr>
            <p:spPr bwMode="auto">
              <a:xfrm>
                <a:off x="2473" y="1659"/>
                <a:ext cx="727" cy="281"/>
              </a:xfrm>
              <a:custGeom>
                <a:avLst/>
                <a:gdLst/>
                <a:ahLst/>
                <a:cxnLst>
                  <a:cxn ang="0">
                    <a:pos x="727" y="0"/>
                  </a:cxn>
                  <a:cxn ang="0">
                    <a:pos x="727" y="0"/>
                  </a:cxn>
                  <a:cxn ang="0">
                    <a:pos x="0" y="264"/>
                  </a:cxn>
                  <a:cxn ang="0">
                    <a:pos x="3" y="268"/>
                  </a:cxn>
                  <a:cxn ang="0">
                    <a:pos x="3" y="268"/>
                  </a:cxn>
                  <a:cxn ang="0">
                    <a:pos x="15" y="281"/>
                  </a:cxn>
                  <a:cxn ang="0">
                    <a:pos x="727" y="21"/>
                  </a:cxn>
                  <a:cxn ang="0">
                    <a:pos x="727" y="16"/>
                  </a:cxn>
                  <a:cxn ang="0">
                    <a:pos x="727" y="16"/>
                  </a:cxn>
                  <a:cxn ang="0">
                    <a:pos x="727" y="0"/>
                  </a:cxn>
                </a:cxnLst>
                <a:rect l="0" t="0" r="r" b="b"/>
                <a:pathLst>
                  <a:path w="727" h="281">
                    <a:moveTo>
                      <a:pt x="727" y="0"/>
                    </a:moveTo>
                    <a:lnTo>
                      <a:pt x="727" y="0"/>
                    </a:lnTo>
                    <a:lnTo>
                      <a:pt x="0" y="264"/>
                    </a:lnTo>
                    <a:lnTo>
                      <a:pt x="3" y="268"/>
                    </a:lnTo>
                    <a:lnTo>
                      <a:pt x="3" y="268"/>
                    </a:lnTo>
                    <a:lnTo>
                      <a:pt x="15" y="281"/>
                    </a:lnTo>
                    <a:lnTo>
                      <a:pt x="727" y="21"/>
                    </a:lnTo>
                    <a:lnTo>
                      <a:pt x="727" y="16"/>
                    </a:lnTo>
                    <a:lnTo>
                      <a:pt x="727" y="16"/>
                    </a:lnTo>
                    <a:lnTo>
                      <a:pt x="727" y="0"/>
                    </a:lnTo>
                  </a:path>
                </a:pathLst>
              </a:custGeom>
              <a:noFill/>
              <a:ln w="9525">
                <a:noFill/>
                <a:round/>
              </a:ln>
            </p:spPr>
            <p:txBody>
              <a:bodyPr vert="horz" wrap="square" lIns="82938" tIns="41469" rIns="82938" bIns="41469" numCol="1" anchor="t" anchorCtr="0" compatLnSpc="1"/>
              <a:lstStyle/>
              <a:p>
                <a:endParaRPr lang="en-GB" sz="1815"/>
              </a:p>
            </p:txBody>
          </p:sp>
          <p:sp>
            <p:nvSpPr>
              <p:cNvPr id="51283" name="Rectangle 83"/>
              <p:cNvSpPr>
                <a:spLocks noChangeArrowheads="1"/>
              </p:cNvSpPr>
              <p:nvPr/>
            </p:nvSpPr>
            <p:spPr bwMode="auto">
              <a:xfrm>
                <a:off x="3200" y="1659"/>
                <a:ext cx="1" cy="16"/>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284" name="Rectangle 84"/>
              <p:cNvSpPr>
                <a:spLocks noChangeArrowheads="1"/>
              </p:cNvSpPr>
              <p:nvPr/>
            </p:nvSpPr>
            <p:spPr bwMode="auto">
              <a:xfrm>
                <a:off x="3200" y="1659"/>
                <a:ext cx="1" cy="16"/>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85" name="Rectangle 85"/>
              <p:cNvSpPr>
                <a:spLocks noChangeArrowheads="1"/>
              </p:cNvSpPr>
              <p:nvPr/>
            </p:nvSpPr>
            <p:spPr bwMode="auto">
              <a:xfrm>
                <a:off x="3220" y="1682"/>
                <a:ext cx="1" cy="5"/>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286" name="Rectangle 86"/>
              <p:cNvSpPr>
                <a:spLocks noChangeArrowheads="1"/>
              </p:cNvSpPr>
              <p:nvPr/>
            </p:nvSpPr>
            <p:spPr bwMode="auto">
              <a:xfrm>
                <a:off x="3220" y="1682"/>
                <a:ext cx="1" cy="5"/>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87" name="Freeform 87"/>
              <p:cNvSpPr>
                <a:spLocks noEditPoints="1"/>
              </p:cNvSpPr>
              <p:nvPr/>
            </p:nvSpPr>
            <p:spPr bwMode="auto">
              <a:xfrm>
                <a:off x="3200" y="1659"/>
                <a:ext cx="20" cy="23"/>
              </a:xfrm>
              <a:custGeom>
                <a:avLst/>
                <a:gdLst/>
                <a:ahLst/>
                <a:cxnLst>
                  <a:cxn ang="0">
                    <a:pos x="20" y="8"/>
                  </a:cxn>
                  <a:cxn ang="0">
                    <a:pos x="10" y="8"/>
                  </a:cxn>
                  <a:cxn ang="0">
                    <a:pos x="6" y="18"/>
                  </a:cxn>
                  <a:cxn ang="0">
                    <a:pos x="20" y="23"/>
                  </a:cxn>
                  <a:cxn ang="0">
                    <a:pos x="20" y="8"/>
                  </a:cxn>
                  <a:cxn ang="0">
                    <a:pos x="0" y="0"/>
                  </a:cxn>
                  <a:cxn ang="0">
                    <a:pos x="0" y="0"/>
                  </a:cxn>
                  <a:cxn ang="0">
                    <a:pos x="0" y="16"/>
                  </a:cxn>
                  <a:cxn ang="0">
                    <a:pos x="6" y="18"/>
                  </a:cxn>
                  <a:cxn ang="0">
                    <a:pos x="10" y="8"/>
                  </a:cxn>
                  <a:cxn ang="0">
                    <a:pos x="20" y="8"/>
                  </a:cxn>
                  <a:cxn ang="0">
                    <a:pos x="20" y="6"/>
                  </a:cxn>
                  <a:cxn ang="0">
                    <a:pos x="0" y="0"/>
                  </a:cxn>
                </a:cxnLst>
                <a:rect l="0" t="0" r="r" b="b"/>
                <a:pathLst>
                  <a:path w="20" h="23">
                    <a:moveTo>
                      <a:pt x="20" y="8"/>
                    </a:moveTo>
                    <a:lnTo>
                      <a:pt x="10" y="8"/>
                    </a:lnTo>
                    <a:lnTo>
                      <a:pt x="6" y="18"/>
                    </a:lnTo>
                    <a:lnTo>
                      <a:pt x="20" y="23"/>
                    </a:lnTo>
                    <a:lnTo>
                      <a:pt x="20" y="8"/>
                    </a:lnTo>
                    <a:close/>
                    <a:moveTo>
                      <a:pt x="0" y="0"/>
                    </a:moveTo>
                    <a:lnTo>
                      <a:pt x="0" y="0"/>
                    </a:lnTo>
                    <a:lnTo>
                      <a:pt x="0" y="16"/>
                    </a:lnTo>
                    <a:lnTo>
                      <a:pt x="6" y="18"/>
                    </a:lnTo>
                    <a:lnTo>
                      <a:pt x="10" y="8"/>
                    </a:lnTo>
                    <a:lnTo>
                      <a:pt x="20" y="8"/>
                    </a:lnTo>
                    <a:lnTo>
                      <a:pt x="20"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88" name="Freeform 88"/>
              <p:cNvSpPr/>
              <p:nvPr/>
            </p:nvSpPr>
            <p:spPr bwMode="auto">
              <a:xfrm>
                <a:off x="3206" y="1667"/>
                <a:ext cx="14" cy="15"/>
              </a:xfrm>
              <a:custGeom>
                <a:avLst/>
                <a:gdLst/>
                <a:ahLst/>
                <a:cxnLst>
                  <a:cxn ang="0">
                    <a:pos x="14" y="0"/>
                  </a:cxn>
                  <a:cxn ang="0">
                    <a:pos x="4" y="0"/>
                  </a:cxn>
                  <a:cxn ang="0">
                    <a:pos x="0" y="10"/>
                  </a:cxn>
                  <a:cxn ang="0">
                    <a:pos x="14" y="15"/>
                  </a:cxn>
                  <a:cxn ang="0">
                    <a:pos x="14" y="0"/>
                  </a:cxn>
                </a:cxnLst>
                <a:rect l="0" t="0" r="r" b="b"/>
                <a:pathLst>
                  <a:path w="14" h="15">
                    <a:moveTo>
                      <a:pt x="14" y="0"/>
                    </a:moveTo>
                    <a:lnTo>
                      <a:pt x="4" y="0"/>
                    </a:lnTo>
                    <a:lnTo>
                      <a:pt x="0" y="10"/>
                    </a:lnTo>
                    <a:lnTo>
                      <a:pt x="14" y="15"/>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1289" name="Freeform 89"/>
              <p:cNvSpPr/>
              <p:nvPr/>
            </p:nvSpPr>
            <p:spPr bwMode="auto">
              <a:xfrm>
                <a:off x="3200" y="1659"/>
                <a:ext cx="20" cy="18"/>
              </a:xfrm>
              <a:custGeom>
                <a:avLst/>
                <a:gdLst/>
                <a:ahLst/>
                <a:cxnLst>
                  <a:cxn ang="0">
                    <a:pos x="0" y="0"/>
                  </a:cxn>
                  <a:cxn ang="0">
                    <a:pos x="0" y="0"/>
                  </a:cxn>
                  <a:cxn ang="0">
                    <a:pos x="0" y="16"/>
                  </a:cxn>
                  <a:cxn ang="0">
                    <a:pos x="6" y="18"/>
                  </a:cxn>
                  <a:cxn ang="0">
                    <a:pos x="10" y="8"/>
                  </a:cxn>
                  <a:cxn ang="0">
                    <a:pos x="20" y="8"/>
                  </a:cxn>
                  <a:cxn ang="0">
                    <a:pos x="20" y="6"/>
                  </a:cxn>
                  <a:cxn ang="0">
                    <a:pos x="0" y="0"/>
                  </a:cxn>
                </a:cxnLst>
                <a:rect l="0" t="0" r="r" b="b"/>
                <a:pathLst>
                  <a:path w="20" h="18">
                    <a:moveTo>
                      <a:pt x="0" y="0"/>
                    </a:moveTo>
                    <a:lnTo>
                      <a:pt x="0" y="0"/>
                    </a:lnTo>
                    <a:lnTo>
                      <a:pt x="0" y="16"/>
                    </a:lnTo>
                    <a:lnTo>
                      <a:pt x="6" y="18"/>
                    </a:lnTo>
                    <a:lnTo>
                      <a:pt x="10" y="8"/>
                    </a:lnTo>
                    <a:lnTo>
                      <a:pt x="20" y="8"/>
                    </a:lnTo>
                    <a:lnTo>
                      <a:pt x="20"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90" name="Freeform 90"/>
              <p:cNvSpPr/>
              <p:nvPr/>
            </p:nvSpPr>
            <p:spPr bwMode="auto">
              <a:xfrm>
                <a:off x="3200" y="1667"/>
                <a:ext cx="20" cy="20"/>
              </a:xfrm>
              <a:custGeom>
                <a:avLst/>
                <a:gdLst/>
                <a:ahLst/>
                <a:cxnLst>
                  <a:cxn ang="0">
                    <a:pos x="10" y="0"/>
                  </a:cxn>
                  <a:cxn ang="0">
                    <a:pos x="10" y="0"/>
                  </a:cxn>
                  <a:cxn ang="0">
                    <a:pos x="6" y="10"/>
                  </a:cxn>
                  <a:cxn ang="0">
                    <a:pos x="0" y="8"/>
                  </a:cxn>
                  <a:cxn ang="0">
                    <a:pos x="0" y="13"/>
                  </a:cxn>
                  <a:cxn ang="0">
                    <a:pos x="0" y="13"/>
                  </a:cxn>
                  <a:cxn ang="0">
                    <a:pos x="6" y="15"/>
                  </a:cxn>
                  <a:cxn ang="0">
                    <a:pos x="20" y="20"/>
                  </a:cxn>
                  <a:cxn ang="0">
                    <a:pos x="20" y="15"/>
                  </a:cxn>
                  <a:cxn ang="0">
                    <a:pos x="20" y="15"/>
                  </a:cxn>
                  <a:cxn ang="0">
                    <a:pos x="6" y="10"/>
                  </a:cxn>
                  <a:cxn ang="0">
                    <a:pos x="10" y="0"/>
                  </a:cxn>
                </a:cxnLst>
                <a:rect l="0" t="0" r="r" b="b"/>
                <a:pathLst>
                  <a:path w="20" h="20">
                    <a:moveTo>
                      <a:pt x="10" y="0"/>
                    </a:moveTo>
                    <a:lnTo>
                      <a:pt x="10" y="0"/>
                    </a:lnTo>
                    <a:lnTo>
                      <a:pt x="6" y="10"/>
                    </a:lnTo>
                    <a:lnTo>
                      <a:pt x="0" y="8"/>
                    </a:lnTo>
                    <a:lnTo>
                      <a:pt x="0" y="13"/>
                    </a:lnTo>
                    <a:lnTo>
                      <a:pt x="0" y="13"/>
                    </a:lnTo>
                    <a:lnTo>
                      <a:pt x="6" y="15"/>
                    </a:lnTo>
                    <a:lnTo>
                      <a:pt x="20" y="20"/>
                    </a:lnTo>
                    <a:lnTo>
                      <a:pt x="20" y="15"/>
                    </a:lnTo>
                    <a:lnTo>
                      <a:pt x="20" y="15"/>
                    </a:lnTo>
                    <a:lnTo>
                      <a:pt x="6" y="1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91" name="Freeform 91"/>
              <p:cNvSpPr/>
              <p:nvPr/>
            </p:nvSpPr>
            <p:spPr bwMode="auto">
              <a:xfrm>
                <a:off x="3200" y="1667"/>
                <a:ext cx="20" cy="20"/>
              </a:xfrm>
              <a:custGeom>
                <a:avLst/>
                <a:gdLst/>
                <a:ahLst/>
                <a:cxnLst>
                  <a:cxn ang="0">
                    <a:pos x="10" y="0"/>
                  </a:cxn>
                  <a:cxn ang="0">
                    <a:pos x="10" y="0"/>
                  </a:cxn>
                  <a:cxn ang="0">
                    <a:pos x="6" y="10"/>
                  </a:cxn>
                  <a:cxn ang="0">
                    <a:pos x="0" y="8"/>
                  </a:cxn>
                  <a:cxn ang="0">
                    <a:pos x="0" y="13"/>
                  </a:cxn>
                  <a:cxn ang="0">
                    <a:pos x="0" y="13"/>
                  </a:cxn>
                  <a:cxn ang="0">
                    <a:pos x="6" y="15"/>
                  </a:cxn>
                  <a:cxn ang="0">
                    <a:pos x="20" y="20"/>
                  </a:cxn>
                  <a:cxn ang="0">
                    <a:pos x="20" y="15"/>
                  </a:cxn>
                  <a:cxn ang="0">
                    <a:pos x="20" y="15"/>
                  </a:cxn>
                  <a:cxn ang="0">
                    <a:pos x="6" y="10"/>
                  </a:cxn>
                  <a:cxn ang="0">
                    <a:pos x="10" y="0"/>
                  </a:cxn>
                </a:cxnLst>
                <a:rect l="0" t="0" r="r" b="b"/>
                <a:pathLst>
                  <a:path w="20" h="20">
                    <a:moveTo>
                      <a:pt x="10" y="0"/>
                    </a:moveTo>
                    <a:lnTo>
                      <a:pt x="10" y="0"/>
                    </a:lnTo>
                    <a:lnTo>
                      <a:pt x="6" y="10"/>
                    </a:lnTo>
                    <a:lnTo>
                      <a:pt x="0" y="8"/>
                    </a:lnTo>
                    <a:lnTo>
                      <a:pt x="0" y="13"/>
                    </a:lnTo>
                    <a:lnTo>
                      <a:pt x="0" y="13"/>
                    </a:lnTo>
                    <a:lnTo>
                      <a:pt x="6" y="15"/>
                    </a:lnTo>
                    <a:lnTo>
                      <a:pt x="20" y="20"/>
                    </a:lnTo>
                    <a:lnTo>
                      <a:pt x="20" y="15"/>
                    </a:lnTo>
                    <a:lnTo>
                      <a:pt x="20" y="15"/>
                    </a:lnTo>
                    <a:lnTo>
                      <a:pt x="6" y="1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292" name="Freeform 92"/>
              <p:cNvSpPr/>
              <p:nvPr/>
            </p:nvSpPr>
            <p:spPr bwMode="auto">
              <a:xfrm>
                <a:off x="2724" y="2050"/>
                <a:ext cx="474" cy="447"/>
              </a:xfrm>
              <a:custGeom>
                <a:avLst/>
                <a:gdLst/>
                <a:ahLst/>
                <a:cxnLst>
                  <a:cxn ang="0">
                    <a:pos x="474" y="0"/>
                  </a:cxn>
                  <a:cxn ang="0">
                    <a:pos x="0" y="173"/>
                  </a:cxn>
                  <a:cxn ang="0">
                    <a:pos x="146" y="347"/>
                  </a:cxn>
                  <a:cxn ang="0">
                    <a:pos x="230" y="447"/>
                  </a:cxn>
                  <a:cxn ang="0">
                    <a:pos x="397" y="385"/>
                  </a:cxn>
                  <a:cxn ang="0">
                    <a:pos x="474" y="357"/>
                  </a:cxn>
                  <a:cxn ang="0">
                    <a:pos x="474" y="0"/>
                  </a:cxn>
                </a:cxnLst>
                <a:rect l="0" t="0" r="r" b="b"/>
                <a:pathLst>
                  <a:path w="474" h="447">
                    <a:moveTo>
                      <a:pt x="474" y="0"/>
                    </a:moveTo>
                    <a:lnTo>
                      <a:pt x="0" y="173"/>
                    </a:lnTo>
                    <a:lnTo>
                      <a:pt x="146" y="347"/>
                    </a:lnTo>
                    <a:lnTo>
                      <a:pt x="230" y="447"/>
                    </a:lnTo>
                    <a:lnTo>
                      <a:pt x="397" y="385"/>
                    </a:lnTo>
                    <a:lnTo>
                      <a:pt x="474" y="357"/>
                    </a:lnTo>
                    <a:lnTo>
                      <a:pt x="47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93" name="Freeform 93"/>
              <p:cNvSpPr/>
              <p:nvPr/>
            </p:nvSpPr>
            <p:spPr bwMode="auto">
              <a:xfrm>
                <a:off x="2724" y="2050"/>
                <a:ext cx="474" cy="447"/>
              </a:xfrm>
              <a:custGeom>
                <a:avLst/>
                <a:gdLst/>
                <a:ahLst/>
                <a:cxnLst>
                  <a:cxn ang="0">
                    <a:pos x="474" y="0"/>
                  </a:cxn>
                  <a:cxn ang="0">
                    <a:pos x="0" y="173"/>
                  </a:cxn>
                  <a:cxn ang="0">
                    <a:pos x="146" y="347"/>
                  </a:cxn>
                  <a:cxn ang="0">
                    <a:pos x="230" y="447"/>
                  </a:cxn>
                  <a:cxn ang="0">
                    <a:pos x="397" y="385"/>
                  </a:cxn>
                  <a:cxn ang="0">
                    <a:pos x="474" y="357"/>
                  </a:cxn>
                  <a:cxn ang="0">
                    <a:pos x="474" y="0"/>
                  </a:cxn>
                </a:cxnLst>
                <a:rect l="0" t="0" r="r" b="b"/>
                <a:pathLst>
                  <a:path w="474" h="447">
                    <a:moveTo>
                      <a:pt x="474" y="0"/>
                    </a:moveTo>
                    <a:lnTo>
                      <a:pt x="0" y="173"/>
                    </a:lnTo>
                    <a:lnTo>
                      <a:pt x="146" y="347"/>
                    </a:lnTo>
                    <a:lnTo>
                      <a:pt x="230" y="447"/>
                    </a:lnTo>
                    <a:lnTo>
                      <a:pt x="397" y="385"/>
                    </a:lnTo>
                    <a:lnTo>
                      <a:pt x="474" y="357"/>
                    </a:lnTo>
                    <a:lnTo>
                      <a:pt x="474" y="0"/>
                    </a:lnTo>
                  </a:path>
                </a:pathLst>
              </a:custGeom>
              <a:noFill/>
              <a:ln w="9525">
                <a:noFill/>
                <a:round/>
              </a:ln>
            </p:spPr>
            <p:txBody>
              <a:bodyPr vert="horz" wrap="square" lIns="82938" tIns="41469" rIns="82938" bIns="41469" numCol="1" anchor="t" anchorCtr="0" compatLnSpc="1"/>
              <a:lstStyle/>
              <a:p>
                <a:endParaRPr lang="en-GB" sz="1815"/>
              </a:p>
            </p:txBody>
          </p:sp>
          <p:sp>
            <p:nvSpPr>
              <p:cNvPr id="51294" name="Freeform 94"/>
              <p:cNvSpPr/>
              <p:nvPr/>
            </p:nvSpPr>
            <p:spPr bwMode="auto">
              <a:xfrm>
                <a:off x="2724" y="2050"/>
                <a:ext cx="474" cy="357"/>
              </a:xfrm>
              <a:custGeom>
                <a:avLst/>
                <a:gdLst/>
                <a:ahLst/>
                <a:cxnLst>
                  <a:cxn ang="0">
                    <a:pos x="474" y="0"/>
                  </a:cxn>
                  <a:cxn ang="0">
                    <a:pos x="0" y="173"/>
                  </a:cxn>
                  <a:cxn ang="0">
                    <a:pos x="0" y="173"/>
                  </a:cxn>
                  <a:cxn ang="0">
                    <a:pos x="474" y="0"/>
                  </a:cxn>
                  <a:cxn ang="0">
                    <a:pos x="474" y="357"/>
                  </a:cxn>
                  <a:cxn ang="0">
                    <a:pos x="474" y="357"/>
                  </a:cxn>
                  <a:cxn ang="0">
                    <a:pos x="474" y="0"/>
                  </a:cxn>
                </a:cxnLst>
                <a:rect l="0" t="0" r="r" b="b"/>
                <a:pathLst>
                  <a:path w="474" h="357">
                    <a:moveTo>
                      <a:pt x="474" y="0"/>
                    </a:moveTo>
                    <a:lnTo>
                      <a:pt x="0" y="173"/>
                    </a:lnTo>
                    <a:lnTo>
                      <a:pt x="0" y="173"/>
                    </a:lnTo>
                    <a:lnTo>
                      <a:pt x="474" y="0"/>
                    </a:lnTo>
                    <a:lnTo>
                      <a:pt x="474" y="357"/>
                    </a:lnTo>
                    <a:lnTo>
                      <a:pt x="474" y="357"/>
                    </a:lnTo>
                    <a:lnTo>
                      <a:pt x="47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95" name="Freeform 95"/>
              <p:cNvSpPr/>
              <p:nvPr/>
            </p:nvSpPr>
            <p:spPr bwMode="auto">
              <a:xfrm>
                <a:off x="2724" y="2050"/>
                <a:ext cx="474" cy="357"/>
              </a:xfrm>
              <a:custGeom>
                <a:avLst/>
                <a:gdLst/>
                <a:ahLst/>
                <a:cxnLst>
                  <a:cxn ang="0">
                    <a:pos x="474" y="0"/>
                  </a:cxn>
                  <a:cxn ang="0">
                    <a:pos x="0" y="173"/>
                  </a:cxn>
                  <a:cxn ang="0">
                    <a:pos x="0" y="173"/>
                  </a:cxn>
                  <a:cxn ang="0">
                    <a:pos x="474" y="0"/>
                  </a:cxn>
                  <a:cxn ang="0">
                    <a:pos x="474" y="357"/>
                  </a:cxn>
                  <a:cxn ang="0">
                    <a:pos x="474" y="357"/>
                  </a:cxn>
                  <a:cxn ang="0">
                    <a:pos x="474" y="0"/>
                  </a:cxn>
                </a:cxnLst>
                <a:rect l="0" t="0" r="r" b="b"/>
                <a:pathLst>
                  <a:path w="474" h="357">
                    <a:moveTo>
                      <a:pt x="474" y="0"/>
                    </a:moveTo>
                    <a:lnTo>
                      <a:pt x="0" y="173"/>
                    </a:lnTo>
                    <a:lnTo>
                      <a:pt x="0" y="173"/>
                    </a:lnTo>
                    <a:lnTo>
                      <a:pt x="474" y="0"/>
                    </a:lnTo>
                    <a:lnTo>
                      <a:pt x="474" y="357"/>
                    </a:lnTo>
                    <a:lnTo>
                      <a:pt x="474" y="357"/>
                    </a:lnTo>
                    <a:lnTo>
                      <a:pt x="474" y="0"/>
                    </a:lnTo>
                  </a:path>
                </a:pathLst>
              </a:custGeom>
              <a:noFill/>
              <a:ln w="9525">
                <a:noFill/>
                <a:round/>
              </a:ln>
            </p:spPr>
            <p:txBody>
              <a:bodyPr vert="horz" wrap="square" lIns="82938" tIns="41469" rIns="82938" bIns="41469" numCol="1" anchor="t" anchorCtr="0" compatLnSpc="1"/>
              <a:lstStyle/>
              <a:p>
                <a:endParaRPr lang="en-GB" sz="1815"/>
              </a:p>
            </p:txBody>
          </p:sp>
          <p:sp>
            <p:nvSpPr>
              <p:cNvPr id="51296" name="Freeform 96"/>
              <p:cNvSpPr/>
              <p:nvPr/>
            </p:nvSpPr>
            <p:spPr bwMode="auto">
              <a:xfrm>
                <a:off x="3198" y="2050"/>
                <a:ext cx="1" cy="357"/>
              </a:xfrm>
              <a:custGeom>
                <a:avLst/>
                <a:gdLst/>
                <a:ahLst/>
                <a:cxnLst>
                  <a:cxn ang="0">
                    <a:pos x="0" y="0"/>
                  </a:cxn>
                  <a:cxn ang="0">
                    <a:pos x="0" y="0"/>
                  </a:cxn>
                  <a:cxn ang="0">
                    <a:pos x="0" y="357"/>
                  </a:cxn>
                  <a:cxn ang="0">
                    <a:pos x="0" y="0"/>
                  </a:cxn>
                </a:cxnLst>
                <a:rect l="0" t="0" r="r" b="b"/>
                <a:pathLst>
                  <a:path h="357">
                    <a:moveTo>
                      <a:pt x="0" y="0"/>
                    </a:moveTo>
                    <a:lnTo>
                      <a:pt x="0" y="0"/>
                    </a:lnTo>
                    <a:lnTo>
                      <a:pt x="0" y="357"/>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97" name="Freeform 97"/>
              <p:cNvSpPr/>
              <p:nvPr/>
            </p:nvSpPr>
            <p:spPr bwMode="auto">
              <a:xfrm>
                <a:off x="3198" y="2050"/>
                <a:ext cx="1" cy="357"/>
              </a:xfrm>
              <a:custGeom>
                <a:avLst/>
                <a:gdLst/>
                <a:ahLst/>
                <a:cxnLst>
                  <a:cxn ang="0">
                    <a:pos x="0" y="0"/>
                  </a:cxn>
                  <a:cxn ang="0">
                    <a:pos x="0" y="0"/>
                  </a:cxn>
                  <a:cxn ang="0">
                    <a:pos x="0" y="357"/>
                  </a:cxn>
                  <a:cxn ang="0">
                    <a:pos x="0" y="0"/>
                  </a:cxn>
                </a:cxnLst>
                <a:rect l="0" t="0" r="r" b="b"/>
                <a:pathLst>
                  <a:path h="357">
                    <a:moveTo>
                      <a:pt x="0" y="0"/>
                    </a:moveTo>
                    <a:lnTo>
                      <a:pt x="0" y="0"/>
                    </a:lnTo>
                    <a:lnTo>
                      <a:pt x="0" y="35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98" name="Freeform 98"/>
              <p:cNvSpPr/>
              <p:nvPr/>
            </p:nvSpPr>
            <p:spPr bwMode="auto">
              <a:xfrm>
                <a:off x="2870" y="2397"/>
                <a:ext cx="251" cy="100"/>
              </a:xfrm>
              <a:custGeom>
                <a:avLst/>
                <a:gdLst/>
                <a:ahLst/>
                <a:cxnLst>
                  <a:cxn ang="0">
                    <a:pos x="0" y="0"/>
                  </a:cxn>
                  <a:cxn ang="0">
                    <a:pos x="84" y="100"/>
                  </a:cxn>
                  <a:cxn ang="0">
                    <a:pos x="251" y="38"/>
                  </a:cxn>
                  <a:cxn ang="0">
                    <a:pos x="84" y="100"/>
                  </a:cxn>
                  <a:cxn ang="0">
                    <a:pos x="0" y="0"/>
                  </a:cxn>
                </a:cxnLst>
                <a:rect l="0" t="0" r="r" b="b"/>
                <a:pathLst>
                  <a:path w="251" h="100">
                    <a:moveTo>
                      <a:pt x="0" y="0"/>
                    </a:moveTo>
                    <a:lnTo>
                      <a:pt x="84" y="100"/>
                    </a:lnTo>
                    <a:lnTo>
                      <a:pt x="251" y="38"/>
                    </a:lnTo>
                    <a:lnTo>
                      <a:pt x="84" y="10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99" name="Freeform 99"/>
              <p:cNvSpPr/>
              <p:nvPr/>
            </p:nvSpPr>
            <p:spPr bwMode="auto">
              <a:xfrm>
                <a:off x="2870" y="2397"/>
                <a:ext cx="251" cy="100"/>
              </a:xfrm>
              <a:custGeom>
                <a:avLst/>
                <a:gdLst/>
                <a:ahLst/>
                <a:cxnLst>
                  <a:cxn ang="0">
                    <a:pos x="0" y="0"/>
                  </a:cxn>
                  <a:cxn ang="0">
                    <a:pos x="84" y="100"/>
                  </a:cxn>
                  <a:cxn ang="0">
                    <a:pos x="251" y="38"/>
                  </a:cxn>
                  <a:cxn ang="0">
                    <a:pos x="84" y="100"/>
                  </a:cxn>
                  <a:cxn ang="0">
                    <a:pos x="0" y="0"/>
                  </a:cxn>
                </a:cxnLst>
                <a:rect l="0" t="0" r="r" b="b"/>
                <a:pathLst>
                  <a:path w="251" h="100">
                    <a:moveTo>
                      <a:pt x="0" y="0"/>
                    </a:moveTo>
                    <a:lnTo>
                      <a:pt x="84" y="100"/>
                    </a:lnTo>
                    <a:lnTo>
                      <a:pt x="251" y="38"/>
                    </a:lnTo>
                    <a:lnTo>
                      <a:pt x="84" y="10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00" name="Freeform 100"/>
              <p:cNvSpPr>
                <a:spLocks noEditPoints="1"/>
              </p:cNvSpPr>
              <p:nvPr/>
            </p:nvSpPr>
            <p:spPr bwMode="auto">
              <a:xfrm>
                <a:off x="2711" y="2029"/>
                <a:ext cx="489" cy="194"/>
              </a:xfrm>
              <a:custGeom>
                <a:avLst/>
                <a:gdLst/>
                <a:ahLst/>
                <a:cxnLst>
                  <a:cxn ang="0">
                    <a:pos x="485" y="20"/>
                  </a:cxn>
                  <a:cxn ang="0">
                    <a:pos x="487" y="11"/>
                  </a:cxn>
                  <a:cxn ang="0">
                    <a:pos x="485" y="20"/>
                  </a:cxn>
                  <a:cxn ang="0">
                    <a:pos x="489" y="0"/>
                  </a:cxn>
                  <a:cxn ang="0">
                    <a:pos x="487" y="0"/>
                  </a:cxn>
                  <a:cxn ang="0">
                    <a:pos x="485" y="1"/>
                  </a:cxn>
                  <a:cxn ang="0">
                    <a:pos x="0" y="177"/>
                  </a:cxn>
                  <a:cxn ang="0">
                    <a:pos x="3" y="182"/>
                  </a:cxn>
                  <a:cxn ang="0">
                    <a:pos x="3" y="182"/>
                  </a:cxn>
                  <a:cxn ang="0">
                    <a:pos x="13" y="194"/>
                  </a:cxn>
                  <a:cxn ang="0">
                    <a:pos x="487" y="21"/>
                  </a:cxn>
                  <a:cxn ang="0">
                    <a:pos x="487" y="15"/>
                  </a:cxn>
                  <a:cxn ang="0">
                    <a:pos x="487" y="15"/>
                  </a:cxn>
                  <a:cxn ang="0">
                    <a:pos x="487" y="11"/>
                  </a:cxn>
                  <a:cxn ang="0">
                    <a:pos x="485" y="20"/>
                  </a:cxn>
                  <a:cxn ang="0">
                    <a:pos x="487" y="11"/>
                  </a:cxn>
                  <a:cxn ang="0">
                    <a:pos x="489" y="0"/>
                  </a:cxn>
                </a:cxnLst>
                <a:rect l="0" t="0" r="r" b="b"/>
                <a:pathLst>
                  <a:path w="489" h="194">
                    <a:moveTo>
                      <a:pt x="485" y="20"/>
                    </a:moveTo>
                    <a:lnTo>
                      <a:pt x="487" y="11"/>
                    </a:lnTo>
                    <a:lnTo>
                      <a:pt x="485" y="20"/>
                    </a:lnTo>
                    <a:close/>
                    <a:moveTo>
                      <a:pt x="489" y="0"/>
                    </a:moveTo>
                    <a:lnTo>
                      <a:pt x="487" y="0"/>
                    </a:lnTo>
                    <a:lnTo>
                      <a:pt x="485" y="1"/>
                    </a:lnTo>
                    <a:lnTo>
                      <a:pt x="0" y="177"/>
                    </a:lnTo>
                    <a:lnTo>
                      <a:pt x="3" y="182"/>
                    </a:lnTo>
                    <a:lnTo>
                      <a:pt x="3" y="182"/>
                    </a:lnTo>
                    <a:lnTo>
                      <a:pt x="13" y="194"/>
                    </a:lnTo>
                    <a:lnTo>
                      <a:pt x="487" y="21"/>
                    </a:lnTo>
                    <a:lnTo>
                      <a:pt x="487" y="15"/>
                    </a:lnTo>
                    <a:lnTo>
                      <a:pt x="487" y="15"/>
                    </a:lnTo>
                    <a:lnTo>
                      <a:pt x="487" y="11"/>
                    </a:lnTo>
                    <a:lnTo>
                      <a:pt x="485" y="20"/>
                    </a:lnTo>
                    <a:lnTo>
                      <a:pt x="487" y="11"/>
                    </a:lnTo>
                    <a:lnTo>
                      <a:pt x="48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1" name="Freeform 101"/>
              <p:cNvSpPr/>
              <p:nvPr/>
            </p:nvSpPr>
            <p:spPr bwMode="auto">
              <a:xfrm>
                <a:off x="3196" y="2040"/>
                <a:ext cx="2" cy="9"/>
              </a:xfrm>
              <a:custGeom>
                <a:avLst/>
                <a:gdLst/>
                <a:ahLst/>
                <a:cxnLst>
                  <a:cxn ang="0">
                    <a:pos x="0" y="9"/>
                  </a:cxn>
                  <a:cxn ang="0">
                    <a:pos x="2" y="0"/>
                  </a:cxn>
                  <a:cxn ang="0">
                    <a:pos x="0" y="9"/>
                  </a:cxn>
                </a:cxnLst>
                <a:rect l="0" t="0" r="r" b="b"/>
                <a:pathLst>
                  <a:path w="2" h="9">
                    <a:moveTo>
                      <a:pt x="0" y="9"/>
                    </a:moveTo>
                    <a:lnTo>
                      <a:pt x="2" y="0"/>
                    </a:lnTo>
                    <a:lnTo>
                      <a:pt x="0" y="9"/>
                    </a:lnTo>
                  </a:path>
                </a:pathLst>
              </a:custGeom>
              <a:noFill/>
              <a:ln w="9525">
                <a:noFill/>
                <a:round/>
              </a:ln>
            </p:spPr>
            <p:txBody>
              <a:bodyPr vert="horz" wrap="square" lIns="82938" tIns="41469" rIns="82938" bIns="41469" numCol="1" anchor="t" anchorCtr="0" compatLnSpc="1"/>
              <a:lstStyle/>
              <a:p>
                <a:endParaRPr lang="en-GB" sz="1815"/>
              </a:p>
            </p:txBody>
          </p:sp>
          <p:sp>
            <p:nvSpPr>
              <p:cNvPr id="51302" name="Freeform 102"/>
              <p:cNvSpPr/>
              <p:nvPr/>
            </p:nvSpPr>
            <p:spPr bwMode="auto">
              <a:xfrm>
                <a:off x="2711" y="2029"/>
                <a:ext cx="489" cy="194"/>
              </a:xfrm>
              <a:custGeom>
                <a:avLst/>
                <a:gdLst/>
                <a:ahLst/>
                <a:cxnLst>
                  <a:cxn ang="0">
                    <a:pos x="489" y="0"/>
                  </a:cxn>
                  <a:cxn ang="0">
                    <a:pos x="487" y="0"/>
                  </a:cxn>
                  <a:cxn ang="0">
                    <a:pos x="485" y="1"/>
                  </a:cxn>
                  <a:cxn ang="0">
                    <a:pos x="0" y="177"/>
                  </a:cxn>
                  <a:cxn ang="0">
                    <a:pos x="3" y="182"/>
                  </a:cxn>
                  <a:cxn ang="0">
                    <a:pos x="3" y="182"/>
                  </a:cxn>
                  <a:cxn ang="0">
                    <a:pos x="13" y="194"/>
                  </a:cxn>
                  <a:cxn ang="0">
                    <a:pos x="487" y="21"/>
                  </a:cxn>
                  <a:cxn ang="0">
                    <a:pos x="487" y="15"/>
                  </a:cxn>
                  <a:cxn ang="0">
                    <a:pos x="487" y="15"/>
                  </a:cxn>
                  <a:cxn ang="0">
                    <a:pos x="487" y="11"/>
                  </a:cxn>
                  <a:cxn ang="0">
                    <a:pos x="485" y="20"/>
                  </a:cxn>
                  <a:cxn ang="0">
                    <a:pos x="487" y="11"/>
                  </a:cxn>
                  <a:cxn ang="0">
                    <a:pos x="489" y="0"/>
                  </a:cxn>
                </a:cxnLst>
                <a:rect l="0" t="0" r="r" b="b"/>
                <a:pathLst>
                  <a:path w="489" h="194">
                    <a:moveTo>
                      <a:pt x="489" y="0"/>
                    </a:moveTo>
                    <a:lnTo>
                      <a:pt x="487" y="0"/>
                    </a:lnTo>
                    <a:lnTo>
                      <a:pt x="485" y="1"/>
                    </a:lnTo>
                    <a:lnTo>
                      <a:pt x="0" y="177"/>
                    </a:lnTo>
                    <a:lnTo>
                      <a:pt x="3" y="182"/>
                    </a:lnTo>
                    <a:lnTo>
                      <a:pt x="3" y="182"/>
                    </a:lnTo>
                    <a:lnTo>
                      <a:pt x="13" y="194"/>
                    </a:lnTo>
                    <a:lnTo>
                      <a:pt x="487" y="21"/>
                    </a:lnTo>
                    <a:lnTo>
                      <a:pt x="487" y="15"/>
                    </a:lnTo>
                    <a:lnTo>
                      <a:pt x="487" y="15"/>
                    </a:lnTo>
                    <a:lnTo>
                      <a:pt x="487" y="11"/>
                    </a:lnTo>
                    <a:lnTo>
                      <a:pt x="485" y="20"/>
                    </a:lnTo>
                    <a:lnTo>
                      <a:pt x="487" y="11"/>
                    </a:lnTo>
                    <a:lnTo>
                      <a:pt x="489" y="0"/>
                    </a:lnTo>
                  </a:path>
                </a:pathLst>
              </a:custGeom>
              <a:noFill/>
              <a:ln w="9525">
                <a:noFill/>
                <a:round/>
              </a:ln>
            </p:spPr>
            <p:txBody>
              <a:bodyPr vert="horz" wrap="square" lIns="82938" tIns="41469" rIns="82938" bIns="41469" numCol="1" anchor="t" anchorCtr="0" compatLnSpc="1"/>
              <a:lstStyle/>
              <a:p>
                <a:endParaRPr lang="en-GB" sz="1815"/>
              </a:p>
            </p:txBody>
          </p:sp>
          <p:sp>
            <p:nvSpPr>
              <p:cNvPr id="51303" name="Freeform 103"/>
              <p:cNvSpPr>
                <a:spLocks noEditPoints="1"/>
              </p:cNvSpPr>
              <p:nvPr/>
            </p:nvSpPr>
            <p:spPr bwMode="auto">
              <a:xfrm>
                <a:off x="3198" y="2029"/>
                <a:ext cx="2" cy="15"/>
              </a:xfrm>
              <a:custGeom>
                <a:avLst/>
                <a:gdLst/>
                <a:ahLst/>
                <a:cxnLst>
                  <a:cxn ang="0">
                    <a:pos x="0" y="11"/>
                  </a:cxn>
                  <a:cxn ang="0">
                    <a:pos x="0" y="11"/>
                  </a:cxn>
                  <a:cxn ang="0">
                    <a:pos x="0" y="15"/>
                  </a:cxn>
                  <a:cxn ang="0">
                    <a:pos x="0" y="11"/>
                  </a:cxn>
                  <a:cxn ang="0">
                    <a:pos x="2" y="0"/>
                  </a:cxn>
                  <a:cxn ang="0">
                    <a:pos x="2" y="0"/>
                  </a:cxn>
                  <a:cxn ang="0">
                    <a:pos x="0" y="11"/>
                  </a:cxn>
                  <a:cxn ang="0">
                    <a:pos x="0" y="11"/>
                  </a:cxn>
                  <a:cxn ang="0">
                    <a:pos x="2" y="0"/>
                  </a:cxn>
                </a:cxnLst>
                <a:rect l="0" t="0" r="r" b="b"/>
                <a:pathLst>
                  <a:path w="2" h="15">
                    <a:moveTo>
                      <a:pt x="0" y="11"/>
                    </a:moveTo>
                    <a:lnTo>
                      <a:pt x="0" y="11"/>
                    </a:lnTo>
                    <a:lnTo>
                      <a:pt x="0" y="15"/>
                    </a:lnTo>
                    <a:lnTo>
                      <a:pt x="0" y="11"/>
                    </a:lnTo>
                    <a:close/>
                    <a:moveTo>
                      <a:pt x="2" y="0"/>
                    </a:moveTo>
                    <a:lnTo>
                      <a:pt x="2" y="0"/>
                    </a:lnTo>
                    <a:lnTo>
                      <a:pt x="0" y="11"/>
                    </a:lnTo>
                    <a:lnTo>
                      <a:pt x="0" y="1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4" name="Freeform 104"/>
              <p:cNvSpPr/>
              <p:nvPr/>
            </p:nvSpPr>
            <p:spPr bwMode="auto">
              <a:xfrm>
                <a:off x="3198" y="2040"/>
                <a:ext cx="1" cy="4"/>
              </a:xfrm>
              <a:custGeom>
                <a:avLst/>
                <a:gdLst/>
                <a:ahLst/>
                <a:cxnLst>
                  <a:cxn ang="0">
                    <a:pos x="0" y="0"/>
                  </a:cxn>
                  <a:cxn ang="0">
                    <a:pos x="0" y="0"/>
                  </a:cxn>
                  <a:cxn ang="0">
                    <a:pos x="0" y="4"/>
                  </a:cxn>
                  <a:cxn ang="0">
                    <a:pos x="0" y="0"/>
                  </a:cxn>
                </a:cxnLst>
                <a:rect l="0" t="0" r="r" b="b"/>
                <a:pathLst>
                  <a:path h="4">
                    <a:moveTo>
                      <a:pt x="0" y="0"/>
                    </a:moveTo>
                    <a:lnTo>
                      <a:pt x="0" y="0"/>
                    </a:lnTo>
                    <a:lnTo>
                      <a:pt x="0"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05" name="Freeform 105"/>
              <p:cNvSpPr/>
              <p:nvPr/>
            </p:nvSpPr>
            <p:spPr bwMode="auto">
              <a:xfrm>
                <a:off x="3198" y="2029"/>
                <a:ext cx="2" cy="11"/>
              </a:xfrm>
              <a:custGeom>
                <a:avLst/>
                <a:gdLst/>
                <a:ahLst/>
                <a:cxnLst>
                  <a:cxn ang="0">
                    <a:pos x="2" y="0"/>
                  </a:cxn>
                  <a:cxn ang="0">
                    <a:pos x="2" y="0"/>
                  </a:cxn>
                  <a:cxn ang="0">
                    <a:pos x="0" y="11"/>
                  </a:cxn>
                  <a:cxn ang="0">
                    <a:pos x="0" y="11"/>
                  </a:cxn>
                  <a:cxn ang="0">
                    <a:pos x="2" y="0"/>
                  </a:cxn>
                </a:cxnLst>
                <a:rect l="0" t="0" r="r" b="b"/>
                <a:pathLst>
                  <a:path w="2" h="11">
                    <a:moveTo>
                      <a:pt x="2" y="0"/>
                    </a:moveTo>
                    <a:lnTo>
                      <a:pt x="2" y="0"/>
                    </a:lnTo>
                    <a:lnTo>
                      <a:pt x="0" y="11"/>
                    </a:lnTo>
                    <a:lnTo>
                      <a:pt x="0" y="1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306" name="Freeform 106"/>
              <p:cNvSpPr/>
              <p:nvPr/>
            </p:nvSpPr>
            <p:spPr bwMode="auto">
              <a:xfrm>
                <a:off x="3198" y="2044"/>
                <a:ext cx="20" cy="365"/>
              </a:xfrm>
              <a:custGeom>
                <a:avLst/>
                <a:gdLst/>
                <a:ahLst/>
                <a:cxnLst>
                  <a:cxn ang="0">
                    <a:pos x="0" y="0"/>
                  </a:cxn>
                  <a:cxn ang="0">
                    <a:pos x="0" y="6"/>
                  </a:cxn>
                  <a:cxn ang="0">
                    <a:pos x="0" y="6"/>
                  </a:cxn>
                  <a:cxn ang="0">
                    <a:pos x="0" y="363"/>
                  </a:cxn>
                  <a:cxn ang="0">
                    <a:pos x="0" y="363"/>
                  </a:cxn>
                  <a:cxn ang="0">
                    <a:pos x="0" y="356"/>
                  </a:cxn>
                  <a:cxn ang="0">
                    <a:pos x="8" y="360"/>
                  </a:cxn>
                  <a:cxn ang="0">
                    <a:pos x="10" y="360"/>
                  </a:cxn>
                  <a:cxn ang="0">
                    <a:pos x="20" y="365"/>
                  </a:cxn>
                  <a:cxn ang="0">
                    <a:pos x="20" y="8"/>
                  </a:cxn>
                  <a:cxn ang="0">
                    <a:pos x="0" y="0"/>
                  </a:cxn>
                </a:cxnLst>
                <a:rect l="0" t="0" r="r" b="b"/>
                <a:pathLst>
                  <a:path w="20" h="365">
                    <a:moveTo>
                      <a:pt x="0" y="0"/>
                    </a:moveTo>
                    <a:lnTo>
                      <a:pt x="0" y="6"/>
                    </a:lnTo>
                    <a:lnTo>
                      <a:pt x="0" y="6"/>
                    </a:lnTo>
                    <a:lnTo>
                      <a:pt x="0" y="363"/>
                    </a:lnTo>
                    <a:lnTo>
                      <a:pt x="0" y="363"/>
                    </a:lnTo>
                    <a:lnTo>
                      <a:pt x="0" y="356"/>
                    </a:lnTo>
                    <a:lnTo>
                      <a:pt x="8" y="360"/>
                    </a:lnTo>
                    <a:lnTo>
                      <a:pt x="10" y="360"/>
                    </a:lnTo>
                    <a:lnTo>
                      <a:pt x="20" y="365"/>
                    </a:lnTo>
                    <a:lnTo>
                      <a:pt x="20"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7" name="Freeform 107"/>
              <p:cNvSpPr/>
              <p:nvPr/>
            </p:nvSpPr>
            <p:spPr bwMode="auto">
              <a:xfrm>
                <a:off x="3198" y="2044"/>
                <a:ext cx="20" cy="365"/>
              </a:xfrm>
              <a:custGeom>
                <a:avLst/>
                <a:gdLst/>
                <a:ahLst/>
                <a:cxnLst>
                  <a:cxn ang="0">
                    <a:pos x="0" y="0"/>
                  </a:cxn>
                  <a:cxn ang="0">
                    <a:pos x="0" y="6"/>
                  </a:cxn>
                  <a:cxn ang="0">
                    <a:pos x="0" y="6"/>
                  </a:cxn>
                  <a:cxn ang="0">
                    <a:pos x="0" y="363"/>
                  </a:cxn>
                  <a:cxn ang="0">
                    <a:pos x="0" y="363"/>
                  </a:cxn>
                  <a:cxn ang="0">
                    <a:pos x="0" y="356"/>
                  </a:cxn>
                  <a:cxn ang="0">
                    <a:pos x="8" y="360"/>
                  </a:cxn>
                  <a:cxn ang="0">
                    <a:pos x="10" y="360"/>
                  </a:cxn>
                  <a:cxn ang="0">
                    <a:pos x="20" y="365"/>
                  </a:cxn>
                  <a:cxn ang="0">
                    <a:pos x="20" y="8"/>
                  </a:cxn>
                  <a:cxn ang="0">
                    <a:pos x="0" y="0"/>
                  </a:cxn>
                </a:cxnLst>
                <a:rect l="0" t="0" r="r" b="b"/>
                <a:pathLst>
                  <a:path w="20" h="365">
                    <a:moveTo>
                      <a:pt x="0" y="0"/>
                    </a:moveTo>
                    <a:lnTo>
                      <a:pt x="0" y="6"/>
                    </a:lnTo>
                    <a:lnTo>
                      <a:pt x="0" y="6"/>
                    </a:lnTo>
                    <a:lnTo>
                      <a:pt x="0" y="363"/>
                    </a:lnTo>
                    <a:lnTo>
                      <a:pt x="0" y="363"/>
                    </a:lnTo>
                    <a:lnTo>
                      <a:pt x="0" y="356"/>
                    </a:lnTo>
                    <a:lnTo>
                      <a:pt x="8" y="360"/>
                    </a:lnTo>
                    <a:lnTo>
                      <a:pt x="10" y="360"/>
                    </a:lnTo>
                    <a:lnTo>
                      <a:pt x="20" y="365"/>
                    </a:lnTo>
                    <a:lnTo>
                      <a:pt x="20"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08" name="Freeform 108"/>
              <p:cNvSpPr/>
              <p:nvPr/>
            </p:nvSpPr>
            <p:spPr bwMode="auto">
              <a:xfrm>
                <a:off x="3198" y="2029"/>
                <a:ext cx="20" cy="23"/>
              </a:xfrm>
              <a:custGeom>
                <a:avLst/>
                <a:gdLst/>
                <a:ahLst/>
                <a:cxnLst>
                  <a:cxn ang="0">
                    <a:pos x="2" y="0"/>
                  </a:cxn>
                  <a:cxn ang="0">
                    <a:pos x="2" y="0"/>
                  </a:cxn>
                  <a:cxn ang="0">
                    <a:pos x="0" y="11"/>
                  </a:cxn>
                  <a:cxn ang="0">
                    <a:pos x="2" y="10"/>
                  </a:cxn>
                  <a:cxn ang="0">
                    <a:pos x="0" y="11"/>
                  </a:cxn>
                  <a:cxn ang="0">
                    <a:pos x="0" y="15"/>
                  </a:cxn>
                  <a:cxn ang="0">
                    <a:pos x="20" y="23"/>
                  </a:cxn>
                  <a:cxn ang="0">
                    <a:pos x="20" y="6"/>
                  </a:cxn>
                  <a:cxn ang="0">
                    <a:pos x="2" y="0"/>
                  </a:cxn>
                </a:cxnLst>
                <a:rect l="0" t="0" r="r" b="b"/>
                <a:pathLst>
                  <a:path w="20" h="23">
                    <a:moveTo>
                      <a:pt x="2" y="0"/>
                    </a:moveTo>
                    <a:lnTo>
                      <a:pt x="2" y="0"/>
                    </a:lnTo>
                    <a:lnTo>
                      <a:pt x="0" y="11"/>
                    </a:lnTo>
                    <a:lnTo>
                      <a:pt x="2" y="10"/>
                    </a:lnTo>
                    <a:lnTo>
                      <a:pt x="0" y="11"/>
                    </a:lnTo>
                    <a:lnTo>
                      <a:pt x="0" y="15"/>
                    </a:lnTo>
                    <a:lnTo>
                      <a:pt x="20" y="23"/>
                    </a:lnTo>
                    <a:lnTo>
                      <a:pt x="20" y="6"/>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9" name="Freeform 109"/>
              <p:cNvSpPr/>
              <p:nvPr/>
            </p:nvSpPr>
            <p:spPr bwMode="auto">
              <a:xfrm>
                <a:off x="3198" y="2029"/>
                <a:ext cx="20" cy="23"/>
              </a:xfrm>
              <a:custGeom>
                <a:avLst/>
                <a:gdLst/>
                <a:ahLst/>
                <a:cxnLst>
                  <a:cxn ang="0">
                    <a:pos x="2" y="0"/>
                  </a:cxn>
                  <a:cxn ang="0">
                    <a:pos x="2" y="0"/>
                  </a:cxn>
                  <a:cxn ang="0">
                    <a:pos x="0" y="11"/>
                  </a:cxn>
                  <a:cxn ang="0">
                    <a:pos x="2" y="10"/>
                  </a:cxn>
                  <a:cxn ang="0">
                    <a:pos x="0" y="11"/>
                  </a:cxn>
                  <a:cxn ang="0">
                    <a:pos x="0" y="15"/>
                  </a:cxn>
                  <a:cxn ang="0">
                    <a:pos x="20" y="23"/>
                  </a:cxn>
                  <a:cxn ang="0">
                    <a:pos x="20" y="6"/>
                  </a:cxn>
                  <a:cxn ang="0">
                    <a:pos x="2" y="0"/>
                  </a:cxn>
                </a:cxnLst>
                <a:rect l="0" t="0" r="r" b="b"/>
                <a:pathLst>
                  <a:path w="20" h="23">
                    <a:moveTo>
                      <a:pt x="2" y="0"/>
                    </a:moveTo>
                    <a:lnTo>
                      <a:pt x="2" y="0"/>
                    </a:lnTo>
                    <a:lnTo>
                      <a:pt x="0" y="11"/>
                    </a:lnTo>
                    <a:lnTo>
                      <a:pt x="2" y="10"/>
                    </a:lnTo>
                    <a:lnTo>
                      <a:pt x="0" y="11"/>
                    </a:lnTo>
                    <a:lnTo>
                      <a:pt x="0" y="15"/>
                    </a:lnTo>
                    <a:lnTo>
                      <a:pt x="20" y="23"/>
                    </a:lnTo>
                    <a:lnTo>
                      <a:pt x="20" y="6"/>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310" name="Freeform 110"/>
              <p:cNvSpPr/>
              <p:nvPr/>
            </p:nvSpPr>
            <p:spPr bwMode="auto">
              <a:xfrm>
                <a:off x="3198" y="2400"/>
                <a:ext cx="8" cy="7"/>
              </a:xfrm>
              <a:custGeom>
                <a:avLst/>
                <a:gdLst/>
                <a:ahLst/>
                <a:cxnLst>
                  <a:cxn ang="0">
                    <a:pos x="0" y="0"/>
                  </a:cxn>
                  <a:cxn ang="0">
                    <a:pos x="0" y="7"/>
                  </a:cxn>
                  <a:cxn ang="0">
                    <a:pos x="7" y="5"/>
                  </a:cxn>
                  <a:cxn ang="0">
                    <a:pos x="8" y="4"/>
                  </a:cxn>
                  <a:cxn ang="0">
                    <a:pos x="0" y="0"/>
                  </a:cxn>
                </a:cxnLst>
                <a:rect l="0" t="0" r="r" b="b"/>
                <a:pathLst>
                  <a:path w="8" h="7">
                    <a:moveTo>
                      <a:pt x="0" y="0"/>
                    </a:moveTo>
                    <a:lnTo>
                      <a:pt x="0" y="7"/>
                    </a:lnTo>
                    <a:lnTo>
                      <a:pt x="7" y="5"/>
                    </a:lnTo>
                    <a:lnTo>
                      <a:pt x="8"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11" name="Freeform 111"/>
              <p:cNvSpPr/>
              <p:nvPr/>
            </p:nvSpPr>
            <p:spPr bwMode="auto">
              <a:xfrm>
                <a:off x="3198" y="2400"/>
                <a:ext cx="8" cy="7"/>
              </a:xfrm>
              <a:custGeom>
                <a:avLst/>
                <a:gdLst/>
                <a:ahLst/>
                <a:cxnLst>
                  <a:cxn ang="0">
                    <a:pos x="0" y="0"/>
                  </a:cxn>
                  <a:cxn ang="0">
                    <a:pos x="0" y="7"/>
                  </a:cxn>
                  <a:cxn ang="0">
                    <a:pos x="7" y="5"/>
                  </a:cxn>
                  <a:cxn ang="0">
                    <a:pos x="8" y="4"/>
                  </a:cxn>
                  <a:cxn ang="0">
                    <a:pos x="0" y="0"/>
                  </a:cxn>
                </a:cxnLst>
                <a:rect l="0" t="0" r="r" b="b"/>
                <a:pathLst>
                  <a:path w="8" h="7">
                    <a:moveTo>
                      <a:pt x="0" y="0"/>
                    </a:moveTo>
                    <a:lnTo>
                      <a:pt x="0" y="7"/>
                    </a:lnTo>
                    <a:lnTo>
                      <a:pt x="7" y="5"/>
                    </a:lnTo>
                    <a:lnTo>
                      <a:pt x="8"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12" name="Freeform 112"/>
              <p:cNvSpPr/>
              <p:nvPr/>
            </p:nvSpPr>
            <p:spPr bwMode="auto">
              <a:xfrm>
                <a:off x="2967" y="2429"/>
                <a:ext cx="231" cy="360"/>
              </a:xfrm>
              <a:custGeom>
                <a:avLst/>
                <a:gdLst/>
                <a:ahLst/>
                <a:cxnLst>
                  <a:cxn ang="0">
                    <a:pos x="231" y="0"/>
                  </a:cxn>
                  <a:cxn ang="0">
                    <a:pos x="0" y="83"/>
                  </a:cxn>
                  <a:cxn ang="0">
                    <a:pos x="229" y="360"/>
                  </a:cxn>
                  <a:cxn ang="0">
                    <a:pos x="231" y="0"/>
                  </a:cxn>
                </a:cxnLst>
                <a:rect l="0" t="0" r="r" b="b"/>
                <a:pathLst>
                  <a:path w="231" h="360">
                    <a:moveTo>
                      <a:pt x="231" y="0"/>
                    </a:moveTo>
                    <a:lnTo>
                      <a:pt x="0" y="83"/>
                    </a:lnTo>
                    <a:lnTo>
                      <a:pt x="229" y="360"/>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13" name="Freeform 113"/>
              <p:cNvSpPr/>
              <p:nvPr/>
            </p:nvSpPr>
            <p:spPr bwMode="auto">
              <a:xfrm>
                <a:off x="2967" y="2429"/>
                <a:ext cx="231" cy="360"/>
              </a:xfrm>
              <a:custGeom>
                <a:avLst/>
                <a:gdLst/>
                <a:ahLst/>
                <a:cxnLst>
                  <a:cxn ang="0">
                    <a:pos x="231" y="0"/>
                  </a:cxn>
                  <a:cxn ang="0">
                    <a:pos x="0" y="83"/>
                  </a:cxn>
                  <a:cxn ang="0">
                    <a:pos x="229" y="360"/>
                  </a:cxn>
                  <a:cxn ang="0">
                    <a:pos x="231" y="0"/>
                  </a:cxn>
                </a:cxnLst>
                <a:rect l="0" t="0" r="r" b="b"/>
                <a:pathLst>
                  <a:path w="231" h="360">
                    <a:moveTo>
                      <a:pt x="231" y="0"/>
                    </a:moveTo>
                    <a:lnTo>
                      <a:pt x="0" y="83"/>
                    </a:lnTo>
                    <a:lnTo>
                      <a:pt x="229" y="36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314" name="Freeform 114"/>
              <p:cNvSpPr/>
              <p:nvPr/>
            </p:nvSpPr>
            <p:spPr bwMode="auto">
              <a:xfrm>
                <a:off x="2967" y="2429"/>
                <a:ext cx="231" cy="83"/>
              </a:xfrm>
              <a:custGeom>
                <a:avLst/>
                <a:gdLst/>
                <a:ahLst/>
                <a:cxnLst>
                  <a:cxn ang="0">
                    <a:pos x="231" y="0"/>
                  </a:cxn>
                  <a:cxn ang="0">
                    <a:pos x="0" y="83"/>
                  </a:cxn>
                  <a:cxn ang="0">
                    <a:pos x="231" y="0"/>
                  </a:cxn>
                  <a:cxn ang="0">
                    <a:pos x="231" y="0"/>
                  </a:cxn>
                </a:cxnLst>
                <a:rect l="0" t="0" r="r" b="b"/>
                <a:pathLst>
                  <a:path w="231" h="83">
                    <a:moveTo>
                      <a:pt x="231" y="0"/>
                    </a:moveTo>
                    <a:lnTo>
                      <a:pt x="0" y="83"/>
                    </a:lnTo>
                    <a:lnTo>
                      <a:pt x="231" y="0"/>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15" name="Freeform 115"/>
              <p:cNvSpPr/>
              <p:nvPr/>
            </p:nvSpPr>
            <p:spPr bwMode="auto">
              <a:xfrm>
                <a:off x="2967" y="2429"/>
                <a:ext cx="231" cy="83"/>
              </a:xfrm>
              <a:custGeom>
                <a:avLst/>
                <a:gdLst/>
                <a:ahLst/>
                <a:cxnLst>
                  <a:cxn ang="0">
                    <a:pos x="231" y="0"/>
                  </a:cxn>
                  <a:cxn ang="0">
                    <a:pos x="0" y="83"/>
                  </a:cxn>
                  <a:cxn ang="0">
                    <a:pos x="231" y="0"/>
                  </a:cxn>
                  <a:cxn ang="0">
                    <a:pos x="231" y="0"/>
                  </a:cxn>
                </a:cxnLst>
                <a:rect l="0" t="0" r="r" b="b"/>
                <a:pathLst>
                  <a:path w="231" h="83">
                    <a:moveTo>
                      <a:pt x="231" y="0"/>
                    </a:moveTo>
                    <a:lnTo>
                      <a:pt x="0" y="83"/>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316" name="Freeform 116"/>
              <p:cNvSpPr/>
              <p:nvPr/>
            </p:nvSpPr>
            <p:spPr bwMode="auto">
              <a:xfrm>
                <a:off x="2967" y="2429"/>
                <a:ext cx="231" cy="360"/>
              </a:xfrm>
              <a:custGeom>
                <a:avLst/>
                <a:gdLst/>
                <a:ahLst/>
                <a:cxnLst>
                  <a:cxn ang="0">
                    <a:pos x="231" y="0"/>
                  </a:cxn>
                  <a:cxn ang="0">
                    <a:pos x="231" y="0"/>
                  </a:cxn>
                  <a:cxn ang="0">
                    <a:pos x="229" y="360"/>
                  </a:cxn>
                  <a:cxn ang="0">
                    <a:pos x="0" y="83"/>
                  </a:cxn>
                  <a:cxn ang="0">
                    <a:pos x="0" y="83"/>
                  </a:cxn>
                  <a:cxn ang="0">
                    <a:pos x="229" y="360"/>
                  </a:cxn>
                  <a:cxn ang="0">
                    <a:pos x="231" y="0"/>
                  </a:cxn>
                </a:cxnLst>
                <a:rect l="0" t="0" r="r" b="b"/>
                <a:pathLst>
                  <a:path w="231" h="360">
                    <a:moveTo>
                      <a:pt x="231" y="0"/>
                    </a:moveTo>
                    <a:lnTo>
                      <a:pt x="231" y="0"/>
                    </a:lnTo>
                    <a:lnTo>
                      <a:pt x="229" y="360"/>
                    </a:lnTo>
                    <a:lnTo>
                      <a:pt x="0" y="83"/>
                    </a:lnTo>
                    <a:lnTo>
                      <a:pt x="0" y="83"/>
                    </a:lnTo>
                    <a:lnTo>
                      <a:pt x="229" y="360"/>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17" name="Freeform 117"/>
              <p:cNvSpPr/>
              <p:nvPr/>
            </p:nvSpPr>
            <p:spPr bwMode="auto">
              <a:xfrm>
                <a:off x="2967" y="2429"/>
                <a:ext cx="231" cy="360"/>
              </a:xfrm>
              <a:custGeom>
                <a:avLst/>
                <a:gdLst/>
                <a:ahLst/>
                <a:cxnLst>
                  <a:cxn ang="0">
                    <a:pos x="231" y="0"/>
                  </a:cxn>
                  <a:cxn ang="0">
                    <a:pos x="231" y="0"/>
                  </a:cxn>
                  <a:cxn ang="0">
                    <a:pos x="229" y="360"/>
                  </a:cxn>
                  <a:cxn ang="0">
                    <a:pos x="0" y="83"/>
                  </a:cxn>
                  <a:cxn ang="0">
                    <a:pos x="0" y="83"/>
                  </a:cxn>
                  <a:cxn ang="0">
                    <a:pos x="229" y="360"/>
                  </a:cxn>
                  <a:cxn ang="0">
                    <a:pos x="231" y="0"/>
                  </a:cxn>
                </a:cxnLst>
                <a:rect l="0" t="0" r="r" b="b"/>
                <a:pathLst>
                  <a:path w="231" h="360">
                    <a:moveTo>
                      <a:pt x="231" y="0"/>
                    </a:moveTo>
                    <a:lnTo>
                      <a:pt x="231" y="0"/>
                    </a:lnTo>
                    <a:lnTo>
                      <a:pt x="229" y="360"/>
                    </a:lnTo>
                    <a:lnTo>
                      <a:pt x="0" y="83"/>
                    </a:lnTo>
                    <a:lnTo>
                      <a:pt x="0" y="83"/>
                    </a:lnTo>
                    <a:lnTo>
                      <a:pt x="229" y="36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318" name="Freeform 118"/>
              <p:cNvSpPr/>
              <p:nvPr/>
            </p:nvSpPr>
            <p:spPr bwMode="auto">
              <a:xfrm>
                <a:off x="3217" y="2430"/>
                <a:ext cx="1" cy="359"/>
              </a:xfrm>
              <a:custGeom>
                <a:avLst/>
                <a:gdLst/>
                <a:ahLst/>
                <a:cxnLst>
                  <a:cxn ang="0">
                    <a:pos x="1" y="0"/>
                  </a:cxn>
                  <a:cxn ang="0">
                    <a:pos x="0" y="359"/>
                  </a:cxn>
                  <a:cxn ang="0">
                    <a:pos x="0" y="359"/>
                  </a:cxn>
                  <a:cxn ang="0">
                    <a:pos x="1" y="0"/>
                  </a:cxn>
                  <a:cxn ang="0">
                    <a:pos x="1" y="0"/>
                  </a:cxn>
                </a:cxnLst>
                <a:rect l="0" t="0" r="r" b="b"/>
                <a:pathLst>
                  <a:path w="1" h="359">
                    <a:moveTo>
                      <a:pt x="1" y="0"/>
                    </a:moveTo>
                    <a:lnTo>
                      <a:pt x="0" y="359"/>
                    </a:lnTo>
                    <a:lnTo>
                      <a:pt x="0" y="359"/>
                    </a:lnTo>
                    <a:lnTo>
                      <a:pt x="1" y="0"/>
                    </a:lnTo>
                    <a:lnTo>
                      <a:pt x="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19" name="Freeform 119"/>
              <p:cNvSpPr/>
              <p:nvPr/>
            </p:nvSpPr>
            <p:spPr bwMode="auto">
              <a:xfrm>
                <a:off x="3217" y="2430"/>
                <a:ext cx="1" cy="359"/>
              </a:xfrm>
              <a:custGeom>
                <a:avLst/>
                <a:gdLst/>
                <a:ahLst/>
                <a:cxnLst>
                  <a:cxn ang="0">
                    <a:pos x="1" y="0"/>
                  </a:cxn>
                  <a:cxn ang="0">
                    <a:pos x="0" y="359"/>
                  </a:cxn>
                  <a:cxn ang="0">
                    <a:pos x="0" y="359"/>
                  </a:cxn>
                  <a:cxn ang="0">
                    <a:pos x="1" y="0"/>
                  </a:cxn>
                  <a:cxn ang="0">
                    <a:pos x="1" y="0"/>
                  </a:cxn>
                </a:cxnLst>
                <a:rect l="0" t="0" r="r" b="b"/>
                <a:pathLst>
                  <a:path w="1" h="359">
                    <a:moveTo>
                      <a:pt x="1" y="0"/>
                    </a:moveTo>
                    <a:lnTo>
                      <a:pt x="0" y="359"/>
                    </a:lnTo>
                    <a:lnTo>
                      <a:pt x="0" y="359"/>
                    </a:lnTo>
                    <a:lnTo>
                      <a:pt x="1"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320" name="Rectangle 120"/>
              <p:cNvSpPr>
                <a:spLocks noChangeArrowheads="1"/>
              </p:cNvSpPr>
              <p:nvPr/>
            </p:nvSpPr>
            <p:spPr bwMode="auto">
              <a:xfrm>
                <a:off x="3218" y="24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21" name="Rectangle 121"/>
              <p:cNvSpPr>
                <a:spLocks noChangeArrowheads="1"/>
              </p:cNvSpPr>
              <p:nvPr/>
            </p:nvSpPr>
            <p:spPr bwMode="auto">
              <a:xfrm>
                <a:off x="3218" y="24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22" name="Freeform 122"/>
              <p:cNvSpPr/>
              <p:nvPr/>
            </p:nvSpPr>
            <p:spPr bwMode="auto">
              <a:xfrm>
                <a:off x="3196" y="2425"/>
                <a:ext cx="22" cy="372"/>
              </a:xfrm>
              <a:custGeom>
                <a:avLst/>
                <a:gdLst/>
                <a:ahLst/>
                <a:cxnLst>
                  <a:cxn ang="0">
                    <a:pos x="10" y="0"/>
                  </a:cxn>
                  <a:cxn ang="0">
                    <a:pos x="2" y="4"/>
                  </a:cxn>
                  <a:cxn ang="0">
                    <a:pos x="0" y="364"/>
                  </a:cxn>
                  <a:cxn ang="0">
                    <a:pos x="7" y="372"/>
                  </a:cxn>
                  <a:cxn ang="0">
                    <a:pos x="10" y="362"/>
                  </a:cxn>
                  <a:cxn ang="0">
                    <a:pos x="16" y="372"/>
                  </a:cxn>
                  <a:cxn ang="0">
                    <a:pos x="21" y="364"/>
                  </a:cxn>
                  <a:cxn ang="0">
                    <a:pos x="21" y="364"/>
                  </a:cxn>
                  <a:cxn ang="0">
                    <a:pos x="21" y="364"/>
                  </a:cxn>
                  <a:cxn ang="0">
                    <a:pos x="22" y="5"/>
                  </a:cxn>
                  <a:cxn ang="0">
                    <a:pos x="10" y="0"/>
                  </a:cxn>
                </a:cxnLst>
                <a:rect l="0" t="0" r="r" b="b"/>
                <a:pathLst>
                  <a:path w="22" h="372">
                    <a:moveTo>
                      <a:pt x="10" y="0"/>
                    </a:moveTo>
                    <a:lnTo>
                      <a:pt x="2" y="4"/>
                    </a:lnTo>
                    <a:lnTo>
                      <a:pt x="0" y="364"/>
                    </a:lnTo>
                    <a:lnTo>
                      <a:pt x="7" y="372"/>
                    </a:lnTo>
                    <a:lnTo>
                      <a:pt x="10" y="362"/>
                    </a:lnTo>
                    <a:lnTo>
                      <a:pt x="16" y="372"/>
                    </a:lnTo>
                    <a:lnTo>
                      <a:pt x="21" y="364"/>
                    </a:lnTo>
                    <a:lnTo>
                      <a:pt x="21" y="364"/>
                    </a:lnTo>
                    <a:lnTo>
                      <a:pt x="21" y="364"/>
                    </a:lnTo>
                    <a:lnTo>
                      <a:pt x="22" y="5"/>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23" name="Freeform 123"/>
              <p:cNvSpPr/>
              <p:nvPr/>
            </p:nvSpPr>
            <p:spPr bwMode="auto">
              <a:xfrm>
                <a:off x="3196" y="2425"/>
                <a:ext cx="22" cy="372"/>
              </a:xfrm>
              <a:custGeom>
                <a:avLst/>
                <a:gdLst/>
                <a:ahLst/>
                <a:cxnLst>
                  <a:cxn ang="0">
                    <a:pos x="10" y="0"/>
                  </a:cxn>
                  <a:cxn ang="0">
                    <a:pos x="2" y="4"/>
                  </a:cxn>
                  <a:cxn ang="0">
                    <a:pos x="0" y="364"/>
                  </a:cxn>
                  <a:cxn ang="0">
                    <a:pos x="7" y="372"/>
                  </a:cxn>
                  <a:cxn ang="0">
                    <a:pos x="10" y="362"/>
                  </a:cxn>
                  <a:cxn ang="0">
                    <a:pos x="16" y="372"/>
                  </a:cxn>
                  <a:cxn ang="0">
                    <a:pos x="21" y="364"/>
                  </a:cxn>
                  <a:cxn ang="0">
                    <a:pos x="21" y="364"/>
                  </a:cxn>
                  <a:cxn ang="0">
                    <a:pos x="21" y="364"/>
                  </a:cxn>
                  <a:cxn ang="0">
                    <a:pos x="22" y="5"/>
                  </a:cxn>
                  <a:cxn ang="0">
                    <a:pos x="10" y="0"/>
                  </a:cxn>
                </a:cxnLst>
                <a:rect l="0" t="0" r="r" b="b"/>
                <a:pathLst>
                  <a:path w="22" h="372">
                    <a:moveTo>
                      <a:pt x="10" y="0"/>
                    </a:moveTo>
                    <a:lnTo>
                      <a:pt x="2" y="4"/>
                    </a:lnTo>
                    <a:lnTo>
                      <a:pt x="0" y="364"/>
                    </a:lnTo>
                    <a:lnTo>
                      <a:pt x="7" y="372"/>
                    </a:lnTo>
                    <a:lnTo>
                      <a:pt x="10" y="362"/>
                    </a:lnTo>
                    <a:lnTo>
                      <a:pt x="16" y="372"/>
                    </a:lnTo>
                    <a:lnTo>
                      <a:pt x="21" y="364"/>
                    </a:lnTo>
                    <a:lnTo>
                      <a:pt x="21" y="364"/>
                    </a:lnTo>
                    <a:lnTo>
                      <a:pt x="21" y="364"/>
                    </a:lnTo>
                    <a:lnTo>
                      <a:pt x="22" y="5"/>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324" name="Freeform 124"/>
              <p:cNvSpPr/>
              <p:nvPr/>
            </p:nvSpPr>
            <p:spPr bwMode="auto">
              <a:xfrm>
                <a:off x="3206" y="2415"/>
                <a:ext cx="12" cy="15"/>
              </a:xfrm>
              <a:custGeom>
                <a:avLst/>
                <a:gdLst/>
                <a:ahLst/>
                <a:cxnLst>
                  <a:cxn ang="0">
                    <a:pos x="12" y="0"/>
                  </a:cxn>
                  <a:cxn ang="0">
                    <a:pos x="12" y="15"/>
                  </a:cxn>
                  <a:cxn ang="0">
                    <a:pos x="2" y="10"/>
                  </a:cxn>
                  <a:cxn ang="0">
                    <a:pos x="0" y="10"/>
                  </a:cxn>
                  <a:cxn ang="0">
                    <a:pos x="12" y="15"/>
                  </a:cxn>
                  <a:cxn ang="0">
                    <a:pos x="12" y="15"/>
                  </a:cxn>
                  <a:cxn ang="0">
                    <a:pos x="12" y="15"/>
                  </a:cxn>
                  <a:cxn ang="0">
                    <a:pos x="12" y="0"/>
                  </a:cxn>
                  <a:cxn ang="0">
                    <a:pos x="12" y="0"/>
                  </a:cxn>
                </a:cxnLst>
                <a:rect l="0" t="0" r="r" b="b"/>
                <a:pathLst>
                  <a:path w="12" h="15">
                    <a:moveTo>
                      <a:pt x="12" y="0"/>
                    </a:moveTo>
                    <a:lnTo>
                      <a:pt x="12" y="15"/>
                    </a:lnTo>
                    <a:lnTo>
                      <a:pt x="2" y="10"/>
                    </a:lnTo>
                    <a:lnTo>
                      <a:pt x="0" y="10"/>
                    </a:lnTo>
                    <a:lnTo>
                      <a:pt x="12" y="15"/>
                    </a:lnTo>
                    <a:lnTo>
                      <a:pt x="12" y="15"/>
                    </a:lnTo>
                    <a:lnTo>
                      <a:pt x="12" y="15"/>
                    </a:lnTo>
                    <a:lnTo>
                      <a:pt x="12" y="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25" name="Freeform 125"/>
              <p:cNvSpPr/>
              <p:nvPr/>
            </p:nvSpPr>
            <p:spPr bwMode="auto">
              <a:xfrm>
                <a:off x="3206" y="2415"/>
                <a:ext cx="12" cy="15"/>
              </a:xfrm>
              <a:custGeom>
                <a:avLst/>
                <a:gdLst/>
                <a:ahLst/>
                <a:cxnLst>
                  <a:cxn ang="0">
                    <a:pos x="12" y="0"/>
                  </a:cxn>
                  <a:cxn ang="0">
                    <a:pos x="12" y="15"/>
                  </a:cxn>
                  <a:cxn ang="0">
                    <a:pos x="2" y="10"/>
                  </a:cxn>
                  <a:cxn ang="0">
                    <a:pos x="0" y="10"/>
                  </a:cxn>
                  <a:cxn ang="0">
                    <a:pos x="12" y="15"/>
                  </a:cxn>
                  <a:cxn ang="0">
                    <a:pos x="12" y="15"/>
                  </a:cxn>
                  <a:cxn ang="0">
                    <a:pos x="12" y="15"/>
                  </a:cxn>
                  <a:cxn ang="0">
                    <a:pos x="12" y="0"/>
                  </a:cxn>
                  <a:cxn ang="0">
                    <a:pos x="12" y="0"/>
                  </a:cxn>
                </a:cxnLst>
                <a:rect l="0" t="0" r="r" b="b"/>
                <a:pathLst>
                  <a:path w="12" h="15">
                    <a:moveTo>
                      <a:pt x="12" y="0"/>
                    </a:moveTo>
                    <a:lnTo>
                      <a:pt x="12" y="15"/>
                    </a:lnTo>
                    <a:lnTo>
                      <a:pt x="2" y="10"/>
                    </a:lnTo>
                    <a:lnTo>
                      <a:pt x="0" y="10"/>
                    </a:lnTo>
                    <a:lnTo>
                      <a:pt x="12" y="15"/>
                    </a:lnTo>
                    <a:lnTo>
                      <a:pt x="12" y="15"/>
                    </a:lnTo>
                    <a:lnTo>
                      <a:pt x="12" y="15"/>
                    </a:lnTo>
                    <a:lnTo>
                      <a:pt x="12"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326" name="Rectangle 126"/>
              <p:cNvSpPr>
                <a:spLocks noChangeArrowheads="1"/>
              </p:cNvSpPr>
              <p:nvPr/>
            </p:nvSpPr>
            <p:spPr bwMode="auto">
              <a:xfrm>
                <a:off x="3218" y="2409"/>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327" name="Rectangle 127"/>
              <p:cNvSpPr>
                <a:spLocks noChangeArrowheads="1"/>
              </p:cNvSpPr>
              <p:nvPr/>
            </p:nvSpPr>
            <p:spPr bwMode="auto">
              <a:xfrm>
                <a:off x="3218" y="240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28" name="Rectangle 128"/>
              <p:cNvSpPr>
                <a:spLocks noChangeArrowheads="1"/>
              </p:cNvSpPr>
              <p:nvPr/>
            </p:nvSpPr>
            <p:spPr bwMode="auto">
              <a:xfrm>
                <a:off x="3218" y="2409"/>
                <a:ext cx="1" cy="6"/>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329" name="Rectangle 129"/>
              <p:cNvSpPr>
                <a:spLocks noChangeArrowheads="1"/>
              </p:cNvSpPr>
              <p:nvPr/>
            </p:nvSpPr>
            <p:spPr bwMode="auto">
              <a:xfrm>
                <a:off x="3218" y="2409"/>
                <a:ext cx="1" cy="6"/>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30" name="Freeform 130"/>
              <p:cNvSpPr/>
              <p:nvPr/>
            </p:nvSpPr>
            <p:spPr bwMode="auto">
              <a:xfrm>
                <a:off x="3121" y="2407"/>
                <a:ext cx="77" cy="28"/>
              </a:xfrm>
              <a:custGeom>
                <a:avLst/>
                <a:gdLst/>
                <a:ahLst/>
                <a:cxnLst>
                  <a:cxn ang="0">
                    <a:pos x="77" y="0"/>
                  </a:cxn>
                  <a:cxn ang="0">
                    <a:pos x="0" y="28"/>
                  </a:cxn>
                  <a:cxn ang="0">
                    <a:pos x="77" y="0"/>
                  </a:cxn>
                  <a:cxn ang="0">
                    <a:pos x="77" y="0"/>
                  </a:cxn>
                </a:cxnLst>
                <a:rect l="0" t="0" r="r" b="b"/>
                <a:pathLst>
                  <a:path w="77" h="28">
                    <a:moveTo>
                      <a:pt x="77" y="0"/>
                    </a:moveTo>
                    <a:lnTo>
                      <a:pt x="0" y="28"/>
                    </a:lnTo>
                    <a:lnTo>
                      <a:pt x="77" y="0"/>
                    </a:lnTo>
                    <a:lnTo>
                      <a:pt x="77"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31" name="Freeform 131"/>
              <p:cNvSpPr/>
              <p:nvPr/>
            </p:nvSpPr>
            <p:spPr bwMode="auto">
              <a:xfrm>
                <a:off x="3121" y="2407"/>
                <a:ext cx="77" cy="28"/>
              </a:xfrm>
              <a:custGeom>
                <a:avLst/>
                <a:gdLst/>
                <a:ahLst/>
                <a:cxnLst>
                  <a:cxn ang="0">
                    <a:pos x="77" y="0"/>
                  </a:cxn>
                  <a:cxn ang="0">
                    <a:pos x="0" y="28"/>
                  </a:cxn>
                  <a:cxn ang="0">
                    <a:pos x="77" y="0"/>
                  </a:cxn>
                  <a:cxn ang="0">
                    <a:pos x="77" y="0"/>
                  </a:cxn>
                </a:cxnLst>
                <a:rect l="0" t="0" r="r" b="b"/>
                <a:pathLst>
                  <a:path w="77" h="28">
                    <a:moveTo>
                      <a:pt x="77" y="0"/>
                    </a:moveTo>
                    <a:lnTo>
                      <a:pt x="0" y="28"/>
                    </a:lnTo>
                    <a:lnTo>
                      <a:pt x="77" y="0"/>
                    </a:lnTo>
                    <a:lnTo>
                      <a:pt x="77" y="0"/>
                    </a:lnTo>
                  </a:path>
                </a:pathLst>
              </a:custGeom>
              <a:noFill/>
              <a:ln w="9525">
                <a:noFill/>
                <a:round/>
              </a:ln>
            </p:spPr>
            <p:txBody>
              <a:bodyPr vert="horz" wrap="square" lIns="82938" tIns="41469" rIns="82938" bIns="41469" numCol="1" anchor="t" anchorCtr="0" compatLnSpc="1"/>
              <a:lstStyle/>
              <a:p>
                <a:endParaRPr lang="en-GB" sz="1815"/>
              </a:p>
            </p:txBody>
          </p:sp>
          <p:sp>
            <p:nvSpPr>
              <p:cNvPr id="51332" name="Rectangle 132"/>
              <p:cNvSpPr>
                <a:spLocks noChangeArrowheads="1"/>
              </p:cNvSpPr>
              <p:nvPr/>
            </p:nvSpPr>
            <p:spPr bwMode="auto">
              <a:xfrm>
                <a:off x="3198" y="2407"/>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33" name="Rectangle 133"/>
              <p:cNvSpPr>
                <a:spLocks noChangeArrowheads="1"/>
              </p:cNvSpPr>
              <p:nvPr/>
            </p:nvSpPr>
            <p:spPr bwMode="auto">
              <a:xfrm>
                <a:off x="3198" y="240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34" name="Freeform 134"/>
              <p:cNvSpPr/>
              <p:nvPr/>
            </p:nvSpPr>
            <p:spPr bwMode="auto">
              <a:xfrm>
                <a:off x="2954" y="2407"/>
                <a:ext cx="244" cy="105"/>
              </a:xfrm>
              <a:custGeom>
                <a:avLst/>
                <a:gdLst/>
                <a:ahLst/>
                <a:cxnLst>
                  <a:cxn ang="0">
                    <a:pos x="244" y="0"/>
                  </a:cxn>
                  <a:cxn ang="0">
                    <a:pos x="167" y="28"/>
                  </a:cxn>
                  <a:cxn ang="0">
                    <a:pos x="0" y="90"/>
                  </a:cxn>
                  <a:cxn ang="0">
                    <a:pos x="3" y="94"/>
                  </a:cxn>
                  <a:cxn ang="0">
                    <a:pos x="13" y="105"/>
                  </a:cxn>
                  <a:cxn ang="0">
                    <a:pos x="13" y="105"/>
                  </a:cxn>
                  <a:cxn ang="0">
                    <a:pos x="13" y="105"/>
                  </a:cxn>
                  <a:cxn ang="0">
                    <a:pos x="244" y="22"/>
                  </a:cxn>
                  <a:cxn ang="0">
                    <a:pos x="244" y="22"/>
                  </a:cxn>
                  <a:cxn ang="0">
                    <a:pos x="244" y="22"/>
                  </a:cxn>
                  <a:cxn ang="0">
                    <a:pos x="244" y="15"/>
                  </a:cxn>
                  <a:cxn ang="0">
                    <a:pos x="244" y="15"/>
                  </a:cxn>
                  <a:cxn ang="0">
                    <a:pos x="244" y="8"/>
                  </a:cxn>
                  <a:cxn ang="0">
                    <a:pos x="244" y="8"/>
                  </a:cxn>
                  <a:cxn ang="0">
                    <a:pos x="244" y="0"/>
                  </a:cxn>
                </a:cxnLst>
                <a:rect l="0" t="0" r="r" b="b"/>
                <a:pathLst>
                  <a:path w="244" h="105">
                    <a:moveTo>
                      <a:pt x="244" y="0"/>
                    </a:moveTo>
                    <a:lnTo>
                      <a:pt x="167" y="28"/>
                    </a:lnTo>
                    <a:lnTo>
                      <a:pt x="0" y="90"/>
                    </a:lnTo>
                    <a:lnTo>
                      <a:pt x="3" y="94"/>
                    </a:lnTo>
                    <a:lnTo>
                      <a:pt x="13" y="105"/>
                    </a:lnTo>
                    <a:lnTo>
                      <a:pt x="13" y="105"/>
                    </a:lnTo>
                    <a:lnTo>
                      <a:pt x="13" y="105"/>
                    </a:lnTo>
                    <a:lnTo>
                      <a:pt x="244" y="22"/>
                    </a:lnTo>
                    <a:lnTo>
                      <a:pt x="244" y="22"/>
                    </a:lnTo>
                    <a:lnTo>
                      <a:pt x="244" y="22"/>
                    </a:lnTo>
                    <a:lnTo>
                      <a:pt x="244" y="15"/>
                    </a:lnTo>
                    <a:lnTo>
                      <a:pt x="244" y="15"/>
                    </a:lnTo>
                    <a:lnTo>
                      <a:pt x="244" y="8"/>
                    </a:lnTo>
                    <a:lnTo>
                      <a:pt x="244" y="8"/>
                    </a:lnTo>
                    <a:lnTo>
                      <a:pt x="24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35" name="Freeform 135"/>
              <p:cNvSpPr/>
              <p:nvPr/>
            </p:nvSpPr>
            <p:spPr bwMode="auto">
              <a:xfrm>
                <a:off x="2954" y="2407"/>
                <a:ext cx="244" cy="105"/>
              </a:xfrm>
              <a:custGeom>
                <a:avLst/>
                <a:gdLst/>
                <a:ahLst/>
                <a:cxnLst>
                  <a:cxn ang="0">
                    <a:pos x="244" y="0"/>
                  </a:cxn>
                  <a:cxn ang="0">
                    <a:pos x="167" y="28"/>
                  </a:cxn>
                  <a:cxn ang="0">
                    <a:pos x="0" y="90"/>
                  </a:cxn>
                  <a:cxn ang="0">
                    <a:pos x="3" y="94"/>
                  </a:cxn>
                  <a:cxn ang="0">
                    <a:pos x="13" y="105"/>
                  </a:cxn>
                  <a:cxn ang="0">
                    <a:pos x="13" y="105"/>
                  </a:cxn>
                  <a:cxn ang="0">
                    <a:pos x="13" y="105"/>
                  </a:cxn>
                  <a:cxn ang="0">
                    <a:pos x="244" y="22"/>
                  </a:cxn>
                  <a:cxn ang="0">
                    <a:pos x="244" y="22"/>
                  </a:cxn>
                  <a:cxn ang="0">
                    <a:pos x="244" y="22"/>
                  </a:cxn>
                  <a:cxn ang="0">
                    <a:pos x="244" y="15"/>
                  </a:cxn>
                  <a:cxn ang="0">
                    <a:pos x="244" y="15"/>
                  </a:cxn>
                  <a:cxn ang="0">
                    <a:pos x="244" y="8"/>
                  </a:cxn>
                  <a:cxn ang="0">
                    <a:pos x="244" y="8"/>
                  </a:cxn>
                  <a:cxn ang="0">
                    <a:pos x="244" y="0"/>
                  </a:cxn>
                </a:cxnLst>
                <a:rect l="0" t="0" r="r" b="b"/>
                <a:pathLst>
                  <a:path w="244" h="105">
                    <a:moveTo>
                      <a:pt x="244" y="0"/>
                    </a:moveTo>
                    <a:lnTo>
                      <a:pt x="167" y="28"/>
                    </a:lnTo>
                    <a:lnTo>
                      <a:pt x="0" y="90"/>
                    </a:lnTo>
                    <a:lnTo>
                      <a:pt x="3" y="94"/>
                    </a:lnTo>
                    <a:lnTo>
                      <a:pt x="13" y="105"/>
                    </a:lnTo>
                    <a:lnTo>
                      <a:pt x="13" y="105"/>
                    </a:lnTo>
                    <a:lnTo>
                      <a:pt x="13" y="105"/>
                    </a:lnTo>
                    <a:lnTo>
                      <a:pt x="244" y="22"/>
                    </a:lnTo>
                    <a:lnTo>
                      <a:pt x="244" y="22"/>
                    </a:lnTo>
                    <a:lnTo>
                      <a:pt x="244" y="22"/>
                    </a:lnTo>
                    <a:lnTo>
                      <a:pt x="244" y="15"/>
                    </a:lnTo>
                    <a:lnTo>
                      <a:pt x="244" y="15"/>
                    </a:lnTo>
                    <a:lnTo>
                      <a:pt x="244" y="8"/>
                    </a:lnTo>
                    <a:lnTo>
                      <a:pt x="244" y="8"/>
                    </a:lnTo>
                    <a:lnTo>
                      <a:pt x="244" y="0"/>
                    </a:lnTo>
                  </a:path>
                </a:pathLst>
              </a:custGeom>
              <a:noFill/>
              <a:ln w="9525">
                <a:noFill/>
                <a:round/>
              </a:ln>
            </p:spPr>
            <p:txBody>
              <a:bodyPr vert="horz" wrap="square" lIns="82938" tIns="41469" rIns="82938" bIns="41469" numCol="1" anchor="t" anchorCtr="0" compatLnSpc="1"/>
              <a:lstStyle/>
              <a:p>
                <a:endParaRPr lang="en-GB" sz="1815"/>
              </a:p>
            </p:txBody>
          </p:sp>
          <p:sp>
            <p:nvSpPr>
              <p:cNvPr id="51336" name="Freeform 136"/>
              <p:cNvSpPr/>
              <p:nvPr/>
            </p:nvSpPr>
            <p:spPr bwMode="auto">
              <a:xfrm>
                <a:off x="3198" y="2415"/>
                <a:ext cx="1" cy="7"/>
              </a:xfrm>
              <a:custGeom>
                <a:avLst/>
                <a:gdLst/>
                <a:ahLst/>
                <a:cxnLst>
                  <a:cxn ang="0">
                    <a:pos x="0" y="0"/>
                  </a:cxn>
                  <a:cxn ang="0">
                    <a:pos x="0" y="0"/>
                  </a:cxn>
                  <a:cxn ang="0">
                    <a:pos x="0" y="0"/>
                  </a:cxn>
                  <a:cxn ang="0">
                    <a:pos x="0" y="7"/>
                  </a:cxn>
                  <a:cxn ang="0">
                    <a:pos x="0" y="7"/>
                  </a:cxn>
                  <a:cxn ang="0">
                    <a:pos x="0" y="0"/>
                  </a:cxn>
                  <a:cxn ang="0">
                    <a:pos x="0" y="0"/>
                  </a:cxn>
                </a:cxnLst>
                <a:rect l="0" t="0" r="r" b="b"/>
                <a:pathLst>
                  <a:path h="7">
                    <a:moveTo>
                      <a:pt x="0" y="0"/>
                    </a:moveTo>
                    <a:lnTo>
                      <a:pt x="0" y="0"/>
                    </a:lnTo>
                    <a:lnTo>
                      <a:pt x="0" y="0"/>
                    </a:lnTo>
                    <a:lnTo>
                      <a:pt x="0" y="7"/>
                    </a:lnTo>
                    <a:lnTo>
                      <a:pt x="0" y="7"/>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37" name="Freeform 137"/>
              <p:cNvSpPr/>
              <p:nvPr/>
            </p:nvSpPr>
            <p:spPr bwMode="auto">
              <a:xfrm>
                <a:off x="3198" y="2415"/>
                <a:ext cx="1" cy="7"/>
              </a:xfrm>
              <a:custGeom>
                <a:avLst/>
                <a:gdLst/>
                <a:ahLst/>
                <a:cxnLst>
                  <a:cxn ang="0">
                    <a:pos x="0" y="0"/>
                  </a:cxn>
                  <a:cxn ang="0">
                    <a:pos x="0" y="0"/>
                  </a:cxn>
                  <a:cxn ang="0">
                    <a:pos x="0" y="0"/>
                  </a:cxn>
                  <a:cxn ang="0">
                    <a:pos x="0" y="7"/>
                  </a:cxn>
                  <a:cxn ang="0">
                    <a:pos x="0" y="7"/>
                  </a:cxn>
                  <a:cxn ang="0">
                    <a:pos x="0" y="0"/>
                  </a:cxn>
                  <a:cxn ang="0">
                    <a:pos x="0" y="0"/>
                  </a:cxn>
                </a:cxnLst>
                <a:rect l="0" t="0" r="r" b="b"/>
                <a:pathLst>
                  <a:path h="7">
                    <a:moveTo>
                      <a:pt x="0" y="0"/>
                    </a:moveTo>
                    <a:lnTo>
                      <a:pt x="0" y="0"/>
                    </a:lnTo>
                    <a:lnTo>
                      <a:pt x="0" y="0"/>
                    </a:lnTo>
                    <a:lnTo>
                      <a:pt x="0" y="7"/>
                    </a:lnTo>
                    <a:lnTo>
                      <a:pt x="0" y="7"/>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38" name="Freeform 138"/>
              <p:cNvSpPr/>
              <p:nvPr/>
            </p:nvSpPr>
            <p:spPr bwMode="auto">
              <a:xfrm>
                <a:off x="3198" y="2422"/>
                <a:ext cx="8" cy="7"/>
              </a:xfrm>
              <a:custGeom>
                <a:avLst/>
                <a:gdLst/>
                <a:ahLst/>
                <a:cxnLst>
                  <a:cxn ang="0">
                    <a:pos x="0" y="0"/>
                  </a:cxn>
                  <a:cxn ang="0">
                    <a:pos x="0" y="7"/>
                  </a:cxn>
                  <a:cxn ang="0">
                    <a:pos x="8" y="3"/>
                  </a:cxn>
                  <a:cxn ang="0">
                    <a:pos x="0" y="0"/>
                  </a:cxn>
                </a:cxnLst>
                <a:rect l="0" t="0" r="r" b="b"/>
                <a:pathLst>
                  <a:path w="8" h="7">
                    <a:moveTo>
                      <a:pt x="0" y="0"/>
                    </a:moveTo>
                    <a:lnTo>
                      <a:pt x="0" y="7"/>
                    </a:lnTo>
                    <a:lnTo>
                      <a:pt x="8"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39" name="Freeform 139"/>
              <p:cNvSpPr/>
              <p:nvPr/>
            </p:nvSpPr>
            <p:spPr bwMode="auto">
              <a:xfrm>
                <a:off x="3198" y="2422"/>
                <a:ext cx="8" cy="7"/>
              </a:xfrm>
              <a:custGeom>
                <a:avLst/>
                <a:gdLst/>
                <a:ahLst/>
                <a:cxnLst>
                  <a:cxn ang="0">
                    <a:pos x="0" y="0"/>
                  </a:cxn>
                  <a:cxn ang="0">
                    <a:pos x="0" y="7"/>
                  </a:cxn>
                  <a:cxn ang="0">
                    <a:pos x="8" y="3"/>
                  </a:cxn>
                  <a:cxn ang="0">
                    <a:pos x="0" y="0"/>
                  </a:cxn>
                </a:cxnLst>
                <a:rect l="0" t="0" r="r" b="b"/>
                <a:pathLst>
                  <a:path w="8" h="7">
                    <a:moveTo>
                      <a:pt x="0" y="0"/>
                    </a:moveTo>
                    <a:lnTo>
                      <a:pt x="0" y="7"/>
                    </a:lnTo>
                    <a:lnTo>
                      <a:pt x="8"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0" name="Freeform 140"/>
              <p:cNvSpPr/>
              <p:nvPr/>
            </p:nvSpPr>
            <p:spPr bwMode="auto">
              <a:xfrm>
                <a:off x="3198" y="2415"/>
                <a:ext cx="20" cy="15"/>
              </a:xfrm>
              <a:custGeom>
                <a:avLst/>
                <a:gdLst/>
                <a:ahLst/>
                <a:cxnLst>
                  <a:cxn ang="0">
                    <a:pos x="0" y="0"/>
                  </a:cxn>
                  <a:cxn ang="0">
                    <a:pos x="0" y="7"/>
                  </a:cxn>
                  <a:cxn ang="0">
                    <a:pos x="8" y="10"/>
                  </a:cxn>
                  <a:cxn ang="0">
                    <a:pos x="10" y="10"/>
                  </a:cxn>
                  <a:cxn ang="0">
                    <a:pos x="20" y="15"/>
                  </a:cxn>
                  <a:cxn ang="0">
                    <a:pos x="20" y="0"/>
                  </a:cxn>
                  <a:cxn ang="0">
                    <a:pos x="0" y="0"/>
                  </a:cxn>
                </a:cxnLst>
                <a:rect l="0" t="0" r="r" b="b"/>
                <a:pathLst>
                  <a:path w="20" h="15">
                    <a:moveTo>
                      <a:pt x="0" y="0"/>
                    </a:moveTo>
                    <a:lnTo>
                      <a:pt x="0" y="7"/>
                    </a:lnTo>
                    <a:lnTo>
                      <a:pt x="8" y="10"/>
                    </a:lnTo>
                    <a:lnTo>
                      <a:pt x="10" y="10"/>
                    </a:lnTo>
                    <a:lnTo>
                      <a:pt x="20" y="15"/>
                    </a:lnTo>
                    <a:lnTo>
                      <a:pt x="2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1" name="Freeform 141"/>
              <p:cNvSpPr/>
              <p:nvPr/>
            </p:nvSpPr>
            <p:spPr bwMode="auto">
              <a:xfrm>
                <a:off x="3198" y="2415"/>
                <a:ext cx="20" cy="15"/>
              </a:xfrm>
              <a:custGeom>
                <a:avLst/>
                <a:gdLst/>
                <a:ahLst/>
                <a:cxnLst>
                  <a:cxn ang="0">
                    <a:pos x="0" y="0"/>
                  </a:cxn>
                  <a:cxn ang="0">
                    <a:pos x="0" y="7"/>
                  </a:cxn>
                  <a:cxn ang="0">
                    <a:pos x="8" y="10"/>
                  </a:cxn>
                  <a:cxn ang="0">
                    <a:pos x="10" y="10"/>
                  </a:cxn>
                  <a:cxn ang="0">
                    <a:pos x="20" y="15"/>
                  </a:cxn>
                  <a:cxn ang="0">
                    <a:pos x="20" y="0"/>
                  </a:cxn>
                  <a:cxn ang="0">
                    <a:pos x="0" y="0"/>
                  </a:cxn>
                </a:cxnLst>
                <a:rect l="0" t="0" r="r" b="b"/>
                <a:pathLst>
                  <a:path w="20" h="15">
                    <a:moveTo>
                      <a:pt x="0" y="0"/>
                    </a:moveTo>
                    <a:lnTo>
                      <a:pt x="0" y="7"/>
                    </a:lnTo>
                    <a:lnTo>
                      <a:pt x="8" y="10"/>
                    </a:lnTo>
                    <a:lnTo>
                      <a:pt x="10" y="10"/>
                    </a:lnTo>
                    <a:lnTo>
                      <a:pt x="20" y="15"/>
                    </a:lnTo>
                    <a:lnTo>
                      <a:pt x="2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2" name="Freeform 142"/>
              <p:cNvSpPr/>
              <p:nvPr/>
            </p:nvSpPr>
            <p:spPr bwMode="auto">
              <a:xfrm>
                <a:off x="3198" y="2407"/>
                <a:ext cx="1" cy="8"/>
              </a:xfrm>
              <a:custGeom>
                <a:avLst/>
                <a:gdLst/>
                <a:ahLst/>
                <a:cxnLst>
                  <a:cxn ang="0">
                    <a:pos x="0" y="0"/>
                  </a:cxn>
                  <a:cxn ang="0">
                    <a:pos x="0" y="0"/>
                  </a:cxn>
                  <a:cxn ang="0">
                    <a:pos x="0" y="8"/>
                  </a:cxn>
                  <a:cxn ang="0">
                    <a:pos x="0" y="0"/>
                  </a:cxn>
                </a:cxnLst>
                <a:rect l="0" t="0" r="r" b="b"/>
                <a:pathLst>
                  <a:path h="8">
                    <a:moveTo>
                      <a:pt x="0" y="0"/>
                    </a:moveTo>
                    <a:lnTo>
                      <a:pt x="0" y="0"/>
                    </a:lnTo>
                    <a:lnTo>
                      <a:pt x="0"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3" name="Freeform 143"/>
              <p:cNvSpPr/>
              <p:nvPr/>
            </p:nvSpPr>
            <p:spPr bwMode="auto">
              <a:xfrm>
                <a:off x="3198" y="2407"/>
                <a:ext cx="1" cy="8"/>
              </a:xfrm>
              <a:custGeom>
                <a:avLst/>
                <a:gdLst/>
                <a:ahLst/>
                <a:cxnLst>
                  <a:cxn ang="0">
                    <a:pos x="0" y="0"/>
                  </a:cxn>
                  <a:cxn ang="0">
                    <a:pos x="0" y="0"/>
                  </a:cxn>
                  <a:cxn ang="0">
                    <a:pos x="0" y="8"/>
                  </a:cxn>
                  <a:cxn ang="0">
                    <a:pos x="0" y="0"/>
                  </a:cxn>
                </a:cxnLst>
                <a:rect l="0" t="0" r="r" b="b"/>
                <a:pathLst>
                  <a:path h="8">
                    <a:moveTo>
                      <a:pt x="0" y="0"/>
                    </a:moveTo>
                    <a:lnTo>
                      <a:pt x="0" y="0"/>
                    </a:lnTo>
                    <a:lnTo>
                      <a:pt x="0"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4" name="Freeform 144"/>
              <p:cNvSpPr>
                <a:spLocks noEditPoints="1"/>
              </p:cNvSpPr>
              <p:nvPr/>
            </p:nvSpPr>
            <p:spPr bwMode="auto">
              <a:xfrm>
                <a:off x="3198" y="2404"/>
                <a:ext cx="20" cy="11"/>
              </a:xfrm>
              <a:custGeom>
                <a:avLst/>
                <a:gdLst/>
                <a:ahLst/>
                <a:cxnLst>
                  <a:cxn ang="0">
                    <a:pos x="0" y="3"/>
                  </a:cxn>
                  <a:cxn ang="0">
                    <a:pos x="0" y="3"/>
                  </a:cxn>
                  <a:cxn ang="0">
                    <a:pos x="0" y="3"/>
                  </a:cxn>
                  <a:cxn ang="0">
                    <a:pos x="0" y="11"/>
                  </a:cxn>
                  <a:cxn ang="0">
                    <a:pos x="0" y="11"/>
                  </a:cxn>
                  <a:cxn ang="0">
                    <a:pos x="0" y="3"/>
                  </a:cxn>
                  <a:cxn ang="0">
                    <a:pos x="10" y="0"/>
                  </a:cxn>
                  <a:cxn ang="0">
                    <a:pos x="8" y="0"/>
                  </a:cxn>
                  <a:cxn ang="0">
                    <a:pos x="20" y="5"/>
                  </a:cxn>
                  <a:cxn ang="0">
                    <a:pos x="20" y="5"/>
                  </a:cxn>
                  <a:cxn ang="0">
                    <a:pos x="10" y="0"/>
                  </a:cxn>
                </a:cxnLst>
                <a:rect l="0" t="0" r="r" b="b"/>
                <a:pathLst>
                  <a:path w="20" h="11">
                    <a:moveTo>
                      <a:pt x="0" y="3"/>
                    </a:moveTo>
                    <a:lnTo>
                      <a:pt x="0" y="3"/>
                    </a:lnTo>
                    <a:lnTo>
                      <a:pt x="0" y="3"/>
                    </a:lnTo>
                    <a:lnTo>
                      <a:pt x="0" y="11"/>
                    </a:lnTo>
                    <a:lnTo>
                      <a:pt x="0" y="11"/>
                    </a:lnTo>
                    <a:lnTo>
                      <a:pt x="0" y="3"/>
                    </a:lnTo>
                    <a:close/>
                    <a:moveTo>
                      <a:pt x="10" y="0"/>
                    </a:moveTo>
                    <a:lnTo>
                      <a:pt x="8" y="0"/>
                    </a:lnTo>
                    <a:lnTo>
                      <a:pt x="20" y="5"/>
                    </a:lnTo>
                    <a:lnTo>
                      <a:pt x="20" y="5"/>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5" name="Freeform 145"/>
              <p:cNvSpPr/>
              <p:nvPr/>
            </p:nvSpPr>
            <p:spPr bwMode="auto">
              <a:xfrm>
                <a:off x="3198" y="2407"/>
                <a:ext cx="1" cy="8"/>
              </a:xfrm>
              <a:custGeom>
                <a:avLst/>
                <a:gdLst/>
                <a:ahLst/>
                <a:cxnLst>
                  <a:cxn ang="0">
                    <a:pos x="0" y="0"/>
                  </a:cxn>
                  <a:cxn ang="0">
                    <a:pos x="0" y="0"/>
                  </a:cxn>
                  <a:cxn ang="0">
                    <a:pos x="0" y="0"/>
                  </a:cxn>
                  <a:cxn ang="0">
                    <a:pos x="0" y="8"/>
                  </a:cxn>
                  <a:cxn ang="0">
                    <a:pos x="0" y="8"/>
                  </a:cxn>
                  <a:cxn ang="0">
                    <a:pos x="0" y="0"/>
                  </a:cxn>
                </a:cxnLst>
                <a:rect l="0" t="0" r="r" b="b"/>
                <a:pathLst>
                  <a:path h="8">
                    <a:moveTo>
                      <a:pt x="0" y="0"/>
                    </a:moveTo>
                    <a:lnTo>
                      <a:pt x="0" y="0"/>
                    </a:lnTo>
                    <a:lnTo>
                      <a:pt x="0" y="0"/>
                    </a:lnTo>
                    <a:lnTo>
                      <a:pt x="0" y="8"/>
                    </a:lnTo>
                    <a:lnTo>
                      <a:pt x="0"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6" name="Freeform 146"/>
              <p:cNvSpPr/>
              <p:nvPr/>
            </p:nvSpPr>
            <p:spPr bwMode="auto">
              <a:xfrm>
                <a:off x="3206" y="2404"/>
                <a:ext cx="12" cy="5"/>
              </a:xfrm>
              <a:custGeom>
                <a:avLst/>
                <a:gdLst/>
                <a:ahLst/>
                <a:cxnLst>
                  <a:cxn ang="0">
                    <a:pos x="2" y="0"/>
                  </a:cxn>
                  <a:cxn ang="0">
                    <a:pos x="0" y="0"/>
                  </a:cxn>
                  <a:cxn ang="0">
                    <a:pos x="12" y="5"/>
                  </a:cxn>
                  <a:cxn ang="0">
                    <a:pos x="12" y="5"/>
                  </a:cxn>
                  <a:cxn ang="0">
                    <a:pos x="2" y="0"/>
                  </a:cxn>
                </a:cxnLst>
                <a:rect l="0" t="0" r="r" b="b"/>
                <a:pathLst>
                  <a:path w="12" h="5">
                    <a:moveTo>
                      <a:pt x="2" y="0"/>
                    </a:moveTo>
                    <a:lnTo>
                      <a:pt x="0" y="0"/>
                    </a:lnTo>
                    <a:lnTo>
                      <a:pt x="12" y="5"/>
                    </a:lnTo>
                    <a:lnTo>
                      <a:pt x="12" y="5"/>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347" name="Freeform 147"/>
              <p:cNvSpPr>
                <a:spLocks noEditPoints="1"/>
              </p:cNvSpPr>
              <p:nvPr/>
            </p:nvSpPr>
            <p:spPr bwMode="auto">
              <a:xfrm>
                <a:off x="3198" y="2404"/>
                <a:ext cx="20" cy="11"/>
              </a:xfrm>
              <a:custGeom>
                <a:avLst/>
                <a:gdLst/>
                <a:ahLst/>
                <a:cxnLst>
                  <a:cxn ang="0">
                    <a:pos x="10" y="11"/>
                  </a:cxn>
                  <a:cxn ang="0">
                    <a:pos x="10" y="11"/>
                  </a:cxn>
                  <a:cxn ang="0">
                    <a:pos x="10" y="11"/>
                  </a:cxn>
                  <a:cxn ang="0">
                    <a:pos x="8" y="0"/>
                  </a:cxn>
                  <a:cxn ang="0">
                    <a:pos x="7" y="1"/>
                  </a:cxn>
                  <a:cxn ang="0">
                    <a:pos x="0" y="3"/>
                  </a:cxn>
                  <a:cxn ang="0">
                    <a:pos x="0" y="11"/>
                  </a:cxn>
                  <a:cxn ang="0">
                    <a:pos x="20" y="11"/>
                  </a:cxn>
                  <a:cxn ang="0">
                    <a:pos x="20" y="5"/>
                  </a:cxn>
                  <a:cxn ang="0">
                    <a:pos x="8" y="0"/>
                  </a:cxn>
                </a:cxnLst>
                <a:rect l="0" t="0" r="r" b="b"/>
                <a:pathLst>
                  <a:path w="20" h="11">
                    <a:moveTo>
                      <a:pt x="10" y="11"/>
                    </a:moveTo>
                    <a:lnTo>
                      <a:pt x="10" y="11"/>
                    </a:lnTo>
                    <a:lnTo>
                      <a:pt x="10" y="11"/>
                    </a:lnTo>
                    <a:close/>
                    <a:moveTo>
                      <a:pt x="8" y="0"/>
                    </a:moveTo>
                    <a:lnTo>
                      <a:pt x="7" y="1"/>
                    </a:lnTo>
                    <a:lnTo>
                      <a:pt x="0" y="3"/>
                    </a:lnTo>
                    <a:lnTo>
                      <a:pt x="0" y="11"/>
                    </a:lnTo>
                    <a:lnTo>
                      <a:pt x="20" y="11"/>
                    </a:lnTo>
                    <a:lnTo>
                      <a:pt x="20" y="5"/>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8" name="Freeform 148"/>
              <p:cNvSpPr/>
              <p:nvPr/>
            </p:nvSpPr>
            <p:spPr bwMode="auto">
              <a:xfrm>
                <a:off x="3208" y="2415"/>
                <a:ext cx="1" cy="1"/>
              </a:xfrm>
              <a:custGeom>
                <a:avLst/>
                <a:gdLst/>
                <a:ahLst/>
                <a:cxnLst>
                  <a:cxn ang="0">
                    <a:pos x="0" y="0"/>
                  </a:cxn>
                  <a:cxn ang="0">
                    <a:pos x="0" y="0"/>
                  </a:cxn>
                  <a:cxn ang="0">
                    <a:pos x="0" y="0"/>
                  </a:cxn>
                </a:cxnLst>
                <a:rect l="0" t="0" r="r" b="b"/>
                <a:pathLst>
                  <a:path>
                    <a:moveTo>
                      <a:pt x="0" y="0"/>
                    </a:move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9" name="Freeform 149"/>
              <p:cNvSpPr/>
              <p:nvPr/>
            </p:nvSpPr>
            <p:spPr bwMode="auto">
              <a:xfrm>
                <a:off x="3198" y="2404"/>
                <a:ext cx="20" cy="11"/>
              </a:xfrm>
              <a:custGeom>
                <a:avLst/>
                <a:gdLst/>
                <a:ahLst/>
                <a:cxnLst>
                  <a:cxn ang="0">
                    <a:pos x="8" y="0"/>
                  </a:cxn>
                  <a:cxn ang="0">
                    <a:pos x="7" y="1"/>
                  </a:cxn>
                  <a:cxn ang="0">
                    <a:pos x="0" y="3"/>
                  </a:cxn>
                  <a:cxn ang="0">
                    <a:pos x="0" y="11"/>
                  </a:cxn>
                  <a:cxn ang="0">
                    <a:pos x="20" y="11"/>
                  </a:cxn>
                  <a:cxn ang="0">
                    <a:pos x="20" y="5"/>
                  </a:cxn>
                  <a:cxn ang="0">
                    <a:pos x="8" y="0"/>
                  </a:cxn>
                </a:cxnLst>
                <a:rect l="0" t="0" r="r" b="b"/>
                <a:pathLst>
                  <a:path w="20" h="11">
                    <a:moveTo>
                      <a:pt x="8" y="0"/>
                    </a:moveTo>
                    <a:lnTo>
                      <a:pt x="7" y="1"/>
                    </a:lnTo>
                    <a:lnTo>
                      <a:pt x="0" y="3"/>
                    </a:lnTo>
                    <a:lnTo>
                      <a:pt x="0" y="11"/>
                    </a:lnTo>
                    <a:lnTo>
                      <a:pt x="20" y="11"/>
                    </a:lnTo>
                    <a:lnTo>
                      <a:pt x="20" y="5"/>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350" name="Freeform 150"/>
              <p:cNvSpPr/>
              <p:nvPr/>
            </p:nvSpPr>
            <p:spPr bwMode="auto">
              <a:xfrm>
                <a:off x="1743" y="1679"/>
                <a:ext cx="713" cy="924"/>
              </a:xfrm>
              <a:custGeom>
                <a:avLst/>
                <a:gdLst/>
                <a:ahLst/>
                <a:cxnLst>
                  <a:cxn ang="0">
                    <a:pos x="501" y="0"/>
                  </a:cxn>
                  <a:cxn ang="0">
                    <a:pos x="0" y="865"/>
                  </a:cxn>
                  <a:cxn ang="0">
                    <a:pos x="186" y="899"/>
                  </a:cxn>
                  <a:cxn ang="0">
                    <a:pos x="328" y="924"/>
                  </a:cxn>
                  <a:cxn ang="0">
                    <a:pos x="713" y="256"/>
                  </a:cxn>
                  <a:cxn ang="0">
                    <a:pos x="556" y="65"/>
                  </a:cxn>
                  <a:cxn ang="0">
                    <a:pos x="501" y="0"/>
                  </a:cxn>
                </a:cxnLst>
                <a:rect l="0" t="0" r="r" b="b"/>
                <a:pathLst>
                  <a:path w="713" h="924">
                    <a:moveTo>
                      <a:pt x="501" y="0"/>
                    </a:moveTo>
                    <a:lnTo>
                      <a:pt x="0" y="865"/>
                    </a:lnTo>
                    <a:lnTo>
                      <a:pt x="186" y="899"/>
                    </a:lnTo>
                    <a:lnTo>
                      <a:pt x="328" y="924"/>
                    </a:lnTo>
                    <a:lnTo>
                      <a:pt x="713" y="256"/>
                    </a:lnTo>
                    <a:lnTo>
                      <a:pt x="556" y="65"/>
                    </a:lnTo>
                    <a:lnTo>
                      <a:pt x="50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51" name="Freeform 151"/>
              <p:cNvSpPr/>
              <p:nvPr/>
            </p:nvSpPr>
            <p:spPr bwMode="auto">
              <a:xfrm>
                <a:off x="1743" y="1679"/>
                <a:ext cx="713" cy="924"/>
              </a:xfrm>
              <a:custGeom>
                <a:avLst/>
                <a:gdLst/>
                <a:ahLst/>
                <a:cxnLst>
                  <a:cxn ang="0">
                    <a:pos x="501" y="0"/>
                  </a:cxn>
                  <a:cxn ang="0">
                    <a:pos x="0" y="865"/>
                  </a:cxn>
                  <a:cxn ang="0">
                    <a:pos x="186" y="899"/>
                  </a:cxn>
                  <a:cxn ang="0">
                    <a:pos x="328" y="924"/>
                  </a:cxn>
                  <a:cxn ang="0">
                    <a:pos x="713" y="256"/>
                  </a:cxn>
                  <a:cxn ang="0">
                    <a:pos x="556" y="65"/>
                  </a:cxn>
                  <a:cxn ang="0">
                    <a:pos x="501" y="0"/>
                  </a:cxn>
                </a:cxnLst>
                <a:rect l="0" t="0" r="r" b="b"/>
                <a:pathLst>
                  <a:path w="713" h="924">
                    <a:moveTo>
                      <a:pt x="501" y="0"/>
                    </a:moveTo>
                    <a:lnTo>
                      <a:pt x="0" y="865"/>
                    </a:lnTo>
                    <a:lnTo>
                      <a:pt x="186" y="899"/>
                    </a:lnTo>
                    <a:lnTo>
                      <a:pt x="328" y="924"/>
                    </a:lnTo>
                    <a:lnTo>
                      <a:pt x="713" y="256"/>
                    </a:lnTo>
                    <a:lnTo>
                      <a:pt x="556" y="65"/>
                    </a:lnTo>
                    <a:lnTo>
                      <a:pt x="501" y="0"/>
                    </a:lnTo>
                  </a:path>
                </a:pathLst>
              </a:custGeom>
              <a:noFill/>
              <a:ln w="9525">
                <a:noFill/>
                <a:round/>
              </a:ln>
            </p:spPr>
            <p:txBody>
              <a:bodyPr vert="horz" wrap="square" lIns="82938" tIns="41469" rIns="82938" bIns="41469" numCol="1" anchor="t" anchorCtr="0" compatLnSpc="1"/>
              <a:lstStyle/>
              <a:p>
                <a:endParaRPr lang="en-GB" sz="1815"/>
              </a:p>
            </p:txBody>
          </p:sp>
          <p:sp>
            <p:nvSpPr>
              <p:cNvPr id="51352" name="Freeform 152"/>
              <p:cNvSpPr/>
              <p:nvPr/>
            </p:nvSpPr>
            <p:spPr bwMode="auto">
              <a:xfrm>
                <a:off x="2244" y="1679"/>
                <a:ext cx="55" cy="65"/>
              </a:xfrm>
              <a:custGeom>
                <a:avLst/>
                <a:gdLst/>
                <a:ahLst/>
                <a:cxnLst>
                  <a:cxn ang="0">
                    <a:pos x="0" y="0"/>
                  </a:cxn>
                  <a:cxn ang="0">
                    <a:pos x="0" y="0"/>
                  </a:cxn>
                  <a:cxn ang="0">
                    <a:pos x="55" y="65"/>
                  </a:cxn>
                  <a:cxn ang="0">
                    <a:pos x="0" y="0"/>
                  </a:cxn>
                </a:cxnLst>
                <a:rect l="0" t="0" r="r" b="b"/>
                <a:pathLst>
                  <a:path w="55" h="65">
                    <a:moveTo>
                      <a:pt x="0" y="0"/>
                    </a:moveTo>
                    <a:lnTo>
                      <a:pt x="0" y="0"/>
                    </a:lnTo>
                    <a:lnTo>
                      <a:pt x="55" y="6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53" name="Freeform 153"/>
              <p:cNvSpPr/>
              <p:nvPr/>
            </p:nvSpPr>
            <p:spPr bwMode="auto">
              <a:xfrm>
                <a:off x="2244" y="1679"/>
                <a:ext cx="55" cy="65"/>
              </a:xfrm>
              <a:custGeom>
                <a:avLst/>
                <a:gdLst/>
                <a:ahLst/>
                <a:cxnLst>
                  <a:cxn ang="0">
                    <a:pos x="0" y="0"/>
                  </a:cxn>
                  <a:cxn ang="0">
                    <a:pos x="0" y="0"/>
                  </a:cxn>
                  <a:cxn ang="0">
                    <a:pos x="55" y="65"/>
                  </a:cxn>
                  <a:cxn ang="0">
                    <a:pos x="0" y="0"/>
                  </a:cxn>
                </a:cxnLst>
                <a:rect l="0" t="0" r="r" b="b"/>
                <a:pathLst>
                  <a:path w="55" h="65">
                    <a:moveTo>
                      <a:pt x="0" y="0"/>
                    </a:moveTo>
                    <a:lnTo>
                      <a:pt x="0" y="0"/>
                    </a:lnTo>
                    <a:lnTo>
                      <a:pt x="55" y="6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54" name="Freeform 154"/>
              <p:cNvSpPr>
                <a:spLocks noEditPoints="1"/>
              </p:cNvSpPr>
              <p:nvPr/>
            </p:nvSpPr>
            <p:spPr bwMode="auto">
              <a:xfrm>
                <a:off x="1721" y="1644"/>
                <a:ext cx="737" cy="900"/>
              </a:xfrm>
              <a:custGeom>
                <a:avLst/>
                <a:gdLst/>
                <a:ahLst/>
                <a:cxnLst>
                  <a:cxn ang="0">
                    <a:pos x="578" y="100"/>
                  </a:cxn>
                  <a:cxn ang="0">
                    <a:pos x="735" y="291"/>
                  </a:cxn>
                  <a:cxn ang="0">
                    <a:pos x="737" y="291"/>
                  </a:cxn>
                  <a:cxn ang="0">
                    <a:pos x="732" y="286"/>
                  </a:cxn>
                  <a:cxn ang="0">
                    <a:pos x="732" y="286"/>
                  </a:cxn>
                  <a:cxn ang="0">
                    <a:pos x="578" y="100"/>
                  </a:cxn>
                  <a:cxn ang="0">
                    <a:pos x="519" y="0"/>
                  </a:cxn>
                  <a:cxn ang="0">
                    <a:pos x="0" y="897"/>
                  </a:cxn>
                  <a:cxn ang="0">
                    <a:pos x="19" y="900"/>
                  </a:cxn>
                  <a:cxn ang="0">
                    <a:pos x="19" y="900"/>
                  </a:cxn>
                  <a:cxn ang="0">
                    <a:pos x="22" y="900"/>
                  </a:cxn>
                  <a:cxn ang="0">
                    <a:pos x="523" y="35"/>
                  </a:cxn>
                  <a:cxn ang="0">
                    <a:pos x="511" y="21"/>
                  </a:cxn>
                  <a:cxn ang="0">
                    <a:pos x="519" y="10"/>
                  </a:cxn>
                  <a:cxn ang="0">
                    <a:pos x="526" y="6"/>
                  </a:cxn>
                  <a:cxn ang="0">
                    <a:pos x="519" y="0"/>
                  </a:cxn>
                </a:cxnLst>
                <a:rect l="0" t="0" r="r" b="b"/>
                <a:pathLst>
                  <a:path w="737" h="900">
                    <a:moveTo>
                      <a:pt x="578" y="100"/>
                    </a:moveTo>
                    <a:lnTo>
                      <a:pt x="735" y="291"/>
                    </a:lnTo>
                    <a:lnTo>
                      <a:pt x="737" y="291"/>
                    </a:lnTo>
                    <a:lnTo>
                      <a:pt x="732" y="286"/>
                    </a:lnTo>
                    <a:lnTo>
                      <a:pt x="732" y="286"/>
                    </a:lnTo>
                    <a:lnTo>
                      <a:pt x="578" y="100"/>
                    </a:lnTo>
                    <a:close/>
                    <a:moveTo>
                      <a:pt x="519" y="0"/>
                    </a:moveTo>
                    <a:lnTo>
                      <a:pt x="0" y="897"/>
                    </a:lnTo>
                    <a:lnTo>
                      <a:pt x="19" y="900"/>
                    </a:lnTo>
                    <a:lnTo>
                      <a:pt x="19" y="900"/>
                    </a:lnTo>
                    <a:lnTo>
                      <a:pt x="22" y="900"/>
                    </a:lnTo>
                    <a:lnTo>
                      <a:pt x="523" y="35"/>
                    </a:lnTo>
                    <a:lnTo>
                      <a:pt x="511" y="21"/>
                    </a:lnTo>
                    <a:lnTo>
                      <a:pt x="519" y="10"/>
                    </a:lnTo>
                    <a:lnTo>
                      <a:pt x="526" y="6"/>
                    </a:lnTo>
                    <a:lnTo>
                      <a:pt x="5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55" name="Freeform 155"/>
              <p:cNvSpPr/>
              <p:nvPr/>
            </p:nvSpPr>
            <p:spPr bwMode="auto">
              <a:xfrm>
                <a:off x="2299" y="1744"/>
                <a:ext cx="159" cy="191"/>
              </a:xfrm>
              <a:custGeom>
                <a:avLst/>
                <a:gdLst/>
                <a:ahLst/>
                <a:cxnLst>
                  <a:cxn ang="0">
                    <a:pos x="0" y="0"/>
                  </a:cxn>
                  <a:cxn ang="0">
                    <a:pos x="157" y="191"/>
                  </a:cxn>
                  <a:cxn ang="0">
                    <a:pos x="159" y="191"/>
                  </a:cxn>
                  <a:cxn ang="0">
                    <a:pos x="154" y="186"/>
                  </a:cxn>
                  <a:cxn ang="0">
                    <a:pos x="154" y="186"/>
                  </a:cxn>
                  <a:cxn ang="0">
                    <a:pos x="0" y="0"/>
                  </a:cxn>
                </a:cxnLst>
                <a:rect l="0" t="0" r="r" b="b"/>
                <a:pathLst>
                  <a:path w="159" h="191">
                    <a:moveTo>
                      <a:pt x="0" y="0"/>
                    </a:moveTo>
                    <a:lnTo>
                      <a:pt x="157" y="191"/>
                    </a:lnTo>
                    <a:lnTo>
                      <a:pt x="159" y="191"/>
                    </a:lnTo>
                    <a:lnTo>
                      <a:pt x="154" y="186"/>
                    </a:lnTo>
                    <a:lnTo>
                      <a:pt x="154" y="18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56" name="Freeform 156"/>
              <p:cNvSpPr/>
              <p:nvPr/>
            </p:nvSpPr>
            <p:spPr bwMode="auto">
              <a:xfrm>
                <a:off x="1721" y="1644"/>
                <a:ext cx="526" cy="900"/>
              </a:xfrm>
              <a:custGeom>
                <a:avLst/>
                <a:gdLst/>
                <a:ahLst/>
                <a:cxnLst>
                  <a:cxn ang="0">
                    <a:pos x="519" y="0"/>
                  </a:cxn>
                  <a:cxn ang="0">
                    <a:pos x="0" y="897"/>
                  </a:cxn>
                  <a:cxn ang="0">
                    <a:pos x="19" y="900"/>
                  </a:cxn>
                  <a:cxn ang="0">
                    <a:pos x="19" y="900"/>
                  </a:cxn>
                  <a:cxn ang="0">
                    <a:pos x="22" y="900"/>
                  </a:cxn>
                  <a:cxn ang="0">
                    <a:pos x="523" y="35"/>
                  </a:cxn>
                  <a:cxn ang="0">
                    <a:pos x="511" y="21"/>
                  </a:cxn>
                  <a:cxn ang="0">
                    <a:pos x="519" y="10"/>
                  </a:cxn>
                  <a:cxn ang="0">
                    <a:pos x="526" y="6"/>
                  </a:cxn>
                  <a:cxn ang="0">
                    <a:pos x="519" y="0"/>
                  </a:cxn>
                </a:cxnLst>
                <a:rect l="0" t="0" r="r" b="b"/>
                <a:pathLst>
                  <a:path w="526" h="900">
                    <a:moveTo>
                      <a:pt x="519" y="0"/>
                    </a:moveTo>
                    <a:lnTo>
                      <a:pt x="0" y="897"/>
                    </a:lnTo>
                    <a:lnTo>
                      <a:pt x="19" y="900"/>
                    </a:lnTo>
                    <a:lnTo>
                      <a:pt x="19" y="900"/>
                    </a:lnTo>
                    <a:lnTo>
                      <a:pt x="22" y="900"/>
                    </a:lnTo>
                    <a:lnTo>
                      <a:pt x="523" y="35"/>
                    </a:lnTo>
                    <a:lnTo>
                      <a:pt x="511" y="21"/>
                    </a:lnTo>
                    <a:lnTo>
                      <a:pt x="519" y="10"/>
                    </a:lnTo>
                    <a:lnTo>
                      <a:pt x="526" y="6"/>
                    </a:lnTo>
                    <a:lnTo>
                      <a:pt x="519" y="0"/>
                    </a:lnTo>
                  </a:path>
                </a:pathLst>
              </a:custGeom>
              <a:noFill/>
              <a:ln w="9525">
                <a:noFill/>
                <a:round/>
              </a:ln>
            </p:spPr>
            <p:txBody>
              <a:bodyPr vert="horz" wrap="square" lIns="82938" tIns="41469" rIns="82938" bIns="41469" numCol="1" anchor="t" anchorCtr="0" compatLnSpc="1"/>
              <a:lstStyle/>
              <a:p>
                <a:endParaRPr lang="en-GB" sz="1815"/>
              </a:p>
            </p:txBody>
          </p:sp>
          <p:sp>
            <p:nvSpPr>
              <p:cNvPr id="51357" name="Freeform 157"/>
              <p:cNvSpPr/>
              <p:nvPr/>
            </p:nvSpPr>
            <p:spPr bwMode="auto">
              <a:xfrm>
                <a:off x="2260" y="1667"/>
                <a:ext cx="213" cy="256"/>
              </a:xfrm>
              <a:custGeom>
                <a:avLst/>
                <a:gdLst/>
                <a:ahLst/>
                <a:cxnLst>
                  <a:cxn ang="0">
                    <a:pos x="0" y="0"/>
                  </a:cxn>
                  <a:cxn ang="0">
                    <a:pos x="0" y="0"/>
                  </a:cxn>
                  <a:cxn ang="0">
                    <a:pos x="54" y="64"/>
                  </a:cxn>
                  <a:cxn ang="0">
                    <a:pos x="213" y="256"/>
                  </a:cxn>
                  <a:cxn ang="0">
                    <a:pos x="213" y="256"/>
                  </a:cxn>
                  <a:cxn ang="0">
                    <a:pos x="54" y="64"/>
                  </a:cxn>
                  <a:cxn ang="0">
                    <a:pos x="0" y="0"/>
                  </a:cxn>
                </a:cxnLst>
                <a:rect l="0" t="0" r="r" b="b"/>
                <a:pathLst>
                  <a:path w="213" h="256">
                    <a:moveTo>
                      <a:pt x="0" y="0"/>
                    </a:moveTo>
                    <a:lnTo>
                      <a:pt x="0" y="0"/>
                    </a:lnTo>
                    <a:lnTo>
                      <a:pt x="54" y="64"/>
                    </a:lnTo>
                    <a:lnTo>
                      <a:pt x="213" y="256"/>
                    </a:lnTo>
                    <a:lnTo>
                      <a:pt x="213" y="256"/>
                    </a:lnTo>
                    <a:lnTo>
                      <a:pt x="54" y="64"/>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58" name="Freeform 158"/>
              <p:cNvSpPr/>
              <p:nvPr/>
            </p:nvSpPr>
            <p:spPr bwMode="auto">
              <a:xfrm>
                <a:off x="2260" y="1667"/>
                <a:ext cx="213" cy="256"/>
              </a:xfrm>
              <a:custGeom>
                <a:avLst/>
                <a:gdLst/>
                <a:ahLst/>
                <a:cxnLst>
                  <a:cxn ang="0">
                    <a:pos x="0" y="0"/>
                  </a:cxn>
                  <a:cxn ang="0">
                    <a:pos x="0" y="0"/>
                  </a:cxn>
                  <a:cxn ang="0">
                    <a:pos x="54" y="64"/>
                  </a:cxn>
                  <a:cxn ang="0">
                    <a:pos x="213" y="256"/>
                  </a:cxn>
                  <a:cxn ang="0">
                    <a:pos x="213" y="256"/>
                  </a:cxn>
                  <a:cxn ang="0">
                    <a:pos x="54" y="64"/>
                  </a:cxn>
                  <a:cxn ang="0">
                    <a:pos x="0" y="0"/>
                  </a:cxn>
                </a:cxnLst>
                <a:rect l="0" t="0" r="r" b="b"/>
                <a:pathLst>
                  <a:path w="213" h="256">
                    <a:moveTo>
                      <a:pt x="0" y="0"/>
                    </a:moveTo>
                    <a:lnTo>
                      <a:pt x="0" y="0"/>
                    </a:lnTo>
                    <a:lnTo>
                      <a:pt x="54" y="64"/>
                    </a:lnTo>
                    <a:lnTo>
                      <a:pt x="213" y="256"/>
                    </a:lnTo>
                    <a:lnTo>
                      <a:pt x="213" y="256"/>
                    </a:lnTo>
                    <a:lnTo>
                      <a:pt x="54" y="6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59" name="Freeform 159"/>
              <p:cNvSpPr/>
              <p:nvPr/>
            </p:nvSpPr>
            <p:spPr bwMode="auto">
              <a:xfrm>
                <a:off x="2232" y="1650"/>
                <a:ext cx="241" cy="280"/>
              </a:xfrm>
              <a:custGeom>
                <a:avLst/>
                <a:gdLst/>
                <a:ahLst/>
                <a:cxnLst>
                  <a:cxn ang="0">
                    <a:pos x="15" y="0"/>
                  </a:cxn>
                  <a:cxn ang="0">
                    <a:pos x="8" y="4"/>
                  </a:cxn>
                  <a:cxn ang="0">
                    <a:pos x="0" y="15"/>
                  </a:cxn>
                  <a:cxn ang="0">
                    <a:pos x="12" y="29"/>
                  </a:cxn>
                  <a:cxn ang="0">
                    <a:pos x="12" y="29"/>
                  </a:cxn>
                  <a:cxn ang="0">
                    <a:pos x="67" y="94"/>
                  </a:cxn>
                  <a:cxn ang="0">
                    <a:pos x="221" y="280"/>
                  </a:cxn>
                  <a:cxn ang="0">
                    <a:pos x="241" y="273"/>
                  </a:cxn>
                  <a:cxn ang="0">
                    <a:pos x="82" y="81"/>
                  </a:cxn>
                  <a:cxn ang="0">
                    <a:pos x="28" y="17"/>
                  </a:cxn>
                  <a:cxn ang="0">
                    <a:pos x="20" y="9"/>
                  </a:cxn>
                  <a:cxn ang="0">
                    <a:pos x="17" y="4"/>
                  </a:cxn>
                  <a:cxn ang="0">
                    <a:pos x="15" y="0"/>
                  </a:cxn>
                </a:cxnLst>
                <a:rect l="0" t="0" r="r" b="b"/>
                <a:pathLst>
                  <a:path w="241" h="280">
                    <a:moveTo>
                      <a:pt x="15" y="0"/>
                    </a:moveTo>
                    <a:lnTo>
                      <a:pt x="8" y="4"/>
                    </a:lnTo>
                    <a:lnTo>
                      <a:pt x="0" y="15"/>
                    </a:lnTo>
                    <a:lnTo>
                      <a:pt x="12" y="29"/>
                    </a:lnTo>
                    <a:lnTo>
                      <a:pt x="12" y="29"/>
                    </a:lnTo>
                    <a:lnTo>
                      <a:pt x="67" y="94"/>
                    </a:lnTo>
                    <a:lnTo>
                      <a:pt x="221" y="280"/>
                    </a:lnTo>
                    <a:lnTo>
                      <a:pt x="241" y="273"/>
                    </a:lnTo>
                    <a:lnTo>
                      <a:pt x="82" y="81"/>
                    </a:lnTo>
                    <a:lnTo>
                      <a:pt x="28" y="17"/>
                    </a:lnTo>
                    <a:lnTo>
                      <a:pt x="20" y="9"/>
                    </a:lnTo>
                    <a:lnTo>
                      <a:pt x="17" y="4"/>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60" name="Freeform 160"/>
              <p:cNvSpPr/>
              <p:nvPr/>
            </p:nvSpPr>
            <p:spPr bwMode="auto">
              <a:xfrm>
                <a:off x="2232" y="1650"/>
                <a:ext cx="241" cy="280"/>
              </a:xfrm>
              <a:custGeom>
                <a:avLst/>
                <a:gdLst/>
                <a:ahLst/>
                <a:cxnLst>
                  <a:cxn ang="0">
                    <a:pos x="15" y="0"/>
                  </a:cxn>
                  <a:cxn ang="0">
                    <a:pos x="8" y="4"/>
                  </a:cxn>
                  <a:cxn ang="0">
                    <a:pos x="0" y="15"/>
                  </a:cxn>
                  <a:cxn ang="0">
                    <a:pos x="12" y="29"/>
                  </a:cxn>
                  <a:cxn ang="0">
                    <a:pos x="12" y="29"/>
                  </a:cxn>
                  <a:cxn ang="0">
                    <a:pos x="67" y="94"/>
                  </a:cxn>
                  <a:cxn ang="0">
                    <a:pos x="221" y="280"/>
                  </a:cxn>
                  <a:cxn ang="0">
                    <a:pos x="241" y="273"/>
                  </a:cxn>
                  <a:cxn ang="0">
                    <a:pos x="82" y="81"/>
                  </a:cxn>
                  <a:cxn ang="0">
                    <a:pos x="28" y="17"/>
                  </a:cxn>
                  <a:cxn ang="0">
                    <a:pos x="20" y="9"/>
                  </a:cxn>
                  <a:cxn ang="0">
                    <a:pos x="17" y="4"/>
                  </a:cxn>
                  <a:cxn ang="0">
                    <a:pos x="15" y="0"/>
                  </a:cxn>
                </a:cxnLst>
                <a:rect l="0" t="0" r="r" b="b"/>
                <a:pathLst>
                  <a:path w="241" h="280">
                    <a:moveTo>
                      <a:pt x="15" y="0"/>
                    </a:moveTo>
                    <a:lnTo>
                      <a:pt x="8" y="4"/>
                    </a:lnTo>
                    <a:lnTo>
                      <a:pt x="0" y="15"/>
                    </a:lnTo>
                    <a:lnTo>
                      <a:pt x="12" y="29"/>
                    </a:lnTo>
                    <a:lnTo>
                      <a:pt x="12" y="29"/>
                    </a:lnTo>
                    <a:lnTo>
                      <a:pt x="67" y="94"/>
                    </a:lnTo>
                    <a:lnTo>
                      <a:pt x="221" y="280"/>
                    </a:lnTo>
                    <a:lnTo>
                      <a:pt x="241" y="273"/>
                    </a:lnTo>
                    <a:lnTo>
                      <a:pt x="82" y="81"/>
                    </a:lnTo>
                    <a:lnTo>
                      <a:pt x="28" y="17"/>
                    </a:lnTo>
                    <a:lnTo>
                      <a:pt x="20" y="9"/>
                    </a:lnTo>
                    <a:lnTo>
                      <a:pt x="17" y="4"/>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361" name="Freeform 161"/>
              <p:cNvSpPr/>
              <p:nvPr/>
            </p:nvSpPr>
            <p:spPr bwMode="auto">
              <a:xfrm>
                <a:off x="2453" y="1930"/>
                <a:ext cx="5" cy="5"/>
              </a:xfrm>
              <a:custGeom>
                <a:avLst/>
                <a:gdLst/>
                <a:ahLst/>
                <a:cxnLst>
                  <a:cxn ang="0">
                    <a:pos x="0" y="0"/>
                  </a:cxn>
                  <a:cxn ang="0">
                    <a:pos x="0" y="0"/>
                  </a:cxn>
                  <a:cxn ang="0">
                    <a:pos x="5" y="5"/>
                  </a:cxn>
                  <a:cxn ang="0">
                    <a:pos x="5" y="5"/>
                  </a:cxn>
                  <a:cxn ang="0">
                    <a:pos x="0" y="0"/>
                  </a:cxn>
                </a:cxnLst>
                <a:rect l="0" t="0" r="r" b="b"/>
                <a:pathLst>
                  <a:path w="5" h="5">
                    <a:moveTo>
                      <a:pt x="0" y="0"/>
                    </a:moveTo>
                    <a:lnTo>
                      <a:pt x="0" y="0"/>
                    </a:lnTo>
                    <a:lnTo>
                      <a:pt x="5" y="5"/>
                    </a:lnTo>
                    <a:lnTo>
                      <a:pt x="5"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62" name="Freeform 162"/>
              <p:cNvSpPr/>
              <p:nvPr/>
            </p:nvSpPr>
            <p:spPr bwMode="auto">
              <a:xfrm>
                <a:off x="2453" y="1930"/>
                <a:ext cx="5" cy="5"/>
              </a:xfrm>
              <a:custGeom>
                <a:avLst/>
                <a:gdLst/>
                <a:ahLst/>
                <a:cxnLst>
                  <a:cxn ang="0">
                    <a:pos x="0" y="0"/>
                  </a:cxn>
                  <a:cxn ang="0">
                    <a:pos x="0" y="0"/>
                  </a:cxn>
                  <a:cxn ang="0">
                    <a:pos x="5" y="5"/>
                  </a:cxn>
                  <a:cxn ang="0">
                    <a:pos x="5" y="5"/>
                  </a:cxn>
                  <a:cxn ang="0">
                    <a:pos x="0" y="0"/>
                  </a:cxn>
                </a:cxnLst>
                <a:rect l="0" t="0" r="r" b="b"/>
                <a:pathLst>
                  <a:path w="5" h="5">
                    <a:moveTo>
                      <a:pt x="0" y="0"/>
                    </a:moveTo>
                    <a:lnTo>
                      <a:pt x="0" y="0"/>
                    </a:lnTo>
                    <a:lnTo>
                      <a:pt x="5" y="5"/>
                    </a:lnTo>
                    <a:lnTo>
                      <a:pt x="5"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63" name="Rectangle 163"/>
              <p:cNvSpPr>
                <a:spLocks noChangeArrowheads="1"/>
              </p:cNvSpPr>
              <p:nvPr/>
            </p:nvSpPr>
            <p:spPr bwMode="auto">
              <a:xfrm>
                <a:off x="2473" y="192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64" name="Rectangle 164"/>
              <p:cNvSpPr>
                <a:spLocks noChangeArrowheads="1"/>
              </p:cNvSpPr>
              <p:nvPr/>
            </p:nvSpPr>
            <p:spPr bwMode="auto">
              <a:xfrm>
                <a:off x="2473" y="192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65" name="Freeform 165"/>
              <p:cNvSpPr/>
              <p:nvPr/>
            </p:nvSpPr>
            <p:spPr bwMode="auto">
              <a:xfrm>
                <a:off x="2453" y="1923"/>
                <a:ext cx="23" cy="12"/>
              </a:xfrm>
              <a:custGeom>
                <a:avLst/>
                <a:gdLst/>
                <a:ahLst/>
                <a:cxnLst>
                  <a:cxn ang="0">
                    <a:pos x="20" y="0"/>
                  </a:cxn>
                  <a:cxn ang="0">
                    <a:pos x="0" y="7"/>
                  </a:cxn>
                  <a:cxn ang="0">
                    <a:pos x="5" y="12"/>
                  </a:cxn>
                  <a:cxn ang="0">
                    <a:pos x="5" y="10"/>
                  </a:cxn>
                  <a:cxn ang="0">
                    <a:pos x="23" y="4"/>
                  </a:cxn>
                  <a:cxn ang="0">
                    <a:pos x="20" y="0"/>
                  </a:cxn>
                  <a:cxn ang="0">
                    <a:pos x="20" y="0"/>
                  </a:cxn>
                  <a:cxn ang="0">
                    <a:pos x="20" y="0"/>
                  </a:cxn>
                </a:cxnLst>
                <a:rect l="0" t="0" r="r" b="b"/>
                <a:pathLst>
                  <a:path w="23" h="12">
                    <a:moveTo>
                      <a:pt x="20" y="0"/>
                    </a:moveTo>
                    <a:lnTo>
                      <a:pt x="0" y="7"/>
                    </a:lnTo>
                    <a:lnTo>
                      <a:pt x="5" y="12"/>
                    </a:lnTo>
                    <a:lnTo>
                      <a:pt x="5" y="10"/>
                    </a:lnTo>
                    <a:lnTo>
                      <a:pt x="23" y="4"/>
                    </a:lnTo>
                    <a:lnTo>
                      <a:pt x="20" y="0"/>
                    </a:lnTo>
                    <a:lnTo>
                      <a:pt x="20" y="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66" name="Freeform 166"/>
              <p:cNvSpPr/>
              <p:nvPr/>
            </p:nvSpPr>
            <p:spPr bwMode="auto">
              <a:xfrm>
                <a:off x="2453" y="1923"/>
                <a:ext cx="23" cy="12"/>
              </a:xfrm>
              <a:custGeom>
                <a:avLst/>
                <a:gdLst/>
                <a:ahLst/>
                <a:cxnLst>
                  <a:cxn ang="0">
                    <a:pos x="20" y="0"/>
                  </a:cxn>
                  <a:cxn ang="0">
                    <a:pos x="0" y="7"/>
                  </a:cxn>
                  <a:cxn ang="0">
                    <a:pos x="5" y="12"/>
                  </a:cxn>
                  <a:cxn ang="0">
                    <a:pos x="5" y="10"/>
                  </a:cxn>
                  <a:cxn ang="0">
                    <a:pos x="23" y="4"/>
                  </a:cxn>
                  <a:cxn ang="0">
                    <a:pos x="20" y="0"/>
                  </a:cxn>
                  <a:cxn ang="0">
                    <a:pos x="20" y="0"/>
                  </a:cxn>
                  <a:cxn ang="0">
                    <a:pos x="20" y="0"/>
                  </a:cxn>
                </a:cxnLst>
                <a:rect l="0" t="0" r="r" b="b"/>
                <a:pathLst>
                  <a:path w="23" h="12">
                    <a:moveTo>
                      <a:pt x="20" y="0"/>
                    </a:moveTo>
                    <a:lnTo>
                      <a:pt x="0" y="7"/>
                    </a:lnTo>
                    <a:lnTo>
                      <a:pt x="5" y="12"/>
                    </a:lnTo>
                    <a:lnTo>
                      <a:pt x="5" y="10"/>
                    </a:lnTo>
                    <a:lnTo>
                      <a:pt x="23" y="4"/>
                    </a:lnTo>
                    <a:lnTo>
                      <a:pt x="20" y="0"/>
                    </a:lnTo>
                    <a:lnTo>
                      <a:pt x="20" y="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367" name="Freeform 167"/>
              <p:cNvSpPr/>
              <p:nvPr/>
            </p:nvSpPr>
            <p:spPr bwMode="auto">
              <a:xfrm>
                <a:off x="2091" y="1950"/>
                <a:ext cx="603" cy="718"/>
              </a:xfrm>
              <a:custGeom>
                <a:avLst/>
                <a:gdLst/>
                <a:ahLst/>
                <a:cxnLst>
                  <a:cxn ang="0">
                    <a:pos x="380" y="0"/>
                  </a:cxn>
                  <a:cxn ang="0">
                    <a:pos x="0" y="656"/>
                  </a:cxn>
                  <a:cxn ang="0">
                    <a:pos x="201" y="693"/>
                  </a:cxn>
                  <a:cxn ang="0">
                    <a:pos x="344" y="718"/>
                  </a:cxn>
                  <a:cxn ang="0">
                    <a:pos x="601" y="271"/>
                  </a:cxn>
                  <a:cxn ang="0">
                    <a:pos x="603" y="268"/>
                  </a:cxn>
                  <a:cxn ang="0">
                    <a:pos x="414" y="42"/>
                  </a:cxn>
                  <a:cxn ang="0">
                    <a:pos x="380" y="0"/>
                  </a:cxn>
                </a:cxnLst>
                <a:rect l="0" t="0" r="r" b="b"/>
                <a:pathLst>
                  <a:path w="603" h="718">
                    <a:moveTo>
                      <a:pt x="380" y="0"/>
                    </a:moveTo>
                    <a:lnTo>
                      <a:pt x="0" y="656"/>
                    </a:lnTo>
                    <a:lnTo>
                      <a:pt x="201" y="693"/>
                    </a:lnTo>
                    <a:lnTo>
                      <a:pt x="344" y="718"/>
                    </a:lnTo>
                    <a:lnTo>
                      <a:pt x="601" y="271"/>
                    </a:lnTo>
                    <a:lnTo>
                      <a:pt x="603" y="268"/>
                    </a:lnTo>
                    <a:lnTo>
                      <a:pt x="414" y="42"/>
                    </a:lnTo>
                    <a:lnTo>
                      <a:pt x="38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68" name="Freeform 168"/>
              <p:cNvSpPr/>
              <p:nvPr/>
            </p:nvSpPr>
            <p:spPr bwMode="auto">
              <a:xfrm>
                <a:off x="2091" y="1950"/>
                <a:ext cx="603" cy="718"/>
              </a:xfrm>
              <a:custGeom>
                <a:avLst/>
                <a:gdLst/>
                <a:ahLst/>
                <a:cxnLst>
                  <a:cxn ang="0">
                    <a:pos x="380" y="0"/>
                  </a:cxn>
                  <a:cxn ang="0">
                    <a:pos x="0" y="656"/>
                  </a:cxn>
                  <a:cxn ang="0">
                    <a:pos x="201" y="693"/>
                  </a:cxn>
                  <a:cxn ang="0">
                    <a:pos x="344" y="718"/>
                  </a:cxn>
                  <a:cxn ang="0">
                    <a:pos x="601" y="271"/>
                  </a:cxn>
                  <a:cxn ang="0">
                    <a:pos x="603" y="268"/>
                  </a:cxn>
                  <a:cxn ang="0">
                    <a:pos x="414" y="42"/>
                  </a:cxn>
                  <a:cxn ang="0">
                    <a:pos x="380" y="0"/>
                  </a:cxn>
                </a:cxnLst>
                <a:rect l="0" t="0" r="r" b="b"/>
                <a:pathLst>
                  <a:path w="603" h="718">
                    <a:moveTo>
                      <a:pt x="380" y="0"/>
                    </a:moveTo>
                    <a:lnTo>
                      <a:pt x="0" y="656"/>
                    </a:lnTo>
                    <a:lnTo>
                      <a:pt x="201" y="693"/>
                    </a:lnTo>
                    <a:lnTo>
                      <a:pt x="344" y="718"/>
                    </a:lnTo>
                    <a:lnTo>
                      <a:pt x="601" y="271"/>
                    </a:lnTo>
                    <a:lnTo>
                      <a:pt x="603" y="268"/>
                    </a:lnTo>
                    <a:lnTo>
                      <a:pt x="414" y="42"/>
                    </a:lnTo>
                    <a:lnTo>
                      <a:pt x="380" y="0"/>
                    </a:lnTo>
                  </a:path>
                </a:pathLst>
              </a:custGeom>
              <a:noFill/>
              <a:ln w="9525">
                <a:noFill/>
                <a:round/>
              </a:ln>
            </p:spPr>
            <p:txBody>
              <a:bodyPr vert="horz" wrap="square" lIns="82938" tIns="41469" rIns="82938" bIns="41469" numCol="1" anchor="t" anchorCtr="0" compatLnSpc="1"/>
              <a:lstStyle/>
              <a:p>
                <a:endParaRPr lang="en-GB" sz="1815"/>
              </a:p>
            </p:txBody>
          </p:sp>
          <p:sp>
            <p:nvSpPr>
              <p:cNvPr id="51369" name="Freeform 169"/>
              <p:cNvSpPr/>
              <p:nvPr/>
            </p:nvSpPr>
            <p:spPr bwMode="auto">
              <a:xfrm>
                <a:off x="2505" y="1992"/>
                <a:ext cx="189" cy="226"/>
              </a:xfrm>
              <a:custGeom>
                <a:avLst/>
                <a:gdLst/>
                <a:ahLst/>
                <a:cxnLst>
                  <a:cxn ang="0">
                    <a:pos x="0" y="0"/>
                  </a:cxn>
                  <a:cxn ang="0">
                    <a:pos x="189" y="226"/>
                  </a:cxn>
                  <a:cxn ang="0">
                    <a:pos x="189" y="226"/>
                  </a:cxn>
                  <a:cxn ang="0">
                    <a:pos x="186" y="222"/>
                  </a:cxn>
                  <a:cxn ang="0">
                    <a:pos x="0" y="0"/>
                  </a:cxn>
                </a:cxnLst>
                <a:rect l="0" t="0" r="r" b="b"/>
                <a:pathLst>
                  <a:path w="189" h="226">
                    <a:moveTo>
                      <a:pt x="0" y="0"/>
                    </a:moveTo>
                    <a:lnTo>
                      <a:pt x="189" y="226"/>
                    </a:lnTo>
                    <a:lnTo>
                      <a:pt x="189" y="226"/>
                    </a:lnTo>
                    <a:lnTo>
                      <a:pt x="186" y="22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70" name="Freeform 170"/>
              <p:cNvSpPr/>
              <p:nvPr/>
            </p:nvSpPr>
            <p:spPr bwMode="auto">
              <a:xfrm>
                <a:off x="2505" y="1992"/>
                <a:ext cx="189" cy="226"/>
              </a:xfrm>
              <a:custGeom>
                <a:avLst/>
                <a:gdLst/>
                <a:ahLst/>
                <a:cxnLst>
                  <a:cxn ang="0">
                    <a:pos x="0" y="0"/>
                  </a:cxn>
                  <a:cxn ang="0">
                    <a:pos x="189" y="226"/>
                  </a:cxn>
                  <a:cxn ang="0">
                    <a:pos x="189" y="226"/>
                  </a:cxn>
                  <a:cxn ang="0">
                    <a:pos x="186" y="222"/>
                  </a:cxn>
                  <a:cxn ang="0">
                    <a:pos x="0" y="0"/>
                  </a:cxn>
                </a:cxnLst>
                <a:rect l="0" t="0" r="r" b="b"/>
                <a:pathLst>
                  <a:path w="189" h="226">
                    <a:moveTo>
                      <a:pt x="0" y="0"/>
                    </a:moveTo>
                    <a:lnTo>
                      <a:pt x="189" y="226"/>
                    </a:lnTo>
                    <a:lnTo>
                      <a:pt x="189" y="226"/>
                    </a:lnTo>
                    <a:lnTo>
                      <a:pt x="186" y="22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71" name="Freeform 171"/>
              <p:cNvSpPr/>
              <p:nvPr/>
            </p:nvSpPr>
            <p:spPr bwMode="auto">
              <a:xfrm>
                <a:off x="2691" y="2214"/>
                <a:ext cx="3" cy="4"/>
              </a:xfrm>
              <a:custGeom>
                <a:avLst/>
                <a:gdLst/>
                <a:ahLst/>
                <a:cxnLst>
                  <a:cxn ang="0">
                    <a:pos x="0" y="0"/>
                  </a:cxn>
                  <a:cxn ang="0">
                    <a:pos x="0" y="0"/>
                  </a:cxn>
                  <a:cxn ang="0">
                    <a:pos x="3" y="4"/>
                  </a:cxn>
                  <a:cxn ang="0">
                    <a:pos x="3" y="4"/>
                  </a:cxn>
                  <a:cxn ang="0">
                    <a:pos x="0" y="0"/>
                  </a:cxn>
                </a:cxnLst>
                <a:rect l="0" t="0" r="r" b="b"/>
                <a:pathLst>
                  <a:path w="3" h="4">
                    <a:moveTo>
                      <a:pt x="0" y="0"/>
                    </a:moveTo>
                    <a:lnTo>
                      <a:pt x="0" y="0"/>
                    </a:lnTo>
                    <a:lnTo>
                      <a:pt x="3" y="4"/>
                    </a:lnTo>
                    <a:lnTo>
                      <a:pt x="3" y="4"/>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72" name="Freeform 172"/>
              <p:cNvSpPr/>
              <p:nvPr/>
            </p:nvSpPr>
            <p:spPr bwMode="auto">
              <a:xfrm>
                <a:off x="2691" y="2214"/>
                <a:ext cx="3" cy="4"/>
              </a:xfrm>
              <a:custGeom>
                <a:avLst/>
                <a:gdLst/>
                <a:ahLst/>
                <a:cxnLst>
                  <a:cxn ang="0">
                    <a:pos x="0" y="0"/>
                  </a:cxn>
                  <a:cxn ang="0">
                    <a:pos x="0" y="0"/>
                  </a:cxn>
                  <a:cxn ang="0">
                    <a:pos x="3" y="4"/>
                  </a:cxn>
                  <a:cxn ang="0">
                    <a:pos x="3" y="4"/>
                  </a:cxn>
                  <a:cxn ang="0">
                    <a:pos x="0" y="0"/>
                  </a:cxn>
                </a:cxnLst>
                <a:rect l="0" t="0" r="r" b="b"/>
                <a:pathLst>
                  <a:path w="3" h="4">
                    <a:moveTo>
                      <a:pt x="0" y="0"/>
                    </a:moveTo>
                    <a:lnTo>
                      <a:pt x="0" y="0"/>
                    </a:lnTo>
                    <a:lnTo>
                      <a:pt x="3" y="4"/>
                    </a:lnTo>
                    <a:lnTo>
                      <a:pt x="3"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73" name="Freeform 173"/>
              <p:cNvSpPr/>
              <p:nvPr/>
            </p:nvSpPr>
            <p:spPr bwMode="auto">
              <a:xfrm>
                <a:off x="2091" y="1950"/>
                <a:ext cx="414" cy="656"/>
              </a:xfrm>
              <a:custGeom>
                <a:avLst/>
                <a:gdLst/>
                <a:ahLst/>
                <a:cxnLst>
                  <a:cxn ang="0">
                    <a:pos x="380" y="0"/>
                  </a:cxn>
                  <a:cxn ang="0">
                    <a:pos x="0" y="656"/>
                  </a:cxn>
                  <a:cxn ang="0">
                    <a:pos x="0" y="656"/>
                  </a:cxn>
                  <a:cxn ang="0">
                    <a:pos x="380" y="0"/>
                  </a:cxn>
                  <a:cxn ang="0">
                    <a:pos x="414" y="42"/>
                  </a:cxn>
                  <a:cxn ang="0">
                    <a:pos x="380" y="0"/>
                  </a:cxn>
                </a:cxnLst>
                <a:rect l="0" t="0" r="r" b="b"/>
                <a:pathLst>
                  <a:path w="414" h="656">
                    <a:moveTo>
                      <a:pt x="380" y="0"/>
                    </a:moveTo>
                    <a:lnTo>
                      <a:pt x="0" y="656"/>
                    </a:lnTo>
                    <a:lnTo>
                      <a:pt x="0" y="656"/>
                    </a:lnTo>
                    <a:lnTo>
                      <a:pt x="380" y="0"/>
                    </a:lnTo>
                    <a:lnTo>
                      <a:pt x="414" y="42"/>
                    </a:lnTo>
                    <a:lnTo>
                      <a:pt x="38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74" name="Freeform 174"/>
              <p:cNvSpPr/>
              <p:nvPr/>
            </p:nvSpPr>
            <p:spPr bwMode="auto">
              <a:xfrm>
                <a:off x="2091" y="1950"/>
                <a:ext cx="414" cy="656"/>
              </a:xfrm>
              <a:custGeom>
                <a:avLst/>
                <a:gdLst/>
                <a:ahLst/>
                <a:cxnLst>
                  <a:cxn ang="0">
                    <a:pos x="380" y="0"/>
                  </a:cxn>
                  <a:cxn ang="0">
                    <a:pos x="0" y="656"/>
                  </a:cxn>
                  <a:cxn ang="0">
                    <a:pos x="0" y="656"/>
                  </a:cxn>
                  <a:cxn ang="0">
                    <a:pos x="380" y="0"/>
                  </a:cxn>
                  <a:cxn ang="0">
                    <a:pos x="414" y="42"/>
                  </a:cxn>
                  <a:cxn ang="0">
                    <a:pos x="380" y="0"/>
                  </a:cxn>
                </a:cxnLst>
                <a:rect l="0" t="0" r="r" b="b"/>
                <a:pathLst>
                  <a:path w="414" h="656">
                    <a:moveTo>
                      <a:pt x="380" y="0"/>
                    </a:moveTo>
                    <a:lnTo>
                      <a:pt x="0" y="656"/>
                    </a:lnTo>
                    <a:lnTo>
                      <a:pt x="0" y="656"/>
                    </a:lnTo>
                    <a:lnTo>
                      <a:pt x="380" y="0"/>
                    </a:lnTo>
                    <a:lnTo>
                      <a:pt x="414" y="42"/>
                    </a:lnTo>
                    <a:lnTo>
                      <a:pt x="380" y="0"/>
                    </a:lnTo>
                  </a:path>
                </a:pathLst>
              </a:custGeom>
              <a:noFill/>
              <a:ln w="9525">
                <a:noFill/>
                <a:round/>
              </a:ln>
            </p:spPr>
            <p:txBody>
              <a:bodyPr vert="horz" wrap="square" lIns="82938" tIns="41469" rIns="82938" bIns="41469" numCol="1" anchor="t" anchorCtr="0" compatLnSpc="1"/>
              <a:lstStyle/>
              <a:p>
                <a:endParaRPr lang="en-GB" sz="1815"/>
              </a:p>
            </p:txBody>
          </p:sp>
          <p:sp>
            <p:nvSpPr>
              <p:cNvPr id="51375" name="Freeform 175"/>
              <p:cNvSpPr/>
              <p:nvPr/>
            </p:nvSpPr>
            <p:spPr bwMode="auto">
              <a:xfrm>
                <a:off x="2471" y="1940"/>
                <a:ext cx="240" cy="274"/>
              </a:xfrm>
              <a:custGeom>
                <a:avLst/>
                <a:gdLst/>
                <a:ahLst/>
                <a:cxnLst>
                  <a:cxn ang="0">
                    <a:pos x="17" y="0"/>
                  </a:cxn>
                  <a:cxn ang="0">
                    <a:pos x="17" y="0"/>
                  </a:cxn>
                  <a:cxn ang="0">
                    <a:pos x="21" y="3"/>
                  </a:cxn>
                  <a:cxn ang="0">
                    <a:pos x="7" y="8"/>
                  </a:cxn>
                  <a:cxn ang="0">
                    <a:pos x="0" y="10"/>
                  </a:cxn>
                  <a:cxn ang="0">
                    <a:pos x="0" y="10"/>
                  </a:cxn>
                  <a:cxn ang="0">
                    <a:pos x="34" y="52"/>
                  </a:cxn>
                  <a:cxn ang="0">
                    <a:pos x="220" y="274"/>
                  </a:cxn>
                  <a:cxn ang="0">
                    <a:pos x="240" y="266"/>
                  </a:cxn>
                  <a:cxn ang="0">
                    <a:pos x="17" y="0"/>
                  </a:cxn>
                </a:cxnLst>
                <a:rect l="0" t="0" r="r" b="b"/>
                <a:pathLst>
                  <a:path w="240" h="274">
                    <a:moveTo>
                      <a:pt x="17" y="0"/>
                    </a:moveTo>
                    <a:lnTo>
                      <a:pt x="17" y="0"/>
                    </a:lnTo>
                    <a:lnTo>
                      <a:pt x="21" y="3"/>
                    </a:lnTo>
                    <a:lnTo>
                      <a:pt x="7" y="8"/>
                    </a:lnTo>
                    <a:lnTo>
                      <a:pt x="0" y="10"/>
                    </a:lnTo>
                    <a:lnTo>
                      <a:pt x="0" y="10"/>
                    </a:lnTo>
                    <a:lnTo>
                      <a:pt x="34" y="52"/>
                    </a:lnTo>
                    <a:lnTo>
                      <a:pt x="220" y="274"/>
                    </a:lnTo>
                    <a:lnTo>
                      <a:pt x="240" y="266"/>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76" name="Freeform 176"/>
              <p:cNvSpPr/>
              <p:nvPr/>
            </p:nvSpPr>
            <p:spPr bwMode="auto">
              <a:xfrm>
                <a:off x="2471" y="1940"/>
                <a:ext cx="240" cy="274"/>
              </a:xfrm>
              <a:custGeom>
                <a:avLst/>
                <a:gdLst/>
                <a:ahLst/>
                <a:cxnLst>
                  <a:cxn ang="0">
                    <a:pos x="17" y="0"/>
                  </a:cxn>
                  <a:cxn ang="0">
                    <a:pos x="17" y="0"/>
                  </a:cxn>
                  <a:cxn ang="0">
                    <a:pos x="21" y="3"/>
                  </a:cxn>
                  <a:cxn ang="0">
                    <a:pos x="7" y="8"/>
                  </a:cxn>
                  <a:cxn ang="0">
                    <a:pos x="0" y="10"/>
                  </a:cxn>
                  <a:cxn ang="0">
                    <a:pos x="0" y="10"/>
                  </a:cxn>
                  <a:cxn ang="0">
                    <a:pos x="34" y="52"/>
                  </a:cxn>
                  <a:cxn ang="0">
                    <a:pos x="220" y="274"/>
                  </a:cxn>
                  <a:cxn ang="0">
                    <a:pos x="240" y="266"/>
                  </a:cxn>
                  <a:cxn ang="0">
                    <a:pos x="17" y="0"/>
                  </a:cxn>
                </a:cxnLst>
                <a:rect l="0" t="0" r="r" b="b"/>
                <a:pathLst>
                  <a:path w="240" h="274">
                    <a:moveTo>
                      <a:pt x="17" y="0"/>
                    </a:moveTo>
                    <a:lnTo>
                      <a:pt x="17" y="0"/>
                    </a:lnTo>
                    <a:lnTo>
                      <a:pt x="21" y="3"/>
                    </a:lnTo>
                    <a:lnTo>
                      <a:pt x="7" y="8"/>
                    </a:lnTo>
                    <a:lnTo>
                      <a:pt x="0" y="10"/>
                    </a:lnTo>
                    <a:lnTo>
                      <a:pt x="0" y="10"/>
                    </a:lnTo>
                    <a:lnTo>
                      <a:pt x="34" y="52"/>
                    </a:lnTo>
                    <a:lnTo>
                      <a:pt x="220" y="274"/>
                    </a:lnTo>
                    <a:lnTo>
                      <a:pt x="240" y="266"/>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1377" name="Freeform 177"/>
              <p:cNvSpPr/>
              <p:nvPr/>
            </p:nvSpPr>
            <p:spPr bwMode="auto">
              <a:xfrm>
                <a:off x="2476" y="1927"/>
                <a:ext cx="12" cy="13"/>
              </a:xfrm>
              <a:custGeom>
                <a:avLst/>
                <a:gdLst/>
                <a:ahLst/>
                <a:cxnLst>
                  <a:cxn ang="0">
                    <a:pos x="0" y="0"/>
                  </a:cxn>
                  <a:cxn ang="0">
                    <a:pos x="0" y="0"/>
                  </a:cxn>
                  <a:cxn ang="0">
                    <a:pos x="12" y="13"/>
                  </a:cxn>
                  <a:cxn ang="0">
                    <a:pos x="12" y="13"/>
                  </a:cxn>
                  <a:cxn ang="0">
                    <a:pos x="0" y="0"/>
                  </a:cxn>
                </a:cxnLst>
                <a:rect l="0" t="0" r="r" b="b"/>
                <a:pathLst>
                  <a:path w="12" h="13">
                    <a:moveTo>
                      <a:pt x="0" y="0"/>
                    </a:moveTo>
                    <a:lnTo>
                      <a:pt x="0" y="0"/>
                    </a:lnTo>
                    <a:lnTo>
                      <a:pt x="12" y="13"/>
                    </a:lnTo>
                    <a:lnTo>
                      <a:pt x="12"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78" name="Freeform 178"/>
              <p:cNvSpPr/>
              <p:nvPr/>
            </p:nvSpPr>
            <p:spPr bwMode="auto">
              <a:xfrm>
                <a:off x="2476" y="1927"/>
                <a:ext cx="12" cy="13"/>
              </a:xfrm>
              <a:custGeom>
                <a:avLst/>
                <a:gdLst/>
                <a:ahLst/>
                <a:cxnLst>
                  <a:cxn ang="0">
                    <a:pos x="0" y="0"/>
                  </a:cxn>
                  <a:cxn ang="0">
                    <a:pos x="0" y="0"/>
                  </a:cxn>
                  <a:cxn ang="0">
                    <a:pos x="12" y="13"/>
                  </a:cxn>
                  <a:cxn ang="0">
                    <a:pos x="12" y="13"/>
                  </a:cxn>
                  <a:cxn ang="0">
                    <a:pos x="0" y="0"/>
                  </a:cxn>
                </a:cxnLst>
                <a:rect l="0" t="0" r="r" b="b"/>
                <a:pathLst>
                  <a:path w="12" h="13">
                    <a:moveTo>
                      <a:pt x="0" y="0"/>
                    </a:moveTo>
                    <a:lnTo>
                      <a:pt x="0" y="0"/>
                    </a:lnTo>
                    <a:lnTo>
                      <a:pt x="12" y="13"/>
                    </a:lnTo>
                    <a:lnTo>
                      <a:pt x="12"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79" name="Freeform 179"/>
              <p:cNvSpPr/>
              <p:nvPr/>
            </p:nvSpPr>
            <p:spPr bwMode="auto">
              <a:xfrm>
                <a:off x="2691" y="2206"/>
                <a:ext cx="23" cy="12"/>
              </a:xfrm>
              <a:custGeom>
                <a:avLst/>
                <a:gdLst/>
                <a:ahLst/>
                <a:cxnLst>
                  <a:cxn ang="0">
                    <a:pos x="20" y="0"/>
                  </a:cxn>
                  <a:cxn ang="0">
                    <a:pos x="0" y="8"/>
                  </a:cxn>
                  <a:cxn ang="0">
                    <a:pos x="3" y="12"/>
                  </a:cxn>
                  <a:cxn ang="0">
                    <a:pos x="3" y="12"/>
                  </a:cxn>
                  <a:cxn ang="0">
                    <a:pos x="23" y="5"/>
                  </a:cxn>
                  <a:cxn ang="0">
                    <a:pos x="20" y="0"/>
                  </a:cxn>
                </a:cxnLst>
                <a:rect l="0" t="0" r="r" b="b"/>
                <a:pathLst>
                  <a:path w="23" h="12">
                    <a:moveTo>
                      <a:pt x="20" y="0"/>
                    </a:moveTo>
                    <a:lnTo>
                      <a:pt x="0" y="8"/>
                    </a:lnTo>
                    <a:lnTo>
                      <a:pt x="3" y="12"/>
                    </a:lnTo>
                    <a:lnTo>
                      <a:pt x="3" y="12"/>
                    </a:lnTo>
                    <a:lnTo>
                      <a:pt x="23" y="5"/>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80" name="Freeform 180"/>
              <p:cNvSpPr/>
              <p:nvPr/>
            </p:nvSpPr>
            <p:spPr bwMode="auto">
              <a:xfrm>
                <a:off x="2691" y="2206"/>
                <a:ext cx="23" cy="12"/>
              </a:xfrm>
              <a:custGeom>
                <a:avLst/>
                <a:gdLst/>
                <a:ahLst/>
                <a:cxnLst>
                  <a:cxn ang="0">
                    <a:pos x="20" y="0"/>
                  </a:cxn>
                  <a:cxn ang="0">
                    <a:pos x="0" y="8"/>
                  </a:cxn>
                  <a:cxn ang="0">
                    <a:pos x="3" y="12"/>
                  </a:cxn>
                  <a:cxn ang="0">
                    <a:pos x="3" y="12"/>
                  </a:cxn>
                  <a:cxn ang="0">
                    <a:pos x="23" y="5"/>
                  </a:cxn>
                  <a:cxn ang="0">
                    <a:pos x="20" y="0"/>
                  </a:cxn>
                </a:cxnLst>
                <a:rect l="0" t="0" r="r" b="b"/>
                <a:pathLst>
                  <a:path w="23" h="12">
                    <a:moveTo>
                      <a:pt x="20" y="0"/>
                    </a:moveTo>
                    <a:lnTo>
                      <a:pt x="0" y="8"/>
                    </a:lnTo>
                    <a:lnTo>
                      <a:pt x="3" y="12"/>
                    </a:lnTo>
                    <a:lnTo>
                      <a:pt x="3" y="12"/>
                    </a:lnTo>
                    <a:lnTo>
                      <a:pt x="23" y="5"/>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381" name="Freeform 181"/>
              <p:cNvSpPr/>
              <p:nvPr/>
            </p:nvSpPr>
            <p:spPr bwMode="auto">
              <a:xfrm>
                <a:off x="2724" y="2223"/>
                <a:ext cx="146" cy="174"/>
              </a:xfrm>
              <a:custGeom>
                <a:avLst/>
                <a:gdLst/>
                <a:ahLst/>
                <a:cxnLst>
                  <a:cxn ang="0">
                    <a:pos x="0" y="0"/>
                  </a:cxn>
                  <a:cxn ang="0">
                    <a:pos x="0" y="0"/>
                  </a:cxn>
                  <a:cxn ang="0">
                    <a:pos x="96" y="114"/>
                  </a:cxn>
                  <a:cxn ang="0">
                    <a:pos x="146" y="174"/>
                  </a:cxn>
                  <a:cxn ang="0">
                    <a:pos x="0" y="0"/>
                  </a:cxn>
                </a:cxnLst>
                <a:rect l="0" t="0" r="r" b="b"/>
                <a:pathLst>
                  <a:path w="146" h="174">
                    <a:moveTo>
                      <a:pt x="0" y="0"/>
                    </a:moveTo>
                    <a:lnTo>
                      <a:pt x="0" y="0"/>
                    </a:lnTo>
                    <a:lnTo>
                      <a:pt x="96" y="114"/>
                    </a:lnTo>
                    <a:lnTo>
                      <a:pt x="146" y="174"/>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82" name="Freeform 182"/>
              <p:cNvSpPr/>
              <p:nvPr/>
            </p:nvSpPr>
            <p:spPr bwMode="auto">
              <a:xfrm>
                <a:off x="2724" y="2223"/>
                <a:ext cx="146" cy="174"/>
              </a:xfrm>
              <a:custGeom>
                <a:avLst/>
                <a:gdLst/>
                <a:ahLst/>
                <a:cxnLst>
                  <a:cxn ang="0">
                    <a:pos x="0" y="0"/>
                  </a:cxn>
                  <a:cxn ang="0">
                    <a:pos x="0" y="0"/>
                  </a:cxn>
                  <a:cxn ang="0">
                    <a:pos x="96" y="114"/>
                  </a:cxn>
                  <a:cxn ang="0">
                    <a:pos x="146" y="174"/>
                  </a:cxn>
                  <a:cxn ang="0">
                    <a:pos x="0" y="0"/>
                  </a:cxn>
                </a:cxnLst>
                <a:rect l="0" t="0" r="r" b="b"/>
                <a:pathLst>
                  <a:path w="146" h="174">
                    <a:moveTo>
                      <a:pt x="0" y="0"/>
                    </a:moveTo>
                    <a:lnTo>
                      <a:pt x="0" y="0"/>
                    </a:lnTo>
                    <a:lnTo>
                      <a:pt x="96" y="114"/>
                    </a:lnTo>
                    <a:lnTo>
                      <a:pt x="146" y="17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83" name="Rectangle 183"/>
              <p:cNvSpPr>
                <a:spLocks noChangeArrowheads="1"/>
              </p:cNvSpPr>
              <p:nvPr/>
            </p:nvSpPr>
            <p:spPr bwMode="auto">
              <a:xfrm>
                <a:off x="2724" y="222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84" name="Rectangle 184"/>
              <p:cNvSpPr>
                <a:spLocks noChangeArrowheads="1"/>
              </p:cNvSpPr>
              <p:nvPr/>
            </p:nvSpPr>
            <p:spPr bwMode="auto">
              <a:xfrm>
                <a:off x="2724" y="222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85" name="Freeform 185"/>
              <p:cNvSpPr/>
              <p:nvPr/>
            </p:nvSpPr>
            <p:spPr bwMode="auto">
              <a:xfrm>
                <a:off x="2820" y="2337"/>
                <a:ext cx="134" cy="160"/>
              </a:xfrm>
              <a:custGeom>
                <a:avLst/>
                <a:gdLst/>
                <a:ahLst/>
                <a:cxnLst>
                  <a:cxn ang="0">
                    <a:pos x="0" y="0"/>
                  </a:cxn>
                  <a:cxn ang="0">
                    <a:pos x="134" y="160"/>
                  </a:cxn>
                  <a:cxn ang="0">
                    <a:pos x="134" y="160"/>
                  </a:cxn>
                  <a:cxn ang="0">
                    <a:pos x="134" y="160"/>
                  </a:cxn>
                  <a:cxn ang="0">
                    <a:pos x="134" y="160"/>
                  </a:cxn>
                  <a:cxn ang="0">
                    <a:pos x="50" y="60"/>
                  </a:cxn>
                  <a:cxn ang="0">
                    <a:pos x="0" y="0"/>
                  </a:cxn>
                </a:cxnLst>
                <a:rect l="0" t="0" r="r" b="b"/>
                <a:pathLst>
                  <a:path w="134" h="160">
                    <a:moveTo>
                      <a:pt x="0" y="0"/>
                    </a:moveTo>
                    <a:lnTo>
                      <a:pt x="134" y="160"/>
                    </a:lnTo>
                    <a:lnTo>
                      <a:pt x="134" y="160"/>
                    </a:lnTo>
                    <a:lnTo>
                      <a:pt x="134" y="160"/>
                    </a:lnTo>
                    <a:lnTo>
                      <a:pt x="134" y="160"/>
                    </a:lnTo>
                    <a:lnTo>
                      <a:pt x="50" y="6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86" name="Freeform 186"/>
              <p:cNvSpPr/>
              <p:nvPr/>
            </p:nvSpPr>
            <p:spPr bwMode="auto">
              <a:xfrm>
                <a:off x="2820" y="2337"/>
                <a:ext cx="134" cy="160"/>
              </a:xfrm>
              <a:custGeom>
                <a:avLst/>
                <a:gdLst/>
                <a:ahLst/>
                <a:cxnLst>
                  <a:cxn ang="0">
                    <a:pos x="0" y="0"/>
                  </a:cxn>
                  <a:cxn ang="0">
                    <a:pos x="134" y="160"/>
                  </a:cxn>
                  <a:cxn ang="0">
                    <a:pos x="134" y="160"/>
                  </a:cxn>
                  <a:cxn ang="0">
                    <a:pos x="134" y="160"/>
                  </a:cxn>
                  <a:cxn ang="0">
                    <a:pos x="134" y="160"/>
                  </a:cxn>
                  <a:cxn ang="0">
                    <a:pos x="50" y="60"/>
                  </a:cxn>
                  <a:cxn ang="0">
                    <a:pos x="0" y="0"/>
                  </a:cxn>
                </a:cxnLst>
                <a:rect l="0" t="0" r="r" b="b"/>
                <a:pathLst>
                  <a:path w="134" h="160">
                    <a:moveTo>
                      <a:pt x="0" y="0"/>
                    </a:moveTo>
                    <a:lnTo>
                      <a:pt x="134" y="160"/>
                    </a:lnTo>
                    <a:lnTo>
                      <a:pt x="134" y="160"/>
                    </a:lnTo>
                    <a:lnTo>
                      <a:pt x="134" y="160"/>
                    </a:lnTo>
                    <a:lnTo>
                      <a:pt x="134" y="160"/>
                    </a:lnTo>
                    <a:lnTo>
                      <a:pt x="50" y="6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87" name="Freeform 187"/>
              <p:cNvSpPr/>
              <p:nvPr/>
            </p:nvSpPr>
            <p:spPr bwMode="auto">
              <a:xfrm>
                <a:off x="2714" y="2211"/>
                <a:ext cx="10" cy="12"/>
              </a:xfrm>
              <a:custGeom>
                <a:avLst/>
                <a:gdLst/>
                <a:ahLst/>
                <a:cxnLst>
                  <a:cxn ang="0">
                    <a:pos x="0" y="0"/>
                  </a:cxn>
                  <a:cxn ang="0">
                    <a:pos x="10" y="12"/>
                  </a:cxn>
                  <a:cxn ang="0">
                    <a:pos x="10" y="12"/>
                  </a:cxn>
                  <a:cxn ang="0">
                    <a:pos x="0" y="0"/>
                  </a:cxn>
                </a:cxnLst>
                <a:rect l="0" t="0" r="r" b="b"/>
                <a:pathLst>
                  <a:path w="10" h="12">
                    <a:moveTo>
                      <a:pt x="0" y="0"/>
                    </a:moveTo>
                    <a:lnTo>
                      <a:pt x="10" y="12"/>
                    </a:lnTo>
                    <a:lnTo>
                      <a:pt x="10"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88" name="Freeform 188"/>
              <p:cNvSpPr/>
              <p:nvPr/>
            </p:nvSpPr>
            <p:spPr bwMode="auto">
              <a:xfrm>
                <a:off x="2714" y="2211"/>
                <a:ext cx="10" cy="12"/>
              </a:xfrm>
              <a:custGeom>
                <a:avLst/>
                <a:gdLst/>
                <a:ahLst/>
                <a:cxnLst>
                  <a:cxn ang="0">
                    <a:pos x="0" y="0"/>
                  </a:cxn>
                  <a:cxn ang="0">
                    <a:pos x="10" y="12"/>
                  </a:cxn>
                  <a:cxn ang="0">
                    <a:pos x="10" y="12"/>
                  </a:cxn>
                  <a:cxn ang="0">
                    <a:pos x="0" y="0"/>
                  </a:cxn>
                </a:cxnLst>
                <a:rect l="0" t="0" r="r" b="b"/>
                <a:pathLst>
                  <a:path w="10" h="12">
                    <a:moveTo>
                      <a:pt x="0" y="0"/>
                    </a:moveTo>
                    <a:lnTo>
                      <a:pt x="10" y="12"/>
                    </a:lnTo>
                    <a:lnTo>
                      <a:pt x="10"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89" name="Freeform 189"/>
              <p:cNvSpPr/>
              <p:nvPr/>
            </p:nvSpPr>
            <p:spPr bwMode="auto">
              <a:xfrm>
                <a:off x="2954" y="2497"/>
                <a:ext cx="3" cy="4"/>
              </a:xfrm>
              <a:custGeom>
                <a:avLst/>
                <a:gdLst/>
                <a:ahLst/>
                <a:cxnLst>
                  <a:cxn ang="0">
                    <a:pos x="0" y="0"/>
                  </a:cxn>
                  <a:cxn ang="0">
                    <a:pos x="0" y="0"/>
                  </a:cxn>
                  <a:cxn ang="0">
                    <a:pos x="3" y="4"/>
                  </a:cxn>
                  <a:cxn ang="0">
                    <a:pos x="0" y="0"/>
                  </a:cxn>
                </a:cxnLst>
                <a:rect l="0" t="0" r="r" b="b"/>
                <a:pathLst>
                  <a:path w="3" h="4">
                    <a:moveTo>
                      <a:pt x="0" y="0"/>
                    </a:moveTo>
                    <a:lnTo>
                      <a:pt x="0" y="0"/>
                    </a:lnTo>
                    <a:lnTo>
                      <a:pt x="3"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0" name="Freeform 190"/>
              <p:cNvSpPr/>
              <p:nvPr/>
            </p:nvSpPr>
            <p:spPr bwMode="auto">
              <a:xfrm>
                <a:off x="2954" y="2497"/>
                <a:ext cx="3" cy="4"/>
              </a:xfrm>
              <a:custGeom>
                <a:avLst/>
                <a:gdLst/>
                <a:ahLst/>
                <a:cxnLst>
                  <a:cxn ang="0">
                    <a:pos x="0" y="0"/>
                  </a:cxn>
                  <a:cxn ang="0">
                    <a:pos x="0" y="0"/>
                  </a:cxn>
                  <a:cxn ang="0">
                    <a:pos x="3" y="4"/>
                  </a:cxn>
                  <a:cxn ang="0">
                    <a:pos x="0" y="0"/>
                  </a:cxn>
                </a:cxnLst>
                <a:rect l="0" t="0" r="r" b="b"/>
                <a:pathLst>
                  <a:path w="3" h="4">
                    <a:moveTo>
                      <a:pt x="0" y="0"/>
                    </a:moveTo>
                    <a:lnTo>
                      <a:pt x="0" y="0"/>
                    </a:lnTo>
                    <a:lnTo>
                      <a:pt x="3"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91" name="Freeform 191"/>
              <p:cNvSpPr/>
              <p:nvPr/>
            </p:nvSpPr>
            <p:spPr bwMode="auto">
              <a:xfrm>
                <a:off x="2292" y="2221"/>
                <a:ext cx="400" cy="447"/>
              </a:xfrm>
              <a:custGeom>
                <a:avLst/>
                <a:gdLst/>
                <a:ahLst/>
                <a:cxnLst>
                  <a:cxn ang="0">
                    <a:pos x="400" y="0"/>
                  </a:cxn>
                  <a:cxn ang="0">
                    <a:pos x="143" y="447"/>
                  </a:cxn>
                  <a:cxn ang="0">
                    <a:pos x="0" y="422"/>
                  </a:cxn>
                  <a:cxn ang="0">
                    <a:pos x="143" y="447"/>
                  </a:cxn>
                  <a:cxn ang="0">
                    <a:pos x="400" y="0"/>
                  </a:cxn>
                </a:cxnLst>
                <a:rect l="0" t="0" r="r" b="b"/>
                <a:pathLst>
                  <a:path w="400" h="447">
                    <a:moveTo>
                      <a:pt x="400" y="0"/>
                    </a:moveTo>
                    <a:lnTo>
                      <a:pt x="143" y="447"/>
                    </a:lnTo>
                    <a:lnTo>
                      <a:pt x="0" y="422"/>
                    </a:lnTo>
                    <a:lnTo>
                      <a:pt x="143" y="447"/>
                    </a:lnTo>
                    <a:lnTo>
                      <a:pt x="40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2" name="Freeform 192"/>
              <p:cNvSpPr/>
              <p:nvPr/>
            </p:nvSpPr>
            <p:spPr bwMode="auto">
              <a:xfrm>
                <a:off x="2292" y="2221"/>
                <a:ext cx="400" cy="447"/>
              </a:xfrm>
              <a:custGeom>
                <a:avLst/>
                <a:gdLst/>
                <a:ahLst/>
                <a:cxnLst>
                  <a:cxn ang="0">
                    <a:pos x="400" y="0"/>
                  </a:cxn>
                  <a:cxn ang="0">
                    <a:pos x="143" y="447"/>
                  </a:cxn>
                  <a:cxn ang="0">
                    <a:pos x="0" y="422"/>
                  </a:cxn>
                  <a:cxn ang="0">
                    <a:pos x="143" y="447"/>
                  </a:cxn>
                  <a:cxn ang="0">
                    <a:pos x="400" y="0"/>
                  </a:cxn>
                </a:cxnLst>
                <a:rect l="0" t="0" r="r" b="b"/>
                <a:pathLst>
                  <a:path w="400" h="447">
                    <a:moveTo>
                      <a:pt x="400" y="0"/>
                    </a:moveTo>
                    <a:lnTo>
                      <a:pt x="143" y="447"/>
                    </a:lnTo>
                    <a:lnTo>
                      <a:pt x="0" y="422"/>
                    </a:lnTo>
                    <a:lnTo>
                      <a:pt x="143" y="447"/>
                    </a:lnTo>
                    <a:lnTo>
                      <a:pt x="400" y="0"/>
                    </a:lnTo>
                  </a:path>
                </a:pathLst>
              </a:custGeom>
              <a:noFill/>
              <a:ln w="9525">
                <a:noFill/>
                <a:round/>
              </a:ln>
            </p:spPr>
            <p:txBody>
              <a:bodyPr vert="horz" wrap="square" lIns="82938" tIns="41469" rIns="82938" bIns="41469" numCol="1" anchor="t" anchorCtr="0" compatLnSpc="1"/>
              <a:lstStyle/>
              <a:p>
                <a:endParaRPr lang="en-GB" sz="1815"/>
              </a:p>
            </p:txBody>
          </p:sp>
          <p:sp>
            <p:nvSpPr>
              <p:cNvPr id="51393" name="Freeform 193"/>
              <p:cNvSpPr/>
              <p:nvPr/>
            </p:nvSpPr>
            <p:spPr bwMode="auto">
              <a:xfrm>
                <a:off x="2071" y="1935"/>
                <a:ext cx="385" cy="668"/>
              </a:xfrm>
              <a:custGeom>
                <a:avLst/>
                <a:gdLst/>
                <a:ahLst/>
                <a:cxnLst>
                  <a:cxn ang="0">
                    <a:pos x="385" y="0"/>
                  </a:cxn>
                  <a:cxn ang="0">
                    <a:pos x="0" y="668"/>
                  </a:cxn>
                  <a:cxn ang="0">
                    <a:pos x="0" y="668"/>
                  </a:cxn>
                  <a:cxn ang="0">
                    <a:pos x="385" y="0"/>
                  </a:cxn>
                </a:cxnLst>
                <a:rect l="0" t="0" r="r" b="b"/>
                <a:pathLst>
                  <a:path w="385" h="668">
                    <a:moveTo>
                      <a:pt x="385" y="0"/>
                    </a:moveTo>
                    <a:lnTo>
                      <a:pt x="0" y="668"/>
                    </a:lnTo>
                    <a:lnTo>
                      <a:pt x="0" y="668"/>
                    </a:lnTo>
                    <a:lnTo>
                      <a:pt x="385"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94" name="Freeform 194"/>
              <p:cNvSpPr/>
              <p:nvPr/>
            </p:nvSpPr>
            <p:spPr bwMode="auto">
              <a:xfrm>
                <a:off x="2071" y="1935"/>
                <a:ext cx="385" cy="668"/>
              </a:xfrm>
              <a:custGeom>
                <a:avLst/>
                <a:gdLst/>
                <a:ahLst/>
                <a:cxnLst>
                  <a:cxn ang="0">
                    <a:pos x="385" y="0"/>
                  </a:cxn>
                  <a:cxn ang="0">
                    <a:pos x="0" y="668"/>
                  </a:cxn>
                  <a:cxn ang="0">
                    <a:pos x="0" y="668"/>
                  </a:cxn>
                  <a:cxn ang="0">
                    <a:pos x="385" y="0"/>
                  </a:cxn>
                </a:cxnLst>
                <a:rect l="0" t="0" r="r" b="b"/>
                <a:pathLst>
                  <a:path w="385" h="668">
                    <a:moveTo>
                      <a:pt x="385" y="0"/>
                    </a:moveTo>
                    <a:lnTo>
                      <a:pt x="0" y="668"/>
                    </a:lnTo>
                    <a:lnTo>
                      <a:pt x="0" y="668"/>
                    </a:lnTo>
                    <a:lnTo>
                      <a:pt x="385" y="0"/>
                    </a:lnTo>
                  </a:path>
                </a:pathLst>
              </a:custGeom>
              <a:noFill/>
              <a:ln w="9525">
                <a:noFill/>
                <a:round/>
              </a:ln>
            </p:spPr>
            <p:txBody>
              <a:bodyPr vert="horz" wrap="square" lIns="82938" tIns="41469" rIns="82938" bIns="41469" numCol="1" anchor="t" anchorCtr="0" compatLnSpc="1"/>
              <a:lstStyle/>
              <a:p>
                <a:endParaRPr lang="en-GB" sz="1815"/>
              </a:p>
            </p:txBody>
          </p:sp>
          <p:sp>
            <p:nvSpPr>
              <p:cNvPr id="51395" name="Freeform 195"/>
              <p:cNvSpPr/>
              <p:nvPr/>
            </p:nvSpPr>
            <p:spPr bwMode="auto">
              <a:xfrm>
                <a:off x="2071" y="1935"/>
                <a:ext cx="400" cy="671"/>
              </a:xfrm>
              <a:custGeom>
                <a:avLst/>
                <a:gdLst/>
                <a:ahLst/>
                <a:cxnLst>
                  <a:cxn ang="0">
                    <a:pos x="387" y="0"/>
                  </a:cxn>
                  <a:cxn ang="0">
                    <a:pos x="385" y="0"/>
                  </a:cxn>
                  <a:cxn ang="0">
                    <a:pos x="0" y="668"/>
                  </a:cxn>
                  <a:cxn ang="0">
                    <a:pos x="5" y="670"/>
                  </a:cxn>
                  <a:cxn ang="0">
                    <a:pos x="5" y="670"/>
                  </a:cxn>
                  <a:cxn ang="0">
                    <a:pos x="20" y="671"/>
                  </a:cxn>
                  <a:cxn ang="0">
                    <a:pos x="400" y="15"/>
                  </a:cxn>
                  <a:cxn ang="0">
                    <a:pos x="387" y="0"/>
                  </a:cxn>
                </a:cxnLst>
                <a:rect l="0" t="0" r="r" b="b"/>
                <a:pathLst>
                  <a:path w="400" h="671">
                    <a:moveTo>
                      <a:pt x="387" y="0"/>
                    </a:moveTo>
                    <a:lnTo>
                      <a:pt x="385" y="0"/>
                    </a:lnTo>
                    <a:lnTo>
                      <a:pt x="0" y="668"/>
                    </a:lnTo>
                    <a:lnTo>
                      <a:pt x="5" y="670"/>
                    </a:lnTo>
                    <a:lnTo>
                      <a:pt x="5" y="670"/>
                    </a:lnTo>
                    <a:lnTo>
                      <a:pt x="20" y="671"/>
                    </a:lnTo>
                    <a:lnTo>
                      <a:pt x="400" y="15"/>
                    </a:lnTo>
                    <a:lnTo>
                      <a:pt x="38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6" name="Freeform 196"/>
              <p:cNvSpPr/>
              <p:nvPr/>
            </p:nvSpPr>
            <p:spPr bwMode="auto">
              <a:xfrm>
                <a:off x="2071" y="1935"/>
                <a:ext cx="400" cy="671"/>
              </a:xfrm>
              <a:custGeom>
                <a:avLst/>
                <a:gdLst/>
                <a:ahLst/>
                <a:cxnLst>
                  <a:cxn ang="0">
                    <a:pos x="387" y="0"/>
                  </a:cxn>
                  <a:cxn ang="0">
                    <a:pos x="385" y="0"/>
                  </a:cxn>
                  <a:cxn ang="0">
                    <a:pos x="0" y="668"/>
                  </a:cxn>
                  <a:cxn ang="0">
                    <a:pos x="5" y="670"/>
                  </a:cxn>
                  <a:cxn ang="0">
                    <a:pos x="5" y="670"/>
                  </a:cxn>
                  <a:cxn ang="0">
                    <a:pos x="20" y="671"/>
                  </a:cxn>
                  <a:cxn ang="0">
                    <a:pos x="400" y="15"/>
                  </a:cxn>
                  <a:cxn ang="0">
                    <a:pos x="387" y="0"/>
                  </a:cxn>
                </a:cxnLst>
                <a:rect l="0" t="0" r="r" b="b"/>
                <a:pathLst>
                  <a:path w="400" h="671">
                    <a:moveTo>
                      <a:pt x="387" y="0"/>
                    </a:moveTo>
                    <a:lnTo>
                      <a:pt x="385" y="0"/>
                    </a:lnTo>
                    <a:lnTo>
                      <a:pt x="0" y="668"/>
                    </a:lnTo>
                    <a:lnTo>
                      <a:pt x="5" y="670"/>
                    </a:lnTo>
                    <a:lnTo>
                      <a:pt x="5" y="670"/>
                    </a:lnTo>
                    <a:lnTo>
                      <a:pt x="20" y="671"/>
                    </a:lnTo>
                    <a:lnTo>
                      <a:pt x="400" y="15"/>
                    </a:lnTo>
                    <a:lnTo>
                      <a:pt x="387" y="0"/>
                    </a:lnTo>
                  </a:path>
                </a:pathLst>
              </a:custGeom>
              <a:noFill/>
              <a:ln w="9525">
                <a:noFill/>
                <a:round/>
              </a:ln>
            </p:spPr>
            <p:txBody>
              <a:bodyPr vert="horz" wrap="square" lIns="82938" tIns="41469" rIns="82938" bIns="41469" numCol="1" anchor="t" anchorCtr="0" compatLnSpc="1"/>
              <a:lstStyle/>
              <a:p>
                <a:endParaRPr lang="en-GB" sz="1815"/>
              </a:p>
            </p:txBody>
          </p:sp>
          <p:sp>
            <p:nvSpPr>
              <p:cNvPr id="51397" name="Freeform 197"/>
              <p:cNvSpPr/>
              <p:nvPr/>
            </p:nvSpPr>
            <p:spPr bwMode="auto">
              <a:xfrm>
                <a:off x="2458" y="1935"/>
                <a:ext cx="34" cy="15"/>
              </a:xfrm>
              <a:custGeom>
                <a:avLst/>
                <a:gdLst/>
                <a:ahLst/>
                <a:cxnLst>
                  <a:cxn ang="0">
                    <a:pos x="0" y="0"/>
                  </a:cxn>
                  <a:cxn ang="0">
                    <a:pos x="0" y="0"/>
                  </a:cxn>
                  <a:cxn ang="0">
                    <a:pos x="13" y="15"/>
                  </a:cxn>
                  <a:cxn ang="0">
                    <a:pos x="13" y="15"/>
                  </a:cxn>
                  <a:cxn ang="0">
                    <a:pos x="20" y="13"/>
                  </a:cxn>
                  <a:cxn ang="0">
                    <a:pos x="34" y="8"/>
                  </a:cxn>
                  <a:cxn ang="0">
                    <a:pos x="30" y="5"/>
                  </a:cxn>
                  <a:cxn ang="0">
                    <a:pos x="17" y="10"/>
                  </a:cxn>
                  <a:cxn ang="0">
                    <a:pos x="10" y="12"/>
                  </a:cxn>
                  <a:cxn ang="0">
                    <a:pos x="0" y="0"/>
                  </a:cxn>
                </a:cxnLst>
                <a:rect l="0" t="0" r="r" b="b"/>
                <a:pathLst>
                  <a:path w="34" h="15">
                    <a:moveTo>
                      <a:pt x="0" y="0"/>
                    </a:moveTo>
                    <a:lnTo>
                      <a:pt x="0" y="0"/>
                    </a:lnTo>
                    <a:lnTo>
                      <a:pt x="13" y="15"/>
                    </a:lnTo>
                    <a:lnTo>
                      <a:pt x="13" y="15"/>
                    </a:lnTo>
                    <a:lnTo>
                      <a:pt x="20" y="13"/>
                    </a:lnTo>
                    <a:lnTo>
                      <a:pt x="34" y="8"/>
                    </a:lnTo>
                    <a:lnTo>
                      <a:pt x="30" y="5"/>
                    </a:lnTo>
                    <a:lnTo>
                      <a:pt x="17" y="10"/>
                    </a:lnTo>
                    <a:lnTo>
                      <a:pt x="10"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8" name="Freeform 198"/>
              <p:cNvSpPr/>
              <p:nvPr/>
            </p:nvSpPr>
            <p:spPr bwMode="auto">
              <a:xfrm>
                <a:off x="2458" y="1935"/>
                <a:ext cx="34" cy="15"/>
              </a:xfrm>
              <a:custGeom>
                <a:avLst/>
                <a:gdLst/>
                <a:ahLst/>
                <a:cxnLst>
                  <a:cxn ang="0">
                    <a:pos x="0" y="0"/>
                  </a:cxn>
                  <a:cxn ang="0">
                    <a:pos x="0" y="0"/>
                  </a:cxn>
                  <a:cxn ang="0">
                    <a:pos x="13" y="15"/>
                  </a:cxn>
                  <a:cxn ang="0">
                    <a:pos x="13" y="15"/>
                  </a:cxn>
                  <a:cxn ang="0">
                    <a:pos x="20" y="13"/>
                  </a:cxn>
                  <a:cxn ang="0">
                    <a:pos x="34" y="8"/>
                  </a:cxn>
                  <a:cxn ang="0">
                    <a:pos x="30" y="5"/>
                  </a:cxn>
                  <a:cxn ang="0">
                    <a:pos x="17" y="10"/>
                  </a:cxn>
                  <a:cxn ang="0">
                    <a:pos x="10" y="12"/>
                  </a:cxn>
                  <a:cxn ang="0">
                    <a:pos x="0" y="0"/>
                  </a:cxn>
                </a:cxnLst>
                <a:rect l="0" t="0" r="r" b="b"/>
                <a:pathLst>
                  <a:path w="34" h="15">
                    <a:moveTo>
                      <a:pt x="0" y="0"/>
                    </a:moveTo>
                    <a:lnTo>
                      <a:pt x="0" y="0"/>
                    </a:lnTo>
                    <a:lnTo>
                      <a:pt x="13" y="15"/>
                    </a:lnTo>
                    <a:lnTo>
                      <a:pt x="13" y="15"/>
                    </a:lnTo>
                    <a:lnTo>
                      <a:pt x="20" y="13"/>
                    </a:lnTo>
                    <a:lnTo>
                      <a:pt x="34" y="8"/>
                    </a:lnTo>
                    <a:lnTo>
                      <a:pt x="30" y="5"/>
                    </a:lnTo>
                    <a:lnTo>
                      <a:pt x="17" y="10"/>
                    </a:lnTo>
                    <a:lnTo>
                      <a:pt x="10"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99" name="Freeform 199"/>
              <p:cNvSpPr>
                <a:spLocks noEditPoints="1"/>
              </p:cNvSpPr>
              <p:nvPr/>
            </p:nvSpPr>
            <p:spPr bwMode="auto">
              <a:xfrm>
                <a:off x="2458" y="1927"/>
                <a:ext cx="30" cy="20"/>
              </a:xfrm>
              <a:custGeom>
                <a:avLst/>
                <a:gdLst/>
                <a:ahLst/>
                <a:cxnLst>
                  <a:cxn ang="0">
                    <a:pos x="13" y="8"/>
                  </a:cxn>
                  <a:cxn ang="0">
                    <a:pos x="13" y="8"/>
                  </a:cxn>
                  <a:cxn ang="0">
                    <a:pos x="20" y="1"/>
                  </a:cxn>
                  <a:cxn ang="0">
                    <a:pos x="13" y="8"/>
                  </a:cxn>
                  <a:cxn ang="0">
                    <a:pos x="20" y="1"/>
                  </a:cxn>
                  <a:cxn ang="0">
                    <a:pos x="20" y="1"/>
                  </a:cxn>
                  <a:cxn ang="0">
                    <a:pos x="18" y="0"/>
                  </a:cxn>
                  <a:cxn ang="0">
                    <a:pos x="0" y="6"/>
                  </a:cxn>
                  <a:cxn ang="0">
                    <a:pos x="0" y="8"/>
                  </a:cxn>
                  <a:cxn ang="0">
                    <a:pos x="10" y="20"/>
                  </a:cxn>
                  <a:cxn ang="0">
                    <a:pos x="17" y="18"/>
                  </a:cxn>
                  <a:cxn ang="0">
                    <a:pos x="30" y="13"/>
                  </a:cxn>
                  <a:cxn ang="0">
                    <a:pos x="18" y="0"/>
                  </a:cxn>
                </a:cxnLst>
                <a:rect l="0" t="0" r="r" b="b"/>
                <a:pathLst>
                  <a:path w="30" h="20">
                    <a:moveTo>
                      <a:pt x="13" y="8"/>
                    </a:moveTo>
                    <a:lnTo>
                      <a:pt x="13" y="8"/>
                    </a:lnTo>
                    <a:lnTo>
                      <a:pt x="20" y="1"/>
                    </a:lnTo>
                    <a:lnTo>
                      <a:pt x="13" y="8"/>
                    </a:lnTo>
                    <a:close/>
                    <a:moveTo>
                      <a:pt x="20" y="1"/>
                    </a:moveTo>
                    <a:lnTo>
                      <a:pt x="20" y="1"/>
                    </a:lnTo>
                    <a:close/>
                    <a:moveTo>
                      <a:pt x="18" y="0"/>
                    </a:moveTo>
                    <a:lnTo>
                      <a:pt x="0" y="6"/>
                    </a:lnTo>
                    <a:lnTo>
                      <a:pt x="0" y="8"/>
                    </a:lnTo>
                    <a:lnTo>
                      <a:pt x="10" y="20"/>
                    </a:lnTo>
                    <a:lnTo>
                      <a:pt x="17" y="18"/>
                    </a:lnTo>
                    <a:lnTo>
                      <a:pt x="30" y="13"/>
                    </a:lnTo>
                    <a:lnTo>
                      <a:pt x="1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00" name="Freeform 200"/>
              <p:cNvSpPr/>
              <p:nvPr/>
            </p:nvSpPr>
            <p:spPr bwMode="auto">
              <a:xfrm>
                <a:off x="2471" y="1928"/>
                <a:ext cx="7" cy="7"/>
              </a:xfrm>
              <a:custGeom>
                <a:avLst/>
                <a:gdLst/>
                <a:ahLst/>
                <a:cxnLst>
                  <a:cxn ang="0">
                    <a:pos x="0" y="7"/>
                  </a:cxn>
                  <a:cxn ang="0">
                    <a:pos x="0" y="7"/>
                  </a:cxn>
                  <a:cxn ang="0">
                    <a:pos x="7" y="0"/>
                  </a:cxn>
                  <a:cxn ang="0">
                    <a:pos x="0" y="7"/>
                  </a:cxn>
                </a:cxnLst>
                <a:rect l="0" t="0" r="r" b="b"/>
                <a:pathLst>
                  <a:path w="7" h="7">
                    <a:moveTo>
                      <a:pt x="0" y="7"/>
                    </a:moveTo>
                    <a:lnTo>
                      <a:pt x="0" y="7"/>
                    </a:lnTo>
                    <a:lnTo>
                      <a:pt x="7" y="0"/>
                    </a:lnTo>
                    <a:lnTo>
                      <a:pt x="0" y="7"/>
                    </a:lnTo>
                  </a:path>
                </a:pathLst>
              </a:custGeom>
              <a:noFill/>
              <a:ln w="9525">
                <a:noFill/>
                <a:round/>
              </a:ln>
            </p:spPr>
            <p:txBody>
              <a:bodyPr vert="horz" wrap="square" lIns="82938" tIns="41469" rIns="82938" bIns="41469" numCol="1" anchor="t" anchorCtr="0" compatLnSpc="1"/>
              <a:lstStyle/>
              <a:p>
                <a:endParaRPr lang="en-GB" sz="1815"/>
              </a:p>
            </p:txBody>
          </p:sp>
          <p:sp>
            <p:nvSpPr>
              <p:cNvPr id="51401" name="Line 201"/>
              <p:cNvSpPr>
                <a:spLocks noChangeShapeType="1"/>
              </p:cNvSpPr>
              <p:nvPr/>
            </p:nvSpPr>
            <p:spPr bwMode="auto">
              <a:xfrm>
                <a:off x="2478" y="1928"/>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402" name="Freeform 202"/>
              <p:cNvSpPr/>
              <p:nvPr/>
            </p:nvSpPr>
            <p:spPr bwMode="auto">
              <a:xfrm>
                <a:off x="2458" y="1927"/>
                <a:ext cx="30" cy="20"/>
              </a:xfrm>
              <a:custGeom>
                <a:avLst/>
                <a:gdLst/>
                <a:ahLst/>
                <a:cxnLst>
                  <a:cxn ang="0">
                    <a:pos x="18" y="0"/>
                  </a:cxn>
                  <a:cxn ang="0">
                    <a:pos x="0" y="6"/>
                  </a:cxn>
                  <a:cxn ang="0">
                    <a:pos x="0" y="8"/>
                  </a:cxn>
                  <a:cxn ang="0">
                    <a:pos x="10" y="20"/>
                  </a:cxn>
                  <a:cxn ang="0">
                    <a:pos x="17" y="18"/>
                  </a:cxn>
                  <a:cxn ang="0">
                    <a:pos x="30" y="13"/>
                  </a:cxn>
                  <a:cxn ang="0">
                    <a:pos x="18" y="0"/>
                  </a:cxn>
                </a:cxnLst>
                <a:rect l="0" t="0" r="r" b="b"/>
                <a:pathLst>
                  <a:path w="30" h="20">
                    <a:moveTo>
                      <a:pt x="18" y="0"/>
                    </a:moveTo>
                    <a:lnTo>
                      <a:pt x="0" y="6"/>
                    </a:lnTo>
                    <a:lnTo>
                      <a:pt x="0" y="8"/>
                    </a:lnTo>
                    <a:lnTo>
                      <a:pt x="10" y="20"/>
                    </a:lnTo>
                    <a:lnTo>
                      <a:pt x="17" y="18"/>
                    </a:lnTo>
                    <a:lnTo>
                      <a:pt x="30" y="13"/>
                    </a:lnTo>
                    <a:lnTo>
                      <a:pt x="18" y="0"/>
                    </a:lnTo>
                  </a:path>
                </a:pathLst>
              </a:custGeom>
              <a:noFill/>
              <a:ln w="9525">
                <a:noFill/>
                <a:round/>
              </a:ln>
            </p:spPr>
            <p:txBody>
              <a:bodyPr vert="horz" wrap="square" lIns="82938" tIns="41469" rIns="82938" bIns="41469" numCol="1" anchor="t" anchorCtr="0" compatLnSpc="1"/>
              <a:lstStyle/>
              <a:p>
                <a:endParaRPr lang="en-GB" sz="1815"/>
              </a:p>
            </p:txBody>
          </p:sp>
          <p:sp>
            <p:nvSpPr>
              <p:cNvPr id="51403" name="Freeform 203"/>
              <p:cNvSpPr/>
              <p:nvPr/>
            </p:nvSpPr>
            <p:spPr bwMode="auto">
              <a:xfrm>
                <a:off x="2456" y="2235"/>
                <a:ext cx="481" cy="500"/>
              </a:xfrm>
              <a:custGeom>
                <a:avLst/>
                <a:gdLst/>
                <a:ahLst/>
                <a:cxnLst>
                  <a:cxn ang="0">
                    <a:pos x="252" y="0"/>
                  </a:cxn>
                  <a:cxn ang="0">
                    <a:pos x="0" y="437"/>
                  </a:cxn>
                  <a:cxn ang="0">
                    <a:pos x="287" y="488"/>
                  </a:cxn>
                  <a:cxn ang="0">
                    <a:pos x="350" y="500"/>
                  </a:cxn>
                  <a:cxn ang="0">
                    <a:pos x="481" y="274"/>
                  </a:cxn>
                  <a:cxn ang="0">
                    <a:pos x="478" y="269"/>
                  </a:cxn>
                  <a:cxn ang="0">
                    <a:pos x="478" y="269"/>
                  </a:cxn>
                  <a:cxn ang="0">
                    <a:pos x="252" y="0"/>
                  </a:cxn>
                </a:cxnLst>
                <a:rect l="0" t="0" r="r" b="b"/>
                <a:pathLst>
                  <a:path w="481" h="500">
                    <a:moveTo>
                      <a:pt x="252" y="0"/>
                    </a:moveTo>
                    <a:lnTo>
                      <a:pt x="0" y="437"/>
                    </a:lnTo>
                    <a:lnTo>
                      <a:pt x="287" y="488"/>
                    </a:lnTo>
                    <a:lnTo>
                      <a:pt x="350" y="500"/>
                    </a:lnTo>
                    <a:lnTo>
                      <a:pt x="481" y="274"/>
                    </a:lnTo>
                    <a:lnTo>
                      <a:pt x="478" y="269"/>
                    </a:lnTo>
                    <a:lnTo>
                      <a:pt x="478" y="269"/>
                    </a:lnTo>
                    <a:lnTo>
                      <a:pt x="25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04" name="Freeform 204"/>
              <p:cNvSpPr/>
              <p:nvPr/>
            </p:nvSpPr>
            <p:spPr bwMode="auto">
              <a:xfrm>
                <a:off x="2456" y="2235"/>
                <a:ext cx="481" cy="500"/>
              </a:xfrm>
              <a:custGeom>
                <a:avLst/>
                <a:gdLst/>
                <a:ahLst/>
                <a:cxnLst>
                  <a:cxn ang="0">
                    <a:pos x="252" y="0"/>
                  </a:cxn>
                  <a:cxn ang="0">
                    <a:pos x="0" y="437"/>
                  </a:cxn>
                  <a:cxn ang="0">
                    <a:pos x="287" y="488"/>
                  </a:cxn>
                  <a:cxn ang="0">
                    <a:pos x="350" y="500"/>
                  </a:cxn>
                  <a:cxn ang="0">
                    <a:pos x="481" y="274"/>
                  </a:cxn>
                  <a:cxn ang="0">
                    <a:pos x="478" y="269"/>
                  </a:cxn>
                  <a:cxn ang="0">
                    <a:pos x="478" y="269"/>
                  </a:cxn>
                  <a:cxn ang="0">
                    <a:pos x="252" y="0"/>
                  </a:cxn>
                </a:cxnLst>
                <a:rect l="0" t="0" r="r" b="b"/>
                <a:pathLst>
                  <a:path w="481" h="500">
                    <a:moveTo>
                      <a:pt x="252" y="0"/>
                    </a:moveTo>
                    <a:lnTo>
                      <a:pt x="0" y="437"/>
                    </a:lnTo>
                    <a:lnTo>
                      <a:pt x="287" y="488"/>
                    </a:lnTo>
                    <a:lnTo>
                      <a:pt x="350" y="500"/>
                    </a:lnTo>
                    <a:lnTo>
                      <a:pt x="481" y="274"/>
                    </a:lnTo>
                    <a:lnTo>
                      <a:pt x="478" y="269"/>
                    </a:lnTo>
                    <a:lnTo>
                      <a:pt x="478" y="269"/>
                    </a:lnTo>
                    <a:lnTo>
                      <a:pt x="252" y="0"/>
                    </a:lnTo>
                  </a:path>
                </a:pathLst>
              </a:custGeom>
              <a:noFill/>
              <a:ln w="9525">
                <a:noFill/>
                <a:round/>
              </a:ln>
            </p:spPr>
            <p:txBody>
              <a:bodyPr vert="horz" wrap="square" lIns="82938" tIns="41469" rIns="82938" bIns="41469" numCol="1" anchor="t" anchorCtr="0" compatLnSpc="1"/>
              <a:lstStyle/>
              <a:p>
                <a:endParaRPr lang="en-GB" sz="1815"/>
              </a:p>
            </p:txBody>
          </p:sp>
          <p:sp>
            <p:nvSpPr>
              <p:cNvPr id="51405" name="Freeform 205"/>
              <p:cNvSpPr/>
              <p:nvPr/>
            </p:nvSpPr>
            <p:spPr bwMode="auto">
              <a:xfrm>
                <a:off x="2708" y="2235"/>
                <a:ext cx="226" cy="269"/>
              </a:xfrm>
              <a:custGeom>
                <a:avLst/>
                <a:gdLst/>
                <a:ahLst/>
                <a:cxnLst>
                  <a:cxn ang="0">
                    <a:pos x="0" y="0"/>
                  </a:cxn>
                  <a:cxn ang="0">
                    <a:pos x="0" y="0"/>
                  </a:cxn>
                  <a:cxn ang="0">
                    <a:pos x="226" y="269"/>
                  </a:cxn>
                  <a:cxn ang="0">
                    <a:pos x="226" y="269"/>
                  </a:cxn>
                  <a:cxn ang="0">
                    <a:pos x="0" y="0"/>
                  </a:cxn>
                </a:cxnLst>
                <a:rect l="0" t="0" r="r" b="b"/>
                <a:pathLst>
                  <a:path w="226" h="269">
                    <a:moveTo>
                      <a:pt x="0" y="0"/>
                    </a:moveTo>
                    <a:lnTo>
                      <a:pt x="0" y="0"/>
                    </a:lnTo>
                    <a:lnTo>
                      <a:pt x="226" y="269"/>
                    </a:lnTo>
                    <a:lnTo>
                      <a:pt x="226" y="269"/>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grpSp>
        <p:grpSp>
          <p:nvGrpSpPr>
            <p:cNvPr id="5" name="Group 407"/>
            <p:cNvGrpSpPr/>
            <p:nvPr/>
          </p:nvGrpSpPr>
          <p:grpSpPr bwMode="auto">
            <a:xfrm>
              <a:off x="1713" y="2211"/>
              <a:ext cx="1490" cy="2021"/>
              <a:chOff x="1713" y="2211"/>
              <a:chExt cx="1490" cy="2021"/>
            </a:xfrm>
          </p:grpSpPr>
          <p:sp>
            <p:nvSpPr>
              <p:cNvPr id="51407" name="Freeform 207"/>
              <p:cNvSpPr/>
              <p:nvPr/>
            </p:nvSpPr>
            <p:spPr bwMode="auto">
              <a:xfrm>
                <a:off x="2708" y="2235"/>
                <a:ext cx="226" cy="269"/>
              </a:xfrm>
              <a:custGeom>
                <a:avLst/>
                <a:gdLst/>
                <a:ahLst/>
                <a:cxnLst>
                  <a:cxn ang="0">
                    <a:pos x="0" y="0"/>
                  </a:cxn>
                  <a:cxn ang="0">
                    <a:pos x="0" y="0"/>
                  </a:cxn>
                  <a:cxn ang="0">
                    <a:pos x="226" y="269"/>
                  </a:cxn>
                  <a:cxn ang="0">
                    <a:pos x="226" y="269"/>
                  </a:cxn>
                  <a:cxn ang="0">
                    <a:pos x="0" y="0"/>
                  </a:cxn>
                </a:cxnLst>
                <a:rect l="0" t="0" r="r" b="b"/>
                <a:pathLst>
                  <a:path w="226" h="269">
                    <a:moveTo>
                      <a:pt x="0" y="0"/>
                    </a:moveTo>
                    <a:lnTo>
                      <a:pt x="0" y="0"/>
                    </a:lnTo>
                    <a:lnTo>
                      <a:pt x="226" y="269"/>
                    </a:lnTo>
                    <a:lnTo>
                      <a:pt x="226" y="26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08" name="Freeform 208"/>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09" name="Freeform 209"/>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0" name="Freeform 210"/>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1" name="Freeform 211"/>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2" name="Freeform 212"/>
              <p:cNvSpPr/>
              <p:nvPr/>
            </p:nvSpPr>
            <p:spPr bwMode="auto">
              <a:xfrm>
                <a:off x="2456" y="2235"/>
                <a:ext cx="252" cy="437"/>
              </a:xfrm>
              <a:custGeom>
                <a:avLst/>
                <a:gdLst/>
                <a:ahLst/>
                <a:cxnLst>
                  <a:cxn ang="0">
                    <a:pos x="252" y="0"/>
                  </a:cxn>
                  <a:cxn ang="0">
                    <a:pos x="0" y="437"/>
                  </a:cxn>
                  <a:cxn ang="0">
                    <a:pos x="0" y="437"/>
                  </a:cxn>
                  <a:cxn ang="0">
                    <a:pos x="252" y="0"/>
                  </a:cxn>
                  <a:cxn ang="0">
                    <a:pos x="252" y="0"/>
                  </a:cxn>
                </a:cxnLst>
                <a:rect l="0" t="0" r="r" b="b"/>
                <a:pathLst>
                  <a:path w="252" h="437">
                    <a:moveTo>
                      <a:pt x="252" y="0"/>
                    </a:moveTo>
                    <a:lnTo>
                      <a:pt x="0" y="437"/>
                    </a:lnTo>
                    <a:lnTo>
                      <a:pt x="0" y="437"/>
                    </a:lnTo>
                    <a:lnTo>
                      <a:pt x="252" y="0"/>
                    </a:lnTo>
                    <a:lnTo>
                      <a:pt x="25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3" name="Freeform 213"/>
              <p:cNvSpPr/>
              <p:nvPr/>
            </p:nvSpPr>
            <p:spPr bwMode="auto">
              <a:xfrm>
                <a:off x="2456" y="2235"/>
                <a:ext cx="252" cy="437"/>
              </a:xfrm>
              <a:custGeom>
                <a:avLst/>
                <a:gdLst/>
                <a:ahLst/>
                <a:cxnLst>
                  <a:cxn ang="0">
                    <a:pos x="252" y="0"/>
                  </a:cxn>
                  <a:cxn ang="0">
                    <a:pos x="0" y="437"/>
                  </a:cxn>
                  <a:cxn ang="0">
                    <a:pos x="0" y="437"/>
                  </a:cxn>
                  <a:cxn ang="0">
                    <a:pos x="252" y="0"/>
                  </a:cxn>
                  <a:cxn ang="0">
                    <a:pos x="252" y="0"/>
                  </a:cxn>
                </a:cxnLst>
                <a:rect l="0" t="0" r="r" b="b"/>
                <a:pathLst>
                  <a:path w="252" h="437">
                    <a:moveTo>
                      <a:pt x="252" y="0"/>
                    </a:moveTo>
                    <a:lnTo>
                      <a:pt x="0" y="437"/>
                    </a:lnTo>
                    <a:lnTo>
                      <a:pt x="0" y="437"/>
                    </a:lnTo>
                    <a:lnTo>
                      <a:pt x="252" y="0"/>
                    </a:lnTo>
                    <a:lnTo>
                      <a:pt x="252" y="0"/>
                    </a:lnTo>
                  </a:path>
                </a:pathLst>
              </a:custGeom>
              <a:noFill/>
              <a:ln w="9525">
                <a:noFill/>
                <a:round/>
              </a:ln>
            </p:spPr>
            <p:txBody>
              <a:bodyPr vert="horz" wrap="square" lIns="82938" tIns="41469" rIns="82938" bIns="41469" numCol="1" anchor="t" anchorCtr="0" compatLnSpc="1"/>
              <a:lstStyle/>
              <a:p>
                <a:endParaRPr lang="en-GB" sz="1815"/>
              </a:p>
            </p:txBody>
          </p:sp>
          <p:sp>
            <p:nvSpPr>
              <p:cNvPr id="51414" name="Freeform 214"/>
              <p:cNvSpPr/>
              <p:nvPr/>
            </p:nvSpPr>
            <p:spPr bwMode="auto">
              <a:xfrm>
                <a:off x="2708" y="2235"/>
                <a:ext cx="226" cy="269"/>
              </a:xfrm>
              <a:custGeom>
                <a:avLst/>
                <a:gdLst/>
                <a:ahLst/>
                <a:cxnLst>
                  <a:cxn ang="0">
                    <a:pos x="0" y="0"/>
                  </a:cxn>
                  <a:cxn ang="0">
                    <a:pos x="0" y="0"/>
                  </a:cxn>
                  <a:cxn ang="0">
                    <a:pos x="0" y="0"/>
                  </a:cxn>
                  <a:cxn ang="0">
                    <a:pos x="0" y="0"/>
                  </a:cxn>
                  <a:cxn ang="0">
                    <a:pos x="226" y="269"/>
                  </a:cxn>
                  <a:cxn ang="0">
                    <a:pos x="226" y="269"/>
                  </a:cxn>
                  <a:cxn ang="0">
                    <a:pos x="0" y="0"/>
                  </a:cxn>
                </a:cxnLst>
                <a:rect l="0" t="0" r="r" b="b"/>
                <a:pathLst>
                  <a:path w="226" h="269">
                    <a:moveTo>
                      <a:pt x="0" y="0"/>
                    </a:moveTo>
                    <a:lnTo>
                      <a:pt x="0" y="0"/>
                    </a:lnTo>
                    <a:lnTo>
                      <a:pt x="0" y="0"/>
                    </a:lnTo>
                    <a:lnTo>
                      <a:pt x="0" y="0"/>
                    </a:lnTo>
                    <a:lnTo>
                      <a:pt x="226" y="269"/>
                    </a:lnTo>
                    <a:lnTo>
                      <a:pt x="226" y="269"/>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5" name="Freeform 215"/>
              <p:cNvSpPr/>
              <p:nvPr/>
            </p:nvSpPr>
            <p:spPr bwMode="auto">
              <a:xfrm>
                <a:off x="2708" y="2235"/>
                <a:ext cx="226" cy="269"/>
              </a:xfrm>
              <a:custGeom>
                <a:avLst/>
                <a:gdLst/>
                <a:ahLst/>
                <a:cxnLst>
                  <a:cxn ang="0">
                    <a:pos x="0" y="0"/>
                  </a:cxn>
                  <a:cxn ang="0">
                    <a:pos x="0" y="0"/>
                  </a:cxn>
                  <a:cxn ang="0">
                    <a:pos x="0" y="0"/>
                  </a:cxn>
                  <a:cxn ang="0">
                    <a:pos x="0" y="0"/>
                  </a:cxn>
                  <a:cxn ang="0">
                    <a:pos x="226" y="269"/>
                  </a:cxn>
                  <a:cxn ang="0">
                    <a:pos x="226" y="269"/>
                  </a:cxn>
                  <a:cxn ang="0">
                    <a:pos x="0" y="0"/>
                  </a:cxn>
                </a:cxnLst>
                <a:rect l="0" t="0" r="r" b="b"/>
                <a:pathLst>
                  <a:path w="226" h="269">
                    <a:moveTo>
                      <a:pt x="0" y="0"/>
                    </a:moveTo>
                    <a:lnTo>
                      <a:pt x="0" y="0"/>
                    </a:lnTo>
                    <a:lnTo>
                      <a:pt x="0" y="0"/>
                    </a:lnTo>
                    <a:lnTo>
                      <a:pt x="0" y="0"/>
                    </a:lnTo>
                    <a:lnTo>
                      <a:pt x="226" y="269"/>
                    </a:lnTo>
                    <a:lnTo>
                      <a:pt x="226" y="26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6" name="Freeform 216"/>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7" name="Freeform 217"/>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8" name="Freeform 218"/>
              <p:cNvSpPr/>
              <p:nvPr/>
            </p:nvSpPr>
            <p:spPr bwMode="auto">
              <a:xfrm>
                <a:off x="2806" y="2509"/>
                <a:ext cx="131" cy="226"/>
              </a:xfrm>
              <a:custGeom>
                <a:avLst/>
                <a:gdLst/>
                <a:ahLst/>
                <a:cxnLst>
                  <a:cxn ang="0">
                    <a:pos x="131" y="0"/>
                  </a:cxn>
                  <a:cxn ang="0">
                    <a:pos x="0" y="226"/>
                  </a:cxn>
                  <a:cxn ang="0">
                    <a:pos x="0" y="226"/>
                  </a:cxn>
                  <a:cxn ang="0">
                    <a:pos x="131" y="0"/>
                  </a:cxn>
                  <a:cxn ang="0">
                    <a:pos x="131" y="0"/>
                  </a:cxn>
                </a:cxnLst>
                <a:rect l="0" t="0" r="r" b="b"/>
                <a:pathLst>
                  <a:path w="131" h="226">
                    <a:moveTo>
                      <a:pt x="131" y="0"/>
                    </a:moveTo>
                    <a:lnTo>
                      <a:pt x="0" y="226"/>
                    </a:lnTo>
                    <a:lnTo>
                      <a:pt x="0" y="226"/>
                    </a:lnTo>
                    <a:lnTo>
                      <a:pt x="131" y="0"/>
                    </a:lnTo>
                    <a:lnTo>
                      <a:pt x="1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19" name="Freeform 219"/>
              <p:cNvSpPr/>
              <p:nvPr/>
            </p:nvSpPr>
            <p:spPr bwMode="auto">
              <a:xfrm>
                <a:off x="2806" y="2509"/>
                <a:ext cx="131" cy="226"/>
              </a:xfrm>
              <a:custGeom>
                <a:avLst/>
                <a:gdLst/>
                <a:ahLst/>
                <a:cxnLst>
                  <a:cxn ang="0">
                    <a:pos x="131" y="0"/>
                  </a:cxn>
                  <a:cxn ang="0">
                    <a:pos x="0" y="226"/>
                  </a:cxn>
                  <a:cxn ang="0">
                    <a:pos x="0" y="226"/>
                  </a:cxn>
                  <a:cxn ang="0">
                    <a:pos x="131" y="0"/>
                  </a:cxn>
                  <a:cxn ang="0">
                    <a:pos x="131" y="0"/>
                  </a:cxn>
                </a:cxnLst>
                <a:rect l="0" t="0" r="r" b="b"/>
                <a:pathLst>
                  <a:path w="131" h="226">
                    <a:moveTo>
                      <a:pt x="131" y="0"/>
                    </a:moveTo>
                    <a:lnTo>
                      <a:pt x="0" y="226"/>
                    </a:lnTo>
                    <a:lnTo>
                      <a:pt x="0" y="226"/>
                    </a:lnTo>
                    <a:lnTo>
                      <a:pt x="131" y="0"/>
                    </a:lnTo>
                    <a:lnTo>
                      <a:pt x="131" y="0"/>
                    </a:lnTo>
                  </a:path>
                </a:pathLst>
              </a:custGeom>
              <a:noFill/>
              <a:ln w="9525">
                <a:noFill/>
                <a:round/>
              </a:ln>
            </p:spPr>
            <p:txBody>
              <a:bodyPr vert="horz" wrap="square" lIns="82938" tIns="41469" rIns="82938" bIns="41469" numCol="1" anchor="t" anchorCtr="0" compatLnSpc="1"/>
              <a:lstStyle/>
              <a:p>
                <a:endParaRPr lang="en-GB" sz="1815"/>
              </a:p>
            </p:txBody>
          </p:sp>
          <p:sp>
            <p:nvSpPr>
              <p:cNvPr id="51420" name="Rectangle 220"/>
              <p:cNvSpPr>
                <a:spLocks noChangeArrowheads="1"/>
              </p:cNvSpPr>
              <p:nvPr/>
            </p:nvSpPr>
            <p:spPr bwMode="auto">
              <a:xfrm>
                <a:off x="2937" y="2509"/>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421" name="Rectangle 221"/>
              <p:cNvSpPr>
                <a:spLocks noChangeArrowheads="1"/>
              </p:cNvSpPr>
              <p:nvPr/>
            </p:nvSpPr>
            <p:spPr bwMode="auto">
              <a:xfrm>
                <a:off x="2937" y="250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22" name="Rectangle 222"/>
              <p:cNvSpPr>
                <a:spLocks noChangeArrowheads="1"/>
              </p:cNvSpPr>
              <p:nvPr/>
            </p:nvSpPr>
            <p:spPr bwMode="auto">
              <a:xfrm>
                <a:off x="2937" y="2509"/>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423" name="Rectangle 223"/>
              <p:cNvSpPr>
                <a:spLocks noChangeArrowheads="1"/>
              </p:cNvSpPr>
              <p:nvPr/>
            </p:nvSpPr>
            <p:spPr bwMode="auto">
              <a:xfrm>
                <a:off x="2937" y="250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24" name="Freeform 224"/>
              <p:cNvSpPr/>
              <p:nvPr/>
            </p:nvSpPr>
            <p:spPr bwMode="auto">
              <a:xfrm>
                <a:off x="2456" y="2672"/>
                <a:ext cx="287" cy="51"/>
              </a:xfrm>
              <a:custGeom>
                <a:avLst/>
                <a:gdLst/>
                <a:ahLst/>
                <a:cxnLst>
                  <a:cxn ang="0">
                    <a:pos x="0" y="0"/>
                  </a:cxn>
                  <a:cxn ang="0">
                    <a:pos x="0" y="0"/>
                  </a:cxn>
                  <a:cxn ang="0">
                    <a:pos x="287" y="51"/>
                  </a:cxn>
                  <a:cxn ang="0">
                    <a:pos x="0" y="0"/>
                  </a:cxn>
                </a:cxnLst>
                <a:rect l="0" t="0" r="r" b="b"/>
                <a:pathLst>
                  <a:path w="287" h="51">
                    <a:moveTo>
                      <a:pt x="0" y="0"/>
                    </a:moveTo>
                    <a:lnTo>
                      <a:pt x="0" y="0"/>
                    </a:lnTo>
                    <a:lnTo>
                      <a:pt x="287" y="5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25" name="Freeform 225"/>
              <p:cNvSpPr/>
              <p:nvPr/>
            </p:nvSpPr>
            <p:spPr bwMode="auto">
              <a:xfrm>
                <a:off x="2456" y="2672"/>
                <a:ext cx="287" cy="51"/>
              </a:xfrm>
              <a:custGeom>
                <a:avLst/>
                <a:gdLst/>
                <a:ahLst/>
                <a:cxnLst>
                  <a:cxn ang="0">
                    <a:pos x="0" y="0"/>
                  </a:cxn>
                  <a:cxn ang="0">
                    <a:pos x="0" y="0"/>
                  </a:cxn>
                  <a:cxn ang="0">
                    <a:pos x="287" y="51"/>
                  </a:cxn>
                  <a:cxn ang="0">
                    <a:pos x="0" y="0"/>
                  </a:cxn>
                </a:cxnLst>
                <a:rect l="0" t="0" r="r" b="b"/>
                <a:pathLst>
                  <a:path w="287" h="51">
                    <a:moveTo>
                      <a:pt x="0" y="0"/>
                    </a:moveTo>
                    <a:lnTo>
                      <a:pt x="0" y="0"/>
                    </a:lnTo>
                    <a:lnTo>
                      <a:pt x="287" y="5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26" name="Freeform 226"/>
              <p:cNvSpPr/>
              <p:nvPr/>
            </p:nvSpPr>
            <p:spPr bwMode="auto">
              <a:xfrm>
                <a:off x="2435" y="2218"/>
                <a:ext cx="273" cy="454"/>
              </a:xfrm>
              <a:custGeom>
                <a:avLst/>
                <a:gdLst/>
                <a:ahLst/>
                <a:cxnLst>
                  <a:cxn ang="0">
                    <a:pos x="259" y="0"/>
                  </a:cxn>
                  <a:cxn ang="0">
                    <a:pos x="257" y="3"/>
                  </a:cxn>
                  <a:cxn ang="0">
                    <a:pos x="0" y="450"/>
                  </a:cxn>
                  <a:cxn ang="0">
                    <a:pos x="5" y="452"/>
                  </a:cxn>
                  <a:cxn ang="0">
                    <a:pos x="5" y="452"/>
                  </a:cxn>
                  <a:cxn ang="0">
                    <a:pos x="21" y="454"/>
                  </a:cxn>
                  <a:cxn ang="0">
                    <a:pos x="21" y="454"/>
                  </a:cxn>
                  <a:cxn ang="0">
                    <a:pos x="21" y="454"/>
                  </a:cxn>
                  <a:cxn ang="0">
                    <a:pos x="273" y="17"/>
                  </a:cxn>
                  <a:cxn ang="0">
                    <a:pos x="269" y="12"/>
                  </a:cxn>
                  <a:cxn ang="0">
                    <a:pos x="269" y="12"/>
                  </a:cxn>
                  <a:cxn ang="0">
                    <a:pos x="259" y="0"/>
                  </a:cxn>
                </a:cxnLst>
                <a:rect l="0" t="0" r="r" b="b"/>
                <a:pathLst>
                  <a:path w="273" h="454">
                    <a:moveTo>
                      <a:pt x="259" y="0"/>
                    </a:moveTo>
                    <a:lnTo>
                      <a:pt x="257" y="3"/>
                    </a:lnTo>
                    <a:lnTo>
                      <a:pt x="0" y="450"/>
                    </a:lnTo>
                    <a:lnTo>
                      <a:pt x="5" y="452"/>
                    </a:lnTo>
                    <a:lnTo>
                      <a:pt x="5" y="452"/>
                    </a:lnTo>
                    <a:lnTo>
                      <a:pt x="21" y="454"/>
                    </a:lnTo>
                    <a:lnTo>
                      <a:pt x="21" y="454"/>
                    </a:lnTo>
                    <a:lnTo>
                      <a:pt x="21" y="454"/>
                    </a:lnTo>
                    <a:lnTo>
                      <a:pt x="273" y="17"/>
                    </a:lnTo>
                    <a:lnTo>
                      <a:pt x="269" y="12"/>
                    </a:lnTo>
                    <a:lnTo>
                      <a:pt x="269" y="12"/>
                    </a:lnTo>
                    <a:lnTo>
                      <a:pt x="25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27" name="Freeform 227"/>
              <p:cNvSpPr/>
              <p:nvPr/>
            </p:nvSpPr>
            <p:spPr bwMode="auto">
              <a:xfrm>
                <a:off x="2435" y="2218"/>
                <a:ext cx="273" cy="454"/>
              </a:xfrm>
              <a:custGeom>
                <a:avLst/>
                <a:gdLst/>
                <a:ahLst/>
                <a:cxnLst>
                  <a:cxn ang="0">
                    <a:pos x="259" y="0"/>
                  </a:cxn>
                  <a:cxn ang="0">
                    <a:pos x="257" y="3"/>
                  </a:cxn>
                  <a:cxn ang="0">
                    <a:pos x="0" y="450"/>
                  </a:cxn>
                  <a:cxn ang="0">
                    <a:pos x="5" y="452"/>
                  </a:cxn>
                  <a:cxn ang="0">
                    <a:pos x="5" y="452"/>
                  </a:cxn>
                  <a:cxn ang="0">
                    <a:pos x="21" y="454"/>
                  </a:cxn>
                  <a:cxn ang="0">
                    <a:pos x="21" y="454"/>
                  </a:cxn>
                  <a:cxn ang="0">
                    <a:pos x="21" y="454"/>
                  </a:cxn>
                  <a:cxn ang="0">
                    <a:pos x="273" y="17"/>
                  </a:cxn>
                  <a:cxn ang="0">
                    <a:pos x="269" y="12"/>
                  </a:cxn>
                  <a:cxn ang="0">
                    <a:pos x="269" y="12"/>
                  </a:cxn>
                  <a:cxn ang="0">
                    <a:pos x="259" y="0"/>
                  </a:cxn>
                </a:cxnLst>
                <a:rect l="0" t="0" r="r" b="b"/>
                <a:pathLst>
                  <a:path w="273" h="454">
                    <a:moveTo>
                      <a:pt x="259" y="0"/>
                    </a:moveTo>
                    <a:lnTo>
                      <a:pt x="257" y="3"/>
                    </a:lnTo>
                    <a:lnTo>
                      <a:pt x="0" y="450"/>
                    </a:lnTo>
                    <a:lnTo>
                      <a:pt x="5" y="452"/>
                    </a:lnTo>
                    <a:lnTo>
                      <a:pt x="5" y="452"/>
                    </a:lnTo>
                    <a:lnTo>
                      <a:pt x="21" y="454"/>
                    </a:lnTo>
                    <a:lnTo>
                      <a:pt x="21" y="454"/>
                    </a:lnTo>
                    <a:lnTo>
                      <a:pt x="21" y="454"/>
                    </a:lnTo>
                    <a:lnTo>
                      <a:pt x="273" y="17"/>
                    </a:lnTo>
                    <a:lnTo>
                      <a:pt x="269" y="12"/>
                    </a:lnTo>
                    <a:lnTo>
                      <a:pt x="269" y="12"/>
                    </a:lnTo>
                    <a:lnTo>
                      <a:pt x="259" y="0"/>
                    </a:lnTo>
                  </a:path>
                </a:pathLst>
              </a:custGeom>
              <a:noFill/>
              <a:ln w="9525">
                <a:noFill/>
                <a:round/>
              </a:ln>
            </p:spPr>
            <p:txBody>
              <a:bodyPr vert="horz" wrap="square" lIns="82938" tIns="41469" rIns="82938" bIns="41469" numCol="1" anchor="t" anchorCtr="0" compatLnSpc="1"/>
              <a:lstStyle/>
              <a:p>
                <a:endParaRPr lang="en-GB" sz="1815"/>
              </a:p>
            </p:txBody>
          </p:sp>
          <p:sp>
            <p:nvSpPr>
              <p:cNvPr id="51428" name="Freeform 228"/>
              <p:cNvSpPr/>
              <p:nvPr/>
            </p:nvSpPr>
            <p:spPr bwMode="auto">
              <a:xfrm>
                <a:off x="2694" y="2218"/>
                <a:ext cx="10" cy="12"/>
              </a:xfrm>
              <a:custGeom>
                <a:avLst/>
                <a:gdLst/>
                <a:ahLst/>
                <a:cxnLst>
                  <a:cxn ang="0">
                    <a:pos x="0" y="0"/>
                  </a:cxn>
                  <a:cxn ang="0">
                    <a:pos x="0" y="0"/>
                  </a:cxn>
                  <a:cxn ang="0">
                    <a:pos x="10" y="12"/>
                  </a:cxn>
                  <a:cxn ang="0">
                    <a:pos x="0" y="0"/>
                  </a:cxn>
                </a:cxnLst>
                <a:rect l="0" t="0" r="r" b="b"/>
                <a:pathLst>
                  <a:path w="10" h="12">
                    <a:moveTo>
                      <a:pt x="0" y="0"/>
                    </a:moveTo>
                    <a:lnTo>
                      <a:pt x="0" y="0"/>
                    </a:lnTo>
                    <a:lnTo>
                      <a:pt x="10"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29" name="Freeform 229"/>
              <p:cNvSpPr/>
              <p:nvPr/>
            </p:nvSpPr>
            <p:spPr bwMode="auto">
              <a:xfrm>
                <a:off x="2694" y="2218"/>
                <a:ext cx="10" cy="12"/>
              </a:xfrm>
              <a:custGeom>
                <a:avLst/>
                <a:gdLst/>
                <a:ahLst/>
                <a:cxnLst>
                  <a:cxn ang="0">
                    <a:pos x="0" y="0"/>
                  </a:cxn>
                  <a:cxn ang="0">
                    <a:pos x="0" y="0"/>
                  </a:cxn>
                  <a:cxn ang="0">
                    <a:pos x="10" y="12"/>
                  </a:cxn>
                  <a:cxn ang="0">
                    <a:pos x="0" y="0"/>
                  </a:cxn>
                </a:cxnLst>
                <a:rect l="0" t="0" r="r" b="b"/>
                <a:pathLst>
                  <a:path w="10" h="12">
                    <a:moveTo>
                      <a:pt x="0" y="0"/>
                    </a:moveTo>
                    <a:lnTo>
                      <a:pt x="0" y="0"/>
                    </a:lnTo>
                    <a:lnTo>
                      <a:pt x="10"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30" name="Freeform 230"/>
              <p:cNvSpPr/>
              <p:nvPr/>
            </p:nvSpPr>
            <p:spPr bwMode="auto">
              <a:xfrm>
                <a:off x="2724" y="2223"/>
                <a:ext cx="96" cy="114"/>
              </a:xfrm>
              <a:custGeom>
                <a:avLst/>
                <a:gdLst/>
                <a:ahLst/>
                <a:cxnLst>
                  <a:cxn ang="0">
                    <a:pos x="0" y="0"/>
                  </a:cxn>
                  <a:cxn ang="0">
                    <a:pos x="0" y="0"/>
                  </a:cxn>
                  <a:cxn ang="0">
                    <a:pos x="96" y="114"/>
                  </a:cxn>
                  <a:cxn ang="0">
                    <a:pos x="0" y="0"/>
                  </a:cxn>
                </a:cxnLst>
                <a:rect l="0" t="0" r="r" b="b"/>
                <a:pathLst>
                  <a:path w="96" h="114">
                    <a:moveTo>
                      <a:pt x="0" y="0"/>
                    </a:moveTo>
                    <a:lnTo>
                      <a:pt x="0" y="0"/>
                    </a:lnTo>
                    <a:lnTo>
                      <a:pt x="96" y="114"/>
                    </a:lnTo>
                    <a:lnTo>
                      <a:pt x="0"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431" name="Freeform 231"/>
              <p:cNvSpPr/>
              <p:nvPr/>
            </p:nvSpPr>
            <p:spPr bwMode="auto">
              <a:xfrm>
                <a:off x="2724" y="2223"/>
                <a:ext cx="96" cy="114"/>
              </a:xfrm>
              <a:custGeom>
                <a:avLst/>
                <a:gdLst/>
                <a:ahLst/>
                <a:cxnLst>
                  <a:cxn ang="0">
                    <a:pos x="0" y="0"/>
                  </a:cxn>
                  <a:cxn ang="0">
                    <a:pos x="0" y="0"/>
                  </a:cxn>
                  <a:cxn ang="0">
                    <a:pos x="96" y="114"/>
                  </a:cxn>
                  <a:cxn ang="0">
                    <a:pos x="0" y="0"/>
                  </a:cxn>
                </a:cxnLst>
                <a:rect l="0" t="0" r="r" b="b"/>
                <a:pathLst>
                  <a:path w="96" h="114">
                    <a:moveTo>
                      <a:pt x="0" y="0"/>
                    </a:moveTo>
                    <a:lnTo>
                      <a:pt x="0" y="0"/>
                    </a:lnTo>
                    <a:lnTo>
                      <a:pt x="96" y="11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32" name="Rectangle 232"/>
              <p:cNvSpPr>
                <a:spLocks noChangeArrowheads="1"/>
              </p:cNvSpPr>
              <p:nvPr/>
            </p:nvSpPr>
            <p:spPr bwMode="auto">
              <a:xfrm>
                <a:off x="2724" y="222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433" name="Rectangle 233"/>
              <p:cNvSpPr>
                <a:spLocks noChangeArrowheads="1"/>
              </p:cNvSpPr>
              <p:nvPr/>
            </p:nvSpPr>
            <p:spPr bwMode="auto">
              <a:xfrm>
                <a:off x="2724" y="222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34" name="Freeform 234"/>
              <p:cNvSpPr/>
              <p:nvPr/>
            </p:nvSpPr>
            <p:spPr bwMode="auto">
              <a:xfrm>
                <a:off x="2704" y="2223"/>
                <a:ext cx="250" cy="281"/>
              </a:xfrm>
              <a:custGeom>
                <a:avLst/>
                <a:gdLst/>
                <a:ahLst/>
                <a:cxnLst>
                  <a:cxn ang="0">
                    <a:pos x="20" y="0"/>
                  </a:cxn>
                  <a:cxn ang="0">
                    <a:pos x="0" y="7"/>
                  </a:cxn>
                  <a:cxn ang="0">
                    <a:pos x="4" y="12"/>
                  </a:cxn>
                  <a:cxn ang="0">
                    <a:pos x="4" y="12"/>
                  </a:cxn>
                  <a:cxn ang="0">
                    <a:pos x="230" y="281"/>
                  </a:cxn>
                  <a:cxn ang="0">
                    <a:pos x="238" y="278"/>
                  </a:cxn>
                  <a:cxn ang="0">
                    <a:pos x="238" y="278"/>
                  </a:cxn>
                  <a:cxn ang="0">
                    <a:pos x="250" y="274"/>
                  </a:cxn>
                  <a:cxn ang="0">
                    <a:pos x="116" y="114"/>
                  </a:cxn>
                  <a:cxn ang="0">
                    <a:pos x="20" y="0"/>
                  </a:cxn>
                </a:cxnLst>
                <a:rect l="0" t="0" r="r" b="b"/>
                <a:pathLst>
                  <a:path w="250" h="281">
                    <a:moveTo>
                      <a:pt x="20" y="0"/>
                    </a:moveTo>
                    <a:lnTo>
                      <a:pt x="0" y="7"/>
                    </a:lnTo>
                    <a:lnTo>
                      <a:pt x="4" y="12"/>
                    </a:lnTo>
                    <a:lnTo>
                      <a:pt x="4" y="12"/>
                    </a:lnTo>
                    <a:lnTo>
                      <a:pt x="230" y="281"/>
                    </a:lnTo>
                    <a:lnTo>
                      <a:pt x="238" y="278"/>
                    </a:lnTo>
                    <a:lnTo>
                      <a:pt x="238" y="278"/>
                    </a:lnTo>
                    <a:lnTo>
                      <a:pt x="250" y="274"/>
                    </a:lnTo>
                    <a:lnTo>
                      <a:pt x="116" y="114"/>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35" name="Freeform 235"/>
              <p:cNvSpPr/>
              <p:nvPr/>
            </p:nvSpPr>
            <p:spPr bwMode="auto">
              <a:xfrm>
                <a:off x="2704" y="2223"/>
                <a:ext cx="250" cy="281"/>
              </a:xfrm>
              <a:custGeom>
                <a:avLst/>
                <a:gdLst/>
                <a:ahLst/>
                <a:cxnLst>
                  <a:cxn ang="0">
                    <a:pos x="20" y="0"/>
                  </a:cxn>
                  <a:cxn ang="0">
                    <a:pos x="0" y="7"/>
                  </a:cxn>
                  <a:cxn ang="0">
                    <a:pos x="4" y="12"/>
                  </a:cxn>
                  <a:cxn ang="0">
                    <a:pos x="4" y="12"/>
                  </a:cxn>
                  <a:cxn ang="0">
                    <a:pos x="230" y="281"/>
                  </a:cxn>
                  <a:cxn ang="0">
                    <a:pos x="238" y="278"/>
                  </a:cxn>
                  <a:cxn ang="0">
                    <a:pos x="238" y="278"/>
                  </a:cxn>
                  <a:cxn ang="0">
                    <a:pos x="250" y="274"/>
                  </a:cxn>
                  <a:cxn ang="0">
                    <a:pos x="116" y="114"/>
                  </a:cxn>
                  <a:cxn ang="0">
                    <a:pos x="20" y="0"/>
                  </a:cxn>
                </a:cxnLst>
                <a:rect l="0" t="0" r="r" b="b"/>
                <a:pathLst>
                  <a:path w="250" h="281">
                    <a:moveTo>
                      <a:pt x="20" y="0"/>
                    </a:moveTo>
                    <a:lnTo>
                      <a:pt x="0" y="7"/>
                    </a:lnTo>
                    <a:lnTo>
                      <a:pt x="4" y="12"/>
                    </a:lnTo>
                    <a:lnTo>
                      <a:pt x="4" y="12"/>
                    </a:lnTo>
                    <a:lnTo>
                      <a:pt x="230" y="281"/>
                    </a:lnTo>
                    <a:lnTo>
                      <a:pt x="238" y="278"/>
                    </a:lnTo>
                    <a:lnTo>
                      <a:pt x="238" y="278"/>
                    </a:lnTo>
                    <a:lnTo>
                      <a:pt x="250" y="274"/>
                    </a:lnTo>
                    <a:lnTo>
                      <a:pt x="116" y="114"/>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436" name="Freeform 236"/>
              <p:cNvSpPr/>
              <p:nvPr/>
            </p:nvSpPr>
            <p:spPr bwMode="auto">
              <a:xfrm>
                <a:off x="2694" y="2211"/>
                <a:ext cx="30" cy="19"/>
              </a:xfrm>
              <a:custGeom>
                <a:avLst/>
                <a:gdLst/>
                <a:ahLst/>
                <a:cxnLst>
                  <a:cxn ang="0">
                    <a:pos x="20" y="0"/>
                  </a:cxn>
                  <a:cxn ang="0">
                    <a:pos x="20" y="0"/>
                  </a:cxn>
                  <a:cxn ang="0">
                    <a:pos x="0" y="7"/>
                  </a:cxn>
                  <a:cxn ang="0">
                    <a:pos x="0" y="7"/>
                  </a:cxn>
                  <a:cxn ang="0">
                    <a:pos x="0" y="7"/>
                  </a:cxn>
                  <a:cxn ang="0">
                    <a:pos x="10" y="19"/>
                  </a:cxn>
                  <a:cxn ang="0">
                    <a:pos x="30" y="12"/>
                  </a:cxn>
                  <a:cxn ang="0">
                    <a:pos x="30" y="12"/>
                  </a:cxn>
                  <a:cxn ang="0">
                    <a:pos x="20" y="0"/>
                  </a:cxn>
                </a:cxnLst>
                <a:rect l="0" t="0" r="r" b="b"/>
                <a:pathLst>
                  <a:path w="30" h="19">
                    <a:moveTo>
                      <a:pt x="20" y="0"/>
                    </a:moveTo>
                    <a:lnTo>
                      <a:pt x="20" y="0"/>
                    </a:lnTo>
                    <a:lnTo>
                      <a:pt x="0" y="7"/>
                    </a:lnTo>
                    <a:lnTo>
                      <a:pt x="0" y="7"/>
                    </a:lnTo>
                    <a:lnTo>
                      <a:pt x="0" y="7"/>
                    </a:lnTo>
                    <a:lnTo>
                      <a:pt x="10" y="19"/>
                    </a:lnTo>
                    <a:lnTo>
                      <a:pt x="30" y="12"/>
                    </a:lnTo>
                    <a:lnTo>
                      <a:pt x="30" y="12"/>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37" name="Freeform 237"/>
              <p:cNvSpPr/>
              <p:nvPr/>
            </p:nvSpPr>
            <p:spPr bwMode="auto">
              <a:xfrm>
                <a:off x="2694" y="2211"/>
                <a:ext cx="30" cy="19"/>
              </a:xfrm>
              <a:custGeom>
                <a:avLst/>
                <a:gdLst/>
                <a:ahLst/>
                <a:cxnLst>
                  <a:cxn ang="0">
                    <a:pos x="20" y="0"/>
                  </a:cxn>
                  <a:cxn ang="0">
                    <a:pos x="20" y="0"/>
                  </a:cxn>
                  <a:cxn ang="0">
                    <a:pos x="0" y="7"/>
                  </a:cxn>
                  <a:cxn ang="0">
                    <a:pos x="0" y="7"/>
                  </a:cxn>
                  <a:cxn ang="0">
                    <a:pos x="0" y="7"/>
                  </a:cxn>
                  <a:cxn ang="0">
                    <a:pos x="10" y="19"/>
                  </a:cxn>
                  <a:cxn ang="0">
                    <a:pos x="30" y="12"/>
                  </a:cxn>
                  <a:cxn ang="0">
                    <a:pos x="30" y="12"/>
                  </a:cxn>
                  <a:cxn ang="0">
                    <a:pos x="20" y="0"/>
                  </a:cxn>
                </a:cxnLst>
                <a:rect l="0" t="0" r="r" b="b"/>
                <a:pathLst>
                  <a:path w="30" h="19">
                    <a:moveTo>
                      <a:pt x="20" y="0"/>
                    </a:moveTo>
                    <a:lnTo>
                      <a:pt x="20" y="0"/>
                    </a:lnTo>
                    <a:lnTo>
                      <a:pt x="0" y="7"/>
                    </a:lnTo>
                    <a:lnTo>
                      <a:pt x="0" y="7"/>
                    </a:lnTo>
                    <a:lnTo>
                      <a:pt x="0" y="7"/>
                    </a:lnTo>
                    <a:lnTo>
                      <a:pt x="10" y="19"/>
                    </a:lnTo>
                    <a:lnTo>
                      <a:pt x="30" y="12"/>
                    </a:lnTo>
                    <a:lnTo>
                      <a:pt x="30" y="12"/>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438" name="Freeform 238"/>
              <p:cNvSpPr/>
              <p:nvPr/>
            </p:nvSpPr>
            <p:spPr bwMode="auto">
              <a:xfrm>
                <a:off x="2934" y="2501"/>
                <a:ext cx="8" cy="8"/>
              </a:xfrm>
              <a:custGeom>
                <a:avLst/>
                <a:gdLst/>
                <a:ahLst/>
                <a:cxnLst>
                  <a:cxn ang="0">
                    <a:pos x="8" y="0"/>
                  </a:cxn>
                  <a:cxn ang="0">
                    <a:pos x="0" y="3"/>
                  </a:cxn>
                  <a:cxn ang="0">
                    <a:pos x="3" y="8"/>
                  </a:cxn>
                  <a:cxn ang="0">
                    <a:pos x="3" y="8"/>
                  </a:cxn>
                  <a:cxn ang="0">
                    <a:pos x="3" y="8"/>
                  </a:cxn>
                  <a:cxn ang="0">
                    <a:pos x="6" y="3"/>
                  </a:cxn>
                  <a:cxn ang="0">
                    <a:pos x="8" y="0"/>
                  </a:cxn>
                </a:cxnLst>
                <a:rect l="0" t="0" r="r" b="b"/>
                <a:pathLst>
                  <a:path w="8" h="8">
                    <a:moveTo>
                      <a:pt x="8" y="0"/>
                    </a:moveTo>
                    <a:lnTo>
                      <a:pt x="0" y="3"/>
                    </a:lnTo>
                    <a:lnTo>
                      <a:pt x="3" y="8"/>
                    </a:lnTo>
                    <a:lnTo>
                      <a:pt x="3" y="8"/>
                    </a:lnTo>
                    <a:lnTo>
                      <a:pt x="3" y="8"/>
                    </a:lnTo>
                    <a:lnTo>
                      <a:pt x="6" y="3"/>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39" name="Freeform 239"/>
              <p:cNvSpPr/>
              <p:nvPr/>
            </p:nvSpPr>
            <p:spPr bwMode="auto">
              <a:xfrm>
                <a:off x="2934" y="2501"/>
                <a:ext cx="8" cy="8"/>
              </a:xfrm>
              <a:custGeom>
                <a:avLst/>
                <a:gdLst/>
                <a:ahLst/>
                <a:cxnLst>
                  <a:cxn ang="0">
                    <a:pos x="8" y="0"/>
                  </a:cxn>
                  <a:cxn ang="0">
                    <a:pos x="0" y="3"/>
                  </a:cxn>
                  <a:cxn ang="0">
                    <a:pos x="3" y="8"/>
                  </a:cxn>
                  <a:cxn ang="0">
                    <a:pos x="3" y="8"/>
                  </a:cxn>
                  <a:cxn ang="0">
                    <a:pos x="3" y="8"/>
                  </a:cxn>
                  <a:cxn ang="0">
                    <a:pos x="6" y="3"/>
                  </a:cxn>
                  <a:cxn ang="0">
                    <a:pos x="8" y="0"/>
                  </a:cxn>
                </a:cxnLst>
                <a:rect l="0" t="0" r="r" b="b"/>
                <a:pathLst>
                  <a:path w="8" h="8">
                    <a:moveTo>
                      <a:pt x="8" y="0"/>
                    </a:moveTo>
                    <a:lnTo>
                      <a:pt x="0" y="3"/>
                    </a:lnTo>
                    <a:lnTo>
                      <a:pt x="3" y="8"/>
                    </a:lnTo>
                    <a:lnTo>
                      <a:pt x="3" y="8"/>
                    </a:lnTo>
                    <a:lnTo>
                      <a:pt x="3" y="8"/>
                    </a:lnTo>
                    <a:lnTo>
                      <a:pt x="6" y="3"/>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440" name="Freeform 240"/>
              <p:cNvSpPr/>
              <p:nvPr/>
            </p:nvSpPr>
            <p:spPr bwMode="auto">
              <a:xfrm>
                <a:off x="2828" y="2526"/>
                <a:ext cx="353" cy="276"/>
              </a:xfrm>
              <a:custGeom>
                <a:avLst/>
                <a:gdLst/>
                <a:ahLst/>
                <a:cxnLst>
                  <a:cxn ang="0">
                    <a:pos x="122" y="0"/>
                  </a:cxn>
                  <a:cxn ang="0">
                    <a:pos x="0" y="212"/>
                  </a:cxn>
                  <a:cxn ang="0">
                    <a:pos x="111" y="233"/>
                  </a:cxn>
                  <a:cxn ang="0">
                    <a:pos x="353" y="276"/>
                  </a:cxn>
                  <a:cxn ang="0">
                    <a:pos x="122" y="0"/>
                  </a:cxn>
                </a:cxnLst>
                <a:rect l="0" t="0" r="r" b="b"/>
                <a:pathLst>
                  <a:path w="353" h="276">
                    <a:moveTo>
                      <a:pt x="122" y="0"/>
                    </a:moveTo>
                    <a:lnTo>
                      <a:pt x="0" y="212"/>
                    </a:lnTo>
                    <a:lnTo>
                      <a:pt x="111" y="233"/>
                    </a:lnTo>
                    <a:lnTo>
                      <a:pt x="353" y="276"/>
                    </a:lnTo>
                    <a:lnTo>
                      <a:pt x="12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41" name="Freeform 241"/>
              <p:cNvSpPr/>
              <p:nvPr/>
            </p:nvSpPr>
            <p:spPr bwMode="auto">
              <a:xfrm>
                <a:off x="2828" y="2526"/>
                <a:ext cx="353" cy="276"/>
              </a:xfrm>
              <a:custGeom>
                <a:avLst/>
                <a:gdLst/>
                <a:ahLst/>
                <a:cxnLst>
                  <a:cxn ang="0">
                    <a:pos x="122" y="0"/>
                  </a:cxn>
                  <a:cxn ang="0">
                    <a:pos x="0" y="212"/>
                  </a:cxn>
                  <a:cxn ang="0">
                    <a:pos x="111" y="233"/>
                  </a:cxn>
                  <a:cxn ang="0">
                    <a:pos x="353" y="276"/>
                  </a:cxn>
                  <a:cxn ang="0">
                    <a:pos x="122" y="0"/>
                  </a:cxn>
                </a:cxnLst>
                <a:rect l="0" t="0" r="r" b="b"/>
                <a:pathLst>
                  <a:path w="353" h="276">
                    <a:moveTo>
                      <a:pt x="122" y="0"/>
                    </a:moveTo>
                    <a:lnTo>
                      <a:pt x="0" y="212"/>
                    </a:lnTo>
                    <a:lnTo>
                      <a:pt x="111" y="233"/>
                    </a:lnTo>
                    <a:lnTo>
                      <a:pt x="353" y="276"/>
                    </a:lnTo>
                    <a:lnTo>
                      <a:pt x="122" y="0"/>
                    </a:lnTo>
                  </a:path>
                </a:pathLst>
              </a:custGeom>
              <a:noFill/>
              <a:ln w="9525">
                <a:noFill/>
                <a:round/>
              </a:ln>
            </p:spPr>
            <p:txBody>
              <a:bodyPr vert="horz" wrap="square" lIns="82938" tIns="41469" rIns="82938" bIns="41469" numCol="1" anchor="t" anchorCtr="0" compatLnSpc="1"/>
              <a:lstStyle/>
              <a:p>
                <a:endParaRPr lang="en-GB" sz="1815"/>
              </a:p>
            </p:txBody>
          </p:sp>
          <p:sp>
            <p:nvSpPr>
              <p:cNvPr id="51442" name="Freeform 242"/>
              <p:cNvSpPr/>
              <p:nvPr/>
            </p:nvSpPr>
            <p:spPr bwMode="auto">
              <a:xfrm>
                <a:off x="2950" y="2526"/>
                <a:ext cx="231" cy="276"/>
              </a:xfrm>
              <a:custGeom>
                <a:avLst/>
                <a:gdLst/>
                <a:ahLst/>
                <a:cxnLst>
                  <a:cxn ang="0">
                    <a:pos x="0" y="0"/>
                  </a:cxn>
                  <a:cxn ang="0">
                    <a:pos x="0" y="0"/>
                  </a:cxn>
                  <a:cxn ang="0">
                    <a:pos x="231" y="276"/>
                  </a:cxn>
                  <a:cxn ang="0">
                    <a:pos x="231" y="276"/>
                  </a:cxn>
                  <a:cxn ang="0">
                    <a:pos x="0" y="0"/>
                  </a:cxn>
                </a:cxnLst>
                <a:rect l="0" t="0" r="r" b="b"/>
                <a:pathLst>
                  <a:path w="231" h="276">
                    <a:moveTo>
                      <a:pt x="0" y="0"/>
                    </a:moveTo>
                    <a:lnTo>
                      <a:pt x="0" y="0"/>
                    </a:lnTo>
                    <a:lnTo>
                      <a:pt x="231" y="276"/>
                    </a:lnTo>
                    <a:lnTo>
                      <a:pt x="231" y="276"/>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43" name="Freeform 243"/>
              <p:cNvSpPr/>
              <p:nvPr/>
            </p:nvSpPr>
            <p:spPr bwMode="auto">
              <a:xfrm>
                <a:off x="2950" y="2526"/>
                <a:ext cx="231" cy="276"/>
              </a:xfrm>
              <a:custGeom>
                <a:avLst/>
                <a:gdLst/>
                <a:ahLst/>
                <a:cxnLst>
                  <a:cxn ang="0">
                    <a:pos x="0" y="0"/>
                  </a:cxn>
                  <a:cxn ang="0">
                    <a:pos x="0" y="0"/>
                  </a:cxn>
                  <a:cxn ang="0">
                    <a:pos x="231" y="276"/>
                  </a:cxn>
                  <a:cxn ang="0">
                    <a:pos x="231" y="276"/>
                  </a:cxn>
                  <a:cxn ang="0">
                    <a:pos x="0" y="0"/>
                  </a:cxn>
                </a:cxnLst>
                <a:rect l="0" t="0" r="r" b="b"/>
                <a:pathLst>
                  <a:path w="231" h="276">
                    <a:moveTo>
                      <a:pt x="0" y="0"/>
                    </a:moveTo>
                    <a:lnTo>
                      <a:pt x="0" y="0"/>
                    </a:lnTo>
                    <a:lnTo>
                      <a:pt x="231" y="276"/>
                    </a:lnTo>
                    <a:lnTo>
                      <a:pt x="231" y="27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44" name="Freeform 244"/>
              <p:cNvSpPr/>
              <p:nvPr/>
            </p:nvSpPr>
            <p:spPr bwMode="auto">
              <a:xfrm>
                <a:off x="2828" y="2526"/>
                <a:ext cx="122" cy="233"/>
              </a:xfrm>
              <a:custGeom>
                <a:avLst/>
                <a:gdLst/>
                <a:ahLst/>
                <a:cxnLst>
                  <a:cxn ang="0">
                    <a:pos x="122" y="0"/>
                  </a:cxn>
                  <a:cxn ang="0">
                    <a:pos x="0" y="212"/>
                  </a:cxn>
                  <a:cxn ang="0">
                    <a:pos x="111" y="233"/>
                  </a:cxn>
                  <a:cxn ang="0">
                    <a:pos x="0" y="212"/>
                  </a:cxn>
                  <a:cxn ang="0">
                    <a:pos x="122" y="0"/>
                  </a:cxn>
                  <a:cxn ang="0">
                    <a:pos x="122" y="0"/>
                  </a:cxn>
                </a:cxnLst>
                <a:rect l="0" t="0" r="r" b="b"/>
                <a:pathLst>
                  <a:path w="122" h="233">
                    <a:moveTo>
                      <a:pt x="122" y="0"/>
                    </a:moveTo>
                    <a:lnTo>
                      <a:pt x="0" y="212"/>
                    </a:lnTo>
                    <a:lnTo>
                      <a:pt x="111" y="233"/>
                    </a:lnTo>
                    <a:lnTo>
                      <a:pt x="0" y="212"/>
                    </a:lnTo>
                    <a:lnTo>
                      <a:pt x="122" y="0"/>
                    </a:lnTo>
                    <a:lnTo>
                      <a:pt x="1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45" name="Freeform 245"/>
              <p:cNvSpPr/>
              <p:nvPr/>
            </p:nvSpPr>
            <p:spPr bwMode="auto">
              <a:xfrm>
                <a:off x="2828" y="2526"/>
                <a:ext cx="122" cy="233"/>
              </a:xfrm>
              <a:custGeom>
                <a:avLst/>
                <a:gdLst/>
                <a:ahLst/>
                <a:cxnLst>
                  <a:cxn ang="0">
                    <a:pos x="122" y="0"/>
                  </a:cxn>
                  <a:cxn ang="0">
                    <a:pos x="0" y="212"/>
                  </a:cxn>
                  <a:cxn ang="0">
                    <a:pos x="111" y="233"/>
                  </a:cxn>
                  <a:cxn ang="0">
                    <a:pos x="0" y="212"/>
                  </a:cxn>
                  <a:cxn ang="0">
                    <a:pos x="122" y="0"/>
                  </a:cxn>
                  <a:cxn ang="0">
                    <a:pos x="122" y="0"/>
                  </a:cxn>
                </a:cxnLst>
                <a:rect l="0" t="0" r="r" b="b"/>
                <a:pathLst>
                  <a:path w="122" h="233">
                    <a:moveTo>
                      <a:pt x="122" y="0"/>
                    </a:moveTo>
                    <a:lnTo>
                      <a:pt x="0" y="212"/>
                    </a:lnTo>
                    <a:lnTo>
                      <a:pt x="111" y="233"/>
                    </a:lnTo>
                    <a:lnTo>
                      <a:pt x="0" y="212"/>
                    </a:lnTo>
                    <a:lnTo>
                      <a:pt x="122" y="0"/>
                    </a:lnTo>
                    <a:lnTo>
                      <a:pt x="122" y="0"/>
                    </a:lnTo>
                  </a:path>
                </a:pathLst>
              </a:custGeom>
              <a:noFill/>
              <a:ln w="9525">
                <a:noFill/>
                <a:round/>
              </a:ln>
            </p:spPr>
            <p:txBody>
              <a:bodyPr vert="horz" wrap="square" lIns="82938" tIns="41469" rIns="82938" bIns="41469" numCol="1" anchor="t" anchorCtr="0" compatLnSpc="1"/>
              <a:lstStyle/>
              <a:p>
                <a:endParaRPr lang="en-GB" sz="1815"/>
              </a:p>
            </p:txBody>
          </p:sp>
          <p:sp>
            <p:nvSpPr>
              <p:cNvPr id="51446" name="Freeform 246"/>
              <p:cNvSpPr/>
              <p:nvPr/>
            </p:nvSpPr>
            <p:spPr bwMode="auto">
              <a:xfrm>
                <a:off x="2950" y="2512"/>
                <a:ext cx="246" cy="292"/>
              </a:xfrm>
              <a:custGeom>
                <a:avLst/>
                <a:gdLst/>
                <a:ahLst/>
                <a:cxnLst>
                  <a:cxn ang="0">
                    <a:pos x="17" y="0"/>
                  </a:cxn>
                  <a:cxn ang="0">
                    <a:pos x="5" y="6"/>
                  </a:cxn>
                  <a:cxn ang="0">
                    <a:pos x="0" y="14"/>
                  </a:cxn>
                  <a:cxn ang="0">
                    <a:pos x="0" y="14"/>
                  </a:cxn>
                  <a:cxn ang="0">
                    <a:pos x="0" y="14"/>
                  </a:cxn>
                  <a:cxn ang="0">
                    <a:pos x="231" y="290"/>
                  </a:cxn>
                  <a:cxn ang="0">
                    <a:pos x="241" y="292"/>
                  </a:cxn>
                  <a:cxn ang="0">
                    <a:pos x="238" y="282"/>
                  </a:cxn>
                  <a:cxn ang="0">
                    <a:pos x="246" y="287"/>
                  </a:cxn>
                  <a:cxn ang="0">
                    <a:pos x="246" y="277"/>
                  </a:cxn>
                  <a:cxn ang="0">
                    <a:pos x="17" y="0"/>
                  </a:cxn>
                </a:cxnLst>
                <a:rect l="0" t="0" r="r" b="b"/>
                <a:pathLst>
                  <a:path w="246" h="292">
                    <a:moveTo>
                      <a:pt x="17" y="0"/>
                    </a:moveTo>
                    <a:lnTo>
                      <a:pt x="5" y="6"/>
                    </a:lnTo>
                    <a:lnTo>
                      <a:pt x="0" y="14"/>
                    </a:lnTo>
                    <a:lnTo>
                      <a:pt x="0" y="14"/>
                    </a:lnTo>
                    <a:lnTo>
                      <a:pt x="0" y="14"/>
                    </a:lnTo>
                    <a:lnTo>
                      <a:pt x="231" y="290"/>
                    </a:lnTo>
                    <a:lnTo>
                      <a:pt x="241" y="292"/>
                    </a:lnTo>
                    <a:lnTo>
                      <a:pt x="238" y="282"/>
                    </a:lnTo>
                    <a:lnTo>
                      <a:pt x="246" y="287"/>
                    </a:lnTo>
                    <a:lnTo>
                      <a:pt x="246" y="277"/>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47" name="Freeform 247"/>
              <p:cNvSpPr/>
              <p:nvPr/>
            </p:nvSpPr>
            <p:spPr bwMode="auto">
              <a:xfrm>
                <a:off x="2950" y="2512"/>
                <a:ext cx="246" cy="292"/>
              </a:xfrm>
              <a:custGeom>
                <a:avLst/>
                <a:gdLst/>
                <a:ahLst/>
                <a:cxnLst>
                  <a:cxn ang="0">
                    <a:pos x="17" y="0"/>
                  </a:cxn>
                  <a:cxn ang="0">
                    <a:pos x="5" y="6"/>
                  </a:cxn>
                  <a:cxn ang="0">
                    <a:pos x="0" y="14"/>
                  </a:cxn>
                  <a:cxn ang="0">
                    <a:pos x="0" y="14"/>
                  </a:cxn>
                  <a:cxn ang="0">
                    <a:pos x="0" y="14"/>
                  </a:cxn>
                  <a:cxn ang="0">
                    <a:pos x="231" y="290"/>
                  </a:cxn>
                  <a:cxn ang="0">
                    <a:pos x="241" y="292"/>
                  </a:cxn>
                  <a:cxn ang="0">
                    <a:pos x="238" y="282"/>
                  </a:cxn>
                  <a:cxn ang="0">
                    <a:pos x="246" y="287"/>
                  </a:cxn>
                  <a:cxn ang="0">
                    <a:pos x="246" y="277"/>
                  </a:cxn>
                  <a:cxn ang="0">
                    <a:pos x="17" y="0"/>
                  </a:cxn>
                </a:cxnLst>
                <a:rect l="0" t="0" r="r" b="b"/>
                <a:pathLst>
                  <a:path w="246" h="292">
                    <a:moveTo>
                      <a:pt x="17" y="0"/>
                    </a:moveTo>
                    <a:lnTo>
                      <a:pt x="5" y="6"/>
                    </a:lnTo>
                    <a:lnTo>
                      <a:pt x="0" y="14"/>
                    </a:lnTo>
                    <a:lnTo>
                      <a:pt x="0" y="14"/>
                    </a:lnTo>
                    <a:lnTo>
                      <a:pt x="0" y="14"/>
                    </a:lnTo>
                    <a:lnTo>
                      <a:pt x="231" y="290"/>
                    </a:lnTo>
                    <a:lnTo>
                      <a:pt x="241" y="292"/>
                    </a:lnTo>
                    <a:lnTo>
                      <a:pt x="238" y="282"/>
                    </a:lnTo>
                    <a:lnTo>
                      <a:pt x="246" y="287"/>
                    </a:lnTo>
                    <a:lnTo>
                      <a:pt x="246" y="277"/>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1448" name="Freeform 248"/>
              <p:cNvSpPr/>
              <p:nvPr/>
            </p:nvSpPr>
            <p:spPr bwMode="auto">
              <a:xfrm>
                <a:off x="3196" y="2789"/>
                <a:ext cx="7" cy="13"/>
              </a:xfrm>
              <a:custGeom>
                <a:avLst/>
                <a:gdLst/>
                <a:ahLst/>
                <a:cxnLst>
                  <a:cxn ang="0">
                    <a:pos x="0" y="0"/>
                  </a:cxn>
                  <a:cxn ang="0">
                    <a:pos x="0" y="10"/>
                  </a:cxn>
                  <a:cxn ang="0">
                    <a:pos x="5" y="13"/>
                  </a:cxn>
                  <a:cxn ang="0">
                    <a:pos x="7" y="8"/>
                  </a:cxn>
                  <a:cxn ang="0">
                    <a:pos x="0" y="0"/>
                  </a:cxn>
                </a:cxnLst>
                <a:rect l="0" t="0" r="r" b="b"/>
                <a:pathLst>
                  <a:path w="7" h="13">
                    <a:moveTo>
                      <a:pt x="0" y="0"/>
                    </a:moveTo>
                    <a:lnTo>
                      <a:pt x="0" y="10"/>
                    </a:lnTo>
                    <a:lnTo>
                      <a:pt x="5" y="13"/>
                    </a:lnTo>
                    <a:lnTo>
                      <a:pt x="7"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49" name="Freeform 249"/>
              <p:cNvSpPr/>
              <p:nvPr/>
            </p:nvSpPr>
            <p:spPr bwMode="auto">
              <a:xfrm>
                <a:off x="3196" y="2789"/>
                <a:ext cx="7" cy="13"/>
              </a:xfrm>
              <a:custGeom>
                <a:avLst/>
                <a:gdLst/>
                <a:ahLst/>
                <a:cxnLst>
                  <a:cxn ang="0">
                    <a:pos x="0" y="0"/>
                  </a:cxn>
                  <a:cxn ang="0">
                    <a:pos x="0" y="10"/>
                  </a:cxn>
                  <a:cxn ang="0">
                    <a:pos x="5" y="13"/>
                  </a:cxn>
                  <a:cxn ang="0">
                    <a:pos x="7" y="8"/>
                  </a:cxn>
                  <a:cxn ang="0">
                    <a:pos x="0" y="0"/>
                  </a:cxn>
                </a:cxnLst>
                <a:rect l="0" t="0" r="r" b="b"/>
                <a:pathLst>
                  <a:path w="7" h="13">
                    <a:moveTo>
                      <a:pt x="0" y="0"/>
                    </a:moveTo>
                    <a:lnTo>
                      <a:pt x="0" y="10"/>
                    </a:lnTo>
                    <a:lnTo>
                      <a:pt x="5" y="13"/>
                    </a:lnTo>
                    <a:lnTo>
                      <a:pt x="7"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50" name="Freeform 250"/>
              <p:cNvSpPr/>
              <p:nvPr/>
            </p:nvSpPr>
            <p:spPr bwMode="auto">
              <a:xfrm>
                <a:off x="2955" y="2501"/>
                <a:ext cx="12" cy="17"/>
              </a:xfrm>
              <a:custGeom>
                <a:avLst/>
                <a:gdLst/>
                <a:ahLst/>
                <a:cxnLst>
                  <a:cxn ang="0">
                    <a:pos x="2" y="0"/>
                  </a:cxn>
                  <a:cxn ang="0">
                    <a:pos x="2" y="1"/>
                  </a:cxn>
                  <a:cxn ang="0">
                    <a:pos x="2" y="1"/>
                  </a:cxn>
                  <a:cxn ang="0">
                    <a:pos x="12" y="11"/>
                  </a:cxn>
                  <a:cxn ang="0">
                    <a:pos x="0" y="17"/>
                  </a:cxn>
                  <a:cxn ang="0">
                    <a:pos x="0" y="17"/>
                  </a:cxn>
                  <a:cxn ang="0">
                    <a:pos x="12" y="11"/>
                  </a:cxn>
                  <a:cxn ang="0">
                    <a:pos x="2" y="0"/>
                  </a:cxn>
                </a:cxnLst>
                <a:rect l="0" t="0" r="r" b="b"/>
                <a:pathLst>
                  <a:path w="12" h="17">
                    <a:moveTo>
                      <a:pt x="2" y="0"/>
                    </a:moveTo>
                    <a:lnTo>
                      <a:pt x="2" y="1"/>
                    </a:lnTo>
                    <a:lnTo>
                      <a:pt x="2" y="1"/>
                    </a:lnTo>
                    <a:lnTo>
                      <a:pt x="12" y="11"/>
                    </a:lnTo>
                    <a:lnTo>
                      <a:pt x="0" y="17"/>
                    </a:lnTo>
                    <a:lnTo>
                      <a:pt x="0" y="17"/>
                    </a:lnTo>
                    <a:lnTo>
                      <a:pt x="12" y="1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1" name="Freeform 251"/>
              <p:cNvSpPr/>
              <p:nvPr/>
            </p:nvSpPr>
            <p:spPr bwMode="auto">
              <a:xfrm>
                <a:off x="2955" y="2501"/>
                <a:ext cx="12" cy="17"/>
              </a:xfrm>
              <a:custGeom>
                <a:avLst/>
                <a:gdLst/>
                <a:ahLst/>
                <a:cxnLst>
                  <a:cxn ang="0">
                    <a:pos x="2" y="0"/>
                  </a:cxn>
                  <a:cxn ang="0">
                    <a:pos x="2" y="1"/>
                  </a:cxn>
                  <a:cxn ang="0">
                    <a:pos x="2" y="1"/>
                  </a:cxn>
                  <a:cxn ang="0">
                    <a:pos x="12" y="11"/>
                  </a:cxn>
                  <a:cxn ang="0">
                    <a:pos x="0" y="17"/>
                  </a:cxn>
                  <a:cxn ang="0">
                    <a:pos x="0" y="17"/>
                  </a:cxn>
                  <a:cxn ang="0">
                    <a:pos x="12" y="11"/>
                  </a:cxn>
                  <a:cxn ang="0">
                    <a:pos x="2" y="0"/>
                  </a:cxn>
                </a:cxnLst>
                <a:rect l="0" t="0" r="r" b="b"/>
                <a:pathLst>
                  <a:path w="12" h="17">
                    <a:moveTo>
                      <a:pt x="2" y="0"/>
                    </a:moveTo>
                    <a:lnTo>
                      <a:pt x="2" y="1"/>
                    </a:lnTo>
                    <a:lnTo>
                      <a:pt x="2" y="1"/>
                    </a:lnTo>
                    <a:lnTo>
                      <a:pt x="12" y="11"/>
                    </a:lnTo>
                    <a:lnTo>
                      <a:pt x="0" y="17"/>
                    </a:lnTo>
                    <a:lnTo>
                      <a:pt x="0" y="17"/>
                    </a:lnTo>
                    <a:lnTo>
                      <a:pt x="12" y="1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452" name="Rectangle 252"/>
              <p:cNvSpPr>
                <a:spLocks noChangeArrowheads="1"/>
              </p:cNvSpPr>
              <p:nvPr/>
            </p:nvSpPr>
            <p:spPr bwMode="auto">
              <a:xfrm>
                <a:off x="2954" y="249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453" name="Rectangle 253"/>
              <p:cNvSpPr>
                <a:spLocks noChangeArrowheads="1"/>
              </p:cNvSpPr>
              <p:nvPr/>
            </p:nvSpPr>
            <p:spPr bwMode="auto">
              <a:xfrm>
                <a:off x="2954" y="249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54" name="Freeform 254"/>
              <p:cNvSpPr/>
              <p:nvPr/>
            </p:nvSpPr>
            <p:spPr bwMode="auto">
              <a:xfrm>
                <a:off x="2954" y="2497"/>
                <a:ext cx="3" cy="5"/>
              </a:xfrm>
              <a:custGeom>
                <a:avLst/>
                <a:gdLst/>
                <a:ahLst/>
                <a:cxnLst>
                  <a:cxn ang="0">
                    <a:pos x="0" y="0"/>
                  </a:cxn>
                  <a:cxn ang="0">
                    <a:pos x="0" y="0"/>
                  </a:cxn>
                  <a:cxn ang="0">
                    <a:pos x="3" y="5"/>
                  </a:cxn>
                  <a:cxn ang="0">
                    <a:pos x="3" y="5"/>
                  </a:cxn>
                  <a:cxn ang="0">
                    <a:pos x="3" y="4"/>
                  </a:cxn>
                  <a:cxn ang="0">
                    <a:pos x="0" y="0"/>
                  </a:cxn>
                </a:cxnLst>
                <a:rect l="0" t="0" r="r" b="b"/>
                <a:pathLst>
                  <a:path w="3" h="5">
                    <a:moveTo>
                      <a:pt x="0" y="0"/>
                    </a:moveTo>
                    <a:lnTo>
                      <a:pt x="0" y="0"/>
                    </a:lnTo>
                    <a:lnTo>
                      <a:pt x="3" y="5"/>
                    </a:lnTo>
                    <a:lnTo>
                      <a:pt x="3" y="5"/>
                    </a:lnTo>
                    <a:lnTo>
                      <a:pt x="3"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5" name="Freeform 255"/>
              <p:cNvSpPr/>
              <p:nvPr/>
            </p:nvSpPr>
            <p:spPr bwMode="auto">
              <a:xfrm>
                <a:off x="2954" y="2497"/>
                <a:ext cx="3" cy="5"/>
              </a:xfrm>
              <a:custGeom>
                <a:avLst/>
                <a:gdLst/>
                <a:ahLst/>
                <a:cxnLst>
                  <a:cxn ang="0">
                    <a:pos x="0" y="0"/>
                  </a:cxn>
                  <a:cxn ang="0">
                    <a:pos x="0" y="0"/>
                  </a:cxn>
                  <a:cxn ang="0">
                    <a:pos x="3" y="5"/>
                  </a:cxn>
                  <a:cxn ang="0">
                    <a:pos x="3" y="5"/>
                  </a:cxn>
                  <a:cxn ang="0">
                    <a:pos x="3" y="4"/>
                  </a:cxn>
                  <a:cxn ang="0">
                    <a:pos x="0" y="0"/>
                  </a:cxn>
                </a:cxnLst>
                <a:rect l="0" t="0" r="r" b="b"/>
                <a:pathLst>
                  <a:path w="3" h="5">
                    <a:moveTo>
                      <a:pt x="0" y="0"/>
                    </a:moveTo>
                    <a:lnTo>
                      <a:pt x="0" y="0"/>
                    </a:lnTo>
                    <a:lnTo>
                      <a:pt x="3" y="5"/>
                    </a:lnTo>
                    <a:lnTo>
                      <a:pt x="3" y="5"/>
                    </a:lnTo>
                    <a:lnTo>
                      <a:pt x="3"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56" name="Freeform 256"/>
              <p:cNvSpPr/>
              <p:nvPr/>
            </p:nvSpPr>
            <p:spPr bwMode="auto">
              <a:xfrm>
                <a:off x="2806" y="2509"/>
                <a:ext cx="144" cy="229"/>
              </a:xfrm>
              <a:custGeom>
                <a:avLst/>
                <a:gdLst/>
                <a:ahLst/>
                <a:cxnLst>
                  <a:cxn ang="0">
                    <a:pos x="131" y="0"/>
                  </a:cxn>
                  <a:cxn ang="0">
                    <a:pos x="0" y="226"/>
                  </a:cxn>
                  <a:cxn ang="0">
                    <a:pos x="9" y="228"/>
                  </a:cxn>
                  <a:cxn ang="0">
                    <a:pos x="9" y="228"/>
                  </a:cxn>
                  <a:cxn ang="0">
                    <a:pos x="22" y="229"/>
                  </a:cxn>
                  <a:cxn ang="0">
                    <a:pos x="22" y="229"/>
                  </a:cxn>
                  <a:cxn ang="0">
                    <a:pos x="22" y="229"/>
                  </a:cxn>
                  <a:cxn ang="0">
                    <a:pos x="144" y="17"/>
                  </a:cxn>
                  <a:cxn ang="0">
                    <a:pos x="141" y="12"/>
                  </a:cxn>
                  <a:cxn ang="0">
                    <a:pos x="141" y="12"/>
                  </a:cxn>
                  <a:cxn ang="0">
                    <a:pos x="136" y="7"/>
                  </a:cxn>
                  <a:cxn ang="0">
                    <a:pos x="136" y="5"/>
                  </a:cxn>
                  <a:cxn ang="0">
                    <a:pos x="131" y="0"/>
                  </a:cxn>
                </a:cxnLst>
                <a:rect l="0" t="0" r="r" b="b"/>
                <a:pathLst>
                  <a:path w="144" h="229">
                    <a:moveTo>
                      <a:pt x="131" y="0"/>
                    </a:moveTo>
                    <a:lnTo>
                      <a:pt x="0" y="226"/>
                    </a:lnTo>
                    <a:lnTo>
                      <a:pt x="9" y="228"/>
                    </a:lnTo>
                    <a:lnTo>
                      <a:pt x="9" y="228"/>
                    </a:lnTo>
                    <a:lnTo>
                      <a:pt x="22" y="229"/>
                    </a:lnTo>
                    <a:lnTo>
                      <a:pt x="22" y="229"/>
                    </a:lnTo>
                    <a:lnTo>
                      <a:pt x="22" y="229"/>
                    </a:lnTo>
                    <a:lnTo>
                      <a:pt x="144" y="17"/>
                    </a:lnTo>
                    <a:lnTo>
                      <a:pt x="141" y="12"/>
                    </a:lnTo>
                    <a:lnTo>
                      <a:pt x="141" y="12"/>
                    </a:lnTo>
                    <a:lnTo>
                      <a:pt x="136" y="7"/>
                    </a:lnTo>
                    <a:lnTo>
                      <a:pt x="136" y="5"/>
                    </a:lnTo>
                    <a:lnTo>
                      <a:pt x="1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7" name="Freeform 257"/>
              <p:cNvSpPr/>
              <p:nvPr/>
            </p:nvSpPr>
            <p:spPr bwMode="auto">
              <a:xfrm>
                <a:off x="2806" y="2509"/>
                <a:ext cx="144" cy="229"/>
              </a:xfrm>
              <a:custGeom>
                <a:avLst/>
                <a:gdLst/>
                <a:ahLst/>
                <a:cxnLst>
                  <a:cxn ang="0">
                    <a:pos x="131" y="0"/>
                  </a:cxn>
                  <a:cxn ang="0">
                    <a:pos x="0" y="226"/>
                  </a:cxn>
                  <a:cxn ang="0">
                    <a:pos x="9" y="228"/>
                  </a:cxn>
                  <a:cxn ang="0">
                    <a:pos x="9" y="228"/>
                  </a:cxn>
                  <a:cxn ang="0">
                    <a:pos x="22" y="229"/>
                  </a:cxn>
                  <a:cxn ang="0">
                    <a:pos x="22" y="229"/>
                  </a:cxn>
                  <a:cxn ang="0">
                    <a:pos x="22" y="229"/>
                  </a:cxn>
                  <a:cxn ang="0">
                    <a:pos x="144" y="17"/>
                  </a:cxn>
                  <a:cxn ang="0">
                    <a:pos x="141" y="12"/>
                  </a:cxn>
                  <a:cxn ang="0">
                    <a:pos x="141" y="12"/>
                  </a:cxn>
                  <a:cxn ang="0">
                    <a:pos x="136" y="7"/>
                  </a:cxn>
                  <a:cxn ang="0">
                    <a:pos x="136" y="5"/>
                  </a:cxn>
                  <a:cxn ang="0">
                    <a:pos x="131" y="0"/>
                  </a:cxn>
                </a:cxnLst>
                <a:rect l="0" t="0" r="r" b="b"/>
                <a:pathLst>
                  <a:path w="144" h="229">
                    <a:moveTo>
                      <a:pt x="131" y="0"/>
                    </a:moveTo>
                    <a:lnTo>
                      <a:pt x="0" y="226"/>
                    </a:lnTo>
                    <a:lnTo>
                      <a:pt x="9" y="228"/>
                    </a:lnTo>
                    <a:lnTo>
                      <a:pt x="9" y="228"/>
                    </a:lnTo>
                    <a:lnTo>
                      <a:pt x="22" y="229"/>
                    </a:lnTo>
                    <a:lnTo>
                      <a:pt x="22" y="229"/>
                    </a:lnTo>
                    <a:lnTo>
                      <a:pt x="22" y="229"/>
                    </a:lnTo>
                    <a:lnTo>
                      <a:pt x="144" y="17"/>
                    </a:lnTo>
                    <a:lnTo>
                      <a:pt x="141" y="12"/>
                    </a:lnTo>
                    <a:lnTo>
                      <a:pt x="141" y="12"/>
                    </a:lnTo>
                    <a:lnTo>
                      <a:pt x="136" y="7"/>
                    </a:lnTo>
                    <a:lnTo>
                      <a:pt x="136" y="5"/>
                    </a:lnTo>
                    <a:lnTo>
                      <a:pt x="131" y="0"/>
                    </a:lnTo>
                  </a:path>
                </a:pathLst>
              </a:custGeom>
              <a:noFill/>
              <a:ln w="9525">
                <a:noFill/>
                <a:round/>
              </a:ln>
            </p:spPr>
            <p:txBody>
              <a:bodyPr vert="horz" wrap="square" lIns="82938" tIns="41469" rIns="82938" bIns="41469" numCol="1" anchor="t" anchorCtr="0" compatLnSpc="1"/>
              <a:lstStyle/>
              <a:p>
                <a:endParaRPr lang="en-GB" sz="1815"/>
              </a:p>
            </p:txBody>
          </p:sp>
          <p:sp>
            <p:nvSpPr>
              <p:cNvPr id="51458" name="Freeform 258"/>
              <p:cNvSpPr/>
              <p:nvPr/>
            </p:nvSpPr>
            <p:spPr bwMode="auto">
              <a:xfrm>
                <a:off x="2942" y="2514"/>
                <a:ext cx="5" cy="7"/>
              </a:xfrm>
              <a:custGeom>
                <a:avLst/>
                <a:gdLst/>
                <a:ahLst/>
                <a:cxnLst>
                  <a:cxn ang="0">
                    <a:pos x="0" y="0"/>
                  </a:cxn>
                  <a:cxn ang="0">
                    <a:pos x="0" y="2"/>
                  </a:cxn>
                  <a:cxn ang="0">
                    <a:pos x="5" y="7"/>
                  </a:cxn>
                  <a:cxn ang="0">
                    <a:pos x="5" y="7"/>
                  </a:cxn>
                  <a:cxn ang="0">
                    <a:pos x="0" y="0"/>
                  </a:cxn>
                </a:cxnLst>
                <a:rect l="0" t="0" r="r" b="b"/>
                <a:pathLst>
                  <a:path w="5" h="7">
                    <a:moveTo>
                      <a:pt x="0" y="0"/>
                    </a:moveTo>
                    <a:lnTo>
                      <a:pt x="0" y="2"/>
                    </a:lnTo>
                    <a:lnTo>
                      <a:pt x="5" y="7"/>
                    </a:lnTo>
                    <a:lnTo>
                      <a:pt x="5" y="7"/>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9" name="Freeform 259"/>
              <p:cNvSpPr/>
              <p:nvPr/>
            </p:nvSpPr>
            <p:spPr bwMode="auto">
              <a:xfrm>
                <a:off x="2942" y="2514"/>
                <a:ext cx="5" cy="7"/>
              </a:xfrm>
              <a:custGeom>
                <a:avLst/>
                <a:gdLst/>
                <a:ahLst/>
                <a:cxnLst>
                  <a:cxn ang="0">
                    <a:pos x="0" y="0"/>
                  </a:cxn>
                  <a:cxn ang="0">
                    <a:pos x="0" y="2"/>
                  </a:cxn>
                  <a:cxn ang="0">
                    <a:pos x="5" y="7"/>
                  </a:cxn>
                  <a:cxn ang="0">
                    <a:pos x="5" y="7"/>
                  </a:cxn>
                  <a:cxn ang="0">
                    <a:pos x="0" y="0"/>
                  </a:cxn>
                </a:cxnLst>
                <a:rect l="0" t="0" r="r" b="b"/>
                <a:pathLst>
                  <a:path w="5" h="7">
                    <a:moveTo>
                      <a:pt x="0" y="0"/>
                    </a:moveTo>
                    <a:lnTo>
                      <a:pt x="0" y="2"/>
                    </a:lnTo>
                    <a:lnTo>
                      <a:pt x="5" y="7"/>
                    </a:lnTo>
                    <a:lnTo>
                      <a:pt x="5" y="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60" name="Freeform 260"/>
              <p:cNvSpPr>
                <a:spLocks noEditPoints="1"/>
              </p:cNvSpPr>
              <p:nvPr/>
            </p:nvSpPr>
            <p:spPr bwMode="auto">
              <a:xfrm>
                <a:off x="2937" y="2509"/>
                <a:ext cx="18" cy="17"/>
              </a:xfrm>
              <a:custGeom>
                <a:avLst/>
                <a:gdLst/>
                <a:ahLst/>
                <a:cxnLst>
                  <a:cxn ang="0">
                    <a:pos x="18" y="9"/>
                  </a:cxn>
                  <a:cxn ang="0">
                    <a:pos x="10" y="12"/>
                  </a:cxn>
                  <a:cxn ang="0">
                    <a:pos x="13" y="17"/>
                  </a:cxn>
                  <a:cxn ang="0">
                    <a:pos x="18" y="9"/>
                  </a:cxn>
                  <a:cxn ang="0">
                    <a:pos x="0" y="0"/>
                  </a:cxn>
                  <a:cxn ang="0">
                    <a:pos x="0" y="0"/>
                  </a:cxn>
                  <a:cxn ang="0">
                    <a:pos x="5" y="5"/>
                  </a:cxn>
                  <a:cxn ang="0">
                    <a:pos x="5" y="5"/>
                  </a:cxn>
                  <a:cxn ang="0">
                    <a:pos x="5" y="5"/>
                  </a:cxn>
                  <a:cxn ang="0">
                    <a:pos x="0" y="0"/>
                  </a:cxn>
                </a:cxnLst>
                <a:rect l="0" t="0" r="r" b="b"/>
                <a:pathLst>
                  <a:path w="18" h="17">
                    <a:moveTo>
                      <a:pt x="18" y="9"/>
                    </a:moveTo>
                    <a:lnTo>
                      <a:pt x="10" y="12"/>
                    </a:lnTo>
                    <a:lnTo>
                      <a:pt x="13" y="17"/>
                    </a:lnTo>
                    <a:lnTo>
                      <a:pt x="18" y="9"/>
                    </a:lnTo>
                    <a:close/>
                    <a:moveTo>
                      <a:pt x="0" y="0"/>
                    </a:moveTo>
                    <a:lnTo>
                      <a:pt x="0" y="0"/>
                    </a:lnTo>
                    <a:lnTo>
                      <a:pt x="5" y="5"/>
                    </a:lnTo>
                    <a:lnTo>
                      <a:pt x="5" y="5"/>
                    </a:lnTo>
                    <a:lnTo>
                      <a:pt x="5"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1" name="Freeform 261"/>
              <p:cNvSpPr/>
              <p:nvPr/>
            </p:nvSpPr>
            <p:spPr bwMode="auto">
              <a:xfrm>
                <a:off x="2947" y="2518"/>
                <a:ext cx="8" cy="8"/>
              </a:xfrm>
              <a:custGeom>
                <a:avLst/>
                <a:gdLst/>
                <a:ahLst/>
                <a:cxnLst>
                  <a:cxn ang="0">
                    <a:pos x="8" y="0"/>
                  </a:cxn>
                  <a:cxn ang="0">
                    <a:pos x="0" y="3"/>
                  </a:cxn>
                  <a:cxn ang="0">
                    <a:pos x="3" y="8"/>
                  </a:cxn>
                  <a:cxn ang="0">
                    <a:pos x="8" y="0"/>
                  </a:cxn>
                </a:cxnLst>
                <a:rect l="0" t="0" r="r" b="b"/>
                <a:pathLst>
                  <a:path w="8" h="8">
                    <a:moveTo>
                      <a:pt x="8" y="0"/>
                    </a:moveTo>
                    <a:lnTo>
                      <a:pt x="0" y="3"/>
                    </a:lnTo>
                    <a:lnTo>
                      <a:pt x="3" y="8"/>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462" name="Freeform 262"/>
              <p:cNvSpPr/>
              <p:nvPr/>
            </p:nvSpPr>
            <p:spPr bwMode="auto">
              <a:xfrm>
                <a:off x="2937" y="2509"/>
                <a:ext cx="5" cy="5"/>
              </a:xfrm>
              <a:custGeom>
                <a:avLst/>
                <a:gdLst/>
                <a:ahLst/>
                <a:cxnLst>
                  <a:cxn ang="0">
                    <a:pos x="0" y="0"/>
                  </a:cxn>
                  <a:cxn ang="0">
                    <a:pos x="0" y="0"/>
                  </a:cxn>
                  <a:cxn ang="0">
                    <a:pos x="5" y="5"/>
                  </a:cxn>
                  <a:cxn ang="0">
                    <a:pos x="5" y="5"/>
                  </a:cxn>
                  <a:cxn ang="0">
                    <a:pos x="5" y="5"/>
                  </a:cxn>
                  <a:cxn ang="0">
                    <a:pos x="0" y="0"/>
                  </a:cxn>
                </a:cxnLst>
                <a:rect l="0" t="0" r="r" b="b"/>
                <a:pathLst>
                  <a:path w="5" h="5">
                    <a:moveTo>
                      <a:pt x="0" y="0"/>
                    </a:moveTo>
                    <a:lnTo>
                      <a:pt x="0" y="0"/>
                    </a:lnTo>
                    <a:lnTo>
                      <a:pt x="5" y="5"/>
                    </a:lnTo>
                    <a:lnTo>
                      <a:pt x="5" y="5"/>
                    </a:lnTo>
                    <a:lnTo>
                      <a:pt x="5"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63" name="Freeform 263"/>
              <p:cNvSpPr/>
              <p:nvPr/>
            </p:nvSpPr>
            <p:spPr bwMode="auto">
              <a:xfrm>
                <a:off x="2937" y="2502"/>
                <a:ext cx="30" cy="19"/>
              </a:xfrm>
              <a:custGeom>
                <a:avLst/>
                <a:gdLst/>
                <a:ahLst/>
                <a:cxnLst>
                  <a:cxn ang="0">
                    <a:pos x="20" y="0"/>
                  </a:cxn>
                  <a:cxn ang="0">
                    <a:pos x="13" y="7"/>
                  </a:cxn>
                  <a:cxn ang="0">
                    <a:pos x="13" y="7"/>
                  </a:cxn>
                  <a:cxn ang="0">
                    <a:pos x="13" y="7"/>
                  </a:cxn>
                  <a:cxn ang="0">
                    <a:pos x="5" y="12"/>
                  </a:cxn>
                  <a:cxn ang="0">
                    <a:pos x="0" y="7"/>
                  </a:cxn>
                  <a:cxn ang="0">
                    <a:pos x="0" y="7"/>
                  </a:cxn>
                  <a:cxn ang="0">
                    <a:pos x="5" y="12"/>
                  </a:cxn>
                  <a:cxn ang="0">
                    <a:pos x="5" y="12"/>
                  </a:cxn>
                  <a:cxn ang="0">
                    <a:pos x="5" y="12"/>
                  </a:cxn>
                  <a:cxn ang="0">
                    <a:pos x="10" y="19"/>
                  </a:cxn>
                  <a:cxn ang="0">
                    <a:pos x="18" y="16"/>
                  </a:cxn>
                  <a:cxn ang="0">
                    <a:pos x="18" y="16"/>
                  </a:cxn>
                  <a:cxn ang="0">
                    <a:pos x="30" y="10"/>
                  </a:cxn>
                  <a:cxn ang="0">
                    <a:pos x="20" y="0"/>
                  </a:cxn>
                </a:cxnLst>
                <a:rect l="0" t="0" r="r" b="b"/>
                <a:pathLst>
                  <a:path w="30" h="19">
                    <a:moveTo>
                      <a:pt x="20" y="0"/>
                    </a:moveTo>
                    <a:lnTo>
                      <a:pt x="13" y="7"/>
                    </a:lnTo>
                    <a:lnTo>
                      <a:pt x="13" y="7"/>
                    </a:lnTo>
                    <a:lnTo>
                      <a:pt x="13" y="7"/>
                    </a:lnTo>
                    <a:lnTo>
                      <a:pt x="5" y="12"/>
                    </a:lnTo>
                    <a:lnTo>
                      <a:pt x="0" y="7"/>
                    </a:lnTo>
                    <a:lnTo>
                      <a:pt x="0" y="7"/>
                    </a:lnTo>
                    <a:lnTo>
                      <a:pt x="5" y="12"/>
                    </a:lnTo>
                    <a:lnTo>
                      <a:pt x="5" y="12"/>
                    </a:lnTo>
                    <a:lnTo>
                      <a:pt x="5" y="12"/>
                    </a:lnTo>
                    <a:lnTo>
                      <a:pt x="10" y="19"/>
                    </a:lnTo>
                    <a:lnTo>
                      <a:pt x="18" y="16"/>
                    </a:lnTo>
                    <a:lnTo>
                      <a:pt x="18" y="16"/>
                    </a:lnTo>
                    <a:lnTo>
                      <a:pt x="30" y="1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4" name="Freeform 264"/>
              <p:cNvSpPr/>
              <p:nvPr/>
            </p:nvSpPr>
            <p:spPr bwMode="auto">
              <a:xfrm>
                <a:off x="2937" y="2502"/>
                <a:ext cx="30" cy="19"/>
              </a:xfrm>
              <a:custGeom>
                <a:avLst/>
                <a:gdLst/>
                <a:ahLst/>
                <a:cxnLst>
                  <a:cxn ang="0">
                    <a:pos x="20" y="0"/>
                  </a:cxn>
                  <a:cxn ang="0">
                    <a:pos x="13" y="7"/>
                  </a:cxn>
                  <a:cxn ang="0">
                    <a:pos x="13" y="7"/>
                  </a:cxn>
                  <a:cxn ang="0">
                    <a:pos x="13" y="7"/>
                  </a:cxn>
                  <a:cxn ang="0">
                    <a:pos x="5" y="12"/>
                  </a:cxn>
                  <a:cxn ang="0">
                    <a:pos x="0" y="7"/>
                  </a:cxn>
                  <a:cxn ang="0">
                    <a:pos x="0" y="7"/>
                  </a:cxn>
                  <a:cxn ang="0">
                    <a:pos x="5" y="12"/>
                  </a:cxn>
                  <a:cxn ang="0">
                    <a:pos x="5" y="12"/>
                  </a:cxn>
                  <a:cxn ang="0">
                    <a:pos x="5" y="12"/>
                  </a:cxn>
                  <a:cxn ang="0">
                    <a:pos x="10" y="19"/>
                  </a:cxn>
                  <a:cxn ang="0">
                    <a:pos x="18" y="16"/>
                  </a:cxn>
                  <a:cxn ang="0">
                    <a:pos x="18" y="16"/>
                  </a:cxn>
                  <a:cxn ang="0">
                    <a:pos x="30" y="10"/>
                  </a:cxn>
                  <a:cxn ang="0">
                    <a:pos x="20" y="0"/>
                  </a:cxn>
                </a:cxnLst>
                <a:rect l="0" t="0" r="r" b="b"/>
                <a:pathLst>
                  <a:path w="30" h="19">
                    <a:moveTo>
                      <a:pt x="20" y="0"/>
                    </a:moveTo>
                    <a:lnTo>
                      <a:pt x="13" y="7"/>
                    </a:lnTo>
                    <a:lnTo>
                      <a:pt x="13" y="7"/>
                    </a:lnTo>
                    <a:lnTo>
                      <a:pt x="13" y="7"/>
                    </a:lnTo>
                    <a:lnTo>
                      <a:pt x="5" y="12"/>
                    </a:lnTo>
                    <a:lnTo>
                      <a:pt x="0" y="7"/>
                    </a:lnTo>
                    <a:lnTo>
                      <a:pt x="0" y="7"/>
                    </a:lnTo>
                    <a:lnTo>
                      <a:pt x="5" y="12"/>
                    </a:lnTo>
                    <a:lnTo>
                      <a:pt x="5" y="12"/>
                    </a:lnTo>
                    <a:lnTo>
                      <a:pt x="5" y="12"/>
                    </a:lnTo>
                    <a:lnTo>
                      <a:pt x="10" y="19"/>
                    </a:lnTo>
                    <a:lnTo>
                      <a:pt x="18" y="16"/>
                    </a:lnTo>
                    <a:lnTo>
                      <a:pt x="18" y="16"/>
                    </a:lnTo>
                    <a:lnTo>
                      <a:pt x="30" y="1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465" name="Freeform 265"/>
              <p:cNvSpPr/>
              <p:nvPr/>
            </p:nvSpPr>
            <p:spPr bwMode="auto">
              <a:xfrm>
                <a:off x="2942" y="2497"/>
                <a:ext cx="12" cy="4"/>
              </a:xfrm>
              <a:custGeom>
                <a:avLst/>
                <a:gdLst/>
                <a:ahLst/>
                <a:cxnLst>
                  <a:cxn ang="0">
                    <a:pos x="12" y="0"/>
                  </a:cxn>
                  <a:cxn ang="0">
                    <a:pos x="0" y="4"/>
                  </a:cxn>
                  <a:cxn ang="0">
                    <a:pos x="0" y="4"/>
                  </a:cxn>
                  <a:cxn ang="0">
                    <a:pos x="12" y="0"/>
                  </a:cxn>
                  <a:cxn ang="0">
                    <a:pos x="12" y="0"/>
                  </a:cxn>
                </a:cxnLst>
                <a:rect l="0" t="0" r="r" b="b"/>
                <a:pathLst>
                  <a:path w="12" h="4">
                    <a:moveTo>
                      <a:pt x="12" y="0"/>
                    </a:moveTo>
                    <a:lnTo>
                      <a:pt x="0" y="4"/>
                    </a:lnTo>
                    <a:lnTo>
                      <a:pt x="0" y="4"/>
                    </a:lnTo>
                    <a:lnTo>
                      <a:pt x="12" y="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6" name="Freeform 266"/>
              <p:cNvSpPr/>
              <p:nvPr/>
            </p:nvSpPr>
            <p:spPr bwMode="auto">
              <a:xfrm>
                <a:off x="2942" y="2497"/>
                <a:ext cx="12" cy="4"/>
              </a:xfrm>
              <a:custGeom>
                <a:avLst/>
                <a:gdLst/>
                <a:ahLst/>
                <a:cxnLst>
                  <a:cxn ang="0">
                    <a:pos x="12" y="0"/>
                  </a:cxn>
                  <a:cxn ang="0">
                    <a:pos x="0" y="4"/>
                  </a:cxn>
                  <a:cxn ang="0">
                    <a:pos x="0" y="4"/>
                  </a:cxn>
                  <a:cxn ang="0">
                    <a:pos x="12" y="0"/>
                  </a:cxn>
                  <a:cxn ang="0">
                    <a:pos x="12" y="0"/>
                  </a:cxn>
                </a:cxnLst>
                <a:rect l="0" t="0" r="r" b="b"/>
                <a:pathLst>
                  <a:path w="12" h="4">
                    <a:moveTo>
                      <a:pt x="12" y="0"/>
                    </a:moveTo>
                    <a:lnTo>
                      <a:pt x="0" y="4"/>
                    </a:lnTo>
                    <a:lnTo>
                      <a:pt x="0" y="4"/>
                    </a:lnTo>
                    <a:lnTo>
                      <a:pt x="12"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467" name="Freeform 267"/>
              <p:cNvSpPr/>
              <p:nvPr/>
            </p:nvSpPr>
            <p:spPr bwMode="auto">
              <a:xfrm>
                <a:off x="2937" y="2497"/>
                <a:ext cx="20" cy="17"/>
              </a:xfrm>
              <a:custGeom>
                <a:avLst/>
                <a:gdLst/>
                <a:ahLst/>
                <a:cxnLst>
                  <a:cxn ang="0">
                    <a:pos x="17" y="0"/>
                  </a:cxn>
                  <a:cxn ang="0">
                    <a:pos x="5" y="4"/>
                  </a:cxn>
                  <a:cxn ang="0">
                    <a:pos x="3" y="7"/>
                  </a:cxn>
                  <a:cxn ang="0">
                    <a:pos x="0" y="12"/>
                  </a:cxn>
                  <a:cxn ang="0">
                    <a:pos x="5" y="17"/>
                  </a:cxn>
                  <a:cxn ang="0">
                    <a:pos x="13" y="12"/>
                  </a:cxn>
                  <a:cxn ang="0">
                    <a:pos x="20" y="5"/>
                  </a:cxn>
                  <a:cxn ang="0">
                    <a:pos x="17" y="0"/>
                  </a:cxn>
                </a:cxnLst>
                <a:rect l="0" t="0" r="r" b="b"/>
                <a:pathLst>
                  <a:path w="20" h="17">
                    <a:moveTo>
                      <a:pt x="17" y="0"/>
                    </a:moveTo>
                    <a:lnTo>
                      <a:pt x="5" y="4"/>
                    </a:lnTo>
                    <a:lnTo>
                      <a:pt x="3" y="7"/>
                    </a:lnTo>
                    <a:lnTo>
                      <a:pt x="0" y="12"/>
                    </a:lnTo>
                    <a:lnTo>
                      <a:pt x="5" y="17"/>
                    </a:lnTo>
                    <a:lnTo>
                      <a:pt x="13" y="12"/>
                    </a:lnTo>
                    <a:lnTo>
                      <a:pt x="20" y="5"/>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8" name="Freeform 268"/>
              <p:cNvSpPr/>
              <p:nvPr/>
            </p:nvSpPr>
            <p:spPr bwMode="auto">
              <a:xfrm>
                <a:off x="2937" y="2497"/>
                <a:ext cx="20" cy="17"/>
              </a:xfrm>
              <a:custGeom>
                <a:avLst/>
                <a:gdLst/>
                <a:ahLst/>
                <a:cxnLst>
                  <a:cxn ang="0">
                    <a:pos x="17" y="0"/>
                  </a:cxn>
                  <a:cxn ang="0">
                    <a:pos x="5" y="4"/>
                  </a:cxn>
                  <a:cxn ang="0">
                    <a:pos x="3" y="7"/>
                  </a:cxn>
                  <a:cxn ang="0">
                    <a:pos x="0" y="12"/>
                  </a:cxn>
                  <a:cxn ang="0">
                    <a:pos x="5" y="17"/>
                  </a:cxn>
                  <a:cxn ang="0">
                    <a:pos x="13" y="12"/>
                  </a:cxn>
                  <a:cxn ang="0">
                    <a:pos x="20" y="5"/>
                  </a:cxn>
                  <a:cxn ang="0">
                    <a:pos x="17" y="0"/>
                  </a:cxn>
                </a:cxnLst>
                <a:rect l="0" t="0" r="r" b="b"/>
                <a:pathLst>
                  <a:path w="20" h="17">
                    <a:moveTo>
                      <a:pt x="17" y="0"/>
                    </a:moveTo>
                    <a:lnTo>
                      <a:pt x="5" y="4"/>
                    </a:lnTo>
                    <a:lnTo>
                      <a:pt x="3" y="7"/>
                    </a:lnTo>
                    <a:lnTo>
                      <a:pt x="0" y="12"/>
                    </a:lnTo>
                    <a:lnTo>
                      <a:pt x="5" y="17"/>
                    </a:lnTo>
                    <a:lnTo>
                      <a:pt x="13" y="12"/>
                    </a:lnTo>
                    <a:lnTo>
                      <a:pt x="20" y="5"/>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1469" name="Freeform 269"/>
              <p:cNvSpPr/>
              <p:nvPr/>
            </p:nvSpPr>
            <p:spPr bwMode="auto">
              <a:xfrm>
                <a:off x="1736" y="2564"/>
                <a:ext cx="464" cy="985"/>
              </a:xfrm>
              <a:custGeom>
                <a:avLst/>
                <a:gdLst/>
                <a:ahLst/>
                <a:cxnLst>
                  <a:cxn ang="0">
                    <a:pos x="0" y="0"/>
                  </a:cxn>
                  <a:cxn ang="0">
                    <a:pos x="175" y="985"/>
                  </a:cxn>
                  <a:cxn ang="0">
                    <a:pos x="181" y="981"/>
                  </a:cxn>
                  <a:cxn ang="0">
                    <a:pos x="464" y="819"/>
                  </a:cxn>
                  <a:cxn ang="0">
                    <a:pos x="330" y="59"/>
                  </a:cxn>
                  <a:cxn ang="0">
                    <a:pos x="190" y="34"/>
                  </a:cxn>
                  <a:cxn ang="0">
                    <a:pos x="0" y="0"/>
                  </a:cxn>
                </a:cxnLst>
                <a:rect l="0" t="0" r="r" b="b"/>
                <a:pathLst>
                  <a:path w="464" h="985">
                    <a:moveTo>
                      <a:pt x="0" y="0"/>
                    </a:moveTo>
                    <a:lnTo>
                      <a:pt x="175" y="985"/>
                    </a:lnTo>
                    <a:lnTo>
                      <a:pt x="181" y="981"/>
                    </a:lnTo>
                    <a:lnTo>
                      <a:pt x="464" y="819"/>
                    </a:lnTo>
                    <a:lnTo>
                      <a:pt x="330" y="59"/>
                    </a:lnTo>
                    <a:lnTo>
                      <a:pt x="190" y="34"/>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70" name="Freeform 270"/>
              <p:cNvSpPr/>
              <p:nvPr/>
            </p:nvSpPr>
            <p:spPr bwMode="auto">
              <a:xfrm>
                <a:off x="1736" y="2564"/>
                <a:ext cx="464" cy="985"/>
              </a:xfrm>
              <a:custGeom>
                <a:avLst/>
                <a:gdLst/>
                <a:ahLst/>
                <a:cxnLst>
                  <a:cxn ang="0">
                    <a:pos x="0" y="0"/>
                  </a:cxn>
                  <a:cxn ang="0">
                    <a:pos x="175" y="985"/>
                  </a:cxn>
                  <a:cxn ang="0">
                    <a:pos x="181" y="981"/>
                  </a:cxn>
                  <a:cxn ang="0">
                    <a:pos x="464" y="819"/>
                  </a:cxn>
                  <a:cxn ang="0">
                    <a:pos x="330" y="59"/>
                  </a:cxn>
                  <a:cxn ang="0">
                    <a:pos x="190" y="34"/>
                  </a:cxn>
                  <a:cxn ang="0">
                    <a:pos x="0" y="0"/>
                  </a:cxn>
                </a:cxnLst>
                <a:rect l="0" t="0" r="r" b="b"/>
                <a:pathLst>
                  <a:path w="464" h="985">
                    <a:moveTo>
                      <a:pt x="0" y="0"/>
                    </a:moveTo>
                    <a:lnTo>
                      <a:pt x="175" y="985"/>
                    </a:lnTo>
                    <a:lnTo>
                      <a:pt x="181" y="981"/>
                    </a:lnTo>
                    <a:lnTo>
                      <a:pt x="464" y="819"/>
                    </a:lnTo>
                    <a:lnTo>
                      <a:pt x="330" y="59"/>
                    </a:lnTo>
                    <a:lnTo>
                      <a:pt x="190" y="3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1" name="Freeform 271"/>
              <p:cNvSpPr/>
              <p:nvPr/>
            </p:nvSpPr>
            <p:spPr bwMode="auto">
              <a:xfrm>
                <a:off x="1926" y="2598"/>
                <a:ext cx="140" cy="25"/>
              </a:xfrm>
              <a:custGeom>
                <a:avLst/>
                <a:gdLst/>
                <a:ahLst/>
                <a:cxnLst>
                  <a:cxn ang="0">
                    <a:pos x="0" y="0"/>
                  </a:cxn>
                  <a:cxn ang="0">
                    <a:pos x="0" y="0"/>
                  </a:cxn>
                  <a:cxn ang="0">
                    <a:pos x="140" y="25"/>
                  </a:cxn>
                  <a:cxn ang="0">
                    <a:pos x="140" y="25"/>
                  </a:cxn>
                  <a:cxn ang="0">
                    <a:pos x="0" y="0"/>
                  </a:cxn>
                </a:cxnLst>
                <a:rect l="0" t="0" r="r" b="b"/>
                <a:pathLst>
                  <a:path w="140" h="25">
                    <a:moveTo>
                      <a:pt x="0" y="0"/>
                    </a:moveTo>
                    <a:lnTo>
                      <a:pt x="0" y="0"/>
                    </a:lnTo>
                    <a:lnTo>
                      <a:pt x="140" y="25"/>
                    </a:lnTo>
                    <a:lnTo>
                      <a:pt x="140" y="2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72" name="Freeform 272"/>
              <p:cNvSpPr/>
              <p:nvPr/>
            </p:nvSpPr>
            <p:spPr bwMode="auto">
              <a:xfrm>
                <a:off x="1926" y="2598"/>
                <a:ext cx="140" cy="25"/>
              </a:xfrm>
              <a:custGeom>
                <a:avLst/>
                <a:gdLst/>
                <a:ahLst/>
                <a:cxnLst>
                  <a:cxn ang="0">
                    <a:pos x="0" y="0"/>
                  </a:cxn>
                  <a:cxn ang="0">
                    <a:pos x="0" y="0"/>
                  </a:cxn>
                  <a:cxn ang="0">
                    <a:pos x="140" y="25"/>
                  </a:cxn>
                  <a:cxn ang="0">
                    <a:pos x="140" y="25"/>
                  </a:cxn>
                  <a:cxn ang="0">
                    <a:pos x="0" y="0"/>
                  </a:cxn>
                </a:cxnLst>
                <a:rect l="0" t="0" r="r" b="b"/>
                <a:pathLst>
                  <a:path w="140" h="25">
                    <a:moveTo>
                      <a:pt x="0" y="0"/>
                    </a:moveTo>
                    <a:lnTo>
                      <a:pt x="0" y="0"/>
                    </a:lnTo>
                    <a:lnTo>
                      <a:pt x="140" y="25"/>
                    </a:lnTo>
                    <a:lnTo>
                      <a:pt x="140" y="2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3" name="Freeform 273"/>
              <p:cNvSpPr>
                <a:spLocks noEditPoints="1"/>
              </p:cNvSpPr>
              <p:nvPr/>
            </p:nvSpPr>
            <p:spPr bwMode="auto">
              <a:xfrm>
                <a:off x="1713" y="2539"/>
                <a:ext cx="487" cy="1021"/>
              </a:xfrm>
              <a:custGeom>
                <a:avLst/>
                <a:gdLst/>
                <a:ahLst/>
                <a:cxnLst>
                  <a:cxn ang="0">
                    <a:pos x="353" y="84"/>
                  </a:cxn>
                  <a:cxn ang="0">
                    <a:pos x="487" y="844"/>
                  </a:cxn>
                  <a:cxn ang="0">
                    <a:pos x="204" y="1006"/>
                  </a:cxn>
                  <a:cxn ang="0">
                    <a:pos x="487" y="844"/>
                  </a:cxn>
                  <a:cxn ang="0">
                    <a:pos x="353" y="84"/>
                  </a:cxn>
                  <a:cxn ang="0">
                    <a:pos x="0" y="0"/>
                  </a:cxn>
                  <a:cxn ang="0">
                    <a:pos x="179" y="1021"/>
                  </a:cxn>
                  <a:cxn ang="0">
                    <a:pos x="198" y="1010"/>
                  </a:cxn>
                  <a:cxn ang="0">
                    <a:pos x="23" y="25"/>
                  </a:cxn>
                  <a:cxn ang="0">
                    <a:pos x="213" y="59"/>
                  </a:cxn>
                  <a:cxn ang="0">
                    <a:pos x="8" y="22"/>
                  </a:cxn>
                  <a:cxn ang="0">
                    <a:pos x="7" y="15"/>
                  </a:cxn>
                  <a:cxn ang="0">
                    <a:pos x="5" y="9"/>
                  </a:cxn>
                  <a:cxn ang="0">
                    <a:pos x="8" y="2"/>
                  </a:cxn>
                  <a:cxn ang="0">
                    <a:pos x="0" y="0"/>
                  </a:cxn>
                </a:cxnLst>
                <a:rect l="0" t="0" r="r" b="b"/>
                <a:pathLst>
                  <a:path w="487" h="1021">
                    <a:moveTo>
                      <a:pt x="353" y="84"/>
                    </a:moveTo>
                    <a:lnTo>
                      <a:pt x="487" y="844"/>
                    </a:lnTo>
                    <a:lnTo>
                      <a:pt x="204" y="1006"/>
                    </a:lnTo>
                    <a:lnTo>
                      <a:pt x="487" y="844"/>
                    </a:lnTo>
                    <a:lnTo>
                      <a:pt x="353" y="84"/>
                    </a:lnTo>
                    <a:close/>
                    <a:moveTo>
                      <a:pt x="0" y="0"/>
                    </a:moveTo>
                    <a:lnTo>
                      <a:pt x="179" y="1021"/>
                    </a:lnTo>
                    <a:lnTo>
                      <a:pt x="198" y="1010"/>
                    </a:lnTo>
                    <a:lnTo>
                      <a:pt x="23" y="25"/>
                    </a:lnTo>
                    <a:lnTo>
                      <a:pt x="213" y="59"/>
                    </a:lnTo>
                    <a:lnTo>
                      <a:pt x="8" y="22"/>
                    </a:lnTo>
                    <a:lnTo>
                      <a:pt x="7" y="15"/>
                    </a:lnTo>
                    <a:lnTo>
                      <a:pt x="5" y="9"/>
                    </a:lnTo>
                    <a:lnTo>
                      <a:pt x="8"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74" name="Freeform 274"/>
              <p:cNvSpPr/>
              <p:nvPr/>
            </p:nvSpPr>
            <p:spPr bwMode="auto">
              <a:xfrm>
                <a:off x="1917" y="2623"/>
                <a:ext cx="283" cy="922"/>
              </a:xfrm>
              <a:custGeom>
                <a:avLst/>
                <a:gdLst/>
                <a:ahLst/>
                <a:cxnLst>
                  <a:cxn ang="0">
                    <a:pos x="149" y="0"/>
                  </a:cxn>
                  <a:cxn ang="0">
                    <a:pos x="283" y="760"/>
                  </a:cxn>
                  <a:cxn ang="0">
                    <a:pos x="0" y="922"/>
                  </a:cxn>
                  <a:cxn ang="0">
                    <a:pos x="283" y="760"/>
                  </a:cxn>
                  <a:cxn ang="0">
                    <a:pos x="149" y="0"/>
                  </a:cxn>
                </a:cxnLst>
                <a:rect l="0" t="0" r="r" b="b"/>
                <a:pathLst>
                  <a:path w="283" h="922">
                    <a:moveTo>
                      <a:pt x="149" y="0"/>
                    </a:moveTo>
                    <a:lnTo>
                      <a:pt x="283" y="760"/>
                    </a:lnTo>
                    <a:lnTo>
                      <a:pt x="0" y="922"/>
                    </a:lnTo>
                    <a:lnTo>
                      <a:pt x="283" y="760"/>
                    </a:lnTo>
                    <a:lnTo>
                      <a:pt x="149" y="0"/>
                    </a:lnTo>
                  </a:path>
                </a:pathLst>
              </a:custGeom>
              <a:noFill/>
              <a:ln w="9525">
                <a:noFill/>
                <a:round/>
              </a:ln>
            </p:spPr>
            <p:txBody>
              <a:bodyPr vert="horz" wrap="square" lIns="82938" tIns="41469" rIns="82938" bIns="41469" numCol="1" anchor="t" anchorCtr="0" compatLnSpc="1"/>
              <a:lstStyle/>
              <a:p>
                <a:endParaRPr lang="en-GB" sz="1815"/>
              </a:p>
            </p:txBody>
          </p:sp>
          <p:sp>
            <p:nvSpPr>
              <p:cNvPr id="51475" name="Freeform 275"/>
              <p:cNvSpPr/>
              <p:nvPr/>
            </p:nvSpPr>
            <p:spPr bwMode="auto">
              <a:xfrm>
                <a:off x="1713" y="2539"/>
                <a:ext cx="213" cy="1021"/>
              </a:xfrm>
              <a:custGeom>
                <a:avLst/>
                <a:gdLst/>
                <a:ahLst/>
                <a:cxnLst>
                  <a:cxn ang="0">
                    <a:pos x="0" y="0"/>
                  </a:cxn>
                  <a:cxn ang="0">
                    <a:pos x="179" y="1021"/>
                  </a:cxn>
                  <a:cxn ang="0">
                    <a:pos x="198" y="1010"/>
                  </a:cxn>
                  <a:cxn ang="0">
                    <a:pos x="23" y="25"/>
                  </a:cxn>
                  <a:cxn ang="0">
                    <a:pos x="213" y="59"/>
                  </a:cxn>
                  <a:cxn ang="0">
                    <a:pos x="8" y="22"/>
                  </a:cxn>
                  <a:cxn ang="0">
                    <a:pos x="7" y="15"/>
                  </a:cxn>
                  <a:cxn ang="0">
                    <a:pos x="5" y="9"/>
                  </a:cxn>
                  <a:cxn ang="0">
                    <a:pos x="8" y="2"/>
                  </a:cxn>
                  <a:cxn ang="0">
                    <a:pos x="0" y="0"/>
                  </a:cxn>
                </a:cxnLst>
                <a:rect l="0" t="0" r="r" b="b"/>
                <a:pathLst>
                  <a:path w="213" h="1021">
                    <a:moveTo>
                      <a:pt x="0" y="0"/>
                    </a:moveTo>
                    <a:lnTo>
                      <a:pt x="179" y="1021"/>
                    </a:lnTo>
                    <a:lnTo>
                      <a:pt x="198" y="1010"/>
                    </a:lnTo>
                    <a:lnTo>
                      <a:pt x="23" y="25"/>
                    </a:lnTo>
                    <a:lnTo>
                      <a:pt x="213" y="59"/>
                    </a:lnTo>
                    <a:lnTo>
                      <a:pt x="8" y="22"/>
                    </a:lnTo>
                    <a:lnTo>
                      <a:pt x="7" y="15"/>
                    </a:lnTo>
                    <a:lnTo>
                      <a:pt x="5" y="9"/>
                    </a:lnTo>
                    <a:lnTo>
                      <a:pt x="8"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6" name="Freeform 276"/>
              <p:cNvSpPr/>
              <p:nvPr/>
            </p:nvSpPr>
            <p:spPr bwMode="auto">
              <a:xfrm>
                <a:off x="1743" y="2544"/>
                <a:ext cx="328" cy="59"/>
              </a:xfrm>
              <a:custGeom>
                <a:avLst/>
                <a:gdLst/>
                <a:ahLst/>
                <a:cxnLst>
                  <a:cxn ang="0">
                    <a:pos x="0" y="0"/>
                  </a:cxn>
                  <a:cxn ang="0">
                    <a:pos x="0" y="0"/>
                  </a:cxn>
                  <a:cxn ang="0">
                    <a:pos x="186" y="34"/>
                  </a:cxn>
                  <a:cxn ang="0">
                    <a:pos x="328" y="59"/>
                  </a:cxn>
                  <a:cxn ang="0">
                    <a:pos x="328" y="59"/>
                  </a:cxn>
                  <a:cxn ang="0">
                    <a:pos x="186" y="34"/>
                  </a:cxn>
                  <a:cxn ang="0">
                    <a:pos x="0" y="0"/>
                  </a:cxn>
                </a:cxnLst>
                <a:rect l="0" t="0" r="r" b="b"/>
                <a:pathLst>
                  <a:path w="328" h="59">
                    <a:moveTo>
                      <a:pt x="0" y="0"/>
                    </a:moveTo>
                    <a:lnTo>
                      <a:pt x="0" y="0"/>
                    </a:lnTo>
                    <a:lnTo>
                      <a:pt x="186" y="34"/>
                    </a:lnTo>
                    <a:lnTo>
                      <a:pt x="328" y="59"/>
                    </a:lnTo>
                    <a:lnTo>
                      <a:pt x="328" y="59"/>
                    </a:lnTo>
                    <a:lnTo>
                      <a:pt x="186" y="34"/>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477" name="Freeform 277"/>
              <p:cNvSpPr/>
              <p:nvPr/>
            </p:nvSpPr>
            <p:spPr bwMode="auto">
              <a:xfrm>
                <a:off x="1743" y="2544"/>
                <a:ext cx="328" cy="59"/>
              </a:xfrm>
              <a:custGeom>
                <a:avLst/>
                <a:gdLst/>
                <a:ahLst/>
                <a:cxnLst>
                  <a:cxn ang="0">
                    <a:pos x="0" y="0"/>
                  </a:cxn>
                  <a:cxn ang="0">
                    <a:pos x="0" y="0"/>
                  </a:cxn>
                  <a:cxn ang="0">
                    <a:pos x="186" y="34"/>
                  </a:cxn>
                  <a:cxn ang="0">
                    <a:pos x="328" y="59"/>
                  </a:cxn>
                  <a:cxn ang="0">
                    <a:pos x="328" y="59"/>
                  </a:cxn>
                  <a:cxn ang="0">
                    <a:pos x="186" y="34"/>
                  </a:cxn>
                  <a:cxn ang="0">
                    <a:pos x="0" y="0"/>
                  </a:cxn>
                </a:cxnLst>
                <a:rect l="0" t="0" r="r" b="b"/>
                <a:pathLst>
                  <a:path w="328" h="59">
                    <a:moveTo>
                      <a:pt x="0" y="0"/>
                    </a:moveTo>
                    <a:lnTo>
                      <a:pt x="0" y="0"/>
                    </a:lnTo>
                    <a:lnTo>
                      <a:pt x="186" y="34"/>
                    </a:lnTo>
                    <a:lnTo>
                      <a:pt x="328" y="59"/>
                    </a:lnTo>
                    <a:lnTo>
                      <a:pt x="328" y="59"/>
                    </a:lnTo>
                    <a:lnTo>
                      <a:pt x="186" y="3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8" name="Freeform 278"/>
              <p:cNvSpPr/>
              <p:nvPr/>
            </p:nvSpPr>
            <p:spPr bwMode="auto">
              <a:xfrm>
                <a:off x="1718" y="2541"/>
                <a:ext cx="353" cy="82"/>
              </a:xfrm>
              <a:custGeom>
                <a:avLst/>
                <a:gdLst/>
                <a:ahLst/>
                <a:cxnLst>
                  <a:cxn ang="0">
                    <a:pos x="3" y="0"/>
                  </a:cxn>
                  <a:cxn ang="0">
                    <a:pos x="0" y="7"/>
                  </a:cxn>
                  <a:cxn ang="0">
                    <a:pos x="2" y="13"/>
                  </a:cxn>
                  <a:cxn ang="0">
                    <a:pos x="3" y="20"/>
                  </a:cxn>
                  <a:cxn ang="0">
                    <a:pos x="208" y="57"/>
                  </a:cxn>
                  <a:cxn ang="0">
                    <a:pos x="348" y="82"/>
                  </a:cxn>
                  <a:cxn ang="0">
                    <a:pos x="348" y="82"/>
                  </a:cxn>
                  <a:cxn ang="0">
                    <a:pos x="348" y="82"/>
                  </a:cxn>
                  <a:cxn ang="0">
                    <a:pos x="342" y="80"/>
                  </a:cxn>
                  <a:cxn ang="0">
                    <a:pos x="353" y="62"/>
                  </a:cxn>
                  <a:cxn ang="0">
                    <a:pos x="211" y="37"/>
                  </a:cxn>
                  <a:cxn ang="0">
                    <a:pos x="25" y="3"/>
                  </a:cxn>
                  <a:cxn ang="0">
                    <a:pos x="22" y="3"/>
                  </a:cxn>
                  <a:cxn ang="0">
                    <a:pos x="22" y="3"/>
                  </a:cxn>
                  <a:cxn ang="0">
                    <a:pos x="3" y="0"/>
                  </a:cxn>
                </a:cxnLst>
                <a:rect l="0" t="0" r="r" b="b"/>
                <a:pathLst>
                  <a:path w="353" h="82">
                    <a:moveTo>
                      <a:pt x="3" y="0"/>
                    </a:moveTo>
                    <a:lnTo>
                      <a:pt x="0" y="7"/>
                    </a:lnTo>
                    <a:lnTo>
                      <a:pt x="2" y="13"/>
                    </a:lnTo>
                    <a:lnTo>
                      <a:pt x="3" y="20"/>
                    </a:lnTo>
                    <a:lnTo>
                      <a:pt x="208" y="57"/>
                    </a:lnTo>
                    <a:lnTo>
                      <a:pt x="348" y="82"/>
                    </a:lnTo>
                    <a:lnTo>
                      <a:pt x="348" y="82"/>
                    </a:lnTo>
                    <a:lnTo>
                      <a:pt x="348" y="82"/>
                    </a:lnTo>
                    <a:lnTo>
                      <a:pt x="342" y="80"/>
                    </a:lnTo>
                    <a:lnTo>
                      <a:pt x="353" y="62"/>
                    </a:lnTo>
                    <a:lnTo>
                      <a:pt x="211" y="37"/>
                    </a:lnTo>
                    <a:lnTo>
                      <a:pt x="25" y="3"/>
                    </a:lnTo>
                    <a:lnTo>
                      <a:pt x="22" y="3"/>
                    </a:lnTo>
                    <a:lnTo>
                      <a:pt x="22"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79" name="Freeform 279"/>
              <p:cNvSpPr/>
              <p:nvPr/>
            </p:nvSpPr>
            <p:spPr bwMode="auto">
              <a:xfrm>
                <a:off x="1718" y="2541"/>
                <a:ext cx="353" cy="82"/>
              </a:xfrm>
              <a:custGeom>
                <a:avLst/>
                <a:gdLst/>
                <a:ahLst/>
                <a:cxnLst>
                  <a:cxn ang="0">
                    <a:pos x="3" y="0"/>
                  </a:cxn>
                  <a:cxn ang="0">
                    <a:pos x="0" y="7"/>
                  </a:cxn>
                  <a:cxn ang="0">
                    <a:pos x="2" y="13"/>
                  </a:cxn>
                  <a:cxn ang="0">
                    <a:pos x="3" y="20"/>
                  </a:cxn>
                  <a:cxn ang="0">
                    <a:pos x="208" y="57"/>
                  </a:cxn>
                  <a:cxn ang="0">
                    <a:pos x="348" y="82"/>
                  </a:cxn>
                  <a:cxn ang="0">
                    <a:pos x="348" y="82"/>
                  </a:cxn>
                  <a:cxn ang="0">
                    <a:pos x="348" y="82"/>
                  </a:cxn>
                  <a:cxn ang="0">
                    <a:pos x="342" y="80"/>
                  </a:cxn>
                  <a:cxn ang="0">
                    <a:pos x="353" y="62"/>
                  </a:cxn>
                  <a:cxn ang="0">
                    <a:pos x="211" y="37"/>
                  </a:cxn>
                  <a:cxn ang="0">
                    <a:pos x="25" y="3"/>
                  </a:cxn>
                  <a:cxn ang="0">
                    <a:pos x="22" y="3"/>
                  </a:cxn>
                  <a:cxn ang="0">
                    <a:pos x="22" y="3"/>
                  </a:cxn>
                  <a:cxn ang="0">
                    <a:pos x="3" y="0"/>
                  </a:cxn>
                </a:cxnLst>
                <a:rect l="0" t="0" r="r" b="b"/>
                <a:pathLst>
                  <a:path w="353" h="82">
                    <a:moveTo>
                      <a:pt x="3" y="0"/>
                    </a:moveTo>
                    <a:lnTo>
                      <a:pt x="0" y="7"/>
                    </a:lnTo>
                    <a:lnTo>
                      <a:pt x="2" y="13"/>
                    </a:lnTo>
                    <a:lnTo>
                      <a:pt x="3" y="20"/>
                    </a:lnTo>
                    <a:lnTo>
                      <a:pt x="208" y="57"/>
                    </a:lnTo>
                    <a:lnTo>
                      <a:pt x="348" y="82"/>
                    </a:lnTo>
                    <a:lnTo>
                      <a:pt x="348" y="82"/>
                    </a:lnTo>
                    <a:lnTo>
                      <a:pt x="348" y="82"/>
                    </a:lnTo>
                    <a:lnTo>
                      <a:pt x="342" y="80"/>
                    </a:lnTo>
                    <a:lnTo>
                      <a:pt x="353" y="62"/>
                    </a:lnTo>
                    <a:lnTo>
                      <a:pt x="211" y="37"/>
                    </a:lnTo>
                    <a:lnTo>
                      <a:pt x="25" y="3"/>
                    </a:lnTo>
                    <a:lnTo>
                      <a:pt x="22" y="3"/>
                    </a:lnTo>
                    <a:lnTo>
                      <a:pt x="22"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480" name="Rectangle 280"/>
              <p:cNvSpPr>
                <a:spLocks noChangeArrowheads="1"/>
              </p:cNvSpPr>
              <p:nvPr/>
            </p:nvSpPr>
            <p:spPr bwMode="auto">
              <a:xfrm>
                <a:off x="2071" y="260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481" name="Rectangle 281"/>
              <p:cNvSpPr>
                <a:spLocks noChangeArrowheads="1"/>
              </p:cNvSpPr>
              <p:nvPr/>
            </p:nvSpPr>
            <p:spPr bwMode="auto">
              <a:xfrm>
                <a:off x="2071" y="260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82" name="Freeform 282"/>
              <p:cNvSpPr/>
              <p:nvPr/>
            </p:nvSpPr>
            <p:spPr bwMode="auto">
              <a:xfrm>
                <a:off x="2060" y="2603"/>
                <a:ext cx="16" cy="20"/>
              </a:xfrm>
              <a:custGeom>
                <a:avLst/>
                <a:gdLst/>
                <a:ahLst/>
                <a:cxnLst>
                  <a:cxn ang="0">
                    <a:pos x="11" y="0"/>
                  </a:cxn>
                  <a:cxn ang="0">
                    <a:pos x="0" y="18"/>
                  </a:cxn>
                  <a:cxn ang="0">
                    <a:pos x="6" y="20"/>
                  </a:cxn>
                  <a:cxn ang="0">
                    <a:pos x="6" y="20"/>
                  </a:cxn>
                  <a:cxn ang="0">
                    <a:pos x="16" y="2"/>
                  </a:cxn>
                  <a:cxn ang="0">
                    <a:pos x="11" y="0"/>
                  </a:cxn>
                  <a:cxn ang="0">
                    <a:pos x="11" y="0"/>
                  </a:cxn>
                  <a:cxn ang="0">
                    <a:pos x="11" y="0"/>
                  </a:cxn>
                </a:cxnLst>
                <a:rect l="0" t="0" r="r" b="b"/>
                <a:pathLst>
                  <a:path w="16" h="20">
                    <a:moveTo>
                      <a:pt x="11" y="0"/>
                    </a:moveTo>
                    <a:lnTo>
                      <a:pt x="0" y="18"/>
                    </a:lnTo>
                    <a:lnTo>
                      <a:pt x="6" y="20"/>
                    </a:lnTo>
                    <a:lnTo>
                      <a:pt x="6" y="20"/>
                    </a:lnTo>
                    <a:lnTo>
                      <a:pt x="16" y="2"/>
                    </a:lnTo>
                    <a:lnTo>
                      <a:pt x="11" y="0"/>
                    </a:lnTo>
                    <a:lnTo>
                      <a:pt x="11" y="0"/>
                    </a:lnTo>
                    <a:lnTo>
                      <a:pt x="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83" name="Freeform 283"/>
              <p:cNvSpPr/>
              <p:nvPr/>
            </p:nvSpPr>
            <p:spPr bwMode="auto">
              <a:xfrm>
                <a:off x="2060" y="2603"/>
                <a:ext cx="16" cy="20"/>
              </a:xfrm>
              <a:custGeom>
                <a:avLst/>
                <a:gdLst/>
                <a:ahLst/>
                <a:cxnLst>
                  <a:cxn ang="0">
                    <a:pos x="11" y="0"/>
                  </a:cxn>
                  <a:cxn ang="0">
                    <a:pos x="0" y="18"/>
                  </a:cxn>
                  <a:cxn ang="0">
                    <a:pos x="6" y="20"/>
                  </a:cxn>
                  <a:cxn ang="0">
                    <a:pos x="6" y="20"/>
                  </a:cxn>
                  <a:cxn ang="0">
                    <a:pos x="16" y="2"/>
                  </a:cxn>
                  <a:cxn ang="0">
                    <a:pos x="11" y="0"/>
                  </a:cxn>
                  <a:cxn ang="0">
                    <a:pos x="11" y="0"/>
                  </a:cxn>
                  <a:cxn ang="0">
                    <a:pos x="11" y="0"/>
                  </a:cxn>
                </a:cxnLst>
                <a:rect l="0" t="0" r="r" b="b"/>
                <a:pathLst>
                  <a:path w="16" h="20">
                    <a:moveTo>
                      <a:pt x="11" y="0"/>
                    </a:moveTo>
                    <a:lnTo>
                      <a:pt x="0" y="18"/>
                    </a:lnTo>
                    <a:lnTo>
                      <a:pt x="6" y="20"/>
                    </a:lnTo>
                    <a:lnTo>
                      <a:pt x="6" y="20"/>
                    </a:lnTo>
                    <a:lnTo>
                      <a:pt x="16" y="2"/>
                    </a:lnTo>
                    <a:lnTo>
                      <a:pt x="11" y="0"/>
                    </a:lnTo>
                    <a:lnTo>
                      <a:pt x="11" y="0"/>
                    </a:lnTo>
                    <a:lnTo>
                      <a:pt x="11" y="0"/>
                    </a:lnTo>
                  </a:path>
                </a:pathLst>
              </a:custGeom>
              <a:noFill/>
              <a:ln w="9525">
                <a:noFill/>
                <a:round/>
              </a:ln>
            </p:spPr>
            <p:txBody>
              <a:bodyPr vert="horz" wrap="square" lIns="82938" tIns="41469" rIns="82938" bIns="41469" numCol="1" anchor="t" anchorCtr="0" compatLnSpc="1"/>
              <a:lstStyle/>
              <a:p>
                <a:endParaRPr lang="en-GB" sz="1815"/>
              </a:p>
            </p:txBody>
          </p:sp>
          <p:sp>
            <p:nvSpPr>
              <p:cNvPr id="51484" name="Freeform 284"/>
              <p:cNvSpPr/>
              <p:nvPr/>
            </p:nvSpPr>
            <p:spPr bwMode="auto">
              <a:xfrm>
                <a:off x="2086" y="2626"/>
                <a:ext cx="434" cy="747"/>
              </a:xfrm>
              <a:custGeom>
                <a:avLst/>
                <a:gdLst/>
                <a:ahLst/>
                <a:cxnLst>
                  <a:cxn ang="0">
                    <a:pos x="0" y="0"/>
                  </a:cxn>
                  <a:cxn ang="0">
                    <a:pos x="133" y="747"/>
                  </a:cxn>
                  <a:cxn ang="0">
                    <a:pos x="432" y="575"/>
                  </a:cxn>
                  <a:cxn ang="0">
                    <a:pos x="434" y="573"/>
                  </a:cxn>
                  <a:cxn ang="0">
                    <a:pos x="344" y="62"/>
                  </a:cxn>
                  <a:cxn ang="0">
                    <a:pos x="0" y="0"/>
                  </a:cxn>
                </a:cxnLst>
                <a:rect l="0" t="0" r="r" b="b"/>
                <a:pathLst>
                  <a:path w="434" h="747">
                    <a:moveTo>
                      <a:pt x="0" y="0"/>
                    </a:moveTo>
                    <a:lnTo>
                      <a:pt x="133" y="747"/>
                    </a:lnTo>
                    <a:lnTo>
                      <a:pt x="432" y="575"/>
                    </a:lnTo>
                    <a:lnTo>
                      <a:pt x="434" y="573"/>
                    </a:lnTo>
                    <a:lnTo>
                      <a:pt x="344" y="6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85" name="Freeform 285"/>
              <p:cNvSpPr/>
              <p:nvPr/>
            </p:nvSpPr>
            <p:spPr bwMode="auto">
              <a:xfrm>
                <a:off x="2086" y="2626"/>
                <a:ext cx="434" cy="747"/>
              </a:xfrm>
              <a:custGeom>
                <a:avLst/>
                <a:gdLst/>
                <a:ahLst/>
                <a:cxnLst>
                  <a:cxn ang="0">
                    <a:pos x="0" y="0"/>
                  </a:cxn>
                  <a:cxn ang="0">
                    <a:pos x="133" y="747"/>
                  </a:cxn>
                  <a:cxn ang="0">
                    <a:pos x="432" y="575"/>
                  </a:cxn>
                  <a:cxn ang="0">
                    <a:pos x="434" y="573"/>
                  </a:cxn>
                  <a:cxn ang="0">
                    <a:pos x="344" y="62"/>
                  </a:cxn>
                  <a:cxn ang="0">
                    <a:pos x="0" y="0"/>
                  </a:cxn>
                </a:cxnLst>
                <a:rect l="0" t="0" r="r" b="b"/>
                <a:pathLst>
                  <a:path w="434" h="747">
                    <a:moveTo>
                      <a:pt x="0" y="0"/>
                    </a:moveTo>
                    <a:lnTo>
                      <a:pt x="133" y="747"/>
                    </a:lnTo>
                    <a:lnTo>
                      <a:pt x="432" y="575"/>
                    </a:lnTo>
                    <a:lnTo>
                      <a:pt x="434" y="573"/>
                    </a:lnTo>
                    <a:lnTo>
                      <a:pt x="344" y="6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86" name="Freeform 286"/>
              <p:cNvSpPr/>
              <p:nvPr/>
            </p:nvSpPr>
            <p:spPr bwMode="auto">
              <a:xfrm>
                <a:off x="2086" y="2626"/>
                <a:ext cx="344" cy="747"/>
              </a:xfrm>
              <a:custGeom>
                <a:avLst/>
                <a:gdLst/>
                <a:ahLst/>
                <a:cxnLst>
                  <a:cxn ang="0">
                    <a:pos x="0" y="0"/>
                  </a:cxn>
                  <a:cxn ang="0">
                    <a:pos x="133" y="747"/>
                  </a:cxn>
                  <a:cxn ang="0">
                    <a:pos x="133" y="747"/>
                  </a:cxn>
                  <a:cxn ang="0">
                    <a:pos x="0" y="0"/>
                  </a:cxn>
                  <a:cxn ang="0">
                    <a:pos x="344" y="62"/>
                  </a:cxn>
                  <a:cxn ang="0">
                    <a:pos x="344" y="62"/>
                  </a:cxn>
                  <a:cxn ang="0">
                    <a:pos x="339" y="61"/>
                  </a:cxn>
                  <a:cxn ang="0">
                    <a:pos x="339" y="61"/>
                  </a:cxn>
                  <a:cxn ang="0">
                    <a:pos x="0" y="0"/>
                  </a:cxn>
                </a:cxnLst>
                <a:rect l="0" t="0" r="r" b="b"/>
                <a:pathLst>
                  <a:path w="344" h="747">
                    <a:moveTo>
                      <a:pt x="0" y="0"/>
                    </a:moveTo>
                    <a:lnTo>
                      <a:pt x="133" y="747"/>
                    </a:lnTo>
                    <a:lnTo>
                      <a:pt x="133" y="747"/>
                    </a:lnTo>
                    <a:lnTo>
                      <a:pt x="0" y="0"/>
                    </a:lnTo>
                    <a:lnTo>
                      <a:pt x="344" y="62"/>
                    </a:lnTo>
                    <a:lnTo>
                      <a:pt x="344" y="62"/>
                    </a:lnTo>
                    <a:lnTo>
                      <a:pt x="339" y="61"/>
                    </a:lnTo>
                    <a:lnTo>
                      <a:pt x="339" y="6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87" name="Freeform 287"/>
              <p:cNvSpPr/>
              <p:nvPr/>
            </p:nvSpPr>
            <p:spPr bwMode="auto">
              <a:xfrm>
                <a:off x="2086" y="2626"/>
                <a:ext cx="344" cy="747"/>
              </a:xfrm>
              <a:custGeom>
                <a:avLst/>
                <a:gdLst/>
                <a:ahLst/>
                <a:cxnLst>
                  <a:cxn ang="0">
                    <a:pos x="0" y="0"/>
                  </a:cxn>
                  <a:cxn ang="0">
                    <a:pos x="133" y="747"/>
                  </a:cxn>
                  <a:cxn ang="0">
                    <a:pos x="133" y="747"/>
                  </a:cxn>
                  <a:cxn ang="0">
                    <a:pos x="0" y="0"/>
                  </a:cxn>
                  <a:cxn ang="0">
                    <a:pos x="344" y="62"/>
                  </a:cxn>
                  <a:cxn ang="0">
                    <a:pos x="344" y="62"/>
                  </a:cxn>
                  <a:cxn ang="0">
                    <a:pos x="339" y="61"/>
                  </a:cxn>
                  <a:cxn ang="0">
                    <a:pos x="339" y="61"/>
                  </a:cxn>
                  <a:cxn ang="0">
                    <a:pos x="0" y="0"/>
                  </a:cxn>
                </a:cxnLst>
                <a:rect l="0" t="0" r="r" b="b"/>
                <a:pathLst>
                  <a:path w="344" h="747">
                    <a:moveTo>
                      <a:pt x="0" y="0"/>
                    </a:moveTo>
                    <a:lnTo>
                      <a:pt x="133" y="747"/>
                    </a:lnTo>
                    <a:lnTo>
                      <a:pt x="133" y="747"/>
                    </a:lnTo>
                    <a:lnTo>
                      <a:pt x="0" y="0"/>
                    </a:lnTo>
                    <a:lnTo>
                      <a:pt x="344" y="62"/>
                    </a:lnTo>
                    <a:lnTo>
                      <a:pt x="344" y="62"/>
                    </a:lnTo>
                    <a:lnTo>
                      <a:pt x="339" y="61"/>
                    </a:lnTo>
                    <a:lnTo>
                      <a:pt x="339" y="6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88" name="Freeform 288"/>
              <p:cNvSpPr/>
              <p:nvPr/>
            </p:nvSpPr>
            <p:spPr bwMode="auto">
              <a:xfrm>
                <a:off x="2091" y="2606"/>
                <a:ext cx="201" cy="37"/>
              </a:xfrm>
              <a:custGeom>
                <a:avLst/>
                <a:gdLst/>
                <a:ahLst/>
                <a:cxnLst>
                  <a:cxn ang="0">
                    <a:pos x="0" y="0"/>
                  </a:cxn>
                  <a:cxn ang="0">
                    <a:pos x="0" y="0"/>
                  </a:cxn>
                  <a:cxn ang="0">
                    <a:pos x="201" y="37"/>
                  </a:cxn>
                  <a:cxn ang="0">
                    <a:pos x="0" y="0"/>
                  </a:cxn>
                </a:cxnLst>
                <a:rect l="0" t="0" r="r" b="b"/>
                <a:pathLst>
                  <a:path w="201" h="37">
                    <a:moveTo>
                      <a:pt x="0" y="0"/>
                    </a:moveTo>
                    <a:lnTo>
                      <a:pt x="0" y="0"/>
                    </a:lnTo>
                    <a:lnTo>
                      <a:pt x="201" y="37"/>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489" name="Freeform 289"/>
              <p:cNvSpPr/>
              <p:nvPr/>
            </p:nvSpPr>
            <p:spPr bwMode="auto">
              <a:xfrm>
                <a:off x="2091" y="2606"/>
                <a:ext cx="201" cy="37"/>
              </a:xfrm>
              <a:custGeom>
                <a:avLst/>
                <a:gdLst/>
                <a:ahLst/>
                <a:cxnLst>
                  <a:cxn ang="0">
                    <a:pos x="0" y="0"/>
                  </a:cxn>
                  <a:cxn ang="0">
                    <a:pos x="0" y="0"/>
                  </a:cxn>
                  <a:cxn ang="0">
                    <a:pos x="201" y="37"/>
                  </a:cxn>
                  <a:cxn ang="0">
                    <a:pos x="0" y="0"/>
                  </a:cxn>
                </a:cxnLst>
                <a:rect l="0" t="0" r="r" b="b"/>
                <a:pathLst>
                  <a:path w="201" h="37">
                    <a:moveTo>
                      <a:pt x="0" y="0"/>
                    </a:moveTo>
                    <a:lnTo>
                      <a:pt x="0" y="0"/>
                    </a:lnTo>
                    <a:lnTo>
                      <a:pt x="201" y="3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90" name="Freeform 290"/>
              <p:cNvSpPr/>
              <p:nvPr/>
            </p:nvSpPr>
            <p:spPr bwMode="auto">
              <a:xfrm>
                <a:off x="2086" y="2606"/>
                <a:ext cx="349" cy="81"/>
              </a:xfrm>
              <a:custGeom>
                <a:avLst/>
                <a:gdLst/>
                <a:ahLst/>
                <a:cxnLst>
                  <a:cxn ang="0">
                    <a:pos x="5" y="0"/>
                  </a:cxn>
                  <a:cxn ang="0">
                    <a:pos x="5" y="0"/>
                  </a:cxn>
                  <a:cxn ang="0">
                    <a:pos x="10" y="2"/>
                  </a:cxn>
                  <a:cxn ang="0">
                    <a:pos x="0" y="20"/>
                  </a:cxn>
                  <a:cxn ang="0">
                    <a:pos x="0" y="20"/>
                  </a:cxn>
                  <a:cxn ang="0">
                    <a:pos x="339" y="81"/>
                  </a:cxn>
                  <a:cxn ang="0">
                    <a:pos x="349" y="62"/>
                  </a:cxn>
                  <a:cxn ang="0">
                    <a:pos x="206" y="37"/>
                  </a:cxn>
                  <a:cxn ang="0">
                    <a:pos x="5" y="0"/>
                  </a:cxn>
                  <a:cxn ang="0">
                    <a:pos x="5" y="0"/>
                  </a:cxn>
                  <a:cxn ang="0">
                    <a:pos x="5" y="0"/>
                  </a:cxn>
                </a:cxnLst>
                <a:rect l="0" t="0" r="r" b="b"/>
                <a:pathLst>
                  <a:path w="349" h="81">
                    <a:moveTo>
                      <a:pt x="5" y="0"/>
                    </a:moveTo>
                    <a:lnTo>
                      <a:pt x="5" y="0"/>
                    </a:lnTo>
                    <a:lnTo>
                      <a:pt x="10" y="2"/>
                    </a:lnTo>
                    <a:lnTo>
                      <a:pt x="0" y="20"/>
                    </a:lnTo>
                    <a:lnTo>
                      <a:pt x="0" y="20"/>
                    </a:lnTo>
                    <a:lnTo>
                      <a:pt x="339" y="81"/>
                    </a:lnTo>
                    <a:lnTo>
                      <a:pt x="349" y="62"/>
                    </a:lnTo>
                    <a:lnTo>
                      <a:pt x="206" y="37"/>
                    </a:lnTo>
                    <a:lnTo>
                      <a:pt x="5" y="0"/>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1" name="Freeform 291"/>
              <p:cNvSpPr/>
              <p:nvPr/>
            </p:nvSpPr>
            <p:spPr bwMode="auto">
              <a:xfrm>
                <a:off x="2086" y="2606"/>
                <a:ext cx="349" cy="81"/>
              </a:xfrm>
              <a:custGeom>
                <a:avLst/>
                <a:gdLst/>
                <a:ahLst/>
                <a:cxnLst>
                  <a:cxn ang="0">
                    <a:pos x="5" y="0"/>
                  </a:cxn>
                  <a:cxn ang="0">
                    <a:pos x="5" y="0"/>
                  </a:cxn>
                  <a:cxn ang="0">
                    <a:pos x="10" y="2"/>
                  </a:cxn>
                  <a:cxn ang="0">
                    <a:pos x="0" y="20"/>
                  </a:cxn>
                  <a:cxn ang="0">
                    <a:pos x="0" y="20"/>
                  </a:cxn>
                  <a:cxn ang="0">
                    <a:pos x="339" y="81"/>
                  </a:cxn>
                  <a:cxn ang="0">
                    <a:pos x="349" y="62"/>
                  </a:cxn>
                  <a:cxn ang="0">
                    <a:pos x="206" y="37"/>
                  </a:cxn>
                  <a:cxn ang="0">
                    <a:pos x="5" y="0"/>
                  </a:cxn>
                  <a:cxn ang="0">
                    <a:pos x="5" y="0"/>
                  </a:cxn>
                  <a:cxn ang="0">
                    <a:pos x="5" y="0"/>
                  </a:cxn>
                </a:cxnLst>
                <a:rect l="0" t="0" r="r" b="b"/>
                <a:pathLst>
                  <a:path w="349" h="81">
                    <a:moveTo>
                      <a:pt x="5" y="0"/>
                    </a:moveTo>
                    <a:lnTo>
                      <a:pt x="5" y="0"/>
                    </a:lnTo>
                    <a:lnTo>
                      <a:pt x="10" y="2"/>
                    </a:lnTo>
                    <a:lnTo>
                      <a:pt x="0" y="20"/>
                    </a:lnTo>
                    <a:lnTo>
                      <a:pt x="0" y="20"/>
                    </a:lnTo>
                    <a:lnTo>
                      <a:pt x="339" y="81"/>
                    </a:lnTo>
                    <a:lnTo>
                      <a:pt x="349" y="62"/>
                    </a:lnTo>
                    <a:lnTo>
                      <a:pt x="206" y="37"/>
                    </a:lnTo>
                    <a:lnTo>
                      <a:pt x="5" y="0"/>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492" name="Freeform 292"/>
              <p:cNvSpPr/>
              <p:nvPr/>
            </p:nvSpPr>
            <p:spPr bwMode="auto">
              <a:xfrm>
                <a:off x="2076" y="2605"/>
                <a:ext cx="15" cy="1"/>
              </a:xfrm>
              <a:custGeom>
                <a:avLst/>
                <a:gdLst/>
                <a:ahLst/>
                <a:cxnLst>
                  <a:cxn ang="0">
                    <a:pos x="0" y="0"/>
                  </a:cxn>
                  <a:cxn ang="0">
                    <a:pos x="0" y="0"/>
                  </a:cxn>
                  <a:cxn ang="0">
                    <a:pos x="7" y="1"/>
                  </a:cxn>
                  <a:cxn ang="0">
                    <a:pos x="15" y="1"/>
                  </a:cxn>
                  <a:cxn ang="0">
                    <a:pos x="15" y="1"/>
                  </a:cxn>
                  <a:cxn ang="0">
                    <a:pos x="0" y="0"/>
                  </a:cxn>
                </a:cxnLst>
                <a:rect l="0" t="0" r="r" b="b"/>
                <a:pathLst>
                  <a:path w="15" h="1">
                    <a:moveTo>
                      <a:pt x="0" y="0"/>
                    </a:moveTo>
                    <a:lnTo>
                      <a:pt x="0" y="0"/>
                    </a:lnTo>
                    <a:lnTo>
                      <a:pt x="7" y="1"/>
                    </a:lnTo>
                    <a:lnTo>
                      <a:pt x="15" y="1"/>
                    </a:lnTo>
                    <a:lnTo>
                      <a:pt x="15"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3" name="Freeform 293"/>
              <p:cNvSpPr/>
              <p:nvPr/>
            </p:nvSpPr>
            <p:spPr bwMode="auto">
              <a:xfrm>
                <a:off x="2076" y="2605"/>
                <a:ext cx="15" cy="1"/>
              </a:xfrm>
              <a:custGeom>
                <a:avLst/>
                <a:gdLst/>
                <a:ahLst/>
                <a:cxnLst>
                  <a:cxn ang="0">
                    <a:pos x="0" y="0"/>
                  </a:cxn>
                  <a:cxn ang="0">
                    <a:pos x="0" y="0"/>
                  </a:cxn>
                  <a:cxn ang="0">
                    <a:pos x="7" y="1"/>
                  </a:cxn>
                  <a:cxn ang="0">
                    <a:pos x="15" y="1"/>
                  </a:cxn>
                  <a:cxn ang="0">
                    <a:pos x="15" y="1"/>
                  </a:cxn>
                  <a:cxn ang="0">
                    <a:pos x="0" y="0"/>
                  </a:cxn>
                </a:cxnLst>
                <a:rect l="0" t="0" r="r" b="b"/>
                <a:pathLst>
                  <a:path w="15" h="1">
                    <a:moveTo>
                      <a:pt x="0" y="0"/>
                    </a:moveTo>
                    <a:lnTo>
                      <a:pt x="0" y="0"/>
                    </a:lnTo>
                    <a:lnTo>
                      <a:pt x="7" y="1"/>
                    </a:lnTo>
                    <a:lnTo>
                      <a:pt x="15" y="1"/>
                    </a:lnTo>
                    <a:lnTo>
                      <a:pt x="15"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94" name="Freeform 294"/>
              <p:cNvSpPr/>
              <p:nvPr/>
            </p:nvSpPr>
            <p:spPr bwMode="auto">
              <a:xfrm>
                <a:off x="2425" y="2687"/>
                <a:ext cx="5" cy="1"/>
              </a:xfrm>
              <a:custGeom>
                <a:avLst/>
                <a:gdLst/>
                <a:ahLst/>
                <a:cxnLst>
                  <a:cxn ang="0">
                    <a:pos x="0" y="0"/>
                  </a:cxn>
                  <a:cxn ang="0">
                    <a:pos x="0" y="0"/>
                  </a:cxn>
                  <a:cxn ang="0">
                    <a:pos x="5" y="1"/>
                  </a:cxn>
                  <a:cxn ang="0">
                    <a:pos x="5" y="1"/>
                  </a:cxn>
                  <a:cxn ang="0">
                    <a:pos x="0" y="0"/>
                  </a:cxn>
                </a:cxnLst>
                <a:rect l="0" t="0" r="r" b="b"/>
                <a:pathLst>
                  <a:path w="5" h="1">
                    <a:moveTo>
                      <a:pt x="0" y="0"/>
                    </a:moveTo>
                    <a:lnTo>
                      <a:pt x="0" y="0"/>
                    </a:lnTo>
                    <a:lnTo>
                      <a:pt x="5" y="1"/>
                    </a:lnTo>
                    <a:lnTo>
                      <a:pt x="5"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5" name="Freeform 295"/>
              <p:cNvSpPr/>
              <p:nvPr/>
            </p:nvSpPr>
            <p:spPr bwMode="auto">
              <a:xfrm>
                <a:off x="2425" y="2687"/>
                <a:ext cx="5" cy="1"/>
              </a:xfrm>
              <a:custGeom>
                <a:avLst/>
                <a:gdLst/>
                <a:ahLst/>
                <a:cxnLst>
                  <a:cxn ang="0">
                    <a:pos x="0" y="0"/>
                  </a:cxn>
                  <a:cxn ang="0">
                    <a:pos x="0" y="0"/>
                  </a:cxn>
                  <a:cxn ang="0">
                    <a:pos x="5" y="1"/>
                  </a:cxn>
                  <a:cxn ang="0">
                    <a:pos x="5" y="1"/>
                  </a:cxn>
                  <a:cxn ang="0">
                    <a:pos x="0" y="0"/>
                  </a:cxn>
                </a:cxnLst>
                <a:rect l="0" t="0" r="r" b="b"/>
                <a:pathLst>
                  <a:path w="5" h="1">
                    <a:moveTo>
                      <a:pt x="0" y="0"/>
                    </a:moveTo>
                    <a:lnTo>
                      <a:pt x="0" y="0"/>
                    </a:lnTo>
                    <a:lnTo>
                      <a:pt x="5" y="1"/>
                    </a:lnTo>
                    <a:lnTo>
                      <a:pt x="5"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96" name="Freeform 296"/>
              <p:cNvSpPr/>
              <p:nvPr/>
            </p:nvSpPr>
            <p:spPr bwMode="auto">
              <a:xfrm>
                <a:off x="2425" y="2668"/>
                <a:ext cx="15" cy="20"/>
              </a:xfrm>
              <a:custGeom>
                <a:avLst/>
                <a:gdLst/>
                <a:ahLst/>
                <a:cxnLst>
                  <a:cxn ang="0">
                    <a:pos x="10" y="0"/>
                  </a:cxn>
                  <a:cxn ang="0">
                    <a:pos x="0" y="19"/>
                  </a:cxn>
                  <a:cxn ang="0">
                    <a:pos x="5" y="20"/>
                  </a:cxn>
                  <a:cxn ang="0">
                    <a:pos x="5" y="20"/>
                  </a:cxn>
                  <a:cxn ang="0">
                    <a:pos x="15" y="2"/>
                  </a:cxn>
                  <a:cxn ang="0">
                    <a:pos x="15" y="2"/>
                  </a:cxn>
                  <a:cxn ang="0">
                    <a:pos x="10" y="0"/>
                  </a:cxn>
                </a:cxnLst>
                <a:rect l="0" t="0" r="r" b="b"/>
                <a:pathLst>
                  <a:path w="15" h="20">
                    <a:moveTo>
                      <a:pt x="10" y="0"/>
                    </a:moveTo>
                    <a:lnTo>
                      <a:pt x="0" y="19"/>
                    </a:lnTo>
                    <a:lnTo>
                      <a:pt x="5" y="20"/>
                    </a:lnTo>
                    <a:lnTo>
                      <a:pt x="5" y="20"/>
                    </a:lnTo>
                    <a:lnTo>
                      <a:pt x="15" y="2"/>
                    </a:lnTo>
                    <a:lnTo>
                      <a:pt x="15"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7" name="Freeform 297"/>
              <p:cNvSpPr/>
              <p:nvPr/>
            </p:nvSpPr>
            <p:spPr bwMode="auto">
              <a:xfrm>
                <a:off x="2425" y="2668"/>
                <a:ext cx="15" cy="20"/>
              </a:xfrm>
              <a:custGeom>
                <a:avLst/>
                <a:gdLst/>
                <a:ahLst/>
                <a:cxnLst>
                  <a:cxn ang="0">
                    <a:pos x="10" y="0"/>
                  </a:cxn>
                  <a:cxn ang="0">
                    <a:pos x="0" y="19"/>
                  </a:cxn>
                  <a:cxn ang="0">
                    <a:pos x="5" y="20"/>
                  </a:cxn>
                  <a:cxn ang="0">
                    <a:pos x="5" y="20"/>
                  </a:cxn>
                  <a:cxn ang="0">
                    <a:pos x="15" y="2"/>
                  </a:cxn>
                  <a:cxn ang="0">
                    <a:pos x="15" y="2"/>
                  </a:cxn>
                  <a:cxn ang="0">
                    <a:pos x="10" y="0"/>
                  </a:cxn>
                </a:cxnLst>
                <a:rect l="0" t="0" r="r" b="b"/>
                <a:pathLst>
                  <a:path w="15" h="20">
                    <a:moveTo>
                      <a:pt x="10" y="0"/>
                    </a:moveTo>
                    <a:lnTo>
                      <a:pt x="0" y="19"/>
                    </a:lnTo>
                    <a:lnTo>
                      <a:pt x="5" y="20"/>
                    </a:lnTo>
                    <a:lnTo>
                      <a:pt x="5" y="20"/>
                    </a:lnTo>
                    <a:lnTo>
                      <a:pt x="15" y="2"/>
                    </a:lnTo>
                    <a:lnTo>
                      <a:pt x="15"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498" name="Freeform 298"/>
              <p:cNvSpPr/>
              <p:nvPr/>
            </p:nvSpPr>
            <p:spPr bwMode="auto">
              <a:xfrm>
                <a:off x="2066" y="2623"/>
                <a:ext cx="153" cy="760"/>
              </a:xfrm>
              <a:custGeom>
                <a:avLst/>
                <a:gdLst/>
                <a:ahLst/>
                <a:cxnLst>
                  <a:cxn ang="0">
                    <a:pos x="0" y="0"/>
                  </a:cxn>
                  <a:cxn ang="0">
                    <a:pos x="134" y="760"/>
                  </a:cxn>
                  <a:cxn ang="0">
                    <a:pos x="138" y="758"/>
                  </a:cxn>
                  <a:cxn ang="0">
                    <a:pos x="138" y="758"/>
                  </a:cxn>
                  <a:cxn ang="0">
                    <a:pos x="153" y="750"/>
                  </a:cxn>
                  <a:cxn ang="0">
                    <a:pos x="20" y="3"/>
                  </a:cxn>
                  <a:cxn ang="0">
                    <a:pos x="15" y="3"/>
                  </a:cxn>
                  <a:cxn ang="0">
                    <a:pos x="15" y="3"/>
                  </a:cxn>
                  <a:cxn ang="0">
                    <a:pos x="0" y="0"/>
                  </a:cxn>
                </a:cxnLst>
                <a:rect l="0" t="0" r="r" b="b"/>
                <a:pathLst>
                  <a:path w="153" h="760">
                    <a:moveTo>
                      <a:pt x="0" y="0"/>
                    </a:moveTo>
                    <a:lnTo>
                      <a:pt x="134" y="760"/>
                    </a:lnTo>
                    <a:lnTo>
                      <a:pt x="138" y="758"/>
                    </a:lnTo>
                    <a:lnTo>
                      <a:pt x="138" y="758"/>
                    </a:lnTo>
                    <a:lnTo>
                      <a:pt x="153" y="750"/>
                    </a:lnTo>
                    <a:lnTo>
                      <a:pt x="20" y="3"/>
                    </a:lnTo>
                    <a:lnTo>
                      <a:pt x="15" y="3"/>
                    </a:lnTo>
                    <a:lnTo>
                      <a:pt x="1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9" name="Freeform 299"/>
              <p:cNvSpPr/>
              <p:nvPr/>
            </p:nvSpPr>
            <p:spPr bwMode="auto">
              <a:xfrm>
                <a:off x="2066" y="2623"/>
                <a:ext cx="153" cy="760"/>
              </a:xfrm>
              <a:custGeom>
                <a:avLst/>
                <a:gdLst/>
                <a:ahLst/>
                <a:cxnLst>
                  <a:cxn ang="0">
                    <a:pos x="0" y="0"/>
                  </a:cxn>
                  <a:cxn ang="0">
                    <a:pos x="134" y="760"/>
                  </a:cxn>
                  <a:cxn ang="0">
                    <a:pos x="138" y="758"/>
                  </a:cxn>
                  <a:cxn ang="0">
                    <a:pos x="138" y="758"/>
                  </a:cxn>
                  <a:cxn ang="0">
                    <a:pos x="153" y="750"/>
                  </a:cxn>
                  <a:cxn ang="0">
                    <a:pos x="20" y="3"/>
                  </a:cxn>
                  <a:cxn ang="0">
                    <a:pos x="15" y="3"/>
                  </a:cxn>
                  <a:cxn ang="0">
                    <a:pos x="15" y="3"/>
                  </a:cxn>
                  <a:cxn ang="0">
                    <a:pos x="0" y="0"/>
                  </a:cxn>
                </a:cxnLst>
                <a:rect l="0" t="0" r="r" b="b"/>
                <a:pathLst>
                  <a:path w="153" h="760">
                    <a:moveTo>
                      <a:pt x="0" y="0"/>
                    </a:moveTo>
                    <a:lnTo>
                      <a:pt x="134" y="760"/>
                    </a:lnTo>
                    <a:lnTo>
                      <a:pt x="138" y="758"/>
                    </a:lnTo>
                    <a:lnTo>
                      <a:pt x="138" y="758"/>
                    </a:lnTo>
                    <a:lnTo>
                      <a:pt x="153" y="750"/>
                    </a:lnTo>
                    <a:lnTo>
                      <a:pt x="20" y="3"/>
                    </a:lnTo>
                    <a:lnTo>
                      <a:pt x="15" y="3"/>
                    </a:lnTo>
                    <a:lnTo>
                      <a:pt x="1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00" name="Freeform 300"/>
              <p:cNvSpPr/>
              <p:nvPr/>
            </p:nvSpPr>
            <p:spPr bwMode="auto">
              <a:xfrm>
                <a:off x="2066" y="2623"/>
                <a:ext cx="15" cy="3"/>
              </a:xfrm>
              <a:custGeom>
                <a:avLst/>
                <a:gdLst/>
                <a:ahLst/>
                <a:cxnLst>
                  <a:cxn ang="0">
                    <a:pos x="0" y="0"/>
                  </a:cxn>
                  <a:cxn ang="0">
                    <a:pos x="0" y="0"/>
                  </a:cxn>
                  <a:cxn ang="0">
                    <a:pos x="15" y="3"/>
                  </a:cxn>
                  <a:cxn ang="0">
                    <a:pos x="15" y="3"/>
                  </a:cxn>
                  <a:cxn ang="0">
                    <a:pos x="0" y="0"/>
                  </a:cxn>
                </a:cxnLst>
                <a:rect l="0" t="0" r="r" b="b"/>
                <a:pathLst>
                  <a:path w="15" h="3">
                    <a:moveTo>
                      <a:pt x="0" y="0"/>
                    </a:moveTo>
                    <a:lnTo>
                      <a:pt x="0" y="0"/>
                    </a:lnTo>
                    <a:lnTo>
                      <a:pt x="15" y="3"/>
                    </a:lnTo>
                    <a:lnTo>
                      <a:pt x="1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01" name="Freeform 301"/>
              <p:cNvSpPr/>
              <p:nvPr/>
            </p:nvSpPr>
            <p:spPr bwMode="auto">
              <a:xfrm>
                <a:off x="2066" y="2623"/>
                <a:ext cx="15" cy="3"/>
              </a:xfrm>
              <a:custGeom>
                <a:avLst/>
                <a:gdLst/>
                <a:ahLst/>
                <a:cxnLst>
                  <a:cxn ang="0">
                    <a:pos x="0" y="0"/>
                  </a:cxn>
                  <a:cxn ang="0">
                    <a:pos x="0" y="0"/>
                  </a:cxn>
                  <a:cxn ang="0">
                    <a:pos x="15" y="3"/>
                  </a:cxn>
                  <a:cxn ang="0">
                    <a:pos x="15" y="3"/>
                  </a:cxn>
                  <a:cxn ang="0">
                    <a:pos x="0" y="0"/>
                  </a:cxn>
                </a:cxnLst>
                <a:rect l="0" t="0" r="r" b="b"/>
                <a:pathLst>
                  <a:path w="15" h="3">
                    <a:moveTo>
                      <a:pt x="0" y="0"/>
                    </a:moveTo>
                    <a:lnTo>
                      <a:pt x="0" y="0"/>
                    </a:lnTo>
                    <a:lnTo>
                      <a:pt x="15" y="3"/>
                    </a:lnTo>
                    <a:lnTo>
                      <a:pt x="1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02" name="Freeform 302"/>
              <p:cNvSpPr/>
              <p:nvPr/>
            </p:nvSpPr>
            <p:spPr bwMode="auto">
              <a:xfrm>
                <a:off x="2081" y="2606"/>
                <a:ext cx="15" cy="20"/>
              </a:xfrm>
              <a:custGeom>
                <a:avLst/>
                <a:gdLst/>
                <a:ahLst/>
                <a:cxnLst>
                  <a:cxn ang="0">
                    <a:pos x="10" y="0"/>
                  </a:cxn>
                  <a:cxn ang="0">
                    <a:pos x="4" y="14"/>
                  </a:cxn>
                  <a:cxn ang="0">
                    <a:pos x="0" y="20"/>
                  </a:cxn>
                  <a:cxn ang="0">
                    <a:pos x="5" y="20"/>
                  </a:cxn>
                  <a:cxn ang="0">
                    <a:pos x="5" y="20"/>
                  </a:cxn>
                  <a:cxn ang="0">
                    <a:pos x="15" y="2"/>
                  </a:cxn>
                  <a:cxn ang="0">
                    <a:pos x="10" y="0"/>
                  </a:cxn>
                </a:cxnLst>
                <a:rect l="0" t="0" r="r" b="b"/>
                <a:pathLst>
                  <a:path w="15" h="20">
                    <a:moveTo>
                      <a:pt x="10" y="0"/>
                    </a:moveTo>
                    <a:lnTo>
                      <a:pt x="4" y="14"/>
                    </a:lnTo>
                    <a:lnTo>
                      <a:pt x="0" y="20"/>
                    </a:lnTo>
                    <a:lnTo>
                      <a:pt x="5" y="20"/>
                    </a:lnTo>
                    <a:lnTo>
                      <a:pt x="5" y="20"/>
                    </a:lnTo>
                    <a:lnTo>
                      <a:pt x="15"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03" name="Freeform 303"/>
              <p:cNvSpPr/>
              <p:nvPr/>
            </p:nvSpPr>
            <p:spPr bwMode="auto">
              <a:xfrm>
                <a:off x="2081" y="2606"/>
                <a:ext cx="15" cy="20"/>
              </a:xfrm>
              <a:custGeom>
                <a:avLst/>
                <a:gdLst/>
                <a:ahLst/>
                <a:cxnLst>
                  <a:cxn ang="0">
                    <a:pos x="10" y="0"/>
                  </a:cxn>
                  <a:cxn ang="0">
                    <a:pos x="4" y="14"/>
                  </a:cxn>
                  <a:cxn ang="0">
                    <a:pos x="0" y="20"/>
                  </a:cxn>
                  <a:cxn ang="0">
                    <a:pos x="5" y="20"/>
                  </a:cxn>
                  <a:cxn ang="0">
                    <a:pos x="5" y="20"/>
                  </a:cxn>
                  <a:cxn ang="0">
                    <a:pos x="15" y="2"/>
                  </a:cxn>
                  <a:cxn ang="0">
                    <a:pos x="10" y="0"/>
                  </a:cxn>
                </a:cxnLst>
                <a:rect l="0" t="0" r="r" b="b"/>
                <a:pathLst>
                  <a:path w="15" h="20">
                    <a:moveTo>
                      <a:pt x="10" y="0"/>
                    </a:moveTo>
                    <a:lnTo>
                      <a:pt x="4" y="14"/>
                    </a:lnTo>
                    <a:lnTo>
                      <a:pt x="0" y="20"/>
                    </a:lnTo>
                    <a:lnTo>
                      <a:pt x="5" y="20"/>
                    </a:lnTo>
                    <a:lnTo>
                      <a:pt x="5" y="20"/>
                    </a:lnTo>
                    <a:lnTo>
                      <a:pt x="15"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504" name="Freeform 304"/>
              <p:cNvSpPr>
                <a:spLocks noEditPoints="1"/>
              </p:cNvSpPr>
              <p:nvPr/>
            </p:nvSpPr>
            <p:spPr bwMode="auto">
              <a:xfrm>
                <a:off x="2066" y="2605"/>
                <a:ext cx="25" cy="21"/>
              </a:xfrm>
              <a:custGeom>
                <a:avLst/>
                <a:gdLst/>
                <a:ahLst/>
                <a:cxnLst>
                  <a:cxn ang="0">
                    <a:pos x="10" y="10"/>
                  </a:cxn>
                  <a:cxn ang="0">
                    <a:pos x="10" y="10"/>
                  </a:cxn>
                  <a:cxn ang="0">
                    <a:pos x="12" y="0"/>
                  </a:cxn>
                  <a:cxn ang="0">
                    <a:pos x="10" y="10"/>
                  </a:cxn>
                  <a:cxn ang="0">
                    <a:pos x="12" y="0"/>
                  </a:cxn>
                  <a:cxn ang="0">
                    <a:pos x="12" y="0"/>
                  </a:cxn>
                  <a:cxn ang="0">
                    <a:pos x="10" y="0"/>
                  </a:cxn>
                  <a:cxn ang="0">
                    <a:pos x="0" y="18"/>
                  </a:cxn>
                  <a:cxn ang="0">
                    <a:pos x="0" y="18"/>
                  </a:cxn>
                  <a:cxn ang="0">
                    <a:pos x="15" y="21"/>
                  </a:cxn>
                  <a:cxn ang="0">
                    <a:pos x="19" y="15"/>
                  </a:cxn>
                  <a:cxn ang="0">
                    <a:pos x="25" y="1"/>
                  </a:cxn>
                  <a:cxn ang="0">
                    <a:pos x="17" y="1"/>
                  </a:cxn>
                  <a:cxn ang="0">
                    <a:pos x="10" y="0"/>
                  </a:cxn>
                </a:cxnLst>
                <a:rect l="0" t="0" r="r" b="b"/>
                <a:pathLst>
                  <a:path w="25" h="21">
                    <a:moveTo>
                      <a:pt x="10" y="10"/>
                    </a:moveTo>
                    <a:lnTo>
                      <a:pt x="10" y="10"/>
                    </a:lnTo>
                    <a:lnTo>
                      <a:pt x="12" y="0"/>
                    </a:lnTo>
                    <a:lnTo>
                      <a:pt x="10" y="10"/>
                    </a:lnTo>
                    <a:close/>
                    <a:moveTo>
                      <a:pt x="12" y="0"/>
                    </a:moveTo>
                    <a:lnTo>
                      <a:pt x="12" y="0"/>
                    </a:lnTo>
                    <a:close/>
                    <a:moveTo>
                      <a:pt x="10" y="0"/>
                    </a:moveTo>
                    <a:lnTo>
                      <a:pt x="0" y="18"/>
                    </a:lnTo>
                    <a:lnTo>
                      <a:pt x="0" y="18"/>
                    </a:lnTo>
                    <a:lnTo>
                      <a:pt x="15" y="21"/>
                    </a:lnTo>
                    <a:lnTo>
                      <a:pt x="19" y="15"/>
                    </a:lnTo>
                    <a:lnTo>
                      <a:pt x="25" y="1"/>
                    </a:lnTo>
                    <a:lnTo>
                      <a:pt x="17" y="1"/>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05" name="Freeform 305"/>
              <p:cNvSpPr/>
              <p:nvPr/>
            </p:nvSpPr>
            <p:spPr bwMode="auto">
              <a:xfrm>
                <a:off x="2076" y="2605"/>
                <a:ext cx="2" cy="10"/>
              </a:xfrm>
              <a:custGeom>
                <a:avLst/>
                <a:gdLst/>
                <a:ahLst/>
                <a:cxnLst>
                  <a:cxn ang="0">
                    <a:pos x="0" y="10"/>
                  </a:cxn>
                  <a:cxn ang="0">
                    <a:pos x="0" y="10"/>
                  </a:cxn>
                  <a:cxn ang="0">
                    <a:pos x="2" y="0"/>
                  </a:cxn>
                  <a:cxn ang="0">
                    <a:pos x="0" y="10"/>
                  </a:cxn>
                </a:cxnLst>
                <a:rect l="0" t="0" r="r" b="b"/>
                <a:pathLst>
                  <a:path w="2" h="10">
                    <a:moveTo>
                      <a:pt x="0" y="10"/>
                    </a:moveTo>
                    <a:lnTo>
                      <a:pt x="0" y="10"/>
                    </a:lnTo>
                    <a:lnTo>
                      <a:pt x="2" y="0"/>
                    </a:lnTo>
                    <a:lnTo>
                      <a:pt x="0" y="10"/>
                    </a:lnTo>
                  </a:path>
                </a:pathLst>
              </a:custGeom>
              <a:noFill/>
              <a:ln w="9525">
                <a:noFill/>
                <a:round/>
              </a:ln>
            </p:spPr>
            <p:txBody>
              <a:bodyPr vert="horz" wrap="square" lIns="82938" tIns="41469" rIns="82938" bIns="41469" numCol="1" anchor="t" anchorCtr="0" compatLnSpc="1"/>
              <a:lstStyle/>
              <a:p>
                <a:endParaRPr lang="en-GB" sz="1815"/>
              </a:p>
            </p:txBody>
          </p:sp>
          <p:sp>
            <p:nvSpPr>
              <p:cNvPr id="51506" name="Line 306"/>
              <p:cNvSpPr>
                <a:spLocks noChangeShapeType="1"/>
              </p:cNvSpPr>
              <p:nvPr/>
            </p:nvSpPr>
            <p:spPr bwMode="auto">
              <a:xfrm>
                <a:off x="2078" y="2605"/>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507" name="Freeform 307"/>
              <p:cNvSpPr/>
              <p:nvPr/>
            </p:nvSpPr>
            <p:spPr bwMode="auto">
              <a:xfrm>
                <a:off x="2066" y="2605"/>
                <a:ext cx="25" cy="21"/>
              </a:xfrm>
              <a:custGeom>
                <a:avLst/>
                <a:gdLst/>
                <a:ahLst/>
                <a:cxnLst>
                  <a:cxn ang="0">
                    <a:pos x="10" y="0"/>
                  </a:cxn>
                  <a:cxn ang="0">
                    <a:pos x="0" y="18"/>
                  </a:cxn>
                  <a:cxn ang="0">
                    <a:pos x="0" y="18"/>
                  </a:cxn>
                  <a:cxn ang="0">
                    <a:pos x="15" y="21"/>
                  </a:cxn>
                  <a:cxn ang="0">
                    <a:pos x="19" y="15"/>
                  </a:cxn>
                  <a:cxn ang="0">
                    <a:pos x="25" y="1"/>
                  </a:cxn>
                  <a:cxn ang="0">
                    <a:pos x="17" y="1"/>
                  </a:cxn>
                  <a:cxn ang="0">
                    <a:pos x="10" y="0"/>
                  </a:cxn>
                </a:cxnLst>
                <a:rect l="0" t="0" r="r" b="b"/>
                <a:pathLst>
                  <a:path w="25" h="21">
                    <a:moveTo>
                      <a:pt x="10" y="0"/>
                    </a:moveTo>
                    <a:lnTo>
                      <a:pt x="0" y="18"/>
                    </a:lnTo>
                    <a:lnTo>
                      <a:pt x="0" y="18"/>
                    </a:lnTo>
                    <a:lnTo>
                      <a:pt x="15" y="21"/>
                    </a:lnTo>
                    <a:lnTo>
                      <a:pt x="19" y="15"/>
                    </a:lnTo>
                    <a:lnTo>
                      <a:pt x="25" y="1"/>
                    </a:lnTo>
                    <a:lnTo>
                      <a:pt x="17" y="1"/>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508" name="Freeform 308"/>
              <p:cNvSpPr/>
              <p:nvPr/>
            </p:nvSpPr>
            <p:spPr bwMode="auto">
              <a:xfrm>
                <a:off x="2743" y="2723"/>
                <a:ext cx="63" cy="12"/>
              </a:xfrm>
              <a:custGeom>
                <a:avLst/>
                <a:gdLst/>
                <a:ahLst/>
                <a:cxnLst>
                  <a:cxn ang="0">
                    <a:pos x="0" y="0"/>
                  </a:cxn>
                  <a:cxn ang="0">
                    <a:pos x="63" y="12"/>
                  </a:cxn>
                  <a:cxn ang="0">
                    <a:pos x="63" y="12"/>
                  </a:cxn>
                  <a:cxn ang="0">
                    <a:pos x="0" y="0"/>
                  </a:cxn>
                </a:cxnLst>
                <a:rect l="0" t="0" r="r" b="b"/>
                <a:pathLst>
                  <a:path w="63" h="12">
                    <a:moveTo>
                      <a:pt x="0" y="0"/>
                    </a:moveTo>
                    <a:lnTo>
                      <a:pt x="63" y="12"/>
                    </a:lnTo>
                    <a:lnTo>
                      <a:pt x="63" y="12"/>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09" name="Freeform 309"/>
              <p:cNvSpPr/>
              <p:nvPr/>
            </p:nvSpPr>
            <p:spPr bwMode="auto">
              <a:xfrm>
                <a:off x="2743" y="2723"/>
                <a:ext cx="63" cy="12"/>
              </a:xfrm>
              <a:custGeom>
                <a:avLst/>
                <a:gdLst/>
                <a:ahLst/>
                <a:cxnLst>
                  <a:cxn ang="0">
                    <a:pos x="0" y="0"/>
                  </a:cxn>
                  <a:cxn ang="0">
                    <a:pos x="63" y="12"/>
                  </a:cxn>
                  <a:cxn ang="0">
                    <a:pos x="63" y="12"/>
                  </a:cxn>
                  <a:cxn ang="0">
                    <a:pos x="0" y="0"/>
                  </a:cxn>
                </a:cxnLst>
                <a:rect l="0" t="0" r="r" b="b"/>
                <a:pathLst>
                  <a:path w="63" h="12">
                    <a:moveTo>
                      <a:pt x="0" y="0"/>
                    </a:moveTo>
                    <a:lnTo>
                      <a:pt x="63" y="12"/>
                    </a:lnTo>
                    <a:lnTo>
                      <a:pt x="63"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0" name="Freeform 310"/>
              <p:cNvSpPr/>
              <p:nvPr/>
            </p:nvSpPr>
            <p:spPr bwMode="auto">
              <a:xfrm>
                <a:off x="2456" y="2672"/>
                <a:ext cx="350" cy="63"/>
              </a:xfrm>
              <a:custGeom>
                <a:avLst/>
                <a:gdLst/>
                <a:ahLst/>
                <a:cxnLst>
                  <a:cxn ang="0">
                    <a:pos x="0" y="0"/>
                  </a:cxn>
                  <a:cxn ang="0">
                    <a:pos x="0" y="0"/>
                  </a:cxn>
                  <a:cxn ang="0">
                    <a:pos x="350" y="63"/>
                  </a:cxn>
                  <a:cxn ang="0">
                    <a:pos x="350" y="63"/>
                  </a:cxn>
                  <a:cxn ang="0">
                    <a:pos x="350" y="63"/>
                  </a:cxn>
                  <a:cxn ang="0">
                    <a:pos x="350" y="63"/>
                  </a:cxn>
                  <a:cxn ang="0">
                    <a:pos x="287" y="51"/>
                  </a:cxn>
                  <a:cxn ang="0">
                    <a:pos x="0" y="0"/>
                  </a:cxn>
                </a:cxnLst>
                <a:rect l="0" t="0" r="r" b="b"/>
                <a:pathLst>
                  <a:path w="350" h="63">
                    <a:moveTo>
                      <a:pt x="0" y="0"/>
                    </a:moveTo>
                    <a:lnTo>
                      <a:pt x="0" y="0"/>
                    </a:lnTo>
                    <a:lnTo>
                      <a:pt x="350" y="63"/>
                    </a:lnTo>
                    <a:lnTo>
                      <a:pt x="350" y="63"/>
                    </a:lnTo>
                    <a:lnTo>
                      <a:pt x="350" y="63"/>
                    </a:lnTo>
                    <a:lnTo>
                      <a:pt x="350" y="63"/>
                    </a:lnTo>
                    <a:lnTo>
                      <a:pt x="287" y="5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1" name="Freeform 311"/>
              <p:cNvSpPr/>
              <p:nvPr/>
            </p:nvSpPr>
            <p:spPr bwMode="auto">
              <a:xfrm>
                <a:off x="2456" y="2672"/>
                <a:ext cx="350" cy="63"/>
              </a:xfrm>
              <a:custGeom>
                <a:avLst/>
                <a:gdLst/>
                <a:ahLst/>
                <a:cxnLst>
                  <a:cxn ang="0">
                    <a:pos x="0" y="0"/>
                  </a:cxn>
                  <a:cxn ang="0">
                    <a:pos x="0" y="0"/>
                  </a:cxn>
                  <a:cxn ang="0">
                    <a:pos x="350" y="63"/>
                  </a:cxn>
                  <a:cxn ang="0">
                    <a:pos x="350" y="63"/>
                  </a:cxn>
                  <a:cxn ang="0">
                    <a:pos x="350" y="63"/>
                  </a:cxn>
                  <a:cxn ang="0">
                    <a:pos x="350" y="63"/>
                  </a:cxn>
                  <a:cxn ang="0">
                    <a:pos x="287" y="51"/>
                  </a:cxn>
                  <a:cxn ang="0">
                    <a:pos x="0" y="0"/>
                  </a:cxn>
                </a:cxnLst>
                <a:rect l="0" t="0" r="r" b="b"/>
                <a:pathLst>
                  <a:path w="350" h="63">
                    <a:moveTo>
                      <a:pt x="0" y="0"/>
                    </a:moveTo>
                    <a:lnTo>
                      <a:pt x="0" y="0"/>
                    </a:lnTo>
                    <a:lnTo>
                      <a:pt x="350" y="63"/>
                    </a:lnTo>
                    <a:lnTo>
                      <a:pt x="350" y="63"/>
                    </a:lnTo>
                    <a:lnTo>
                      <a:pt x="350" y="63"/>
                    </a:lnTo>
                    <a:lnTo>
                      <a:pt x="350" y="63"/>
                    </a:lnTo>
                    <a:lnTo>
                      <a:pt x="287" y="5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2" name="Freeform 312"/>
              <p:cNvSpPr/>
              <p:nvPr/>
            </p:nvSpPr>
            <p:spPr bwMode="auto">
              <a:xfrm>
                <a:off x="2440" y="2670"/>
                <a:ext cx="16" cy="2"/>
              </a:xfrm>
              <a:custGeom>
                <a:avLst/>
                <a:gdLst/>
                <a:ahLst/>
                <a:cxnLst>
                  <a:cxn ang="0">
                    <a:pos x="0" y="0"/>
                  </a:cxn>
                  <a:cxn ang="0">
                    <a:pos x="16" y="2"/>
                  </a:cxn>
                  <a:cxn ang="0">
                    <a:pos x="16" y="2"/>
                  </a:cxn>
                  <a:cxn ang="0">
                    <a:pos x="0" y="0"/>
                  </a:cxn>
                </a:cxnLst>
                <a:rect l="0" t="0" r="r" b="b"/>
                <a:pathLst>
                  <a:path w="16" h="2">
                    <a:moveTo>
                      <a:pt x="0" y="0"/>
                    </a:moveTo>
                    <a:lnTo>
                      <a:pt x="16" y="2"/>
                    </a:lnTo>
                    <a:lnTo>
                      <a:pt x="16"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3" name="Freeform 313"/>
              <p:cNvSpPr/>
              <p:nvPr/>
            </p:nvSpPr>
            <p:spPr bwMode="auto">
              <a:xfrm>
                <a:off x="2440" y="2670"/>
                <a:ext cx="16" cy="2"/>
              </a:xfrm>
              <a:custGeom>
                <a:avLst/>
                <a:gdLst/>
                <a:ahLst/>
                <a:cxnLst>
                  <a:cxn ang="0">
                    <a:pos x="0" y="0"/>
                  </a:cxn>
                  <a:cxn ang="0">
                    <a:pos x="16" y="2"/>
                  </a:cxn>
                  <a:cxn ang="0">
                    <a:pos x="16" y="2"/>
                  </a:cxn>
                  <a:cxn ang="0">
                    <a:pos x="0" y="0"/>
                  </a:cxn>
                </a:cxnLst>
                <a:rect l="0" t="0" r="r" b="b"/>
                <a:pathLst>
                  <a:path w="16" h="2">
                    <a:moveTo>
                      <a:pt x="0" y="0"/>
                    </a:moveTo>
                    <a:lnTo>
                      <a:pt x="16" y="2"/>
                    </a:lnTo>
                    <a:lnTo>
                      <a:pt x="16"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4" name="Freeform 314"/>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5" name="Freeform 315"/>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6" name="Freeform 316"/>
              <p:cNvSpPr/>
              <p:nvPr/>
            </p:nvSpPr>
            <p:spPr bwMode="auto">
              <a:xfrm>
                <a:off x="2518" y="3199"/>
                <a:ext cx="2" cy="2"/>
              </a:xfrm>
              <a:custGeom>
                <a:avLst/>
                <a:gdLst/>
                <a:ahLst/>
                <a:cxnLst>
                  <a:cxn ang="0">
                    <a:pos x="2" y="0"/>
                  </a:cxn>
                  <a:cxn ang="0">
                    <a:pos x="0" y="2"/>
                  </a:cxn>
                  <a:cxn ang="0">
                    <a:pos x="2" y="0"/>
                  </a:cxn>
                  <a:cxn ang="0">
                    <a:pos x="2" y="0"/>
                  </a:cxn>
                </a:cxnLst>
                <a:rect l="0" t="0" r="r" b="b"/>
                <a:pathLst>
                  <a:path w="2" h="2">
                    <a:moveTo>
                      <a:pt x="2" y="0"/>
                    </a:moveTo>
                    <a:lnTo>
                      <a:pt x="0" y="2"/>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7" name="Freeform 317"/>
              <p:cNvSpPr/>
              <p:nvPr/>
            </p:nvSpPr>
            <p:spPr bwMode="auto">
              <a:xfrm>
                <a:off x="2518" y="3199"/>
                <a:ext cx="2" cy="2"/>
              </a:xfrm>
              <a:custGeom>
                <a:avLst/>
                <a:gdLst/>
                <a:ahLst/>
                <a:cxnLst>
                  <a:cxn ang="0">
                    <a:pos x="2" y="0"/>
                  </a:cxn>
                  <a:cxn ang="0">
                    <a:pos x="0" y="2"/>
                  </a:cxn>
                  <a:cxn ang="0">
                    <a:pos x="2" y="0"/>
                  </a:cxn>
                  <a:cxn ang="0">
                    <a:pos x="2" y="0"/>
                  </a:cxn>
                </a:cxnLst>
                <a:rect l="0" t="0" r="r" b="b"/>
                <a:pathLst>
                  <a:path w="2" h="2">
                    <a:moveTo>
                      <a:pt x="2" y="0"/>
                    </a:moveTo>
                    <a:lnTo>
                      <a:pt x="0" y="2"/>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518" name="Freeform 318"/>
              <p:cNvSpPr/>
              <p:nvPr/>
            </p:nvSpPr>
            <p:spPr bwMode="auto">
              <a:xfrm>
                <a:off x="2451" y="2692"/>
                <a:ext cx="397" cy="497"/>
              </a:xfrm>
              <a:custGeom>
                <a:avLst/>
                <a:gdLst/>
                <a:ahLst/>
                <a:cxnLst>
                  <a:cxn ang="0">
                    <a:pos x="0" y="0"/>
                  </a:cxn>
                  <a:cxn ang="0">
                    <a:pos x="87" y="497"/>
                  </a:cxn>
                  <a:cxn ang="0">
                    <a:pos x="151" y="460"/>
                  </a:cxn>
                  <a:cxn ang="0">
                    <a:pos x="166" y="452"/>
                  </a:cxn>
                  <a:cxn ang="0">
                    <a:pos x="397" y="319"/>
                  </a:cxn>
                  <a:cxn ang="0">
                    <a:pos x="352" y="63"/>
                  </a:cxn>
                  <a:cxn ang="0">
                    <a:pos x="118" y="20"/>
                  </a:cxn>
                  <a:cxn ang="0">
                    <a:pos x="0" y="0"/>
                  </a:cxn>
                </a:cxnLst>
                <a:rect l="0" t="0" r="r" b="b"/>
                <a:pathLst>
                  <a:path w="397" h="497">
                    <a:moveTo>
                      <a:pt x="0" y="0"/>
                    </a:moveTo>
                    <a:lnTo>
                      <a:pt x="87" y="497"/>
                    </a:lnTo>
                    <a:lnTo>
                      <a:pt x="151" y="460"/>
                    </a:lnTo>
                    <a:lnTo>
                      <a:pt x="166" y="452"/>
                    </a:lnTo>
                    <a:lnTo>
                      <a:pt x="397" y="319"/>
                    </a:lnTo>
                    <a:lnTo>
                      <a:pt x="352" y="63"/>
                    </a:lnTo>
                    <a:lnTo>
                      <a:pt x="118"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19" name="Freeform 319"/>
              <p:cNvSpPr/>
              <p:nvPr/>
            </p:nvSpPr>
            <p:spPr bwMode="auto">
              <a:xfrm>
                <a:off x="2451" y="2692"/>
                <a:ext cx="397" cy="497"/>
              </a:xfrm>
              <a:custGeom>
                <a:avLst/>
                <a:gdLst/>
                <a:ahLst/>
                <a:cxnLst>
                  <a:cxn ang="0">
                    <a:pos x="0" y="0"/>
                  </a:cxn>
                  <a:cxn ang="0">
                    <a:pos x="87" y="497"/>
                  </a:cxn>
                  <a:cxn ang="0">
                    <a:pos x="151" y="460"/>
                  </a:cxn>
                  <a:cxn ang="0">
                    <a:pos x="166" y="452"/>
                  </a:cxn>
                  <a:cxn ang="0">
                    <a:pos x="397" y="319"/>
                  </a:cxn>
                  <a:cxn ang="0">
                    <a:pos x="352" y="63"/>
                  </a:cxn>
                  <a:cxn ang="0">
                    <a:pos x="118" y="20"/>
                  </a:cxn>
                  <a:cxn ang="0">
                    <a:pos x="0" y="0"/>
                  </a:cxn>
                </a:cxnLst>
                <a:rect l="0" t="0" r="r" b="b"/>
                <a:pathLst>
                  <a:path w="397" h="497">
                    <a:moveTo>
                      <a:pt x="0" y="0"/>
                    </a:moveTo>
                    <a:lnTo>
                      <a:pt x="87" y="497"/>
                    </a:lnTo>
                    <a:lnTo>
                      <a:pt x="151" y="460"/>
                    </a:lnTo>
                    <a:lnTo>
                      <a:pt x="166" y="452"/>
                    </a:lnTo>
                    <a:lnTo>
                      <a:pt x="397" y="319"/>
                    </a:lnTo>
                    <a:lnTo>
                      <a:pt x="352" y="63"/>
                    </a:lnTo>
                    <a:lnTo>
                      <a:pt x="118"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0" name="Freeform 320"/>
              <p:cNvSpPr/>
              <p:nvPr/>
            </p:nvSpPr>
            <p:spPr bwMode="auto">
              <a:xfrm>
                <a:off x="2569" y="2712"/>
                <a:ext cx="234" cy="43"/>
              </a:xfrm>
              <a:custGeom>
                <a:avLst/>
                <a:gdLst/>
                <a:ahLst/>
                <a:cxnLst>
                  <a:cxn ang="0">
                    <a:pos x="0" y="0"/>
                  </a:cxn>
                  <a:cxn ang="0">
                    <a:pos x="234" y="43"/>
                  </a:cxn>
                  <a:cxn ang="0">
                    <a:pos x="234" y="43"/>
                  </a:cxn>
                  <a:cxn ang="0">
                    <a:pos x="227" y="42"/>
                  </a:cxn>
                  <a:cxn ang="0">
                    <a:pos x="0" y="0"/>
                  </a:cxn>
                </a:cxnLst>
                <a:rect l="0" t="0" r="r" b="b"/>
                <a:pathLst>
                  <a:path w="234" h="43">
                    <a:moveTo>
                      <a:pt x="0" y="0"/>
                    </a:moveTo>
                    <a:lnTo>
                      <a:pt x="234" y="43"/>
                    </a:lnTo>
                    <a:lnTo>
                      <a:pt x="234" y="43"/>
                    </a:lnTo>
                    <a:lnTo>
                      <a:pt x="227" y="4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1" name="Freeform 321"/>
              <p:cNvSpPr/>
              <p:nvPr/>
            </p:nvSpPr>
            <p:spPr bwMode="auto">
              <a:xfrm>
                <a:off x="2569" y="2712"/>
                <a:ext cx="234" cy="43"/>
              </a:xfrm>
              <a:custGeom>
                <a:avLst/>
                <a:gdLst/>
                <a:ahLst/>
                <a:cxnLst>
                  <a:cxn ang="0">
                    <a:pos x="0" y="0"/>
                  </a:cxn>
                  <a:cxn ang="0">
                    <a:pos x="234" y="43"/>
                  </a:cxn>
                  <a:cxn ang="0">
                    <a:pos x="234" y="43"/>
                  </a:cxn>
                  <a:cxn ang="0">
                    <a:pos x="227" y="42"/>
                  </a:cxn>
                  <a:cxn ang="0">
                    <a:pos x="0" y="0"/>
                  </a:cxn>
                </a:cxnLst>
                <a:rect l="0" t="0" r="r" b="b"/>
                <a:pathLst>
                  <a:path w="234" h="43">
                    <a:moveTo>
                      <a:pt x="0" y="0"/>
                    </a:moveTo>
                    <a:lnTo>
                      <a:pt x="234" y="43"/>
                    </a:lnTo>
                    <a:lnTo>
                      <a:pt x="234" y="43"/>
                    </a:lnTo>
                    <a:lnTo>
                      <a:pt x="227" y="4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2" name="Freeform 322"/>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3" name="Freeform 323"/>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4" name="Freeform 324"/>
              <p:cNvSpPr/>
              <p:nvPr/>
            </p:nvSpPr>
            <p:spPr bwMode="auto">
              <a:xfrm>
                <a:off x="2451" y="2692"/>
                <a:ext cx="118" cy="497"/>
              </a:xfrm>
              <a:custGeom>
                <a:avLst/>
                <a:gdLst/>
                <a:ahLst/>
                <a:cxnLst>
                  <a:cxn ang="0">
                    <a:pos x="0" y="0"/>
                  </a:cxn>
                  <a:cxn ang="0">
                    <a:pos x="87" y="497"/>
                  </a:cxn>
                  <a:cxn ang="0">
                    <a:pos x="87" y="497"/>
                  </a:cxn>
                  <a:cxn ang="0">
                    <a:pos x="0" y="0"/>
                  </a:cxn>
                  <a:cxn ang="0">
                    <a:pos x="118" y="20"/>
                  </a:cxn>
                  <a:cxn ang="0">
                    <a:pos x="0" y="0"/>
                  </a:cxn>
                </a:cxnLst>
                <a:rect l="0" t="0" r="r" b="b"/>
                <a:pathLst>
                  <a:path w="118" h="497">
                    <a:moveTo>
                      <a:pt x="0" y="0"/>
                    </a:moveTo>
                    <a:lnTo>
                      <a:pt x="87" y="497"/>
                    </a:lnTo>
                    <a:lnTo>
                      <a:pt x="87" y="497"/>
                    </a:lnTo>
                    <a:lnTo>
                      <a:pt x="0" y="0"/>
                    </a:lnTo>
                    <a:lnTo>
                      <a:pt x="118"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5" name="Freeform 325"/>
              <p:cNvSpPr/>
              <p:nvPr/>
            </p:nvSpPr>
            <p:spPr bwMode="auto">
              <a:xfrm>
                <a:off x="2451" y="2692"/>
                <a:ext cx="118" cy="497"/>
              </a:xfrm>
              <a:custGeom>
                <a:avLst/>
                <a:gdLst/>
                <a:ahLst/>
                <a:cxnLst>
                  <a:cxn ang="0">
                    <a:pos x="0" y="0"/>
                  </a:cxn>
                  <a:cxn ang="0">
                    <a:pos x="87" y="497"/>
                  </a:cxn>
                  <a:cxn ang="0">
                    <a:pos x="87" y="497"/>
                  </a:cxn>
                  <a:cxn ang="0">
                    <a:pos x="0" y="0"/>
                  </a:cxn>
                  <a:cxn ang="0">
                    <a:pos x="118" y="20"/>
                  </a:cxn>
                  <a:cxn ang="0">
                    <a:pos x="0" y="0"/>
                  </a:cxn>
                </a:cxnLst>
                <a:rect l="0" t="0" r="r" b="b"/>
                <a:pathLst>
                  <a:path w="118" h="497">
                    <a:moveTo>
                      <a:pt x="0" y="0"/>
                    </a:moveTo>
                    <a:lnTo>
                      <a:pt x="87" y="497"/>
                    </a:lnTo>
                    <a:lnTo>
                      <a:pt x="87" y="497"/>
                    </a:lnTo>
                    <a:lnTo>
                      <a:pt x="0" y="0"/>
                    </a:lnTo>
                    <a:lnTo>
                      <a:pt x="118"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6" name="Freeform 326"/>
              <p:cNvSpPr/>
              <p:nvPr/>
            </p:nvSpPr>
            <p:spPr bwMode="auto">
              <a:xfrm>
                <a:off x="2451" y="2692"/>
                <a:ext cx="345" cy="62"/>
              </a:xfrm>
              <a:custGeom>
                <a:avLst/>
                <a:gdLst/>
                <a:ahLst/>
                <a:cxnLst>
                  <a:cxn ang="0">
                    <a:pos x="0" y="0"/>
                  </a:cxn>
                  <a:cxn ang="0">
                    <a:pos x="0" y="0"/>
                  </a:cxn>
                  <a:cxn ang="0">
                    <a:pos x="118" y="20"/>
                  </a:cxn>
                  <a:cxn ang="0">
                    <a:pos x="345" y="62"/>
                  </a:cxn>
                  <a:cxn ang="0">
                    <a:pos x="345" y="62"/>
                  </a:cxn>
                  <a:cxn ang="0">
                    <a:pos x="0" y="0"/>
                  </a:cxn>
                </a:cxnLst>
                <a:rect l="0" t="0" r="r" b="b"/>
                <a:pathLst>
                  <a:path w="345" h="62">
                    <a:moveTo>
                      <a:pt x="0" y="0"/>
                    </a:moveTo>
                    <a:lnTo>
                      <a:pt x="0" y="0"/>
                    </a:lnTo>
                    <a:lnTo>
                      <a:pt x="118" y="20"/>
                    </a:lnTo>
                    <a:lnTo>
                      <a:pt x="345" y="62"/>
                    </a:lnTo>
                    <a:lnTo>
                      <a:pt x="345" y="6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7" name="Freeform 327"/>
              <p:cNvSpPr/>
              <p:nvPr/>
            </p:nvSpPr>
            <p:spPr bwMode="auto">
              <a:xfrm>
                <a:off x="2451" y="2692"/>
                <a:ext cx="345" cy="62"/>
              </a:xfrm>
              <a:custGeom>
                <a:avLst/>
                <a:gdLst/>
                <a:ahLst/>
                <a:cxnLst>
                  <a:cxn ang="0">
                    <a:pos x="0" y="0"/>
                  </a:cxn>
                  <a:cxn ang="0">
                    <a:pos x="0" y="0"/>
                  </a:cxn>
                  <a:cxn ang="0">
                    <a:pos x="118" y="20"/>
                  </a:cxn>
                  <a:cxn ang="0">
                    <a:pos x="345" y="62"/>
                  </a:cxn>
                  <a:cxn ang="0">
                    <a:pos x="345" y="62"/>
                  </a:cxn>
                  <a:cxn ang="0">
                    <a:pos x="0" y="0"/>
                  </a:cxn>
                </a:cxnLst>
                <a:rect l="0" t="0" r="r" b="b"/>
                <a:pathLst>
                  <a:path w="345" h="62">
                    <a:moveTo>
                      <a:pt x="0" y="0"/>
                    </a:moveTo>
                    <a:lnTo>
                      <a:pt x="0" y="0"/>
                    </a:lnTo>
                    <a:lnTo>
                      <a:pt x="118" y="20"/>
                    </a:lnTo>
                    <a:lnTo>
                      <a:pt x="345" y="62"/>
                    </a:lnTo>
                    <a:lnTo>
                      <a:pt x="345" y="6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8" name="Freeform 328"/>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9" name="Freeform 329"/>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30" name="Freeform 330"/>
              <p:cNvSpPr/>
              <p:nvPr/>
            </p:nvSpPr>
            <p:spPr bwMode="auto">
              <a:xfrm>
                <a:off x="2815" y="2737"/>
                <a:ext cx="13" cy="1"/>
              </a:xfrm>
              <a:custGeom>
                <a:avLst/>
                <a:gdLst/>
                <a:ahLst/>
                <a:cxnLst>
                  <a:cxn ang="0">
                    <a:pos x="0" y="0"/>
                  </a:cxn>
                  <a:cxn ang="0">
                    <a:pos x="0" y="0"/>
                  </a:cxn>
                  <a:cxn ang="0">
                    <a:pos x="13" y="1"/>
                  </a:cxn>
                  <a:cxn ang="0">
                    <a:pos x="13" y="1"/>
                  </a:cxn>
                  <a:cxn ang="0">
                    <a:pos x="0" y="0"/>
                  </a:cxn>
                </a:cxnLst>
                <a:rect l="0" t="0" r="r" b="b"/>
                <a:pathLst>
                  <a:path w="13" h="1">
                    <a:moveTo>
                      <a:pt x="0" y="0"/>
                    </a:moveTo>
                    <a:lnTo>
                      <a:pt x="0" y="0"/>
                    </a:lnTo>
                    <a:lnTo>
                      <a:pt x="13" y="1"/>
                    </a:lnTo>
                    <a:lnTo>
                      <a:pt x="13"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31" name="Freeform 331"/>
              <p:cNvSpPr/>
              <p:nvPr/>
            </p:nvSpPr>
            <p:spPr bwMode="auto">
              <a:xfrm>
                <a:off x="2815" y="2737"/>
                <a:ext cx="13" cy="1"/>
              </a:xfrm>
              <a:custGeom>
                <a:avLst/>
                <a:gdLst/>
                <a:ahLst/>
                <a:cxnLst>
                  <a:cxn ang="0">
                    <a:pos x="0" y="0"/>
                  </a:cxn>
                  <a:cxn ang="0">
                    <a:pos x="0" y="0"/>
                  </a:cxn>
                  <a:cxn ang="0">
                    <a:pos x="13" y="1"/>
                  </a:cxn>
                  <a:cxn ang="0">
                    <a:pos x="13" y="1"/>
                  </a:cxn>
                  <a:cxn ang="0">
                    <a:pos x="0" y="0"/>
                  </a:cxn>
                </a:cxnLst>
                <a:rect l="0" t="0" r="r" b="b"/>
                <a:pathLst>
                  <a:path w="13" h="1">
                    <a:moveTo>
                      <a:pt x="0" y="0"/>
                    </a:moveTo>
                    <a:lnTo>
                      <a:pt x="0" y="0"/>
                    </a:lnTo>
                    <a:lnTo>
                      <a:pt x="13" y="1"/>
                    </a:lnTo>
                    <a:lnTo>
                      <a:pt x="13"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32" name="Freeform 332"/>
              <p:cNvSpPr/>
              <p:nvPr/>
            </p:nvSpPr>
            <p:spPr bwMode="auto">
              <a:xfrm>
                <a:off x="2617" y="2755"/>
                <a:ext cx="231" cy="389"/>
              </a:xfrm>
              <a:custGeom>
                <a:avLst/>
                <a:gdLst/>
                <a:ahLst/>
                <a:cxnLst>
                  <a:cxn ang="0">
                    <a:pos x="186" y="0"/>
                  </a:cxn>
                  <a:cxn ang="0">
                    <a:pos x="231" y="256"/>
                  </a:cxn>
                  <a:cxn ang="0">
                    <a:pos x="0" y="389"/>
                  </a:cxn>
                  <a:cxn ang="0">
                    <a:pos x="231" y="256"/>
                  </a:cxn>
                  <a:cxn ang="0">
                    <a:pos x="231" y="256"/>
                  </a:cxn>
                  <a:cxn ang="0">
                    <a:pos x="231" y="256"/>
                  </a:cxn>
                  <a:cxn ang="0">
                    <a:pos x="186" y="0"/>
                  </a:cxn>
                  <a:cxn ang="0">
                    <a:pos x="186" y="0"/>
                  </a:cxn>
                </a:cxnLst>
                <a:rect l="0" t="0" r="r" b="b"/>
                <a:pathLst>
                  <a:path w="231" h="389">
                    <a:moveTo>
                      <a:pt x="186" y="0"/>
                    </a:moveTo>
                    <a:lnTo>
                      <a:pt x="231" y="256"/>
                    </a:lnTo>
                    <a:lnTo>
                      <a:pt x="0" y="389"/>
                    </a:lnTo>
                    <a:lnTo>
                      <a:pt x="231" y="256"/>
                    </a:lnTo>
                    <a:lnTo>
                      <a:pt x="231" y="256"/>
                    </a:lnTo>
                    <a:lnTo>
                      <a:pt x="231" y="256"/>
                    </a:lnTo>
                    <a:lnTo>
                      <a:pt x="186" y="0"/>
                    </a:lnTo>
                    <a:lnTo>
                      <a:pt x="18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33" name="Freeform 333"/>
              <p:cNvSpPr/>
              <p:nvPr/>
            </p:nvSpPr>
            <p:spPr bwMode="auto">
              <a:xfrm>
                <a:off x="2617" y="2755"/>
                <a:ext cx="231" cy="389"/>
              </a:xfrm>
              <a:custGeom>
                <a:avLst/>
                <a:gdLst/>
                <a:ahLst/>
                <a:cxnLst>
                  <a:cxn ang="0">
                    <a:pos x="186" y="0"/>
                  </a:cxn>
                  <a:cxn ang="0">
                    <a:pos x="231" y="256"/>
                  </a:cxn>
                  <a:cxn ang="0">
                    <a:pos x="0" y="389"/>
                  </a:cxn>
                  <a:cxn ang="0">
                    <a:pos x="231" y="256"/>
                  </a:cxn>
                  <a:cxn ang="0">
                    <a:pos x="231" y="256"/>
                  </a:cxn>
                  <a:cxn ang="0">
                    <a:pos x="231" y="256"/>
                  </a:cxn>
                  <a:cxn ang="0">
                    <a:pos x="186" y="0"/>
                  </a:cxn>
                  <a:cxn ang="0">
                    <a:pos x="186" y="0"/>
                  </a:cxn>
                </a:cxnLst>
                <a:rect l="0" t="0" r="r" b="b"/>
                <a:pathLst>
                  <a:path w="231" h="389">
                    <a:moveTo>
                      <a:pt x="186" y="0"/>
                    </a:moveTo>
                    <a:lnTo>
                      <a:pt x="231" y="256"/>
                    </a:lnTo>
                    <a:lnTo>
                      <a:pt x="0" y="389"/>
                    </a:lnTo>
                    <a:lnTo>
                      <a:pt x="231" y="256"/>
                    </a:lnTo>
                    <a:lnTo>
                      <a:pt x="231" y="256"/>
                    </a:lnTo>
                    <a:lnTo>
                      <a:pt x="231" y="256"/>
                    </a:lnTo>
                    <a:lnTo>
                      <a:pt x="186" y="0"/>
                    </a:lnTo>
                    <a:lnTo>
                      <a:pt x="186" y="0"/>
                    </a:lnTo>
                  </a:path>
                </a:pathLst>
              </a:custGeom>
              <a:noFill/>
              <a:ln w="9525">
                <a:noFill/>
                <a:round/>
              </a:ln>
            </p:spPr>
            <p:txBody>
              <a:bodyPr vert="horz" wrap="square" lIns="82938" tIns="41469" rIns="82938" bIns="41469" numCol="1" anchor="t" anchorCtr="0" compatLnSpc="1"/>
              <a:lstStyle/>
              <a:p>
                <a:endParaRPr lang="en-GB" sz="1815"/>
              </a:p>
            </p:txBody>
          </p:sp>
          <p:sp>
            <p:nvSpPr>
              <p:cNvPr id="51534" name="Rectangle 334"/>
              <p:cNvSpPr>
                <a:spLocks noChangeArrowheads="1"/>
              </p:cNvSpPr>
              <p:nvPr/>
            </p:nvSpPr>
            <p:spPr bwMode="auto">
              <a:xfrm>
                <a:off x="2803" y="2755"/>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535" name="Rectangle 335"/>
              <p:cNvSpPr>
                <a:spLocks noChangeArrowheads="1"/>
              </p:cNvSpPr>
              <p:nvPr/>
            </p:nvSpPr>
            <p:spPr bwMode="auto">
              <a:xfrm>
                <a:off x="2803" y="275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536" name="Rectangle 336"/>
              <p:cNvSpPr>
                <a:spLocks noChangeArrowheads="1"/>
              </p:cNvSpPr>
              <p:nvPr/>
            </p:nvSpPr>
            <p:spPr bwMode="auto">
              <a:xfrm>
                <a:off x="2803" y="2755"/>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537" name="Rectangle 337"/>
              <p:cNvSpPr>
                <a:spLocks noChangeArrowheads="1"/>
              </p:cNvSpPr>
              <p:nvPr/>
            </p:nvSpPr>
            <p:spPr bwMode="auto">
              <a:xfrm>
                <a:off x="2803" y="275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538" name="Freeform 338"/>
              <p:cNvSpPr/>
              <p:nvPr/>
            </p:nvSpPr>
            <p:spPr bwMode="auto">
              <a:xfrm>
                <a:off x="2430" y="2688"/>
                <a:ext cx="90" cy="511"/>
              </a:xfrm>
              <a:custGeom>
                <a:avLst/>
                <a:gdLst/>
                <a:ahLst/>
                <a:cxnLst>
                  <a:cxn ang="0">
                    <a:pos x="0" y="0"/>
                  </a:cxn>
                  <a:cxn ang="0">
                    <a:pos x="90" y="511"/>
                  </a:cxn>
                  <a:cxn ang="0">
                    <a:pos x="90" y="511"/>
                  </a:cxn>
                  <a:cxn ang="0">
                    <a:pos x="0" y="0"/>
                  </a:cxn>
                </a:cxnLst>
                <a:rect l="0" t="0" r="r" b="b"/>
                <a:pathLst>
                  <a:path w="90" h="511">
                    <a:moveTo>
                      <a:pt x="0" y="0"/>
                    </a:moveTo>
                    <a:lnTo>
                      <a:pt x="90" y="511"/>
                    </a:lnTo>
                    <a:lnTo>
                      <a:pt x="90" y="511"/>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39" name="Freeform 339"/>
              <p:cNvSpPr/>
              <p:nvPr/>
            </p:nvSpPr>
            <p:spPr bwMode="auto">
              <a:xfrm>
                <a:off x="2430" y="2688"/>
                <a:ext cx="90" cy="511"/>
              </a:xfrm>
              <a:custGeom>
                <a:avLst/>
                <a:gdLst/>
                <a:ahLst/>
                <a:cxnLst>
                  <a:cxn ang="0">
                    <a:pos x="0" y="0"/>
                  </a:cxn>
                  <a:cxn ang="0">
                    <a:pos x="90" y="511"/>
                  </a:cxn>
                  <a:cxn ang="0">
                    <a:pos x="90" y="511"/>
                  </a:cxn>
                  <a:cxn ang="0">
                    <a:pos x="0" y="0"/>
                  </a:cxn>
                </a:cxnLst>
                <a:rect l="0" t="0" r="r" b="b"/>
                <a:pathLst>
                  <a:path w="90" h="511">
                    <a:moveTo>
                      <a:pt x="0" y="0"/>
                    </a:moveTo>
                    <a:lnTo>
                      <a:pt x="90" y="511"/>
                    </a:lnTo>
                    <a:lnTo>
                      <a:pt x="90" y="51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40" name="Freeform 340"/>
              <p:cNvSpPr/>
              <p:nvPr/>
            </p:nvSpPr>
            <p:spPr bwMode="auto">
              <a:xfrm>
                <a:off x="2430" y="2688"/>
                <a:ext cx="108" cy="511"/>
              </a:xfrm>
              <a:custGeom>
                <a:avLst/>
                <a:gdLst/>
                <a:ahLst/>
                <a:cxnLst>
                  <a:cxn ang="0">
                    <a:pos x="0" y="0"/>
                  </a:cxn>
                  <a:cxn ang="0">
                    <a:pos x="0" y="0"/>
                  </a:cxn>
                  <a:cxn ang="0">
                    <a:pos x="90" y="511"/>
                  </a:cxn>
                  <a:cxn ang="0">
                    <a:pos x="90" y="511"/>
                  </a:cxn>
                  <a:cxn ang="0">
                    <a:pos x="90" y="511"/>
                  </a:cxn>
                  <a:cxn ang="0">
                    <a:pos x="97" y="508"/>
                  </a:cxn>
                  <a:cxn ang="0">
                    <a:pos x="108" y="501"/>
                  </a:cxn>
                  <a:cxn ang="0">
                    <a:pos x="21" y="4"/>
                  </a:cxn>
                  <a:cxn ang="0">
                    <a:pos x="0" y="0"/>
                  </a:cxn>
                </a:cxnLst>
                <a:rect l="0" t="0" r="r" b="b"/>
                <a:pathLst>
                  <a:path w="108" h="511">
                    <a:moveTo>
                      <a:pt x="0" y="0"/>
                    </a:moveTo>
                    <a:lnTo>
                      <a:pt x="0" y="0"/>
                    </a:lnTo>
                    <a:lnTo>
                      <a:pt x="90" y="511"/>
                    </a:lnTo>
                    <a:lnTo>
                      <a:pt x="90" y="511"/>
                    </a:lnTo>
                    <a:lnTo>
                      <a:pt x="90" y="511"/>
                    </a:lnTo>
                    <a:lnTo>
                      <a:pt x="97" y="508"/>
                    </a:lnTo>
                    <a:lnTo>
                      <a:pt x="108" y="501"/>
                    </a:lnTo>
                    <a:lnTo>
                      <a:pt x="21"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1" name="Freeform 341"/>
              <p:cNvSpPr/>
              <p:nvPr/>
            </p:nvSpPr>
            <p:spPr bwMode="auto">
              <a:xfrm>
                <a:off x="2430" y="2688"/>
                <a:ext cx="108" cy="511"/>
              </a:xfrm>
              <a:custGeom>
                <a:avLst/>
                <a:gdLst/>
                <a:ahLst/>
                <a:cxnLst>
                  <a:cxn ang="0">
                    <a:pos x="0" y="0"/>
                  </a:cxn>
                  <a:cxn ang="0">
                    <a:pos x="0" y="0"/>
                  </a:cxn>
                  <a:cxn ang="0">
                    <a:pos x="90" y="511"/>
                  </a:cxn>
                  <a:cxn ang="0">
                    <a:pos x="90" y="511"/>
                  </a:cxn>
                  <a:cxn ang="0">
                    <a:pos x="90" y="511"/>
                  </a:cxn>
                  <a:cxn ang="0">
                    <a:pos x="97" y="508"/>
                  </a:cxn>
                  <a:cxn ang="0">
                    <a:pos x="108" y="501"/>
                  </a:cxn>
                  <a:cxn ang="0">
                    <a:pos x="21" y="4"/>
                  </a:cxn>
                  <a:cxn ang="0">
                    <a:pos x="0" y="0"/>
                  </a:cxn>
                </a:cxnLst>
                <a:rect l="0" t="0" r="r" b="b"/>
                <a:pathLst>
                  <a:path w="108" h="511">
                    <a:moveTo>
                      <a:pt x="0" y="0"/>
                    </a:moveTo>
                    <a:lnTo>
                      <a:pt x="0" y="0"/>
                    </a:lnTo>
                    <a:lnTo>
                      <a:pt x="90" y="511"/>
                    </a:lnTo>
                    <a:lnTo>
                      <a:pt x="90" y="511"/>
                    </a:lnTo>
                    <a:lnTo>
                      <a:pt x="90" y="511"/>
                    </a:lnTo>
                    <a:lnTo>
                      <a:pt x="97" y="508"/>
                    </a:lnTo>
                    <a:lnTo>
                      <a:pt x="108" y="501"/>
                    </a:lnTo>
                    <a:lnTo>
                      <a:pt x="21"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42" name="Freeform 342"/>
              <p:cNvSpPr/>
              <p:nvPr/>
            </p:nvSpPr>
            <p:spPr bwMode="auto">
              <a:xfrm>
                <a:off x="2430" y="2672"/>
                <a:ext cx="376" cy="82"/>
              </a:xfrm>
              <a:custGeom>
                <a:avLst/>
                <a:gdLst/>
                <a:ahLst/>
                <a:cxnLst>
                  <a:cxn ang="0">
                    <a:pos x="26" y="0"/>
                  </a:cxn>
                  <a:cxn ang="0">
                    <a:pos x="15" y="18"/>
                  </a:cxn>
                  <a:cxn ang="0">
                    <a:pos x="0" y="16"/>
                  </a:cxn>
                  <a:cxn ang="0">
                    <a:pos x="0" y="16"/>
                  </a:cxn>
                  <a:cxn ang="0">
                    <a:pos x="21" y="20"/>
                  </a:cxn>
                  <a:cxn ang="0">
                    <a:pos x="21" y="20"/>
                  </a:cxn>
                  <a:cxn ang="0">
                    <a:pos x="366" y="82"/>
                  </a:cxn>
                  <a:cxn ang="0">
                    <a:pos x="371" y="73"/>
                  </a:cxn>
                  <a:cxn ang="0">
                    <a:pos x="371" y="73"/>
                  </a:cxn>
                  <a:cxn ang="0">
                    <a:pos x="376" y="63"/>
                  </a:cxn>
                  <a:cxn ang="0">
                    <a:pos x="376" y="63"/>
                  </a:cxn>
                  <a:cxn ang="0">
                    <a:pos x="376" y="63"/>
                  </a:cxn>
                  <a:cxn ang="0">
                    <a:pos x="26" y="0"/>
                  </a:cxn>
                </a:cxnLst>
                <a:rect l="0" t="0" r="r" b="b"/>
                <a:pathLst>
                  <a:path w="376" h="82">
                    <a:moveTo>
                      <a:pt x="26" y="0"/>
                    </a:moveTo>
                    <a:lnTo>
                      <a:pt x="15" y="18"/>
                    </a:lnTo>
                    <a:lnTo>
                      <a:pt x="0" y="16"/>
                    </a:lnTo>
                    <a:lnTo>
                      <a:pt x="0" y="16"/>
                    </a:lnTo>
                    <a:lnTo>
                      <a:pt x="21" y="20"/>
                    </a:lnTo>
                    <a:lnTo>
                      <a:pt x="21" y="20"/>
                    </a:lnTo>
                    <a:lnTo>
                      <a:pt x="366" y="82"/>
                    </a:lnTo>
                    <a:lnTo>
                      <a:pt x="371" y="73"/>
                    </a:lnTo>
                    <a:lnTo>
                      <a:pt x="371" y="73"/>
                    </a:lnTo>
                    <a:lnTo>
                      <a:pt x="376" y="63"/>
                    </a:lnTo>
                    <a:lnTo>
                      <a:pt x="376" y="63"/>
                    </a:lnTo>
                    <a:lnTo>
                      <a:pt x="376" y="63"/>
                    </a:lnTo>
                    <a:lnTo>
                      <a:pt x="2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3" name="Freeform 343"/>
              <p:cNvSpPr/>
              <p:nvPr/>
            </p:nvSpPr>
            <p:spPr bwMode="auto">
              <a:xfrm>
                <a:off x="2430" y="2672"/>
                <a:ext cx="376" cy="82"/>
              </a:xfrm>
              <a:custGeom>
                <a:avLst/>
                <a:gdLst/>
                <a:ahLst/>
                <a:cxnLst>
                  <a:cxn ang="0">
                    <a:pos x="26" y="0"/>
                  </a:cxn>
                  <a:cxn ang="0">
                    <a:pos x="15" y="18"/>
                  </a:cxn>
                  <a:cxn ang="0">
                    <a:pos x="0" y="16"/>
                  </a:cxn>
                  <a:cxn ang="0">
                    <a:pos x="0" y="16"/>
                  </a:cxn>
                  <a:cxn ang="0">
                    <a:pos x="21" y="20"/>
                  </a:cxn>
                  <a:cxn ang="0">
                    <a:pos x="21" y="20"/>
                  </a:cxn>
                  <a:cxn ang="0">
                    <a:pos x="366" y="82"/>
                  </a:cxn>
                  <a:cxn ang="0">
                    <a:pos x="371" y="73"/>
                  </a:cxn>
                  <a:cxn ang="0">
                    <a:pos x="371" y="73"/>
                  </a:cxn>
                  <a:cxn ang="0">
                    <a:pos x="376" y="63"/>
                  </a:cxn>
                  <a:cxn ang="0">
                    <a:pos x="376" y="63"/>
                  </a:cxn>
                  <a:cxn ang="0">
                    <a:pos x="376" y="63"/>
                  </a:cxn>
                  <a:cxn ang="0">
                    <a:pos x="26" y="0"/>
                  </a:cxn>
                </a:cxnLst>
                <a:rect l="0" t="0" r="r" b="b"/>
                <a:pathLst>
                  <a:path w="376" h="82">
                    <a:moveTo>
                      <a:pt x="26" y="0"/>
                    </a:moveTo>
                    <a:lnTo>
                      <a:pt x="15" y="18"/>
                    </a:lnTo>
                    <a:lnTo>
                      <a:pt x="0" y="16"/>
                    </a:lnTo>
                    <a:lnTo>
                      <a:pt x="0" y="16"/>
                    </a:lnTo>
                    <a:lnTo>
                      <a:pt x="21" y="20"/>
                    </a:lnTo>
                    <a:lnTo>
                      <a:pt x="21" y="20"/>
                    </a:lnTo>
                    <a:lnTo>
                      <a:pt x="366" y="82"/>
                    </a:lnTo>
                    <a:lnTo>
                      <a:pt x="371" y="73"/>
                    </a:lnTo>
                    <a:lnTo>
                      <a:pt x="371" y="73"/>
                    </a:lnTo>
                    <a:lnTo>
                      <a:pt x="376" y="63"/>
                    </a:lnTo>
                    <a:lnTo>
                      <a:pt x="376" y="63"/>
                    </a:lnTo>
                    <a:lnTo>
                      <a:pt x="376" y="63"/>
                    </a:lnTo>
                    <a:lnTo>
                      <a:pt x="26" y="0"/>
                    </a:lnTo>
                  </a:path>
                </a:pathLst>
              </a:custGeom>
              <a:noFill/>
              <a:ln w="9525">
                <a:noFill/>
                <a:round/>
              </a:ln>
            </p:spPr>
            <p:txBody>
              <a:bodyPr vert="horz" wrap="square" lIns="82938" tIns="41469" rIns="82938" bIns="41469" numCol="1" anchor="t" anchorCtr="0" compatLnSpc="1"/>
              <a:lstStyle/>
              <a:p>
                <a:endParaRPr lang="en-GB" sz="1815"/>
              </a:p>
            </p:txBody>
          </p:sp>
          <p:sp>
            <p:nvSpPr>
              <p:cNvPr id="51544" name="Freeform 344"/>
              <p:cNvSpPr/>
              <p:nvPr/>
            </p:nvSpPr>
            <p:spPr bwMode="auto">
              <a:xfrm>
                <a:off x="2430" y="2670"/>
                <a:ext cx="26" cy="20"/>
              </a:xfrm>
              <a:custGeom>
                <a:avLst/>
                <a:gdLst/>
                <a:ahLst/>
                <a:cxnLst>
                  <a:cxn ang="0">
                    <a:pos x="10" y="0"/>
                  </a:cxn>
                  <a:cxn ang="0">
                    <a:pos x="10" y="0"/>
                  </a:cxn>
                  <a:cxn ang="0">
                    <a:pos x="0" y="18"/>
                  </a:cxn>
                  <a:cxn ang="0">
                    <a:pos x="0" y="18"/>
                  </a:cxn>
                  <a:cxn ang="0">
                    <a:pos x="15" y="20"/>
                  </a:cxn>
                  <a:cxn ang="0">
                    <a:pos x="26" y="2"/>
                  </a:cxn>
                  <a:cxn ang="0">
                    <a:pos x="10" y="0"/>
                  </a:cxn>
                </a:cxnLst>
                <a:rect l="0" t="0" r="r" b="b"/>
                <a:pathLst>
                  <a:path w="26" h="20">
                    <a:moveTo>
                      <a:pt x="10" y="0"/>
                    </a:moveTo>
                    <a:lnTo>
                      <a:pt x="10" y="0"/>
                    </a:lnTo>
                    <a:lnTo>
                      <a:pt x="0" y="18"/>
                    </a:lnTo>
                    <a:lnTo>
                      <a:pt x="0" y="18"/>
                    </a:lnTo>
                    <a:lnTo>
                      <a:pt x="15" y="20"/>
                    </a:lnTo>
                    <a:lnTo>
                      <a:pt x="26"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5" name="Freeform 345"/>
              <p:cNvSpPr/>
              <p:nvPr/>
            </p:nvSpPr>
            <p:spPr bwMode="auto">
              <a:xfrm>
                <a:off x="2430" y="2670"/>
                <a:ext cx="26" cy="20"/>
              </a:xfrm>
              <a:custGeom>
                <a:avLst/>
                <a:gdLst/>
                <a:ahLst/>
                <a:cxnLst>
                  <a:cxn ang="0">
                    <a:pos x="10" y="0"/>
                  </a:cxn>
                  <a:cxn ang="0">
                    <a:pos x="10" y="0"/>
                  </a:cxn>
                  <a:cxn ang="0">
                    <a:pos x="0" y="18"/>
                  </a:cxn>
                  <a:cxn ang="0">
                    <a:pos x="0" y="18"/>
                  </a:cxn>
                  <a:cxn ang="0">
                    <a:pos x="15" y="20"/>
                  </a:cxn>
                  <a:cxn ang="0">
                    <a:pos x="26" y="2"/>
                  </a:cxn>
                  <a:cxn ang="0">
                    <a:pos x="10" y="0"/>
                  </a:cxn>
                </a:cxnLst>
                <a:rect l="0" t="0" r="r" b="b"/>
                <a:pathLst>
                  <a:path w="26" h="20">
                    <a:moveTo>
                      <a:pt x="10" y="0"/>
                    </a:moveTo>
                    <a:lnTo>
                      <a:pt x="10" y="0"/>
                    </a:lnTo>
                    <a:lnTo>
                      <a:pt x="0" y="18"/>
                    </a:lnTo>
                    <a:lnTo>
                      <a:pt x="0" y="18"/>
                    </a:lnTo>
                    <a:lnTo>
                      <a:pt x="15" y="20"/>
                    </a:lnTo>
                    <a:lnTo>
                      <a:pt x="26"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546" name="Freeform 346"/>
              <p:cNvSpPr>
                <a:spLocks noEditPoints="1"/>
              </p:cNvSpPr>
              <p:nvPr/>
            </p:nvSpPr>
            <p:spPr bwMode="auto">
              <a:xfrm>
                <a:off x="2796" y="2735"/>
                <a:ext cx="19" cy="20"/>
              </a:xfrm>
              <a:custGeom>
                <a:avLst/>
                <a:gdLst/>
                <a:ahLst/>
                <a:cxnLst>
                  <a:cxn ang="0">
                    <a:pos x="5" y="10"/>
                  </a:cxn>
                  <a:cxn ang="0">
                    <a:pos x="0" y="19"/>
                  </a:cxn>
                  <a:cxn ang="0">
                    <a:pos x="7" y="20"/>
                  </a:cxn>
                  <a:cxn ang="0">
                    <a:pos x="7" y="20"/>
                  </a:cxn>
                  <a:cxn ang="0">
                    <a:pos x="7" y="20"/>
                  </a:cxn>
                  <a:cxn ang="0">
                    <a:pos x="5" y="14"/>
                  </a:cxn>
                  <a:cxn ang="0">
                    <a:pos x="15" y="12"/>
                  </a:cxn>
                  <a:cxn ang="0">
                    <a:pos x="5" y="14"/>
                  </a:cxn>
                  <a:cxn ang="0">
                    <a:pos x="5" y="10"/>
                  </a:cxn>
                  <a:cxn ang="0">
                    <a:pos x="10" y="0"/>
                  </a:cxn>
                  <a:cxn ang="0">
                    <a:pos x="10" y="0"/>
                  </a:cxn>
                  <a:cxn ang="0">
                    <a:pos x="19" y="2"/>
                  </a:cxn>
                  <a:cxn ang="0">
                    <a:pos x="19" y="2"/>
                  </a:cxn>
                  <a:cxn ang="0">
                    <a:pos x="10" y="0"/>
                  </a:cxn>
                </a:cxnLst>
                <a:rect l="0" t="0" r="r" b="b"/>
                <a:pathLst>
                  <a:path w="19" h="20">
                    <a:moveTo>
                      <a:pt x="5" y="10"/>
                    </a:moveTo>
                    <a:lnTo>
                      <a:pt x="0" y="19"/>
                    </a:lnTo>
                    <a:lnTo>
                      <a:pt x="7" y="20"/>
                    </a:lnTo>
                    <a:lnTo>
                      <a:pt x="7" y="20"/>
                    </a:lnTo>
                    <a:lnTo>
                      <a:pt x="7" y="20"/>
                    </a:lnTo>
                    <a:lnTo>
                      <a:pt x="5" y="14"/>
                    </a:lnTo>
                    <a:lnTo>
                      <a:pt x="15" y="12"/>
                    </a:lnTo>
                    <a:lnTo>
                      <a:pt x="5" y="14"/>
                    </a:lnTo>
                    <a:lnTo>
                      <a:pt x="5" y="10"/>
                    </a:lnTo>
                    <a:close/>
                    <a:moveTo>
                      <a:pt x="10" y="0"/>
                    </a:moveTo>
                    <a:lnTo>
                      <a:pt x="10" y="0"/>
                    </a:lnTo>
                    <a:lnTo>
                      <a:pt x="19" y="2"/>
                    </a:lnTo>
                    <a:lnTo>
                      <a:pt x="19"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7" name="Freeform 347"/>
              <p:cNvSpPr/>
              <p:nvPr/>
            </p:nvSpPr>
            <p:spPr bwMode="auto">
              <a:xfrm>
                <a:off x="2796" y="2745"/>
                <a:ext cx="15" cy="10"/>
              </a:xfrm>
              <a:custGeom>
                <a:avLst/>
                <a:gdLst/>
                <a:ahLst/>
                <a:cxnLst>
                  <a:cxn ang="0">
                    <a:pos x="5" y="0"/>
                  </a:cxn>
                  <a:cxn ang="0">
                    <a:pos x="0" y="9"/>
                  </a:cxn>
                  <a:cxn ang="0">
                    <a:pos x="7" y="10"/>
                  </a:cxn>
                  <a:cxn ang="0">
                    <a:pos x="7" y="10"/>
                  </a:cxn>
                  <a:cxn ang="0">
                    <a:pos x="7" y="10"/>
                  </a:cxn>
                  <a:cxn ang="0">
                    <a:pos x="5" y="4"/>
                  </a:cxn>
                  <a:cxn ang="0">
                    <a:pos x="15" y="2"/>
                  </a:cxn>
                  <a:cxn ang="0">
                    <a:pos x="5" y="4"/>
                  </a:cxn>
                  <a:cxn ang="0">
                    <a:pos x="5" y="0"/>
                  </a:cxn>
                </a:cxnLst>
                <a:rect l="0" t="0" r="r" b="b"/>
                <a:pathLst>
                  <a:path w="15" h="10">
                    <a:moveTo>
                      <a:pt x="5" y="0"/>
                    </a:moveTo>
                    <a:lnTo>
                      <a:pt x="0" y="9"/>
                    </a:lnTo>
                    <a:lnTo>
                      <a:pt x="7" y="10"/>
                    </a:lnTo>
                    <a:lnTo>
                      <a:pt x="7" y="10"/>
                    </a:lnTo>
                    <a:lnTo>
                      <a:pt x="7" y="10"/>
                    </a:lnTo>
                    <a:lnTo>
                      <a:pt x="5" y="4"/>
                    </a:lnTo>
                    <a:lnTo>
                      <a:pt x="15" y="2"/>
                    </a:lnTo>
                    <a:lnTo>
                      <a:pt x="5" y="4"/>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48" name="Freeform 348"/>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49" name="Freeform 349"/>
              <p:cNvSpPr/>
              <p:nvPr/>
            </p:nvSpPr>
            <p:spPr bwMode="auto">
              <a:xfrm>
                <a:off x="2825" y="2759"/>
                <a:ext cx="353" cy="241"/>
              </a:xfrm>
              <a:custGeom>
                <a:avLst/>
                <a:gdLst/>
                <a:ahLst/>
                <a:cxnLst>
                  <a:cxn ang="0">
                    <a:pos x="0" y="0"/>
                  </a:cxn>
                  <a:cxn ang="0">
                    <a:pos x="42" y="241"/>
                  </a:cxn>
                  <a:cxn ang="0">
                    <a:pos x="353" y="63"/>
                  </a:cxn>
                  <a:cxn ang="0">
                    <a:pos x="112" y="20"/>
                  </a:cxn>
                  <a:cxn ang="0">
                    <a:pos x="0" y="0"/>
                  </a:cxn>
                </a:cxnLst>
                <a:rect l="0" t="0" r="r" b="b"/>
                <a:pathLst>
                  <a:path w="353" h="241">
                    <a:moveTo>
                      <a:pt x="0" y="0"/>
                    </a:moveTo>
                    <a:lnTo>
                      <a:pt x="42" y="241"/>
                    </a:lnTo>
                    <a:lnTo>
                      <a:pt x="353" y="63"/>
                    </a:lnTo>
                    <a:lnTo>
                      <a:pt x="112"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50" name="Freeform 350"/>
              <p:cNvSpPr/>
              <p:nvPr/>
            </p:nvSpPr>
            <p:spPr bwMode="auto">
              <a:xfrm>
                <a:off x="2825" y="2759"/>
                <a:ext cx="353" cy="241"/>
              </a:xfrm>
              <a:custGeom>
                <a:avLst/>
                <a:gdLst/>
                <a:ahLst/>
                <a:cxnLst>
                  <a:cxn ang="0">
                    <a:pos x="0" y="0"/>
                  </a:cxn>
                  <a:cxn ang="0">
                    <a:pos x="42" y="241"/>
                  </a:cxn>
                  <a:cxn ang="0">
                    <a:pos x="353" y="63"/>
                  </a:cxn>
                  <a:cxn ang="0">
                    <a:pos x="112" y="20"/>
                  </a:cxn>
                  <a:cxn ang="0">
                    <a:pos x="0" y="0"/>
                  </a:cxn>
                </a:cxnLst>
                <a:rect l="0" t="0" r="r" b="b"/>
                <a:pathLst>
                  <a:path w="353" h="241">
                    <a:moveTo>
                      <a:pt x="0" y="0"/>
                    </a:moveTo>
                    <a:lnTo>
                      <a:pt x="42" y="241"/>
                    </a:lnTo>
                    <a:lnTo>
                      <a:pt x="353" y="63"/>
                    </a:lnTo>
                    <a:lnTo>
                      <a:pt x="112"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1" name="Freeform 351"/>
              <p:cNvSpPr/>
              <p:nvPr/>
            </p:nvSpPr>
            <p:spPr bwMode="auto">
              <a:xfrm>
                <a:off x="2825" y="2759"/>
                <a:ext cx="112" cy="20"/>
              </a:xfrm>
              <a:custGeom>
                <a:avLst/>
                <a:gdLst/>
                <a:ahLst/>
                <a:cxnLst>
                  <a:cxn ang="0">
                    <a:pos x="0" y="0"/>
                  </a:cxn>
                  <a:cxn ang="0">
                    <a:pos x="0" y="0"/>
                  </a:cxn>
                  <a:cxn ang="0">
                    <a:pos x="112" y="20"/>
                  </a:cxn>
                  <a:cxn ang="0">
                    <a:pos x="0" y="0"/>
                  </a:cxn>
                </a:cxnLst>
                <a:rect l="0" t="0" r="r" b="b"/>
                <a:pathLst>
                  <a:path w="112" h="20">
                    <a:moveTo>
                      <a:pt x="0" y="0"/>
                    </a:moveTo>
                    <a:lnTo>
                      <a:pt x="0" y="0"/>
                    </a:lnTo>
                    <a:lnTo>
                      <a:pt x="112"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52" name="Freeform 352"/>
              <p:cNvSpPr/>
              <p:nvPr/>
            </p:nvSpPr>
            <p:spPr bwMode="auto">
              <a:xfrm>
                <a:off x="2825" y="2759"/>
                <a:ext cx="112" cy="20"/>
              </a:xfrm>
              <a:custGeom>
                <a:avLst/>
                <a:gdLst/>
                <a:ahLst/>
                <a:cxnLst>
                  <a:cxn ang="0">
                    <a:pos x="0" y="0"/>
                  </a:cxn>
                  <a:cxn ang="0">
                    <a:pos x="0" y="0"/>
                  </a:cxn>
                  <a:cxn ang="0">
                    <a:pos x="112" y="20"/>
                  </a:cxn>
                  <a:cxn ang="0">
                    <a:pos x="0" y="0"/>
                  </a:cxn>
                </a:cxnLst>
                <a:rect l="0" t="0" r="r" b="b"/>
                <a:pathLst>
                  <a:path w="112" h="20">
                    <a:moveTo>
                      <a:pt x="0" y="0"/>
                    </a:moveTo>
                    <a:lnTo>
                      <a:pt x="0" y="0"/>
                    </a:lnTo>
                    <a:lnTo>
                      <a:pt x="112"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3" name="Freeform 353"/>
              <p:cNvSpPr/>
              <p:nvPr/>
            </p:nvSpPr>
            <p:spPr bwMode="auto">
              <a:xfrm>
                <a:off x="2825" y="2759"/>
                <a:ext cx="42" cy="241"/>
              </a:xfrm>
              <a:custGeom>
                <a:avLst/>
                <a:gdLst/>
                <a:ahLst/>
                <a:cxnLst>
                  <a:cxn ang="0">
                    <a:pos x="0" y="0"/>
                  </a:cxn>
                  <a:cxn ang="0">
                    <a:pos x="42" y="241"/>
                  </a:cxn>
                  <a:cxn ang="0">
                    <a:pos x="42" y="241"/>
                  </a:cxn>
                  <a:cxn ang="0">
                    <a:pos x="0" y="0"/>
                  </a:cxn>
                  <a:cxn ang="0">
                    <a:pos x="0" y="0"/>
                  </a:cxn>
                </a:cxnLst>
                <a:rect l="0" t="0" r="r" b="b"/>
                <a:pathLst>
                  <a:path w="42" h="241">
                    <a:moveTo>
                      <a:pt x="0" y="0"/>
                    </a:moveTo>
                    <a:lnTo>
                      <a:pt x="42" y="241"/>
                    </a:lnTo>
                    <a:lnTo>
                      <a:pt x="42" y="241"/>
                    </a:lnTo>
                    <a:lnTo>
                      <a:pt x="0" y="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54" name="Freeform 354"/>
              <p:cNvSpPr/>
              <p:nvPr/>
            </p:nvSpPr>
            <p:spPr bwMode="auto">
              <a:xfrm>
                <a:off x="2825" y="2759"/>
                <a:ext cx="42" cy="241"/>
              </a:xfrm>
              <a:custGeom>
                <a:avLst/>
                <a:gdLst/>
                <a:ahLst/>
                <a:cxnLst>
                  <a:cxn ang="0">
                    <a:pos x="0" y="0"/>
                  </a:cxn>
                  <a:cxn ang="0">
                    <a:pos x="42" y="241"/>
                  </a:cxn>
                  <a:cxn ang="0">
                    <a:pos x="42" y="241"/>
                  </a:cxn>
                  <a:cxn ang="0">
                    <a:pos x="0" y="0"/>
                  </a:cxn>
                  <a:cxn ang="0">
                    <a:pos x="0" y="0"/>
                  </a:cxn>
                </a:cxnLst>
                <a:rect l="0" t="0" r="r" b="b"/>
                <a:pathLst>
                  <a:path w="42" h="241">
                    <a:moveTo>
                      <a:pt x="0" y="0"/>
                    </a:moveTo>
                    <a:lnTo>
                      <a:pt x="42" y="241"/>
                    </a:lnTo>
                    <a:lnTo>
                      <a:pt x="42" y="241"/>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5" name="Rectangle 355"/>
              <p:cNvSpPr>
                <a:spLocks noChangeArrowheads="1"/>
              </p:cNvSpPr>
              <p:nvPr/>
            </p:nvSpPr>
            <p:spPr bwMode="auto">
              <a:xfrm>
                <a:off x="2825" y="2759"/>
                <a:ext cx="1"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1556" name="Rectangle 356"/>
              <p:cNvSpPr>
                <a:spLocks noChangeArrowheads="1"/>
              </p:cNvSpPr>
              <p:nvPr/>
            </p:nvSpPr>
            <p:spPr bwMode="auto">
              <a:xfrm>
                <a:off x="2825" y="275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557" name="Freeform 357"/>
              <p:cNvSpPr/>
              <p:nvPr/>
            </p:nvSpPr>
            <p:spPr bwMode="auto">
              <a:xfrm>
                <a:off x="2937" y="2779"/>
                <a:ext cx="241" cy="43"/>
              </a:xfrm>
              <a:custGeom>
                <a:avLst/>
                <a:gdLst/>
                <a:ahLst/>
                <a:cxnLst>
                  <a:cxn ang="0">
                    <a:pos x="0" y="0"/>
                  </a:cxn>
                  <a:cxn ang="0">
                    <a:pos x="241" y="43"/>
                  </a:cxn>
                  <a:cxn ang="0">
                    <a:pos x="241" y="43"/>
                  </a:cxn>
                  <a:cxn ang="0">
                    <a:pos x="0" y="0"/>
                  </a:cxn>
                </a:cxnLst>
                <a:rect l="0" t="0" r="r" b="b"/>
                <a:pathLst>
                  <a:path w="241" h="43">
                    <a:moveTo>
                      <a:pt x="0" y="0"/>
                    </a:moveTo>
                    <a:lnTo>
                      <a:pt x="241" y="43"/>
                    </a:lnTo>
                    <a:lnTo>
                      <a:pt x="241" y="4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58" name="Freeform 358"/>
              <p:cNvSpPr/>
              <p:nvPr/>
            </p:nvSpPr>
            <p:spPr bwMode="auto">
              <a:xfrm>
                <a:off x="2937" y="2779"/>
                <a:ext cx="241" cy="43"/>
              </a:xfrm>
              <a:custGeom>
                <a:avLst/>
                <a:gdLst/>
                <a:ahLst/>
                <a:cxnLst>
                  <a:cxn ang="0">
                    <a:pos x="0" y="0"/>
                  </a:cxn>
                  <a:cxn ang="0">
                    <a:pos x="241" y="43"/>
                  </a:cxn>
                  <a:cxn ang="0">
                    <a:pos x="241" y="43"/>
                  </a:cxn>
                  <a:cxn ang="0">
                    <a:pos x="0" y="0"/>
                  </a:cxn>
                </a:cxnLst>
                <a:rect l="0" t="0" r="r" b="b"/>
                <a:pathLst>
                  <a:path w="241" h="43">
                    <a:moveTo>
                      <a:pt x="0" y="0"/>
                    </a:moveTo>
                    <a:lnTo>
                      <a:pt x="241" y="43"/>
                    </a:lnTo>
                    <a:lnTo>
                      <a:pt x="241" y="4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9" name="Freeform 359"/>
              <p:cNvSpPr/>
              <p:nvPr/>
            </p:nvSpPr>
            <p:spPr bwMode="auto">
              <a:xfrm>
                <a:off x="2939" y="2759"/>
                <a:ext cx="242" cy="43"/>
              </a:xfrm>
              <a:custGeom>
                <a:avLst/>
                <a:gdLst/>
                <a:ahLst/>
                <a:cxnLst>
                  <a:cxn ang="0">
                    <a:pos x="0" y="0"/>
                  </a:cxn>
                  <a:cxn ang="0">
                    <a:pos x="242" y="43"/>
                  </a:cxn>
                  <a:cxn ang="0">
                    <a:pos x="242" y="43"/>
                  </a:cxn>
                  <a:cxn ang="0">
                    <a:pos x="0" y="0"/>
                  </a:cxn>
                </a:cxnLst>
                <a:rect l="0" t="0" r="r" b="b"/>
                <a:pathLst>
                  <a:path w="242" h="43">
                    <a:moveTo>
                      <a:pt x="0" y="0"/>
                    </a:moveTo>
                    <a:lnTo>
                      <a:pt x="242" y="43"/>
                    </a:lnTo>
                    <a:lnTo>
                      <a:pt x="242" y="43"/>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60" name="Freeform 360"/>
              <p:cNvSpPr/>
              <p:nvPr/>
            </p:nvSpPr>
            <p:spPr bwMode="auto">
              <a:xfrm>
                <a:off x="2939" y="2759"/>
                <a:ext cx="242" cy="43"/>
              </a:xfrm>
              <a:custGeom>
                <a:avLst/>
                <a:gdLst/>
                <a:ahLst/>
                <a:cxnLst>
                  <a:cxn ang="0">
                    <a:pos x="0" y="0"/>
                  </a:cxn>
                  <a:cxn ang="0">
                    <a:pos x="242" y="43"/>
                  </a:cxn>
                  <a:cxn ang="0">
                    <a:pos x="242" y="43"/>
                  </a:cxn>
                  <a:cxn ang="0">
                    <a:pos x="0" y="0"/>
                  </a:cxn>
                </a:cxnLst>
                <a:rect l="0" t="0" r="r" b="b"/>
                <a:pathLst>
                  <a:path w="242" h="43">
                    <a:moveTo>
                      <a:pt x="0" y="0"/>
                    </a:moveTo>
                    <a:lnTo>
                      <a:pt x="242" y="43"/>
                    </a:lnTo>
                    <a:lnTo>
                      <a:pt x="242" y="4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61" name="Rectangle 361"/>
              <p:cNvSpPr>
                <a:spLocks noChangeArrowheads="1"/>
              </p:cNvSpPr>
              <p:nvPr/>
            </p:nvSpPr>
            <p:spPr bwMode="auto">
              <a:xfrm>
                <a:off x="3181" y="2802"/>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562" name="Freeform 362"/>
              <p:cNvSpPr/>
              <p:nvPr/>
            </p:nvSpPr>
            <p:spPr bwMode="auto">
              <a:xfrm>
                <a:off x="3181" y="2802"/>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63" name="Freeform 363"/>
              <p:cNvSpPr/>
              <p:nvPr/>
            </p:nvSpPr>
            <p:spPr bwMode="auto">
              <a:xfrm>
                <a:off x="2823" y="2738"/>
                <a:ext cx="365" cy="84"/>
              </a:xfrm>
              <a:custGeom>
                <a:avLst/>
                <a:gdLst/>
                <a:ahLst/>
                <a:cxnLst>
                  <a:cxn ang="0">
                    <a:pos x="5" y="0"/>
                  </a:cxn>
                  <a:cxn ang="0">
                    <a:pos x="0" y="11"/>
                  </a:cxn>
                  <a:cxn ang="0">
                    <a:pos x="2" y="21"/>
                  </a:cxn>
                  <a:cxn ang="0">
                    <a:pos x="114" y="41"/>
                  </a:cxn>
                  <a:cxn ang="0">
                    <a:pos x="355" y="84"/>
                  </a:cxn>
                  <a:cxn ang="0">
                    <a:pos x="363" y="79"/>
                  </a:cxn>
                  <a:cxn ang="0">
                    <a:pos x="355" y="74"/>
                  </a:cxn>
                  <a:cxn ang="0">
                    <a:pos x="365" y="71"/>
                  </a:cxn>
                  <a:cxn ang="0">
                    <a:pos x="358" y="64"/>
                  </a:cxn>
                  <a:cxn ang="0">
                    <a:pos x="116" y="21"/>
                  </a:cxn>
                  <a:cxn ang="0">
                    <a:pos x="5" y="0"/>
                  </a:cxn>
                </a:cxnLst>
                <a:rect l="0" t="0" r="r" b="b"/>
                <a:pathLst>
                  <a:path w="365" h="84">
                    <a:moveTo>
                      <a:pt x="5" y="0"/>
                    </a:moveTo>
                    <a:lnTo>
                      <a:pt x="0" y="11"/>
                    </a:lnTo>
                    <a:lnTo>
                      <a:pt x="2" y="21"/>
                    </a:lnTo>
                    <a:lnTo>
                      <a:pt x="114" y="41"/>
                    </a:lnTo>
                    <a:lnTo>
                      <a:pt x="355" y="84"/>
                    </a:lnTo>
                    <a:lnTo>
                      <a:pt x="363" y="79"/>
                    </a:lnTo>
                    <a:lnTo>
                      <a:pt x="355" y="74"/>
                    </a:lnTo>
                    <a:lnTo>
                      <a:pt x="365" y="71"/>
                    </a:lnTo>
                    <a:lnTo>
                      <a:pt x="358" y="64"/>
                    </a:lnTo>
                    <a:lnTo>
                      <a:pt x="116" y="21"/>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64" name="Freeform 364"/>
              <p:cNvSpPr/>
              <p:nvPr/>
            </p:nvSpPr>
            <p:spPr bwMode="auto">
              <a:xfrm>
                <a:off x="2823" y="2738"/>
                <a:ext cx="365" cy="84"/>
              </a:xfrm>
              <a:custGeom>
                <a:avLst/>
                <a:gdLst/>
                <a:ahLst/>
                <a:cxnLst>
                  <a:cxn ang="0">
                    <a:pos x="5" y="0"/>
                  </a:cxn>
                  <a:cxn ang="0">
                    <a:pos x="0" y="11"/>
                  </a:cxn>
                  <a:cxn ang="0">
                    <a:pos x="2" y="21"/>
                  </a:cxn>
                  <a:cxn ang="0">
                    <a:pos x="114" y="41"/>
                  </a:cxn>
                  <a:cxn ang="0">
                    <a:pos x="355" y="84"/>
                  </a:cxn>
                  <a:cxn ang="0">
                    <a:pos x="363" y="79"/>
                  </a:cxn>
                  <a:cxn ang="0">
                    <a:pos x="355" y="74"/>
                  </a:cxn>
                  <a:cxn ang="0">
                    <a:pos x="365" y="71"/>
                  </a:cxn>
                  <a:cxn ang="0">
                    <a:pos x="358" y="64"/>
                  </a:cxn>
                  <a:cxn ang="0">
                    <a:pos x="116" y="21"/>
                  </a:cxn>
                  <a:cxn ang="0">
                    <a:pos x="5" y="0"/>
                  </a:cxn>
                </a:cxnLst>
                <a:rect l="0" t="0" r="r" b="b"/>
                <a:pathLst>
                  <a:path w="365" h="84">
                    <a:moveTo>
                      <a:pt x="5" y="0"/>
                    </a:moveTo>
                    <a:lnTo>
                      <a:pt x="0" y="11"/>
                    </a:lnTo>
                    <a:lnTo>
                      <a:pt x="2" y="21"/>
                    </a:lnTo>
                    <a:lnTo>
                      <a:pt x="114" y="41"/>
                    </a:lnTo>
                    <a:lnTo>
                      <a:pt x="355" y="84"/>
                    </a:lnTo>
                    <a:lnTo>
                      <a:pt x="363" y="79"/>
                    </a:lnTo>
                    <a:lnTo>
                      <a:pt x="355" y="74"/>
                    </a:lnTo>
                    <a:lnTo>
                      <a:pt x="365" y="71"/>
                    </a:lnTo>
                    <a:lnTo>
                      <a:pt x="358" y="64"/>
                    </a:lnTo>
                    <a:lnTo>
                      <a:pt x="116" y="21"/>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65" name="Freeform 365"/>
              <p:cNvSpPr/>
              <p:nvPr/>
            </p:nvSpPr>
            <p:spPr bwMode="auto">
              <a:xfrm>
                <a:off x="3181" y="2802"/>
                <a:ext cx="12" cy="7"/>
              </a:xfrm>
              <a:custGeom>
                <a:avLst/>
                <a:gdLst/>
                <a:ahLst/>
                <a:cxnLst>
                  <a:cxn ang="0">
                    <a:pos x="0" y="0"/>
                  </a:cxn>
                  <a:cxn ang="0">
                    <a:pos x="0" y="0"/>
                  </a:cxn>
                  <a:cxn ang="0">
                    <a:pos x="7" y="7"/>
                  </a:cxn>
                  <a:cxn ang="0">
                    <a:pos x="12" y="7"/>
                  </a:cxn>
                  <a:cxn ang="0">
                    <a:pos x="10" y="2"/>
                  </a:cxn>
                  <a:cxn ang="0">
                    <a:pos x="0" y="0"/>
                  </a:cxn>
                </a:cxnLst>
                <a:rect l="0" t="0" r="r" b="b"/>
                <a:pathLst>
                  <a:path w="12" h="7">
                    <a:moveTo>
                      <a:pt x="0" y="0"/>
                    </a:moveTo>
                    <a:lnTo>
                      <a:pt x="0" y="0"/>
                    </a:lnTo>
                    <a:lnTo>
                      <a:pt x="7" y="7"/>
                    </a:lnTo>
                    <a:lnTo>
                      <a:pt x="12" y="7"/>
                    </a:lnTo>
                    <a:lnTo>
                      <a:pt x="10"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66" name="Freeform 366"/>
              <p:cNvSpPr/>
              <p:nvPr/>
            </p:nvSpPr>
            <p:spPr bwMode="auto">
              <a:xfrm>
                <a:off x="3181" y="2802"/>
                <a:ext cx="12" cy="7"/>
              </a:xfrm>
              <a:custGeom>
                <a:avLst/>
                <a:gdLst/>
                <a:ahLst/>
                <a:cxnLst>
                  <a:cxn ang="0">
                    <a:pos x="0" y="0"/>
                  </a:cxn>
                  <a:cxn ang="0">
                    <a:pos x="0" y="0"/>
                  </a:cxn>
                  <a:cxn ang="0">
                    <a:pos x="7" y="7"/>
                  </a:cxn>
                  <a:cxn ang="0">
                    <a:pos x="12" y="7"/>
                  </a:cxn>
                  <a:cxn ang="0">
                    <a:pos x="10" y="2"/>
                  </a:cxn>
                  <a:cxn ang="0">
                    <a:pos x="0" y="0"/>
                  </a:cxn>
                </a:cxnLst>
                <a:rect l="0" t="0" r="r" b="b"/>
                <a:pathLst>
                  <a:path w="12" h="7">
                    <a:moveTo>
                      <a:pt x="0" y="0"/>
                    </a:moveTo>
                    <a:lnTo>
                      <a:pt x="0" y="0"/>
                    </a:lnTo>
                    <a:lnTo>
                      <a:pt x="7" y="7"/>
                    </a:lnTo>
                    <a:lnTo>
                      <a:pt x="12" y="7"/>
                    </a:lnTo>
                    <a:lnTo>
                      <a:pt x="1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67" name="Freeform 367"/>
              <p:cNvSpPr/>
              <p:nvPr/>
            </p:nvSpPr>
            <p:spPr bwMode="auto">
              <a:xfrm>
                <a:off x="2823" y="2738"/>
                <a:ext cx="5" cy="11"/>
              </a:xfrm>
              <a:custGeom>
                <a:avLst/>
                <a:gdLst/>
                <a:ahLst/>
                <a:cxnLst>
                  <a:cxn ang="0">
                    <a:pos x="5" y="0"/>
                  </a:cxn>
                  <a:cxn ang="0">
                    <a:pos x="0" y="11"/>
                  </a:cxn>
                  <a:cxn ang="0">
                    <a:pos x="0" y="11"/>
                  </a:cxn>
                  <a:cxn ang="0">
                    <a:pos x="5" y="0"/>
                  </a:cxn>
                  <a:cxn ang="0">
                    <a:pos x="5" y="0"/>
                  </a:cxn>
                </a:cxnLst>
                <a:rect l="0" t="0" r="r" b="b"/>
                <a:pathLst>
                  <a:path w="5" h="11">
                    <a:moveTo>
                      <a:pt x="5" y="0"/>
                    </a:moveTo>
                    <a:lnTo>
                      <a:pt x="0" y="11"/>
                    </a:lnTo>
                    <a:lnTo>
                      <a:pt x="0" y="11"/>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68" name="Freeform 368"/>
              <p:cNvSpPr/>
              <p:nvPr/>
            </p:nvSpPr>
            <p:spPr bwMode="auto">
              <a:xfrm>
                <a:off x="2823" y="2738"/>
                <a:ext cx="5" cy="11"/>
              </a:xfrm>
              <a:custGeom>
                <a:avLst/>
                <a:gdLst/>
                <a:ahLst/>
                <a:cxnLst>
                  <a:cxn ang="0">
                    <a:pos x="5" y="0"/>
                  </a:cxn>
                  <a:cxn ang="0">
                    <a:pos x="0" y="11"/>
                  </a:cxn>
                  <a:cxn ang="0">
                    <a:pos x="0" y="11"/>
                  </a:cxn>
                  <a:cxn ang="0">
                    <a:pos x="5" y="0"/>
                  </a:cxn>
                  <a:cxn ang="0">
                    <a:pos x="5" y="0"/>
                  </a:cxn>
                </a:cxnLst>
                <a:rect l="0" t="0" r="r" b="b"/>
                <a:pathLst>
                  <a:path w="5" h="11">
                    <a:moveTo>
                      <a:pt x="5" y="0"/>
                    </a:moveTo>
                    <a:lnTo>
                      <a:pt x="0" y="11"/>
                    </a:lnTo>
                    <a:lnTo>
                      <a:pt x="0" y="11"/>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69" name="Freeform 369"/>
              <p:cNvSpPr/>
              <p:nvPr/>
            </p:nvSpPr>
            <p:spPr bwMode="auto">
              <a:xfrm>
                <a:off x="2803" y="2755"/>
                <a:ext cx="64" cy="256"/>
              </a:xfrm>
              <a:custGeom>
                <a:avLst/>
                <a:gdLst/>
                <a:ahLst/>
                <a:cxnLst>
                  <a:cxn ang="0">
                    <a:pos x="0" y="0"/>
                  </a:cxn>
                  <a:cxn ang="0">
                    <a:pos x="45" y="256"/>
                  </a:cxn>
                  <a:cxn ang="0">
                    <a:pos x="64" y="245"/>
                  </a:cxn>
                  <a:cxn ang="0">
                    <a:pos x="22" y="4"/>
                  </a:cxn>
                  <a:cxn ang="0">
                    <a:pos x="8" y="0"/>
                  </a:cxn>
                  <a:cxn ang="0">
                    <a:pos x="8" y="0"/>
                  </a:cxn>
                  <a:cxn ang="0">
                    <a:pos x="7" y="0"/>
                  </a:cxn>
                  <a:cxn ang="0">
                    <a:pos x="0" y="0"/>
                  </a:cxn>
                </a:cxnLst>
                <a:rect l="0" t="0" r="r" b="b"/>
                <a:pathLst>
                  <a:path w="64" h="256">
                    <a:moveTo>
                      <a:pt x="0" y="0"/>
                    </a:moveTo>
                    <a:lnTo>
                      <a:pt x="45" y="256"/>
                    </a:lnTo>
                    <a:lnTo>
                      <a:pt x="64" y="245"/>
                    </a:lnTo>
                    <a:lnTo>
                      <a:pt x="22" y="4"/>
                    </a:lnTo>
                    <a:lnTo>
                      <a:pt x="8" y="0"/>
                    </a:lnTo>
                    <a:lnTo>
                      <a:pt x="8" y="0"/>
                    </a:lnTo>
                    <a:lnTo>
                      <a:pt x="7"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0" name="Freeform 370"/>
              <p:cNvSpPr/>
              <p:nvPr/>
            </p:nvSpPr>
            <p:spPr bwMode="auto">
              <a:xfrm>
                <a:off x="2803" y="2755"/>
                <a:ext cx="64" cy="256"/>
              </a:xfrm>
              <a:custGeom>
                <a:avLst/>
                <a:gdLst/>
                <a:ahLst/>
                <a:cxnLst>
                  <a:cxn ang="0">
                    <a:pos x="0" y="0"/>
                  </a:cxn>
                  <a:cxn ang="0">
                    <a:pos x="45" y="256"/>
                  </a:cxn>
                  <a:cxn ang="0">
                    <a:pos x="64" y="245"/>
                  </a:cxn>
                  <a:cxn ang="0">
                    <a:pos x="22" y="4"/>
                  </a:cxn>
                  <a:cxn ang="0">
                    <a:pos x="8" y="0"/>
                  </a:cxn>
                  <a:cxn ang="0">
                    <a:pos x="8" y="0"/>
                  </a:cxn>
                  <a:cxn ang="0">
                    <a:pos x="7" y="0"/>
                  </a:cxn>
                  <a:cxn ang="0">
                    <a:pos x="0" y="0"/>
                  </a:cxn>
                </a:cxnLst>
                <a:rect l="0" t="0" r="r" b="b"/>
                <a:pathLst>
                  <a:path w="64" h="256">
                    <a:moveTo>
                      <a:pt x="0" y="0"/>
                    </a:moveTo>
                    <a:lnTo>
                      <a:pt x="45" y="256"/>
                    </a:lnTo>
                    <a:lnTo>
                      <a:pt x="64" y="245"/>
                    </a:lnTo>
                    <a:lnTo>
                      <a:pt x="22" y="4"/>
                    </a:lnTo>
                    <a:lnTo>
                      <a:pt x="8" y="0"/>
                    </a:lnTo>
                    <a:lnTo>
                      <a:pt x="8" y="0"/>
                    </a:lnTo>
                    <a:lnTo>
                      <a:pt x="7"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71" name="Freeform 371"/>
              <p:cNvSpPr/>
              <p:nvPr/>
            </p:nvSpPr>
            <p:spPr bwMode="auto">
              <a:xfrm>
                <a:off x="2803" y="2755"/>
                <a:ext cx="8" cy="1"/>
              </a:xfrm>
              <a:custGeom>
                <a:avLst/>
                <a:gdLst/>
                <a:ahLst/>
                <a:cxnLst>
                  <a:cxn ang="0">
                    <a:pos x="0" y="0"/>
                  </a:cxn>
                  <a:cxn ang="0">
                    <a:pos x="0" y="0"/>
                  </a:cxn>
                  <a:cxn ang="0">
                    <a:pos x="7" y="0"/>
                  </a:cxn>
                  <a:cxn ang="0">
                    <a:pos x="8" y="0"/>
                  </a:cxn>
                  <a:cxn ang="0">
                    <a:pos x="8" y="0"/>
                  </a:cxn>
                  <a:cxn ang="0">
                    <a:pos x="0" y="0"/>
                  </a:cxn>
                </a:cxnLst>
                <a:rect l="0" t="0" r="r" b="b"/>
                <a:pathLst>
                  <a:path w="8">
                    <a:moveTo>
                      <a:pt x="0" y="0"/>
                    </a:moveTo>
                    <a:lnTo>
                      <a:pt x="0" y="0"/>
                    </a:lnTo>
                    <a:lnTo>
                      <a:pt x="7" y="0"/>
                    </a:lnTo>
                    <a:lnTo>
                      <a:pt x="8" y="0"/>
                    </a:lnTo>
                    <a:lnTo>
                      <a:pt x="8"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2" name="Freeform 372"/>
              <p:cNvSpPr/>
              <p:nvPr/>
            </p:nvSpPr>
            <p:spPr bwMode="auto">
              <a:xfrm>
                <a:off x="2803" y="2755"/>
                <a:ext cx="8" cy="1"/>
              </a:xfrm>
              <a:custGeom>
                <a:avLst/>
                <a:gdLst/>
                <a:ahLst/>
                <a:cxnLst>
                  <a:cxn ang="0">
                    <a:pos x="0" y="0"/>
                  </a:cxn>
                  <a:cxn ang="0">
                    <a:pos x="0" y="0"/>
                  </a:cxn>
                  <a:cxn ang="0">
                    <a:pos x="7" y="0"/>
                  </a:cxn>
                  <a:cxn ang="0">
                    <a:pos x="8" y="0"/>
                  </a:cxn>
                  <a:cxn ang="0">
                    <a:pos x="8" y="0"/>
                  </a:cxn>
                  <a:cxn ang="0">
                    <a:pos x="0" y="0"/>
                  </a:cxn>
                </a:cxnLst>
                <a:rect l="0" t="0" r="r" b="b"/>
                <a:pathLst>
                  <a:path w="8">
                    <a:moveTo>
                      <a:pt x="0" y="0"/>
                    </a:moveTo>
                    <a:lnTo>
                      <a:pt x="0" y="0"/>
                    </a:lnTo>
                    <a:lnTo>
                      <a:pt x="7" y="0"/>
                    </a:lnTo>
                    <a:lnTo>
                      <a:pt x="8" y="0"/>
                    </a:lnTo>
                    <a:lnTo>
                      <a:pt x="8"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73" name="Freeform 373"/>
              <p:cNvSpPr/>
              <p:nvPr/>
            </p:nvSpPr>
            <p:spPr bwMode="auto">
              <a:xfrm>
                <a:off x="2811" y="2749"/>
                <a:ext cx="14" cy="10"/>
              </a:xfrm>
              <a:custGeom>
                <a:avLst/>
                <a:gdLst/>
                <a:ahLst/>
                <a:cxnLst>
                  <a:cxn ang="0">
                    <a:pos x="12" y="0"/>
                  </a:cxn>
                  <a:cxn ang="0">
                    <a:pos x="7" y="8"/>
                  </a:cxn>
                  <a:cxn ang="0">
                    <a:pos x="0" y="6"/>
                  </a:cxn>
                  <a:cxn ang="0">
                    <a:pos x="14" y="10"/>
                  </a:cxn>
                  <a:cxn ang="0">
                    <a:pos x="14" y="10"/>
                  </a:cxn>
                  <a:cxn ang="0">
                    <a:pos x="14" y="10"/>
                  </a:cxn>
                  <a:cxn ang="0">
                    <a:pos x="12" y="0"/>
                  </a:cxn>
                </a:cxnLst>
                <a:rect l="0" t="0" r="r" b="b"/>
                <a:pathLst>
                  <a:path w="14" h="10">
                    <a:moveTo>
                      <a:pt x="12" y="0"/>
                    </a:moveTo>
                    <a:lnTo>
                      <a:pt x="7" y="8"/>
                    </a:lnTo>
                    <a:lnTo>
                      <a:pt x="0" y="6"/>
                    </a:lnTo>
                    <a:lnTo>
                      <a:pt x="14" y="10"/>
                    </a:lnTo>
                    <a:lnTo>
                      <a:pt x="14" y="10"/>
                    </a:lnTo>
                    <a:lnTo>
                      <a:pt x="14" y="1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4" name="Freeform 374"/>
              <p:cNvSpPr/>
              <p:nvPr/>
            </p:nvSpPr>
            <p:spPr bwMode="auto">
              <a:xfrm>
                <a:off x="2811" y="2749"/>
                <a:ext cx="14" cy="10"/>
              </a:xfrm>
              <a:custGeom>
                <a:avLst/>
                <a:gdLst/>
                <a:ahLst/>
                <a:cxnLst>
                  <a:cxn ang="0">
                    <a:pos x="12" y="0"/>
                  </a:cxn>
                  <a:cxn ang="0">
                    <a:pos x="7" y="8"/>
                  </a:cxn>
                  <a:cxn ang="0">
                    <a:pos x="0" y="6"/>
                  </a:cxn>
                  <a:cxn ang="0">
                    <a:pos x="14" y="10"/>
                  </a:cxn>
                  <a:cxn ang="0">
                    <a:pos x="14" y="10"/>
                  </a:cxn>
                  <a:cxn ang="0">
                    <a:pos x="14" y="10"/>
                  </a:cxn>
                  <a:cxn ang="0">
                    <a:pos x="12" y="0"/>
                  </a:cxn>
                </a:cxnLst>
                <a:rect l="0" t="0" r="r" b="b"/>
                <a:pathLst>
                  <a:path w="14" h="10">
                    <a:moveTo>
                      <a:pt x="12" y="0"/>
                    </a:moveTo>
                    <a:lnTo>
                      <a:pt x="7" y="8"/>
                    </a:lnTo>
                    <a:lnTo>
                      <a:pt x="0" y="6"/>
                    </a:lnTo>
                    <a:lnTo>
                      <a:pt x="14" y="10"/>
                    </a:lnTo>
                    <a:lnTo>
                      <a:pt x="14" y="10"/>
                    </a:lnTo>
                    <a:lnTo>
                      <a:pt x="14" y="1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575" name="Freeform 375"/>
              <p:cNvSpPr/>
              <p:nvPr/>
            </p:nvSpPr>
            <p:spPr bwMode="auto">
              <a:xfrm>
                <a:off x="2803" y="2737"/>
                <a:ext cx="25" cy="20"/>
              </a:xfrm>
              <a:custGeom>
                <a:avLst/>
                <a:gdLst/>
                <a:ahLst/>
                <a:cxnLst>
                  <a:cxn ang="0">
                    <a:pos x="12" y="0"/>
                  </a:cxn>
                  <a:cxn ang="0">
                    <a:pos x="8" y="8"/>
                  </a:cxn>
                  <a:cxn ang="0">
                    <a:pos x="8" y="8"/>
                  </a:cxn>
                  <a:cxn ang="0">
                    <a:pos x="8" y="8"/>
                  </a:cxn>
                  <a:cxn ang="0">
                    <a:pos x="7" y="18"/>
                  </a:cxn>
                  <a:cxn ang="0">
                    <a:pos x="0" y="18"/>
                  </a:cxn>
                  <a:cxn ang="0">
                    <a:pos x="0" y="18"/>
                  </a:cxn>
                  <a:cxn ang="0">
                    <a:pos x="8" y="18"/>
                  </a:cxn>
                  <a:cxn ang="0">
                    <a:pos x="15" y="20"/>
                  </a:cxn>
                  <a:cxn ang="0">
                    <a:pos x="20" y="12"/>
                  </a:cxn>
                  <a:cxn ang="0">
                    <a:pos x="20" y="12"/>
                  </a:cxn>
                  <a:cxn ang="0">
                    <a:pos x="25" y="1"/>
                  </a:cxn>
                  <a:cxn ang="0">
                    <a:pos x="12" y="0"/>
                  </a:cxn>
                </a:cxnLst>
                <a:rect l="0" t="0" r="r" b="b"/>
                <a:pathLst>
                  <a:path w="25" h="20">
                    <a:moveTo>
                      <a:pt x="12" y="0"/>
                    </a:moveTo>
                    <a:lnTo>
                      <a:pt x="8" y="8"/>
                    </a:lnTo>
                    <a:lnTo>
                      <a:pt x="8" y="8"/>
                    </a:lnTo>
                    <a:lnTo>
                      <a:pt x="8" y="8"/>
                    </a:lnTo>
                    <a:lnTo>
                      <a:pt x="7" y="18"/>
                    </a:lnTo>
                    <a:lnTo>
                      <a:pt x="0" y="18"/>
                    </a:lnTo>
                    <a:lnTo>
                      <a:pt x="0" y="18"/>
                    </a:lnTo>
                    <a:lnTo>
                      <a:pt x="8" y="18"/>
                    </a:lnTo>
                    <a:lnTo>
                      <a:pt x="15" y="20"/>
                    </a:lnTo>
                    <a:lnTo>
                      <a:pt x="20" y="12"/>
                    </a:lnTo>
                    <a:lnTo>
                      <a:pt x="20" y="12"/>
                    </a:lnTo>
                    <a:lnTo>
                      <a:pt x="25" y="1"/>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6" name="Freeform 376"/>
              <p:cNvSpPr/>
              <p:nvPr/>
            </p:nvSpPr>
            <p:spPr bwMode="auto">
              <a:xfrm>
                <a:off x="2803" y="2737"/>
                <a:ext cx="25" cy="20"/>
              </a:xfrm>
              <a:custGeom>
                <a:avLst/>
                <a:gdLst/>
                <a:ahLst/>
                <a:cxnLst>
                  <a:cxn ang="0">
                    <a:pos x="12" y="0"/>
                  </a:cxn>
                  <a:cxn ang="0">
                    <a:pos x="8" y="8"/>
                  </a:cxn>
                  <a:cxn ang="0">
                    <a:pos x="8" y="8"/>
                  </a:cxn>
                  <a:cxn ang="0">
                    <a:pos x="8" y="8"/>
                  </a:cxn>
                  <a:cxn ang="0">
                    <a:pos x="7" y="18"/>
                  </a:cxn>
                  <a:cxn ang="0">
                    <a:pos x="0" y="18"/>
                  </a:cxn>
                  <a:cxn ang="0">
                    <a:pos x="0" y="18"/>
                  </a:cxn>
                  <a:cxn ang="0">
                    <a:pos x="8" y="18"/>
                  </a:cxn>
                  <a:cxn ang="0">
                    <a:pos x="15" y="20"/>
                  </a:cxn>
                  <a:cxn ang="0">
                    <a:pos x="20" y="12"/>
                  </a:cxn>
                  <a:cxn ang="0">
                    <a:pos x="20" y="12"/>
                  </a:cxn>
                  <a:cxn ang="0">
                    <a:pos x="25" y="1"/>
                  </a:cxn>
                  <a:cxn ang="0">
                    <a:pos x="12" y="0"/>
                  </a:cxn>
                </a:cxnLst>
                <a:rect l="0" t="0" r="r" b="b"/>
                <a:pathLst>
                  <a:path w="25" h="20">
                    <a:moveTo>
                      <a:pt x="12" y="0"/>
                    </a:moveTo>
                    <a:lnTo>
                      <a:pt x="8" y="8"/>
                    </a:lnTo>
                    <a:lnTo>
                      <a:pt x="8" y="8"/>
                    </a:lnTo>
                    <a:lnTo>
                      <a:pt x="8" y="8"/>
                    </a:lnTo>
                    <a:lnTo>
                      <a:pt x="7" y="18"/>
                    </a:lnTo>
                    <a:lnTo>
                      <a:pt x="0" y="18"/>
                    </a:lnTo>
                    <a:lnTo>
                      <a:pt x="0" y="18"/>
                    </a:lnTo>
                    <a:lnTo>
                      <a:pt x="8" y="18"/>
                    </a:lnTo>
                    <a:lnTo>
                      <a:pt x="15" y="20"/>
                    </a:lnTo>
                    <a:lnTo>
                      <a:pt x="20" y="12"/>
                    </a:lnTo>
                    <a:lnTo>
                      <a:pt x="20" y="12"/>
                    </a:lnTo>
                    <a:lnTo>
                      <a:pt x="25" y="1"/>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577" name="Freeform 377"/>
              <p:cNvSpPr/>
              <p:nvPr/>
            </p:nvSpPr>
            <p:spPr bwMode="auto">
              <a:xfrm>
                <a:off x="2801" y="2735"/>
                <a:ext cx="5" cy="10"/>
              </a:xfrm>
              <a:custGeom>
                <a:avLst/>
                <a:gdLst/>
                <a:ahLst/>
                <a:cxnLst>
                  <a:cxn ang="0">
                    <a:pos x="5" y="0"/>
                  </a:cxn>
                  <a:cxn ang="0">
                    <a:pos x="0" y="10"/>
                  </a:cxn>
                  <a:cxn ang="0">
                    <a:pos x="0" y="10"/>
                  </a:cxn>
                  <a:cxn ang="0">
                    <a:pos x="5" y="0"/>
                  </a:cxn>
                  <a:cxn ang="0">
                    <a:pos x="5" y="0"/>
                  </a:cxn>
                </a:cxnLst>
                <a:rect l="0" t="0" r="r" b="b"/>
                <a:pathLst>
                  <a:path w="5" h="10">
                    <a:moveTo>
                      <a:pt x="5" y="0"/>
                    </a:moveTo>
                    <a:lnTo>
                      <a:pt x="0" y="10"/>
                    </a:lnTo>
                    <a:lnTo>
                      <a:pt x="0" y="10"/>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8" name="Freeform 378"/>
              <p:cNvSpPr/>
              <p:nvPr/>
            </p:nvSpPr>
            <p:spPr bwMode="auto">
              <a:xfrm>
                <a:off x="2801" y="2735"/>
                <a:ext cx="5" cy="10"/>
              </a:xfrm>
              <a:custGeom>
                <a:avLst/>
                <a:gdLst/>
                <a:ahLst/>
                <a:cxnLst>
                  <a:cxn ang="0">
                    <a:pos x="5" y="0"/>
                  </a:cxn>
                  <a:cxn ang="0">
                    <a:pos x="0" y="10"/>
                  </a:cxn>
                  <a:cxn ang="0">
                    <a:pos x="0" y="10"/>
                  </a:cxn>
                  <a:cxn ang="0">
                    <a:pos x="5" y="0"/>
                  </a:cxn>
                  <a:cxn ang="0">
                    <a:pos x="5" y="0"/>
                  </a:cxn>
                </a:cxnLst>
                <a:rect l="0" t="0" r="r" b="b"/>
                <a:pathLst>
                  <a:path w="5" h="10">
                    <a:moveTo>
                      <a:pt x="5" y="0"/>
                    </a:moveTo>
                    <a:lnTo>
                      <a:pt x="0" y="10"/>
                    </a:lnTo>
                    <a:lnTo>
                      <a:pt x="0" y="10"/>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79" name="Freeform 379"/>
              <p:cNvSpPr/>
              <p:nvPr/>
            </p:nvSpPr>
            <p:spPr bwMode="auto">
              <a:xfrm>
                <a:off x="2801" y="2735"/>
                <a:ext cx="14" cy="20"/>
              </a:xfrm>
              <a:custGeom>
                <a:avLst/>
                <a:gdLst/>
                <a:ahLst/>
                <a:cxnLst>
                  <a:cxn ang="0">
                    <a:pos x="5" y="0"/>
                  </a:cxn>
                  <a:cxn ang="0">
                    <a:pos x="0" y="10"/>
                  </a:cxn>
                  <a:cxn ang="0">
                    <a:pos x="0" y="14"/>
                  </a:cxn>
                  <a:cxn ang="0">
                    <a:pos x="10" y="12"/>
                  </a:cxn>
                  <a:cxn ang="0">
                    <a:pos x="0" y="14"/>
                  </a:cxn>
                  <a:cxn ang="0">
                    <a:pos x="2" y="20"/>
                  </a:cxn>
                  <a:cxn ang="0">
                    <a:pos x="9" y="20"/>
                  </a:cxn>
                  <a:cxn ang="0">
                    <a:pos x="10" y="10"/>
                  </a:cxn>
                  <a:cxn ang="0">
                    <a:pos x="14" y="2"/>
                  </a:cxn>
                  <a:cxn ang="0">
                    <a:pos x="5" y="0"/>
                  </a:cxn>
                </a:cxnLst>
                <a:rect l="0" t="0" r="r" b="b"/>
                <a:pathLst>
                  <a:path w="14" h="20">
                    <a:moveTo>
                      <a:pt x="5" y="0"/>
                    </a:moveTo>
                    <a:lnTo>
                      <a:pt x="0" y="10"/>
                    </a:lnTo>
                    <a:lnTo>
                      <a:pt x="0" y="14"/>
                    </a:lnTo>
                    <a:lnTo>
                      <a:pt x="10" y="12"/>
                    </a:lnTo>
                    <a:lnTo>
                      <a:pt x="0" y="14"/>
                    </a:lnTo>
                    <a:lnTo>
                      <a:pt x="2" y="20"/>
                    </a:lnTo>
                    <a:lnTo>
                      <a:pt x="9" y="20"/>
                    </a:lnTo>
                    <a:lnTo>
                      <a:pt x="10" y="10"/>
                    </a:lnTo>
                    <a:lnTo>
                      <a:pt x="14" y="2"/>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80" name="Freeform 380"/>
              <p:cNvSpPr/>
              <p:nvPr/>
            </p:nvSpPr>
            <p:spPr bwMode="auto">
              <a:xfrm>
                <a:off x="2801" y="2735"/>
                <a:ext cx="14" cy="20"/>
              </a:xfrm>
              <a:custGeom>
                <a:avLst/>
                <a:gdLst/>
                <a:ahLst/>
                <a:cxnLst>
                  <a:cxn ang="0">
                    <a:pos x="5" y="0"/>
                  </a:cxn>
                  <a:cxn ang="0">
                    <a:pos x="0" y="10"/>
                  </a:cxn>
                  <a:cxn ang="0">
                    <a:pos x="0" y="14"/>
                  </a:cxn>
                  <a:cxn ang="0">
                    <a:pos x="10" y="12"/>
                  </a:cxn>
                  <a:cxn ang="0">
                    <a:pos x="0" y="14"/>
                  </a:cxn>
                  <a:cxn ang="0">
                    <a:pos x="2" y="20"/>
                  </a:cxn>
                  <a:cxn ang="0">
                    <a:pos x="9" y="20"/>
                  </a:cxn>
                  <a:cxn ang="0">
                    <a:pos x="10" y="10"/>
                  </a:cxn>
                  <a:cxn ang="0">
                    <a:pos x="14" y="2"/>
                  </a:cxn>
                  <a:cxn ang="0">
                    <a:pos x="5" y="0"/>
                  </a:cxn>
                </a:cxnLst>
                <a:rect l="0" t="0" r="r" b="b"/>
                <a:pathLst>
                  <a:path w="14" h="20">
                    <a:moveTo>
                      <a:pt x="5" y="0"/>
                    </a:moveTo>
                    <a:lnTo>
                      <a:pt x="0" y="10"/>
                    </a:lnTo>
                    <a:lnTo>
                      <a:pt x="0" y="14"/>
                    </a:lnTo>
                    <a:lnTo>
                      <a:pt x="10" y="12"/>
                    </a:lnTo>
                    <a:lnTo>
                      <a:pt x="0" y="14"/>
                    </a:lnTo>
                    <a:lnTo>
                      <a:pt x="2" y="20"/>
                    </a:lnTo>
                    <a:lnTo>
                      <a:pt x="9" y="20"/>
                    </a:lnTo>
                    <a:lnTo>
                      <a:pt x="10" y="10"/>
                    </a:lnTo>
                    <a:lnTo>
                      <a:pt x="14" y="2"/>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81" name="Freeform 381"/>
              <p:cNvSpPr/>
              <p:nvPr/>
            </p:nvSpPr>
            <p:spPr bwMode="auto">
              <a:xfrm>
                <a:off x="1919" y="3401"/>
                <a:ext cx="881" cy="811"/>
              </a:xfrm>
              <a:custGeom>
                <a:avLst/>
                <a:gdLst/>
                <a:ahLst/>
                <a:cxnLst>
                  <a:cxn ang="0">
                    <a:pos x="290" y="0"/>
                  </a:cxn>
                  <a:cxn ang="0">
                    <a:pos x="0" y="166"/>
                  </a:cxn>
                  <a:cxn ang="0">
                    <a:pos x="767" y="811"/>
                  </a:cxn>
                  <a:cxn ang="0">
                    <a:pos x="805" y="702"/>
                  </a:cxn>
                  <a:cxn ang="0">
                    <a:pos x="881" y="498"/>
                  </a:cxn>
                  <a:cxn ang="0">
                    <a:pos x="290" y="0"/>
                  </a:cxn>
                </a:cxnLst>
                <a:rect l="0" t="0" r="r" b="b"/>
                <a:pathLst>
                  <a:path w="881" h="811">
                    <a:moveTo>
                      <a:pt x="290" y="0"/>
                    </a:moveTo>
                    <a:lnTo>
                      <a:pt x="0" y="166"/>
                    </a:lnTo>
                    <a:lnTo>
                      <a:pt x="767" y="811"/>
                    </a:lnTo>
                    <a:lnTo>
                      <a:pt x="805" y="702"/>
                    </a:lnTo>
                    <a:lnTo>
                      <a:pt x="881" y="498"/>
                    </a:lnTo>
                    <a:lnTo>
                      <a:pt x="29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82" name="Freeform 382"/>
              <p:cNvSpPr/>
              <p:nvPr/>
            </p:nvSpPr>
            <p:spPr bwMode="auto">
              <a:xfrm>
                <a:off x="1919" y="3401"/>
                <a:ext cx="881" cy="811"/>
              </a:xfrm>
              <a:custGeom>
                <a:avLst/>
                <a:gdLst/>
                <a:ahLst/>
                <a:cxnLst>
                  <a:cxn ang="0">
                    <a:pos x="290" y="0"/>
                  </a:cxn>
                  <a:cxn ang="0">
                    <a:pos x="0" y="166"/>
                  </a:cxn>
                  <a:cxn ang="0">
                    <a:pos x="767" y="811"/>
                  </a:cxn>
                  <a:cxn ang="0">
                    <a:pos x="805" y="702"/>
                  </a:cxn>
                  <a:cxn ang="0">
                    <a:pos x="881" y="498"/>
                  </a:cxn>
                  <a:cxn ang="0">
                    <a:pos x="290" y="0"/>
                  </a:cxn>
                </a:cxnLst>
                <a:rect l="0" t="0" r="r" b="b"/>
                <a:pathLst>
                  <a:path w="881" h="811">
                    <a:moveTo>
                      <a:pt x="290" y="0"/>
                    </a:moveTo>
                    <a:lnTo>
                      <a:pt x="0" y="166"/>
                    </a:lnTo>
                    <a:lnTo>
                      <a:pt x="767" y="811"/>
                    </a:lnTo>
                    <a:lnTo>
                      <a:pt x="805" y="702"/>
                    </a:lnTo>
                    <a:lnTo>
                      <a:pt x="881" y="498"/>
                    </a:lnTo>
                    <a:lnTo>
                      <a:pt x="290" y="0"/>
                    </a:lnTo>
                  </a:path>
                </a:pathLst>
              </a:custGeom>
              <a:noFill/>
              <a:ln w="9525">
                <a:noFill/>
                <a:round/>
              </a:ln>
            </p:spPr>
            <p:txBody>
              <a:bodyPr vert="horz" wrap="square" lIns="82938" tIns="41469" rIns="82938" bIns="41469" numCol="1" anchor="t" anchorCtr="0" compatLnSpc="1"/>
              <a:lstStyle/>
              <a:p>
                <a:endParaRPr lang="en-GB" sz="1815"/>
              </a:p>
            </p:txBody>
          </p:sp>
          <p:sp>
            <p:nvSpPr>
              <p:cNvPr id="51583" name="Freeform 383"/>
              <p:cNvSpPr/>
              <p:nvPr/>
            </p:nvSpPr>
            <p:spPr bwMode="auto">
              <a:xfrm>
                <a:off x="1884" y="3401"/>
                <a:ext cx="916" cy="831"/>
              </a:xfrm>
              <a:custGeom>
                <a:avLst/>
                <a:gdLst/>
                <a:ahLst/>
                <a:cxnLst>
                  <a:cxn ang="0">
                    <a:pos x="325" y="0"/>
                  </a:cxn>
                  <a:cxn ang="0">
                    <a:pos x="20" y="175"/>
                  </a:cxn>
                  <a:cxn ang="0">
                    <a:pos x="10" y="166"/>
                  </a:cxn>
                  <a:cxn ang="0">
                    <a:pos x="8" y="159"/>
                  </a:cxn>
                  <a:cxn ang="0">
                    <a:pos x="0" y="164"/>
                  </a:cxn>
                  <a:cxn ang="0">
                    <a:pos x="793" y="831"/>
                  </a:cxn>
                  <a:cxn ang="0">
                    <a:pos x="795" y="826"/>
                  </a:cxn>
                  <a:cxn ang="0">
                    <a:pos x="797" y="821"/>
                  </a:cxn>
                  <a:cxn ang="0">
                    <a:pos x="802" y="811"/>
                  </a:cxn>
                  <a:cxn ang="0">
                    <a:pos x="35" y="166"/>
                  </a:cxn>
                  <a:cxn ang="0">
                    <a:pos x="325" y="0"/>
                  </a:cxn>
                  <a:cxn ang="0">
                    <a:pos x="916" y="498"/>
                  </a:cxn>
                  <a:cxn ang="0">
                    <a:pos x="840" y="702"/>
                  </a:cxn>
                  <a:cxn ang="0">
                    <a:pos x="916" y="498"/>
                  </a:cxn>
                  <a:cxn ang="0">
                    <a:pos x="325" y="0"/>
                  </a:cxn>
                </a:cxnLst>
                <a:rect l="0" t="0" r="r" b="b"/>
                <a:pathLst>
                  <a:path w="916" h="831">
                    <a:moveTo>
                      <a:pt x="325" y="0"/>
                    </a:moveTo>
                    <a:lnTo>
                      <a:pt x="20" y="175"/>
                    </a:lnTo>
                    <a:lnTo>
                      <a:pt x="10" y="166"/>
                    </a:lnTo>
                    <a:lnTo>
                      <a:pt x="8" y="159"/>
                    </a:lnTo>
                    <a:lnTo>
                      <a:pt x="0" y="164"/>
                    </a:lnTo>
                    <a:lnTo>
                      <a:pt x="793" y="831"/>
                    </a:lnTo>
                    <a:lnTo>
                      <a:pt x="795" y="826"/>
                    </a:lnTo>
                    <a:lnTo>
                      <a:pt x="797" y="821"/>
                    </a:lnTo>
                    <a:lnTo>
                      <a:pt x="802" y="811"/>
                    </a:lnTo>
                    <a:lnTo>
                      <a:pt x="35" y="166"/>
                    </a:lnTo>
                    <a:lnTo>
                      <a:pt x="325" y="0"/>
                    </a:lnTo>
                    <a:lnTo>
                      <a:pt x="916" y="498"/>
                    </a:lnTo>
                    <a:lnTo>
                      <a:pt x="840" y="702"/>
                    </a:lnTo>
                    <a:lnTo>
                      <a:pt x="916" y="498"/>
                    </a:lnTo>
                    <a:lnTo>
                      <a:pt x="32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84" name="Freeform 384"/>
              <p:cNvSpPr/>
              <p:nvPr/>
            </p:nvSpPr>
            <p:spPr bwMode="auto">
              <a:xfrm>
                <a:off x="1884" y="3401"/>
                <a:ext cx="916" cy="831"/>
              </a:xfrm>
              <a:custGeom>
                <a:avLst/>
                <a:gdLst/>
                <a:ahLst/>
                <a:cxnLst>
                  <a:cxn ang="0">
                    <a:pos x="325" y="0"/>
                  </a:cxn>
                  <a:cxn ang="0">
                    <a:pos x="20" y="175"/>
                  </a:cxn>
                  <a:cxn ang="0">
                    <a:pos x="10" y="166"/>
                  </a:cxn>
                  <a:cxn ang="0">
                    <a:pos x="8" y="159"/>
                  </a:cxn>
                  <a:cxn ang="0">
                    <a:pos x="0" y="164"/>
                  </a:cxn>
                  <a:cxn ang="0">
                    <a:pos x="793" y="831"/>
                  </a:cxn>
                  <a:cxn ang="0">
                    <a:pos x="795" y="826"/>
                  </a:cxn>
                  <a:cxn ang="0">
                    <a:pos x="797" y="821"/>
                  </a:cxn>
                  <a:cxn ang="0">
                    <a:pos x="802" y="811"/>
                  </a:cxn>
                  <a:cxn ang="0">
                    <a:pos x="35" y="166"/>
                  </a:cxn>
                  <a:cxn ang="0">
                    <a:pos x="325" y="0"/>
                  </a:cxn>
                  <a:cxn ang="0">
                    <a:pos x="916" y="498"/>
                  </a:cxn>
                  <a:cxn ang="0">
                    <a:pos x="840" y="702"/>
                  </a:cxn>
                  <a:cxn ang="0">
                    <a:pos x="916" y="498"/>
                  </a:cxn>
                  <a:cxn ang="0">
                    <a:pos x="325" y="0"/>
                  </a:cxn>
                </a:cxnLst>
                <a:rect l="0" t="0" r="r" b="b"/>
                <a:pathLst>
                  <a:path w="916" h="831">
                    <a:moveTo>
                      <a:pt x="325" y="0"/>
                    </a:moveTo>
                    <a:lnTo>
                      <a:pt x="20" y="175"/>
                    </a:lnTo>
                    <a:lnTo>
                      <a:pt x="10" y="166"/>
                    </a:lnTo>
                    <a:lnTo>
                      <a:pt x="8" y="159"/>
                    </a:lnTo>
                    <a:lnTo>
                      <a:pt x="0" y="164"/>
                    </a:lnTo>
                    <a:lnTo>
                      <a:pt x="793" y="831"/>
                    </a:lnTo>
                    <a:lnTo>
                      <a:pt x="795" y="826"/>
                    </a:lnTo>
                    <a:lnTo>
                      <a:pt x="797" y="821"/>
                    </a:lnTo>
                    <a:lnTo>
                      <a:pt x="802" y="811"/>
                    </a:lnTo>
                    <a:lnTo>
                      <a:pt x="35" y="166"/>
                    </a:lnTo>
                    <a:lnTo>
                      <a:pt x="325" y="0"/>
                    </a:lnTo>
                    <a:lnTo>
                      <a:pt x="916" y="498"/>
                    </a:lnTo>
                    <a:lnTo>
                      <a:pt x="840" y="702"/>
                    </a:lnTo>
                    <a:lnTo>
                      <a:pt x="916" y="498"/>
                    </a:lnTo>
                    <a:lnTo>
                      <a:pt x="325" y="0"/>
                    </a:lnTo>
                  </a:path>
                </a:pathLst>
              </a:custGeom>
              <a:noFill/>
              <a:ln w="9525">
                <a:noFill/>
                <a:round/>
              </a:ln>
            </p:spPr>
            <p:txBody>
              <a:bodyPr vert="horz" wrap="square" lIns="82938" tIns="41469" rIns="82938" bIns="41469" numCol="1" anchor="t" anchorCtr="0" compatLnSpc="1"/>
              <a:lstStyle/>
              <a:p>
                <a:endParaRPr lang="en-GB" sz="1815"/>
              </a:p>
            </p:txBody>
          </p:sp>
          <p:sp>
            <p:nvSpPr>
              <p:cNvPr id="51585" name="Freeform 385"/>
              <p:cNvSpPr/>
              <p:nvPr/>
            </p:nvSpPr>
            <p:spPr bwMode="auto">
              <a:xfrm>
                <a:off x="1911" y="3545"/>
                <a:ext cx="6" cy="4"/>
              </a:xfrm>
              <a:custGeom>
                <a:avLst/>
                <a:gdLst/>
                <a:ahLst/>
                <a:cxnLst>
                  <a:cxn ang="0">
                    <a:pos x="6" y="0"/>
                  </a:cxn>
                  <a:cxn ang="0">
                    <a:pos x="0" y="4"/>
                  </a:cxn>
                  <a:cxn ang="0">
                    <a:pos x="0" y="4"/>
                  </a:cxn>
                  <a:cxn ang="0">
                    <a:pos x="6" y="0"/>
                  </a:cxn>
                </a:cxnLst>
                <a:rect l="0" t="0" r="r" b="b"/>
                <a:pathLst>
                  <a:path w="6" h="4">
                    <a:moveTo>
                      <a:pt x="6" y="0"/>
                    </a:moveTo>
                    <a:lnTo>
                      <a:pt x="0" y="4"/>
                    </a:lnTo>
                    <a:lnTo>
                      <a:pt x="0" y="4"/>
                    </a:lnTo>
                    <a:lnTo>
                      <a:pt x="6"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86" name="Freeform 386"/>
              <p:cNvSpPr/>
              <p:nvPr/>
            </p:nvSpPr>
            <p:spPr bwMode="auto">
              <a:xfrm>
                <a:off x="1911" y="3545"/>
                <a:ext cx="6" cy="4"/>
              </a:xfrm>
              <a:custGeom>
                <a:avLst/>
                <a:gdLst/>
                <a:ahLst/>
                <a:cxnLst>
                  <a:cxn ang="0">
                    <a:pos x="6" y="0"/>
                  </a:cxn>
                  <a:cxn ang="0">
                    <a:pos x="0" y="4"/>
                  </a:cxn>
                  <a:cxn ang="0">
                    <a:pos x="0" y="4"/>
                  </a:cxn>
                  <a:cxn ang="0">
                    <a:pos x="6" y="0"/>
                  </a:cxn>
                </a:cxnLst>
                <a:rect l="0" t="0" r="r" b="b"/>
                <a:pathLst>
                  <a:path w="6" h="4">
                    <a:moveTo>
                      <a:pt x="6" y="0"/>
                    </a:moveTo>
                    <a:lnTo>
                      <a:pt x="0" y="4"/>
                    </a:lnTo>
                    <a:lnTo>
                      <a:pt x="0" y="4"/>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1587" name="Freeform 387"/>
              <p:cNvSpPr/>
              <p:nvPr/>
            </p:nvSpPr>
            <p:spPr bwMode="auto">
              <a:xfrm>
                <a:off x="1892" y="3383"/>
                <a:ext cx="317" cy="193"/>
              </a:xfrm>
              <a:custGeom>
                <a:avLst/>
                <a:gdLst/>
                <a:ahLst/>
                <a:cxnLst>
                  <a:cxn ang="0">
                    <a:pos x="308" y="0"/>
                  </a:cxn>
                  <a:cxn ang="0">
                    <a:pos x="25" y="162"/>
                  </a:cxn>
                  <a:cxn ang="0">
                    <a:pos x="19" y="166"/>
                  </a:cxn>
                  <a:cxn ang="0">
                    <a:pos x="19" y="166"/>
                  </a:cxn>
                  <a:cxn ang="0">
                    <a:pos x="0" y="177"/>
                  </a:cxn>
                  <a:cxn ang="0">
                    <a:pos x="2" y="184"/>
                  </a:cxn>
                  <a:cxn ang="0">
                    <a:pos x="12" y="193"/>
                  </a:cxn>
                  <a:cxn ang="0">
                    <a:pos x="317" y="18"/>
                  </a:cxn>
                  <a:cxn ang="0">
                    <a:pos x="317" y="18"/>
                  </a:cxn>
                  <a:cxn ang="0">
                    <a:pos x="312" y="22"/>
                  </a:cxn>
                  <a:cxn ang="0">
                    <a:pos x="308" y="0"/>
                  </a:cxn>
                </a:cxnLst>
                <a:rect l="0" t="0" r="r" b="b"/>
                <a:pathLst>
                  <a:path w="317" h="193">
                    <a:moveTo>
                      <a:pt x="308" y="0"/>
                    </a:moveTo>
                    <a:lnTo>
                      <a:pt x="25" y="162"/>
                    </a:lnTo>
                    <a:lnTo>
                      <a:pt x="19" y="166"/>
                    </a:lnTo>
                    <a:lnTo>
                      <a:pt x="19" y="166"/>
                    </a:lnTo>
                    <a:lnTo>
                      <a:pt x="0" y="177"/>
                    </a:lnTo>
                    <a:lnTo>
                      <a:pt x="2" y="184"/>
                    </a:lnTo>
                    <a:lnTo>
                      <a:pt x="12" y="193"/>
                    </a:lnTo>
                    <a:lnTo>
                      <a:pt x="317" y="18"/>
                    </a:lnTo>
                    <a:lnTo>
                      <a:pt x="317" y="18"/>
                    </a:lnTo>
                    <a:lnTo>
                      <a:pt x="312" y="22"/>
                    </a:lnTo>
                    <a:lnTo>
                      <a:pt x="30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88" name="Freeform 388"/>
              <p:cNvSpPr/>
              <p:nvPr/>
            </p:nvSpPr>
            <p:spPr bwMode="auto">
              <a:xfrm>
                <a:off x="1892" y="3383"/>
                <a:ext cx="317" cy="193"/>
              </a:xfrm>
              <a:custGeom>
                <a:avLst/>
                <a:gdLst/>
                <a:ahLst/>
                <a:cxnLst>
                  <a:cxn ang="0">
                    <a:pos x="308" y="0"/>
                  </a:cxn>
                  <a:cxn ang="0">
                    <a:pos x="25" y="162"/>
                  </a:cxn>
                  <a:cxn ang="0">
                    <a:pos x="19" y="166"/>
                  </a:cxn>
                  <a:cxn ang="0">
                    <a:pos x="19" y="166"/>
                  </a:cxn>
                  <a:cxn ang="0">
                    <a:pos x="0" y="177"/>
                  </a:cxn>
                  <a:cxn ang="0">
                    <a:pos x="2" y="184"/>
                  </a:cxn>
                  <a:cxn ang="0">
                    <a:pos x="12" y="193"/>
                  </a:cxn>
                  <a:cxn ang="0">
                    <a:pos x="317" y="18"/>
                  </a:cxn>
                  <a:cxn ang="0">
                    <a:pos x="317" y="18"/>
                  </a:cxn>
                  <a:cxn ang="0">
                    <a:pos x="312" y="22"/>
                  </a:cxn>
                  <a:cxn ang="0">
                    <a:pos x="308" y="0"/>
                  </a:cxn>
                </a:cxnLst>
                <a:rect l="0" t="0" r="r" b="b"/>
                <a:pathLst>
                  <a:path w="317" h="193">
                    <a:moveTo>
                      <a:pt x="308" y="0"/>
                    </a:moveTo>
                    <a:lnTo>
                      <a:pt x="25" y="162"/>
                    </a:lnTo>
                    <a:lnTo>
                      <a:pt x="19" y="166"/>
                    </a:lnTo>
                    <a:lnTo>
                      <a:pt x="19" y="166"/>
                    </a:lnTo>
                    <a:lnTo>
                      <a:pt x="0" y="177"/>
                    </a:lnTo>
                    <a:lnTo>
                      <a:pt x="2" y="184"/>
                    </a:lnTo>
                    <a:lnTo>
                      <a:pt x="12" y="193"/>
                    </a:lnTo>
                    <a:lnTo>
                      <a:pt x="317" y="18"/>
                    </a:lnTo>
                    <a:lnTo>
                      <a:pt x="317" y="18"/>
                    </a:lnTo>
                    <a:lnTo>
                      <a:pt x="312" y="22"/>
                    </a:lnTo>
                    <a:lnTo>
                      <a:pt x="308" y="0"/>
                    </a:lnTo>
                  </a:path>
                </a:pathLst>
              </a:custGeom>
              <a:noFill/>
              <a:ln w="9525">
                <a:noFill/>
                <a:round/>
              </a:ln>
            </p:spPr>
            <p:txBody>
              <a:bodyPr vert="horz" wrap="square" lIns="82938" tIns="41469" rIns="82938" bIns="41469" numCol="1" anchor="t" anchorCtr="0" compatLnSpc="1"/>
              <a:lstStyle/>
              <a:p>
                <a:endParaRPr lang="en-GB" sz="1815"/>
              </a:p>
            </p:txBody>
          </p:sp>
          <p:sp>
            <p:nvSpPr>
              <p:cNvPr id="51589" name="Freeform 389"/>
              <p:cNvSpPr/>
              <p:nvPr/>
            </p:nvSpPr>
            <p:spPr bwMode="auto">
              <a:xfrm>
                <a:off x="2200" y="3381"/>
                <a:ext cx="9" cy="24"/>
              </a:xfrm>
              <a:custGeom>
                <a:avLst/>
                <a:gdLst/>
                <a:ahLst/>
                <a:cxnLst>
                  <a:cxn ang="0">
                    <a:pos x="4" y="0"/>
                  </a:cxn>
                  <a:cxn ang="0">
                    <a:pos x="0" y="2"/>
                  </a:cxn>
                  <a:cxn ang="0">
                    <a:pos x="4" y="24"/>
                  </a:cxn>
                  <a:cxn ang="0">
                    <a:pos x="9" y="20"/>
                  </a:cxn>
                  <a:cxn ang="0">
                    <a:pos x="9" y="20"/>
                  </a:cxn>
                  <a:cxn ang="0">
                    <a:pos x="4" y="0"/>
                  </a:cxn>
                </a:cxnLst>
                <a:rect l="0" t="0" r="r" b="b"/>
                <a:pathLst>
                  <a:path w="9" h="24">
                    <a:moveTo>
                      <a:pt x="4" y="0"/>
                    </a:moveTo>
                    <a:lnTo>
                      <a:pt x="0" y="2"/>
                    </a:lnTo>
                    <a:lnTo>
                      <a:pt x="4" y="24"/>
                    </a:lnTo>
                    <a:lnTo>
                      <a:pt x="9" y="20"/>
                    </a:lnTo>
                    <a:lnTo>
                      <a:pt x="9" y="20"/>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90" name="Freeform 390"/>
              <p:cNvSpPr/>
              <p:nvPr/>
            </p:nvSpPr>
            <p:spPr bwMode="auto">
              <a:xfrm>
                <a:off x="2200" y="3381"/>
                <a:ext cx="9" cy="24"/>
              </a:xfrm>
              <a:custGeom>
                <a:avLst/>
                <a:gdLst/>
                <a:ahLst/>
                <a:cxnLst>
                  <a:cxn ang="0">
                    <a:pos x="4" y="0"/>
                  </a:cxn>
                  <a:cxn ang="0">
                    <a:pos x="0" y="2"/>
                  </a:cxn>
                  <a:cxn ang="0">
                    <a:pos x="4" y="24"/>
                  </a:cxn>
                  <a:cxn ang="0">
                    <a:pos x="9" y="20"/>
                  </a:cxn>
                  <a:cxn ang="0">
                    <a:pos x="9" y="20"/>
                  </a:cxn>
                  <a:cxn ang="0">
                    <a:pos x="4" y="0"/>
                  </a:cxn>
                </a:cxnLst>
                <a:rect l="0" t="0" r="r" b="b"/>
                <a:pathLst>
                  <a:path w="9" h="24">
                    <a:moveTo>
                      <a:pt x="4" y="0"/>
                    </a:moveTo>
                    <a:lnTo>
                      <a:pt x="0" y="2"/>
                    </a:lnTo>
                    <a:lnTo>
                      <a:pt x="4" y="24"/>
                    </a:lnTo>
                    <a:lnTo>
                      <a:pt x="9" y="20"/>
                    </a:lnTo>
                    <a:lnTo>
                      <a:pt x="9" y="20"/>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591" name="Freeform 391"/>
              <p:cNvSpPr/>
              <p:nvPr/>
            </p:nvSpPr>
            <p:spPr bwMode="auto">
              <a:xfrm>
                <a:off x="2227" y="3217"/>
                <a:ext cx="700" cy="662"/>
              </a:xfrm>
              <a:custGeom>
                <a:avLst/>
                <a:gdLst/>
                <a:ahLst/>
                <a:cxnLst>
                  <a:cxn ang="0">
                    <a:pos x="301" y="0"/>
                  </a:cxn>
                  <a:cxn ang="0">
                    <a:pos x="174" y="74"/>
                  </a:cxn>
                  <a:cxn ang="0">
                    <a:pos x="0" y="174"/>
                  </a:cxn>
                  <a:cxn ang="0">
                    <a:pos x="579" y="662"/>
                  </a:cxn>
                  <a:cxn ang="0">
                    <a:pos x="646" y="479"/>
                  </a:cxn>
                  <a:cxn ang="0">
                    <a:pos x="700" y="335"/>
                  </a:cxn>
                  <a:cxn ang="0">
                    <a:pos x="301" y="0"/>
                  </a:cxn>
                </a:cxnLst>
                <a:rect l="0" t="0" r="r" b="b"/>
                <a:pathLst>
                  <a:path w="700" h="662">
                    <a:moveTo>
                      <a:pt x="301" y="0"/>
                    </a:moveTo>
                    <a:lnTo>
                      <a:pt x="174" y="74"/>
                    </a:lnTo>
                    <a:lnTo>
                      <a:pt x="0" y="174"/>
                    </a:lnTo>
                    <a:lnTo>
                      <a:pt x="579" y="662"/>
                    </a:lnTo>
                    <a:lnTo>
                      <a:pt x="646" y="479"/>
                    </a:lnTo>
                    <a:lnTo>
                      <a:pt x="700" y="335"/>
                    </a:lnTo>
                    <a:lnTo>
                      <a:pt x="30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92" name="Freeform 392"/>
              <p:cNvSpPr/>
              <p:nvPr/>
            </p:nvSpPr>
            <p:spPr bwMode="auto">
              <a:xfrm>
                <a:off x="2227" y="3217"/>
                <a:ext cx="700" cy="662"/>
              </a:xfrm>
              <a:custGeom>
                <a:avLst/>
                <a:gdLst/>
                <a:ahLst/>
                <a:cxnLst>
                  <a:cxn ang="0">
                    <a:pos x="301" y="0"/>
                  </a:cxn>
                  <a:cxn ang="0">
                    <a:pos x="174" y="74"/>
                  </a:cxn>
                  <a:cxn ang="0">
                    <a:pos x="0" y="174"/>
                  </a:cxn>
                  <a:cxn ang="0">
                    <a:pos x="579" y="662"/>
                  </a:cxn>
                  <a:cxn ang="0">
                    <a:pos x="646" y="479"/>
                  </a:cxn>
                  <a:cxn ang="0">
                    <a:pos x="700" y="335"/>
                  </a:cxn>
                  <a:cxn ang="0">
                    <a:pos x="301" y="0"/>
                  </a:cxn>
                </a:cxnLst>
                <a:rect l="0" t="0" r="r" b="b"/>
                <a:pathLst>
                  <a:path w="700" h="662">
                    <a:moveTo>
                      <a:pt x="301" y="0"/>
                    </a:moveTo>
                    <a:lnTo>
                      <a:pt x="174" y="74"/>
                    </a:lnTo>
                    <a:lnTo>
                      <a:pt x="0" y="174"/>
                    </a:lnTo>
                    <a:lnTo>
                      <a:pt x="579" y="662"/>
                    </a:lnTo>
                    <a:lnTo>
                      <a:pt x="646" y="479"/>
                    </a:lnTo>
                    <a:lnTo>
                      <a:pt x="700" y="335"/>
                    </a:lnTo>
                    <a:lnTo>
                      <a:pt x="301" y="0"/>
                    </a:lnTo>
                  </a:path>
                </a:pathLst>
              </a:custGeom>
              <a:noFill/>
              <a:ln w="9525">
                <a:noFill/>
                <a:round/>
              </a:ln>
            </p:spPr>
            <p:txBody>
              <a:bodyPr vert="horz" wrap="square" lIns="82938" tIns="41469" rIns="82938" bIns="41469" numCol="1" anchor="t" anchorCtr="0" compatLnSpc="1"/>
              <a:lstStyle/>
              <a:p>
                <a:endParaRPr lang="en-GB" sz="1815"/>
              </a:p>
            </p:txBody>
          </p:sp>
          <p:sp>
            <p:nvSpPr>
              <p:cNvPr id="51593" name="Freeform 393"/>
              <p:cNvSpPr/>
              <p:nvPr/>
            </p:nvSpPr>
            <p:spPr bwMode="auto">
              <a:xfrm>
                <a:off x="2401" y="3217"/>
                <a:ext cx="127" cy="74"/>
              </a:xfrm>
              <a:custGeom>
                <a:avLst/>
                <a:gdLst/>
                <a:ahLst/>
                <a:cxnLst>
                  <a:cxn ang="0">
                    <a:pos x="127" y="0"/>
                  </a:cxn>
                  <a:cxn ang="0">
                    <a:pos x="0" y="74"/>
                  </a:cxn>
                  <a:cxn ang="0">
                    <a:pos x="127" y="0"/>
                  </a:cxn>
                  <a:cxn ang="0">
                    <a:pos x="127" y="0"/>
                  </a:cxn>
                </a:cxnLst>
                <a:rect l="0" t="0" r="r" b="b"/>
                <a:pathLst>
                  <a:path w="127" h="74">
                    <a:moveTo>
                      <a:pt x="127" y="0"/>
                    </a:moveTo>
                    <a:lnTo>
                      <a:pt x="0" y="74"/>
                    </a:lnTo>
                    <a:lnTo>
                      <a:pt x="127" y="0"/>
                    </a:lnTo>
                    <a:lnTo>
                      <a:pt x="127"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94" name="Freeform 394"/>
              <p:cNvSpPr/>
              <p:nvPr/>
            </p:nvSpPr>
            <p:spPr bwMode="auto">
              <a:xfrm>
                <a:off x="2401" y="3217"/>
                <a:ext cx="127" cy="74"/>
              </a:xfrm>
              <a:custGeom>
                <a:avLst/>
                <a:gdLst/>
                <a:ahLst/>
                <a:cxnLst>
                  <a:cxn ang="0">
                    <a:pos x="127" y="0"/>
                  </a:cxn>
                  <a:cxn ang="0">
                    <a:pos x="0" y="74"/>
                  </a:cxn>
                  <a:cxn ang="0">
                    <a:pos x="127" y="0"/>
                  </a:cxn>
                  <a:cxn ang="0">
                    <a:pos x="127" y="0"/>
                  </a:cxn>
                </a:cxnLst>
                <a:rect l="0" t="0" r="r" b="b"/>
                <a:pathLst>
                  <a:path w="127" h="74">
                    <a:moveTo>
                      <a:pt x="127" y="0"/>
                    </a:moveTo>
                    <a:lnTo>
                      <a:pt x="0" y="74"/>
                    </a:lnTo>
                    <a:lnTo>
                      <a:pt x="127" y="0"/>
                    </a:lnTo>
                    <a:lnTo>
                      <a:pt x="127" y="0"/>
                    </a:lnTo>
                  </a:path>
                </a:pathLst>
              </a:custGeom>
              <a:noFill/>
              <a:ln w="9525">
                <a:noFill/>
                <a:round/>
              </a:ln>
            </p:spPr>
            <p:txBody>
              <a:bodyPr vert="horz" wrap="square" lIns="82938" tIns="41469" rIns="82938" bIns="41469" numCol="1" anchor="t" anchorCtr="0" compatLnSpc="1"/>
              <a:lstStyle/>
              <a:p>
                <a:endParaRPr lang="en-GB" sz="1815"/>
              </a:p>
            </p:txBody>
          </p:sp>
          <p:sp>
            <p:nvSpPr>
              <p:cNvPr id="51595" name="Freeform 395"/>
              <p:cNvSpPr/>
              <p:nvPr/>
            </p:nvSpPr>
            <p:spPr bwMode="auto">
              <a:xfrm>
                <a:off x="2227" y="3291"/>
                <a:ext cx="646" cy="588"/>
              </a:xfrm>
              <a:custGeom>
                <a:avLst/>
                <a:gdLst/>
                <a:ahLst/>
                <a:cxnLst>
                  <a:cxn ang="0">
                    <a:pos x="174" y="0"/>
                  </a:cxn>
                  <a:cxn ang="0">
                    <a:pos x="0" y="100"/>
                  </a:cxn>
                  <a:cxn ang="0">
                    <a:pos x="581" y="588"/>
                  </a:cxn>
                  <a:cxn ang="0">
                    <a:pos x="583" y="583"/>
                  </a:cxn>
                  <a:cxn ang="0">
                    <a:pos x="583" y="583"/>
                  </a:cxn>
                  <a:cxn ang="0">
                    <a:pos x="646" y="405"/>
                  </a:cxn>
                  <a:cxn ang="0">
                    <a:pos x="579" y="588"/>
                  </a:cxn>
                  <a:cxn ang="0">
                    <a:pos x="0" y="100"/>
                  </a:cxn>
                  <a:cxn ang="0">
                    <a:pos x="174" y="0"/>
                  </a:cxn>
                </a:cxnLst>
                <a:rect l="0" t="0" r="r" b="b"/>
                <a:pathLst>
                  <a:path w="646" h="588">
                    <a:moveTo>
                      <a:pt x="174" y="0"/>
                    </a:moveTo>
                    <a:lnTo>
                      <a:pt x="0" y="100"/>
                    </a:lnTo>
                    <a:lnTo>
                      <a:pt x="581" y="588"/>
                    </a:lnTo>
                    <a:lnTo>
                      <a:pt x="583" y="583"/>
                    </a:lnTo>
                    <a:lnTo>
                      <a:pt x="583" y="583"/>
                    </a:lnTo>
                    <a:lnTo>
                      <a:pt x="646" y="405"/>
                    </a:lnTo>
                    <a:lnTo>
                      <a:pt x="579" y="588"/>
                    </a:lnTo>
                    <a:lnTo>
                      <a:pt x="0" y="100"/>
                    </a:lnTo>
                    <a:lnTo>
                      <a:pt x="17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96" name="Freeform 396"/>
              <p:cNvSpPr/>
              <p:nvPr/>
            </p:nvSpPr>
            <p:spPr bwMode="auto">
              <a:xfrm>
                <a:off x="2227" y="3291"/>
                <a:ext cx="646" cy="588"/>
              </a:xfrm>
              <a:custGeom>
                <a:avLst/>
                <a:gdLst/>
                <a:ahLst/>
                <a:cxnLst>
                  <a:cxn ang="0">
                    <a:pos x="174" y="0"/>
                  </a:cxn>
                  <a:cxn ang="0">
                    <a:pos x="0" y="100"/>
                  </a:cxn>
                  <a:cxn ang="0">
                    <a:pos x="581" y="588"/>
                  </a:cxn>
                  <a:cxn ang="0">
                    <a:pos x="583" y="583"/>
                  </a:cxn>
                  <a:cxn ang="0">
                    <a:pos x="583" y="583"/>
                  </a:cxn>
                  <a:cxn ang="0">
                    <a:pos x="646" y="405"/>
                  </a:cxn>
                  <a:cxn ang="0">
                    <a:pos x="579" y="588"/>
                  </a:cxn>
                  <a:cxn ang="0">
                    <a:pos x="0" y="100"/>
                  </a:cxn>
                  <a:cxn ang="0">
                    <a:pos x="174" y="0"/>
                  </a:cxn>
                </a:cxnLst>
                <a:rect l="0" t="0" r="r" b="b"/>
                <a:pathLst>
                  <a:path w="646" h="588">
                    <a:moveTo>
                      <a:pt x="174" y="0"/>
                    </a:moveTo>
                    <a:lnTo>
                      <a:pt x="0" y="100"/>
                    </a:lnTo>
                    <a:lnTo>
                      <a:pt x="581" y="588"/>
                    </a:lnTo>
                    <a:lnTo>
                      <a:pt x="583" y="583"/>
                    </a:lnTo>
                    <a:lnTo>
                      <a:pt x="583" y="583"/>
                    </a:lnTo>
                    <a:lnTo>
                      <a:pt x="646" y="405"/>
                    </a:lnTo>
                    <a:lnTo>
                      <a:pt x="579" y="588"/>
                    </a:lnTo>
                    <a:lnTo>
                      <a:pt x="0" y="100"/>
                    </a:lnTo>
                    <a:lnTo>
                      <a:pt x="174" y="0"/>
                    </a:lnTo>
                  </a:path>
                </a:pathLst>
              </a:custGeom>
              <a:noFill/>
              <a:ln w="9525">
                <a:noFill/>
                <a:round/>
              </a:ln>
            </p:spPr>
            <p:txBody>
              <a:bodyPr vert="horz" wrap="square" lIns="82938" tIns="41469" rIns="82938" bIns="41469" numCol="1" anchor="t" anchorCtr="0" compatLnSpc="1"/>
              <a:lstStyle/>
              <a:p>
                <a:endParaRPr lang="en-GB" sz="1815"/>
              </a:p>
            </p:txBody>
          </p:sp>
          <p:sp>
            <p:nvSpPr>
              <p:cNvPr id="51597" name="Freeform 397"/>
              <p:cNvSpPr/>
              <p:nvPr/>
            </p:nvSpPr>
            <p:spPr bwMode="auto">
              <a:xfrm>
                <a:off x="2219" y="3201"/>
                <a:ext cx="299" cy="172"/>
              </a:xfrm>
              <a:custGeom>
                <a:avLst/>
                <a:gdLst/>
                <a:ahLst/>
                <a:cxnLst>
                  <a:cxn ang="0">
                    <a:pos x="299" y="0"/>
                  </a:cxn>
                  <a:cxn ang="0">
                    <a:pos x="0" y="172"/>
                  </a:cxn>
                  <a:cxn ang="0">
                    <a:pos x="0" y="172"/>
                  </a:cxn>
                  <a:cxn ang="0">
                    <a:pos x="3" y="169"/>
                  </a:cxn>
                  <a:cxn ang="0">
                    <a:pos x="3" y="169"/>
                  </a:cxn>
                  <a:cxn ang="0">
                    <a:pos x="299" y="0"/>
                  </a:cxn>
                </a:cxnLst>
                <a:rect l="0" t="0" r="r" b="b"/>
                <a:pathLst>
                  <a:path w="299" h="172">
                    <a:moveTo>
                      <a:pt x="299" y="0"/>
                    </a:moveTo>
                    <a:lnTo>
                      <a:pt x="0" y="172"/>
                    </a:lnTo>
                    <a:lnTo>
                      <a:pt x="0" y="172"/>
                    </a:lnTo>
                    <a:lnTo>
                      <a:pt x="3" y="169"/>
                    </a:lnTo>
                    <a:lnTo>
                      <a:pt x="3" y="169"/>
                    </a:lnTo>
                    <a:lnTo>
                      <a:pt x="299"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98" name="Freeform 398"/>
              <p:cNvSpPr/>
              <p:nvPr/>
            </p:nvSpPr>
            <p:spPr bwMode="auto">
              <a:xfrm>
                <a:off x="2219" y="3201"/>
                <a:ext cx="299" cy="172"/>
              </a:xfrm>
              <a:custGeom>
                <a:avLst/>
                <a:gdLst/>
                <a:ahLst/>
                <a:cxnLst>
                  <a:cxn ang="0">
                    <a:pos x="299" y="0"/>
                  </a:cxn>
                  <a:cxn ang="0">
                    <a:pos x="0" y="172"/>
                  </a:cxn>
                  <a:cxn ang="0">
                    <a:pos x="0" y="172"/>
                  </a:cxn>
                  <a:cxn ang="0">
                    <a:pos x="3" y="169"/>
                  </a:cxn>
                  <a:cxn ang="0">
                    <a:pos x="3" y="169"/>
                  </a:cxn>
                  <a:cxn ang="0">
                    <a:pos x="299" y="0"/>
                  </a:cxn>
                </a:cxnLst>
                <a:rect l="0" t="0" r="r" b="b"/>
                <a:pathLst>
                  <a:path w="299" h="172">
                    <a:moveTo>
                      <a:pt x="299" y="0"/>
                    </a:moveTo>
                    <a:lnTo>
                      <a:pt x="0" y="172"/>
                    </a:lnTo>
                    <a:lnTo>
                      <a:pt x="0" y="172"/>
                    </a:lnTo>
                    <a:lnTo>
                      <a:pt x="3" y="169"/>
                    </a:lnTo>
                    <a:lnTo>
                      <a:pt x="3" y="169"/>
                    </a:lnTo>
                    <a:lnTo>
                      <a:pt x="299" y="0"/>
                    </a:lnTo>
                  </a:path>
                </a:pathLst>
              </a:custGeom>
              <a:noFill/>
              <a:ln w="9525">
                <a:noFill/>
                <a:round/>
              </a:ln>
            </p:spPr>
            <p:txBody>
              <a:bodyPr vert="horz" wrap="square" lIns="82938" tIns="41469" rIns="82938" bIns="41469" numCol="1" anchor="t" anchorCtr="0" compatLnSpc="1"/>
              <a:lstStyle/>
              <a:p>
                <a:endParaRPr lang="en-GB" sz="1815"/>
              </a:p>
            </p:txBody>
          </p:sp>
          <p:sp>
            <p:nvSpPr>
              <p:cNvPr id="51599" name="Freeform 399"/>
              <p:cNvSpPr>
                <a:spLocks noEditPoints="1"/>
              </p:cNvSpPr>
              <p:nvPr/>
            </p:nvSpPr>
            <p:spPr bwMode="auto">
              <a:xfrm>
                <a:off x="2219" y="3199"/>
                <a:ext cx="309" cy="192"/>
              </a:xfrm>
              <a:custGeom>
                <a:avLst/>
                <a:gdLst/>
                <a:ahLst/>
                <a:cxnLst>
                  <a:cxn ang="0">
                    <a:pos x="0" y="174"/>
                  </a:cxn>
                  <a:cxn ang="0">
                    <a:pos x="0" y="174"/>
                  </a:cxn>
                  <a:cxn ang="0">
                    <a:pos x="0" y="174"/>
                  </a:cxn>
                  <a:cxn ang="0">
                    <a:pos x="0" y="174"/>
                  </a:cxn>
                  <a:cxn ang="0">
                    <a:pos x="0" y="174"/>
                  </a:cxn>
                  <a:cxn ang="0">
                    <a:pos x="301" y="0"/>
                  </a:cxn>
                  <a:cxn ang="0">
                    <a:pos x="299" y="2"/>
                  </a:cxn>
                  <a:cxn ang="0">
                    <a:pos x="3" y="171"/>
                  </a:cxn>
                  <a:cxn ang="0">
                    <a:pos x="6" y="186"/>
                  </a:cxn>
                  <a:cxn ang="0">
                    <a:pos x="8" y="192"/>
                  </a:cxn>
                  <a:cxn ang="0">
                    <a:pos x="8" y="192"/>
                  </a:cxn>
                  <a:cxn ang="0">
                    <a:pos x="182" y="92"/>
                  </a:cxn>
                  <a:cxn ang="0">
                    <a:pos x="309" y="18"/>
                  </a:cxn>
                  <a:cxn ang="0">
                    <a:pos x="309" y="18"/>
                  </a:cxn>
                  <a:cxn ang="0">
                    <a:pos x="304" y="22"/>
                  </a:cxn>
                  <a:cxn ang="0">
                    <a:pos x="301" y="0"/>
                  </a:cxn>
                </a:cxnLst>
                <a:rect l="0" t="0" r="r" b="b"/>
                <a:pathLst>
                  <a:path w="309" h="192">
                    <a:moveTo>
                      <a:pt x="0" y="174"/>
                    </a:moveTo>
                    <a:lnTo>
                      <a:pt x="0" y="174"/>
                    </a:lnTo>
                    <a:lnTo>
                      <a:pt x="0" y="174"/>
                    </a:lnTo>
                    <a:lnTo>
                      <a:pt x="0" y="174"/>
                    </a:lnTo>
                    <a:lnTo>
                      <a:pt x="0" y="174"/>
                    </a:lnTo>
                    <a:close/>
                    <a:moveTo>
                      <a:pt x="301" y="0"/>
                    </a:moveTo>
                    <a:lnTo>
                      <a:pt x="299" y="2"/>
                    </a:lnTo>
                    <a:lnTo>
                      <a:pt x="3" y="171"/>
                    </a:lnTo>
                    <a:lnTo>
                      <a:pt x="6" y="186"/>
                    </a:lnTo>
                    <a:lnTo>
                      <a:pt x="8" y="192"/>
                    </a:lnTo>
                    <a:lnTo>
                      <a:pt x="8" y="192"/>
                    </a:lnTo>
                    <a:lnTo>
                      <a:pt x="182" y="92"/>
                    </a:lnTo>
                    <a:lnTo>
                      <a:pt x="309" y="18"/>
                    </a:lnTo>
                    <a:lnTo>
                      <a:pt x="309" y="18"/>
                    </a:lnTo>
                    <a:lnTo>
                      <a:pt x="304" y="22"/>
                    </a:lnTo>
                    <a:lnTo>
                      <a:pt x="30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00" name="Rectangle 400"/>
              <p:cNvSpPr>
                <a:spLocks noChangeArrowheads="1"/>
              </p:cNvSpPr>
              <p:nvPr/>
            </p:nvSpPr>
            <p:spPr bwMode="auto">
              <a:xfrm>
                <a:off x="2219" y="337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01" name="Freeform 401"/>
              <p:cNvSpPr/>
              <p:nvPr/>
            </p:nvSpPr>
            <p:spPr bwMode="auto">
              <a:xfrm>
                <a:off x="2222" y="3199"/>
                <a:ext cx="306" cy="192"/>
              </a:xfrm>
              <a:custGeom>
                <a:avLst/>
                <a:gdLst/>
                <a:ahLst/>
                <a:cxnLst>
                  <a:cxn ang="0">
                    <a:pos x="298" y="0"/>
                  </a:cxn>
                  <a:cxn ang="0">
                    <a:pos x="296" y="2"/>
                  </a:cxn>
                  <a:cxn ang="0">
                    <a:pos x="0" y="171"/>
                  </a:cxn>
                  <a:cxn ang="0">
                    <a:pos x="3" y="186"/>
                  </a:cxn>
                  <a:cxn ang="0">
                    <a:pos x="5" y="192"/>
                  </a:cxn>
                  <a:cxn ang="0">
                    <a:pos x="5" y="192"/>
                  </a:cxn>
                  <a:cxn ang="0">
                    <a:pos x="179" y="92"/>
                  </a:cxn>
                  <a:cxn ang="0">
                    <a:pos x="306" y="18"/>
                  </a:cxn>
                  <a:cxn ang="0">
                    <a:pos x="306" y="18"/>
                  </a:cxn>
                  <a:cxn ang="0">
                    <a:pos x="301" y="22"/>
                  </a:cxn>
                  <a:cxn ang="0">
                    <a:pos x="298" y="0"/>
                  </a:cxn>
                </a:cxnLst>
                <a:rect l="0" t="0" r="r" b="b"/>
                <a:pathLst>
                  <a:path w="306" h="192">
                    <a:moveTo>
                      <a:pt x="298" y="0"/>
                    </a:moveTo>
                    <a:lnTo>
                      <a:pt x="296" y="2"/>
                    </a:lnTo>
                    <a:lnTo>
                      <a:pt x="0" y="171"/>
                    </a:lnTo>
                    <a:lnTo>
                      <a:pt x="3" y="186"/>
                    </a:lnTo>
                    <a:lnTo>
                      <a:pt x="5" y="192"/>
                    </a:lnTo>
                    <a:lnTo>
                      <a:pt x="5" y="192"/>
                    </a:lnTo>
                    <a:lnTo>
                      <a:pt x="179" y="92"/>
                    </a:lnTo>
                    <a:lnTo>
                      <a:pt x="306" y="18"/>
                    </a:lnTo>
                    <a:lnTo>
                      <a:pt x="306" y="18"/>
                    </a:lnTo>
                    <a:lnTo>
                      <a:pt x="301" y="22"/>
                    </a:lnTo>
                    <a:lnTo>
                      <a:pt x="298" y="0"/>
                    </a:lnTo>
                  </a:path>
                </a:pathLst>
              </a:custGeom>
              <a:noFill/>
              <a:ln w="9525">
                <a:noFill/>
                <a:round/>
              </a:ln>
            </p:spPr>
            <p:txBody>
              <a:bodyPr vert="horz" wrap="square" lIns="82938" tIns="41469" rIns="82938" bIns="41469" numCol="1" anchor="t" anchorCtr="0" compatLnSpc="1"/>
              <a:lstStyle/>
              <a:p>
                <a:endParaRPr lang="en-GB" sz="1815"/>
              </a:p>
            </p:txBody>
          </p:sp>
          <p:sp>
            <p:nvSpPr>
              <p:cNvPr id="51602" name="Freeform 402"/>
              <p:cNvSpPr/>
              <p:nvPr/>
            </p:nvSpPr>
            <p:spPr bwMode="auto">
              <a:xfrm>
                <a:off x="2204" y="3373"/>
                <a:ext cx="15" cy="8"/>
              </a:xfrm>
              <a:custGeom>
                <a:avLst/>
                <a:gdLst/>
                <a:ahLst/>
                <a:cxnLst>
                  <a:cxn ang="0">
                    <a:pos x="15" y="0"/>
                  </a:cxn>
                  <a:cxn ang="0">
                    <a:pos x="0" y="8"/>
                  </a:cxn>
                  <a:cxn ang="0">
                    <a:pos x="0" y="8"/>
                  </a:cxn>
                  <a:cxn ang="0">
                    <a:pos x="15" y="0"/>
                  </a:cxn>
                  <a:cxn ang="0">
                    <a:pos x="15" y="0"/>
                  </a:cxn>
                </a:cxnLst>
                <a:rect l="0" t="0" r="r" b="b"/>
                <a:pathLst>
                  <a:path w="15" h="8">
                    <a:moveTo>
                      <a:pt x="15" y="0"/>
                    </a:moveTo>
                    <a:lnTo>
                      <a:pt x="0" y="8"/>
                    </a:lnTo>
                    <a:lnTo>
                      <a:pt x="0" y="8"/>
                    </a:lnTo>
                    <a:lnTo>
                      <a:pt x="15" y="0"/>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03" name="Freeform 403"/>
              <p:cNvSpPr/>
              <p:nvPr/>
            </p:nvSpPr>
            <p:spPr bwMode="auto">
              <a:xfrm>
                <a:off x="2204" y="3373"/>
                <a:ext cx="15" cy="8"/>
              </a:xfrm>
              <a:custGeom>
                <a:avLst/>
                <a:gdLst/>
                <a:ahLst/>
                <a:cxnLst>
                  <a:cxn ang="0">
                    <a:pos x="15" y="0"/>
                  </a:cxn>
                  <a:cxn ang="0">
                    <a:pos x="0" y="8"/>
                  </a:cxn>
                  <a:cxn ang="0">
                    <a:pos x="0" y="8"/>
                  </a:cxn>
                  <a:cxn ang="0">
                    <a:pos x="15" y="0"/>
                  </a:cxn>
                  <a:cxn ang="0">
                    <a:pos x="15" y="0"/>
                  </a:cxn>
                </a:cxnLst>
                <a:rect l="0" t="0" r="r" b="b"/>
                <a:pathLst>
                  <a:path w="15" h="8">
                    <a:moveTo>
                      <a:pt x="15" y="0"/>
                    </a:moveTo>
                    <a:lnTo>
                      <a:pt x="0" y="8"/>
                    </a:lnTo>
                    <a:lnTo>
                      <a:pt x="0" y="8"/>
                    </a:lnTo>
                    <a:lnTo>
                      <a:pt x="15" y="0"/>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604" name="Freeform 404"/>
              <p:cNvSpPr/>
              <p:nvPr/>
            </p:nvSpPr>
            <p:spPr bwMode="auto">
              <a:xfrm>
                <a:off x="2538" y="3152"/>
                <a:ext cx="64" cy="37"/>
              </a:xfrm>
              <a:custGeom>
                <a:avLst/>
                <a:gdLst/>
                <a:ahLst/>
                <a:cxnLst>
                  <a:cxn ang="0">
                    <a:pos x="64" y="0"/>
                  </a:cxn>
                  <a:cxn ang="0">
                    <a:pos x="0" y="37"/>
                  </a:cxn>
                  <a:cxn ang="0">
                    <a:pos x="0" y="37"/>
                  </a:cxn>
                  <a:cxn ang="0">
                    <a:pos x="64" y="0"/>
                  </a:cxn>
                </a:cxnLst>
                <a:rect l="0" t="0" r="r" b="b"/>
                <a:pathLst>
                  <a:path w="64" h="37">
                    <a:moveTo>
                      <a:pt x="64" y="0"/>
                    </a:moveTo>
                    <a:lnTo>
                      <a:pt x="0" y="37"/>
                    </a:lnTo>
                    <a:lnTo>
                      <a:pt x="0" y="37"/>
                    </a:lnTo>
                    <a:lnTo>
                      <a:pt x="6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05" name="Freeform 405"/>
              <p:cNvSpPr/>
              <p:nvPr/>
            </p:nvSpPr>
            <p:spPr bwMode="auto">
              <a:xfrm>
                <a:off x="2538" y="3152"/>
                <a:ext cx="64" cy="37"/>
              </a:xfrm>
              <a:custGeom>
                <a:avLst/>
                <a:gdLst/>
                <a:ahLst/>
                <a:cxnLst>
                  <a:cxn ang="0">
                    <a:pos x="64" y="0"/>
                  </a:cxn>
                  <a:cxn ang="0">
                    <a:pos x="0" y="37"/>
                  </a:cxn>
                  <a:cxn ang="0">
                    <a:pos x="0" y="37"/>
                  </a:cxn>
                  <a:cxn ang="0">
                    <a:pos x="64" y="0"/>
                  </a:cxn>
                </a:cxnLst>
                <a:rect l="0" t="0" r="r" b="b"/>
                <a:pathLst>
                  <a:path w="64" h="37">
                    <a:moveTo>
                      <a:pt x="64" y="0"/>
                    </a:moveTo>
                    <a:lnTo>
                      <a:pt x="0" y="37"/>
                    </a:lnTo>
                    <a:lnTo>
                      <a:pt x="0" y="37"/>
                    </a:lnTo>
                    <a:lnTo>
                      <a:pt x="64" y="0"/>
                    </a:lnTo>
                  </a:path>
                </a:pathLst>
              </a:custGeom>
              <a:noFill/>
              <a:ln w="9525">
                <a:noFill/>
                <a:round/>
              </a:ln>
            </p:spPr>
            <p:txBody>
              <a:bodyPr vert="horz" wrap="square" lIns="82938" tIns="41469" rIns="82938" bIns="41469" numCol="1" anchor="t" anchorCtr="0" compatLnSpc="1"/>
              <a:lstStyle/>
              <a:p>
                <a:endParaRPr lang="en-GB" sz="1815"/>
              </a:p>
            </p:txBody>
          </p:sp>
          <p:sp>
            <p:nvSpPr>
              <p:cNvPr id="51606" name="Rectangle 406"/>
              <p:cNvSpPr>
                <a:spLocks noChangeArrowheads="1"/>
              </p:cNvSpPr>
              <p:nvPr/>
            </p:nvSpPr>
            <p:spPr bwMode="auto">
              <a:xfrm>
                <a:off x="2538" y="3189"/>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grpSp>
        <p:grpSp>
          <p:nvGrpSpPr>
            <p:cNvPr id="6" name="Group 608"/>
            <p:cNvGrpSpPr/>
            <p:nvPr/>
          </p:nvGrpSpPr>
          <p:grpSpPr bwMode="auto">
            <a:xfrm>
              <a:off x="2204" y="2787"/>
              <a:ext cx="2305" cy="1463"/>
              <a:chOff x="2204" y="2787"/>
              <a:chExt cx="2305" cy="1463"/>
            </a:xfrm>
          </p:grpSpPr>
          <p:sp>
            <p:nvSpPr>
              <p:cNvPr id="51608" name="Rectangle 408"/>
              <p:cNvSpPr>
                <a:spLocks noChangeArrowheads="1"/>
              </p:cNvSpPr>
              <p:nvPr/>
            </p:nvSpPr>
            <p:spPr bwMode="auto">
              <a:xfrm>
                <a:off x="2538" y="318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09" name="Freeform 409"/>
              <p:cNvSpPr/>
              <p:nvPr/>
            </p:nvSpPr>
            <p:spPr bwMode="auto">
              <a:xfrm>
                <a:off x="2520" y="3189"/>
                <a:ext cx="18" cy="32"/>
              </a:xfrm>
              <a:custGeom>
                <a:avLst/>
                <a:gdLst/>
                <a:ahLst/>
                <a:cxnLst>
                  <a:cxn ang="0">
                    <a:pos x="18" y="0"/>
                  </a:cxn>
                  <a:cxn ang="0">
                    <a:pos x="7" y="7"/>
                  </a:cxn>
                  <a:cxn ang="0">
                    <a:pos x="0" y="10"/>
                  </a:cxn>
                  <a:cxn ang="0">
                    <a:pos x="3" y="32"/>
                  </a:cxn>
                  <a:cxn ang="0">
                    <a:pos x="8" y="28"/>
                  </a:cxn>
                  <a:cxn ang="0">
                    <a:pos x="8" y="28"/>
                  </a:cxn>
                  <a:cxn ang="0">
                    <a:pos x="5" y="8"/>
                  </a:cxn>
                  <a:cxn ang="0">
                    <a:pos x="18" y="0"/>
                  </a:cxn>
                  <a:cxn ang="0">
                    <a:pos x="18" y="0"/>
                  </a:cxn>
                </a:cxnLst>
                <a:rect l="0" t="0" r="r" b="b"/>
                <a:pathLst>
                  <a:path w="18" h="32">
                    <a:moveTo>
                      <a:pt x="18" y="0"/>
                    </a:moveTo>
                    <a:lnTo>
                      <a:pt x="7" y="7"/>
                    </a:lnTo>
                    <a:lnTo>
                      <a:pt x="0" y="10"/>
                    </a:lnTo>
                    <a:lnTo>
                      <a:pt x="3" y="32"/>
                    </a:lnTo>
                    <a:lnTo>
                      <a:pt x="8" y="28"/>
                    </a:lnTo>
                    <a:lnTo>
                      <a:pt x="8" y="28"/>
                    </a:lnTo>
                    <a:lnTo>
                      <a:pt x="5" y="8"/>
                    </a:lnTo>
                    <a:lnTo>
                      <a:pt x="18" y="0"/>
                    </a:lnTo>
                    <a:lnTo>
                      <a:pt x="1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0" name="Freeform 410"/>
              <p:cNvSpPr/>
              <p:nvPr/>
            </p:nvSpPr>
            <p:spPr bwMode="auto">
              <a:xfrm>
                <a:off x="2520" y="3189"/>
                <a:ext cx="18" cy="32"/>
              </a:xfrm>
              <a:custGeom>
                <a:avLst/>
                <a:gdLst/>
                <a:ahLst/>
                <a:cxnLst>
                  <a:cxn ang="0">
                    <a:pos x="18" y="0"/>
                  </a:cxn>
                  <a:cxn ang="0">
                    <a:pos x="7" y="7"/>
                  </a:cxn>
                  <a:cxn ang="0">
                    <a:pos x="0" y="10"/>
                  </a:cxn>
                  <a:cxn ang="0">
                    <a:pos x="3" y="32"/>
                  </a:cxn>
                  <a:cxn ang="0">
                    <a:pos x="8" y="28"/>
                  </a:cxn>
                  <a:cxn ang="0">
                    <a:pos x="8" y="28"/>
                  </a:cxn>
                  <a:cxn ang="0">
                    <a:pos x="5" y="8"/>
                  </a:cxn>
                  <a:cxn ang="0">
                    <a:pos x="18" y="0"/>
                  </a:cxn>
                  <a:cxn ang="0">
                    <a:pos x="18" y="0"/>
                  </a:cxn>
                </a:cxnLst>
                <a:rect l="0" t="0" r="r" b="b"/>
                <a:pathLst>
                  <a:path w="18" h="32">
                    <a:moveTo>
                      <a:pt x="18" y="0"/>
                    </a:moveTo>
                    <a:lnTo>
                      <a:pt x="7" y="7"/>
                    </a:lnTo>
                    <a:lnTo>
                      <a:pt x="0" y="10"/>
                    </a:lnTo>
                    <a:lnTo>
                      <a:pt x="3" y="32"/>
                    </a:lnTo>
                    <a:lnTo>
                      <a:pt x="8" y="28"/>
                    </a:lnTo>
                    <a:lnTo>
                      <a:pt x="8" y="28"/>
                    </a:lnTo>
                    <a:lnTo>
                      <a:pt x="5" y="8"/>
                    </a:lnTo>
                    <a:lnTo>
                      <a:pt x="18" y="0"/>
                    </a:lnTo>
                    <a:lnTo>
                      <a:pt x="18" y="0"/>
                    </a:lnTo>
                  </a:path>
                </a:pathLst>
              </a:custGeom>
              <a:noFill/>
              <a:ln w="9525">
                <a:noFill/>
                <a:round/>
              </a:ln>
            </p:spPr>
            <p:txBody>
              <a:bodyPr vert="horz" wrap="square" lIns="82938" tIns="41469" rIns="82938" bIns="41469" numCol="1" anchor="t" anchorCtr="0" compatLnSpc="1"/>
              <a:lstStyle/>
              <a:p>
                <a:endParaRPr lang="en-GB" sz="1815"/>
              </a:p>
            </p:txBody>
          </p:sp>
          <p:sp>
            <p:nvSpPr>
              <p:cNvPr id="51611" name="Freeform 411"/>
              <p:cNvSpPr/>
              <p:nvPr/>
            </p:nvSpPr>
            <p:spPr bwMode="auto">
              <a:xfrm>
                <a:off x="2209" y="3391"/>
                <a:ext cx="599" cy="508"/>
              </a:xfrm>
              <a:custGeom>
                <a:avLst/>
                <a:gdLst/>
                <a:ahLst/>
                <a:cxnLst>
                  <a:cxn ang="0">
                    <a:pos x="18" y="0"/>
                  </a:cxn>
                  <a:cxn ang="0">
                    <a:pos x="13" y="2"/>
                  </a:cxn>
                  <a:cxn ang="0">
                    <a:pos x="13" y="2"/>
                  </a:cxn>
                  <a:cxn ang="0">
                    <a:pos x="0" y="10"/>
                  </a:cxn>
                  <a:cxn ang="0">
                    <a:pos x="591" y="508"/>
                  </a:cxn>
                  <a:cxn ang="0">
                    <a:pos x="599" y="488"/>
                  </a:cxn>
                  <a:cxn ang="0">
                    <a:pos x="18" y="0"/>
                  </a:cxn>
                </a:cxnLst>
                <a:rect l="0" t="0" r="r" b="b"/>
                <a:pathLst>
                  <a:path w="599" h="508">
                    <a:moveTo>
                      <a:pt x="18" y="0"/>
                    </a:moveTo>
                    <a:lnTo>
                      <a:pt x="13" y="2"/>
                    </a:lnTo>
                    <a:lnTo>
                      <a:pt x="13" y="2"/>
                    </a:lnTo>
                    <a:lnTo>
                      <a:pt x="0" y="10"/>
                    </a:lnTo>
                    <a:lnTo>
                      <a:pt x="591" y="508"/>
                    </a:lnTo>
                    <a:lnTo>
                      <a:pt x="599" y="488"/>
                    </a:lnTo>
                    <a:lnTo>
                      <a:pt x="1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2" name="Freeform 412"/>
              <p:cNvSpPr/>
              <p:nvPr/>
            </p:nvSpPr>
            <p:spPr bwMode="auto">
              <a:xfrm>
                <a:off x="2209" y="3391"/>
                <a:ext cx="599" cy="508"/>
              </a:xfrm>
              <a:custGeom>
                <a:avLst/>
                <a:gdLst/>
                <a:ahLst/>
                <a:cxnLst>
                  <a:cxn ang="0">
                    <a:pos x="18" y="0"/>
                  </a:cxn>
                  <a:cxn ang="0">
                    <a:pos x="13" y="2"/>
                  </a:cxn>
                  <a:cxn ang="0">
                    <a:pos x="13" y="2"/>
                  </a:cxn>
                  <a:cxn ang="0">
                    <a:pos x="0" y="10"/>
                  </a:cxn>
                  <a:cxn ang="0">
                    <a:pos x="591" y="508"/>
                  </a:cxn>
                  <a:cxn ang="0">
                    <a:pos x="599" y="488"/>
                  </a:cxn>
                  <a:cxn ang="0">
                    <a:pos x="18" y="0"/>
                  </a:cxn>
                </a:cxnLst>
                <a:rect l="0" t="0" r="r" b="b"/>
                <a:pathLst>
                  <a:path w="599" h="508">
                    <a:moveTo>
                      <a:pt x="18" y="0"/>
                    </a:moveTo>
                    <a:lnTo>
                      <a:pt x="13" y="2"/>
                    </a:lnTo>
                    <a:lnTo>
                      <a:pt x="13" y="2"/>
                    </a:lnTo>
                    <a:lnTo>
                      <a:pt x="0" y="10"/>
                    </a:lnTo>
                    <a:lnTo>
                      <a:pt x="591" y="508"/>
                    </a:lnTo>
                    <a:lnTo>
                      <a:pt x="599" y="488"/>
                    </a:lnTo>
                    <a:lnTo>
                      <a:pt x="18" y="0"/>
                    </a:lnTo>
                  </a:path>
                </a:pathLst>
              </a:custGeom>
              <a:noFill/>
              <a:ln w="9525">
                <a:noFill/>
                <a:round/>
              </a:ln>
            </p:spPr>
            <p:txBody>
              <a:bodyPr vert="horz" wrap="square" lIns="82938" tIns="41469" rIns="82938" bIns="41469" numCol="1" anchor="t" anchorCtr="0" compatLnSpc="1"/>
              <a:lstStyle/>
              <a:p>
                <a:endParaRPr lang="en-GB" sz="1815"/>
              </a:p>
            </p:txBody>
          </p:sp>
          <p:sp>
            <p:nvSpPr>
              <p:cNvPr id="51613" name="Freeform 413"/>
              <p:cNvSpPr/>
              <p:nvPr/>
            </p:nvSpPr>
            <p:spPr bwMode="auto">
              <a:xfrm>
                <a:off x="2209" y="3393"/>
                <a:ext cx="13" cy="8"/>
              </a:xfrm>
              <a:custGeom>
                <a:avLst/>
                <a:gdLst/>
                <a:ahLst/>
                <a:cxnLst>
                  <a:cxn ang="0">
                    <a:pos x="13" y="0"/>
                  </a:cxn>
                  <a:cxn ang="0">
                    <a:pos x="0" y="8"/>
                  </a:cxn>
                  <a:cxn ang="0">
                    <a:pos x="0" y="8"/>
                  </a:cxn>
                  <a:cxn ang="0">
                    <a:pos x="13" y="0"/>
                  </a:cxn>
                </a:cxnLst>
                <a:rect l="0" t="0" r="r" b="b"/>
                <a:pathLst>
                  <a:path w="13" h="8">
                    <a:moveTo>
                      <a:pt x="13" y="0"/>
                    </a:moveTo>
                    <a:lnTo>
                      <a:pt x="0" y="8"/>
                    </a:lnTo>
                    <a:lnTo>
                      <a:pt x="0" y="8"/>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4" name="Freeform 414"/>
              <p:cNvSpPr/>
              <p:nvPr/>
            </p:nvSpPr>
            <p:spPr bwMode="auto">
              <a:xfrm>
                <a:off x="2209" y="3393"/>
                <a:ext cx="13" cy="8"/>
              </a:xfrm>
              <a:custGeom>
                <a:avLst/>
                <a:gdLst/>
                <a:ahLst/>
                <a:cxnLst>
                  <a:cxn ang="0">
                    <a:pos x="13" y="0"/>
                  </a:cxn>
                  <a:cxn ang="0">
                    <a:pos x="0" y="8"/>
                  </a:cxn>
                  <a:cxn ang="0">
                    <a:pos x="0" y="8"/>
                  </a:cxn>
                  <a:cxn ang="0">
                    <a:pos x="13" y="0"/>
                  </a:cxn>
                </a:cxnLst>
                <a:rect l="0" t="0" r="r" b="b"/>
                <a:pathLst>
                  <a:path w="13" h="8">
                    <a:moveTo>
                      <a:pt x="13" y="0"/>
                    </a:moveTo>
                    <a:lnTo>
                      <a:pt x="0" y="8"/>
                    </a:lnTo>
                    <a:lnTo>
                      <a:pt x="0" y="8"/>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615" name="Freeform 415"/>
              <p:cNvSpPr/>
              <p:nvPr/>
            </p:nvSpPr>
            <p:spPr bwMode="auto">
              <a:xfrm>
                <a:off x="2219" y="3370"/>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616" name="Freeform 416"/>
              <p:cNvSpPr/>
              <p:nvPr/>
            </p:nvSpPr>
            <p:spPr bwMode="auto">
              <a:xfrm>
                <a:off x="2219" y="3370"/>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617" name="Freeform 417"/>
              <p:cNvSpPr/>
              <p:nvPr/>
            </p:nvSpPr>
            <p:spPr bwMode="auto">
              <a:xfrm>
                <a:off x="2219" y="3370"/>
                <a:ext cx="8" cy="23"/>
              </a:xfrm>
              <a:custGeom>
                <a:avLst/>
                <a:gdLst/>
                <a:ahLst/>
                <a:cxnLst>
                  <a:cxn ang="0">
                    <a:pos x="3" y="0"/>
                  </a:cxn>
                  <a:cxn ang="0">
                    <a:pos x="0" y="3"/>
                  </a:cxn>
                  <a:cxn ang="0">
                    <a:pos x="0" y="3"/>
                  </a:cxn>
                  <a:cxn ang="0">
                    <a:pos x="3" y="23"/>
                  </a:cxn>
                  <a:cxn ang="0">
                    <a:pos x="8" y="21"/>
                  </a:cxn>
                  <a:cxn ang="0">
                    <a:pos x="8" y="21"/>
                  </a:cxn>
                  <a:cxn ang="0">
                    <a:pos x="6" y="15"/>
                  </a:cxn>
                  <a:cxn ang="0">
                    <a:pos x="3" y="0"/>
                  </a:cxn>
                </a:cxnLst>
                <a:rect l="0" t="0" r="r" b="b"/>
                <a:pathLst>
                  <a:path w="8" h="23">
                    <a:moveTo>
                      <a:pt x="3" y="0"/>
                    </a:moveTo>
                    <a:lnTo>
                      <a:pt x="0" y="3"/>
                    </a:lnTo>
                    <a:lnTo>
                      <a:pt x="0" y="3"/>
                    </a:lnTo>
                    <a:lnTo>
                      <a:pt x="3" y="23"/>
                    </a:lnTo>
                    <a:lnTo>
                      <a:pt x="8" y="21"/>
                    </a:lnTo>
                    <a:lnTo>
                      <a:pt x="8" y="21"/>
                    </a:lnTo>
                    <a:lnTo>
                      <a:pt x="6" y="15"/>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8" name="Freeform 418"/>
              <p:cNvSpPr/>
              <p:nvPr/>
            </p:nvSpPr>
            <p:spPr bwMode="auto">
              <a:xfrm>
                <a:off x="2219" y="3370"/>
                <a:ext cx="8" cy="23"/>
              </a:xfrm>
              <a:custGeom>
                <a:avLst/>
                <a:gdLst/>
                <a:ahLst/>
                <a:cxnLst>
                  <a:cxn ang="0">
                    <a:pos x="3" y="0"/>
                  </a:cxn>
                  <a:cxn ang="0">
                    <a:pos x="0" y="3"/>
                  </a:cxn>
                  <a:cxn ang="0">
                    <a:pos x="0" y="3"/>
                  </a:cxn>
                  <a:cxn ang="0">
                    <a:pos x="3" y="23"/>
                  </a:cxn>
                  <a:cxn ang="0">
                    <a:pos x="8" y="21"/>
                  </a:cxn>
                  <a:cxn ang="0">
                    <a:pos x="8" y="21"/>
                  </a:cxn>
                  <a:cxn ang="0">
                    <a:pos x="6" y="15"/>
                  </a:cxn>
                  <a:cxn ang="0">
                    <a:pos x="3" y="0"/>
                  </a:cxn>
                </a:cxnLst>
                <a:rect l="0" t="0" r="r" b="b"/>
                <a:pathLst>
                  <a:path w="8" h="23">
                    <a:moveTo>
                      <a:pt x="3" y="0"/>
                    </a:moveTo>
                    <a:lnTo>
                      <a:pt x="0" y="3"/>
                    </a:lnTo>
                    <a:lnTo>
                      <a:pt x="0" y="3"/>
                    </a:lnTo>
                    <a:lnTo>
                      <a:pt x="3" y="23"/>
                    </a:lnTo>
                    <a:lnTo>
                      <a:pt x="8" y="21"/>
                    </a:lnTo>
                    <a:lnTo>
                      <a:pt x="8" y="21"/>
                    </a:lnTo>
                    <a:lnTo>
                      <a:pt x="6" y="15"/>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619" name="Freeform 419"/>
              <p:cNvSpPr/>
              <p:nvPr/>
            </p:nvSpPr>
            <p:spPr bwMode="auto">
              <a:xfrm>
                <a:off x="2204" y="3373"/>
                <a:ext cx="18" cy="28"/>
              </a:xfrm>
              <a:custGeom>
                <a:avLst/>
                <a:gdLst/>
                <a:ahLst/>
                <a:cxnLst>
                  <a:cxn ang="0">
                    <a:pos x="15" y="0"/>
                  </a:cxn>
                  <a:cxn ang="0">
                    <a:pos x="0" y="8"/>
                  </a:cxn>
                  <a:cxn ang="0">
                    <a:pos x="5" y="28"/>
                  </a:cxn>
                  <a:cxn ang="0">
                    <a:pos x="5" y="28"/>
                  </a:cxn>
                  <a:cxn ang="0">
                    <a:pos x="18" y="20"/>
                  </a:cxn>
                  <a:cxn ang="0">
                    <a:pos x="15" y="0"/>
                  </a:cxn>
                </a:cxnLst>
                <a:rect l="0" t="0" r="r" b="b"/>
                <a:pathLst>
                  <a:path w="18" h="28">
                    <a:moveTo>
                      <a:pt x="15" y="0"/>
                    </a:moveTo>
                    <a:lnTo>
                      <a:pt x="0" y="8"/>
                    </a:lnTo>
                    <a:lnTo>
                      <a:pt x="5" y="28"/>
                    </a:lnTo>
                    <a:lnTo>
                      <a:pt x="5" y="28"/>
                    </a:lnTo>
                    <a:lnTo>
                      <a:pt x="18" y="20"/>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20" name="Freeform 420"/>
              <p:cNvSpPr/>
              <p:nvPr/>
            </p:nvSpPr>
            <p:spPr bwMode="auto">
              <a:xfrm>
                <a:off x="2204" y="3373"/>
                <a:ext cx="18" cy="28"/>
              </a:xfrm>
              <a:custGeom>
                <a:avLst/>
                <a:gdLst/>
                <a:ahLst/>
                <a:cxnLst>
                  <a:cxn ang="0">
                    <a:pos x="15" y="0"/>
                  </a:cxn>
                  <a:cxn ang="0">
                    <a:pos x="0" y="8"/>
                  </a:cxn>
                  <a:cxn ang="0">
                    <a:pos x="5" y="28"/>
                  </a:cxn>
                  <a:cxn ang="0">
                    <a:pos x="5" y="28"/>
                  </a:cxn>
                  <a:cxn ang="0">
                    <a:pos x="18" y="20"/>
                  </a:cxn>
                  <a:cxn ang="0">
                    <a:pos x="15" y="0"/>
                  </a:cxn>
                </a:cxnLst>
                <a:rect l="0" t="0" r="r" b="b"/>
                <a:pathLst>
                  <a:path w="18" h="28">
                    <a:moveTo>
                      <a:pt x="15" y="0"/>
                    </a:moveTo>
                    <a:lnTo>
                      <a:pt x="0" y="8"/>
                    </a:lnTo>
                    <a:lnTo>
                      <a:pt x="5" y="28"/>
                    </a:lnTo>
                    <a:lnTo>
                      <a:pt x="5" y="28"/>
                    </a:lnTo>
                    <a:lnTo>
                      <a:pt x="18" y="20"/>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621" name="Freeform 421"/>
              <p:cNvSpPr/>
              <p:nvPr/>
            </p:nvSpPr>
            <p:spPr bwMode="auto">
              <a:xfrm>
                <a:off x="2547" y="3028"/>
                <a:ext cx="510" cy="504"/>
              </a:xfrm>
              <a:custGeom>
                <a:avLst/>
                <a:gdLst/>
                <a:ahLst/>
                <a:cxnLst>
                  <a:cxn ang="0">
                    <a:pos x="311" y="0"/>
                  </a:cxn>
                  <a:cxn ang="0">
                    <a:pos x="0" y="179"/>
                  </a:cxn>
                  <a:cxn ang="0">
                    <a:pos x="387" y="504"/>
                  </a:cxn>
                  <a:cxn ang="0">
                    <a:pos x="388" y="502"/>
                  </a:cxn>
                  <a:cxn ang="0">
                    <a:pos x="390" y="497"/>
                  </a:cxn>
                  <a:cxn ang="0">
                    <a:pos x="390" y="497"/>
                  </a:cxn>
                  <a:cxn ang="0">
                    <a:pos x="490" y="221"/>
                  </a:cxn>
                  <a:cxn ang="0">
                    <a:pos x="510" y="169"/>
                  </a:cxn>
                  <a:cxn ang="0">
                    <a:pos x="510" y="169"/>
                  </a:cxn>
                  <a:cxn ang="0">
                    <a:pos x="510" y="168"/>
                  </a:cxn>
                  <a:cxn ang="0">
                    <a:pos x="311" y="0"/>
                  </a:cxn>
                </a:cxnLst>
                <a:rect l="0" t="0" r="r" b="b"/>
                <a:pathLst>
                  <a:path w="510" h="504">
                    <a:moveTo>
                      <a:pt x="311" y="0"/>
                    </a:moveTo>
                    <a:lnTo>
                      <a:pt x="0" y="179"/>
                    </a:lnTo>
                    <a:lnTo>
                      <a:pt x="387" y="504"/>
                    </a:lnTo>
                    <a:lnTo>
                      <a:pt x="388" y="502"/>
                    </a:lnTo>
                    <a:lnTo>
                      <a:pt x="390" y="497"/>
                    </a:lnTo>
                    <a:lnTo>
                      <a:pt x="390" y="497"/>
                    </a:lnTo>
                    <a:lnTo>
                      <a:pt x="490" y="221"/>
                    </a:lnTo>
                    <a:lnTo>
                      <a:pt x="510" y="169"/>
                    </a:lnTo>
                    <a:lnTo>
                      <a:pt x="510" y="169"/>
                    </a:lnTo>
                    <a:lnTo>
                      <a:pt x="510" y="168"/>
                    </a:lnTo>
                    <a:lnTo>
                      <a:pt x="31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22" name="Freeform 422"/>
              <p:cNvSpPr/>
              <p:nvPr/>
            </p:nvSpPr>
            <p:spPr bwMode="auto">
              <a:xfrm>
                <a:off x="2547" y="3028"/>
                <a:ext cx="510" cy="504"/>
              </a:xfrm>
              <a:custGeom>
                <a:avLst/>
                <a:gdLst/>
                <a:ahLst/>
                <a:cxnLst>
                  <a:cxn ang="0">
                    <a:pos x="311" y="0"/>
                  </a:cxn>
                  <a:cxn ang="0">
                    <a:pos x="0" y="179"/>
                  </a:cxn>
                  <a:cxn ang="0">
                    <a:pos x="387" y="504"/>
                  </a:cxn>
                  <a:cxn ang="0">
                    <a:pos x="388" y="502"/>
                  </a:cxn>
                  <a:cxn ang="0">
                    <a:pos x="390" y="497"/>
                  </a:cxn>
                  <a:cxn ang="0">
                    <a:pos x="390" y="497"/>
                  </a:cxn>
                  <a:cxn ang="0">
                    <a:pos x="490" y="221"/>
                  </a:cxn>
                  <a:cxn ang="0">
                    <a:pos x="510" y="169"/>
                  </a:cxn>
                  <a:cxn ang="0">
                    <a:pos x="510" y="169"/>
                  </a:cxn>
                  <a:cxn ang="0">
                    <a:pos x="510" y="168"/>
                  </a:cxn>
                  <a:cxn ang="0">
                    <a:pos x="311" y="0"/>
                  </a:cxn>
                </a:cxnLst>
                <a:rect l="0" t="0" r="r" b="b"/>
                <a:pathLst>
                  <a:path w="510" h="504">
                    <a:moveTo>
                      <a:pt x="311" y="0"/>
                    </a:moveTo>
                    <a:lnTo>
                      <a:pt x="0" y="179"/>
                    </a:lnTo>
                    <a:lnTo>
                      <a:pt x="387" y="504"/>
                    </a:lnTo>
                    <a:lnTo>
                      <a:pt x="388" y="502"/>
                    </a:lnTo>
                    <a:lnTo>
                      <a:pt x="390" y="497"/>
                    </a:lnTo>
                    <a:lnTo>
                      <a:pt x="390" y="497"/>
                    </a:lnTo>
                    <a:lnTo>
                      <a:pt x="490" y="221"/>
                    </a:lnTo>
                    <a:lnTo>
                      <a:pt x="510" y="169"/>
                    </a:lnTo>
                    <a:lnTo>
                      <a:pt x="510" y="169"/>
                    </a:lnTo>
                    <a:lnTo>
                      <a:pt x="510" y="168"/>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23" name="Freeform 423"/>
              <p:cNvSpPr>
                <a:spLocks noEditPoints="1"/>
              </p:cNvSpPr>
              <p:nvPr/>
            </p:nvSpPr>
            <p:spPr bwMode="auto">
              <a:xfrm>
                <a:off x="2547" y="3028"/>
                <a:ext cx="510" cy="504"/>
              </a:xfrm>
              <a:custGeom>
                <a:avLst/>
                <a:gdLst/>
                <a:ahLst/>
                <a:cxnLst>
                  <a:cxn ang="0">
                    <a:pos x="0" y="179"/>
                  </a:cxn>
                  <a:cxn ang="0">
                    <a:pos x="0" y="179"/>
                  </a:cxn>
                  <a:cxn ang="0">
                    <a:pos x="387" y="504"/>
                  </a:cxn>
                  <a:cxn ang="0">
                    <a:pos x="387" y="504"/>
                  </a:cxn>
                  <a:cxn ang="0">
                    <a:pos x="0" y="179"/>
                  </a:cxn>
                  <a:cxn ang="0">
                    <a:pos x="311" y="0"/>
                  </a:cxn>
                  <a:cxn ang="0">
                    <a:pos x="311" y="0"/>
                  </a:cxn>
                  <a:cxn ang="0">
                    <a:pos x="510" y="168"/>
                  </a:cxn>
                  <a:cxn ang="0">
                    <a:pos x="510" y="168"/>
                  </a:cxn>
                  <a:cxn ang="0">
                    <a:pos x="311" y="0"/>
                  </a:cxn>
                </a:cxnLst>
                <a:rect l="0" t="0" r="r" b="b"/>
                <a:pathLst>
                  <a:path w="510" h="504">
                    <a:moveTo>
                      <a:pt x="0" y="179"/>
                    </a:moveTo>
                    <a:lnTo>
                      <a:pt x="0" y="179"/>
                    </a:lnTo>
                    <a:lnTo>
                      <a:pt x="387" y="504"/>
                    </a:lnTo>
                    <a:lnTo>
                      <a:pt x="387" y="504"/>
                    </a:lnTo>
                    <a:lnTo>
                      <a:pt x="0" y="179"/>
                    </a:lnTo>
                    <a:close/>
                    <a:moveTo>
                      <a:pt x="311" y="0"/>
                    </a:moveTo>
                    <a:lnTo>
                      <a:pt x="311" y="0"/>
                    </a:lnTo>
                    <a:lnTo>
                      <a:pt x="510" y="168"/>
                    </a:lnTo>
                    <a:lnTo>
                      <a:pt x="510" y="168"/>
                    </a:lnTo>
                    <a:lnTo>
                      <a:pt x="3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24" name="Freeform 424"/>
              <p:cNvSpPr/>
              <p:nvPr/>
            </p:nvSpPr>
            <p:spPr bwMode="auto">
              <a:xfrm>
                <a:off x="2547" y="3207"/>
                <a:ext cx="387" cy="325"/>
              </a:xfrm>
              <a:custGeom>
                <a:avLst/>
                <a:gdLst/>
                <a:ahLst/>
                <a:cxnLst>
                  <a:cxn ang="0">
                    <a:pos x="0" y="0"/>
                  </a:cxn>
                  <a:cxn ang="0">
                    <a:pos x="0" y="0"/>
                  </a:cxn>
                  <a:cxn ang="0">
                    <a:pos x="387" y="325"/>
                  </a:cxn>
                  <a:cxn ang="0">
                    <a:pos x="387" y="325"/>
                  </a:cxn>
                  <a:cxn ang="0">
                    <a:pos x="0" y="0"/>
                  </a:cxn>
                </a:cxnLst>
                <a:rect l="0" t="0" r="r" b="b"/>
                <a:pathLst>
                  <a:path w="387" h="325">
                    <a:moveTo>
                      <a:pt x="0" y="0"/>
                    </a:moveTo>
                    <a:lnTo>
                      <a:pt x="0" y="0"/>
                    </a:lnTo>
                    <a:lnTo>
                      <a:pt x="387" y="325"/>
                    </a:lnTo>
                    <a:lnTo>
                      <a:pt x="387" y="32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25" name="Freeform 425"/>
              <p:cNvSpPr/>
              <p:nvPr/>
            </p:nvSpPr>
            <p:spPr bwMode="auto">
              <a:xfrm>
                <a:off x="2858" y="3028"/>
                <a:ext cx="199" cy="168"/>
              </a:xfrm>
              <a:custGeom>
                <a:avLst/>
                <a:gdLst/>
                <a:ahLst/>
                <a:cxnLst>
                  <a:cxn ang="0">
                    <a:pos x="0" y="0"/>
                  </a:cxn>
                  <a:cxn ang="0">
                    <a:pos x="0" y="0"/>
                  </a:cxn>
                  <a:cxn ang="0">
                    <a:pos x="199" y="168"/>
                  </a:cxn>
                  <a:cxn ang="0">
                    <a:pos x="199" y="168"/>
                  </a:cxn>
                  <a:cxn ang="0">
                    <a:pos x="0" y="0"/>
                  </a:cxn>
                </a:cxnLst>
                <a:rect l="0" t="0" r="r" b="b"/>
                <a:pathLst>
                  <a:path w="199" h="168">
                    <a:moveTo>
                      <a:pt x="0" y="0"/>
                    </a:moveTo>
                    <a:lnTo>
                      <a:pt x="0" y="0"/>
                    </a:lnTo>
                    <a:lnTo>
                      <a:pt x="199" y="168"/>
                    </a:lnTo>
                    <a:lnTo>
                      <a:pt x="199" y="16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26" name="Freeform 426"/>
              <p:cNvSpPr/>
              <p:nvPr/>
            </p:nvSpPr>
            <p:spPr bwMode="auto">
              <a:xfrm>
                <a:off x="2602" y="3144"/>
                <a:ext cx="15" cy="8"/>
              </a:xfrm>
              <a:custGeom>
                <a:avLst/>
                <a:gdLst/>
                <a:ahLst/>
                <a:cxnLst>
                  <a:cxn ang="0">
                    <a:pos x="15" y="0"/>
                  </a:cxn>
                  <a:cxn ang="0">
                    <a:pos x="0" y="8"/>
                  </a:cxn>
                  <a:cxn ang="0">
                    <a:pos x="10" y="3"/>
                  </a:cxn>
                  <a:cxn ang="0">
                    <a:pos x="15" y="0"/>
                  </a:cxn>
                </a:cxnLst>
                <a:rect l="0" t="0" r="r" b="b"/>
                <a:pathLst>
                  <a:path w="15" h="8">
                    <a:moveTo>
                      <a:pt x="15" y="0"/>
                    </a:moveTo>
                    <a:lnTo>
                      <a:pt x="0" y="8"/>
                    </a:lnTo>
                    <a:lnTo>
                      <a:pt x="10" y="3"/>
                    </a:lnTo>
                    <a:lnTo>
                      <a:pt x="15"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27" name="Freeform 427"/>
              <p:cNvSpPr/>
              <p:nvPr/>
            </p:nvSpPr>
            <p:spPr bwMode="auto">
              <a:xfrm>
                <a:off x="2602" y="3144"/>
                <a:ext cx="15" cy="8"/>
              </a:xfrm>
              <a:custGeom>
                <a:avLst/>
                <a:gdLst/>
                <a:ahLst/>
                <a:cxnLst>
                  <a:cxn ang="0">
                    <a:pos x="15" y="0"/>
                  </a:cxn>
                  <a:cxn ang="0">
                    <a:pos x="0" y="8"/>
                  </a:cxn>
                  <a:cxn ang="0">
                    <a:pos x="10" y="3"/>
                  </a:cxn>
                  <a:cxn ang="0">
                    <a:pos x="15" y="0"/>
                  </a:cxn>
                </a:cxnLst>
                <a:rect l="0" t="0" r="r" b="b"/>
                <a:pathLst>
                  <a:path w="15" h="8">
                    <a:moveTo>
                      <a:pt x="15" y="0"/>
                    </a:moveTo>
                    <a:lnTo>
                      <a:pt x="0" y="8"/>
                    </a:lnTo>
                    <a:lnTo>
                      <a:pt x="10" y="3"/>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628" name="Freeform 428"/>
              <p:cNvSpPr/>
              <p:nvPr/>
            </p:nvSpPr>
            <p:spPr bwMode="auto">
              <a:xfrm>
                <a:off x="2612" y="3011"/>
                <a:ext cx="236" cy="136"/>
              </a:xfrm>
              <a:custGeom>
                <a:avLst/>
                <a:gdLst/>
                <a:ahLst/>
                <a:cxnLst>
                  <a:cxn ang="0">
                    <a:pos x="236" y="0"/>
                  </a:cxn>
                  <a:cxn ang="0">
                    <a:pos x="5" y="133"/>
                  </a:cxn>
                  <a:cxn ang="0">
                    <a:pos x="0" y="136"/>
                  </a:cxn>
                  <a:cxn ang="0">
                    <a:pos x="236" y="0"/>
                  </a:cxn>
                  <a:cxn ang="0">
                    <a:pos x="236" y="0"/>
                  </a:cxn>
                </a:cxnLst>
                <a:rect l="0" t="0" r="r" b="b"/>
                <a:pathLst>
                  <a:path w="236" h="136">
                    <a:moveTo>
                      <a:pt x="236" y="0"/>
                    </a:moveTo>
                    <a:lnTo>
                      <a:pt x="5" y="133"/>
                    </a:lnTo>
                    <a:lnTo>
                      <a:pt x="0" y="136"/>
                    </a:lnTo>
                    <a:lnTo>
                      <a:pt x="236" y="0"/>
                    </a:lnTo>
                    <a:lnTo>
                      <a:pt x="23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29" name="Freeform 429"/>
              <p:cNvSpPr/>
              <p:nvPr/>
            </p:nvSpPr>
            <p:spPr bwMode="auto">
              <a:xfrm>
                <a:off x="2612" y="3011"/>
                <a:ext cx="236" cy="136"/>
              </a:xfrm>
              <a:custGeom>
                <a:avLst/>
                <a:gdLst/>
                <a:ahLst/>
                <a:cxnLst>
                  <a:cxn ang="0">
                    <a:pos x="236" y="0"/>
                  </a:cxn>
                  <a:cxn ang="0">
                    <a:pos x="5" y="133"/>
                  </a:cxn>
                  <a:cxn ang="0">
                    <a:pos x="0" y="136"/>
                  </a:cxn>
                  <a:cxn ang="0">
                    <a:pos x="236" y="0"/>
                  </a:cxn>
                  <a:cxn ang="0">
                    <a:pos x="236" y="0"/>
                  </a:cxn>
                </a:cxnLst>
                <a:rect l="0" t="0" r="r" b="b"/>
                <a:pathLst>
                  <a:path w="236" h="136">
                    <a:moveTo>
                      <a:pt x="236" y="0"/>
                    </a:moveTo>
                    <a:lnTo>
                      <a:pt x="5" y="133"/>
                    </a:lnTo>
                    <a:lnTo>
                      <a:pt x="0" y="136"/>
                    </a:lnTo>
                    <a:lnTo>
                      <a:pt x="236" y="0"/>
                    </a:lnTo>
                    <a:lnTo>
                      <a:pt x="236" y="0"/>
                    </a:lnTo>
                  </a:path>
                </a:pathLst>
              </a:custGeom>
              <a:noFill/>
              <a:ln w="9525">
                <a:noFill/>
                <a:round/>
              </a:ln>
            </p:spPr>
            <p:txBody>
              <a:bodyPr vert="horz" wrap="square" lIns="82938" tIns="41469" rIns="82938" bIns="41469" numCol="1" anchor="t" anchorCtr="0" compatLnSpc="1"/>
              <a:lstStyle/>
              <a:p>
                <a:endParaRPr lang="en-GB" sz="1815"/>
              </a:p>
            </p:txBody>
          </p:sp>
          <p:sp>
            <p:nvSpPr>
              <p:cNvPr id="51630" name="Freeform 430"/>
              <p:cNvSpPr/>
              <p:nvPr/>
            </p:nvSpPr>
            <p:spPr bwMode="auto">
              <a:xfrm>
                <a:off x="2528" y="3217"/>
                <a:ext cx="399" cy="335"/>
              </a:xfrm>
              <a:custGeom>
                <a:avLst/>
                <a:gdLst/>
                <a:ahLst/>
                <a:cxnLst>
                  <a:cxn ang="0">
                    <a:pos x="0" y="0"/>
                  </a:cxn>
                  <a:cxn ang="0">
                    <a:pos x="0" y="0"/>
                  </a:cxn>
                  <a:cxn ang="0">
                    <a:pos x="399" y="335"/>
                  </a:cxn>
                  <a:cxn ang="0">
                    <a:pos x="399" y="335"/>
                  </a:cxn>
                  <a:cxn ang="0">
                    <a:pos x="0" y="0"/>
                  </a:cxn>
                </a:cxnLst>
                <a:rect l="0" t="0" r="r" b="b"/>
                <a:pathLst>
                  <a:path w="399" h="335">
                    <a:moveTo>
                      <a:pt x="0" y="0"/>
                    </a:moveTo>
                    <a:lnTo>
                      <a:pt x="0" y="0"/>
                    </a:lnTo>
                    <a:lnTo>
                      <a:pt x="399" y="335"/>
                    </a:lnTo>
                    <a:lnTo>
                      <a:pt x="399" y="335"/>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31" name="Freeform 431"/>
              <p:cNvSpPr/>
              <p:nvPr/>
            </p:nvSpPr>
            <p:spPr bwMode="auto">
              <a:xfrm>
                <a:off x="2528" y="3217"/>
                <a:ext cx="399" cy="335"/>
              </a:xfrm>
              <a:custGeom>
                <a:avLst/>
                <a:gdLst/>
                <a:ahLst/>
                <a:cxnLst>
                  <a:cxn ang="0">
                    <a:pos x="0" y="0"/>
                  </a:cxn>
                  <a:cxn ang="0">
                    <a:pos x="0" y="0"/>
                  </a:cxn>
                  <a:cxn ang="0">
                    <a:pos x="399" y="335"/>
                  </a:cxn>
                  <a:cxn ang="0">
                    <a:pos x="399" y="335"/>
                  </a:cxn>
                  <a:cxn ang="0">
                    <a:pos x="0" y="0"/>
                  </a:cxn>
                </a:cxnLst>
                <a:rect l="0" t="0" r="r" b="b"/>
                <a:pathLst>
                  <a:path w="399" h="335">
                    <a:moveTo>
                      <a:pt x="0" y="0"/>
                    </a:moveTo>
                    <a:lnTo>
                      <a:pt x="0" y="0"/>
                    </a:lnTo>
                    <a:lnTo>
                      <a:pt x="399" y="335"/>
                    </a:lnTo>
                    <a:lnTo>
                      <a:pt x="399" y="33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32" name="Rectangle 432"/>
              <p:cNvSpPr>
                <a:spLocks noChangeArrowheads="1"/>
              </p:cNvSpPr>
              <p:nvPr/>
            </p:nvSpPr>
            <p:spPr bwMode="auto">
              <a:xfrm>
                <a:off x="2528" y="3217"/>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633" name="Freeform 433"/>
              <p:cNvSpPr/>
              <p:nvPr/>
            </p:nvSpPr>
            <p:spPr bwMode="auto">
              <a:xfrm>
                <a:off x="2528" y="3217"/>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34" name="Freeform 434"/>
              <p:cNvSpPr/>
              <p:nvPr/>
            </p:nvSpPr>
            <p:spPr bwMode="auto">
              <a:xfrm>
                <a:off x="2528" y="3028"/>
                <a:ext cx="406" cy="524"/>
              </a:xfrm>
              <a:custGeom>
                <a:avLst/>
                <a:gdLst/>
                <a:ahLst/>
                <a:cxnLst>
                  <a:cxn ang="0">
                    <a:pos x="330" y="0"/>
                  </a:cxn>
                  <a:cxn ang="0">
                    <a:pos x="14" y="183"/>
                  </a:cxn>
                  <a:cxn ang="0">
                    <a:pos x="14" y="183"/>
                  </a:cxn>
                  <a:cxn ang="0">
                    <a:pos x="0" y="189"/>
                  </a:cxn>
                  <a:cxn ang="0">
                    <a:pos x="399" y="524"/>
                  </a:cxn>
                  <a:cxn ang="0">
                    <a:pos x="404" y="511"/>
                  </a:cxn>
                  <a:cxn ang="0">
                    <a:pos x="404" y="511"/>
                  </a:cxn>
                  <a:cxn ang="0">
                    <a:pos x="406" y="504"/>
                  </a:cxn>
                  <a:cxn ang="0">
                    <a:pos x="19" y="179"/>
                  </a:cxn>
                  <a:cxn ang="0">
                    <a:pos x="330" y="0"/>
                  </a:cxn>
                  <a:cxn ang="0">
                    <a:pos x="330" y="0"/>
                  </a:cxn>
                  <a:cxn ang="0">
                    <a:pos x="330" y="0"/>
                  </a:cxn>
                </a:cxnLst>
                <a:rect l="0" t="0" r="r" b="b"/>
                <a:pathLst>
                  <a:path w="406" h="524">
                    <a:moveTo>
                      <a:pt x="330" y="0"/>
                    </a:moveTo>
                    <a:lnTo>
                      <a:pt x="14" y="183"/>
                    </a:lnTo>
                    <a:lnTo>
                      <a:pt x="14" y="183"/>
                    </a:lnTo>
                    <a:lnTo>
                      <a:pt x="0" y="189"/>
                    </a:lnTo>
                    <a:lnTo>
                      <a:pt x="399" y="524"/>
                    </a:lnTo>
                    <a:lnTo>
                      <a:pt x="404" y="511"/>
                    </a:lnTo>
                    <a:lnTo>
                      <a:pt x="404" y="511"/>
                    </a:lnTo>
                    <a:lnTo>
                      <a:pt x="406" y="504"/>
                    </a:lnTo>
                    <a:lnTo>
                      <a:pt x="19" y="179"/>
                    </a:lnTo>
                    <a:lnTo>
                      <a:pt x="330" y="0"/>
                    </a:lnTo>
                    <a:lnTo>
                      <a:pt x="330" y="0"/>
                    </a:lnTo>
                    <a:lnTo>
                      <a:pt x="33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35" name="Freeform 435"/>
              <p:cNvSpPr/>
              <p:nvPr/>
            </p:nvSpPr>
            <p:spPr bwMode="auto">
              <a:xfrm>
                <a:off x="2528" y="3028"/>
                <a:ext cx="406" cy="524"/>
              </a:xfrm>
              <a:custGeom>
                <a:avLst/>
                <a:gdLst/>
                <a:ahLst/>
                <a:cxnLst>
                  <a:cxn ang="0">
                    <a:pos x="330" y="0"/>
                  </a:cxn>
                  <a:cxn ang="0">
                    <a:pos x="14" y="183"/>
                  </a:cxn>
                  <a:cxn ang="0">
                    <a:pos x="14" y="183"/>
                  </a:cxn>
                  <a:cxn ang="0">
                    <a:pos x="0" y="189"/>
                  </a:cxn>
                  <a:cxn ang="0">
                    <a:pos x="399" y="524"/>
                  </a:cxn>
                  <a:cxn ang="0">
                    <a:pos x="404" y="511"/>
                  </a:cxn>
                  <a:cxn ang="0">
                    <a:pos x="404" y="511"/>
                  </a:cxn>
                  <a:cxn ang="0">
                    <a:pos x="406" y="504"/>
                  </a:cxn>
                  <a:cxn ang="0">
                    <a:pos x="19" y="179"/>
                  </a:cxn>
                  <a:cxn ang="0">
                    <a:pos x="330" y="0"/>
                  </a:cxn>
                  <a:cxn ang="0">
                    <a:pos x="330" y="0"/>
                  </a:cxn>
                  <a:cxn ang="0">
                    <a:pos x="330" y="0"/>
                  </a:cxn>
                </a:cxnLst>
                <a:rect l="0" t="0" r="r" b="b"/>
                <a:pathLst>
                  <a:path w="406" h="524">
                    <a:moveTo>
                      <a:pt x="330" y="0"/>
                    </a:moveTo>
                    <a:lnTo>
                      <a:pt x="14" y="183"/>
                    </a:lnTo>
                    <a:lnTo>
                      <a:pt x="14" y="183"/>
                    </a:lnTo>
                    <a:lnTo>
                      <a:pt x="0" y="189"/>
                    </a:lnTo>
                    <a:lnTo>
                      <a:pt x="399" y="524"/>
                    </a:lnTo>
                    <a:lnTo>
                      <a:pt x="404" y="511"/>
                    </a:lnTo>
                    <a:lnTo>
                      <a:pt x="404" y="511"/>
                    </a:lnTo>
                    <a:lnTo>
                      <a:pt x="406" y="504"/>
                    </a:lnTo>
                    <a:lnTo>
                      <a:pt x="19" y="179"/>
                    </a:lnTo>
                    <a:lnTo>
                      <a:pt x="330" y="0"/>
                    </a:lnTo>
                    <a:lnTo>
                      <a:pt x="330" y="0"/>
                    </a:lnTo>
                    <a:lnTo>
                      <a:pt x="330" y="0"/>
                    </a:lnTo>
                  </a:path>
                </a:pathLst>
              </a:custGeom>
              <a:noFill/>
              <a:ln w="9525">
                <a:noFill/>
                <a:round/>
              </a:ln>
            </p:spPr>
            <p:txBody>
              <a:bodyPr vert="horz" wrap="square" lIns="82938" tIns="41469" rIns="82938" bIns="41469" numCol="1" anchor="t" anchorCtr="0" compatLnSpc="1"/>
              <a:lstStyle/>
              <a:p>
                <a:endParaRPr lang="en-GB" sz="1815"/>
              </a:p>
            </p:txBody>
          </p:sp>
          <p:sp>
            <p:nvSpPr>
              <p:cNvPr id="51636" name="Freeform 436"/>
              <p:cNvSpPr/>
              <p:nvPr/>
            </p:nvSpPr>
            <p:spPr bwMode="auto">
              <a:xfrm>
                <a:off x="2528" y="3211"/>
                <a:ext cx="14" cy="6"/>
              </a:xfrm>
              <a:custGeom>
                <a:avLst/>
                <a:gdLst/>
                <a:ahLst/>
                <a:cxnLst>
                  <a:cxn ang="0">
                    <a:pos x="14" y="0"/>
                  </a:cxn>
                  <a:cxn ang="0">
                    <a:pos x="0" y="6"/>
                  </a:cxn>
                  <a:cxn ang="0">
                    <a:pos x="0" y="6"/>
                  </a:cxn>
                  <a:cxn ang="0">
                    <a:pos x="0" y="6"/>
                  </a:cxn>
                  <a:cxn ang="0">
                    <a:pos x="0" y="6"/>
                  </a:cxn>
                  <a:cxn ang="0">
                    <a:pos x="14" y="0"/>
                  </a:cxn>
                  <a:cxn ang="0">
                    <a:pos x="14" y="0"/>
                  </a:cxn>
                </a:cxnLst>
                <a:rect l="0" t="0" r="r" b="b"/>
                <a:pathLst>
                  <a:path w="14" h="6">
                    <a:moveTo>
                      <a:pt x="14" y="0"/>
                    </a:moveTo>
                    <a:lnTo>
                      <a:pt x="0" y="6"/>
                    </a:lnTo>
                    <a:lnTo>
                      <a:pt x="0" y="6"/>
                    </a:lnTo>
                    <a:lnTo>
                      <a:pt x="0" y="6"/>
                    </a:lnTo>
                    <a:lnTo>
                      <a:pt x="0" y="6"/>
                    </a:lnTo>
                    <a:lnTo>
                      <a:pt x="14" y="0"/>
                    </a:lnTo>
                    <a:lnTo>
                      <a:pt x="1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37" name="Freeform 437"/>
              <p:cNvSpPr/>
              <p:nvPr/>
            </p:nvSpPr>
            <p:spPr bwMode="auto">
              <a:xfrm>
                <a:off x="2528" y="3211"/>
                <a:ext cx="14" cy="6"/>
              </a:xfrm>
              <a:custGeom>
                <a:avLst/>
                <a:gdLst/>
                <a:ahLst/>
                <a:cxnLst>
                  <a:cxn ang="0">
                    <a:pos x="14" y="0"/>
                  </a:cxn>
                  <a:cxn ang="0">
                    <a:pos x="0" y="6"/>
                  </a:cxn>
                  <a:cxn ang="0">
                    <a:pos x="0" y="6"/>
                  </a:cxn>
                  <a:cxn ang="0">
                    <a:pos x="0" y="6"/>
                  </a:cxn>
                  <a:cxn ang="0">
                    <a:pos x="0" y="6"/>
                  </a:cxn>
                  <a:cxn ang="0">
                    <a:pos x="14" y="0"/>
                  </a:cxn>
                  <a:cxn ang="0">
                    <a:pos x="14" y="0"/>
                  </a:cxn>
                </a:cxnLst>
                <a:rect l="0" t="0" r="r" b="b"/>
                <a:pathLst>
                  <a:path w="14" h="6">
                    <a:moveTo>
                      <a:pt x="14" y="0"/>
                    </a:moveTo>
                    <a:lnTo>
                      <a:pt x="0" y="6"/>
                    </a:lnTo>
                    <a:lnTo>
                      <a:pt x="0" y="6"/>
                    </a:lnTo>
                    <a:lnTo>
                      <a:pt x="0" y="6"/>
                    </a:lnTo>
                    <a:lnTo>
                      <a:pt x="0" y="6"/>
                    </a:lnTo>
                    <a:lnTo>
                      <a:pt x="14" y="0"/>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1638" name="Freeform 438"/>
              <p:cNvSpPr/>
              <p:nvPr/>
            </p:nvSpPr>
            <p:spPr bwMode="auto">
              <a:xfrm>
                <a:off x="2538" y="3147"/>
                <a:ext cx="74" cy="42"/>
              </a:xfrm>
              <a:custGeom>
                <a:avLst/>
                <a:gdLst/>
                <a:ahLst/>
                <a:cxnLst>
                  <a:cxn ang="0">
                    <a:pos x="74" y="0"/>
                  </a:cxn>
                  <a:cxn ang="0">
                    <a:pos x="64" y="5"/>
                  </a:cxn>
                  <a:cxn ang="0">
                    <a:pos x="0" y="42"/>
                  </a:cxn>
                  <a:cxn ang="0">
                    <a:pos x="0" y="42"/>
                  </a:cxn>
                  <a:cxn ang="0">
                    <a:pos x="74" y="0"/>
                  </a:cxn>
                </a:cxnLst>
                <a:rect l="0" t="0" r="r" b="b"/>
                <a:pathLst>
                  <a:path w="74" h="42">
                    <a:moveTo>
                      <a:pt x="74" y="0"/>
                    </a:moveTo>
                    <a:lnTo>
                      <a:pt x="64" y="5"/>
                    </a:lnTo>
                    <a:lnTo>
                      <a:pt x="0" y="42"/>
                    </a:lnTo>
                    <a:lnTo>
                      <a:pt x="0" y="42"/>
                    </a:lnTo>
                    <a:lnTo>
                      <a:pt x="74"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639" name="Freeform 439"/>
              <p:cNvSpPr/>
              <p:nvPr/>
            </p:nvSpPr>
            <p:spPr bwMode="auto">
              <a:xfrm>
                <a:off x="2538" y="3147"/>
                <a:ext cx="74" cy="42"/>
              </a:xfrm>
              <a:custGeom>
                <a:avLst/>
                <a:gdLst/>
                <a:ahLst/>
                <a:cxnLst>
                  <a:cxn ang="0">
                    <a:pos x="74" y="0"/>
                  </a:cxn>
                  <a:cxn ang="0">
                    <a:pos x="64" y="5"/>
                  </a:cxn>
                  <a:cxn ang="0">
                    <a:pos x="0" y="42"/>
                  </a:cxn>
                  <a:cxn ang="0">
                    <a:pos x="0" y="42"/>
                  </a:cxn>
                  <a:cxn ang="0">
                    <a:pos x="74" y="0"/>
                  </a:cxn>
                </a:cxnLst>
                <a:rect l="0" t="0" r="r" b="b"/>
                <a:pathLst>
                  <a:path w="74" h="42">
                    <a:moveTo>
                      <a:pt x="74" y="0"/>
                    </a:moveTo>
                    <a:lnTo>
                      <a:pt x="64" y="5"/>
                    </a:lnTo>
                    <a:lnTo>
                      <a:pt x="0" y="42"/>
                    </a:lnTo>
                    <a:lnTo>
                      <a:pt x="0" y="42"/>
                    </a:lnTo>
                    <a:lnTo>
                      <a:pt x="74" y="0"/>
                    </a:lnTo>
                  </a:path>
                </a:pathLst>
              </a:custGeom>
              <a:noFill/>
              <a:ln w="9525">
                <a:noFill/>
                <a:round/>
              </a:ln>
            </p:spPr>
            <p:txBody>
              <a:bodyPr vert="horz" wrap="square" lIns="82938" tIns="41469" rIns="82938" bIns="41469" numCol="1" anchor="t" anchorCtr="0" compatLnSpc="1"/>
              <a:lstStyle/>
              <a:p>
                <a:endParaRPr lang="en-GB" sz="1815"/>
              </a:p>
            </p:txBody>
          </p:sp>
          <p:sp>
            <p:nvSpPr>
              <p:cNvPr id="51640" name="Rectangle 440"/>
              <p:cNvSpPr>
                <a:spLocks noChangeArrowheads="1"/>
              </p:cNvSpPr>
              <p:nvPr/>
            </p:nvSpPr>
            <p:spPr bwMode="auto">
              <a:xfrm>
                <a:off x="2538" y="3189"/>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641" name="Rectangle 441"/>
              <p:cNvSpPr>
                <a:spLocks noChangeArrowheads="1"/>
              </p:cNvSpPr>
              <p:nvPr/>
            </p:nvSpPr>
            <p:spPr bwMode="auto">
              <a:xfrm>
                <a:off x="2538" y="318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42" name="Freeform 442"/>
              <p:cNvSpPr/>
              <p:nvPr/>
            </p:nvSpPr>
            <p:spPr bwMode="auto">
              <a:xfrm>
                <a:off x="2538" y="3011"/>
                <a:ext cx="320" cy="200"/>
              </a:xfrm>
              <a:custGeom>
                <a:avLst/>
                <a:gdLst/>
                <a:ahLst/>
                <a:cxnLst>
                  <a:cxn ang="0">
                    <a:pos x="310" y="0"/>
                  </a:cxn>
                  <a:cxn ang="0">
                    <a:pos x="74" y="136"/>
                  </a:cxn>
                  <a:cxn ang="0">
                    <a:pos x="0" y="178"/>
                  </a:cxn>
                  <a:cxn ang="0">
                    <a:pos x="4" y="200"/>
                  </a:cxn>
                  <a:cxn ang="0">
                    <a:pos x="320" y="17"/>
                  </a:cxn>
                  <a:cxn ang="0">
                    <a:pos x="320" y="17"/>
                  </a:cxn>
                  <a:cxn ang="0">
                    <a:pos x="314" y="20"/>
                  </a:cxn>
                  <a:cxn ang="0">
                    <a:pos x="312" y="12"/>
                  </a:cxn>
                  <a:cxn ang="0">
                    <a:pos x="312" y="12"/>
                  </a:cxn>
                  <a:cxn ang="0">
                    <a:pos x="310" y="0"/>
                  </a:cxn>
                </a:cxnLst>
                <a:rect l="0" t="0" r="r" b="b"/>
                <a:pathLst>
                  <a:path w="320" h="200">
                    <a:moveTo>
                      <a:pt x="310" y="0"/>
                    </a:moveTo>
                    <a:lnTo>
                      <a:pt x="74" y="136"/>
                    </a:lnTo>
                    <a:lnTo>
                      <a:pt x="0" y="178"/>
                    </a:lnTo>
                    <a:lnTo>
                      <a:pt x="4" y="200"/>
                    </a:lnTo>
                    <a:lnTo>
                      <a:pt x="320" y="17"/>
                    </a:lnTo>
                    <a:lnTo>
                      <a:pt x="320" y="17"/>
                    </a:lnTo>
                    <a:lnTo>
                      <a:pt x="314" y="20"/>
                    </a:lnTo>
                    <a:lnTo>
                      <a:pt x="312" y="12"/>
                    </a:lnTo>
                    <a:lnTo>
                      <a:pt x="312" y="12"/>
                    </a:lnTo>
                    <a:lnTo>
                      <a:pt x="3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3" name="Freeform 443"/>
              <p:cNvSpPr/>
              <p:nvPr/>
            </p:nvSpPr>
            <p:spPr bwMode="auto">
              <a:xfrm>
                <a:off x="2538" y="3011"/>
                <a:ext cx="320" cy="200"/>
              </a:xfrm>
              <a:custGeom>
                <a:avLst/>
                <a:gdLst/>
                <a:ahLst/>
                <a:cxnLst>
                  <a:cxn ang="0">
                    <a:pos x="310" y="0"/>
                  </a:cxn>
                  <a:cxn ang="0">
                    <a:pos x="74" y="136"/>
                  </a:cxn>
                  <a:cxn ang="0">
                    <a:pos x="0" y="178"/>
                  </a:cxn>
                  <a:cxn ang="0">
                    <a:pos x="4" y="200"/>
                  </a:cxn>
                  <a:cxn ang="0">
                    <a:pos x="320" y="17"/>
                  </a:cxn>
                  <a:cxn ang="0">
                    <a:pos x="320" y="17"/>
                  </a:cxn>
                  <a:cxn ang="0">
                    <a:pos x="314" y="20"/>
                  </a:cxn>
                  <a:cxn ang="0">
                    <a:pos x="312" y="12"/>
                  </a:cxn>
                  <a:cxn ang="0">
                    <a:pos x="312" y="12"/>
                  </a:cxn>
                  <a:cxn ang="0">
                    <a:pos x="310" y="0"/>
                  </a:cxn>
                </a:cxnLst>
                <a:rect l="0" t="0" r="r" b="b"/>
                <a:pathLst>
                  <a:path w="320" h="200">
                    <a:moveTo>
                      <a:pt x="310" y="0"/>
                    </a:moveTo>
                    <a:lnTo>
                      <a:pt x="74" y="136"/>
                    </a:lnTo>
                    <a:lnTo>
                      <a:pt x="0" y="178"/>
                    </a:lnTo>
                    <a:lnTo>
                      <a:pt x="4" y="200"/>
                    </a:lnTo>
                    <a:lnTo>
                      <a:pt x="320" y="17"/>
                    </a:lnTo>
                    <a:lnTo>
                      <a:pt x="320" y="17"/>
                    </a:lnTo>
                    <a:lnTo>
                      <a:pt x="314" y="20"/>
                    </a:lnTo>
                    <a:lnTo>
                      <a:pt x="312" y="12"/>
                    </a:lnTo>
                    <a:lnTo>
                      <a:pt x="312" y="12"/>
                    </a:lnTo>
                    <a:lnTo>
                      <a:pt x="310" y="0"/>
                    </a:lnTo>
                  </a:path>
                </a:pathLst>
              </a:custGeom>
              <a:noFill/>
              <a:ln w="9525">
                <a:noFill/>
                <a:round/>
              </a:ln>
            </p:spPr>
            <p:txBody>
              <a:bodyPr vert="horz" wrap="square" lIns="82938" tIns="41469" rIns="82938" bIns="41469" numCol="1" anchor="t" anchorCtr="0" compatLnSpc="1"/>
              <a:lstStyle/>
              <a:p>
                <a:endParaRPr lang="en-GB" sz="1815"/>
              </a:p>
            </p:txBody>
          </p:sp>
          <p:sp>
            <p:nvSpPr>
              <p:cNvPr id="51644" name="Freeform 444"/>
              <p:cNvSpPr/>
              <p:nvPr/>
            </p:nvSpPr>
            <p:spPr bwMode="auto">
              <a:xfrm>
                <a:off x="2525" y="3189"/>
                <a:ext cx="17" cy="28"/>
              </a:xfrm>
              <a:custGeom>
                <a:avLst/>
                <a:gdLst/>
                <a:ahLst/>
                <a:cxnLst>
                  <a:cxn ang="0">
                    <a:pos x="13" y="0"/>
                  </a:cxn>
                  <a:cxn ang="0">
                    <a:pos x="13" y="0"/>
                  </a:cxn>
                  <a:cxn ang="0">
                    <a:pos x="0" y="8"/>
                  </a:cxn>
                  <a:cxn ang="0">
                    <a:pos x="3" y="28"/>
                  </a:cxn>
                  <a:cxn ang="0">
                    <a:pos x="3" y="28"/>
                  </a:cxn>
                  <a:cxn ang="0">
                    <a:pos x="17" y="22"/>
                  </a:cxn>
                  <a:cxn ang="0">
                    <a:pos x="13" y="0"/>
                  </a:cxn>
                </a:cxnLst>
                <a:rect l="0" t="0" r="r" b="b"/>
                <a:pathLst>
                  <a:path w="17" h="28">
                    <a:moveTo>
                      <a:pt x="13" y="0"/>
                    </a:moveTo>
                    <a:lnTo>
                      <a:pt x="13" y="0"/>
                    </a:lnTo>
                    <a:lnTo>
                      <a:pt x="0" y="8"/>
                    </a:lnTo>
                    <a:lnTo>
                      <a:pt x="3" y="28"/>
                    </a:lnTo>
                    <a:lnTo>
                      <a:pt x="3" y="28"/>
                    </a:lnTo>
                    <a:lnTo>
                      <a:pt x="17" y="22"/>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5" name="Freeform 445"/>
              <p:cNvSpPr/>
              <p:nvPr/>
            </p:nvSpPr>
            <p:spPr bwMode="auto">
              <a:xfrm>
                <a:off x="2525" y="3189"/>
                <a:ext cx="17" cy="28"/>
              </a:xfrm>
              <a:custGeom>
                <a:avLst/>
                <a:gdLst/>
                <a:ahLst/>
                <a:cxnLst>
                  <a:cxn ang="0">
                    <a:pos x="13" y="0"/>
                  </a:cxn>
                  <a:cxn ang="0">
                    <a:pos x="13" y="0"/>
                  </a:cxn>
                  <a:cxn ang="0">
                    <a:pos x="0" y="8"/>
                  </a:cxn>
                  <a:cxn ang="0">
                    <a:pos x="3" y="28"/>
                  </a:cxn>
                  <a:cxn ang="0">
                    <a:pos x="3" y="28"/>
                  </a:cxn>
                  <a:cxn ang="0">
                    <a:pos x="17" y="22"/>
                  </a:cxn>
                  <a:cxn ang="0">
                    <a:pos x="13" y="0"/>
                  </a:cxn>
                </a:cxnLst>
                <a:rect l="0" t="0" r="r" b="b"/>
                <a:pathLst>
                  <a:path w="17" h="28">
                    <a:moveTo>
                      <a:pt x="13" y="0"/>
                    </a:moveTo>
                    <a:lnTo>
                      <a:pt x="13" y="0"/>
                    </a:lnTo>
                    <a:lnTo>
                      <a:pt x="0" y="8"/>
                    </a:lnTo>
                    <a:lnTo>
                      <a:pt x="3" y="28"/>
                    </a:lnTo>
                    <a:lnTo>
                      <a:pt x="3" y="28"/>
                    </a:lnTo>
                    <a:lnTo>
                      <a:pt x="17" y="22"/>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646" name="Freeform 446"/>
              <p:cNvSpPr/>
              <p:nvPr/>
            </p:nvSpPr>
            <p:spPr bwMode="auto">
              <a:xfrm>
                <a:off x="2850" y="3023"/>
                <a:ext cx="8" cy="8"/>
              </a:xfrm>
              <a:custGeom>
                <a:avLst/>
                <a:gdLst/>
                <a:ahLst/>
                <a:cxnLst>
                  <a:cxn ang="0">
                    <a:pos x="0" y="0"/>
                  </a:cxn>
                  <a:cxn ang="0">
                    <a:pos x="2" y="8"/>
                  </a:cxn>
                  <a:cxn ang="0">
                    <a:pos x="8" y="5"/>
                  </a:cxn>
                  <a:cxn ang="0">
                    <a:pos x="0" y="0"/>
                  </a:cxn>
                </a:cxnLst>
                <a:rect l="0" t="0" r="r" b="b"/>
                <a:pathLst>
                  <a:path w="8" h="8">
                    <a:moveTo>
                      <a:pt x="0" y="0"/>
                    </a:moveTo>
                    <a:lnTo>
                      <a:pt x="2" y="8"/>
                    </a:lnTo>
                    <a:lnTo>
                      <a:pt x="8"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7" name="Freeform 447"/>
              <p:cNvSpPr/>
              <p:nvPr/>
            </p:nvSpPr>
            <p:spPr bwMode="auto">
              <a:xfrm>
                <a:off x="2850" y="3023"/>
                <a:ext cx="8" cy="8"/>
              </a:xfrm>
              <a:custGeom>
                <a:avLst/>
                <a:gdLst/>
                <a:ahLst/>
                <a:cxnLst>
                  <a:cxn ang="0">
                    <a:pos x="0" y="0"/>
                  </a:cxn>
                  <a:cxn ang="0">
                    <a:pos x="2" y="8"/>
                  </a:cxn>
                  <a:cxn ang="0">
                    <a:pos x="8" y="5"/>
                  </a:cxn>
                  <a:cxn ang="0">
                    <a:pos x="0" y="0"/>
                  </a:cxn>
                </a:cxnLst>
                <a:rect l="0" t="0" r="r" b="b"/>
                <a:pathLst>
                  <a:path w="8" h="8">
                    <a:moveTo>
                      <a:pt x="0" y="0"/>
                    </a:moveTo>
                    <a:lnTo>
                      <a:pt x="2" y="8"/>
                    </a:lnTo>
                    <a:lnTo>
                      <a:pt x="8"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48" name="Freeform 448"/>
              <p:cNvSpPr/>
              <p:nvPr/>
            </p:nvSpPr>
            <p:spPr bwMode="auto">
              <a:xfrm>
                <a:off x="3037" y="3197"/>
                <a:ext cx="20" cy="52"/>
              </a:xfrm>
              <a:custGeom>
                <a:avLst/>
                <a:gdLst/>
                <a:ahLst/>
                <a:cxnLst>
                  <a:cxn ang="0">
                    <a:pos x="20" y="0"/>
                  </a:cxn>
                  <a:cxn ang="0">
                    <a:pos x="0" y="52"/>
                  </a:cxn>
                  <a:cxn ang="0">
                    <a:pos x="20" y="0"/>
                  </a:cxn>
                  <a:cxn ang="0">
                    <a:pos x="20" y="0"/>
                  </a:cxn>
                </a:cxnLst>
                <a:rect l="0" t="0" r="r" b="b"/>
                <a:pathLst>
                  <a:path w="20" h="52">
                    <a:moveTo>
                      <a:pt x="20" y="0"/>
                    </a:moveTo>
                    <a:lnTo>
                      <a:pt x="0" y="52"/>
                    </a:lnTo>
                    <a:lnTo>
                      <a:pt x="20" y="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9" name="Freeform 449"/>
              <p:cNvSpPr/>
              <p:nvPr/>
            </p:nvSpPr>
            <p:spPr bwMode="auto">
              <a:xfrm>
                <a:off x="3037" y="3197"/>
                <a:ext cx="20" cy="52"/>
              </a:xfrm>
              <a:custGeom>
                <a:avLst/>
                <a:gdLst/>
                <a:ahLst/>
                <a:cxnLst>
                  <a:cxn ang="0">
                    <a:pos x="20" y="0"/>
                  </a:cxn>
                  <a:cxn ang="0">
                    <a:pos x="0" y="52"/>
                  </a:cxn>
                  <a:cxn ang="0">
                    <a:pos x="20" y="0"/>
                  </a:cxn>
                  <a:cxn ang="0">
                    <a:pos x="20" y="0"/>
                  </a:cxn>
                </a:cxnLst>
                <a:rect l="0" t="0" r="r" b="b"/>
                <a:pathLst>
                  <a:path w="20" h="52">
                    <a:moveTo>
                      <a:pt x="20" y="0"/>
                    </a:moveTo>
                    <a:lnTo>
                      <a:pt x="0" y="52"/>
                    </a:lnTo>
                    <a:lnTo>
                      <a:pt x="20" y="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650" name="Freeform 450"/>
              <p:cNvSpPr/>
              <p:nvPr/>
            </p:nvSpPr>
            <p:spPr bwMode="auto">
              <a:xfrm>
                <a:off x="2877" y="2839"/>
                <a:ext cx="311" cy="336"/>
              </a:xfrm>
              <a:custGeom>
                <a:avLst/>
                <a:gdLst/>
                <a:ahLst/>
                <a:cxnLst>
                  <a:cxn ang="0">
                    <a:pos x="311" y="0"/>
                  </a:cxn>
                  <a:cxn ang="0">
                    <a:pos x="160" y="87"/>
                  </a:cxn>
                  <a:cxn ang="0">
                    <a:pos x="0" y="179"/>
                  </a:cxn>
                  <a:cxn ang="0">
                    <a:pos x="187" y="336"/>
                  </a:cxn>
                  <a:cxn ang="0">
                    <a:pos x="214" y="266"/>
                  </a:cxn>
                  <a:cxn ang="0">
                    <a:pos x="311" y="0"/>
                  </a:cxn>
                </a:cxnLst>
                <a:rect l="0" t="0" r="r" b="b"/>
                <a:pathLst>
                  <a:path w="311" h="336">
                    <a:moveTo>
                      <a:pt x="311" y="0"/>
                    </a:moveTo>
                    <a:lnTo>
                      <a:pt x="160" y="87"/>
                    </a:lnTo>
                    <a:lnTo>
                      <a:pt x="0" y="179"/>
                    </a:lnTo>
                    <a:lnTo>
                      <a:pt x="187" y="336"/>
                    </a:lnTo>
                    <a:lnTo>
                      <a:pt x="214" y="266"/>
                    </a:lnTo>
                    <a:lnTo>
                      <a:pt x="31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51" name="Freeform 451"/>
              <p:cNvSpPr/>
              <p:nvPr/>
            </p:nvSpPr>
            <p:spPr bwMode="auto">
              <a:xfrm>
                <a:off x="2877" y="2839"/>
                <a:ext cx="311" cy="336"/>
              </a:xfrm>
              <a:custGeom>
                <a:avLst/>
                <a:gdLst/>
                <a:ahLst/>
                <a:cxnLst>
                  <a:cxn ang="0">
                    <a:pos x="311" y="0"/>
                  </a:cxn>
                  <a:cxn ang="0">
                    <a:pos x="160" y="87"/>
                  </a:cxn>
                  <a:cxn ang="0">
                    <a:pos x="0" y="179"/>
                  </a:cxn>
                  <a:cxn ang="0">
                    <a:pos x="187" y="336"/>
                  </a:cxn>
                  <a:cxn ang="0">
                    <a:pos x="214" y="266"/>
                  </a:cxn>
                  <a:cxn ang="0">
                    <a:pos x="311" y="0"/>
                  </a:cxn>
                </a:cxnLst>
                <a:rect l="0" t="0" r="r" b="b"/>
                <a:pathLst>
                  <a:path w="311" h="336">
                    <a:moveTo>
                      <a:pt x="311" y="0"/>
                    </a:moveTo>
                    <a:lnTo>
                      <a:pt x="160" y="87"/>
                    </a:lnTo>
                    <a:lnTo>
                      <a:pt x="0" y="179"/>
                    </a:lnTo>
                    <a:lnTo>
                      <a:pt x="187" y="336"/>
                    </a:lnTo>
                    <a:lnTo>
                      <a:pt x="214" y="266"/>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52" name="Freeform 452"/>
              <p:cNvSpPr/>
              <p:nvPr/>
            </p:nvSpPr>
            <p:spPr bwMode="auto">
              <a:xfrm>
                <a:off x="3037" y="2839"/>
                <a:ext cx="151" cy="87"/>
              </a:xfrm>
              <a:custGeom>
                <a:avLst/>
                <a:gdLst/>
                <a:ahLst/>
                <a:cxnLst>
                  <a:cxn ang="0">
                    <a:pos x="151" y="0"/>
                  </a:cxn>
                  <a:cxn ang="0">
                    <a:pos x="0" y="87"/>
                  </a:cxn>
                  <a:cxn ang="0">
                    <a:pos x="151" y="0"/>
                  </a:cxn>
                  <a:cxn ang="0">
                    <a:pos x="151" y="0"/>
                  </a:cxn>
                </a:cxnLst>
                <a:rect l="0" t="0" r="r" b="b"/>
                <a:pathLst>
                  <a:path w="151" h="87">
                    <a:moveTo>
                      <a:pt x="151" y="0"/>
                    </a:moveTo>
                    <a:lnTo>
                      <a:pt x="0" y="87"/>
                    </a:lnTo>
                    <a:lnTo>
                      <a:pt x="151" y="0"/>
                    </a:lnTo>
                    <a:lnTo>
                      <a:pt x="15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53" name="Freeform 453"/>
              <p:cNvSpPr/>
              <p:nvPr/>
            </p:nvSpPr>
            <p:spPr bwMode="auto">
              <a:xfrm>
                <a:off x="3037" y="2839"/>
                <a:ext cx="151" cy="87"/>
              </a:xfrm>
              <a:custGeom>
                <a:avLst/>
                <a:gdLst/>
                <a:ahLst/>
                <a:cxnLst>
                  <a:cxn ang="0">
                    <a:pos x="151" y="0"/>
                  </a:cxn>
                  <a:cxn ang="0">
                    <a:pos x="0" y="87"/>
                  </a:cxn>
                  <a:cxn ang="0">
                    <a:pos x="151" y="0"/>
                  </a:cxn>
                  <a:cxn ang="0">
                    <a:pos x="151" y="0"/>
                  </a:cxn>
                </a:cxnLst>
                <a:rect l="0" t="0" r="r" b="b"/>
                <a:pathLst>
                  <a:path w="151" h="87">
                    <a:moveTo>
                      <a:pt x="151" y="0"/>
                    </a:moveTo>
                    <a:lnTo>
                      <a:pt x="0" y="87"/>
                    </a:lnTo>
                    <a:lnTo>
                      <a:pt x="151" y="0"/>
                    </a:lnTo>
                    <a:lnTo>
                      <a:pt x="151" y="0"/>
                    </a:lnTo>
                  </a:path>
                </a:pathLst>
              </a:custGeom>
              <a:noFill/>
              <a:ln w="9525">
                <a:noFill/>
                <a:round/>
              </a:ln>
            </p:spPr>
            <p:txBody>
              <a:bodyPr vert="horz" wrap="square" lIns="82938" tIns="41469" rIns="82938" bIns="41469" numCol="1" anchor="t" anchorCtr="0" compatLnSpc="1"/>
              <a:lstStyle/>
              <a:p>
                <a:endParaRPr lang="en-GB" sz="1815"/>
              </a:p>
            </p:txBody>
          </p:sp>
          <p:sp>
            <p:nvSpPr>
              <p:cNvPr id="51654" name="Freeform 454"/>
              <p:cNvSpPr/>
              <p:nvPr/>
            </p:nvSpPr>
            <p:spPr bwMode="auto">
              <a:xfrm>
                <a:off x="2877" y="3018"/>
                <a:ext cx="187" cy="157"/>
              </a:xfrm>
              <a:custGeom>
                <a:avLst/>
                <a:gdLst/>
                <a:ahLst/>
                <a:cxnLst>
                  <a:cxn ang="0">
                    <a:pos x="0" y="0"/>
                  </a:cxn>
                  <a:cxn ang="0">
                    <a:pos x="0" y="0"/>
                  </a:cxn>
                  <a:cxn ang="0">
                    <a:pos x="187" y="157"/>
                  </a:cxn>
                  <a:cxn ang="0">
                    <a:pos x="187" y="157"/>
                  </a:cxn>
                  <a:cxn ang="0">
                    <a:pos x="0" y="0"/>
                  </a:cxn>
                </a:cxnLst>
                <a:rect l="0" t="0" r="r" b="b"/>
                <a:pathLst>
                  <a:path w="187" h="157">
                    <a:moveTo>
                      <a:pt x="0" y="0"/>
                    </a:moveTo>
                    <a:lnTo>
                      <a:pt x="0" y="0"/>
                    </a:lnTo>
                    <a:lnTo>
                      <a:pt x="187" y="157"/>
                    </a:lnTo>
                    <a:lnTo>
                      <a:pt x="187" y="157"/>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55" name="Freeform 455"/>
              <p:cNvSpPr/>
              <p:nvPr/>
            </p:nvSpPr>
            <p:spPr bwMode="auto">
              <a:xfrm>
                <a:off x="2877" y="3018"/>
                <a:ext cx="187" cy="157"/>
              </a:xfrm>
              <a:custGeom>
                <a:avLst/>
                <a:gdLst/>
                <a:ahLst/>
                <a:cxnLst>
                  <a:cxn ang="0">
                    <a:pos x="0" y="0"/>
                  </a:cxn>
                  <a:cxn ang="0">
                    <a:pos x="0" y="0"/>
                  </a:cxn>
                  <a:cxn ang="0">
                    <a:pos x="187" y="157"/>
                  </a:cxn>
                  <a:cxn ang="0">
                    <a:pos x="187" y="157"/>
                  </a:cxn>
                  <a:cxn ang="0">
                    <a:pos x="0" y="0"/>
                  </a:cxn>
                </a:cxnLst>
                <a:rect l="0" t="0" r="r" b="b"/>
                <a:pathLst>
                  <a:path w="187" h="157">
                    <a:moveTo>
                      <a:pt x="0" y="0"/>
                    </a:moveTo>
                    <a:lnTo>
                      <a:pt x="0" y="0"/>
                    </a:lnTo>
                    <a:lnTo>
                      <a:pt x="187" y="157"/>
                    </a:lnTo>
                    <a:lnTo>
                      <a:pt x="187" y="15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56" name="Freeform 456"/>
              <p:cNvSpPr>
                <a:spLocks noEditPoints="1"/>
              </p:cNvSpPr>
              <p:nvPr/>
            </p:nvSpPr>
            <p:spPr bwMode="auto">
              <a:xfrm>
                <a:off x="2877" y="2839"/>
                <a:ext cx="311" cy="266"/>
              </a:xfrm>
              <a:custGeom>
                <a:avLst/>
                <a:gdLst/>
                <a:ahLst/>
                <a:cxnLst>
                  <a:cxn ang="0">
                    <a:pos x="160" y="87"/>
                  </a:cxn>
                  <a:cxn ang="0">
                    <a:pos x="0" y="179"/>
                  </a:cxn>
                  <a:cxn ang="0">
                    <a:pos x="0" y="179"/>
                  </a:cxn>
                  <a:cxn ang="0">
                    <a:pos x="160" y="87"/>
                  </a:cxn>
                  <a:cxn ang="0">
                    <a:pos x="311" y="0"/>
                  </a:cxn>
                  <a:cxn ang="0">
                    <a:pos x="311" y="0"/>
                  </a:cxn>
                  <a:cxn ang="0">
                    <a:pos x="214" y="266"/>
                  </a:cxn>
                  <a:cxn ang="0">
                    <a:pos x="311" y="0"/>
                  </a:cxn>
                </a:cxnLst>
                <a:rect l="0" t="0" r="r" b="b"/>
                <a:pathLst>
                  <a:path w="311" h="266">
                    <a:moveTo>
                      <a:pt x="160" y="87"/>
                    </a:moveTo>
                    <a:lnTo>
                      <a:pt x="0" y="179"/>
                    </a:lnTo>
                    <a:lnTo>
                      <a:pt x="0" y="179"/>
                    </a:lnTo>
                    <a:lnTo>
                      <a:pt x="160" y="87"/>
                    </a:lnTo>
                    <a:close/>
                    <a:moveTo>
                      <a:pt x="311" y="0"/>
                    </a:moveTo>
                    <a:lnTo>
                      <a:pt x="311" y="0"/>
                    </a:lnTo>
                    <a:lnTo>
                      <a:pt x="214" y="266"/>
                    </a:lnTo>
                    <a:lnTo>
                      <a:pt x="3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57" name="Freeform 457"/>
              <p:cNvSpPr/>
              <p:nvPr/>
            </p:nvSpPr>
            <p:spPr bwMode="auto">
              <a:xfrm>
                <a:off x="2877" y="2926"/>
                <a:ext cx="160" cy="92"/>
              </a:xfrm>
              <a:custGeom>
                <a:avLst/>
                <a:gdLst/>
                <a:ahLst/>
                <a:cxnLst>
                  <a:cxn ang="0">
                    <a:pos x="160" y="0"/>
                  </a:cxn>
                  <a:cxn ang="0">
                    <a:pos x="0" y="92"/>
                  </a:cxn>
                  <a:cxn ang="0">
                    <a:pos x="0" y="92"/>
                  </a:cxn>
                  <a:cxn ang="0">
                    <a:pos x="160" y="0"/>
                  </a:cxn>
                </a:cxnLst>
                <a:rect l="0" t="0" r="r" b="b"/>
                <a:pathLst>
                  <a:path w="160" h="92">
                    <a:moveTo>
                      <a:pt x="160" y="0"/>
                    </a:moveTo>
                    <a:lnTo>
                      <a:pt x="0" y="92"/>
                    </a:lnTo>
                    <a:lnTo>
                      <a:pt x="0" y="92"/>
                    </a:lnTo>
                    <a:lnTo>
                      <a:pt x="160" y="0"/>
                    </a:lnTo>
                  </a:path>
                </a:pathLst>
              </a:custGeom>
              <a:noFill/>
              <a:ln w="9525">
                <a:noFill/>
                <a:round/>
              </a:ln>
            </p:spPr>
            <p:txBody>
              <a:bodyPr vert="horz" wrap="square" lIns="82938" tIns="41469" rIns="82938" bIns="41469" numCol="1" anchor="t" anchorCtr="0" compatLnSpc="1"/>
              <a:lstStyle/>
              <a:p>
                <a:endParaRPr lang="en-GB" sz="1815"/>
              </a:p>
            </p:txBody>
          </p:sp>
          <p:sp>
            <p:nvSpPr>
              <p:cNvPr id="51658" name="Freeform 458"/>
              <p:cNvSpPr/>
              <p:nvPr/>
            </p:nvSpPr>
            <p:spPr bwMode="auto">
              <a:xfrm>
                <a:off x="3091" y="2839"/>
                <a:ext cx="97" cy="266"/>
              </a:xfrm>
              <a:custGeom>
                <a:avLst/>
                <a:gdLst/>
                <a:ahLst/>
                <a:cxnLst>
                  <a:cxn ang="0">
                    <a:pos x="97" y="0"/>
                  </a:cxn>
                  <a:cxn ang="0">
                    <a:pos x="97" y="0"/>
                  </a:cxn>
                  <a:cxn ang="0">
                    <a:pos x="0" y="266"/>
                  </a:cxn>
                  <a:cxn ang="0">
                    <a:pos x="97" y="0"/>
                  </a:cxn>
                </a:cxnLst>
                <a:rect l="0" t="0" r="r" b="b"/>
                <a:pathLst>
                  <a:path w="97" h="266">
                    <a:moveTo>
                      <a:pt x="97" y="0"/>
                    </a:moveTo>
                    <a:lnTo>
                      <a:pt x="97" y="0"/>
                    </a:lnTo>
                    <a:lnTo>
                      <a:pt x="0" y="266"/>
                    </a:lnTo>
                    <a:lnTo>
                      <a:pt x="97" y="0"/>
                    </a:lnTo>
                  </a:path>
                </a:pathLst>
              </a:custGeom>
              <a:noFill/>
              <a:ln w="9525">
                <a:noFill/>
                <a:round/>
              </a:ln>
            </p:spPr>
            <p:txBody>
              <a:bodyPr vert="horz" wrap="square" lIns="82938" tIns="41469" rIns="82938" bIns="41469" numCol="1" anchor="t" anchorCtr="0" compatLnSpc="1"/>
              <a:lstStyle/>
              <a:p>
                <a:endParaRPr lang="en-GB" sz="1815"/>
              </a:p>
            </p:txBody>
          </p:sp>
          <p:sp>
            <p:nvSpPr>
              <p:cNvPr id="51659" name="Rectangle 459"/>
              <p:cNvSpPr>
                <a:spLocks noChangeArrowheads="1"/>
              </p:cNvSpPr>
              <p:nvPr/>
            </p:nvSpPr>
            <p:spPr bwMode="auto">
              <a:xfrm>
                <a:off x="2848" y="3011"/>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660" name="Rectangle 460"/>
              <p:cNvSpPr>
                <a:spLocks noChangeArrowheads="1"/>
              </p:cNvSpPr>
              <p:nvPr/>
            </p:nvSpPr>
            <p:spPr bwMode="auto">
              <a:xfrm>
                <a:off x="2848" y="3011"/>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61" name="Freeform 461"/>
              <p:cNvSpPr/>
              <p:nvPr/>
            </p:nvSpPr>
            <p:spPr bwMode="auto">
              <a:xfrm>
                <a:off x="2867" y="2822"/>
                <a:ext cx="311" cy="178"/>
              </a:xfrm>
              <a:custGeom>
                <a:avLst/>
                <a:gdLst/>
                <a:ahLst/>
                <a:cxnLst>
                  <a:cxn ang="0">
                    <a:pos x="311" y="0"/>
                  </a:cxn>
                  <a:cxn ang="0">
                    <a:pos x="0" y="178"/>
                  </a:cxn>
                  <a:cxn ang="0">
                    <a:pos x="0" y="178"/>
                  </a:cxn>
                  <a:cxn ang="0">
                    <a:pos x="311" y="0"/>
                  </a:cxn>
                </a:cxnLst>
                <a:rect l="0" t="0" r="r" b="b"/>
                <a:pathLst>
                  <a:path w="311" h="178">
                    <a:moveTo>
                      <a:pt x="311" y="0"/>
                    </a:moveTo>
                    <a:lnTo>
                      <a:pt x="0" y="178"/>
                    </a:lnTo>
                    <a:lnTo>
                      <a:pt x="0" y="178"/>
                    </a:lnTo>
                    <a:lnTo>
                      <a:pt x="31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62" name="Freeform 462"/>
              <p:cNvSpPr/>
              <p:nvPr/>
            </p:nvSpPr>
            <p:spPr bwMode="auto">
              <a:xfrm>
                <a:off x="2867" y="2822"/>
                <a:ext cx="311" cy="178"/>
              </a:xfrm>
              <a:custGeom>
                <a:avLst/>
                <a:gdLst/>
                <a:ahLst/>
                <a:cxnLst>
                  <a:cxn ang="0">
                    <a:pos x="311" y="0"/>
                  </a:cxn>
                  <a:cxn ang="0">
                    <a:pos x="0" y="178"/>
                  </a:cxn>
                  <a:cxn ang="0">
                    <a:pos x="0" y="178"/>
                  </a:cxn>
                  <a:cxn ang="0">
                    <a:pos x="311" y="0"/>
                  </a:cxn>
                </a:cxnLst>
                <a:rect l="0" t="0" r="r" b="b"/>
                <a:pathLst>
                  <a:path w="311" h="178">
                    <a:moveTo>
                      <a:pt x="311" y="0"/>
                    </a:moveTo>
                    <a:lnTo>
                      <a:pt x="0" y="178"/>
                    </a:lnTo>
                    <a:lnTo>
                      <a:pt x="0" y="178"/>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63" name="Rectangle 463"/>
              <p:cNvSpPr>
                <a:spLocks noChangeArrowheads="1"/>
              </p:cNvSpPr>
              <p:nvPr/>
            </p:nvSpPr>
            <p:spPr bwMode="auto">
              <a:xfrm>
                <a:off x="2867" y="300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664" name="Rectangle 464"/>
              <p:cNvSpPr>
                <a:spLocks noChangeArrowheads="1"/>
              </p:cNvSpPr>
              <p:nvPr/>
            </p:nvSpPr>
            <p:spPr bwMode="auto">
              <a:xfrm>
                <a:off x="2867" y="300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65" name="Freeform 465"/>
              <p:cNvSpPr/>
              <p:nvPr/>
            </p:nvSpPr>
            <p:spPr bwMode="auto">
              <a:xfrm>
                <a:off x="2867" y="2822"/>
                <a:ext cx="324" cy="196"/>
              </a:xfrm>
              <a:custGeom>
                <a:avLst/>
                <a:gdLst/>
                <a:ahLst/>
                <a:cxnLst>
                  <a:cxn ang="0">
                    <a:pos x="311" y="0"/>
                  </a:cxn>
                  <a:cxn ang="0">
                    <a:pos x="311" y="0"/>
                  </a:cxn>
                  <a:cxn ang="0">
                    <a:pos x="311" y="0"/>
                  </a:cxn>
                  <a:cxn ang="0">
                    <a:pos x="0" y="178"/>
                  </a:cxn>
                  <a:cxn ang="0">
                    <a:pos x="1" y="189"/>
                  </a:cxn>
                  <a:cxn ang="0">
                    <a:pos x="10" y="196"/>
                  </a:cxn>
                  <a:cxn ang="0">
                    <a:pos x="170" y="104"/>
                  </a:cxn>
                  <a:cxn ang="0">
                    <a:pos x="321" y="17"/>
                  </a:cxn>
                  <a:cxn ang="0">
                    <a:pos x="321" y="17"/>
                  </a:cxn>
                  <a:cxn ang="0">
                    <a:pos x="321" y="17"/>
                  </a:cxn>
                  <a:cxn ang="0">
                    <a:pos x="324" y="7"/>
                  </a:cxn>
                  <a:cxn ang="0">
                    <a:pos x="314" y="9"/>
                  </a:cxn>
                  <a:cxn ang="0">
                    <a:pos x="321" y="2"/>
                  </a:cxn>
                  <a:cxn ang="0">
                    <a:pos x="311" y="0"/>
                  </a:cxn>
                </a:cxnLst>
                <a:rect l="0" t="0" r="r" b="b"/>
                <a:pathLst>
                  <a:path w="324" h="196">
                    <a:moveTo>
                      <a:pt x="311" y="0"/>
                    </a:moveTo>
                    <a:lnTo>
                      <a:pt x="311" y="0"/>
                    </a:lnTo>
                    <a:lnTo>
                      <a:pt x="311" y="0"/>
                    </a:lnTo>
                    <a:lnTo>
                      <a:pt x="0" y="178"/>
                    </a:lnTo>
                    <a:lnTo>
                      <a:pt x="1" y="189"/>
                    </a:lnTo>
                    <a:lnTo>
                      <a:pt x="10" y="196"/>
                    </a:lnTo>
                    <a:lnTo>
                      <a:pt x="170" y="104"/>
                    </a:lnTo>
                    <a:lnTo>
                      <a:pt x="321" y="17"/>
                    </a:lnTo>
                    <a:lnTo>
                      <a:pt x="321" y="17"/>
                    </a:lnTo>
                    <a:lnTo>
                      <a:pt x="321" y="17"/>
                    </a:lnTo>
                    <a:lnTo>
                      <a:pt x="324" y="7"/>
                    </a:lnTo>
                    <a:lnTo>
                      <a:pt x="314" y="9"/>
                    </a:lnTo>
                    <a:lnTo>
                      <a:pt x="321" y="2"/>
                    </a:lnTo>
                    <a:lnTo>
                      <a:pt x="3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66" name="Freeform 466"/>
              <p:cNvSpPr/>
              <p:nvPr/>
            </p:nvSpPr>
            <p:spPr bwMode="auto">
              <a:xfrm>
                <a:off x="2867" y="2822"/>
                <a:ext cx="324" cy="196"/>
              </a:xfrm>
              <a:custGeom>
                <a:avLst/>
                <a:gdLst/>
                <a:ahLst/>
                <a:cxnLst>
                  <a:cxn ang="0">
                    <a:pos x="311" y="0"/>
                  </a:cxn>
                  <a:cxn ang="0">
                    <a:pos x="311" y="0"/>
                  </a:cxn>
                  <a:cxn ang="0">
                    <a:pos x="311" y="0"/>
                  </a:cxn>
                  <a:cxn ang="0">
                    <a:pos x="0" y="178"/>
                  </a:cxn>
                  <a:cxn ang="0">
                    <a:pos x="1" y="189"/>
                  </a:cxn>
                  <a:cxn ang="0">
                    <a:pos x="10" y="196"/>
                  </a:cxn>
                  <a:cxn ang="0">
                    <a:pos x="170" y="104"/>
                  </a:cxn>
                  <a:cxn ang="0">
                    <a:pos x="321" y="17"/>
                  </a:cxn>
                  <a:cxn ang="0">
                    <a:pos x="321" y="17"/>
                  </a:cxn>
                  <a:cxn ang="0">
                    <a:pos x="321" y="17"/>
                  </a:cxn>
                  <a:cxn ang="0">
                    <a:pos x="324" y="7"/>
                  </a:cxn>
                  <a:cxn ang="0">
                    <a:pos x="314" y="9"/>
                  </a:cxn>
                  <a:cxn ang="0">
                    <a:pos x="321" y="2"/>
                  </a:cxn>
                  <a:cxn ang="0">
                    <a:pos x="311" y="0"/>
                  </a:cxn>
                </a:cxnLst>
                <a:rect l="0" t="0" r="r" b="b"/>
                <a:pathLst>
                  <a:path w="324" h="196">
                    <a:moveTo>
                      <a:pt x="311" y="0"/>
                    </a:moveTo>
                    <a:lnTo>
                      <a:pt x="311" y="0"/>
                    </a:lnTo>
                    <a:lnTo>
                      <a:pt x="311" y="0"/>
                    </a:lnTo>
                    <a:lnTo>
                      <a:pt x="0" y="178"/>
                    </a:lnTo>
                    <a:lnTo>
                      <a:pt x="1" y="189"/>
                    </a:lnTo>
                    <a:lnTo>
                      <a:pt x="10" y="196"/>
                    </a:lnTo>
                    <a:lnTo>
                      <a:pt x="170" y="104"/>
                    </a:lnTo>
                    <a:lnTo>
                      <a:pt x="321" y="17"/>
                    </a:lnTo>
                    <a:lnTo>
                      <a:pt x="321" y="17"/>
                    </a:lnTo>
                    <a:lnTo>
                      <a:pt x="321" y="17"/>
                    </a:lnTo>
                    <a:lnTo>
                      <a:pt x="324" y="7"/>
                    </a:lnTo>
                    <a:lnTo>
                      <a:pt x="314" y="9"/>
                    </a:lnTo>
                    <a:lnTo>
                      <a:pt x="321" y="2"/>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67" name="Freeform 467"/>
              <p:cNvSpPr/>
              <p:nvPr/>
            </p:nvSpPr>
            <p:spPr bwMode="auto">
              <a:xfrm>
                <a:off x="3178" y="2817"/>
                <a:ext cx="13" cy="7"/>
              </a:xfrm>
              <a:custGeom>
                <a:avLst/>
                <a:gdLst/>
                <a:ahLst/>
                <a:cxnLst>
                  <a:cxn ang="0">
                    <a:pos x="8" y="0"/>
                  </a:cxn>
                  <a:cxn ang="0">
                    <a:pos x="0" y="5"/>
                  </a:cxn>
                  <a:cxn ang="0">
                    <a:pos x="10" y="7"/>
                  </a:cxn>
                  <a:cxn ang="0">
                    <a:pos x="13" y="2"/>
                  </a:cxn>
                  <a:cxn ang="0">
                    <a:pos x="8" y="0"/>
                  </a:cxn>
                </a:cxnLst>
                <a:rect l="0" t="0" r="r" b="b"/>
                <a:pathLst>
                  <a:path w="13" h="7">
                    <a:moveTo>
                      <a:pt x="8" y="0"/>
                    </a:moveTo>
                    <a:lnTo>
                      <a:pt x="0" y="5"/>
                    </a:lnTo>
                    <a:lnTo>
                      <a:pt x="10" y="7"/>
                    </a:lnTo>
                    <a:lnTo>
                      <a:pt x="13" y="2"/>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68" name="Freeform 468"/>
              <p:cNvSpPr/>
              <p:nvPr/>
            </p:nvSpPr>
            <p:spPr bwMode="auto">
              <a:xfrm>
                <a:off x="3178" y="2817"/>
                <a:ext cx="13" cy="7"/>
              </a:xfrm>
              <a:custGeom>
                <a:avLst/>
                <a:gdLst/>
                <a:ahLst/>
                <a:cxnLst>
                  <a:cxn ang="0">
                    <a:pos x="8" y="0"/>
                  </a:cxn>
                  <a:cxn ang="0">
                    <a:pos x="0" y="5"/>
                  </a:cxn>
                  <a:cxn ang="0">
                    <a:pos x="10" y="7"/>
                  </a:cxn>
                  <a:cxn ang="0">
                    <a:pos x="13" y="2"/>
                  </a:cxn>
                  <a:cxn ang="0">
                    <a:pos x="8" y="0"/>
                  </a:cxn>
                </a:cxnLst>
                <a:rect l="0" t="0" r="r" b="b"/>
                <a:pathLst>
                  <a:path w="13" h="7">
                    <a:moveTo>
                      <a:pt x="8" y="0"/>
                    </a:moveTo>
                    <a:lnTo>
                      <a:pt x="0" y="5"/>
                    </a:lnTo>
                    <a:lnTo>
                      <a:pt x="10" y="7"/>
                    </a:lnTo>
                    <a:lnTo>
                      <a:pt x="13" y="2"/>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669" name="Freeform 469"/>
              <p:cNvSpPr/>
              <p:nvPr/>
            </p:nvSpPr>
            <p:spPr bwMode="auto">
              <a:xfrm>
                <a:off x="2848" y="3000"/>
                <a:ext cx="20" cy="11"/>
              </a:xfrm>
              <a:custGeom>
                <a:avLst/>
                <a:gdLst/>
                <a:ahLst/>
                <a:cxnLst>
                  <a:cxn ang="0">
                    <a:pos x="19" y="0"/>
                  </a:cxn>
                  <a:cxn ang="0">
                    <a:pos x="19" y="0"/>
                  </a:cxn>
                  <a:cxn ang="0">
                    <a:pos x="0" y="11"/>
                  </a:cxn>
                  <a:cxn ang="0">
                    <a:pos x="0" y="11"/>
                  </a:cxn>
                  <a:cxn ang="0">
                    <a:pos x="19" y="1"/>
                  </a:cxn>
                  <a:cxn ang="0">
                    <a:pos x="20" y="11"/>
                  </a:cxn>
                  <a:cxn ang="0">
                    <a:pos x="20" y="11"/>
                  </a:cxn>
                  <a:cxn ang="0">
                    <a:pos x="19" y="0"/>
                  </a:cxn>
                </a:cxnLst>
                <a:rect l="0" t="0" r="r" b="b"/>
                <a:pathLst>
                  <a:path w="20" h="11">
                    <a:moveTo>
                      <a:pt x="19" y="0"/>
                    </a:moveTo>
                    <a:lnTo>
                      <a:pt x="19" y="0"/>
                    </a:lnTo>
                    <a:lnTo>
                      <a:pt x="0" y="11"/>
                    </a:lnTo>
                    <a:lnTo>
                      <a:pt x="0" y="11"/>
                    </a:lnTo>
                    <a:lnTo>
                      <a:pt x="19" y="1"/>
                    </a:lnTo>
                    <a:lnTo>
                      <a:pt x="20" y="11"/>
                    </a:lnTo>
                    <a:lnTo>
                      <a:pt x="20" y="11"/>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0" name="Freeform 470"/>
              <p:cNvSpPr/>
              <p:nvPr/>
            </p:nvSpPr>
            <p:spPr bwMode="auto">
              <a:xfrm>
                <a:off x="2848" y="3000"/>
                <a:ext cx="20" cy="11"/>
              </a:xfrm>
              <a:custGeom>
                <a:avLst/>
                <a:gdLst/>
                <a:ahLst/>
                <a:cxnLst>
                  <a:cxn ang="0">
                    <a:pos x="19" y="0"/>
                  </a:cxn>
                  <a:cxn ang="0">
                    <a:pos x="19" y="0"/>
                  </a:cxn>
                  <a:cxn ang="0">
                    <a:pos x="0" y="11"/>
                  </a:cxn>
                  <a:cxn ang="0">
                    <a:pos x="0" y="11"/>
                  </a:cxn>
                  <a:cxn ang="0">
                    <a:pos x="19" y="1"/>
                  </a:cxn>
                  <a:cxn ang="0">
                    <a:pos x="20" y="11"/>
                  </a:cxn>
                  <a:cxn ang="0">
                    <a:pos x="20" y="11"/>
                  </a:cxn>
                  <a:cxn ang="0">
                    <a:pos x="19" y="0"/>
                  </a:cxn>
                </a:cxnLst>
                <a:rect l="0" t="0" r="r" b="b"/>
                <a:pathLst>
                  <a:path w="20" h="11">
                    <a:moveTo>
                      <a:pt x="19" y="0"/>
                    </a:moveTo>
                    <a:lnTo>
                      <a:pt x="19" y="0"/>
                    </a:lnTo>
                    <a:lnTo>
                      <a:pt x="0" y="11"/>
                    </a:lnTo>
                    <a:lnTo>
                      <a:pt x="0" y="11"/>
                    </a:lnTo>
                    <a:lnTo>
                      <a:pt x="19" y="1"/>
                    </a:lnTo>
                    <a:lnTo>
                      <a:pt x="20" y="11"/>
                    </a:lnTo>
                    <a:lnTo>
                      <a:pt x="20" y="11"/>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671" name="Freeform 471"/>
              <p:cNvSpPr/>
              <p:nvPr/>
            </p:nvSpPr>
            <p:spPr bwMode="auto">
              <a:xfrm>
                <a:off x="2858" y="3018"/>
                <a:ext cx="206" cy="178"/>
              </a:xfrm>
              <a:custGeom>
                <a:avLst/>
                <a:gdLst/>
                <a:ahLst/>
                <a:cxnLst>
                  <a:cxn ang="0">
                    <a:pos x="19" y="0"/>
                  </a:cxn>
                  <a:cxn ang="0">
                    <a:pos x="12" y="3"/>
                  </a:cxn>
                  <a:cxn ang="0">
                    <a:pos x="12" y="3"/>
                  </a:cxn>
                  <a:cxn ang="0">
                    <a:pos x="7" y="7"/>
                  </a:cxn>
                  <a:cxn ang="0">
                    <a:pos x="7" y="7"/>
                  </a:cxn>
                  <a:cxn ang="0">
                    <a:pos x="0" y="10"/>
                  </a:cxn>
                  <a:cxn ang="0">
                    <a:pos x="199" y="178"/>
                  </a:cxn>
                  <a:cxn ang="0">
                    <a:pos x="206" y="157"/>
                  </a:cxn>
                  <a:cxn ang="0">
                    <a:pos x="19" y="0"/>
                  </a:cxn>
                  <a:cxn ang="0">
                    <a:pos x="19" y="0"/>
                  </a:cxn>
                  <a:cxn ang="0">
                    <a:pos x="19" y="0"/>
                  </a:cxn>
                </a:cxnLst>
                <a:rect l="0" t="0" r="r" b="b"/>
                <a:pathLst>
                  <a:path w="206" h="178">
                    <a:moveTo>
                      <a:pt x="19" y="0"/>
                    </a:moveTo>
                    <a:lnTo>
                      <a:pt x="12" y="3"/>
                    </a:lnTo>
                    <a:lnTo>
                      <a:pt x="12" y="3"/>
                    </a:lnTo>
                    <a:lnTo>
                      <a:pt x="7" y="7"/>
                    </a:lnTo>
                    <a:lnTo>
                      <a:pt x="7" y="7"/>
                    </a:lnTo>
                    <a:lnTo>
                      <a:pt x="0" y="10"/>
                    </a:lnTo>
                    <a:lnTo>
                      <a:pt x="199" y="178"/>
                    </a:lnTo>
                    <a:lnTo>
                      <a:pt x="206" y="157"/>
                    </a:lnTo>
                    <a:lnTo>
                      <a:pt x="19" y="0"/>
                    </a:lnTo>
                    <a:lnTo>
                      <a:pt x="19" y="0"/>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2" name="Freeform 472"/>
              <p:cNvSpPr/>
              <p:nvPr/>
            </p:nvSpPr>
            <p:spPr bwMode="auto">
              <a:xfrm>
                <a:off x="2858" y="3018"/>
                <a:ext cx="206" cy="178"/>
              </a:xfrm>
              <a:custGeom>
                <a:avLst/>
                <a:gdLst/>
                <a:ahLst/>
                <a:cxnLst>
                  <a:cxn ang="0">
                    <a:pos x="19" y="0"/>
                  </a:cxn>
                  <a:cxn ang="0">
                    <a:pos x="12" y="3"/>
                  </a:cxn>
                  <a:cxn ang="0">
                    <a:pos x="12" y="3"/>
                  </a:cxn>
                  <a:cxn ang="0">
                    <a:pos x="7" y="7"/>
                  </a:cxn>
                  <a:cxn ang="0">
                    <a:pos x="7" y="7"/>
                  </a:cxn>
                  <a:cxn ang="0">
                    <a:pos x="0" y="10"/>
                  </a:cxn>
                  <a:cxn ang="0">
                    <a:pos x="199" y="178"/>
                  </a:cxn>
                  <a:cxn ang="0">
                    <a:pos x="206" y="157"/>
                  </a:cxn>
                  <a:cxn ang="0">
                    <a:pos x="19" y="0"/>
                  </a:cxn>
                  <a:cxn ang="0">
                    <a:pos x="19" y="0"/>
                  </a:cxn>
                  <a:cxn ang="0">
                    <a:pos x="19" y="0"/>
                  </a:cxn>
                </a:cxnLst>
                <a:rect l="0" t="0" r="r" b="b"/>
                <a:pathLst>
                  <a:path w="206" h="178">
                    <a:moveTo>
                      <a:pt x="19" y="0"/>
                    </a:moveTo>
                    <a:lnTo>
                      <a:pt x="12" y="3"/>
                    </a:lnTo>
                    <a:lnTo>
                      <a:pt x="12" y="3"/>
                    </a:lnTo>
                    <a:lnTo>
                      <a:pt x="7" y="7"/>
                    </a:lnTo>
                    <a:lnTo>
                      <a:pt x="7" y="7"/>
                    </a:lnTo>
                    <a:lnTo>
                      <a:pt x="0" y="10"/>
                    </a:lnTo>
                    <a:lnTo>
                      <a:pt x="199" y="178"/>
                    </a:lnTo>
                    <a:lnTo>
                      <a:pt x="206" y="157"/>
                    </a:lnTo>
                    <a:lnTo>
                      <a:pt x="19" y="0"/>
                    </a:lnTo>
                    <a:lnTo>
                      <a:pt x="19" y="0"/>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673" name="Freeform 473"/>
              <p:cNvSpPr>
                <a:spLocks noEditPoints="1"/>
              </p:cNvSpPr>
              <p:nvPr/>
            </p:nvSpPr>
            <p:spPr bwMode="auto">
              <a:xfrm>
                <a:off x="2848" y="3011"/>
                <a:ext cx="22" cy="14"/>
              </a:xfrm>
              <a:custGeom>
                <a:avLst/>
                <a:gdLst/>
                <a:ahLst/>
                <a:cxnLst>
                  <a:cxn ang="0">
                    <a:pos x="22" y="10"/>
                  </a:cxn>
                  <a:cxn ang="0">
                    <a:pos x="17" y="14"/>
                  </a:cxn>
                  <a:cxn ang="0">
                    <a:pos x="17" y="14"/>
                  </a:cxn>
                  <a:cxn ang="0">
                    <a:pos x="22" y="10"/>
                  </a:cxn>
                  <a:cxn ang="0">
                    <a:pos x="22" y="10"/>
                  </a:cxn>
                  <a:cxn ang="0">
                    <a:pos x="0" y="0"/>
                  </a:cxn>
                  <a:cxn ang="0">
                    <a:pos x="0" y="0"/>
                  </a:cxn>
                  <a:cxn ang="0">
                    <a:pos x="0" y="0"/>
                  </a:cxn>
                  <a:cxn ang="0">
                    <a:pos x="0" y="0"/>
                  </a:cxn>
                  <a:cxn ang="0">
                    <a:pos x="0" y="0"/>
                  </a:cxn>
                </a:cxnLst>
                <a:rect l="0" t="0" r="r" b="b"/>
                <a:pathLst>
                  <a:path w="22" h="14">
                    <a:moveTo>
                      <a:pt x="22" y="10"/>
                    </a:moveTo>
                    <a:lnTo>
                      <a:pt x="17" y="14"/>
                    </a:lnTo>
                    <a:lnTo>
                      <a:pt x="17" y="14"/>
                    </a:lnTo>
                    <a:lnTo>
                      <a:pt x="22" y="10"/>
                    </a:lnTo>
                    <a:lnTo>
                      <a:pt x="22" y="10"/>
                    </a:lnTo>
                    <a:close/>
                    <a:moveTo>
                      <a:pt x="0" y="0"/>
                    </a:moveTo>
                    <a:lnTo>
                      <a:pt x="0" y="0"/>
                    </a:lnTo>
                    <a:lnTo>
                      <a:pt x="0" y="0"/>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4" name="Freeform 474"/>
              <p:cNvSpPr/>
              <p:nvPr/>
            </p:nvSpPr>
            <p:spPr bwMode="auto">
              <a:xfrm>
                <a:off x="2865" y="3021"/>
                <a:ext cx="5" cy="4"/>
              </a:xfrm>
              <a:custGeom>
                <a:avLst/>
                <a:gdLst/>
                <a:ahLst/>
                <a:cxnLst>
                  <a:cxn ang="0">
                    <a:pos x="5" y="0"/>
                  </a:cxn>
                  <a:cxn ang="0">
                    <a:pos x="0" y="4"/>
                  </a:cxn>
                  <a:cxn ang="0">
                    <a:pos x="0" y="4"/>
                  </a:cxn>
                  <a:cxn ang="0">
                    <a:pos x="5" y="0"/>
                  </a:cxn>
                  <a:cxn ang="0">
                    <a:pos x="5" y="0"/>
                  </a:cxn>
                </a:cxnLst>
                <a:rect l="0" t="0" r="r" b="b"/>
                <a:pathLst>
                  <a:path w="5" h="4">
                    <a:moveTo>
                      <a:pt x="5" y="0"/>
                    </a:moveTo>
                    <a:lnTo>
                      <a:pt x="0" y="4"/>
                    </a:lnTo>
                    <a:lnTo>
                      <a:pt x="0" y="4"/>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675" name="Rectangle 475"/>
              <p:cNvSpPr>
                <a:spLocks noChangeArrowheads="1"/>
              </p:cNvSpPr>
              <p:nvPr/>
            </p:nvSpPr>
            <p:spPr bwMode="auto">
              <a:xfrm>
                <a:off x="2848" y="3011"/>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76" name="Freeform 476"/>
              <p:cNvSpPr/>
              <p:nvPr/>
            </p:nvSpPr>
            <p:spPr bwMode="auto">
              <a:xfrm>
                <a:off x="2868" y="3011"/>
                <a:ext cx="9" cy="10"/>
              </a:xfrm>
              <a:custGeom>
                <a:avLst/>
                <a:gdLst/>
                <a:ahLst/>
                <a:cxnLst>
                  <a:cxn ang="0">
                    <a:pos x="0" y="0"/>
                  </a:cxn>
                  <a:cxn ang="0">
                    <a:pos x="2" y="10"/>
                  </a:cxn>
                  <a:cxn ang="0">
                    <a:pos x="9" y="7"/>
                  </a:cxn>
                  <a:cxn ang="0">
                    <a:pos x="0" y="0"/>
                  </a:cxn>
                </a:cxnLst>
                <a:rect l="0" t="0" r="r" b="b"/>
                <a:pathLst>
                  <a:path w="9" h="10">
                    <a:moveTo>
                      <a:pt x="0" y="0"/>
                    </a:moveTo>
                    <a:lnTo>
                      <a:pt x="2" y="10"/>
                    </a:lnTo>
                    <a:lnTo>
                      <a:pt x="9" y="7"/>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7" name="Freeform 477"/>
              <p:cNvSpPr/>
              <p:nvPr/>
            </p:nvSpPr>
            <p:spPr bwMode="auto">
              <a:xfrm>
                <a:off x="2868" y="3011"/>
                <a:ext cx="9" cy="10"/>
              </a:xfrm>
              <a:custGeom>
                <a:avLst/>
                <a:gdLst/>
                <a:ahLst/>
                <a:cxnLst>
                  <a:cxn ang="0">
                    <a:pos x="0" y="0"/>
                  </a:cxn>
                  <a:cxn ang="0">
                    <a:pos x="2" y="10"/>
                  </a:cxn>
                  <a:cxn ang="0">
                    <a:pos x="9" y="7"/>
                  </a:cxn>
                  <a:cxn ang="0">
                    <a:pos x="0" y="0"/>
                  </a:cxn>
                </a:cxnLst>
                <a:rect l="0" t="0" r="r" b="b"/>
                <a:pathLst>
                  <a:path w="9" h="10">
                    <a:moveTo>
                      <a:pt x="0" y="0"/>
                    </a:moveTo>
                    <a:lnTo>
                      <a:pt x="2" y="10"/>
                    </a:lnTo>
                    <a:lnTo>
                      <a:pt x="9" y="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78" name="Freeform 478"/>
              <p:cNvSpPr/>
              <p:nvPr/>
            </p:nvSpPr>
            <p:spPr bwMode="auto">
              <a:xfrm>
                <a:off x="2848" y="3001"/>
                <a:ext cx="22" cy="24"/>
              </a:xfrm>
              <a:custGeom>
                <a:avLst/>
                <a:gdLst/>
                <a:ahLst/>
                <a:cxnLst>
                  <a:cxn ang="0">
                    <a:pos x="19" y="0"/>
                  </a:cxn>
                  <a:cxn ang="0">
                    <a:pos x="0" y="10"/>
                  </a:cxn>
                  <a:cxn ang="0">
                    <a:pos x="0" y="10"/>
                  </a:cxn>
                  <a:cxn ang="0">
                    <a:pos x="7" y="7"/>
                  </a:cxn>
                  <a:cxn ang="0">
                    <a:pos x="12" y="15"/>
                  </a:cxn>
                  <a:cxn ang="0">
                    <a:pos x="12" y="15"/>
                  </a:cxn>
                  <a:cxn ang="0">
                    <a:pos x="12" y="15"/>
                  </a:cxn>
                  <a:cxn ang="0">
                    <a:pos x="17" y="24"/>
                  </a:cxn>
                  <a:cxn ang="0">
                    <a:pos x="22" y="20"/>
                  </a:cxn>
                  <a:cxn ang="0">
                    <a:pos x="20" y="10"/>
                  </a:cxn>
                  <a:cxn ang="0">
                    <a:pos x="20" y="10"/>
                  </a:cxn>
                  <a:cxn ang="0">
                    <a:pos x="19" y="0"/>
                  </a:cxn>
                </a:cxnLst>
                <a:rect l="0" t="0" r="r" b="b"/>
                <a:pathLst>
                  <a:path w="22" h="24">
                    <a:moveTo>
                      <a:pt x="19" y="0"/>
                    </a:moveTo>
                    <a:lnTo>
                      <a:pt x="0" y="10"/>
                    </a:lnTo>
                    <a:lnTo>
                      <a:pt x="0" y="10"/>
                    </a:lnTo>
                    <a:lnTo>
                      <a:pt x="7" y="7"/>
                    </a:lnTo>
                    <a:lnTo>
                      <a:pt x="12" y="15"/>
                    </a:lnTo>
                    <a:lnTo>
                      <a:pt x="12" y="15"/>
                    </a:lnTo>
                    <a:lnTo>
                      <a:pt x="12" y="15"/>
                    </a:lnTo>
                    <a:lnTo>
                      <a:pt x="17" y="24"/>
                    </a:lnTo>
                    <a:lnTo>
                      <a:pt x="22" y="20"/>
                    </a:lnTo>
                    <a:lnTo>
                      <a:pt x="20" y="10"/>
                    </a:lnTo>
                    <a:lnTo>
                      <a:pt x="20" y="10"/>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9" name="Freeform 479"/>
              <p:cNvSpPr/>
              <p:nvPr/>
            </p:nvSpPr>
            <p:spPr bwMode="auto">
              <a:xfrm>
                <a:off x="2848" y="3001"/>
                <a:ext cx="22" cy="24"/>
              </a:xfrm>
              <a:custGeom>
                <a:avLst/>
                <a:gdLst/>
                <a:ahLst/>
                <a:cxnLst>
                  <a:cxn ang="0">
                    <a:pos x="19" y="0"/>
                  </a:cxn>
                  <a:cxn ang="0">
                    <a:pos x="0" y="10"/>
                  </a:cxn>
                  <a:cxn ang="0">
                    <a:pos x="0" y="10"/>
                  </a:cxn>
                  <a:cxn ang="0">
                    <a:pos x="7" y="7"/>
                  </a:cxn>
                  <a:cxn ang="0">
                    <a:pos x="12" y="15"/>
                  </a:cxn>
                  <a:cxn ang="0">
                    <a:pos x="12" y="15"/>
                  </a:cxn>
                  <a:cxn ang="0">
                    <a:pos x="12" y="15"/>
                  </a:cxn>
                  <a:cxn ang="0">
                    <a:pos x="17" y="24"/>
                  </a:cxn>
                  <a:cxn ang="0">
                    <a:pos x="22" y="20"/>
                  </a:cxn>
                  <a:cxn ang="0">
                    <a:pos x="20" y="10"/>
                  </a:cxn>
                  <a:cxn ang="0">
                    <a:pos x="20" y="10"/>
                  </a:cxn>
                  <a:cxn ang="0">
                    <a:pos x="19" y="0"/>
                  </a:cxn>
                </a:cxnLst>
                <a:rect l="0" t="0" r="r" b="b"/>
                <a:pathLst>
                  <a:path w="22" h="24">
                    <a:moveTo>
                      <a:pt x="19" y="0"/>
                    </a:moveTo>
                    <a:lnTo>
                      <a:pt x="0" y="10"/>
                    </a:lnTo>
                    <a:lnTo>
                      <a:pt x="0" y="10"/>
                    </a:lnTo>
                    <a:lnTo>
                      <a:pt x="7" y="7"/>
                    </a:lnTo>
                    <a:lnTo>
                      <a:pt x="12" y="15"/>
                    </a:lnTo>
                    <a:lnTo>
                      <a:pt x="12" y="15"/>
                    </a:lnTo>
                    <a:lnTo>
                      <a:pt x="12" y="15"/>
                    </a:lnTo>
                    <a:lnTo>
                      <a:pt x="17" y="24"/>
                    </a:lnTo>
                    <a:lnTo>
                      <a:pt x="22" y="20"/>
                    </a:lnTo>
                    <a:lnTo>
                      <a:pt x="20" y="10"/>
                    </a:lnTo>
                    <a:lnTo>
                      <a:pt x="20" y="10"/>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680" name="Freeform 480"/>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81" name="Freeform 481"/>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682" name="Freeform 482"/>
              <p:cNvSpPr>
                <a:spLocks noEditPoints="1"/>
              </p:cNvSpPr>
              <p:nvPr/>
            </p:nvSpPr>
            <p:spPr bwMode="auto">
              <a:xfrm>
                <a:off x="2848" y="3011"/>
                <a:ext cx="17" cy="17"/>
              </a:xfrm>
              <a:custGeom>
                <a:avLst/>
                <a:gdLst/>
                <a:ahLst/>
                <a:cxnLst>
                  <a:cxn ang="0">
                    <a:pos x="17" y="14"/>
                  </a:cxn>
                  <a:cxn ang="0">
                    <a:pos x="10" y="17"/>
                  </a:cxn>
                  <a:cxn ang="0">
                    <a:pos x="10" y="17"/>
                  </a:cxn>
                  <a:cxn ang="0">
                    <a:pos x="17" y="14"/>
                  </a:cxn>
                  <a:cxn ang="0">
                    <a:pos x="17" y="14"/>
                  </a:cxn>
                  <a:cxn ang="0">
                    <a:pos x="0" y="0"/>
                  </a:cxn>
                  <a:cxn ang="0">
                    <a:pos x="0" y="0"/>
                  </a:cxn>
                  <a:cxn ang="0">
                    <a:pos x="2" y="12"/>
                  </a:cxn>
                  <a:cxn ang="0">
                    <a:pos x="2" y="12"/>
                  </a:cxn>
                  <a:cxn ang="0">
                    <a:pos x="0" y="0"/>
                  </a:cxn>
                </a:cxnLst>
                <a:rect l="0" t="0" r="r" b="b"/>
                <a:pathLst>
                  <a:path w="17" h="17">
                    <a:moveTo>
                      <a:pt x="17" y="14"/>
                    </a:moveTo>
                    <a:lnTo>
                      <a:pt x="10" y="17"/>
                    </a:lnTo>
                    <a:lnTo>
                      <a:pt x="10" y="17"/>
                    </a:lnTo>
                    <a:lnTo>
                      <a:pt x="17" y="14"/>
                    </a:lnTo>
                    <a:lnTo>
                      <a:pt x="17" y="14"/>
                    </a:lnTo>
                    <a:close/>
                    <a:moveTo>
                      <a:pt x="0" y="0"/>
                    </a:moveTo>
                    <a:lnTo>
                      <a:pt x="0" y="0"/>
                    </a:lnTo>
                    <a:lnTo>
                      <a:pt x="2" y="12"/>
                    </a:lnTo>
                    <a:lnTo>
                      <a:pt x="2"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83" name="Freeform 483"/>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684" name="Freeform 484"/>
              <p:cNvSpPr/>
              <p:nvPr/>
            </p:nvSpPr>
            <p:spPr bwMode="auto">
              <a:xfrm>
                <a:off x="2848" y="3011"/>
                <a:ext cx="2" cy="12"/>
              </a:xfrm>
              <a:custGeom>
                <a:avLst/>
                <a:gdLst/>
                <a:ahLst/>
                <a:cxnLst>
                  <a:cxn ang="0">
                    <a:pos x="0" y="0"/>
                  </a:cxn>
                  <a:cxn ang="0">
                    <a:pos x="0" y="0"/>
                  </a:cxn>
                  <a:cxn ang="0">
                    <a:pos x="2" y="12"/>
                  </a:cxn>
                  <a:cxn ang="0">
                    <a:pos x="2" y="12"/>
                  </a:cxn>
                  <a:cxn ang="0">
                    <a:pos x="0" y="0"/>
                  </a:cxn>
                </a:cxnLst>
                <a:rect l="0" t="0" r="r" b="b"/>
                <a:pathLst>
                  <a:path w="2" h="12">
                    <a:moveTo>
                      <a:pt x="0" y="0"/>
                    </a:moveTo>
                    <a:lnTo>
                      <a:pt x="0" y="0"/>
                    </a:lnTo>
                    <a:lnTo>
                      <a:pt x="2" y="12"/>
                    </a:lnTo>
                    <a:lnTo>
                      <a:pt x="2"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85" name="Freeform 485"/>
              <p:cNvSpPr/>
              <p:nvPr/>
            </p:nvSpPr>
            <p:spPr bwMode="auto">
              <a:xfrm>
                <a:off x="2848" y="3008"/>
                <a:ext cx="17" cy="20"/>
              </a:xfrm>
              <a:custGeom>
                <a:avLst/>
                <a:gdLst/>
                <a:ahLst/>
                <a:cxnLst>
                  <a:cxn ang="0">
                    <a:pos x="7" y="0"/>
                  </a:cxn>
                  <a:cxn ang="0">
                    <a:pos x="7" y="0"/>
                  </a:cxn>
                  <a:cxn ang="0">
                    <a:pos x="0" y="3"/>
                  </a:cxn>
                  <a:cxn ang="0">
                    <a:pos x="2" y="15"/>
                  </a:cxn>
                  <a:cxn ang="0">
                    <a:pos x="10" y="20"/>
                  </a:cxn>
                  <a:cxn ang="0">
                    <a:pos x="17" y="17"/>
                  </a:cxn>
                  <a:cxn ang="0">
                    <a:pos x="12" y="8"/>
                  </a:cxn>
                  <a:cxn ang="0">
                    <a:pos x="7" y="0"/>
                  </a:cxn>
                </a:cxnLst>
                <a:rect l="0" t="0" r="r" b="b"/>
                <a:pathLst>
                  <a:path w="17" h="20">
                    <a:moveTo>
                      <a:pt x="7" y="0"/>
                    </a:moveTo>
                    <a:lnTo>
                      <a:pt x="7" y="0"/>
                    </a:lnTo>
                    <a:lnTo>
                      <a:pt x="0" y="3"/>
                    </a:lnTo>
                    <a:lnTo>
                      <a:pt x="2" y="15"/>
                    </a:lnTo>
                    <a:lnTo>
                      <a:pt x="10" y="20"/>
                    </a:lnTo>
                    <a:lnTo>
                      <a:pt x="17" y="17"/>
                    </a:lnTo>
                    <a:lnTo>
                      <a:pt x="12" y="8"/>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86" name="Freeform 486"/>
              <p:cNvSpPr/>
              <p:nvPr/>
            </p:nvSpPr>
            <p:spPr bwMode="auto">
              <a:xfrm>
                <a:off x="2848" y="3008"/>
                <a:ext cx="17" cy="20"/>
              </a:xfrm>
              <a:custGeom>
                <a:avLst/>
                <a:gdLst/>
                <a:ahLst/>
                <a:cxnLst>
                  <a:cxn ang="0">
                    <a:pos x="7" y="0"/>
                  </a:cxn>
                  <a:cxn ang="0">
                    <a:pos x="7" y="0"/>
                  </a:cxn>
                  <a:cxn ang="0">
                    <a:pos x="0" y="3"/>
                  </a:cxn>
                  <a:cxn ang="0">
                    <a:pos x="2" y="15"/>
                  </a:cxn>
                  <a:cxn ang="0">
                    <a:pos x="10" y="20"/>
                  </a:cxn>
                  <a:cxn ang="0">
                    <a:pos x="17" y="17"/>
                  </a:cxn>
                  <a:cxn ang="0">
                    <a:pos x="12" y="8"/>
                  </a:cxn>
                  <a:cxn ang="0">
                    <a:pos x="7" y="0"/>
                  </a:cxn>
                </a:cxnLst>
                <a:rect l="0" t="0" r="r" b="b"/>
                <a:pathLst>
                  <a:path w="17" h="20">
                    <a:moveTo>
                      <a:pt x="7" y="0"/>
                    </a:moveTo>
                    <a:lnTo>
                      <a:pt x="7" y="0"/>
                    </a:lnTo>
                    <a:lnTo>
                      <a:pt x="0" y="3"/>
                    </a:lnTo>
                    <a:lnTo>
                      <a:pt x="2" y="15"/>
                    </a:lnTo>
                    <a:lnTo>
                      <a:pt x="10" y="20"/>
                    </a:lnTo>
                    <a:lnTo>
                      <a:pt x="17" y="17"/>
                    </a:lnTo>
                    <a:lnTo>
                      <a:pt x="12" y="8"/>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687" name="Freeform 487"/>
              <p:cNvSpPr/>
              <p:nvPr/>
            </p:nvSpPr>
            <p:spPr bwMode="auto">
              <a:xfrm>
                <a:off x="2703" y="3907"/>
                <a:ext cx="1001" cy="313"/>
              </a:xfrm>
              <a:custGeom>
                <a:avLst/>
                <a:gdLst/>
                <a:ahLst/>
                <a:cxnLst>
                  <a:cxn ang="0">
                    <a:pos x="887" y="0"/>
                  </a:cxn>
                  <a:cxn ang="0">
                    <a:pos x="115" y="0"/>
                  </a:cxn>
                  <a:cxn ang="0">
                    <a:pos x="41" y="203"/>
                  </a:cxn>
                  <a:cxn ang="0">
                    <a:pos x="0" y="313"/>
                  </a:cxn>
                  <a:cxn ang="0">
                    <a:pos x="1001" y="313"/>
                  </a:cxn>
                  <a:cxn ang="0">
                    <a:pos x="930" y="119"/>
                  </a:cxn>
                  <a:cxn ang="0">
                    <a:pos x="887" y="0"/>
                  </a:cxn>
                </a:cxnLst>
                <a:rect l="0" t="0" r="r" b="b"/>
                <a:pathLst>
                  <a:path w="1001" h="313">
                    <a:moveTo>
                      <a:pt x="887" y="0"/>
                    </a:moveTo>
                    <a:lnTo>
                      <a:pt x="115" y="0"/>
                    </a:lnTo>
                    <a:lnTo>
                      <a:pt x="41" y="203"/>
                    </a:lnTo>
                    <a:lnTo>
                      <a:pt x="0" y="313"/>
                    </a:lnTo>
                    <a:lnTo>
                      <a:pt x="1001" y="313"/>
                    </a:lnTo>
                    <a:lnTo>
                      <a:pt x="930" y="119"/>
                    </a:lnTo>
                    <a:lnTo>
                      <a:pt x="887"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88" name="Freeform 488"/>
              <p:cNvSpPr/>
              <p:nvPr/>
            </p:nvSpPr>
            <p:spPr bwMode="auto">
              <a:xfrm>
                <a:off x="2703" y="3907"/>
                <a:ext cx="1001" cy="313"/>
              </a:xfrm>
              <a:custGeom>
                <a:avLst/>
                <a:gdLst/>
                <a:ahLst/>
                <a:cxnLst>
                  <a:cxn ang="0">
                    <a:pos x="887" y="0"/>
                  </a:cxn>
                  <a:cxn ang="0">
                    <a:pos x="115" y="0"/>
                  </a:cxn>
                  <a:cxn ang="0">
                    <a:pos x="41" y="203"/>
                  </a:cxn>
                  <a:cxn ang="0">
                    <a:pos x="0" y="313"/>
                  </a:cxn>
                  <a:cxn ang="0">
                    <a:pos x="1001" y="313"/>
                  </a:cxn>
                  <a:cxn ang="0">
                    <a:pos x="930" y="119"/>
                  </a:cxn>
                  <a:cxn ang="0">
                    <a:pos x="887" y="0"/>
                  </a:cxn>
                </a:cxnLst>
                <a:rect l="0" t="0" r="r" b="b"/>
                <a:pathLst>
                  <a:path w="1001" h="313">
                    <a:moveTo>
                      <a:pt x="887" y="0"/>
                    </a:moveTo>
                    <a:lnTo>
                      <a:pt x="115" y="0"/>
                    </a:lnTo>
                    <a:lnTo>
                      <a:pt x="41" y="203"/>
                    </a:lnTo>
                    <a:lnTo>
                      <a:pt x="0" y="313"/>
                    </a:lnTo>
                    <a:lnTo>
                      <a:pt x="1001" y="313"/>
                    </a:lnTo>
                    <a:lnTo>
                      <a:pt x="930" y="119"/>
                    </a:lnTo>
                    <a:lnTo>
                      <a:pt x="887" y="0"/>
                    </a:lnTo>
                  </a:path>
                </a:pathLst>
              </a:custGeom>
              <a:noFill/>
              <a:ln w="9525">
                <a:noFill/>
                <a:round/>
              </a:ln>
            </p:spPr>
            <p:txBody>
              <a:bodyPr vert="horz" wrap="square" lIns="82938" tIns="41469" rIns="82938" bIns="41469" numCol="1" anchor="t" anchorCtr="0" compatLnSpc="1"/>
              <a:lstStyle/>
              <a:p>
                <a:endParaRPr lang="en-GB" sz="1815"/>
              </a:p>
            </p:txBody>
          </p:sp>
          <p:sp>
            <p:nvSpPr>
              <p:cNvPr id="51689" name="Freeform 489"/>
              <p:cNvSpPr/>
              <p:nvPr/>
            </p:nvSpPr>
            <p:spPr bwMode="auto">
              <a:xfrm>
                <a:off x="2674" y="3907"/>
                <a:ext cx="1036" cy="333"/>
              </a:xfrm>
              <a:custGeom>
                <a:avLst/>
                <a:gdLst/>
                <a:ahLst/>
                <a:cxnLst>
                  <a:cxn ang="0">
                    <a:pos x="916" y="0"/>
                  </a:cxn>
                  <a:cxn ang="0">
                    <a:pos x="144" y="0"/>
                  </a:cxn>
                  <a:cxn ang="0">
                    <a:pos x="142" y="5"/>
                  </a:cxn>
                  <a:cxn ang="0">
                    <a:pos x="70" y="203"/>
                  </a:cxn>
                  <a:cxn ang="0">
                    <a:pos x="144" y="0"/>
                  </a:cxn>
                  <a:cxn ang="0">
                    <a:pos x="916" y="0"/>
                  </a:cxn>
                  <a:cxn ang="0">
                    <a:pos x="959" y="119"/>
                  </a:cxn>
                  <a:cxn ang="0">
                    <a:pos x="1030" y="313"/>
                  </a:cxn>
                  <a:cxn ang="0">
                    <a:pos x="29" y="313"/>
                  </a:cxn>
                  <a:cxn ang="0">
                    <a:pos x="70" y="203"/>
                  </a:cxn>
                  <a:cxn ang="0">
                    <a:pos x="23" y="328"/>
                  </a:cxn>
                  <a:cxn ang="0">
                    <a:pos x="17" y="328"/>
                  </a:cxn>
                  <a:cxn ang="0">
                    <a:pos x="10" y="328"/>
                  </a:cxn>
                  <a:cxn ang="0">
                    <a:pos x="3" y="325"/>
                  </a:cxn>
                  <a:cxn ang="0">
                    <a:pos x="0" y="333"/>
                  </a:cxn>
                  <a:cxn ang="0">
                    <a:pos x="1036" y="333"/>
                  </a:cxn>
                  <a:cxn ang="0">
                    <a:pos x="1031" y="318"/>
                  </a:cxn>
                  <a:cxn ang="0">
                    <a:pos x="1031" y="318"/>
                  </a:cxn>
                  <a:cxn ang="0">
                    <a:pos x="959" y="119"/>
                  </a:cxn>
                  <a:cxn ang="0">
                    <a:pos x="916" y="0"/>
                  </a:cxn>
                </a:cxnLst>
                <a:rect l="0" t="0" r="r" b="b"/>
                <a:pathLst>
                  <a:path w="1036" h="333">
                    <a:moveTo>
                      <a:pt x="916" y="0"/>
                    </a:moveTo>
                    <a:lnTo>
                      <a:pt x="144" y="0"/>
                    </a:lnTo>
                    <a:lnTo>
                      <a:pt x="142" y="5"/>
                    </a:lnTo>
                    <a:lnTo>
                      <a:pt x="70" y="203"/>
                    </a:lnTo>
                    <a:lnTo>
                      <a:pt x="144" y="0"/>
                    </a:lnTo>
                    <a:lnTo>
                      <a:pt x="916" y="0"/>
                    </a:lnTo>
                    <a:lnTo>
                      <a:pt x="959" y="119"/>
                    </a:lnTo>
                    <a:lnTo>
                      <a:pt x="1030" y="313"/>
                    </a:lnTo>
                    <a:lnTo>
                      <a:pt x="29" y="313"/>
                    </a:lnTo>
                    <a:lnTo>
                      <a:pt x="70" y="203"/>
                    </a:lnTo>
                    <a:lnTo>
                      <a:pt x="23" y="328"/>
                    </a:lnTo>
                    <a:lnTo>
                      <a:pt x="17" y="328"/>
                    </a:lnTo>
                    <a:lnTo>
                      <a:pt x="10" y="328"/>
                    </a:lnTo>
                    <a:lnTo>
                      <a:pt x="3" y="325"/>
                    </a:lnTo>
                    <a:lnTo>
                      <a:pt x="0" y="333"/>
                    </a:lnTo>
                    <a:lnTo>
                      <a:pt x="1036" y="333"/>
                    </a:lnTo>
                    <a:lnTo>
                      <a:pt x="1031" y="318"/>
                    </a:lnTo>
                    <a:lnTo>
                      <a:pt x="1031" y="318"/>
                    </a:lnTo>
                    <a:lnTo>
                      <a:pt x="959" y="119"/>
                    </a:lnTo>
                    <a:lnTo>
                      <a:pt x="9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0" name="Freeform 490"/>
              <p:cNvSpPr/>
              <p:nvPr/>
            </p:nvSpPr>
            <p:spPr bwMode="auto">
              <a:xfrm>
                <a:off x="2674" y="3907"/>
                <a:ext cx="1036" cy="333"/>
              </a:xfrm>
              <a:custGeom>
                <a:avLst/>
                <a:gdLst/>
                <a:ahLst/>
                <a:cxnLst>
                  <a:cxn ang="0">
                    <a:pos x="916" y="0"/>
                  </a:cxn>
                  <a:cxn ang="0">
                    <a:pos x="144" y="0"/>
                  </a:cxn>
                  <a:cxn ang="0">
                    <a:pos x="142" y="5"/>
                  </a:cxn>
                  <a:cxn ang="0">
                    <a:pos x="70" y="203"/>
                  </a:cxn>
                  <a:cxn ang="0">
                    <a:pos x="144" y="0"/>
                  </a:cxn>
                  <a:cxn ang="0">
                    <a:pos x="916" y="0"/>
                  </a:cxn>
                  <a:cxn ang="0">
                    <a:pos x="959" y="119"/>
                  </a:cxn>
                  <a:cxn ang="0">
                    <a:pos x="1030" y="313"/>
                  </a:cxn>
                  <a:cxn ang="0">
                    <a:pos x="29" y="313"/>
                  </a:cxn>
                  <a:cxn ang="0">
                    <a:pos x="70" y="203"/>
                  </a:cxn>
                  <a:cxn ang="0">
                    <a:pos x="23" y="328"/>
                  </a:cxn>
                  <a:cxn ang="0">
                    <a:pos x="17" y="328"/>
                  </a:cxn>
                  <a:cxn ang="0">
                    <a:pos x="10" y="328"/>
                  </a:cxn>
                  <a:cxn ang="0">
                    <a:pos x="3" y="325"/>
                  </a:cxn>
                  <a:cxn ang="0">
                    <a:pos x="0" y="333"/>
                  </a:cxn>
                  <a:cxn ang="0">
                    <a:pos x="1036" y="333"/>
                  </a:cxn>
                  <a:cxn ang="0">
                    <a:pos x="1031" y="318"/>
                  </a:cxn>
                  <a:cxn ang="0">
                    <a:pos x="1031" y="318"/>
                  </a:cxn>
                  <a:cxn ang="0">
                    <a:pos x="959" y="119"/>
                  </a:cxn>
                  <a:cxn ang="0">
                    <a:pos x="916" y="0"/>
                  </a:cxn>
                </a:cxnLst>
                <a:rect l="0" t="0" r="r" b="b"/>
                <a:pathLst>
                  <a:path w="1036" h="333">
                    <a:moveTo>
                      <a:pt x="916" y="0"/>
                    </a:moveTo>
                    <a:lnTo>
                      <a:pt x="144" y="0"/>
                    </a:lnTo>
                    <a:lnTo>
                      <a:pt x="142" y="5"/>
                    </a:lnTo>
                    <a:lnTo>
                      <a:pt x="70" y="203"/>
                    </a:lnTo>
                    <a:lnTo>
                      <a:pt x="144" y="0"/>
                    </a:lnTo>
                    <a:lnTo>
                      <a:pt x="916" y="0"/>
                    </a:lnTo>
                    <a:lnTo>
                      <a:pt x="959" y="119"/>
                    </a:lnTo>
                    <a:lnTo>
                      <a:pt x="1030" y="313"/>
                    </a:lnTo>
                    <a:lnTo>
                      <a:pt x="29" y="313"/>
                    </a:lnTo>
                    <a:lnTo>
                      <a:pt x="70" y="203"/>
                    </a:lnTo>
                    <a:lnTo>
                      <a:pt x="23" y="328"/>
                    </a:lnTo>
                    <a:lnTo>
                      <a:pt x="17" y="328"/>
                    </a:lnTo>
                    <a:lnTo>
                      <a:pt x="10" y="328"/>
                    </a:lnTo>
                    <a:lnTo>
                      <a:pt x="3" y="325"/>
                    </a:lnTo>
                    <a:lnTo>
                      <a:pt x="0" y="333"/>
                    </a:lnTo>
                    <a:lnTo>
                      <a:pt x="1036" y="333"/>
                    </a:lnTo>
                    <a:lnTo>
                      <a:pt x="1031" y="318"/>
                    </a:lnTo>
                    <a:lnTo>
                      <a:pt x="1031" y="318"/>
                    </a:lnTo>
                    <a:lnTo>
                      <a:pt x="959" y="119"/>
                    </a:lnTo>
                    <a:lnTo>
                      <a:pt x="916" y="0"/>
                    </a:lnTo>
                  </a:path>
                </a:pathLst>
              </a:custGeom>
              <a:noFill/>
              <a:ln w="9525">
                <a:noFill/>
                <a:round/>
              </a:ln>
            </p:spPr>
            <p:txBody>
              <a:bodyPr vert="horz" wrap="square" lIns="82938" tIns="41469" rIns="82938" bIns="41469" numCol="1" anchor="t" anchorCtr="0" compatLnSpc="1"/>
              <a:lstStyle/>
              <a:p>
                <a:endParaRPr lang="en-GB" sz="1815"/>
              </a:p>
            </p:txBody>
          </p:sp>
          <p:sp>
            <p:nvSpPr>
              <p:cNvPr id="51691" name="Freeform 491"/>
              <p:cNvSpPr/>
              <p:nvPr/>
            </p:nvSpPr>
            <p:spPr bwMode="auto">
              <a:xfrm>
                <a:off x="2677" y="3899"/>
                <a:ext cx="139" cy="336"/>
              </a:xfrm>
              <a:custGeom>
                <a:avLst/>
                <a:gdLst/>
                <a:ahLst/>
                <a:cxnLst>
                  <a:cxn ang="0">
                    <a:pos x="123" y="0"/>
                  </a:cxn>
                  <a:cxn ang="0">
                    <a:pos x="47" y="204"/>
                  </a:cxn>
                  <a:cxn ang="0">
                    <a:pos x="9" y="313"/>
                  </a:cxn>
                  <a:cxn ang="0">
                    <a:pos x="4" y="323"/>
                  </a:cxn>
                  <a:cxn ang="0">
                    <a:pos x="2" y="328"/>
                  </a:cxn>
                  <a:cxn ang="0">
                    <a:pos x="0" y="333"/>
                  </a:cxn>
                  <a:cxn ang="0">
                    <a:pos x="7" y="336"/>
                  </a:cxn>
                  <a:cxn ang="0">
                    <a:pos x="14" y="336"/>
                  </a:cxn>
                  <a:cxn ang="0">
                    <a:pos x="20" y="336"/>
                  </a:cxn>
                  <a:cxn ang="0">
                    <a:pos x="67" y="211"/>
                  </a:cxn>
                  <a:cxn ang="0">
                    <a:pos x="139" y="13"/>
                  </a:cxn>
                  <a:cxn ang="0">
                    <a:pos x="123" y="0"/>
                  </a:cxn>
                </a:cxnLst>
                <a:rect l="0" t="0" r="r" b="b"/>
                <a:pathLst>
                  <a:path w="139" h="336">
                    <a:moveTo>
                      <a:pt x="123" y="0"/>
                    </a:moveTo>
                    <a:lnTo>
                      <a:pt x="47" y="204"/>
                    </a:lnTo>
                    <a:lnTo>
                      <a:pt x="9" y="313"/>
                    </a:lnTo>
                    <a:lnTo>
                      <a:pt x="4" y="323"/>
                    </a:lnTo>
                    <a:lnTo>
                      <a:pt x="2" y="328"/>
                    </a:lnTo>
                    <a:lnTo>
                      <a:pt x="0" y="333"/>
                    </a:lnTo>
                    <a:lnTo>
                      <a:pt x="7" y="336"/>
                    </a:lnTo>
                    <a:lnTo>
                      <a:pt x="14" y="336"/>
                    </a:lnTo>
                    <a:lnTo>
                      <a:pt x="20" y="336"/>
                    </a:lnTo>
                    <a:lnTo>
                      <a:pt x="67" y="211"/>
                    </a:lnTo>
                    <a:lnTo>
                      <a:pt x="139" y="13"/>
                    </a:lnTo>
                    <a:lnTo>
                      <a:pt x="12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2" name="Freeform 492"/>
              <p:cNvSpPr/>
              <p:nvPr/>
            </p:nvSpPr>
            <p:spPr bwMode="auto">
              <a:xfrm>
                <a:off x="2677" y="3899"/>
                <a:ext cx="139" cy="336"/>
              </a:xfrm>
              <a:custGeom>
                <a:avLst/>
                <a:gdLst/>
                <a:ahLst/>
                <a:cxnLst>
                  <a:cxn ang="0">
                    <a:pos x="123" y="0"/>
                  </a:cxn>
                  <a:cxn ang="0">
                    <a:pos x="47" y="204"/>
                  </a:cxn>
                  <a:cxn ang="0">
                    <a:pos x="9" y="313"/>
                  </a:cxn>
                  <a:cxn ang="0">
                    <a:pos x="4" y="323"/>
                  </a:cxn>
                  <a:cxn ang="0">
                    <a:pos x="2" y="328"/>
                  </a:cxn>
                  <a:cxn ang="0">
                    <a:pos x="0" y="333"/>
                  </a:cxn>
                  <a:cxn ang="0">
                    <a:pos x="7" y="336"/>
                  </a:cxn>
                  <a:cxn ang="0">
                    <a:pos x="14" y="336"/>
                  </a:cxn>
                  <a:cxn ang="0">
                    <a:pos x="20" y="336"/>
                  </a:cxn>
                  <a:cxn ang="0">
                    <a:pos x="67" y="211"/>
                  </a:cxn>
                  <a:cxn ang="0">
                    <a:pos x="139" y="13"/>
                  </a:cxn>
                  <a:cxn ang="0">
                    <a:pos x="123" y="0"/>
                  </a:cxn>
                </a:cxnLst>
                <a:rect l="0" t="0" r="r" b="b"/>
                <a:pathLst>
                  <a:path w="139" h="336">
                    <a:moveTo>
                      <a:pt x="123" y="0"/>
                    </a:moveTo>
                    <a:lnTo>
                      <a:pt x="47" y="204"/>
                    </a:lnTo>
                    <a:lnTo>
                      <a:pt x="9" y="313"/>
                    </a:lnTo>
                    <a:lnTo>
                      <a:pt x="4" y="323"/>
                    </a:lnTo>
                    <a:lnTo>
                      <a:pt x="2" y="328"/>
                    </a:lnTo>
                    <a:lnTo>
                      <a:pt x="0" y="333"/>
                    </a:lnTo>
                    <a:lnTo>
                      <a:pt x="7" y="336"/>
                    </a:lnTo>
                    <a:lnTo>
                      <a:pt x="14" y="336"/>
                    </a:lnTo>
                    <a:lnTo>
                      <a:pt x="20" y="336"/>
                    </a:lnTo>
                    <a:lnTo>
                      <a:pt x="67" y="211"/>
                    </a:lnTo>
                    <a:lnTo>
                      <a:pt x="139" y="13"/>
                    </a:lnTo>
                    <a:lnTo>
                      <a:pt x="123" y="0"/>
                    </a:lnTo>
                  </a:path>
                </a:pathLst>
              </a:custGeom>
              <a:noFill/>
              <a:ln w="9525">
                <a:noFill/>
                <a:round/>
              </a:ln>
            </p:spPr>
            <p:txBody>
              <a:bodyPr vert="horz" wrap="square" lIns="82938" tIns="41469" rIns="82938" bIns="41469" numCol="1" anchor="t" anchorCtr="0" compatLnSpc="1"/>
              <a:lstStyle/>
              <a:p>
                <a:endParaRPr lang="en-GB" sz="1815"/>
              </a:p>
            </p:txBody>
          </p:sp>
          <p:sp>
            <p:nvSpPr>
              <p:cNvPr id="51693" name="Freeform 493"/>
              <p:cNvSpPr>
                <a:spLocks noEditPoints="1"/>
              </p:cNvSpPr>
              <p:nvPr/>
            </p:nvSpPr>
            <p:spPr bwMode="auto">
              <a:xfrm>
                <a:off x="2808" y="3874"/>
                <a:ext cx="10" cy="38"/>
              </a:xfrm>
              <a:custGeom>
                <a:avLst/>
                <a:gdLst/>
                <a:ahLst/>
                <a:cxnLst>
                  <a:cxn ang="0">
                    <a:pos x="10" y="33"/>
                  </a:cxn>
                  <a:cxn ang="0">
                    <a:pos x="10" y="33"/>
                  </a:cxn>
                  <a:cxn ang="0">
                    <a:pos x="8" y="38"/>
                  </a:cxn>
                  <a:cxn ang="0">
                    <a:pos x="8" y="38"/>
                  </a:cxn>
                  <a:cxn ang="0">
                    <a:pos x="10" y="33"/>
                  </a:cxn>
                  <a:cxn ang="0">
                    <a:pos x="2" y="0"/>
                  </a:cxn>
                  <a:cxn ang="0">
                    <a:pos x="0" y="5"/>
                  </a:cxn>
                  <a:cxn ang="0">
                    <a:pos x="0" y="5"/>
                  </a:cxn>
                  <a:cxn ang="0">
                    <a:pos x="2" y="0"/>
                  </a:cxn>
                  <a:cxn ang="0">
                    <a:pos x="2" y="0"/>
                  </a:cxn>
                </a:cxnLst>
                <a:rect l="0" t="0" r="r" b="b"/>
                <a:pathLst>
                  <a:path w="10" h="38">
                    <a:moveTo>
                      <a:pt x="10" y="33"/>
                    </a:moveTo>
                    <a:lnTo>
                      <a:pt x="10" y="33"/>
                    </a:lnTo>
                    <a:lnTo>
                      <a:pt x="8" y="38"/>
                    </a:lnTo>
                    <a:lnTo>
                      <a:pt x="8" y="38"/>
                    </a:lnTo>
                    <a:lnTo>
                      <a:pt x="10" y="33"/>
                    </a:lnTo>
                    <a:close/>
                    <a:moveTo>
                      <a:pt x="2" y="0"/>
                    </a:moveTo>
                    <a:lnTo>
                      <a:pt x="0" y="5"/>
                    </a:lnTo>
                    <a:lnTo>
                      <a:pt x="0" y="5"/>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4" name="Freeform 494"/>
              <p:cNvSpPr/>
              <p:nvPr/>
            </p:nvSpPr>
            <p:spPr bwMode="auto">
              <a:xfrm>
                <a:off x="2816" y="3907"/>
                <a:ext cx="2" cy="5"/>
              </a:xfrm>
              <a:custGeom>
                <a:avLst/>
                <a:gdLst/>
                <a:ahLst/>
                <a:cxnLst>
                  <a:cxn ang="0">
                    <a:pos x="2" y="0"/>
                  </a:cxn>
                  <a:cxn ang="0">
                    <a:pos x="2" y="0"/>
                  </a:cxn>
                  <a:cxn ang="0">
                    <a:pos x="0" y="5"/>
                  </a:cxn>
                  <a:cxn ang="0">
                    <a:pos x="0" y="5"/>
                  </a:cxn>
                  <a:cxn ang="0">
                    <a:pos x="2" y="0"/>
                  </a:cxn>
                </a:cxnLst>
                <a:rect l="0" t="0" r="r" b="b"/>
                <a:pathLst>
                  <a:path w="2" h="5">
                    <a:moveTo>
                      <a:pt x="2" y="0"/>
                    </a:moveTo>
                    <a:lnTo>
                      <a:pt x="2" y="0"/>
                    </a:lnTo>
                    <a:lnTo>
                      <a:pt x="0" y="5"/>
                    </a:lnTo>
                    <a:lnTo>
                      <a:pt x="0" y="5"/>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695" name="Freeform 495"/>
              <p:cNvSpPr/>
              <p:nvPr/>
            </p:nvSpPr>
            <p:spPr bwMode="auto">
              <a:xfrm>
                <a:off x="2808" y="3874"/>
                <a:ext cx="2" cy="5"/>
              </a:xfrm>
              <a:custGeom>
                <a:avLst/>
                <a:gdLst/>
                <a:ahLst/>
                <a:cxnLst>
                  <a:cxn ang="0">
                    <a:pos x="2" y="0"/>
                  </a:cxn>
                  <a:cxn ang="0">
                    <a:pos x="0" y="5"/>
                  </a:cxn>
                  <a:cxn ang="0">
                    <a:pos x="0" y="5"/>
                  </a:cxn>
                  <a:cxn ang="0">
                    <a:pos x="2" y="0"/>
                  </a:cxn>
                  <a:cxn ang="0">
                    <a:pos x="2" y="0"/>
                  </a:cxn>
                </a:cxnLst>
                <a:rect l="0" t="0" r="r" b="b"/>
                <a:pathLst>
                  <a:path w="2" h="5">
                    <a:moveTo>
                      <a:pt x="2" y="0"/>
                    </a:moveTo>
                    <a:lnTo>
                      <a:pt x="0" y="5"/>
                    </a:lnTo>
                    <a:lnTo>
                      <a:pt x="0" y="5"/>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696" name="Freeform 496"/>
              <p:cNvSpPr/>
              <p:nvPr/>
            </p:nvSpPr>
            <p:spPr bwMode="auto">
              <a:xfrm>
                <a:off x="2800" y="3879"/>
                <a:ext cx="18" cy="33"/>
              </a:xfrm>
              <a:custGeom>
                <a:avLst/>
                <a:gdLst/>
                <a:ahLst/>
                <a:cxnLst>
                  <a:cxn ang="0">
                    <a:pos x="8" y="0"/>
                  </a:cxn>
                  <a:cxn ang="0">
                    <a:pos x="0" y="20"/>
                  </a:cxn>
                  <a:cxn ang="0">
                    <a:pos x="16" y="33"/>
                  </a:cxn>
                  <a:cxn ang="0">
                    <a:pos x="18" y="28"/>
                  </a:cxn>
                  <a:cxn ang="0">
                    <a:pos x="18" y="28"/>
                  </a:cxn>
                  <a:cxn ang="0">
                    <a:pos x="1" y="15"/>
                  </a:cxn>
                  <a:cxn ang="0">
                    <a:pos x="8" y="0"/>
                  </a:cxn>
                  <a:cxn ang="0">
                    <a:pos x="8" y="0"/>
                  </a:cxn>
                </a:cxnLst>
                <a:rect l="0" t="0" r="r" b="b"/>
                <a:pathLst>
                  <a:path w="18" h="33">
                    <a:moveTo>
                      <a:pt x="8" y="0"/>
                    </a:moveTo>
                    <a:lnTo>
                      <a:pt x="0" y="20"/>
                    </a:lnTo>
                    <a:lnTo>
                      <a:pt x="16" y="33"/>
                    </a:lnTo>
                    <a:lnTo>
                      <a:pt x="18" y="28"/>
                    </a:lnTo>
                    <a:lnTo>
                      <a:pt x="18" y="28"/>
                    </a:lnTo>
                    <a:lnTo>
                      <a:pt x="1" y="15"/>
                    </a:lnTo>
                    <a:lnTo>
                      <a:pt x="8" y="0"/>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7" name="Freeform 497"/>
              <p:cNvSpPr/>
              <p:nvPr/>
            </p:nvSpPr>
            <p:spPr bwMode="auto">
              <a:xfrm>
                <a:off x="2800" y="3879"/>
                <a:ext cx="18" cy="33"/>
              </a:xfrm>
              <a:custGeom>
                <a:avLst/>
                <a:gdLst/>
                <a:ahLst/>
                <a:cxnLst>
                  <a:cxn ang="0">
                    <a:pos x="8" y="0"/>
                  </a:cxn>
                  <a:cxn ang="0">
                    <a:pos x="0" y="20"/>
                  </a:cxn>
                  <a:cxn ang="0">
                    <a:pos x="16" y="33"/>
                  </a:cxn>
                  <a:cxn ang="0">
                    <a:pos x="18" y="28"/>
                  </a:cxn>
                  <a:cxn ang="0">
                    <a:pos x="18" y="28"/>
                  </a:cxn>
                  <a:cxn ang="0">
                    <a:pos x="1" y="15"/>
                  </a:cxn>
                  <a:cxn ang="0">
                    <a:pos x="8" y="0"/>
                  </a:cxn>
                  <a:cxn ang="0">
                    <a:pos x="8" y="0"/>
                  </a:cxn>
                </a:cxnLst>
                <a:rect l="0" t="0" r="r" b="b"/>
                <a:pathLst>
                  <a:path w="18" h="33">
                    <a:moveTo>
                      <a:pt x="8" y="0"/>
                    </a:moveTo>
                    <a:lnTo>
                      <a:pt x="0" y="20"/>
                    </a:lnTo>
                    <a:lnTo>
                      <a:pt x="16" y="33"/>
                    </a:lnTo>
                    <a:lnTo>
                      <a:pt x="18" y="28"/>
                    </a:lnTo>
                    <a:lnTo>
                      <a:pt x="18" y="28"/>
                    </a:lnTo>
                    <a:lnTo>
                      <a:pt x="1" y="15"/>
                    </a:lnTo>
                    <a:lnTo>
                      <a:pt x="8" y="0"/>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698" name="Freeform 498"/>
              <p:cNvSpPr/>
              <p:nvPr/>
            </p:nvSpPr>
            <p:spPr bwMode="auto">
              <a:xfrm>
                <a:off x="2825" y="3559"/>
                <a:ext cx="758" cy="328"/>
              </a:xfrm>
              <a:custGeom>
                <a:avLst/>
                <a:gdLst/>
                <a:ahLst/>
                <a:cxnLst>
                  <a:cxn ang="0">
                    <a:pos x="639" y="0"/>
                  </a:cxn>
                  <a:cxn ang="0">
                    <a:pos x="124" y="0"/>
                  </a:cxn>
                  <a:cxn ang="0">
                    <a:pos x="120" y="0"/>
                  </a:cxn>
                  <a:cxn ang="0">
                    <a:pos x="58" y="169"/>
                  </a:cxn>
                  <a:cxn ang="0">
                    <a:pos x="0" y="328"/>
                  </a:cxn>
                  <a:cxn ang="0">
                    <a:pos x="758" y="328"/>
                  </a:cxn>
                  <a:cxn ang="0">
                    <a:pos x="703" y="176"/>
                  </a:cxn>
                  <a:cxn ang="0">
                    <a:pos x="639" y="0"/>
                  </a:cxn>
                </a:cxnLst>
                <a:rect l="0" t="0" r="r" b="b"/>
                <a:pathLst>
                  <a:path w="758" h="328">
                    <a:moveTo>
                      <a:pt x="639" y="0"/>
                    </a:moveTo>
                    <a:lnTo>
                      <a:pt x="124" y="0"/>
                    </a:lnTo>
                    <a:lnTo>
                      <a:pt x="120" y="0"/>
                    </a:lnTo>
                    <a:lnTo>
                      <a:pt x="58" y="169"/>
                    </a:lnTo>
                    <a:lnTo>
                      <a:pt x="0" y="328"/>
                    </a:lnTo>
                    <a:lnTo>
                      <a:pt x="758" y="328"/>
                    </a:lnTo>
                    <a:lnTo>
                      <a:pt x="703" y="176"/>
                    </a:lnTo>
                    <a:lnTo>
                      <a:pt x="63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99" name="Freeform 499"/>
              <p:cNvSpPr/>
              <p:nvPr/>
            </p:nvSpPr>
            <p:spPr bwMode="auto">
              <a:xfrm>
                <a:off x="2825" y="3559"/>
                <a:ext cx="758" cy="328"/>
              </a:xfrm>
              <a:custGeom>
                <a:avLst/>
                <a:gdLst/>
                <a:ahLst/>
                <a:cxnLst>
                  <a:cxn ang="0">
                    <a:pos x="639" y="0"/>
                  </a:cxn>
                  <a:cxn ang="0">
                    <a:pos x="124" y="0"/>
                  </a:cxn>
                  <a:cxn ang="0">
                    <a:pos x="120" y="0"/>
                  </a:cxn>
                  <a:cxn ang="0">
                    <a:pos x="58" y="169"/>
                  </a:cxn>
                  <a:cxn ang="0">
                    <a:pos x="0" y="328"/>
                  </a:cxn>
                  <a:cxn ang="0">
                    <a:pos x="758" y="328"/>
                  </a:cxn>
                  <a:cxn ang="0">
                    <a:pos x="703" y="176"/>
                  </a:cxn>
                  <a:cxn ang="0">
                    <a:pos x="639" y="0"/>
                  </a:cxn>
                </a:cxnLst>
                <a:rect l="0" t="0" r="r" b="b"/>
                <a:pathLst>
                  <a:path w="758" h="328">
                    <a:moveTo>
                      <a:pt x="639" y="0"/>
                    </a:moveTo>
                    <a:lnTo>
                      <a:pt x="124" y="0"/>
                    </a:lnTo>
                    <a:lnTo>
                      <a:pt x="120" y="0"/>
                    </a:lnTo>
                    <a:lnTo>
                      <a:pt x="58" y="169"/>
                    </a:lnTo>
                    <a:lnTo>
                      <a:pt x="0" y="328"/>
                    </a:lnTo>
                    <a:lnTo>
                      <a:pt x="758" y="328"/>
                    </a:lnTo>
                    <a:lnTo>
                      <a:pt x="703" y="176"/>
                    </a:lnTo>
                    <a:lnTo>
                      <a:pt x="639" y="0"/>
                    </a:lnTo>
                  </a:path>
                </a:pathLst>
              </a:custGeom>
              <a:noFill/>
              <a:ln w="9525">
                <a:noFill/>
                <a:round/>
              </a:ln>
            </p:spPr>
            <p:txBody>
              <a:bodyPr vert="horz" wrap="square" lIns="82938" tIns="41469" rIns="82938" bIns="41469" numCol="1" anchor="t" anchorCtr="0" compatLnSpc="1"/>
              <a:lstStyle/>
              <a:p>
                <a:endParaRPr lang="en-GB" sz="1815"/>
              </a:p>
            </p:txBody>
          </p:sp>
          <p:sp>
            <p:nvSpPr>
              <p:cNvPr id="51700" name="Freeform 500"/>
              <p:cNvSpPr/>
              <p:nvPr/>
            </p:nvSpPr>
            <p:spPr bwMode="auto">
              <a:xfrm>
                <a:off x="2883" y="3559"/>
                <a:ext cx="62" cy="169"/>
              </a:xfrm>
              <a:custGeom>
                <a:avLst/>
                <a:gdLst/>
                <a:ahLst/>
                <a:cxnLst>
                  <a:cxn ang="0">
                    <a:pos x="62" y="0"/>
                  </a:cxn>
                  <a:cxn ang="0">
                    <a:pos x="62" y="0"/>
                  </a:cxn>
                  <a:cxn ang="0">
                    <a:pos x="0" y="169"/>
                  </a:cxn>
                  <a:cxn ang="0">
                    <a:pos x="62" y="0"/>
                  </a:cxn>
                </a:cxnLst>
                <a:rect l="0" t="0" r="r" b="b"/>
                <a:pathLst>
                  <a:path w="62" h="169">
                    <a:moveTo>
                      <a:pt x="62" y="0"/>
                    </a:moveTo>
                    <a:lnTo>
                      <a:pt x="62" y="0"/>
                    </a:lnTo>
                    <a:lnTo>
                      <a:pt x="0" y="169"/>
                    </a:lnTo>
                    <a:lnTo>
                      <a:pt x="6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01" name="Freeform 501"/>
              <p:cNvSpPr/>
              <p:nvPr/>
            </p:nvSpPr>
            <p:spPr bwMode="auto">
              <a:xfrm>
                <a:off x="2883" y="3559"/>
                <a:ext cx="62" cy="169"/>
              </a:xfrm>
              <a:custGeom>
                <a:avLst/>
                <a:gdLst/>
                <a:ahLst/>
                <a:cxnLst>
                  <a:cxn ang="0">
                    <a:pos x="62" y="0"/>
                  </a:cxn>
                  <a:cxn ang="0">
                    <a:pos x="62" y="0"/>
                  </a:cxn>
                  <a:cxn ang="0">
                    <a:pos x="0" y="169"/>
                  </a:cxn>
                  <a:cxn ang="0">
                    <a:pos x="62" y="0"/>
                  </a:cxn>
                </a:cxnLst>
                <a:rect l="0" t="0" r="r" b="b"/>
                <a:pathLst>
                  <a:path w="62" h="169">
                    <a:moveTo>
                      <a:pt x="62" y="0"/>
                    </a:moveTo>
                    <a:lnTo>
                      <a:pt x="62" y="0"/>
                    </a:lnTo>
                    <a:lnTo>
                      <a:pt x="0" y="169"/>
                    </a:lnTo>
                    <a:lnTo>
                      <a:pt x="62" y="0"/>
                    </a:lnTo>
                  </a:path>
                </a:pathLst>
              </a:custGeom>
              <a:noFill/>
              <a:ln w="9525">
                <a:noFill/>
                <a:round/>
              </a:ln>
            </p:spPr>
            <p:txBody>
              <a:bodyPr vert="horz" wrap="square" lIns="82938" tIns="41469" rIns="82938" bIns="41469" numCol="1" anchor="t" anchorCtr="0" compatLnSpc="1"/>
              <a:lstStyle/>
              <a:p>
                <a:endParaRPr lang="en-GB" sz="1815"/>
              </a:p>
            </p:txBody>
          </p:sp>
          <p:sp>
            <p:nvSpPr>
              <p:cNvPr id="51702" name="Freeform 502"/>
              <p:cNvSpPr/>
              <p:nvPr/>
            </p:nvSpPr>
            <p:spPr bwMode="auto">
              <a:xfrm>
                <a:off x="2935" y="3525"/>
                <a:ext cx="2" cy="5"/>
              </a:xfrm>
              <a:custGeom>
                <a:avLst/>
                <a:gdLst/>
                <a:ahLst/>
                <a:cxnLst>
                  <a:cxn ang="0">
                    <a:pos x="2" y="0"/>
                  </a:cxn>
                  <a:cxn ang="0">
                    <a:pos x="0" y="5"/>
                  </a:cxn>
                  <a:cxn ang="0">
                    <a:pos x="2" y="0"/>
                  </a:cxn>
                  <a:cxn ang="0">
                    <a:pos x="2" y="0"/>
                  </a:cxn>
                </a:cxnLst>
                <a:rect l="0" t="0" r="r" b="b"/>
                <a:pathLst>
                  <a:path w="2" h="5">
                    <a:moveTo>
                      <a:pt x="2" y="0"/>
                    </a:moveTo>
                    <a:lnTo>
                      <a:pt x="0" y="5"/>
                    </a:lnTo>
                    <a:lnTo>
                      <a:pt x="2" y="0"/>
                    </a:lnTo>
                    <a:lnTo>
                      <a:pt x="2"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03" name="Freeform 503"/>
              <p:cNvSpPr/>
              <p:nvPr/>
            </p:nvSpPr>
            <p:spPr bwMode="auto">
              <a:xfrm>
                <a:off x="2935" y="3525"/>
                <a:ext cx="2" cy="5"/>
              </a:xfrm>
              <a:custGeom>
                <a:avLst/>
                <a:gdLst/>
                <a:ahLst/>
                <a:cxnLst>
                  <a:cxn ang="0">
                    <a:pos x="2" y="0"/>
                  </a:cxn>
                  <a:cxn ang="0">
                    <a:pos x="0" y="5"/>
                  </a:cxn>
                  <a:cxn ang="0">
                    <a:pos x="2" y="0"/>
                  </a:cxn>
                  <a:cxn ang="0">
                    <a:pos x="2" y="0"/>
                  </a:cxn>
                </a:cxnLst>
                <a:rect l="0" t="0" r="r" b="b"/>
                <a:pathLst>
                  <a:path w="2" h="5">
                    <a:moveTo>
                      <a:pt x="2" y="0"/>
                    </a:moveTo>
                    <a:lnTo>
                      <a:pt x="0" y="5"/>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04" name="Freeform 504"/>
              <p:cNvSpPr/>
              <p:nvPr/>
            </p:nvSpPr>
            <p:spPr bwMode="auto">
              <a:xfrm>
                <a:off x="2825" y="3728"/>
                <a:ext cx="758" cy="159"/>
              </a:xfrm>
              <a:custGeom>
                <a:avLst/>
                <a:gdLst/>
                <a:ahLst/>
                <a:cxnLst>
                  <a:cxn ang="0">
                    <a:pos x="58" y="0"/>
                  </a:cxn>
                  <a:cxn ang="0">
                    <a:pos x="0" y="159"/>
                  </a:cxn>
                  <a:cxn ang="0">
                    <a:pos x="758" y="159"/>
                  </a:cxn>
                  <a:cxn ang="0">
                    <a:pos x="703" y="7"/>
                  </a:cxn>
                  <a:cxn ang="0">
                    <a:pos x="758" y="159"/>
                  </a:cxn>
                  <a:cxn ang="0">
                    <a:pos x="0" y="159"/>
                  </a:cxn>
                  <a:cxn ang="0">
                    <a:pos x="58" y="0"/>
                  </a:cxn>
                </a:cxnLst>
                <a:rect l="0" t="0" r="r" b="b"/>
                <a:pathLst>
                  <a:path w="758" h="159">
                    <a:moveTo>
                      <a:pt x="58" y="0"/>
                    </a:moveTo>
                    <a:lnTo>
                      <a:pt x="0" y="159"/>
                    </a:lnTo>
                    <a:lnTo>
                      <a:pt x="758" y="159"/>
                    </a:lnTo>
                    <a:lnTo>
                      <a:pt x="703" y="7"/>
                    </a:lnTo>
                    <a:lnTo>
                      <a:pt x="758" y="159"/>
                    </a:lnTo>
                    <a:lnTo>
                      <a:pt x="0" y="159"/>
                    </a:lnTo>
                    <a:lnTo>
                      <a:pt x="5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05" name="Freeform 505"/>
              <p:cNvSpPr/>
              <p:nvPr/>
            </p:nvSpPr>
            <p:spPr bwMode="auto">
              <a:xfrm>
                <a:off x="2825" y="3728"/>
                <a:ext cx="758" cy="159"/>
              </a:xfrm>
              <a:custGeom>
                <a:avLst/>
                <a:gdLst/>
                <a:ahLst/>
                <a:cxnLst>
                  <a:cxn ang="0">
                    <a:pos x="58" y="0"/>
                  </a:cxn>
                  <a:cxn ang="0">
                    <a:pos x="0" y="159"/>
                  </a:cxn>
                  <a:cxn ang="0">
                    <a:pos x="758" y="159"/>
                  </a:cxn>
                  <a:cxn ang="0">
                    <a:pos x="703" y="7"/>
                  </a:cxn>
                  <a:cxn ang="0">
                    <a:pos x="758" y="159"/>
                  </a:cxn>
                  <a:cxn ang="0">
                    <a:pos x="0" y="159"/>
                  </a:cxn>
                  <a:cxn ang="0">
                    <a:pos x="58" y="0"/>
                  </a:cxn>
                </a:cxnLst>
                <a:rect l="0" t="0" r="r" b="b"/>
                <a:pathLst>
                  <a:path w="758" h="159">
                    <a:moveTo>
                      <a:pt x="58" y="0"/>
                    </a:moveTo>
                    <a:lnTo>
                      <a:pt x="0" y="159"/>
                    </a:lnTo>
                    <a:lnTo>
                      <a:pt x="758" y="159"/>
                    </a:lnTo>
                    <a:lnTo>
                      <a:pt x="703" y="7"/>
                    </a:lnTo>
                    <a:lnTo>
                      <a:pt x="758" y="159"/>
                    </a:lnTo>
                    <a:lnTo>
                      <a:pt x="0" y="159"/>
                    </a:lnTo>
                    <a:lnTo>
                      <a:pt x="58" y="0"/>
                    </a:lnTo>
                  </a:path>
                </a:pathLst>
              </a:custGeom>
              <a:noFill/>
              <a:ln w="9525">
                <a:noFill/>
                <a:round/>
              </a:ln>
            </p:spPr>
            <p:txBody>
              <a:bodyPr vert="horz" wrap="square" lIns="82938" tIns="41469" rIns="82938" bIns="41469" numCol="1" anchor="t" anchorCtr="0" compatLnSpc="1"/>
              <a:lstStyle/>
              <a:p>
                <a:endParaRPr lang="en-GB" sz="1815"/>
              </a:p>
            </p:txBody>
          </p:sp>
          <p:sp>
            <p:nvSpPr>
              <p:cNvPr id="51706" name="Freeform 506"/>
              <p:cNvSpPr/>
              <p:nvPr/>
            </p:nvSpPr>
            <p:spPr bwMode="auto">
              <a:xfrm>
                <a:off x="2873" y="3552"/>
                <a:ext cx="54" cy="144"/>
              </a:xfrm>
              <a:custGeom>
                <a:avLst/>
                <a:gdLst/>
                <a:ahLst/>
                <a:cxnLst>
                  <a:cxn ang="0">
                    <a:pos x="54" y="0"/>
                  </a:cxn>
                  <a:cxn ang="0">
                    <a:pos x="0" y="144"/>
                  </a:cxn>
                  <a:cxn ang="0">
                    <a:pos x="54" y="0"/>
                  </a:cxn>
                  <a:cxn ang="0">
                    <a:pos x="54" y="0"/>
                  </a:cxn>
                </a:cxnLst>
                <a:rect l="0" t="0" r="r" b="b"/>
                <a:pathLst>
                  <a:path w="54" h="144">
                    <a:moveTo>
                      <a:pt x="54" y="0"/>
                    </a:moveTo>
                    <a:lnTo>
                      <a:pt x="0" y="144"/>
                    </a:lnTo>
                    <a:lnTo>
                      <a:pt x="54" y="0"/>
                    </a:lnTo>
                    <a:lnTo>
                      <a:pt x="5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07" name="Freeform 507"/>
              <p:cNvSpPr/>
              <p:nvPr/>
            </p:nvSpPr>
            <p:spPr bwMode="auto">
              <a:xfrm>
                <a:off x="2873" y="3552"/>
                <a:ext cx="54" cy="144"/>
              </a:xfrm>
              <a:custGeom>
                <a:avLst/>
                <a:gdLst/>
                <a:ahLst/>
                <a:cxnLst>
                  <a:cxn ang="0">
                    <a:pos x="54" y="0"/>
                  </a:cxn>
                  <a:cxn ang="0">
                    <a:pos x="0" y="144"/>
                  </a:cxn>
                  <a:cxn ang="0">
                    <a:pos x="54" y="0"/>
                  </a:cxn>
                  <a:cxn ang="0">
                    <a:pos x="54" y="0"/>
                  </a:cxn>
                </a:cxnLst>
                <a:rect l="0" t="0" r="r" b="b"/>
                <a:pathLst>
                  <a:path w="54" h="144">
                    <a:moveTo>
                      <a:pt x="54" y="0"/>
                    </a:moveTo>
                    <a:lnTo>
                      <a:pt x="0" y="144"/>
                    </a:lnTo>
                    <a:lnTo>
                      <a:pt x="54" y="0"/>
                    </a:lnTo>
                    <a:lnTo>
                      <a:pt x="54" y="0"/>
                    </a:lnTo>
                  </a:path>
                </a:pathLst>
              </a:custGeom>
              <a:noFill/>
              <a:ln w="9525">
                <a:noFill/>
                <a:round/>
              </a:ln>
            </p:spPr>
            <p:txBody>
              <a:bodyPr vert="horz" wrap="square" lIns="82938" tIns="41469" rIns="82938" bIns="41469" numCol="1" anchor="t" anchorCtr="0" compatLnSpc="1"/>
              <a:lstStyle/>
              <a:p>
                <a:endParaRPr lang="en-GB" sz="1815"/>
              </a:p>
            </p:txBody>
          </p:sp>
          <p:sp>
            <p:nvSpPr>
              <p:cNvPr id="51708" name="Freeform 508"/>
              <p:cNvSpPr/>
              <p:nvPr/>
            </p:nvSpPr>
            <p:spPr bwMode="auto">
              <a:xfrm>
                <a:off x="2810" y="3552"/>
                <a:ext cx="135" cy="335"/>
              </a:xfrm>
              <a:custGeom>
                <a:avLst/>
                <a:gdLst/>
                <a:ahLst/>
                <a:cxnLst>
                  <a:cxn ang="0">
                    <a:pos x="117" y="0"/>
                  </a:cxn>
                  <a:cxn ang="0">
                    <a:pos x="63" y="144"/>
                  </a:cxn>
                  <a:cxn ang="0">
                    <a:pos x="0" y="322"/>
                  </a:cxn>
                  <a:cxn ang="0">
                    <a:pos x="15" y="335"/>
                  </a:cxn>
                  <a:cxn ang="0">
                    <a:pos x="15" y="335"/>
                  </a:cxn>
                  <a:cxn ang="0">
                    <a:pos x="73" y="176"/>
                  </a:cxn>
                  <a:cxn ang="0">
                    <a:pos x="135" y="7"/>
                  </a:cxn>
                  <a:cxn ang="0">
                    <a:pos x="135" y="7"/>
                  </a:cxn>
                  <a:cxn ang="0">
                    <a:pos x="135" y="7"/>
                  </a:cxn>
                  <a:cxn ang="0">
                    <a:pos x="134" y="13"/>
                  </a:cxn>
                  <a:cxn ang="0">
                    <a:pos x="117" y="0"/>
                  </a:cxn>
                </a:cxnLst>
                <a:rect l="0" t="0" r="r" b="b"/>
                <a:pathLst>
                  <a:path w="135" h="335">
                    <a:moveTo>
                      <a:pt x="117" y="0"/>
                    </a:moveTo>
                    <a:lnTo>
                      <a:pt x="63" y="144"/>
                    </a:lnTo>
                    <a:lnTo>
                      <a:pt x="0" y="322"/>
                    </a:lnTo>
                    <a:lnTo>
                      <a:pt x="15" y="335"/>
                    </a:lnTo>
                    <a:lnTo>
                      <a:pt x="15" y="335"/>
                    </a:lnTo>
                    <a:lnTo>
                      <a:pt x="73" y="176"/>
                    </a:lnTo>
                    <a:lnTo>
                      <a:pt x="135" y="7"/>
                    </a:lnTo>
                    <a:lnTo>
                      <a:pt x="135" y="7"/>
                    </a:lnTo>
                    <a:lnTo>
                      <a:pt x="135" y="7"/>
                    </a:lnTo>
                    <a:lnTo>
                      <a:pt x="134" y="13"/>
                    </a:lnTo>
                    <a:lnTo>
                      <a:pt x="1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09" name="Freeform 509"/>
              <p:cNvSpPr/>
              <p:nvPr/>
            </p:nvSpPr>
            <p:spPr bwMode="auto">
              <a:xfrm>
                <a:off x="2810" y="3552"/>
                <a:ext cx="135" cy="335"/>
              </a:xfrm>
              <a:custGeom>
                <a:avLst/>
                <a:gdLst/>
                <a:ahLst/>
                <a:cxnLst>
                  <a:cxn ang="0">
                    <a:pos x="117" y="0"/>
                  </a:cxn>
                  <a:cxn ang="0">
                    <a:pos x="63" y="144"/>
                  </a:cxn>
                  <a:cxn ang="0">
                    <a:pos x="0" y="322"/>
                  </a:cxn>
                  <a:cxn ang="0">
                    <a:pos x="15" y="335"/>
                  </a:cxn>
                  <a:cxn ang="0">
                    <a:pos x="15" y="335"/>
                  </a:cxn>
                  <a:cxn ang="0">
                    <a:pos x="73" y="176"/>
                  </a:cxn>
                  <a:cxn ang="0">
                    <a:pos x="135" y="7"/>
                  </a:cxn>
                  <a:cxn ang="0">
                    <a:pos x="135" y="7"/>
                  </a:cxn>
                  <a:cxn ang="0">
                    <a:pos x="135" y="7"/>
                  </a:cxn>
                  <a:cxn ang="0">
                    <a:pos x="134" y="13"/>
                  </a:cxn>
                  <a:cxn ang="0">
                    <a:pos x="117" y="0"/>
                  </a:cxn>
                </a:cxnLst>
                <a:rect l="0" t="0" r="r" b="b"/>
                <a:pathLst>
                  <a:path w="135" h="335">
                    <a:moveTo>
                      <a:pt x="117" y="0"/>
                    </a:moveTo>
                    <a:lnTo>
                      <a:pt x="63" y="144"/>
                    </a:lnTo>
                    <a:lnTo>
                      <a:pt x="0" y="322"/>
                    </a:lnTo>
                    <a:lnTo>
                      <a:pt x="15" y="335"/>
                    </a:lnTo>
                    <a:lnTo>
                      <a:pt x="15" y="335"/>
                    </a:lnTo>
                    <a:lnTo>
                      <a:pt x="73" y="176"/>
                    </a:lnTo>
                    <a:lnTo>
                      <a:pt x="135" y="7"/>
                    </a:lnTo>
                    <a:lnTo>
                      <a:pt x="135" y="7"/>
                    </a:lnTo>
                    <a:lnTo>
                      <a:pt x="135" y="7"/>
                    </a:lnTo>
                    <a:lnTo>
                      <a:pt x="134" y="13"/>
                    </a:lnTo>
                    <a:lnTo>
                      <a:pt x="117" y="0"/>
                    </a:lnTo>
                  </a:path>
                </a:pathLst>
              </a:custGeom>
              <a:noFill/>
              <a:ln w="9525">
                <a:noFill/>
                <a:round/>
              </a:ln>
            </p:spPr>
            <p:txBody>
              <a:bodyPr vert="horz" wrap="square" lIns="82938" tIns="41469" rIns="82938" bIns="41469" numCol="1" anchor="t" anchorCtr="0" compatLnSpc="1"/>
              <a:lstStyle/>
              <a:p>
                <a:endParaRPr lang="en-GB" sz="1815"/>
              </a:p>
            </p:txBody>
          </p:sp>
          <p:sp>
            <p:nvSpPr>
              <p:cNvPr id="51710" name="Rectangle 510"/>
              <p:cNvSpPr>
                <a:spLocks noChangeArrowheads="1"/>
              </p:cNvSpPr>
              <p:nvPr/>
            </p:nvSpPr>
            <p:spPr bwMode="auto">
              <a:xfrm>
                <a:off x="2927" y="3552"/>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711" name="Rectangle 511"/>
              <p:cNvSpPr>
                <a:spLocks noChangeArrowheads="1"/>
              </p:cNvSpPr>
              <p:nvPr/>
            </p:nvSpPr>
            <p:spPr bwMode="auto">
              <a:xfrm>
                <a:off x="2927" y="3552"/>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12" name="Freeform 512"/>
              <p:cNvSpPr/>
              <p:nvPr/>
            </p:nvSpPr>
            <p:spPr bwMode="auto">
              <a:xfrm>
                <a:off x="2927" y="3539"/>
                <a:ext cx="18" cy="26"/>
              </a:xfrm>
              <a:custGeom>
                <a:avLst/>
                <a:gdLst/>
                <a:ahLst/>
                <a:cxnLst>
                  <a:cxn ang="0">
                    <a:pos x="5" y="0"/>
                  </a:cxn>
                  <a:cxn ang="0">
                    <a:pos x="5" y="0"/>
                  </a:cxn>
                  <a:cxn ang="0">
                    <a:pos x="0" y="13"/>
                  </a:cxn>
                  <a:cxn ang="0">
                    <a:pos x="0" y="13"/>
                  </a:cxn>
                  <a:cxn ang="0">
                    <a:pos x="0" y="13"/>
                  </a:cxn>
                  <a:cxn ang="0">
                    <a:pos x="17" y="26"/>
                  </a:cxn>
                  <a:cxn ang="0">
                    <a:pos x="18" y="20"/>
                  </a:cxn>
                  <a:cxn ang="0">
                    <a:pos x="18" y="20"/>
                  </a:cxn>
                  <a:cxn ang="0">
                    <a:pos x="2" y="6"/>
                  </a:cxn>
                  <a:cxn ang="0">
                    <a:pos x="5" y="0"/>
                  </a:cxn>
                </a:cxnLst>
                <a:rect l="0" t="0" r="r" b="b"/>
                <a:pathLst>
                  <a:path w="18" h="26">
                    <a:moveTo>
                      <a:pt x="5" y="0"/>
                    </a:moveTo>
                    <a:lnTo>
                      <a:pt x="5" y="0"/>
                    </a:lnTo>
                    <a:lnTo>
                      <a:pt x="0" y="13"/>
                    </a:lnTo>
                    <a:lnTo>
                      <a:pt x="0" y="13"/>
                    </a:lnTo>
                    <a:lnTo>
                      <a:pt x="0" y="13"/>
                    </a:lnTo>
                    <a:lnTo>
                      <a:pt x="17" y="26"/>
                    </a:lnTo>
                    <a:lnTo>
                      <a:pt x="18" y="20"/>
                    </a:lnTo>
                    <a:lnTo>
                      <a:pt x="18" y="20"/>
                    </a:lnTo>
                    <a:lnTo>
                      <a:pt x="2" y="6"/>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13" name="Freeform 513"/>
              <p:cNvSpPr/>
              <p:nvPr/>
            </p:nvSpPr>
            <p:spPr bwMode="auto">
              <a:xfrm>
                <a:off x="2927" y="3539"/>
                <a:ext cx="18" cy="26"/>
              </a:xfrm>
              <a:custGeom>
                <a:avLst/>
                <a:gdLst/>
                <a:ahLst/>
                <a:cxnLst>
                  <a:cxn ang="0">
                    <a:pos x="5" y="0"/>
                  </a:cxn>
                  <a:cxn ang="0">
                    <a:pos x="5" y="0"/>
                  </a:cxn>
                  <a:cxn ang="0">
                    <a:pos x="0" y="13"/>
                  </a:cxn>
                  <a:cxn ang="0">
                    <a:pos x="0" y="13"/>
                  </a:cxn>
                  <a:cxn ang="0">
                    <a:pos x="0" y="13"/>
                  </a:cxn>
                  <a:cxn ang="0">
                    <a:pos x="17" y="26"/>
                  </a:cxn>
                  <a:cxn ang="0">
                    <a:pos x="18" y="20"/>
                  </a:cxn>
                  <a:cxn ang="0">
                    <a:pos x="18" y="20"/>
                  </a:cxn>
                  <a:cxn ang="0">
                    <a:pos x="2" y="6"/>
                  </a:cxn>
                  <a:cxn ang="0">
                    <a:pos x="5" y="0"/>
                  </a:cxn>
                </a:cxnLst>
                <a:rect l="0" t="0" r="r" b="b"/>
                <a:pathLst>
                  <a:path w="18" h="26">
                    <a:moveTo>
                      <a:pt x="5" y="0"/>
                    </a:moveTo>
                    <a:lnTo>
                      <a:pt x="5" y="0"/>
                    </a:lnTo>
                    <a:lnTo>
                      <a:pt x="0" y="13"/>
                    </a:lnTo>
                    <a:lnTo>
                      <a:pt x="0" y="13"/>
                    </a:lnTo>
                    <a:lnTo>
                      <a:pt x="0" y="13"/>
                    </a:lnTo>
                    <a:lnTo>
                      <a:pt x="17" y="26"/>
                    </a:lnTo>
                    <a:lnTo>
                      <a:pt x="18" y="20"/>
                    </a:lnTo>
                    <a:lnTo>
                      <a:pt x="18" y="20"/>
                    </a:lnTo>
                    <a:lnTo>
                      <a:pt x="2" y="6"/>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14" name="Freeform 514"/>
              <p:cNvSpPr/>
              <p:nvPr/>
            </p:nvSpPr>
            <p:spPr bwMode="auto">
              <a:xfrm>
                <a:off x="2818" y="3887"/>
                <a:ext cx="772" cy="20"/>
              </a:xfrm>
              <a:custGeom>
                <a:avLst/>
                <a:gdLst/>
                <a:ahLst/>
                <a:cxnLst>
                  <a:cxn ang="0">
                    <a:pos x="765" y="0"/>
                  </a:cxn>
                  <a:cxn ang="0">
                    <a:pos x="7" y="0"/>
                  </a:cxn>
                  <a:cxn ang="0">
                    <a:pos x="3" y="12"/>
                  </a:cxn>
                  <a:cxn ang="0">
                    <a:pos x="0" y="20"/>
                  </a:cxn>
                  <a:cxn ang="0">
                    <a:pos x="772" y="20"/>
                  </a:cxn>
                  <a:cxn ang="0">
                    <a:pos x="770" y="15"/>
                  </a:cxn>
                  <a:cxn ang="0">
                    <a:pos x="770" y="15"/>
                  </a:cxn>
                  <a:cxn ang="0">
                    <a:pos x="770" y="13"/>
                  </a:cxn>
                  <a:cxn ang="0">
                    <a:pos x="770" y="13"/>
                  </a:cxn>
                  <a:cxn ang="0">
                    <a:pos x="770" y="13"/>
                  </a:cxn>
                  <a:cxn ang="0">
                    <a:pos x="765" y="0"/>
                  </a:cxn>
                </a:cxnLst>
                <a:rect l="0" t="0" r="r" b="b"/>
                <a:pathLst>
                  <a:path w="772" h="20">
                    <a:moveTo>
                      <a:pt x="765" y="0"/>
                    </a:moveTo>
                    <a:lnTo>
                      <a:pt x="7" y="0"/>
                    </a:lnTo>
                    <a:lnTo>
                      <a:pt x="3" y="12"/>
                    </a:lnTo>
                    <a:lnTo>
                      <a:pt x="0" y="20"/>
                    </a:lnTo>
                    <a:lnTo>
                      <a:pt x="772" y="20"/>
                    </a:lnTo>
                    <a:lnTo>
                      <a:pt x="770" y="15"/>
                    </a:lnTo>
                    <a:lnTo>
                      <a:pt x="770" y="15"/>
                    </a:lnTo>
                    <a:lnTo>
                      <a:pt x="770" y="13"/>
                    </a:lnTo>
                    <a:lnTo>
                      <a:pt x="770" y="13"/>
                    </a:lnTo>
                    <a:lnTo>
                      <a:pt x="770" y="13"/>
                    </a:lnTo>
                    <a:lnTo>
                      <a:pt x="76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15" name="Freeform 515"/>
              <p:cNvSpPr/>
              <p:nvPr/>
            </p:nvSpPr>
            <p:spPr bwMode="auto">
              <a:xfrm>
                <a:off x="2818" y="3887"/>
                <a:ext cx="772" cy="20"/>
              </a:xfrm>
              <a:custGeom>
                <a:avLst/>
                <a:gdLst/>
                <a:ahLst/>
                <a:cxnLst>
                  <a:cxn ang="0">
                    <a:pos x="765" y="0"/>
                  </a:cxn>
                  <a:cxn ang="0">
                    <a:pos x="7" y="0"/>
                  </a:cxn>
                  <a:cxn ang="0">
                    <a:pos x="3" y="12"/>
                  </a:cxn>
                  <a:cxn ang="0">
                    <a:pos x="0" y="20"/>
                  </a:cxn>
                  <a:cxn ang="0">
                    <a:pos x="772" y="20"/>
                  </a:cxn>
                  <a:cxn ang="0">
                    <a:pos x="770" y="15"/>
                  </a:cxn>
                  <a:cxn ang="0">
                    <a:pos x="770" y="15"/>
                  </a:cxn>
                  <a:cxn ang="0">
                    <a:pos x="770" y="13"/>
                  </a:cxn>
                  <a:cxn ang="0">
                    <a:pos x="770" y="13"/>
                  </a:cxn>
                  <a:cxn ang="0">
                    <a:pos x="770" y="13"/>
                  </a:cxn>
                  <a:cxn ang="0">
                    <a:pos x="765" y="0"/>
                  </a:cxn>
                </a:cxnLst>
                <a:rect l="0" t="0" r="r" b="b"/>
                <a:pathLst>
                  <a:path w="772" h="20">
                    <a:moveTo>
                      <a:pt x="765" y="0"/>
                    </a:moveTo>
                    <a:lnTo>
                      <a:pt x="7" y="0"/>
                    </a:lnTo>
                    <a:lnTo>
                      <a:pt x="3" y="12"/>
                    </a:lnTo>
                    <a:lnTo>
                      <a:pt x="0" y="20"/>
                    </a:lnTo>
                    <a:lnTo>
                      <a:pt x="772" y="20"/>
                    </a:lnTo>
                    <a:lnTo>
                      <a:pt x="770" y="15"/>
                    </a:lnTo>
                    <a:lnTo>
                      <a:pt x="770" y="15"/>
                    </a:lnTo>
                    <a:lnTo>
                      <a:pt x="770" y="13"/>
                    </a:lnTo>
                    <a:lnTo>
                      <a:pt x="770" y="13"/>
                    </a:lnTo>
                    <a:lnTo>
                      <a:pt x="770" y="13"/>
                    </a:lnTo>
                    <a:lnTo>
                      <a:pt x="765" y="0"/>
                    </a:lnTo>
                  </a:path>
                </a:pathLst>
              </a:custGeom>
              <a:noFill/>
              <a:ln w="9525">
                <a:noFill/>
                <a:round/>
              </a:ln>
            </p:spPr>
            <p:txBody>
              <a:bodyPr vert="horz" wrap="square" lIns="82938" tIns="41469" rIns="82938" bIns="41469" numCol="1" anchor="t" anchorCtr="0" compatLnSpc="1"/>
              <a:lstStyle/>
              <a:p>
                <a:endParaRPr lang="en-GB" sz="1815"/>
              </a:p>
            </p:txBody>
          </p:sp>
          <p:sp>
            <p:nvSpPr>
              <p:cNvPr id="51716" name="Freeform 516"/>
              <p:cNvSpPr>
                <a:spLocks noEditPoints="1"/>
              </p:cNvSpPr>
              <p:nvPr/>
            </p:nvSpPr>
            <p:spPr bwMode="auto">
              <a:xfrm>
                <a:off x="2808" y="3874"/>
                <a:ext cx="17" cy="33"/>
              </a:xfrm>
              <a:custGeom>
                <a:avLst/>
                <a:gdLst/>
                <a:ahLst/>
                <a:cxnLst>
                  <a:cxn ang="0">
                    <a:pos x="10" y="13"/>
                  </a:cxn>
                  <a:cxn ang="0">
                    <a:pos x="10" y="13"/>
                  </a:cxn>
                  <a:cxn ang="0">
                    <a:pos x="2" y="0"/>
                  </a:cxn>
                  <a:cxn ang="0">
                    <a:pos x="0" y="5"/>
                  </a:cxn>
                  <a:cxn ang="0">
                    <a:pos x="10" y="13"/>
                  </a:cxn>
                  <a:cxn ang="0">
                    <a:pos x="15" y="18"/>
                  </a:cxn>
                  <a:cxn ang="0">
                    <a:pos x="10" y="33"/>
                  </a:cxn>
                  <a:cxn ang="0">
                    <a:pos x="10" y="33"/>
                  </a:cxn>
                  <a:cxn ang="0">
                    <a:pos x="13" y="25"/>
                  </a:cxn>
                  <a:cxn ang="0">
                    <a:pos x="17" y="13"/>
                  </a:cxn>
                  <a:cxn ang="0">
                    <a:pos x="17" y="13"/>
                  </a:cxn>
                  <a:cxn ang="0">
                    <a:pos x="2" y="0"/>
                  </a:cxn>
                </a:cxnLst>
                <a:rect l="0" t="0" r="r" b="b"/>
                <a:pathLst>
                  <a:path w="17" h="33">
                    <a:moveTo>
                      <a:pt x="10" y="13"/>
                    </a:moveTo>
                    <a:lnTo>
                      <a:pt x="10" y="13"/>
                    </a:lnTo>
                    <a:close/>
                    <a:moveTo>
                      <a:pt x="2" y="0"/>
                    </a:moveTo>
                    <a:lnTo>
                      <a:pt x="0" y="5"/>
                    </a:lnTo>
                    <a:lnTo>
                      <a:pt x="10" y="13"/>
                    </a:lnTo>
                    <a:lnTo>
                      <a:pt x="15" y="18"/>
                    </a:lnTo>
                    <a:lnTo>
                      <a:pt x="10" y="33"/>
                    </a:lnTo>
                    <a:lnTo>
                      <a:pt x="10" y="33"/>
                    </a:lnTo>
                    <a:lnTo>
                      <a:pt x="13" y="25"/>
                    </a:lnTo>
                    <a:lnTo>
                      <a:pt x="17" y="13"/>
                    </a:lnTo>
                    <a:lnTo>
                      <a:pt x="17" y="1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17" name="Line 517"/>
              <p:cNvSpPr>
                <a:spLocks noChangeShapeType="1"/>
              </p:cNvSpPr>
              <p:nvPr/>
            </p:nvSpPr>
            <p:spPr bwMode="auto">
              <a:xfrm>
                <a:off x="2818" y="3887"/>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718" name="Freeform 518"/>
              <p:cNvSpPr/>
              <p:nvPr/>
            </p:nvSpPr>
            <p:spPr bwMode="auto">
              <a:xfrm>
                <a:off x="2808" y="3874"/>
                <a:ext cx="17" cy="33"/>
              </a:xfrm>
              <a:custGeom>
                <a:avLst/>
                <a:gdLst/>
                <a:ahLst/>
                <a:cxnLst>
                  <a:cxn ang="0">
                    <a:pos x="2" y="0"/>
                  </a:cxn>
                  <a:cxn ang="0">
                    <a:pos x="0" y="5"/>
                  </a:cxn>
                  <a:cxn ang="0">
                    <a:pos x="10" y="13"/>
                  </a:cxn>
                  <a:cxn ang="0">
                    <a:pos x="15" y="18"/>
                  </a:cxn>
                  <a:cxn ang="0">
                    <a:pos x="10" y="33"/>
                  </a:cxn>
                  <a:cxn ang="0">
                    <a:pos x="10" y="33"/>
                  </a:cxn>
                  <a:cxn ang="0">
                    <a:pos x="13" y="25"/>
                  </a:cxn>
                  <a:cxn ang="0">
                    <a:pos x="17" y="13"/>
                  </a:cxn>
                  <a:cxn ang="0">
                    <a:pos x="17" y="13"/>
                  </a:cxn>
                  <a:cxn ang="0">
                    <a:pos x="2" y="0"/>
                  </a:cxn>
                </a:cxnLst>
                <a:rect l="0" t="0" r="r" b="b"/>
                <a:pathLst>
                  <a:path w="17" h="33">
                    <a:moveTo>
                      <a:pt x="2" y="0"/>
                    </a:moveTo>
                    <a:lnTo>
                      <a:pt x="0" y="5"/>
                    </a:lnTo>
                    <a:lnTo>
                      <a:pt x="10" y="13"/>
                    </a:lnTo>
                    <a:lnTo>
                      <a:pt x="15" y="18"/>
                    </a:lnTo>
                    <a:lnTo>
                      <a:pt x="10" y="33"/>
                    </a:lnTo>
                    <a:lnTo>
                      <a:pt x="10" y="33"/>
                    </a:lnTo>
                    <a:lnTo>
                      <a:pt x="13" y="25"/>
                    </a:lnTo>
                    <a:lnTo>
                      <a:pt x="17" y="13"/>
                    </a:lnTo>
                    <a:lnTo>
                      <a:pt x="17" y="1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19" name="Freeform 519"/>
              <p:cNvSpPr/>
              <p:nvPr/>
            </p:nvSpPr>
            <p:spPr bwMode="auto">
              <a:xfrm>
                <a:off x="2801" y="3879"/>
                <a:ext cx="22" cy="28"/>
              </a:xfrm>
              <a:custGeom>
                <a:avLst/>
                <a:gdLst/>
                <a:ahLst/>
                <a:cxnLst>
                  <a:cxn ang="0">
                    <a:pos x="7" y="0"/>
                  </a:cxn>
                  <a:cxn ang="0">
                    <a:pos x="0" y="15"/>
                  </a:cxn>
                  <a:cxn ang="0">
                    <a:pos x="17" y="28"/>
                  </a:cxn>
                  <a:cxn ang="0">
                    <a:pos x="17" y="28"/>
                  </a:cxn>
                  <a:cxn ang="0">
                    <a:pos x="22" y="13"/>
                  </a:cxn>
                  <a:cxn ang="0">
                    <a:pos x="17" y="8"/>
                  </a:cxn>
                  <a:cxn ang="0">
                    <a:pos x="10" y="16"/>
                  </a:cxn>
                  <a:cxn ang="0">
                    <a:pos x="17" y="8"/>
                  </a:cxn>
                  <a:cxn ang="0">
                    <a:pos x="7" y="0"/>
                  </a:cxn>
                </a:cxnLst>
                <a:rect l="0" t="0" r="r" b="b"/>
                <a:pathLst>
                  <a:path w="22" h="28">
                    <a:moveTo>
                      <a:pt x="7" y="0"/>
                    </a:moveTo>
                    <a:lnTo>
                      <a:pt x="0" y="15"/>
                    </a:lnTo>
                    <a:lnTo>
                      <a:pt x="17" y="28"/>
                    </a:lnTo>
                    <a:lnTo>
                      <a:pt x="17" y="28"/>
                    </a:lnTo>
                    <a:lnTo>
                      <a:pt x="22" y="13"/>
                    </a:lnTo>
                    <a:lnTo>
                      <a:pt x="17" y="8"/>
                    </a:lnTo>
                    <a:lnTo>
                      <a:pt x="10" y="16"/>
                    </a:lnTo>
                    <a:lnTo>
                      <a:pt x="17" y="8"/>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20" name="Freeform 520"/>
              <p:cNvSpPr/>
              <p:nvPr/>
            </p:nvSpPr>
            <p:spPr bwMode="auto">
              <a:xfrm>
                <a:off x="2801" y="3879"/>
                <a:ext cx="22" cy="28"/>
              </a:xfrm>
              <a:custGeom>
                <a:avLst/>
                <a:gdLst/>
                <a:ahLst/>
                <a:cxnLst>
                  <a:cxn ang="0">
                    <a:pos x="7" y="0"/>
                  </a:cxn>
                  <a:cxn ang="0">
                    <a:pos x="0" y="15"/>
                  </a:cxn>
                  <a:cxn ang="0">
                    <a:pos x="17" y="28"/>
                  </a:cxn>
                  <a:cxn ang="0">
                    <a:pos x="17" y="28"/>
                  </a:cxn>
                  <a:cxn ang="0">
                    <a:pos x="22" y="13"/>
                  </a:cxn>
                  <a:cxn ang="0">
                    <a:pos x="17" y="8"/>
                  </a:cxn>
                  <a:cxn ang="0">
                    <a:pos x="10" y="16"/>
                  </a:cxn>
                  <a:cxn ang="0">
                    <a:pos x="17" y="8"/>
                  </a:cxn>
                  <a:cxn ang="0">
                    <a:pos x="7" y="0"/>
                  </a:cxn>
                </a:cxnLst>
                <a:rect l="0" t="0" r="r" b="b"/>
                <a:pathLst>
                  <a:path w="22" h="28">
                    <a:moveTo>
                      <a:pt x="7" y="0"/>
                    </a:moveTo>
                    <a:lnTo>
                      <a:pt x="0" y="15"/>
                    </a:lnTo>
                    <a:lnTo>
                      <a:pt x="17" y="28"/>
                    </a:lnTo>
                    <a:lnTo>
                      <a:pt x="17" y="28"/>
                    </a:lnTo>
                    <a:lnTo>
                      <a:pt x="22" y="13"/>
                    </a:lnTo>
                    <a:lnTo>
                      <a:pt x="17" y="8"/>
                    </a:lnTo>
                    <a:lnTo>
                      <a:pt x="10" y="16"/>
                    </a:lnTo>
                    <a:lnTo>
                      <a:pt x="17" y="8"/>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721" name="Freeform 521"/>
              <p:cNvSpPr/>
              <p:nvPr/>
            </p:nvSpPr>
            <p:spPr bwMode="auto">
              <a:xfrm>
                <a:off x="2952" y="3204"/>
                <a:ext cx="506" cy="335"/>
              </a:xfrm>
              <a:custGeom>
                <a:avLst/>
                <a:gdLst/>
                <a:ahLst/>
                <a:cxnLst>
                  <a:cxn ang="0">
                    <a:pos x="385" y="0"/>
                  </a:cxn>
                  <a:cxn ang="0">
                    <a:pos x="124" y="0"/>
                  </a:cxn>
                  <a:cxn ang="0">
                    <a:pos x="122" y="3"/>
                  </a:cxn>
                  <a:cxn ang="0">
                    <a:pos x="122" y="7"/>
                  </a:cxn>
                  <a:cxn ang="0">
                    <a:pos x="79" y="122"/>
                  </a:cxn>
                  <a:cxn ang="0">
                    <a:pos x="0" y="335"/>
                  </a:cxn>
                  <a:cxn ang="0">
                    <a:pos x="506" y="335"/>
                  </a:cxn>
                  <a:cxn ang="0">
                    <a:pos x="385" y="0"/>
                  </a:cxn>
                  <a:cxn ang="0">
                    <a:pos x="385" y="0"/>
                  </a:cxn>
                  <a:cxn ang="0">
                    <a:pos x="385" y="0"/>
                  </a:cxn>
                </a:cxnLst>
                <a:rect l="0" t="0" r="r" b="b"/>
                <a:pathLst>
                  <a:path w="506" h="335">
                    <a:moveTo>
                      <a:pt x="385" y="0"/>
                    </a:moveTo>
                    <a:lnTo>
                      <a:pt x="124" y="0"/>
                    </a:lnTo>
                    <a:lnTo>
                      <a:pt x="122" y="3"/>
                    </a:lnTo>
                    <a:lnTo>
                      <a:pt x="122" y="7"/>
                    </a:lnTo>
                    <a:lnTo>
                      <a:pt x="79" y="122"/>
                    </a:lnTo>
                    <a:lnTo>
                      <a:pt x="0" y="335"/>
                    </a:lnTo>
                    <a:lnTo>
                      <a:pt x="506" y="335"/>
                    </a:lnTo>
                    <a:lnTo>
                      <a:pt x="385" y="0"/>
                    </a:lnTo>
                    <a:lnTo>
                      <a:pt x="385" y="0"/>
                    </a:lnTo>
                    <a:lnTo>
                      <a:pt x="38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22" name="Freeform 522"/>
              <p:cNvSpPr/>
              <p:nvPr/>
            </p:nvSpPr>
            <p:spPr bwMode="auto">
              <a:xfrm>
                <a:off x="2952" y="3204"/>
                <a:ext cx="506" cy="335"/>
              </a:xfrm>
              <a:custGeom>
                <a:avLst/>
                <a:gdLst/>
                <a:ahLst/>
                <a:cxnLst>
                  <a:cxn ang="0">
                    <a:pos x="385" y="0"/>
                  </a:cxn>
                  <a:cxn ang="0">
                    <a:pos x="124" y="0"/>
                  </a:cxn>
                  <a:cxn ang="0">
                    <a:pos x="122" y="3"/>
                  </a:cxn>
                  <a:cxn ang="0">
                    <a:pos x="122" y="7"/>
                  </a:cxn>
                  <a:cxn ang="0">
                    <a:pos x="79" y="122"/>
                  </a:cxn>
                  <a:cxn ang="0">
                    <a:pos x="0" y="335"/>
                  </a:cxn>
                  <a:cxn ang="0">
                    <a:pos x="506" y="335"/>
                  </a:cxn>
                  <a:cxn ang="0">
                    <a:pos x="385" y="0"/>
                  </a:cxn>
                  <a:cxn ang="0">
                    <a:pos x="385" y="0"/>
                  </a:cxn>
                  <a:cxn ang="0">
                    <a:pos x="385" y="0"/>
                  </a:cxn>
                </a:cxnLst>
                <a:rect l="0" t="0" r="r" b="b"/>
                <a:pathLst>
                  <a:path w="506" h="335">
                    <a:moveTo>
                      <a:pt x="385" y="0"/>
                    </a:moveTo>
                    <a:lnTo>
                      <a:pt x="124" y="0"/>
                    </a:lnTo>
                    <a:lnTo>
                      <a:pt x="122" y="3"/>
                    </a:lnTo>
                    <a:lnTo>
                      <a:pt x="122" y="7"/>
                    </a:lnTo>
                    <a:lnTo>
                      <a:pt x="79" y="122"/>
                    </a:lnTo>
                    <a:lnTo>
                      <a:pt x="0" y="335"/>
                    </a:lnTo>
                    <a:lnTo>
                      <a:pt x="506" y="335"/>
                    </a:lnTo>
                    <a:lnTo>
                      <a:pt x="385" y="0"/>
                    </a:lnTo>
                    <a:lnTo>
                      <a:pt x="385" y="0"/>
                    </a:lnTo>
                    <a:lnTo>
                      <a:pt x="385" y="0"/>
                    </a:lnTo>
                  </a:path>
                </a:pathLst>
              </a:custGeom>
              <a:noFill/>
              <a:ln w="9525">
                <a:noFill/>
                <a:round/>
              </a:ln>
            </p:spPr>
            <p:txBody>
              <a:bodyPr vert="horz" wrap="square" lIns="82938" tIns="41469" rIns="82938" bIns="41469" numCol="1" anchor="t" anchorCtr="0" compatLnSpc="1"/>
              <a:lstStyle/>
              <a:p>
                <a:endParaRPr lang="en-GB" sz="1815"/>
              </a:p>
            </p:txBody>
          </p:sp>
          <p:sp>
            <p:nvSpPr>
              <p:cNvPr id="51723" name="Freeform 523"/>
              <p:cNvSpPr>
                <a:spLocks noEditPoints="1"/>
              </p:cNvSpPr>
              <p:nvPr/>
            </p:nvSpPr>
            <p:spPr bwMode="auto">
              <a:xfrm>
                <a:off x="3031" y="3204"/>
                <a:ext cx="45" cy="122"/>
              </a:xfrm>
              <a:custGeom>
                <a:avLst/>
                <a:gdLst/>
                <a:ahLst/>
                <a:cxnLst>
                  <a:cxn ang="0">
                    <a:pos x="43" y="7"/>
                  </a:cxn>
                  <a:cxn ang="0">
                    <a:pos x="0" y="122"/>
                  </a:cxn>
                  <a:cxn ang="0">
                    <a:pos x="43" y="7"/>
                  </a:cxn>
                  <a:cxn ang="0">
                    <a:pos x="43" y="7"/>
                  </a:cxn>
                  <a:cxn ang="0">
                    <a:pos x="45" y="0"/>
                  </a:cxn>
                  <a:cxn ang="0">
                    <a:pos x="45" y="0"/>
                  </a:cxn>
                  <a:cxn ang="0">
                    <a:pos x="43" y="3"/>
                  </a:cxn>
                  <a:cxn ang="0">
                    <a:pos x="45" y="0"/>
                  </a:cxn>
                </a:cxnLst>
                <a:rect l="0" t="0" r="r" b="b"/>
                <a:pathLst>
                  <a:path w="45" h="122">
                    <a:moveTo>
                      <a:pt x="43" y="7"/>
                    </a:moveTo>
                    <a:lnTo>
                      <a:pt x="0" y="122"/>
                    </a:lnTo>
                    <a:lnTo>
                      <a:pt x="43" y="7"/>
                    </a:lnTo>
                    <a:lnTo>
                      <a:pt x="43" y="7"/>
                    </a:lnTo>
                    <a:close/>
                    <a:moveTo>
                      <a:pt x="45" y="0"/>
                    </a:moveTo>
                    <a:lnTo>
                      <a:pt x="45" y="0"/>
                    </a:lnTo>
                    <a:lnTo>
                      <a:pt x="43" y="3"/>
                    </a:lnTo>
                    <a:lnTo>
                      <a:pt x="4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24" name="Freeform 524"/>
              <p:cNvSpPr/>
              <p:nvPr/>
            </p:nvSpPr>
            <p:spPr bwMode="auto">
              <a:xfrm>
                <a:off x="3031" y="3211"/>
                <a:ext cx="43" cy="115"/>
              </a:xfrm>
              <a:custGeom>
                <a:avLst/>
                <a:gdLst/>
                <a:ahLst/>
                <a:cxnLst>
                  <a:cxn ang="0">
                    <a:pos x="43" y="0"/>
                  </a:cxn>
                  <a:cxn ang="0">
                    <a:pos x="0" y="115"/>
                  </a:cxn>
                  <a:cxn ang="0">
                    <a:pos x="43" y="0"/>
                  </a:cxn>
                  <a:cxn ang="0">
                    <a:pos x="43" y="0"/>
                  </a:cxn>
                </a:cxnLst>
                <a:rect l="0" t="0" r="r" b="b"/>
                <a:pathLst>
                  <a:path w="43" h="115">
                    <a:moveTo>
                      <a:pt x="43" y="0"/>
                    </a:moveTo>
                    <a:lnTo>
                      <a:pt x="0" y="115"/>
                    </a:lnTo>
                    <a:lnTo>
                      <a:pt x="43" y="0"/>
                    </a:lnTo>
                    <a:lnTo>
                      <a:pt x="43" y="0"/>
                    </a:lnTo>
                  </a:path>
                </a:pathLst>
              </a:custGeom>
              <a:noFill/>
              <a:ln w="9525">
                <a:noFill/>
                <a:round/>
              </a:ln>
            </p:spPr>
            <p:txBody>
              <a:bodyPr vert="horz" wrap="square" lIns="82938" tIns="41469" rIns="82938" bIns="41469" numCol="1" anchor="t" anchorCtr="0" compatLnSpc="1"/>
              <a:lstStyle/>
              <a:p>
                <a:endParaRPr lang="en-GB" sz="1815"/>
              </a:p>
            </p:txBody>
          </p:sp>
          <p:sp>
            <p:nvSpPr>
              <p:cNvPr id="51725" name="Freeform 525"/>
              <p:cNvSpPr/>
              <p:nvPr/>
            </p:nvSpPr>
            <p:spPr bwMode="auto">
              <a:xfrm>
                <a:off x="3074" y="3204"/>
                <a:ext cx="2" cy="3"/>
              </a:xfrm>
              <a:custGeom>
                <a:avLst/>
                <a:gdLst/>
                <a:ahLst/>
                <a:cxnLst>
                  <a:cxn ang="0">
                    <a:pos x="2" y="0"/>
                  </a:cxn>
                  <a:cxn ang="0">
                    <a:pos x="2" y="0"/>
                  </a:cxn>
                  <a:cxn ang="0">
                    <a:pos x="0" y="3"/>
                  </a:cxn>
                  <a:cxn ang="0">
                    <a:pos x="2" y="0"/>
                  </a:cxn>
                </a:cxnLst>
                <a:rect l="0" t="0" r="r" b="b"/>
                <a:pathLst>
                  <a:path w="2" h="3">
                    <a:moveTo>
                      <a:pt x="2" y="0"/>
                    </a:moveTo>
                    <a:lnTo>
                      <a:pt x="2" y="0"/>
                    </a:lnTo>
                    <a:lnTo>
                      <a:pt x="0"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26" name="Rectangle 526"/>
              <p:cNvSpPr>
                <a:spLocks noChangeArrowheads="1"/>
              </p:cNvSpPr>
              <p:nvPr/>
            </p:nvSpPr>
            <p:spPr bwMode="auto">
              <a:xfrm>
                <a:off x="3074" y="3207"/>
                <a:ext cx="1" cy="4"/>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1727" name="Freeform 527"/>
              <p:cNvSpPr/>
              <p:nvPr/>
            </p:nvSpPr>
            <p:spPr bwMode="auto">
              <a:xfrm>
                <a:off x="3074" y="3207"/>
                <a:ext cx="1" cy="4"/>
              </a:xfrm>
              <a:custGeom>
                <a:avLst/>
                <a:gdLst/>
                <a:ahLst/>
                <a:cxnLst>
                  <a:cxn ang="0">
                    <a:pos x="0" y="0"/>
                  </a:cxn>
                  <a:cxn ang="0">
                    <a:pos x="0" y="4"/>
                  </a:cxn>
                  <a:cxn ang="0">
                    <a:pos x="0" y="4"/>
                  </a:cxn>
                  <a:cxn ang="0">
                    <a:pos x="0" y="0"/>
                  </a:cxn>
                </a:cxnLst>
                <a:rect l="0" t="0" r="r" b="b"/>
                <a:pathLst>
                  <a:path h="4">
                    <a:moveTo>
                      <a:pt x="0" y="0"/>
                    </a:moveTo>
                    <a:lnTo>
                      <a:pt x="0" y="4"/>
                    </a:lnTo>
                    <a:lnTo>
                      <a:pt x="0"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28" name="Freeform 528"/>
              <p:cNvSpPr/>
              <p:nvPr/>
            </p:nvSpPr>
            <p:spPr bwMode="auto">
              <a:xfrm>
                <a:off x="3074" y="3204"/>
                <a:ext cx="2" cy="7"/>
              </a:xfrm>
              <a:custGeom>
                <a:avLst/>
                <a:gdLst/>
                <a:ahLst/>
                <a:cxnLst>
                  <a:cxn ang="0">
                    <a:pos x="2" y="0"/>
                  </a:cxn>
                  <a:cxn ang="0">
                    <a:pos x="2" y="0"/>
                  </a:cxn>
                  <a:cxn ang="0">
                    <a:pos x="0" y="7"/>
                  </a:cxn>
                  <a:cxn ang="0">
                    <a:pos x="0" y="7"/>
                  </a:cxn>
                  <a:cxn ang="0">
                    <a:pos x="0" y="3"/>
                  </a:cxn>
                  <a:cxn ang="0">
                    <a:pos x="2" y="0"/>
                  </a:cxn>
                </a:cxnLst>
                <a:rect l="0" t="0" r="r" b="b"/>
                <a:pathLst>
                  <a:path w="2" h="7">
                    <a:moveTo>
                      <a:pt x="2" y="0"/>
                    </a:moveTo>
                    <a:lnTo>
                      <a:pt x="2" y="0"/>
                    </a:lnTo>
                    <a:lnTo>
                      <a:pt x="0" y="7"/>
                    </a:lnTo>
                    <a:lnTo>
                      <a:pt x="0" y="7"/>
                    </a:lnTo>
                    <a:lnTo>
                      <a:pt x="0" y="3"/>
                    </a:lnTo>
                    <a:lnTo>
                      <a:pt x="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29" name="Freeform 529"/>
              <p:cNvSpPr/>
              <p:nvPr/>
            </p:nvSpPr>
            <p:spPr bwMode="auto">
              <a:xfrm>
                <a:off x="3074" y="3204"/>
                <a:ext cx="2" cy="7"/>
              </a:xfrm>
              <a:custGeom>
                <a:avLst/>
                <a:gdLst/>
                <a:ahLst/>
                <a:cxnLst>
                  <a:cxn ang="0">
                    <a:pos x="2" y="0"/>
                  </a:cxn>
                  <a:cxn ang="0">
                    <a:pos x="2" y="0"/>
                  </a:cxn>
                  <a:cxn ang="0">
                    <a:pos x="0" y="7"/>
                  </a:cxn>
                  <a:cxn ang="0">
                    <a:pos x="0" y="7"/>
                  </a:cxn>
                  <a:cxn ang="0">
                    <a:pos x="0" y="3"/>
                  </a:cxn>
                  <a:cxn ang="0">
                    <a:pos x="2" y="0"/>
                  </a:cxn>
                </a:cxnLst>
                <a:rect l="0" t="0" r="r" b="b"/>
                <a:pathLst>
                  <a:path w="2" h="7">
                    <a:moveTo>
                      <a:pt x="2" y="0"/>
                    </a:moveTo>
                    <a:lnTo>
                      <a:pt x="2" y="0"/>
                    </a:lnTo>
                    <a:lnTo>
                      <a:pt x="0" y="7"/>
                    </a:lnTo>
                    <a:lnTo>
                      <a:pt x="0" y="7"/>
                    </a:lnTo>
                    <a:lnTo>
                      <a:pt x="0"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30" name="Freeform 530"/>
              <p:cNvSpPr/>
              <p:nvPr/>
            </p:nvSpPr>
            <p:spPr bwMode="auto">
              <a:xfrm>
                <a:off x="2952" y="3326"/>
                <a:ext cx="506" cy="213"/>
              </a:xfrm>
              <a:custGeom>
                <a:avLst/>
                <a:gdLst/>
                <a:ahLst/>
                <a:cxnLst>
                  <a:cxn ang="0">
                    <a:pos x="79" y="0"/>
                  </a:cxn>
                  <a:cxn ang="0">
                    <a:pos x="0" y="213"/>
                  </a:cxn>
                  <a:cxn ang="0">
                    <a:pos x="506" y="213"/>
                  </a:cxn>
                  <a:cxn ang="0">
                    <a:pos x="0" y="213"/>
                  </a:cxn>
                  <a:cxn ang="0">
                    <a:pos x="79" y="0"/>
                  </a:cxn>
                </a:cxnLst>
                <a:rect l="0" t="0" r="r" b="b"/>
                <a:pathLst>
                  <a:path w="506" h="213">
                    <a:moveTo>
                      <a:pt x="79" y="0"/>
                    </a:moveTo>
                    <a:lnTo>
                      <a:pt x="0" y="213"/>
                    </a:lnTo>
                    <a:lnTo>
                      <a:pt x="506" y="213"/>
                    </a:lnTo>
                    <a:lnTo>
                      <a:pt x="0" y="213"/>
                    </a:lnTo>
                    <a:lnTo>
                      <a:pt x="7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31" name="Freeform 531"/>
              <p:cNvSpPr/>
              <p:nvPr/>
            </p:nvSpPr>
            <p:spPr bwMode="auto">
              <a:xfrm>
                <a:off x="2952" y="3326"/>
                <a:ext cx="506" cy="213"/>
              </a:xfrm>
              <a:custGeom>
                <a:avLst/>
                <a:gdLst/>
                <a:ahLst/>
                <a:cxnLst>
                  <a:cxn ang="0">
                    <a:pos x="79" y="0"/>
                  </a:cxn>
                  <a:cxn ang="0">
                    <a:pos x="0" y="213"/>
                  </a:cxn>
                  <a:cxn ang="0">
                    <a:pos x="506" y="213"/>
                  </a:cxn>
                  <a:cxn ang="0">
                    <a:pos x="0" y="213"/>
                  </a:cxn>
                  <a:cxn ang="0">
                    <a:pos x="79" y="0"/>
                  </a:cxn>
                </a:cxnLst>
                <a:rect l="0" t="0" r="r" b="b"/>
                <a:pathLst>
                  <a:path w="506" h="213">
                    <a:moveTo>
                      <a:pt x="79" y="0"/>
                    </a:moveTo>
                    <a:lnTo>
                      <a:pt x="0" y="213"/>
                    </a:lnTo>
                    <a:lnTo>
                      <a:pt x="506" y="213"/>
                    </a:lnTo>
                    <a:lnTo>
                      <a:pt x="0" y="213"/>
                    </a:lnTo>
                    <a:lnTo>
                      <a:pt x="79" y="0"/>
                    </a:lnTo>
                  </a:path>
                </a:pathLst>
              </a:custGeom>
              <a:noFill/>
              <a:ln w="9525">
                <a:noFill/>
                <a:round/>
              </a:ln>
            </p:spPr>
            <p:txBody>
              <a:bodyPr vert="horz" wrap="square" lIns="82938" tIns="41469" rIns="82938" bIns="41469" numCol="1" anchor="t" anchorCtr="0" compatLnSpc="1"/>
              <a:lstStyle/>
              <a:p>
                <a:endParaRPr lang="en-GB" sz="1815"/>
              </a:p>
            </p:txBody>
          </p:sp>
          <p:sp>
            <p:nvSpPr>
              <p:cNvPr id="51732" name="Freeform 532"/>
              <p:cNvSpPr/>
              <p:nvPr/>
            </p:nvSpPr>
            <p:spPr bwMode="auto">
              <a:xfrm>
                <a:off x="2937" y="3249"/>
                <a:ext cx="100" cy="276"/>
              </a:xfrm>
              <a:custGeom>
                <a:avLst/>
                <a:gdLst/>
                <a:ahLst/>
                <a:cxnLst>
                  <a:cxn ang="0">
                    <a:pos x="100" y="0"/>
                  </a:cxn>
                  <a:cxn ang="0">
                    <a:pos x="0" y="276"/>
                  </a:cxn>
                  <a:cxn ang="0">
                    <a:pos x="0" y="276"/>
                  </a:cxn>
                  <a:cxn ang="0">
                    <a:pos x="100" y="0"/>
                  </a:cxn>
                </a:cxnLst>
                <a:rect l="0" t="0" r="r" b="b"/>
                <a:pathLst>
                  <a:path w="100" h="276">
                    <a:moveTo>
                      <a:pt x="100" y="0"/>
                    </a:moveTo>
                    <a:lnTo>
                      <a:pt x="0" y="276"/>
                    </a:lnTo>
                    <a:lnTo>
                      <a:pt x="0" y="276"/>
                    </a:lnTo>
                    <a:lnTo>
                      <a:pt x="10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33" name="Freeform 533"/>
              <p:cNvSpPr/>
              <p:nvPr/>
            </p:nvSpPr>
            <p:spPr bwMode="auto">
              <a:xfrm>
                <a:off x="2937" y="3249"/>
                <a:ext cx="100" cy="276"/>
              </a:xfrm>
              <a:custGeom>
                <a:avLst/>
                <a:gdLst/>
                <a:ahLst/>
                <a:cxnLst>
                  <a:cxn ang="0">
                    <a:pos x="100" y="0"/>
                  </a:cxn>
                  <a:cxn ang="0">
                    <a:pos x="0" y="276"/>
                  </a:cxn>
                  <a:cxn ang="0">
                    <a:pos x="0" y="276"/>
                  </a:cxn>
                  <a:cxn ang="0">
                    <a:pos x="100" y="0"/>
                  </a:cxn>
                </a:cxnLst>
                <a:rect l="0" t="0" r="r" b="b"/>
                <a:pathLst>
                  <a:path w="100" h="276">
                    <a:moveTo>
                      <a:pt x="100" y="0"/>
                    </a:moveTo>
                    <a:lnTo>
                      <a:pt x="0" y="276"/>
                    </a:lnTo>
                    <a:lnTo>
                      <a:pt x="0" y="276"/>
                    </a:lnTo>
                    <a:lnTo>
                      <a:pt x="100" y="0"/>
                    </a:lnTo>
                  </a:path>
                </a:pathLst>
              </a:custGeom>
              <a:noFill/>
              <a:ln w="9525">
                <a:noFill/>
                <a:round/>
              </a:ln>
            </p:spPr>
            <p:txBody>
              <a:bodyPr vert="horz" wrap="square" lIns="82938" tIns="41469" rIns="82938" bIns="41469" numCol="1" anchor="t" anchorCtr="0" compatLnSpc="1"/>
              <a:lstStyle/>
              <a:p>
                <a:endParaRPr lang="en-GB" sz="1815"/>
              </a:p>
            </p:txBody>
          </p:sp>
          <p:sp>
            <p:nvSpPr>
              <p:cNvPr id="51734" name="Freeform 534"/>
              <p:cNvSpPr/>
              <p:nvPr/>
            </p:nvSpPr>
            <p:spPr bwMode="auto">
              <a:xfrm>
                <a:off x="2937" y="3197"/>
                <a:ext cx="137" cy="342"/>
              </a:xfrm>
              <a:custGeom>
                <a:avLst/>
                <a:gdLst/>
                <a:ahLst/>
                <a:cxnLst>
                  <a:cxn ang="0">
                    <a:pos x="120" y="0"/>
                  </a:cxn>
                  <a:cxn ang="0">
                    <a:pos x="100" y="52"/>
                  </a:cxn>
                  <a:cxn ang="0">
                    <a:pos x="0" y="328"/>
                  </a:cxn>
                  <a:cxn ang="0">
                    <a:pos x="15" y="342"/>
                  </a:cxn>
                  <a:cxn ang="0">
                    <a:pos x="15" y="342"/>
                  </a:cxn>
                  <a:cxn ang="0">
                    <a:pos x="94" y="129"/>
                  </a:cxn>
                  <a:cxn ang="0">
                    <a:pos x="137" y="14"/>
                  </a:cxn>
                  <a:cxn ang="0">
                    <a:pos x="129" y="7"/>
                  </a:cxn>
                  <a:cxn ang="0">
                    <a:pos x="129" y="7"/>
                  </a:cxn>
                  <a:cxn ang="0">
                    <a:pos x="120" y="0"/>
                  </a:cxn>
                </a:cxnLst>
                <a:rect l="0" t="0" r="r" b="b"/>
                <a:pathLst>
                  <a:path w="137" h="342">
                    <a:moveTo>
                      <a:pt x="120" y="0"/>
                    </a:moveTo>
                    <a:lnTo>
                      <a:pt x="100" y="52"/>
                    </a:lnTo>
                    <a:lnTo>
                      <a:pt x="0" y="328"/>
                    </a:lnTo>
                    <a:lnTo>
                      <a:pt x="15" y="342"/>
                    </a:lnTo>
                    <a:lnTo>
                      <a:pt x="15" y="342"/>
                    </a:lnTo>
                    <a:lnTo>
                      <a:pt x="94" y="129"/>
                    </a:lnTo>
                    <a:lnTo>
                      <a:pt x="137" y="14"/>
                    </a:lnTo>
                    <a:lnTo>
                      <a:pt x="129" y="7"/>
                    </a:lnTo>
                    <a:lnTo>
                      <a:pt x="129" y="7"/>
                    </a:lnTo>
                    <a:lnTo>
                      <a:pt x="1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35" name="Freeform 535"/>
              <p:cNvSpPr/>
              <p:nvPr/>
            </p:nvSpPr>
            <p:spPr bwMode="auto">
              <a:xfrm>
                <a:off x="2937" y="3197"/>
                <a:ext cx="137" cy="342"/>
              </a:xfrm>
              <a:custGeom>
                <a:avLst/>
                <a:gdLst/>
                <a:ahLst/>
                <a:cxnLst>
                  <a:cxn ang="0">
                    <a:pos x="120" y="0"/>
                  </a:cxn>
                  <a:cxn ang="0">
                    <a:pos x="100" y="52"/>
                  </a:cxn>
                  <a:cxn ang="0">
                    <a:pos x="0" y="328"/>
                  </a:cxn>
                  <a:cxn ang="0">
                    <a:pos x="15" y="342"/>
                  </a:cxn>
                  <a:cxn ang="0">
                    <a:pos x="15" y="342"/>
                  </a:cxn>
                  <a:cxn ang="0">
                    <a:pos x="94" y="129"/>
                  </a:cxn>
                  <a:cxn ang="0">
                    <a:pos x="137" y="14"/>
                  </a:cxn>
                  <a:cxn ang="0">
                    <a:pos x="129" y="7"/>
                  </a:cxn>
                  <a:cxn ang="0">
                    <a:pos x="129" y="7"/>
                  </a:cxn>
                  <a:cxn ang="0">
                    <a:pos x="120" y="0"/>
                  </a:cxn>
                </a:cxnLst>
                <a:rect l="0" t="0" r="r" b="b"/>
                <a:pathLst>
                  <a:path w="137" h="342">
                    <a:moveTo>
                      <a:pt x="120" y="0"/>
                    </a:moveTo>
                    <a:lnTo>
                      <a:pt x="100" y="52"/>
                    </a:lnTo>
                    <a:lnTo>
                      <a:pt x="0" y="328"/>
                    </a:lnTo>
                    <a:lnTo>
                      <a:pt x="15" y="342"/>
                    </a:lnTo>
                    <a:lnTo>
                      <a:pt x="15" y="342"/>
                    </a:lnTo>
                    <a:lnTo>
                      <a:pt x="94" y="129"/>
                    </a:lnTo>
                    <a:lnTo>
                      <a:pt x="137" y="14"/>
                    </a:lnTo>
                    <a:lnTo>
                      <a:pt x="129" y="7"/>
                    </a:lnTo>
                    <a:lnTo>
                      <a:pt x="129" y="7"/>
                    </a:lnTo>
                    <a:lnTo>
                      <a:pt x="120" y="0"/>
                    </a:lnTo>
                  </a:path>
                </a:pathLst>
              </a:custGeom>
              <a:noFill/>
              <a:ln w="9525">
                <a:noFill/>
                <a:round/>
              </a:ln>
            </p:spPr>
            <p:txBody>
              <a:bodyPr vert="horz" wrap="square" lIns="82938" tIns="41469" rIns="82938" bIns="41469" numCol="1" anchor="t" anchorCtr="0" compatLnSpc="1"/>
              <a:lstStyle/>
              <a:p>
                <a:endParaRPr lang="en-GB" sz="1815"/>
              </a:p>
            </p:txBody>
          </p:sp>
          <p:sp>
            <p:nvSpPr>
              <p:cNvPr id="51736" name="Freeform 536"/>
              <p:cNvSpPr/>
              <p:nvPr/>
            </p:nvSpPr>
            <p:spPr bwMode="auto">
              <a:xfrm>
                <a:off x="3066" y="3204"/>
                <a:ext cx="10" cy="7"/>
              </a:xfrm>
              <a:custGeom>
                <a:avLst/>
                <a:gdLst/>
                <a:ahLst/>
                <a:cxnLst>
                  <a:cxn ang="0">
                    <a:pos x="10" y="0"/>
                  </a:cxn>
                  <a:cxn ang="0">
                    <a:pos x="3" y="0"/>
                  </a:cxn>
                  <a:cxn ang="0">
                    <a:pos x="0" y="0"/>
                  </a:cxn>
                  <a:cxn ang="0">
                    <a:pos x="8" y="7"/>
                  </a:cxn>
                  <a:cxn ang="0">
                    <a:pos x="10" y="0"/>
                  </a:cxn>
                  <a:cxn ang="0">
                    <a:pos x="10" y="0"/>
                  </a:cxn>
                </a:cxnLst>
                <a:rect l="0" t="0" r="r" b="b"/>
                <a:pathLst>
                  <a:path w="10" h="7">
                    <a:moveTo>
                      <a:pt x="10" y="0"/>
                    </a:moveTo>
                    <a:lnTo>
                      <a:pt x="3" y="0"/>
                    </a:lnTo>
                    <a:lnTo>
                      <a:pt x="0" y="0"/>
                    </a:lnTo>
                    <a:lnTo>
                      <a:pt x="8" y="7"/>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37" name="Freeform 537"/>
              <p:cNvSpPr/>
              <p:nvPr/>
            </p:nvSpPr>
            <p:spPr bwMode="auto">
              <a:xfrm>
                <a:off x="3066" y="3204"/>
                <a:ext cx="10" cy="7"/>
              </a:xfrm>
              <a:custGeom>
                <a:avLst/>
                <a:gdLst/>
                <a:ahLst/>
                <a:cxnLst>
                  <a:cxn ang="0">
                    <a:pos x="10" y="0"/>
                  </a:cxn>
                  <a:cxn ang="0">
                    <a:pos x="3" y="0"/>
                  </a:cxn>
                  <a:cxn ang="0">
                    <a:pos x="0" y="0"/>
                  </a:cxn>
                  <a:cxn ang="0">
                    <a:pos x="8" y="7"/>
                  </a:cxn>
                  <a:cxn ang="0">
                    <a:pos x="10" y="0"/>
                  </a:cxn>
                  <a:cxn ang="0">
                    <a:pos x="10" y="0"/>
                  </a:cxn>
                </a:cxnLst>
                <a:rect l="0" t="0" r="r" b="b"/>
                <a:pathLst>
                  <a:path w="10" h="7">
                    <a:moveTo>
                      <a:pt x="10" y="0"/>
                    </a:moveTo>
                    <a:lnTo>
                      <a:pt x="3" y="0"/>
                    </a:lnTo>
                    <a:lnTo>
                      <a:pt x="0" y="0"/>
                    </a:lnTo>
                    <a:lnTo>
                      <a:pt x="8" y="7"/>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738" name="Freeform 538"/>
              <p:cNvSpPr/>
              <p:nvPr/>
            </p:nvSpPr>
            <p:spPr bwMode="auto">
              <a:xfrm>
                <a:off x="2934" y="3530"/>
                <a:ext cx="1" cy="2"/>
              </a:xfrm>
              <a:custGeom>
                <a:avLst/>
                <a:gdLst/>
                <a:ahLst/>
                <a:cxnLst>
                  <a:cxn ang="0">
                    <a:pos x="1" y="0"/>
                  </a:cxn>
                  <a:cxn ang="0">
                    <a:pos x="0" y="2"/>
                  </a:cxn>
                  <a:cxn ang="0">
                    <a:pos x="0" y="2"/>
                  </a:cxn>
                  <a:cxn ang="0">
                    <a:pos x="1" y="0"/>
                  </a:cxn>
                </a:cxnLst>
                <a:rect l="0" t="0" r="r" b="b"/>
                <a:pathLst>
                  <a:path w="1" h="2">
                    <a:moveTo>
                      <a:pt x="1" y="0"/>
                    </a:moveTo>
                    <a:lnTo>
                      <a:pt x="0" y="2"/>
                    </a:lnTo>
                    <a:lnTo>
                      <a:pt x="0" y="2"/>
                    </a:lnTo>
                    <a:lnTo>
                      <a:pt x="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39" name="Freeform 539"/>
              <p:cNvSpPr/>
              <p:nvPr/>
            </p:nvSpPr>
            <p:spPr bwMode="auto">
              <a:xfrm>
                <a:off x="2934" y="3530"/>
                <a:ext cx="1" cy="2"/>
              </a:xfrm>
              <a:custGeom>
                <a:avLst/>
                <a:gdLst/>
                <a:ahLst/>
                <a:cxnLst>
                  <a:cxn ang="0">
                    <a:pos x="1" y="0"/>
                  </a:cxn>
                  <a:cxn ang="0">
                    <a:pos x="0" y="2"/>
                  </a:cxn>
                  <a:cxn ang="0">
                    <a:pos x="0" y="2"/>
                  </a:cxn>
                  <a:cxn ang="0">
                    <a:pos x="1" y="0"/>
                  </a:cxn>
                </a:cxnLst>
                <a:rect l="0" t="0" r="r" b="b"/>
                <a:pathLst>
                  <a:path w="1" h="2">
                    <a:moveTo>
                      <a:pt x="1" y="0"/>
                    </a:moveTo>
                    <a:lnTo>
                      <a:pt x="0" y="2"/>
                    </a:lnTo>
                    <a:lnTo>
                      <a:pt x="0"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740" name="Rectangle 540"/>
              <p:cNvSpPr>
                <a:spLocks noChangeArrowheads="1"/>
              </p:cNvSpPr>
              <p:nvPr/>
            </p:nvSpPr>
            <p:spPr bwMode="auto">
              <a:xfrm>
                <a:off x="2934" y="3532"/>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741" name="Rectangle 541"/>
              <p:cNvSpPr>
                <a:spLocks noChangeArrowheads="1"/>
              </p:cNvSpPr>
              <p:nvPr/>
            </p:nvSpPr>
            <p:spPr bwMode="auto">
              <a:xfrm>
                <a:off x="2934" y="3532"/>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42" name="Freeform 542"/>
              <p:cNvSpPr/>
              <p:nvPr/>
            </p:nvSpPr>
            <p:spPr bwMode="auto">
              <a:xfrm>
                <a:off x="2932" y="3532"/>
                <a:ext cx="2" cy="7"/>
              </a:xfrm>
              <a:custGeom>
                <a:avLst/>
                <a:gdLst/>
                <a:ahLst/>
                <a:cxnLst>
                  <a:cxn ang="0">
                    <a:pos x="2" y="0"/>
                  </a:cxn>
                  <a:cxn ang="0">
                    <a:pos x="0" y="7"/>
                  </a:cxn>
                  <a:cxn ang="0">
                    <a:pos x="0" y="7"/>
                  </a:cxn>
                  <a:cxn ang="0">
                    <a:pos x="2" y="0"/>
                  </a:cxn>
                  <a:cxn ang="0">
                    <a:pos x="2" y="0"/>
                  </a:cxn>
                </a:cxnLst>
                <a:rect l="0" t="0" r="r" b="b"/>
                <a:pathLst>
                  <a:path w="2" h="7">
                    <a:moveTo>
                      <a:pt x="2" y="0"/>
                    </a:moveTo>
                    <a:lnTo>
                      <a:pt x="0" y="7"/>
                    </a:lnTo>
                    <a:lnTo>
                      <a:pt x="0" y="7"/>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43" name="Freeform 543"/>
              <p:cNvSpPr/>
              <p:nvPr/>
            </p:nvSpPr>
            <p:spPr bwMode="auto">
              <a:xfrm>
                <a:off x="2932" y="3532"/>
                <a:ext cx="2" cy="7"/>
              </a:xfrm>
              <a:custGeom>
                <a:avLst/>
                <a:gdLst/>
                <a:ahLst/>
                <a:cxnLst>
                  <a:cxn ang="0">
                    <a:pos x="2" y="0"/>
                  </a:cxn>
                  <a:cxn ang="0">
                    <a:pos x="0" y="7"/>
                  </a:cxn>
                  <a:cxn ang="0">
                    <a:pos x="0" y="7"/>
                  </a:cxn>
                  <a:cxn ang="0">
                    <a:pos x="2" y="0"/>
                  </a:cxn>
                  <a:cxn ang="0">
                    <a:pos x="2" y="0"/>
                  </a:cxn>
                </a:cxnLst>
                <a:rect l="0" t="0" r="r" b="b"/>
                <a:pathLst>
                  <a:path w="2" h="7">
                    <a:moveTo>
                      <a:pt x="2" y="0"/>
                    </a:moveTo>
                    <a:lnTo>
                      <a:pt x="0" y="7"/>
                    </a:lnTo>
                    <a:lnTo>
                      <a:pt x="0" y="7"/>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44" name="Freeform 544"/>
              <p:cNvSpPr/>
              <p:nvPr/>
            </p:nvSpPr>
            <p:spPr bwMode="auto">
              <a:xfrm>
                <a:off x="2945" y="3539"/>
                <a:ext cx="519" cy="20"/>
              </a:xfrm>
              <a:custGeom>
                <a:avLst/>
                <a:gdLst/>
                <a:ahLst/>
                <a:cxnLst>
                  <a:cxn ang="0">
                    <a:pos x="513" y="0"/>
                  </a:cxn>
                  <a:cxn ang="0">
                    <a:pos x="7" y="0"/>
                  </a:cxn>
                  <a:cxn ang="0">
                    <a:pos x="5" y="6"/>
                  </a:cxn>
                  <a:cxn ang="0">
                    <a:pos x="5" y="6"/>
                  </a:cxn>
                  <a:cxn ang="0">
                    <a:pos x="0" y="20"/>
                  </a:cxn>
                  <a:cxn ang="0">
                    <a:pos x="519" y="20"/>
                  </a:cxn>
                  <a:cxn ang="0">
                    <a:pos x="518" y="15"/>
                  </a:cxn>
                  <a:cxn ang="0">
                    <a:pos x="518" y="15"/>
                  </a:cxn>
                  <a:cxn ang="0">
                    <a:pos x="513" y="0"/>
                  </a:cxn>
                </a:cxnLst>
                <a:rect l="0" t="0" r="r" b="b"/>
                <a:pathLst>
                  <a:path w="519" h="20">
                    <a:moveTo>
                      <a:pt x="513" y="0"/>
                    </a:moveTo>
                    <a:lnTo>
                      <a:pt x="7" y="0"/>
                    </a:lnTo>
                    <a:lnTo>
                      <a:pt x="5" y="6"/>
                    </a:lnTo>
                    <a:lnTo>
                      <a:pt x="5" y="6"/>
                    </a:lnTo>
                    <a:lnTo>
                      <a:pt x="0" y="20"/>
                    </a:lnTo>
                    <a:lnTo>
                      <a:pt x="519" y="20"/>
                    </a:lnTo>
                    <a:lnTo>
                      <a:pt x="518" y="15"/>
                    </a:lnTo>
                    <a:lnTo>
                      <a:pt x="518" y="15"/>
                    </a:lnTo>
                    <a:lnTo>
                      <a:pt x="5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45" name="Freeform 545"/>
              <p:cNvSpPr/>
              <p:nvPr/>
            </p:nvSpPr>
            <p:spPr bwMode="auto">
              <a:xfrm>
                <a:off x="2945" y="3539"/>
                <a:ext cx="519" cy="20"/>
              </a:xfrm>
              <a:custGeom>
                <a:avLst/>
                <a:gdLst/>
                <a:ahLst/>
                <a:cxnLst>
                  <a:cxn ang="0">
                    <a:pos x="513" y="0"/>
                  </a:cxn>
                  <a:cxn ang="0">
                    <a:pos x="7" y="0"/>
                  </a:cxn>
                  <a:cxn ang="0">
                    <a:pos x="5" y="6"/>
                  </a:cxn>
                  <a:cxn ang="0">
                    <a:pos x="5" y="6"/>
                  </a:cxn>
                  <a:cxn ang="0">
                    <a:pos x="0" y="20"/>
                  </a:cxn>
                  <a:cxn ang="0">
                    <a:pos x="519" y="20"/>
                  </a:cxn>
                  <a:cxn ang="0">
                    <a:pos x="518" y="15"/>
                  </a:cxn>
                  <a:cxn ang="0">
                    <a:pos x="518" y="15"/>
                  </a:cxn>
                  <a:cxn ang="0">
                    <a:pos x="513" y="0"/>
                  </a:cxn>
                </a:cxnLst>
                <a:rect l="0" t="0" r="r" b="b"/>
                <a:pathLst>
                  <a:path w="519" h="20">
                    <a:moveTo>
                      <a:pt x="513" y="0"/>
                    </a:moveTo>
                    <a:lnTo>
                      <a:pt x="7" y="0"/>
                    </a:lnTo>
                    <a:lnTo>
                      <a:pt x="5" y="6"/>
                    </a:lnTo>
                    <a:lnTo>
                      <a:pt x="5" y="6"/>
                    </a:lnTo>
                    <a:lnTo>
                      <a:pt x="0" y="20"/>
                    </a:lnTo>
                    <a:lnTo>
                      <a:pt x="519" y="20"/>
                    </a:lnTo>
                    <a:lnTo>
                      <a:pt x="518" y="15"/>
                    </a:lnTo>
                    <a:lnTo>
                      <a:pt x="518" y="15"/>
                    </a:lnTo>
                    <a:lnTo>
                      <a:pt x="513" y="0"/>
                    </a:lnTo>
                  </a:path>
                </a:pathLst>
              </a:custGeom>
              <a:noFill/>
              <a:ln w="9525">
                <a:noFill/>
                <a:round/>
              </a:ln>
            </p:spPr>
            <p:txBody>
              <a:bodyPr vert="horz" wrap="square" lIns="82938" tIns="41469" rIns="82938" bIns="41469" numCol="1" anchor="t" anchorCtr="0" compatLnSpc="1"/>
              <a:lstStyle/>
              <a:p>
                <a:endParaRPr lang="en-GB" sz="1815"/>
              </a:p>
            </p:txBody>
          </p:sp>
          <p:sp>
            <p:nvSpPr>
              <p:cNvPr id="51746" name="Freeform 546"/>
              <p:cNvSpPr/>
              <p:nvPr/>
            </p:nvSpPr>
            <p:spPr bwMode="auto">
              <a:xfrm>
                <a:off x="2945" y="3545"/>
                <a:ext cx="5" cy="14"/>
              </a:xfrm>
              <a:custGeom>
                <a:avLst/>
                <a:gdLst/>
                <a:ahLst/>
                <a:cxnLst>
                  <a:cxn ang="0">
                    <a:pos x="5" y="0"/>
                  </a:cxn>
                  <a:cxn ang="0">
                    <a:pos x="0" y="14"/>
                  </a:cxn>
                  <a:cxn ang="0">
                    <a:pos x="0" y="14"/>
                  </a:cxn>
                  <a:cxn ang="0">
                    <a:pos x="5" y="0"/>
                  </a:cxn>
                </a:cxnLst>
                <a:rect l="0" t="0" r="r" b="b"/>
                <a:pathLst>
                  <a:path w="5" h="14">
                    <a:moveTo>
                      <a:pt x="5" y="0"/>
                    </a:moveTo>
                    <a:lnTo>
                      <a:pt x="0" y="14"/>
                    </a:lnTo>
                    <a:lnTo>
                      <a:pt x="0" y="14"/>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47" name="Freeform 547"/>
              <p:cNvSpPr/>
              <p:nvPr/>
            </p:nvSpPr>
            <p:spPr bwMode="auto">
              <a:xfrm>
                <a:off x="2945" y="3545"/>
                <a:ext cx="5" cy="14"/>
              </a:xfrm>
              <a:custGeom>
                <a:avLst/>
                <a:gdLst/>
                <a:ahLst/>
                <a:cxnLst>
                  <a:cxn ang="0">
                    <a:pos x="5" y="0"/>
                  </a:cxn>
                  <a:cxn ang="0">
                    <a:pos x="0" y="14"/>
                  </a:cxn>
                  <a:cxn ang="0">
                    <a:pos x="0" y="14"/>
                  </a:cxn>
                  <a:cxn ang="0">
                    <a:pos x="5" y="0"/>
                  </a:cxn>
                </a:cxnLst>
                <a:rect l="0" t="0" r="r" b="b"/>
                <a:pathLst>
                  <a:path w="5" h="14">
                    <a:moveTo>
                      <a:pt x="5" y="0"/>
                    </a:moveTo>
                    <a:lnTo>
                      <a:pt x="0" y="14"/>
                    </a:lnTo>
                    <a:lnTo>
                      <a:pt x="0" y="14"/>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48" name="Freeform 548"/>
              <p:cNvSpPr/>
              <p:nvPr/>
            </p:nvSpPr>
            <p:spPr bwMode="auto">
              <a:xfrm>
                <a:off x="2934" y="3525"/>
                <a:ext cx="3" cy="7"/>
              </a:xfrm>
              <a:custGeom>
                <a:avLst/>
                <a:gdLst/>
                <a:ahLst/>
                <a:cxnLst>
                  <a:cxn ang="0">
                    <a:pos x="3" y="0"/>
                  </a:cxn>
                  <a:cxn ang="0">
                    <a:pos x="1" y="5"/>
                  </a:cxn>
                  <a:cxn ang="0">
                    <a:pos x="0" y="7"/>
                  </a:cxn>
                  <a:cxn ang="0">
                    <a:pos x="0" y="7"/>
                  </a:cxn>
                  <a:cxn ang="0">
                    <a:pos x="3" y="0"/>
                  </a:cxn>
                  <a:cxn ang="0">
                    <a:pos x="3" y="0"/>
                  </a:cxn>
                </a:cxnLst>
                <a:rect l="0" t="0" r="r" b="b"/>
                <a:pathLst>
                  <a:path w="3" h="7">
                    <a:moveTo>
                      <a:pt x="3" y="0"/>
                    </a:moveTo>
                    <a:lnTo>
                      <a:pt x="1" y="5"/>
                    </a:lnTo>
                    <a:lnTo>
                      <a:pt x="0" y="7"/>
                    </a:lnTo>
                    <a:lnTo>
                      <a:pt x="0" y="7"/>
                    </a:lnTo>
                    <a:lnTo>
                      <a:pt x="3" y="0"/>
                    </a:lnTo>
                    <a:lnTo>
                      <a:pt x="3"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749" name="Freeform 549"/>
              <p:cNvSpPr/>
              <p:nvPr/>
            </p:nvSpPr>
            <p:spPr bwMode="auto">
              <a:xfrm>
                <a:off x="2934" y="3525"/>
                <a:ext cx="3" cy="7"/>
              </a:xfrm>
              <a:custGeom>
                <a:avLst/>
                <a:gdLst/>
                <a:ahLst/>
                <a:cxnLst>
                  <a:cxn ang="0">
                    <a:pos x="3" y="0"/>
                  </a:cxn>
                  <a:cxn ang="0">
                    <a:pos x="1" y="5"/>
                  </a:cxn>
                  <a:cxn ang="0">
                    <a:pos x="0" y="7"/>
                  </a:cxn>
                  <a:cxn ang="0">
                    <a:pos x="0" y="7"/>
                  </a:cxn>
                  <a:cxn ang="0">
                    <a:pos x="3" y="0"/>
                  </a:cxn>
                  <a:cxn ang="0">
                    <a:pos x="3" y="0"/>
                  </a:cxn>
                </a:cxnLst>
                <a:rect l="0" t="0" r="r" b="b"/>
                <a:pathLst>
                  <a:path w="3" h="7">
                    <a:moveTo>
                      <a:pt x="3" y="0"/>
                    </a:moveTo>
                    <a:lnTo>
                      <a:pt x="1" y="5"/>
                    </a:lnTo>
                    <a:lnTo>
                      <a:pt x="0" y="7"/>
                    </a:lnTo>
                    <a:lnTo>
                      <a:pt x="0" y="7"/>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750" name="Freeform 550"/>
              <p:cNvSpPr/>
              <p:nvPr/>
            </p:nvSpPr>
            <p:spPr bwMode="auto">
              <a:xfrm>
                <a:off x="2934" y="3525"/>
                <a:ext cx="18" cy="20"/>
              </a:xfrm>
              <a:custGeom>
                <a:avLst/>
                <a:gdLst/>
                <a:ahLst/>
                <a:cxnLst>
                  <a:cxn ang="0">
                    <a:pos x="3" y="0"/>
                  </a:cxn>
                  <a:cxn ang="0">
                    <a:pos x="0" y="7"/>
                  </a:cxn>
                  <a:cxn ang="0">
                    <a:pos x="0" y="7"/>
                  </a:cxn>
                  <a:cxn ang="0">
                    <a:pos x="0" y="7"/>
                  </a:cxn>
                  <a:cxn ang="0">
                    <a:pos x="16" y="20"/>
                  </a:cxn>
                  <a:cxn ang="0">
                    <a:pos x="18" y="14"/>
                  </a:cxn>
                  <a:cxn ang="0">
                    <a:pos x="18" y="14"/>
                  </a:cxn>
                  <a:cxn ang="0">
                    <a:pos x="3" y="0"/>
                  </a:cxn>
                </a:cxnLst>
                <a:rect l="0" t="0" r="r" b="b"/>
                <a:pathLst>
                  <a:path w="18" h="20">
                    <a:moveTo>
                      <a:pt x="3" y="0"/>
                    </a:moveTo>
                    <a:lnTo>
                      <a:pt x="0" y="7"/>
                    </a:lnTo>
                    <a:lnTo>
                      <a:pt x="0" y="7"/>
                    </a:lnTo>
                    <a:lnTo>
                      <a:pt x="0" y="7"/>
                    </a:lnTo>
                    <a:lnTo>
                      <a:pt x="16" y="20"/>
                    </a:lnTo>
                    <a:lnTo>
                      <a:pt x="18" y="14"/>
                    </a:lnTo>
                    <a:lnTo>
                      <a:pt x="18" y="14"/>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1" name="Freeform 551"/>
              <p:cNvSpPr/>
              <p:nvPr/>
            </p:nvSpPr>
            <p:spPr bwMode="auto">
              <a:xfrm>
                <a:off x="2934" y="3525"/>
                <a:ext cx="18" cy="20"/>
              </a:xfrm>
              <a:custGeom>
                <a:avLst/>
                <a:gdLst/>
                <a:ahLst/>
                <a:cxnLst>
                  <a:cxn ang="0">
                    <a:pos x="3" y="0"/>
                  </a:cxn>
                  <a:cxn ang="0">
                    <a:pos x="0" y="7"/>
                  </a:cxn>
                  <a:cxn ang="0">
                    <a:pos x="0" y="7"/>
                  </a:cxn>
                  <a:cxn ang="0">
                    <a:pos x="0" y="7"/>
                  </a:cxn>
                  <a:cxn ang="0">
                    <a:pos x="16" y="20"/>
                  </a:cxn>
                  <a:cxn ang="0">
                    <a:pos x="18" y="14"/>
                  </a:cxn>
                  <a:cxn ang="0">
                    <a:pos x="18" y="14"/>
                  </a:cxn>
                  <a:cxn ang="0">
                    <a:pos x="3" y="0"/>
                  </a:cxn>
                </a:cxnLst>
                <a:rect l="0" t="0" r="r" b="b"/>
                <a:pathLst>
                  <a:path w="18" h="20">
                    <a:moveTo>
                      <a:pt x="3" y="0"/>
                    </a:moveTo>
                    <a:lnTo>
                      <a:pt x="0" y="7"/>
                    </a:lnTo>
                    <a:lnTo>
                      <a:pt x="0" y="7"/>
                    </a:lnTo>
                    <a:lnTo>
                      <a:pt x="0" y="7"/>
                    </a:lnTo>
                    <a:lnTo>
                      <a:pt x="16" y="20"/>
                    </a:lnTo>
                    <a:lnTo>
                      <a:pt x="18" y="14"/>
                    </a:lnTo>
                    <a:lnTo>
                      <a:pt x="18" y="14"/>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752" name="Freeform 552"/>
              <p:cNvSpPr/>
              <p:nvPr/>
            </p:nvSpPr>
            <p:spPr bwMode="auto">
              <a:xfrm>
                <a:off x="2929" y="3532"/>
                <a:ext cx="21" cy="27"/>
              </a:xfrm>
              <a:custGeom>
                <a:avLst/>
                <a:gdLst/>
                <a:ahLst/>
                <a:cxnLst>
                  <a:cxn ang="0">
                    <a:pos x="5" y="0"/>
                  </a:cxn>
                  <a:cxn ang="0">
                    <a:pos x="3" y="7"/>
                  </a:cxn>
                  <a:cxn ang="0">
                    <a:pos x="3" y="7"/>
                  </a:cxn>
                  <a:cxn ang="0">
                    <a:pos x="0" y="13"/>
                  </a:cxn>
                  <a:cxn ang="0">
                    <a:pos x="16" y="27"/>
                  </a:cxn>
                  <a:cxn ang="0">
                    <a:pos x="16" y="27"/>
                  </a:cxn>
                  <a:cxn ang="0">
                    <a:pos x="21" y="13"/>
                  </a:cxn>
                  <a:cxn ang="0">
                    <a:pos x="5" y="0"/>
                  </a:cxn>
                </a:cxnLst>
                <a:rect l="0" t="0" r="r" b="b"/>
                <a:pathLst>
                  <a:path w="21" h="27">
                    <a:moveTo>
                      <a:pt x="5" y="0"/>
                    </a:moveTo>
                    <a:lnTo>
                      <a:pt x="3" y="7"/>
                    </a:lnTo>
                    <a:lnTo>
                      <a:pt x="3" y="7"/>
                    </a:lnTo>
                    <a:lnTo>
                      <a:pt x="0" y="13"/>
                    </a:lnTo>
                    <a:lnTo>
                      <a:pt x="16" y="27"/>
                    </a:lnTo>
                    <a:lnTo>
                      <a:pt x="16" y="27"/>
                    </a:lnTo>
                    <a:lnTo>
                      <a:pt x="21" y="13"/>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3" name="Freeform 553"/>
              <p:cNvSpPr/>
              <p:nvPr/>
            </p:nvSpPr>
            <p:spPr bwMode="auto">
              <a:xfrm>
                <a:off x="2929" y="3532"/>
                <a:ext cx="21" cy="27"/>
              </a:xfrm>
              <a:custGeom>
                <a:avLst/>
                <a:gdLst/>
                <a:ahLst/>
                <a:cxnLst>
                  <a:cxn ang="0">
                    <a:pos x="5" y="0"/>
                  </a:cxn>
                  <a:cxn ang="0">
                    <a:pos x="3" y="7"/>
                  </a:cxn>
                  <a:cxn ang="0">
                    <a:pos x="3" y="7"/>
                  </a:cxn>
                  <a:cxn ang="0">
                    <a:pos x="0" y="13"/>
                  </a:cxn>
                  <a:cxn ang="0">
                    <a:pos x="16" y="27"/>
                  </a:cxn>
                  <a:cxn ang="0">
                    <a:pos x="16" y="27"/>
                  </a:cxn>
                  <a:cxn ang="0">
                    <a:pos x="21" y="13"/>
                  </a:cxn>
                  <a:cxn ang="0">
                    <a:pos x="5" y="0"/>
                  </a:cxn>
                </a:cxnLst>
                <a:rect l="0" t="0" r="r" b="b"/>
                <a:pathLst>
                  <a:path w="21" h="27">
                    <a:moveTo>
                      <a:pt x="5" y="0"/>
                    </a:moveTo>
                    <a:lnTo>
                      <a:pt x="3" y="7"/>
                    </a:lnTo>
                    <a:lnTo>
                      <a:pt x="3" y="7"/>
                    </a:lnTo>
                    <a:lnTo>
                      <a:pt x="0" y="13"/>
                    </a:lnTo>
                    <a:lnTo>
                      <a:pt x="16" y="27"/>
                    </a:lnTo>
                    <a:lnTo>
                      <a:pt x="16" y="27"/>
                    </a:lnTo>
                    <a:lnTo>
                      <a:pt x="21" y="13"/>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54" name="Freeform 554"/>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55" name="Freeform 555"/>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path>
                </a:pathLst>
              </a:custGeom>
              <a:noFill/>
              <a:ln w="9525">
                <a:noFill/>
                <a:round/>
              </a:ln>
            </p:spPr>
            <p:txBody>
              <a:bodyPr vert="horz" wrap="square" lIns="82938" tIns="41469" rIns="82938" bIns="41469" numCol="1" anchor="t" anchorCtr="0" compatLnSpc="1"/>
              <a:lstStyle/>
              <a:p>
                <a:endParaRPr lang="en-GB" sz="1815"/>
              </a:p>
            </p:txBody>
          </p:sp>
          <p:sp>
            <p:nvSpPr>
              <p:cNvPr id="51756" name="Freeform 556"/>
              <p:cNvSpPr/>
              <p:nvPr/>
            </p:nvSpPr>
            <p:spPr bwMode="auto">
              <a:xfrm>
                <a:off x="3203" y="2787"/>
                <a:ext cx="9" cy="13"/>
              </a:xfrm>
              <a:custGeom>
                <a:avLst/>
                <a:gdLst/>
                <a:ahLst/>
                <a:cxnLst>
                  <a:cxn ang="0">
                    <a:pos x="3" y="0"/>
                  </a:cxn>
                  <a:cxn ang="0">
                    <a:pos x="0" y="10"/>
                  </a:cxn>
                  <a:cxn ang="0">
                    <a:pos x="3" y="13"/>
                  </a:cxn>
                  <a:cxn ang="0">
                    <a:pos x="9" y="10"/>
                  </a:cxn>
                  <a:cxn ang="0">
                    <a:pos x="3" y="0"/>
                  </a:cxn>
                </a:cxnLst>
                <a:rect l="0" t="0" r="r" b="b"/>
                <a:pathLst>
                  <a:path w="9" h="13">
                    <a:moveTo>
                      <a:pt x="3" y="0"/>
                    </a:moveTo>
                    <a:lnTo>
                      <a:pt x="0" y="10"/>
                    </a:lnTo>
                    <a:lnTo>
                      <a:pt x="3" y="13"/>
                    </a:lnTo>
                    <a:lnTo>
                      <a:pt x="9" y="10"/>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7" name="Freeform 557"/>
              <p:cNvSpPr/>
              <p:nvPr/>
            </p:nvSpPr>
            <p:spPr bwMode="auto">
              <a:xfrm>
                <a:off x="3203" y="2787"/>
                <a:ext cx="9" cy="13"/>
              </a:xfrm>
              <a:custGeom>
                <a:avLst/>
                <a:gdLst/>
                <a:ahLst/>
                <a:cxnLst>
                  <a:cxn ang="0">
                    <a:pos x="3" y="0"/>
                  </a:cxn>
                  <a:cxn ang="0">
                    <a:pos x="0" y="10"/>
                  </a:cxn>
                  <a:cxn ang="0">
                    <a:pos x="3" y="13"/>
                  </a:cxn>
                  <a:cxn ang="0">
                    <a:pos x="9" y="10"/>
                  </a:cxn>
                  <a:cxn ang="0">
                    <a:pos x="3" y="0"/>
                  </a:cxn>
                </a:cxnLst>
                <a:rect l="0" t="0" r="r" b="b"/>
                <a:pathLst>
                  <a:path w="9" h="13">
                    <a:moveTo>
                      <a:pt x="3" y="0"/>
                    </a:moveTo>
                    <a:lnTo>
                      <a:pt x="0" y="10"/>
                    </a:lnTo>
                    <a:lnTo>
                      <a:pt x="3" y="13"/>
                    </a:lnTo>
                    <a:lnTo>
                      <a:pt x="9" y="1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758" name="Freeform 558"/>
              <p:cNvSpPr/>
              <p:nvPr/>
            </p:nvSpPr>
            <p:spPr bwMode="auto">
              <a:xfrm>
                <a:off x="3201" y="2797"/>
                <a:ext cx="5" cy="7"/>
              </a:xfrm>
              <a:custGeom>
                <a:avLst/>
                <a:gdLst/>
                <a:ahLst/>
                <a:cxnLst>
                  <a:cxn ang="0">
                    <a:pos x="2" y="0"/>
                  </a:cxn>
                  <a:cxn ang="0">
                    <a:pos x="0" y="5"/>
                  </a:cxn>
                  <a:cxn ang="0">
                    <a:pos x="4" y="7"/>
                  </a:cxn>
                  <a:cxn ang="0">
                    <a:pos x="5" y="3"/>
                  </a:cxn>
                  <a:cxn ang="0">
                    <a:pos x="2" y="0"/>
                  </a:cxn>
                </a:cxnLst>
                <a:rect l="0" t="0" r="r" b="b"/>
                <a:pathLst>
                  <a:path w="5" h="7">
                    <a:moveTo>
                      <a:pt x="2" y="0"/>
                    </a:moveTo>
                    <a:lnTo>
                      <a:pt x="0" y="5"/>
                    </a:lnTo>
                    <a:lnTo>
                      <a:pt x="4" y="7"/>
                    </a:lnTo>
                    <a:lnTo>
                      <a:pt x="5" y="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9" name="Freeform 559"/>
              <p:cNvSpPr/>
              <p:nvPr/>
            </p:nvSpPr>
            <p:spPr bwMode="auto">
              <a:xfrm>
                <a:off x="3201" y="2797"/>
                <a:ext cx="5" cy="7"/>
              </a:xfrm>
              <a:custGeom>
                <a:avLst/>
                <a:gdLst/>
                <a:ahLst/>
                <a:cxnLst>
                  <a:cxn ang="0">
                    <a:pos x="2" y="0"/>
                  </a:cxn>
                  <a:cxn ang="0">
                    <a:pos x="0" y="5"/>
                  </a:cxn>
                  <a:cxn ang="0">
                    <a:pos x="4" y="7"/>
                  </a:cxn>
                  <a:cxn ang="0">
                    <a:pos x="5" y="3"/>
                  </a:cxn>
                  <a:cxn ang="0">
                    <a:pos x="2" y="0"/>
                  </a:cxn>
                </a:cxnLst>
                <a:rect l="0" t="0" r="r" b="b"/>
                <a:pathLst>
                  <a:path w="5" h="7">
                    <a:moveTo>
                      <a:pt x="2" y="0"/>
                    </a:moveTo>
                    <a:lnTo>
                      <a:pt x="0" y="5"/>
                    </a:lnTo>
                    <a:lnTo>
                      <a:pt x="4" y="7"/>
                    </a:lnTo>
                    <a:lnTo>
                      <a:pt x="5"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60" name="Freeform 560"/>
              <p:cNvSpPr>
                <a:spLocks noEditPoints="1"/>
              </p:cNvSpPr>
              <p:nvPr/>
            </p:nvSpPr>
            <p:spPr bwMode="auto">
              <a:xfrm>
                <a:off x="3083" y="2846"/>
                <a:ext cx="246" cy="338"/>
              </a:xfrm>
              <a:custGeom>
                <a:avLst/>
                <a:gdLst/>
                <a:ahLst/>
                <a:cxnLst>
                  <a:cxn ang="0">
                    <a:pos x="0" y="338"/>
                  </a:cxn>
                  <a:cxn ang="0">
                    <a:pos x="123" y="0"/>
                  </a:cxn>
                  <a:cxn ang="0">
                    <a:pos x="246" y="338"/>
                  </a:cxn>
                  <a:cxn ang="0">
                    <a:pos x="0" y="338"/>
                  </a:cxn>
                  <a:cxn ang="0">
                    <a:pos x="123" y="0"/>
                  </a:cxn>
                  <a:cxn ang="0">
                    <a:pos x="0" y="338"/>
                  </a:cxn>
                  <a:cxn ang="0">
                    <a:pos x="246" y="338"/>
                  </a:cxn>
                  <a:cxn ang="0">
                    <a:pos x="123" y="0"/>
                  </a:cxn>
                </a:cxnLst>
                <a:rect l="0" t="0" r="r" b="b"/>
                <a:pathLst>
                  <a:path w="246" h="338">
                    <a:moveTo>
                      <a:pt x="0" y="338"/>
                    </a:moveTo>
                    <a:lnTo>
                      <a:pt x="123" y="0"/>
                    </a:lnTo>
                    <a:lnTo>
                      <a:pt x="246" y="338"/>
                    </a:lnTo>
                    <a:lnTo>
                      <a:pt x="0" y="338"/>
                    </a:lnTo>
                    <a:close/>
                    <a:moveTo>
                      <a:pt x="123" y="0"/>
                    </a:moveTo>
                    <a:lnTo>
                      <a:pt x="0" y="338"/>
                    </a:lnTo>
                    <a:lnTo>
                      <a:pt x="246" y="338"/>
                    </a:lnTo>
                    <a:lnTo>
                      <a:pt x="12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61" name="Freeform 561"/>
              <p:cNvSpPr/>
              <p:nvPr/>
            </p:nvSpPr>
            <p:spPr bwMode="auto">
              <a:xfrm>
                <a:off x="3083" y="2846"/>
                <a:ext cx="246" cy="338"/>
              </a:xfrm>
              <a:custGeom>
                <a:avLst/>
                <a:gdLst/>
                <a:ahLst/>
                <a:cxnLst>
                  <a:cxn ang="0">
                    <a:pos x="0" y="338"/>
                  </a:cxn>
                  <a:cxn ang="0">
                    <a:pos x="123" y="0"/>
                  </a:cxn>
                  <a:cxn ang="0">
                    <a:pos x="246" y="338"/>
                  </a:cxn>
                  <a:cxn ang="0">
                    <a:pos x="0" y="338"/>
                  </a:cxn>
                </a:cxnLst>
                <a:rect l="0" t="0" r="r" b="b"/>
                <a:pathLst>
                  <a:path w="246" h="338">
                    <a:moveTo>
                      <a:pt x="0" y="338"/>
                    </a:moveTo>
                    <a:lnTo>
                      <a:pt x="123" y="0"/>
                    </a:lnTo>
                    <a:lnTo>
                      <a:pt x="246" y="338"/>
                    </a:lnTo>
                    <a:lnTo>
                      <a:pt x="0" y="338"/>
                    </a:lnTo>
                  </a:path>
                </a:pathLst>
              </a:custGeom>
              <a:noFill/>
              <a:ln w="9525">
                <a:noFill/>
                <a:round/>
              </a:ln>
            </p:spPr>
            <p:txBody>
              <a:bodyPr vert="horz" wrap="square" lIns="82938" tIns="41469" rIns="82938" bIns="41469" numCol="1" anchor="t" anchorCtr="0" compatLnSpc="1"/>
              <a:lstStyle/>
              <a:p>
                <a:endParaRPr lang="en-GB" sz="1815"/>
              </a:p>
            </p:txBody>
          </p:sp>
          <p:sp>
            <p:nvSpPr>
              <p:cNvPr id="51762" name="Freeform 562"/>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path>
                </a:pathLst>
              </a:custGeom>
              <a:noFill/>
              <a:ln w="9525">
                <a:noFill/>
                <a:round/>
              </a:ln>
            </p:spPr>
            <p:txBody>
              <a:bodyPr vert="horz" wrap="square" lIns="82938" tIns="41469" rIns="82938" bIns="41469" numCol="1" anchor="t" anchorCtr="0" compatLnSpc="1"/>
              <a:lstStyle/>
              <a:p>
                <a:endParaRPr lang="en-GB" sz="1815"/>
              </a:p>
            </p:txBody>
          </p:sp>
          <p:sp>
            <p:nvSpPr>
              <p:cNvPr id="51763" name="Rectangle 563"/>
              <p:cNvSpPr>
                <a:spLocks noChangeArrowheads="1"/>
              </p:cNvSpPr>
              <p:nvPr/>
            </p:nvSpPr>
            <p:spPr bwMode="auto">
              <a:xfrm>
                <a:off x="3057" y="3196"/>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1764" name="Rectangle 564"/>
              <p:cNvSpPr>
                <a:spLocks noChangeArrowheads="1"/>
              </p:cNvSpPr>
              <p:nvPr/>
            </p:nvSpPr>
            <p:spPr bwMode="auto">
              <a:xfrm>
                <a:off x="3057" y="3196"/>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65" name="Freeform 565"/>
              <p:cNvSpPr/>
              <p:nvPr/>
            </p:nvSpPr>
            <p:spPr bwMode="auto">
              <a:xfrm>
                <a:off x="3057" y="3196"/>
                <a:ext cx="1" cy="1"/>
              </a:xfrm>
              <a:custGeom>
                <a:avLst/>
                <a:gdLst/>
                <a:ahLst/>
                <a:cxnLst>
                  <a:cxn ang="0">
                    <a:pos x="0" y="0"/>
                  </a:cxn>
                  <a:cxn ang="0">
                    <a:pos x="0" y="0"/>
                  </a:cxn>
                  <a:cxn ang="0">
                    <a:pos x="0" y="0"/>
                  </a:cxn>
                  <a:cxn ang="0">
                    <a:pos x="0" y="1"/>
                  </a:cxn>
                  <a:cxn ang="0">
                    <a:pos x="0" y="1"/>
                  </a:cxn>
                  <a:cxn ang="0">
                    <a:pos x="0" y="0"/>
                  </a:cxn>
                  <a:cxn ang="0">
                    <a:pos x="0" y="0"/>
                  </a:cxn>
                </a:cxnLst>
                <a:rect l="0" t="0" r="r" b="b"/>
                <a:pathLst>
                  <a:path h="1">
                    <a:moveTo>
                      <a:pt x="0" y="0"/>
                    </a:moveTo>
                    <a:lnTo>
                      <a:pt x="0" y="0"/>
                    </a:lnTo>
                    <a:lnTo>
                      <a:pt x="0" y="0"/>
                    </a:lnTo>
                    <a:lnTo>
                      <a:pt x="0" y="1"/>
                    </a:lnTo>
                    <a:lnTo>
                      <a:pt x="0" y="1"/>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66" name="Freeform 566"/>
              <p:cNvSpPr/>
              <p:nvPr/>
            </p:nvSpPr>
            <p:spPr bwMode="auto">
              <a:xfrm>
                <a:off x="3057" y="3196"/>
                <a:ext cx="1" cy="1"/>
              </a:xfrm>
              <a:custGeom>
                <a:avLst/>
                <a:gdLst/>
                <a:ahLst/>
                <a:cxnLst>
                  <a:cxn ang="0">
                    <a:pos x="0" y="0"/>
                  </a:cxn>
                  <a:cxn ang="0">
                    <a:pos x="0" y="0"/>
                  </a:cxn>
                  <a:cxn ang="0">
                    <a:pos x="0" y="0"/>
                  </a:cxn>
                  <a:cxn ang="0">
                    <a:pos x="0" y="1"/>
                  </a:cxn>
                  <a:cxn ang="0">
                    <a:pos x="0" y="1"/>
                  </a:cxn>
                  <a:cxn ang="0">
                    <a:pos x="0" y="0"/>
                  </a:cxn>
                  <a:cxn ang="0">
                    <a:pos x="0" y="0"/>
                  </a:cxn>
                </a:cxnLst>
                <a:rect l="0" t="0" r="r" b="b"/>
                <a:pathLst>
                  <a:path h="1">
                    <a:moveTo>
                      <a:pt x="0" y="0"/>
                    </a:moveTo>
                    <a:lnTo>
                      <a:pt x="0" y="0"/>
                    </a:lnTo>
                    <a:lnTo>
                      <a:pt x="0" y="0"/>
                    </a:lnTo>
                    <a:lnTo>
                      <a:pt x="0" y="1"/>
                    </a:lnTo>
                    <a:lnTo>
                      <a:pt x="0" y="1"/>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67" name="Freeform 567"/>
              <p:cNvSpPr/>
              <p:nvPr/>
            </p:nvSpPr>
            <p:spPr bwMode="auto">
              <a:xfrm>
                <a:off x="3064" y="3105"/>
                <a:ext cx="27" cy="70"/>
              </a:xfrm>
              <a:custGeom>
                <a:avLst/>
                <a:gdLst/>
                <a:ahLst/>
                <a:cxnLst>
                  <a:cxn ang="0">
                    <a:pos x="27" y="0"/>
                  </a:cxn>
                  <a:cxn ang="0">
                    <a:pos x="0" y="70"/>
                  </a:cxn>
                  <a:cxn ang="0">
                    <a:pos x="0" y="70"/>
                  </a:cxn>
                  <a:cxn ang="0">
                    <a:pos x="27" y="0"/>
                  </a:cxn>
                </a:cxnLst>
                <a:rect l="0" t="0" r="r" b="b"/>
                <a:pathLst>
                  <a:path w="27" h="70">
                    <a:moveTo>
                      <a:pt x="27" y="0"/>
                    </a:moveTo>
                    <a:lnTo>
                      <a:pt x="0" y="70"/>
                    </a:lnTo>
                    <a:lnTo>
                      <a:pt x="0" y="70"/>
                    </a:lnTo>
                    <a:lnTo>
                      <a:pt x="27"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68" name="Freeform 568"/>
              <p:cNvSpPr/>
              <p:nvPr/>
            </p:nvSpPr>
            <p:spPr bwMode="auto">
              <a:xfrm>
                <a:off x="3064" y="3105"/>
                <a:ext cx="27" cy="70"/>
              </a:xfrm>
              <a:custGeom>
                <a:avLst/>
                <a:gdLst/>
                <a:ahLst/>
                <a:cxnLst>
                  <a:cxn ang="0">
                    <a:pos x="27" y="0"/>
                  </a:cxn>
                  <a:cxn ang="0">
                    <a:pos x="0" y="70"/>
                  </a:cxn>
                  <a:cxn ang="0">
                    <a:pos x="0" y="70"/>
                  </a:cxn>
                  <a:cxn ang="0">
                    <a:pos x="27" y="0"/>
                  </a:cxn>
                </a:cxnLst>
                <a:rect l="0" t="0" r="r" b="b"/>
                <a:pathLst>
                  <a:path w="27" h="70">
                    <a:moveTo>
                      <a:pt x="27" y="0"/>
                    </a:moveTo>
                    <a:lnTo>
                      <a:pt x="0" y="70"/>
                    </a:lnTo>
                    <a:lnTo>
                      <a:pt x="0" y="70"/>
                    </a:lnTo>
                    <a:lnTo>
                      <a:pt x="27" y="0"/>
                    </a:lnTo>
                  </a:path>
                </a:pathLst>
              </a:custGeom>
              <a:noFill/>
              <a:ln w="9525">
                <a:noFill/>
                <a:round/>
              </a:ln>
            </p:spPr>
            <p:txBody>
              <a:bodyPr vert="horz" wrap="square" lIns="82938" tIns="41469" rIns="82938" bIns="41469" numCol="1" anchor="t" anchorCtr="0" compatLnSpc="1"/>
              <a:lstStyle/>
              <a:p>
                <a:endParaRPr lang="en-GB" sz="1815"/>
              </a:p>
            </p:txBody>
          </p:sp>
          <p:sp>
            <p:nvSpPr>
              <p:cNvPr id="51769" name="Rectangle 569"/>
              <p:cNvSpPr>
                <a:spLocks noChangeArrowheads="1"/>
              </p:cNvSpPr>
              <p:nvPr/>
            </p:nvSpPr>
            <p:spPr bwMode="auto">
              <a:xfrm>
                <a:off x="3064" y="3175"/>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770" name="Rectangle 570"/>
              <p:cNvSpPr>
                <a:spLocks noChangeArrowheads="1"/>
              </p:cNvSpPr>
              <p:nvPr/>
            </p:nvSpPr>
            <p:spPr bwMode="auto">
              <a:xfrm>
                <a:off x="3064" y="317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71" name="Freeform 571"/>
              <p:cNvSpPr/>
              <p:nvPr/>
            </p:nvSpPr>
            <p:spPr bwMode="auto">
              <a:xfrm>
                <a:off x="3064" y="2834"/>
                <a:ext cx="142" cy="350"/>
              </a:xfrm>
              <a:custGeom>
                <a:avLst/>
                <a:gdLst/>
                <a:ahLst/>
                <a:cxnLst>
                  <a:cxn ang="0">
                    <a:pos x="132" y="0"/>
                  </a:cxn>
                  <a:cxn ang="0">
                    <a:pos x="124" y="5"/>
                  </a:cxn>
                  <a:cxn ang="0">
                    <a:pos x="27" y="271"/>
                  </a:cxn>
                  <a:cxn ang="0">
                    <a:pos x="0" y="341"/>
                  </a:cxn>
                  <a:cxn ang="0">
                    <a:pos x="10" y="350"/>
                  </a:cxn>
                  <a:cxn ang="0">
                    <a:pos x="19" y="350"/>
                  </a:cxn>
                  <a:cxn ang="0">
                    <a:pos x="142" y="12"/>
                  </a:cxn>
                  <a:cxn ang="0">
                    <a:pos x="139" y="2"/>
                  </a:cxn>
                  <a:cxn ang="0">
                    <a:pos x="132" y="10"/>
                  </a:cxn>
                  <a:cxn ang="0">
                    <a:pos x="132" y="0"/>
                  </a:cxn>
                </a:cxnLst>
                <a:rect l="0" t="0" r="r" b="b"/>
                <a:pathLst>
                  <a:path w="142" h="350">
                    <a:moveTo>
                      <a:pt x="132" y="0"/>
                    </a:moveTo>
                    <a:lnTo>
                      <a:pt x="124" y="5"/>
                    </a:lnTo>
                    <a:lnTo>
                      <a:pt x="27" y="271"/>
                    </a:lnTo>
                    <a:lnTo>
                      <a:pt x="0" y="341"/>
                    </a:lnTo>
                    <a:lnTo>
                      <a:pt x="10" y="350"/>
                    </a:lnTo>
                    <a:lnTo>
                      <a:pt x="19" y="350"/>
                    </a:lnTo>
                    <a:lnTo>
                      <a:pt x="142" y="12"/>
                    </a:lnTo>
                    <a:lnTo>
                      <a:pt x="139" y="2"/>
                    </a:lnTo>
                    <a:lnTo>
                      <a:pt x="132" y="10"/>
                    </a:lnTo>
                    <a:lnTo>
                      <a:pt x="13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2" name="Freeform 572"/>
              <p:cNvSpPr/>
              <p:nvPr/>
            </p:nvSpPr>
            <p:spPr bwMode="auto">
              <a:xfrm>
                <a:off x="3064" y="2834"/>
                <a:ext cx="142" cy="350"/>
              </a:xfrm>
              <a:custGeom>
                <a:avLst/>
                <a:gdLst/>
                <a:ahLst/>
                <a:cxnLst>
                  <a:cxn ang="0">
                    <a:pos x="132" y="0"/>
                  </a:cxn>
                  <a:cxn ang="0">
                    <a:pos x="124" y="5"/>
                  </a:cxn>
                  <a:cxn ang="0">
                    <a:pos x="27" y="271"/>
                  </a:cxn>
                  <a:cxn ang="0">
                    <a:pos x="0" y="341"/>
                  </a:cxn>
                  <a:cxn ang="0">
                    <a:pos x="10" y="350"/>
                  </a:cxn>
                  <a:cxn ang="0">
                    <a:pos x="19" y="350"/>
                  </a:cxn>
                  <a:cxn ang="0">
                    <a:pos x="142" y="12"/>
                  </a:cxn>
                  <a:cxn ang="0">
                    <a:pos x="139" y="2"/>
                  </a:cxn>
                  <a:cxn ang="0">
                    <a:pos x="132" y="10"/>
                  </a:cxn>
                  <a:cxn ang="0">
                    <a:pos x="132" y="0"/>
                  </a:cxn>
                </a:cxnLst>
                <a:rect l="0" t="0" r="r" b="b"/>
                <a:pathLst>
                  <a:path w="142" h="350">
                    <a:moveTo>
                      <a:pt x="132" y="0"/>
                    </a:moveTo>
                    <a:lnTo>
                      <a:pt x="124" y="5"/>
                    </a:lnTo>
                    <a:lnTo>
                      <a:pt x="27" y="271"/>
                    </a:lnTo>
                    <a:lnTo>
                      <a:pt x="0" y="341"/>
                    </a:lnTo>
                    <a:lnTo>
                      <a:pt x="10" y="350"/>
                    </a:lnTo>
                    <a:lnTo>
                      <a:pt x="19" y="350"/>
                    </a:lnTo>
                    <a:lnTo>
                      <a:pt x="142" y="12"/>
                    </a:lnTo>
                    <a:lnTo>
                      <a:pt x="139" y="2"/>
                    </a:lnTo>
                    <a:lnTo>
                      <a:pt x="132" y="10"/>
                    </a:lnTo>
                    <a:lnTo>
                      <a:pt x="132" y="0"/>
                    </a:lnTo>
                  </a:path>
                </a:pathLst>
              </a:custGeom>
              <a:noFill/>
              <a:ln w="9525">
                <a:noFill/>
                <a:round/>
              </a:ln>
            </p:spPr>
            <p:txBody>
              <a:bodyPr vert="horz" wrap="square" lIns="82938" tIns="41469" rIns="82938" bIns="41469" numCol="1" anchor="t" anchorCtr="0" compatLnSpc="1"/>
              <a:lstStyle/>
              <a:p>
                <a:endParaRPr lang="en-GB" sz="1815"/>
              </a:p>
            </p:txBody>
          </p:sp>
          <p:sp>
            <p:nvSpPr>
              <p:cNvPr id="51773" name="Freeform 573"/>
              <p:cNvSpPr/>
              <p:nvPr/>
            </p:nvSpPr>
            <p:spPr bwMode="auto">
              <a:xfrm>
                <a:off x="3196" y="2831"/>
                <a:ext cx="7" cy="13"/>
              </a:xfrm>
              <a:custGeom>
                <a:avLst/>
                <a:gdLst/>
                <a:ahLst/>
                <a:cxnLst>
                  <a:cxn ang="0">
                    <a:pos x="5" y="0"/>
                  </a:cxn>
                  <a:cxn ang="0">
                    <a:pos x="0" y="3"/>
                  </a:cxn>
                  <a:cxn ang="0">
                    <a:pos x="0" y="13"/>
                  </a:cxn>
                  <a:cxn ang="0">
                    <a:pos x="7" y="5"/>
                  </a:cxn>
                  <a:cxn ang="0">
                    <a:pos x="5" y="0"/>
                  </a:cxn>
                </a:cxnLst>
                <a:rect l="0" t="0" r="r" b="b"/>
                <a:pathLst>
                  <a:path w="7" h="13">
                    <a:moveTo>
                      <a:pt x="5" y="0"/>
                    </a:moveTo>
                    <a:lnTo>
                      <a:pt x="0" y="3"/>
                    </a:lnTo>
                    <a:lnTo>
                      <a:pt x="0" y="13"/>
                    </a:lnTo>
                    <a:lnTo>
                      <a:pt x="7" y="5"/>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4" name="Freeform 574"/>
              <p:cNvSpPr/>
              <p:nvPr/>
            </p:nvSpPr>
            <p:spPr bwMode="auto">
              <a:xfrm>
                <a:off x="3196" y="2831"/>
                <a:ext cx="7" cy="13"/>
              </a:xfrm>
              <a:custGeom>
                <a:avLst/>
                <a:gdLst/>
                <a:ahLst/>
                <a:cxnLst>
                  <a:cxn ang="0">
                    <a:pos x="5" y="0"/>
                  </a:cxn>
                  <a:cxn ang="0">
                    <a:pos x="0" y="3"/>
                  </a:cxn>
                  <a:cxn ang="0">
                    <a:pos x="0" y="13"/>
                  </a:cxn>
                  <a:cxn ang="0">
                    <a:pos x="7" y="5"/>
                  </a:cxn>
                  <a:cxn ang="0">
                    <a:pos x="5" y="0"/>
                  </a:cxn>
                </a:cxnLst>
                <a:rect l="0" t="0" r="r" b="b"/>
                <a:pathLst>
                  <a:path w="7" h="13">
                    <a:moveTo>
                      <a:pt x="5" y="0"/>
                    </a:moveTo>
                    <a:lnTo>
                      <a:pt x="0" y="3"/>
                    </a:lnTo>
                    <a:lnTo>
                      <a:pt x="0" y="13"/>
                    </a:lnTo>
                    <a:lnTo>
                      <a:pt x="7" y="5"/>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75" name="Freeform 575"/>
              <p:cNvSpPr/>
              <p:nvPr/>
            </p:nvSpPr>
            <p:spPr bwMode="auto">
              <a:xfrm>
                <a:off x="3188" y="2829"/>
                <a:ext cx="8" cy="10"/>
              </a:xfrm>
              <a:custGeom>
                <a:avLst/>
                <a:gdLst/>
                <a:ahLst/>
                <a:cxnLst>
                  <a:cxn ang="0">
                    <a:pos x="8" y="0"/>
                  </a:cxn>
                  <a:cxn ang="0">
                    <a:pos x="3" y="0"/>
                  </a:cxn>
                  <a:cxn ang="0">
                    <a:pos x="0" y="10"/>
                  </a:cxn>
                  <a:cxn ang="0">
                    <a:pos x="8" y="5"/>
                  </a:cxn>
                  <a:cxn ang="0">
                    <a:pos x="8" y="0"/>
                  </a:cxn>
                </a:cxnLst>
                <a:rect l="0" t="0" r="r" b="b"/>
                <a:pathLst>
                  <a:path w="8" h="10">
                    <a:moveTo>
                      <a:pt x="8" y="0"/>
                    </a:moveTo>
                    <a:lnTo>
                      <a:pt x="3" y="0"/>
                    </a:lnTo>
                    <a:lnTo>
                      <a:pt x="0" y="10"/>
                    </a:lnTo>
                    <a:lnTo>
                      <a:pt x="8" y="5"/>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6" name="Freeform 576"/>
              <p:cNvSpPr/>
              <p:nvPr/>
            </p:nvSpPr>
            <p:spPr bwMode="auto">
              <a:xfrm>
                <a:off x="3188" y="2829"/>
                <a:ext cx="8" cy="10"/>
              </a:xfrm>
              <a:custGeom>
                <a:avLst/>
                <a:gdLst/>
                <a:ahLst/>
                <a:cxnLst>
                  <a:cxn ang="0">
                    <a:pos x="8" y="0"/>
                  </a:cxn>
                  <a:cxn ang="0">
                    <a:pos x="3" y="0"/>
                  </a:cxn>
                  <a:cxn ang="0">
                    <a:pos x="0" y="10"/>
                  </a:cxn>
                  <a:cxn ang="0">
                    <a:pos x="8" y="5"/>
                  </a:cxn>
                  <a:cxn ang="0">
                    <a:pos x="8" y="0"/>
                  </a:cxn>
                </a:cxnLst>
                <a:rect l="0" t="0" r="r" b="b"/>
                <a:pathLst>
                  <a:path w="8" h="10">
                    <a:moveTo>
                      <a:pt x="8" y="0"/>
                    </a:moveTo>
                    <a:lnTo>
                      <a:pt x="3" y="0"/>
                    </a:lnTo>
                    <a:lnTo>
                      <a:pt x="0" y="10"/>
                    </a:lnTo>
                    <a:lnTo>
                      <a:pt x="8" y="5"/>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777" name="Freeform 577"/>
              <p:cNvSpPr/>
              <p:nvPr/>
            </p:nvSpPr>
            <p:spPr bwMode="auto">
              <a:xfrm>
                <a:off x="3196" y="2827"/>
                <a:ext cx="5" cy="7"/>
              </a:xfrm>
              <a:custGeom>
                <a:avLst/>
                <a:gdLst/>
                <a:ahLst/>
                <a:cxnLst>
                  <a:cxn ang="0">
                    <a:pos x="4" y="0"/>
                  </a:cxn>
                  <a:cxn ang="0">
                    <a:pos x="0" y="2"/>
                  </a:cxn>
                  <a:cxn ang="0">
                    <a:pos x="0" y="7"/>
                  </a:cxn>
                  <a:cxn ang="0">
                    <a:pos x="5" y="4"/>
                  </a:cxn>
                  <a:cxn ang="0">
                    <a:pos x="4" y="0"/>
                  </a:cxn>
                </a:cxnLst>
                <a:rect l="0" t="0" r="r" b="b"/>
                <a:pathLst>
                  <a:path w="5" h="7">
                    <a:moveTo>
                      <a:pt x="4" y="0"/>
                    </a:moveTo>
                    <a:lnTo>
                      <a:pt x="0" y="2"/>
                    </a:lnTo>
                    <a:lnTo>
                      <a:pt x="0" y="7"/>
                    </a:lnTo>
                    <a:lnTo>
                      <a:pt x="5" y="4"/>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8" name="Freeform 578"/>
              <p:cNvSpPr/>
              <p:nvPr/>
            </p:nvSpPr>
            <p:spPr bwMode="auto">
              <a:xfrm>
                <a:off x="3196" y="2827"/>
                <a:ext cx="5" cy="7"/>
              </a:xfrm>
              <a:custGeom>
                <a:avLst/>
                <a:gdLst/>
                <a:ahLst/>
                <a:cxnLst>
                  <a:cxn ang="0">
                    <a:pos x="4" y="0"/>
                  </a:cxn>
                  <a:cxn ang="0">
                    <a:pos x="0" y="2"/>
                  </a:cxn>
                  <a:cxn ang="0">
                    <a:pos x="0" y="7"/>
                  </a:cxn>
                  <a:cxn ang="0">
                    <a:pos x="5" y="4"/>
                  </a:cxn>
                  <a:cxn ang="0">
                    <a:pos x="4" y="0"/>
                  </a:cxn>
                </a:cxnLst>
                <a:rect l="0" t="0" r="r" b="b"/>
                <a:pathLst>
                  <a:path w="5" h="7">
                    <a:moveTo>
                      <a:pt x="4" y="0"/>
                    </a:moveTo>
                    <a:lnTo>
                      <a:pt x="0" y="2"/>
                    </a:lnTo>
                    <a:lnTo>
                      <a:pt x="0" y="7"/>
                    </a:lnTo>
                    <a:lnTo>
                      <a:pt x="5" y="4"/>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779" name="Freeform 579"/>
              <p:cNvSpPr/>
              <p:nvPr/>
            </p:nvSpPr>
            <p:spPr bwMode="auto">
              <a:xfrm>
                <a:off x="3057" y="3175"/>
                <a:ext cx="17" cy="21"/>
              </a:xfrm>
              <a:custGeom>
                <a:avLst/>
                <a:gdLst/>
                <a:ahLst/>
                <a:cxnLst>
                  <a:cxn ang="0">
                    <a:pos x="7" y="0"/>
                  </a:cxn>
                  <a:cxn ang="0">
                    <a:pos x="7" y="0"/>
                  </a:cxn>
                  <a:cxn ang="0">
                    <a:pos x="7" y="0"/>
                  </a:cxn>
                  <a:cxn ang="0">
                    <a:pos x="0" y="21"/>
                  </a:cxn>
                  <a:cxn ang="0">
                    <a:pos x="0" y="21"/>
                  </a:cxn>
                  <a:cxn ang="0">
                    <a:pos x="7" y="2"/>
                  </a:cxn>
                  <a:cxn ang="0">
                    <a:pos x="16" y="9"/>
                  </a:cxn>
                  <a:cxn ang="0">
                    <a:pos x="17" y="9"/>
                  </a:cxn>
                  <a:cxn ang="0">
                    <a:pos x="7" y="0"/>
                  </a:cxn>
                </a:cxnLst>
                <a:rect l="0" t="0" r="r" b="b"/>
                <a:pathLst>
                  <a:path w="17" h="21">
                    <a:moveTo>
                      <a:pt x="7" y="0"/>
                    </a:moveTo>
                    <a:lnTo>
                      <a:pt x="7" y="0"/>
                    </a:lnTo>
                    <a:lnTo>
                      <a:pt x="7" y="0"/>
                    </a:lnTo>
                    <a:lnTo>
                      <a:pt x="0" y="21"/>
                    </a:lnTo>
                    <a:lnTo>
                      <a:pt x="0" y="21"/>
                    </a:lnTo>
                    <a:lnTo>
                      <a:pt x="7" y="2"/>
                    </a:lnTo>
                    <a:lnTo>
                      <a:pt x="16" y="9"/>
                    </a:lnTo>
                    <a:lnTo>
                      <a:pt x="17" y="9"/>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0" name="Freeform 580"/>
              <p:cNvSpPr/>
              <p:nvPr/>
            </p:nvSpPr>
            <p:spPr bwMode="auto">
              <a:xfrm>
                <a:off x="3057" y="3175"/>
                <a:ext cx="17" cy="21"/>
              </a:xfrm>
              <a:custGeom>
                <a:avLst/>
                <a:gdLst/>
                <a:ahLst/>
                <a:cxnLst>
                  <a:cxn ang="0">
                    <a:pos x="7" y="0"/>
                  </a:cxn>
                  <a:cxn ang="0">
                    <a:pos x="7" y="0"/>
                  </a:cxn>
                  <a:cxn ang="0">
                    <a:pos x="7" y="0"/>
                  </a:cxn>
                  <a:cxn ang="0">
                    <a:pos x="0" y="21"/>
                  </a:cxn>
                  <a:cxn ang="0">
                    <a:pos x="0" y="21"/>
                  </a:cxn>
                  <a:cxn ang="0">
                    <a:pos x="7" y="2"/>
                  </a:cxn>
                  <a:cxn ang="0">
                    <a:pos x="16" y="9"/>
                  </a:cxn>
                  <a:cxn ang="0">
                    <a:pos x="17" y="9"/>
                  </a:cxn>
                  <a:cxn ang="0">
                    <a:pos x="7" y="0"/>
                  </a:cxn>
                </a:cxnLst>
                <a:rect l="0" t="0" r="r" b="b"/>
                <a:pathLst>
                  <a:path w="17" h="21">
                    <a:moveTo>
                      <a:pt x="7" y="0"/>
                    </a:moveTo>
                    <a:lnTo>
                      <a:pt x="7" y="0"/>
                    </a:lnTo>
                    <a:lnTo>
                      <a:pt x="7" y="0"/>
                    </a:lnTo>
                    <a:lnTo>
                      <a:pt x="0" y="21"/>
                    </a:lnTo>
                    <a:lnTo>
                      <a:pt x="0" y="21"/>
                    </a:lnTo>
                    <a:lnTo>
                      <a:pt x="7" y="2"/>
                    </a:lnTo>
                    <a:lnTo>
                      <a:pt x="16" y="9"/>
                    </a:lnTo>
                    <a:lnTo>
                      <a:pt x="17" y="9"/>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781" name="Freeform 581"/>
              <p:cNvSpPr/>
              <p:nvPr/>
            </p:nvSpPr>
            <p:spPr bwMode="auto">
              <a:xfrm>
                <a:off x="3076" y="3184"/>
                <a:ext cx="261" cy="20"/>
              </a:xfrm>
              <a:custGeom>
                <a:avLst/>
                <a:gdLst/>
                <a:ahLst/>
                <a:cxnLst>
                  <a:cxn ang="0">
                    <a:pos x="253" y="0"/>
                  </a:cxn>
                  <a:cxn ang="0">
                    <a:pos x="7" y="0"/>
                  </a:cxn>
                  <a:cxn ang="0">
                    <a:pos x="5" y="6"/>
                  </a:cxn>
                  <a:cxn ang="0">
                    <a:pos x="5" y="6"/>
                  </a:cxn>
                  <a:cxn ang="0">
                    <a:pos x="0" y="20"/>
                  </a:cxn>
                  <a:cxn ang="0">
                    <a:pos x="261" y="20"/>
                  </a:cxn>
                  <a:cxn ang="0">
                    <a:pos x="258" y="13"/>
                  </a:cxn>
                  <a:cxn ang="0">
                    <a:pos x="258" y="13"/>
                  </a:cxn>
                  <a:cxn ang="0">
                    <a:pos x="258" y="13"/>
                  </a:cxn>
                  <a:cxn ang="0">
                    <a:pos x="258" y="13"/>
                  </a:cxn>
                  <a:cxn ang="0">
                    <a:pos x="258" y="13"/>
                  </a:cxn>
                  <a:cxn ang="0">
                    <a:pos x="253" y="0"/>
                  </a:cxn>
                  <a:cxn ang="0">
                    <a:pos x="253" y="0"/>
                  </a:cxn>
                  <a:cxn ang="0">
                    <a:pos x="253" y="0"/>
                  </a:cxn>
                </a:cxnLst>
                <a:rect l="0" t="0" r="r" b="b"/>
                <a:pathLst>
                  <a:path w="261" h="20">
                    <a:moveTo>
                      <a:pt x="253" y="0"/>
                    </a:moveTo>
                    <a:lnTo>
                      <a:pt x="7" y="0"/>
                    </a:lnTo>
                    <a:lnTo>
                      <a:pt x="5" y="6"/>
                    </a:lnTo>
                    <a:lnTo>
                      <a:pt x="5" y="6"/>
                    </a:lnTo>
                    <a:lnTo>
                      <a:pt x="0" y="20"/>
                    </a:lnTo>
                    <a:lnTo>
                      <a:pt x="261" y="20"/>
                    </a:lnTo>
                    <a:lnTo>
                      <a:pt x="258" y="13"/>
                    </a:lnTo>
                    <a:lnTo>
                      <a:pt x="258" y="13"/>
                    </a:lnTo>
                    <a:lnTo>
                      <a:pt x="258" y="13"/>
                    </a:lnTo>
                    <a:lnTo>
                      <a:pt x="258" y="13"/>
                    </a:lnTo>
                    <a:lnTo>
                      <a:pt x="258" y="13"/>
                    </a:lnTo>
                    <a:lnTo>
                      <a:pt x="253" y="0"/>
                    </a:lnTo>
                    <a:lnTo>
                      <a:pt x="253" y="0"/>
                    </a:lnTo>
                    <a:lnTo>
                      <a:pt x="25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2" name="Freeform 582"/>
              <p:cNvSpPr/>
              <p:nvPr/>
            </p:nvSpPr>
            <p:spPr bwMode="auto">
              <a:xfrm>
                <a:off x="3076" y="3184"/>
                <a:ext cx="261" cy="20"/>
              </a:xfrm>
              <a:custGeom>
                <a:avLst/>
                <a:gdLst/>
                <a:ahLst/>
                <a:cxnLst>
                  <a:cxn ang="0">
                    <a:pos x="253" y="0"/>
                  </a:cxn>
                  <a:cxn ang="0">
                    <a:pos x="7" y="0"/>
                  </a:cxn>
                  <a:cxn ang="0">
                    <a:pos x="5" y="6"/>
                  </a:cxn>
                  <a:cxn ang="0">
                    <a:pos x="5" y="6"/>
                  </a:cxn>
                  <a:cxn ang="0">
                    <a:pos x="0" y="20"/>
                  </a:cxn>
                  <a:cxn ang="0">
                    <a:pos x="261" y="20"/>
                  </a:cxn>
                  <a:cxn ang="0">
                    <a:pos x="258" y="13"/>
                  </a:cxn>
                  <a:cxn ang="0">
                    <a:pos x="258" y="13"/>
                  </a:cxn>
                  <a:cxn ang="0">
                    <a:pos x="258" y="13"/>
                  </a:cxn>
                  <a:cxn ang="0">
                    <a:pos x="258" y="13"/>
                  </a:cxn>
                  <a:cxn ang="0">
                    <a:pos x="258" y="13"/>
                  </a:cxn>
                  <a:cxn ang="0">
                    <a:pos x="253" y="0"/>
                  </a:cxn>
                  <a:cxn ang="0">
                    <a:pos x="253" y="0"/>
                  </a:cxn>
                  <a:cxn ang="0">
                    <a:pos x="253" y="0"/>
                  </a:cxn>
                </a:cxnLst>
                <a:rect l="0" t="0" r="r" b="b"/>
                <a:pathLst>
                  <a:path w="261" h="20">
                    <a:moveTo>
                      <a:pt x="253" y="0"/>
                    </a:moveTo>
                    <a:lnTo>
                      <a:pt x="7" y="0"/>
                    </a:lnTo>
                    <a:lnTo>
                      <a:pt x="5" y="6"/>
                    </a:lnTo>
                    <a:lnTo>
                      <a:pt x="5" y="6"/>
                    </a:lnTo>
                    <a:lnTo>
                      <a:pt x="0" y="20"/>
                    </a:lnTo>
                    <a:lnTo>
                      <a:pt x="261" y="20"/>
                    </a:lnTo>
                    <a:lnTo>
                      <a:pt x="258" y="13"/>
                    </a:lnTo>
                    <a:lnTo>
                      <a:pt x="258" y="13"/>
                    </a:lnTo>
                    <a:lnTo>
                      <a:pt x="258" y="13"/>
                    </a:lnTo>
                    <a:lnTo>
                      <a:pt x="258" y="13"/>
                    </a:lnTo>
                    <a:lnTo>
                      <a:pt x="258" y="13"/>
                    </a:lnTo>
                    <a:lnTo>
                      <a:pt x="253" y="0"/>
                    </a:lnTo>
                    <a:lnTo>
                      <a:pt x="253" y="0"/>
                    </a:lnTo>
                    <a:lnTo>
                      <a:pt x="253" y="0"/>
                    </a:lnTo>
                  </a:path>
                </a:pathLst>
              </a:custGeom>
              <a:noFill/>
              <a:ln w="9525">
                <a:noFill/>
                <a:round/>
              </a:ln>
            </p:spPr>
            <p:txBody>
              <a:bodyPr vert="horz" wrap="square" lIns="82938" tIns="41469" rIns="82938" bIns="41469" numCol="1" anchor="t" anchorCtr="0" compatLnSpc="1"/>
              <a:lstStyle/>
              <a:p>
                <a:endParaRPr lang="en-GB" sz="1815"/>
              </a:p>
            </p:txBody>
          </p:sp>
          <p:sp>
            <p:nvSpPr>
              <p:cNvPr id="51783" name="Freeform 583"/>
              <p:cNvSpPr>
                <a:spLocks noEditPoints="1"/>
              </p:cNvSpPr>
              <p:nvPr/>
            </p:nvSpPr>
            <p:spPr bwMode="auto">
              <a:xfrm>
                <a:off x="3057" y="3190"/>
                <a:ext cx="24" cy="14"/>
              </a:xfrm>
              <a:custGeom>
                <a:avLst/>
                <a:gdLst/>
                <a:ahLst/>
                <a:cxnLst>
                  <a:cxn ang="0">
                    <a:pos x="0" y="6"/>
                  </a:cxn>
                  <a:cxn ang="0">
                    <a:pos x="0" y="7"/>
                  </a:cxn>
                  <a:cxn ang="0">
                    <a:pos x="9" y="14"/>
                  </a:cxn>
                  <a:cxn ang="0">
                    <a:pos x="9" y="14"/>
                  </a:cxn>
                  <a:cxn ang="0">
                    <a:pos x="0" y="6"/>
                  </a:cxn>
                  <a:cxn ang="0">
                    <a:pos x="24" y="0"/>
                  </a:cxn>
                  <a:cxn ang="0">
                    <a:pos x="22" y="7"/>
                  </a:cxn>
                  <a:cxn ang="0">
                    <a:pos x="19" y="14"/>
                  </a:cxn>
                  <a:cxn ang="0">
                    <a:pos x="19" y="14"/>
                  </a:cxn>
                  <a:cxn ang="0">
                    <a:pos x="24" y="0"/>
                  </a:cxn>
                  <a:cxn ang="0">
                    <a:pos x="24" y="0"/>
                  </a:cxn>
                </a:cxnLst>
                <a:rect l="0" t="0" r="r" b="b"/>
                <a:pathLst>
                  <a:path w="24" h="14">
                    <a:moveTo>
                      <a:pt x="0" y="6"/>
                    </a:moveTo>
                    <a:lnTo>
                      <a:pt x="0" y="7"/>
                    </a:lnTo>
                    <a:lnTo>
                      <a:pt x="9" y="14"/>
                    </a:lnTo>
                    <a:lnTo>
                      <a:pt x="9" y="14"/>
                    </a:lnTo>
                    <a:lnTo>
                      <a:pt x="0" y="6"/>
                    </a:lnTo>
                    <a:close/>
                    <a:moveTo>
                      <a:pt x="24" y="0"/>
                    </a:moveTo>
                    <a:lnTo>
                      <a:pt x="22" y="7"/>
                    </a:lnTo>
                    <a:lnTo>
                      <a:pt x="19" y="14"/>
                    </a:lnTo>
                    <a:lnTo>
                      <a:pt x="19" y="14"/>
                    </a:lnTo>
                    <a:lnTo>
                      <a:pt x="24" y="0"/>
                    </a:lnTo>
                    <a:lnTo>
                      <a:pt x="2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4" name="Freeform 584"/>
              <p:cNvSpPr/>
              <p:nvPr/>
            </p:nvSpPr>
            <p:spPr bwMode="auto">
              <a:xfrm>
                <a:off x="3057" y="3196"/>
                <a:ext cx="9" cy="8"/>
              </a:xfrm>
              <a:custGeom>
                <a:avLst/>
                <a:gdLst/>
                <a:ahLst/>
                <a:cxnLst>
                  <a:cxn ang="0">
                    <a:pos x="0" y="0"/>
                  </a:cxn>
                  <a:cxn ang="0">
                    <a:pos x="0" y="1"/>
                  </a:cxn>
                  <a:cxn ang="0">
                    <a:pos x="9" y="8"/>
                  </a:cxn>
                  <a:cxn ang="0">
                    <a:pos x="9" y="8"/>
                  </a:cxn>
                  <a:cxn ang="0">
                    <a:pos x="0" y="0"/>
                  </a:cxn>
                </a:cxnLst>
                <a:rect l="0" t="0" r="r" b="b"/>
                <a:pathLst>
                  <a:path w="9" h="8">
                    <a:moveTo>
                      <a:pt x="0" y="0"/>
                    </a:moveTo>
                    <a:lnTo>
                      <a:pt x="0" y="1"/>
                    </a:lnTo>
                    <a:lnTo>
                      <a:pt x="9" y="8"/>
                    </a:lnTo>
                    <a:lnTo>
                      <a:pt x="9"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85" name="Freeform 585"/>
              <p:cNvSpPr/>
              <p:nvPr/>
            </p:nvSpPr>
            <p:spPr bwMode="auto">
              <a:xfrm>
                <a:off x="3076" y="3190"/>
                <a:ext cx="5" cy="14"/>
              </a:xfrm>
              <a:custGeom>
                <a:avLst/>
                <a:gdLst/>
                <a:ahLst/>
                <a:cxnLst>
                  <a:cxn ang="0">
                    <a:pos x="5" y="0"/>
                  </a:cxn>
                  <a:cxn ang="0">
                    <a:pos x="3" y="7"/>
                  </a:cxn>
                  <a:cxn ang="0">
                    <a:pos x="0" y="14"/>
                  </a:cxn>
                  <a:cxn ang="0">
                    <a:pos x="0" y="14"/>
                  </a:cxn>
                  <a:cxn ang="0">
                    <a:pos x="5" y="0"/>
                  </a:cxn>
                  <a:cxn ang="0">
                    <a:pos x="5" y="0"/>
                  </a:cxn>
                </a:cxnLst>
                <a:rect l="0" t="0" r="r" b="b"/>
                <a:pathLst>
                  <a:path w="5" h="14">
                    <a:moveTo>
                      <a:pt x="5" y="0"/>
                    </a:moveTo>
                    <a:lnTo>
                      <a:pt x="3" y="7"/>
                    </a:lnTo>
                    <a:lnTo>
                      <a:pt x="0" y="14"/>
                    </a:lnTo>
                    <a:lnTo>
                      <a:pt x="0" y="14"/>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86" name="Freeform 586"/>
              <p:cNvSpPr/>
              <p:nvPr/>
            </p:nvSpPr>
            <p:spPr bwMode="auto">
              <a:xfrm>
                <a:off x="3074" y="3184"/>
                <a:ext cx="9" cy="6"/>
              </a:xfrm>
              <a:custGeom>
                <a:avLst/>
                <a:gdLst/>
                <a:ahLst/>
                <a:cxnLst>
                  <a:cxn ang="0">
                    <a:pos x="9" y="0"/>
                  </a:cxn>
                  <a:cxn ang="0">
                    <a:pos x="0" y="0"/>
                  </a:cxn>
                  <a:cxn ang="0">
                    <a:pos x="7" y="6"/>
                  </a:cxn>
                  <a:cxn ang="0">
                    <a:pos x="9" y="0"/>
                  </a:cxn>
                </a:cxnLst>
                <a:rect l="0" t="0" r="r" b="b"/>
                <a:pathLst>
                  <a:path w="9" h="6">
                    <a:moveTo>
                      <a:pt x="9" y="0"/>
                    </a:moveTo>
                    <a:lnTo>
                      <a:pt x="0" y="0"/>
                    </a:lnTo>
                    <a:lnTo>
                      <a:pt x="7" y="6"/>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7" name="Freeform 587"/>
              <p:cNvSpPr/>
              <p:nvPr/>
            </p:nvSpPr>
            <p:spPr bwMode="auto">
              <a:xfrm>
                <a:off x="3074" y="3184"/>
                <a:ext cx="9" cy="6"/>
              </a:xfrm>
              <a:custGeom>
                <a:avLst/>
                <a:gdLst/>
                <a:ahLst/>
                <a:cxnLst>
                  <a:cxn ang="0">
                    <a:pos x="9" y="0"/>
                  </a:cxn>
                  <a:cxn ang="0">
                    <a:pos x="0" y="0"/>
                  </a:cxn>
                  <a:cxn ang="0">
                    <a:pos x="7" y="6"/>
                  </a:cxn>
                  <a:cxn ang="0">
                    <a:pos x="9" y="0"/>
                  </a:cxn>
                </a:cxnLst>
                <a:rect l="0" t="0" r="r" b="b"/>
                <a:pathLst>
                  <a:path w="9" h="6">
                    <a:moveTo>
                      <a:pt x="9" y="0"/>
                    </a:moveTo>
                    <a:lnTo>
                      <a:pt x="0" y="0"/>
                    </a:lnTo>
                    <a:lnTo>
                      <a:pt x="7" y="6"/>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1788" name="Freeform 588"/>
              <p:cNvSpPr>
                <a:spLocks noEditPoints="1"/>
              </p:cNvSpPr>
              <p:nvPr/>
            </p:nvSpPr>
            <p:spPr bwMode="auto">
              <a:xfrm>
                <a:off x="3057" y="3177"/>
                <a:ext cx="24" cy="27"/>
              </a:xfrm>
              <a:custGeom>
                <a:avLst/>
                <a:gdLst/>
                <a:ahLst/>
                <a:cxnLst>
                  <a:cxn ang="0">
                    <a:pos x="12" y="17"/>
                  </a:cxn>
                  <a:cxn ang="0">
                    <a:pos x="12" y="17"/>
                  </a:cxn>
                  <a:cxn ang="0">
                    <a:pos x="12" y="17"/>
                  </a:cxn>
                  <a:cxn ang="0">
                    <a:pos x="12" y="17"/>
                  </a:cxn>
                  <a:cxn ang="0">
                    <a:pos x="12" y="17"/>
                  </a:cxn>
                  <a:cxn ang="0">
                    <a:pos x="12" y="17"/>
                  </a:cxn>
                  <a:cxn ang="0">
                    <a:pos x="19" y="8"/>
                  </a:cxn>
                  <a:cxn ang="0">
                    <a:pos x="12" y="17"/>
                  </a:cxn>
                  <a:cxn ang="0">
                    <a:pos x="19" y="8"/>
                  </a:cxn>
                  <a:cxn ang="0">
                    <a:pos x="19" y="8"/>
                  </a:cxn>
                  <a:cxn ang="0">
                    <a:pos x="7" y="0"/>
                  </a:cxn>
                  <a:cxn ang="0">
                    <a:pos x="0" y="19"/>
                  </a:cxn>
                  <a:cxn ang="0">
                    <a:pos x="9" y="27"/>
                  </a:cxn>
                  <a:cxn ang="0">
                    <a:pos x="12" y="27"/>
                  </a:cxn>
                  <a:cxn ang="0">
                    <a:pos x="19" y="27"/>
                  </a:cxn>
                  <a:cxn ang="0">
                    <a:pos x="22" y="20"/>
                  </a:cxn>
                  <a:cxn ang="0">
                    <a:pos x="24" y="13"/>
                  </a:cxn>
                  <a:cxn ang="0">
                    <a:pos x="17" y="7"/>
                  </a:cxn>
                  <a:cxn ang="0">
                    <a:pos x="16" y="7"/>
                  </a:cxn>
                  <a:cxn ang="0">
                    <a:pos x="7" y="0"/>
                  </a:cxn>
                </a:cxnLst>
                <a:rect l="0" t="0" r="r" b="b"/>
                <a:pathLst>
                  <a:path w="24" h="27">
                    <a:moveTo>
                      <a:pt x="12" y="17"/>
                    </a:moveTo>
                    <a:lnTo>
                      <a:pt x="12" y="17"/>
                    </a:lnTo>
                    <a:lnTo>
                      <a:pt x="12" y="17"/>
                    </a:lnTo>
                    <a:lnTo>
                      <a:pt x="12" y="17"/>
                    </a:lnTo>
                    <a:close/>
                    <a:moveTo>
                      <a:pt x="12" y="17"/>
                    </a:moveTo>
                    <a:lnTo>
                      <a:pt x="12" y="17"/>
                    </a:lnTo>
                    <a:lnTo>
                      <a:pt x="19" y="8"/>
                    </a:lnTo>
                    <a:lnTo>
                      <a:pt x="12" y="17"/>
                    </a:lnTo>
                    <a:close/>
                    <a:moveTo>
                      <a:pt x="19" y="8"/>
                    </a:moveTo>
                    <a:lnTo>
                      <a:pt x="19" y="8"/>
                    </a:lnTo>
                    <a:close/>
                    <a:moveTo>
                      <a:pt x="7" y="0"/>
                    </a:moveTo>
                    <a:lnTo>
                      <a:pt x="0" y="19"/>
                    </a:lnTo>
                    <a:lnTo>
                      <a:pt x="9" y="27"/>
                    </a:lnTo>
                    <a:lnTo>
                      <a:pt x="12" y="27"/>
                    </a:lnTo>
                    <a:lnTo>
                      <a:pt x="19" y="27"/>
                    </a:lnTo>
                    <a:lnTo>
                      <a:pt x="22" y="20"/>
                    </a:lnTo>
                    <a:lnTo>
                      <a:pt x="24" y="13"/>
                    </a:lnTo>
                    <a:lnTo>
                      <a:pt x="17" y="7"/>
                    </a:lnTo>
                    <a:lnTo>
                      <a:pt x="16" y="7"/>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9" name="Freeform 589"/>
              <p:cNvSpPr/>
              <p:nvPr/>
            </p:nvSpPr>
            <p:spPr bwMode="auto">
              <a:xfrm>
                <a:off x="3069" y="3194"/>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90" name="Freeform 590"/>
              <p:cNvSpPr/>
              <p:nvPr/>
            </p:nvSpPr>
            <p:spPr bwMode="auto">
              <a:xfrm>
                <a:off x="3069" y="3185"/>
                <a:ext cx="7" cy="9"/>
              </a:xfrm>
              <a:custGeom>
                <a:avLst/>
                <a:gdLst/>
                <a:ahLst/>
                <a:cxnLst>
                  <a:cxn ang="0">
                    <a:pos x="0" y="9"/>
                  </a:cxn>
                  <a:cxn ang="0">
                    <a:pos x="0" y="9"/>
                  </a:cxn>
                  <a:cxn ang="0">
                    <a:pos x="7" y="0"/>
                  </a:cxn>
                  <a:cxn ang="0">
                    <a:pos x="0" y="9"/>
                  </a:cxn>
                </a:cxnLst>
                <a:rect l="0" t="0" r="r" b="b"/>
                <a:pathLst>
                  <a:path w="7" h="9">
                    <a:moveTo>
                      <a:pt x="0" y="9"/>
                    </a:moveTo>
                    <a:lnTo>
                      <a:pt x="0" y="9"/>
                    </a:lnTo>
                    <a:lnTo>
                      <a:pt x="7" y="0"/>
                    </a:lnTo>
                    <a:lnTo>
                      <a:pt x="0" y="9"/>
                    </a:lnTo>
                  </a:path>
                </a:pathLst>
              </a:custGeom>
              <a:noFill/>
              <a:ln w="9525">
                <a:noFill/>
                <a:round/>
              </a:ln>
            </p:spPr>
            <p:txBody>
              <a:bodyPr vert="horz" wrap="square" lIns="82938" tIns="41469" rIns="82938" bIns="41469" numCol="1" anchor="t" anchorCtr="0" compatLnSpc="1"/>
              <a:lstStyle/>
              <a:p>
                <a:endParaRPr lang="en-GB" sz="1815"/>
              </a:p>
            </p:txBody>
          </p:sp>
          <p:sp>
            <p:nvSpPr>
              <p:cNvPr id="51791" name="Line 591"/>
              <p:cNvSpPr>
                <a:spLocks noChangeShapeType="1"/>
              </p:cNvSpPr>
              <p:nvPr/>
            </p:nvSpPr>
            <p:spPr bwMode="auto">
              <a:xfrm>
                <a:off x="3076" y="3185"/>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792" name="Freeform 592"/>
              <p:cNvSpPr/>
              <p:nvPr/>
            </p:nvSpPr>
            <p:spPr bwMode="auto">
              <a:xfrm>
                <a:off x="3057" y="3177"/>
                <a:ext cx="24" cy="27"/>
              </a:xfrm>
              <a:custGeom>
                <a:avLst/>
                <a:gdLst/>
                <a:ahLst/>
                <a:cxnLst>
                  <a:cxn ang="0">
                    <a:pos x="7" y="0"/>
                  </a:cxn>
                  <a:cxn ang="0">
                    <a:pos x="0" y="19"/>
                  </a:cxn>
                  <a:cxn ang="0">
                    <a:pos x="9" y="27"/>
                  </a:cxn>
                  <a:cxn ang="0">
                    <a:pos x="12" y="27"/>
                  </a:cxn>
                  <a:cxn ang="0">
                    <a:pos x="19" y="27"/>
                  </a:cxn>
                  <a:cxn ang="0">
                    <a:pos x="22" y="20"/>
                  </a:cxn>
                  <a:cxn ang="0">
                    <a:pos x="24" y="13"/>
                  </a:cxn>
                  <a:cxn ang="0">
                    <a:pos x="17" y="7"/>
                  </a:cxn>
                  <a:cxn ang="0">
                    <a:pos x="16" y="7"/>
                  </a:cxn>
                  <a:cxn ang="0">
                    <a:pos x="7" y="0"/>
                  </a:cxn>
                </a:cxnLst>
                <a:rect l="0" t="0" r="r" b="b"/>
                <a:pathLst>
                  <a:path w="24" h="27">
                    <a:moveTo>
                      <a:pt x="7" y="0"/>
                    </a:moveTo>
                    <a:lnTo>
                      <a:pt x="0" y="19"/>
                    </a:lnTo>
                    <a:lnTo>
                      <a:pt x="9" y="27"/>
                    </a:lnTo>
                    <a:lnTo>
                      <a:pt x="12" y="27"/>
                    </a:lnTo>
                    <a:lnTo>
                      <a:pt x="19" y="27"/>
                    </a:lnTo>
                    <a:lnTo>
                      <a:pt x="22" y="20"/>
                    </a:lnTo>
                    <a:lnTo>
                      <a:pt x="24" y="13"/>
                    </a:lnTo>
                    <a:lnTo>
                      <a:pt x="17" y="7"/>
                    </a:lnTo>
                    <a:lnTo>
                      <a:pt x="16" y="7"/>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793" name="Freeform 593"/>
              <p:cNvSpPr/>
              <p:nvPr/>
            </p:nvSpPr>
            <p:spPr bwMode="auto">
              <a:xfrm>
                <a:off x="3610" y="3405"/>
                <a:ext cx="881" cy="810"/>
              </a:xfrm>
              <a:custGeom>
                <a:avLst/>
                <a:gdLst/>
                <a:ahLst/>
                <a:cxnLst>
                  <a:cxn ang="0">
                    <a:pos x="591" y="0"/>
                  </a:cxn>
                  <a:cxn ang="0">
                    <a:pos x="0" y="497"/>
                  </a:cxn>
                  <a:cxn ang="0">
                    <a:pos x="42" y="614"/>
                  </a:cxn>
                  <a:cxn ang="0">
                    <a:pos x="114" y="810"/>
                  </a:cxn>
                  <a:cxn ang="0">
                    <a:pos x="881" y="167"/>
                  </a:cxn>
                  <a:cxn ang="0">
                    <a:pos x="772" y="105"/>
                  </a:cxn>
                  <a:cxn ang="0">
                    <a:pos x="591" y="0"/>
                  </a:cxn>
                </a:cxnLst>
                <a:rect l="0" t="0" r="r" b="b"/>
                <a:pathLst>
                  <a:path w="881" h="810">
                    <a:moveTo>
                      <a:pt x="591" y="0"/>
                    </a:moveTo>
                    <a:lnTo>
                      <a:pt x="0" y="497"/>
                    </a:lnTo>
                    <a:lnTo>
                      <a:pt x="42" y="614"/>
                    </a:lnTo>
                    <a:lnTo>
                      <a:pt x="114" y="810"/>
                    </a:lnTo>
                    <a:lnTo>
                      <a:pt x="881" y="167"/>
                    </a:lnTo>
                    <a:lnTo>
                      <a:pt x="772" y="105"/>
                    </a:lnTo>
                    <a:lnTo>
                      <a:pt x="59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94" name="Freeform 594"/>
              <p:cNvSpPr/>
              <p:nvPr/>
            </p:nvSpPr>
            <p:spPr bwMode="auto">
              <a:xfrm>
                <a:off x="3610" y="3405"/>
                <a:ext cx="881" cy="810"/>
              </a:xfrm>
              <a:custGeom>
                <a:avLst/>
                <a:gdLst/>
                <a:ahLst/>
                <a:cxnLst>
                  <a:cxn ang="0">
                    <a:pos x="591" y="0"/>
                  </a:cxn>
                  <a:cxn ang="0">
                    <a:pos x="0" y="497"/>
                  </a:cxn>
                  <a:cxn ang="0">
                    <a:pos x="42" y="614"/>
                  </a:cxn>
                  <a:cxn ang="0">
                    <a:pos x="114" y="810"/>
                  </a:cxn>
                  <a:cxn ang="0">
                    <a:pos x="881" y="167"/>
                  </a:cxn>
                  <a:cxn ang="0">
                    <a:pos x="772" y="105"/>
                  </a:cxn>
                  <a:cxn ang="0">
                    <a:pos x="591" y="0"/>
                  </a:cxn>
                </a:cxnLst>
                <a:rect l="0" t="0" r="r" b="b"/>
                <a:pathLst>
                  <a:path w="881" h="810">
                    <a:moveTo>
                      <a:pt x="591" y="0"/>
                    </a:moveTo>
                    <a:lnTo>
                      <a:pt x="0" y="497"/>
                    </a:lnTo>
                    <a:lnTo>
                      <a:pt x="42" y="614"/>
                    </a:lnTo>
                    <a:lnTo>
                      <a:pt x="114" y="810"/>
                    </a:lnTo>
                    <a:lnTo>
                      <a:pt x="881" y="167"/>
                    </a:lnTo>
                    <a:lnTo>
                      <a:pt x="772" y="105"/>
                    </a:lnTo>
                    <a:lnTo>
                      <a:pt x="591" y="0"/>
                    </a:lnTo>
                  </a:path>
                </a:pathLst>
              </a:custGeom>
              <a:noFill/>
              <a:ln w="9525">
                <a:noFill/>
                <a:round/>
              </a:ln>
            </p:spPr>
            <p:txBody>
              <a:bodyPr vert="horz" wrap="square" lIns="82938" tIns="41469" rIns="82938" bIns="41469" numCol="1" anchor="t" anchorCtr="0" compatLnSpc="1"/>
              <a:lstStyle/>
              <a:p>
                <a:endParaRPr lang="en-GB" sz="1815"/>
              </a:p>
            </p:txBody>
          </p:sp>
          <p:sp>
            <p:nvSpPr>
              <p:cNvPr id="51795" name="Freeform 595"/>
              <p:cNvSpPr/>
              <p:nvPr/>
            </p:nvSpPr>
            <p:spPr bwMode="auto">
              <a:xfrm>
                <a:off x="3610" y="3510"/>
                <a:ext cx="899" cy="740"/>
              </a:xfrm>
              <a:custGeom>
                <a:avLst/>
                <a:gdLst/>
                <a:ahLst/>
                <a:cxnLst>
                  <a:cxn ang="0">
                    <a:pos x="772" y="0"/>
                  </a:cxn>
                  <a:cxn ang="0">
                    <a:pos x="772" y="0"/>
                  </a:cxn>
                  <a:cxn ang="0">
                    <a:pos x="881" y="62"/>
                  </a:cxn>
                  <a:cxn ang="0">
                    <a:pos x="114" y="705"/>
                  </a:cxn>
                  <a:cxn ang="0">
                    <a:pos x="42" y="509"/>
                  </a:cxn>
                  <a:cxn ang="0">
                    <a:pos x="0" y="392"/>
                  </a:cxn>
                  <a:cxn ang="0">
                    <a:pos x="0" y="392"/>
                  </a:cxn>
                  <a:cxn ang="0">
                    <a:pos x="42" y="509"/>
                  </a:cxn>
                  <a:cxn ang="0">
                    <a:pos x="119" y="722"/>
                  </a:cxn>
                  <a:cxn ang="0">
                    <a:pos x="109" y="730"/>
                  </a:cxn>
                  <a:cxn ang="0">
                    <a:pos x="100" y="730"/>
                  </a:cxn>
                  <a:cxn ang="0">
                    <a:pos x="104" y="740"/>
                  </a:cxn>
                  <a:cxn ang="0">
                    <a:pos x="899" y="74"/>
                  </a:cxn>
                  <a:cxn ang="0">
                    <a:pos x="886" y="66"/>
                  </a:cxn>
                  <a:cxn ang="0">
                    <a:pos x="886" y="66"/>
                  </a:cxn>
                  <a:cxn ang="0">
                    <a:pos x="772" y="0"/>
                  </a:cxn>
                </a:cxnLst>
                <a:rect l="0" t="0" r="r" b="b"/>
                <a:pathLst>
                  <a:path w="899" h="740">
                    <a:moveTo>
                      <a:pt x="772" y="0"/>
                    </a:moveTo>
                    <a:lnTo>
                      <a:pt x="772" y="0"/>
                    </a:lnTo>
                    <a:lnTo>
                      <a:pt x="881" y="62"/>
                    </a:lnTo>
                    <a:lnTo>
                      <a:pt x="114" y="705"/>
                    </a:lnTo>
                    <a:lnTo>
                      <a:pt x="42" y="509"/>
                    </a:lnTo>
                    <a:lnTo>
                      <a:pt x="0" y="392"/>
                    </a:lnTo>
                    <a:lnTo>
                      <a:pt x="0" y="392"/>
                    </a:lnTo>
                    <a:lnTo>
                      <a:pt x="42" y="509"/>
                    </a:lnTo>
                    <a:lnTo>
                      <a:pt x="119" y="722"/>
                    </a:lnTo>
                    <a:lnTo>
                      <a:pt x="109" y="730"/>
                    </a:lnTo>
                    <a:lnTo>
                      <a:pt x="100" y="730"/>
                    </a:lnTo>
                    <a:lnTo>
                      <a:pt x="104" y="740"/>
                    </a:lnTo>
                    <a:lnTo>
                      <a:pt x="899" y="74"/>
                    </a:lnTo>
                    <a:lnTo>
                      <a:pt x="886" y="66"/>
                    </a:lnTo>
                    <a:lnTo>
                      <a:pt x="886" y="66"/>
                    </a:lnTo>
                    <a:lnTo>
                      <a:pt x="77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96" name="Freeform 596"/>
              <p:cNvSpPr/>
              <p:nvPr/>
            </p:nvSpPr>
            <p:spPr bwMode="auto">
              <a:xfrm>
                <a:off x="3610" y="3510"/>
                <a:ext cx="899" cy="740"/>
              </a:xfrm>
              <a:custGeom>
                <a:avLst/>
                <a:gdLst/>
                <a:ahLst/>
                <a:cxnLst>
                  <a:cxn ang="0">
                    <a:pos x="772" y="0"/>
                  </a:cxn>
                  <a:cxn ang="0">
                    <a:pos x="772" y="0"/>
                  </a:cxn>
                  <a:cxn ang="0">
                    <a:pos x="881" y="62"/>
                  </a:cxn>
                  <a:cxn ang="0">
                    <a:pos x="114" y="705"/>
                  </a:cxn>
                  <a:cxn ang="0">
                    <a:pos x="42" y="509"/>
                  </a:cxn>
                  <a:cxn ang="0">
                    <a:pos x="0" y="392"/>
                  </a:cxn>
                  <a:cxn ang="0">
                    <a:pos x="0" y="392"/>
                  </a:cxn>
                  <a:cxn ang="0">
                    <a:pos x="42" y="509"/>
                  </a:cxn>
                  <a:cxn ang="0">
                    <a:pos x="119" y="722"/>
                  </a:cxn>
                  <a:cxn ang="0">
                    <a:pos x="109" y="730"/>
                  </a:cxn>
                  <a:cxn ang="0">
                    <a:pos x="100" y="730"/>
                  </a:cxn>
                  <a:cxn ang="0">
                    <a:pos x="104" y="740"/>
                  </a:cxn>
                  <a:cxn ang="0">
                    <a:pos x="899" y="74"/>
                  </a:cxn>
                  <a:cxn ang="0">
                    <a:pos x="886" y="66"/>
                  </a:cxn>
                  <a:cxn ang="0">
                    <a:pos x="886" y="66"/>
                  </a:cxn>
                  <a:cxn ang="0">
                    <a:pos x="772" y="0"/>
                  </a:cxn>
                </a:cxnLst>
                <a:rect l="0" t="0" r="r" b="b"/>
                <a:pathLst>
                  <a:path w="899" h="740">
                    <a:moveTo>
                      <a:pt x="772" y="0"/>
                    </a:moveTo>
                    <a:lnTo>
                      <a:pt x="772" y="0"/>
                    </a:lnTo>
                    <a:lnTo>
                      <a:pt x="881" y="62"/>
                    </a:lnTo>
                    <a:lnTo>
                      <a:pt x="114" y="705"/>
                    </a:lnTo>
                    <a:lnTo>
                      <a:pt x="42" y="509"/>
                    </a:lnTo>
                    <a:lnTo>
                      <a:pt x="0" y="392"/>
                    </a:lnTo>
                    <a:lnTo>
                      <a:pt x="0" y="392"/>
                    </a:lnTo>
                    <a:lnTo>
                      <a:pt x="42" y="509"/>
                    </a:lnTo>
                    <a:lnTo>
                      <a:pt x="119" y="722"/>
                    </a:lnTo>
                    <a:lnTo>
                      <a:pt x="109" y="730"/>
                    </a:lnTo>
                    <a:lnTo>
                      <a:pt x="100" y="730"/>
                    </a:lnTo>
                    <a:lnTo>
                      <a:pt x="104" y="740"/>
                    </a:lnTo>
                    <a:lnTo>
                      <a:pt x="899" y="74"/>
                    </a:lnTo>
                    <a:lnTo>
                      <a:pt x="886" y="66"/>
                    </a:lnTo>
                    <a:lnTo>
                      <a:pt x="886" y="66"/>
                    </a:lnTo>
                    <a:lnTo>
                      <a:pt x="772" y="0"/>
                    </a:lnTo>
                  </a:path>
                </a:pathLst>
              </a:custGeom>
              <a:noFill/>
              <a:ln w="9525">
                <a:noFill/>
                <a:round/>
              </a:ln>
            </p:spPr>
            <p:txBody>
              <a:bodyPr vert="horz" wrap="square" lIns="82938" tIns="41469" rIns="82938" bIns="41469" numCol="1" anchor="t" anchorCtr="0" compatLnSpc="1"/>
              <a:lstStyle/>
              <a:p>
                <a:endParaRPr lang="en-GB" sz="1815"/>
              </a:p>
            </p:txBody>
          </p:sp>
          <p:sp>
            <p:nvSpPr>
              <p:cNvPr id="51797" name="Freeform 597"/>
              <p:cNvSpPr/>
              <p:nvPr/>
            </p:nvSpPr>
            <p:spPr bwMode="auto">
              <a:xfrm>
                <a:off x="3590" y="3902"/>
                <a:ext cx="139" cy="338"/>
              </a:xfrm>
              <a:custGeom>
                <a:avLst/>
                <a:gdLst/>
                <a:ahLst/>
                <a:cxnLst>
                  <a:cxn ang="0">
                    <a:pos x="20" y="0"/>
                  </a:cxn>
                  <a:cxn ang="0">
                    <a:pos x="20" y="0"/>
                  </a:cxn>
                  <a:cxn ang="0">
                    <a:pos x="22" y="5"/>
                  </a:cxn>
                  <a:cxn ang="0">
                    <a:pos x="0" y="5"/>
                  </a:cxn>
                  <a:cxn ang="0">
                    <a:pos x="43" y="124"/>
                  </a:cxn>
                  <a:cxn ang="0">
                    <a:pos x="115" y="323"/>
                  </a:cxn>
                  <a:cxn ang="0">
                    <a:pos x="115" y="323"/>
                  </a:cxn>
                  <a:cxn ang="0">
                    <a:pos x="120" y="338"/>
                  </a:cxn>
                  <a:cxn ang="0">
                    <a:pos x="129" y="338"/>
                  </a:cxn>
                  <a:cxn ang="0">
                    <a:pos x="139" y="330"/>
                  </a:cxn>
                  <a:cxn ang="0">
                    <a:pos x="62" y="117"/>
                  </a:cxn>
                  <a:cxn ang="0">
                    <a:pos x="20" y="0"/>
                  </a:cxn>
                </a:cxnLst>
                <a:rect l="0" t="0" r="r" b="b"/>
                <a:pathLst>
                  <a:path w="139" h="338">
                    <a:moveTo>
                      <a:pt x="20" y="0"/>
                    </a:moveTo>
                    <a:lnTo>
                      <a:pt x="20" y="0"/>
                    </a:lnTo>
                    <a:lnTo>
                      <a:pt x="22" y="5"/>
                    </a:lnTo>
                    <a:lnTo>
                      <a:pt x="0" y="5"/>
                    </a:lnTo>
                    <a:lnTo>
                      <a:pt x="43" y="124"/>
                    </a:lnTo>
                    <a:lnTo>
                      <a:pt x="115" y="323"/>
                    </a:lnTo>
                    <a:lnTo>
                      <a:pt x="115" y="323"/>
                    </a:lnTo>
                    <a:lnTo>
                      <a:pt x="120" y="338"/>
                    </a:lnTo>
                    <a:lnTo>
                      <a:pt x="129" y="338"/>
                    </a:lnTo>
                    <a:lnTo>
                      <a:pt x="139" y="330"/>
                    </a:lnTo>
                    <a:lnTo>
                      <a:pt x="62" y="117"/>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98" name="Freeform 598"/>
              <p:cNvSpPr/>
              <p:nvPr/>
            </p:nvSpPr>
            <p:spPr bwMode="auto">
              <a:xfrm>
                <a:off x="3590" y="3902"/>
                <a:ext cx="139" cy="338"/>
              </a:xfrm>
              <a:custGeom>
                <a:avLst/>
                <a:gdLst/>
                <a:ahLst/>
                <a:cxnLst>
                  <a:cxn ang="0">
                    <a:pos x="20" y="0"/>
                  </a:cxn>
                  <a:cxn ang="0">
                    <a:pos x="20" y="0"/>
                  </a:cxn>
                  <a:cxn ang="0">
                    <a:pos x="22" y="5"/>
                  </a:cxn>
                  <a:cxn ang="0">
                    <a:pos x="0" y="5"/>
                  </a:cxn>
                  <a:cxn ang="0">
                    <a:pos x="43" y="124"/>
                  </a:cxn>
                  <a:cxn ang="0">
                    <a:pos x="115" y="323"/>
                  </a:cxn>
                  <a:cxn ang="0">
                    <a:pos x="115" y="323"/>
                  </a:cxn>
                  <a:cxn ang="0">
                    <a:pos x="120" y="338"/>
                  </a:cxn>
                  <a:cxn ang="0">
                    <a:pos x="129" y="338"/>
                  </a:cxn>
                  <a:cxn ang="0">
                    <a:pos x="139" y="330"/>
                  </a:cxn>
                  <a:cxn ang="0">
                    <a:pos x="62" y="117"/>
                  </a:cxn>
                  <a:cxn ang="0">
                    <a:pos x="20" y="0"/>
                  </a:cxn>
                </a:cxnLst>
                <a:rect l="0" t="0" r="r" b="b"/>
                <a:pathLst>
                  <a:path w="139" h="338">
                    <a:moveTo>
                      <a:pt x="20" y="0"/>
                    </a:moveTo>
                    <a:lnTo>
                      <a:pt x="20" y="0"/>
                    </a:lnTo>
                    <a:lnTo>
                      <a:pt x="22" y="5"/>
                    </a:lnTo>
                    <a:lnTo>
                      <a:pt x="0" y="5"/>
                    </a:lnTo>
                    <a:lnTo>
                      <a:pt x="43" y="124"/>
                    </a:lnTo>
                    <a:lnTo>
                      <a:pt x="115" y="323"/>
                    </a:lnTo>
                    <a:lnTo>
                      <a:pt x="115" y="323"/>
                    </a:lnTo>
                    <a:lnTo>
                      <a:pt x="120" y="338"/>
                    </a:lnTo>
                    <a:lnTo>
                      <a:pt x="129" y="338"/>
                    </a:lnTo>
                    <a:lnTo>
                      <a:pt x="139" y="330"/>
                    </a:lnTo>
                    <a:lnTo>
                      <a:pt x="62" y="117"/>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799" name="Freeform 599"/>
              <p:cNvSpPr/>
              <p:nvPr/>
            </p:nvSpPr>
            <p:spPr bwMode="auto">
              <a:xfrm>
                <a:off x="3588" y="3902"/>
                <a:ext cx="24" cy="5"/>
              </a:xfrm>
              <a:custGeom>
                <a:avLst/>
                <a:gdLst/>
                <a:ahLst/>
                <a:cxnLst>
                  <a:cxn ang="0">
                    <a:pos x="22" y="0"/>
                  </a:cxn>
                  <a:cxn ang="0">
                    <a:pos x="22" y="0"/>
                  </a:cxn>
                  <a:cxn ang="0">
                    <a:pos x="0" y="0"/>
                  </a:cxn>
                  <a:cxn ang="0">
                    <a:pos x="2" y="5"/>
                  </a:cxn>
                  <a:cxn ang="0">
                    <a:pos x="24" y="5"/>
                  </a:cxn>
                  <a:cxn ang="0">
                    <a:pos x="22" y="0"/>
                  </a:cxn>
                </a:cxnLst>
                <a:rect l="0" t="0" r="r" b="b"/>
                <a:pathLst>
                  <a:path w="24" h="5">
                    <a:moveTo>
                      <a:pt x="22" y="0"/>
                    </a:moveTo>
                    <a:lnTo>
                      <a:pt x="22" y="0"/>
                    </a:lnTo>
                    <a:lnTo>
                      <a:pt x="0" y="0"/>
                    </a:lnTo>
                    <a:lnTo>
                      <a:pt x="2" y="5"/>
                    </a:lnTo>
                    <a:lnTo>
                      <a:pt x="24" y="5"/>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00" name="Freeform 600"/>
              <p:cNvSpPr/>
              <p:nvPr/>
            </p:nvSpPr>
            <p:spPr bwMode="auto">
              <a:xfrm>
                <a:off x="3588" y="3902"/>
                <a:ext cx="24" cy="5"/>
              </a:xfrm>
              <a:custGeom>
                <a:avLst/>
                <a:gdLst/>
                <a:ahLst/>
                <a:cxnLst>
                  <a:cxn ang="0">
                    <a:pos x="22" y="0"/>
                  </a:cxn>
                  <a:cxn ang="0">
                    <a:pos x="22" y="0"/>
                  </a:cxn>
                  <a:cxn ang="0">
                    <a:pos x="0" y="0"/>
                  </a:cxn>
                  <a:cxn ang="0">
                    <a:pos x="2" y="5"/>
                  </a:cxn>
                  <a:cxn ang="0">
                    <a:pos x="24" y="5"/>
                  </a:cxn>
                  <a:cxn ang="0">
                    <a:pos x="22" y="0"/>
                  </a:cxn>
                </a:cxnLst>
                <a:rect l="0" t="0" r="r" b="b"/>
                <a:pathLst>
                  <a:path w="24" h="5">
                    <a:moveTo>
                      <a:pt x="22" y="0"/>
                    </a:moveTo>
                    <a:lnTo>
                      <a:pt x="22" y="0"/>
                    </a:lnTo>
                    <a:lnTo>
                      <a:pt x="0" y="0"/>
                    </a:lnTo>
                    <a:lnTo>
                      <a:pt x="2" y="5"/>
                    </a:lnTo>
                    <a:lnTo>
                      <a:pt x="24" y="5"/>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01" name="Freeform 601"/>
              <p:cNvSpPr/>
              <p:nvPr/>
            </p:nvSpPr>
            <p:spPr bwMode="auto">
              <a:xfrm>
                <a:off x="3484" y="3221"/>
                <a:ext cx="699" cy="661"/>
              </a:xfrm>
              <a:custGeom>
                <a:avLst/>
                <a:gdLst/>
                <a:ahLst/>
                <a:cxnLst>
                  <a:cxn ang="0">
                    <a:pos x="399" y="0"/>
                  </a:cxn>
                  <a:cxn ang="0">
                    <a:pos x="2" y="331"/>
                  </a:cxn>
                  <a:cxn ang="0">
                    <a:pos x="0" y="333"/>
                  </a:cxn>
                  <a:cxn ang="0">
                    <a:pos x="2" y="338"/>
                  </a:cxn>
                  <a:cxn ang="0">
                    <a:pos x="2" y="338"/>
                  </a:cxn>
                  <a:cxn ang="0">
                    <a:pos x="119" y="661"/>
                  </a:cxn>
                  <a:cxn ang="0">
                    <a:pos x="699" y="174"/>
                  </a:cxn>
                  <a:cxn ang="0">
                    <a:pos x="399" y="0"/>
                  </a:cxn>
                </a:cxnLst>
                <a:rect l="0" t="0" r="r" b="b"/>
                <a:pathLst>
                  <a:path w="699" h="661">
                    <a:moveTo>
                      <a:pt x="399" y="0"/>
                    </a:moveTo>
                    <a:lnTo>
                      <a:pt x="2" y="331"/>
                    </a:lnTo>
                    <a:lnTo>
                      <a:pt x="0" y="333"/>
                    </a:lnTo>
                    <a:lnTo>
                      <a:pt x="2" y="338"/>
                    </a:lnTo>
                    <a:lnTo>
                      <a:pt x="2" y="338"/>
                    </a:lnTo>
                    <a:lnTo>
                      <a:pt x="119" y="661"/>
                    </a:lnTo>
                    <a:lnTo>
                      <a:pt x="699" y="174"/>
                    </a:lnTo>
                    <a:lnTo>
                      <a:pt x="39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02" name="Freeform 602"/>
              <p:cNvSpPr/>
              <p:nvPr/>
            </p:nvSpPr>
            <p:spPr bwMode="auto">
              <a:xfrm>
                <a:off x="3484" y="3221"/>
                <a:ext cx="699" cy="661"/>
              </a:xfrm>
              <a:custGeom>
                <a:avLst/>
                <a:gdLst/>
                <a:ahLst/>
                <a:cxnLst>
                  <a:cxn ang="0">
                    <a:pos x="399" y="0"/>
                  </a:cxn>
                  <a:cxn ang="0">
                    <a:pos x="2" y="331"/>
                  </a:cxn>
                  <a:cxn ang="0">
                    <a:pos x="0" y="333"/>
                  </a:cxn>
                  <a:cxn ang="0">
                    <a:pos x="2" y="338"/>
                  </a:cxn>
                  <a:cxn ang="0">
                    <a:pos x="2" y="338"/>
                  </a:cxn>
                  <a:cxn ang="0">
                    <a:pos x="119" y="661"/>
                  </a:cxn>
                  <a:cxn ang="0">
                    <a:pos x="699" y="174"/>
                  </a:cxn>
                  <a:cxn ang="0">
                    <a:pos x="399" y="0"/>
                  </a:cxn>
                </a:cxnLst>
                <a:rect l="0" t="0" r="r" b="b"/>
                <a:pathLst>
                  <a:path w="699" h="661">
                    <a:moveTo>
                      <a:pt x="399" y="0"/>
                    </a:moveTo>
                    <a:lnTo>
                      <a:pt x="2" y="331"/>
                    </a:lnTo>
                    <a:lnTo>
                      <a:pt x="0" y="333"/>
                    </a:lnTo>
                    <a:lnTo>
                      <a:pt x="2" y="338"/>
                    </a:lnTo>
                    <a:lnTo>
                      <a:pt x="2" y="338"/>
                    </a:lnTo>
                    <a:lnTo>
                      <a:pt x="119" y="661"/>
                    </a:lnTo>
                    <a:lnTo>
                      <a:pt x="699" y="174"/>
                    </a:lnTo>
                    <a:lnTo>
                      <a:pt x="399" y="0"/>
                    </a:lnTo>
                  </a:path>
                </a:pathLst>
              </a:custGeom>
              <a:noFill/>
              <a:ln w="9525">
                <a:noFill/>
                <a:round/>
              </a:ln>
            </p:spPr>
            <p:txBody>
              <a:bodyPr vert="horz" wrap="square" lIns="82938" tIns="41469" rIns="82938" bIns="41469" numCol="1" anchor="t" anchorCtr="0" compatLnSpc="1"/>
              <a:lstStyle/>
              <a:p>
                <a:endParaRPr lang="en-GB" sz="1815"/>
              </a:p>
            </p:txBody>
          </p:sp>
          <p:sp>
            <p:nvSpPr>
              <p:cNvPr id="51803" name="Freeform 603"/>
              <p:cNvSpPr/>
              <p:nvPr/>
            </p:nvSpPr>
            <p:spPr bwMode="auto">
              <a:xfrm>
                <a:off x="3484" y="3554"/>
                <a:ext cx="2" cy="5"/>
              </a:xfrm>
              <a:custGeom>
                <a:avLst/>
                <a:gdLst/>
                <a:ahLst/>
                <a:cxnLst>
                  <a:cxn ang="0">
                    <a:pos x="0" y="0"/>
                  </a:cxn>
                  <a:cxn ang="0">
                    <a:pos x="0" y="0"/>
                  </a:cxn>
                  <a:cxn ang="0">
                    <a:pos x="2" y="5"/>
                  </a:cxn>
                  <a:cxn ang="0">
                    <a:pos x="0" y="0"/>
                  </a:cxn>
                </a:cxnLst>
                <a:rect l="0" t="0" r="r" b="b"/>
                <a:pathLst>
                  <a:path w="2" h="5">
                    <a:moveTo>
                      <a:pt x="0" y="0"/>
                    </a:moveTo>
                    <a:lnTo>
                      <a:pt x="0" y="0"/>
                    </a:lnTo>
                    <a:lnTo>
                      <a:pt x="2"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04" name="Freeform 604"/>
              <p:cNvSpPr/>
              <p:nvPr/>
            </p:nvSpPr>
            <p:spPr bwMode="auto">
              <a:xfrm>
                <a:off x="3484" y="3554"/>
                <a:ext cx="2" cy="5"/>
              </a:xfrm>
              <a:custGeom>
                <a:avLst/>
                <a:gdLst/>
                <a:ahLst/>
                <a:cxnLst>
                  <a:cxn ang="0">
                    <a:pos x="0" y="0"/>
                  </a:cxn>
                  <a:cxn ang="0">
                    <a:pos x="0" y="0"/>
                  </a:cxn>
                  <a:cxn ang="0">
                    <a:pos x="2" y="5"/>
                  </a:cxn>
                  <a:cxn ang="0">
                    <a:pos x="0" y="0"/>
                  </a:cxn>
                </a:cxnLst>
                <a:rect l="0" t="0" r="r" b="b"/>
                <a:pathLst>
                  <a:path w="2" h="5">
                    <a:moveTo>
                      <a:pt x="0" y="0"/>
                    </a:moveTo>
                    <a:lnTo>
                      <a:pt x="0" y="0"/>
                    </a:lnTo>
                    <a:lnTo>
                      <a:pt x="2"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05" name="Freeform 605"/>
              <p:cNvSpPr/>
              <p:nvPr/>
            </p:nvSpPr>
            <p:spPr bwMode="auto">
              <a:xfrm>
                <a:off x="3603" y="3395"/>
                <a:ext cx="580" cy="487"/>
              </a:xfrm>
              <a:custGeom>
                <a:avLst/>
                <a:gdLst/>
                <a:ahLst/>
                <a:cxnLst>
                  <a:cxn ang="0">
                    <a:pos x="580" y="0"/>
                  </a:cxn>
                  <a:cxn ang="0">
                    <a:pos x="0" y="487"/>
                  </a:cxn>
                  <a:cxn ang="0">
                    <a:pos x="580" y="0"/>
                  </a:cxn>
                  <a:cxn ang="0">
                    <a:pos x="580" y="0"/>
                  </a:cxn>
                </a:cxnLst>
                <a:rect l="0" t="0" r="r" b="b"/>
                <a:pathLst>
                  <a:path w="580" h="487">
                    <a:moveTo>
                      <a:pt x="580" y="0"/>
                    </a:moveTo>
                    <a:lnTo>
                      <a:pt x="0" y="487"/>
                    </a:lnTo>
                    <a:lnTo>
                      <a:pt x="580" y="0"/>
                    </a:lnTo>
                    <a:lnTo>
                      <a:pt x="58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06" name="Freeform 606"/>
              <p:cNvSpPr/>
              <p:nvPr/>
            </p:nvSpPr>
            <p:spPr bwMode="auto">
              <a:xfrm>
                <a:off x="3603" y="3395"/>
                <a:ext cx="580" cy="487"/>
              </a:xfrm>
              <a:custGeom>
                <a:avLst/>
                <a:gdLst/>
                <a:ahLst/>
                <a:cxnLst>
                  <a:cxn ang="0">
                    <a:pos x="580" y="0"/>
                  </a:cxn>
                  <a:cxn ang="0">
                    <a:pos x="0" y="487"/>
                  </a:cxn>
                  <a:cxn ang="0">
                    <a:pos x="580" y="0"/>
                  </a:cxn>
                  <a:cxn ang="0">
                    <a:pos x="580" y="0"/>
                  </a:cxn>
                </a:cxnLst>
                <a:rect l="0" t="0" r="r" b="b"/>
                <a:pathLst>
                  <a:path w="580" h="487">
                    <a:moveTo>
                      <a:pt x="580" y="0"/>
                    </a:moveTo>
                    <a:lnTo>
                      <a:pt x="0" y="487"/>
                    </a:lnTo>
                    <a:lnTo>
                      <a:pt x="580" y="0"/>
                    </a:lnTo>
                    <a:lnTo>
                      <a:pt x="580" y="0"/>
                    </a:lnTo>
                  </a:path>
                </a:pathLst>
              </a:custGeom>
              <a:noFill/>
              <a:ln w="9525">
                <a:noFill/>
                <a:round/>
              </a:ln>
            </p:spPr>
            <p:txBody>
              <a:bodyPr vert="horz" wrap="square" lIns="82938" tIns="41469" rIns="82938" bIns="41469" numCol="1" anchor="t" anchorCtr="0" compatLnSpc="1"/>
              <a:lstStyle/>
              <a:p>
                <a:endParaRPr lang="en-GB" sz="1815"/>
              </a:p>
            </p:txBody>
          </p:sp>
          <p:sp>
            <p:nvSpPr>
              <p:cNvPr id="51807" name="Freeform 607"/>
              <p:cNvSpPr>
                <a:spLocks noEditPoints="1"/>
              </p:cNvSpPr>
              <p:nvPr/>
            </p:nvSpPr>
            <p:spPr bwMode="auto">
              <a:xfrm>
                <a:off x="3484" y="3221"/>
                <a:ext cx="699" cy="661"/>
              </a:xfrm>
              <a:custGeom>
                <a:avLst/>
                <a:gdLst/>
                <a:ahLst/>
                <a:cxnLst>
                  <a:cxn ang="0">
                    <a:pos x="2" y="338"/>
                  </a:cxn>
                  <a:cxn ang="0">
                    <a:pos x="2" y="338"/>
                  </a:cxn>
                  <a:cxn ang="0">
                    <a:pos x="119" y="661"/>
                  </a:cxn>
                  <a:cxn ang="0">
                    <a:pos x="119" y="661"/>
                  </a:cxn>
                  <a:cxn ang="0">
                    <a:pos x="2" y="338"/>
                  </a:cxn>
                  <a:cxn ang="0">
                    <a:pos x="399" y="0"/>
                  </a:cxn>
                  <a:cxn ang="0">
                    <a:pos x="0" y="333"/>
                  </a:cxn>
                  <a:cxn ang="0">
                    <a:pos x="0" y="333"/>
                  </a:cxn>
                  <a:cxn ang="0">
                    <a:pos x="2" y="331"/>
                  </a:cxn>
                  <a:cxn ang="0">
                    <a:pos x="399" y="0"/>
                  </a:cxn>
                  <a:cxn ang="0">
                    <a:pos x="699" y="174"/>
                  </a:cxn>
                  <a:cxn ang="0">
                    <a:pos x="699" y="174"/>
                  </a:cxn>
                  <a:cxn ang="0">
                    <a:pos x="695" y="170"/>
                  </a:cxn>
                  <a:cxn ang="0">
                    <a:pos x="695" y="170"/>
                  </a:cxn>
                  <a:cxn ang="0">
                    <a:pos x="399" y="0"/>
                  </a:cxn>
                </a:cxnLst>
                <a:rect l="0" t="0" r="r" b="b"/>
                <a:pathLst>
                  <a:path w="699" h="661">
                    <a:moveTo>
                      <a:pt x="2" y="338"/>
                    </a:moveTo>
                    <a:lnTo>
                      <a:pt x="2" y="338"/>
                    </a:lnTo>
                    <a:lnTo>
                      <a:pt x="119" y="661"/>
                    </a:lnTo>
                    <a:lnTo>
                      <a:pt x="119" y="661"/>
                    </a:lnTo>
                    <a:lnTo>
                      <a:pt x="2" y="338"/>
                    </a:lnTo>
                    <a:close/>
                    <a:moveTo>
                      <a:pt x="399" y="0"/>
                    </a:moveTo>
                    <a:lnTo>
                      <a:pt x="0" y="333"/>
                    </a:lnTo>
                    <a:lnTo>
                      <a:pt x="0" y="333"/>
                    </a:lnTo>
                    <a:lnTo>
                      <a:pt x="2" y="331"/>
                    </a:lnTo>
                    <a:lnTo>
                      <a:pt x="399" y="0"/>
                    </a:lnTo>
                    <a:lnTo>
                      <a:pt x="699" y="174"/>
                    </a:lnTo>
                    <a:lnTo>
                      <a:pt x="699" y="174"/>
                    </a:lnTo>
                    <a:lnTo>
                      <a:pt x="695" y="170"/>
                    </a:lnTo>
                    <a:lnTo>
                      <a:pt x="695" y="170"/>
                    </a:lnTo>
                    <a:lnTo>
                      <a:pt x="39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grpSp>
        <p:grpSp>
          <p:nvGrpSpPr>
            <p:cNvPr id="7" name="Group 809"/>
            <p:cNvGrpSpPr/>
            <p:nvPr/>
          </p:nvGrpSpPr>
          <p:grpSpPr bwMode="auto">
            <a:xfrm>
              <a:off x="3178" y="2568"/>
              <a:ext cx="1519" cy="1334"/>
              <a:chOff x="3178" y="2568"/>
              <a:chExt cx="1519" cy="1334"/>
            </a:xfrm>
          </p:grpSpPr>
          <p:sp>
            <p:nvSpPr>
              <p:cNvPr id="51809" name="Freeform 609"/>
              <p:cNvSpPr/>
              <p:nvPr/>
            </p:nvSpPr>
            <p:spPr bwMode="auto">
              <a:xfrm>
                <a:off x="3486" y="3559"/>
                <a:ext cx="117" cy="323"/>
              </a:xfrm>
              <a:custGeom>
                <a:avLst/>
                <a:gdLst/>
                <a:ahLst/>
                <a:cxnLst>
                  <a:cxn ang="0">
                    <a:pos x="0" y="0"/>
                  </a:cxn>
                  <a:cxn ang="0">
                    <a:pos x="0" y="0"/>
                  </a:cxn>
                  <a:cxn ang="0">
                    <a:pos x="117" y="323"/>
                  </a:cxn>
                  <a:cxn ang="0">
                    <a:pos x="117" y="323"/>
                  </a:cxn>
                  <a:cxn ang="0">
                    <a:pos x="0" y="0"/>
                  </a:cxn>
                </a:cxnLst>
                <a:rect l="0" t="0" r="r" b="b"/>
                <a:pathLst>
                  <a:path w="117" h="323">
                    <a:moveTo>
                      <a:pt x="0" y="0"/>
                    </a:moveTo>
                    <a:lnTo>
                      <a:pt x="0" y="0"/>
                    </a:lnTo>
                    <a:lnTo>
                      <a:pt x="117" y="323"/>
                    </a:lnTo>
                    <a:lnTo>
                      <a:pt x="117" y="32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10" name="Freeform 610"/>
              <p:cNvSpPr/>
              <p:nvPr/>
            </p:nvSpPr>
            <p:spPr bwMode="auto">
              <a:xfrm>
                <a:off x="3484" y="3221"/>
                <a:ext cx="699" cy="333"/>
              </a:xfrm>
              <a:custGeom>
                <a:avLst/>
                <a:gdLst/>
                <a:ahLst/>
                <a:cxnLst>
                  <a:cxn ang="0">
                    <a:pos x="399" y="0"/>
                  </a:cxn>
                  <a:cxn ang="0">
                    <a:pos x="0" y="333"/>
                  </a:cxn>
                  <a:cxn ang="0">
                    <a:pos x="0" y="333"/>
                  </a:cxn>
                  <a:cxn ang="0">
                    <a:pos x="2" y="331"/>
                  </a:cxn>
                  <a:cxn ang="0">
                    <a:pos x="399" y="0"/>
                  </a:cxn>
                  <a:cxn ang="0">
                    <a:pos x="699" y="174"/>
                  </a:cxn>
                  <a:cxn ang="0">
                    <a:pos x="699" y="174"/>
                  </a:cxn>
                  <a:cxn ang="0">
                    <a:pos x="695" y="170"/>
                  </a:cxn>
                  <a:cxn ang="0">
                    <a:pos x="695" y="170"/>
                  </a:cxn>
                  <a:cxn ang="0">
                    <a:pos x="399" y="0"/>
                  </a:cxn>
                </a:cxnLst>
                <a:rect l="0" t="0" r="r" b="b"/>
                <a:pathLst>
                  <a:path w="699" h="333">
                    <a:moveTo>
                      <a:pt x="399" y="0"/>
                    </a:moveTo>
                    <a:lnTo>
                      <a:pt x="0" y="333"/>
                    </a:lnTo>
                    <a:lnTo>
                      <a:pt x="0" y="333"/>
                    </a:lnTo>
                    <a:lnTo>
                      <a:pt x="2" y="331"/>
                    </a:lnTo>
                    <a:lnTo>
                      <a:pt x="399" y="0"/>
                    </a:lnTo>
                    <a:lnTo>
                      <a:pt x="699" y="174"/>
                    </a:lnTo>
                    <a:lnTo>
                      <a:pt x="699" y="174"/>
                    </a:lnTo>
                    <a:lnTo>
                      <a:pt x="695" y="170"/>
                    </a:lnTo>
                    <a:lnTo>
                      <a:pt x="695" y="170"/>
                    </a:lnTo>
                    <a:lnTo>
                      <a:pt x="399" y="0"/>
                    </a:lnTo>
                  </a:path>
                </a:pathLst>
              </a:custGeom>
              <a:noFill/>
              <a:ln w="9525">
                <a:noFill/>
                <a:round/>
              </a:ln>
            </p:spPr>
            <p:txBody>
              <a:bodyPr vert="horz" wrap="square" lIns="82938" tIns="41469" rIns="82938" bIns="41469" numCol="1" anchor="t" anchorCtr="0" compatLnSpc="1"/>
              <a:lstStyle/>
              <a:p>
                <a:endParaRPr lang="en-GB" sz="1815"/>
              </a:p>
            </p:txBody>
          </p:sp>
          <p:sp>
            <p:nvSpPr>
              <p:cNvPr id="51811" name="Freeform 611"/>
              <p:cNvSpPr/>
              <p:nvPr/>
            </p:nvSpPr>
            <p:spPr bwMode="auto">
              <a:xfrm>
                <a:off x="3464" y="3559"/>
                <a:ext cx="64" cy="176"/>
              </a:xfrm>
              <a:custGeom>
                <a:avLst/>
                <a:gdLst/>
                <a:ahLst/>
                <a:cxnLst>
                  <a:cxn ang="0">
                    <a:pos x="0" y="0"/>
                  </a:cxn>
                  <a:cxn ang="0">
                    <a:pos x="0" y="0"/>
                  </a:cxn>
                  <a:cxn ang="0">
                    <a:pos x="64" y="176"/>
                  </a:cxn>
                  <a:cxn ang="0">
                    <a:pos x="0" y="0"/>
                  </a:cxn>
                </a:cxnLst>
                <a:rect l="0" t="0" r="r" b="b"/>
                <a:pathLst>
                  <a:path w="64" h="176">
                    <a:moveTo>
                      <a:pt x="0" y="0"/>
                    </a:moveTo>
                    <a:lnTo>
                      <a:pt x="0" y="0"/>
                    </a:lnTo>
                    <a:lnTo>
                      <a:pt x="64" y="176"/>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12" name="Freeform 612"/>
              <p:cNvSpPr/>
              <p:nvPr/>
            </p:nvSpPr>
            <p:spPr bwMode="auto">
              <a:xfrm>
                <a:off x="3464" y="3559"/>
                <a:ext cx="64" cy="176"/>
              </a:xfrm>
              <a:custGeom>
                <a:avLst/>
                <a:gdLst/>
                <a:ahLst/>
                <a:cxnLst>
                  <a:cxn ang="0">
                    <a:pos x="0" y="0"/>
                  </a:cxn>
                  <a:cxn ang="0">
                    <a:pos x="0" y="0"/>
                  </a:cxn>
                  <a:cxn ang="0">
                    <a:pos x="64" y="176"/>
                  </a:cxn>
                  <a:cxn ang="0">
                    <a:pos x="0" y="0"/>
                  </a:cxn>
                </a:cxnLst>
                <a:rect l="0" t="0" r="r" b="b"/>
                <a:pathLst>
                  <a:path w="64" h="176">
                    <a:moveTo>
                      <a:pt x="0" y="0"/>
                    </a:moveTo>
                    <a:lnTo>
                      <a:pt x="0" y="0"/>
                    </a:lnTo>
                    <a:lnTo>
                      <a:pt x="64" y="17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13" name="Freeform 613"/>
              <p:cNvSpPr/>
              <p:nvPr/>
            </p:nvSpPr>
            <p:spPr bwMode="auto">
              <a:xfrm>
                <a:off x="3464" y="3559"/>
                <a:ext cx="139" cy="328"/>
              </a:xfrm>
              <a:custGeom>
                <a:avLst/>
                <a:gdLst/>
                <a:ahLst/>
                <a:cxnLst>
                  <a:cxn ang="0">
                    <a:pos x="22" y="0"/>
                  </a:cxn>
                  <a:cxn ang="0">
                    <a:pos x="0" y="0"/>
                  </a:cxn>
                  <a:cxn ang="0">
                    <a:pos x="0" y="0"/>
                  </a:cxn>
                  <a:cxn ang="0">
                    <a:pos x="64" y="176"/>
                  </a:cxn>
                  <a:cxn ang="0">
                    <a:pos x="119" y="328"/>
                  </a:cxn>
                  <a:cxn ang="0">
                    <a:pos x="119" y="328"/>
                  </a:cxn>
                  <a:cxn ang="0">
                    <a:pos x="118" y="323"/>
                  </a:cxn>
                  <a:cxn ang="0">
                    <a:pos x="133" y="323"/>
                  </a:cxn>
                  <a:cxn ang="0">
                    <a:pos x="139" y="323"/>
                  </a:cxn>
                  <a:cxn ang="0">
                    <a:pos x="139" y="323"/>
                  </a:cxn>
                  <a:cxn ang="0">
                    <a:pos x="22" y="0"/>
                  </a:cxn>
                </a:cxnLst>
                <a:rect l="0" t="0" r="r" b="b"/>
                <a:pathLst>
                  <a:path w="139" h="328">
                    <a:moveTo>
                      <a:pt x="22" y="0"/>
                    </a:moveTo>
                    <a:lnTo>
                      <a:pt x="0" y="0"/>
                    </a:lnTo>
                    <a:lnTo>
                      <a:pt x="0" y="0"/>
                    </a:lnTo>
                    <a:lnTo>
                      <a:pt x="64" y="176"/>
                    </a:lnTo>
                    <a:lnTo>
                      <a:pt x="119" y="328"/>
                    </a:lnTo>
                    <a:lnTo>
                      <a:pt x="119" y="328"/>
                    </a:lnTo>
                    <a:lnTo>
                      <a:pt x="118" y="323"/>
                    </a:lnTo>
                    <a:lnTo>
                      <a:pt x="133" y="323"/>
                    </a:lnTo>
                    <a:lnTo>
                      <a:pt x="139" y="323"/>
                    </a:lnTo>
                    <a:lnTo>
                      <a:pt x="139" y="323"/>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14" name="Freeform 614"/>
              <p:cNvSpPr/>
              <p:nvPr/>
            </p:nvSpPr>
            <p:spPr bwMode="auto">
              <a:xfrm>
                <a:off x="3464" y="3559"/>
                <a:ext cx="139" cy="328"/>
              </a:xfrm>
              <a:custGeom>
                <a:avLst/>
                <a:gdLst/>
                <a:ahLst/>
                <a:cxnLst>
                  <a:cxn ang="0">
                    <a:pos x="22" y="0"/>
                  </a:cxn>
                  <a:cxn ang="0">
                    <a:pos x="0" y="0"/>
                  </a:cxn>
                  <a:cxn ang="0">
                    <a:pos x="0" y="0"/>
                  </a:cxn>
                  <a:cxn ang="0">
                    <a:pos x="64" y="176"/>
                  </a:cxn>
                  <a:cxn ang="0">
                    <a:pos x="119" y="328"/>
                  </a:cxn>
                  <a:cxn ang="0">
                    <a:pos x="119" y="328"/>
                  </a:cxn>
                  <a:cxn ang="0">
                    <a:pos x="118" y="323"/>
                  </a:cxn>
                  <a:cxn ang="0">
                    <a:pos x="133" y="323"/>
                  </a:cxn>
                  <a:cxn ang="0">
                    <a:pos x="139" y="323"/>
                  </a:cxn>
                  <a:cxn ang="0">
                    <a:pos x="139" y="323"/>
                  </a:cxn>
                  <a:cxn ang="0">
                    <a:pos x="22" y="0"/>
                  </a:cxn>
                </a:cxnLst>
                <a:rect l="0" t="0" r="r" b="b"/>
                <a:pathLst>
                  <a:path w="139" h="328">
                    <a:moveTo>
                      <a:pt x="22" y="0"/>
                    </a:moveTo>
                    <a:lnTo>
                      <a:pt x="0" y="0"/>
                    </a:lnTo>
                    <a:lnTo>
                      <a:pt x="0" y="0"/>
                    </a:lnTo>
                    <a:lnTo>
                      <a:pt x="64" y="176"/>
                    </a:lnTo>
                    <a:lnTo>
                      <a:pt x="119" y="328"/>
                    </a:lnTo>
                    <a:lnTo>
                      <a:pt x="119" y="328"/>
                    </a:lnTo>
                    <a:lnTo>
                      <a:pt x="118" y="323"/>
                    </a:lnTo>
                    <a:lnTo>
                      <a:pt x="133" y="323"/>
                    </a:lnTo>
                    <a:lnTo>
                      <a:pt x="139" y="323"/>
                    </a:lnTo>
                    <a:lnTo>
                      <a:pt x="139" y="323"/>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15" name="Freeform 615"/>
              <p:cNvSpPr>
                <a:spLocks noEditPoints="1"/>
              </p:cNvSpPr>
              <p:nvPr/>
            </p:nvSpPr>
            <p:spPr bwMode="auto">
              <a:xfrm>
                <a:off x="3583" y="3887"/>
                <a:ext cx="5" cy="15"/>
              </a:xfrm>
              <a:custGeom>
                <a:avLst/>
                <a:gdLst/>
                <a:ahLst/>
                <a:cxnLst>
                  <a:cxn ang="0">
                    <a:pos x="5" y="13"/>
                  </a:cxn>
                  <a:cxn ang="0">
                    <a:pos x="5" y="13"/>
                  </a:cxn>
                  <a:cxn ang="0">
                    <a:pos x="5" y="15"/>
                  </a:cxn>
                  <a:cxn ang="0">
                    <a:pos x="5" y="15"/>
                  </a:cxn>
                  <a:cxn ang="0">
                    <a:pos x="5" y="13"/>
                  </a:cxn>
                  <a:cxn ang="0">
                    <a:pos x="0" y="0"/>
                  </a:cxn>
                  <a:cxn ang="0">
                    <a:pos x="0" y="0"/>
                  </a:cxn>
                  <a:cxn ang="0">
                    <a:pos x="5" y="13"/>
                  </a:cxn>
                  <a:cxn ang="0">
                    <a:pos x="5" y="13"/>
                  </a:cxn>
                  <a:cxn ang="0">
                    <a:pos x="0" y="0"/>
                  </a:cxn>
                </a:cxnLst>
                <a:rect l="0" t="0" r="r" b="b"/>
                <a:pathLst>
                  <a:path w="5" h="15">
                    <a:moveTo>
                      <a:pt x="5" y="13"/>
                    </a:moveTo>
                    <a:lnTo>
                      <a:pt x="5" y="13"/>
                    </a:lnTo>
                    <a:lnTo>
                      <a:pt x="5" y="15"/>
                    </a:lnTo>
                    <a:lnTo>
                      <a:pt x="5" y="15"/>
                    </a:lnTo>
                    <a:lnTo>
                      <a:pt x="5" y="13"/>
                    </a:lnTo>
                    <a:close/>
                    <a:moveTo>
                      <a:pt x="0" y="0"/>
                    </a:moveTo>
                    <a:lnTo>
                      <a:pt x="0" y="0"/>
                    </a:lnTo>
                    <a:lnTo>
                      <a:pt x="5" y="13"/>
                    </a:lnTo>
                    <a:lnTo>
                      <a:pt x="5"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16" name="Rectangle 616"/>
              <p:cNvSpPr>
                <a:spLocks noChangeArrowheads="1"/>
              </p:cNvSpPr>
              <p:nvPr/>
            </p:nvSpPr>
            <p:spPr bwMode="auto">
              <a:xfrm>
                <a:off x="3588" y="3900"/>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817" name="Freeform 617"/>
              <p:cNvSpPr/>
              <p:nvPr/>
            </p:nvSpPr>
            <p:spPr bwMode="auto">
              <a:xfrm>
                <a:off x="3583" y="3887"/>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18" name="Freeform 618"/>
              <p:cNvSpPr/>
              <p:nvPr/>
            </p:nvSpPr>
            <p:spPr bwMode="auto">
              <a:xfrm>
                <a:off x="3484" y="3554"/>
                <a:ext cx="2" cy="5"/>
              </a:xfrm>
              <a:custGeom>
                <a:avLst/>
                <a:gdLst/>
                <a:ahLst/>
                <a:cxnLst>
                  <a:cxn ang="0">
                    <a:pos x="0" y="0"/>
                  </a:cxn>
                  <a:cxn ang="0">
                    <a:pos x="0" y="0"/>
                  </a:cxn>
                  <a:cxn ang="0">
                    <a:pos x="2" y="5"/>
                  </a:cxn>
                  <a:cxn ang="0">
                    <a:pos x="2" y="5"/>
                  </a:cxn>
                  <a:cxn ang="0">
                    <a:pos x="2" y="5"/>
                  </a:cxn>
                  <a:cxn ang="0">
                    <a:pos x="0" y="0"/>
                  </a:cxn>
                  <a:cxn ang="0">
                    <a:pos x="0" y="0"/>
                  </a:cxn>
                  <a:cxn ang="0">
                    <a:pos x="0" y="0"/>
                  </a:cxn>
                </a:cxnLst>
                <a:rect l="0" t="0" r="r" b="b"/>
                <a:pathLst>
                  <a:path w="2" h="5">
                    <a:moveTo>
                      <a:pt x="0" y="0"/>
                    </a:moveTo>
                    <a:lnTo>
                      <a:pt x="0" y="0"/>
                    </a:lnTo>
                    <a:lnTo>
                      <a:pt x="2" y="5"/>
                    </a:lnTo>
                    <a:lnTo>
                      <a:pt x="2" y="5"/>
                    </a:lnTo>
                    <a:lnTo>
                      <a:pt x="2" y="5"/>
                    </a:lnTo>
                    <a:lnTo>
                      <a:pt x="0" y="0"/>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19" name="Freeform 619"/>
              <p:cNvSpPr/>
              <p:nvPr/>
            </p:nvSpPr>
            <p:spPr bwMode="auto">
              <a:xfrm>
                <a:off x="3484" y="3554"/>
                <a:ext cx="2" cy="5"/>
              </a:xfrm>
              <a:custGeom>
                <a:avLst/>
                <a:gdLst/>
                <a:ahLst/>
                <a:cxnLst>
                  <a:cxn ang="0">
                    <a:pos x="0" y="0"/>
                  </a:cxn>
                  <a:cxn ang="0">
                    <a:pos x="0" y="0"/>
                  </a:cxn>
                  <a:cxn ang="0">
                    <a:pos x="2" y="5"/>
                  </a:cxn>
                  <a:cxn ang="0">
                    <a:pos x="2" y="5"/>
                  </a:cxn>
                  <a:cxn ang="0">
                    <a:pos x="2" y="5"/>
                  </a:cxn>
                  <a:cxn ang="0">
                    <a:pos x="0" y="0"/>
                  </a:cxn>
                  <a:cxn ang="0">
                    <a:pos x="0" y="0"/>
                  </a:cxn>
                  <a:cxn ang="0">
                    <a:pos x="0" y="0"/>
                  </a:cxn>
                </a:cxnLst>
                <a:rect l="0" t="0" r="r" b="b"/>
                <a:pathLst>
                  <a:path w="2" h="5">
                    <a:moveTo>
                      <a:pt x="0" y="0"/>
                    </a:moveTo>
                    <a:lnTo>
                      <a:pt x="0" y="0"/>
                    </a:lnTo>
                    <a:lnTo>
                      <a:pt x="2" y="5"/>
                    </a:lnTo>
                    <a:lnTo>
                      <a:pt x="2" y="5"/>
                    </a:lnTo>
                    <a:lnTo>
                      <a:pt x="2" y="5"/>
                    </a:ln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20" name="Freeform 620"/>
              <p:cNvSpPr/>
              <p:nvPr/>
            </p:nvSpPr>
            <p:spPr bwMode="auto">
              <a:xfrm>
                <a:off x="3463" y="3554"/>
                <a:ext cx="23" cy="5"/>
              </a:xfrm>
              <a:custGeom>
                <a:avLst/>
                <a:gdLst/>
                <a:ahLst/>
                <a:cxnLst>
                  <a:cxn ang="0">
                    <a:pos x="21" y="0"/>
                  </a:cxn>
                  <a:cxn ang="0">
                    <a:pos x="21" y="0"/>
                  </a:cxn>
                  <a:cxn ang="0">
                    <a:pos x="0" y="0"/>
                  </a:cxn>
                  <a:cxn ang="0">
                    <a:pos x="1" y="5"/>
                  </a:cxn>
                  <a:cxn ang="0">
                    <a:pos x="23" y="5"/>
                  </a:cxn>
                  <a:cxn ang="0">
                    <a:pos x="21" y="0"/>
                  </a:cxn>
                </a:cxnLst>
                <a:rect l="0" t="0" r="r" b="b"/>
                <a:pathLst>
                  <a:path w="23" h="5">
                    <a:moveTo>
                      <a:pt x="21" y="0"/>
                    </a:moveTo>
                    <a:lnTo>
                      <a:pt x="21" y="0"/>
                    </a:lnTo>
                    <a:lnTo>
                      <a:pt x="0" y="0"/>
                    </a:lnTo>
                    <a:lnTo>
                      <a:pt x="1" y="5"/>
                    </a:lnTo>
                    <a:lnTo>
                      <a:pt x="23" y="5"/>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1" name="Freeform 621"/>
              <p:cNvSpPr/>
              <p:nvPr/>
            </p:nvSpPr>
            <p:spPr bwMode="auto">
              <a:xfrm>
                <a:off x="3463" y="3554"/>
                <a:ext cx="23" cy="5"/>
              </a:xfrm>
              <a:custGeom>
                <a:avLst/>
                <a:gdLst/>
                <a:ahLst/>
                <a:cxnLst>
                  <a:cxn ang="0">
                    <a:pos x="21" y="0"/>
                  </a:cxn>
                  <a:cxn ang="0">
                    <a:pos x="21" y="0"/>
                  </a:cxn>
                  <a:cxn ang="0">
                    <a:pos x="0" y="0"/>
                  </a:cxn>
                  <a:cxn ang="0">
                    <a:pos x="1" y="5"/>
                  </a:cxn>
                  <a:cxn ang="0">
                    <a:pos x="23" y="5"/>
                  </a:cxn>
                  <a:cxn ang="0">
                    <a:pos x="21" y="0"/>
                  </a:cxn>
                </a:cxnLst>
                <a:rect l="0" t="0" r="r" b="b"/>
                <a:pathLst>
                  <a:path w="23" h="5">
                    <a:moveTo>
                      <a:pt x="21" y="0"/>
                    </a:moveTo>
                    <a:lnTo>
                      <a:pt x="21" y="0"/>
                    </a:lnTo>
                    <a:lnTo>
                      <a:pt x="0" y="0"/>
                    </a:lnTo>
                    <a:lnTo>
                      <a:pt x="1" y="5"/>
                    </a:lnTo>
                    <a:lnTo>
                      <a:pt x="23" y="5"/>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822" name="Freeform 622"/>
              <p:cNvSpPr/>
              <p:nvPr/>
            </p:nvSpPr>
            <p:spPr bwMode="auto">
              <a:xfrm>
                <a:off x="3610" y="3405"/>
                <a:ext cx="591" cy="497"/>
              </a:xfrm>
              <a:custGeom>
                <a:avLst/>
                <a:gdLst/>
                <a:ahLst/>
                <a:cxnLst>
                  <a:cxn ang="0">
                    <a:pos x="591" y="0"/>
                  </a:cxn>
                  <a:cxn ang="0">
                    <a:pos x="0" y="497"/>
                  </a:cxn>
                  <a:cxn ang="0">
                    <a:pos x="591" y="0"/>
                  </a:cxn>
                  <a:cxn ang="0">
                    <a:pos x="591" y="0"/>
                  </a:cxn>
                </a:cxnLst>
                <a:rect l="0" t="0" r="r" b="b"/>
                <a:pathLst>
                  <a:path w="591" h="497">
                    <a:moveTo>
                      <a:pt x="591" y="0"/>
                    </a:moveTo>
                    <a:lnTo>
                      <a:pt x="0" y="497"/>
                    </a:lnTo>
                    <a:lnTo>
                      <a:pt x="591" y="0"/>
                    </a:lnTo>
                    <a:lnTo>
                      <a:pt x="59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23" name="Freeform 623"/>
              <p:cNvSpPr/>
              <p:nvPr/>
            </p:nvSpPr>
            <p:spPr bwMode="auto">
              <a:xfrm>
                <a:off x="3610" y="3405"/>
                <a:ext cx="591" cy="497"/>
              </a:xfrm>
              <a:custGeom>
                <a:avLst/>
                <a:gdLst/>
                <a:ahLst/>
                <a:cxnLst>
                  <a:cxn ang="0">
                    <a:pos x="591" y="0"/>
                  </a:cxn>
                  <a:cxn ang="0">
                    <a:pos x="0" y="497"/>
                  </a:cxn>
                  <a:cxn ang="0">
                    <a:pos x="591" y="0"/>
                  </a:cxn>
                  <a:cxn ang="0">
                    <a:pos x="591" y="0"/>
                  </a:cxn>
                </a:cxnLst>
                <a:rect l="0" t="0" r="r" b="b"/>
                <a:pathLst>
                  <a:path w="591" h="497">
                    <a:moveTo>
                      <a:pt x="591" y="0"/>
                    </a:moveTo>
                    <a:lnTo>
                      <a:pt x="0" y="497"/>
                    </a:lnTo>
                    <a:lnTo>
                      <a:pt x="591" y="0"/>
                    </a:lnTo>
                    <a:lnTo>
                      <a:pt x="591" y="0"/>
                    </a:lnTo>
                  </a:path>
                </a:pathLst>
              </a:custGeom>
              <a:noFill/>
              <a:ln w="9525">
                <a:noFill/>
                <a:round/>
              </a:ln>
            </p:spPr>
            <p:txBody>
              <a:bodyPr vert="horz" wrap="square" lIns="82938" tIns="41469" rIns="82938" bIns="41469" numCol="1" anchor="t" anchorCtr="0" compatLnSpc="1"/>
              <a:lstStyle/>
              <a:p>
                <a:endParaRPr lang="en-GB" sz="1815"/>
              </a:p>
            </p:txBody>
          </p:sp>
          <p:sp>
            <p:nvSpPr>
              <p:cNvPr id="51824" name="Freeform 624"/>
              <p:cNvSpPr/>
              <p:nvPr/>
            </p:nvSpPr>
            <p:spPr bwMode="auto">
              <a:xfrm>
                <a:off x="3603" y="3395"/>
                <a:ext cx="598" cy="507"/>
              </a:xfrm>
              <a:custGeom>
                <a:avLst/>
                <a:gdLst/>
                <a:ahLst/>
                <a:cxnLst>
                  <a:cxn ang="0">
                    <a:pos x="580" y="0"/>
                  </a:cxn>
                  <a:cxn ang="0">
                    <a:pos x="580" y="0"/>
                  </a:cxn>
                  <a:cxn ang="0">
                    <a:pos x="580" y="0"/>
                  </a:cxn>
                  <a:cxn ang="0">
                    <a:pos x="0" y="487"/>
                  </a:cxn>
                  <a:cxn ang="0">
                    <a:pos x="0" y="487"/>
                  </a:cxn>
                  <a:cxn ang="0">
                    <a:pos x="2" y="492"/>
                  </a:cxn>
                  <a:cxn ang="0">
                    <a:pos x="2" y="492"/>
                  </a:cxn>
                  <a:cxn ang="0">
                    <a:pos x="7" y="507"/>
                  </a:cxn>
                  <a:cxn ang="0">
                    <a:pos x="7" y="507"/>
                  </a:cxn>
                  <a:cxn ang="0">
                    <a:pos x="598" y="10"/>
                  </a:cxn>
                  <a:cxn ang="0">
                    <a:pos x="580" y="0"/>
                  </a:cxn>
                </a:cxnLst>
                <a:rect l="0" t="0" r="r" b="b"/>
                <a:pathLst>
                  <a:path w="598" h="507">
                    <a:moveTo>
                      <a:pt x="580" y="0"/>
                    </a:moveTo>
                    <a:lnTo>
                      <a:pt x="580" y="0"/>
                    </a:lnTo>
                    <a:lnTo>
                      <a:pt x="580" y="0"/>
                    </a:lnTo>
                    <a:lnTo>
                      <a:pt x="0" y="487"/>
                    </a:lnTo>
                    <a:lnTo>
                      <a:pt x="0" y="487"/>
                    </a:lnTo>
                    <a:lnTo>
                      <a:pt x="2" y="492"/>
                    </a:lnTo>
                    <a:lnTo>
                      <a:pt x="2" y="492"/>
                    </a:lnTo>
                    <a:lnTo>
                      <a:pt x="7" y="507"/>
                    </a:lnTo>
                    <a:lnTo>
                      <a:pt x="7" y="507"/>
                    </a:lnTo>
                    <a:lnTo>
                      <a:pt x="598" y="10"/>
                    </a:lnTo>
                    <a:lnTo>
                      <a:pt x="58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5" name="Freeform 625"/>
              <p:cNvSpPr/>
              <p:nvPr/>
            </p:nvSpPr>
            <p:spPr bwMode="auto">
              <a:xfrm>
                <a:off x="3603" y="3395"/>
                <a:ext cx="598" cy="507"/>
              </a:xfrm>
              <a:custGeom>
                <a:avLst/>
                <a:gdLst/>
                <a:ahLst/>
                <a:cxnLst>
                  <a:cxn ang="0">
                    <a:pos x="580" y="0"/>
                  </a:cxn>
                  <a:cxn ang="0">
                    <a:pos x="580" y="0"/>
                  </a:cxn>
                  <a:cxn ang="0">
                    <a:pos x="580" y="0"/>
                  </a:cxn>
                  <a:cxn ang="0">
                    <a:pos x="0" y="487"/>
                  </a:cxn>
                  <a:cxn ang="0">
                    <a:pos x="0" y="487"/>
                  </a:cxn>
                  <a:cxn ang="0">
                    <a:pos x="2" y="492"/>
                  </a:cxn>
                  <a:cxn ang="0">
                    <a:pos x="2" y="492"/>
                  </a:cxn>
                  <a:cxn ang="0">
                    <a:pos x="7" y="507"/>
                  </a:cxn>
                  <a:cxn ang="0">
                    <a:pos x="7" y="507"/>
                  </a:cxn>
                  <a:cxn ang="0">
                    <a:pos x="598" y="10"/>
                  </a:cxn>
                  <a:cxn ang="0">
                    <a:pos x="580" y="0"/>
                  </a:cxn>
                </a:cxnLst>
                <a:rect l="0" t="0" r="r" b="b"/>
                <a:pathLst>
                  <a:path w="598" h="507">
                    <a:moveTo>
                      <a:pt x="580" y="0"/>
                    </a:moveTo>
                    <a:lnTo>
                      <a:pt x="580" y="0"/>
                    </a:lnTo>
                    <a:lnTo>
                      <a:pt x="580" y="0"/>
                    </a:lnTo>
                    <a:lnTo>
                      <a:pt x="0" y="487"/>
                    </a:lnTo>
                    <a:lnTo>
                      <a:pt x="0" y="487"/>
                    </a:lnTo>
                    <a:lnTo>
                      <a:pt x="2" y="492"/>
                    </a:lnTo>
                    <a:lnTo>
                      <a:pt x="2" y="492"/>
                    </a:lnTo>
                    <a:lnTo>
                      <a:pt x="7" y="507"/>
                    </a:lnTo>
                    <a:lnTo>
                      <a:pt x="7" y="507"/>
                    </a:lnTo>
                    <a:lnTo>
                      <a:pt x="598" y="10"/>
                    </a:lnTo>
                    <a:lnTo>
                      <a:pt x="580" y="0"/>
                    </a:lnTo>
                  </a:path>
                </a:pathLst>
              </a:custGeom>
              <a:noFill/>
              <a:ln w="9525">
                <a:noFill/>
                <a:round/>
              </a:ln>
            </p:spPr>
            <p:txBody>
              <a:bodyPr vert="horz" wrap="square" lIns="82938" tIns="41469" rIns="82938" bIns="41469" numCol="1" anchor="t" anchorCtr="0" compatLnSpc="1"/>
              <a:lstStyle/>
              <a:p>
                <a:endParaRPr lang="en-GB" sz="1815"/>
              </a:p>
            </p:txBody>
          </p:sp>
          <p:sp>
            <p:nvSpPr>
              <p:cNvPr id="51826" name="Freeform 626"/>
              <p:cNvSpPr/>
              <p:nvPr/>
            </p:nvSpPr>
            <p:spPr bwMode="auto">
              <a:xfrm>
                <a:off x="3605" y="3887"/>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7" name="Freeform 627"/>
              <p:cNvSpPr/>
              <p:nvPr/>
            </p:nvSpPr>
            <p:spPr bwMode="auto">
              <a:xfrm>
                <a:off x="3605" y="3887"/>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28" name="Freeform 628"/>
              <p:cNvSpPr/>
              <p:nvPr/>
            </p:nvSpPr>
            <p:spPr bwMode="auto">
              <a:xfrm>
                <a:off x="3582" y="3882"/>
                <a:ext cx="23" cy="5"/>
              </a:xfrm>
              <a:custGeom>
                <a:avLst/>
                <a:gdLst/>
                <a:ahLst/>
                <a:cxnLst>
                  <a:cxn ang="0">
                    <a:pos x="21" y="0"/>
                  </a:cxn>
                  <a:cxn ang="0">
                    <a:pos x="21" y="0"/>
                  </a:cxn>
                  <a:cxn ang="0">
                    <a:pos x="15" y="0"/>
                  </a:cxn>
                  <a:cxn ang="0">
                    <a:pos x="0" y="0"/>
                  </a:cxn>
                  <a:cxn ang="0">
                    <a:pos x="1" y="5"/>
                  </a:cxn>
                  <a:cxn ang="0">
                    <a:pos x="16" y="5"/>
                  </a:cxn>
                  <a:cxn ang="0">
                    <a:pos x="23" y="5"/>
                  </a:cxn>
                  <a:cxn ang="0">
                    <a:pos x="21" y="0"/>
                  </a:cxn>
                </a:cxnLst>
                <a:rect l="0" t="0" r="r" b="b"/>
                <a:pathLst>
                  <a:path w="23" h="5">
                    <a:moveTo>
                      <a:pt x="21" y="0"/>
                    </a:moveTo>
                    <a:lnTo>
                      <a:pt x="21" y="0"/>
                    </a:lnTo>
                    <a:lnTo>
                      <a:pt x="15" y="0"/>
                    </a:lnTo>
                    <a:lnTo>
                      <a:pt x="0" y="0"/>
                    </a:lnTo>
                    <a:lnTo>
                      <a:pt x="1" y="5"/>
                    </a:lnTo>
                    <a:lnTo>
                      <a:pt x="16" y="5"/>
                    </a:lnTo>
                    <a:lnTo>
                      <a:pt x="23" y="5"/>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9" name="Freeform 629"/>
              <p:cNvSpPr/>
              <p:nvPr/>
            </p:nvSpPr>
            <p:spPr bwMode="auto">
              <a:xfrm>
                <a:off x="3582" y="3882"/>
                <a:ext cx="23" cy="5"/>
              </a:xfrm>
              <a:custGeom>
                <a:avLst/>
                <a:gdLst/>
                <a:ahLst/>
                <a:cxnLst>
                  <a:cxn ang="0">
                    <a:pos x="21" y="0"/>
                  </a:cxn>
                  <a:cxn ang="0">
                    <a:pos x="21" y="0"/>
                  </a:cxn>
                  <a:cxn ang="0">
                    <a:pos x="15" y="0"/>
                  </a:cxn>
                  <a:cxn ang="0">
                    <a:pos x="0" y="0"/>
                  </a:cxn>
                  <a:cxn ang="0">
                    <a:pos x="1" y="5"/>
                  </a:cxn>
                  <a:cxn ang="0">
                    <a:pos x="16" y="5"/>
                  </a:cxn>
                  <a:cxn ang="0">
                    <a:pos x="23" y="5"/>
                  </a:cxn>
                  <a:cxn ang="0">
                    <a:pos x="21" y="0"/>
                  </a:cxn>
                </a:cxnLst>
                <a:rect l="0" t="0" r="r" b="b"/>
                <a:pathLst>
                  <a:path w="23" h="5">
                    <a:moveTo>
                      <a:pt x="21" y="0"/>
                    </a:moveTo>
                    <a:lnTo>
                      <a:pt x="21" y="0"/>
                    </a:lnTo>
                    <a:lnTo>
                      <a:pt x="15" y="0"/>
                    </a:lnTo>
                    <a:lnTo>
                      <a:pt x="0" y="0"/>
                    </a:lnTo>
                    <a:lnTo>
                      <a:pt x="1" y="5"/>
                    </a:lnTo>
                    <a:lnTo>
                      <a:pt x="16" y="5"/>
                    </a:lnTo>
                    <a:lnTo>
                      <a:pt x="23" y="5"/>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830" name="Freeform 630"/>
              <p:cNvSpPr/>
              <p:nvPr/>
            </p:nvSpPr>
            <p:spPr bwMode="auto">
              <a:xfrm>
                <a:off x="3583" y="3887"/>
                <a:ext cx="27" cy="15"/>
              </a:xfrm>
              <a:custGeom>
                <a:avLst/>
                <a:gdLst/>
                <a:ahLst/>
                <a:cxnLst>
                  <a:cxn ang="0">
                    <a:pos x="22" y="0"/>
                  </a:cxn>
                  <a:cxn ang="0">
                    <a:pos x="15" y="0"/>
                  </a:cxn>
                  <a:cxn ang="0">
                    <a:pos x="0" y="0"/>
                  </a:cxn>
                  <a:cxn ang="0">
                    <a:pos x="5" y="13"/>
                  </a:cxn>
                  <a:cxn ang="0">
                    <a:pos x="15" y="10"/>
                  </a:cxn>
                  <a:cxn ang="0">
                    <a:pos x="5" y="13"/>
                  </a:cxn>
                  <a:cxn ang="0">
                    <a:pos x="5" y="15"/>
                  </a:cxn>
                  <a:cxn ang="0">
                    <a:pos x="27" y="15"/>
                  </a:cxn>
                  <a:cxn ang="0">
                    <a:pos x="27" y="15"/>
                  </a:cxn>
                  <a:cxn ang="0">
                    <a:pos x="22" y="0"/>
                  </a:cxn>
                </a:cxnLst>
                <a:rect l="0" t="0" r="r" b="b"/>
                <a:pathLst>
                  <a:path w="27" h="15">
                    <a:moveTo>
                      <a:pt x="22" y="0"/>
                    </a:moveTo>
                    <a:lnTo>
                      <a:pt x="15" y="0"/>
                    </a:lnTo>
                    <a:lnTo>
                      <a:pt x="0" y="0"/>
                    </a:lnTo>
                    <a:lnTo>
                      <a:pt x="5" y="13"/>
                    </a:lnTo>
                    <a:lnTo>
                      <a:pt x="15" y="10"/>
                    </a:lnTo>
                    <a:lnTo>
                      <a:pt x="5" y="13"/>
                    </a:lnTo>
                    <a:lnTo>
                      <a:pt x="5" y="15"/>
                    </a:lnTo>
                    <a:lnTo>
                      <a:pt x="27" y="15"/>
                    </a:lnTo>
                    <a:lnTo>
                      <a:pt x="27" y="15"/>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31" name="Freeform 631"/>
              <p:cNvSpPr/>
              <p:nvPr/>
            </p:nvSpPr>
            <p:spPr bwMode="auto">
              <a:xfrm>
                <a:off x="3583" y="3887"/>
                <a:ext cx="27" cy="15"/>
              </a:xfrm>
              <a:custGeom>
                <a:avLst/>
                <a:gdLst/>
                <a:ahLst/>
                <a:cxnLst>
                  <a:cxn ang="0">
                    <a:pos x="22" y="0"/>
                  </a:cxn>
                  <a:cxn ang="0">
                    <a:pos x="15" y="0"/>
                  </a:cxn>
                  <a:cxn ang="0">
                    <a:pos x="0" y="0"/>
                  </a:cxn>
                  <a:cxn ang="0">
                    <a:pos x="5" y="13"/>
                  </a:cxn>
                  <a:cxn ang="0">
                    <a:pos x="15" y="10"/>
                  </a:cxn>
                  <a:cxn ang="0">
                    <a:pos x="5" y="13"/>
                  </a:cxn>
                  <a:cxn ang="0">
                    <a:pos x="5" y="15"/>
                  </a:cxn>
                  <a:cxn ang="0">
                    <a:pos x="27" y="15"/>
                  </a:cxn>
                  <a:cxn ang="0">
                    <a:pos x="27" y="15"/>
                  </a:cxn>
                  <a:cxn ang="0">
                    <a:pos x="22" y="0"/>
                  </a:cxn>
                </a:cxnLst>
                <a:rect l="0" t="0" r="r" b="b"/>
                <a:pathLst>
                  <a:path w="27" h="15">
                    <a:moveTo>
                      <a:pt x="22" y="0"/>
                    </a:moveTo>
                    <a:lnTo>
                      <a:pt x="15" y="0"/>
                    </a:lnTo>
                    <a:lnTo>
                      <a:pt x="0" y="0"/>
                    </a:lnTo>
                    <a:lnTo>
                      <a:pt x="5" y="13"/>
                    </a:lnTo>
                    <a:lnTo>
                      <a:pt x="15" y="10"/>
                    </a:lnTo>
                    <a:lnTo>
                      <a:pt x="5" y="13"/>
                    </a:lnTo>
                    <a:lnTo>
                      <a:pt x="5" y="15"/>
                    </a:lnTo>
                    <a:lnTo>
                      <a:pt x="27" y="15"/>
                    </a:lnTo>
                    <a:lnTo>
                      <a:pt x="27" y="15"/>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32" name="Freeform 632"/>
              <p:cNvSpPr/>
              <p:nvPr/>
            </p:nvSpPr>
            <p:spPr bwMode="auto">
              <a:xfrm>
                <a:off x="3356" y="3030"/>
                <a:ext cx="509" cy="504"/>
              </a:xfrm>
              <a:custGeom>
                <a:avLst/>
                <a:gdLst/>
                <a:ahLst/>
                <a:cxnLst>
                  <a:cxn ang="0">
                    <a:pos x="199" y="0"/>
                  </a:cxn>
                  <a:cxn ang="0">
                    <a:pos x="63" y="114"/>
                  </a:cxn>
                  <a:cxn ang="0">
                    <a:pos x="0" y="167"/>
                  </a:cxn>
                  <a:cxn ang="0">
                    <a:pos x="46" y="298"/>
                  </a:cxn>
                  <a:cxn ang="0">
                    <a:pos x="122" y="504"/>
                  </a:cxn>
                  <a:cxn ang="0">
                    <a:pos x="509" y="179"/>
                  </a:cxn>
                  <a:cxn ang="0">
                    <a:pos x="366" y="97"/>
                  </a:cxn>
                  <a:cxn ang="0">
                    <a:pos x="199" y="0"/>
                  </a:cxn>
                  <a:cxn ang="0">
                    <a:pos x="199" y="0"/>
                  </a:cxn>
                  <a:cxn ang="0">
                    <a:pos x="199" y="0"/>
                  </a:cxn>
                </a:cxnLst>
                <a:rect l="0" t="0" r="r" b="b"/>
                <a:pathLst>
                  <a:path w="509" h="504">
                    <a:moveTo>
                      <a:pt x="199" y="0"/>
                    </a:moveTo>
                    <a:lnTo>
                      <a:pt x="63" y="114"/>
                    </a:lnTo>
                    <a:lnTo>
                      <a:pt x="0" y="167"/>
                    </a:lnTo>
                    <a:lnTo>
                      <a:pt x="46" y="298"/>
                    </a:lnTo>
                    <a:lnTo>
                      <a:pt x="122" y="504"/>
                    </a:lnTo>
                    <a:lnTo>
                      <a:pt x="509" y="179"/>
                    </a:lnTo>
                    <a:lnTo>
                      <a:pt x="366" y="97"/>
                    </a:lnTo>
                    <a:lnTo>
                      <a:pt x="199" y="0"/>
                    </a:lnTo>
                    <a:lnTo>
                      <a:pt x="199" y="0"/>
                    </a:lnTo>
                    <a:lnTo>
                      <a:pt x="19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33" name="Freeform 633"/>
              <p:cNvSpPr/>
              <p:nvPr/>
            </p:nvSpPr>
            <p:spPr bwMode="auto">
              <a:xfrm>
                <a:off x="3356" y="3030"/>
                <a:ext cx="509" cy="504"/>
              </a:xfrm>
              <a:custGeom>
                <a:avLst/>
                <a:gdLst/>
                <a:ahLst/>
                <a:cxnLst>
                  <a:cxn ang="0">
                    <a:pos x="199" y="0"/>
                  </a:cxn>
                  <a:cxn ang="0">
                    <a:pos x="63" y="114"/>
                  </a:cxn>
                  <a:cxn ang="0">
                    <a:pos x="0" y="167"/>
                  </a:cxn>
                  <a:cxn ang="0">
                    <a:pos x="46" y="298"/>
                  </a:cxn>
                  <a:cxn ang="0">
                    <a:pos x="122" y="504"/>
                  </a:cxn>
                  <a:cxn ang="0">
                    <a:pos x="509" y="179"/>
                  </a:cxn>
                  <a:cxn ang="0">
                    <a:pos x="366" y="97"/>
                  </a:cxn>
                  <a:cxn ang="0">
                    <a:pos x="199" y="0"/>
                  </a:cxn>
                  <a:cxn ang="0">
                    <a:pos x="199" y="0"/>
                  </a:cxn>
                  <a:cxn ang="0">
                    <a:pos x="199" y="0"/>
                  </a:cxn>
                </a:cxnLst>
                <a:rect l="0" t="0" r="r" b="b"/>
                <a:pathLst>
                  <a:path w="509" h="504">
                    <a:moveTo>
                      <a:pt x="199" y="0"/>
                    </a:moveTo>
                    <a:lnTo>
                      <a:pt x="63" y="114"/>
                    </a:lnTo>
                    <a:lnTo>
                      <a:pt x="0" y="167"/>
                    </a:lnTo>
                    <a:lnTo>
                      <a:pt x="46" y="298"/>
                    </a:lnTo>
                    <a:lnTo>
                      <a:pt x="122" y="504"/>
                    </a:lnTo>
                    <a:lnTo>
                      <a:pt x="509" y="179"/>
                    </a:lnTo>
                    <a:lnTo>
                      <a:pt x="366" y="97"/>
                    </a:lnTo>
                    <a:lnTo>
                      <a:pt x="199" y="0"/>
                    </a:lnTo>
                    <a:lnTo>
                      <a:pt x="199" y="0"/>
                    </a:lnTo>
                    <a:lnTo>
                      <a:pt x="199" y="0"/>
                    </a:lnTo>
                  </a:path>
                </a:pathLst>
              </a:custGeom>
              <a:noFill/>
              <a:ln w="9525">
                <a:noFill/>
                <a:round/>
              </a:ln>
            </p:spPr>
            <p:txBody>
              <a:bodyPr vert="horz" wrap="square" lIns="82938" tIns="41469" rIns="82938" bIns="41469" numCol="1" anchor="t" anchorCtr="0" compatLnSpc="1"/>
              <a:lstStyle/>
              <a:p>
                <a:endParaRPr lang="en-GB" sz="1815"/>
              </a:p>
            </p:txBody>
          </p:sp>
          <p:sp>
            <p:nvSpPr>
              <p:cNvPr id="51834" name="Freeform 634"/>
              <p:cNvSpPr/>
              <p:nvPr/>
            </p:nvSpPr>
            <p:spPr bwMode="auto">
              <a:xfrm>
                <a:off x="3402" y="3328"/>
                <a:ext cx="76" cy="206"/>
              </a:xfrm>
              <a:custGeom>
                <a:avLst/>
                <a:gdLst/>
                <a:ahLst/>
                <a:cxnLst>
                  <a:cxn ang="0">
                    <a:pos x="0" y="0"/>
                  </a:cxn>
                  <a:cxn ang="0">
                    <a:pos x="76" y="206"/>
                  </a:cxn>
                  <a:cxn ang="0">
                    <a:pos x="76" y="206"/>
                  </a:cxn>
                  <a:cxn ang="0">
                    <a:pos x="0" y="0"/>
                  </a:cxn>
                </a:cxnLst>
                <a:rect l="0" t="0" r="r" b="b"/>
                <a:pathLst>
                  <a:path w="76" h="206">
                    <a:moveTo>
                      <a:pt x="0" y="0"/>
                    </a:moveTo>
                    <a:lnTo>
                      <a:pt x="76" y="206"/>
                    </a:lnTo>
                    <a:lnTo>
                      <a:pt x="76" y="206"/>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35" name="Freeform 635"/>
              <p:cNvSpPr/>
              <p:nvPr/>
            </p:nvSpPr>
            <p:spPr bwMode="auto">
              <a:xfrm>
                <a:off x="3402" y="3328"/>
                <a:ext cx="76" cy="206"/>
              </a:xfrm>
              <a:custGeom>
                <a:avLst/>
                <a:gdLst/>
                <a:ahLst/>
                <a:cxnLst>
                  <a:cxn ang="0">
                    <a:pos x="0" y="0"/>
                  </a:cxn>
                  <a:cxn ang="0">
                    <a:pos x="76" y="206"/>
                  </a:cxn>
                  <a:cxn ang="0">
                    <a:pos x="76" y="206"/>
                  </a:cxn>
                  <a:cxn ang="0">
                    <a:pos x="0" y="0"/>
                  </a:cxn>
                </a:cxnLst>
                <a:rect l="0" t="0" r="r" b="b"/>
                <a:pathLst>
                  <a:path w="76" h="206">
                    <a:moveTo>
                      <a:pt x="0" y="0"/>
                    </a:moveTo>
                    <a:lnTo>
                      <a:pt x="76" y="206"/>
                    </a:lnTo>
                    <a:lnTo>
                      <a:pt x="76" y="20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36" name="Freeform 636"/>
              <p:cNvSpPr>
                <a:spLocks noEditPoints="1"/>
              </p:cNvSpPr>
              <p:nvPr/>
            </p:nvSpPr>
            <p:spPr bwMode="auto">
              <a:xfrm>
                <a:off x="3356" y="3127"/>
                <a:ext cx="509" cy="407"/>
              </a:xfrm>
              <a:custGeom>
                <a:avLst/>
                <a:gdLst/>
                <a:ahLst/>
                <a:cxnLst>
                  <a:cxn ang="0">
                    <a:pos x="63" y="17"/>
                  </a:cxn>
                  <a:cxn ang="0">
                    <a:pos x="0" y="70"/>
                  </a:cxn>
                  <a:cxn ang="0">
                    <a:pos x="46" y="201"/>
                  </a:cxn>
                  <a:cxn ang="0">
                    <a:pos x="0" y="70"/>
                  </a:cxn>
                  <a:cxn ang="0">
                    <a:pos x="63" y="17"/>
                  </a:cxn>
                  <a:cxn ang="0">
                    <a:pos x="366" y="0"/>
                  </a:cxn>
                  <a:cxn ang="0">
                    <a:pos x="509" y="82"/>
                  </a:cxn>
                  <a:cxn ang="0">
                    <a:pos x="122" y="407"/>
                  </a:cxn>
                  <a:cxn ang="0">
                    <a:pos x="122" y="407"/>
                  </a:cxn>
                  <a:cxn ang="0">
                    <a:pos x="509" y="82"/>
                  </a:cxn>
                  <a:cxn ang="0">
                    <a:pos x="485" y="69"/>
                  </a:cxn>
                  <a:cxn ang="0">
                    <a:pos x="366" y="0"/>
                  </a:cxn>
                </a:cxnLst>
                <a:rect l="0" t="0" r="r" b="b"/>
                <a:pathLst>
                  <a:path w="509" h="407">
                    <a:moveTo>
                      <a:pt x="63" y="17"/>
                    </a:moveTo>
                    <a:lnTo>
                      <a:pt x="0" y="70"/>
                    </a:lnTo>
                    <a:lnTo>
                      <a:pt x="46" y="201"/>
                    </a:lnTo>
                    <a:lnTo>
                      <a:pt x="0" y="70"/>
                    </a:lnTo>
                    <a:lnTo>
                      <a:pt x="63" y="17"/>
                    </a:lnTo>
                    <a:close/>
                    <a:moveTo>
                      <a:pt x="366" y="0"/>
                    </a:moveTo>
                    <a:lnTo>
                      <a:pt x="509" y="82"/>
                    </a:lnTo>
                    <a:lnTo>
                      <a:pt x="122" y="407"/>
                    </a:lnTo>
                    <a:lnTo>
                      <a:pt x="122" y="407"/>
                    </a:lnTo>
                    <a:lnTo>
                      <a:pt x="509" y="82"/>
                    </a:lnTo>
                    <a:lnTo>
                      <a:pt x="485" y="69"/>
                    </a:lnTo>
                    <a:lnTo>
                      <a:pt x="36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37" name="Freeform 637"/>
              <p:cNvSpPr/>
              <p:nvPr/>
            </p:nvSpPr>
            <p:spPr bwMode="auto">
              <a:xfrm>
                <a:off x="3356" y="3144"/>
                <a:ext cx="63" cy="184"/>
              </a:xfrm>
              <a:custGeom>
                <a:avLst/>
                <a:gdLst/>
                <a:ahLst/>
                <a:cxnLst>
                  <a:cxn ang="0">
                    <a:pos x="63" y="0"/>
                  </a:cxn>
                  <a:cxn ang="0">
                    <a:pos x="0" y="53"/>
                  </a:cxn>
                  <a:cxn ang="0">
                    <a:pos x="46" y="184"/>
                  </a:cxn>
                  <a:cxn ang="0">
                    <a:pos x="0" y="53"/>
                  </a:cxn>
                  <a:cxn ang="0">
                    <a:pos x="63" y="0"/>
                  </a:cxn>
                </a:cxnLst>
                <a:rect l="0" t="0" r="r" b="b"/>
                <a:pathLst>
                  <a:path w="63" h="184">
                    <a:moveTo>
                      <a:pt x="63" y="0"/>
                    </a:moveTo>
                    <a:lnTo>
                      <a:pt x="0" y="53"/>
                    </a:lnTo>
                    <a:lnTo>
                      <a:pt x="46" y="184"/>
                    </a:lnTo>
                    <a:lnTo>
                      <a:pt x="0" y="53"/>
                    </a:lnTo>
                    <a:lnTo>
                      <a:pt x="63" y="0"/>
                    </a:lnTo>
                  </a:path>
                </a:pathLst>
              </a:custGeom>
              <a:noFill/>
              <a:ln w="9525">
                <a:noFill/>
                <a:round/>
              </a:ln>
            </p:spPr>
            <p:txBody>
              <a:bodyPr vert="horz" wrap="square" lIns="82938" tIns="41469" rIns="82938" bIns="41469" numCol="1" anchor="t" anchorCtr="0" compatLnSpc="1"/>
              <a:lstStyle/>
              <a:p>
                <a:endParaRPr lang="en-GB" sz="1815"/>
              </a:p>
            </p:txBody>
          </p:sp>
          <p:sp>
            <p:nvSpPr>
              <p:cNvPr id="51838" name="Freeform 638"/>
              <p:cNvSpPr/>
              <p:nvPr/>
            </p:nvSpPr>
            <p:spPr bwMode="auto">
              <a:xfrm>
                <a:off x="3478" y="3127"/>
                <a:ext cx="387" cy="407"/>
              </a:xfrm>
              <a:custGeom>
                <a:avLst/>
                <a:gdLst/>
                <a:ahLst/>
                <a:cxnLst>
                  <a:cxn ang="0">
                    <a:pos x="244" y="0"/>
                  </a:cxn>
                  <a:cxn ang="0">
                    <a:pos x="387" y="82"/>
                  </a:cxn>
                  <a:cxn ang="0">
                    <a:pos x="0" y="407"/>
                  </a:cxn>
                  <a:cxn ang="0">
                    <a:pos x="0" y="407"/>
                  </a:cxn>
                  <a:cxn ang="0">
                    <a:pos x="387" y="82"/>
                  </a:cxn>
                  <a:cxn ang="0">
                    <a:pos x="363" y="69"/>
                  </a:cxn>
                  <a:cxn ang="0">
                    <a:pos x="244" y="0"/>
                  </a:cxn>
                </a:cxnLst>
                <a:rect l="0" t="0" r="r" b="b"/>
                <a:pathLst>
                  <a:path w="387" h="407">
                    <a:moveTo>
                      <a:pt x="244" y="0"/>
                    </a:moveTo>
                    <a:lnTo>
                      <a:pt x="387" y="82"/>
                    </a:lnTo>
                    <a:lnTo>
                      <a:pt x="0" y="407"/>
                    </a:lnTo>
                    <a:lnTo>
                      <a:pt x="0" y="407"/>
                    </a:lnTo>
                    <a:lnTo>
                      <a:pt x="387" y="82"/>
                    </a:lnTo>
                    <a:lnTo>
                      <a:pt x="363" y="69"/>
                    </a:lnTo>
                    <a:lnTo>
                      <a:pt x="244" y="0"/>
                    </a:lnTo>
                  </a:path>
                </a:pathLst>
              </a:custGeom>
              <a:noFill/>
              <a:ln w="9525">
                <a:noFill/>
                <a:round/>
              </a:ln>
            </p:spPr>
            <p:txBody>
              <a:bodyPr vert="horz" wrap="square" lIns="82938" tIns="41469" rIns="82938" bIns="41469" numCol="1" anchor="t" anchorCtr="0" compatLnSpc="1"/>
              <a:lstStyle/>
              <a:p>
                <a:endParaRPr lang="en-GB" sz="1815"/>
              </a:p>
            </p:txBody>
          </p:sp>
          <p:sp>
            <p:nvSpPr>
              <p:cNvPr id="51839" name="Freeform 639"/>
              <p:cNvSpPr/>
              <p:nvPr/>
            </p:nvSpPr>
            <p:spPr bwMode="auto">
              <a:xfrm>
                <a:off x="3337" y="3204"/>
                <a:ext cx="121" cy="335"/>
              </a:xfrm>
              <a:custGeom>
                <a:avLst/>
                <a:gdLst/>
                <a:ahLst/>
                <a:cxnLst>
                  <a:cxn ang="0">
                    <a:pos x="0" y="0"/>
                  </a:cxn>
                  <a:cxn ang="0">
                    <a:pos x="0" y="0"/>
                  </a:cxn>
                  <a:cxn ang="0">
                    <a:pos x="121" y="335"/>
                  </a:cxn>
                  <a:cxn ang="0">
                    <a:pos x="121" y="335"/>
                  </a:cxn>
                  <a:cxn ang="0">
                    <a:pos x="0" y="0"/>
                  </a:cxn>
                </a:cxnLst>
                <a:rect l="0" t="0" r="r" b="b"/>
                <a:pathLst>
                  <a:path w="121" h="335">
                    <a:moveTo>
                      <a:pt x="0" y="0"/>
                    </a:moveTo>
                    <a:lnTo>
                      <a:pt x="0" y="0"/>
                    </a:lnTo>
                    <a:lnTo>
                      <a:pt x="121" y="335"/>
                    </a:lnTo>
                    <a:lnTo>
                      <a:pt x="121" y="335"/>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40" name="Freeform 640"/>
              <p:cNvSpPr/>
              <p:nvPr/>
            </p:nvSpPr>
            <p:spPr bwMode="auto">
              <a:xfrm>
                <a:off x="3337" y="3204"/>
                <a:ext cx="121" cy="335"/>
              </a:xfrm>
              <a:custGeom>
                <a:avLst/>
                <a:gdLst/>
                <a:ahLst/>
                <a:cxnLst>
                  <a:cxn ang="0">
                    <a:pos x="0" y="0"/>
                  </a:cxn>
                  <a:cxn ang="0">
                    <a:pos x="0" y="0"/>
                  </a:cxn>
                  <a:cxn ang="0">
                    <a:pos x="121" y="335"/>
                  </a:cxn>
                  <a:cxn ang="0">
                    <a:pos x="121" y="335"/>
                  </a:cxn>
                  <a:cxn ang="0">
                    <a:pos x="0" y="0"/>
                  </a:cxn>
                </a:cxnLst>
                <a:rect l="0" t="0" r="r" b="b"/>
                <a:pathLst>
                  <a:path w="121" h="335">
                    <a:moveTo>
                      <a:pt x="0" y="0"/>
                    </a:moveTo>
                    <a:lnTo>
                      <a:pt x="0" y="0"/>
                    </a:lnTo>
                    <a:lnTo>
                      <a:pt x="121" y="335"/>
                    </a:lnTo>
                    <a:lnTo>
                      <a:pt x="121" y="33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41" name="Freeform 641"/>
              <p:cNvSpPr/>
              <p:nvPr/>
            </p:nvSpPr>
            <p:spPr bwMode="auto">
              <a:xfrm>
                <a:off x="3337" y="3197"/>
                <a:ext cx="141" cy="342"/>
              </a:xfrm>
              <a:custGeom>
                <a:avLst/>
                <a:gdLst/>
                <a:ahLst/>
                <a:cxnLst>
                  <a:cxn ang="0">
                    <a:pos x="19" y="0"/>
                  </a:cxn>
                  <a:cxn ang="0">
                    <a:pos x="19" y="0"/>
                  </a:cxn>
                  <a:cxn ang="0">
                    <a:pos x="20" y="7"/>
                  </a:cxn>
                  <a:cxn ang="0">
                    <a:pos x="12" y="7"/>
                  </a:cxn>
                  <a:cxn ang="0">
                    <a:pos x="10" y="7"/>
                  </a:cxn>
                  <a:cxn ang="0">
                    <a:pos x="7" y="7"/>
                  </a:cxn>
                  <a:cxn ang="0">
                    <a:pos x="0" y="7"/>
                  </a:cxn>
                  <a:cxn ang="0">
                    <a:pos x="121" y="342"/>
                  </a:cxn>
                  <a:cxn ang="0">
                    <a:pos x="121" y="342"/>
                  </a:cxn>
                  <a:cxn ang="0">
                    <a:pos x="121" y="342"/>
                  </a:cxn>
                  <a:cxn ang="0">
                    <a:pos x="121" y="342"/>
                  </a:cxn>
                  <a:cxn ang="0">
                    <a:pos x="119" y="337"/>
                  </a:cxn>
                  <a:cxn ang="0">
                    <a:pos x="139" y="337"/>
                  </a:cxn>
                  <a:cxn ang="0">
                    <a:pos x="141" y="337"/>
                  </a:cxn>
                  <a:cxn ang="0">
                    <a:pos x="141" y="337"/>
                  </a:cxn>
                  <a:cxn ang="0">
                    <a:pos x="141" y="337"/>
                  </a:cxn>
                  <a:cxn ang="0">
                    <a:pos x="65" y="131"/>
                  </a:cxn>
                  <a:cxn ang="0">
                    <a:pos x="19" y="0"/>
                  </a:cxn>
                </a:cxnLst>
                <a:rect l="0" t="0" r="r" b="b"/>
                <a:pathLst>
                  <a:path w="141" h="342">
                    <a:moveTo>
                      <a:pt x="19" y="0"/>
                    </a:moveTo>
                    <a:lnTo>
                      <a:pt x="19" y="0"/>
                    </a:lnTo>
                    <a:lnTo>
                      <a:pt x="20" y="7"/>
                    </a:lnTo>
                    <a:lnTo>
                      <a:pt x="12" y="7"/>
                    </a:lnTo>
                    <a:lnTo>
                      <a:pt x="10" y="7"/>
                    </a:lnTo>
                    <a:lnTo>
                      <a:pt x="7" y="7"/>
                    </a:lnTo>
                    <a:lnTo>
                      <a:pt x="0" y="7"/>
                    </a:lnTo>
                    <a:lnTo>
                      <a:pt x="121" y="342"/>
                    </a:lnTo>
                    <a:lnTo>
                      <a:pt x="121" y="342"/>
                    </a:lnTo>
                    <a:lnTo>
                      <a:pt x="121" y="342"/>
                    </a:lnTo>
                    <a:lnTo>
                      <a:pt x="121" y="342"/>
                    </a:lnTo>
                    <a:lnTo>
                      <a:pt x="119" y="337"/>
                    </a:lnTo>
                    <a:lnTo>
                      <a:pt x="139" y="337"/>
                    </a:lnTo>
                    <a:lnTo>
                      <a:pt x="141" y="337"/>
                    </a:lnTo>
                    <a:lnTo>
                      <a:pt x="141" y="337"/>
                    </a:lnTo>
                    <a:lnTo>
                      <a:pt x="141" y="337"/>
                    </a:lnTo>
                    <a:lnTo>
                      <a:pt x="65" y="131"/>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2" name="Freeform 642"/>
              <p:cNvSpPr/>
              <p:nvPr/>
            </p:nvSpPr>
            <p:spPr bwMode="auto">
              <a:xfrm>
                <a:off x="3337" y="3197"/>
                <a:ext cx="141" cy="342"/>
              </a:xfrm>
              <a:custGeom>
                <a:avLst/>
                <a:gdLst/>
                <a:ahLst/>
                <a:cxnLst>
                  <a:cxn ang="0">
                    <a:pos x="19" y="0"/>
                  </a:cxn>
                  <a:cxn ang="0">
                    <a:pos x="19" y="0"/>
                  </a:cxn>
                  <a:cxn ang="0">
                    <a:pos x="20" y="7"/>
                  </a:cxn>
                  <a:cxn ang="0">
                    <a:pos x="12" y="7"/>
                  </a:cxn>
                  <a:cxn ang="0">
                    <a:pos x="10" y="7"/>
                  </a:cxn>
                  <a:cxn ang="0">
                    <a:pos x="7" y="7"/>
                  </a:cxn>
                  <a:cxn ang="0">
                    <a:pos x="0" y="7"/>
                  </a:cxn>
                  <a:cxn ang="0">
                    <a:pos x="121" y="342"/>
                  </a:cxn>
                  <a:cxn ang="0">
                    <a:pos x="121" y="342"/>
                  </a:cxn>
                  <a:cxn ang="0">
                    <a:pos x="121" y="342"/>
                  </a:cxn>
                  <a:cxn ang="0">
                    <a:pos x="121" y="342"/>
                  </a:cxn>
                  <a:cxn ang="0">
                    <a:pos x="119" y="337"/>
                  </a:cxn>
                  <a:cxn ang="0">
                    <a:pos x="139" y="337"/>
                  </a:cxn>
                  <a:cxn ang="0">
                    <a:pos x="141" y="337"/>
                  </a:cxn>
                  <a:cxn ang="0">
                    <a:pos x="141" y="337"/>
                  </a:cxn>
                  <a:cxn ang="0">
                    <a:pos x="141" y="337"/>
                  </a:cxn>
                  <a:cxn ang="0">
                    <a:pos x="65" y="131"/>
                  </a:cxn>
                  <a:cxn ang="0">
                    <a:pos x="19" y="0"/>
                  </a:cxn>
                </a:cxnLst>
                <a:rect l="0" t="0" r="r" b="b"/>
                <a:pathLst>
                  <a:path w="141" h="342">
                    <a:moveTo>
                      <a:pt x="19" y="0"/>
                    </a:moveTo>
                    <a:lnTo>
                      <a:pt x="19" y="0"/>
                    </a:lnTo>
                    <a:lnTo>
                      <a:pt x="20" y="7"/>
                    </a:lnTo>
                    <a:lnTo>
                      <a:pt x="12" y="7"/>
                    </a:lnTo>
                    <a:lnTo>
                      <a:pt x="10" y="7"/>
                    </a:lnTo>
                    <a:lnTo>
                      <a:pt x="7" y="7"/>
                    </a:lnTo>
                    <a:lnTo>
                      <a:pt x="0" y="7"/>
                    </a:lnTo>
                    <a:lnTo>
                      <a:pt x="121" y="342"/>
                    </a:lnTo>
                    <a:lnTo>
                      <a:pt x="121" y="342"/>
                    </a:lnTo>
                    <a:lnTo>
                      <a:pt x="121" y="342"/>
                    </a:lnTo>
                    <a:lnTo>
                      <a:pt x="121" y="342"/>
                    </a:lnTo>
                    <a:lnTo>
                      <a:pt x="119" y="337"/>
                    </a:lnTo>
                    <a:lnTo>
                      <a:pt x="139" y="337"/>
                    </a:lnTo>
                    <a:lnTo>
                      <a:pt x="141" y="337"/>
                    </a:lnTo>
                    <a:lnTo>
                      <a:pt x="141" y="337"/>
                    </a:lnTo>
                    <a:lnTo>
                      <a:pt x="141" y="337"/>
                    </a:lnTo>
                    <a:lnTo>
                      <a:pt x="65" y="131"/>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843" name="Freeform 643"/>
              <p:cNvSpPr/>
              <p:nvPr/>
            </p:nvSpPr>
            <p:spPr bwMode="auto">
              <a:xfrm>
                <a:off x="3458" y="3539"/>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4" name="Freeform 644"/>
              <p:cNvSpPr/>
              <p:nvPr/>
            </p:nvSpPr>
            <p:spPr bwMode="auto">
              <a:xfrm>
                <a:off x="3458" y="3539"/>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45" name="Freeform 645"/>
              <p:cNvSpPr/>
              <p:nvPr/>
            </p:nvSpPr>
            <p:spPr bwMode="auto">
              <a:xfrm>
                <a:off x="3349" y="3197"/>
                <a:ext cx="8" cy="7"/>
              </a:xfrm>
              <a:custGeom>
                <a:avLst/>
                <a:gdLst/>
                <a:ahLst/>
                <a:cxnLst>
                  <a:cxn ang="0">
                    <a:pos x="7" y="0"/>
                  </a:cxn>
                  <a:cxn ang="0">
                    <a:pos x="0" y="7"/>
                  </a:cxn>
                  <a:cxn ang="0">
                    <a:pos x="8" y="7"/>
                  </a:cxn>
                  <a:cxn ang="0">
                    <a:pos x="7" y="0"/>
                  </a:cxn>
                </a:cxnLst>
                <a:rect l="0" t="0" r="r" b="b"/>
                <a:pathLst>
                  <a:path w="8" h="7">
                    <a:moveTo>
                      <a:pt x="7" y="0"/>
                    </a:moveTo>
                    <a:lnTo>
                      <a:pt x="0" y="7"/>
                    </a:lnTo>
                    <a:lnTo>
                      <a:pt x="8" y="7"/>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6" name="Freeform 646"/>
              <p:cNvSpPr/>
              <p:nvPr/>
            </p:nvSpPr>
            <p:spPr bwMode="auto">
              <a:xfrm>
                <a:off x="3349" y="3197"/>
                <a:ext cx="8" cy="7"/>
              </a:xfrm>
              <a:custGeom>
                <a:avLst/>
                <a:gdLst/>
                <a:ahLst/>
                <a:cxnLst>
                  <a:cxn ang="0">
                    <a:pos x="7" y="0"/>
                  </a:cxn>
                  <a:cxn ang="0">
                    <a:pos x="0" y="7"/>
                  </a:cxn>
                  <a:cxn ang="0">
                    <a:pos x="8" y="7"/>
                  </a:cxn>
                  <a:cxn ang="0">
                    <a:pos x="7" y="0"/>
                  </a:cxn>
                </a:cxnLst>
                <a:rect l="0" t="0" r="r" b="b"/>
                <a:pathLst>
                  <a:path w="8" h="7">
                    <a:moveTo>
                      <a:pt x="7" y="0"/>
                    </a:moveTo>
                    <a:lnTo>
                      <a:pt x="0" y="7"/>
                    </a:lnTo>
                    <a:lnTo>
                      <a:pt x="8" y="7"/>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847" name="Freeform 647"/>
              <p:cNvSpPr/>
              <p:nvPr/>
            </p:nvSpPr>
            <p:spPr bwMode="auto">
              <a:xfrm>
                <a:off x="3478" y="3209"/>
                <a:ext cx="405" cy="345"/>
              </a:xfrm>
              <a:custGeom>
                <a:avLst/>
                <a:gdLst/>
                <a:ahLst/>
                <a:cxnLst>
                  <a:cxn ang="0">
                    <a:pos x="387" y="0"/>
                  </a:cxn>
                  <a:cxn ang="0">
                    <a:pos x="0" y="325"/>
                  </a:cxn>
                  <a:cxn ang="0">
                    <a:pos x="6" y="345"/>
                  </a:cxn>
                  <a:cxn ang="0">
                    <a:pos x="405" y="12"/>
                  </a:cxn>
                  <a:cxn ang="0">
                    <a:pos x="387" y="0"/>
                  </a:cxn>
                </a:cxnLst>
                <a:rect l="0" t="0" r="r" b="b"/>
                <a:pathLst>
                  <a:path w="405" h="345">
                    <a:moveTo>
                      <a:pt x="387" y="0"/>
                    </a:moveTo>
                    <a:lnTo>
                      <a:pt x="0" y="325"/>
                    </a:lnTo>
                    <a:lnTo>
                      <a:pt x="6" y="345"/>
                    </a:lnTo>
                    <a:lnTo>
                      <a:pt x="405" y="12"/>
                    </a:lnTo>
                    <a:lnTo>
                      <a:pt x="38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8" name="Freeform 648"/>
              <p:cNvSpPr/>
              <p:nvPr/>
            </p:nvSpPr>
            <p:spPr bwMode="auto">
              <a:xfrm>
                <a:off x="3478" y="3209"/>
                <a:ext cx="405" cy="345"/>
              </a:xfrm>
              <a:custGeom>
                <a:avLst/>
                <a:gdLst/>
                <a:ahLst/>
                <a:cxnLst>
                  <a:cxn ang="0">
                    <a:pos x="387" y="0"/>
                  </a:cxn>
                  <a:cxn ang="0">
                    <a:pos x="0" y="325"/>
                  </a:cxn>
                  <a:cxn ang="0">
                    <a:pos x="6" y="345"/>
                  </a:cxn>
                  <a:cxn ang="0">
                    <a:pos x="405" y="12"/>
                  </a:cxn>
                  <a:cxn ang="0">
                    <a:pos x="387" y="0"/>
                  </a:cxn>
                </a:cxnLst>
                <a:rect l="0" t="0" r="r" b="b"/>
                <a:pathLst>
                  <a:path w="405" h="345">
                    <a:moveTo>
                      <a:pt x="387" y="0"/>
                    </a:moveTo>
                    <a:lnTo>
                      <a:pt x="0" y="325"/>
                    </a:lnTo>
                    <a:lnTo>
                      <a:pt x="6" y="345"/>
                    </a:lnTo>
                    <a:lnTo>
                      <a:pt x="405" y="12"/>
                    </a:lnTo>
                    <a:lnTo>
                      <a:pt x="387" y="0"/>
                    </a:lnTo>
                  </a:path>
                </a:pathLst>
              </a:custGeom>
              <a:noFill/>
              <a:ln w="9525">
                <a:noFill/>
                <a:round/>
              </a:ln>
            </p:spPr>
            <p:txBody>
              <a:bodyPr vert="horz" wrap="square" lIns="82938" tIns="41469" rIns="82938" bIns="41469" numCol="1" anchor="t" anchorCtr="0" compatLnSpc="1"/>
              <a:lstStyle/>
              <a:p>
                <a:endParaRPr lang="en-GB" sz="1815"/>
              </a:p>
            </p:txBody>
          </p:sp>
          <p:sp>
            <p:nvSpPr>
              <p:cNvPr id="51849" name="Freeform 649"/>
              <p:cNvSpPr/>
              <p:nvPr/>
            </p:nvSpPr>
            <p:spPr bwMode="auto">
              <a:xfrm>
                <a:off x="3456" y="3534"/>
                <a:ext cx="28" cy="20"/>
              </a:xfrm>
              <a:custGeom>
                <a:avLst/>
                <a:gdLst/>
                <a:ahLst/>
                <a:cxnLst>
                  <a:cxn ang="0">
                    <a:pos x="22" y="0"/>
                  </a:cxn>
                  <a:cxn ang="0">
                    <a:pos x="20" y="0"/>
                  </a:cxn>
                  <a:cxn ang="0">
                    <a:pos x="0" y="0"/>
                  </a:cxn>
                  <a:cxn ang="0">
                    <a:pos x="2" y="5"/>
                  </a:cxn>
                  <a:cxn ang="0">
                    <a:pos x="2" y="5"/>
                  </a:cxn>
                  <a:cxn ang="0">
                    <a:pos x="23" y="5"/>
                  </a:cxn>
                  <a:cxn ang="0">
                    <a:pos x="28" y="20"/>
                  </a:cxn>
                  <a:cxn ang="0">
                    <a:pos x="28" y="20"/>
                  </a:cxn>
                  <a:cxn ang="0">
                    <a:pos x="22" y="0"/>
                  </a:cxn>
                </a:cxnLst>
                <a:rect l="0" t="0" r="r" b="b"/>
                <a:pathLst>
                  <a:path w="28" h="20">
                    <a:moveTo>
                      <a:pt x="22" y="0"/>
                    </a:moveTo>
                    <a:lnTo>
                      <a:pt x="20" y="0"/>
                    </a:lnTo>
                    <a:lnTo>
                      <a:pt x="0" y="0"/>
                    </a:lnTo>
                    <a:lnTo>
                      <a:pt x="2" y="5"/>
                    </a:lnTo>
                    <a:lnTo>
                      <a:pt x="2" y="5"/>
                    </a:lnTo>
                    <a:lnTo>
                      <a:pt x="23" y="5"/>
                    </a:lnTo>
                    <a:lnTo>
                      <a:pt x="28" y="20"/>
                    </a:lnTo>
                    <a:lnTo>
                      <a:pt x="28" y="20"/>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50" name="Freeform 650"/>
              <p:cNvSpPr/>
              <p:nvPr/>
            </p:nvSpPr>
            <p:spPr bwMode="auto">
              <a:xfrm>
                <a:off x="3456" y="3534"/>
                <a:ext cx="28" cy="20"/>
              </a:xfrm>
              <a:custGeom>
                <a:avLst/>
                <a:gdLst/>
                <a:ahLst/>
                <a:cxnLst>
                  <a:cxn ang="0">
                    <a:pos x="22" y="0"/>
                  </a:cxn>
                  <a:cxn ang="0">
                    <a:pos x="20" y="0"/>
                  </a:cxn>
                  <a:cxn ang="0">
                    <a:pos x="0" y="0"/>
                  </a:cxn>
                  <a:cxn ang="0">
                    <a:pos x="2" y="5"/>
                  </a:cxn>
                  <a:cxn ang="0">
                    <a:pos x="2" y="5"/>
                  </a:cxn>
                  <a:cxn ang="0">
                    <a:pos x="23" y="5"/>
                  </a:cxn>
                  <a:cxn ang="0">
                    <a:pos x="28" y="20"/>
                  </a:cxn>
                  <a:cxn ang="0">
                    <a:pos x="28" y="20"/>
                  </a:cxn>
                  <a:cxn ang="0">
                    <a:pos x="22" y="0"/>
                  </a:cxn>
                </a:cxnLst>
                <a:rect l="0" t="0" r="r" b="b"/>
                <a:pathLst>
                  <a:path w="28" h="20">
                    <a:moveTo>
                      <a:pt x="22" y="0"/>
                    </a:moveTo>
                    <a:lnTo>
                      <a:pt x="20" y="0"/>
                    </a:lnTo>
                    <a:lnTo>
                      <a:pt x="0" y="0"/>
                    </a:lnTo>
                    <a:lnTo>
                      <a:pt x="2" y="5"/>
                    </a:lnTo>
                    <a:lnTo>
                      <a:pt x="2" y="5"/>
                    </a:lnTo>
                    <a:lnTo>
                      <a:pt x="23" y="5"/>
                    </a:lnTo>
                    <a:lnTo>
                      <a:pt x="28" y="20"/>
                    </a:lnTo>
                    <a:lnTo>
                      <a:pt x="28" y="20"/>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51" name="Freeform 651"/>
              <p:cNvSpPr/>
              <p:nvPr/>
            </p:nvSpPr>
            <p:spPr bwMode="auto">
              <a:xfrm>
                <a:off x="3458" y="3539"/>
                <a:ext cx="26" cy="15"/>
              </a:xfrm>
              <a:custGeom>
                <a:avLst/>
                <a:gdLst/>
                <a:ahLst/>
                <a:cxnLst>
                  <a:cxn ang="0">
                    <a:pos x="21" y="0"/>
                  </a:cxn>
                  <a:cxn ang="0">
                    <a:pos x="0" y="0"/>
                  </a:cxn>
                  <a:cxn ang="0">
                    <a:pos x="5" y="15"/>
                  </a:cxn>
                  <a:cxn ang="0">
                    <a:pos x="26" y="15"/>
                  </a:cxn>
                  <a:cxn ang="0">
                    <a:pos x="26" y="15"/>
                  </a:cxn>
                  <a:cxn ang="0">
                    <a:pos x="21" y="0"/>
                  </a:cxn>
                </a:cxnLst>
                <a:rect l="0" t="0" r="r" b="b"/>
                <a:pathLst>
                  <a:path w="26" h="15">
                    <a:moveTo>
                      <a:pt x="21" y="0"/>
                    </a:moveTo>
                    <a:lnTo>
                      <a:pt x="0" y="0"/>
                    </a:lnTo>
                    <a:lnTo>
                      <a:pt x="5" y="15"/>
                    </a:lnTo>
                    <a:lnTo>
                      <a:pt x="26" y="15"/>
                    </a:lnTo>
                    <a:lnTo>
                      <a:pt x="26" y="15"/>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52" name="Freeform 652"/>
              <p:cNvSpPr/>
              <p:nvPr/>
            </p:nvSpPr>
            <p:spPr bwMode="auto">
              <a:xfrm>
                <a:off x="3458" y="3539"/>
                <a:ext cx="26" cy="15"/>
              </a:xfrm>
              <a:custGeom>
                <a:avLst/>
                <a:gdLst/>
                <a:ahLst/>
                <a:cxnLst>
                  <a:cxn ang="0">
                    <a:pos x="21" y="0"/>
                  </a:cxn>
                  <a:cxn ang="0">
                    <a:pos x="0" y="0"/>
                  </a:cxn>
                  <a:cxn ang="0">
                    <a:pos x="5" y="15"/>
                  </a:cxn>
                  <a:cxn ang="0">
                    <a:pos x="26" y="15"/>
                  </a:cxn>
                  <a:cxn ang="0">
                    <a:pos x="26" y="15"/>
                  </a:cxn>
                  <a:cxn ang="0">
                    <a:pos x="21" y="0"/>
                  </a:cxn>
                </a:cxnLst>
                <a:rect l="0" t="0" r="r" b="b"/>
                <a:pathLst>
                  <a:path w="26" h="15">
                    <a:moveTo>
                      <a:pt x="21" y="0"/>
                    </a:moveTo>
                    <a:lnTo>
                      <a:pt x="0" y="0"/>
                    </a:lnTo>
                    <a:lnTo>
                      <a:pt x="5" y="15"/>
                    </a:lnTo>
                    <a:lnTo>
                      <a:pt x="26" y="15"/>
                    </a:lnTo>
                    <a:lnTo>
                      <a:pt x="26" y="15"/>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853" name="Freeform 653"/>
              <p:cNvSpPr/>
              <p:nvPr/>
            </p:nvSpPr>
            <p:spPr bwMode="auto">
              <a:xfrm>
                <a:off x="3329" y="3184"/>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54" name="Freeform 654"/>
              <p:cNvSpPr/>
              <p:nvPr/>
            </p:nvSpPr>
            <p:spPr bwMode="auto">
              <a:xfrm>
                <a:off x="3329" y="3184"/>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55" name="Freeform 655"/>
              <p:cNvSpPr/>
              <p:nvPr/>
            </p:nvSpPr>
            <p:spPr bwMode="auto">
              <a:xfrm>
                <a:off x="3227" y="2839"/>
                <a:ext cx="309" cy="338"/>
              </a:xfrm>
              <a:custGeom>
                <a:avLst/>
                <a:gdLst/>
                <a:ahLst/>
                <a:cxnLst>
                  <a:cxn ang="0">
                    <a:pos x="0" y="0"/>
                  </a:cxn>
                  <a:cxn ang="0">
                    <a:pos x="50" y="139"/>
                  </a:cxn>
                  <a:cxn ang="0">
                    <a:pos x="122" y="338"/>
                  </a:cxn>
                  <a:cxn ang="0">
                    <a:pos x="309" y="181"/>
                  </a:cxn>
                  <a:cxn ang="0">
                    <a:pos x="51" y="30"/>
                  </a:cxn>
                  <a:cxn ang="0">
                    <a:pos x="0" y="0"/>
                  </a:cxn>
                </a:cxnLst>
                <a:rect l="0" t="0" r="r" b="b"/>
                <a:pathLst>
                  <a:path w="309" h="338">
                    <a:moveTo>
                      <a:pt x="0" y="0"/>
                    </a:moveTo>
                    <a:lnTo>
                      <a:pt x="50" y="139"/>
                    </a:lnTo>
                    <a:lnTo>
                      <a:pt x="122" y="338"/>
                    </a:lnTo>
                    <a:lnTo>
                      <a:pt x="309" y="181"/>
                    </a:lnTo>
                    <a:lnTo>
                      <a:pt x="51" y="3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56" name="Freeform 656"/>
              <p:cNvSpPr/>
              <p:nvPr/>
            </p:nvSpPr>
            <p:spPr bwMode="auto">
              <a:xfrm>
                <a:off x="3227" y="2839"/>
                <a:ext cx="309" cy="338"/>
              </a:xfrm>
              <a:custGeom>
                <a:avLst/>
                <a:gdLst/>
                <a:ahLst/>
                <a:cxnLst>
                  <a:cxn ang="0">
                    <a:pos x="0" y="0"/>
                  </a:cxn>
                  <a:cxn ang="0">
                    <a:pos x="50" y="139"/>
                  </a:cxn>
                  <a:cxn ang="0">
                    <a:pos x="122" y="338"/>
                  </a:cxn>
                  <a:cxn ang="0">
                    <a:pos x="309" y="181"/>
                  </a:cxn>
                  <a:cxn ang="0">
                    <a:pos x="51" y="30"/>
                  </a:cxn>
                  <a:cxn ang="0">
                    <a:pos x="0" y="0"/>
                  </a:cxn>
                </a:cxnLst>
                <a:rect l="0" t="0" r="r" b="b"/>
                <a:pathLst>
                  <a:path w="309" h="338">
                    <a:moveTo>
                      <a:pt x="0" y="0"/>
                    </a:moveTo>
                    <a:lnTo>
                      <a:pt x="50" y="139"/>
                    </a:lnTo>
                    <a:lnTo>
                      <a:pt x="122" y="338"/>
                    </a:lnTo>
                    <a:lnTo>
                      <a:pt x="309" y="181"/>
                    </a:lnTo>
                    <a:lnTo>
                      <a:pt x="51" y="3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57" name="Freeform 657"/>
              <p:cNvSpPr/>
              <p:nvPr/>
            </p:nvSpPr>
            <p:spPr bwMode="auto">
              <a:xfrm>
                <a:off x="3227" y="2839"/>
                <a:ext cx="50" cy="139"/>
              </a:xfrm>
              <a:custGeom>
                <a:avLst/>
                <a:gdLst/>
                <a:ahLst/>
                <a:cxnLst>
                  <a:cxn ang="0">
                    <a:pos x="0" y="0"/>
                  </a:cxn>
                  <a:cxn ang="0">
                    <a:pos x="50" y="139"/>
                  </a:cxn>
                  <a:cxn ang="0">
                    <a:pos x="0" y="0"/>
                  </a:cxn>
                  <a:cxn ang="0">
                    <a:pos x="0" y="0"/>
                  </a:cxn>
                </a:cxnLst>
                <a:rect l="0" t="0" r="r" b="b"/>
                <a:pathLst>
                  <a:path w="50" h="139">
                    <a:moveTo>
                      <a:pt x="0" y="0"/>
                    </a:moveTo>
                    <a:lnTo>
                      <a:pt x="50" y="139"/>
                    </a:lnTo>
                    <a:lnTo>
                      <a:pt x="0" y="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58" name="Freeform 658"/>
              <p:cNvSpPr/>
              <p:nvPr/>
            </p:nvSpPr>
            <p:spPr bwMode="auto">
              <a:xfrm>
                <a:off x="3227" y="2839"/>
                <a:ext cx="50" cy="139"/>
              </a:xfrm>
              <a:custGeom>
                <a:avLst/>
                <a:gdLst/>
                <a:ahLst/>
                <a:cxnLst>
                  <a:cxn ang="0">
                    <a:pos x="0" y="0"/>
                  </a:cxn>
                  <a:cxn ang="0">
                    <a:pos x="50" y="139"/>
                  </a:cxn>
                  <a:cxn ang="0">
                    <a:pos x="0" y="0"/>
                  </a:cxn>
                  <a:cxn ang="0">
                    <a:pos x="0" y="0"/>
                  </a:cxn>
                </a:cxnLst>
                <a:rect l="0" t="0" r="r" b="b"/>
                <a:pathLst>
                  <a:path w="50" h="139">
                    <a:moveTo>
                      <a:pt x="0" y="0"/>
                    </a:moveTo>
                    <a:lnTo>
                      <a:pt x="50" y="139"/>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59" name="Freeform 659"/>
              <p:cNvSpPr/>
              <p:nvPr/>
            </p:nvSpPr>
            <p:spPr bwMode="auto">
              <a:xfrm>
                <a:off x="3188" y="2794"/>
                <a:ext cx="8" cy="10"/>
              </a:xfrm>
              <a:custGeom>
                <a:avLst/>
                <a:gdLst/>
                <a:ahLst/>
                <a:cxnLst>
                  <a:cxn ang="0">
                    <a:pos x="0" y="0"/>
                  </a:cxn>
                  <a:cxn ang="0">
                    <a:pos x="3" y="10"/>
                  </a:cxn>
                  <a:cxn ang="0">
                    <a:pos x="8" y="10"/>
                  </a:cxn>
                  <a:cxn ang="0">
                    <a:pos x="8" y="5"/>
                  </a:cxn>
                  <a:cxn ang="0">
                    <a:pos x="0" y="0"/>
                  </a:cxn>
                </a:cxnLst>
                <a:rect l="0" t="0" r="r" b="b"/>
                <a:pathLst>
                  <a:path w="8" h="10">
                    <a:moveTo>
                      <a:pt x="0" y="0"/>
                    </a:moveTo>
                    <a:lnTo>
                      <a:pt x="3" y="10"/>
                    </a:lnTo>
                    <a:lnTo>
                      <a:pt x="8" y="10"/>
                    </a:lnTo>
                    <a:lnTo>
                      <a:pt x="8"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0" name="Freeform 660"/>
              <p:cNvSpPr/>
              <p:nvPr/>
            </p:nvSpPr>
            <p:spPr bwMode="auto">
              <a:xfrm>
                <a:off x="3188" y="2794"/>
                <a:ext cx="8" cy="10"/>
              </a:xfrm>
              <a:custGeom>
                <a:avLst/>
                <a:gdLst/>
                <a:ahLst/>
                <a:cxnLst>
                  <a:cxn ang="0">
                    <a:pos x="0" y="0"/>
                  </a:cxn>
                  <a:cxn ang="0">
                    <a:pos x="3" y="10"/>
                  </a:cxn>
                  <a:cxn ang="0">
                    <a:pos x="8" y="10"/>
                  </a:cxn>
                  <a:cxn ang="0">
                    <a:pos x="8" y="5"/>
                  </a:cxn>
                  <a:cxn ang="0">
                    <a:pos x="0" y="0"/>
                  </a:cxn>
                </a:cxnLst>
                <a:rect l="0" t="0" r="r" b="b"/>
                <a:pathLst>
                  <a:path w="8" h="10">
                    <a:moveTo>
                      <a:pt x="0" y="0"/>
                    </a:moveTo>
                    <a:lnTo>
                      <a:pt x="3" y="10"/>
                    </a:lnTo>
                    <a:lnTo>
                      <a:pt x="8" y="10"/>
                    </a:lnTo>
                    <a:lnTo>
                      <a:pt x="8"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1" name="Freeform 661"/>
              <p:cNvSpPr/>
              <p:nvPr/>
            </p:nvSpPr>
            <p:spPr bwMode="auto">
              <a:xfrm>
                <a:off x="3196" y="2799"/>
                <a:ext cx="5" cy="6"/>
              </a:xfrm>
              <a:custGeom>
                <a:avLst/>
                <a:gdLst/>
                <a:ahLst/>
                <a:cxnLst>
                  <a:cxn ang="0">
                    <a:pos x="0" y="0"/>
                  </a:cxn>
                  <a:cxn ang="0">
                    <a:pos x="0" y="5"/>
                  </a:cxn>
                  <a:cxn ang="0">
                    <a:pos x="5" y="6"/>
                  </a:cxn>
                  <a:cxn ang="0">
                    <a:pos x="5" y="3"/>
                  </a:cxn>
                  <a:cxn ang="0">
                    <a:pos x="0" y="0"/>
                  </a:cxn>
                </a:cxnLst>
                <a:rect l="0" t="0" r="r" b="b"/>
                <a:pathLst>
                  <a:path w="5" h="6">
                    <a:moveTo>
                      <a:pt x="0" y="0"/>
                    </a:moveTo>
                    <a:lnTo>
                      <a:pt x="0" y="5"/>
                    </a:lnTo>
                    <a:lnTo>
                      <a:pt x="5" y="6"/>
                    </a:lnTo>
                    <a:lnTo>
                      <a:pt x="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2" name="Freeform 662"/>
              <p:cNvSpPr/>
              <p:nvPr/>
            </p:nvSpPr>
            <p:spPr bwMode="auto">
              <a:xfrm>
                <a:off x="3196" y="2799"/>
                <a:ext cx="5" cy="6"/>
              </a:xfrm>
              <a:custGeom>
                <a:avLst/>
                <a:gdLst/>
                <a:ahLst/>
                <a:cxnLst>
                  <a:cxn ang="0">
                    <a:pos x="0" y="0"/>
                  </a:cxn>
                  <a:cxn ang="0">
                    <a:pos x="0" y="5"/>
                  </a:cxn>
                  <a:cxn ang="0">
                    <a:pos x="5" y="6"/>
                  </a:cxn>
                  <a:cxn ang="0">
                    <a:pos x="5" y="3"/>
                  </a:cxn>
                  <a:cxn ang="0">
                    <a:pos x="0" y="0"/>
                  </a:cxn>
                </a:cxnLst>
                <a:rect l="0" t="0" r="r" b="b"/>
                <a:pathLst>
                  <a:path w="5" h="6">
                    <a:moveTo>
                      <a:pt x="0" y="0"/>
                    </a:moveTo>
                    <a:lnTo>
                      <a:pt x="0" y="5"/>
                    </a:lnTo>
                    <a:lnTo>
                      <a:pt x="5" y="6"/>
                    </a:lnTo>
                    <a:lnTo>
                      <a:pt x="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3" name="Freeform 663"/>
              <p:cNvSpPr/>
              <p:nvPr/>
            </p:nvSpPr>
            <p:spPr bwMode="auto">
              <a:xfrm>
                <a:off x="3191" y="2804"/>
                <a:ext cx="5" cy="5"/>
              </a:xfrm>
              <a:custGeom>
                <a:avLst/>
                <a:gdLst/>
                <a:ahLst/>
                <a:cxnLst>
                  <a:cxn ang="0">
                    <a:pos x="0" y="0"/>
                  </a:cxn>
                  <a:cxn ang="0">
                    <a:pos x="2" y="5"/>
                  </a:cxn>
                  <a:cxn ang="0">
                    <a:pos x="5" y="5"/>
                  </a:cxn>
                  <a:cxn ang="0">
                    <a:pos x="5" y="0"/>
                  </a:cxn>
                  <a:cxn ang="0">
                    <a:pos x="0" y="0"/>
                  </a:cxn>
                </a:cxnLst>
                <a:rect l="0" t="0" r="r" b="b"/>
                <a:pathLst>
                  <a:path w="5" h="5">
                    <a:moveTo>
                      <a:pt x="0" y="0"/>
                    </a:moveTo>
                    <a:lnTo>
                      <a:pt x="2" y="5"/>
                    </a:lnTo>
                    <a:lnTo>
                      <a:pt x="5" y="5"/>
                    </a:lnTo>
                    <a:lnTo>
                      <a:pt x="5"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4" name="Freeform 664"/>
              <p:cNvSpPr/>
              <p:nvPr/>
            </p:nvSpPr>
            <p:spPr bwMode="auto">
              <a:xfrm>
                <a:off x="3191" y="2804"/>
                <a:ext cx="5" cy="5"/>
              </a:xfrm>
              <a:custGeom>
                <a:avLst/>
                <a:gdLst/>
                <a:ahLst/>
                <a:cxnLst>
                  <a:cxn ang="0">
                    <a:pos x="0" y="0"/>
                  </a:cxn>
                  <a:cxn ang="0">
                    <a:pos x="2" y="5"/>
                  </a:cxn>
                  <a:cxn ang="0">
                    <a:pos x="5" y="5"/>
                  </a:cxn>
                  <a:cxn ang="0">
                    <a:pos x="5" y="0"/>
                  </a:cxn>
                  <a:cxn ang="0">
                    <a:pos x="0" y="0"/>
                  </a:cxn>
                </a:cxnLst>
                <a:rect l="0" t="0" r="r" b="b"/>
                <a:pathLst>
                  <a:path w="5" h="5">
                    <a:moveTo>
                      <a:pt x="0" y="0"/>
                    </a:moveTo>
                    <a:lnTo>
                      <a:pt x="2" y="5"/>
                    </a:lnTo>
                    <a:lnTo>
                      <a:pt x="5" y="5"/>
                    </a:lnTo>
                    <a:lnTo>
                      <a:pt x="5"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5" name="Freeform 665"/>
              <p:cNvSpPr/>
              <p:nvPr/>
            </p:nvSpPr>
            <p:spPr bwMode="auto">
              <a:xfrm>
                <a:off x="3196" y="2804"/>
                <a:ext cx="5" cy="5"/>
              </a:xfrm>
              <a:custGeom>
                <a:avLst/>
                <a:gdLst/>
                <a:ahLst/>
                <a:cxnLst>
                  <a:cxn ang="0">
                    <a:pos x="0" y="0"/>
                  </a:cxn>
                  <a:cxn ang="0">
                    <a:pos x="0" y="5"/>
                  </a:cxn>
                  <a:cxn ang="0">
                    <a:pos x="4" y="3"/>
                  </a:cxn>
                  <a:cxn ang="0">
                    <a:pos x="5" y="1"/>
                  </a:cxn>
                  <a:cxn ang="0">
                    <a:pos x="0" y="0"/>
                  </a:cxn>
                </a:cxnLst>
                <a:rect l="0" t="0" r="r" b="b"/>
                <a:pathLst>
                  <a:path w="5" h="5">
                    <a:moveTo>
                      <a:pt x="0" y="0"/>
                    </a:moveTo>
                    <a:lnTo>
                      <a:pt x="0" y="5"/>
                    </a:lnTo>
                    <a:lnTo>
                      <a:pt x="4" y="3"/>
                    </a:lnTo>
                    <a:lnTo>
                      <a:pt x="5"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6" name="Freeform 666"/>
              <p:cNvSpPr/>
              <p:nvPr/>
            </p:nvSpPr>
            <p:spPr bwMode="auto">
              <a:xfrm>
                <a:off x="3196" y="2804"/>
                <a:ext cx="5" cy="5"/>
              </a:xfrm>
              <a:custGeom>
                <a:avLst/>
                <a:gdLst/>
                <a:ahLst/>
                <a:cxnLst>
                  <a:cxn ang="0">
                    <a:pos x="0" y="0"/>
                  </a:cxn>
                  <a:cxn ang="0">
                    <a:pos x="0" y="5"/>
                  </a:cxn>
                  <a:cxn ang="0">
                    <a:pos x="4" y="3"/>
                  </a:cxn>
                  <a:cxn ang="0">
                    <a:pos x="5" y="1"/>
                  </a:cxn>
                  <a:cxn ang="0">
                    <a:pos x="0" y="0"/>
                  </a:cxn>
                </a:cxnLst>
                <a:rect l="0" t="0" r="r" b="b"/>
                <a:pathLst>
                  <a:path w="5" h="5">
                    <a:moveTo>
                      <a:pt x="0" y="0"/>
                    </a:moveTo>
                    <a:lnTo>
                      <a:pt x="0" y="5"/>
                    </a:lnTo>
                    <a:lnTo>
                      <a:pt x="4" y="3"/>
                    </a:lnTo>
                    <a:lnTo>
                      <a:pt x="5"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7" name="Freeform 667"/>
              <p:cNvSpPr/>
              <p:nvPr/>
            </p:nvSpPr>
            <p:spPr bwMode="auto">
              <a:xfrm>
                <a:off x="3201" y="2802"/>
                <a:ext cx="4" cy="3"/>
              </a:xfrm>
              <a:custGeom>
                <a:avLst/>
                <a:gdLst/>
                <a:ahLst/>
                <a:cxnLst>
                  <a:cxn ang="0">
                    <a:pos x="0" y="0"/>
                  </a:cxn>
                  <a:cxn ang="0">
                    <a:pos x="0" y="3"/>
                  </a:cxn>
                  <a:cxn ang="0">
                    <a:pos x="2" y="3"/>
                  </a:cxn>
                  <a:cxn ang="0">
                    <a:pos x="4" y="2"/>
                  </a:cxn>
                  <a:cxn ang="0">
                    <a:pos x="0" y="0"/>
                  </a:cxn>
                </a:cxnLst>
                <a:rect l="0" t="0" r="r" b="b"/>
                <a:pathLst>
                  <a:path w="4" h="3">
                    <a:moveTo>
                      <a:pt x="0" y="0"/>
                    </a:moveTo>
                    <a:lnTo>
                      <a:pt x="0" y="3"/>
                    </a:lnTo>
                    <a:lnTo>
                      <a:pt x="2" y="3"/>
                    </a:lnTo>
                    <a:lnTo>
                      <a:pt x="4"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8" name="Freeform 668"/>
              <p:cNvSpPr/>
              <p:nvPr/>
            </p:nvSpPr>
            <p:spPr bwMode="auto">
              <a:xfrm>
                <a:off x="3201" y="2802"/>
                <a:ext cx="4" cy="3"/>
              </a:xfrm>
              <a:custGeom>
                <a:avLst/>
                <a:gdLst/>
                <a:ahLst/>
                <a:cxnLst>
                  <a:cxn ang="0">
                    <a:pos x="0" y="0"/>
                  </a:cxn>
                  <a:cxn ang="0">
                    <a:pos x="0" y="3"/>
                  </a:cxn>
                  <a:cxn ang="0">
                    <a:pos x="2" y="3"/>
                  </a:cxn>
                  <a:cxn ang="0">
                    <a:pos x="4" y="2"/>
                  </a:cxn>
                  <a:cxn ang="0">
                    <a:pos x="0" y="0"/>
                  </a:cxn>
                </a:cxnLst>
                <a:rect l="0" t="0" r="r" b="b"/>
                <a:pathLst>
                  <a:path w="4" h="3">
                    <a:moveTo>
                      <a:pt x="0" y="0"/>
                    </a:moveTo>
                    <a:lnTo>
                      <a:pt x="0" y="3"/>
                    </a:lnTo>
                    <a:lnTo>
                      <a:pt x="2" y="3"/>
                    </a:lnTo>
                    <a:lnTo>
                      <a:pt x="4"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9" name="Freeform 669"/>
              <p:cNvSpPr/>
              <p:nvPr/>
            </p:nvSpPr>
            <p:spPr bwMode="auto">
              <a:xfrm>
                <a:off x="3200" y="2805"/>
                <a:ext cx="3" cy="2"/>
              </a:xfrm>
              <a:custGeom>
                <a:avLst/>
                <a:gdLst/>
                <a:ahLst/>
                <a:cxnLst>
                  <a:cxn ang="0">
                    <a:pos x="1" y="0"/>
                  </a:cxn>
                  <a:cxn ang="0">
                    <a:pos x="0" y="2"/>
                  </a:cxn>
                  <a:cxn ang="0">
                    <a:pos x="1" y="2"/>
                  </a:cxn>
                  <a:cxn ang="0">
                    <a:pos x="3" y="0"/>
                  </a:cxn>
                  <a:cxn ang="0">
                    <a:pos x="1" y="0"/>
                  </a:cxn>
                </a:cxnLst>
                <a:rect l="0" t="0" r="r" b="b"/>
                <a:pathLst>
                  <a:path w="3" h="2">
                    <a:moveTo>
                      <a:pt x="1" y="0"/>
                    </a:moveTo>
                    <a:lnTo>
                      <a:pt x="0" y="2"/>
                    </a:lnTo>
                    <a:lnTo>
                      <a:pt x="1" y="2"/>
                    </a:lnTo>
                    <a:lnTo>
                      <a:pt x="3"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0" name="Freeform 670"/>
              <p:cNvSpPr/>
              <p:nvPr/>
            </p:nvSpPr>
            <p:spPr bwMode="auto">
              <a:xfrm>
                <a:off x="3200" y="2805"/>
                <a:ext cx="3" cy="2"/>
              </a:xfrm>
              <a:custGeom>
                <a:avLst/>
                <a:gdLst/>
                <a:ahLst/>
                <a:cxnLst>
                  <a:cxn ang="0">
                    <a:pos x="1" y="0"/>
                  </a:cxn>
                  <a:cxn ang="0">
                    <a:pos x="0" y="2"/>
                  </a:cxn>
                  <a:cxn ang="0">
                    <a:pos x="1" y="2"/>
                  </a:cxn>
                  <a:cxn ang="0">
                    <a:pos x="3" y="0"/>
                  </a:cxn>
                  <a:cxn ang="0">
                    <a:pos x="1" y="0"/>
                  </a:cxn>
                </a:cxnLst>
                <a:rect l="0" t="0" r="r" b="b"/>
                <a:pathLst>
                  <a:path w="3" h="2">
                    <a:moveTo>
                      <a:pt x="1" y="0"/>
                    </a:moveTo>
                    <a:lnTo>
                      <a:pt x="0" y="2"/>
                    </a:lnTo>
                    <a:lnTo>
                      <a:pt x="1" y="2"/>
                    </a:lnTo>
                    <a:lnTo>
                      <a:pt x="3"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871" name="Freeform 671"/>
              <p:cNvSpPr>
                <a:spLocks noEditPoints="1"/>
              </p:cNvSpPr>
              <p:nvPr/>
            </p:nvSpPr>
            <p:spPr bwMode="auto">
              <a:xfrm>
                <a:off x="3227" y="2839"/>
                <a:ext cx="309" cy="338"/>
              </a:xfrm>
              <a:custGeom>
                <a:avLst/>
                <a:gdLst/>
                <a:ahLst/>
                <a:cxnLst>
                  <a:cxn ang="0">
                    <a:pos x="50" y="139"/>
                  </a:cxn>
                  <a:cxn ang="0">
                    <a:pos x="122" y="338"/>
                  </a:cxn>
                  <a:cxn ang="0">
                    <a:pos x="309" y="181"/>
                  </a:cxn>
                  <a:cxn ang="0">
                    <a:pos x="309" y="181"/>
                  </a:cxn>
                  <a:cxn ang="0">
                    <a:pos x="122" y="338"/>
                  </a:cxn>
                  <a:cxn ang="0">
                    <a:pos x="50" y="139"/>
                  </a:cxn>
                  <a:cxn ang="0">
                    <a:pos x="0" y="0"/>
                  </a:cxn>
                  <a:cxn ang="0">
                    <a:pos x="0" y="0"/>
                  </a:cxn>
                  <a:cxn ang="0">
                    <a:pos x="51" y="30"/>
                  </a:cxn>
                  <a:cxn ang="0">
                    <a:pos x="0" y="0"/>
                  </a:cxn>
                </a:cxnLst>
                <a:rect l="0" t="0" r="r" b="b"/>
                <a:pathLst>
                  <a:path w="309" h="338">
                    <a:moveTo>
                      <a:pt x="50" y="139"/>
                    </a:moveTo>
                    <a:lnTo>
                      <a:pt x="122" y="338"/>
                    </a:lnTo>
                    <a:lnTo>
                      <a:pt x="309" y="181"/>
                    </a:lnTo>
                    <a:lnTo>
                      <a:pt x="309" y="181"/>
                    </a:lnTo>
                    <a:lnTo>
                      <a:pt x="122" y="338"/>
                    </a:lnTo>
                    <a:lnTo>
                      <a:pt x="50" y="139"/>
                    </a:lnTo>
                    <a:close/>
                    <a:moveTo>
                      <a:pt x="0" y="0"/>
                    </a:moveTo>
                    <a:lnTo>
                      <a:pt x="0" y="0"/>
                    </a:lnTo>
                    <a:lnTo>
                      <a:pt x="51" y="3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2" name="Freeform 672"/>
              <p:cNvSpPr/>
              <p:nvPr/>
            </p:nvSpPr>
            <p:spPr bwMode="auto">
              <a:xfrm>
                <a:off x="3277" y="2978"/>
                <a:ext cx="259" cy="199"/>
              </a:xfrm>
              <a:custGeom>
                <a:avLst/>
                <a:gdLst/>
                <a:ahLst/>
                <a:cxnLst>
                  <a:cxn ang="0">
                    <a:pos x="0" y="0"/>
                  </a:cxn>
                  <a:cxn ang="0">
                    <a:pos x="72" y="199"/>
                  </a:cxn>
                  <a:cxn ang="0">
                    <a:pos x="259" y="42"/>
                  </a:cxn>
                  <a:cxn ang="0">
                    <a:pos x="259" y="42"/>
                  </a:cxn>
                  <a:cxn ang="0">
                    <a:pos x="72" y="199"/>
                  </a:cxn>
                  <a:cxn ang="0">
                    <a:pos x="0" y="0"/>
                  </a:cxn>
                </a:cxnLst>
                <a:rect l="0" t="0" r="r" b="b"/>
                <a:pathLst>
                  <a:path w="259" h="199">
                    <a:moveTo>
                      <a:pt x="0" y="0"/>
                    </a:moveTo>
                    <a:lnTo>
                      <a:pt x="72" y="199"/>
                    </a:lnTo>
                    <a:lnTo>
                      <a:pt x="259" y="42"/>
                    </a:lnTo>
                    <a:lnTo>
                      <a:pt x="259" y="42"/>
                    </a:lnTo>
                    <a:lnTo>
                      <a:pt x="72" y="19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73" name="Freeform 673"/>
              <p:cNvSpPr/>
              <p:nvPr/>
            </p:nvSpPr>
            <p:spPr bwMode="auto">
              <a:xfrm>
                <a:off x="3227" y="2839"/>
                <a:ext cx="51" cy="30"/>
              </a:xfrm>
              <a:custGeom>
                <a:avLst/>
                <a:gdLst/>
                <a:ahLst/>
                <a:cxnLst>
                  <a:cxn ang="0">
                    <a:pos x="0" y="0"/>
                  </a:cxn>
                  <a:cxn ang="0">
                    <a:pos x="0" y="0"/>
                  </a:cxn>
                  <a:cxn ang="0">
                    <a:pos x="51" y="30"/>
                  </a:cxn>
                  <a:cxn ang="0">
                    <a:pos x="0" y="0"/>
                  </a:cxn>
                </a:cxnLst>
                <a:rect l="0" t="0" r="r" b="b"/>
                <a:pathLst>
                  <a:path w="51" h="30">
                    <a:moveTo>
                      <a:pt x="0" y="0"/>
                    </a:moveTo>
                    <a:lnTo>
                      <a:pt x="0" y="0"/>
                    </a:lnTo>
                    <a:lnTo>
                      <a:pt x="51" y="3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74" name="Freeform 674"/>
              <p:cNvSpPr/>
              <p:nvPr/>
            </p:nvSpPr>
            <p:spPr bwMode="auto">
              <a:xfrm>
                <a:off x="3206" y="2834"/>
                <a:ext cx="143" cy="350"/>
              </a:xfrm>
              <a:custGeom>
                <a:avLst/>
                <a:gdLst/>
                <a:ahLst/>
                <a:cxnLst>
                  <a:cxn ang="0">
                    <a:pos x="11" y="0"/>
                  </a:cxn>
                  <a:cxn ang="0">
                    <a:pos x="11" y="10"/>
                  </a:cxn>
                  <a:cxn ang="0">
                    <a:pos x="4" y="2"/>
                  </a:cxn>
                  <a:cxn ang="0">
                    <a:pos x="0" y="12"/>
                  </a:cxn>
                  <a:cxn ang="0">
                    <a:pos x="123" y="350"/>
                  </a:cxn>
                  <a:cxn ang="0">
                    <a:pos x="134" y="350"/>
                  </a:cxn>
                  <a:cxn ang="0">
                    <a:pos x="143" y="343"/>
                  </a:cxn>
                  <a:cxn ang="0">
                    <a:pos x="71" y="144"/>
                  </a:cxn>
                  <a:cxn ang="0">
                    <a:pos x="21" y="5"/>
                  </a:cxn>
                  <a:cxn ang="0">
                    <a:pos x="21" y="5"/>
                  </a:cxn>
                  <a:cxn ang="0">
                    <a:pos x="21" y="5"/>
                  </a:cxn>
                  <a:cxn ang="0">
                    <a:pos x="11" y="0"/>
                  </a:cxn>
                </a:cxnLst>
                <a:rect l="0" t="0" r="r" b="b"/>
                <a:pathLst>
                  <a:path w="143" h="350">
                    <a:moveTo>
                      <a:pt x="11" y="0"/>
                    </a:moveTo>
                    <a:lnTo>
                      <a:pt x="11" y="10"/>
                    </a:lnTo>
                    <a:lnTo>
                      <a:pt x="4" y="2"/>
                    </a:lnTo>
                    <a:lnTo>
                      <a:pt x="0" y="12"/>
                    </a:lnTo>
                    <a:lnTo>
                      <a:pt x="123" y="350"/>
                    </a:lnTo>
                    <a:lnTo>
                      <a:pt x="134" y="350"/>
                    </a:lnTo>
                    <a:lnTo>
                      <a:pt x="143" y="343"/>
                    </a:lnTo>
                    <a:lnTo>
                      <a:pt x="71" y="144"/>
                    </a:lnTo>
                    <a:lnTo>
                      <a:pt x="21" y="5"/>
                    </a:lnTo>
                    <a:lnTo>
                      <a:pt x="21" y="5"/>
                    </a:lnTo>
                    <a:lnTo>
                      <a:pt x="21" y="5"/>
                    </a:lnTo>
                    <a:lnTo>
                      <a:pt x="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5" name="Freeform 675"/>
              <p:cNvSpPr/>
              <p:nvPr/>
            </p:nvSpPr>
            <p:spPr bwMode="auto">
              <a:xfrm>
                <a:off x="3206" y="2834"/>
                <a:ext cx="143" cy="350"/>
              </a:xfrm>
              <a:custGeom>
                <a:avLst/>
                <a:gdLst/>
                <a:ahLst/>
                <a:cxnLst>
                  <a:cxn ang="0">
                    <a:pos x="11" y="0"/>
                  </a:cxn>
                  <a:cxn ang="0">
                    <a:pos x="11" y="10"/>
                  </a:cxn>
                  <a:cxn ang="0">
                    <a:pos x="4" y="2"/>
                  </a:cxn>
                  <a:cxn ang="0">
                    <a:pos x="0" y="12"/>
                  </a:cxn>
                  <a:cxn ang="0">
                    <a:pos x="123" y="350"/>
                  </a:cxn>
                  <a:cxn ang="0">
                    <a:pos x="134" y="350"/>
                  </a:cxn>
                  <a:cxn ang="0">
                    <a:pos x="143" y="343"/>
                  </a:cxn>
                  <a:cxn ang="0">
                    <a:pos x="71" y="144"/>
                  </a:cxn>
                  <a:cxn ang="0">
                    <a:pos x="21" y="5"/>
                  </a:cxn>
                  <a:cxn ang="0">
                    <a:pos x="21" y="5"/>
                  </a:cxn>
                  <a:cxn ang="0">
                    <a:pos x="21" y="5"/>
                  </a:cxn>
                  <a:cxn ang="0">
                    <a:pos x="11" y="0"/>
                  </a:cxn>
                </a:cxnLst>
                <a:rect l="0" t="0" r="r" b="b"/>
                <a:pathLst>
                  <a:path w="143" h="350">
                    <a:moveTo>
                      <a:pt x="11" y="0"/>
                    </a:moveTo>
                    <a:lnTo>
                      <a:pt x="11" y="10"/>
                    </a:lnTo>
                    <a:lnTo>
                      <a:pt x="4" y="2"/>
                    </a:lnTo>
                    <a:lnTo>
                      <a:pt x="0" y="12"/>
                    </a:lnTo>
                    <a:lnTo>
                      <a:pt x="123" y="350"/>
                    </a:lnTo>
                    <a:lnTo>
                      <a:pt x="134" y="350"/>
                    </a:lnTo>
                    <a:lnTo>
                      <a:pt x="143" y="343"/>
                    </a:lnTo>
                    <a:lnTo>
                      <a:pt x="71" y="144"/>
                    </a:lnTo>
                    <a:lnTo>
                      <a:pt x="21" y="5"/>
                    </a:lnTo>
                    <a:lnTo>
                      <a:pt x="21" y="5"/>
                    </a:lnTo>
                    <a:lnTo>
                      <a:pt x="21" y="5"/>
                    </a:lnTo>
                    <a:lnTo>
                      <a:pt x="11" y="0"/>
                    </a:lnTo>
                  </a:path>
                </a:pathLst>
              </a:custGeom>
              <a:noFill/>
              <a:ln w="9525">
                <a:noFill/>
                <a:round/>
              </a:ln>
            </p:spPr>
            <p:txBody>
              <a:bodyPr vert="horz" wrap="square" lIns="82938" tIns="41469" rIns="82938" bIns="41469" numCol="1" anchor="t" anchorCtr="0" compatLnSpc="1"/>
              <a:lstStyle/>
              <a:p>
                <a:endParaRPr lang="en-GB" sz="1815"/>
              </a:p>
            </p:txBody>
          </p:sp>
          <p:sp>
            <p:nvSpPr>
              <p:cNvPr id="51876" name="Freeform 676"/>
              <p:cNvSpPr/>
              <p:nvPr/>
            </p:nvSpPr>
            <p:spPr bwMode="auto">
              <a:xfrm>
                <a:off x="3210" y="2831"/>
                <a:ext cx="7" cy="13"/>
              </a:xfrm>
              <a:custGeom>
                <a:avLst/>
                <a:gdLst/>
                <a:ahLst/>
                <a:cxnLst>
                  <a:cxn ang="0">
                    <a:pos x="3" y="0"/>
                  </a:cxn>
                  <a:cxn ang="0">
                    <a:pos x="0" y="5"/>
                  </a:cxn>
                  <a:cxn ang="0">
                    <a:pos x="7" y="13"/>
                  </a:cxn>
                  <a:cxn ang="0">
                    <a:pos x="7" y="3"/>
                  </a:cxn>
                  <a:cxn ang="0">
                    <a:pos x="3" y="0"/>
                  </a:cxn>
                </a:cxnLst>
                <a:rect l="0" t="0" r="r" b="b"/>
                <a:pathLst>
                  <a:path w="7" h="13">
                    <a:moveTo>
                      <a:pt x="3" y="0"/>
                    </a:moveTo>
                    <a:lnTo>
                      <a:pt x="0" y="5"/>
                    </a:lnTo>
                    <a:lnTo>
                      <a:pt x="7" y="13"/>
                    </a:lnTo>
                    <a:lnTo>
                      <a:pt x="7"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7" name="Freeform 677"/>
              <p:cNvSpPr/>
              <p:nvPr/>
            </p:nvSpPr>
            <p:spPr bwMode="auto">
              <a:xfrm>
                <a:off x="3210" y="2831"/>
                <a:ext cx="7" cy="13"/>
              </a:xfrm>
              <a:custGeom>
                <a:avLst/>
                <a:gdLst/>
                <a:ahLst/>
                <a:cxnLst>
                  <a:cxn ang="0">
                    <a:pos x="3" y="0"/>
                  </a:cxn>
                  <a:cxn ang="0">
                    <a:pos x="0" y="5"/>
                  </a:cxn>
                  <a:cxn ang="0">
                    <a:pos x="7" y="13"/>
                  </a:cxn>
                  <a:cxn ang="0">
                    <a:pos x="7" y="3"/>
                  </a:cxn>
                  <a:cxn ang="0">
                    <a:pos x="3" y="0"/>
                  </a:cxn>
                </a:cxnLst>
                <a:rect l="0" t="0" r="r" b="b"/>
                <a:pathLst>
                  <a:path w="7" h="13">
                    <a:moveTo>
                      <a:pt x="3" y="0"/>
                    </a:moveTo>
                    <a:lnTo>
                      <a:pt x="0" y="5"/>
                    </a:lnTo>
                    <a:lnTo>
                      <a:pt x="7" y="13"/>
                    </a:lnTo>
                    <a:lnTo>
                      <a:pt x="7"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878" name="Freeform 678"/>
              <p:cNvSpPr/>
              <p:nvPr/>
            </p:nvSpPr>
            <p:spPr bwMode="auto">
              <a:xfrm>
                <a:off x="3203" y="2832"/>
                <a:ext cx="7" cy="14"/>
              </a:xfrm>
              <a:custGeom>
                <a:avLst/>
                <a:gdLst/>
                <a:ahLst/>
                <a:cxnLst>
                  <a:cxn ang="0">
                    <a:pos x="3" y="0"/>
                  </a:cxn>
                  <a:cxn ang="0">
                    <a:pos x="0" y="4"/>
                  </a:cxn>
                  <a:cxn ang="0">
                    <a:pos x="3" y="14"/>
                  </a:cxn>
                  <a:cxn ang="0">
                    <a:pos x="7" y="4"/>
                  </a:cxn>
                  <a:cxn ang="0">
                    <a:pos x="3" y="0"/>
                  </a:cxn>
                </a:cxnLst>
                <a:rect l="0" t="0" r="r" b="b"/>
                <a:pathLst>
                  <a:path w="7" h="14">
                    <a:moveTo>
                      <a:pt x="3" y="0"/>
                    </a:moveTo>
                    <a:lnTo>
                      <a:pt x="0" y="4"/>
                    </a:lnTo>
                    <a:lnTo>
                      <a:pt x="3" y="14"/>
                    </a:lnTo>
                    <a:lnTo>
                      <a:pt x="7" y="4"/>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9" name="Freeform 679"/>
              <p:cNvSpPr/>
              <p:nvPr/>
            </p:nvSpPr>
            <p:spPr bwMode="auto">
              <a:xfrm>
                <a:off x="3203" y="2832"/>
                <a:ext cx="7" cy="14"/>
              </a:xfrm>
              <a:custGeom>
                <a:avLst/>
                <a:gdLst/>
                <a:ahLst/>
                <a:cxnLst>
                  <a:cxn ang="0">
                    <a:pos x="3" y="0"/>
                  </a:cxn>
                  <a:cxn ang="0">
                    <a:pos x="0" y="4"/>
                  </a:cxn>
                  <a:cxn ang="0">
                    <a:pos x="3" y="14"/>
                  </a:cxn>
                  <a:cxn ang="0">
                    <a:pos x="7" y="4"/>
                  </a:cxn>
                  <a:cxn ang="0">
                    <a:pos x="3" y="0"/>
                  </a:cxn>
                </a:cxnLst>
                <a:rect l="0" t="0" r="r" b="b"/>
                <a:pathLst>
                  <a:path w="7" h="14">
                    <a:moveTo>
                      <a:pt x="3" y="0"/>
                    </a:moveTo>
                    <a:lnTo>
                      <a:pt x="0" y="4"/>
                    </a:lnTo>
                    <a:lnTo>
                      <a:pt x="3" y="14"/>
                    </a:lnTo>
                    <a:lnTo>
                      <a:pt x="7" y="4"/>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880" name="Freeform 680"/>
              <p:cNvSpPr/>
              <p:nvPr/>
            </p:nvSpPr>
            <p:spPr bwMode="auto">
              <a:xfrm>
                <a:off x="3201" y="2829"/>
                <a:ext cx="5" cy="7"/>
              </a:xfrm>
              <a:custGeom>
                <a:avLst/>
                <a:gdLst/>
                <a:ahLst/>
                <a:cxnLst>
                  <a:cxn ang="0">
                    <a:pos x="4" y="0"/>
                  </a:cxn>
                  <a:cxn ang="0">
                    <a:pos x="0" y="2"/>
                  </a:cxn>
                  <a:cxn ang="0">
                    <a:pos x="2" y="7"/>
                  </a:cxn>
                  <a:cxn ang="0">
                    <a:pos x="5" y="3"/>
                  </a:cxn>
                  <a:cxn ang="0">
                    <a:pos x="4" y="0"/>
                  </a:cxn>
                </a:cxnLst>
                <a:rect l="0" t="0" r="r" b="b"/>
                <a:pathLst>
                  <a:path w="5" h="7">
                    <a:moveTo>
                      <a:pt x="4" y="0"/>
                    </a:moveTo>
                    <a:lnTo>
                      <a:pt x="0" y="2"/>
                    </a:lnTo>
                    <a:lnTo>
                      <a:pt x="2" y="7"/>
                    </a:lnTo>
                    <a:lnTo>
                      <a:pt x="5" y="3"/>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1" name="Freeform 681"/>
              <p:cNvSpPr/>
              <p:nvPr/>
            </p:nvSpPr>
            <p:spPr bwMode="auto">
              <a:xfrm>
                <a:off x="3201" y="2829"/>
                <a:ext cx="5" cy="7"/>
              </a:xfrm>
              <a:custGeom>
                <a:avLst/>
                <a:gdLst/>
                <a:ahLst/>
                <a:cxnLst>
                  <a:cxn ang="0">
                    <a:pos x="4" y="0"/>
                  </a:cxn>
                  <a:cxn ang="0">
                    <a:pos x="0" y="2"/>
                  </a:cxn>
                  <a:cxn ang="0">
                    <a:pos x="2" y="7"/>
                  </a:cxn>
                  <a:cxn ang="0">
                    <a:pos x="5" y="3"/>
                  </a:cxn>
                  <a:cxn ang="0">
                    <a:pos x="4" y="0"/>
                  </a:cxn>
                </a:cxnLst>
                <a:rect l="0" t="0" r="r" b="b"/>
                <a:pathLst>
                  <a:path w="5" h="7">
                    <a:moveTo>
                      <a:pt x="4" y="0"/>
                    </a:moveTo>
                    <a:lnTo>
                      <a:pt x="0" y="2"/>
                    </a:lnTo>
                    <a:lnTo>
                      <a:pt x="2" y="7"/>
                    </a:lnTo>
                    <a:lnTo>
                      <a:pt x="5" y="3"/>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882" name="Freeform 682"/>
              <p:cNvSpPr/>
              <p:nvPr/>
            </p:nvSpPr>
            <p:spPr bwMode="auto">
              <a:xfrm>
                <a:off x="3206" y="2829"/>
                <a:ext cx="7" cy="7"/>
              </a:xfrm>
              <a:custGeom>
                <a:avLst/>
                <a:gdLst/>
                <a:ahLst/>
                <a:cxnLst>
                  <a:cxn ang="0">
                    <a:pos x="4" y="0"/>
                  </a:cxn>
                  <a:cxn ang="0">
                    <a:pos x="0" y="3"/>
                  </a:cxn>
                  <a:cxn ang="0">
                    <a:pos x="4" y="7"/>
                  </a:cxn>
                  <a:cxn ang="0">
                    <a:pos x="7" y="2"/>
                  </a:cxn>
                  <a:cxn ang="0">
                    <a:pos x="4" y="0"/>
                  </a:cxn>
                </a:cxnLst>
                <a:rect l="0" t="0" r="r" b="b"/>
                <a:pathLst>
                  <a:path w="7" h="7">
                    <a:moveTo>
                      <a:pt x="4" y="0"/>
                    </a:moveTo>
                    <a:lnTo>
                      <a:pt x="0" y="3"/>
                    </a:lnTo>
                    <a:lnTo>
                      <a:pt x="4" y="7"/>
                    </a:lnTo>
                    <a:lnTo>
                      <a:pt x="7"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3" name="Freeform 683"/>
              <p:cNvSpPr/>
              <p:nvPr/>
            </p:nvSpPr>
            <p:spPr bwMode="auto">
              <a:xfrm>
                <a:off x="3206" y="2829"/>
                <a:ext cx="7" cy="7"/>
              </a:xfrm>
              <a:custGeom>
                <a:avLst/>
                <a:gdLst/>
                <a:ahLst/>
                <a:cxnLst>
                  <a:cxn ang="0">
                    <a:pos x="4" y="0"/>
                  </a:cxn>
                  <a:cxn ang="0">
                    <a:pos x="0" y="3"/>
                  </a:cxn>
                  <a:cxn ang="0">
                    <a:pos x="4" y="7"/>
                  </a:cxn>
                  <a:cxn ang="0">
                    <a:pos x="7" y="2"/>
                  </a:cxn>
                  <a:cxn ang="0">
                    <a:pos x="4" y="0"/>
                  </a:cxn>
                </a:cxnLst>
                <a:rect l="0" t="0" r="r" b="b"/>
                <a:pathLst>
                  <a:path w="7" h="7">
                    <a:moveTo>
                      <a:pt x="4" y="0"/>
                    </a:moveTo>
                    <a:lnTo>
                      <a:pt x="0" y="3"/>
                    </a:lnTo>
                    <a:lnTo>
                      <a:pt x="4" y="7"/>
                    </a:lnTo>
                    <a:lnTo>
                      <a:pt x="7"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884" name="Freeform 684"/>
              <p:cNvSpPr/>
              <p:nvPr/>
            </p:nvSpPr>
            <p:spPr bwMode="auto">
              <a:xfrm>
                <a:off x="3205" y="2829"/>
                <a:ext cx="5" cy="3"/>
              </a:xfrm>
              <a:custGeom>
                <a:avLst/>
                <a:gdLst/>
                <a:ahLst/>
                <a:cxnLst>
                  <a:cxn ang="0">
                    <a:pos x="1" y="0"/>
                  </a:cxn>
                  <a:cxn ang="0">
                    <a:pos x="0" y="0"/>
                  </a:cxn>
                  <a:cxn ang="0">
                    <a:pos x="1" y="3"/>
                  </a:cxn>
                  <a:cxn ang="0">
                    <a:pos x="5" y="0"/>
                  </a:cxn>
                  <a:cxn ang="0">
                    <a:pos x="1" y="0"/>
                  </a:cxn>
                </a:cxnLst>
                <a:rect l="0" t="0" r="r" b="b"/>
                <a:pathLst>
                  <a:path w="5" h="3">
                    <a:moveTo>
                      <a:pt x="1" y="0"/>
                    </a:moveTo>
                    <a:lnTo>
                      <a:pt x="0" y="0"/>
                    </a:lnTo>
                    <a:lnTo>
                      <a:pt x="1" y="3"/>
                    </a:lnTo>
                    <a:lnTo>
                      <a:pt x="5"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5" name="Freeform 685"/>
              <p:cNvSpPr/>
              <p:nvPr/>
            </p:nvSpPr>
            <p:spPr bwMode="auto">
              <a:xfrm>
                <a:off x="3205" y="2829"/>
                <a:ext cx="5" cy="3"/>
              </a:xfrm>
              <a:custGeom>
                <a:avLst/>
                <a:gdLst/>
                <a:ahLst/>
                <a:cxnLst>
                  <a:cxn ang="0">
                    <a:pos x="1" y="0"/>
                  </a:cxn>
                  <a:cxn ang="0">
                    <a:pos x="0" y="0"/>
                  </a:cxn>
                  <a:cxn ang="0">
                    <a:pos x="1" y="3"/>
                  </a:cxn>
                  <a:cxn ang="0">
                    <a:pos x="5" y="0"/>
                  </a:cxn>
                  <a:cxn ang="0">
                    <a:pos x="1" y="0"/>
                  </a:cxn>
                </a:cxnLst>
                <a:rect l="0" t="0" r="r" b="b"/>
                <a:pathLst>
                  <a:path w="5" h="3">
                    <a:moveTo>
                      <a:pt x="1" y="0"/>
                    </a:moveTo>
                    <a:lnTo>
                      <a:pt x="0" y="0"/>
                    </a:lnTo>
                    <a:lnTo>
                      <a:pt x="1" y="3"/>
                    </a:lnTo>
                    <a:lnTo>
                      <a:pt x="5"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886" name="Freeform 686"/>
              <p:cNvSpPr/>
              <p:nvPr/>
            </p:nvSpPr>
            <p:spPr bwMode="auto">
              <a:xfrm>
                <a:off x="3200" y="2827"/>
                <a:ext cx="5" cy="4"/>
              </a:xfrm>
              <a:custGeom>
                <a:avLst/>
                <a:gdLst/>
                <a:ahLst/>
                <a:cxnLst>
                  <a:cxn ang="0">
                    <a:pos x="3" y="0"/>
                  </a:cxn>
                  <a:cxn ang="0">
                    <a:pos x="0" y="0"/>
                  </a:cxn>
                  <a:cxn ang="0">
                    <a:pos x="1" y="4"/>
                  </a:cxn>
                  <a:cxn ang="0">
                    <a:pos x="5" y="2"/>
                  </a:cxn>
                  <a:cxn ang="0">
                    <a:pos x="3" y="0"/>
                  </a:cxn>
                </a:cxnLst>
                <a:rect l="0" t="0" r="r" b="b"/>
                <a:pathLst>
                  <a:path w="5" h="4">
                    <a:moveTo>
                      <a:pt x="3" y="0"/>
                    </a:moveTo>
                    <a:lnTo>
                      <a:pt x="0" y="0"/>
                    </a:lnTo>
                    <a:lnTo>
                      <a:pt x="1" y="4"/>
                    </a:lnTo>
                    <a:lnTo>
                      <a:pt x="5" y="2"/>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7" name="Freeform 687"/>
              <p:cNvSpPr/>
              <p:nvPr/>
            </p:nvSpPr>
            <p:spPr bwMode="auto">
              <a:xfrm>
                <a:off x="3200" y="2827"/>
                <a:ext cx="5" cy="4"/>
              </a:xfrm>
              <a:custGeom>
                <a:avLst/>
                <a:gdLst/>
                <a:ahLst/>
                <a:cxnLst>
                  <a:cxn ang="0">
                    <a:pos x="3" y="0"/>
                  </a:cxn>
                  <a:cxn ang="0">
                    <a:pos x="0" y="0"/>
                  </a:cxn>
                  <a:cxn ang="0">
                    <a:pos x="1" y="4"/>
                  </a:cxn>
                  <a:cxn ang="0">
                    <a:pos x="5" y="2"/>
                  </a:cxn>
                  <a:cxn ang="0">
                    <a:pos x="3" y="0"/>
                  </a:cxn>
                </a:cxnLst>
                <a:rect l="0" t="0" r="r" b="b"/>
                <a:pathLst>
                  <a:path w="5" h="4">
                    <a:moveTo>
                      <a:pt x="3" y="0"/>
                    </a:moveTo>
                    <a:lnTo>
                      <a:pt x="0" y="0"/>
                    </a:lnTo>
                    <a:lnTo>
                      <a:pt x="1" y="4"/>
                    </a:lnTo>
                    <a:lnTo>
                      <a:pt x="5" y="2"/>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888" name="Freeform 688"/>
              <p:cNvSpPr/>
              <p:nvPr/>
            </p:nvSpPr>
            <p:spPr bwMode="auto">
              <a:xfrm>
                <a:off x="3203" y="2827"/>
                <a:ext cx="3" cy="2"/>
              </a:xfrm>
              <a:custGeom>
                <a:avLst/>
                <a:gdLst/>
                <a:ahLst/>
                <a:cxnLst>
                  <a:cxn ang="0">
                    <a:pos x="2" y="0"/>
                  </a:cxn>
                  <a:cxn ang="0">
                    <a:pos x="0" y="0"/>
                  </a:cxn>
                  <a:cxn ang="0">
                    <a:pos x="2" y="2"/>
                  </a:cxn>
                  <a:cxn ang="0">
                    <a:pos x="3" y="2"/>
                  </a:cxn>
                  <a:cxn ang="0">
                    <a:pos x="2" y="0"/>
                  </a:cxn>
                </a:cxnLst>
                <a:rect l="0" t="0" r="r" b="b"/>
                <a:pathLst>
                  <a:path w="3" h="2">
                    <a:moveTo>
                      <a:pt x="2" y="0"/>
                    </a:moveTo>
                    <a:lnTo>
                      <a:pt x="0" y="0"/>
                    </a:lnTo>
                    <a:lnTo>
                      <a:pt x="2" y="2"/>
                    </a:lnTo>
                    <a:lnTo>
                      <a:pt x="3"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9" name="Freeform 689"/>
              <p:cNvSpPr/>
              <p:nvPr/>
            </p:nvSpPr>
            <p:spPr bwMode="auto">
              <a:xfrm>
                <a:off x="3203" y="2827"/>
                <a:ext cx="3" cy="2"/>
              </a:xfrm>
              <a:custGeom>
                <a:avLst/>
                <a:gdLst/>
                <a:ahLst/>
                <a:cxnLst>
                  <a:cxn ang="0">
                    <a:pos x="2" y="0"/>
                  </a:cxn>
                  <a:cxn ang="0">
                    <a:pos x="0" y="0"/>
                  </a:cxn>
                  <a:cxn ang="0">
                    <a:pos x="2" y="2"/>
                  </a:cxn>
                  <a:cxn ang="0">
                    <a:pos x="3" y="2"/>
                  </a:cxn>
                  <a:cxn ang="0">
                    <a:pos x="2" y="0"/>
                  </a:cxn>
                </a:cxnLst>
                <a:rect l="0" t="0" r="r" b="b"/>
                <a:pathLst>
                  <a:path w="3" h="2">
                    <a:moveTo>
                      <a:pt x="2" y="0"/>
                    </a:moveTo>
                    <a:lnTo>
                      <a:pt x="0" y="0"/>
                    </a:lnTo>
                    <a:lnTo>
                      <a:pt x="2" y="2"/>
                    </a:lnTo>
                    <a:lnTo>
                      <a:pt x="3"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890" name="Rectangle 690"/>
              <p:cNvSpPr>
                <a:spLocks noChangeArrowheads="1"/>
              </p:cNvSpPr>
              <p:nvPr/>
            </p:nvSpPr>
            <p:spPr bwMode="auto">
              <a:xfrm>
                <a:off x="3329" y="3184"/>
                <a:ext cx="1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891" name="Rectangle 691"/>
              <p:cNvSpPr>
                <a:spLocks noChangeArrowheads="1"/>
              </p:cNvSpPr>
              <p:nvPr/>
            </p:nvSpPr>
            <p:spPr bwMode="auto">
              <a:xfrm>
                <a:off x="3329" y="3184"/>
                <a:ext cx="1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892" name="Rectangle 692"/>
              <p:cNvSpPr>
                <a:spLocks noChangeArrowheads="1"/>
              </p:cNvSpPr>
              <p:nvPr/>
            </p:nvSpPr>
            <p:spPr bwMode="auto">
              <a:xfrm>
                <a:off x="3337" y="3204"/>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1893" name="Rectangle 693"/>
              <p:cNvSpPr>
                <a:spLocks noChangeArrowheads="1"/>
              </p:cNvSpPr>
              <p:nvPr/>
            </p:nvSpPr>
            <p:spPr bwMode="auto">
              <a:xfrm>
                <a:off x="3337" y="3204"/>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894" name="Freeform 694"/>
              <p:cNvSpPr/>
              <p:nvPr/>
            </p:nvSpPr>
            <p:spPr bwMode="auto">
              <a:xfrm>
                <a:off x="3334" y="3197"/>
                <a:ext cx="3" cy="7"/>
              </a:xfrm>
              <a:custGeom>
                <a:avLst/>
                <a:gdLst/>
                <a:ahLst/>
                <a:cxnLst>
                  <a:cxn ang="0">
                    <a:pos x="0" y="0"/>
                  </a:cxn>
                  <a:cxn ang="0">
                    <a:pos x="0" y="0"/>
                  </a:cxn>
                  <a:cxn ang="0">
                    <a:pos x="0" y="0"/>
                  </a:cxn>
                  <a:cxn ang="0">
                    <a:pos x="3" y="7"/>
                  </a:cxn>
                  <a:cxn ang="0">
                    <a:pos x="3" y="7"/>
                  </a:cxn>
                  <a:cxn ang="0">
                    <a:pos x="0" y="0"/>
                  </a:cxn>
                </a:cxnLst>
                <a:rect l="0" t="0" r="r" b="b"/>
                <a:pathLst>
                  <a:path w="3" h="7">
                    <a:moveTo>
                      <a:pt x="0" y="0"/>
                    </a:moveTo>
                    <a:lnTo>
                      <a:pt x="0" y="0"/>
                    </a:lnTo>
                    <a:lnTo>
                      <a:pt x="0" y="0"/>
                    </a:lnTo>
                    <a:lnTo>
                      <a:pt x="3" y="7"/>
                    </a:lnTo>
                    <a:lnTo>
                      <a:pt x="3" y="7"/>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95" name="Freeform 695"/>
              <p:cNvSpPr/>
              <p:nvPr/>
            </p:nvSpPr>
            <p:spPr bwMode="auto">
              <a:xfrm>
                <a:off x="3334" y="3197"/>
                <a:ext cx="3" cy="7"/>
              </a:xfrm>
              <a:custGeom>
                <a:avLst/>
                <a:gdLst/>
                <a:ahLst/>
                <a:cxnLst>
                  <a:cxn ang="0">
                    <a:pos x="0" y="0"/>
                  </a:cxn>
                  <a:cxn ang="0">
                    <a:pos x="0" y="0"/>
                  </a:cxn>
                  <a:cxn ang="0">
                    <a:pos x="0" y="0"/>
                  </a:cxn>
                  <a:cxn ang="0">
                    <a:pos x="3" y="7"/>
                  </a:cxn>
                  <a:cxn ang="0">
                    <a:pos x="3" y="7"/>
                  </a:cxn>
                  <a:cxn ang="0">
                    <a:pos x="0" y="0"/>
                  </a:cxn>
                </a:cxnLst>
                <a:rect l="0" t="0" r="r" b="b"/>
                <a:pathLst>
                  <a:path w="3" h="7">
                    <a:moveTo>
                      <a:pt x="0" y="0"/>
                    </a:moveTo>
                    <a:lnTo>
                      <a:pt x="0" y="0"/>
                    </a:lnTo>
                    <a:lnTo>
                      <a:pt x="0" y="0"/>
                    </a:lnTo>
                    <a:lnTo>
                      <a:pt x="3" y="7"/>
                    </a:lnTo>
                    <a:lnTo>
                      <a:pt x="3" y="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96" name="Freeform 696"/>
              <p:cNvSpPr/>
              <p:nvPr/>
            </p:nvSpPr>
            <p:spPr bwMode="auto">
              <a:xfrm>
                <a:off x="3419" y="3030"/>
                <a:ext cx="136" cy="114"/>
              </a:xfrm>
              <a:custGeom>
                <a:avLst/>
                <a:gdLst/>
                <a:ahLst/>
                <a:cxnLst>
                  <a:cxn ang="0">
                    <a:pos x="136" y="0"/>
                  </a:cxn>
                  <a:cxn ang="0">
                    <a:pos x="0" y="114"/>
                  </a:cxn>
                  <a:cxn ang="0">
                    <a:pos x="136" y="0"/>
                  </a:cxn>
                  <a:cxn ang="0">
                    <a:pos x="136" y="0"/>
                  </a:cxn>
                </a:cxnLst>
                <a:rect l="0" t="0" r="r" b="b"/>
                <a:pathLst>
                  <a:path w="136" h="114">
                    <a:moveTo>
                      <a:pt x="136" y="0"/>
                    </a:moveTo>
                    <a:lnTo>
                      <a:pt x="0" y="114"/>
                    </a:lnTo>
                    <a:lnTo>
                      <a:pt x="136" y="0"/>
                    </a:lnTo>
                    <a:lnTo>
                      <a:pt x="136"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97" name="Freeform 697"/>
              <p:cNvSpPr/>
              <p:nvPr/>
            </p:nvSpPr>
            <p:spPr bwMode="auto">
              <a:xfrm>
                <a:off x="3419" y="3030"/>
                <a:ext cx="136" cy="114"/>
              </a:xfrm>
              <a:custGeom>
                <a:avLst/>
                <a:gdLst/>
                <a:ahLst/>
                <a:cxnLst>
                  <a:cxn ang="0">
                    <a:pos x="136" y="0"/>
                  </a:cxn>
                  <a:cxn ang="0">
                    <a:pos x="0" y="114"/>
                  </a:cxn>
                  <a:cxn ang="0">
                    <a:pos x="136" y="0"/>
                  </a:cxn>
                  <a:cxn ang="0">
                    <a:pos x="136" y="0"/>
                  </a:cxn>
                </a:cxnLst>
                <a:rect l="0" t="0" r="r" b="b"/>
                <a:pathLst>
                  <a:path w="136" h="114">
                    <a:moveTo>
                      <a:pt x="136" y="0"/>
                    </a:moveTo>
                    <a:lnTo>
                      <a:pt x="0" y="114"/>
                    </a:lnTo>
                    <a:lnTo>
                      <a:pt x="136" y="0"/>
                    </a:lnTo>
                    <a:lnTo>
                      <a:pt x="136" y="0"/>
                    </a:lnTo>
                  </a:path>
                </a:pathLst>
              </a:custGeom>
              <a:noFill/>
              <a:ln w="9525">
                <a:noFill/>
                <a:round/>
              </a:ln>
            </p:spPr>
            <p:txBody>
              <a:bodyPr vert="horz" wrap="square" lIns="82938" tIns="41469" rIns="82938" bIns="41469" numCol="1" anchor="t" anchorCtr="0" compatLnSpc="1"/>
              <a:lstStyle/>
              <a:p>
                <a:endParaRPr lang="en-GB" sz="1815"/>
              </a:p>
            </p:txBody>
          </p:sp>
          <p:sp>
            <p:nvSpPr>
              <p:cNvPr id="51898" name="Freeform 698"/>
              <p:cNvSpPr/>
              <p:nvPr/>
            </p:nvSpPr>
            <p:spPr bwMode="auto">
              <a:xfrm>
                <a:off x="3349" y="3020"/>
                <a:ext cx="206" cy="177"/>
              </a:xfrm>
              <a:custGeom>
                <a:avLst/>
                <a:gdLst/>
                <a:ahLst/>
                <a:cxnLst>
                  <a:cxn ang="0">
                    <a:pos x="187" y="0"/>
                  </a:cxn>
                  <a:cxn ang="0">
                    <a:pos x="0" y="157"/>
                  </a:cxn>
                  <a:cxn ang="0">
                    <a:pos x="1" y="164"/>
                  </a:cxn>
                  <a:cxn ang="0">
                    <a:pos x="1" y="164"/>
                  </a:cxn>
                  <a:cxn ang="0">
                    <a:pos x="7" y="177"/>
                  </a:cxn>
                  <a:cxn ang="0">
                    <a:pos x="70" y="124"/>
                  </a:cxn>
                  <a:cxn ang="0">
                    <a:pos x="206" y="10"/>
                  </a:cxn>
                  <a:cxn ang="0">
                    <a:pos x="202" y="8"/>
                  </a:cxn>
                  <a:cxn ang="0">
                    <a:pos x="187" y="0"/>
                  </a:cxn>
                  <a:cxn ang="0">
                    <a:pos x="187" y="0"/>
                  </a:cxn>
                  <a:cxn ang="0">
                    <a:pos x="187" y="0"/>
                  </a:cxn>
                </a:cxnLst>
                <a:rect l="0" t="0" r="r" b="b"/>
                <a:pathLst>
                  <a:path w="206" h="177">
                    <a:moveTo>
                      <a:pt x="187" y="0"/>
                    </a:moveTo>
                    <a:lnTo>
                      <a:pt x="0" y="157"/>
                    </a:lnTo>
                    <a:lnTo>
                      <a:pt x="1" y="164"/>
                    </a:lnTo>
                    <a:lnTo>
                      <a:pt x="1" y="164"/>
                    </a:lnTo>
                    <a:lnTo>
                      <a:pt x="7" y="177"/>
                    </a:lnTo>
                    <a:lnTo>
                      <a:pt x="70" y="124"/>
                    </a:lnTo>
                    <a:lnTo>
                      <a:pt x="206" y="10"/>
                    </a:lnTo>
                    <a:lnTo>
                      <a:pt x="202" y="8"/>
                    </a:lnTo>
                    <a:lnTo>
                      <a:pt x="187" y="0"/>
                    </a:lnTo>
                    <a:lnTo>
                      <a:pt x="187" y="0"/>
                    </a:lnTo>
                    <a:lnTo>
                      <a:pt x="18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99" name="Freeform 699"/>
              <p:cNvSpPr/>
              <p:nvPr/>
            </p:nvSpPr>
            <p:spPr bwMode="auto">
              <a:xfrm>
                <a:off x="3349" y="3020"/>
                <a:ext cx="206" cy="177"/>
              </a:xfrm>
              <a:custGeom>
                <a:avLst/>
                <a:gdLst/>
                <a:ahLst/>
                <a:cxnLst>
                  <a:cxn ang="0">
                    <a:pos x="187" y="0"/>
                  </a:cxn>
                  <a:cxn ang="0">
                    <a:pos x="0" y="157"/>
                  </a:cxn>
                  <a:cxn ang="0">
                    <a:pos x="1" y="164"/>
                  </a:cxn>
                  <a:cxn ang="0">
                    <a:pos x="1" y="164"/>
                  </a:cxn>
                  <a:cxn ang="0">
                    <a:pos x="7" y="177"/>
                  </a:cxn>
                  <a:cxn ang="0">
                    <a:pos x="70" y="124"/>
                  </a:cxn>
                  <a:cxn ang="0">
                    <a:pos x="206" y="10"/>
                  </a:cxn>
                  <a:cxn ang="0">
                    <a:pos x="202" y="8"/>
                  </a:cxn>
                  <a:cxn ang="0">
                    <a:pos x="187" y="0"/>
                  </a:cxn>
                  <a:cxn ang="0">
                    <a:pos x="187" y="0"/>
                  </a:cxn>
                  <a:cxn ang="0">
                    <a:pos x="187" y="0"/>
                  </a:cxn>
                </a:cxnLst>
                <a:rect l="0" t="0" r="r" b="b"/>
                <a:pathLst>
                  <a:path w="206" h="177">
                    <a:moveTo>
                      <a:pt x="187" y="0"/>
                    </a:moveTo>
                    <a:lnTo>
                      <a:pt x="0" y="157"/>
                    </a:lnTo>
                    <a:lnTo>
                      <a:pt x="1" y="164"/>
                    </a:lnTo>
                    <a:lnTo>
                      <a:pt x="1" y="164"/>
                    </a:lnTo>
                    <a:lnTo>
                      <a:pt x="7" y="177"/>
                    </a:lnTo>
                    <a:lnTo>
                      <a:pt x="70" y="124"/>
                    </a:lnTo>
                    <a:lnTo>
                      <a:pt x="206" y="10"/>
                    </a:lnTo>
                    <a:lnTo>
                      <a:pt x="202" y="8"/>
                    </a:lnTo>
                    <a:lnTo>
                      <a:pt x="187" y="0"/>
                    </a:lnTo>
                    <a:lnTo>
                      <a:pt x="187" y="0"/>
                    </a:lnTo>
                    <a:lnTo>
                      <a:pt x="187" y="0"/>
                    </a:lnTo>
                  </a:path>
                </a:pathLst>
              </a:custGeom>
              <a:noFill/>
              <a:ln w="9525">
                <a:noFill/>
                <a:round/>
              </a:ln>
            </p:spPr>
            <p:txBody>
              <a:bodyPr vert="horz" wrap="square" lIns="82938" tIns="41469" rIns="82938" bIns="41469" numCol="1" anchor="t" anchorCtr="0" compatLnSpc="1"/>
              <a:lstStyle/>
              <a:p>
                <a:endParaRPr lang="en-GB" sz="1815"/>
              </a:p>
            </p:txBody>
          </p:sp>
          <p:sp>
            <p:nvSpPr>
              <p:cNvPr id="51900" name="Rectangle 700"/>
              <p:cNvSpPr>
                <a:spLocks noChangeArrowheads="1"/>
              </p:cNvSpPr>
              <p:nvPr/>
            </p:nvSpPr>
            <p:spPr bwMode="auto">
              <a:xfrm>
                <a:off x="3337" y="3204"/>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901" name="Rectangle 701"/>
              <p:cNvSpPr>
                <a:spLocks noChangeArrowheads="1"/>
              </p:cNvSpPr>
              <p:nvPr/>
            </p:nvSpPr>
            <p:spPr bwMode="auto">
              <a:xfrm>
                <a:off x="3337" y="3204"/>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902" name="Freeform 702"/>
              <p:cNvSpPr>
                <a:spLocks noEditPoints="1"/>
              </p:cNvSpPr>
              <p:nvPr/>
            </p:nvSpPr>
            <p:spPr bwMode="auto">
              <a:xfrm>
                <a:off x="3337" y="3184"/>
                <a:ext cx="19" cy="20"/>
              </a:xfrm>
              <a:custGeom>
                <a:avLst/>
                <a:gdLst/>
                <a:ahLst/>
                <a:cxnLst>
                  <a:cxn ang="0">
                    <a:pos x="12" y="20"/>
                  </a:cxn>
                  <a:cxn ang="0">
                    <a:pos x="0" y="20"/>
                  </a:cxn>
                  <a:cxn ang="0">
                    <a:pos x="0" y="20"/>
                  </a:cxn>
                  <a:cxn ang="0">
                    <a:pos x="0" y="20"/>
                  </a:cxn>
                  <a:cxn ang="0">
                    <a:pos x="7" y="20"/>
                  </a:cxn>
                  <a:cxn ang="0">
                    <a:pos x="10" y="20"/>
                  </a:cxn>
                  <a:cxn ang="0">
                    <a:pos x="12" y="20"/>
                  </a:cxn>
                  <a:cxn ang="0">
                    <a:pos x="13" y="0"/>
                  </a:cxn>
                  <a:cxn ang="0">
                    <a:pos x="13" y="0"/>
                  </a:cxn>
                  <a:cxn ang="0">
                    <a:pos x="19" y="13"/>
                  </a:cxn>
                  <a:cxn ang="0">
                    <a:pos x="19" y="13"/>
                  </a:cxn>
                  <a:cxn ang="0">
                    <a:pos x="13" y="0"/>
                  </a:cxn>
                </a:cxnLst>
                <a:rect l="0" t="0" r="r" b="b"/>
                <a:pathLst>
                  <a:path w="19" h="20">
                    <a:moveTo>
                      <a:pt x="12" y="20"/>
                    </a:moveTo>
                    <a:lnTo>
                      <a:pt x="0" y="20"/>
                    </a:lnTo>
                    <a:lnTo>
                      <a:pt x="0" y="20"/>
                    </a:lnTo>
                    <a:lnTo>
                      <a:pt x="0" y="20"/>
                    </a:lnTo>
                    <a:lnTo>
                      <a:pt x="7" y="20"/>
                    </a:lnTo>
                    <a:lnTo>
                      <a:pt x="10" y="20"/>
                    </a:lnTo>
                    <a:lnTo>
                      <a:pt x="12" y="20"/>
                    </a:lnTo>
                    <a:close/>
                    <a:moveTo>
                      <a:pt x="13" y="0"/>
                    </a:moveTo>
                    <a:lnTo>
                      <a:pt x="13" y="0"/>
                    </a:lnTo>
                    <a:lnTo>
                      <a:pt x="19" y="13"/>
                    </a:lnTo>
                    <a:lnTo>
                      <a:pt x="19" y="13"/>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03" name="Freeform 703"/>
              <p:cNvSpPr/>
              <p:nvPr/>
            </p:nvSpPr>
            <p:spPr bwMode="auto">
              <a:xfrm>
                <a:off x="3337" y="3204"/>
                <a:ext cx="12" cy="1"/>
              </a:xfrm>
              <a:custGeom>
                <a:avLst/>
                <a:gdLst/>
                <a:ahLst/>
                <a:cxnLst>
                  <a:cxn ang="0">
                    <a:pos x="12" y="0"/>
                  </a:cxn>
                  <a:cxn ang="0">
                    <a:pos x="0" y="0"/>
                  </a:cxn>
                  <a:cxn ang="0">
                    <a:pos x="0" y="0"/>
                  </a:cxn>
                  <a:cxn ang="0">
                    <a:pos x="0" y="0"/>
                  </a:cxn>
                  <a:cxn ang="0">
                    <a:pos x="7" y="0"/>
                  </a:cxn>
                  <a:cxn ang="0">
                    <a:pos x="10" y="0"/>
                  </a:cxn>
                  <a:cxn ang="0">
                    <a:pos x="12" y="0"/>
                  </a:cxn>
                </a:cxnLst>
                <a:rect l="0" t="0" r="r" b="b"/>
                <a:pathLst>
                  <a:path w="12">
                    <a:moveTo>
                      <a:pt x="12" y="0"/>
                    </a:moveTo>
                    <a:lnTo>
                      <a:pt x="0" y="0"/>
                    </a:lnTo>
                    <a:lnTo>
                      <a:pt x="0" y="0"/>
                    </a:lnTo>
                    <a:lnTo>
                      <a:pt x="0" y="0"/>
                    </a:lnTo>
                    <a:lnTo>
                      <a:pt x="7" y="0"/>
                    </a:lnTo>
                    <a:lnTo>
                      <a:pt x="10"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904" name="Freeform 704"/>
              <p:cNvSpPr/>
              <p:nvPr/>
            </p:nvSpPr>
            <p:spPr bwMode="auto">
              <a:xfrm>
                <a:off x="3350" y="3184"/>
                <a:ext cx="6" cy="13"/>
              </a:xfrm>
              <a:custGeom>
                <a:avLst/>
                <a:gdLst/>
                <a:ahLst/>
                <a:cxnLst>
                  <a:cxn ang="0">
                    <a:pos x="0" y="0"/>
                  </a:cxn>
                  <a:cxn ang="0">
                    <a:pos x="0" y="0"/>
                  </a:cxn>
                  <a:cxn ang="0">
                    <a:pos x="6" y="13"/>
                  </a:cxn>
                  <a:cxn ang="0">
                    <a:pos x="6" y="13"/>
                  </a:cxn>
                  <a:cxn ang="0">
                    <a:pos x="0" y="0"/>
                  </a:cxn>
                </a:cxnLst>
                <a:rect l="0" t="0" r="r" b="b"/>
                <a:pathLst>
                  <a:path w="6" h="13">
                    <a:moveTo>
                      <a:pt x="0" y="0"/>
                    </a:moveTo>
                    <a:lnTo>
                      <a:pt x="0" y="0"/>
                    </a:lnTo>
                    <a:lnTo>
                      <a:pt x="6" y="13"/>
                    </a:lnTo>
                    <a:lnTo>
                      <a:pt x="6"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05" name="Freeform 705"/>
              <p:cNvSpPr/>
              <p:nvPr/>
            </p:nvSpPr>
            <p:spPr bwMode="auto">
              <a:xfrm>
                <a:off x="3340" y="3177"/>
                <a:ext cx="10" cy="7"/>
              </a:xfrm>
              <a:custGeom>
                <a:avLst/>
                <a:gdLst/>
                <a:ahLst/>
                <a:cxnLst>
                  <a:cxn ang="0">
                    <a:pos x="9" y="0"/>
                  </a:cxn>
                  <a:cxn ang="0">
                    <a:pos x="0" y="7"/>
                  </a:cxn>
                  <a:cxn ang="0">
                    <a:pos x="10" y="7"/>
                  </a:cxn>
                  <a:cxn ang="0">
                    <a:pos x="9" y="0"/>
                  </a:cxn>
                </a:cxnLst>
                <a:rect l="0" t="0" r="r" b="b"/>
                <a:pathLst>
                  <a:path w="10" h="7">
                    <a:moveTo>
                      <a:pt x="9" y="0"/>
                    </a:moveTo>
                    <a:lnTo>
                      <a:pt x="0" y="7"/>
                    </a:lnTo>
                    <a:lnTo>
                      <a:pt x="10" y="7"/>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06" name="Freeform 706"/>
              <p:cNvSpPr/>
              <p:nvPr/>
            </p:nvSpPr>
            <p:spPr bwMode="auto">
              <a:xfrm>
                <a:off x="3340" y="3177"/>
                <a:ext cx="10" cy="7"/>
              </a:xfrm>
              <a:custGeom>
                <a:avLst/>
                <a:gdLst/>
                <a:ahLst/>
                <a:cxnLst>
                  <a:cxn ang="0">
                    <a:pos x="9" y="0"/>
                  </a:cxn>
                  <a:cxn ang="0">
                    <a:pos x="0" y="7"/>
                  </a:cxn>
                  <a:cxn ang="0">
                    <a:pos x="10" y="7"/>
                  </a:cxn>
                  <a:cxn ang="0">
                    <a:pos x="9" y="0"/>
                  </a:cxn>
                </a:cxnLst>
                <a:rect l="0" t="0" r="r" b="b"/>
                <a:pathLst>
                  <a:path w="10" h="7">
                    <a:moveTo>
                      <a:pt x="9" y="0"/>
                    </a:moveTo>
                    <a:lnTo>
                      <a:pt x="0" y="7"/>
                    </a:lnTo>
                    <a:lnTo>
                      <a:pt x="10" y="7"/>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1907" name="Freeform 707"/>
              <p:cNvSpPr/>
              <p:nvPr/>
            </p:nvSpPr>
            <p:spPr bwMode="auto">
              <a:xfrm>
                <a:off x="3329" y="3184"/>
                <a:ext cx="27" cy="20"/>
              </a:xfrm>
              <a:custGeom>
                <a:avLst/>
                <a:gdLst/>
                <a:ahLst/>
                <a:cxnLst>
                  <a:cxn ang="0">
                    <a:pos x="21" y="0"/>
                  </a:cxn>
                  <a:cxn ang="0">
                    <a:pos x="11" y="0"/>
                  </a:cxn>
                  <a:cxn ang="0">
                    <a:pos x="11" y="0"/>
                  </a:cxn>
                  <a:cxn ang="0">
                    <a:pos x="0" y="0"/>
                  </a:cxn>
                  <a:cxn ang="0">
                    <a:pos x="5" y="13"/>
                  </a:cxn>
                  <a:cxn ang="0">
                    <a:pos x="15" y="10"/>
                  </a:cxn>
                  <a:cxn ang="0">
                    <a:pos x="15" y="10"/>
                  </a:cxn>
                  <a:cxn ang="0">
                    <a:pos x="15" y="10"/>
                  </a:cxn>
                  <a:cxn ang="0">
                    <a:pos x="5" y="13"/>
                  </a:cxn>
                  <a:cxn ang="0">
                    <a:pos x="5" y="13"/>
                  </a:cxn>
                  <a:cxn ang="0">
                    <a:pos x="8" y="20"/>
                  </a:cxn>
                  <a:cxn ang="0">
                    <a:pos x="20" y="20"/>
                  </a:cxn>
                  <a:cxn ang="0">
                    <a:pos x="27" y="13"/>
                  </a:cxn>
                  <a:cxn ang="0">
                    <a:pos x="21" y="0"/>
                  </a:cxn>
                </a:cxnLst>
                <a:rect l="0" t="0" r="r" b="b"/>
                <a:pathLst>
                  <a:path w="27" h="20">
                    <a:moveTo>
                      <a:pt x="21" y="0"/>
                    </a:moveTo>
                    <a:lnTo>
                      <a:pt x="11" y="0"/>
                    </a:lnTo>
                    <a:lnTo>
                      <a:pt x="11" y="0"/>
                    </a:lnTo>
                    <a:lnTo>
                      <a:pt x="0" y="0"/>
                    </a:lnTo>
                    <a:lnTo>
                      <a:pt x="5" y="13"/>
                    </a:lnTo>
                    <a:lnTo>
                      <a:pt x="15" y="10"/>
                    </a:lnTo>
                    <a:lnTo>
                      <a:pt x="15" y="10"/>
                    </a:lnTo>
                    <a:lnTo>
                      <a:pt x="15" y="10"/>
                    </a:lnTo>
                    <a:lnTo>
                      <a:pt x="5" y="13"/>
                    </a:lnTo>
                    <a:lnTo>
                      <a:pt x="5" y="13"/>
                    </a:lnTo>
                    <a:lnTo>
                      <a:pt x="8" y="20"/>
                    </a:lnTo>
                    <a:lnTo>
                      <a:pt x="20" y="20"/>
                    </a:lnTo>
                    <a:lnTo>
                      <a:pt x="27" y="13"/>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08" name="Freeform 708"/>
              <p:cNvSpPr/>
              <p:nvPr/>
            </p:nvSpPr>
            <p:spPr bwMode="auto">
              <a:xfrm>
                <a:off x="3329" y="3184"/>
                <a:ext cx="27" cy="20"/>
              </a:xfrm>
              <a:custGeom>
                <a:avLst/>
                <a:gdLst/>
                <a:ahLst/>
                <a:cxnLst>
                  <a:cxn ang="0">
                    <a:pos x="21" y="0"/>
                  </a:cxn>
                  <a:cxn ang="0">
                    <a:pos x="11" y="0"/>
                  </a:cxn>
                  <a:cxn ang="0">
                    <a:pos x="11" y="0"/>
                  </a:cxn>
                  <a:cxn ang="0">
                    <a:pos x="0" y="0"/>
                  </a:cxn>
                  <a:cxn ang="0">
                    <a:pos x="5" y="13"/>
                  </a:cxn>
                  <a:cxn ang="0">
                    <a:pos x="15" y="10"/>
                  </a:cxn>
                  <a:cxn ang="0">
                    <a:pos x="15" y="10"/>
                  </a:cxn>
                  <a:cxn ang="0">
                    <a:pos x="15" y="10"/>
                  </a:cxn>
                  <a:cxn ang="0">
                    <a:pos x="5" y="13"/>
                  </a:cxn>
                  <a:cxn ang="0">
                    <a:pos x="5" y="13"/>
                  </a:cxn>
                  <a:cxn ang="0">
                    <a:pos x="8" y="20"/>
                  </a:cxn>
                  <a:cxn ang="0">
                    <a:pos x="20" y="20"/>
                  </a:cxn>
                  <a:cxn ang="0">
                    <a:pos x="27" y="13"/>
                  </a:cxn>
                  <a:cxn ang="0">
                    <a:pos x="21" y="0"/>
                  </a:cxn>
                </a:cxnLst>
                <a:rect l="0" t="0" r="r" b="b"/>
                <a:pathLst>
                  <a:path w="27" h="20">
                    <a:moveTo>
                      <a:pt x="21" y="0"/>
                    </a:moveTo>
                    <a:lnTo>
                      <a:pt x="11" y="0"/>
                    </a:lnTo>
                    <a:lnTo>
                      <a:pt x="11" y="0"/>
                    </a:lnTo>
                    <a:lnTo>
                      <a:pt x="0" y="0"/>
                    </a:lnTo>
                    <a:lnTo>
                      <a:pt x="5" y="13"/>
                    </a:lnTo>
                    <a:lnTo>
                      <a:pt x="15" y="10"/>
                    </a:lnTo>
                    <a:lnTo>
                      <a:pt x="15" y="10"/>
                    </a:lnTo>
                    <a:lnTo>
                      <a:pt x="15" y="10"/>
                    </a:lnTo>
                    <a:lnTo>
                      <a:pt x="5" y="13"/>
                    </a:lnTo>
                    <a:lnTo>
                      <a:pt x="5" y="13"/>
                    </a:lnTo>
                    <a:lnTo>
                      <a:pt x="8" y="20"/>
                    </a:lnTo>
                    <a:lnTo>
                      <a:pt x="20" y="20"/>
                    </a:lnTo>
                    <a:lnTo>
                      <a:pt x="27" y="13"/>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909" name="Freeform 709"/>
              <p:cNvSpPr/>
              <p:nvPr/>
            </p:nvSpPr>
            <p:spPr bwMode="auto">
              <a:xfrm>
                <a:off x="4214" y="2571"/>
                <a:ext cx="463" cy="986"/>
              </a:xfrm>
              <a:custGeom>
                <a:avLst/>
                <a:gdLst/>
                <a:ahLst/>
                <a:cxnLst>
                  <a:cxn ang="0">
                    <a:pos x="463" y="0"/>
                  </a:cxn>
                  <a:cxn ang="0">
                    <a:pos x="355" y="18"/>
                  </a:cxn>
                  <a:cxn ang="0">
                    <a:pos x="134" y="57"/>
                  </a:cxn>
                  <a:cxn ang="0">
                    <a:pos x="0" y="819"/>
                  </a:cxn>
                  <a:cxn ang="0">
                    <a:pos x="178" y="922"/>
                  </a:cxn>
                  <a:cxn ang="0">
                    <a:pos x="288" y="986"/>
                  </a:cxn>
                  <a:cxn ang="0">
                    <a:pos x="463" y="0"/>
                  </a:cxn>
                </a:cxnLst>
                <a:rect l="0" t="0" r="r" b="b"/>
                <a:pathLst>
                  <a:path w="463" h="986">
                    <a:moveTo>
                      <a:pt x="463" y="0"/>
                    </a:moveTo>
                    <a:lnTo>
                      <a:pt x="355" y="18"/>
                    </a:lnTo>
                    <a:lnTo>
                      <a:pt x="134" y="57"/>
                    </a:lnTo>
                    <a:lnTo>
                      <a:pt x="0" y="819"/>
                    </a:lnTo>
                    <a:lnTo>
                      <a:pt x="178" y="922"/>
                    </a:lnTo>
                    <a:lnTo>
                      <a:pt x="288" y="986"/>
                    </a:lnTo>
                    <a:lnTo>
                      <a:pt x="463"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10" name="Freeform 710"/>
              <p:cNvSpPr/>
              <p:nvPr/>
            </p:nvSpPr>
            <p:spPr bwMode="auto">
              <a:xfrm>
                <a:off x="4214" y="2571"/>
                <a:ext cx="463" cy="986"/>
              </a:xfrm>
              <a:custGeom>
                <a:avLst/>
                <a:gdLst/>
                <a:ahLst/>
                <a:cxnLst>
                  <a:cxn ang="0">
                    <a:pos x="463" y="0"/>
                  </a:cxn>
                  <a:cxn ang="0">
                    <a:pos x="355" y="18"/>
                  </a:cxn>
                  <a:cxn ang="0">
                    <a:pos x="134" y="57"/>
                  </a:cxn>
                  <a:cxn ang="0">
                    <a:pos x="0" y="819"/>
                  </a:cxn>
                  <a:cxn ang="0">
                    <a:pos x="178" y="922"/>
                  </a:cxn>
                  <a:cxn ang="0">
                    <a:pos x="288" y="986"/>
                  </a:cxn>
                  <a:cxn ang="0">
                    <a:pos x="463" y="0"/>
                  </a:cxn>
                </a:cxnLst>
                <a:rect l="0" t="0" r="r" b="b"/>
                <a:pathLst>
                  <a:path w="463" h="986">
                    <a:moveTo>
                      <a:pt x="463" y="0"/>
                    </a:moveTo>
                    <a:lnTo>
                      <a:pt x="355" y="18"/>
                    </a:lnTo>
                    <a:lnTo>
                      <a:pt x="134" y="57"/>
                    </a:lnTo>
                    <a:lnTo>
                      <a:pt x="0" y="819"/>
                    </a:lnTo>
                    <a:lnTo>
                      <a:pt x="178" y="922"/>
                    </a:lnTo>
                    <a:lnTo>
                      <a:pt x="288" y="986"/>
                    </a:lnTo>
                    <a:lnTo>
                      <a:pt x="463" y="0"/>
                    </a:lnTo>
                  </a:path>
                </a:pathLst>
              </a:custGeom>
              <a:noFill/>
              <a:ln w="9525">
                <a:noFill/>
                <a:round/>
              </a:ln>
            </p:spPr>
            <p:txBody>
              <a:bodyPr vert="horz" wrap="square" lIns="82938" tIns="41469" rIns="82938" bIns="41469" numCol="1" anchor="t" anchorCtr="0" compatLnSpc="1"/>
              <a:lstStyle/>
              <a:p>
                <a:endParaRPr lang="en-GB" sz="1815"/>
              </a:p>
            </p:txBody>
          </p:sp>
          <p:sp>
            <p:nvSpPr>
              <p:cNvPr id="51911" name="Freeform 711"/>
              <p:cNvSpPr/>
              <p:nvPr/>
            </p:nvSpPr>
            <p:spPr bwMode="auto">
              <a:xfrm>
                <a:off x="4214" y="2568"/>
                <a:ext cx="483" cy="1021"/>
              </a:xfrm>
              <a:custGeom>
                <a:avLst/>
                <a:gdLst/>
                <a:ahLst/>
                <a:cxnLst>
                  <a:cxn ang="0">
                    <a:pos x="483" y="0"/>
                  </a:cxn>
                  <a:cxn ang="0">
                    <a:pos x="474" y="1"/>
                  </a:cxn>
                  <a:cxn ang="0">
                    <a:pos x="474" y="1"/>
                  </a:cxn>
                  <a:cxn ang="0">
                    <a:pos x="355" y="21"/>
                  </a:cxn>
                  <a:cxn ang="0">
                    <a:pos x="134" y="60"/>
                  </a:cxn>
                  <a:cxn ang="0">
                    <a:pos x="134" y="60"/>
                  </a:cxn>
                  <a:cxn ang="0">
                    <a:pos x="355" y="21"/>
                  </a:cxn>
                  <a:cxn ang="0">
                    <a:pos x="463" y="3"/>
                  </a:cxn>
                  <a:cxn ang="0">
                    <a:pos x="288" y="989"/>
                  </a:cxn>
                  <a:cxn ang="0">
                    <a:pos x="178" y="925"/>
                  </a:cxn>
                  <a:cxn ang="0">
                    <a:pos x="0" y="822"/>
                  </a:cxn>
                  <a:cxn ang="0">
                    <a:pos x="0" y="822"/>
                  </a:cxn>
                  <a:cxn ang="0">
                    <a:pos x="178" y="925"/>
                  </a:cxn>
                  <a:cxn ang="0">
                    <a:pos x="302" y="997"/>
                  </a:cxn>
                  <a:cxn ang="0">
                    <a:pos x="302" y="1004"/>
                  </a:cxn>
                  <a:cxn ang="0">
                    <a:pos x="300" y="1011"/>
                  </a:cxn>
                  <a:cxn ang="0">
                    <a:pos x="295" y="1016"/>
                  </a:cxn>
                  <a:cxn ang="0">
                    <a:pos x="303" y="1021"/>
                  </a:cxn>
                  <a:cxn ang="0">
                    <a:pos x="483" y="0"/>
                  </a:cxn>
                </a:cxnLst>
                <a:rect l="0" t="0" r="r" b="b"/>
                <a:pathLst>
                  <a:path w="483" h="1021">
                    <a:moveTo>
                      <a:pt x="483" y="0"/>
                    </a:moveTo>
                    <a:lnTo>
                      <a:pt x="474" y="1"/>
                    </a:lnTo>
                    <a:lnTo>
                      <a:pt x="474" y="1"/>
                    </a:lnTo>
                    <a:lnTo>
                      <a:pt x="355" y="21"/>
                    </a:lnTo>
                    <a:lnTo>
                      <a:pt x="134" y="60"/>
                    </a:lnTo>
                    <a:lnTo>
                      <a:pt x="134" y="60"/>
                    </a:lnTo>
                    <a:lnTo>
                      <a:pt x="355" y="21"/>
                    </a:lnTo>
                    <a:lnTo>
                      <a:pt x="463" y="3"/>
                    </a:lnTo>
                    <a:lnTo>
                      <a:pt x="288" y="989"/>
                    </a:lnTo>
                    <a:lnTo>
                      <a:pt x="178" y="925"/>
                    </a:lnTo>
                    <a:lnTo>
                      <a:pt x="0" y="822"/>
                    </a:lnTo>
                    <a:lnTo>
                      <a:pt x="0" y="822"/>
                    </a:lnTo>
                    <a:lnTo>
                      <a:pt x="178" y="925"/>
                    </a:lnTo>
                    <a:lnTo>
                      <a:pt x="302" y="997"/>
                    </a:lnTo>
                    <a:lnTo>
                      <a:pt x="302" y="1004"/>
                    </a:lnTo>
                    <a:lnTo>
                      <a:pt x="300" y="1011"/>
                    </a:lnTo>
                    <a:lnTo>
                      <a:pt x="295" y="1016"/>
                    </a:lnTo>
                    <a:lnTo>
                      <a:pt x="303" y="1021"/>
                    </a:lnTo>
                    <a:lnTo>
                      <a:pt x="48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12" name="Freeform 712"/>
              <p:cNvSpPr/>
              <p:nvPr/>
            </p:nvSpPr>
            <p:spPr bwMode="auto">
              <a:xfrm>
                <a:off x="4214" y="2568"/>
                <a:ext cx="483" cy="1021"/>
              </a:xfrm>
              <a:custGeom>
                <a:avLst/>
                <a:gdLst/>
                <a:ahLst/>
                <a:cxnLst>
                  <a:cxn ang="0">
                    <a:pos x="483" y="0"/>
                  </a:cxn>
                  <a:cxn ang="0">
                    <a:pos x="474" y="1"/>
                  </a:cxn>
                  <a:cxn ang="0">
                    <a:pos x="474" y="1"/>
                  </a:cxn>
                  <a:cxn ang="0">
                    <a:pos x="355" y="21"/>
                  </a:cxn>
                  <a:cxn ang="0">
                    <a:pos x="134" y="60"/>
                  </a:cxn>
                  <a:cxn ang="0">
                    <a:pos x="134" y="60"/>
                  </a:cxn>
                  <a:cxn ang="0">
                    <a:pos x="355" y="21"/>
                  </a:cxn>
                  <a:cxn ang="0">
                    <a:pos x="463" y="3"/>
                  </a:cxn>
                  <a:cxn ang="0">
                    <a:pos x="288" y="989"/>
                  </a:cxn>
                  <a:cxn ang="0">
                    <a:pos x="178" y="925"/>
                  </a:cxn>
                  <a:cxn ang="0">
                    <a:pos x="0" y="822"/>
                  </a:cxn>
                  <a:cxn ang="0">
                    <a:pos x="0" y="822"/>
                  </a:cxn>
                  <a:cxn ang="0">
                    <a:pos x="178" y="925"/>
                  </a:cxn>
                  <a:cxn ang="0">
                    <a:pos x="302" y="997"/>
                  </a:cxn>
                  <a:cxn ang="0">
                    <a:pos x="302" y="1004"/>
                  </a:cxn>
                  <a:cxn ang="0">
                    <a:pos x="300" y="1011"/>
                  </a:cxn>
                  <a:cxn ang="0">
                    <a:pos x="295" y="1016"/>
                  </a:cxn>
                  <a:cxn ang="0">
                    <a:pos x="303" y="1021"/>
                  </a:cxn>
                  <a:cxn ang="0">
                    <a:pos x="483" y="0"/>
                  </a:cxn>
                </a:cxnLst>
                <a:rect l="0" t="0" r="r" b="b"/>
                <a:pathLst>
                  <a:path w="483" h="1021">
                    <a:moveTo>
                      <a:pt x="483" y="0"/>
                    </a:moveTo>
                    <a:lnTo>
                      <a:pt x="474" y="1"/>
                    </a:lnTo>
                    <a:lnTo>
                      <a:pt x="474" y="1"/>
                    </a:lnTo>
                    <a:lnTo>
                      <a:pt x="355" y="21"/>
                    </a:lnTo>
                    <a:lnTo>
                      <a:pt x="134" y="60"/>
                    </a:lnTo>
                    <a:lnTo>
                      <a:pt x="134" y="60"/>
                    </a:lnTo>
                    <a:lnTo>
                      <a:pt x="355" y="21"/>
                    </a:lnTo>
                    <a:lnTo>
                      <a:pt x="463" y="3"/>
                    </a:lnTo>
                    <a:lnTo>
                      <a:pt x="288" y="989"/>
                    </a:lnTo>
                    <a:lnTo>
                      <a:pt x="178" y="925"/>
                    </a:lnTo>
                    <a:lnTo>
                      <a:pt x="0" y="822"/>
                    </a:lnTo>
                    <a:lnTo>
                      <a:pt x="0" y="822"/>
                    </a:lnTo>
                    <a:lnTo>
                      <a:pt x="178" y="925"/>
                    </a:lnTo>
                    <a:lnTo>
                      <a:pt x="302" y="997"/>
                    </a:lnTo>
                    <a:lnTo>
                      <a:pt x="302" y="1004"/>
                    </a:lnTo>
                    <a:lnTo>
                      <a:pt x="300" y="1011"/>
                    </a:lnTo>
                    <a:lnTo>
                      <a:pt x="295" y="1016"/>
                    </a:lnTo>
                    <a:lnTo>
                      <a:pt x="303" y="1021"/>
                    </a:lnTo>
                    <a:lnTo>
                      <a:pt x="483" y="0"/>
                    </a:lnTo>
                  </a:path>
                </a:pathLst>
              </a:custGeom>
              <a:noFill/>
              <a:ln w="9525">
                <a:noFill/>
                <a:round/>
              </a:ln>
            </p:spPr>
            <p:txBody>
              <a:bodyPr vert="horz" wrap="square" lIns="82938" tIns="41469" rIns="82938" bIns="41469" numCol="1" anchor="t" anchorCtr="0" compatLnSpc="1"/>
              <a:lstStyle/>
              <a:p>
                <a:endParaRPr lang="en-GB" sz="1815"/>
              </a:p>
            </p:txBody>
          </p:sp>
          <p:sp>
            <p:nvSpPr>
              <p:cNvPr id="51913" name="Freeform 713"/>
              <p:cNvSpPr/>
              <p:nvPr/>
            </p:nvSpPr>
            <p:spPr bwMode="auto">
              <a:xfrm>
                <a:off x="4201" y="3405"/>
                <a:ext cx="181" cy="105"/>
              </a:xfrm>
              <a:custGeom>
                <a:avLst/>
                <a:gdLst/>
                <a:ahLst/>
                <a:cxnLst>
                  <a:cxn ang="0">
                    <a:pos x="0" y="0"/>
                  </a:cxn>
                  <a:cxn ang="0">
                    <a:pos x="0" y="0"/>
                  </a:cxn>
                  <a:cxn ang="0">
                    <a:pos x="181" y="105"/>
                  </a:cxn>
                  <a:cxn ang="0">
                    <a:pos x="0" y="0"/>
                  </a:cxn>
                </a:cxnLst>
                <a:rect l="0" t="0" r="r" b="b"/>
                <a:pathLst>
                  <a:path w="181" h="105">
                    <a:moveTo>
                      <a:pt x="0" y="0"/>
                    </a:moveTo>
                    <a:lnTo>
                      <a:pt x="0" y="0"/>
                    </a:lnTo>
                    <a:lnTo>
                      <a:pt x="181" y="105"/>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14" name="Freeform 714"/>
              <p:cNvSpPr/>
              <p:nvPr/>
            </p:nvSpPr>
            <p:spPr bwMode="auto">
              <a:xfrm>
                <a:off x="4201" y="3405"/>
                <a:ext cx="181" cy="105"/>
              </a:xfrm>
              <a:custGeom>
                <a:avLst/>
                <a:gdLst/>
                <a:ahLst/>
                <a:cxnLst>
                  <a:cxn ang="0">
                    <a:pos x="0" y="0"/>
                  </a:cxn>
                  <a:cxn ang="0">
                    <a:pos x="0" y="0"/>
                  </a:cxn>
                  <a:cxn ang="0">
                    <a:pos x="181" y="105"/>
                  </a:cxn>
                  <a:cxn ang="0">
                    <a:pos x="0" y="0"/>
                  </a:cxn>
                </a:cxnLst>
                <a:rect l="0" t="0" r="r" b="b"/>
                <a:pathLst>
                  <a:path w="181" h="105">
                    <a:moveTo>
                      <a:pt x="0" y="0"/>
                    </a:moveTo>
                    <a:lnTo>
                      <a:pt x="0" y="0"/>
                    </a:lnTo>
                    <a:lnTo>
                      <a:pt x="181" y="10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15" name="Freeform 715"/>
              <p:cNvSpPr/>
              <p:nvPr/>
            </p:nvSpPr>
            <p:spPr bwMode="auto">
              <a:xfrm>
                <a:off x="4201" y="3390"/>
                <a:ext cx="315" cy="194"/>
              </a:xfrm>
              <a:custGeom>
                <a:avLst/>
                <a:gdLst/>
                <a:ahLst/>
                <a:cxnLst>
                  <a:cxn ang="0">
                    <a:pos x="13" y="0"/>
                  </a:cxn>
                  <a:cxn ang="0">
                    <a:pos x="13" y="0"/>
                  </a:cxn>
                  <a:cxn ang="0">
                    <a:pos x="17" y="1"/>
                  </a:cxn>
                  <a:cxn ang="0">
                    <a:pos x="0" y="15"/>
                  </a:cxn>
                  <a:cxn ang="0">
                    <a:pos x="181" y="120"/>
                  </a:cxn>
                  <a:cxn ang="0">
                    <a:pos x="295" y="186"/>
                  </a:cxn>
                  <a:cxn ang="0">
                    <a:pos x="295" y="186"/>
                  </a:cxn>
                  <a:cxn ang="0">
                    <a:pos x="308" y="194"/>
                  </a:cxn>
                  <a:cxn ang="0">
                    <a:pos x="313" y="189"/>
                  </a:cxn>
                  <a:cxn ang="0">
                    <a:pos x="315" y="182"/>
                  </a:cxn>
                  <a:cxn ang="0">
                    <a:pos x="315" y="175"/>
                  </a:cxn>
                  <a:cxn ang="0">
                    <a:pos x="191" y="103"/>
                  </a:cxn>
                  <a:cxn ang="0">
                    <a:pos x="13" y="0"/>
                  </a:cxn>
                </a:cxnLst>
                <a:rect l="0" t="0" r="r" b="b"/>
                <a:pathLst>
                  <a:path w="315" h="194">
                    <a:moveTo>
                      <a:pt x="13" y="0"/>
                    </a:moveTo>
                    <a:lnTo>
                      <a:pt x="13" y="0"/>
                    </a:lnTo>
                    <a:lnTo>
                      <a:pt x="17" y="1"/>
                    </a:lnTo>
                    <a:lnTo>
                      <a:pt x="0" y="15"/>
                    </a:lnTo>
                    <a:lnTo>
                      <a:pt x="181" y="120"/>
                    </a:lnTo>
                    <a:lnTo>
                      <a:pt x="295" y="186"/>
                    </a:lnTo>
                    <a:lnTo>
                      <a:pt x="295" y="186"/>
                    </a:lnTo>
                    <a:lnTo>
                      <a:pt x="308" y="194"/>
                    </a:lnTo>
                    <a:lnTo>
                      <a:pt x="313" y="189"/>
                    </a:lnTo>
                    <a:lnTo>
                      <a:pt x="315" y="182"/>
                    </a:lnTo>
                    <a:lnTo>
                      <a:pt x="315" y="175"/>
                    </a:lnTo>
                    <a:lnTo>
                      <a:pt x="191" y="103"/>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16" name="Freeform 716"/>
              <p:cNvSpPr/>
              <p:nvPr/>
            </p:nvSpPr>
            <p:spPr bwMode="auto">
              <a:xfrm>
                <a:off x="4201" y="3390"/>
                <a:ext cx="315" cy="194"/>
              </a:xfrm>
              <a:custGeom>
                <a:avLst/>
                <a:gdLst/>
                <a:ahLst/>
                <a:cxnLst>
                  <a:cxn ang="0">
                    <a:pos x="13" y="0"/>
                  </a:cxn>
                  <a:cxn ang="0">
                    <a:pos x="13" y="0"/>
                  </a:cxn>
                  <a:cxn ang="0">
                    <a:pos x="17" y="1"/>
                  </a:cxn>
                  <a:cxn ang="0">
                    <a:pos x="0" y="15"/>
                  </a:cxn>
                  <a:cxn ang="0">
                    <a:pos x="181" y="120"/>
                  </a:cxn>
                  <a:cxn ang="0">
                    <a:pos x="295" y="186"/>
                  </a:cxn>
                  <a:cxn ang="0">
                    <a:pos x="295" y="186"/>
                  </a:cxn>
                  <a:cxn ang="0">
                    <a:pos x="308" y="194"/>
                  </a:cxn>
                  <a:cxn ang="0">
                    <a:pos x="313" y="189"/>
                  </a:cxn>
                  <a:cxn ang="0">
                    <a:pos x="315" y="182"/>
                  </a:cxn>
                  <a:cxn ang="0">
                    <a:pos x="315" y="175"/>
                  </a:cxn>
                  <a:cxn ang="0">
                    <a:pos x="191" y="103"/>
                  </a:cxn>
                  <a:cxn ang="0">
                    <a:pos x="13" y="0"/>
                  </a:cxn>
                </a:cxnLst>
                <a:rect l="0" t="0" r="r" b="b"/>
                <a:pathLst>
                  <a:path w="315" h="194">
                    <a:moveTo>
                      <a:pt x="13" y="0"/>
                    </a:moveTo>
                    <a:lnTo>
                      <a:pt x="13" y="0"/>
                    </a:lnTo>
                    <a:lnTo>
                      <a:pt x="17" y="1"/>
                    </a:lnTo>
                    <a:lnTo>
                      <a:pt x="0" y="15"/>
                    </a:lnTo>
                    <a:lnTo>
                      <a:pt x="181" y="120"/>
                    </a:lnTo>
                    <a:lnTo>
                      <a:pt x="295" y="186"/>
                    </a:lnTo>
                    <a:lnTo>
                      <a:pt x="295" y="186"/>
                    </a:lnTo>
                    <a:lnTo>
                      <a:pt x="308" y="194"/>
                    </a:lnTo>
                    <a:lnTo>
                      <a:pt x="313" y="189"/>
                    </a:lnTo>
                    <a:lnTo>
                      <a:pt x="315" y="182"/>
                    </a:lnTo>
                    <a:lnTo>
                      <a:pt x="315" y="175"/>
                    </a:lnTo>
                    <a:lnTo>
                      <a:pt x="191" y="103"/>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917" name="Freeform 717"/>
              <p:cNvSpPr/>
              <p:nvPr/>
            </p:nvSpPr>
            <p:spPr bwMode="auto">
              <a:xfrm>
                <a:off x="4179" y="3391"/>
                <a:ext cx="4" cy="4"/>
              </a:xfrm>
              <a:custGeom>
                <a:avLst/>
                <a:gdLst/>
                <a:ahLst/>
                <a:cxnLst>
                  <a:cxn ang="0">
                    <a:pos x="0" y="0"/>
                  </a:cxn>
                  <a:cxn ang="0">
                    <a:pos x="0" y="0"/>
                  </a:cxn>
                  <a:cxn ang="0">
                    <a:pos x="4" y="4"/>
                  </a:cxn>
                  <a:cxn ang="0">
                    <a:pos x="4" y="4"/>
                  </a:cxn>
                  <a:cxn ang="0">
                    <a:pos x="0" y="0"/>
                  </a:cxn>
                </a:cxnLst>
                <a:rect l="0" t="0" r="r" b="b"/>
                <a:pathLst>
                  <a:path w="4" h="4">
                    <a:moveTo>
                      <a:pt x="0" y="0"/>
                    </a:moveTo>
                    <a:lnTo>
                      <a:pt x="0" y="0"/>
                    </a:lnTo>
                    <a:lnTo>
                      <a:pt x="4" y="4"/>
                    </a:lnTo>
                    <a:lnTo>
                      <a:pt x="4"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18" name="Freeform 718"/>
              <p:cNvSpPr/>
              <p:nvPr/>
            </p:nvSpPr>
            <p:spPr bwMode="auto">
              <a:xfrm>
                <a:off x="4179" y="3391"/>
                <a:ext cx="4" cy="4"/>
              </a:xfrm>
              <a:custGeom>
                <a:avLst/>
                <a:gdLst/>
                <a:ahLst/>
                <a:cxnLst>
                  <a:cxn ang="0">
                    <a:pos x="0" y="0"/>
                  </a:cxn>
                  <a:cxn ang="0">
                    <a:pos x="0" y="0"/>
                  </a:cxn>
                  <a:cxn ang="0">
                    <a:pos x="4" y="4"/>
                  </a:cxn>
                  <a:cxn ang="0">
                    <a:pos x="4" y="4"/>
                  </a:cxn>
                  <a:cxn ang="0">
                    <a:pos x="0" y="0"/>
                  </a:cxn>
                </a:cxnLst>
                <a:rect l="0" t="0" r="r" b="b"/>
                <a:pathLst>
                  <a:path w="4" h="4">
                    <a:moveTo>
                      <a:pt x="0" y="0"/>
                    </a:moveTo>
                    <a:lnTo>
                      <a:pt x="0" y="0"/>
                    </a:lnTo>
                    <a:lnTo>
                      <a:pt x="4" y="4"/>
                    </a:lnTo>
                    <a:lnTo>
                      <a:pt x="4"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19" name="Rectangle 719"/>
              <p:cNvSpPr>
                <a:spLocks noChangeArrowheads="1"/>
              </p:cNvSpPr>
              <p:nvPr/>
            </p:nvSpPr>
            <p:spPr bwMode="auto">
              <a:xfrm>
                <a:off x="4201" y="3405"/>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920" name="Rectangle 720"/>
              <p:cNvSpPr>
                <a:spLocks noChangeArrowheads="1"/>
              </p:cNvSpPr>
              <p:nvPr/>
            </p:nvSpPr>
            <p:spPr bwMode="auto">
              <a:xfrm>
                <a:off x="4201" y="340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921" name="Freeform 721"/>
              <p:cNvSpPr/>
              <p:nvPr/>
            </p:nvSpPr>
            <p:spPr bwMode="auto">
              <a:xfrm>
                <a:off x="4183" y="3390"/>
                <a:ext cx="35" cy="15"/>
              </a:xfrm>
              <a:custGeom>
                <a:avLst/>
                <a:gdLst/>
                <a:ahLst/>
                <a:cxnLst>
                  <a:cxn ang="0">
                    <a:pos x="31" y="0"/>
                  </a:cxn>
                  <a:cxn ang="0">
                    <a:pos x="30" y="0"/>
                  </a:cxn>
                  <a:cxn ang="0">
                    <a:pos x="15" y="13"/>
                  </a:cxn>
                  <a:cxn ang="0">
                    <a:pos x="13" y="11"/>
                  </a:cxn>
                  <a:cxn ang="0">
                    <a:pos x="13" y="11"/>
                  </a:cxn>
                  <a:cxn ang="0">
                    <a:pos x="13" y="11"/>
                  </a:cxn>
                  <a:cxn ang="0">
                    <a:pos x="0" y="5"/>
                  </a:cxn>
                  <a:cxn ang="0">
                    <a:pos x="0" y="5"/>
                  </a:cxn>
                  <a:cxn ang="0">
                    <a:pos x="18" y="15"/>
                  </a:cxn>
                  <a:cxn ang="0">
                    <a:pos x="18" y="15"/>
                  </a:cxn>
                  <a:cxn ang="0">
                    <a:pos x="18" y="15"/>
                  </a:cxn>
                  <a:cxn ang="0">
                    <a:pos x="35" y="1"/>
                  </a:cxn>
                  <a:cxn ang="0">
                    <a:pos x="31" y="0"/>
                  </a:cxn>
                </a:cxnLst>
                <a:rect l="0" t="0" r="r" b="b"/>
                <a:pathLst>
                  <a:path w="35" h="15">
                    <a:moveTo>
                      <a:pt x="31" y="0"/>
                    </a:moveTo>
                    <a:lnTo>
                      <a:pt x="30" y="0"/>
                    </a:lnTo>
                    <a:lnTo>
                      <a:pt x="15" y="13"/>
                    </a:lnTo>
                    <a:lnTo>
                      <a:pt x="13" y="11"/>
                    </a:lnTo>
                    <a:lnTo>
                      <a:pt x="13" y="11"/>
                    </a:lnTo>
                    <a:lnTo>
                      <a:pt x="13" y="11"/>
                    </a:lnTo>
                    <a:lnTo>
                      <a:pt x="0" y="5"/>
                    </a:lnTo>
                    <a:lnTo>
                      <a:pt x="0" y="5"/>
                    </a:lnTo>
                    <a:lnTo>
                      <a:pt x="18" y="15"/>
                    </a:lnTo>
                    <a:lnTo>
                      <a:pt x="18" y="15"/>
                    </a:lnTo>
                    <a:lnTo>
                      <a:pt x="18" y="15"/>
                    </a:lnTo>
                    <a:lnTo>
                      <a:pt x="35" y="1"/>
                    </a:lnTo>
                    <a:lnTo>
                      <a:pt x="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22" name="Freeform 722"/>
              <p:cNvSpPr/>
              <p:nvPr/>
            </p:nvSpPr>
            <p:spPr bwMode="auto">
              <a:xfrm>
                <a:off x="4183" y="3390"/>
                <a:ext cx="35" cy="15"/>
              </a:xfrm>
              <a:custGeom>
                <a:avLst/>
                <a:gdLst/>
                <a:ahLst/>
                <a:cxnLst>
                  <a:cxn ang="0">
                    <a:pos x="31" y="0"/>
                  </a:cxn>
                  <a:cxn ang="0">
                    <a:pos x="30" y="0"/>
                  </a:cxn>
                  <a:cxn ang="0">
                    <a:pos x="15" y="13"/>
                  </a:cxn>
                  <a:cxn ang="0">
                    <a:pos x="13" y="11"/>
                  </a:cxn>
                  <a:cxn ang="0">
                    <a:pos x="13" y="11"/>
                  </a:cxn>
                  <a:cxn ang="0">
                    <a:pos x="13" y="11"/>
                  </a:cxn>
                  <a:cxn ang="0">
                    <a:pos x="0" y="5"/>
                  </a:cxn>
                  <a:cxn ang="0">
                    <a:pos x="0" y="5"/>
                  </a:cxn>
                  <a:cxn ang="0">
                    <a:pos x="18" y="15"/>
                  </a:cxn>
                  <a:cxn ang="0">
                    <a:pos x="18" y="15"/>
                  </a:cxn>
                  <a:cxn ang="0">
                    <a:pos x="18" y="15"/>
                  </a:cxn>
                  <a:cxn ang="0">
                    <a:pos x="35" y="1"/>
                  </a:cxn>
                  <a:cxn ang="0">
                    <a:pos x="31" y="0"/>
                  </a:cxn>
                </a:cxnLst>
                <a:rect l="0" t="0" r="r" b="b"/>
                <a:pathLst>
                  <a:path w="35" h="15">
                    <a:moveTo>
                      <a:pt x="31" y="0"/>
                    </a:moveTo>
                    <a:lnTo>
                      <a:pt x="30" y="0"/>
                    </a:lnTo>
                    <a:lnTo>
                      <a:pt x="15" y="13"/>
                    </a:lnTo>
                    <a:lnTo>
                      <a:pt x="13" y="11"/>
                    </a:lnTo>
                    <a:lnTo>
                      <a:pt x="13" y="11"/>
                    </a:lnTo>
                    <a:lnTo>
                      <a:pt x="13" y="11"/>
                    </a:lnTo>
                    <a:lnTo>
                      <a:pt x="0" y="5"/>
                    </a:lnTo>
                    <a:lnTo>
                      <a:pt x="0" y="5"/>
                    </a:lnTo>
                    <a:lnTo>
                      <a:pt x="18" y="15"/>
                    </a:lnTo>
                    <a:lnTo>
                      <a:pt x="18" y="15"/>
                    </a:lnTo>
                    <a:lnTo>
                      <a:pt x="18" y="15"/>
                    </a:lnTo>
                    <a:lnTo>
                      <a:pt x="35" y="1"/>
                    </a:lnTo>
                    <a:lnTo>
                      <a:pt x="31" y="0"/>
                    </a:lnTo>
                  </a:path>
                </a:pathLst>
              </a:custGeom>
              <a:noFill/>
              <a:ln w="9525">
                <a:noFill/>
                <a:round/>
              </a:ln>
            </p:spPr>
            <p:txBody>
              <a:bodyPr vert="horz" wrap="square" lIns="82938" tIns="41469" rIns="82938" bIns="41469" numCol="1" anchor="t" anchorCtr="0" compatLnSpc="1"/>
              <a:lstStyle/>
              <a:p>
                <a:endParaRPr lang="en-GB" sz="1815"/>
              </a:p>
            </p:txBody>
          </p:sp>
          <p:sp>
            <p:nvSpPr>
              <p:cNvPr id="51923" name="Freeform 723"/>
              <p:cNvSpPr/>
              <p:nvPr/>
            </p:nvSpPr>
            <p:spPr bwMode="auto">
              <a:xfrm>
                <a:off x="3893" y="2631"/>
                <a:ext cx="434" cy="747"/>
              </a:xfrm>
              <a:custGeom>
                <a:avLst/>
                <a:gdLst/>
                <a:ahLst/>
                <a:cxnLst>
                  <a:cxn ang="0">
                    <a:pos x="434" y="0"/>
                  </a:cxn>
                  <a:cxn ang="0">
                    <a:pos x="134" y="54"/>
                  </a:cxn>
                  <a:cxn ang="0">
                    <a:pos x="90" y="61"/>
                  </a:cxn>
                  <a:cxn ang="0">
                    <a:pos x="0" y="573"/>
                  </a:cxn>
                  <a:cxn ang="0">
                    <a:pos x="85" y="621"/>
                  </a:cxn>
                  <a:cxn ang="0">
                    <a:pos x="301" y="747"/>
                  </a:cxn>
                  <a:cxn ang="0">
                    <a:pos x="434" y="0"/>
                  </a:cxn>
                </a:cxnLst>
                <a:rect l="0" t="0" r="r" b="b"/>
                <a:pathLst>
                  <a:path w="434" h="747">
                    <a:moveTo>
                      <a:pt x="434" y="0"/>
                    </a:moveTo>
                    <a:lnTo>
                      <a:pt x="134" y="54"/>
                    </a:lnTo>
                    <a:lnTo>
                      <a:pt x="90" y="61"/>
                    </a:lnTo>
                    <a:lnTo>
                      <a:pt x="0" y="573"/>
                    </a:lnTo>
                    <a:lnTo>
                      <a:pt x="85" y="621"/>
                    </a:lnTo>
                    <a:lnTo>
                      <a:pt x="301" y="747"/>
                    </a:lnTo>
                    <a:lnTo>
                      <a:pt x="43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24" name="Freeform 724"/>
              <p:cNvSpPr/>
              <p:nvPr/>
            </p:nvSpPr>
            <p:spPr bwMode="auto">
              <a:xfrm>
                <a:off x="3893" y="2631"/>
                <a:ext cx="434" cy="747"/>
              </a:xfrm>
              <a:custGeom>
                <a:avLst/>
                <a:gdLst/>
                <a:ahLst/>
                <a:cxnLst>
                  <a:cxn ang="0">
                    <a:pos x="434" y="0"/>
                  </a:cxn>
                  <a:cxn ang="0">
                    <a:pos x="134" y="54"/>
                  </a:cxn>
                  <a:cxn ang="0">
                    <a:pos x="90" y="61"/>
                  </a:cxn>
                  <a:cxn ang="0">
                    <a:pos x="0" y="573"/>
                  </a:cxn>
                  <a:cxn ang="0">
                    <a:pos x="85" y="621"/>
                  </a:cxn>
                  <a:cxn ang="0">
                    <a:pos x="301" y="747"/>
                  </a:cxn>
                  <a:cxn ang="0">
                    <a:pos x="434" y="0"/>
                  </a:cxn>
                </a:cxnLst>
                <a:rect l="0" t="0" r="r" b="b"/>
                <a:pathLst>
                  <a:path w="434" h="747">
                    <a:moveTo>
                      <a:pt x="434" y="0"/>
                    </a:moveTo>
                    <a:lnTo>
                      <a:pt x="134" y="54"/>
                    </a:lnTo>
                    <a:lnTo>
                      <a:pt x="90" y="61"/>
                    </a:lnTo>
                    <a:lnTo>
                      <a:pt x="0" y="573"/>
                    </a:lnTo>
                    <a:lnTo>
                      <a:pt x="85" y="621"/>
                    </a:lnTo>
                    <a:lnTo>
                      <a:pt x="301" y="747"/>
                    </a:lnTo>
                    <a:lnTo>
                      <a:pt x="434" y="0"/>
                    </a:lnTo>
                  </a:path>
                </a:pathLst>
              </a:custGeom>
              <a:noFill/>
              <a:ln w="9525">
                <a:noFill/>
                <a:round/>
              </a:ln>
            </p:spPr>
            <p:txBody>
              <a:bodyPr vert="horz" wrap="square" lIns="82938" tIns="41469" rIns="82938" bIns="41469" numCol="1" anchor="t" anchorCtr="0" compatLnSpc="1"/>
              <a:lstStyle/>
              <a:p>
                <a:endParaRPr lang="en-GB" sz="1815"/>
              </a:p>
            </p:txBody>
          </p:sp>
          <p:sp>
            <p:nvSpPr>
              <p:cNvPr id="51925" name="Freeform 725"/>
              <p:cNvSpPr/>
              <p:nvPr/>
            </p:nvSpPr>
            <p:spPr bwMode="auto">
              <a:xfrm>
                <a:off x="3893" y="3204"/>
                <a:ext cx="85" cy="48"/>
              </a:xfrm>
              <a:custGeom>
                <a:avLst/>
                <a:gdLst/>
                <a:ahLst/>
                <a:cxnLst>
                  <a:cxn ang="0">
                    <a:pos x="0" y="0"/>
                  </a:cxn>
                  <a:cxn ang="0">
                    <a:pos x="0" y="0"/>
                  </a:cxn>
                  <a:cxn ang="0">
                    <a:pos x="85" y="48"/>
                  </a:cxn>
                  <a:cxn ang="0">
                    <a:pos x="0" y="0"/>
                  </a:cxn>
                </a:cxnLst>
                <a:rect l="0" t="0" r="r" b="b"/>
                <a:pathLst>
                  <a:path w="85" h="48">
                    <a:moveTo>
                      <a:pt x="0" y="0"/>
                    </a:moveTo>
                    <a:lnTo>
                      <a:pt x="0" y="0"/>
                    </a:lnTo>
                    <a:lnTo>
                      <a:pt x="85" y="48"/>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26" name="Freeform 726"/>
              <p:cNvSpPr/>
              <p:nvPr/>
            </p:nvSpPr>
            <p:spPr bwMode="auto">
              <a:xfrm>
                <a:off x="3893" y="3204"/>
                <a:ext cx="85" cy="48"/>
              </a:xfrm>
              <a:custGeom>
                <a:avLst/>
                <a:gdLst/>
                <a:ahLst/>
                <a:cxnLst>
                  <a:cxn ang="0">
                    <a:pos x="0" y="0"/>
                  </a:cxn>
                  <a:cxn ang="0">
                    <a:pos x="0" y="0"/>
                  </a:cxn>
                  <a:cxn ang="0">
                    <a:pos x="85" y="48"/>
                  </a:cxn>
                  <a:cxn ang="0">
                    <a:pos x="0" y="0"/>
                  </a:cxn>
                </a:cxnLst>
                <a:rect l="0" t="0" r="r" b="b"/>
                <a:pathLst>
                  <a:path w="85" h="48">
                    <a:moveTo>
                      <a:pt x="0" y="0"/>
                    </a:moveTo>
                    <a:lnTo>
                      <a:pt x="0" y="0"/>
                    </a:lnTo>
                    <a:lnTo>
                      <a:pt x="85" y="4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27" name="Freeform 727"/>
              <p:cNvSpPr/>
              <p:nvPr/>
            </p:nvSpPr>
            <p:spPr bwMode="auto">
              <a:xfrm>
                <a:off x="3978" y="2631"/>
                <a:ext cx="349" cy="747"/>
              </a:xfrm>
              <a:custGeom>
                <a:avLst/>
                <a:gdLst/>
                <a:ahLst/>
                <a:cxnLst>
                  <a:cxn ang="0">
                    <a:pos x="349" y="0"/>
                  </a:cxn>
                  <a:cxn ang="0">
                    <a:pos x="344" y="2"/>
                  </a:cxn>
                  <a:cxn ang="0">
                    <a:pos x="344" y="2"/>
                  </a:cxn>
                  <a:cxn ang="0">
                    <a:pos x="49" y="54"/>
                  </a:cxn>
                  <a:cxn ang="0">
                    <a:pos x="349" y="0"/>
                  </a:cxn>
                  <a:cxn ang="0">
                    <a:pos x="216" y="747"/>
                  </a:cxn>
                  <a:cxn ang="0">
                    <a:pos x="0" y="621"/>
                  </a:cxn>
                  <a:cxn ang="0">
                    <a:pos x="216" y="747"/>
                  </a:cxn>
                  <a:cxn ang="0">
                    <a:pos x="349" y="0"/>
                  </a:cxn>
                </a:cxnLst>
                <a:rect l="0" t="0" r="r" b="b"/>
                <a:pathLst>
                  <a:path w="349" h="747">
                    <a:moveTo>
                      <a:pt x="349" y="0"/>
                    </a:moveTo>
                    <a:lnTo>
                      <a:pt x="344" y="2"/>
                    </a:lnTo>
                    <a:lnTo>
                      <a:pt x="344" y="2"/>
                    </a:lnTo>
                    <a:lnTo>
                      <a:pt x="49" y="54"/>
                    </a:lnTo>
                    <a:lnTo>
                      <a:pt x="349" y="0"/>
                    </a:lnTo>
                    <a:lnTo>
                      <a:pt x="216" y="747"/>
                    </a:lnTo>
                    <a:lnTo>
                      <a:pt x="0" y="621"/>
                    </a:lnTo>
                    <a:lnTo>
                      <a:pt x="216" y="747"/>
                    </a:lnTo>
                    <a:lnTo>
                      <a:pt x="34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28" name="Freeform 728"/>
              <p:cNvSpPr/>
              <p:nvPr/>
            </p:nvSpPr>
            <p:spPr bwMode="auto">
              <a:xfrm>
                <a:off x="3978" y="2631"/>
                <a:ext cx="349" cy="747"/>
              </a:xfrm>
              <a:custGeom>
                <a:avLst/>
                <a:gdLst/>
                <a:ahLst/>
                <a:cxnLst>
                  <a:cxn ang="0">
                    <a:pos x="349" y="0"/>
                  </a:cxn>
                  <a:cxn ang="0">
                    <a:pos x="344" y="2"/>
                  </a:cxn>
                  <a:cxn ang="0">
                    <a:pos x="344" y="2"/>
                  </a:cxn>
                  <a:cxn ang="0">
                    <a:pos x="49" y="54"/>
                  </a:cxn>
                  <a:cxn ang="0">
                    <a:pos x="349" y="0"/>
                  </a:cxn>
                  <a:cxn ang="0">
                    <a:pos x="216" y="747"/>
                  </a:cxn>
                  <a:cxn ang="0">
                    <a:pos x="0" y="621"/>
                  </a:cxn>
                  <a:cxn ang="0">
                    <a:pos x="216" y="747"/>
                  </a:cxn>
                  <a:cxn ang="0">
                    <a:pos x="349" y="0"/>
                  </a:cxn>
                </a:cxnLst>
                <a:rect l="0" t="0" r="r" b="b"/>
                <a:pathLst>
                  <a:path w="349" h="747">
                    <a:moveTo>
                      <a:pt x="349" y="0"/>
                    </a:moveTo>
                    <a:lnTo>
                      <a:pt x="344" y="2"/>
                    </a:lnTo>
                    <a:lnTo>
                      <a:pt x="344" y="2"/>
                    </a:lnTo>
                    <a:lnTo>
                      <a:pt x="49" y="54"/>
                    </a:lnTo>
                    <a:lnTo>
                      <a:pt x="349" y="0"/>
                    </a:lnTo>
                    <a:lnTo>
                      <a:pt x="216" y="747"/>
                    </a:lnTo>
                    <a:lnTo>
                      <a:pt x="0" y="621"/>
                    </a:lnTo>
                    <a:lnTo>
                      <a:pt x="216" y="747"/>
                    </a:lnTo>
                    <a:lnTo>
                      <a:pt x="349" y="0"/>
                    </a:lnTo>
                  </a:path>
                </a:pathLst>
              </a:custGeom>
              <a:noFill/>
              <a:ln w="9525">
                <a:noFill/>
                <a:round/>
              </a:ln>
            </p:spPr>
            <p:txBody>
              <a:bodyPr vert="horz" wrap="square" lIns="82938" tIns="41469" rIns="82938" bIns="41469" numCol="1" anchor="t" anchorCtr="0" compatLnSpc="1"/>
              <a:lstStyle/>
              <a:p>
                <a:endParaRPr lang="en-GB" sz="1815"/>
              </a:p>
            </p:txBody>
          </p:sp>
          <p:sp>
            <p:nvSpPr>
              <p:cNvPr id="51929" name="Freeform 729"/>
              <p:cNvSpPr/>
              <p:nvPr/>
            </p:nvSpPr>
            <p:spPr bwMode="auto">
              <a:xfrm>
                <a:off x="3883" y="3204"/>
                <a:ext cx="311" cy="187"/>
              </a:xfrm>
              <a:custGeom>
                <a:avLst/>
                <a:gdLst/>
                <a:ahLst/>
                <a:cxnLst>
                  <a:cxn ang="0">
                    <a:pos x="10" y="0"/>
                  </a:cxn>
                  <a:cxn ang="0">
                    <a:pos x="10" y="0"/>
                  </a:cxn>
                  <a:cxn ang="0">
                    <a:pos x="15" y="2"/>
                  </a:cxn>
                  <a:cxn ang="0">
                    <a:pos x="0" y="17"/>
                  </a:cxn>
                  <a:cxn ang="0">
                    <a:pos x="296" y="187"/>
                  </a:cxn>
                  <a:cxn ang="0">
                    <a:pos x="311" y="174"/>
                  </a:cxn>
                  <a:cxn ang="0">
                    <a:pos x="311" y="174"/>
                  </a:cxn>
                  <a:cxn ang="0">
                    <a:pos x="95" y="48"/>
                  </a:cxn>
                  <a:cxn ang="0">
                    <a:pos x="10" y="0"/>
                  </a:cxn>
                </a:cxnLst>
                <a:rect l="0" t="0" r="r" b="b"/>
                <a:pathLst>
                  <a:path w="311" h="187">
                    <a:moveTo>
                      <a:pt x="10" y="0"/>
                    </a:moveTo>
                    <a:lnTo>
                      <a:pt x="10" y="0"/>
                    </a:lnTo>
                    <a:lnTo>
                      <a:pt x="15" y="2"/>
                    </a:lnTo>
                    <a:lnTo>
                      <a:pt x="0" y="17"/>
                    </a:lnTo>
                    <a:lnTo>
                      <a:pt x="296" y="187"/>
                    </a:lnTo>
                    <a:lnTo>
                      <a:pt x="311" y="174"/>
                    </a:lnTo>
                    <a:lnTo>
                      <a:pt x="311" y="174"/>
                    </a:lnTo>
                    <a:lnTo>
                      <a:pt x="95" y="48"/>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0" name="Freeform 730"/>
              <p:cNvSpPr/>
              <p:nvPr/>
            </p:nvSpPr>
            <p:spPr bwMode="auto">
              <a:xfrm>
                <a:off x="3883" y="3204"/>
                <a:ext cx="311" cy="187"/>
              </a:xfrm>
              <a:custGeom>
                <a:avLst/>
                <a:gdLst/>
                <a:ahLst/>
                <a:cxnLst>
                  <a:cxn ang="0">
                    <a:pos x="10" y="0"/>
                  </a:cxn>
                  <a:cxn ang="0">
                    <a:pos x="10" y="0"/>
                  </a:cxn>
                  <a:cxn ang="0">
                    <a:pos x="15" y="2"/>
                  </a:cxn>
                  <a:cxn ang="0">
                    <a:pos x="0" y="17"/>
                  </a:cxn>
                  <a:cxn ang="0">
                    <a:pos x="296" y="187"/>
                  </a:cxn>
                  <a:cxn ang="0">
                    <a:pos x="311" y="174"/>
                  </a:cxn>
                  <a:cxn ang="0">
                    <a:pos x="311" y="174"/>
                  </a:cxn>
                  <a:cxn ang="0">
                    <a:pos x="95" y="48"/>
                  </a:cxn>
                  <a:cxn ang="0">
                    <a:pos x="10" y="0"/>
                  </a:cxn>
                </a:cxnLst>
                <a:rect l="0" t="0" r="r" b="b"/>
                <a:pathLst>
                  <a:path w="311" h="187">
                    <a:moveTo>
                      <a:pt x="10" y="0"/>
                    </a:moveTo>
                    <a:lnTo>
                      <a:pt x="10" y="0"/>
                    </a:lnTo>
                    <a:lnTo>
                      <a:pt x="15" y="2"/>
                    </a:lnTo>
                    <a:lnTo>
                      <a:pt x="0" y="17"/>
                    </a:lnTo>
                    <a:lnTo>
                      <a:pt x="296" y="187"/>
                    </a:lnTo>
                    <a:lnTo>
                      <a:pt x="311" y="174"/>
                    </a:lnTo>
                    <a:lnTo>
                      <a:pt x="311" y="174"/>
                    </a:lnTo>
                    <a:lnTo>
                      <a:pt x="95" y="48"/>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931" name="Freeform 731"/>
              <p:cNvSpPr/>
              <p:nvPr/>
            </p:nvSpPr>
            <p:spPr bwMode="auto">
              <a:xfrm>
                <a:off x="3841" y="3196"/>
                <a:ext cx="24" cy="13"/>
              </a:xfrm>
              <a:custGeom>
                <a:avLst/>
                <a:gdLst/>
                <a:ahLst/>
                <a:cxnLst>
                  <a:cxn ang="0">
                    <a:pos x="0" y="0"/>
                  </a:cxn>
                  <a:cxn ang="0">
                    <a:pos x="24" y="13"/>
                  </a:cxn>
                  <a:cxn ang="0">
                    <a:pos x="24" y="13"/>
                  </a:cxn>
                  <a:cxn ang="0">
                    <a:pos x="0" y="0"/>
                  </a:cxn>
                </a:cxnLst>
                <a:rect l="0" t="0" r="r" b="b"/>
                <a:pathLst>
                  <a:path w="24" h="13">
                    <a:moveTo>
                      <a:pt x="0" y="0"/>
                    </a:moveTo>
                    <a:lnTo>
                      <a:pt x="24" y="13"/>
                    </a:lnTo>
                    <a:lnTo>
                      <a:pt x="24"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2" name="Freeform 732"/>
              <p:cNvSpPr/>
              <p:nvPr/>
            </p:nvSpPr>
            <p:spPr bwMode="auto">
              <a:xfrm>
                <a:off x="3841" y="3196"/>
                <a:ext cx="24" cy="13"/>
              </a:xfrm>
              <a:custGeom>
                <a:avLst/>
                <a:gdLst/>
                <a:ahLst/>
                <a:cxnLst>
                  <a:cxn ang="0">
                    <a:pos x="0" y="0"/>
                  </a:cxn>
                  <a:cxn ang="0">
                    <a:pos x="24" y="13"/>
                  </a:cxn>
                  <a:cxn ang="0">
                    <a:pos x="24" y="13"/>
                  </a:cxn>
                  <a:cxn ang="0">
                    <a:pos x="0" y="0"/>
                  </a:cxn>
                </a:cxnLst>
                <a:rect l="0" t="0" r="r" b="b"/>
                <a:pathLst>
                  <a:path w="24" h="13">
                    <a:moveTo>
                      <a:pt x="0" y="0"/>
                    </a:moveTo>
                    <a:lnTo>
                      <a:pt x="24" y="13"/>
                    </a:lnTo>
                    <a:lnTo>
                      <a:pt x="24"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33" name="Freeform 733"/>
              <p:cNvSpPr/>
              <p:nvPr/>
            </p:nvSpPr>
            <p:spPr bwMode="auto">
              <a:xfrm>
                <a:off x="3865" y="3204"/>
                <a:ext cx="33" cy="17"/>
              </a:xfrm>
              <a:custGeom>
                <a:avLst/>
                <a:gdLst/>
                <a:ahLst/>
                <a:cxnLst>
                  <a:cxn ang="0">
                    <a:pos x="28" y="0"/>
                  </a:cxn>
                  <a:cxn ang="0">
                    <a:pos x="28" y="0"/>
                  </a:cxn>
                  <a:cxn ang="0">
                    <a:pos x="13" y="13"/>
                  </a:cxn>
                  <a:cxn ang="0">
                    <a:pos x="0" y="5"/>
                  </a:cxn>
                  <a:cxn ang="0">
                    <a:pos x="0" y="5"/>
                  </a:cxn>
                  <a:cxn ang="0">
                    <a:pos x="18" y="17"/>
                  </a:cxn>
                  <a:cxn ang="0">
                    <a:pos x="33" y="2"/>
                  </a:cxn>
                  <a:cxn ang="0">
                    <a:pos x="28" y="0"/>
                  </a:cxn>
                </a:cxnLst>
                <a:rect l="0" t="0" r="r" b="b"/>
                <a:pathLst>
                  <a:path w="33" h="17">
                    <a:moveTo>
                      <a:pt x="28" y="0"/>
                    </a:moveTo>
                    <a:lnTo>
                      <a:pt x="28" y="0"/>
                    </a:lnTo>
                    <a:lnTo>
                      <a:pt x="13" y="13"/>
                    </a:lnTo>
                    <a:lnTo>
                      <a:pt x="0" y="5"/>
                    </a:lnTo>
                    <a:lnTo>
                      <a:pt x="0" y="5"/>
                    </a:lnTo>
                    <a:lnTo>
                      <a:pt x="18" y="17"/>
                    </a:lnTo>
                    <a:lnTo>
                      <a:pt x="33" y="2"/>
                    </a:lnTo>
                    <a:lnTo>
                      <a:pt x="2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4" name="Freeform 734"/>
              <p:cNvSpPr/>
              <p:nvPr/>
            </p:nvSpPr>
            <p:spPr bwMode="auto">
              <a:xfrm>
                <a:off x="3865" y="3204"/>
                <a:ext cx="33" cy="17"/>
              </a:xfrm>
              <a:custGeom>
                <a:avLst/>
                <a:gdLst/>
                <a:ahLst/>
                <a:cxnLst>
                  <a:cxn ang="0">
                    <a:pos x="28" y="0"/>
                  </a:cxn>
                  <a:cxn ang="0">
                    <a:pos x="28" y="0"/>
                  </a:cxn>
                  <a:cxn ang="0">
                    <a:pos x="13" y="13"/>
                  </a:cxn>
                  <a:cxn ang="0">
                    <a:pos x="0" y="5"/>
                  </a:cxn>
                  <a:cxn ang="0">
                    <a:pos x="0" y="5"/>
                  </a:cxn>
                  <a:cxn ang="0">
                    <a:pos x="18" y="17"/>
                  </a:cxn>
                  <a:cxn ang="0">
                    <a:pos x="33" y="2"/>
                  </a:cxn>
                  <a:cxn ang="0">
                    <a:pos x="28" y="0"/>
                  </a:cxn>
                </a:cxnLst>
                <a:rect l="0" t="0" r="r" b="b"/>
                <a:pathLst>
                  <a:path w="33" h="17">
                    <a:moveTo>
                      <a:pt x="28" y="0"/>
                    </a:moveTo>
                    <a:lnTo>
                      <a:pt x="28" y="0"/>
                    </a:lnTo>
                    <a:lnTo>
                      <a:pt x="13" y="13"/>
                    </a:lnTo>
                    <a:lnTo>
                      <a:pt x="0" y="5"/>
                    </a:lnTo>
                    <a:lnTo>
                      <a:pt x="0" y="5"/>
                    </a:lnTo>
                    <a:lnTo>
                      <a:pt x="18" y="17"/>
                    </a:lnTo>
                    <a:lnTo>
                      <a:pt x="33" y="2"/>
                    </a:lnTo>
                    <a:lnTo>
                      <a:pt x="28" y="0"/>
                    </a:lnTo>
                  </a:path>
                </a:pathLst>
              </a:custGeom>
              <a:noFill/>
              <a:ln w="9525">
                <a:noFill/>
                <a:round/>
              </a:ln>
            </p:spPr>
            <p:txBody>
              <a:bodyPr vert="horz" wrap="square" lIns="82938" tIns="41469" rIns="82938" bIns="41469" numCol="1" anchor="t" anchorCtr="0" compatLnSpc="1"/>
              <a:lstStyle/>
              <a:p>
                <a:endParaRPr lang="en-GB" sz="1815"/>
              </a:p>
            </p:txBody>
          </p:sp>
          <p:sp>
            <p:nvSpPr>
              <p:cNvPr id="51935" name="Freeform 735"/>
              <p:cNvSpPr/>
              <p:nvPr/>
            </p:nvSpPr>
            <p:spPr bwMode="auto">
              <a:xfrm>
                <a:off x="4214" y="2628"/>
                <a:ext cx="134" cy="762"/>
              </a:xfrm>
              <a:custGeom>
                <a:avLst/>
                <a:gdLst/>
                <a:ahLst/>
                <a:cxnLst>
                  <a:cxn ang="0">
                    <a:pos x="134" y="0"/>
                  </a:cxn>
                  <a:cxn ang="0">
                    <a:pos x="134" y="0"/>
                  </a:cxn>
                  <a:cxn ang="0">
                    <a:pos x="0" y="762"/>
                  </a:cxn>
                  <a:cxn ang="0">
                    <a:pos x="134" y="0"/>
                  </a:cxn>
                </a:cxnLst>
                <a:rect l="0" t="0" r="r" b="b"/>
                <a:pathLst>
                  <a:path w="134" h="762">
                    <a:moveTo>
                      <a:pt x="134" y="0"/>
                    </a:moveTo>
                    <a:lnTo>
                      <a:pt x="134" y="0"/>
                    </a:lnTo>
                    <a:lnTo>
                      <a:pt x="0" y="762"/>
                    </a:lnTo>
                    <a:lnTo>
                      <a:pt x="13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36" name="Freeform 736"/>
              <p:cNvSpPr/>
              <p:nvPr/>
            </p:nvSpPr>
            <p:spPr bwMode="auto">
              <a:xfrm>
                <a:off x="4214" y="2628"/>
                <a:ext cx="134" cy="762"/>
              </a:xfrm>
              <a:custGeom>
                <a:avLst/>
                <a:gdLst/>
                <a:ahLst/>
                <a:cxnLst>
                  <a:cxn ang="0">
                    <a:pos x="134" y="0"/>
                  </a:cxn>
                  <a:cxn ang="0">
                    <a:pos x="134" y="0"/>
                  </a:cxn>
                  <a:cxn ang="0">
                    <a:pos x="0" y="762"/>
                  </a:cxn>
                  <a:cxn ang="0">
                    <a:pos x="134" y="0"/>
                  </a:cxn>
                </a:cxnLst>
                <a:rect l="0" t="0" r="r" b="b"/>
                <a:pathLst>
                  <a:path w="134" h="762">
                    <a:moveTo>
                      <a:pt x="134" y="0"/>
                    </a:moveTo>
                    <a:lnTo>
                      <a:pt x="134" y="0"/>
                    </a:lnTo>
                    <a:lnTo>
                      <a:pt x="0" y="762"/>
                    </a:lnTo>
                    <a:lnTo>
                      <a:pt x="134" y="0"/>
                    </a:lnTo>
                  </a:path>
                </a:pathLst>
              </a:custGeom>
              <a:noFill/>
              <a:ln w="9525">
                <a:noFill/>
                <a:round/>
              </a:ln>
            </p:spPr>
            <p:txBody>
              <a:bodyPr vert="horz" wrap="square" lIns="82938" tIns="41469" rIns="82938" bIns="41469" numCol="1" anchor="t" anchorCtr="0" compatLnSpc="1"/>
              <a:lstStyle/>
              <a:p>
                <a:endParaRPr lang="en-GB" sz="1815"/>
              </a:p>
            </p:txBody>
          </p:sp>
          <p:sp>
            <p:nvSpPr>
              <p:cNvPr id="51937" name="Freeform 737"/>
              <p:cNvSpPr/>
              <p:nvPr/>
            </p:nvSpPr>
            <p:spPr bwMode="auto">
              <a:xfrm>
                <a:off x="4194" y="2628"/>
                <a:ext cx="154" cy="762"/>
              </a:xfrm>
              <a:custGeom>
                <a:avLst/>
                <a:gdLst/>
                <a:ahLst/>
                <a:cxnLst>
                  <a:cxn ang="0">
                    <a:pos x="154" y="0"/>
                  </a:cxn>
                  <a:cxn ang="0">
                    <a:pos x="133" y="3"/>
                  </a:cxn>
                  <a:cxn ang="0">
                    <a:pos x="0" y="750"/>
                  </a:cxn>
                  <a:cxn ang="0">
                    <a:pos x="5" y="753"/>
                  </a:cxn>
                  <a:cxn ang="0">
                    <a:pos x="5" y="753"/>
                  </a:cxn>
                  <a:cxn ang="0">
                    <a:pos x="20" y="762"/>
                  </a:cxn>
                  <a:cxn ang="0">
                    <a:pos x="20" y="762"/>
                  </a:cxn>
                  <a:cxn ang="0">
                    <a:pos x="154" y="0"/>
                  </a:cxn>
                  <a:cxn ang="0">
                    <a:pos x="154" y="0"/>
                  </a:cxn>
                  <a:cxn ang="0">
                    <a:pos x="154" y="0"/>
                  </a:cxn>
                </a:cxnLst>
                <a:rect l="0" t="0" r="r" b="b"/>
                <a:pathLst>
                  <a:path w="154" h="762">
                    <a:moveTo>
                      <a:pt x="154" y="0"/>
                    </a:moveTo>
                    <a:lnTo>
                      <a:pt x="133" y="3"/>
                    </a:lnTo>
                    <a:lnTo>
                      <a:pt x="0" y="750"/>
                    </a:lnTo>
                    <a:lnTo>
                      <a:pt x="5" y="753"/>
                    </a:lnTo>
                    <a:lnTo>
                      <a:pt x="5" y="753"/>
                    </a:lnTo>
                    <a:lnTo>
                      <a:pt x="20" y="762"/>
                    </a:lnTo>
                    <a:lnTo>
                      <a:pt x="20" y="762"/>
                    </a:lnTo>
                    <a:lnTo>
                      <a:pt x="154" y="0"/>
                    </a:lnTo>
                    <a:lnTo>
                      <a:pt x="154" y="0"/>
                    </a:lnTo>
                    <a:lnTo>
                      <a:pt x="15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8" name="Freeform 738"/>
              <p:cNvSpPr/>
              <p:nvPr/>
            </p:nvSpPr>
            <p:spPr bwMode="auto">
              <a:xfrm>
                <a:off x="4194" y="2628"/>
                <a:ext cx="154" cy="762"/>
              </a:xfrm>
              <a:custGeom>
                <a:avLst/>
                <a:gdLst/>
                <a:ahLst/>
                <a:cxnLst>
                  <a:cxn ang="0">
                    <a:pos x="154" y="0"/>
                  </a:cxn>
                  <a:cxn ang="0">
                    <a:pos x="133" y="3"/>
                  </a:cxn>
                  <a:cxn ang="0">
                    <a:pos x="0" y="750"/>
                  </a:cxn>
                  <a:cxn ang="0">
                    <a:pos x="5" y="753"/>
                  </a:cxn>
                  <a:cxn ang="0">
                    <a:pos x="5" y="753"/>
                  </a:cxn>
                  <a:cxn ang="0">
                    <a:pos x="20" y="762"/>
                  </a:cxn>
                  <a:cxn ang="0">
                    <a:pos x="20" y="762"/>
                  </a:cxn>
                  <a:cxn ang="0">
                    <a:pos x="154" y="0"/>
                  </a:cxn>
                  <a:cxn ang="0">
                    <a:pos x="154" y="0"/>
                  </a:cxn>
                  <a:cxn ang="0">
                    <a:pos x="154" y="0"/>
                  </a:cxn>
                </a:cxnLst>
                <a:rect l="0" t="0" r="r" b="b"/>
                <a:pathLst>
                  <a:path w="154" h="762">
                    <a:moveTo>
                      <a:pt x="154" y="0"/>
                    </a:moveTo>
                    <a:lnTo>
                      <a:pt x="133" y="3"/>
                    </a:lnTo>
                    <a:lnTo>
                      <a:pt x="0" y="750"/>
                    </a:lnTo>
                    <a:lnTo>
                      <a:pt x="5" y="753"/>
                    </a:lnTo>
                    <a:lnTo>
                      <a:pt x="5" y="753"/>
                    </a:lnTo>
                    <a:lnTo>
                      <a:pt x="20" y="762"/>
                    </a:lnTo>
                    <a:lnTo>
                      <a:pt x="20" y="762"/>
                    </a:lnTo>
                    <a:lnTo>
                      <a:pt x="154" y="0"/>
                    </a:lnTo>
                    <a:lnTo>
                      <a:pt x="154" y="0"/>
                    </a:lnTo>
                    <a:lnTo>
                      <a:pt x="154" y="0"/>
                    </a:lnTo>
                  </a:path>
                </a:pathLst>
              </a:custGeom>
              <a:noFill/>
              <a:ln w="9525">
                <a:noFill/>
                <a:round/>
              </a:ln>
            </p:spPr>
            <p:txBody>
              <a:bodyPr vert="horz" wrap="square" lIns="82938" tIns="41469" rIns="82938" bIns="41469" numCol="1" anchor="t" anchorCtr="0" compatLnSpc="1"/>
              <a:lstStyle/>
              <a:p>
                <a:endParaRPr lang="en-GB" sz="1815"/>
              </a:p>
            </p:txBody>
          </p:sp>
          <p:sp>
            <p:nvSpPr>
              <p:cNvPr id="51939" name="Freeform 739"/>
              <p:cNvSpPr/>
              <p:nvPr/>
            </p:nvSpPr>
            <p:spPr bwMode="auto">
              <a:xfrm>
                <a:off x="4199" y="3381"/>
                <a:ext cx="15" cy="9"/>
              </a:xfrm>
              <a:custGeom>
                <a:avLst/>
                <a:gdLst/>
                <a:ahLst/>
                <a:cxnLst>
                  <a:cxn ang="0">
                    <a:pos x="0" y="0"/>
                  </a:cxn>
                  <a:cxn ang="0">
                    <a:pos x="0" y="0"/>
                  </a:cxn>
                  <a:cxn ang="0">
                    <a:pos x="15" y="9"/>
                  </a:cxn>
                  <a:cxn ang="0">
                    <a:pos x="15" y="9"/>
                  </a:cxn>
                  <a:cxn ang="0">
                    <a:pos x="0" y="0"/>
                  </a:cxn>
                </a:cxnLst>
                <a:rect l="0" t="0" r="r" b="b"/>
                <a:pathLst>
                  <a:path w="15" h="9">
                    <a:moveTo>
                      <a:pt x="0" y="0"/>
                    </a:moveTo>
                    <a:lnTo>
                      <a:pt x="0" y="0"/>
                    </a:lnTo>
                    <a:lnTo>
                      <a:pt x="15" y="9"/>
                    </a:lnTo>
                    <a:lnTo>
                      <a:pt x="15" y="9"/>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40" name="Freeform 740"/>
              <p:cNvSpPr/>
              <p:nvPr/>
            </p:nvSpPr>
            <p:spPr bwMode="auto">
              <a:xfrm>
                <a:off x="4199" y="3381"/>
                <a:ext cx="15" cy="9"/>
              </a:xfrm>
              <a:custGeom>
                <a:avLst/>
                <a:gdLst/>
                <a:ahLst/>
                <a:cxnLst>
                  <a:cxn ang="0">
                    <a:pos x="0" y="0"/>
                  </a:cxn>
                  <a:cxn ang="0">
                    <a:pos x="0" y="0"/>
                  </a:cxn>
                  <a:cxn ang="0">
                    <a:pos x="15" y="9"/>
                  </a:cxn>
                  <a:cxn ang="0">
                    <a:pos x="15" y="9"/>
                  </a:cxn>
                  <a:cxn ang="0">
                    <a:pos x="0" y="0"/>
                  </a:cxn>
                </a:cxnLst>
                <a:rect l="0" t="0" r="r" b="b"/>
                <a:pathLst>
                  <a:path w="15" h="9">
                    <a:moveTo>
                      <a:pt x="0" y="0"/>
                    </a:moveTo>
                    <a:lnTo>
                      <a:pt x="0" y="0"/>
                    </a:lnTo>
                    <a:lnTo>
                      <a:pt x="15" y="9"/>
                    </a:lnTo>
                    <a:lnTo>
                      <a:pt x="15" y="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41" name="Freeform 741"/>
              <p:cNvSpPr/>
              <p:nvPr/>
            </p:nvSpPr>
            <p:spPr bwMode="auto">
              <a:xfrm>
                <a:off x="4179" y="3378"/>
                <a:ext cx="20" cy="17"/>
              </a:xfrm>
              <a:custGeom>
                <a:avLst/>
                <a:gdLst/>
                <a:ahLst/>
                <a:cxnLst>
                  <a:cxn ang="0">
                    <a:pos x="15" y="0"/>
                  </a:cxn>
                  <a:cxn ang="0">
                    <a:pos x="15" y="0"/>
                  </a:cxn>
                  <a:cxn ang="0">
                    <a:pos x="0" y="13"/>
                  </a:cxn>
                  <a:cxn ang="0">
                    <a:pos x="4" y="17"/>
                  </a:cxn>
                  <a:cxn ang="0">
                    <a:pos x="15" y="8"/>
                  </a:cxn>
                  <a:cxn ang="0">
                    <a:pos x="20" y="3"/>
                  </a:cxn>
                  <a:cxn ang="0">
                    <a:pos x="15" y="0"/>
                  </a:cxn>
                </a:cxnLst>
                <a:rect l="0" t="0" r="r" b="b"/>
                <a:pathLst>
                  <a:path w="20" h="17">
                    <a:moveTo>
                      <a:pt x="15" y="0"/>
                    </a:moveTo>
                    <a:lnTo>
                      <a:pt x="15" y="0"/>
                    </a:lnTo>
                    <a:lnTo>
                      <a:pt x="0" y="13"/>
                    </a:lnTo>
                    <a:lnTo>
                      <a:pt x="4" y="17"/>
                    </a:lnTo>
                    <a:lnTo>
                      <a:pt x="15" y="8"/>
                    </a:lnTo>
                    <a:lnTo>
                      <a:pt x="20" y="3"/>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42" name="Freeform 742"/>
              <p:cNvSpPr/>
              <p:nvPr/>
            </p:nvSpPr>
            <p:spPr bwMode="auto">
              <a:xfrm>
                <a:off x="4179" y="3378"/>
                <a:ext cx="20" cy="17"/>
              </a:xfrm>
              <a:custGeom>
                <a:avLst/>
                <a:gdLst/>
                <a:ahLst/>
                <a:cxnLst>
                  <a:cxn ang="0">
                    <a:pos x="15" y="0"/>
                  </a:cxn>
                  <a:cxn ang="0">
                    <a:pos x="15" y="0"/>
                  </a:cxn>
                  <a:cxn ang="0">
                    <a:pos x="0" y="13"/>
                  </a:cxn>
                  <a:cxn ang="0">
                    <a:pos x="4" y="17"/>
                  </a:cxn>
                  <a:cxn ang="0">
                    <a:pos x="15" y="8"/>
                  </a:cxn>
                  <a:cxn ang="0">
                    <a:pos x="20" y="3"/>
                  </a:cxn>
                  <a:cxn ang="0">
                    <a:pos x="15" y="0"/>
                  </a:cxn>
                </a:cxnLst>
                <a:rect l="0" t="0" r="r" b="b"/>
                <a:pathLst>
                  <a:path w="20" h="17">
                    <a:moveTo>
                      <a:pt x="15" y="0"/>
                    </a:moveTo>
                    <a:lnTo>
                      <a:pt x="15" y="0"/>
                    </a:lnTo>
                    <a:lnTo>
                      <a:pt x="0" y="13"/>
                    </a:lnTo>
                    <a:lnTo>
                      <a:pt x="4" y="17"/>
                    </a:lnTo>
                    <a:lnTo>
                      <a:pt x="15" y="8"/>
                    </a:lnTo>
                    <a:lnTo>
                      <a:pt x="20" y="3"/>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943" name="Freeform 743"/>
              <p:cNvSpPr/>
              <p:nvPr/>
            </p:nvSpPr>
            <p:spPr bwMode="auto">
              <a:xfrm>
                <a:off x="4183" y="3381"/>
                <a:ext cx="31" cy="22"/>
              </a:xfrm>
              <a:custGeom>
                <a:avLst/>
                <a:gdLst/>
                <a:ahLst/>
                <a:cxnLst>
                  <a:cxn ang="0">
                    <a:pos x="16" y="0"/>
                  </a:cxn>
                  <a:cxn ang="0">
                    <a:pos x="11" y="5"/>
                  </a:cxn>
                  <a:cxn ang="0">
                    <a:pos x="0" y="14"/>
                  </a:cxn>
                  <a:cxn ang="0">
                    <a:pos x="13" y="20"/>
                  </a:cxn>
                  <a:cxn ang="0">
                    <a:pos x="18" y="12"/>
                  </a:cxn>
                  <a:cxn ang="0">
                    <a:pos x="13" y="20"/>
                  </a:cxn>
                  <a:cxn ang="0">
                    <a:pos x="15" y="22"/>
                  </a:cxn>
                  <a:cxn ang="0">
                    <a:pos x="30" y="9"/>
                  </a:cxn>
                  <a:cxn ang="0">
                    <a:pos x="31" y="9"/>
                  </a:cxn>
                  <a:cxn ang="0">
                    <a:pos x="16" y="0"/>
                  </a:cxn>
                </a:cxnLst>
                <a:rect l="0" t="0" r="r" b="b"/>
                <a:pathLst>
                  <a:path w="31" h="22">
                    <a:moveTo>
                      <a:pt x="16" y="0"/>
                    </a:moveTo>
                    <a:lnTo>
                      <a:pt x="11" y="5"/>
                    </a:lnTo>
                    <a:lnTo>
                      <a:pt x="0" y="14"/>
                    </a:lnTo>
                    <a:lnTo>
                      <a:pt x="13" y="20"/>
                    </a:lnTo>
                    <a:lnTo>
                      <a:pt x="18" y="12"/>
                    </a:lnTo>
                    <a:lnTo>
                      <a:pt x="13" y="20"/>
                    </a:lnTo>
                    <a:lnTo>
                      <a:pt x="15" y="22"/>
                    </a:lnTo>
                    <a:lnTo>
                      <a:pt x="30" y="9"/>
                    </a:lnTo>
                    <a:lnTo>
                      <a:pt x="31" y="9"/>
                    </a:lnTo>
                    <a:lnTo>
                      <a:pt x="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44" name="Freeform 744"/>
              <p:cNvSpPr/>
              <p:nvPr/>
            </p:nvSpPr>
            <p:spPr bwMode="auto">
              <a:xfrm>
                <a:off x="4183" y="3381"/>
                <a:ext cx="31" cy="22"/>
              </a:xfrm>
              <a:custGeom>
                <a:avLst/>
                <a:gdLst/>
                <a:ahLst/>
                <a:cxnLst>
                  <a:cxn ang="0">
                    <a:pos x="16" y="0"/>
                  </a:cxn>
                  <a:cxn ang="0">
                    <a:pos x="11" y="5"/>
                  </a:cxn>
                  <a:cxn ang="0">
                    <a:pos x="0" y="14"/>
                  </a:cxn>
                  <a:cxn ang="0">
                    <a:pos x="13" y="20"/>
                  </a:cxn>
                  <a:cxn ang="0">
                    <a:pos x="18" y="12"/>
                  </a:cxn>
                  <a:cxn ang="0">
                    <a:pos x="13" y="20"/>
                  </a:cxn>
                  <a:cxn ang="0">
                    <a:pos x="15" y="22"/>
                  </a:cxn>
                  <a:cxn ang="0">
                    <a:pos x="30" y="9"/>
                  </a:cxn>
                  <a:cxn ang="0">
                    <a:pos x="31" y="9"/>
                  </a:cxn>
                  <a:cxn ang="0">
                    <a:pos x="16" y="0"/>
                  </a:cxn>
                </a:cxnLst>
                <a:rect l="0" t="0" r="r" b="b"/>
                <a:pathLst>
                  <a:path w="31" h="22">
                    <a:moveTo>
                      <a:pt x="16" y="0"/>
                    </a:moveTo>
                    <a:lnTo>
                      <a:pt x="11" y="5"/>
                    </a:lnTo>
                    <a:lnTo>
                      <a:pt x="0" y="14"/>
                    </a:lnTo>
                    <a:lnTo>
                      <a:pt x="13" y="20"/>
                    </a:lnTo>
                    <a:lnTo>
                      <a:pt x="18" y="12"/>
                    </a:lnTo>
                    <a:lnTo>
                      <a:pt x="13" y="20"/>
                    </a:lnTo>
                    <a:lnTo>
                      <a:pt x="15" y="22"/>
                    </a:lnTo>
                    <a:lnTo>
                      <a:pt x="30" y="9"/>
                    </a:lnTo>
                    <a:lnTo>
                      <a:pt x="31" y="9"/>
                    </a:lnTo>
                    <a:lnTo>
                      <a:pt x="16" y="0"/>
                    </a:lnTo>
                  </a:path>
                </a:pathLst>
              </a:custGeom>
              <a:noFill/>
              <a:ln w="9525">
                <a:noFill/>
                <a:round/>
              </a:ln>
            </p:spPr>
            <p:txBody>
              <a:bodyPr vert="horz" wrap="square" lIns="82938" tIns="41469" rIns="82938" bIns="41469" numCol="1" anchor="t" anchorCtr="0" compatLnSpc="1"/>
              <a:lstStyle/>
              <a:p>
                <a:endParaRPr lang="en-GB" sz="1815"/>
              </a:p>
            </p:txBody>
          </p:sp>
          <p:sp>
            <p:nvSpPr>
              <p:cNvPr id="51945" name="Freeform 745"/>
              <p:cNvSpPr/>
              <p:nvPr/>
            </p:nvSpPr>
            <p:spPr bwMode="auto">
              <a:xfrm>
                <a:off x="3566" y="2695"/>
                <a:ext cx="397" cy="497"/>
              </a:xfrm>
              <a:custGeom>
                <a:avLst/>
                <a:gdLst/>
                <a:ahLst/>
                <a:cxnLst>
                  <a:cxn ang="0">
                    <a:pos x="397" y="0"/>
                  </a:cxn>
                  <a:cxn ang="0">
                    <a:pos x="46" y="62"/>
                  </a:cxn>
                  <a:cxn ang="0">
                    <a:pos x="46" y="62"/>
                  </a:cxn>
                  <a:cxn ang="0">
                    <a:pos x="46" y="62"/>
                  </a:cxn>
                  <a:cxn ang="0">
                    <a:pos x="0" y="318"/>
                  </a:cxn>
                  <a:cxn ang="0">
                    <a:pos x="309" y="497"/>
                  </a:cxn>
                  <a:cxn ang="0">
                    <a:pos x="350" y="259"/>
                  </a:cxn>
                  <a:cxn ang="0">
                    <a:pos x="397" y="0"/>
                  </a:cxn>
                </a:cxnLst>
                <a:rect l="0" t="0" r="r" b="b"/>
                <a:pathLst>
                  <a:path w="397" h="497">
                    <a:moveTo>
                      <a:pt x="397" y="0"/>
                    </a:moveTo>
                    <a:lnTo>
                      <a:pt x="46" y="62"/>
                    </a:lnTo>
                    <a:lnTo>
                      <a:pt x="46" y="62"/>
                    </a:lnTo>
                    <a:lnTo>
                      <a:pt x="46" y="62"/>
                    </a:lnTo>
                    <a:lnTo>
                      <a:pt x="0" y="318"/>
                    </a:lnTo>
                    <a:lnTo>
                      <a:pt x="309" y="497"/>
                    </a:lnTo>
                    <a:lnTo>
                      <a:pt x="350" y="259"/>
                    </a:lnTo>
                    <a:lnTo>
                      <a:pt x="397"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46" name="Freeform 746"/>
              <p:cNvSpPr/>
              <p:nvPr/>
            </p:nvSpPr>
            <p:spPr bwMode="auto">
              <a:xfrm>
                <a:off x="3566" y="2695"/>
                <a:ext cx="397" cy="497"/>
              </a:xfrm>
              <a:custGeom>
                <a:avLst/>
                <a:gdLst/>
                <a:ahLst/>
                <a:cxnLst>
                  <a:cxn ang="0">
                    <a:pos x="397" y="0"/>
                  </a:cxn>
                  <a:cxn ang="0">
                    <a:pos x="46" y="62"/>
                  </a:cxn>
                  <a:cxn ang="0">
                    <a:pos x="46" y="62"/>
                  </a:cxn>
                  <a:cxn ang="0">
                    <a:pos x="46" y="62"/>
                  </a:cxn>
                  <a:cxn ang="0">
                    <a:pos x="0" y="318"/>
                  </a:cxn>
                  <a:cxn ang="0">
                    <a:pos x="309" y="497"/>
                  </a:cxn>
                  <a:cxn ang="0">
                    <a:pos x="350" y="259"/>
                  </a:cxn>
                  <a:cxn ang="0">
                    <a:pos x="397" y="0"/>
                  </a:cxn>
                </a:cxnLst>
                <a:rect l="0" t="0" r="r" b="b"/>
                <a:pathLst>
                  <a:path w="397" h="497">
                    <a:moveTo>
                      <a:pt x="397" y="0"/>
                    </a:moveTo>
                    <a:lnTo>
                      <a:pt x="46" y="62"/>
                    </a:lnTo>
                    <a:lnTo>
                      <a:pt x="46" y="62"/>
                    </a:lnTo>
                    <a:lnTo>
                      <a:pt x="46" y="62"/>
                    </a:lnTo>
                    <a:lnTo>
                      <a:pt x="0" y="318"/>
                    </a:lnTo>
                    <a:lnTo>
                      <a:pt x="309" y="497"/>
                    </a:lnTo>
                    <a:lnTo>
                      <a:pt x="350" y="259"/>
                    </a:lnTo>
                    <a:lnTo>
                      <a:pt x="397" y="0"/>
                    </a:lnTo>
                  </a:path>
                </a:pathLst>
              </a:custGeom>
              <a:noFill/>
              <a:ln w="9525">
                <a:noFill/>
                <a:round/>
              </a:ln>
            </p:spPr>
            <p:txBody>
              <a:bodyPr vert="horz" wrap="square" lIns="82938" tIns="41469" rIns="82938" bIns="41469" numCol="1" anchor="t" anchorCtr="0" compatLnSpc="1"/>
              <a:lstStyle/>
              <a:p>
                <a:endParaRPr lang="en-GB" sz="1815"/>
              </a:p>
            </p:txBody>
          </p:sp>
          <p:sp>
            <p:nvSpPr>
              <p:cNvPr id="51947" name="Freeform 747"/>
              <p:cNvSpPr/>
              <p:nvPr/>
            </p:nvSpPr>
            <p:spPr bwMode="auto">
              <a:xfrm>
                <a:off x="3875" y="2954"/>
                <a:ext cx="41" cy="238"/>
              </a:xfrm>
              <a:custGeom>
                <a:avLst/>
                <a:gdLst/>
                <a:ahLst/>
                <a:cxnLst>
                  <a:cxn ang="0">
                    <a:pos x="41" y="0"/>
                  </a:cxn>
                  <a:cxn ang="0">
                    <a:pos x="0" y="238"/>
                  </a:cxn>
                  <a:cxn ang="0">
                    <a:pos x="0" y="238"/>
                  </a:cxn>
                  <a:cxn ang="0">
                    <a:pos x="41" y="0"/>
                  </a:cxn>
                </a:cxnLst>
                <a:rect l="0" t="0" r="r" b="b"/>
                <a:pathLst>
                  <a:path w="41" h="238">
                    <a:moveTo>
                      <a:pt x="41" y="0"/>
                    </a:moveTo>
                    <a:lnTo>
                      <a:pt x="0" y="238"/>
                    </a:lnTo>
                    <a:lnTo>
                      <a:pt x="0" y="238"/>
                    </a:lnTo>
                    <a:lnTo>
                      <a:pt x="4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48" name="Freeform 748"/>
              <p:cNvSpPr/>
              <p:nvPr/>
            </p:nvSpPr>
            <p:spPr bwMode="auto">
              <a:xfrm>
                <a:off x="3875" y="2954"/>
                <a:ext cx="41" cy="238"/>
              </a:xfrm>
              <a:custGeom>
                <a:avLst/>
                <a:gdLst/>
                <a:ahLst/>
                <a:cxnLst>
                  <a:cxn ang="0">
                    <a:pos x="41" y="0"/>
                  </a:cxn>
                  <a:cxn ang="0">
                    <a:pos x="0" y="238"/>
                  </a:cxn>
                  <a:cxn ang="0">
                    <a:pos x="0" y="238"/>
                  </a:cxn>
                  <a:cxn ang="0">
                    <a:pos x="41" y="0"/>
                  </a:cxn>
                </a:cxnLst>
                <a:rect l="0" t="0" r="r" b="b"/>
                <a:pathLst>
                  <a:path w="41" h="238">
                    <a:moveTo>
                      <a:pt x="41" y="0"/>
                    </a:moveTo>
                    <a:lnTo>
                      <a:pt x="0" y="238"/>
                    </a:lnTo>
                    <a:lnTo>
                      <a:pt x="0" y="238"/>
                    </a:lnTo>
                    <a:lnTo>
                      <a:pt x="41" y="0"/>
                    </a:lnTo>
                  </a:path>
                </a:pathLst>
              </a:custGeom>
              <a:noFill/>
              <a:ln w="9525">
                <a:noFill/>
                <a:round/>
              </a:ln>
            </p:spPr>
            <p:txBody>
              <a:bodyPr vert="horz" wrap="square" lIns="82938" tIns="41469" rIns="82938" bIns="41469" numCol="1" anchor="t" anchorCtr="0" compatLnSpc="1"/>
              <a:lstStyle/>
              <a:p>
                <a:endParaRPr lang="en-GB" sz="1815"/>
              </a:p>
            </p:txBody>
          </p:sp>
          <p:sp>
            <p:nvSpPr>
              <p:cNvPr id="51949" name="Freeform 749"/>
              <p:cNvSpPr>
                <a:spLocks noEditPoints="1"/>
              </p:cNvSpPr>
              <p:nvPr/>
            </p:nvSpPr>
            <p:spPr bwMode="auto">
              <a:xfrm>
                <a:off x="3566" y="2695"/>
                <a:ext cx="397" cy="497"/>
              </a:xfrm>
              <a:custGeom>
                <a:avLst/>
                <a:gdLst/>
                <a:ahLst/>
                <a:cxnLst>
                  <a:cxn ang="0">
                    <a:pos x="46" y="62"/>
                  </a:cxn>
                  <a:cxn ang="0">
                    <a:pos x="46" y="62"/>
                  </a:cxn>
                  <a:cxn ang="0">
                    <a:pos x="0" y="318"/>
                  </a:cxn>
                  <a:cxn ang="0">
                    <a:pos x="309" y="497"/>
                  </a:cxn>
                  <a:cxn ang="0">
                    <a:pos x="309" y="497"/>
                  </a:cxn>
                  <a:cxn ang="0">
                    <a:pos x="0" y="318"/>
                  </a:cxn>
                  <a:cxn ang="0">
                    <a:pos x="46" y="62"/>
                  </a:cxn>
                  <a:cxn ang="0">
                    <a:pos x="397" y="0"/>
                  </a:cxn>
                  <a:cxn ang="0">
                    <a:pos x="46" y="62"/>
                  </a:cxn>
                  <a:cxn ang="0">
                    <a:pos x="46" y="62"/>
                  </a:cxn>
                  <a:cxn ang="0">
                    <a:pos x="397" y="0"/>
                  </a:cxn>
                  <a:cxn ang="0">
                    <a:pos x="350" y="259"/>
                  </a:cxn>
                  <a:cxn ang="0">
                    <a:pos x="397" y="0"/>
                  </a:cxn>
                </a:cxnLst>
                <a:rect l="0" t="0" r="r" b="b"/>
                <a:pathLst>
                  <a:path w="397" h="497">
                    <a:moveTo>
                      <a:pt x="46" y="62"/>
                    </a:moveTo>
                    <a:lnTo>
                      <a:pt x="46" y="62"/>
                    </a:lnTo>
                    <a:lnTo>
                      <a:pt x="0" y="318"/>
                    </a:lnTo>
                    <a:lnTo>
                      <a:pt x="309" y="497"/>
                    </a:lnTo>
                    <a:lnTo>
                      <a:pt x="309" y="497"/>
                    </a:lnTo>
                    <a:lnTo>
                      <a:pt x="0" y="318"/>
                    </a:lnTo>
                    <a:lnTo>
                      <a:pt x="46" y="62"/>
                    </a:lnTo>
                    <a:close/>
                    <a:moveTo>
                      <a:pt x="397" y="0"/>
                    </a:moveTo>
                    <a:lnTo>
                      <a:pt x="46" y="62"/>
                    </a:lnTo>
                    <a:lnTo>
                      <a:pt x="46" y="62"/>
                    </a:lnTo>
                    <a:lnTo>
                      <a:pt x="397" y="0"/>
                    </a:lnTo>
                    <a:lnTo>
                      <a:pt x="350" y="259"/>
                    </a:lnTo>
                    <a:lnTo>
                      <a:pt x="39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50" name="Freeform 750"/>
              <p:cNvSpPr/>
              <p:nvPr/>
            </p:nvSpPr>
            <p:spPr bwMode="auto">
              <a:xfrm>
                <a:off x="3566" y="2757"/>
                <a:ext cx="309" cy="435"/>
              </a:xfrm>
              <a:custGeom>
                <a:avLst/>
                <a:gdLst/>
                <a:ahLst/>
                <a:cxnLst>
                  <a:cxn ang="0">
                    <a:pos x="46" y="0"/>
                  </a:cxn>
                  <a:cxn ang="0">
                    <a:pos x="46" y="0"/>
                  </a:cxn>
                  <a:cxn ang="0">
                    <a:pos x="0" y="256"/>
                  </a:cxn>
                  <a:cxn ang="0">
                    <a:pos x="309" y="435"/>
                  </a:cxn>
                  <a:cxn ang="0">
                    <a:pos x="309" y="435"/>
                  </a:cxn>
                  <a:cxn ang="0">
                    <a:pos x="0" y="256"/>
                  </a:cxn>
                  <a:cxn ang="0">
                    <a:pos x="46" y="0"/>
                  </a:cxn>
                </a:cxnLst>
                <a:rect l="0" t="0" r="r" b="b"/>
                <a:pathLst>
                  <a:path w="309" h="435">
                    <a:moveTo>
                      <a:pt x="46" y="0"/>
                    </a:moveTo>
                    <a:lnTo>
                      <a:pt x="46" y="0"/>
                    </a:lnTo>
                    <a:lnTo>
                      <a:pt x="0" y="256"/>
                    </a:lnTo>
                    <a:lnTo>
                      <a:pt x="309" y="435"/>
                    </a:lnTo>
                    <a:lnTo>
                      <a:pt x="309" y="435"/>
                    </a:lnTo>
                    <a:lnTo>
                      <a:pt x="0" y="256"/>
                    </a:lnTo>
                    <a:lnTo>
                      <a:pt x="46" y="0"/>
                    </a:lnTo>
                  </a:path>
                </a:pathLst>
              </a:custGeom>
              <a:noFill/>
              <a:ln w="9525">
                <a:noFill/>
                <a:round/>
              </a:ln>
            </p:spPr>
            <p:txBody>
              <a:bodyPr vert="horz" wrap="square" lIns="82938" tIns="41469" rIns="82938" bIns="41469" numCol="1" anchor="t" anchorCtr="0" compatLnSpc="1"/>
              <a:lstStyle/>
              <a:p>
                <a:endParaRPr lang="en-GB" sz="1815"/>
              </a:p>
            </p:txBody>
          </p:sp>
          <p:sp>
            <p:nvSpPr>
              <p:cNvPr id="51951" name="Freeform 751"/>
              <p:cNvSpPr/>
              <p:nvPr/>
            </p:nvSpPr>
            <p:spPr bwMode="auto">
              <a:xfrm>
                <a:off x="3612" y="2695"/>
                <a:ext cx="351" cy="259"/>
              </a:xfrm>
              <a:custGeom>
                <a:avLst/>
                <a:gdLst/>
                <a:ahLst/>
                <a:cxnLst>
                  <a:cxn ang="0">
                    <a:pos x="351" y="0"/>
                  </a:cxn>
                  <a:cxn ang="0">
                    <a:pos x="0" y="62"/>
                  </a:cxn>
                  <a:cxn ang="0">
                    <a:pos x="0" y="62"/>
                  </a:cxn>
                  <a:cxn ang="0">
                    <a:pos x="351" y="0"/>
                  </a:cxn>
                  <a:cxn ang="0">
                    <a:pos x="304" y="259"/>
                  </a:cxn>
                  <a:cxn ang="0">
                    <a:pos x="351" y="0"/>
                  </a:cxn>
                </a:cxnLst>
                <a:rect l="0" t="0" r="r" b="b"/>
                <a:pathLst>
                  <a:path w="351" h="259">
                    <a:moveTo>
                      <a:pt x="351" y="0"/>
                    </a:moveTo>
                    <a:lnTo>
                      <a:pt x="0" y="62"/>
                    </a:lnTo>
                    <a:lnTo>
                      <a:pt x="0" y="62"/>
                    </a:lnTo>
                    <a:lnTo>
                      <a:pt x="351" y="0"/>
                    </a:lnTo>
                    <a:lnTo>
                      <a:pt x="304" y="259"/>
                    </a:lnTo>
                    <a:lnTo>
                      <a:pt x="351" y="0"/>
                    </a:lnTo>
                  </a:path>
                </a:pathLst>
              </a:custGeom>
              <a:noFill/>
              <a:ln w="9525">
                <a:noFill/>
                <a:round/>
              </a:ln>
            </p:spPr>
            <p:txBody>
              <a:bodyPr vert="horz" wrap="square" lIns="82938" tIns="41469" rIns="82938" bIns="41469" numCol="1" anchor="t" anchorCtr="0" compatLnSpc="1"/>
              <a:lstStyle/>
              <a:p>
                <a:endParaRPr lang="en-GB" sz="1815"/>
              </a:p>
            </p:txBody>
          </p:sp>
          <p:sp>
            <p:nvSpPr>
              <p:cNvPr id="51952" name="Freeform 752"/>
              <p:cNvSpPr/>
              <p:nvPr/>
            </p:nvSpPr>
            <p:spPr bwMode="auto">
              <a:xfrm>
                <a:off x="3555" y="3030"/>
                <a:ext cx="167" cy="97"/>
              </a:xfrm>
              <a:custGeom>
                <a:avLst/>
                <a:gdLst/>
                <a:ahLst/>
                <a:cxnLst>
                  <a:cxn ang="0">
                    <a:pos x="0" y="0"/>
                  </a:cxn>
                  <a:cxn ang="0">
                    <a:pos x="0" y="0"/>
                  </a:cxn>
                  <a:cxn ang="0">
                    <a:pos x="167" y="97"/>
                  </a:cxn>
                  <a:cxn ang="0">
                    <a:pos x="0" y="0"/>
                  </a:cxn>
                </a:cxnLst>
                <a:rect l="0" t="0" r="r" b="b"/>
                <a:pathLst>
                  <a:path w="167" h="97">
                    <a:moveTo>
                      <a:pt x="0" y="0"/>
                    </a:moveTo>
                    <a:lnTo>
                      <a:pt x="0" y="0"/>
                    </a:lnTo>
                    <a:lnTo>
                      <a:pt x="167" y="97"/>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53" name="Freeform 753"/>
              <p:cNvSpPr/>
              <p:nvPr/>
            </p:nvSpPr>
            <p:spPr bwMode="auto">
              <a:xfrm>
                <a:off x="3555" y="3030"/>
                <a:ext cx="167" cy="97"/>
              </a:xfrm>
              <a:custGeom>
                <a:avLst/>
                <a:gdLst/>
                <a:ahLst/>
                <a:cxnLst>
                  <a:cxn ang="0">
                    <a:pos x="0" y="0"/>
                  </a:cxn>
                  <a:cxn ang="0">
                    <a:pos x="0" y="0"/>
                  </a:cxn>
                  <a:cxn ang="0">
                    <a:pos x="167" y="97"/>
                  </a:cxn>
                  <a:cxn ang="0">
                    <a:pos x="0" y="0"/>
                  </a:cxn>
                </a:cxnLst>
                <a:rect l="0" t="0" r="r" b="b"/>
                <a:pathLst>
                  <a:path w="167" h="97">
                    <a:moveTo>
                      <a:pt x="0" y="0"/>
                    </a:moveTo>
                    <a:lnTo>
                      <a:pt x="0" y="0"/>
                    </a:lnTo>
                    <a:lnTo>
                      <a:pt x="167" y="9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54" name="Freeform 754"/>
              <p:cNvSpPr/>
              <p:nvPr/>
            </p:nvSpPr>
            <p:spPr bwMode="auto">
              <a:xfrm>
                <a:off x="3555" y="3030"/>
                <a:ext cx="286" cy="166"/>
              </a:xfrm>
              <a:custGeom>
                <a:avLst/>
                <a:gdLst/>
                <a:ahLst/>
                <a:cxnLst>
                  <a:cxn ang="0">
                    <a:pos x="0" y="0"/>
                  </a:cxn>
                  <a:cxn ang="0">
                    <a:pos x="0" y="0"/>
                  </a:cxn>
                  <a:cxn ang="0">
                    <a:pos x="167" y="97"/>
                  </a:cxn>
                  <a:cxn ang="0">
                    <a:pos x="286" y="166"/>
                  </a:cxn>
                  <a:cxn ang="0">
                    <a:pos x="0" y="0"/>
                  </a:cxn>
                </a:cxnLst>
                <a:rect l="0" t="0" r="r" b="b"/>
                <a:pathLst>
                  <a:path w="286" h="166">
                    <a:moveTo>
                      <a:pt x="0" y="0"/>
                    </a:moveTo>
                    <a:lnTo>
                      <a:pt x="0" y="0"/>
                    </a:lnTo>
                    <a:lnTo>
                      <a:pt x="167" y="97"/>
                    </a:lnTo>
                    <a:lnTo>
                      <a:pt x="286" y="16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55" name="Freeform 755"/>
              <p:cNvSpPr/>
              <p:nvPr/>
            </p:nvSpPr>
            <p:spPr bwMode="auto">
              <a:xfrm>
                <a:off x="3555" y="3030"/>
                <a:ext cx="286" cy="166"/>
              </a:xfrm>
              <a:custGeom>
                <a:avLst/>
                <a:gdLst/>
                <a:ahLst/>
                <a:cxnLst>
                  <a:cxn ang="0">
                    <a:pos x="0" y="0"/>
                  </a:cxn>
                  <a:cxn ang="0">
                    <a:pos x="0" y="0"/>
                  </a:cxn>
                  <a:cxn ang="0">
                    <a:pos x="167" y="97"/>
                  </a:cxn>
                  <a:cxn ang="0">
                    <a:pos x="286" y="166"/>
                  </a:cxn>
                  <a:cxn ang="0">
                    <a:pos x="0" y="0"/>
                  </a:cxn>
                </a:cxnLst>
                <a:rect l="0" t="0" r="r" b="b"/>
                <a:pathLst>
                  <a:path w="286" h="166">
                    <a:moveTo>
                      <a:pt x="0" y="0"/>
                    </a:moveTo>
                    <a:lnTo>
                      <a:pt x="0" y="0"/>
                    </a:lnTo>
                    <a:lnTo>
                      <a:pt x="167" y="97"/>
                    </a:lnTo>
                    <a:lnTo>
                      <a:pt x="286" y="16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56" name="Freeform 756"/>
              <p:cNvSpPr/>
              <p:nvPr/>
            </p:nvSpPr>
            <p:spPr bwMode="auto">
              <a:xfrm>
                <a:off x="3893" y="2692"/>
                <a:ext cx="90" cy="512"/>
              </a:xfrm>
              <a:custGeom>
                <a:avLst/>
                <a:gdLst/>
                <a:ahLst/>
                <a:cxnLst>
                  <a:cxn ang="0">
                    <a:pos x="90" y="0"/>
                  </a:cxn>
                  <a:cxn ang="0">
                    <a:pos x="90" y="0"/>
                  </a:cxn>
                  <a:cxn ang="0">
                    <a:pos x="2" y="509"/>
                  </a:cxn>
                  <a:cxn ang="0">
                    <a:pos x="0" y="512"/>
                  </a:cxn>
                  <a:cxn ang="0">
                    <a:pos x="0" y="512"/>
                  </a:cxn>
                  <a:cxn ang="0">
                    <a:pos x="90" y="0"/>
                  </a:cxn>
                </a:cxnLst>
                <a:rect l="0" t="0" r="r" b="b"/>
                <a:pathLst>
                  <a:path w="90" h="512">
                    <a:moveTo>
                      <a:pt x="90" y="0"/>
                    </a:moveTo>
                    <a:lnTo>
                      <a:pt x="90" y="0"/>
                    </a:lnTo>
                    <a:lnTo>
                      <a:pt x="2" y="509"/>
                    </a:lnTo>
                    <a:lnTo>
                      <a:pt x="0" y="512"/>
                    </a:lnTo>
                    <a:lnTo>
                      <a:pt x="0" y="512"/>
                    </a:lnTo>
                    <a:lnTo>
                      <a:pt x="9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57" name="Freeform 757"/>
              <p:cNvSpPr/>
              <p:nvPr/>
            </p:nvSpPr>
            <p:spPr bwMode="auto">
              <a:xfrm>
                <a:off x="3893" y="2692"/>
                <a:ext cx="90" cy="512"/>
              </a:xfrm>
              <a:custGeom>
                <a:avLst/>
                <a:gdLst/>
                <a:ahLst/>
                <a:cxnLst>
                  <a:cxn ang="0">
                    <a:pos x="90" y="0"/>
                  </a:cxn>
                  <a:cxn ang="0">
                    <a:pos x="90" y="0"/>
                  </a:cxn>
                  <a:cxn ang="0">
                    <a:pos x="2" y="509"/>
                  </a:cxn>
                  <a:cxn ang="0">
                    <a:pos x="0" y="512"/>
                  </a:cxn>
                  <a:cxn ang="0">
                    <a:pos x="0" y="512"/>
                  </a:cxn>
                  <a:cxn ang="0">
                    <a:pos x="90" y="0"/>
                  </a:cxn>
                </a:cxnLst>
                <a:rect l="0" t="0" r="r" b="b"/>
                <a:pathLst>
                  <a:path w="90" h="512">
                    <a:moveTo>
                      <a:pt x="90" y="0"/>
                    </a:moveTo>
                    <a:lnTo>
                      <a:pt x="90" y="0"/>
                    </a:lnTo>
                    <a:lnTo>
                      <a:pt x="2" y="509"/>
                    </a:lnTo>
                    <a:lnTo>
                      <a:pt x="0" y="512"/>
                    </a:lnTo>
                    <a:lnTo>
                      <a:pt x="0" y="512"/>
                    </a:lnTo>
                    <a:lnTo>
                      <a:pt x="90" y="0"/>
                    </a:lnTo>
                  </a:path>
                </a:pathLst>
              </a:custGeom>
              <a:noFill/>
              <a:ln w="9525">
                <a:noFill/>
                <a:round/>
              </a:ln>
            </p:spPr>
            <p:txBody>
              <a:bodyPr vert="horz" wrap="square" lIns="82938" tIns="41469" rIns="82938" bIns="41469" numCol="1" anchor="t" anchorCtr="0" compatLnSpc="1"/>
              <a:lstStyle/>
              <a:p>
                <a:endParaRPr lang="en-GB" sz="1815"/>
              </a:p>
            </p:txBody>
          </p:sp>
          <p:sp>
            <p:nvSpPr>
              <p:cNvPr id="51958" name="Rectangle 758"/>
              <p:cNvSpPr>
                <a:spLocks noChangeArrowheads="1"/>
              </p:cNvSpPr>
              <p:nvPr/>
            </p:nvSpPr>
            <p:spPr bwMode="auto">
              <a:xfrm>
                <a:off x="3893" y="3204"/>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959" name="Rectangle 759"/>
              <p:cNvSpPr>
                <a:spLocks noChangeArrowheads="1"/>
              </p:cNvSpPr>
              <p:nvPr/>
            </p:nvSpPr>
            <p:spPr bwMode="auto">
              <a:xfrm>
                <a:off x="3893" y="3204"/>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960" name="Freeform 760"/>
              <p:cNvSpPr/>
              <p:nvPr/>
            </p:nvSpPr>
            <p:spPr bwMode="auto">
              <a:xfrm>
                <a:off x="3566" y="2692"/>
                <a:ext cx="417" cy="512"/>
              </a:xfrm>
              <a:custGeom>
                <a:avLst/>
                <a:gdLst/>
                <a:ahLst/>
                <a:cxnLst>
                  <a:cxn ang="0">
                    <a:pos x="417" y="0"/>
                  </a:cxn>
                  <a:cxn ang="0">
                    <a:pos x="397" y="3"/>
                  </a:cxn>
                  <a:cxn ang="0">
                    <a:pos x="350" y="262"/>
                  </a:cxn>
                  <a:cxn ang="0">
                    <a:pos x="309" y="500"/>
                  </a:cxn>
                  <a:cxn ang="0">
                    <a:pos x="309" y="500"/>
                  </a:cxn>
                  <a:cxn ang="0">
                    <a:pos x="309" y="500"/>
                  </a:cxn>
                  <a:cxn ang="0">
                    <a:pos x="0" y="321"/>
                  </a:cxn>
                  <a:cxn ang="0">
                    <a:pos x="0" y="321"/>
                  </a:cxn>
                  <a:cxn ang="0">
                    <a:pos x="5" y="324"/>
                  </a:cxn>
                  <a:cxn ang="0">
                    <a:pos x="5" y="324"/>
                  </a:cxn>
                  <a:cxn ang="0">
                    <a:pos x="314" y="504"/>
                  </a:cxn>
                  <a:cxn ang="0">
                    <a:pos x="314" y="504"/>
                  </a:cxn>
                  <a:cxn ang="0">
                    <a:pos x="327" y="512"/>
                  </a:cxn>
                  <a:cxn ang="0">
                    <a:pos x="329" y="509"/>
                  </a:cxn>
                  <a:cxn ang="0">
                    <a:pos x="417" y="0"/>
                  </a:cxn>
                </a:cxnLst>
                <a:rect l="0" t="0" r="r" b="b"/>
                <a:pathLst>
                  <a:path w="417" h="512">
                    <a:moveTo>
                      <a:pt x="417" y="0"/>
                    </a:moveTo>
                    <a:lnTo>
                      <a:pt x="397" y="3"/>
                    </a:lnTo>
                    <a:lnTo>
                      <a:pt x="350" y="262"/>
                    </a:lnTo>
                    <a:lnTo>
                      <a:pt x="309" y="500"/>
                    </a:lnTo>
                    <a:lnTo>
                      <a:pt x="309" y="500"/>
                    </a:lnTo>
                    <a:lnTo>
                      <a:pt x="309" y="500"/>
                    </a:lnTo>
                    <a:lnTo>
                      <a:pt x="0" y="321"/>
                    </a:lnTo>
                    <a:lnTo>
                      <a:pt x="0" y="321"/>
                    </a:lnTo>
                    <a:lnTo>
                      <a:pt x="5" y="324"/>
                    </a:lnTo>
                    <a:lnTo>
                      <a:pt x="5" y="324"/>
                    </a:lnTo>
                    <a:lnTo>
                      <a:pt x="314" y="504"/>
                    </a:lnTo>
                    <a:lnTo>
                      <a:pt x="314" y="504"/>
                    </a:lnTo>
                    <a:lnTo>
                      <a:pt x="327" y="512"/>
                    </a:lnTo>
                    <a:lnTo>
                      <a:pt x="329" y="509"/>
                    </a:lnTo>
                    <a:lnTo>
                      <a:pt x="4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1" name="Freeform 761"/>
              <p:cNvSpPr/>
              <p:nvPr/>
            </p:nvSpPr>
            <p:spPr bwMode="auto">
              <a:xfrm>
                <a:off x="3566" y="2692"/>
                <a:ext cx="417" cy="512"/>
              </a:xfrm>
              <a:custGeom>
                <a:avLst/>
                <a:gdLst/>
                <a:ahLst/>
                <a:cxnLst>
                  <a:cxn ang="0">
                    <a:pos x="417" y="0"/>
                  </a:cxn>
                  <a:cxn ang="0">
                    <a:pos x="397" y="3"/>
                  </a:cxn>
                  <a:cxn ang="0">
                    <a:pos x="350" y="262"/>
                  </a:cxn>
                  <a:cxn ang="0">
                    <a:pos x="309" y="500"/>
                  </a:cxn>
                  <a:cxn ang="0">
                    <a:pos x="309" y="500"/>
                  </a:cxn>
                  <a:cxn ang="0">
                    <a:pos x="309" y="500"/>
                  </a:cxn>
                  <a:cxn ang="0">
                    <a:pos x="0" y="321"/>
                  </a:cxn>
                  <a:cxn ang="0">
                    <a:pos x="0" y="321"/>
                  </a:cxn>
                  <a:cxn ang="0">
                    <a:pos x="5" y="324"/>
                  </a:cxn>
                  <a:cxn ang="0">
                    <a:pos x="5" y="324"/>
                  </a:cxn>
                  <a:cxn ang="0">
                    <a:pos x="314" y="504"/>
                  </a:cxn>
                  <a:cxn ang="0">
                    <a:pos x="314" y="504"/>
                  </a:cxn>
                  <a:cxn ang="0">
                    <a:pos x="327" y="512"/>
                  </a:cxn>
                  <a:cxn ang="0">
                    <a:pos x="329" y="509"/>
                  </a:cxn>
                  <a:cxn ang="0">
                    <a:pos x="417" y="0"/>
                  </a:cxn>
                </a:cxnLst>
                <a:rect l="0" t="0" r="r" b="b"/>
                <a:pathLst>
                  <a:path w="417" h="512">
                    <a:moveTo>
                      <a:pt x="417" y="0"/>
                    </a:moveTo>
                    <a:lnTo>
                      <a:pt x="397" y="3"/>
                    </a:lnTo>
                    <a:lnTo>
                      <a:pt x="350" y="262"/>
                    </a:lnTo>
                    <a:lnTo>
                      <a:pt x="309" y="500"/>
                    </a:lnTo>
                    <a:lnTo>
                      <a:pt x="309" y="500"/>
                    </a:lnTo>
                    <a:lnTo>
                      <a:pt x="309" y="500"/>
                    </a:lnTo>
                    <a:lnTo>
                      <a:pt x="0" y="321"/>
                    </a:lnTo>
                    <a:lnTo>
                      <a:pt x="0" y="321"/>
                    </a:lnTo>
                    <a:lnTo>
                      <a:pt x="5" y="324"/>
                    </a:lnTo>
                    <a:lnTo>
                      <a:pt x="5" y="324"/>
                    </a:lnTo>
                    <a:lnTo>
                      <a:pt x="314" y="504"/>
                    </a:lnTo>
                    <a:lnTo>
                      <a:pt x="314" y="504"/>
                    </a:lnTo>
                    <a:lnTo>
                      <a:pt x="327" y="512"/>
                    </a:lnTo>
                    <a:lnTo>
                      <a:pt x="329" y="509"/>
                    </a:lnTo>
                    <a:lnTo>
                      <a:pt x="417" y="0"/>
                    </a:lnTo>
                  </a:path>
                </a:pathLst>
              </a:custGeom>
              <a:noFill/>
              <a:ln w="9525">
                <a:noFill/>
                <a:round/>
              </a:ln>
            </p:spPr>
            <p:txBody>
              <a:bodyPr vert="horz" wrap="square" lIns="82938" tIns="41469" rIns="82938" bIns="41469" numCol="1" anchor="t" anchorCtr="0" compatLnSpc="1"/>
              <a:lstStyle/>
              <a:p>
                <a:endParaRPr lang="en-GB" sz="1815"/>
              </a:p>
            </p:txBody>
          </p:sp>
          <p:sp>
            <p:nvSpPr>
              <p:cNvPr id="51962" name="Freeform 762"/>
              <p:cNvSpPr/>
              <p:nvPr/>
            </p:nvSpPr>
            <p:spPr bwMode="auto">
              <a:xfrm>
                <a:off x="3880" y="3196"/>
                <a:ext cx="13" cy="8"/>
              </a:xfrm>
              <a:custGeom>
                <a:avLst/>
                <a:gdLst/>
                <a:ahLst/>
                <a:cxnLst>
                  <a:cxn ang="0">
                    <a:pos x="0" y="0"/>
                  </a:cxn>
                  <a:cxn ang="0">
                    <a:pos x="0" y="0"/>
                  </a:cxn>
                  <a:cxn ang="0">
                    <a:pos x="13" y="8"/>
                  </a:cxn>
                  <a:cxn ang="0">
                    <a:pos x="13" y="8"/>
                  </a:cxn>
                  <a:cxn ang="0">
                    <a:pos x="13" y="8"/>
                  </a:cxn>
                  <a:cxn ang="0">
                    <a:pos x="13" y="8"/>
                  </a:cxn>
                  <a:cxn ang="0">
                    <a:pos x="0" y="0"/>
                  </a:cxn>
                </a:cxnLst>
                <a:rect l="0" t="0" r="r" b="b"/>
                <a:pathLst>
                  <a:path w="13" h="8">
                    <a:moveTo>
                      <a:pt x="0" y="0"/>
                    </a:moveTo>
                    <a:lnTo>
                      <a:pt x="0" y="0"/>
                    </a:lnTo>
                    <a:lnTo>
                      <a:pt x="13" y="8"/>
                    </a:lnTo>
                    <a:lnTo>
                      <a:pt x="13" y="8"/>
                    </a:lnTo>
                    <a:lnTo>
                      <a:pt x="13" y="8"/>
                    </a:lnTo>
                    <a:lnTo>
                      <a:pt x="13"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3" name="Freeform 763"/>
              <p:cNvSpPr/>
              <p:nvPr/>
            </p:nvSpPr>
            <p:spPr bwMode="auto">
              <a:xfrm>
                <a:off x="3880" y="3196"/>
                <a:ext cx="13" cy="8"/>
              </a:xfrm>
              <a:custGeom>
                <a:avLst/>
                <a:gdLst/>
                <a:ahLst/>
                <a:cxnLst>
                  <a:cxn ang="0">
                    <a:pos x="0" y="0"/>
                  </a:cxn>
                  <a:cxn ang="0">
                    <a:pos x="0" y="0"/>
                  </a:cxn>
                  <a:cxn ang="0">
                    <a:pos x="13" y="8"/>
                  </a:cxn>
                  <a:cxn ang="0">
                    <a:pos x="13" y="8"/>
                  </a:cxn>
                  <a:cxn ang="0">
                    <a:pos x="13" y="8"/>
                  </a:cxn>
                  <a:cxn ang="0">
                    <a:pos x="13" y="8"/>
                  </a:cxn>
                  <a:cxn ang="0">
                    <a:pos x="0" y="0"/>
                  </a:cxn>
                </a:cxnLst>
                <a:rect l="0" t="0" r="r" b="b"/>
                <a:pathLst>
                  <a:path w="13" h="8">
                    <a:moveTo>
                      <a:pt x="0" y="0"/>
                    </a:moveTo>
                    <a:lnTo>
                      <a:pt x="0" y="0"/>
                    </a:lnTo>
                    <a:lnTo>
                      <a:pt x="13" y="8"/>
                    </a:lnTo>
                    <a:lnTo>
                      <a:pt x="13" y="8"/>
                    </a:lnTo>
                    <a:lnTo>
                      <a:pt x="13" y="8"/>
                    </a:lnTo>
                    <a:lnTo>
                      <a:pt x="13"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64" name="Freeform 764"/>
              <p:cNvSpPr/>
              <p:nvPr/>
            </p:nvSpPr>
            <p:spPr bwMode="auto">
              <a:xfrm>
                <a:off x="3555" y="3016"/>
                <a:ext cx="325" cy="193"/>
              </a:xfrm>
              <a:custGeom>
                <a:avLst/>
                <a:gdLst/>
                <a:ahLst/>
                <a:cxnLst>
                  <a:cxn ang="0">
                    <a:pos x="16" y="0"/>
                  </a:cxn>
                  <a:cxn ang="0">
                    <a:pos x="10" y="7"/>
                  </a:cxn>
                  <a:cxn ang="0">
                    <a:pos x="10" y="7"/>
                  </a:cxn>
                  <a:cxn ang="0">
                    <a:pos x="0" y="14"/>
                  </a:cxn>
                  <a:cxn ang="0">
                    <a:pos x="286" y="180"/>
                  </a:cxn>
                  <a:cxn ang="0">
                    <a:pos x="310" y="193"/>
                  </a:cxn>
                  <a:cxn ang="0">
                    <a:pos x="325" y="180"/>
                  </a:cxn>
                  <a:cxn ang="0">
                    <a:pos x="16" y="0"/>
                  </a:cxn>
                </a:cxnLst>
                <a:rect l="0" t="0" r="r" b="b"/>
                <a:pathLst>
                  <a:path w="325" h="193">
                    <a:moveTo>
                      <a:pt x="16" y="0"/>
                    </a:moveTo>
                    <a:lnTo>
                      <a:pt x="10" y="7"/>
                    </a:lnTo>
                    <a:lnTo>
                      <a:pt x="10" y="7"/>
                    </a:lnTo>
                    <a:lnTo>
                      <a:pt x="0" y="14"/>
                    </a:lnTo>
                    <a:lnTo>
                      <a:pt x="286" y="180"/>
                    </a:lnTo>
                    <a:lnTo>
                      <a:pt x="310" y="193"/>
                    </a:lnTo>
                    <a:lnTo>
                      <a:pt x="325" y="180"/>
                    </a:lnTo>
                    <a:lnTo>
                      <a:pt x="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5" name="Freeform 765"/>
              <p:cNvSpPr/>
              <p:nvPr/>
            </p:nvSpPr>
            <p:spPr bwMode="auto">
              <a:xfrm>
                <a:off x="3555" y="3016"/>
                <a:ext cx="325" cy="193"/>
              </a:xfrm>
              <a:custGeom>
                <a:avLst/>
                <a:gdLst/>
                <a:ahLst/>
                <a:cxnLst>
                  <a:cxn ang="0">
                    <a:pos x="16" y="0"/>
                  </a:cxn>
                  <a:cxn ang="0">
                    <a:pos x="10" y="7"/>
                  </a:cxn>
                  <a:cxn ang="0">
                    <a:pos x="10" y="7"/>
                  </a:cxn>
                  <a:cxn ang="0">
                    <a:pos x="0" y="14"/>
                  </a:cxn>
                  <a:cxn ang="0">
                    <a:pos x="286" y="180"/>
                  </a:cxn>
                  <a:cxn ang="0">
                    <a:pos x="310" y="193"/>
                  </a:cxn>
                  <a:cxn ang="0">
                    <a:pos x="325" y="180"/>
                  </a:cxn>
                  <a:cxn ang="0">
                    <a:pos x="16" y="0"/>
                  </a:cxn>
                </a:cxnLst>
                <a:rect l="0" t="0" r="r" b="b"/>
                <a:pathLst>
                  <a:path w="325" h="193">
                    <a:moveTo>
                      <a:pt x="16" y="0"/>
                    </a:moveTo>
                    <a:lnTo>
                      <a:pt x="10" y="7"/>
                    </a:lnTo>
                    <a:lnTo>
                      <a:pt x="10" y="7"/>
                    </a:lnTo>
                    <a:lnTo>
                      <a:pt x="0" y="14"/>
                    </a:lnTo>
                    <a:lnTo>
                      <a:pt x="286" y="180"/>
                    </a:lnTo>
                    <a:lnTo>
                      <a:pt x="310" y="193"/>
                    </a:lnTo>
                    <a:lnTo>
                      <a:pt x="325" y="180"/>
                    </a:lnTo>
                    <a:lnTo>
                      <a:pt x="16" y="0"/>
                    </a:lnTo>
                  </a:path>
                </a:pathLst>
              </a:custGeom>
              <a:noFill/>
              <a:ln w="9525">
                <a:noFill/>
                <a:round/>
              </a:ln>
            </p:spPr>
            <p:txBody>
              <a:bodyPr vert="horz" wrap="square" lIns="82938" tIns="41469" rIns="82938" bIns="41469" numCol="1" anchor="t" anchorCtr="0" compatLnSpc="1"/>
              <a:lstStyle/>
              <a:p>
                <a:endParaRPr lang="en-GB" sz="1815"/>
              </a:p>
            </p:txBody>
          </p:sp>
          <p:sp>
            <p:nvSpPr>
              <p:cNvPr id="51966" name="Freeform 766"/>
              <p:cNvSpPr/>
              <p:nvPr/>
            </p:nvSpPr>
            <p:spPr bwMode="auto">
              <a:xfrm>
                <a:off x="3865" y="3196"/>
                <a:ext cx="28" cy="21"/>
              </a:xfrm>
              <a:custGeom>
                <a:avLst/>
                <a:gdLst/>
                <a:ahLst/>
                <a:cxnLst>
                  <a:cxn ang="0">
                    <a:pos x="15" y="0"/>
                  </a:cxn>
                  <a:cxn ang="0">
                    <a:pos x="0" y="13"/>
                  </a:cxn>
                  <a:cxn ang="0">
                    <a:pos x="13" y="21"/>
                  </a:cxn>
                  <a:cxn ang="0">
                    <a:pos x="28" y="8"/>
                  </a:cxn>
                  <a:cxn ang="0">
                    <a:pos x="28" y="8"/>
                  </a:cxn>
                  <a:cxn ang="0">
                    <a:pos x="15" y="0"/>
                  </a:cxn>
                </a:cxnLst>
                <a:rect l="0" t="0" r="r" b="b"/>
                <a:pathLst>
                  <a:path w="28" h="21">
                    <a:moveTo>
                      <a:pt x="15" y="0"/>
                    </a:moveTo>
                    <a:lnTo>
                      <a:pt x="0" y="13"/>
                    </a:lnTo>
                    <a:lnTo>
                      <a:pt x="13" y="21"/>
                    </a:lnTo>
                    <a:lnTo>
                      <a:pt x="28" y="8"/>
                    </a:lnTo>
                    <a:lnTo>
                      <a:pt x="28" y="8"/>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7" name="Freeform 767"/>
              <p:cNvSpPr/>
              <p:nvPr/>
            </p:nvSpPr>
            <p:spPr bwMode="auto">
              <a:xfrm>
                <a:off x="3865" y="3196"/>
                <a:ext cx="28" cy="21"/>
              </a:xfrm>
              <a:custGeom>
                <a:avLst/>
                <a:gdLst/>
                <a:ahLst/>
                <a:cxnLst>
                  <a:cxn ang="0">
                    <a:pos x="15" y="0"/>
                  </a:cxn>
                  <a:cxn ang="0">
                    <a:pos x="0" y="13"/>
                  </a:cxn>
                  <a:cxn ang="0">
                    <a:pos x="13" y="21"/>
                  </a:cxn>
                  <a:cxn ang="0">
                    <a:pos x="28" y="8"/>
                  </a:cxn>
                  <a:cxn ang="0">
                    <a:pos x="28" y="8"/>
                  </a:cxn>
                  <a:cxn ang="0">
                    <a:pos x="15" y="0"/>
                  </a:cxn>
                </a:cxnLst>
                <a:rect l="0" t="0" r="r" b="b"/>
                <a:pathLst>
                  <a:path w="28" h="21">
                    <a:moveTo>
                      <a:pt x="15" y="0"/>
                    </a:moveTo>
                    <a:lnTo>
                      <a:pt x="0" y="13"/>
                    </a:lnTo>
                    <a:lnTo>
                      <a:pt x="13" y="21"/>
                    </a:lnTo>
                    <a:lnTo>
                      <a:pt x="28" y="8"/>
                    </a:lnTo>
                    <a:lnTo>
                      <a:pt x="28" y="8"/>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968" name="Freeform 768"/>
              <p:cNvSpPr/>
              <p:nvPr/>
            </p:nvSpPr>
            <p:spPr bwMode="auto">
              <a:xfrm>
                <a:off x="3566" y="3013"/>
                <a:ext cx="5" cy="3"/>
              </a:xfrm>
              <a:custGeom>
                <a:avLst/>
                <a:gdLst/>
                <a:ahLst/>
                <a:cxnLst>
                  <a:cxn ang="0">
                    <a:pos x="0" y="0"/>
                  </a:cxn>
                  <a:cxn ang="0">
                    <a:pos x="0" y="0"/>
                  </a:cxn>
                  <a:cxn ang="0">
                    <a:pos x="5" y="3"/>
                  </a:cxn>
                  <a:cxn ang="0">
                    <a:pos x="5" y="3"/>
                  </a:cxn>
                  <a:cxn ang="0">
                    <a:pos x="0" y="0"/>
                  </a:cxn>
                </a:cxnLst>
                <a:rect l="0" t="0" r="r" b="b"/>
                <a:pathLst>
                  <a:path w="5" h="3">
                    <a:moveTo>
                      <a:pt x="0" y="0"/>
                    </a:moveTo>
                    <a:lnTo>
                      <a:pt x="0" y="0"/>
                    </a:lnTo>
                    <a:lnTo>
                      <a:pt x="5" y="3"/>
                    </a:lnTo>
                    <a:lnTo>
                      <a:pt x="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9" name="Freeform 769"/>
              <p:cNvSpPr/>
              <p:nvPr/>
            </p:nvSpPr>
            <p:spPr bwMode="auto">
              <a:xfrm>
                <a:off x="3566" y="3013"/>
                <a:ext cx="5" cy="3"/>
              </a:xfrm>
              <a:custGeom>
                <a:avLst/>
                <a:gdLst/>
                <a:ahLst/>
                <a:cxnLst>
                  <a:cxn ang="0">
                    <a:pos x="0" y="0"/>
                  </a:cxn>
                  <a:cxn ang="0">
                    <a:pos x="0" y="0"/>
                  </a:cxn>
                  <a:cxn ang="0">
                    <a:pos x="5" y="3"/>
                  </a:cxn>
                  <a:cxn ang="0">
                    <a:pos x="5" y="3"/>
                  </a:cxn>
                  <a:cxn ang="0">
                    <a:pos x="0" y="0"/>
                  </a:cxn>
                </a:cxnLst>
                <a:rect l="0" t="0" r="r" b="b"/>
                <a:pathLst>
                  <a:path w="5" h="3">
                    <a:moveTo>
                      <a:pt x="0" y="0"/>
                    </a:moveTo>
                    <a:lnTo>
                      <a:pt x="0" y="0"/>
                    </a:lnTo>
                    <a:lnTo>
                      <a:pt x="5" y="3"/>
                    </a:lnTo>
                    <a:lnTo>
                      <a:pt x="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70" name="Freeform 770"/>
              <p:cNvSpPr/>
              <p:nvPr/>
            </p:nvSpPr>
            <p:spPr bwMode="auto">
              <a:xfrm>
                <a:off x="3565" y="3013"/>
                <a:ext cx="6" cy="10"/>
              </a:xfrm>
              <a:custGeom>
                <a:avLst/>
                <a:gdLst/>
                <a:ahLst/>
                <a:cxnLst>
                  <a:cxn ang="0">
                    <a:pos x="1" y="0"/>
                  </a:cxn>
                  <a:cxn ang="0">
                    <a:pos x="0" y="10"/>
                  </a:cxn>
                  <a:cxn ang="0">
                    <a:pos x="6" y="3"/>
                  </a:cxn>
                  <a:cxn ang="0">
                    <a:pos x="1" y="0"/>
                  </a:cxn>
                </a:cxnLst>
                <a:rect l="0" t="0" r="r" b="b"/>
                <a:pathLst>
                  <a:path w="6" h="10">
                    <a:moveTo>
                      <a:pt x="1" y="0"/>
                    </a:moveTo>
                    <a:lnTo>
                      <a:pt x="0" y="10"/>
                    </a:lnTo>
                    <a:lnTo>
                      <a:pt x="6" y="3"/>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71" name="Freeform 771"/>
              <p:cNvSpPr/>
              <p:nvPr/>
            </p:nvSpPr>
            <p:spPr bwMode="auto">
              <a:xfrm>
                <a:off x="3565" y="3013"/>
                <a:ext cx="6" cy="10"/>
              </a:xfrm>
              <a:custGeom>
                <a:avLst/>
                <a:gdLst/>
                <a:ahLst/>
                <a:cxnLst>
                  <a:cxn ang="0">
                    <a:pos x="1" y="0"/>
                  </a:cxn>
                  <a:cxn ang="0">
                    <a:pos x="0" y="10"/>
                  </a:cxn>
                  <a:cxn ang="0">
                    <a:pos x="6" y="3"/>
                  </a:cxn>
                  <a:cxn ang="0">
                    <a:pos x="1" y="0"/>
                  </a:cxn>
                </a:cxnLst>
                <a:rect l="0" t="0" r="r" b="b"/>
                <a:pathLst>
                  <a:path w="6" h="10">
                    <a:moveTo>
                      <a:pt x="1" y="0"/>
                    </a:moveTo>
                    <a:lnTo>
                      <a:pt x="0" y="10"/>
                    </a:lnTo>
                    <a:lnTo>
                      <a:pt x="6" y="3"/>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972" name="Freeform 772"/>
              <p:cNvSpPr/>
              <p:nvPr/>
            </p:nvSpPr>
            <p:spPr bwMode="auto">
              <a:xfrm>
                <a:off x="3536" y="3020"/>
                <a:ext cx="15" cy="8"/>
              </a:xfrm>
              <a:custGeom>
                <a:avLst/>
                <a:gdLst/>
                <a:ahLst/>
                <a:cxnLst>
                  <a:cxn ang="0">
                    <a:pos x="0" y="0"/>
                  </a:cxn>
                  <a:cxn ang="0">
                    <a:pos x="0" y="0"/>
                  </a:cxn>
                  <a:cxn ang="0">
                    <a:pos x="15" y="8"/>
                  </a:cxn>
                  <a:cxn ang="0">
                    <a:pos x="14" y="6"/>
                  </a:cxn>
                  <a:cxn ang="0">
                    <a:pos x="14" y="6"/>
                  </a:cxn>
                  <a:cxn ang="0">
                    <a:pos x="14" y="6"/>
                  </a:cxn>
                  <a:cxn ang="0">
                    <a:pos x="14" y="6"/>
                  </a:cxn>
                  <a:cxn ang="0">
                    <a:pos x="14" y="6"/>
                  </a:cxn>
                  <a:cxn ang="0">
                    <a:pos x="0" y="0"/>
                  </a:cxn>
                </a:cxnLst>
                <a:rect l="0" t="0" r="r" b="b"/>
                <a:pathLst>
                  <a:path w="15" h="8">
                    <a:moveTo>
                      <a:pt x="0" y="0"/>
                    </a:moveTo>
                    <a:lnTo>
                      <a:pt x="0" y="0"/>
                    </a:lnTo>
                    <a:lnTo>
                      <a:pt x="15" y="8"/>
                    </a:lnTo>
                    <a:lnTo>
                      <a:pt x="14" y="6"/>
                    </a:lnTo>
                    <a:lnTo>
                      <a:pt x="14" y="6"/>
                    </a:lnTo>
                    <a:lnTo>
                      <a:pt x="14" y="6"/>
                    </a:lnTo>
                    <a:lnTo>
                      <a:pt x="14" y="6"/>
                    </a:lnTo>
                    <a:lnTo>
                      <a:pt x="14"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73" name="Freeform 773"/>
              <p:cNvSpPr/>
              <p:nvPr/>
            </p:nvSpPr>
            <p:spPr bwMode="auto">
              <a:xfrm>
                <a:off x="3536" y="3020"/>
                <a:ext cx="15" cy="8"/>
              </a:xfrm>
              <a:custGeom>
                <a:avLst/>
                <a:gdLst/>
                <a:ahLst/>
                <a:cxnLst>
                  <a:cxn ang="0">
                    <a:pos x="0" y="0"/>
                  </a:cxn>
                  <a:cxn ang="0">
                    <a:pos x="0" y="0"/>
                  </a:cxn>
                  <a:cxn ang="0">
                    <a:pos x="15" y="8"/>
                  </a:cxn>
                  <a:cxn ang="0">
                    <a:pos x="14" y="6"/>
                  </a:cxn>
                  <a:cxn ang="0">
                    <a:pos x="14" y="6"/>
                  </a:cxn>
                  <a:cxn ang="0">
                    <a:pos x="14" y="6"/>
                  </a:cxn>
                  <a:cxn ang="0">
                    <a:pos x="14" y="6"/>
                  </a:cxn>
                  <a:cxn ang="0">
                    <a:pos x="14" y="6"/>
                  </a:cxn>
                  <a:cxn ang="0">
                    <a:pos x="0" y="0"/>
                  </a:cxn>
                </a:cxnLst>
                <a:rect l="0" t="0" r="r" b="b"/>
                <a:pathLst>
                  <a:path w="15" h="8">
                    <a:moveTo>
                      <a:pt x="0" y="0"/>
                    </a:moveTo>
                    <a:lnTo>
                      <a:pt x="0" y="0"/>
                    </a:lnTo>
                    <a:lnTo>
                      <a:pt x="15" y="8"/>
                    </a:lnTo>
                    <a:lnTo>
                      <a:pt x="14" y="6"/>
                    </a:lnTo>
                    <a:lnTo>
                      <a:pt x="14" y="6"/>
                    </a:lnTo>
                    <a:lnTo>
                      <a:pt x="14" y="6"/>
                    </a:lnTo>
                    <a:lnTo>
                      <a:pt x="14" y="6"/>
                    </a:lnTo>
                    <a:lnTo>
                      <a:pt x="14"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74" name="Rectangle 774"/>
              <p:cNvSpPr>
                <a:spLocks noChangeArrowheads="1"/>
              </p:cNvSpPr>
              <p:nvPr/>
            </p:nvSpPr>
            <p:spPr bwMode="auto">
              <a:xfrm>
                <a:off x="3550" y="3026"/>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975" name="Freeform 775"/>
              <p:cNvSpPr/>
              <p:nvPr/>
            </p:nvSpPr>
            <p:spPr bwMode="auto">
              <a:xfrm>
                <a:off x="3550" y="3026"/>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76" name="Freeform 776"/>
              <p:cNvSpPr/>
              <p:nvPr/>
            </p:nvSpPr>
            <p:spPr bwMode="auto">
              <a:xfrm>
                <a:off x="3237" y="2760"/>
                <a:ext cx="353" cy="243"/>
              </a:xfrm>
              <a:custGeom>
                <a:avLst/>
                <a:gdLst/>
                <a:ahLst/>
                <a:cxnLst>
                  <a:cxn ang="0">
                    <a:pos x="353" y="0"/>
                  </a:cxn>
                  <a:cxn ang="0">
                    <a:pos x="0" y="62"/>
                  </a:cxn>
                  <a:cxn ang="0">
                    <a:pos x="311" y="243"/>
                  </a:cxn>
                  <a:cxn ang="0">
                    <a:pos x="353" y="0"/>
                  </a:cxn>
                </a:cxnLst>
                <a:rect l="0" t="0" r="r" b="b"/>
                <a:pathLst>
                  <a:path w="353" h="243">
                    <a:moveTo>
                      <a:pt x="353" y="0"/>
                    </a:moveTo>
                    <a:lnTo>
                      <a:pt x="0" y="62"/>
                    </a:lnTo>
                    <a:lnTo>
                      <a:pt x="311" y="243"/>
                    </a:lnTo>
                    <a:lnTo>
                      <a:pt x="353"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77" name="Freeform 777"/>
              <p:cNvSpPr/>
              <p:nvPr/>
            </p:nvSpPr>
            <p:spPr bwMode="auto">
              <a:xfrm>
                <a:off x="3237" y="2760"/>
                <a:ext cx="353" cy="243"/>
              </a:xfrm>
              <a:custGeom>
                <a:avLst/>
                <a:gdLst/>
                <a:ahLst/>
                <a:cxnLst>
                  <a:cxn ang="0">
                    <a:pos x="353" y="0"/>
                  </a:cxn>
                  <a:cxn ang="0">
                    <a:pos x="0" y="62"/>
                  </a:cxn>
                  <a:cxn ang="0">
                    <a:pos x="311" y="243"/>
                  </a:cxn>
                  <a:cxn ang="0">
                    <a:pos x="353" y="0"/>
                  </a:cxn>
                </a:cxnLst>
                <a:rect l="0" t="0" r="r" b="b"/>
                <a:pathLst>
                  <a:path w="353" h="243">
                    <a:moveTo>
                      <a:pt x="353" y="0"/>
                    </a:moveTo>
                    <a:lnTo>
                      <a:pt x="0" y="62"/>
                    </a:lnTo>
                    <a:lnTo>
                      <a:pt x="311" y="243"/>
                    </a:lnTo>
                    <a:lnTo>
                      <a:pt x="353" y="0"/>
                    </a:lnTo>
                  </a:path>
                </a:pathLst>
              </a:custGeom>
              <a:noFill/>
              <a:ln w="9525">
                <a:noFill/>
                <a:round/>
              </a:ln>
            </p:spPr>
            <p:txBody>
              <a:bodyPr vert="horz" wrap="square" lIns="82938" tIns="41469" rIns="82938" bIns="41469" numCol="1" anchor="t" anchorCtr="0" compatLnSpc="1"/>
              <a:lstStyle/>
              <a:p>
                <a:endParaRPr lang="en-GB" sz="1815"/>
              </a:p>
            </p:txBody>
          </p:sp>
          <p:sp>
            <p:nvSpPr>
              <p:cNvPr id="51978" name="Freeform 778"/>
              <p:cNvSpPr/>
              <p:nvPr/>
            </p:nvSpPr>
            <p:spPr bwMode="auto">
              <a:xfrm>
                <a:off x="3237" y="2760"/>
                <a:ext cx="353" cy="243"/>
              </a:xfrm>
              <a:custGeom>
                <a:avLst/>
                <a:gdLst/>
                <a:ahLst/>
                <a:cxnLst>
                  <a:cxn ang="0">
                    <a:pos x="353" y="0"/>
                  </a:cxn>
                  <a:cxn ang="0">
                    <a:pos x="353" y="0"/>
                  </a:cxn>
                  <a:cxn ang="0">
                    <a:pos x="311" y="243"/>
                  </a:cxn>
                  <a:cxn ang="0">
                    <a:pos x="0" y="62"/>
                  </a:cxn>
                  <a:cxn ang="0">
                    <a:pos x="0" y="62"/>
                  </a:cxn>
                  <a:cxn ang="0">
                    <a:pos x="311" y="243"/>
                  </a:cxn>
                  <a:cxn ang="0">
                    <a:pos x="353" y="0"/>
                  </a:cxn>
                </a:cxnLst>
                <a:rect l="0" t="0" r="r" b="b"/>
                <a:pathLst>
                  <a:path w="353" h="243">
                    <a:moveTo>
                      <a:pt x="353" y="0"/>
                    </a:moveTo>
                    <a:lnTo>
                      <a:pt x="353" y="0"/>
                    </a:lnTo>
                    <a:lnTo>
                      <a:pt x="311" y="243"/>
                    </a:lnTo>
                    <a:lnTo>
                      <a:pt x="0" y="62"/>
                    </a:lnTo>
                    <a:lnTo>
                      <a:pt x="0" y="62"/>
                    </a:lnTo>
                    <a:lnTo>
                      <a:pt x="311" y="243"/>
                    </a:lnTo>
                    <a:lnTo>
                      <a:pt x="35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79" name="Freeform 779"/>
              <p:cNvSpPr/>
              <p:nvPr/>
            </p:nvSpPr>
            <p:spPr bwMode="auto">
              <a:xfrm>
                <a:off x="3237" y="2760"/>
                <a:ext cx="353" cy="243"/>
              </a:xfrm>
              <a:custGeom>
                <a:avLst/>
                <a:gdLst/>
                <a:ahLst/>
                <a:cxnLst>
                  <a:cxn ang="0">
                    <a:pos x="353" y="0"/>
                  </a:cxn>
                  <a:cxn ang="0">
                    <a:pos x="353" y="0"/>
                  </a:cxn>
                  <a:cxn ang="0">
                    <a:pos x="311" y="243"/>
                  </a:cxn>
                  <a:cxn ang="0">
                    <a:pos x="0" y="62"/>
                  </a:cxn>
                  <a:cxn ang="0">
                    <a:pos x="0" y="62"/>
                  </a:cxn>
                  <a:cxn ang="0">
                    <a:pos x="311" y="243"/>
                  </a:cxn>
                  <a:cxn ang="0">
                    <a:pos x="353" y="0"/>
                  </a:cxn>
                </a:cxnLst>
                <a:rect l="0" t="0" r="r" b="b"/>
                <a:pathLst>
                  <a:path w="353" h="243">
                    <a:moveTo>
                      <a:pt x="353" y="0"/>
                    </a:moveTo>
                    <a:lnTo>
                      <a:pt x="353" y="0"/>
                    </a:lnTo>
                    <a:lnTo>
                      <a:pt x="311" y="243"/>
                    </a:lnTo>
                    <a:lnTo>
                      <a:pt x="0" y="62"/>
                    </a:lnTo>
                    <a:lnTo>
                      <a:pt x="0" y="62"/>
                    </a:lnTo>
                    <a:lnTo>
                      <a:pt x="311" y="243"/>
                    </a:lnTo>
                    <a:lnTo>
                      <a:pt x="353" y="0"/>
                    </a:lnTo>
                  </a:path>
                </a:pathLst>
              </a:custGeom>
              <a:noFill/>
              <a:ln w="9525">
                <a:noFill/>
                <a:round/>
              </a:ln>
            </p:spPr>
            <p:txBody>
              <a:bodyPr vert="horz" wrap="square" lIns="82938" tIns="41469" rIns="82938" bIns="41469" numCol="1" anchor="t" anchorCtr="0" compatLnSpc="1"/>
              <a:lstStyle/>
              <a:p>
                <a:endParaRPr lang="en-GB" sz="1815"/>
              </a:p>
            </p:txBody>
          </p:sp>
          <p:sp>
            <p:nvSpPr>
              <p:cNvPr id="51980" name="Freeform 780"/>
              <p:cNvSpPr/>
              <p:nvPr/>
            </p:nvSpPr>
            <p:spPr bwMode="auto">
              <a:xfrm>
                <a:off x="3178" y="2809"/>
                <a:ext cx="13" cy="8"/>
              </a:xfrm>
              <a:custGeom>
                <a:avLst/>
                <a:gdLst/>
                <a:ahLst/>
                <a:cxnLst>
                  <a:cxn ang="0">
                    <a:pos x="10" y="0"/>
                  </a:cxn>
                  <a:cxn ang="0">
                    <a:pos x="0" y="3"/>
                  </a:cxn>
                  <a:cxn ang="0">
                    <a:pos x="8" y="8"/>
                  </a:cxn>
                  <a:cxn ang="0">
                    <a:pos x="13" y="5"/>
                  </a:cxn>
                  <a:cxn ang="0">
                    <a:pos x="10" y="0"/>
                  </a:cxn>
                </a:cxnLst>
                <a:rect l="0" t="0" r="r" b="b"/>
                <a:pathLst>
                  <a:path w="13" h="8">
                    <a:moveTo>
                      <a:pt x="10" y="0"/>
                    </a:moveTo>
                    <a:lnTo>
                      <a:pt x="0" y="3"/>
                    </a:lnTo>
                    <a:lnTo>
                      <a:pt x="8" y="8"/>
                    </a:lnTo>
                    <a:lnTo>
                      <a:pt x="13" y="5"/>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1" name="Freeform 781"/>
              <p:cNvSpPr/>
              <p:nvPr/>
            </p:nvSpPr>
            <p:spPr bwMode="auto">
              <a:xfrm>
                <a:off x="3178" y="2809"/>
                <a:ext cx="13" cy="8"/>
              </a:xfrm>
              <a:custGeom>
                <a:avLst/>
                <a:gdLst/>
                <a:ahLst/>
                <a:cxnLst>
                  <a:cxn ang="0">
                    <a:pos x="10" y="0"/>
                  </a:cxn>
                  <a:cxn ang="0">
                    <a:pos x="0" y="3"/>
                  </a:cxn>
                  <a:cxn ang="0">
                    <a:pos x="8" y="8"/>
                  </a:cxn>
                  <a:cxn ang="0">
                    <a:pos x="13" y="5"/>
                  </a:cxn>
                  <a:cxn ang="0">
                    <a:pos x="10" y="0"/>
                  </a:cxn>
                </a:cxnLst>
                <a:rect l="0" t="0" r="r" b="b"/>
                <a:pathLst>
                  <a:path w="13" h="8">
                    <a:moveTo>
                      <a:pt x="10" y="0"/>
                    </a:moveTo>
                    <a:lnTo>
                      <a:pt x="0" y="3"/>
                    </a:lnTo>
                    <a:lnTo>
                      <a:pt x="8" y="8"/>
                    </a:lnTo>
                    <a:lnTo>
                      <a:pt x="13" y="5"/>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982" name="Freeform 782"/>
              <p:cNvSpPr/>
              <p:nvPr/>
            </p:nvSpPr>
            <p:spPr bwMode="auto">
              <a:xfrm>
                <a:off x="3188" y="2809"/>
                <a:ext cx="7" cy="5"/>
              </a:xfrm>
              <a:custGeom>
                <a:avLst/>
                <a:gdLst/>
                <a:ahLst/>
                <a:cxnLst>
                  <a:cxn ang="0">
                    <a:pos x="5" y="0"/>
                  </a:cxn>
                  <a:cxn ang="0">
                    <a:pos x="0" y="0"/>
                  </a:cxn>
                  <a:cxn ang="0">
                    <a:pos x="3" y="5"/>
                  </a:cxn>
                  <a:cxn ang="0">
                    <a:pos x="7" y="3"/>
                  </a:cxn>
                  <a:cxn ang="0">
                    <a:pos x="5" y="0"/>
                  </a:cxn>
                </a:cxnLst>
                <a:rect l="0" t="0" r="r" b="b"/>
                <a:pathLst>
                  <a:path w="7" h="5">
                    <a:moveTo>
                      <a:pt x="5" y="0"/>
                    </a:moveTo>
                    <a:lnTo>
                      <a:pt x="0" y="0"/>
                    </a:lnTo>
                    <a:lnTo>
                      <a:pt x="3" y="5"/>
                    </a:lnTo>
                    <a:lnTo>
                      <a:pt x="7" y="3"/>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3" name="Freeform 783"/>
              <p:cNvSpPr/>
              <p:nvPr/>
            </p:nvSpPr>
            <p:spPr bwMode="auto">
              <a:xfrm>
                <a:off x="3188" y="2809"/>
                <a:ext cx="7" cy="5"/>
              </a:xfrm>
              <a:custGeom>
                <a:avLst/>
                <a:gdLst/>
                <a:ahLst/>
                <a:cxnLst>
                  <a:cxn ang="0">
                    <a:pos x="5" y="0"/>
                  </a:cxn>
                  <a:cxn ang="0">
                    <a:pos x="0" y="0"/>
                  </a:cxn>
                  <a:cxn ang="0">
                    <a:pos x="3" y="5"/>
                  </a:cxn>
                  <a:cxn ang="0">
                    <a:pos x="7" y="3"/>
                  </a:cxn>
                  <a:cxn ang="0">
                    <a:pos x="5" y="0"/>
                  </a:cxn>
                </a:cxnLst>
                <a:rect l="0" t="0" r="r" b="b"/>
                <a:pathLst>
                  <a:path w="7" h="5">
                    <a:moveTo>
                      <a:pt x="5" y="0"/>
                    </a:moveTo>
                    <a:lnTo>
                      <a:pt x="0" y="0"/>
                    </a:lnTo>
                    <a:lnTo>
                      <a:pt x="3" y="5"/>
                    </a:lnTo>
                    <a:lnTo>
                      <a:pt x="7" y="3"/>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984" name="Freeform 784"/>
              <p:cNvSpPr/>
              <p:nvPr/>
            </p:nvSpPr>
            <p:spPr bwMode="auto">
              <a:xfrm>
                <a:off x="3186" y="2814"/>
                <a:ext cx="9" cy="5"/>
              </a:xfrm>
              <a:custGeom>
                <a:avLst/>
                <a:gdLst/>
                <a:ahLst/>
                <a:cxnLst>
                  <a:cxn ang="0">
                    <a:pos x="5" y="0"/>
                  </a:cxn>
                  <a:cxn ang="0">
                    <a:pos x="0" y="3"/>
                  </a:cxn>
                  <a:cxn ang="0">
                    <a:pos x="5" y="5"/>
                  </a:cxn>
                  <a:cxn ang="0">
                    <a:pos x="9" y="3"/>
                  </a:cxn>
                  <a:cxn ang="0">
                    <a:pos x="5" y="0"/>
                  </a:cxn>
                </a:cxnLst>
                <a:rect l="0" t="0" r="r" b="b"/>
                <a:pathLst>
                  <a:path w="9" h="5">
                    <a:moveTo>
                      <a:pt x="5" y="0"/>
                    </a:moveTo>
                    <a:lnTo>
                      <a:pt x="0" y="3"/>
                    </a:lnTo>
                    <a:lnTo>
                      <a:pt x="5" y="5"/>
                    </a:lnTo>
                    <a:lnTo>
                      <a:pt x="9" y="3"/>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5" name="Freeform 785"/>
              <p:cNvSpPr/>
              <p:nvPr/>
            </p:nvSpPr>
            <p:spPr bwMode="auto">
              <a:xfrm>
                <a:off x="3186" y="2814"/>
                <a:ext cx="9" cy="5"/>
              </a:xfrm>
              <a:custGeom>
                <a:avLst/>
                <a:gdLst/>
                <a:ahLst/>
                <a:cxnLst>
                  <a:cxn ang="0">
                    <a:pos x="5" y="0"/>
                  </a:cxn>
                  <a:cxn ang="0">
                    <a:pos x="0" y="3"/>
                  </a:cxn>
                  <a:cxn ang="0">
                    <a:pos x="5" y="5"/>
                  </a:cxn>
                  <a:cxn ang="0">
                    <a:pos x="9" y="3"/>
                  </a:cxn>
                  <a:cxn ang="0">
                    <a:pos x="5" y="0"/>
                  </a:cxn>
                </a:cxnLst>
                <a:rect l="0" t="0" r="r" b="b"/>
                <a:pathLst>
                  <a:path w="9" h="5">
                    <a:moveTo>
                      <a:pt x="5" y="0"/>
                    </a:moveTo>
                    <a:lnTo>
                      <a:pt x="0" y="3"/>
                    </a:lnTo>
                    <a:lnTo>
                      <a:pt x="5" y="5"/>
                    </a:lnTo>
                    <a:lnTo>
                      <a:pt x="9" y="3"/>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986" name="Freeform 786"/>
              <p:cNvSpPr/>
              <p:nvPr/>
            </p:nvSpPr>
            <p:spPr bwMode="auto">
              <a:xfrm>
                <a:off x="3191" y="2812"/>
                <a:ext cx="5" cy="5"/>
              </a:xfrm>
              <a:custGeom>
                <a:avLst/>
                <a:gdLst/>
                <a:ahLst/>
                <a:cxnLst>
                  <a:cxn ang="0">
                    <a:pos x="4" y="0"/>
                  </a:cxn>
                  <a:cxn ang="0">
                    <a:pos x="0" y="2"/>
                  </a:cxn>
                  <a:cxn ang="0">
                    <a:pos x="4" y="5"/>
                  </a:cxn>
                  <a:cxn ang="0">
                    <a:pos x="5" y="2"/>
                  </a:cxn>
                  <a:cxn ang="0">
                    <a:pos x="4" y="0"/>
                  </a:cxn>
                </a:cxnLst>
                <a:rect l="0" t="0" r="r" b="b"/>
                <a:pathLst>
                  <a:path w="5" h="5">
                    <a:moveTo>
                      <a:pt x="4" y="0"/>
                    </a:moveTo>
                    <a:lnTo>
                      <a:pt x="0" y="2"/>
                    </a:lnTo>
                    <a:lnTo>
                      <a:pt x="4" y="5"/>
                    </a:lnTo>
                    <a:lnTo>
                      <a:pt x="5"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7" name="Freeform 787"/>
              <p:cNvSpPr/>
              <p:nvPr/>
            </p:nvSpPr>
            <p:spPr bwMode="auto">
              <a:xfrm>
                <a:off x="3191" y="2812"/>
                <a:ext cx="5" cy="5"/>
              </a:xfrm>
              <a:custGeom>
                <a:avLst/>
                <a:gdLst/>
                <a:ahLst/>
                <a:cxnLst>
                  <a:cxn ang="0">
                    <a:pos x="4" y="0"/>
                  </a:cxn>
                  <a:cxn ang="0">
                    <a:pos x="0" y="2"/>
                  </a:cxn>
                  <a:cxn ang="0">
                    <a:pos x="4" y="5"/>
                  </a:cxn>
                  <a:cxn ang="0">
                    <a:pos x="5" y="2"/>
                  </a:cxn>
                  <a:cxn ang="0">
                    <a:pos x="4" y="0"/>
                  </a:cxn>
                </a:cxnLst>
                <a:rect l="0" t="0" r="r" b="b"/>
                <a:pathLst>
                  <a:path w="5" h="5">
                    <a:moveTo>
                      <a:pt x="4" y="0"/>
                    </a:moveTo>
                    <a:lnTo>
                      <a:pt x="0" y="2"/>
                    </a:lnTo>
                    <a:lnTo>
                      <a:pt x="4" y="5"/>
                    </a:lnTo>
                    <a:lnTo>
                      <a:pt x="5"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988" name="Freeform 788"/>
              <p:cNvSpPr/>
              <p:nvPr/>
            </p:nvSpPr>
            <p:spPr bwMode="auto">
              <a:xfrm>
                <a:off x="3278" y="2869"/>
                <a:ext cx="258" cy="151"/>
              </a:xfrm>
              <a:custGeom>
                <a:avLst/>
                <a:gdLst/>
                <a:ahLst/>
                <a:cxnLst>
                  <a:cxn ang="0">
                    <a:pos x="0" y="0"/>
                  </a:cxn>
                  <a:cxn ang="0">
                    <a:pos x="258" y="151"/>
                  </a:cxn>
                  <a:cxn ang="0">
                    <a:pos x="258" y="151"/>
                  </a:cxn>
                  <a:cxn ang="0">
                    <a:pos x="0" y="0"/>
                  </a:cxn>
                </a:cxnLst>
                <a:rect l="0" t="0" r="r" b="b"/>
                <a:pathLst>
                  <a:path w="258" h="151">
                    <a:moveTo>
                      <a:pt x="0" y="0"/>
                    </a:moveTo>
                    <a:lnTo>
                      <a:pt x="258" y="151"/>
                    </a:lnTo>
                    <a:lnTo>
                      <a:pt x="258" y="151"/>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89" name="Freeform 789"/>
              <p:cNvSpPr/>
              <p:nvPr/>
            </p:nvSpPr>
            <p:spPr bwMode="auto">
              <a:xfrm>
                <a:off x="3278" y="2869"/>
                <a:ext cx="258" cy="151"/>
              </a:xfrm>
              <a:custGeom>
                <a:avLst/>
                <a:gdLst/>
                <a:ahLst/>
                <a:cxnLst>
                  <a:cxn ang="0">
                    <a:pos x="0" y="0"/>
                  </a:cxn>
                  <a:cxn ang="0">
                    <a:pos x="258" y="151"/>
                  </a:cxn>
                  <a:cxn ang="0">
                    <a:pos x="258" y="151"/>
                  </a:cxn>
                  <a:cxn ang="0">
                    <a:pos x="0" y="0"/>
                  </a:cxn>
                </a:cxnLst>
                <a:rect l="0" t="0" r="r" b="b"/>
                <a:pathLst>
                  <a:path w="258" h="151">
                    <a:moveTo>
                      <a:pt x="0" y="0"/>
                    </a:moveTo>
                    <a:lnTo>
                      <a:pt x="258" y="151"/>
                    </a:lnTo>
                    <a:lnTo>
                      <a:pt x="258" y="15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90" name="Freeform 790"/>
              <p:cNvSpPr/>
              <p:nvPr/>
            </p:nvSpPr>
            <p:spPr bwMode="auto">
              <a:xfrm>
                <a:off x="3193" y="2809"/>
                <a:ext cx="3" cy="3"/>
              </a:xfrm>
              <a:custGeom>
                <a:avLst/>
                <a:gdLst/>
                <a:ahLst/>
                <a:cxnLst>
                  <a:cxn ang="0">
                    <a:pos x="3" y="0"/>
                  </a:cxn>
                  <a:cxn ang="0">
                    <a:pos x="0" y="0"/>
                  </a:cxn>
                  <a:cxn ang="0">
                    <a:pos x="2" y="3"/>
                  </a:cxn>
                  <a:cxn ang="0">
                    <a:pos x="3" y="1"/>
                  </a:cxn>
                  <a:cxn ang="0">
                    <a:pos x="3" y="0"/>
                  </a:cxn>
                </a:cxnLst>
                <a:rect l="0" t="0" r="r" b="b"/>
                <a:pathLst>
                  <a:path w="3" h="3">
                    <a:moveTo>
                      <a:pt x="3" y="0"/>
                    </a:moveTo>
                    <a:lnTo>
                      <a:pt x="0" y="0"/>
                    </a:lnTo>
                    <a:lnTo>
                      <a:pt x="2" y="3"/>
                    </a:lnTo>
                    <a:lnTo>
                      <a:pt x="3"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1" name="Freeform 791"/>
              <p:cNvSpPr/>
              <p:nvPr/>
            </p:nvSpPr>
            <p:spPr bwMode="auto">
              <a:xfrm>
                <a:off x="3193" y="2809"/>
                <a:ext cx="3" cy="3"/>
              </a:xfrm>
              <a:custGeom>
                <a:avLst/>
                <a:gdLst/>
                <a:ahLst/>
                <a:cxnLst>
                  <a:cxn ang="0">
                    <a:pos x="3" y="0"/>
                  </a:cxn>
                  <a:cxn ang="0">
                    <a:pos x="0" y="0"/>
                  </a:cxn>
                  <a:cxn ang="0">
                    <a:pos x="2" y="3"/>
                  </a:cxn>
                  <a:cxn ang="0">
                    <a:pos x="3" y="1"/>
                  </a:cxn>
                  <a:cxn ang="0">
                    <a:pos x="3" y="0"/>
                  </a:cxn>
                </a:cxnLst>
                <a:rect l="0" t="0" r="r" b="b"/>
                <a:pathLst>
                  <a:path w="3" h="3">
                    <a:moveTo>
                      <a:pt x="3" y="0"/>
                    </a:moveTo>
                    <a:lnTo>
                      <a:pt x="0" y="0"/>
                    </a:lnTo>
                    <a:lnTo>
                      <a:pt x="2" y="3"/>
                    </a:lnTo>
                    <a:lnTo>
                      <a:pt x="3"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992" name="Freeform 792"/>
              <p:cNvSpPr/>
              <p:nvPr/>
            </p:nvSpPr>
            <p:spPr bwMode="auto">
              <a:xfrm>
                <a:off x="3196" y="2807"/>
                <a:ext cx="4" cy="3"/>
              </a:xfrm>
              <a:custGeom>
                <a:avLst/>
                <a:gdLst/>
                <a:ahLst/>
                <a:cxnLst>
                  <a:cxn ang="0">
                    <a:pos x="4" y="0"/>
                  </a:cxn>
                  <a:cxn ang="0">
                    <a:pos x="0" y="2"/>
                  </a:cxn>
                  <a:cxn ang="0">
                    <a:pos x="0" y="3"/>
                  </a:cxn>
                  <a:cxn ang="0">
                    <a:pos x="4" y="2"/>
                  </a:cxn>
                  <a:cxn ang="0">
                    <a:pos x="4" y="0"/>
                  </a:cxn>
                </a:cxnLst>
                <a:rect l="0" t="0" r="r" b="b"/>
                <a:pathLst>
                  <a:path w="4" h="3">
                    <a:moveTo>
                      <a:pt x="4" y="0"/>
                    </a:moveTo>
                    <a:lnTo>
                      <a:pt x="0" y="2"/>
                    </a:lnTo>
                    <a:lnTo>
                      <a:pt x="0" y="3"/>
                    </a:lnTo>
                    <a:lnTo>
                      <a:pt x="4"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3" name="Freeform 793"/>
              <p:cNvSpPr/>
              <p:nvPr/>
            </p:nvSpPr>
            <p:spPr bwMode="auto">
              <a:xfrm>
                <a:off x="3196" y="2807"/>
                <a:ext cx="4" cy="3"/>
              </a:xfrm>
              <a:custGeom>
                <a:avLst/>
                <a:gdLst/>
                <a:ahLst/>
                <a:cxnLst>
                  <a:cxn ang="0">
                    <a:pos x="4" y="0"/>
                  </a:cxn>
                  <a:cxn ang="0">
                    <a:pos x="0" y="2"/>
                  </a:cxn>
                  <a:cxn ang="0">
                    <a:pos x="0" y="3"/>
                  </a:cxn>
                  <a:cxn ang="0">
                    <a:pos x="4" y="2"/>
                  </a:cxn>
                  <a:cxn ang="0">
                    <a:pos x="4" y="0"/>
                  </a:cxn>
                </a:cxnLst>
                <a:rect l="0" t="0" r="r" b="b"/>
                <a:pathLst>
                  <a:path w="4" h="3">
                    <a:moveTo>
                      <a:pt x="4" y="0"/>
                    </a:moveTo>
                    <a:lnTo>
                      <a:pt x="0" y="2"/>
                    </a:lnTo>
                    <a:lnTo>
                      <a:pt x="0" y="3"/>
                    </a:lnTo>
                    <a:lnTo>
                      <a:pt x="4"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994" name="Freeform 794"/>
              <p:cNvSpPr/>
              <p:nvPr/>
            </p:nvSpPr>
            <p:spPr bwMode="auto">
              <a:xfrm>
                <a:off x="3223" y="2822"/>
                <a:ext cx="325" cy="198"/>
              </a:xfrm>
              <a:custGeom>
                <a:avLst/>
                <a:gdLst/>
                <a:ahLst/>
                <a:cxnLst>
                  <a:cxn ang="0">
                    <a:pos x="14" y="0"/>
                  </a:cxn>
                  <a:cxn ang="0">
                    <a:pos x="4" y="2"/>
                  </a:cxn>
                  <a:cxn ang="0">
                    <a:pos x="10" y="9"/>
                  </a:cxn>
                  <a:cxn ang="0">
                    <a:pos x="0" y="7"/>
                  </a:cxn>
                  <a:cxn ang="0">
                    <a:pos x="4" y="17"/>
                  </a:cxn>
                  <a:cxn ang="0">
                    <a:pos x="55" y="47"/>
                  </a:cxn>
                  <a:cxn ang="0">
                    <a:pos x="313" y="198"/>
                  </a:cxn>
                  <a:cxn ang="0">
                    <a:pos x="313" y="198"/>
                  </a:cxn>
                  <a:cxn ang="0">
                    <a:pos x="313" y="198"/>
                  </a:cxn>
                  <a:cxn ang="0">
                    <a:pos x="323" y="189"/>
                  </a:cxn>
                  <a:cxn ang="0">
                    <a:pos x="325" y="181"/>
                  </a:cxn>
                  <a:cxn ang="0">
                    <a:pos x="14" y="0"/>
                  </a:cxn>
                </a:cxnLst>
                <a:rect l="0" t="0" r="r" b="b"/>
                <a:pathLst>
                  <a:path w="325" h="198">
                    <a:moveTo>
                      <a:pt x="14" y="0"/>
                    </a:moveTo>
                    <a:lnTo>
                      <a:pt x="4" y="2"/>
                    </a:lnTo>
                    <a:lnTo>
                      <a:pt x="10" y="9"/>
                    </a:lnTo>
                    <a:lnTo>
                      <a:pt x="0" y="7"/>
                    </a:lnTo>
                    <a:lnTo>
                      <a:pt x="4" y="17"/>
                    </a:lnTo>
                    <a:lnTo>
                      <a:pt x="55" y="47"/>
                    </a:lnTo>
                    <a:lnTo>
                      <a:pt x="313" y="198"/>
                    </a:lnTo>
                    <a:lnTo>
                      <a:pt x="313" y="198"/>
                    </a:lnTo>
                    <a:lnTo>
                      <a:pt x="313" y="198"/>
                    </a:lnTo>
                    <a:lnTo>
                      <a:pt x="323" y="189"/>
                    </a:lnTo>
                    <a:lnTo>
                      <a:pt x="325" y="181"/>
                    </a:lnTo>
                    <a:lnTo>
                      <a:pt x="1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5" name="Freeform 795"/>
              <p:cNvSpPr/>
              <p:nvPr/>
            </p:nvSpPr>
            <p:spPr bwMode="auto">
              <a:xfrm>
                <a:off x="3223" y="2822"/>
                <a:ext cx="325" cy="198"/>
              </a:xfrm>
              <a:custGeom>
                <a:avLst/>
                <a:gdLst/>
                <a:ahLst/>
                <a:cxnLst>
                  <a:cxn ang="0">
                    <a:pos x="14" y="0"/>
                  </a:cxn>
                  <a:cxn ang="0">
                    <a:pos x="4" y="2"/>
                  </a:cxn>
                  <a:cxn ang="0">
                    <a:pos x="10" y="9"/>
                  </a:cxn>
                  <a:cxn ang="0">
                    <a:pos x="0" y="7"/>
                  </a:cxn>
                  <a:cxn ang="0">
                    <a:pos x="4" y="17"/>
                  </a:cxn>
                  <a:cxn ang="0">
                    <a:pos x="55" y="47"/>
                  </a:cxn>
                  <a:cxn ang="0">
                    <a:pos x="313" y="198"/>
                  </a:cxn>
                  <a:cxn ang="0">
                    <a:pos x="313" y="198"/>
                  </a:cxn>
                  <a:cxn ang="0">
                    <a:pos x="313" y="198"/>
                  </a:cxn>
                  <a:cxn ang="0">
                    <a:pos x="323" y="189"/>
                  </a:cxn>
                  <a:cxn ang="0">
                    <a:pos x="325" y="181"/>
                  </a:cxn>
                  <a:cxn ang="0">
                    <a:pos x="14" y="0"/>
                  </a:cxn>
                </a:cxnLst>
                <a:rect l="0" t="0" r="r" b="b"/>
                <a:pathLst>
                  <a:path w="325" h="198">
                    <a:moveTo>
                      <a:pt x="14" y="0"/>
                    </a:moveTo>
                    <a:lnTo>
                      <a:pt x="4" y="2"/>
                    </a:lnTo>
                    <a:lnTo>
                      <a:pt x="10" y="9"/>
                    </a:lnTo>
                    <a:lnTo>
                      <a:pt x="0" y="7"/>
                    </a:lnTo>
                    <a:lnTo>
                      <a:pt x="4" y="17"/>
                    </a:lnTo>
                    <a:lnTo>
                      <a:pt x="55" y="47"/>
                    </a:lnTo>
                    <a:lnTo>
                      <a:pt x="313" y="198"/>
                    </a:lnTo>
                    <a:lnTo>
                      <a:pt x="313" y="198"/>
                    </a:lnTo>
                    <a:lnTo>
                      <a:pt x="313" y="198"/>
                    </a:lnTo>
                    <a:lnTo>
                      <a:pt x="323" y="189"/>
                    </a:lnTo>
                    <a:lnTo>
                      <a:pt x="325" y="181"/>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1996" name="Freeform 796"/>
              <p:cNvSpPr/>
              <p:nvPr/>
            </p:nvSpPr>
            <p:spPr bwMode="auto">
              <a:xfrm>
                <a:off x="3220" y="2824"/>
                <a:ext cx="13" cy="7"/>
              </a:xfrm>
              <a:custGeom>
                <a:avLst/>
                <a:gdLst/>
                <a:ahLst/>
                <a:cxnLst>
                  <a:cxn ang="0">
                    <a:pos x="7" y="0"/>
                  </a:cxn>
                  <a:cxn ang="0">
                    <a:pos x="0" y="0"/>
                  </a:cxn>
                  <a:cxn ang="0">
                    <a:pos x="3" y="5"/>
                  </a:cxn>
                  <a:cxn ang="0">
                    <a:pos x="13" y="7"/>
                  </a:cxn>
                  <a:cxn ang="0">
                    <a:pos x="7" y="0"/>
                  </a:cxn>
                </a:cxnLst>
                <a:rect l="0" t="0" r="r" b="b"/>
                <a:pathLst>
                  <a:path w="13" h="7">
                    <a:moveTo>
                      <a:pt x="7" y="0"/>
                    </a:moveTo>
                    <a:lnTo>
                      <a:pt x="0" y="0"/>
                    </a:lnTo>
                    <a:lnTo>
                      <a:pt x="3" y="5"/>
                    </a:lnTo>
                    <a:lnTo>
                      <a:pt x="13" y="7"/>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7" name="Freeform 797"/>
              <p:cNvSpPr/>
              <p:nvPr/>
            </p:nvSpPr>
            <p:spPr bwMode="auto">
              <a:xfrm>
                <a:off x="3220" y="2824"/>
                <a:ext cx="13" cy="7"/>
              </a:xfrm>
              <a:custGeom>
                <a:avLst/>
                <a:gdLst/>
                <a:ahLst/>
                <a:cxnLst>
                  <a:cxn ang="0">
                    <a:pos x="7" y="0"/>
                  </a:cxn>
                  <a:cxn ang="0">
                    <a:pos x="0" y="0"/>
                  </a:cxn>
                  <a:cxn ang="0">
                    <a:pos x="3" y="5"/>
                  </a:cxn>
                  <a:cxn ang="0">
                    <a:pos x="13" y="7"/>
                  </a:cxn>
                  <a:cxn ang="0">
                    <a:pos x="7" y="0"/>
                  </a:cxn>
                </a:cxnLst>
                <a:rect l="0" t="0" r="r" b="b"/>
                <a:pathLst>
                  <a:path w="13" h="7">
                    <a:moveTo>
                      <a:pt x="7" y="0"/>
                    </a:moveTo>
                    <a:lnTo>
                      <a:pt x="0" y="0"/>
                    </a:lnTo>
                    <a:lnTo>
                      <a:pt x="3" y="5"/>
                    </a:lnTo>
                    <a:lnTo>
                      <a:pt x="13" y="7"/>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998" name="Freeform 798"/>
              <p:cNvSpPr/>
              <p:nvPr/>
            </p:nvSpPr>
            <p:spPr bwMode="auto">
              <a:xfrm>
                <a:off x="3195" y="2810"/>
                <a:ext cx="1" cy="4"/>
              </a:xfrm>
              <a:custGeom>
                <a:avLst/>
                <a:gdLst/>
                <a:ahLst/>
                <a:cxnLst>
                  <a:cxn ang="0">
                    <a:pos x="1" y="0"/>
                  </a:cxn>
                  <a:cxn ang="0">
                    <a:pos x="0" y="2"/>
                  </a:cxn>
                  <a:cxn ang="0">
                    <a:pos x="1" y="4"/>
                  </a:cxn>
                  <a:cxn ang="0">
                    <a:pos x="1" y="2"/>
                  </a:cxn>
                  <a:cxn ang="0">
                    <a:pos x="1" y="0"/>
                  </a:cxn>
                </a:cxnLst>
                <a:rect l="0" t="0" r="r" b="b"/>
                <a:pathLst>
                  <a:path w="1" h="4">
                    <a:moveTo>
                      <a:pt x="1" y="0"/>
                    </a:moveTo>
                    <a:lnTo>
                      <a:pt x="0" y="2"/>
                    </a:lnTo>
                    <a:lnTo>
                      <a:pt x="1" y="4"/>
                    </a:lnTo>
                    <a:lnTo>
                      <a:pt x="1"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9" name="Freeform 799"/>
              <p:cNvSpPr/>
              <p:nvPr/>
            </p:nvSpPr>
            <p:spPr bwMode="auto">
              <a:xfrm>
                <a:off x="3195" y="2810"/>
                <a:ext cx="1" cy="4"/>
              </a:xfrm>
              <a:custGeom>
                <a:avLst/>
                <a:gdLst/>
                <a:ahLst/>
                <a:cxnLst>
                  <a:cxn ang="0">
                    <a:pos x="1" y="0"/>
                  </a:cxn>
                  <a:cxn ang="0">
                    <a:pos x="0" y="2"/>
                  </a:cxn>
                  <a:cxn ang="0">
                    <a:pos x="1" y="4"/>
                  </a:cxn>
                  <a:cxn ang="0">
                    <a:pos x="1" y="2"/>
                  </a:cxn>
                  <a:cxn ang="0">
                    <a:pos x="1" y="0"/>
                  </a:cxn>
                </a:cxnLst>
                <a:rect l="0" t="0" r="r" b="b"/>
                <a:pathLst>
                  <a:path w="1" h="4">
                    <a:moveTo>
                      <a:pt x="1" y="0"/>
                    </a:moveTo>
                    <a:lnTo>
                      <a:pt x="0" y="2"/>
                    </a:lnTo>
                    <a:lnTo>
                      <a:pt x="1" y="4"/>
                    </a:lnTo>
                    <a:lnTo>
                      <a:pt x="1"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000" name="Freeform 800"/>
              <p:cNvSpPr/>
              <p:nvPr/>
            </p:nvSpPr>
            <p:spPr bwMode="auto">
              <a:xfrm>
                <a:off x="3196" y="2809"/>
                <a:ext cx="4" cy="3"/>
              </a:xfrm>
              <a:custGeom>
                <a:avLst/>
                <a:gdLst/>
                <a:ahLst/>
                <a:cxnLst>
                  <a:cxn ang="0">
                    <a:pos x="4" y="0"/>
                  </a:cxn>
                  <a:cxn ang="0">
                    <a:pos x="0" y="1"/>
                  </a:cxn>
                  <a:cxn ang="0">
                    <a:pos x="0" y="3"/>
                  </a:cxn>
                  <a:cxn ang="0">
                    <a:pos x="2" y="3"/>
                  </a:cxn>
                  <a:cxn ang="0">
                    <a:pos x="4" y="0"/>
                  </a:cxn>
                </a:cxnLst>
                <a:rect l="0" t="0" r="r" b="b"/>
                <a:pathLst>
                  <a:path w="4" h="3">
                    <a:moveTo>
                      <a:pt x="4" y="0"/>
                    </a:moveTo>
                    <a:lnTo>
                      <a:pt x="0" y="1"/>
                    </a:lnTo>
                    <a:lnTo>
                      <a:pt x="0" y="3"/>
                    </a:lnTo>
                    <a:lnTo>
                      <a:pt x="2" y="3"/>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01" name="Freeform 801"/>
              <p:cNvSpPr/>
              <p:nvPr/>
            </p:nvSpPr>
            <p:spPr bwMode="auto">
              <a:xfrm>
                <a:off x="3196" y="2809"/>
                <a:ext cx="4" cy="3"/>
              </a:xfrm>
              <a:custGeom>
                <a:avLst/>
                <a:gdLst/>
                <a:ahLst/>
                <a:cxnLst>
                  <a:cxn ang="0">
                    <a:pos x="4" y="0"/>
                  </a:cxn>
                  <a:cxn ang="0">
                    <a:pos x="0" y="1"/>
                  </a:cxn>
                  <a:cxn ang="0">
                    <a:pos x="0" y="3"/>
                  </a:cxn>
                  <a:cxn ang="0">
                    <a:pos x="2" y="3"/>
                  </a:cxn>
                  <a:cxn ang="0">
                    <a:pos x="4" y="0"/>
                  </a:cxn>
                </a:cxnLst>
                <a:rect l="0" t="0" r="r" b="b"/>
                <a:pathLst>
                  <a:path w="4" h="3">
                    <a:moveTo>
                      <a:pt x="4" y="0"/>
                    </a:moveTo>
                    <a:lnTo>
                      <a:pt x="0" y="1"/>
                    </a:lnTo>
                    <a:lnTo>
                      <a:pt x="0" y="3"/>
                    </a:lnTo>
                    <a:lnTo>
                      <a:pt x="2" y="3"/>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02" name="Rectangle 802"/>
              <p:cNvSpPr>
                <a:spLocks noChangeArrowheads="1"/>
              </p:cNvSpPr>
              <p:nvPr/>
            </p:nvSpPr>
            <p:spPr bwMode="auto">
              <a:xfrm>
                <a:off x="3200" y="2807"/>
                <a:ext cx="1" cy="2"/>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003" name="Rectangle 803"/>
              <p:cNvSpPr>
                <a:spLocks noChangeArrowheads="1"/>
              </p:cNvSpPr>
              <p:nvPr/>
            </p:nvSpPr>
            <p:spPr bwMode="auto">
              <a:xfrm>
                <a:off x="3200" y="2807"/>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04" name="Freeform 804"/>
              <p:cNvSpPr/>
              <p:nvPr/>
            </p:nvSpPr>
            <p:spPr bwMode="auto">
              <a:xfrm>
                <a:off x="3217" y="2829"/>
                <a:ext cx="10" cy="10"/>
              </a:xfrm>
              <a:custGeom>
                <a:avLst/>
                <a:gdLst/>
                <a:ahLst/>
                <a:cxnLst>
                  <a:cxn ang="0">
                    <a:pos x="0" y="0"/>
                  </a:cxn>
                  <a:cxn ang="0">
                    <a:pos x="0" y="5"/>
                  </a:cxn>
                  <a:cxn ang="0">
                    <a:pos x="10" y="10"/>
                  </a:cxn>
                  <a:cxn ang="0">
                    <a:pos x="6" y="0"/>
                  </a:cxn>
                  <a:cxn ang="0">
                    <a:pos x="0" y="0"/>
                  </a:cxn>
                </a:cxnLst>
                <a:rect l="0" t="0" r="r" b="b"/>
                <a:pathLst>
                  <a:path w="10" h="10">
                    <a:moveTo>
                      <a:pt x="0" y="0"/>
                    </a:moveTo>
                    <a:lnTo>
                      <a:pt x="0" y="5"/>
                    </a:lnTo>
                    <a:lnTo>
                      <a:pt x="10" y="10"/>
                    </a:lnTo>
                    <a:lnTo>
                      <a:pt x="6"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05" name="Freeform 805"/>
              <p:cNvSpPr/>
              <p:nvPr/>
            </p:nvSpPr>
            <p:spPr bwMode="auto">
              <a:xfrm>
                <a:off x="3217" y="2829"/>
                <a:ext cx="10" cy="10"/>
              </a:xfrm>
              <a:custGeom>
                <a:avLst/>
                <a:gdLst/>
                <a:ahLst/>
                <a:cxnLst>
                  <a:cxn ang="0">
                    <a:pos x="0" y="0"/>
                  </a:cxn>
                  <a:cxn ang="0">
                    <a:pos x="0" y="5"/>
                  </a:cxn>
                  <a:cxn ang="0">
                    <a:pos x="10" y="10"/>
                  </a:cxn>
                  <a:cxn ang="0">
                    <a:pos x="6" y="0"/>
                  </a:cxn>
                  <a:cxn ang="0">
                    <a:pos x="0" y="0"/>
                  </a:cxn>
                </a:cxnLst>
                <a:rect l="0" t="0" r="r" b="b"/>
                <a:pathLst>
                  <a:path w="10" h="10">
                    <a:moveTo>
                      <a:pt x="0" y="0"/>
                    </a:moveTo>
                    <a:lnTo>
                      <a:pt x="0" y="5"/>
                    </a:lnTo>
                    <a:lnTo>
                      <a:pt x="10" y="10"/>
                    </a:lnTo>
                    <a:lnTo>
                      <a:pt x="6"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06" name="Freeform 806"/>
              <p:cNvSpPr/>
              <p:nvPr/>
            </p:nvSpPr>
            <p:spPr bwMode="auto">
              <a:xfrm>
                <a:off x="3213" y="2827"/>
                <a:ext cx="4" cy="7"/>
              </a:xfrm>
              <a:custGeom>
                <a:avLst/>
                <a:gdLst/>
                <a:ahLst/>
                <a:cxnLst>
                  <a:cxn ang="0">
                    <a:pos x="0" y="0"/>
                  </a:cxn>
                  <a:cxn ang="0">
                    <a:pos x="0" y="4"/>
                  </a:cxn>
                  <a:cxn ang="0">
                    <a:pos x="4" y="7"/>
                  </a:cxn>
                  <a:cxn ang="0">
                    <a:pos x="4" y="2"/>
                  </a:cxn>
                  <a:cxn ang="0">
                    <a:pos x="0" y="0"/>
                  </a:cxn>
                </a:cxnLst>
                <a:rect l="0" t="0" r="r" b="b"/>
                <a:pathLst>
                  <a:path w="4" h="7">
                    <a:moveTo>
                      <a:pt x="0" y="0"/>
                    </a:moveTo>
                    <a:lnTo>
                      <a:pt x="0" y="4"/>
                    </a:lnTo>
                    <a:lnTo>
                      <a:pt x="4" y="7"/>
                    </a:lnTo>
                    <a:lnTo>
                      <a:pt x="4"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07" name="Freeform 807"/>
              <p:cNvSpPr/>
              <p:nvPr/>
            </p:nvSpPr>
            <p:spPr bwMode="auto">
              <a:xfrm>
                <a:off x="3213" y="2827"/>
                <a:ext cx="4" cy="7"/>
              </a:xfrm>
              <a:custGeom>
                <a:avLst/>
                <a:gdLst/>
                <a:ahLst/>
                <a:cxnLst>
                  <a:cxn ang="0">
                    <a:pos x="0" y="0"/>
                  </a:cxn>
                  <a:cxn ang="0">
                    <a:pos x="0" y="4"/>
                  </a:cxn>
                  <a:cxn ang="0">
                    <a:pos x="4" y="7"/>
                  </a:cxn>
                  <a:cxn ang="0">
                    <a:pos x="4" y="2"/>
                  </a:cxn>
                  <a:cxn ang="0">
                    <a:pos x="0" y="0"/>
                  </a:cxn>
                </a:cxnLst>
                <a:rect l="0" t="0" r="r" b="b"/>
                <a:pathLst>
                  <a:path w="4" h="7">
                    <a:moveTo>
                      <a:pt x="0" y="0"/>
                    </a:moveTo>
                    <a:lnTo>
                      <a:pt x="0" y="4"/>
                    </a:lnTo>
                    <a:lnTo>
                      <a:pt x="4" y="7"/>
                    </a:lnTo>
                    <a:lnTo>
                      <a:pt x="4"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08" name="Freeform 808"/>
              <p:cNvSpPr/>
              <p:nvPr/>
            </p:nvSpPr>
            <p:spPr bwMode="auto">
              <a:xfrm>
                <a:off x="3217" y="2824"/>
                <a:ext cx="6" cy="5"/>
              </a:xfrm>
              <a:custGeom>
                <a:avLst/>
                <a:gdLst/>
                <a:ahLst/>
                <a:cxnLst>
                  <a:cxn ang="0">
                    <a:pos x="3" y="0"/>
                  </a:cxn>
                  <a:cxn ang="0">
                    <a:pos x="0" y="2"/>
                  </a:cxn>
                  <a:cxn ang="0">
                    <a:pos x="0" y="5"/>
                  </a:cxn>
                  <a:cxn ang="0">
                    <a:pos x="6" y="5"/>
                  </a:cxn>
                  <a:cxn ang="0">
                    <a:pos x="3" y="0"/>
                  </a:cxn>
                </a:cxnLst>
                <a:rect l="0" t="0" r="r" b="b"/>
                <a:pathLst>
                  <a:path w="6" h="5">
                    <a:moveTo>
                      <a:pt x="3" y="0"/>
                    </a:moveTo>
                    <a:lnTo>
                      <a:pt x="0" y="2"/>
                    </a:lnTo>
                    <a:lnTo>
                      <a:pt x="0" y="5"/>
                    </a:lnTo>
                    <a:lnTo>
                      <a:pt x="6" y="5"/>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grpSp>
        <p:grpSp>
          <p:nvGrpSpPr>
            <p:cNvPr id="8" name="Group 1010"/>
            <p:cNvGrpSpPr/>
            <p:nvPr/>
          </p:nvGrpSpPr>
          <p:grpSpPr bwMode="auto">
            <a:xfrm>
              <a:off x="3181" y="1657"/>
              <a:ext cx="1526" cy="1374"/>
              <a:chOff x="3181" y="1657"/>
              <a:chExt cx="1526" cy="1374"/>
            </a:xfrm>
          </p:grpSpPr>
          <p:sp>
            <p:nvSpPr>
              <p:cNvPr id="52010" name="Freeform 810"/>
              <p:cNvSpPr/>
              <p:nvPr/>
            </p:nvSpPr>
            <p:spPr bwMode="auto">
              <a:xfrm>
                <a:off x="3217" y="2824"/>
                <a:ext cx="6" cy="5"/>
              </a:xfrm>
              <a:custGeom>
                <a:avLst/>
                <a:gdLst/>
                <a:ahLst/>
                <a:cxnLst>
                  <a:cxn ang="0">
                    <a:pos x="3" y="0"/>
                  </a:cxn>
                  <a:cxn ang="0">
                    <a:pos x="0" y="2"/>
                  </a:cxn>
                  <a:cxn ang="0">
                    <a:pos x="0" y="5"/>
                  </a:cxn>
                  <a:cxn ang="0">
                    <a:pos x="6" y="5"/>
                  </a:cxn>
                  <a:cxn ang="0">
                    <a:pos x="3" y="0"/>
                  </a:cxn>
                </a:cxnLst>
                <a:rect l="0" t="0" r="r" b="b"/>
                <a:pathLst>
                  <a:path w="6" h="5">
                    <a:moveTo>
                      <a:pt x="3" y="0"/>
                    </a:moveTo>
                    <a:lnTo>
                      <a:pt x="0" y="2"/>
                    </a:lnTo>
                    <a:lnTo>
                      <a:pt x="0" y="5"/>
                    </a:lnTo>
                    <a:lnTo>
                      <a:pt x="6" y="5"/>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11" name="Freeform 811"/>
              <p:cNvSpPr/>
              <p:nvPr/>
            </p:nvSpPr>
            <p:spPr bwMode="auto">
              <a:xfrm>
                <a:off x="3213" y="2826"/>
                <a:ext cx="4" cy="3"/>
              </a:xfrm>
              <a:custGeom>
                <a:avLst/>
                <a:gdLst/>
                <a:ahLst/>
                <a:cxnLst>
                  <a:cxn ang="0">
                    <a:pos x="4" y="0"/>
                  </a:cxn>
                  <a:cxn ang="0">
                    <a:pos x="2" y="0"/>
                  </a:cxn>
                  <a:cxn ang="0">
                    <a:pos x="0" y="1"/>
                  </a:cxn>
                  <a:cxn ang="0">
                    <a:pos x="4" y="3"/>
                  </a:cxn>
                  <a:cxn ang="0">
                    <a:pos x="4" y="0"/>
                  </a:cxn>
                </a:cxnLst>
                <a:rect l="0" t="0" r="r" b="b"/>
                <a:pathLst>
                  <a:path w="4" h="3">
                    <a:moveTo>
                      <a:pt x="4" y="0"/>
                    </a:moveTo>
                    <a:lnTo>
                      <a:pt x="2" y="0"/>
                    </a:lnTo>
                    <a:lnTo>
                      <a:pt x="0" y="1"/>
                    </a:lnTo>
                    <a:lnTo>
                      <a:pt x="4" y="3"/>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2" name="Freeform 812"/>
              <p:cNvSpPr/>
              <p:nvPr/>
            </p:nvSpPr>
            <p:spPr bwMode="auto">
              <a:xfrm>
                <a:off x="3213" y="2826"/>
                <a:ext cx="4" cy="3"/>
              </a:xfrm>
              <a:custGeom>
                <a:avLst/>
                <a:gdLst/>
                <a:ahLst/>
                <a:cxnLst>
                  <a:cxn ang="0">
                    <a:pos x="4" y="0"/>
                  </a:cxn>
                  <a:cxn ang="0">
                    <a:pos x="2" y="0"/>
                  </a:cxn>
                  <a:cxn ang="0">
                    <a:pos x="0" y="1"/>
                  </a:cxn>
                  <a:cxn ang="0">
                    <a:pos x="4" y="3"/>
                  </a:cxn>
                  <a:cxn ang="0">
                    <a:pos x="4" y="0"/>
                  </a:cxn>
                </a:cxnLst>
                <a:rect l="0" t="0" r="r" b="b"/>
                <a:pathLst>
                  <a:path w="4" h="3">
                    <a:moveTo>
                      <a:pt x="4" y="0"/>
                    </a:moveTo>
                    <a:lnTo>
                      <a:pt x="2" y="0"/>
                    </a:lnTo>
                    <a:lnTo>
                      <a:pt x="0" y="1"/>
                    </a:lnTo>
                    <a:lnTo>
                      <a:pt x="4" y="3"/>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13" name="Freeform 813"/>
              <p:cNvSpPr/>
              <p:nvPr/>
            </p:nvSpPr>
            <p:spPr bwMode="auto">
              <a:xfrm>
                <a:off x="3198" y="2809"/>
                <a:ext cx="3" cy="3"/>
              </a:xfrm>
              <a:custGeom>
                <a:avLst/>
                <a:gdLst/>
                <a:ahLst/>
                <a:cxnLst>
                  <a:cxn ang="0">
                    <a:pos x="3" y="0"/>
                  </a:cxn>
                  <a:cxn ang="0">
                    <a:pos x="2" y="0"/>
                  </a:cxn>
                  <a:cxn ang="0">
                    <a:pos x="0" y="3"/>
                  </a:cxn>
                  <a:cxn ang="0">
                    <a:pos x="3" y="0"/>
                  </a:cxn>
                </a:cxnLst>
                <a:rect l="0" t="0" r="r" b="b"/>
                <a:pathLst>
                  <a:path w="3" h="3">
                    <a:moveTo>
                      <a:pt x="3" y="0"/>
                    </a:moveTo>
                    <a:lnTo>
                      <a:pt x="2" y="0"/>
                    </a:lnTo>
                    <a:lnTo>
                      <a:pt x="0"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4" name="Freeform 814"/>
              <p:cNvSpPr/>
              <p:nvPr/>
            </p:nvSpPr>
            <p:spPr bwMode="auto">
              <a:xfrm>
                <a:off x="3198" y="2809"/>
                <a:ext cx="3" cy="3"/>
              </a:xfrm>
              <a:custGeom>
                <a:avLst/>
                <a:gdLst/>
                <a:ahLst/>
                <a:cxnLst>
                  <a:cxn ang="0">
                    <a:pos x="3" y="0"/>
                  </a:cxn>
                  <a:cxn ang="0">
                    <a:pos x="2" y="0"/>
                  </a:cxn>
                  <a:cxn ang="0">
                    <a:pos x="0" y="3"/>
                  </a:cxn>
                  <a:cxn ang="0">
                    <a:pos x="3" y="0"/>
                  </a:cxn>
                </a:cxnLst>
                <a:rect l="0" t="0" r="r" b="b"/>
                <a:pathLst>
                  <a:path w="3" h="3">
                    <a:moveTo>
                      <a:pt x="3" y="0"/>
                    </a:moveTo>
                    <a:lnTo>
                      <a:pt x="2" y="0"/>
                    </a:lnTo>
                    <a:lnTo>
                      <a:pt x="0"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15" name="Freeform 815"/>
              <p:cNvSpPr/>
              <p:nvPr/>
            </p:nvSpPr>
            <p:spPr bwMode="auto">
              <a:xfrm>
                <a:off x="3210" y="2827"/>
                <a:ext cx="3" cy="4"/>
              </a:xfrm>
              <a:custGeom>
                <a:avLst/>
                <a:gdLst/>
                <a:ahLst/>
                <a:cxnLst>
                  <a:cxn ang="0">
                    <a:pos x="2" y="0"/>
                  </a:cxn>
                  <a:cxn ang="0">
                    <a:pos x="0" y="2"/>
                  </a:cxn>
                  <a:cxn ang="0">
                    <a:pos x="3" y="4"/>
                  </a:cxn>
                  <a:cxn ang="0">
                    <a:pos x="3" y="0"/>
                  </a:cxn>
                  <a:cxn ang="0">
                    <a:pos x="2" y="0"/>
                  </a:cxn>
                </a:cxnLst>
                <a:rect l="0" t="0" r="r" b="b"/>
                <a:pathLst>
                  <a:path w="3" h="4">
                    <a:moveTo>
                      <a:pt x="2" y="0"/>
                    </a:moveTo>
                    <a:lnTo>
                      <a:pt x="0" y="2"/>
                    </a:lnTo>
                    <a:lnTo>
                      <a:pt x="3" y="4"/>
                    </a:lnTo>
                    <a:lnTo>
                      <a:pt x="3"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6" name="Freeform 816"/>
              <p:cNvSpPr/>
              <p:nvPr/>
            </p:nvSpPr>
            <p:spPr bwMode="auto">
              <a:xfrm>
                <a:off x="3210" y="2827"/>
                <a:ext cx="3" cy="4"/>
              </a:xfrm>
              <a:custGeom>
                <a:avLst/>
                <a:gdLst/>
                <a:ahLst/>
                <a:cxnLst>
                  <a:cxn ang="0">
                    <a:pos x="2" y="0"/>
                  </a:cxn>
                  <a:cxn ang="0">
                    <a:pos x="0" y="2"/>
                  </a:cxn>
                  <a:cxn ang="0">
                    <a:pos x="3" y="4"/>
                  </a:cxn>
                  <a:cxn ang="0">
                    <a:pos x="3" y="0"/>
                  </a:cxn>
                  <a:cxn ang="0">
                    <a:pos x="2" y="0"/>
                  </a:cxn>
                </a:cxnLst>
                <a:rect l="0" t="0" r="r" b="b"/>
                <a:pathLst>
                  <a:path w="3" h="4">
                    <a:moveTo>
                      <a:pt x="2" y="0"/>
                    </a:moveTo>
                    <a:lnTo>
                      <a:pt x="0" y="2"/>
                    </a:lnTo>
                    <a:lnTo>
                      <a:pt x="3" y="4"/>
                    </a:lnTo>
                    <a:lnTo>
                      <a:pt x="3"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017" name="Freeform 817"/>
              <p:cNvSpPr/>
              <p:nvPr/>
            </p:nvSpPr>
            <p:spPr bwMode="auto">
              <a:xfrm>
                <a:off x="3206" y="2827"/>
                <a:ext cx="6" cy="2"/>
              </a:xfrm>
              <a:custGeom>
                <a:avLst/>
                <a:gdLst/>
                <a:ahLst/>
                <a:cxnLst>
                  <a:cxn ang="0">
                    <a:pos x="4" y="0"/>
                  </a:cxn>
                  <a:cxn ang="0">
                    <a:pos x="0" y="2"/>
                  </a:cxn>
                  <a:cxn ang="0">
                    <a:pos x="4" y="2"/>
                  </a:cxn>
                  <a:cxn ang="0">
                    <a:pos x="6" y="0"/>
                  </a:cxn>
                  <a:cxn ang="0">
                    <a:pos x="4" y="0"/>
                  </a:cxn>
                </a:cxnLst>
                <a:rect l="0" t="0" r="r" b="b"/>
                <a:pathLst>
                  <a:path w="6" h="2">
                    <a:moveTo>
                      <a:pt x="4" y="0"/>
                    </a:moveTo>
                    <a:lnTo>
                      <a:pt x="0" y="2"/>
                    </a:lnTo>
                    <a:lnTo>
                      <a:pt x="4" y="2"/>
                    </a:lnTo>
                    <a:lnTo>
                      <a:pt x="6" y="0"/>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8" name="Freeform 818"/>
              <p:cNvSpPr/>
              <p:nvPr/>
            </p:nvSpPr>
            <p:spPr bwMode="auto">
              <a:xfrm>
                <a:off x="3206" y="2827"/>
                <a:ext cx="6" cy="2"/>
              </a:xfrm>
              <a:custGeom>
                <a:avLst/>
                <a:gdLst/>
                <a:ahLst/>
                <a:cxnLst>
                  <a:cxn ang="0">
                    <a:pos x="4" y="0"/>
                  </a:cxn>
                  <a:cxn ang="0">
                    <a:pos x="0" y="2"/>
                  </a:cxn>
                  <a:cxn ang="0">
                    <a:pos x="4" y="2"/>
                  </a:cxn>
                  <a:cxn ang="0">
                    <a:pos x="6" y="0"/>
                  </a:cxn>
                  <a:cxn ang="0">
                    <a:pos x="4" y="0"/>
                  </a:cxn>
                </a:cxnLst>
                <a:rect l="0" t="0" r="r" b="b"/>
                <a:pathLst>
                  <a:path w="6" h="2">
                    <a:moveTo>
                      <a:pt x="4" y="0"/>
                    </a:moveTo>
                    <a:lnTo>
                      <a:pt x="0" y="2"/>
                    </a:lnTo>
                    <a:lnTo>
                      <a:pt x="4" y="2"/>
                    </a:lnTo>
                    <a:lnTo>
                      <a:pt x="6" y="0"/>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19" name="Freeform 819"/>
              <p:cNvSpPr/>
              <p:nvPr/>
            </p:nvSpPr>
            <p:spPr bwMode="auto">
              <a:xfrm>
                <a:off x="3212" y="2826"/>
                <a:ext cx="3" cy="1"/>
              </a:xfrm>
              <a:custGeom>
                <a:avLst/>
                <a:gdLst/>
                <a:ahLst/>
                <a:cxnLst>
                  <a:cxn ang="0">
                    <a:pos x="3" y="0"/>
                  </a:cxn>
                  <a:cxn ang="0">
                    <a:pos x="1" y="0"/>
                  </a:cxn>
                  <a:cxn ang="0">
                    <a:pos x="0" y="1"/>
                  </a:cxn>
                  <a:cxn ang="0">
                    <a:pos x="1" y="1"/>
                  </a:cxn>
                  <a:cxn ang="0">
                    <a:pos x="3" y="0"/>
                  </a:cxn>
                </a:cxnLst>
                <a:rect l="0" t="0" r="r" b="b"/>
                <a:pathLst>
                  <a:path w="3" h="1">
                    <a:moveTo>
                      <a:pt x="3" y="0"/>
                    </a:moveTo>
                    <a:lnTo>
                      <a:pt x="1" y="0"/>
                    </a:lnTo>
                    <a:lnTo>
                      <a:pt x="0" y="1"/>
                    </a:lnTo>
                    <a:lnTo>
                      <a:pt x="1"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0" name="Freeform 820"/>
              <p:cNvSpPr/>
              <p:nvPr/>
            </p:nvSpPr>
            <p:spPr bwMode="auto">
              <a:xfrm>
                <a:off x="3212" y="2826"/>
                <a:ext cx="3" cy="1"/>
              </a:xfrm>
              <a:custGeom>
                <a:avLst/>
                <a:gdLst/>
                <a:ahLst/>
                <a:cxnLst>
                  <a:cxn ang="0">
                    <a:pos x="3" y="0"/>
                  </a:cxn>
                  <a:cxn ang="0">
                    <a:pos x="1" y="0"/>
                  </a:cxn>
                  <a:cxn ang="0">
                    <a:pos x="0" y="1"/>
                  </a:cxn>
                  <a:cxn ang="0">
                    <a:pos x="1" y="1"/>
                  </a:cxn>
                  <a:cxn ang="0">
                    <a:pos x="3" y="0"/>
                  </a:cxn>
                </a:cxnLst>
                <a:rect l="0" t="0" r="r" b="b"/>
                <a:pathLst>
                  <a:path w="3" h="1">
                    <a:moveTo>
                      <a:pt x="3" y="0"/>
                    </a:moveTo>
                    <a:lnTo>
                      <a:pt x="1" y="0"/>
                    </a:lnTo>
                    <a:lnTo>
                      <a:pt x="0" y="1"/>
                    </a:lnTo>
                    <a:lnTo>
                      <a:pt x="1"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21" name="Freeform 821"/>
              <p:cNvSpPr/>
              <p:nvPr/>
            </p:nvSpPr>
            <p:spPr bwMode="auto">
              <a:xfrm>
                <a:off x="3210" y="2826"/>
                <a:ext cx="3" cy="1"/>
              </a:xfrm>
              <a:custGeom>
                <a:avLst/>
                <a:gdLst/>
                <a:ahLst/>
                <a:cxnLst>
                  <a:cxn ang="0">
                    <a:pos x="3" y="0"/>
                  </a:cxn>
                  <a:cxn ang="0">
                    <a:pos x="0" y="0"/>
                  </a:cxn>
                  <a:cxn ang="0">
                    <a:pos x="0" y="1"/>
                  </a:cxn>
                  <a:cxn ang="0">
                    <a:pos x="2" y="1"/>
                  </a:cxn>
                  <a:cxn ang="0">
                    <a:pos x="3" y="0"/>
                  </a:cxn>
                </a:cxnLst>
                <a:rect l="0" t="0" r="r" b="b"/>
                <a:pathLst>
                  <a:path w="3" h="1">
                    <a:moveTo>
                      <a:pt x="3" y="0"/>
                    </a:moveTo>
                    <a:lnTo>
                      <a:pt x="0" y="0"/>
                    </a:lnTo>
                    <a:lnTo>
                      <a:pt x="0" y="1"/>
                    </a:lnTo>
                    <a:lnTo>
                      <a:pt x="2"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2" name="Freeform 822"/>
              <p:cNvSpPr/>
              <p:nvPr/>
            </p:nvSpPr>
            <p:spPr bwMode="auto">
              <a:xfrm>
                <a:off x="3210" y="2826"/>
                <a:ext cx="3" cy="1"/>
              </a:xfrm>
              <a:custGeom>
                <a:avLst/>
                <a:gdLst/>
                <a:ahLst/>
                <a:cxnLst>
                  <a:cxn ang="0">
                    <a:pos x="3" y="0"/>
                  </a:cxn>
                  <a:cxn ang="0">
                    <a:pos x="0" y="0"/>
                  </a:cxn>
                  <a:cxn ang="0">
                    <a:pos x="0" y="1"/>
                  </a:cxn>
                  <a:cxn ang="0">
                    <a:pos x="2" y="1"/>
                  </a:cxn>
                  <a:cxn ang="0">
                    <a:pos x="3" y="0"/>
                  </a:cxn>
                </a:cxnLst>
                <a:rect l="0" t="0" r="r" b="b"/>
                <a:pathLst>
                  <a:path w="3" h="1">
                    <a:moveTo>
                      <a:pt x="3" y="0"/>
                    </a:moveTo>
                    <a:lnTo>
                      <a:pt x="0" y="0"/>
                    </a:lnTo>
                    <a:lnTo>
                      <a:pt x="0" y="1"/>
                    </a:lnTo>
                    <a:lnTo>
                      <a:pt x="2"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23" name="Freeform 823"/>
              <p:cNvSpPr/>
              <p:nvPr/>
            </p:nvSpPr>
            <p:spPr bwMode="auto">
              <a:xfrm>
                <a:off x="3205" y="2827"/>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4" name="Freeform 824"/>
              <p:cNvSpPr/>
              <p:nvPr/>
            </p:nvSpPr>
            <p:spPr bwMode="auto">
              <a:xfrm>
                <a:off x="3205" y="2827"/>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025" name="Freeform 825"/>
              <p:cNvSpPr/>
              <p:nvPr/>
            </p:nvSpPr>
            <p:spPr bwMode="auto">
              <a:xfrm>
                <a:off x="3206" y="2826"/>
                <a:ext cx="4" cy="1"/>
              </a:xfrm>
              <a:custGeom>
                <a:avLst/>
                <a:gdLst/>
                <a:ahLst/>
                <a:cxnLst>
                  <a:cxn ang="0">
                    <a:pos x="4" y="0"/>
                  </a:cxn>
                  <a:cxn ang="0">
                    <a:pos x="0" y="1"/>
                  </a:cxn>
                  <a:cxn ang="0">
                    <a:pos x="4" y="1"/>
                  </a:cxn>
                  <a:cxn ang="0">
                    <a:pos x="4" y="0"/>
                  </a:cxn>
                </a:cxnLst>
                <a:rect l="0" t="0" r="r" b="b"/>
                <a:pathLst>
                  <a:path w="4" h="1">
                    <a:moveTo>
                      <a:pt x="4" y="0"/>
                    </a:moveTo>
                    <a:lnTo>
                      <a:pt x="0" y="1"/>
                    </a:lnTo>
                    <a:lnTo>
                      <a:pt x="4" y="1"/>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6" name="Freeform 826"/>
              <p:cNvSpPr/>
              <p:nvPr/>
            </p:nvSpPr>
            <p:spPr bwMode="auto">
              <a:xfrm>
                <a:off x="3206" y="2826"/>
                <a:ext cx="4" cy="1"/>
              </a:xfrm>
              <a:custGeom>
                <a:avLst/>
                <a:gdLst/>
                <a:ahLst/>
                <a:cxnLst>
                  <a:cxn ang="0">
                    <a:pos x="4" y="0"/>
                  </a:cxn>
                  <a:cxn ang="0">
                    <a:pos x="0" y="1"/>
                  </a:cxn>
                  <a:cxn ang="0">
                    <a:pos x="4" y="1"/>
                  </a:cxn>
                  <a:cxn ang="0">
                    <a:pos x="4" y="0"/>
                  </a:cxn>
                </a:cxnLst>
                <a:rect l="0" t="0" r="r" b="b"/>
                <a:pathLst>
                  <a:path w="4" h="1">
                    <a:moveTo>
                      <a:pt x="4" y="0"/>
                    </a:moveTo>
                    <a:lnTo>
                      <a:pt x="0" y="1"/>
                    </a:lnTo>
                    <a:lnTo>
                      <a:pt x="4" y="1"/>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27" name="Freeform 827"/>
              <p:cNvSpPr/>
              <p:nvPr/>
            </p:nvSpPr>
            <p:spPr bwMode="auto">
              <a:xfrm>
                <a:off x="3536" y="3011"/>
                <a:ext cx="10" cy="9"/>
              </a:xfrm>
              <a:custGeom>
                <a:avLst/>
                <a:gdLst/>
                <a:ahLst/>
                <a:cxnLst>
                  <a:cxn ang="0">
                    <a:pos x="10" y="0"/>
                  </a:cxn>
                  <a:cxn ang="0">
                    <a:pos x="0" y="9"/>
                  </a:cxn>
                  <a:cxn ang="0">
                    <a:pos x="0" y="9"/>
                  </a:cxn>
                  <a:cxn ang="0">
                    <a:pos x="9" y="2"/>
                  </a:cxn>
                  <a:cxn ang="0">
                    <a:pos x="10" y="0"/>
                  </a:cxn>
                </a:cxnLst>
                <a:rect l="0" t="0" r="r" b="b"/>
                <a:pathLst>
                  <a:path w="10" h="9">
                    <a:moveTo>
                      <a:pt x="10" y="0"/>
                    </a:moveTo>
                    <a:lnTo>
                      <a:pt x="0" y="9"/>
                    </a:lnTo>
                    <a:lnTo>
                      <a:pt x="0" y="9"/>
                    </a:lnTo>
                    <a:lnTo>
                      <a:pt x="9"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8" name="Freeform 828"/>
              <p:cNvSpPr/>
              <p:nvPr/>
            </p:nvSpPr>
            <p:spPr bwMode="auto">
              <a:xfrm>
                <a:off x="3536" y="3011"/>
                <a:ext cx="10" cy="9"/>
              </a:xfrm>
              <a:custGeom>
                <a:avLst/>
                <a:gdLst/>
                <a:ahLst/>
                <a:cxnLst>
                  <a:cxn ang="0">
                    <a:pos x="10" y="0"/>
                  </a:cxn>
                  <a:cxn ang="0">
                    <a:pos x="0" y="9"/>
                  </a:cxn>
                  <a:cxn ang="0">
                    <a:pos x="0" y="9"/>
                  </a:cxn>
                  <a:cxn ang="0">
                    <a:pos x="9" y="2"/>
                  </a:cxn>
                  <a:cxn ang="0">
                    <a:pos x="10" y="0"/>
                  </a:cxn>
                </a:cxnLst>
                <a:rect l="0" t="0" r="r" b="b"/>
                <a:pathLst>
                  <a:path w="10" h="9">
                    <a:moveTo>
                      <a:pt x="10" y="0"/>
                    </a:moveTo>
                    <a:lnTo>
                      <a:pt x="0" y="9"/>
                    </a:lnTo>
                    <a:lnTo>
                      <a:pt x="0" y="9"/>
                    </a:lnTo>
                    <a:lnTo>
                      <a:pt x="9"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029" name="Rectangle 829"/>
              <p:cNvSpPr>
                <a:spLocks noChangeArrowheads="1"/>
              </p:cNvSpPr>
              <p:nvPr/>
            </p:nvSpPr>
            <p:spPr bwMode="auto">
              <a:xfrm>
                <a:off x="3555" y="3030"/>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2030" name="Rectangle 830"/>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31" name="Rectangle 831"/>
              <p:cNvSpPr>
                <a:spLocks noChangeArrowheads="1"/>
              </p:cNvSpPr>
              <p:nvPr/>
            </p:nvSpPr>
            <p:spPr bwMode="auto">
              <a:xfrm>
                <a:off x="3555" y="30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032" name="Rectangle 832"/>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33" name="Freeform 833"/>
              <p:cNvSpPr/>
              <p:nvPr/>
            </p:nvSpPr>
            <p:spPr bwMode="auto">
              <a:xfrm>
                <a:off x="3551" y="3028"/>
                <a:ext cx="4" cy="2"/>
              </a:xfrm>
              <a:custGeom>
                <a:avLst/>
                <a:gdLst/>
                <a:ahLst/>
                <a:cxnLst>
                  <a:cxn ang="0">
                    <a:pos x="0" y="0"/>
                  </a:cxn>
                  <a:cxn ang="0">
                    <a:pos x="4" y="2"/>
                  </a:cxn>
                  <a:cxn ang="0">
                    <a:pos x="4" y="2"/>
                  </a:cxn>
                  <a:cxn ang="0">
                    <a:pos x="0" y="0"/>
                  </a:cxn>
                </a:cxnLst>
                <a:rect l="0" t="0" r="r" b="b"/>
                <a:pathLst>
                  <a:path w="4" h="2">
                    <a:moveTo>
                      <a:pt x="0" y="0"/>
                    </a:moveTo>
                    <a:lnTo>
                      <a:pt x="4" y="2"/>
                    </a:lnTo>
                    <a:lnTo>
                      <a:pt x="4"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34" name="Freeform 834"/>
              <p:cNvSpPr/>
              <p:nvPr/>
            </p:nvSpPr>
            <p:spPr bwMode="auto">
              <a:xfrm>
                <a:off x="3551" y="3028"/>
                <a:ext cx="4" cy="2"/>
              </a:xfrm>
              <a:custGeom>
                <a:avLst/>
                <a:gdLst/>
                <a:ahLst/>
                <a:cxnLst>
                  <a:cxn ang="0">
                    <a:pos x="0" y="0"/>
                  </a:cxn>
                  <a:cxn ang="0">
                    <a:pos x="4" y="2"/>
                  </a:cxn>
                  <a:cxn ang="0">
                    <a:pos x="4" y="2"/>
                  </a:cxn>
                  <a:cxn ang="0">
                    <a:pos x="0" y="0"/>
                  </a:cxn>
                </a:cxnLst>
                <a:rect l="0" t="0" r="r" b="b"/>
                <a:pathLst>
                  <a:path w="4" h="2">
                    <a:moveTo>
                      <a:pt x="0" y="0"/>
                    </a:moveTo>
                    <a:lnTo>
                      <a:pt x="4" y="2"/>
                    </a:lnTo>
                    <a:lnTo>
                      <a:pt x="4"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35" name="Freeform 835"/>
              <p:cNvSpPr/>
              <p:nvPr/>
            </p:nvSpPr>
            <p:spPr bwMode="auto">
              <a:xfrm>
                <a:off x="3548" y="2757"/>
                <a:ext cx="64" cy="256"/>
              </a:xfrm>
              <a:custGeom>
                <a:avLst/>
                <a:gdLst/>
                <a:ahLst/>
                <a:cxnLst>
                  <a:cxn ang="0">
                    <a:pos x="64" y="0"/>
                  </a:cxn>
                  <a:cxn ang="0">
                    <a:pos x="57" y="0"/>
                  </a:cxn>
                  <a:cxn ang="0">
                    <a:pos x="57" y="0"/>
                  </a:cxn>
                  <a:cxn ang="0">
                    <a:pos x="57" y="0"/>
                  </a:cxn>
                  <a:cxn ang="0">
                    <a:pos x="55" y="0"/>
                  </a:cxn>
                  <a:cxn ang="0">
                    <a:pos x="55" y="0"/>
                  </a:cxn>
                  <a:cxn ang="0">
                    <a:pos x="55" y="0"/>
                  </a:cxn>
                  <a:cxn ang="0">
                    <a:pos x="42" y="3"/>
                  </a:cxn>
                  <a:cxn ang="0">
                    <a:pos x="0" y="246"/>
                  </a:cxn>
                  <a:cxn ang="0">
                    <a:pos x="12" y="253"/>
                  </a:cxn>
                  <a:cxn ang="0">
                    <a:pos x="12" y="253"/>
                  </a:cxn>
                  <a:cxn ang="0">
                    <a:pos x="18" y="256"/>
                  </a:cxn>
                  <a:cxn ang="0">
                    <a:pos x="64" y="0"/>
                  </a:cxn>
                </a:cxnLst>
                <a:rect l="0" t="0" r="r" b="b"/>
                <a:pathLst>
                  <a:path w="64" h="256">
                    <a:moveTo>
                      <a:pt x="64" y="0"/>
                    </a:moveTo>
                    <a:lnTo>
                      <a:pt x="57" y="0"/>
                    </a:lnTo>
                    <a:lnTo>
                      <a:pt x="57" y="0"/>
                    </a:lnTo>
                    <a:lnTo>
                      <a:pt x="57" y="0"/>
                    </a:lnTo>
                    <a:lnTo>
                      <a:pt x="55" y="0"/>
                    </a:lnTo>
                    <a:lnTo>
                      <a:pt x="55" y="0"/>
                    </a:lnTo>
                    <a:lnTo>
                      <a:pt x="55" y="0"/>
                    </a:lnTo>
                    <a:lnTo>
                      <a:pt x="42" y="3"/>
                    </a:lnTo>
                    <a:lnTo>
                      <a:pt x="0" y="246"/>
                    </a:lnTo>
                    <a:lnTo>
                      <a:pt x="12" y="253"/>
                    </a:lnTo>
                    <a:lnTo>
                      <a:pt x="12" y="253"/>
                    </a:lnTo>
                    <a:lnTo>
                      <a:pt x="18" y="256"/>
                    </a:lnTo>
                    <a:lnTo>
                      <a:pt x="6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36" name="Freeform 836"/>
              <p:cNvSpPr/>
              <p:nvPr/>
            </p:nvSpPr>
            <p:spPr bwMode="auto">
              <a:xfrm>
                <a:off x="3548" y="2757"/>
                <a:ext cx="64" cy="256"/>
              </a:xfrm>
              <a:custGeom>
                <a:avLst/>
                <a:gdLst/>
                <a:ahLst/>
                <a:cxnLst>
                  <a:cxn ang="0">
                    <a:pos x="64" y="0"/>
                  </a:cxn>
                  <a:cxn ang="0">
                    <a:pos x="57" y="0"/>
                  </a:cxn>
                  <a:cxn ang="0">
                    <a:pos x="57" y="0"/>
                  </a:cxn>
                  <a:cxn ang="0">
                    <a:pos x="57" y="0"/>
                  </a:cxn>
                  <a:cxn ang="0">
                    <a:pos x="55" y="0"/>
                  </a:cxn>
                  <a:cxn ang="0">
                    <a:pos x="55" y="0"/>
                  </a:cxn>
                  <a:cxn ang="0">
                    <a:pos x="55" y="0"/>
                  </a:cxn>
                  <a:cxn ang="0">
                    <a:pos x="42" y="3"/>
                  </a:cxn>
                  <a:cxn ang="0">
                    <a:pos x="0" y="246"/>
                  </a:cxn>
                  <a:cxn ang="0">
                    <a:pos x="12" y="253"/>
                  </a:cxn>
                  <a:cxn ang="0">
                    <a:pos x="12" y="253"/>
                  </a:cxn>
                  <a:cxn ang="0">
                    <a:pos x="18" y="256"/>
                  </a:cxn>
                  <a:cxn ang="0">
                    <a:pos x="64" y="0"/>
                  </a:cxn>
                </a:cxnLst>
                <a:rect l="0" t="0" r="r" b="b"/>
                <a:pathLst>
                  <a:path w="64" h="256">
                    <a:moveTo>
                      <a:pt x="64" y="0"/>
                    </a:moveTo>
                    <a:lnTo>
                      <a:pt x="57" y="0"/>
                    </a:lnTo>
                    <a:lnTo>
                      <a:pt x="57" y="0"/>
                    </a:lnTo>
                    <a:lnTo>
                      <a:pt x="57" y="0"/>
                    </a:lnTo>
                    <a:lnTo>
                      <a:pt x="55" y="0"/>
                    </a:lnTo>
                    <a:lnTo>
                      <a:pt x="55" y="0"/>
                    </a:lnTo>
                    <a:lnTo>
                      <a:pt x="55" y="0"/>
                    </a:lnTo>
                    <a:lnTo>
                      <a:pt x="42" y="3"/>
                    </a:lnTo>
                    <a:lnTo>
                      <a:pt x="0" y="246"/>
                    </a:lnTo>
                    <a:lnTo>
                      <a:pt x="12" y="253"/>
                    </a:lnTo>
                    <a:lnTo>
                      <a:pt x="12" y="253"/>
                    </a:lnTo>
                    <a:lnTo>
                      <a:pt x="18" y="256"/>
                    </a:lnTo>
                    <a:lnTo>
                      <a:pt x="64" y="0"/>
                    </a:lnTo>
                  </a:path>
                </a:pathLst>
              </a:custGeom>
              <a:noFill/>
              <a:ln w="9525">
                <a:noFill/>
                <a:round/>
              </a:ln>
            </p:spPr>
            <p:txBody>
              <a:bodyPr vert="horz" wrap="square" lIns="82938" tIns="41469" rIns="82938" bIns="41469" numCol="1" anchor="t" anchorCtr="0" compatLnSpc="1"/>
              <a:lstStyle/>
              <a:p>
                <a:endParaRPr lang="en-GB" sz="1815"/>
              </a:p>
            </p:txBody>
          </p:sp>
          <p:sp>
            <p:nvSpPr>
              <p:cNvPr id="52037" name="Freeform 837"/>
              <p:cNvSpPr/>
              <p:nvPr/>
            </p:nvSpPr>
            <p:spPr bwMode="auto">
              <a:xfrm>
                <a:off x="3546" y="3003"/>
                <a:ext cx="14" cy="8"/>
              </a:xfrm>
              <a:custGeom>
                <a:avLst/>
                <a:gdLst/>
                <a:ahLst/>
                <a:cxnLst>
                  <a:cxn ang="0">
                    <a:pos x="2" y="0"/>
                  </a:cxn>
                  <a:cxn ang="0">
                    <a:pos x="0" y="8"/>
                  </a:cxn>
                  <a:cxn ang="0">
                    <a:pos x="7" y="3"/>
                  </a:cxn>
                  <a:cxn ang="0">
                    <a:pos x="14" y="7"/>
                  </a:cxn>
                  <a:cxn ang="0">
                    <a:pos x="14" y="7"/>
                  </a:cxn>
                  <a:cxn ang="0">
                    <a:pos x="2" y="0"/>
                  </a:cxn>
                </a:cxnLst>
                <a:rect l="0" t="0" r="r" b="b"/>
                <a:pathLst>
                  <a:path w="14" h="8">
                    <a:moveTo>
                      <a:pt x="2" y="0"/>
                    </a:moveTo>
                    <a:lnTo>
                      <a:pt x="0" y="8"/>
                    </a:lnTo>
                    <a:lnTo>
                      <a:pt x="7" y="3"/>
                    </a:lnTo>
                    <a:lnTo>
                      <a:pt x="14" y="7"/>
                    </a:lnTo>
                    <a:lnTo>
                      <a:pt x="14" y="7"/>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38" name="Freeform 838"/>
              <p:cNvSpPr/>
              <p:nvPr/>
            </p:nvSpPr>
            <p:spPr bwMode="auto">
              <a:xfrm>
                <a:off x="3546" y="3003"/>
                <a:ext cx="14" cy="8"/>
              </a:xfrm>
              <a:custGeom>
                <a:avLst/>
                <a:gdLst/>
                <a:ahLst/>
                <a:cxnLst>
                  <a:cxn ang="0">
                    <a:pos x="2" y="0"/>
                  </a:cxn>
                  <a:cxn ang="0">
                    <a:pos x="0" y="8"/>
                  </a:cxn>
                  <a:cxn ang="0">
                    <a:pos x="7" y="3"/>
                  </a:cxn>
                  <a:cxn ang="0">
                    <a:pos x="14" y="7"/>
                  </a:cxn>
                  <a:cxn ang="0">
                    <a:pos x="14" y="7"/>
                  </a:cxn>
                  <a:cxn ang="0">
                    <a:pos x="2" y="0"/>
                  </a:cxn>
                </a:cxnLst>
                <a:rect l="0" t="0" r="r" b="b"/>
                <a:pathLst>
                  <a:path w="14" h="8">
                    <a:moveTo>
                      <a:pt x="2" y="0"/>
                    </a:moveTo>
                    <a:lnTo>
                      <a:pt x="0" y="8"/>
                    </a:lnTo>
                    <a:lnTo>
                      <a:pt x="7" y="3"/>
                    </a:lnTo>
                    <a:lnTo>
                      <a:pt x="14" y="7"/>
                    </a:lnTo>
                    <a:lnTo>
                      <a:pt x="14" y="7"/>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039" name="Freeform 839"/>
              <p:cNvSpPr>
                <a:spLocks noEditPoints="1"/>
              </p:cNvSpPr>
              <p:nvPr/>
            </p:nvSpPr>
            <p:spPr bwMode="auto">
              <a:xfrm>
                <a:off x="3536" y="3006"/>
                <a:ext cx="24" cy="20"/>
              </a:xfrm>
              <a:custGeom>
                <a:avLst/>
                <a:gdLst/>
                <a:ahLst/>
                <a:cxnLst>
                  <a:cxn ang="0">
                    <a:pos x="12" y="20"/>
                  </a:cxn>
                  <a:cxn ang="0">
                    <a:pos x="19" y="12"/>
                  </a:cxn>
                  <a:cxn ang="0">
                    <a:pos x="19" y="12"/>
                  </a:cxn>
                  <a:cxn ang="0">
                    <a:pos x="19" y="12"/>
                  </a:cxn>
                  <a:cxn ang="0">
                    <a:pos x="12" y="20"/>
                  </a:cxn>
                  <a:cxn ang="0">
                    <a:pos x="17" y="0"/>
                  </a:cxn>
                  <a:cxn ang="0">
                    <a:pos x="10" y="5"/>
                  </a:cxn>
                  <a:cxn ang="0">
                    <a:pos x="9" y="7"/>
                  </a:cxn>
                  <a:cxn ang="0">
                    <a:pos x="0" y="14"/>
                  </a:cxn>
                  <a:cxn ang="0">
                    <a:pos x="14" y="20"/>
                  </a:cxn>
                  <a:cxn ang="0">
                    <a:pos x="14" y="20"/>
                  </a:cxn>
                  <a:cxn ang="0">
                    <a:pos x="14" y="20"/>
                  </a:cxn>
                  <a:cxn ang="0">
                    <a:pos x="19" y="12"/>
                  </a:cxn>
                  <a:cxn ang="0">
                    <a:pos x="19" y="12"/>
                  </a:cxn>
                  <a:cxn ang="0">
                    <a:pos x="19" y="12"/>
                  </a:cxn>
                  <a:cxn ang="0">
                    <a:pos x="24" y="4"/>
                  </a:cxn>
                  <a:cxn ang="0">
                    <a:pos x="17" y="0"/>
                  </a:cxn>
                </a:cxnLst>
                <a:rect l="0" t="0" r="r" b="b"/>
                <a:pathLst>
                  <a:path w="24" h="20">
                    <a:moveTo>
                      <a:pt x="12" y="20"/>
                    </a:moveTo>
                    <a:lnTo>
                      <a:pt x="19" y="12"/>
                    </a:lnTo>
                    <a:lnTo>
                      <a:pt x="19" y="12"/>
                    </a:lnTo>
                    <a:lnTo>
                      <a:pt x="19" y="12"/>
                    </a:lnTo>
                    <a:lnTo>
                      <a:pt x="12" y="20"/>
                    </a:lnTo>
                    <a:close/>
                    <a:moveTo>
                      <a:pt x="17" y="0"/>
                    </a:moveTo>
                    <a:lnTo>
                      <a:pt x="10" y="5"/>
                    </a:lnTo>
                    <a:lnTo>
                      <a:pt x="9" y="7"/>
                    </a:lnTo>
                    <a:lnTo>
                      <a:pt x="0" y="14"/>
                    </a:lnTo>
                    <a:lnTo>
                      <a:pt x="14" y="20"/>
                    </a:lnTo>
                    <a:lnTo>
                      <a:pt x="14" y="20"/>
                    </a:lnTo>
                    <a:lnTo>
                      <a:pt x="14" y="20"/>
                    </a:lnTo>
                    <a:lnTo>
                      <a:pt x="19" y="12"/>
                    </a:lnTo>
                    <a:lnTo>
                      <a:pt x="19" y="12"/>
                    </a:lnTo>
                    <a:lnTo>
                      <a:pt x="19" y="12"/>
                    </a:lnTo>
                    <a:lnTo>
                      <a:pt x="24" y="4"/>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40" name="Freeform 840"/>
              <p:cNvSpPr/>
              <p:nvPr/>
            </p:nvSpPr>
            <p:spPr bwMode="auto">
              <a:xfrm>
                <a:off x="3548" y="3018"/>
                <a:ext cx="7" cy="8"/>
              </a:xfrm>
              <a:custGeom>
                <a:avLst/>
                <a:gdLst/>
                <a:ahLst/>
                <a:cxnLst>
                  <a:cxn ang="0">
                    <a:pos x="0" y="8"/>
                  </a:cxn>
                  <a:cxn ang="0">
                    <a:pos x="7" y="0"/>
                  </a:cxn>
                  <a:cxn ang="0">
                    <a:pos x="7" y="0"/>
                  </a:cxn>
                  <a:cxn ang="0">
                    <a:pos x="7" y="0"/>
                  </a:cxn>
                  <a:cxn ang="0">
                    <a:pos x="0" y="8"/>
                  </a:cxn>
                </a:cxnLst>
                <a:rect l="0" t="0" r="r" b="b"/>
                <a:pathLst>
                  <a:path w="7" h="8">
                    <a:moveTo>
                      <a:pt x="0" y="8"/>
                    </a:moveTo>
                    <a:lnTo>
                      <a:pt x="7" y="0"/>
                    </a:lnTo>
                    <a:lnTo>
                      <a:pt x="7" y="0"/>
                    </a:lnTo>
                    <a:lnTo>
                      <a:pt x="7" y="0"/>
                    </a:lnTo>
                    <a:lnTo>
                      <a:pt x="0" y="8"/>
                    </a:lnTo>
                  </a:path>
                </a:pathLst>
              </a:custGeom>
              <a:noFill/>
              <a:ln w="9525">
                <a:noFill/>
                <a:round/>
              </a:ln>
            </p:spPr>
            <p:txBody>
              <a:bodyPr vert="horz" wrap="square" lIns="82938" tIns="41469" rIns="82938" bIns="41469" numCol="1" anchor="t" anchorCtr="0" compatLnSpc="1"/>
              <a:lstStyle/>
              <a:p>
                <a:endParaRPr lang="en-GB" sz="1815"/>
              </a:p>
            </p:txBody>
          </p:sp>
          <p:sp>
            <p:nvSpPr>
              <p:cNvPr id="52041" name="Freeform 841"/>
              <p:cNvSpPr/>
              <p:nvPr/>
            </p:nvSpPr>
            <p:spPr bwMode="auto">
              <a:xfrm>
                <a:off x="3536" y="3006"/>
                <a:ext cx="24" cy="20"/>
              </a:xfrm>
              <a:custGeom>
                <a:avLst/>
                <a:gdLst/>
                <a:ahLst/>
                <a:cxnLst>
                  <a:cxn ang="0">
                    <a:pos x="17" y="0"/>
                  </a:cxn>
                  <a:cxn ang="0">
                    <a:pos x="10" y="5"/>
                  </a:cxn>
                  <a:cxn ang="0">
                    <a:pos x="9" y="7"/>
                  </a:cxn>
                  <a:cxn ang="0">
                    <a:pos x="0" y="14"/>
                  </a:cxn>
                  <a:cxn ang="0">
                    <a:pos x="14" y="20"/>
                  </a:cxn>
                  <a:cxn ang="0">
                    <a:pos x="14" y="20"/>
                  </a:cxn>
                  <a:cxn ang="0">
                    <a:pos x="14" y="20"/>
                  </a:cxn>
                  <a:cxn ang="0">
                    <a:pos x="19" y="12"/>
                  </a:cxn>
                  <a:cxn ang="0">
                    <a:pos x="19" y="12"/>
                  </a:cxn>
                  <a:cxn ang="0">
                    <a:pos x="19" y="12"/>
                  </a:cxn>
                  <a:cxn ang="0">
                    <a:pos x="24" y="4"/>
                  </a:cxn>
                  <a:cxn ang="0">
                    <a:pos x="17" y="0"/>
                  </a:cxn>
                </a:cxnLst>
                <a:rect l="0" t="0" r="r" b="b"/>
                <a:pathLst>
                  <a:path w="24" h="20">
                    <a:moveTo>
                      <a:pt x="17" y="0"/>
                    </a:moveTo>
                    <a:lnTo>
                      <a:pt x="10" y="5"/>
                    </a:lnTo>
                    <a:lnTo>
                      <a:pt x="9" y="7"/>
                    </a:lnTo>
                    <a:lnTo>
                      <a:pt x="0" y="14"/>
                    </a:lnTo>
                    <a:lnTo>
                      <a:pt x="14" y="20"/>
                    </a:lnTo>
                    <a:lnTo>
                      <a:pt x="14" y="20"/>
                    </a:lnTo>
                    <a:lnTo>
                      <a:pt x="14" y="20"/>
                    </a:lnTo>
                    <a:lnTo>
                      <a:pt x="19" y="12"/>
                    </a:lnTo>
                    <a:lnTo>
                      <a:pt x="19" y="12"/>
                    </a:lnTo>
                    <a:lnTo>
                      <a:pt x="19" y="12"/>
                    </a:lnTo>
                    <a:lnTo>
                      <a:pt x="24" y="4"/>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2042" name="Rectangle 842"/>
              <p:cNvSpPr>
                <a:spLocks noChangeArrowheads="1"/>
              </p:cNvSpPr>
              <p:nvPr/>
            </p:nvSpPr>
            <p:spPr bwMode="auto">
              <a:xfrm>
                <a:off x="3555" y="30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043" name="Rectangle 843"/>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44" name="Rectangle 844"/>
              <p:cNvSpPr>
                <a:spLocks noChangeArrowheads="1"/>
              </p:cNvSpPr>
              <p:nvPr/>
            </p:nvSpPr>
            <p:spPr bwMode="auto">
              <a:xfrm>
                <a:off x="3555" y="3030"/>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045" name="Rectangle 845"/>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46" name="Rectangle 846"/>
              <p:cNvSpPr>
                <a:spLocks noChangeArrowheads="1"/>
              </p:cNvSpPr>
              <p:nvPr/>
            </p:nvSpPr>
            <p:spPr bwMode="auto">
              <a:xfrm>
                <a:off x="3555" y="30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047" name="Rectangle 847"/>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48" name="Freeform 848"/>
              <p:cNvSpPr/>
              <p:nvPr/>
            </p:nvSpPr>
            <p:spPr bwMode="auto">
              <a:xfrm>
                <a:off x="3550" y="3026"/>
                <a:ext cx="5" cy="4"/>
              </a:xfrm>
              <a:custGeom>
                <a:avLst/>
                <a:gdLst/>
                <a:ahLst/>
                <a:cxnLst>
                  <a:cxn ang="0">
                    <a:pos x="0" y="0"/>
                  </a:cxn>
                  <a:cxn ang="0">
                    <a:pos x="1" y="2"/>
                  </a:cxn>
                  <a:cxn ang="0">
                    <a:pos x="5" y="4"/>
                  </a:cxn>
                  <a:cxn ang="0">
                    <a:pos x="5" y="4"/>
                  </a:cxn>
                  <a:cxn ang="0">
                    <a:pos x="5" y="4"/>
                  </a:cxn>
                  <a:cxn ang="0">
                    <a:pos x="5" y="4"/>
                  </a:cxn>
                  <a:cxn ang="0">
                    <a:pos x="0" y="0"/>
                  </a:cxn>
                </a:cxnLst>
                <a:rect l="0" t="0" r="r" b="b"/>
                <a:pathLst>
                  <a:path w="5" h="4">
                    <a:moveTo>
                      <a:pt x="0" y="0"/>
                    </a:moveTo>
                    <a:lnTo>
                      <a:pt x="1" y="2"/>
                    </a:lnTo>
                    <a:lnTo>
                      <a:pt x="5" y="4"/>
                    </a:lnTo>
                    <a:lnTo>
                      <a:pt x="5" y="4"/>
                    </a:lnTo>
                    <a:lnTo>
                      <a:pt x="5" y="4"/>
                    </a:lnTo>
                    <a:lnTo>
                      <a:pt x="5"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49" name="Freeform 849"/>
              <p:cNvSpPr/>
              <p:nvPr/>
            </p:nvSpPr>
            <p:spPr bwMode="auto">
              <a:xfrm>
                <a:off x="3550" y="3026"/>
                <a:ext cx="5" cy="4"/>
              </a:xfrm>
              <a:custGeom>
                <a:avLst/>
                <a:gdLst/>
                <a:ahLst/>
                <a:cxnLst>
                  <a:cxn ang="0">
                    <a:pos x="0" y="0"/>
                  </a:cxn>
                  <a:cxn ang="0">
                    <a:pos x="1" y="2"/>
                  </a:cxn>
                  <a:cxn ang="0">
                    <a:pos x="5" y="4"/>
                  </a:cxn>
                  <a:cxn ang="0">
                    <a:pos x="5" y="4"/>
                  </a:cxn>
                  <a:cxn ang="0">
                    <a:pos x="5" y="4"/>
                  </a:cxn>
                  <a:cxn ang="0">
                    <a:pos x="5" y="4"/>
                  </a:cxn>
                  <a:cxn ang="0">
                    <a:pos x="0" y="0"/>
                  </a:cxn>
                </a:cxnLst>
                <a:rect l="0" t="0" r="r" b="b"/>
                <a:pathLst>
                  <a:path w="5" h="4">
                    <a:moveTo>
                      <a:pt x="0" y="0"/>
                    </a:moveTo>
                    <a:lnTo>
                      <a:pt x="1" y="2"/>
                    </a:lnTo>
                    <a:lnTo>
                      <a:pt x="5" y="4"/>
                    </a:lnTo>
                    <a:lnTo>
                      <a:pt x="5" y="4"/>
                    </a:lnTo>
                    <a:lnTo>
                      <a:pt x="5" y="4"/>
                    </a:lnTo>
                    <a:lnTo>
                      <a:pt x="5"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50" name="Freeform 850"/>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1" name="Freeform 851"/>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52" name="Freeform 852"/>
              <p:cNvSpPr/>
              <p:nvPr/>
            </p:nvSpPr>
            <p:spPr bwMode="auto">
              <a:xfrm>
                <a:off x="3555" y="3023"/>
                <a:ext cx="10" cy="7"/>
              </a:xfrm>
              <a:custGeom>
                <a:avLst/>
                <a:gdLst/>
                <a:ahLst/>
                <a:cxnLst>
                  <a:cxn ang="0">
                    <a:pos x="10" y="0"/>
                  </a:cxn>
                  <a:cxn ang="0">
                    <a:pos x="0" y="7"/>
                  </a:cxn>
                  <a:cxn ang="0">
                    <a:pos x="0" y="7"/>
                  </a:cxn>
                  <a:cxn ang="0">
                    <a:pos x="10" y="0"/>
                  </a:cxn>
                  <a:cxn ang="0">
                    <a:pos x="10" y="0"/>
                  </a:cxn>
                </a:cxnLst>
                <a:rect l="0" t="0" r="r" b="b"/>
                <a:pathLst>
                  <a:path w="10" h="7">
                    <a:moveTo>
                      <a:pt x="10" y="0"/>
                    </a:moveTo>
                    <a:lnTo>
                      <a:pt x="0" y="7"/>
                    </a:lnTo>
                    <a:lnTo>
                      <a:pt x="0" y="7"/>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3" name="Freeform 853"/>
              <p:cNvSpPr/>
              <p:nvPr/>
            </p:nvSpPr>
            <p:spPr bwMode="auto">
              <a:xfrm>
                <a:off x="3555" y="3023"/>
                <a:ext cx="10" cy="7"/>
              </a:xfrm>
              <a:custGeom>
                <a:avLst/>
                <a:gdLst/>
                <a:ahLst/>
                <a:cxnLst>
                  <a:cxn ang="0">
                    <a:pos x="10" y="0"/>
                  </a:cxn>
                  <a:cxn ang="0">
                    <a:pos x="0" y="7"/>
                  </a:cxn>
                  <a:cxn ang="0">
                    <a:pos x="0" y="7"/>
                  </a:cxn>
                  <a:cxn ang="0">
                    <a:pos x="10" y="0"/>
                  </a:cxn>
                  <a:cxn ang="0">
                    <a:pos x="10" y="0"/>
                  </a:cxn>
                </a:cxnLst>
                <a:rect l="0" t="0" r="r" b="b"/>
                <a:pathLst>
                  <a:path w="10" h="7">
                    <a:moveTo>
                      <a:pt x="10" y="0"/>
                    </a:moveTo>
                    <a:lnTo>
                      <a:pt x="0" y="7"/>
                    </a:lnTo>
                    <a:lnTo>
                      <a:pt x="0" y="7"/>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054" name="Freeform 854"/>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5" name="Freeform 855"/>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56" name="Freeform 856"/>
              <p:cNvSpPr/>
              <p:nvPr/>
            </p:nvSpPr>
            <p:spPr bwMode="auto">
              <a:xfrm>
                <a:off x="3550" y="3010"/>
                <a:ext cx="16" cy="20"/>
              </a:xfrm>
              <a:custGeom>
                <a:avLst/>
                <a:gdLst/>
                <a:ahLst/>
                <a:cxnLst>
                  <a:cxn ang="0">
                    <a:pos x="10" y="0"/>
                  </a:cxn>
                  <a:cxn ang="0">
                    <a:pos x="5" y="8"/>
                  </a:cxn>
                  <a:cxn ang="0">
                    <a:pos x="0" y="16"/>
                  </a:cxn>
                  <a:cxn ang="0">
                    <a:pos x="0" y="16"/>
                  </a:cxn>
                  <a:cxn ang="0">
                    <a:pos x="5" y="20"/>
                  </a:cxn>
                  <a:cxn ang="0">
                    <a:pos x="15" y="13"/>
                  </a:cxn>
                  <a:cxn ang="0">
                    <a:pos x="16" y="3"/>
                  </a:cxn>
                  <a:cxn ang="0">
                    <a:pos x="10" y="0"/>
                  </a:cxn>
                </a:cxnLst>
                <a:rect l="0" t="0" r="r" b="b"/>
                <a:pathLst>
                  <a:path w="16" h="20">
                    <a:moveTo>
                      <a:pt x="10" y="0"/>
                    </a:moveTo>
                    <a:lnTo>
                      <a:pt x="5" y="8"/>
                    </a:lnTo>
                    <a:lnTo>
                      <a:pt x="0" y="16"/>
                    </a:lnTo>
                    <a:lnTo>
                      <a:pt x="0" y="16"/>
                    </a:lnTo>
                    <a:lnTo>
                      <a:pt x="5" y="20"/>
                    </a:lnTo>
                    <a:lnTo>
                      <a:pt x="15" y="13"/>
                    </a:lnTo>
                    <a:lnTo>
                      <a:pt x="16" y="3"/>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7" name="Freeform 857"/>
              <p:cNvSpPr/>
              <p:nvPr/>
            </p:nvSpPr>
            <p:spPr bwMode="auto">
              <a:xfrm>
                <a:off x="3550" y="3010"/>
                <a:ext cx="16" cy="20"/>
              </a:xfrm>
              <a:custGeom>
                <a:avLst/>
                <a:gdLst/>
                <a:ahLst/>
                <a:cxnLst>
                  <a:cxn ang="0">
                    <a:pos x="10" y="0"/>
                  </a:cxn>
                  <a:cxn ang="0">
                    <a:pos x="5" y="8"/>
                  </a:cxn>
                  <a:cxn ang="0">
                    <a:pos x="0" y="16"/>
                  </a:cxn>
                  <a:cxn ang="0">
                    <a:pos x="0" y="16"/>
                  </a:cxn>
                  <a:cxn ang="0">
                    <a:pos x="5" y="20"/>
                  </a:cxn>
                  <a:cxn ang="0">
                    <a:pos x="15" y="13"/>
                  </a:cxn>
                  <a:cxn ang="0">
                    <a:pos x="16" y="3"/>
                  </a:cxn>
                  <a:cxn ang="0">
                    <a:pos x="10" y="0"/>
                  </a:cxn>
                </a:cxnLst>
                <a:rect l="0" t="0" r="r" b="b"/>
                <a:pathLst>
                  <a:path w="16" h="20">
                    <a:moveTo>
                      <a:pt x="10" y="0"/>
                    </a:moveTo>
                    <a:lnTo>
                      <a:pt x="5" y="8"/>
                    </a:lnTo>
                    <a:lnTo>
                      <a:pt x="0" y="16"/>
                    </a:lnTo>
                    <a:lnTo>
                      <a:pt x="0" y="16"/>
                    </a:lnTo>
                    <a:lnTo>
                      <a:pt x="5" y="20"/>
                    </a:lnTo>
                    <a:lnTo>
                      <a:pt x="15" y="13"/>
                    </a:lnTo>
                    <a:lnTo>
                      <a:pt x="16" y="3"/>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058" name="Freeform 858"/>
              <p:cNvSpPr/>
              <p:nvPr/>
            </p:nvSpPr>
            <p:spPr bwMode="auto">
              <a:xfrm>
                <a:off x="3960" y="1685"/>
                <a:ext cx="715" cy="923"/>
              </a:xfrm>
              <a:custGeom>
                <a:avLst/>
                <a:gdLst/>
                <a:ahLst/>
                <a:cxnLst>
                  <a:cxn ang="0">
                    <a:pos x="214" y="0"/>
                  </a:cxn>
                  <a:cxn ang="0">
                    <a:pos x="157" y="69"/>
                  </a:cxn>
                  <a:cxn ang="0">
                    <a:pos x="0" y="255"/>
                  </a:cxn>
                  <a:cxn ang="0">
                    <a:pos x="387" y="923"/>
                  </a:cxn>
                  <a:cxn ang="0">
                    <a:pos x="606" y="884"/>
                  </a:cxn>
                  <a:cxn ang="0">
                    <a:pos x="715" y="866"/>
                  </a:cxn>
                  <a:cxn ang="0">
                    <a:pos x="214" y="0"/>
                  </a:cxn>
                </a:cxnLst>
                <a:rect l="0" t="0" r="r" b="b"/>
                <a:pathLst>
                  <a:path w="715" h="923">
                    <a:moveTo>
                      <a:pt x="214" y="0"/>
                    </a:moveTo>
                    <a:lnTo>
                      <a:pt x="157" y="69"/>
                    </a:lnTo>
                    <a:lnTo>
                      <a:pt x="0" y="255"/>
                    </a:lnTo>
                    <a:lnTo>
                      <a:pt x="387" y="923"/>
                    </a:lnTo>
                    <a:lnTo>
                      <a:pt x="606" y="884"/>
                    </a:lnTo>
                    <a:lnTo>
                      <a:pt x="715" y="866"/>
                    </a:lnTo>
                    <a:lnTo>
                      <a:pt x="21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59" name="Freeform 859"/>
              <p:cNvSpPr/>
              <p:nvPr/>
            </p:nvSpPr>
            <p:spPr bwMode="auto">
              <a:xfrm>
                <a:off x="3960" y="1685"/>
                <a:ext cx="715" cy="923"/>
              </a:xfrm>
              <a:custGeom>
                <a:avLst/>
                <a:gdLst/>
                <a:ahLst/>
                <a:cxnLst>
                  <a:cxn ang="0">
                    <a:pos x="214" y="0"/>
                  </a:cxn>
                  <a:cxn ang="0">
                    <a:pos x="157" y="69"/>
                  </a:cxn>
                  <a:cxn ang="0">
                    <a:pos x="0" y="255"/>
                  </a:cxn>
                  <a:cxn ang="0">
                    <a:pos x="387" y="923"/>
                  </a:cxn>
                  <a:cxn ang="0">
                    <a:pos x="606" y="884"/>
                  </a:cxn>
                  <a:cxn ang="0">
                    <a:pos x="715" y="866"/>
                  </a:cxn>
                  <a:cxn ang="0">
                    <a:pos x="214" y="0"/>
                  </a:cxn>
                </a:cxnLst>
                <a:rect l="0" t="0" r="r" b="b"/>
                <a:pathLst>
                  <a:path w="715" h="923">
                    <a:moveTo>
                      <a:pt x="214" y="0"/>
                    </a:moveTo>
                    <a:lnTo>
                      <a:pt x="157" y="69"/>
                    </a:lnTo>
                    <a:lnTo>
                      <a:pt x="0" y="255"/>
                    </a:lnTo>
                    <a:lnTo>
                      <a:pt x="387" y="923"/>
                    </a:lnTo>
                    <a:lnTo>
                      <a:pt x="606" y="884"/>
                    </a:lnTo>
                    <a:lnTo>
                      <a:pt x="715" y="866"/>
                    </a:lnTo>
                    <a:lnTo>
                      <a:pt x="214" y="0"/>
                    </a:lnTo>
                  </a:path>
                </a:pathLst>
              </a:custGeom>
              <a:noFill/>
              <a:ln w="9525">
                <a:noFill/>
                <a:round/>
              </a:ln>
            </p:spPr>
            <p:txBody>
              <a:bodyPr vert="horz" wrap="square" lIns="82938" tIns="41469" rIns="82938" bIns="41469" numCol="1" anchor="t" anchorCtr="0" compatLnSpc="1"/>
              <a:lstStyle/>
              <a:p>
                <a:endParaRPr lang="en-GB" sz="1815"/>
              </a:p>
            </p:txBody>
          </p:sp>
          <p:sp>
            <p:nvSpPr>
              <p:cNvPr id="52060" name="Freeform 860"/>
              <p:cNvSpPr/>
              <p:nvPr/>
            </p:nvSpPr>
            <p:spPr bwMode="auto">
              <a:xfrm>
                <a:off x="3960" y="1685"/>
                <a:ext cx="214" cy="255"/>
              </a:xfrm>
              <a:custGeom>
                <a:avLst/>
                <a:gdLst/>
                <a:ahLst/>
                <a:cxnLst>
                  <a:cxn ang="0">
                    <a:pos x="214" y="0"/>
                  </a:cxn>
                  <a:cxn ang="0">
                    <a:pos x="157" y="69"/>
                  </a:cxn>
                  <a:cxn ang="0">
                    <a:pos x="0" y="255"/>
                  </a:cxn>
                  <a:cxn ang="0">
                    <a:pos x="0" y="255"/>
                  </a:cxn>
                  <a:cxn ang="0">
                    <a:pos x="157" y="69"/>
                  </a:cxn>
                  <a:cxn ang="0">
                    <a:pos x="214" y="0"/>
                  </a:cxn>
                </a:cxnLst>
                <a:rect l="0" t="0" r="r" b="b"/>
                <a:pathLst>
                  <a:path w="214" h="255">
                    <a:moveTo>
                      <a:pt x="214" y="0"/>
                    </a:moveTo>
                    <a:lnTo>
                      <a:pt x="157" y="69"/>
                    </a:lnTo>
                    <a:lnTo>
                      <a:pt x="0" y="255"/>
                    </a:lnTo>
                    <a:lnTo>
                      <a:pt x="0" y="255"/>
                    </a:lnTo>
                    <a:lnTo>
                      <a:pt x="157" y="69"/>
                    </a:lnTo>
                    <a:lnTo>
                      <a:pt x="21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61" name="Freeform 861"/>
              <p:cNvSpPr/>
              <p:nvPr/>
            </p:nvSpPr>
            <p:spPr bwMode="auto">
              <a:xfrm>
                <a:off x="3960" y="1685"/>
                <a:ext cx="214" cy="255"/>
              </a:xfrm>
              <a:custGeom>
                <a:avLst/>
                <a:gdLst/>
                <a:ahLst/>
                <a:cxnLst>
                  <a:cxn ang="0">
                    <a:pos x="214" y="0"/>
                  </a:cxn>
                  <a:cxn ang="0">
                    <a:pos x="157" y="69"/>
                  </a:cxn>
                  <a:cxn ang="0">
                    <a:pos x="0" y="255"/>
                  </a:cxn>
                  <a:cxn ang="0">
                    <a:pos x="0" y="255"/>
                  </a:cxn>
                  <a:cxn ang="0">
                    <a:pos x="157" y="69"/>
                  </a:cxn>
                  <a:cxn ang="0">
                    <a:pos x="214" y="0"/>
                  </a:cxn>
                </a:cxnLst>
                <a:rect l="0" t="0" r="r" b="b"/>
                <a:pathLst>
                  <a:path w="214" h="255">
                    <a:moveTo>
                      <a:pt x="214" y="0"/>
                    </a:moveTo>
                    <a:lnTo>
                      <a:pt x="157" y="69"/>
                    </a:lnTo>
                    <a:lnTo>
                      <a:pt x="0" y="255"/>
                    </a:lnTo>
                    <a:lnTo>
                      <a:pt x="0" y="255"/>
                    </a:lnTo>
                    <a:lnTo>
                      <a:pt x="157" y="69"/>
                    </a:lnTo>
                    <a:lnTo>
                      <a:pt x="214" y="0"/>
                    </a:lnTo>
                  </a:path>
                </a:pathLst>
              </a:custGeom>
              <a:noFill/>
              <a:ln w="9525">
                <a:noFill/>
                <a:round/>
              </a:ln>
            </p:spPr>
            <p:txBody>
              <a:bodyPr vert="horz" wrap="square" lIns="82938" tIns="41469" rIns="82938" bIns="41469" numCol="1" anchor="t" anchorCtr="0" compatLnSpc="1"/>
              <a:lstStyle/>
              <a:p>
                <a:endParaRPr lang="en-GB" sz="1815"/>
              </a:p>
            </p:txBody>
          </p:sp>
          <p:sp>
            <p:nvSpPr>
              <p:cNvPr id="52062" name="Freeform 862"/>
              <p:cNvSpPr/>
              <p:nvPr/>
            </p:nvSpPr>
            <p:spPr bwMode="auto">
              <a:xfrm>
                <a:off x="4566" y="2551"/>
                <a:ext cx="109" cy="18"/>
              </a:xfrm>
              <a:custGeom>
                <a:avLst/>
                <a:gdLst/>
                <a:ahLst/>
                <a:cxnLst>
                  <a:cxn ang="0">
                    <a:pos x="109" y="0"/>
                  </a:cxn>
                  <a:cxn ang="0">
                    <a:pos x="0" y="18"/>
                  </a:cxn>
                  <a:cxn ang="0">
                    <a:pos x="109" y="0"/>
                  </a:cxn>
                  <a:cxn ang="0">
                    <a:pos x="109" y="0"/>
                  </a:cxn>
                </a:cxnLst>
                <a:rect l="0" t="0" r="r" b="b"/>
                <a:pathLst>
                  <a:path w="109" h="18">
                    <a:moveTo>
                      <a:pt x="109" y="0"/>
                    </a:moveTo>
                    <a:lnTo>
                      <a:pt x="0" y="18"/>
                    </a:lnTo>
                    <a:lnTo>
                      <a:pt x="109" y="0"/>
                    </a:lnTo>
                    <a:lnTo>
                      <a:pt x="10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63" name="Freeform 863"/>
              <p:cNvSpPr/>
              <p:nvPr/>
            </p:nvSpPr>
            <p:spPr bwMode="auto">
              <a:xfrm>
                <a:off x="4566" y="2551"/>
                <a:ext cx="109" cy="18"/>
              </a:xfrm>
              <a:custGeom>
                <a:avLst/>
                <a:gdLst/>
                <a:ahLst/>
                <a:cxnLst>
                  <a:cxn ang="0">
                    <a:pos x="109" y="0"/>
                  </a:cxn>
                  <a:cxn ang="0">
                    <a:pos x="0" y="18"/>
                  </a:cxn>
                  <a:cxn ang="0">
                    <a:pos x="109" y="0"/>
                  </a:cxn>
                  <a:cxn ang="0">
                    <a:pos x="109" y="0"/>
                  </a:cxn>
                </a:cxnLst>
                <a:rect l="0" t="0" r="r" b="b"/>
                <a:pathLst>
                  <a:path w="109" h="18">
                    <a:moveTo>
                      <a:pt x="109" y="0"/>
                    </a:moveTo>
                    <a:lnTo>
                      <a:pt x="0" y="18"/>
                    </a:lnTo>
                    <a:lnTo>
                      <a:pt x="109" y="0"/>
                    </a:lnTo>
                    <a:lnTo>
                      <a:pt x="109" y="0"/>
                    </a:lnTo>
                  </a:path>
                </a:pathLst>
              </a:custGeom>
              <a:noFill/>
              <a:ln w="9525">
                <a:noFill/>
                <a:round/>
              </a:ln>
            </p:spPr>
            <p:txBody>
              <a:bodyPr vert="horz" wrap="square" lIns="82938" tIns="41469" rIns="82938" bIns="41469" numCol="1" anchor="t" anchorCtr="0" compatLnSpc="1"/>
              <a:lstStyle/>
              <a:p>
                <a:endParaRPr lang="en-GB" sz="1815"/>
              </a:p>
            </p:txBody>
          </p:sp>
          <p:sp>
            <p:nvSpPr>
              <p:cNvPr id="52064" name="Freeform 864"/>
              <p:cNvSpPr>
                <a:spLocks noEditPoints="1"/>
              </p:cNvSpPr>
              <p:nvPr/>
            </p:nvSpPr>
            <p:spPr bwMode="auto">
              <a:xfrm>
                <a:off x="3960" y="1669"/>
                <a:ext cx="747" cy="939"/>
              </a:xfrm>
              <a:custGeom>
                <a:avLst/>
                <a:gdLst/>
                <a:ahLst/>
                <a:cxnLst>
                  <a:cxn ang="0">
                    <a:pos x="0" y="271"/>
                  </a:cxn>
                  <a:cxn ang="0">
                    <a:pos x="0" y="271"/>
                  </a:cxn>
                  <a:cxn ang="0">
                    <a:pos x="387" y="939"/>
                  </a:cxn>
                  <a:cxn ang="0">
                    <a:pos x="392" y="939"/>
                  </a:cxn>
                  <a:cxn ang="0">
                    <a:pos x="606" y="900"/>
                  </a:cxn>
                  <a:cxn ang="0">
                    <a:pos x="387" y="939"/>
                  </a:cxn>
                  <a:cxn ang="0">
                    <a:pos x="0" y="271"/>
                  </a:cxn>
                  <a:cxn ang="0">
                    <a:pos x="228" y="0"/>
                  </a:cxn>
                  <a:cxn ang="0">
                    <a:pos x="226" y="3"/>
                  </a:cxn>
                  <a:cxn ang="0">
                    <a:pos x="223" y="6"/>
                  </a:cxn>
                  <a:cxn ang="0">
                    <a:pos x="214" y="16"/>
                  </a:cxn>
                  <a:cxn ang="0">
                    <a:pos x="715" y="882"/>
                  </a:cxn>
                  <a:cxn ang="0">
                    <a:pos x="732" y="879"/>
                  </a:cxn>
                  <a:cxn ang="0">
                    <a:pos x="738" y="892"/>
                  </a:cxn>
                  <a:cxn ang="0">
                    <a:pos x="737" y="899"/>
                  </a:cxn>
                  <a:cxn ang="0">
                    <a:pos x="747" y="897"/>
                  </a:cxn>
                  <a:cxn ang="0">
                    <a:pos x="737" y="879"/>
                  </a:cxn>
                  <a:cxn ang="0">
                    <a:pos x="737" y="879"/>
                  </a:cxn>
                  <a:cxn ang="0">
                    <a:pos x="737" y="879"/>
                  </a:cxn>
                  <a:cxn ang="0">
                    <a:pos x="228" y="0"/>
                  </a:cxn>
                </a:cxnLst>
                <a:rect l="0" t="0" r="r" b="b"/>
                <a:pathLst>
                  <a:path w="747" h="939">
                    <a:moveTo>
                      <a:pt x="0" y="271"/>
                    </a:moveTo>
                    <a:lnTo>
                      <a:pt x="0" y="271"/>
                    </a:lnTo>
                    <a:lnTo>
                      <a:pt x="387" y="939"/>
                    </a:lnTo>
                    <a:lnTo>
                      <a:pt x="392" y="939"/>
                    </a:lnTo>
                    <a:lnTo>
                      <a:pt x="606" y="900"/>
                    </a:lnTo>
                    <a:lnTo>
                      <a:pt x="387" y="939"/>
                    </a:lnTo>
                    <a:lnTo>
                      <a:pt x="0" y="271"/>
                    </a:lnTo>
                    <a:close/>
                    <a:moveTo>
                      <a:pt x="228" y="0"/>
                    </a:moveTo>
                    <a:lnTo>
                      <a:pt x="226" y="3"/>
                    </a:lnTo>
                    <a:lnTo>
                      <a:pt x="223" y="6"/>
                    </a:lnTo>
                    <a:lnTo>
                      <a:pt x="214" y="16"/>
                    </a:lnTo>
                    <a:lnTo>
                      <a:pt x="715" y="882"/>
                    </a:lnTo>
                    <a:lnTo>
                      <a:pt x="732" y="879"/>
                    </a:lnTo>
                    <a:lnTo>
                      <a:pt x="738" y="892"/>
                    </a:lnTo>
                    <a:lnTo>
                      <a:pt x="737" y="899"/>
                    </a:lnTo>
                    <a:lnTo>
                      <a:pt x="747" y="897"/>
                    </a:lnTo>
                    <a:lnTo>
                      <a:pt x="737" y="879"/>
                    </a:lnTo>
                    <a:lnTo>
                      <a:pt x="737" y="879"/>
                    </a:lnTo>
                    <a:lnTo>
                      <a:pt x="737" y="879"/>
                    </a:lnTo>
                    <a:lnTo>
                      <a:pt x="22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65" name="Freeform 865"/>
              <p:cNvSpPr/>
              <p:nvPr/>
            </p:nvSpPr>
            <p:spPr bwMode="auto">
              <a:xfrm>
                <a:off x="3960" y="1940"/>
                <a:ext cx="606" cy="668"/>
              </a:xfrm>
              <a:custGeom>
                <a:avLst/>
                <a:gdLst/>
                <a:ahLst/>
                <a:cxnLst>
                  <a:cxn ang="0">
                    <a:pos x="0" y="0"/>
                  </a:cxn>
                  <a:cxn ang="0">
                    <a:pos x="0" y="0"/>
                  </a:cxn>
                  <a:cxn ang="0">
                    <a:pos x="387" y="668"/>
                  </a:cxn>
                  <a:cxn ang="0">
                    <a:pos x="392" y="668"/>
                  </a:cxn>
                  <a:cxn ang="0">
                    <a:pos x="606" y="629"/>
                  </a:cxn>
                  <a:cxn ang="0">
                    <a:pos x="387" y="668"/>
                  </a:cxn>
                  <a:cxn ang="0">
                    <a:pos x="0" y="0"/>
                  </a:cxn>
                </a:cxnLst>
                <a:rect l="0" t="0" r="r" b="b"/>
                <a:pathLst>
                  <a:path w="606" h="668">
                    <a:moveTo>
                      <a:pt x="0" y="0"/>
                    </a:moveTo>
                    <a:lnTo>
                      <a:pt x="0" y="0"/>
                    </a:lnTo>
                    <a:lnTo>
                      <a:pt x="387" y="668"/>
                    </a:lnTo>
                    <a:lnTo>
                      <a:pt x="392" y="668"/>
                    </a:lnTo>
                    <a:lnTo>
                      <a:pt x="606" y="629"/>
                    </a:lnTo>
                    <a:lnTo>
                      <a:pt x="387" y="66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66" name="Freeform 866"/>
              <p:cNvSpPr/>
              <p:nvPr/>
            </p:nvSpPr>
            <p:spPr bwMode="auto">
              <a:xfrm>
                <a:off x="4174" y="1669"/>
                <a:ext cx="533" cy="899"/>
              </a:xfrm>
              <a:custGeom>
                <a:avLst/>
                <a:gdLst/>
                <a:ahLst/>
                <a:cxnLst>
                  <a:cxn ang="0">
                    <a:pos x="14" y="0"/>
                  </a:cxn>
                  <a:cxn ang="0">
                    <a:pos x="12" y="3"/>
                  </a:cxn>
                  <a:cxn ang="0">
                    <a:pos x="9" y="6"/>
                  </a:cxn>
                  <a:cxn ang="0">
                    <a:pos x="0" y="16"/>
                  </a:cxn>
                  <a:cxn ang="0">
                    <a:pos x="501" y="882"/>
                  </a:cxn>
                  <a:cxn ang="0">
                    <a:pos x="518" y="879"/>
                  </a:cxn>
                  <a:cxn ang="0">
                    <a:pos x="524" y="892"/>
                  </a:cxn>
                  <a:cxn ang="0">
                    <a:pos x="523" y="899"/>
                  </a:cxn>
                  <a:cxn ang="0">
                    <a:pos x="533" y="897"/>
                  </a:cxn>
                  <a:cxn ang="0">
                    <a:pos x="523" y="879"/>
                  </a:cxn>
                  <a:cxn ang="0">
                    <a:pos x="523" y="879"/>
                  </a:cxn>
                  <a:cxn ang="0">
                    <a:pos x="523" y="879"/>
                  </a:cxn>
                  <a:cxn ang="0">
                    <a:pos x="14" y="0"/>
                  </a:cxn>
                </a:cxnLst>
                <a:rect l="0" t="0" r="r" b="b"/>
                <a:pathLst>
                  <a:path w="533" h="899">
                    <a:moveTo>
                      <a:pt x="14" y="0"/>
                    </a:moveTo>
                    <a:lnTo>
                      <a:pt x="12" y="3"/>
                    </a:lnTo>
                    <a:lnTo>
                      <a:pt x="9" y="6"/>
                    </a:lnTo>
                    <a:lnTo>
                      <a:pt x="0" y="16"/>
                    </a:lnTo>
                    <a:lnTo>
                      <a:pt x="501" y="882"/>
                    </a:lnTo>
                    <a:lnTo>
                      <a:pt x="518" y="879"/>
                    </a:lnTo>
                    <a:lnTo>
                      <a:pt x="524" y="892"/>
                    </a:lnTo>
                    <a:lnTo>
                      <a:pt x="523" y="899"/>
                    </a:lnTo>
                    <a:lnTo>
                      <a:pt x="533" y="897"/>
                    </a:lnTo>
                    <a:lnTo>
                      <a:pt x="523" y="879"/>
                    </a:lnTo>
                    <a:lnTo>
                      <a:pt x="523" y="879"/>
                    </a:lnTo>
                    <a:lnTo>
                      <a:pt x="523" y="879"/>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2067" name="Freeform 867"/>
              <p:cNvSpPr/>
              <p:nvPr/>
            </p:nvSpPr>
            <p:spPr bwMode="auto">
              <a:xfrm>
                <a:off x="4101" y="1670"/>
                <a:ext cx="60" cy="71"/>
              </a:xfrm>
              <a:custGeom>
                <a:avLst/>
                <a:gdLst/>
                <a:ahLst/>
                <a:cxnLst>
                  <a:cxn ang="0">
                    <a:pos x="60" y="0"/>
                  </a:cxn>
                  <a:cxn ang="0">
                    <a:pos x="0" y="71"/>
                  </a:cxn>
                  <a:cxn ang="0">
                    <a:pos x="60" y="0"/>
                  </a:cxn>
                  <a:cxn ang="0">
                    <a:pos x="60" y="0"/>
                  </a:cxn>
                </a:cxnLst>
                <a:rect l="0" t="0" r="r" b="b"/>
                <a:pathLst>
                  <a:path w="60" h="71">
                    <a:moveTo>
                      <a:pt x="60" y="0"/>
                    </a:moveTo>
                    <a:lnTo>
                      <a:pt x="0" y="71"/>
                    </a:lnTo>
                    <a:lnTo>
                      <a:pt x="60" y="0"/>
                    </a:lnTo>
                    <a:lnTo>
                      <a:pt x="6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068" name="Freeform 868"/>
              <p:cNvSpPr/>
              <p:nvPr/>
            </p:nvSpPr>
            <p:spPr bwMode="auto">
              <a:xfrm>
                <a:off x="4101" y="1670"/>
                <a:ext cx="60" cy="71"/>
              </a:xfrm>
              <a:custGeom>
                <a:avLst/>
                <a:gdLst/>
                <a:ahLst/>
                <a:cxnLst>
                  <a:cxn ang="0">
                    <a:pos x="60" y="0"/>
                  </a:cxn>
                  <a:cxn ang="0">
                    <a:pos x="0" y="71"/>
                  </a:cxn>
                  <a:cxn ang="0">
                    <a:pos x="60" y="0"/>
                  </a:cxn>
                  <a:cxn ang="0">
                    <a:pos x="60" y="0"/>
                  </a:cxn>
                </a:cxnLst>
                <a:rect l="0" t="0" r="r" b="b"/>
                <a:pathLst>
                  <a:path w="60" h="71">
                    <a:moveTo>
                      <a:pt x="60" y="0"/>
                    </a:moveTo>
                    <a:lnTo>
                      <a:pt x="0" y="71"/>
                    </a:lnTo>
                    <a:lnTo>
                      <a:pt x="60" y="0"/>
                    </a:lnTo>
                    <a:lnTo>
                      <a:pt x="60" y="0"/>
                    </a:lnTo>
                  </a:path>
                </a:pathLst>
              </a:custGeom>
              <a:noFill/>
              <a:ln w="9525">
                <a:noFill/>
                <a:round/>
              </a:ln>
            </p:spPr>
            <p:txBody>
              <a:bodyPr vert="horz" wrap="square" lIns="82938" tIns="41469" rIns="82938" bIns="41469" numCol="1" anchor="t" anchorCtr="0" compatLnSpc="1"/>
              <a:lstStyle/>
              <a:p>
                <a:endParaRPr lang="en-GB" sz="1815"/>
              </a:p>
            </p:txBody>
          </p:sp>
          <p:sp>
            <p:nvSpPr>
              <p:cNvPr id="52069" name="Freeform 869"/>
              <p:cNvSpPr/>
              <p:nvPr/>
            </p:nvSpPr>
            <p:spPr bwMode="auto">
              <a:xfrm>
                <a:off x="3950" y="1657"/>
                <a:ext cx="238" cy="283"/>
              </a:xfrm>
              <a:custGeom>
                <a:avLst/>
                <a:gdLst/>
                <a:ahLst/>
                <a:cxnLst>
                  <a:cxn ang="0">
                    <a:pos x="221" y="0"/>
                  </a:cxn>
                  <a:cxn ang="0">
                    <a:pos x="211" y="13"/>
                  </a:cxn>
                  <a:cxn ang="0">
                    <a:pos x="211" y="13"/>
                  </a:cxn>
                  <a:cxn ang="0">
                    <a:pos x="151" y="84"/>
                  </a:cxn>
                  <a:cxn ang="0">
                    <a:pos x="0" y="265"/>
                  </a:cxn>
                  <a:cxn ang="0">
                    <a:pos x="10" y="283"/>
                  </a:cxn>
                  <a:cxn ang="0">
                    <a:pos x="10" y="283"/>
                  </a:cxn>
                  <a:cxn ang="0">
                    <a:pos x="10" y="283"/>
                  </a:cxn>
                  <a:cxn ang="0">
                    <a:pos x="167" y="97"/>
                  </a:cxn>
                  <a:cxn ang="0">
                    <a:pos x="224" y="28"/>
                  </a:cxn>
                  <a:cxn ang="0">
                    <a:pos x="233" y="18"/>
                  </a:cxn>
                  <a:cxn ang="0">
                    <a:pos x="236" y="15"/>
                  </a:cxn>
                  <a:cxn ang="0">
                    <a:pos x="238" y="12"/>
                  </a:cxn>
                  <a:cxn ang="0">
                    <a:pos x="234" y="5"/>
                  </a:cxn>
                  <a:cxn ang="0">
                    <a:pos x="221" y="0"/>
                  </a:cxn>
                </a:cxnLst>
                <a:rect l="0" t="0" r="r" b="b"/>
                <a:pathLst>
                  <a:path w="238" h="283">
                    <a:moveTo>
                      <a:pt x="221" y="0"/>
                    </a:moveTo>
                    <a:lnTo>
                      <a:pt x="211" y="13"/>
                    </a:lnTo>
                    <a:lnTo>
                      <a:pt x="211" y="13"/>
                    </a:lnTo>
                    <a:lnTo>
                      <a:pt x="151" y="84"/>
                    </a:lnTo>
                    <a:lnTo>
                      <a:pt x="0" y="265"/>
                    </a:lnTo>
                    <a:lnTo>
                      <a:pt x="10" y="283"/>
                    </a:lnTo>
                    <a:lnTo>
                      <a:pt x="10" y="283"/>
                    </a:lnTo>
                    <a:lnTo>
                      <a:pt x="10" y="283"/>
                    </a:lnTo>
                    <a:lnTo>
                      <a:pt x="167" y="97"/>
                    </a:lnTo>
                    <a:lnTo>
                      <a:pt x="224" y="28"/>
                    </a:lnTo>
                    <a:lnTo>
                      <a:pt x="233" y="18"/>
                    </a:lnTo>
                    <a:lnTo>
                      <a:pt x="236" y="15"/>
                    </a:lnTo>
                    <a:lnTo>
                      <a:pt x="238" y="12"/>
                    </a:lnTo>
                    <a:lnTo>
                      <a:pt x="234" y="5"/>
                    </a:lnTo>
                    <a:lnTo>
                      <a:pt x="2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0" name="Freeform 870"/>
              <p:cNvSpPr/>
              <p:nvPr/>
            </p:nvSpPr>
            <p:spPr bwMode="auto">
              <a:xfrm>
                <a:off x="3950" y="1657"/>
                <a:ext cx="238" cy="283"/>
              </a:xfrm>
              <a:custGeom>
                <a:avLst/>
                <a:gdLst/>
                <a:ahLst/>
                <a:cxnLst>
                  <a:cxn ang="0">
                    <a:pos x="221" y="0"/>
                  </a:cxn>
                  <a:cxn ang="0">
                    <a:pos x="211" y="13"/>
                  </a:cxn>
                  <a:cxn ang="0">
                    <a:pos x="211" y="13"/>
                  </a:cxn>
                  <a:cxn ang="0">
                    <a:pos x="151" y="84"/>
                  </a:cxn>
                  <a:cxn ang="0">
                    <a:pos x="0" y="265"/>
                  </a:cxn>
                  <a:cxn ang="0">
                    <a:pos x="10" y="283"/>
                  </a:cxn>
                  <a:cxn ang="0">
                    <a:pos x="10" y="283"/>
                  </a:cxn>
                  <a:cxn ang="0">
                    <a:pos x="10" y="283"/>
                  </a:cxn>
                  <a:cxn ang="0">
                    <a:pos x="167" y="97"/>
                  </a:cxn>
                  <a:cxn ang="0">
                    <a:pos x="224" y="28"/>
                  </a:cxn>
                  <a:cxn ang="0">
                    <a:pos x="233" y="18"/>
                  </a:cxn>
                  <a:cxn ang="0">
                    <a:pos x="236" y="15"/>
                  </a:cxn>
                  <a:cxn ang="0">
                    <a:pos x="238" y="12"/>
                  </a:cxn>
                  <a:cxn ang="0">
                    <a:pos x="234" y="5"/>
                  </a:cxn>
                  <a:cxn ang="0">
                    <a:pos x="221" y="0"/>
                  </a:cxn>
                </a:cxnLst>
                <a:rect l="0" t="0" r="r" b="b"/>
                <a:pathLst>
                  <a:path w="238" h="283">
                    <a:moveTo>
                      <a:pt x="221" y="0"/>
                    </a:moveTo>
                    <a:lnTo>
                      <a:pt x="211" y="13"/>
                    </a:lnTo>
                    <a:lnTo>
                      <a:pt x="211" y="13"/>
                    </a:lnTo>
                    <a:lnTo>
                      <a:pt x="151" y="84"/>
                    </a:lnTo>
                    <a:lnTo>
                      <a:pt x="0" y="265"/>
                    </a:lnTo>
                    <a:lnTo>
                      <a:pt x="10" y="283"/>
                    </a:lnTo>
                    <a:lnTo>
                      <a:pt x="10" y="283"/>
                    </a:lnTo>
                    <a:lnTo>
                      <a:pt x="10" y="283"/>
                    </a:lnTo>
                    <a:lnTo>
                      <a:pt x="167" y="97"/>
                    </a:lnTo>
                    <a:lnTo>
                      <a:pt x="224" y="28"/>
                    </a:lnTo>
                    <a:lnTo>
                      <a:pt x="233" y="18"/>
                    </a:lnTo>
                    <a:lnTo>
                      <a:pt x="236" y="15"/>
                    </a:lnTo>
                    <a:lnTo>
                      <a:pt x="238" y="12"/>
                    </a:lnTo>
                    <a:lnTo>
                      <a:pt x="234" y="5"/>
                    </a:lnTo>
                    <a:lnTo>
                      <a:pt x="221" y="0"/>
                    </a:lnTo>
                  </a:path>
                </a:pathLst>
              </a:custGeom>
              <a:noFill/>
              <a:ln w="9525">
                <a:noFill/>
                <a:round/>
              </a:ln>
            </p:spPr>
            <p:txBody>
              <a:bodyPr vert="horz" wrap="square" lIns="82938" tIns="41469" rIns="82938" bIns="41469" numCol="1" anchor="t" anchorCtr="0" compatLnSpc="1"/>
              <a:lstStyle/>
              <a:p>
                <a:endParaRPr lang="en-GB" sz="1815"/>
              </a:p>
            </p:txBody>
          </p:sp>
          <p:sp>
            <p:nvSpPr>
              <p:cNvPr id="52071" name="Freeform 871"/>
              <p:cNvSpPr/>
              <p:nvPr/>
            </p:nvSpPr>
            <p:spPr bwMode="auto">
              <a:xfrm>
                <a:off x="4348" y="2548"/>
                <a:ext cx="350" cy="80"/>
              </a:xfrm>
              <a:custGeom>
                <a:avLst/>
                <a:gdLst/>
                <a:ahLst/>
                <a:cxnLst>
                  <a:cxn ang="0">
                    <a:pos x="344" y="0"/>
                  </a:cxn>
                  <a:cxn ang="0">
                    <a:pos x="327" y="3"/>
                  </a:cxn>
                  <a:cxn ang="0">
                    <a:pos x="327" y="3"/>
                  </a:cxn>
                  <a:cxn ang="0">
                    <a:pos x="218" y="21"/>
                  </a:cxn>
                  <a:cxn ang="0">
                    <a:pos x="4" y="60"/>
                  </a:cxn>
                  <a:cxn ang="0">
                    <a:pos x="0" y="80"/>
                  </a:cxn>
                  <a:cxn ang="0">
                    <a:pos x="221" y="41"/>
                  </a:cxn>
                  <a:cxn ang="0">
                    <a:pos x="340" y="21"/>
                  </a:cxn>
                  <a:cxn ang="0">
                    <a:pos x="340" y="21"/>
                  </a:cxn>
                  <a:cxn ang="0">
                    <a:pos x="349" y="20"/>
                  </a:cxn>
                  <a:cxn ang="0">
                    <a:pos x="350" y="13"/>
                  </a:cxn>
                  <a:cxn ang="0">
                    <a:pos x="344" y="0"/>
                  </a:cxn>
                </a:cxnLst>
                <a:rect l="0" t="0" r="r" b="b"/>
                <a:pathLst>
                  <a:path w="350" h="80">
                    <a:moveTo>
                      <a:pt x="344" y="0"/>
                    </a:moveTo>
                    <a:lnTo>
                      <a:pt x="327" y="3"/>
                    </a:lnTo>
                    <a:lnTo>
                      <a:pt x="327" y="3"/>
                    </a:lnTo>
                    <a:lnTo>
                      <a:pt x="218" y="21"/>
                    </a:lnTo>
                    <a:lnTo>
                      <a:pt x="4" y="60"/>
                    </a:lnTo>
                    <a:lnTo>
                      <a:pt x="0" y="80"/>
                    </a:lnTo>
                    <a:lnTo>
                      <a:pt x="221" y="41"/>
                    </a:lnTo>
                    <a:lnTo>
                      <a:pt x="340" y="21"/>
                    </a:lnTo>
                    <a:lnTo>
                      <a:pt x="340" y="21"/>
                    </a:lnTo>
                    <a:lnTo>
                      <a:pt x="349" y="20"/>
                    </a:lnTo>
                    <a:lnTo>
                      <a:pt x="350" y="13"/>
                    </a:lnTo>
                    <a:lnTo>
                      <a:pt x="34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2" name="Freeform 872"/>
              <p:cNvSpPr/>
              <p:nvPr/>
            </p:nvSpPr>
            <p:spPr bwMode="auto">
              <a:xfrm>
                <a:off x="4348" y="2548"/>
                <a:ext cx="350" cy="80"/>
              </a:xfrm>
              <a:custGeom>
                <a:avLst/>
                <a:gdLst/>
                <a:ahLst/>
                <a:cxnLst>
                  <a:cxn ang="0">
                    <a:pos x="344" y="0"/>
                  </a:cxn>
                  <a:cxn ang="0">
                    <a:pos x="327" y="3"/>
                  </a:cxn>
                  <a:cxn ang="0">
                    <a:pos x="327" y="3"/>
                  </a:cxn>
                  <a:cxn ang="0">
                    <a:pos x="218" y="21"/>
                  </a:cxn>
                  <a:cxn ang="0">
                    <a:pos x="4" y="60"/>
                  </a:cxn>
                  <a:cxn ang="0">
                    <a:pos x="0" y="80"/>
                  </a:cxn>
                  <a:cxn ang="0">
                    <a:pos x="221" y="41"/>
                  </a:cxn>
                  <a:cxn ang="0">
                    <a:pos x="340" y="21"/>
                  </a:cxn>
                  <a:cxn ang="0">
                    <a:pos x="340" y="21"/>
                  </a:cxn>
                  <a:cxn ang="0">
                    <a:pos x="349" y="20"/>
                  </a:cxn>
                  <a:cxn ang="0">
                    <a:pos x="350" y="13"/>
                  </a:cxn>
                  <a:cxn ang="0">
                    <a:pos x="344" y="0"/>
                  </a:cxn>
                </a:cxnLst>
                <a:rect l="0" t="0" r="r" b="b"/>
                <a:pathLst>
                  <a:path w="350" h="80">
                    <a:moveTo>
                      <a:pt x="344" y="0"/>
                    </a:moveTo>
                    <a:lnTo>
                      <a:pt x="327" y="3"/>
                    </a:lnTo>
                    <a:lnTo>
                      <a:pt x="327" y="3"/>
                    </a:lnTo>
                    <a:lnTo>
                      <a:pt x="218" y="21"/>
                    </a:lnTo>
                    <a:lnTo>
                      <a:pt x="4" y="60"/>
                    </a:lnTo>
                    <a:lnTo>
                      <a:pt x="0" y="80"/>
                    </a:lnTo>
                    <a:lnTo>
                      <a:pt x="221" y="41"/>
                    </a:lnTo>
                    <a:lnTo>
                      <a:pt x="340" y="21"/>
                    </a:lnTo>
                    <a:lnTo>
                      <a:pt x="340" y="21"/>
                    </a:lnTo>
                    <a:lnTo>
                      <a:pt x="349" y="20"/>
                    </a:lnTo>
                    <a:lnTo>
                      <a:pt x="350" y="13"/>
                    </a:lnTo>
                    <a:lnTo>
                      <a:pt x="344" y="0"/>
                    </a:lnTo>
                  </a:path>
                </a:pathLst>
              </a:custGeom>
              <a:noFill/>
              <a:ln w="9525">
                <a:noFill/>
                <a:round/>
              </a:ln>
            </p:spPr>
            <p:txBody>
              <a:bodyPr vert="horz" wrap="square" lIns="82938" tIns="41469" rIns="82938" bIns="41469" numCol="1" anchor="t" anchorCtr="0" compatLnSpc="1"/>
              <a:lstStyle/>
              <a:p>
                <a:endParaRPr lang="en-GB" sz="1815"/>
              </a:p>
            </p:txBody>
          </p:sp>
          <p:sp>
            <p:nvSpPr>
              <p:cNvPr id="52073" name="Freeform 873"/>
              <p:cNvSpPr>
                <a:spLocks noEditPoints="1"/>
              </p:cNvSpPr>
              <p:nvPr/>
            </p:nvSpPr>
            <p:spPr bwMode="auto">
              <a:xfrm>
                <a:off x="4322" y="2608"/>
                <a:ext cx="30" cy="25"/>
              </a:xfrm>
              <a:custGeom>
                <a:avLst/>
                <a:gdLst/>
                <a:ahLst/>
                <a:cxnLst>
                  <a:cxn ang="0">
                    <a:pos x="5" y="23"/>
                  </a:cxn>
                  <a:cxn ang="0">
                    <a:pos x="0" y="25"/>
                  </a:cxn>
                  <a:cxn ang="0">
                    <a:pos x="0" y="25"/>
                  </a:cxn>
                  <a:cxn ang="0">
                    <a:pos x="5" y="23"/>
                  </a:cxn>
                  <a:cxn ang="0">
                    <a:pos x="5" y="23"/>
                  </a:cxn>
                  <a:cxn ang="0">
                    <a:pos x="30" y="0"/>
                  </a:cxn>
                  <a:cxn ang="0">
                    <a:pos x="25" y="0"/>
                  </a:cxn>
                  <a:cxn ang="0">
                    <a:pos x="25" y="0"/>
                  </a:cxn>
                  <a:cxn ang="0">
                    <a:pos x="30" y="0"/>
                  </a:cxn>
                  <a:cxn ang="0">
                    <a:pos x="30" y="0"/>
                  </a:cxn>
                </a:cxnLst>
                <a:rect l="0" t="0" r="r" b="b"/>
                <a:pathLst>
                  <a:path w="30" h="25">
                    <a:moveTo>
                      <a:pt x="5" y="23"/>
                    </a:moveTo>
                    <a:lnTo>
                      <a:pt x="0" y="25"/>
                    </a:lnTo>
                    <a:lnTo>
                      <a:pt x="0" y="25"/>
                    </a:lnTo>
                    <a:lnTo>
                      <a:pt x="5" y="23"/>
                    </a:lnTo>
                    <a:lnTo>
                      <a:pt x="5" y="23"/>
                    </a:lnTo>
                    <a:close/>
                    <a:moveTo>
                      <a:pt x="30" y="0"/>
                    </a:moveTo>
                    <a:lnTo>
                      <a:pt x="25" y="0"/>
                    </a:lnTo>
                    <a:lnTo>
                      <a:pt x="25" y="0"/>
                    </a:lnTo>
                    <a:lnTo>
                      <a:pt x="30" y="0"/>
                    </a:lnTo>
                    <a:lnTo>
                      <a:pt x="3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4" name="Freeform 874"/>
              <p:cNvSpPr/>
              <p:nvPr/>
            </p:nvSpPr>
            <p:spPr bwMode="auto">
              <a:xfrm>
                <a:off x="4322" y="2631"/>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75" name="Rectangle 875"/>
              <p:cNvSpPr>
                <a:spLocks noChangeArrowheads="1"/>
              </p:cNvSpPr>
              <p:nvPr/>
            </p:nvSpPr>
            <p:spPr bwMode="auto">
              <a:xfrm>
                <a:off x="4347" y="2608"/>
                <a:ext cx="5"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76" name="Freeform 876"/>
              <p:cNvSpPr/>
              <p:nvPr/>
            </p:nvSpPr>
            <p:spPr bwMode="auto">
              <a:xfrm>
                <a:off x="4327" y="2608"/>
                <a:ext cx="25" cy="23"/>
              </a:xfrm>
              <a:custGeom>
                <a:avLst/>
                <a:gdLst/>
                <a:ahLst/>
                <a:cxnLst>
                  <a:cxn ang="0">
                    <a:pos x="25" y="0"/>
                  </a:cxn>
                  <a:cxn ang="0">
                    <a:pos x="20" y="0"/>
                  </a:cxn>
                  <a:cxn ang="0">
                    <a:pos x="20" y="0"/>
                  </a:cxn>
                  <a:cxn ang="0">
                    <a:pos x="16" y="22"/>
                  </a:cxn>
                  <a:cxn ang="0">
                    <a:pos x="0" y="23"/>
                  </a:cxn>
                  <a:cxn ang="0">
                    <a:pos x="0" y="23"/>
                  </a:cxn>
                  <a:cxn ang="0">
                    <a:pos x="21" y="20"/>
                  </a:cxn>
                  <a:cxn ang="0">
                    <a:pos x="25" y="0"/>
                  </a:cxn>
                </a:cxnLst>
                <a:rect l="0" t="0" r="r" b="b"/>
                <a:pathLst>
                  <a:path w="25" h="23">
                    <a:moveTo>
                      <a:pt x="25" y="0"/>
                    </a:moveTo>
                    <a:lnTo>
                      <a:pt x="20" y="0"/>
                    </a:lnTo>
                    <a:lnTo>
                      <a:pt x="20" y="0"/>
                    </a:lnTo>
                    <a:lnTo>
                      <a:pt x="16" y="22"/>
                    </a:lnTo>
                    <a:lnTo>
                      <a:pt x="0" y="23"/>
                    </a:lnTo>
                    <a:lnTo>
                      <a:pt x="0" y="23"/>
                    </a:lnTo>
                    <a:lnTo>
                      <a:pt x="21" y="20"/>
                    </a:lnTo>
                    <a:lnTo>
                      <a:pt x="2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7" name="Freeform 877"/>
              <p:cNvSpPr/>
              <p:nvPr/>
            </p:nvSpPr>
            <p:spPr bwMode="auto">
              <a:xfrm>
                <a:off x="4327" y="2608"/>
                <a:ext cx="25" cy="23"/>
              </a:xfrm>
              <a:custGeom>
                <a:avLst/>
                <a:gdLst/>
                <a:ahLst/>
                <a:cxnLst>
                  <a:cxn ang="0">
                    <a:pos x="25" y="0"/>
                  </a:cxn>
                  <a:cxn ang="0">
                    <a:pos x="20" y="0"/>
                  </a:cxn>
                  <a:cxn ang="0">
                    <a:pos x="20" y="0"/>
                  </a:cxn>
                  <a:cxn ang="0">
                    <a:pos x="16" y="22"/>
                  </a:cxn>
                  <a:cxn ang="0">
                    <a:pos x="0" y="23"/>
                  </a:cxn>
                  <a:cxn ang="0">
                    <a:pos x="0" y="23"/>
                  </a:cxn>
                  <a:cxn ang="0">
                    <a:pos x="21" y="20"/>
                  </a:cxn>
                  <a:cxn ang="0">
                    <a:pos x="25" y="0"/>
                  </a:cxn>
                </a:cxnLst>
                <a:rect l="0" t="0" r="r" b="b"/>
                <a:pathLst>
                  <a:path w="25" h="23">
                    <a:moveTo>
                      <a:pt x="25" y="0"/>
                    </a:moveTo>
                    <a:lnTo>
                      <a:pt x="20" y="0"/>
                    </a:lnTo>
                    <a:lnTo>
                      <a:pt x="20" y="0"/>
                    </a:lnTo>
                    <a:lnTo>
                      <a:pt x="16" y="22"/>
                    </a:lnTo>
                    <a:lnTo>
                      <a:pt x="0" y="23"/>
                    </a:lnTo>
                    <a:lnTo>
                      <a:pt x="0" y="23"/>
                    </a:lnTo>
                    <a:lnTo>
                      <a:pt x="21" y="20"/>
                    </a:lnTo>
                    <a:lnTo>
                      <a:pt x="25" y="0"/>
                    </a:lnTo>
                  </a:path>
                </a:pathLst>
              </a:custGeom>
              <a:noFill/>
              <a:ln w="9525">
                <a:noFill/>
                <a:round/>
              </a:ln>
            </p:spPr>
            <p:txBody>
              <a:bodyPr vert="horz" wrap="square" lIns="82938" tIns="41469" rIns="82938" bIns="41469" numCol="1" anchor="t" anchorCtr="0" compatLnSpc="1"/>
              <a:lstStyle/>
              <a:p>
                <a:endParaRPr lang="en-GB" sz="1815"/>
              </a:p>
            </p:txBody>
          </p:sp>
          <p:sp>
            <p:nvSpPr>
              <p:cNvPr id="52078" name="Freeform 878"/>
              <p:cNvSpPr/>
              <p:nvPr/>
            </p:nvSpPr>
            <p:spPr bwMode="auto">
              <a:xfrm>
                <a:off x="3722" y="1955"/>
                <a:ext cx="603" cy="717"/>
              </a:xfrm>
              <a:custGeom>
                <a:avLst/>
                <a:gdLst/>
                <a:ahLst/>
                <a:cxnLst>
                  <a:cxn ang="0">
                    <a:pos x="225" y="0"/>
                  </a:cxn>
                  <a:cxn ang="0">
                    <a:pos x="156" y="82"/>
                  </a:cxn>
                  <a:cxn ang="0">
                    <a:pos x="0" y="266"/>
                  </a:cxn>
                  <a:cxn ang="0">
                    <a:pos x="258" y="713"/>
                  </a:cxn>
                  <a:cxn ang="0">
                    <a:pos x="260" y="717"/>
                  </a:cxn>
                  <a:cxn ang="0">
                    <a:pos x="265" y="715"/>
                  </a:cxn>
                  <a:cxn ang="0">
                    <a:pos x="265" y="715"/>
                  </a:cxn>
                  <a:cxn ang="0">
                    <a:pos x="270" y="715"/>
                  </a:cxn>
                  <a:cxn ang="0">
                    <a:pos x="603" y="656"/>
                  </a:cxn>
                  <a:cxn ang="0">
                    <a:pos x="225" y="0"/>
                  </a:cxn>
                </a:cxnLst>
                <a:rect l="0" t="0" r="r" b="b"/>
                <a:pathLst>
                  <a:path w="603" h="717">
                    <a:moveTo>
                      <a:pt x="225" y="0"/>
                    </a:moveTo>
                    <a:lnTo>
                      <a:pt x="156" y="82"/>
                    </a:lnTo>
                    <a:lnTo>
                      <a:pt x="0" y="266"/>
                    </a:lnTo>
                    <a:lnTo>
                      <a:pt x="258" y="713"/>
                    </a:lnTo>
                    <a:lnTo>
                      <a:pt x="260" y="717"/>
                    </a:lnTo>
                    <a:lnTo>
                      <a:pt x="265" y="715"/>
                    </a:lnTo>
                    <a:lnTo>
                      <a:pt x="265" y="715"/>
                    </a:lnTo>
                    <a:lnTo>
                      <a:pt x="270" y="715"/>
                    </a:lnTo>
                    <a:lnTo>
                      <a:pt x="603" y="656"/>
                    </a:lnTo>
                    <a:lnTo>
                      <a:pt x="22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79" name="Freeform 879"/>
              <p:cNvSpPr/>
              <p:nvPr/>
            </p:nvSpPr>
            <p:spPr bwMode="auto">
              <a:xfrm>
                <a:off x="3722" y="1955"/>
                <a:ext cx="603" cy="717"/>
              </a:xfrm>
              <a:custGeom>
                <a:avLst/>
                <a:gdLst/>
                <a:ahLst/>
                <a:cxnLst>
                  <a:cxn ang="0">
                    <a:pos x="225" y="0"/>
                  </a:cxn>
                  <a:cxn ang="0">
                    <a:pos x="156" y="82"/>
                  </a:cxn>
                  <a:cxn ang="0">
                    <a:pos x="0" y="266"/>
                  </a:cxn>
                  <a:cxn ang="0">
                    <a:pos x="258" y="713"/>
                  </a:cxn>
                  <a:cxn ang="0">
                    <a:pos x="260" y="717"/>
                  </a:cxn>
                  <a:cxn ang="0">
                    <a:pos x="265" y="715"/>
                  </a:cxn>
                  <a:cxn ang="0">
                    <a:pos x="265" y="715"/>
                  </a:cxn>
                  <a:cxn ang="0">
                    <a:pos x="270" y="715"/>
                  </a:cxn>
                  <a:cxn ang="0">
                    <a:pos x="603" y="656"/>
                  </a:cxn>
                  <a:cxn ang="0">
                    <a:pos x="225" y="0"/>
                  </a:cxn>
                </a:cxnLst>
                <a:rect l="0" t="0" r="r" b="b"/>
                <a:pathLst>
                  <a:path w="603" h="717">
                    <a:moveTo>
                      <a:pt x="225" y="0"/>
                    </a:moveTo>
                    <a:lnTo>
                      <a:pt x="156" y="82"/>
                    </a:lnTo>
                    <a:lnTo>
                      <a:pt x="0" y="266"/>
                    </a:lnTo>
                    <a:lnTo>
                      <a:pt x="258" y="713"/>
                    </a:lnTo>
                    <a:lnTo>
                      <a:pt x="260" y="717"/>
                    </a:lnTo>
                    <a:lnTo>
                      <a:pt x="265" y="715"/>
                    </a:lnTo>
                    <a:lnTo>
                      <a:pt x="265" y="715"/>
                    </a:lnTo>
                    <a:lnTo>
                      <a:pt x="270" y="715"/>
                    </a:lnTo>
                    <a:lnTo>
                      <a:pt x="603" y="656"/>
                    </a:lnTo>
                    <a:lnTo>
                      <a:pt x="225" y="0"/>
                    </a:lnTo>
                  </a:path>
                </a:pathLst>
              </a:custGeom>
              <a:noFill/>
              <a:ln w="9525">
                <a:noFill/>
                <a:round/>
              </a:ln>
            </p:spPr>
            <p:txBody>
              <a:bodyPr vert="horz" wrap="square" lIns="82938" tIns="41469" rIns="82938" bIns="41469" numCol="1" anchor="t" anchorCtr="0" compatLnSpc="1"/>
              <a:lstStyle/>
              <a:p>
                <a:endParaRPr lang="en-GB" sz="1815"/>
              </a:p>
            </p:txBody>
          </p:sp>
          <p:sp>
            <p:nvSpPr>
              <p:cNvPr id="52080" name="Freeform 880"/>
              <p:cNvSpPr/>
              <p:nvPr/>
            </p:nvSpPr>
            <p:spPr bwMode="auto">
              <a:xfrm>
                <a:off x="3878" y="1955"/>
                <a:ext cx="69" cy="82"/>
              </a:xfrm>
              <a:custGeom>
                <a:avLst/>
                <a:gdLst/>
                <a:ahLst/>
                <a:cxnLst>
                  <a:cxn ang="0">
                    <a:pos x="69" y="0"/>
                  </a:cxn>
                  <a:cxn ang="0">
                    <a:pos x="0" y="82"/>
                  </a:cxn>
                  <a:cxn ang="0">
                    <a:pos x="69" y="0"/>
                  </a:cxn>
                  <a:cxn ang="0">
                    <a:pos x="69" y="0"/>
                  </a:cxn>
                </a:cxnLst>
                <a:rect l="0" t="0" r="r" b="b"/>
                <a:pathLst>
                  <a:path w="69" h="82">
                    <a:moveTo>
                      <a:pt x="69" y="0"/>
                    </a:moveTo>
                    <a:lnTo>
                      <a:pt x="0" y="82"/>
                    </a:lnTo>
                    <a:lnTo>
                      <a:pt x="69" y="0"/>
                    </a:lnTo>
                    <a:lnTo>
                      <a:pt x="6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1" name="Freeform 881"/>
              <p:cNvSpPr/>
              <p:nvPr/>
            </p:nvSpPr>
            <p:spPr bwMode="auto">
              <a:xfrm>
                <a:off x="3878" y="1955"/>
                <a:ext cx="69" cy="82"/>
              </a:xfrm>
              <a:custGeom>
                <a:avLst/>
                <a:gdLst/>
                <a:ahLst/>
                <a:cxnLst>
                  <a:cxn ang="0">
                    <a:pos x="69" y="0"/>
                  </a:cxn>
                  <a:cxn ang="0">
                    <a:pos x="0" y="82"/>
                  </a:cxn>
                  <a:cxn ang="0">
                    <a:pos x="69" y="0"/>
                  </a:cxn>
                  <a:cxn ang="0">
                    <a:pos x="69" y="0"/>
                  </a:cxn>
                </a:cxnLst>
                <a:rect l="0" t="0" r="r" b="b"/>
                <a:pathLst>
                  <a:path w="69" h="82">
                    <a:moveTo>
                      <a:pt x="69" y="0"/>
                    </a:moveTo>
                    <a:lnTo>
                      <a:pt x="0" y="82"/>
                    </a:lnTo>
                    <a:lnTo>
                      <a:pt x="69" y="0"/>
                    </a:lnTo>
                    <a:lnTo>
                      <a:pt x="69" y="0"/>
                    </a:lnTo>
                  </a:path>
                </a:pathLst>
              </a:custGeom>
              <a:noFill/>
              <a:ln w="9525">
                <a:noFill/>
                <a:round/>
              </a:ln>
            </p:spPr>
            <p:txBody>
              <a:bodyPr vert="horz" wrap="square" lIns="82938" tIns="41469" rIns="82938" bIns="41469" numCol="1" anchor="t" anchorCtr="0" compatLnSpc="1"/>
              <a:lstStyle/>
              <a:p>
                <a:endParaRPr lang="en-GB" sz="1815"/>
              </a:p>
            </p:txBody>
          </p:sp>
          <p:sp>
            <p:nvSpPr>
              <p:cNvPr id="52082" name="Rectangle 882"/>
              <p:cNvSpPr>
                <a:spLocks noChangeArrowheads="1"/>
              </p:cNvSpPr>
              <p:nvPr/>
            </p:nvSpPr>
            <p:spPr bwMode="auto">
              <a:xfrm>
                <a:off x="3987" y="2670"/>
                <a:ext cx="5"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2083" name="Freeform 883"/>
              <p:cNvSpPr/>
              <p:nvPr/>
            </p:nvSpPr>
            <p:spPr bwMode="auto">
              <a:xfrm>
                <a:off x="3987" y="2670"/>
                <a:ext cx="5" cy="1"/>
              </a:xfrm>
              <a:custGeom>
                <a:avLst/>
                <a:gdLst/>
                <a:ahLst/>
                <a:cxnLst>
                  <a:cxn ang="0">
                    <a:pos x="5" y="0"/>
                  </a:cxn>
                  <a:cxn ang="0">
                    <a:pos x="0" y="0"/>
                  </a:cxn>
                  <a:cxn ang="0">
                    <a:pos x="0" y="0"/>
                  </a:cxn>
                  <a:cxn ang="0">
                    <a:pos x="5" y="0"/>
                  </a:cxn>
                </a:cxnLst>
                <a:rect l="0" t="0" r="r" b="b"/>
                <a:pathLst>
                  <a:path w="5">
                    <a:moveTo>
                      <a:pt x="5" y="0"/>
                    </a:moveTo>
                    <a:lnTo>
                      <a:pt x="0" y="0"/>
                    </a:lnTo>
                    <a:lnTo>
                      <a:pt x="0"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84" name="Freeform 884"/>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5" name="Freeform 885"/>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86" name="Freeform 886"/>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7" name="Freeform 887"/>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88" name="Freeform 888"/>
              <p:cNvSpPr/>
              <p:nvPr/>
            </p:nvSpPr>
            <p:spPr bwMode="auto">
              <a:xfrm>
                <a:off x="3947" y="1955"/>
                <a:ext cx="378" cy="656"/>
              </a:xfrm>
              <a:custGeom>
                <a:avLst/>
                <a:gdLst/>
                <a:ahLst/>
                <a:cxnLst>
                  <a:cxn ang="0">
                    <a:pos x="0" y="0"/>
                  </a:cxn>
                  <a:cxn ang="0">
                    <a:pos x="0" y="0"/>
                  </a:cxn>
                  <a:cxn ang="0">
                    <a:pos x="378" y="656"/>
                  </a:cxn>
                  <a:cxn ang="0">
                    <a:pos x="0" y="0"/>
                  </a:cxn>
                </a:cxnLst>
                <a:rect l="0" t="0" r="r" b="b"/>
                <a:pathLst>
                  <a:path w="378" h="656">
                    <a:moveTo>
                      <a:pt x="0" y="0"/>
                    </a:moveTo>
                    <a:lnTo>
                      <a:pt x="0" y="0"/>
                    </a:lnTo>
                    <a:lnTo>
                      <a:pt x="378" y="656"/>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9" name="Freeform 889"/>
              <p:cNvSpPr/>
              <p:nvPr/>
            </p:nvSpPr>
            <p:spPr bwMode="auto">
              <a:xfrm>
                <a:off x="3947" y="1955"/>
                <a:ext cx="378" cy="656"/>
              </a:xfrm>
              <a:custGeom>
                <a:avLst/>
                <a:gdLst/>
                <a:ahLst/>
                <a:cxnLst>
                  <a:cxn ang="0">
                    <a:pos x="0" y="0"/>
                  </a:cxn>
                  <a:cxn ang="0">
                    <a:pos x="0" y="0"/>
                  </a:cxn>
                  <a:cxn ang="0">
                    <a:pos x="378" y="656"/>
                  </a:cxn>
                  <a:cxn ang="0">
                    <a:pos x="0" y="0"/>
                  </a:cxn>
                </a:cxnLst>
                <a:rect l="0" t="0" r="r" b="b"/>
                <a:pathLst>
                  <a:path w="378" h="656">
                    <a:moveTo>
                      <a:pt x="0" y="0"/>
                    </a:moveTo>
                    <a:lnTo>
                      <a:pt x="0" y="0"/>
                    </a:lnTo>
                    <a:lnTo>
                      <a:pt x="378" y="65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90" name="Rectangle 890"/>
              <p:cNvSpPr>
                <a:spLocks noChangeArrowheads="1"/>
              </p:cNvSpPr>
              <p:nvPr/>
            </p:nvSpPr>
            <p:spPr bwMode="auto">
              <a:xfrm>
                <a:off x="3947" y="1955"/>
                <a:ext cx="1"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2091" name="Rectangle 891"/>
              <p:cNvSpPr>
                <a:spLocks noChangeArrowheads="1"/>
              </p:cNvSpPr>
              <p:nvPr/>
            </p:nvSpPr>
            <p:spPr bwMode="auto">
              <a:xfrm>
                <a:off x="3947" y="195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92" name="Freeform 892"/>
              <p:cNvSpPr/>
              <p:nvPr/>
            </p:nvSpPr>
            <p:spPr bwMode="auto">
              <a:xfrm>
                <a:off x="3722" y="2037"/>
                <a:ext cx="156" cy="184"/>
              </a:xfrm>
              <a:custGeom>
                <a:avLst/>
                <a:gdLst/>
                <a:ahLst/>
                <a:cxnLst>
                  <a:cxn ang="0">
                    <a:pos x="156" y="0"/>
                  </a:cxn>
                  <a:cxn ang="0">
                    <a:pos x="0" y="184"/>
                  </a:cxn>
                  <a:cxn ang="0">
                    <a:pos x="0" y="184"/>
                  </a:cxn>
                  <a:cxn ang="0">
                    <a:pos x="156" y="0"/>
                  </a:cxn>
                </a:cxnLst>
                <a:rect l="0" t="0" r="r" b="b"/>
                <a:pathLst>
                  <a:path w="156" h="184">
                    <a:moveTo>
                      <a:pt x="156" y="0"/>
                    </a:moveTo>
                    <a:lnTo>
                      <a:pt x="0" y="184"/>
                    </a:lnTo>
                    <a:lnTo>
                      <a:pt x="0" y="184"/>
                    </a:lnTo>
                    <a:lnTo>
                      <a:pt x="15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93" name="Freeform 893"/>
              <p:cNvSpPr/>
              <p:nvPr/>
            </p:nvSpPr>
            <p:spPr bwMode="auto">
              <a:xfrm>
                <a:off x="3722" y="2037"/>
                <a:ext cx="156" cy="184"/>
              </a:xfrm>
              <a:custGeom>
                <a:avLst/>
                <a:gdLst/>
                <a:ahLst/>
                <a:cxnLst>
                  <a:cxn ang="0">
                    <a:pos x="156" y="0"/>
                  </a:cxn>
                  <a:cxn ang="0">
                    <a:pos x="0" y="184"/>
                  </a:cxn>
                  <a:cxn ang="0">
                    <a:pos x="0" y="184"/>
                  </a:cxn>
                  <a:cxn ang="0">
                    <a:pos x="156" y="0"/>
                  </a:cxn>
                </a:cxnLst>
                <a:rect l="0" t="0" r="r" b="b"/>
                <a:pathLst>
                  <a:path w="156" h="184">
                    <a:moveTo>
                      <a:pt x="156" y="0"/>
                    </a:moveTo>
                    <a:lnTo>
                      <a:pt x="0" y="184"/>
                    </a:lnTo>
                    <a:lnTo>
                      <a:pt x="0" y="184"/>
                    </a:lnTo>
                    <a:lnTo>
                      <a:pt x="156" y="0"/>
                    </a:lnTo>
                  </a:path>
                </a:pathLst>
              </a:custGeom>
              <a:noFill/>
              <a:ln w="9525">
                <a:noFill/>
                <a:round/>
              </a:ln>
            </p:spPr>
            <p:txBody>
              <a:bodyPr vert="horz" wrap="square" lIns="82938" tIns="41469" rIns="82938" bIns="41469" numCol="1" anchor="t" anchorCtr="0" compatLnSpc="1"/>
              <a:lstStyle/>
              <a:p>
                <a:endParaRPr lang="en-GB" sz="1815"/>
              </a:p>
            </p:txBody>
          </p:sp>
          <p:sp>
            <p:nvSpPr>
              <p:cNvPr id="52094" name="Freeform 894"/>
              <p:cNvSpPr/>
              <p:nvPr/>
            </p:nvSpPr>
            <p:spPr bwMode="auto">
              <a:xfrm>
                <a:off x="3947" y="1922"/>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095" name="Freeform 895"/>
              <p:cNvSpPr/>
              <p:nvPr/>
            </p:nvSpPr>
            <p:spPr bwMode="auto">
              <a:xfrm>
                <a:off x="3947" y="1922"/>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96" name="Freeform 896"/>
              <p:cNvSpPr/>
              <p:nvPr/>
            </p:nvSpPr>
            <p:spPr bwMode="auto">
              <a:xfrm>
                <a:off x="3947" y="1922"/>
                <a:ext cx="3" cy="3"/>
              </a:xfrm>
              <a:custGeom>
                <a:avLst/>
                <a:gdLst/>
                <a:ahLst/>
                <a:cxnLst>
                  <a:cxn ang="0">
                    <a:pos x="3" y="0"/>
                  </a:cxn>
                  <a:cxn ang="0">
                    <a:pos x="0" y="3"/>
                  </a:cxn>
                  <a:cxn ang="0">
                    <a:pos x="0" y="3"/>
                  </a:cxn>
                  <a:cxn ang="0">
                    <a:pos x="0" y="3"/>
                  </a:cxn>
                  <a:cxn ang="0">
                    <a:pos x="3" y="0"/>
                  </a:cxn>
                  <a:cxn ang="0">
                    <a:pos x="3" y="0"/>
                  </a:cxn>
                </a:cxnLst>
                <a:rect l="0" t="0" r="r" b="b"/>
                <a:pathLst>
                  <a:path w="3" h="3">
                    <a:moveTo>
                      <a:pt x="3" y="0"/>
                    </a:moveTo>
                    <a:lnTo>
                      <a:pt x="0" y="3"/>
                    </a:lnTo>
                    <a:lnTo>
                      <a:pt x="0" y="3"/>
                    </a:lnTo>
                    <a:lnTo>
                      <a:pt x="0" y="3"/>
                    </a:lnTo>
                    <a:lnTo>
                      <a:pt x="3" y="0"/>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97" name="Freeform 897"/>
              <p:cNvSpPr/>
              <p:nvPr/>
            </p:nvSpPr>
            <p:spPr bwMode="auto">
              <a:xfrm>
                <a:off x="3947" y="1922"/>
                <a:ext cx="3" cy="3"/>
              </a:xfrm>
              <a:custGeom>
                <a:avLst/>
                <a:gdLst/>
                <a:ahLst/>
                <a:cxnLst>
                  <a:cxn ang="0">
                    <a:pos x="3" y="0"/>
                  </a:cxn>
                  <a:cxn ang="0">
                    <a:pos x="0" y="3"/>
                  </a:cxn>
                  <a:cxn ang="0">
                    <a:pos x="0" y="3"/>
                  </a:cxn>
                  <a:cxn ang="0">
                    <a:pos x="0" y="3"/>
                  </a:cxn>
                  <a:cxn ang="0">
                    <a:pos x="3" y="0"/>
                  </a:cxn>
                  <a:cxn ang="0">
                    <a:pos x="3" y="0"/>
                  </a:cxn>
                </a:cxnLst>
                <a:rect l="0" t="0" r="r" b="b"/>
                <a:pathLst>
                  <a:path w="3" h="3">
                    <a:moveTo>
                      <a:pt x="3" y="0"/>
                    </a:moveTo>
                    <a:lnTo>
                      <a:pt x="0" y="3"/>
                    </a:lnTo>
                    <a:lnTo>
                      <a:pt x="0" y="3"/>
                    </a:lnTo>
                    <a:lnTo>
                      <a:pt x="0" y="3"/>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98" name="Freeform 898"/>
              <p:cNvSpPr>
                <a:spLocks noEditPoints="1"/>
              </p:cNvSpPr>
              <p:nvPr/>
            </p:nvSpPr>
            <p:spPr bwMode="auto">
              <a:xfrm>
                <a:off x="3707" y="1942"/>
                <a:ext cx="224" cy="266"/>
              </a:xfrm>
              <a:custGeom>
                <a:avLst/>
                <a:gdLst/>
                <a:ahLst/>
                <a:cxnLst>
                  <a:cxn ang="0">
                    <a:pos x="10" y="254"/>
                  </a:cxn>
                  <a:cxn ang="0">
                    <a:pos x="0" y="266"/>
                  </a:cxn>
                  <a:cxn ang="0">
                    <a:pos x="0" y="266"/>
                  </a:cxn>
                  <a:cxn ang="0">
                    <a:pos x="10" y="254"/>
                  </a:cxn>
                  <a:cxn ang="0">
                    <a:pos x="224" y="0"/>
                  </a:cxn>
                  <a:cxn ang="0">
                    <a:pos x="12" y="251"/>
                  </a:cxn>
                  <a:cxn ang="0">
                    <a:pos x="12" y="251"/>
                  </a:cxn>
                  <a:cxn ang="0">
                    <a:pos x="224" y="0"/>
                  </a:cxn>
                  <a:cxn ang="0">
                    <a:pos x="224" y="0"/>
                  </a:cxn>
                </a:cxnLst>
                <a:rect l="0" t="0" r="r" b="b"/>
                <a:pathLst>
                  <a:path w="224" h="266">
                    <a:moveTo>
                      <a:pt x="10" y="254"/>
                    </a:moveTo>
                    <a:lnTo>
                      <a:pt x="0" y="266"/>
                    </a:lnTo>
                    <a:lnTo>
                      <a:pt x="0" y="266"/>
                    </a:lnTo>
                    <a:lnTo>
                      <a:pt x="10" y="254"/>
                    </a:lnTo>
                    <a:close/>
                    <a:moveTo>
                      <a:pt x="224" y="0"/>
                    </a:moveTo>
                    <a:lnTo>
                      <a:pt x="12" y="251"/>
                    </a:lnTo>
                    <a:lnTo>
                      <a:pt x="12" y="251"/>
                    </a:lnTo>
                    <a:lnTo>
                      <a:pt x="224" y="0"/>
                    </a:lnTo>
                    <a:lnTo>
                      <a:pt x="22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099" name="Freeform 899"/>
              <p:cNvSpPr/>
              <p:nvPr/>
            </p:nvSpPr>
            <p:spPr bwMode="auto">
              <a:xfrm>
                <a:off x="3707" y="2196"/>
                <a:ext cx="10" cy="12"/>
              </a:xfrm>
              <a:custGeom>
                <a:avLst/>
                <a:gdLst/>
                <a:ahLst/>
                <a:cxnLst>
                  <a:cxn ang="0">
                    <a:pos x="10" y="0"/>
                  </a:cxn>
                  <a:cxn ang="0">
                    <a:pos x="0" y="12"/>
                  </a:cxn>
                  <a:cxn ang="0">
                    <a:pos x="0" y="12"/>
                  </a:cxn>
                  <a:cxn ang="0">
                    <a:pos x="10" y="0"/>
                  </a:cxn>
                </a:cxnLst>
                <a:rect l="0" t="0" r="r" b="b"/>
                <a:pathLst>
                  <a:path w="10" h="12">
                    <a:moveTo>
                      <a:pt x="10" y="0"/>
                    </a:moveTo>
                    <a:lnTo>
                      <a:pt x="0" y="12"/>
                    </a:lnTo>
                    <a:lnTo>
                      <a:pt x="0" y="1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00" name="Freeform 900"/>
              <p:cNvSpPr/>
              <p:nvPr/>
            </p:nvSpPr>
            <p:spPr bwMode="auto">
              <a:xfrm>
                <a:off x="3719" y="1942"/>
                <a:ext cx="212" cy="251"/>
              </a:xfrm>
              <a:custGeom>
                <a:avLst/>
                <a:gdLst/>
                <a:ahLst/>
                <a:cxnLst>
                  <a:cxn ang="0">
                    <a:pos x="212" y="0"/>
                  </a:cxn>
                  <a:cxn ang="0">
                    <a:pos x="0" y="251"/>
                  </a:cxn>
                  <a:cxn ang="0">
                    <a:pos x="0" y="251"/>
                  </a:cxn>
                  <a:cxn ang="0">
                    <a:pos x="212" y="0"/>
                  </a:cxn>
                  <a:cxn ang="0">
                    <a:pos x="212" y="0"/>
                  </a:cxn>
                </a:cxnLst>
                <a:rect l="0" t="0" r="r" b="b"/>
                <a:pathLst>
                  <a:path w="212" h="251">
                    <a:moveTo>
                      <a:pt x="212" y="0"/>
                    </a:moveTo>
                    <a:lnTo>
                      <a:pt x="0" y="251"/>
                    </a:lnTo>
                    <a:lnTo>
                      <a:pt x="0" y="251"/>
                    </a:lnTo>
                    <a:lnTo>
                      <a:pt x="212" y="0"/>
                    </a:lnTo>
                    <a:lnTo>
                      <a:pt x="212" y="0"/>
                    </a:lnTo>
                  </a:path>
                </a:pathLst>
              </a:custGeom>
              <a:noFill/>
              <a:ln w="9525">
                <a:noFill/>
                <a:round/>
              </a:ln>
            </p:spPr>
            <p:txBody>
              <a:bodyPr vert="horz" wrap="square" lIns="82938" tIns="41469" rIns="82938" bIns="41469" numCol="1" anchor="t" anchorCtr="0" compatLnSpc="1"/>
              <a:lstStyle/>
              <a:p>
                <a:endParaRPr lang="en-GB" sz="1815"/>
              </a:p>
            </p:txBody>
          </p:sp>
          <p:sp>
            <p:nvSpPr>
              <p:cNvPr id="52101" name="Freeform 901"/>
              <p:cNvSpPr/>
              <p:nvPr/>
            </p:nvSpPr>
            <p:spPr bwMode="auto">
              <a:xfrm>
                <a:off x="3931" y="1925"/>
                <a:ext cx="17" cy="35"/>
              </a:xfrm>
              <a:custGeom>
                <a:avLst/>
                <a:gdLst/>
                <a:ahLst/>
                <a:cxnLst>
                  <a:cxn ang="0">
                    <a:pos x="16" y="0"/>
                  </a:cxn>
                  <a:cxn ang="0">
                    <a:pos x="0" y="17"/>
                  </a:cxn>
                  <a:cxn ang="0">
                    <a:pos x="2" y="17"/>
                  </a:cxn>
                  <a:cxn ang="0">
                    <a:pos x="12" y="35"/>
                  </a:cxn>
                  <a:cxn ang="0">
                    <a:pos x="16" y="30"/>
                  </a:cxn>
                  <a:cxn ang="0">
                    <a:pos x="7" y="18"/>
                  </a:cxn>
                  <a:cxn ang="0">
                    <a:pos x="17" y="13"/>
                  </a:cxn>
                  <a:cxn ang="0">
                    <a:pos x="7" y="18"/>
                  </a:cxn>
                  <a:cxn ang="0">
                    <a:pos x="4" y="12"/>
                  </a:cxn>
                  <a:cxn ang="0">
                    <a:pos x="16" y="0"/>
                  </a:cxn>
                  <a:cxn ang="0">
                    <a:pos x="16" y="0"/>
                  </a:cxn>
                </a:cxnLst>
                <a:rect l="0" t="0" r="r" b="b"/>
                <a:pathLst>
                  <a:path w="17" h="35">
                    <a:moveTo>
                      <a:pt x="16" y="0"/>
                    </a:moveTo>
                    <a:lnTo>
                      <a:pt x="0" y="17"/>
                    </a:lnTo>
                    <a:lnTo>
                      <a:pt x="2" y="17"/>
                    </a:lnTo>
                    <a:lnTo>
                      <a:pt x="12" y="35"/>
                    </a:lnTo>
                    <a:lnTo>
                      <a:pt x="16" y="30"/>
                    </a:lnTo>
                    <a:lnTo>
                      <a:pt x="7" y="18"/>
                    </a:lnTo>
                    <a:lnTo>
                      <a:pt x="17" y="13"/>
                    </a:lnTo>
                    <a:lnTo>
                      <a:pt x="7" y="18"/>
                    </a:lnTo>
                    <a:lnTo>
                      <a:pt x="4" y="12"/>
                    </a:lnTo>
                    <a:lnTo>
                      <a:pt x="16" y="0"/>
                    </a:lnTo>
                    <a:lnTo>
                      <a:pt x="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02" name="Freeform 902"/>
              <p:cNvSpPr/>
              <p:nvPr/>
            </p:nvSpPr>
            <p:spPr bwMode="auto">
              <a:xfrm>
                <a:off x="3931" y="1925"/>
                <a:ext cx="17" cy="35"/>
              </a:xfrm>
              <a:custGeom>
                <a:avLst/>
                <a:gdLst/>
                <a:ahLst/>
                <a:cxnLst>
                  <a:cxn ang="0">
                    <a:pos x="16" y="0"/>
                  </a:cxn>
                  <a:cxn ang="0">
                    <a:pos x="0" y="17"/>
                  </a:cxn>
                  <a:cxn ang="0">
                    <a:pos x="2" y="17"/>
                  </a:cxn>
                  <a:cxn ang="0">
                    <a:pos x="12" y="35"/>
                  </a:cxn>
                  <a:cxn ang="0">
                    <a:pos x="16" y="30"/>
                  </a:cxn>
                  <a:cxn ang="0">
                    <a:pos x="7" y="18"/>
                  </a:cxn>
                  <a:cxn ang="0">
                    <a:pos x="17" y="13"/>
                  </a:cxn>
                  <a:cxn ang="0">
                    <a:pos x="7" y="18"/>
                  </a:cxn>
                  <a:cxn ang="0">
                    <a:pos x="4" y="12"/>
                  </a:cxn>
                  <a:cxn ang="0">
                    <a:pos x="16" y="0"/>
                  </a:cxn>
                  <a:cxn ang="0">
                    <a:pos x="16" y="0"/>
                  </a:cxn>
                </a:cxnLst>
                <a:rect l="0" t="0" r="r" b="b"/>
                <a:pathLst>
                  <a:path w="17" h="35">
                    <a:moveTo>
                      <a:pt x="16" y="0"/>
                    </a:moveTo>
                    <a:lnTo>
                      <a:pt x="0" y="17"/>
                    </a:lnTo>
                    <a:lnTo>
                      <a:pt x="2" y="17"/>
                    </a:lnTo>
                    <a:lnTo>
                      <a:pt x="12" y="35"/>
                    </a:lnTo>
                    <a:lnTo>
                      <a:pt x="16" y="30"/>
                    </a:lnTo>
                    <a:lnTo>
                      <a:pt x="7" y="18"/>
                    </a:lnTo>
                    <a:lnTo>
                      <a:pt x="17" y="13"/>
                    </a:lnTo>
                    <a:lnTo>
                      <a:pt x="7" y="18"/>
                    </a:lnTo>
                    <a:lnTo>
                      <a:pt x="4" y="12"/>
                    </a:lnTo>
                    <a:lnTo>
                      <a:pt x="16" y="0"/>
                    </a:lnTo>
                    <a:lnTo>
                      <a:pt x="16" y="0"/>
                    </a:lnTo>
                  </a:path>
                </a:pathLst>
              </a:custGeom>
              <a:noFill/>
              <a:ln w="9525">
                <a:noFill/>
                <a:round/>
              </a:ln>
            </p:spPr>
            <p:txBody>
              <a:bodyPr vert="horz" wrap="square" lIns="82938" tIns="41469" rIns="82938" bIns="41469" numCol="1" anchor="t" anchorCtr="0" compatLnSpc="1"/>
              <a:lstStyle/>
              <a:p>
                <a:endParaRPr lang="en-GB" sz="1815"/>
              </a:p>
            </p:txBody>
          </p:sp>
          <p:sp>
            <p:nvSpPr>
              <p:cNvPr id="52103" name="Freeform 903"/>
              <p:cNvSpPr/>
              <p:nvPr/>
            </p:nvSpPr>
            <p:spPr bwMode="auto">
              <a:xfrm>
                <a:off x="3707" y="1942"/>
                <a:ext cx="240" cy="279"/>
              </a:xfrm>
              <a:custGeom>
                <a:avLst/>
                <a:gdLst/>
                <a:ahLst/>
                <a:cxnLst>
                  <a:cxn ang="0">
                    <a:pos x="224" y="0"/>
                  </a:cxn>
                  <a:cxn ang="0">
                    <a:pos x="224" y="0"/>
                  </a:cxn>
                  <a:cxn ang="0">
                    <a:pos x="224" y="0"/>
                  </a:cxn>
                  <a:cxn ang="0">
                    <a:pos x="12" y="251"/>
                  </a:cxn>
                  <a:cxn ang="0">
                    <a:pos x="12" y="251"/>
                  </a:cxn>
                  <a:cxn ang="0">
                    <a:pos x="10" y="254"/>
                  </a:cxn>
                  <a:cxn ang="0">
                    <a:pos x="0" y="266"/>
                  </a:cxn>
                  <a:cxn ang="0">
                    <a:pos x="0" y="266"/>
                  </a:cxn>
                  <a:cxn ang="0">
                    <a:pos x="3" y="261"/>
                  </a:cxn>
                  <a:cxn ang="0">
                    <a:pos x="15" y="279"/>
                  </a:cxn>
                  <a:cxn ang="0">
                    <a:pos x="171" y="95"/>
                  </a:cxn>
                  <a:cxn ang="0">
                    <a:pos x="240" y="13"/>
                  </a:cxn>
                  <a:cxn ang="0">
                    <a:pos x="240" y="13"/>
                  </a:cxn>
                  <a:cxn ang="0">
                    <a:pos x="236" y="18"/>
                  </a:cxn>
                  <a:cxn ang="0">
                    <a:pos x="226" y="0"/>
                  </a:cxn>
                  <a:cxn ang="0">
                    <a:pos x="224" y="0"/>
                  </a:cxn>
                </a:cxnLst>
                <a:rect l="0" t="0" r="r" b="b"/>
                <a:pathLst>
                  <a:path w="240" h="279">
                    <a:moveTo>
                      <a:pt x="224" y="0"/>
                    </a:moveTo>
                    <a:lnTo>
                      <a:pt x="224" y="0"/>
                    </a:lnTo>
                    <a:lnTo>
                      <a:pt x="224" y="0"/>
                    </a:lnTo>
                    <a:lnTo>
                      <a:pt x="12" y="251"/>
                    </a:lnTo>
                    <a:lnTo>
                      <a:pt x="12" y="251"/>
                    </a:lnTo>
                    <a:lnTo>
                      <a:pt x="10" y="254"/>
                    </a:lnTo>
                    <a:lnTo>
                      <a:pt x="0" y="266"/>
                    </a:lnTo>
                    <a:lnTo>
                      <a:pt x="0" y="266"/>
                    </a:lnTo>
                    <a:lnTo>
                      <a:pt x="3" y="261"/>
                    </a:lnTo>
                    <a:lnTo>
                      <a:pt x="15" y="279"/>
                    </a:lnTo>
                    <a:lnTo>
                      <a:pt x="171" y="95"/>
                    </a:lnTo>
                    <a:lnTo>
                      <a:pt x="240" y="13"/>
                    </a:lnTo>
                    <a:lnTo>
                      <a:pt x="240" y="13"/>
                    </a:lnTo>
                    <a:lnTo>
                      <a:pt x="236" y="18"/>
                    </a:lnTo>
                    <a:lnTo>
                      <a:pt x="226" y="0"/>
                    </a:lnTo>
                    <a:lnTo>
                      <a:pt x="22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04" name="Freeform 904"/>
              <p:cNvSpPr/>
              <p:nvPr/>
            </p:nvSpPr>
            <p:spPr bwMode="auto">
              <a:xfrm>
                <a:off x="3707" y="1942"/>
                <a:ext cx="240" cy="279"/>
              </a:xfrm>
              <a:custGeom>
                <a:avLst/>
                <a:gdLst/>
                <a:ahLst/>
                <a:cxnLst>
                  <a:cxn ang="0">
                    <a:pos x="224" y="0"/>
                  </a:cxn>
                  <a:cxn ang="0">
                    <a:pos x="224" y="0"/>
                  </a:cxn>
                  <a:cxn ang="0">
                    <a:pos x="224" y="0"/>
                  </a:cxn>
                  <a:cxn ang="0">
                    <a:pos x="12" y="251"/>
                  </a:cxn>
                  <a:cxn ang="0">
                    <a:pos x="12" y="251"/>
                  </a:cxn>
                  <a:cxn ang="0">
                    <a:pos x="10" y="254"/>
                  </a:cxn>
                  <a:cxn ang="0">
                    <a:pos x="0" y="266"/>
                  </a:cxn>
                  <a:cxn ang="0">
                    <a:pos x="0" y="266"/>
                  </a:cxn>
                  <a:cxn ang="0">
                    <a:pos x="3" y="261"/>
                  </a:cxn>
                  <a:cxn ang="0">
                    <a:pos x="15" y="279"/>
                  </a:cxn>
                  <a:cxn ang="0">
                    <a:pos x="171" y="95"/>
                  </a:cxn>
                  <a:cxn ang="0">
                    <a:pos x="240" y="13"/>
                  </a:cxn>
                  <a:cxn ang="0">
                    <a:pos x="240" y="13"/>
                  </a:cxn>
                  <a:cxn ang="0">
                    <a:pos x="236" y="18"/>
                  </a:cxn>
                  <a:cxn ang="0">
                    <a:pos x="226" y="0"/>
                  </a:cxn>
                  <a:cxn ang="0">
                    <a:pos x="224" y="0"/>
                  </a:cxn>
                </a:cxnLst>
                <a:rect l="0" t="0" r="r" b="b"/>
                <a:pathLst>
                  <a:path w="240" h="279">
                    <a:moveTo>
                      <a:pt x="224" y="0"/>
                    </a:moveTo>
                    <a:lnTo>
                      <a:pt x="224" y="0"/>
                    </a:lnTo>
                    <a:lnTo>
                      <a:pt x="224" y="0"/>
                    </a:lnTo>
                    <a:lnTo>
                      <a:pt x="12" y="251"/>
                    </a:lnTo>
                    <a:lnTo>
                      <a:pt x="12" y="251"/>
                    </a:lnTo>
                    <a:lnTo>
                      <a:pt x="10" y="254"/>
                    </a:lnTo>
                    <a:lnTo>
                      <a:pt x="0" y="266"/>
                    </a:lnTo>
                    <a:lnTo>
                      <a:pt x="0" y="266"/>
                    </a:lnTo>
                    <a:lnTo>
                      <a:pt x="3" y="261"/>
                    </a:lnTo>
                    <a:lnTo>
                      <a:pt x="15" y="279"/>
                    </a:lnTo>
                    <a:lnTo>
                      <a:pt x="171" y="95"/>
                    </a:lnTo>
                    <a:lnTo>
                      <a:pt x="240" y="13"/>
                    </a:lnTo>
                    <a:lnTo>
                      <a:pt x="240" y="13"/>
                    </a:lnTo>
                    <a:lnTo>
                      <a:pt x="236" y="18"/>
                    </a:lnTo>
                    <a:lnTo>
                      <a:pt x="226" y="0"/>
                    </a:lnTo>
                    <a:lnTo>
                      <a:pt x="224" y="0"/>
                    </a:lnTo>
                  </a:path>
                </a:pathLst>
              </a:custGeom>
              <a:noFill/>
              <a:ln w="9525">
                <a:noFill/>
                <a:round/>
              </a:ln>
            </p:spPr>
            <p:txBody>
              <a:bodyPr vert="horz" wrap="square" lIns="82938" tIns="41469" rIns="82938" bIns="41469" numCol="1" anchor="t" anchorCtr="0" compatLnSpc="1"/>
              <a:lstStyle/>
              <a:p>
                <a:endParaRPr lang="en-GB" sz="1815"/>
              </a:p>
            </p:txBody>
          </p:sp>
          <p:sp>
            <p:nvSpPr>
              <p:cNvPr id="52105" name="Freeform 905"/>
              <p:cNvSpPr>
                <a:spLocks noEditPoints="1"/>
              </p:cNvSpPr>
              <p:nvPr/>
            </p:nvSpPr>
            <p:spPr bwMode="auto">
              <a:xfrm>
                <a:off x="3697" y="2208"/>
                <a:ext cx="10" cy="12"/>
              </a:xfrm>
              <a:custGeom>
                <a:avLst/>
                <a:gdLst/>
                <a:ahLst/>
                <a:cxnLst>
                  <a:cxn ang="0">
                    <a:pos x="3" y="8"/>
                  </a:cxn>
                  <a:cxn ang="0">
                    <a:pos x="3" y="8"/>
                  </a:cxn>
                  <a:cxn ang="0">
                    <a:pos x="0" y="12"/>
                  </a:cxn>
                  <a:cxn ang="0">
                    <a:pos x="0" y="12"/>
                  </a:cxn>
                  <a:cxn ang="0">
                    <a:pos x="3" y="8"/>
                  </a:cxn>
                  <a:cxn ang="0">
                    <a:pos x="3" y="8"/>
                  </a:cxn>
                  <a:cxn ang="0">
                    <a:pos x="3" y="8"/>
                  </a:cxn>
                  <a:cxn ang="0">
                    <a:pos x="3" y="8"/>
                  </a:cxn>
                  <a:cxn ang="0">
                    <a:pos x="3" y="6"/>
                  </a:cxn>
                  <a:cxn ang="0">
                    <a:pos x="3" y="8"/>
                  </a:cxn>
                  <a:cxn ang="0">
                    <a:pos x="3" y="8"/>
                  </a:cxn>
                  <a:cxn ang="0">
                    <a:pos x="3" y="6"/>
                  </a:cxn>
                  <a:cxn ang="0">
                    <a:pos x="3" y="6"/>
                  </a:cxn>
                  <a:cxn ang="0">
                    <a:pos x="3" y="6"/>
                  </a:cxn>
                  <a:cxn ang="0">
                    <a:pos x="3" y="6"/>
                  </a:cxn>
                  <a:cxn ang="0">
                    <a:pos x="3" y="6"/>
                  </a:cxn>
                  <a:cxn ang="0">
                    <a:pos x="3" y="6"/>
                  </a:cxn>
                  <a:cxn ang="0">
                    <a:pos x="10" y="0"/>
                  </a:cxn>
                  <a:cxn ang="0">
                    <a:pos x="3" y="6"/>
                  </a:cxn>
                  <a:cxn ang="0">
                    <a:pos x="3" y="6"/>
                  </a:cxn>
                  <a:cxn ang="0">
                    <a:pos x="10" y="0"/>
                  </a:cxn>
                  <a:cxn ang="0">
                    <a:pos x="10" y="0"/>
                  </a:cxn>
                  <a:cxn ang="0">
                    <a:pos x="10" y="0"/>
                  </a:cxn>
                </a:cxnLst>
                <a:rect l="0" t="0" r="r" b="b"/>
                <a:pathLst>
                  <a:path w="10" h="12">
                    <a:moveTo>
                      <a:pt x="3" y="8"/>
                    </a:moveTo>
                    <a:lnTo>
                      <a:pt x="3" y="8"/>
                    </a:lnTo>
                    <a:lnTo>
                      <a:pt x="0" y="12"/>
                    </a:lnTo>
                    <a:lnTo>
                      <a:pt x="0" y="12"/>
                    </a:lnTo>
                    <a:lnTo>
                      <a:pt x="3" y="8"/>
                    </a:lnTo>
                    <a:close/>
                    <a:moveTo>
                      <a:pt x="3" y="8"/>
                    </a:moveTo>
                    <a:lnTo>
                      <a:pt x="3" y="8"/>
                    </a:lnTo>
                    <a:lnTo>
                      <a:pt x="3" y="8"/>
                    </a:lnTo>
                    <a:close/>
                    <a:moveTo>
                      <a:pt x="3" y="6"/>
                    </a:moveTo>
                    <a:lnTo>
                      <a:pt x="3" y="8"/>
                    </a:lnTo>
                    <a:lnTo>
                      <a:pt x="3" y="8"/>
                    </a:lnTo>
                    <a:lnTo>
                      <a:pt x="3" y="6"/>
                    </a:lnTo>
                    <a:lnTo>
                      <a:pt x="3" y="6"/>
                    </a:lnTo>
                    <a:close/>
                    <a:moveTo>
                      <a:pt x="3" y="6"/>
                    </a:moveTo>
                    <a:lnTo>
                      <a:pt x="3" y="6"/>
                    </a:lnTo>
                    <a:lnTo>
                      <a:pt x="3" y="6"/>
                    </a:lnTo>
                    <a:lnTo>
                      <a:pt x="3" y="6"/>
                    </a:lnTo>
                    <a:close/>
                    <a:moveTo>
                      <a:pt x="10" y="0"/>
                    </a:moveTo>
                    <a:lnTo>
                      <a:pt x="3" y="6"/>
                    </a:lnTo>
                    <a:lnTo>
                      <a:pt x="3" y="6"/>
                    </a:lnTo>
                    <a:lnTo>
                      <a:pt x="10" y="0"/>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06" name="Freeform 906"/>
              <p:cNvSpPr/>
              <p:nvPr/>
            </p:nvSpPr>
            <p:spPr bwMode="auto">
              <a:xfrm>
                <a:off x="3697" y="2216"/>
                <a:ext cx="3" cy="4"/>
              </a:xfrm>
              <a:custGeom>
                <a:avLst/>
                <a:gdLst/>
                <a:ahLst/>
                <a:cxnLst>
                  <a:cxn ang="0">
                    <a:pos x="3" y="0"/>
                  </a:cxn>
                  <a:cxn ang="0">
                    <a:pos x="3" y="0"/>
                  </a:cxn>
                  <a:cxn ang="0">
                    <a:pos x="0" y="4"/>
                  </a:cxn>
                  <a:cxn ang="0">
                    <a:pos x="0" y="4"/>
                  </a:cxn>
                  <a:cxn ang="0">
                    <a:pos x="3" y="0"/>
                  </a:cxn>
                </a:cxnLst>
                <a:rect l="0" t="0" r="r" b="b"/>
                <a:pathLst>
                  <a:path w="3" h="4">
                    <a:moveTo>
                      <a:pt x="3" y="0"/>
                    </a:moveTo>
                    <a:lnTo>
                      <a:pt x="3" y="0"/>
                    </a:lnTo>
                    <a:lnTo>
                      <a:pt x="0" y="4"/>
                    </a:lnTo>
                    <a:lnTo>
                      <a:pt x="0" y="4"/>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07" name="Freeform 907"/>
              <p:cNvSpPr/>
              <p:nvPr/>
            </p:nvSpPr>
            <p:spPr bwMode="auto">
              <a:xfrm>
                <a:off x="3700" y="2216"/>
                <a:ext cx="1" cy="1"/>
              </a:xfrm>
              <a:custGeom>
                <a:avLst/>
                <a:gdLst/>
                <a:ahLst/>
                <a:cxnLst>
                  <a:cxn ang="0">
                    <a:pos x="0" y="0"/>
                  </a:cxn>
                  <a:cxn ang="0">
                    <a:pos x="0" y="0"/>
                  </a:cxn>
                  <a:cxn ang="0">
                    <a:pos x="0" y="0"/>
                  </a:cxn>
                </a:cxnLst>
                <a:rect l="0" t="0" r="r" b="b"/>
                <a:pathLst>
                  <a:path>
                    <a:moveTo>
                      <a:pt x="0" y="0"/>
                    </a:move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08" name="Rectangle 908"/>
              <p:cNvSpPr>
                <a:spLocks noChangeArrowheads="1"/>
              </p:cNvSpPr>
              <p:nvPr/>
            </p:nvSpPr>
            <p:spPr bwMode="auto">
              <a:xfrm>
                <a:off x="3700" y="2214"/>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09" name="Freeform 909"/>
              <p:cNvSpPr/>
              <p:nvPr/>
            </p:nvSpPr>
            <p:spPr bwMode="auto">
              <a:xfrm>
                <a:off x="3700" y="2214"/>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10" name="Freeform 910"/>
              <p:cNvSpPr/>
              <p:nvPr/>
            </p:nvSpPr>
            <p:spPr bwMode="auto">
              <a:xfrm>
                <a:off x="3700" y="2208"/>
                <a:ext cx="7" cy="6"/>
              </a:xfrm>
              <a:custGeom>
                <a:avLst/>
                <a:gdLst/>
                <a:ahLst/>
                <a:cxnLst>
                  <a:cxn ang="0">
                    <a:pos x="7" y="0"/>
                  </a:cxn>
                  <a:cxn ang="0">
                    <a:pos x="0" y="6"/>
                  </a:cxn>
                  <a:cxn ang="0">
                    <a:pos x="0" y="6"/>
                  </a:cxn>
                  <a:cxn ang="0">
                    <a:pos x="7" y="0"/>
                  </a:cxn>
                  <a:cxn ang="0">
                    <a:pos x="7" y="0"/>
                  </a:cxn>
                  <a:cxn ang="0">
                    <a:pos x="7" y="0"/>
                  </a:cxn>
                </a:cxnLst>
                <a:rect l="0" t="0" r="r" b="b"/>
                <a:pathLst>
                  <a:path w="7" h="6">
                    <a:moveTo>
                      <a:pt x="7" y="0"/>
                    </a:moveTo>
                    <a:lnTo>
                      <a:pt x="0" y="6"/>
                    </a:lnTo>
                    <a:lnTo>
                      <a:pt x="0" y="6"/>
                    </a:lnTo>
                    <a:lnTo>
                      <a:pt x="7" y="0"/>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111" name="Freeform 911"/>
              <p:cNvSpPr/>
              <p:nvPr/>
            </p:nvSpPr>
            <p:spPr bwMode="auto">
              <a:xfrm>
                <a:off x="3992" y="2611"/>
                <a:ext cx="333" cy="59"/>
              </a:xfrm>
              <a:custGeom>
                <a:avLst/>
                <a:gdLst/>
                <a:ahLst/>
                <a:cxnLst>
                  <a:cxn ang="0">
                    <a:pos x="333" y="0"/>
                  </a:cxn>
                  <a:cxn ang="0">
                    <a:pos x="0" y="59"/>
                  </a:cxn>
                  <a:cxn ang="0">
                    <a:pos x="333" y="0"/>
                  </a:cxn>
                  <a:cxn ang="0">
                    <a:pos x="333" y="0"/>
                  </a:cxn>
                </a:cxnLst>
                <a:rect l="0" t="0" r="r" b="b"/>
                <a:pathLst>
                  <a:path w="333" h="59">
                    <a:moveTo>
                      <a:pt x="333" y="0"/>
                    </a:moveTo>
                    <a:lnTo>
                      <a:pt x="0" y="59"/>
                    </a:lnTo>
                    <a:lnTo>
                      <a:pt x="333" y="0"/>
                    </a:lnTo>
                    <a:lnTo>
                      <a:pt x="33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12" name="Freeform 912"/>
              <p:cNvSpPr/>
              <p:nvPr/>
            </p:nvSpPr>
            <p:spPr bwMode="auto">
              <a:xfrm>
                <a:off x="3992" y="2611"/>
                <a:ext cx="333" cy="59"/>
              </a:xfrm>
              <a:custGeom>
                <a:avLst/>
                <a:gdLst/>
                <a:ahLst/>
                <a:cxnLst>
                  <a:cxn ang="0">
                    <a:pos x="333" y="0"/>
                  </a:cxn>
                  <a:cxn ang="0">
                    <a:pos x="0" y="59"/>
                  </a:cxn>
                  <a:cxn ang="0">
                    <a:pos x="333" y="0"/>
                  </a:cxn>
                  <a:cxn ang="0">
                    <a:pos x="333" y="0"/>
                  </a:cxn>
                </a:cxnLst>
                <a:rect l="0" t="0" r="r" b="b"/>
                <a:pathLst>
                  <a:path w="333" h="59">
                    <a:moveTo>
                      <a:pt x="333" y="0"/>
                    </a:moveTo>
                    <a:lnTo>
                      <a:pt x="0" y="59"/>
                    </a:lnTo>
                    <a:lnTo>
                      <a:pt x="333" y="0"/>
                    </a:lnTo>
                    <a:lnTo>
                      <a:pt x="333" y="0"/>
                    </a:lnTo>
                  </a:path>
                </a:pathLst>
              </a:custGeom>
              <a:noFill/>
              <a:ln w="9525">
                <a:noFill/>
                <a:round/>
              </a:ln>
            </p:spPr>
            <p:txBody>
              <a:bodyPr vert="horz" wrap="square" lIns="82938" tIns="41469" rIns="82938" bIns="41469" numCol="1" anchor="t" anchorCtr="0" compatLnSpc="1"/>
              <a:lstStyle/>
              <a:p>
                <a:endParaRPr lang="en-GB" sz="1815"/>
              </a:p>
            </p:txBody>
          </p:sp>
          <p:sp>
            <p:nvSpPr>
              <p:cNvPr id="52113" name="Freeform 913"/>
              <p:cNvSpPr/>
              <p:nvPr/>
            </p:nvSpPr>
            <p:spPr bwMode="auto">
              <a:xfrm>
                <a:off x="3983" y="2685"/>
                <a:ext cx="44" cy="7"/>
              </a:xfrm>
              <a:custGeom>
                <a:avLst/>
                <a:gdLst/>
                <a:ahLst/>
                <a:cxnLst>
                  <a:cxn ang="0">
                    <a:pos x="44" y="0"/>
                  </a:cxn>
                  <a:cxn ang="0">
                    <a:pos x="0" y="7"/>
                  </a:cxn>
                  <a:cxn ang="0">
                    <a:pos x="0" y="7"/>
                  </a:cxn>
                  <a:cxn ang="0">
                    <a:pos x="44" y="0"/>
                  </a:cxn>
                </a:cxnLst>
                <a:rect l="0" t="0" r="r" b="b"/>
                <a:pathLst>
                  <a:path w="44" h="7">
                    <a:moveTo>
                      <a:pt x="44" y="0"/>
                    </a:moveTo>
                    <a:lnTo>
                      <a:pt x="0" y="7"/>
                    </a:lnTo>
                    <a:lnTo>
                      <a:pt x="0" y="7"/>
                    </a:lnTo>
                    <a:lnTo>
                      <a:pt x="4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114" name="Freeform 914"/>
              <p:cNvSpPr/>
              <p:nvPr/>
            </p:nvSpPr>
            <p:spPr bwMode="auto">
              <a:xfrm>
                <a:off x="3983" y="2685"/>
                <a:ext cx="44" cy="7"/>
              </a:xfrm>
              <a:custGeom>
                <a:avLst/>
                <a:gdLst/>
                <a:ahLst/>
                <a:cxnLst>
                  <a:cxn ang="0">
                    <a:pos x="44" y="0"/>
                  </a:cxn>
                  <a:cxn ang="0">
                    <a:pos x="0" y="7"/>
                  </a:cxn>
                  <a:cxn ang="0">
                    <a:pos x="0" y="7"/>
                  </a:cxn>
                  <a:cxn ang="0">
                    <a:pos x="44" y="0"/>
                  </a:cxn>
                </a:cxnLst>
                <a:rect l="0" t="0" r="r" b="b"/>
                <a:pathLst>
                  <a:path w="44" h="7">
                    <a:moveTo>
                      <a:pt x="44" y="0"/>
                    </a:moveTo>
                    <a:lnTo>
                      <a:pt x="0" y="7"/>
                    </a:lnTo>
                    <a:lnTo>
                      <a:pt x="0" y="7"/>
                    </a:lnTo>
                    <a:lnTo>
                      <a:pt x="44" y="0"/>
                    </a:lnTo>
                  </a:path>
                </a:pathLst>
              </a:custGeom>
              <a:noFill/>
              <a:ln w="9525">
                <a:noFill/>
                <a:round/>
              </a:ln>
            </p:spPr>
            <p:txBody>
              <a:bodyPr vert="horz" wrap="square" lIns="82938" tIns="41469" rIns="82938" bIns="41469" numCol="1" anchor="t" anchorCtr="0" compatLnSpc="1"/>
              <a:lstStyle/>
              <a:p>
                <a:endParaRPr lang="en-GB" sz="1815"/>
              </a:p>
            </p:txBody>
          </p:sp>
          <p:sp>
            <p:nvSpPr>
              <p:cNvPr id="52115" name="Freeform 915"/>
              <p:cNvSpPr/>
              <p:nvPr/>
            </p:nvSpPr>
            <p:spPr bwMode="auto">
              <a:xfrm>
                <a:off x="3983" y="2611"/>
                <a:ext cx="342" cy="81"/>
              </a:xfrm>
              <a:custGeom>
                <a:avLst/>
                <a:gdLst/>
                <a:ahLst/>
                <a:cxnLst>
                  <a:cxn ang="0">
                    <a:pos x="342" y="0"/>
                  </a:cxn>
                  <a:cxn ang="0">
                    <a:pos x="9" y="59"/>
                  </a:cxn>
                  <a:cxn ang="0">
                    <a:pos x="4" y="59"/>
                  </a:cxn>
                  <a:cxn ang="0">
                    <a:pos x="0" y="81"/>
                  </a:cxn>
                  <a:cxn ang="0">
                    <a:pos x="44" y="74"/>
                  </a:cxn>
                  <a:cxn ang="0">
                    <a:pos x="339" y="22"/>
                  </a:cxn>
                  <a:cxn ang="0">
                    <a:pos x="342" y="9"/>
                  </a:cxn>
                  <a:cxn ang="0">
                    <a:pos x="342" y="2"/>
                  </a:cxn>
                  <a:cxn ang="0">
                    <a:pos x="342" y="0"/>
                  </a:cxn>
                </a:cxnLst>
                <a:rect l="0" t="0" r="r" b="b"/>
                <a:pathLst>
                  <a:path w="342" h="81">
                    <a:moveTo>
                      <a:pt x="342" y="0"/>
                    </a:moveTo>
                    <a:lnTo>
                      <a:pt x="9" y="59"/>
                    </a:lnTo>
                    <a:lnTo>
                      <a:pt x="4" y="59"/>
                    </a:lnTo>
                    <a:lnTo>
                      <a:pt x="0" y="81"/>
                    </a:lnTo>
                    <a:lnTo>
                      <a:pt x="44" y="74"/>
                    </a:lnTo>
                    <a:lnTo>
                      <a:pt x="339" y="22"/>
                    </a:lnTo>
                    <a:lnTo>
                      <a:pt x="342" y="9"/>
                    </a:lnTo>
                    <a:lnTo>
                      <a:pt x="342" y="2"/>
                    </a:lnTo>
                    <a:lnTo>
                      <a:pt x="34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16" name="Freeform 916"/>
              <p:cNvSpPr/>
              <p:nvPr/>
            </p:nvSpPr>
            <p:spPr bwMode="auto">
              <a:xfrm>
                <a:off x="3983" y="2611"/>
                <a:ext cx="342" cy="81"/>
              </a:xfrm>
              <a:custGeom>
                <a:avLst/>
                <a:gdLst/>
                <a:ahLst/>
                <a:cxnLst>
                  <a:cxn ang="0">
                    <a:pos x="342" y="0"/>
                  </a:cxn>
                  <a:cxn ang="0">
                    <a:pos x="9" y="59"/>
                  </a:cxn>
                  <a:cxn ang="0">
                    <a:pos x="4" y="59"/>
                  </a:cxn>
                  <a:cxn ang="0">
                    <a:pos x="0" y="81"/>
                  </a:cxn>
                  <a:cxn ang="0">
                    <a:pos x="44" y="74"/>
                  </a:cxn>
                  <a:cxn ang="0">
                    <a:pos x="339" y="22"/>
                  </a:cxn>
                  <a:cxn ang="0">
                    <a:pos x="342" y="9"/>
                  </a:cxn>
                  <a:cxn ang="0">
                    <a:pos x="342" y="2"/>
                  </a:cxn>
                  <a:cxn ang="0">
                    <a:pos x="342" y="0"/>
                  </a:cxn>
                </a:cxnLst>
                <a:rect l="0" t="0" r="r" b="b"/>
                <a:pathLst>
                  <a:path w="342" h="81">
                    <a:moveTo>
                      <a:pt x="342" y="0"/>
                    </a:moveTo>
                    <a:lnTo>
                      <a:pt x="9" y="59"/>
                    </a:lnTo>
                    <a:lnTo>
                      <a:pt x="4" y="59"/>
                    </a:lnTo>
                    <a:lnTo>
                      <a:pt x="0" y="81"/>
                    </a:lnTo>
                    <a:lnTo>
                      <a:pt x="44" y="74"/>
                    </a:lnTo>
                    <a:lnTo>
                      <a:pt x="339" y="22"/>
                    </a:lnTo>
                    <a:lnTo>
                      <a:pt x="342" y="9"/>
                    </a:lnTo>
                    <a:lnTo>
                      <a:pt x="342" y="2"/>
                    </a:lnTo>
                    <a:lnTo>
                      <a:pt x="342" y="0"/>
                    </a:lnTo>
                  </a:path>
                </a:pathLst>
              </a:custGeom>
              <a:noFill/>
              <a:ln w="9525">
                <a:noFill/>
                <a:round/>
              </a:ln>
            </p:spPr>
            <p:txBody>
              <a:bodyPr vert="horz" wrap="square" lIns="82938" tIns="41469" rIns="82938" bIns="41469" numCol="1" anchor="t" anchorCtr="0" compatLnSpc="1"/>
              <a:lstStyle/>
              <a:p>
                <a:endParaRPr lang="en-GB" sz="1815"/>
              </a:p>
            </p:txBody>
          </p:sp>
          <p:sp>
            <p:nvSpPr>
              <p:cNvPr id="52117" name="Freeform 917"/>
              <p:cNvSpPr/>
              <p:nvPr/>
            </p:nvSpPr>
            <p:spPr bwMode="auto">
              <a:xfrm>
                <a:off x="3612" y="2695"/>
                <a:ext cx="351" cy="62"/>
              </a:xfrm>
              <a:custGeom>
                <a:avLst/>
                <a:gdLst/>
                <a:ahLst/>
                <a:cxnLst>
                  <a:cxn ang="0">
                    <a:pos x="351" y="0"/>
                  </a:cxn>
                  <a:cxn ang="0">
                    <a:pos x="0" y="62"/>
                  </a:cxn>
                  <a:cxn ang="0">
                    <a:pos x="0" y="62"/>
                  </a:cxn>
                  <a:cxn ang="0">
                    <a:pos x="351" y="0"/>
                  </a:cxn>
                  <a:cxn ang="0">
                    <a:pos x="351" y="0"/>
                  </a:cxn>
                </a:cxnLst>
                <a:rect l="0" t="0" r="r" b="b"/>
                <a:pathLst>
                  <a:path w="351" h="62">
                    <a:moveTo>
                      <a:pt x="351" y="0"/>
                    </a:moveTo>
                    <a:lnTo>
                      <a:pt x="0" y="62"/>
                    </a:lnTo>
                    <a:lnTo>
                      <a:pt x="0" y="62"/>
                    </a:lnTo>
                    <a:lnTo>
                      <a:pt x="351" y="0"/>
                    </a:lnTo>
                    <a:lnTo>
                      <a:pt x="35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18" name="Freeform 918"/>
              <p:cNvSpPr/>
              <p:nvPr/>
            </p:nvSpPr>
            <p:spPr bwMode="auto">
              <a:xfrm>
                <a:off x="3612" y="2695"/>
                <a:ext cx="351" cy="62"/>
              </a:xfrm>
              <a:custGeom>
                <a:avLst/>
                <a:gdLst/>
                <a:ahLst/>
                <a:cxnLst>
                  <a:cxn ang="0">
                    <a:pos x="351" y="0"/>
                  </a:cxn>
                  <a:cxn ang="0">
                    <a:pos x="0" y="62"/>
                  </a:cxn>
                  <a:cxn ang="0">
                    <a:pos x="0" y="62"/>
                  </a:cxn>
                  <a:cxn ang="0">
                    <a:pos x="351" y="0"/>
                  </a:cxn>
                  <a:cxn ang="0">
                    <a:pos x="351" y="0"/>
                  </a:cxn>
                </a:cxnLst>
                <a:rect l="0" t="0" r="r" b="b"/>
                <a:pathLst>
                  <a:path w="351" h="62">
                    <a:moveTo>
                      <a:pt x="351" y="0"/>
                    </a:moveTo>
                    <a:lnTo>
                      <a:pt x="0" y="62"/>
                    </a:lnTo>
                    <a:lnTo>
                      <a:pt x="0" y="62"/>
                    </a:lnTo>
                    <a:lnTo>
                      <a:pt x="351" y="0"/>
                    </a:lnTo>
                    <a:lnTo>
                      <a:pt x="351" y="0"/>
                    </a:lnTo>
                  </a:path>
                </a:pathLst>
              </a:custGeom>
              <a:noFill/>
              <a:ln w="9525">
                <a:noFill/>
                <a:round/>
              </a:ln>
            </p:spPr>
            <p:txBody>
              <a:bodyPr vert="horz" wrap="square" lIns="82938" tIns="41469" rIns="82938" bIns="41469" numCol="1" anchor="t" anchorCtr="0" compatLnSpc="1"/>
              <a:lstStyle/>
              <a:p>
                <a:endParaRPr lang="en-GB" sz="1815"/>
              </a:p>
            </p:txBody>
          </p:sp>
          <p:sp>
            <p:nvSpPr>
              <p:cNvPr id="52119" name="Rectangle 919"/>
              <p:cNvSpPr>
                <a:spLocks noChangeArrowheads="1"/>
              </p:cNvSpPr>
              <p:nvPr/>
            </p:nvSpPr>
            <p:spPr bwMode="auto">
              <a:xfrm>
                <a:off x="3983" y="2692"/>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120" name="Freeform 920"/>
              <p:cNvSpPr/>
              <p:nvPr/>
            </p:nvSpPr>
            <p:spPr bwMode="auto">
              <a:xfrm>
                <a:off x="3983" y="2692"/>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21" name="Freeform 921"/>
              <p:cNvSpPr/>
              <p:nvPr/>
            </p:nvSpPr>
            <p:spPr bwMode="auto">
              <a:xfrm>
                <a:off x="3963" y="2670"/>
                <a:ext cx="24" cy="25"/>
              </a:xfrm>
              <a:custGeom>
                <a:avLst/>
                <a:gdLst/>
                <a:ahLst/>
                <a:cxnLst>
                  <a:cxn ang="0">
                    <a:pos x="24" y="0"/>
                  </a:cxn>
                  <a:cxn ang="0">
                    <a:pos x="19" y="2"/>
                  </a:cxn>
                  <a:cxn ang="0">
                    <a:pos x="19" y="2"/>
                  </a:cxn>
                  <a:cxn ang="0">
                    <a:pos x="15" y="23"/>
                  </a:cxn>
                  <a:cxn ang="0">
                    <a:pos x="0" y="25"/>
                  </a:cxn>
                  <a:cxn ang="0">
                    <a:pos x="0" y="25"/>
                  </a:cxn>
                  <a:cxn ang="0">
                    <a:pos x="20" y="22"/>
                  </a:cxn>
                  <a:cxn ang="0">
                    <a:pos x="20" y="22"/>
                  </a:cxn>
                  <a:cxn ang="0">
                    <a:pos x="20" y="22"/>
                  </a:cxn>
                  <a:cxn ang="0">
                    <a:pos x="24" y="0"/>
                  </a:cxn>
                </a:cxnLst>
                <a:rect l="0" t="0" r="r" b="b"/>
                <a:pathLst>
                  <a:path w="24" h="25">
                    <a:moveTo>
                      <a:pt x="24" y="0"/>
                    </a:moveTo>
                    <a:lnTo>
                      <a:pt x="19" y="2"/>
                    </a:lnTo>
                    <a:lnTo>
                      <a:pt x="19" y="2"/>
                    </a:lnTo>
                    <a:lnTo>
                      <a:pt x="15" y="23"/>
                    </a:lnTo>
                    <a:lnTo>
                      <a:pt x="0" y="25"/>
                    </a:lnTo>
                    <a:lnTo>
                      <a:pt x="0" y="25"/>
                    </a:lnTo>
                    <a:lnTo>
                      <a:pt x="20" y="22"/>
                    </a:lnTo>
                    <a:lnTo>
                      <a:pt x="20" y="22"/>
                    </a:lnTo>
                    <a:lnTo>
                      <a:pt x="20" y="22"/>
                    </a:lnTo>
                    <a:lnTo>
                      <a:pt x="2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22" name="Freeform 922"/>
              <p:cNvSpPr/>
              <p:nvPr/>
            </p:nvSpPr>
            <p:spPr bwMode="auto">
              <a:xfrm>
                <a:off x="3963" y="2670"/>
                <a:ext cx="24" cy="25"/>
              </a:xfrm>
              <a:custGeom>
                <a:avLst/>
                <a:gdLst/>
                <a:ahLst/>
                <a:cxnLst>
                  <a:cxn ang="0">
                    <a:pos x="24" y="0"/>
                  </a:cxn>
                  <a:cxn ang="0">
                    <a:pos x="19" y="2"/>
                  </a:cxn>
                  <a:cxn ang="0">
                    <a:pos x="19" y="2"/>
                  </a:cxn>
                  <a:cxn ang="0">
                    <a:pos x="15" y="23"/>
                  </a:cxn>
                  <a:cxn ang="0">
                    <a:pos x="0" y="25"/>
                  </a:cxn>
                  <a:cxn ang="0">
                    <a:pos x="0" y="25"/>
                  </a:cxn>
                  <a:cxn ang="0">
                    <a:pos x="20" y="22"/>
                  </a:cxn>
                  <a:cxn ang="0">
                    <a:pos x="20" y="22"/>
                  </a:cxn>
                  <a:cxn ang="0">
                    <a:pos x="20" y="22"/>
                  </a:cxn>
                  <a:cxn ang="0">
                    <a:pos x="24" y="0"/>
                  </a:cxn>
                </a:cxnLst>
                <a:rect l="0" t="0" r="r" b="b"/>
                <a:pathLst>
                  <a:path w="24" h="25">
                    <a:moveTo>
                      <a:pt x="24" y="0"/>
                    </a:moveTo>
                    <a:lnTo>
                      <a:pt x="19" y="2"/>
                    </a:lnTo>
                    <a:lnTo>
                      <a:pt x="19" y="2"/>
                    </a:lnTo>
                    <a:lnTo>
                      <a:pt x="15" y="23"/>
                    </a:lnTo>
                    <a:lnTo>
                      <a:pt x="0" y="25"/>
                    </a:lnTo>
                    <a:lnTo>
                      <a:pt x="0" y="25"/>
                    </a:lnTo>
                    <a:lnTo>
                      <a:pt x="20" y="22"/>
                    </a:lnTo>
                    <a:lnTo>
                      <a:pt x="20" y="22"/>
                    </a:lnTo>
                    <a:lnTo>
                      <a:pt x="20" y="22"/>
                    </a:lnTo>
                    <a:lnTo>
                      <a:pt x="24" y="0"/>
                    </a:lnTo>
                  </a:path>
                </a:pathLst>
              </a:custGeom>
              <a:noFill/>
              <a:ln w="9525">
                <a:noFill/>
                <a:round/>
              </a:ln>
            </p:spPr>
            <p:txBody>
              <a:bodyPr vert="horz" wrap="square" lIns="82938" tIns="41469" rIns="82938" bIns="41469" numCol="1" anchor="t" anchorCtr="0" compatLnSpc="1"/>
              <a:lstStyle/>
              <a:p>
                <a:endParaRPr lang="en-GB" sz="1815"/>
              </a:p>
            </p:txBody>
          </p:sp>
          <p:sp>
            <p:nvSpPr>
              <p:cNvPr id="52123" name="Rectangle 923"/>
              <p:cNvSpPr>
                <a:spLocks noChangeArrowheads="1"/>
              </p:cNvSpPr>
              <p:nvPr/>
            </p:nvSpPr>
            <p:spPr bwMode="auto">
              <a:xfrm>
                <a:off x="3605" y="275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124" name="Rectangle 924"/>
              <p:cNvSpPr>
                <a:spLocks noChangeArrowheads="1"/>
              </p:cNvSpPr>
              <p:nvPr/>
            </p:nvSpPr>
            <p:spPr bwMode="auto">
              <a:xfrm>
                <a:off x="3605" y="275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25" name="Freeform 925"/>
              <p:cNvSpPr/>
              <p:nvPr/>
            </p:nvSpPr>
            <p:spPr bwMode="auto">
              <a:xfrm>
                <a:off x="3947" y="1940"/>
                <a:ext cx="400" cy="671"/>
              </a:xfrm>
              <a:custGeom>
                <a:avLst/>
                <a:gdLst/>
                <a:ahLst/>
                <a:cxnLst>
                  <a:cxn ang="0">
                    <a:pos x="13" y="0"/>
                  </a:cxn>
                  <a:cxn ang="0">
                    <a:pos x="10" y="3"/>
                  </a:cxn>
                  <a:cxn ang="0">
                    <a:pos x="10" y="3"/>
                  </a:cxn>
                  <a:cxn ang="0">
                    <a:pos x="0" y="15"/>
                  </a:cxn>
                  <a:cxn ang="0">
                    <a:pos x="378" y="671"/>
                  </a:cxn>
                  <a:cxn ang="0">
                    <a:pos x="378" y="671"/>
                  </a:cxn>
                  <a:cxn ang="0">
                    <a:pos x="400" y="668"/>
                  </a:cxn>
                  <a:cxn ang="0">
                    <a:pos x="13" y="0"/>
                  </a:cxn>
                </a:cxnLst>
                <a:rect l="0" t="0" r="r" b="b"/>
                <a:pathLst>
                  <a:path w="400" h="671">
                    <a:moveTo>
                      <a:pt x="13" y="0"/>
                    </a:moveTo>
                    <a:lnTo>
                      <a:pt x="10" y="3"/>
                    </a:lnTo>
                    <a:lnTo>
                      <a:pt x="10" y="3"/>
                    </a:lnTo>
                    <a:lnTo>
                      <a:pt x="0" y="15"/>
                    </a:lnTo>
                    <a:lnTo>
                      <a:pt x="378" y="671"/>
                    </a:lnTo>
                    <a:lnTo>
                      <a:pt x="378" y="671"/>
                    </a:lnTo>
                    <a:lnTo>
                      <a:pt x="400" y="668"/>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26" name="Freeform 926"/>
              <p:cNvSpPr/>
              <p:nvPr/>
            </p:nvSpPr>
            <p:spPr bwMode="auto">
              <a:xfrm>
                <a:off x="3947" y="1940"/>
                <a:ext cx="400" cy="671"/>
              </a:xfrm>
              <a:custGeom>
                <a:avLst/>
                <a:gdLst/>
                <a:ahLst/>
                <a:cxnLst>
                  <a:cxn ang="0">
                    <a:pos x="13" y="0"/>
                  </a:cxn>
                  <a:cxn ang="0">
                    <a:pos x="10" y="3"/>
                  </a:cxn>
                  <a:cxn ang="0">
                    <a:pos x="10" y="3"/>
                  </a:cxn>
                  <a:cxn ang="0">
                    <a:pos x="0" y="15"/>
                  </a:cxn>
                  <a:cxn ang="0">
                    <a:pos x="378" y="671"/>
                  </a:cxn>
                  <a:cxn ang="0">
                    <a:pos x="378" y="671"/>
                  </a:cxn>
                  <a:cxn ang="0">
                    <a:pos x="400" y="668"/>
                  </a:cxn>
                  <a:cxn ang="0">
                    <a:pos x="13" y="0"/>
                  </a:cxn>
                </a:cxnLst>
                <a:rect l="0" t="0" r="r" b="b"/>
                <a:pathLst>
                  <a:path w="400" h="671">
                    <a:moveTo>
                      <a:pt x="13" y="0"/>
                    </a:moveTo>
                    <a:lnTo>
                      <a:pt x="10" y="3"/>
                    </a:lnTo>
                    <a:lnTo>
                      <a:pt x="10" y="3"/>
                    </a:lnTo>
                    <a:lnTo>
                      <a:pt x="0" y="15"/>
                    </a:lnTo>
                    <a:lnTo>
                      <a:pt x="378" y="671"/>
                    </a:lnTo>
                    <a:lnTo>
                      <a:pt x="378" y="671"/>
                    </a:lnTo>
                    <a:lnTo>
                      <a:pt x="400" y="668"/>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2127" name="Freeform 927"/>
              <p:cNvSpPr/>
              <p:nvPr/>
            </p:nvSpPr>
            <p:spPr bwMode="auto">
              <a:xfrm>
                <a:off x="3947" y="1922"/>
                <a:ext cx="13" cy="21"/>
              </a:xfrm>
              <a:custGeom>
                <a:avLst/>
                <a:gdLst/>
                <a:ahLst/>
                <a:cxnLst>
                  <a:cxn ang="0">
                    <a:pos x="3" y="0"/>
                  </a:cxn>
                  <a:cxn ang="0">
                    <a:pos x="0" y="3"/>
                  </a:cxn>
                  <a:cxn ang="0">
                    <a:pos x="0" y="3"/>
                  </a:cxn>
                  <a:cxn ang="0">
                    <a:pos x="10" y="21"/>
                  </a:cxn>
                  <a:cxn ang="0">
                    <a:pos x="13" y="18"/>
                  </a:cxn>
                  <a:cxn ang="0">
                    <a:pos x="3" y="0"/>
                  </a:cxn>
                </a:cxnLst>
                <a:rect l="0" t="0" r="r" b="b"/>
                <a:pathLst>
                  <a:path w="13" h="21">
                    <a:moveTo>
                      <a:pt x="3" y="0"/>
                    </a:moveTo>
                    <a:lnTo>
                      <a:pt x="0" y="3"/>
                    </a:lnTo>
                    <a:lnTo>
                      <a:pt x="0" y="3"/>
                    </a:lnTo>
                    <a:lnTo>
                      <a:pt x="10" y="21"/>
                    </a:lnTo>
                    <a:lnTo>
                      <a:pt x="13" y="18"/>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28" name="Freeform 928"/>
              <p:cNvSpPr/>
              <p:nvPr/>
            </p:nvSpPr>
            <p:spPr bwMode="auto">
              <a:xfrm>
                <a:off x="3947" y="1922"/>
                <a:ext cx="13" cy="21"/>
              </a:xfrm>
              <a:custGeom>
                <a:avLst/>
                <a:gdLst/>
                <a:ahLst/>
                <a:cxnLst>
                  <a:cxn ang="0">
                    <a:pos x="3" y="0"/>
                  </a:cxn>
                  <a:cxn ang="0">
                    <a:pos x="0" y="3"/>
                  </a:cxn>
                  <a:cxn ang="0">
                    <a:pos x="0" y="3"/>
                  </a:cxn>
                  <a:cxn ang="0">
                    <a:pos x="10" y="21"/>
                  </a:cxn>
                  <a:cxn ang="0">
                    <a:pos x="13" y="18"/>
                  </a:cxn>
                  <a:cxn ang="0">
                    <a:pos x="3" y="0"/>
                  </a:cxn>
                </a:cxnLst>
                <a:rect l="0" t="0" r="r" b="b"/>
                <a:pathLst>
                  <a:path w="13" h="21">
                    <a:moveTo>
                      <a:pt x="3" y="0"/>
                    </a:moveTo>
                    <a:lnTo>
                      <a:pt x="0" y="3"/>
                    </a:lnTo>
                    <a:lnTo>
                      <a:pt x="0" y="3"/>
                    </a:lnTo>
                    <a:lnTo>
                      <a:pt x="10" y="21"/>
                    </a:lnTo>
                    <a:lnTo>
                      <a:pt x="13" y="18"/>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29" name="Freeform 929"/>
              <p:cNvSpPr/>
              <p:nvPr/>
            </p:nvSpPr>
            <p:spPr bwMode="auto">
              <a:xfrm>
                <a:off x="3935" y="1925"/>
                <a:ext cx="22" cy="30"/>
              </a:xfrm>
              <a:custGeom>
                <a:avLst/>
                <a:gdLst/>
                <a:ahLst/>
                <a:cxnLst>
                  <a:cxn ang="0">
                    <a:pos x="12" y="0"/>
                  </a:cxn>
                  <a:cxn ang="0">
                    <a:pos x="0" y="12"/>
                  </a:cxn>
                  <a:cxn ang="0">
                    <a:pos x="3" y="18"/>
                  </a:cxn>
                  <a:cxn ang="0">
                    <a:pos x="13" y="13"/>
                  </a:cxn>
                  <a:cxn ang="0">
                    <a:pos x="3" y="18"/>
                  </a:cxn>
                  <a:cxn ang="0">
                    <a:pos x="12" y="30"/>
                  </a:cxn>
                  <a:cxn ang="0">
                    <a:pos x="22" y="18"/>
                  </a:cxn>
                  <a:cxn ang="0">
                    <a:pos x="12" y="0"/>
                  </a:cxn>
                  <a:cxn ang="0">
                    <a:pos x="12" y="0"/>
                  </a:cxn>
                </a:cxnLst>
                <a:rect l="0" t="0" r="r" b="b"/>
                <a:pathLst>
                  <a:path w="22" h="30">
                    <a:moveTo>
                      <a:pt x="12" y="0"/>
                    </a:moveTo>
                    <a:lnTo>
                      <a:pt x="0" y="12"/>
                    </a:lnTo>
                    <a:lnTo>
                      <a:pt x="3" y="18"/>
                    </a:lnTo>
                    <a:lnTo>
                      <a:pt x="13" y="13"/>
                    </a:lnTo>
                    <a:lnTo>
                      <a:pt x="3" y="18"/>
                    </a:lnTo>
                    <a:lnTo>
                      <a:pt x="12" y="30"/>
                    </a:lnTo>
                    <a:lnTo>
                      <a:pt x="22" y="18"/>
                    </a:lnTo>
                    <a:lnTo>
                      <a:pt x="12" y="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0" name="Freeform 930"/>
              <p:cNvSpPr/>
              <p:nvPr/>
            </p:nvSpPr>
            <p:spPr bwMode="auto">
              <a:xfrm>
                <a:off x="3935" y="1925"/>
                <a:ext cx="22" cy="30"/>
              </a:xfrm>
              <a:custGeom>
                <a:avLst/>
                <a:gdLst/>
                <a:ahLst/>
                <a:cxnLst>
                  <a:cxn ang="0">
                    <a:pos x="12" y="0"/>
                  </a:cxn>
                  <a:cxn ang="0">
                    <a:pos x="0" y="12"/>
                  </a:cxn>
                  <a:cxn ang="0">
                    <a:pos x="3" y="18"/>
                  </a:cxn>
                  <a:cxn ang="0">
                    <a:pos x="13" y="13"/>
                  </a:cxn>
                  <a:cxn ang="0">
                    <a:pos x="3" y="18"/>
                  </a:cxn>
                  <a:cxn ang="0">
                    <a:pos x="12" y="30"/>
                  </a:cxn>
                  <a:cxn ang="0">
                    <a:pos x="22" y="18"/>
                  </a:cxn>
                  <a:cxn ang="0">
                    <a:pos x="12" y="0"/>
                  </a:cxn>
                  <a:cxn ang="0">
                    <a:pos x="12" y="0"/>
                  </a:cxn>
                </a:cxnLst>
                <a:rect l="0" t="0" r="r" b="b"/>
                <a:pathLst>
                  <a:path w="22" h="30">
                    <a:moveTo>
                      <a:pt x="12" y="0"/>
                    </a:moveTo>
                    <a:lnTo>
                      <a:pt x="0" y="12"/>
                    </a:lnTo>
                    <a:lnTo>
                      <a:pt x="3" y="18"/>
                    </a:lnTo>
                    <a:lnTo>
                      <a:pt x="13" y="13"/>
                    </a:lnTo>
                    <a:lnTo>
                      <a:pt x="3" y="18"/>
                    </a:lnTo>
                    <a:lnTo>
                      <a:pt x="12" y="30"/>
                    </a:lnTo>
                    <a:lnTo>
                      <a:pt x="22" y="18"/>
                    </a:lnTo>
                    <a:lnTo>
                      <a:pt x="12"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2131" name="Freeform 931"/>
              <p:cNvSpPr/>
              <p:nvPr/>
            </p:nvSpPr>
            <p:spPr bwMode="auto">
              <a:xfrm>
                <a:off x="3947" y="1943"/>
                <a:ext cx="10" cy="12"/>
              </a:xfrm>
              <a:custGeom>
                <a:avLst/>
                <a:gdLst/>
                <a:ahLst/>
                <a:cxnLst>
                  <a:cxn ang="0">
                    <a:pos x="10" y="0"/>
                  </a:cxn>
                  <a:cxn ang="0">
                    <a:pos x="0" y="12"/>
                  </a:cxn>
                  <a:cxn ang="0">
                    <a:pos x="0" y="12"/>
                  </a:cxn>
                  <a:cxn ang="0">
                    <a:pos x="0" y="12"/>
                  </a:cxn>
                  <a:cxn ang="0">
                    <a:pos x="10" y="0"/>
                  </a:cxn>
                  <a:cxn ang="0">
                    <a:pos x="10" y="0"/>
                  </a:cxn>
                </a:cxnLst>
                <a:rect l="0" t="0" r="r" b="b"/>
                <a:pathLst>
                  <a:path w="10" h="12">
                    <a:moveTo>
                      <a:pt x="10" y="0"/>
                    </a:moveTo>
                    <a:lnTo>
                      <a:pt x="0" y="12"/>
                    </a:lnTo>
                    <a:lnTo>
                      <a:pt x="0" y="12"/>
                    </a:lnTo>
                    <a:lnTo>
                      <a:pt x="0" y="12"/>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2" name="Freeform 932"/>
              <p:cNvSpPr/>
              <p:nvPr/>
            </p:nvSpPr>
            <p:spPr bwMode="auto">
              <a:xfrm>
                <a:off x="3947" y="1943"/>
                <a:ext cx="10" cy="12"/>
              </a:xfrm>
              <a:custGeom>
                <a:avLst/>
                <a:gdLst/>
                <a:ahLst/>
                <a:cxnLst>
                  <a:cxn ang="0">
                    <a:pos x="10" y="0"/>
                  </a:cxn>
                  <a:cxn ang="0">
                    <a:pos x="0" y="12"/>
                  </a:cxn>
                  <a:cxn ang="0">
                    <a:pos x="0" y="12"/>
                  </a:cxn>
                  <a:cxn ang="0">
                    <a:pos x="0" y="12"/>
                  </a:cxn>
                  <a:cxn ang="0">
                    <a:pos x="10" y="0"/>
                  </a:cxn>
                  <a:cxn ang="0">
                    <a:pos x="10" y="0"/>
                  </a:cxn>
                </a:cxnLst>
                <a:rect l="0" t="0" r="r" b="b"/>
                <a:pathLst>
                  <a:path w="10" h="12">
                    <a:moveTo>
                      <a:pt x="10" y="0"/>
                    </a:moveTo>
                    <a:lnTo>
                      <a:pt x="0" y="12"/>
                    </a:lnTo>
                    <a:lnTo>
                      <a:pt x="0" y="12"/>
                    </a:lnTo>
                    <a:lnTo>
                      <a:pt x="0" y="12"/>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33" name="Freeform 933"/>
              <p:cNvSpPr/>
              <p:nvPr/>
            </p:nvSpPr>
            <p:spPr bwMode="auto">
              <a:xfrm>
                <a:off x="4322" y="2608"/>
                <a:ext cx="25" cy="25"/>
              </a:xfrm>
              <a:custGeom>
                <a:avLst/>
                <a:gdLst/>
                <a:ahLst/>
                <a:cxnLst>
                  <a:cxn ang="0">
                    <a:pos x="25" y="0"/>
                  </a:cxn>
                  <a:cxn ang="0">
                    <a:pos x="3" y="3"/>
                  </a:cxn>
                  <a:cxn ang="0">
                    <a:pos x="3" y="5"/>
                  </a:cxn>
                  <a:cxn ang="0">
                    <a:pos x="3" y="12"/>
                  </a:cxn>
                  <a:cxn ang="0">
                    <a:pos x="0" y="25"/>
                  </a:cxn>
                  <a:cxn ang="0">
                    <a:pos x="5" y="23"/>
                  </a:cxn>
                  <a:cxn ang="0">
                    <a:pos x="8" y="3"/>
                  </a:cxn>
                  <a:cxn ang="0">
                    <a:pos x="25" y="0"/>
                  </a:cxn>
                  <a:cxn ang="0">
                    <a:pos x="25" y="0"/>
                  </a:cxn>
                </a:cxnLst>
                <a:rect l="0" t="0" r="r" b="b"/>
                <a:pathLst>
                  <a:path w="25" h="25">
                    <a:moveTo>
                      <a:pt x="25" y="0"/>
                    </a:moveTo>
                    <a:lnTo>
                      <a:pt x="3" y="3"/>
                    </a:lnTo>
                    <a:lnTo>
                      <a:pt x="3" y="5"/>
                    </a:lnTo>
                    <a:lnTo>
                      <a:pt x="3" y="12"/>
                    </a:lnTo>
                    <a:lnTo>
                      <a:pt x="0" y="25"/>
                    </a:lnTo>
                    <a:lnTo>
                      <a:pt x="5" y="23"/>
                    </a:lnTo>
                    <a:lnTo>
                      <a:pt x="8" y="3"/>
                    </a:lnTo>
                    <a:lnTo>
                      <a:pt x="25" y="0"/>
                    </a:lnTo>
                    <a:lnTo>
                      <a:pt x="2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4" name="Freeform 934"/>
              <p:cNvSpPr/>
              <p:nvPr/>
            </p:nvSpPr>
            <p:spPr bwMode="auto">
              <a:xfrm>
                <a:off x="4322" y="2608"/>
                <a:ext cx="25" cy="25"/>
              </a:xfrm>
              <a:custGeom>
                <a:avLst/>
                <a:gdLst/>
                <a:ahLst/>
                <a:cxnLst>
                  <a:cxn ang="0">
                    <a:pos x="25" y="0"/>
                  </a:cxn>
                  <a:cxn ang="0">
                    <a:pos x="3" y="3"/>
                  </a:cxn>
                  <a:cxn ang="0">
                    <a:pos x="3" y="5"/>
                  </a:cxn>
                  <a:cxn ang="0">
                    <a:pos x="3" y="12"/>
                  </a:cxn>
                  <a:cxn ang="0">
                    <a:pos x="0" y="25"/>
                  </a:cxn>
                  <a:cxn ang="0">
                    <a:pos x="5" y="23"/>
                  </a:cxn>
                  <a:cxn ang="0">
                    <a:pos x="8" y="3"/>
                  </a:cxn>
                  <a:cxn ang="0">
                    <a:pos x="25" y="0"/>
                  </a:cxn>
                  <a:cxn ang="0">
                    <a:pos x="25" y="0"/>
                  </a:cxn>
                </a:cxnLst>
                <a:rect l="0" t="0" r="r" b="b"/>
                <a:pathLst>
                  <a:path w="25" h="25">
                    <a:moveTo>
                      <a:pt x="25" y="0"/>
                    </a:moveTo>
                    <a:lnTo>
                      <a:pt x="3" y="3"/>
                    </a:lnTo>
                    <a:lnTo>
                      <a:pt x="3" y="5"/>
                    </a:lnTo>
                    <a:lnTo>
                      <a:pt x="3" y="12"/>
                    </a:lnTo>
                    <a:lnTo>
                      <a:pt x="0" y="25"/>
                    </a:lnTo>
                    <a:lnTo>
                      <a:pt x="5" y="23"/>
                    </a:lnTo>
                    <a:lnTo>
                      <a:pt x="8" y="3"/>
                    </a:lnTo>
                    <a:lnTo>
                      <a:pt x="25" y="0"/>
                    </a:lnTo>
                    <a:lnTo>
                      <a:pt x="25" y="0"/>
                    </a:lnTo>
                  </a:path>
                </a:pathLst>
              </a:custGeom>
              <a:noFill/>
              <a:ln w="9525">
                <a:noFill/>
                <a:round/>
              </a:ln>
            </p:spPr>
            <p:txBody>
              <a:bodyPr vert="horz" wrap="square" lIns="82938" tIns="41469" rIns="82938" bIns="41469" numCol="1" anchor="t" anchorCtr="0" compatLnSpc="1"/>
              <a:lstStyle/>
              <a:p>
                <a:endParaRPr lang="en-GB" sz="1815"/>
              </a:p>
            </p:txBody>
          </p:sp>
          <p:sp>
            <p:nvSpPr>
              <p:cNvPr id="52135" name="Freeform 935"/>
              <p:cNvSpPr/>
              <p:nvPr/>
            </p:nvSpPr>
            <p:spPr bwMode="auto">
              <a:xfrm>
                <a:off x="4327" y="2608"/>
                <a:ext cx="20" cy="23"/>
              </a:xfrm>
              <a:custGeom>
                <a:avLst/>
                <a:gdLst/>
                <a:ahLst/>
                <a:cxnLst>
                  <a:cxn ang="0">
                    <a:pos x="20" y="0"/>
                  </a:cxn>
                  <a:cxn ang="0">
                    <a:pos x="3" y="3"/>
                  </a:cxn>
                  <a:cxn ang="0">
                    <a:pos x="0" y="23"/>
                  </a:cxn>
                  <a:cxn ang="0">
                    <a:pos x="16" y="22"/>
                  </a:cxn>
                  <a:cxn ang="0">
                    <a:pos x="20" y="0"/>
                  </a:cxn>
                  <a:cxn ang="0">
                    <a:pos x="20" y="0"/>
                  </a:cxn>
                </a:cxnLst>
                <a:rect l="0" t="0" r="r" b="b"/>
                <a:pathLst>
                  <a:path w="20" h="23">
                    <a:moveTo>
                      <a:pt x="20" y="0"/>
                    </a:moveTo>
                    <a:lnTo>
                      <a:pt x="3" y="3"/>
                    </a:lnTo>
                    <a:lnTo>
                      <a:pt x="0" y="23"/>
                    </a:lnTo>
                    <a:lnTo>
                      <a:pt x="16" y="22"/>
                    </a:lnTo>
                    <a:lnTo>
                      <a:pt x="20" y="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6" name="Freeform 936"/>
              <p:cNvSpPr/>
              <p:nvPr/>
            </p:nvSpPr>
            <p:spPr bwMode="auto">
              <a:xfrm>
                <a:off x="4327" y="2608"/>
                <a:ext cx="20" cy="23"/>
              </a:xfrm>
              <a:custGeom>
                <a:avLst/>
                <a:gdLst/>
                <a:ahLst/>
                <a:cxnLst>
                  <a:cxn ang="0">
                    <a:pos x="20" y="0"/>
                  </a:cxn>
                  <a:cxn ang="0">
                    <a:pos x="3" y="3"/>
                  </a:cxn>
                  <a:cxn ang="0">
                    <a:pos x="0" y="23"/>
                  </a:cxn>
                  <a:cxn ang="0">
                    <a:pos x="16" y="22"/>
                  </a:cxn>
                  <a:cxn ang="0">
                    <a:pos x="20" y="0"/>
                  </a:cxn>
                  <a:cxn ang="0">
                    <a:pos x="20" y="0"/>
                  </a:cxn>
                </a:cxnLst>
                <a:rect l="0" t="0" r="r" b="b"/>
                <a:pathLst>
                  <a:path w="20" h="23">
                    <a:moveTo>
                      <a:pt x="20" y="0"/>
                    </a:moveTo>
                    <a:lnTo>
                      <a:pt x="3" y="3"/>
                    </a:lnTo>
                    <a:lnTo>
                      <a:pt x="0" y="23"/>
                    </a:lnTo>
                    <a:lnTo>
                      <a:pt x="16" y="22"/>
                    </a:lnTo>
                    <a:lnTo>
                      <a:pt x="20" y="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2137" name="Freeform 937"/>
              <p:cNvSpPr/>
              <p:nvPr/>
            </p:nvSpPr>
            <p:spPr bwMode="auto">
              <a:xfrm>
                <a:off x="3478" y="2238"/>
                <a:ext cx="482" cy="499"/>
              </a:xfrm>
              <a:custGeom>
                <a:avLst/>
                <a:gdLst/>
                <a:ahLst/>
                <a:cxnLst>
                  <a:cxn ang="0">
                    <a:pos x="231" y="0"/>
                  </a:cxn>
                  <a:cxn ang="0">
                    <a:pos x="0" y="273"/>
                  </a:cxn>
                  <a:cxn ang="0">
                    <a:pos x="130" y="499"/>
                  </a:cxn>
                  <a:cxn ang="0">
                    <a:pos x="366" y="457"/>
                  </a:cxn>
                  <a:cxn ang="0">
                    <a:pos x="482" y="437"/>
                  </a:cxn>
                  <a:cxn ang="0">
                    <a:pos x="231" y="0"/>
                  </a:cxn>
                </a:cxnLst>
                <a:rect l="0" t="0" r="r" b="b"/>
                <a:pathLst>
                  <a:path w="482" h="499">
                    <a:moveTo>
                      <a:pt x="231" y="0"/>
                    </a:moveTo>
                    <a:lnTo>
                      <a:pt x="0" y="273"/>
                    </a:lnTo>
                    <a:lnTo>
                      <a:pt x="130" y="499"/>
                    </a:lnTo>
                    <a:lnTo>
                      <a:pt x="366" y="457"/>
                    </a:lnTo>
                    <a:lnTo>
                      <a:pt x="482" y="437"/>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38" name="Freeform 938"/>
              <p:cNvSpPr/>
              <p:nvPr/>
            </p:nvSpPr>
            <p:spPr bwMode="auto">
              <a:xfrm>
                <a:off x="3478" y="2238"/>
                <a:ext cx="482" cy="499"/>
              </a:xfrm>
              <a:custGeom>
                <a:avLst/>
                <a:gdLst/>
                <a:ahLst/>
                <a:cxnLst>
                  <a:cxn ang="0">
                    <a:pos x="231" y="0"/>
                  </a:cxn>
                  <a:cxn ang="0">
                    <a:pos x="0" y="273"/>
                  </a:cxn>
                  <a:cxn ang="0">
                    <a:pos x="130" y="499"/>
                  </a:cxn>
                  <a:cxn ang="0">
                    <a:pos x="366" y="457"/>
                  </a:cxn>
                  <a:cxn ang="0">
                    <a:pos x="482" y="437"/>
                  </a:cxn>
                  <a:cxn ang="0">
                    <a:pos x="231" y="0"/>
                  </a:cxn>
                </a:cxnLst>
                <a:rect l="0" t="0" r="r" b="b"/>
                <a:pathLst>
                  <a:path w="482" h="499">
                    <a:moveTo>
                      <a:pt x="231" y="0"/>
                    </a:moveTo>
                    <a:lnTo>
                      <a:pt x="0" y="273"/>
                    </a:lnTo>
                    <a:lnTo>
                      <a:pt x="130" y="499"/>
                    </a:lnTo>
                    <a:lnTo>
                      <a:pt x="366" y="457"/>
                    </a:lnTo>
                    <a:lnTo>
                      <a:pt x="482" y="437"/>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39" name="Freeform 939"/>
              <p:cNvSpPr/>
              <p:nvPr/>
            </p:nvSpPr>
            <p:spPr bwMode="auto">
              <a:xfrm>
                <a:off x="3844" y="2675"/>
                <a:ext cx="116" cy="20"/>
              </a:xfrm>
              <a:custGeom>
                <a:avLst/>
                <a:gdLst/>
                <a:ahLst/>
                <a:cxnLst>
                  <a:cxn ang="0">
                    <a:pos x="116" y="0"/>
                  </a:cxn>
                  <a:cxn ang="0">
                    <a:pos x="0" y="20"/>
                  </a:cxn>
                  <a:cxn ang="0">
                    <a:pos x="116" y="0"/>
                  </a:cxn>
                  <a:cxn ang="0">
                    <a:pos x="116" y="0"/>
                  </a:cxn>
                </a:cxnLst>
                <a:rect l="0" t="0" r="r" b="b"/>
                <a:pathLst>
                  <a:path w="116" h="20">
                    <a:moveTo>
                      <a:pt x="116" y="0"/>
                    </a:moveTo>
                    <a:lnTo>
                      <a:pt x="0" y="20"/>
                    </a:lnTo>
                    <a:lnTo>
                      <a:pt x="116" y="0"/>
                    </a:lnTo>
                    <a:lnTo>
                      <a:pt x="116"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40" name="Freeform 940"/>
              <p:cNvSpPr/>
              <p:nvPr/>
            </p:nvSpPr>
            <p:spPr bwMode="auto">
              <a:xfrm>
                <a:off x="3844" y="2675"/>
                <a:ext cx="116" cy="20"/>
              </a:xfrm>
              <a:custGeom>
                <a:avLst/>
                <a:gdLst/>
                <a:ahLst/>
                <a:cxnLst>
                  <a:cxn ang="0">
                    <a:pos x="116" y="0"/>
                  </a:cxn>
                  <a:cxn ang="0">
                    <a:pos x="0" y="20"/>
                  </a:cxn>
                  <a:cxn ang="0">
                    <a:pos x="116" y="0"/>
                  </a:cxn>
                  <a:cxn ang="0">
                    <a:pos x="116" y="0"/>
                  </a:cxn>
                </a:cxnLst>
                <a:rect l="0" t="0" r="r" b="b"/>
                <a:pathLst>
                  <a:path w="116" h="20">
                    <a:moveTo>
                      <a:pt x="116" y="0"/>
                    </a:moveTo>
                    <a:lnTo>
                      <a:pt x="0" y="20"/>
                    </a:lnTo>
                    <a:lnTo>
                      <a:pt x="116" y="0"/>
                    </a:lnTo>
                    <a:lnTo>
                      <a:pt x="116" y="0"/>
                    </a:lnTo>
                  </a:path>
                </a:pathLst>
              </a:custGeom>
              <a:noFill/>
              <a:ln w="9525">
                <a:noFill/>
                <a:round/>
              </a:ln>
            </p:spPr>
            <p:txBody>
              <a:bodyPr vert="horz" wrap="square" lIns="82938" tIns="41469" rIns="82938" bIns="41469" numCol="1" anchor="t" anchorCtr="0" compatLnSpc="1"/>
              <a:lstStyle/>
              <a:p>
                <a:endParaRPr lang="en-GB" sz="1815"/>
              </a:p>
            </p:txBody>
          </p:sp>
          <p:sp>
            <p:nvSpPr>
              <p:cNvPr id="52141" name="Freeform 941"/>
              <p:cNvSpPr/>
              <p:nvPr/>
            </p:nvSpPr>
            <p:spPr bwMode="auto">
              <a:xfrm>
                <a:off x="3709" y="2238"/>
                <a:ext cx="251" cy="437"/>
              </a:xfrm>
              <a:custGeom>
                <a:avLst/>
                <a:gdLst/>
                <a:ahLst/>
                <a:cxnLst>
                  <a:cxn ang="0">
                    <a:pos x="0" y="0"/>
                  </a:cxn>
                  <a:cxn ang="0">
                    <a:pos x="0" y="0"/>
                  </a:cxn>
                  <a:cxn ang="0">
                    <a:pos x="251" y="437"/>
                  </a:cxn>
                  <a:cxn ang="0">
                    <a:pos x="251" y="437"/>
                  </a:cxn>
                  <a:cxn ang="0">
                    <a:pos x="0" y="0"/>
                  </a:cxn>
                </a:cxnLst>
                <a:rect l="0" t="0" r="r" b="b"/>
                <a:pathLst>
                  <a:path w="251" h="437">
                    <a:moveTo>
                      <a:pt x="0" y="0"/>
                    </a:moveTo>
                    <a:lnTo>
                      <a:pt x="0" y="0"/>
                    </a:lnTo>
                    <a:lnTo>
                      <a:pt x="251" y="437"/>
                    </a:lnTo>
                    <a:lnTo>
                      <a:pt x="251" y="437"/>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42" name="Freeform 942"/>
              <p:cNvSpPr/>
              <p:nvPr/>
            </p:nvSpPr>
            <p:spPr bwMode="auto">
              <a:xfrm>
                <a:off x="3709" y="2238"/>
                <a:ext cx="251" cy="437"/>
              </a:xfrm>
              <a:custGeom>
                <a:avLst/>
                <a:gdLst/>
                <a:ahLst/>
                <a:cxnLst>
                  <a:cxn ang="0">
                    <a:pos x="0" y="0"/>
                  </a:cxn>
                  <a:cxn ang="0">
                    <a:pos x="0" y="0"/>
                  </a:cxn>
                  <a:cxn ang="0">
                    <a:pos x="251" y="437"/>
                  </a:cxn>
                  <a:cxn ang="0">
                    <a:pos x="251" y="437"/>
                  </a:cxn>
                  <a:cxn ang="0">
                    <a:pos x="0" y="0"/>
                  </a:cxn>
                </a:cxnLst>
                <a:rect l="0" t="0" r="r" b="b"/>
                <a:pathLst>
                  <a:path w="251" h="437">
                    <a:moveTo>
                      <a:pt x="0" y="0"/>
                    </a:moveTo>
                    <a:lnTo>
                      <a:pt x="0" y="0"/>
                    </a:lnTo>
                    <a:lnTo>
                      <a:pt x="251" y="437"/>
                    </a:lnTo>
                    <a:lnTo>
                      <a:pt x="251" y="43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43" name="Rectangle 943"/>
              <p:cNvSpPr>
                <a:spLocks noChangeArrowheads="1"/>
              </p:cNvSpPr>
              <p:nvPr/>
            </p:nvSpPr>
            <p:spPr bwMode="auto">
              <a:xfrm>
                <a:off x="3960" y="2675"/>
                <a:ext cx="1"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2144" name="Rectangle 944"/>
              <p:cNvSpPr>
                <a:spLocks noChangeArrowheads="1"/>
              </p:cNvSpPr>
              <p:nvPr/>
            </p:nvSpPr>
            <p:spPr bwMode="auto">
              <a:xfrm>
                <a:off x="3960" y="267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45" name="Freeform 945"/>
              <p:cNvSpPr/>
              <p:nvPr/>
            </p:nvSpPr>
            <p:spPr bwMode="auto">
              <a:xfrm>
                <a:off x="3478" y="2238"/>
                <a:ext cx="231" cy="273"/>
              </a:xfrm>
              <a:custGeom>
                <a:avLst/>
                <a:gdLst/>
                <a:ahLst/>
                <a:cxnLst>
                  <a:cxn ang="0">
                    <a:pos x="231" y="0"/>
                  </a:cxn>
                  <a:cxn ang="0">
                    <a:pos x="226" y="5"/>
                  </a:cxn>
                  <a:cxn ang="0">
                    <a:pos x="226" y="5"/>
                  </a:cxn>
                  <a:cxn ang="0">
                    <a:pos x="0" y="273"/>
                  </a:cxn>
                  <a:cxn ang="0">
                    <a:pos x="0" y="273"/>
                  </a:cxn>
                  <a:cxn ang="0">
                    <a:pos x="231" y="0"/>
                  </a:cxn>
                  <a:cxn ang="0">
                    <a:pos x="231" y="0"/>
                  </a:cxn>
                </a:cxnLst>
                <a:rect l="0" t="0" r="r" b="b"/>
                <a:pathLst>
                  <a:path w="231" h="273">
                    <a:moveTo>
                      <a:pt x="231" y="0"/>
                    </a:moveTo>
                    <a:lnTo>
                      <a:pt x="226" y="5"/>
                    </a:lnTo>
                    <a:lnTo>
                      <a:pt x="226" y="5"/>
                    </a:lnTo>
                    <a:lnTo>
                      <a:pt x="0" y="273"/>
                    </a:lnTo>
                    <a:lnTo>
                      <a:pt x="0" y="273"/>
                    </a:lnTo>
                    <a:lnTo>
                      <a:pt x="231" y="0"/>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46" name="Freeform 946"/>
              <p:cNvSpPr/>
              <p:nvPr/>
            </p:nvSpPr>
            <p:spPr bwMode="auto">
              <a:xfrm>
                <a:off x="3478" y="2238"/>
                <a:ext cx="231" cy="273"/>
              </a:xfrm>
              <a:custGeom>
                <a:avLst/>
                <a:gdLst/>
                <a:ahLst/>
                <a:cxnLst>
                  <a:cxn ang="0">
                    <a:pos x="231" y="0"/>
                  </a:cxn>
                  <a:cxn ang="0">
                    <a:pos x="226" y="5"/>
                  </a:cxn>
                  <a:cxn ang="0">
                    <a:pos x="226" y="5"/>
                  </a:cxn>
                  <a:cxn ang="0">
                    <a:pos x="0" y="273"/>
                  </a:cxn>
                  <a:cxn ang="0">
                    <a:pos x="0" y="273"/>
                  </a:cxn>
                  <a:cxn ang="0">
                    <a:pos x="231" y="0"/>
                  </a:cxn>
                  <a:cxn ang="0">
                    <a:pos x="231" y="0"/>
                  </a:cxn>
                </a:cxnLst>
                <a:rect l="0" t="0" r="r" b="b"/>
                <a:pathLst>
                  <a:path w="231" h="273">
                    <a:moveTo>
                      <a:pt x="231" y="0"/>
                    </a:moveTo>
                    <a:lnTo>
                      <a:pt x="226" y="5"/>
                    </a:lnTo>
                    <a:lnTo>
                      <a:pt x="226" y="5"/>
                    </a:lnTo>
                    <a:lnTo>
                      <a:pt x="0" y="273"/>
                    </a:lnTo>
                    <a:lnTo>
                      <a:pt x="0" y="273"/>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47" name="Freeform 947"/>
              <p:cNvSpPr/>
              <p:nvPr/>
            </p:nvSpPr>
            <p:spPr bwMode="auto">
              <a:xfrm>
                <a:off x="3704" y="2238"/>
                <a:ext cx="5" cy="5"/>
              </a:xfrm>
              <a:custGeom>
                <a:avLst/>
                <a:gdLst/>
                <a:ahLst/>
                <a:cxnLst>
                  <a:cxn ang="0">
                    <a:pos x="5" y="0"/>
                  </a:cxn>
                  <a:cxn ang="0">
                    <a:pos x="0" y="5"/>
                  </a:cxn>
                  <a:cxn ang="0">
                    <a:pos x="0" y="5"/>
                  </a:cxn>
                  <a:cxn ang="0">
                    <a:pos x="5" y="0"/>
                  </a:cxn>
                  <a:cxn ang="0">
                    <a:pos x="5" y="0"/>
                  </a:cxn>
                </a:cxnLst>
                <a:rect l="0" t="0" r="r" b="b"/>
                <a:pathLst>
                  <a:path w="5" h="5">
                    <a:moveTo>
                      <a:pt x="5" y="0"/>
                    </a:moveTo>
                    <a:lnTo>
                      <a:pt x="0" y="5"/>
                    </a:lnTo>
                    <a:lnTo>
                      <a:pt x="0" y="5"/>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48" name="Freeform 948"/>
              <p:cNvSpPr/>
              <p:nvPr/>
            </p:nvSpPr>
            <p:spPr bwMode="auto">
              <a:xfrm>
                <a:off x="3704" y="2238"/>
                <a:ext cx="5" cy="5"/>
              </a:xfrm>
              <a:custGeom>
                <a:avLst/>
                <a:gdLst/>
                <a:ahLst/>
                <a:cxnLst>
                  <a:cxn ang="0">
                    <a:pos x="5" y="0"/>
                  </a:cxn>
                  <a:cxn ang="0">
                    <a:pos x="0" y="5"/>
                  </a:cxn>
                  <a:cxn ang="0">
                    <a:pos x="0" y="5"/>
                  </a:cxn>
                  <a:cxn ang="0">
                    <a:pos x="5" y="0"/>
                  </a:cxn>
                  <a:cxn ang="0">
                    <a:pos x="5" y="0"/>
                  </a:cxn>
                </a:cxnLst>
                <a:rect l="0" t="0" r="r" b="b"/>
                <a:pathLst>
                  <a:path w="5" h="5">
                    <a:moveTo>
                      <a:pt x="5" y="0"/>
                    </a:moveTo>
                    <a:lnTo>
                      <a:pt x="0" y="5"/>
                    </a:lnTo>
                    <a:lnTo>
                      <a:pt x="0" y="5"/>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149" name="Freeform 949"/>
              <p:cNvSpPr/>
              <p:nvPr/>
            </p:nvSpPr>
            <p:spPr bwMode="auto">
              <a:xfrm>
                <a:off x="3463" y="2225"/>
                <a:ext cx="241" cy="286"/>
              </a:xfrm>
              <a:custGeom>
                <a:avLst/>
                <a:gdLst/>
                <a:ahLst/>
                <a:cxnLst>
                  <a:cxn ang="0">
                    <a:pos x="231" y="0"/>
                  </a:cxn>
                  <a:cxn ang="0">
                    <a:pos x="0" y="272"/>
                  </a:cxn>
                  <a:cxn ang="0">
                    <a:pos x="0" y="272"/>
                  </a:cxn>
                  <a:cxn ang="0">
                    <a:pos x="5" y="267"/>
                  </a:cxn>
                  <a:cxn ang="0">
                    <a:pos x="10" y="276"/>
                  </a:cxn>
                  <a:cxn ang="0">
                    <a:pos x="10" y="276"/>
                  </a:cxn>
                  <a:cxn ang="0">
                    <a:pos x="15" y="286"/>
                  </a:cxn>
                  <a:cxn ang="0">
                    <a:pos x="15" y="286"/>
                  </a:cxn>
                  <a:cxn ang="0">
                    <a:pos x="15" y="286"/>
                  </a:cxn>
                  <a:cxn ang="0">
                    <a:pos x="241" y="18"/>
                  </a:cxn>
                  <a:cxn ang="0">
                    <a:pos x="241" y="18"/>
                  </a:cxn>
                  <a:cxn ang="0">
                    <a:pos x="236" y="23"/>
                  </a:cxn>
                  <a:cxn ang="0">
                    <a:pos x="236" y="10"/>
                  </a:cxn>
                  <a:cxn ang="0">
                    <a:pos x="231" y="0"/>
                  </a:cxn>
                  <a:cxn ang="0">
                    <a:pos x="231" y="0"/>
                  </a:cxn>
                </a:cxnLst>
                <a:rect l="0" t="0" r="r" b="b"/>
                <a:pathLst>
                  <a:path w="241" h="286">
                    <a:moveTo>
                      <a:pt x="231" y="0"/>
                    </a:moveTo>
                    <a:lnTo>
                      <a:pt x="0" y="272"/>
                    </a:lnTo>
                    <a:lnTo>
                      <a:pt x="0" y="272"/>
                    </a:lnTo>
                    <a:lnTo>
                      <a:pt x="5" y="267"/>
                    </a:lnTo>
                    <a:lnTo>
                      <a:pt x="10" y="276"/>
                    </a:lnTo>
                    <a:lnTo>
                      <a:pt x="10" y="276"/>
                    </a:lnTo>
                    <a:lnTo>
                      <a:pt x="15" y="286"/>
                    </a:lnTo>
                    <a:lnTo>
                      <a:pt x="15" y="286"/>
                    </a:lnTo>
                    <a:lnTo>
                      <a:pt x="15" y="286"/>
                    </a:lnTo>
                    <a:lnTo>
                      <a:pt x="241" y="18"/>
                    </a:lnTo>
                    <a:lnTo>
                      <a:pt x="241" y="18"/>
                    </a:lnTo>
                    <a:lnTo>
                      <a:pt x="236" y="23"/>
                    </a:lnTo>
                    <a:lnTo>
                      <a:pt x="236" y="10"/>
                    </a:lnTo>
                    <a:lnTo>
                      <a:pt x="231" y="0"/>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0" name="Freeform 950"/>
              <p:cNvSpPr/>
              <p:nvPr/>
            </p:nvSpPr>
            <p:spPr bwMode="auto">
              <a:xfrm>
                <a:off x="3463" y="2225"/>
                <a:ext cx="241" cy="286"/>
              </a:xfrm>
              <a:custGeom>
                <a:avLst/>
                <a:gdLst/>
                <a:ahLst/>
                <a:cxnLst>
                  <a:cxn ang="0">
                    <a:pos x="231" y="0"/>
                  </a:cxn>
                  <a:cxn ang="0">
                    <a:pos x="0" y="272"/>
                  </a:cxn>
                  <a:cxn ang="0">
                    <a:pos x="0" y="272"/>
                  </a:cxn>
                  <a:cxn ang="0">
                    <a:pos x="5" y="267"/>
                  </a:cxn>
                  <a:cxn ang="0">
                    <a:pos x="10" y="276"/>
                  </a:cxn>
                  <a:cxn ang="0">
                    <a:pos x="10" y="276"/>
                  </a:cxn>
                  <a:cxn ang="0">
                    <a:pos x="15" y="286"/>
                  </a:cxn>
                  <a:cxn ang="0">
                    <a:pos x="15" y="286"/>
                  </a:cxn>
                  <a:cxn ang="0">
                    <a:pos x="15" y="286"/>
                  </a:cxn>
                  <a:cxn ang="0">
                    <a:pos x="241" y="18"/>
                  </a:cxn>
                  <a:cxn ang="0">
                    <a:pos x="241" y="18"/>
                  </a:cxn>
                  <a:cxn ang="0">
                    <a:pos x="236" y="23"/>
                  </a:cxn>
                  <a:cxn ang="0">
                    <a:pos x="236" y="10"/>
                  </a:cxn>
                  <a:cxn ang="0">
                    <a:pos x="231" y="0"/>
                  </a:cxn>
                  <a:cxn ang="0">
                    <a:pos x="231" y="0"/>
                  </a:cxn>
                </a:cxnLst>
                <a:rect l="0" t="0" r="r" b="b"/>
                <a:pathLst>
                  <a:path w="241" h="286">
                    <a:moveTo>
                      <a:pt x="231" y="0"/>
                    </a:moveTo>
                    <a:lnTo>
                      <a:pt x="0" y="272"/>
                    </a:lnTo>
                    <a:lnTo>
                      <a:pt x="0" y="272"/>
                    </a:lnTo>
                    <a:lnTo>
                      <a:pt x="5" y="267"/>
                    </a:lnTo>
                    <a:lnTo>
                      <a:pt x="10" y="276"/>
                    </a:lnTo>
                    <a:lnTo>
                      <a:pt x="10" y="276"/>
                    </a:lnTo>
                    <a:lnTo>
                      <a:pt x="15" y="286"/>
                    </a:lnTo>
                    <a:lnTo>
                      <a:pt x="15" y="286"/>
                    </a:lnTo>
                    <a:lnTo>
                      <a:pt x="15" y="286"/>
                    </a:lnTo>
                    <a:lnTo>
                      <a:pt x="241" y="18"/>
                    </a:lnTo>
                    <a:lnTo>
                      <a:pt x="241" y="18"/>
                    </a:lnTo>
                    <a:lnTo>
                      <a:pt x="236" y="23"/>
                    </a:lnTo>
                    <a:lnTo>
                      <a:pt x="236" y="10"/>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51" name="Freeform 951"/>
              <p:cNvSpPr/>
              <p:nvPr/>
            </p:nvSpPr>
            <p:spPr bwMode="auto">
              <a:xfrm>
                <a:off x="3694" y="2220"/>
                <a:ext cx="15" cy="28"/>
              </a:xfrm>
              <a:custGeom>
                <a:avLst/>
                <a:gdLst/>
                <a:ahLst/>
                <a:cxnLst>
                  <a:cxn ang="0">
                    <a:pos x="3" y="0"/>
                  </a:cxn>
                  <a:cxn ang="0">
                    <a:pos x="0" y="5"/>
                  </a:cxn>
                  <a:cxn ang="0">
                    <a:pos x="0" y="5"/>
                  </a:cxn>
                  <a:cxn ang="0">
                    <a:pos x="5" y="15"/>
                  </a:cxn>
                  <a:cxn ang="0">
                    <a:pos x="5" y="28"/>
                  </a:cxn>
                  <a:cxn ang="0">
                    <a:pos x="10" y="23"/>
                  </a:cxn>
                  <a:cxn ang="0">
                    <a:pos x="10" y="23"/>
                  </a:cxn>
                  <a:cxn ang="0">
                    <a:pos x="15" y="18"/>
                  </a:cxn>
                  <a:cxn ang="0">
                    <a:pos x="3" y="0"/>
                  </a:cxn>
                </a:cxnLst>
                <a:rect l="0" t="0" r="r" b="b"/>
                <a:pathLst>
                  <a:path w="15" h="28">
                    <a:moveTo>
                      <a:pt x="3" y="0"/>
                    </a:moveTo>
                    <a:lnTo>
                      <a:pt x="0" y="5"/>
                    </a:lnTo>
                    <a:lnTo>
                      <a:pt x="0" y="5"/>
                    </a:lnTo>
                    <a:lnTo>
                      <a:pt x="5" y="15"/>
                    </a:lnTo>
                    <a:lnTo>
                      <a:pt x="5" y="28"/>
                    </a:lnTo>
                    <a:lnTo>
                      <a:pt x="10" y="23"/>
                    </a:lnTo>
                    <a:lnTo>
                      <a:pt x="10" y="23"/>
                    </a:lnTo>
                    <a:lnTo>
                      <a:pt x="15" y="18"/>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2" name="Freeform 952"/>
              <p:cNvSpPr/>
              <p:nvPr/>
            </p:nvSpPr>
            <p:spPr bwMode="auto">
              <a:xfrm>
                <a:off x="3694" y="2220"/>
                <a:ext cx="15" cy="28"/>
              </a:xfrm>
              <a:custGeom>
                <a:avLst/>
                <a:gdLst/>
                <a:ahLst/>
                <a:cxnLst>
                  <a:cxn ang="0">
                    <a:pos x="3" y="0"/>
                  </a:cxn>
                  <a:cxn ang="0">
                    <a:pos x="0" y="5"/>
                  </a:cxn>
                  <a:cxn ang="0">
                    <a:pos x="0" y="5"/>
                  </a:cxn>
                  <a:cxn ang="0">
                    <a:pos x="5" y="15"/>
                  </a:cxn>
                  <a:cxn ang="0">
                    <a:pos x="5" y="28"/>
                  </a:cxn>
                  <a:cxn ang="0">
                    <a:pos x="10" y="23"/>
                  </a:cxn>
                  <a:cxn ang="0">
                    <a:pos x="10" y="23"/>
                  </a:cxn>
                  <a:cxn ang="0">
                    <a:pos x="15" y="18"/>
                  </a:cxn>
                  <a:cxn ang="0">
                    <a:pos x="3" y="0"/>
                  </a:cxn>
                </a:cxnLst>
                <a:rect l="0" t="0" r="r" b="b"/>
                <a:pathLst>
                  <a:path w="15" h="28">
                    <a:moveTo>
                      <a:pt x="3" y="0"/>
                    </a:moveTo>
                    <a:lnTo>
                      <a:pt x="0" y="5"/>
                    </a:lnTo>
                    <a:lnTo>
                      <a:pt x="0" y="5"/>
                    </a:lnTo>
                    <a:lnTo>
                      <a:pt x="5" y="15"/>
                    </a:lnTo>
                    <a:lnTo>
                      <a:pt x="5" y="28"/>
                    </a:lnTo>
                    <a:lnTo>
                      <a:pt x="10" y="23"/>
                    </a:lnTo>
                    <a:lnTo>
                      <a:pt x="10" y="23"/>
                    </a:lnTo>
                    <a:lnTo>
                      <a:pt x="15" y="18"/>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53" name="Freeform 953"/>
              <p:cNvSpPr>
                <a:spLocks noEditPoints="1"/>
              </p:cNvSpPr>
              <p:nvPr/>
            </p:nvSpPr>
            <p:spPr bwMode="auto">
              <a:xfrm>
                <a:off x="3454" y="2497"/>
                <a:ext cx="24" cy="14"/>
              </a:xfrm>
              <a:custGeom>
                <a:avLst/>
                <a:gdLst/>
                <a:ahLst/>
                <a:cxnLst>
                  <a:cxn ang="0">
                    <a:pos x="19" y="4"/>
                  </a:cxn>
                  <a:cxn ang="0">
                    <a:pos x="24" y="14"/>
                  </a:cxn>
                  <a:cxn ang="0">
                    <a:pos x="24" y="14"/>
                  </a:cxn>
                  <a:cxn ang="0">
                    <a:pos x="19" y="4"/>
                  </a:cxn>
                  <a:cxn ang="0">
                    <a:pos x="19" y="4"/>
                  </a:cxn>
                  <a:cxn ang="0">
                    <a:pos x="9" y="0"/>
                  </a:cxn>
                  <a:cxn ang="0">
                    <a:pos x="4" y="7"/>
                  </a:cxn>
                  <a:cxn ang="0">
                    <a:pos x="4" y="7"/>
                  </a:cxn>
                  <a:cxn ang="0">
                    <a:pos x="0" y="12"/>
                  </a:cxn>
                  <a:cxn ang="0">
                    <a:pos x="0" y="12"/>
                  </a:cxn>
                  <a:cxn ang="0">
                    <a:pos x="9" y="0"/>
                  </a:cxn>
                  <a:cxn ang="0">
                    <a:pos x="9" y="0"/>
                  </a:cxn>
                </a:cxnLst>
                <a:rect l="0" t="0" r="r" b="b"/>
                <a:pathLst>
                  <a:path w="24" h="14">
                    <a:moveTo>
                      <a:pt x="19" y="4"/>
                    </a:moveTo>
                    <a:lnTo>
                      <a:pt x="24" y="14"/>
                    </a:lnTo>
                    <a:lnTo>
                      <a:pt x="24" y="14"/>
                    </a:lnTo>
                    <a:lnTo>
                      <a:pt x="19" y="4"/>
                    </a:lnTo>
                    <a:lnTo>
                      <a:pt x="19" y="4"/>
                    </a:lnTo>
                    <a:close/>
                    <a:moveTo>
                      <a:pt x="9" y="0"/>
                    </a:moveTo>
                    <a:lnTo>
                      <a:pt x="4" y="7"/>
                    </a:lnTo>
                    <a:lnTo>
                      <a:pt x="4" y="7"/>
                    </a:lnTo>
                    <a:lnTo>
                      <a:pt x="0" y="12"/>
                    </a:lnTo>
                    <a:lnTo>
                      <a:pt x="0" y="12"/>
                    </a:lnTo>
                    <a:lnTo>
                      <a:pt x="9" y="0"/>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4" name="Freeform 954"/>
              <p:cNvSpPr/>
              <p:nvPr/>
            </p:nvSpPr>
            <p:spPr bwMode="auto">
              <a:xfrm>
                <a:off x="3473" y="2501"/>
                <a:ext cx="5" cy="10"/>
              </a:xfrm>
              <a:custGeom>
                <a:avLst/>
                <a:gdLst/>
                <a:ahLst/>
                <a:cxnLst>
                  <a:cxn ang="0">
                    <a:pos x="0" y="0"/>
                  </a:cxn>
                  <a:cxn ang="0">
                    <a:pos x="5" y="10"/>
                  </a:cxn>
                  <a:cxn ang="0">
                    <a:pos x="5" y="10"/>
                  </a:cxn>
                  <a:cxn ang="0">
                    <a:pos x="0" y="0"/>
                  </a:cxn>
                  <a:cxn ang="0">
                    <a:pos x="0" y="0"/>
                  </a:cxn>
                </a:cxnLst>
                <a:rect l="0" t="0" r="r" b="b"/>
                <a:pathLst>
                  <a:path w="5" h="10">
                    <a:moveTo>
                      <a:pt x="0" y="0"/>
                    </a:moveTo>
                    <a:lnTo>
                      <a:pt x="5" y="10"/>
                    </a:lnTo>
                    <a:lnTo>
                      <a:pt x="5" y="1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55" name="Freeform 955"/>
              <p:cNvSpPr/>
              <p:nvPr/>
            </p:nvSpPr>
            <p:spPr bwMode="auto">
              <a:xfrm>
                <a:off x="3454" y="2497"/>
                <a:ext cx="9" cy="12"/>
              </a:xfrm>
              <a:custGeom>
                <a:avLst/>
                <a:gdLst/>
                <a:ahLst/>
                <a:cxnLst>
                  <a:cxn ang="0">
                    <a:pos x="9" y="0"/>
                  </a:cxn>
                  <a:cxn ang="0">
                    <a:pos x="4" y="7"/>
                  </a:cxn>
                  <a:cxn ang="0">
                    <a:pos x="4" y="7"/>
                  </a:cxn>
                  <a:cxn ang="0">
                    <a:pos x="0" y="12"/>
                  </a:cxn>
                  <a:cxn ang="0">
                    <a:pos x="0" y="12"/>
                  </a:cxn>
                  <a:cxn ang="0">
                    <a:pos x="9" y="0"/>
                  </a:cxn>
                  <a:cxn ang="0">
                    <a:pos x="9" y="0"/>
                  </a:cxn>
                </a:cxnLst>
                <a:rect l="0" t="0" r="r" b="b"/>
                <a:pathLst>
                  <a:path w="9" h="12">
                    <a:moveTo>
                      <a:pt x="9" y="0"/>
                    </a:moveTo>
                    <a:lnTo>
                      <a:pt x="4" y="7"/>
                    </a:lnTo>
                    <a:lnTo>
                      <a:pt x="4" y="7"/>
                    </a:lnTo>
                    <a:lnTo>
                      <a:pt x="0" y="12"/>
                    </a:lnTo>
                    <a:lnTo>
                      <a:pt x="0" y="12"/>
                    </a:lnTo>
                    <a:lnTo>
                      <a:pt x="9" y="0"/>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2156" name="Freeform 956"/>
              <p:cNvSpPr/>
              <p:nvPr/>
            </p:nvSpPr>
            <p:spPr bwMode="auto">
              <a:xfrm>
                <a:off x="3722" y="2221"/>
                <a:ext cx="260" cy="451"/>
              </a:xfrm>
              <a:custGeom>
                <a:avLst/>
                <a:gdLst/>
                <a:ahLst/>
                <a:cxnLst>
                  <a:cxn ang="0">
                    <a:pos x="0" y="0"/>
                  </a:cxn>
                  <a:cxn ang="0">
                    <a:pos x="0" y="0"/>
                  </a:cxn>
                  <a:cxn ang="0">
                    <a:pos x="258" y="447"/>
                  </a:cxn>
                  <a:cxn ang="0">
                    <a:pos x="260" y="451"/>
                  </a:cxn>
                  <a:cxn ang="0">
                    <a:pos x="258" y="447"/>
                  </a:cxn>
                  <a:cxn ang="0">
                    <a:pos x="0" y="0"/>
                  </a:cxn>
                </a:cxnLst>
                <a:rect l="0" t="0" r="r" b="b"/>
                <a:pathLst>
                  <a:path w="260" h="451">
                    <a:moveTo>
                      <a:pt x="0" y="0"/>
                    </a:moveTo>
                    <a:lnTo>
                      <a:pt x="0" y="0"/>
                    </a:lnTo>
                    <a:lnTo>
                      <a:pt x="258" y="447"/>
                    </a:lnTo>
                    <a:lnTo>
                      <a:pt x="260" y="451"/>
                    </a:lnTo>
                    <a:lnTo>
                      <a:pt x="258" y="447"/>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157" name="Freeform 957"/>
              <p:cNvSpPr/>
              <p:nvPr/>
            </p:nvSpPr>
            <p:spPr bwMode="auto">
              <a:xfrm>
                <a:off x="3722" y="2221"/>
                <a:ext cx="260" cy="451"/>
              </a:xfrm>
              <a:custGeom>
                <a:avLst/>
                <a:gdLst/>
                <a:ahLst/>
                <a:cxnLst>
                  <a:cxn ang="0">
                    <a:pos x="0" y="0"/>
                  </a:cxn>
                  <a:cxn ang="0">
                    <a:pos x="0" y="0"/>
                  </a:cxn>
                  <a:cxn ang="0">
                    <a:pos x="258" y="447"/>
                  </a:cxn>
                  <a:cxn ang="0">
                    <a:pos x="260" y="451"/>
                  </a:cxn>
                  <a:cxn ang="0">
                    <a:pos x="258" y="447"/>
                  </a:cxn>
                  <a:cxn ang="0">
                    <a:pos x="0" y="0"/>
                  </a:cxn>
                </a:cxnLst>
                <a:rect l="0" t="0" r="r" b="b"/>
                <a:pathLst>
                  <a:path w="260" h="451">
                    <a:moveTo>
                      <a:pt x="0" y="0"/>
                    </a:moveTo>
                    <a:lnTo>
                      <a:pt x="0" y="0"/>
                    </a:lnTo>
                    <a:lnTo>
                      <a:pt x="258" y="447"/>
                    </a:lnTo>
                    <a:lnTo>
                      <a:pt x="260" y="451"/>
                    </a:lnTo>
                    <a:lnTo>
                      <a:pt x="258" y="44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58" name="Freeform 958"/>
              <p:cNvSpPr/>
              <p:nvPr/>
            </p:nvSpPr>
            <p:spPr bwMode="auto">
              <a:xfrm>
                <a:off x="3709" y="2221"/>
                <a:ext cx="273" cy="454"/>
              </a:xfrm>
              <a:custGeom>
                <a:avLst/>
                <a:gdLst/>
                <a:ahLst/>
                <a:cxnLst>
                  <a:cxn ang="0">
                    <a:pos x="13" y="0"/>
                  </a:cxn>
                  <a:cxn ang="0">
                    <a:pos x="10" y="5"/>
                  </a:cxn>
                  <a:cxn ang="0">
                    <a:pos x="10" y="5"/>
                  </a:cxn>
                  <a:cxn ang="0">
                    <a:pos x="8" y="7"/>
                  </a:cxn>
                  <a:cxn ang="0">
                    <a:pos x="8" y="7"/>
                  </a:cxn>
                  <a:cxn ang="0">
                    <a:pos x="0" y="17"/>
                  </a:cxn>
                  <a:cxn ang="0">
                    <a:pos x="0" y="17"/>
                  </a:cxn>
                  <a:cxn ang="0">
                    <a:pos x="0" y="17"/>
                  </a:cxn>
                  <a:cxn ang="0">
                    <a:pos x="251" y="454"/>
                  </a:cxn>
                  <a:cxn ang="0">
                    <a:pos x="261" y="452"/>
                  </a:cxn>
                  <a:cxn ang="0">
                    <a:pos x="253" y="451"/>
                  </a:cxn>
                  <a:cxn ang="0">
                    <a:pos x="261" y="452"/>
                  </a:cxn>
                  <a:cxn ang="0">
                    <a:pos x="263" y="452"/>
                  </a:cxn>
                  <a:cxn ang="0">
                    <a:pos x="271" y="447"/>
                  </a:cxn>
                  <a:cxn ang="0">
                    <a:pos x="263" y="452"/>
                  </a:cxn>
                  <a:cxn ang="0">
                    <a:pos x="273" y="451"/>
                  </a:cxn>
                  <a:cxn ang="0">
                    <a:pos x="271" y="447"/>
                  </a:cxn>
                  <a:cxn ang="0">
                    <a:pos x="13" y="0"/>
                  </a:cxn>
                  <a:cxn ang="0">
                    <a:pos x="13" y="0"/>
                  </a:cxn>
                  <a:cxn ang="0">
                    <a:pos x="13" y="0"/>
                  </a:cxn>
                </a:cxnLst>
                <a:rect l="0" t="0" r="r" b="b"/>
                <a:pathLst>
                  <a:path w="273" h="454">
                    <a:moveTo>
                      <a:pt x="13" y="0"/>
                    </a:moveTo>
                    <a:lnTo>
                      <a:pt x="10" y="5"/>
                    </a:lnTo>
                    <a:lnTo>
                      <a:pt x="10" y="5"/>
                    </a:lnTo>
                    <a:lnTo>
                      <a:pt x="8" y="7"/>
                    </a:lnTo>
                    <a:lnTo>
                      <a:pt x="8" y="7"/>
                    </a:lnTo>
                    <a:lnTo>
                      <a:pt x="0" y="17"/>
                    </a:lnTo>
                    <a:lnTo>
                      <a:pt x="0" y="17"/>
                    </a:lnTo>
                    <a:lnTo>
                      <a:pt x="0" y="17"/>
                    </a:lnTo>
                    <a:lnTo>
                      <a:pt x="251" y="454"/>
                    </a:lnTo>
                    <a:lnTo>
                      <a:pt x="261" y="452"/>
                    </a:lnTo>
                    <a:lnTo>
                      <a:pt x="253" y="451"/>
                    </a:lnTo>
                    <a:lnTo>
                      <a:pt x="261" y="452"/>
                    </a:lnTo>
                    <a:lnTo>
                      <a:pt x="263" y="452"/>
                    </a:lnTo>
                    <a:lnTo>
                      <a:pt x="271" y="447"/>
                    </a:lnTo>
                    <a:lnTo>
                      <a:pt x="263" y="452"/>
                    </a:lnTo>
                    <a:lnTo>
                      <a:pt x="273" y="451"/>
                    </a:lnTo>
                    <a:lnTo>
                      <a:pt x="271" y="447"/>
                    </a:lnTo>
                    <a:lnTo>
                      <a:pt x="13" y="0"/>
                    </a:lnTo>
                    <a:lnTo>
                      <a:pt x="13" y="0"/>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9" name="Freeform 959"/>
              <p:cNvSpPr/>
              <p:nvPr/>
            </p:nvSpPr>
            <p:spPr bwMode="auto">
              <a:xfrm>
                <a:off x="3709" y="2221"/>
                <a:ext cx="273" cy="454"/>
              </a:xfrm>
              <a:custGeom>
                <a:avLst/>
                <a:gdLst/>
                <a:ahLst/>
                <a:cxnLst>
                  <a:cxn ang="0">
                    <a:pos x="13" y="0"/>
                  </a:cxn>
                  <a:cxn ang="0">
                    <a:pos x="10" y="5"/>
                  </a:cxn>
                  <a:cxn ang="0">
                    <a:pos x="10" y="5"/>
                  </a:cxn>
                  <a:cxn ang="0">
                    <a:pos x="8" y="7"/>
                  </a:cxn>
                  <a:cxn ang="0">
                    <a:pos x="8" y="7"/>
                  </a:cxn>
                  <a:cxn ang="0">
                    <a:pos x="0" y="17"/>
                  </a:cxn>
                  <a:cxn ang="0">
                    <a:pos x="0" y="17"/>
                  </a:cxn>
                  <a:cxn ang="0">
                    <a:pos x="0" y="17"/>
                  </a:cxn>
                  <a:cxn ang="0">
                    <a:pos x="251" y="454"/>
                  </a:cxn>
                  <a:cxn ang="0">
                    <a:pos x="261" y="452"/>
                  </a:cxn>
                  <a:cxn ang="0">
                    <a:pos x="253" y="451"/>
                  </a:cxn>
                  <a:cxn ang="0">
                    <a:pos x="261" y="452"/>
                  </a:cxn>
                  <a:cxn ang="0">
                    <a:pos x="263" y="452"/>
                  </a:cxn>
                  <a:cxn ang="0">
                    <a:pos x="271" y="447"/>
                  </a:cxn>
                  <a:cxn ang="0">
                    <a:pos x="263" y="452"/>
                  </a:cxn>
                  <a:cxn ang="0">
                    <a:pos x="273" y="451"/>
                  </a:cxn>
                  <a:cxn ang="0">
                    <a:pos x="271" y="447"/>
                  </a:cxn>
                  <a:cxn ang="0">
                    <a:pos x="13" y="0"/>
                  </a:cxn>
                  <a:cxn ang="0">
                    <a:pos x="13" y="0"/>
                  </a:cxn>
                  <a:cxn ang="0">
                    <a:pos x="13" y="0"/>
                  </a:cxn>
                </a:cxnLst>
                <a:rect l="0" t="0" r="r" b="b"/>
                <a:pathLst>
                  <a:path w="273" h="454">
                    <a:moveTo>
                      <a:pt x="13" y="0"/>
                    </a:moveTo>
                    <a:lnTo>
                      <a:pt x="10" y="5"/>
                    </a:lnTo>
                    <a:lnTo>
                      <a:pt x="10" y="5"/>
                    </a:lnTo>
                    <a:lnTo>
                      <a:pt x="8" y="7"/>
                    </a:lnTo>
                    <a:lnTo>
                      <a:pt x="8" y="7"/>
                    </a:lnTo>
                    <a:lnTo>
                      <a:pt x="0" y="17"/>
                    </a:lnTo>
                    <a:lnTo>
                      <a:pt x="0" y="17"/>
                    </a:lnTo>
                    <a:lnTo>
                      <a:pt x="0" y="17"/>
                    </a:lnTo>
                    <a:lnTo>
                      <a:pt x="251" y="454"/>
                    </a:lnTo>
                    <a:lnTo>
                      <a:pt x="261" y="452"/>
                    </a:lnTo>
                    <a:lnTo>
                      <a:pt x="253" y="451"/>
                    </a:lnTo>
                    <a:lnTo>
                      <a:pt x="261" y="452"/>
                    </a:lnTo>
                    <a:lnTo>
                      <a:pt x="263" y="452"/>
                    </a:lnTo>
                    <a:lnTo>
                      <a:pt x="271" y="447"/>
                    </a:lnTo>
                    <a:lnTo>
                      <a:pt x="263" y="452"/>
                    </a:lnTo>
                    <a:lnTo>
                      <a:pt x="273" y="451"/>
                    </a:lnTo>
                    <a:lnTo>
                      <a:pt x="271" y="447"/>
                    </a:lnTo>
                    <a:lnTo>
                      <a:pt x="13" y="0"/>
                    </a:lnTo>
                    <a:lnTo>
                      <a:pt x="13" y="0"/>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2160" name="Freeform 960"/>
              <p:cNvSpPr>
                <a:spLocks noEditPoints="1"/>
              </p:cNvSpPr>
              <p:nvPr/>
            </p:nvSpPr>
            <p:spPr bwMode="auto">
              <a:xfrm>
                <a:off x="3707" y="2203"/>
                <a:ext cx="15" cy="35"/>
              </a:xfrm>
              <a:custGeom>
                <a:avLst/>
                <a:gdLst/>
                <a:ahLst/>
                <a:cxnLst>
                  <a:cxn ang="0">
                    <a:pos x="10" y="25"/>
                  </a:cxn>
                  <a:cxn ang="0">
                    <a:pos x="2" y="35"/>
                  </a:cxn>
                  <a:cxn ang="0">
                    <a:pos x="2" y="35"/>
                  </a:cxn>
                  <a:cxn ang="0">
                    <a:pos x="10" y="25"/>
                  </a:cxn>
                  <a:cxn ang="0">
                    <a:pos x="10" y="25"/>
                  </a:cxn>
                  <a:cxn ang="0">
                    <a:pos x="3" y="0"/>
                  </a:cxn>
                  <a:cxn ang="0">
                    <a:pos x="0" y="5"/>
                  </a:cxn>
                  <a:cxn ang="0">
                    <a:pos x="0" y="5"/>
                  </a:cxn>
                  <a:cxn ang="0">
                    <a:pos x="12" y="23"/>
                  </a:cxn>
                  <a:cxn ang="0">
                    <a:pos x="15" y="18"/>
                  </a:cxn>
                  <a:cxn ang="0">
                    <a:pos x="3" y="0"/>
                  </a:cxn>
                </a:cxnLst>
                <a:rect l="0" t="0" r="r" b="b"/>
                <a:pathLst>
                  <a:path w="15" h="35">
                    <a:moveTo>
                      <a:pt x="10" y="25"/>
                    </a:moveTo>
                    <a:lnTo>
                      <a:pt x="2" y="35"/>
                    </a:lnTo>
                    <a:lnTo>
                      <a:pt x="2" y="35"/>
                    </a:lnTo>
                    <a:lnTo>
                      <a:pt x="10" y="25"/>
                    </a:lnTo>
                    <a:lnTo>
                      <a:pt x="10" y="25"/>
                    </a:lnTo>
                    <a:close/>
                    <a:moveTo>
                      <a:pt x="3" y="0"/>
                    </a:moveTo>
                    <a:lnTo>
                      <a:pt x="0" y="5"/>
                    </a:lnTo>
                    <a:lnTo>
                      <a:pt x="0" y="5"/>
                    </a:lnTo>
                    <a:lnTo>
                      <a:pt x="12" y="23"/>
                    </a:lnTo>
                    <a:lnTo>
                      <a:pt x="15" y="18"/>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1" name="Freeform 961"/>
              <p:cNvSpPr/>
              <p:nvPr/>
            </p:nvSpPr>
            <p:spPr bwMode="auto">
              <a:xfrm>
                <a:off x="3709" y="2228"/>
                <a:ext cx="8" cy="10"/>
              </a:xfrm>
              <a:custGeom>
                <a:avLst/>
                <a:gdLst/>
                <a:ahLst/>
                <a:cxnLst>
                  <a:cxn ang="0">
                    <a:pos x="8" y="0"/>
                  </a:cxn>
                  <a:cxn ang="0">
                    <a:pos x="0" y="10"/>
                  </a:cxn>
                  <a:cxn ang="0">
                    <a:pos x="0" y="10"/>
                  </a:cxn>
                  <a:cxn ang="0">
                    <a:pos x="8" y="0"/>
                  </a:cxn>
                  <a:cxn ang="0">
                    <a:pos x="8" y="0"/>
                  </a:cxn>
                </a:cxnLst>
                <a:rect l="0" t="0" r="r" b="b"/>
                <a:pathLst>
                  <a:path w="8" h="10">
                    <a:moveTo>
                      <a:pt x="8" y="0"/>
                    </a:moveTo>
                    <a:lnTo>
                      <a:pt x="0" y="10"/>
                    </a:lnTo>
                    <a:lnTo>
                      <a:pt x="0" y="10"/>
                    </a:lnTo>
                    <a:lnTo>
                      <a:pt x="8" y="0"/>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2162" name="Freeform 962"/>
              <p:cNvSpPr/>
              <p:nvPr/>
            </p:nvSpPr>
            <p:spPr bwMode="auto">
              <a:xfrm>
                <a:off x="3707" y="2203"/>
                <a:ext cx="15" cy="23"/>
              </a:xfrm>
              <a:custGeom>
                <a:avLst/>
                <a:gdLst/>
                <a:ahLst/>
                <a:cxnLst>
                  <a:cxn ang="0">
                    <a:pos x="3" y="0"/>
                  </a:cxn>
                  <a:cxn ang="0">
                    <a:pos x="0" y="5"/>
                  </a:cxn>
                  <a:cxn ang="0">
                    <a:pos x="0" y="5"/>
                  </a:cxn>
                  <a:cxn ang="0">
                    <a:pos x="12" y="23"/>
                  </a:cxn>
                  <a:cxn ang="0">
                    <a:pos x="15" y="18"/>
                  </a:cxn>
                  <a:cxn ang="0">
                    <a:pos x="3" y="0"/>
                  </a:cxn>
                </a:cxnLst>
                <a:rect l="0" t="0" r="r" b="b"/>
                <a:pathLst>
                  <a:path w="15" h="23">
                    <a:moveTo>
                      <a:pt x="3" y="0"/>
                    </a:moveTo>
                    <a:lnTo>
                      <a:pt x="0" y="5"/>
                    </a:lnTo>
                    <a:lnTo>
                      <a:pt x="0" y="5"/>
                    </a:lnTo>
                    <a:lnTo>
                      <a:pt x="12" y="23"/>
                    </a:lnTo>
                    <a:lnTo>
                      <a:pt x="15" y="18"/>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63" name="Freeform 963"/>
              <p:cNvSpPr/>
              <p:nvPr/>
            </p:nvSpPr>
            <p:spPr bwMode="auto">
              <a:xfrm>
                <a:off x="3717" y="2226"/>
                <a:ext cx="2" cy="2"/>
              </a:xfrm>
              <a:custGeom>
                <a:avLst/>
                <a:gdLst/>
                <a:ahLst/>
                <a:cxnLst>
                  <a:cxn ang="0">
                    <a:pos x="2" y="0"/>
                  </a:cxn>
                  <a:cxn ang="0">
                    <a:pos x="0" y="2"/>
                  </a:cxn>
                  <a:cxn ang="0">
                    <a:pos x="0" y="2"/>
                  </a:cxn>
                  <a:cxn ang="0">
                    <a:pos x="2" y="0"/>
                  </a:cxn>
                  <a:cxn ang="0">
                    <a:pos x="2" y="0"/>
                  </a:cxn>
                </a:cxnLst>
                <a:rect l="0" t="0" r="r" b="b"/>
                <a:pathLst>
                  <a:path w="2" h="2">
                    <a:moveTo>
                      <a:pt x="2" y="0"/>
                    </a:moveTo>
                    <a:lnTo>
                      <a:pt x="0" y="2"/>
                    </a:lnTo>
                    <a:lnTo>
                      <a:pt x="0" y="2"/>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4" name="Freeform 964"/>
              <p:cNvSpPr/>
              <p:nvPr/>
            </p:nvSpPr>
            <p:spPr bwMode="auto">
              <a:xfrm>
                <a:off x="3717" y="2226"/>
                <a:ext cx="2" cy="2"/>
              </a:xfrm>
              <a:custGeom>
                <a:avLst/>
                <a:gdLst/>
                <a:ahLst/>
                <a:cxnLst>
                  <a:cxn ang="0">
                    <a:pos x="2" y="0"/>
                  </a:cxn>
                  <a:cxn ang="0">
                    <a:pos x="0" y="2"/>
                  </a:cxn>
                  <a:cxn ang="0">
                    <a:pos x="0" y="2"/>
                  </a:cxn>
                  <a:cxn ang="0">
                    <a:pos x="2" y="0"/>
                  </a:cxn>
                  <a:cxn ang="0">
                    <a:pos x="2" y="0"/>
                  </a:cxn>
                </a:cxnLst>
                <a:rect l="0" t="0" r="r" b="b"/>
                <a:pathLst>
                  <a:path w="2" h="2">
                    <a:moveTo>
                      <a:pt x="2" y="0"/>
                    </a:moveTo>
                    <a:lnTo>
                      <a:pt x="0" y="2"/>
                    </a:lnTo>
                    <a:lnTo>
                      <a:pt x="0" y="2"/>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165" name="Freeform 965"/>
              <p:cNvSpPr>
                <a:spLocks noEditPoints="1"/>
              </p:cNvSpPr>
              <p:nvPr/>
            </p:nvSpPr>
            <p:spPr bwMode="auto">
              <a:xfrm>
                <a:off x="3697" y="2208"/>
                <a:ext cx="22" cy="30"/>
              </a:xfrm>
              <a:custGeom>
                <a:avLst/>
                <a:gdLst/>
                <a:ahLst/>
                <a:cxnLst>
                  <a:cxn ang="0">
                    <a:pos x="3" y="6"/>
                  </a:cxn>
                  <a:cxn ang="0">
                    <a:pos x="3" y="8"/>
                  </a:cxn>
                  <a:cxn ang="0">
                    <a:pos x="3" y="8"/>
                  </a:cxn>
                  <a:cxn ang="0">
                    <a:pos x="3" y="6"/>
                  </a:cxn>
                  <a:cxn ang="0">
                    <a:pos x="10" y="0"/>
                  </a:cxn>
                  <a:cxn ang="0">
                    <a:pos x="3" y="6"/>
                  </a:cxn>
                  <a:cxn ang="0">
                    <a:pos x="3" y="6"/>
                  </a:cxn>
                  <a:cxn ang="0">
                    <a:pos x="3" y="6"/>
                  </a:cxn>
                  <a:cxn ang="0">
                    <a:pos x="3" y="8"/>
                  </a:cxn>
                  <a:cxn ang="0">
                    <a:pos x="3" y="8"/>
                  </a:cxn>
                  <a:cxn ang="0">
                    <a:pos x="3" y="8"/>
                  </a:cxn>
                  <a:cxn ang="0">
                    <a:pos x="3" y="8"/>
                  </a:cxn>
                  <a:cxn ang="0">
                    <a:pos x="0" y="12"/>
                  </a:cxn>
                  <a:cxn ang="0">
                    <a:pos x="12" y="30"/>
                  </a:cxn>
                  <a:cxn ang="0">
                    <a:pos x="20" y="20"/>
                  </a:cxn>
                  <a:cxn ang="0">
                    <a:pos x="20" y="20"/>
                  </a:cxn>
                  <a:cxn ang="0">
                    <a:pos x="22" y="18"/>
                  </a:cxn>
                  <a:cxn ang="0">
                    <a:pos x="10" y="0"/>
                  </a:cxn>
                  <a:cxn ang="0">
                    <a:pos x="10" y="0"/>
                  </a:cxn>
                </a:cxnLst>
                <a:rect l="0" t="0" r="r" b="b"/>
                <a:pathLst>
                  <a:path w="22" h="30">
                    <a:moveTo>
                      <a:pt x="3" y="6"/>
                    </a:moveTo>
                    <a:lnTo>
                      <a:pt x="3" y="8"/>
                    </a:lnTo>
                    <a:lnTo>
                      <a:pt x="3" y="8"/>
                    </a:lnTo>
                    <a:lnTo>
                      <a:pt x="3" y="6"/>
                    </a:lnTo>
                    <a:close/>
                    <a:moveTo>
                      <a:pt x="10" y="0"/>
                    </a:moveTo>
                    <a:lnTo>
                      <a:pt x="3" y="6"/>
                    </a:lnTo>
                    <a:lnTo>
                      <a:pt x="3" y="6"/>
                    </a:lnTo>
                    <a:lnTo>
                      <a:pt x="3" y="6"/>
                    </a:lnTo>
                    <a:lnTo>
                      <a:pt x="3" y="8"/>
                    </a:lnTo>
                    <a:lnTo>
                      <a:pt x="3" y="8"/>
                    </a:lnTo>
                    <a:lnTo>
                      <a:pt x="3" y="8"/>
                    </a:lnTo>
                    <a:lnTo>
                      <a:pt x="3" y="8"/>
                    </a:lnTo>
                    <a:lnTo>
                      <a:pt x="0" y="12"/>
                    </a:lnTo>
                    <a:lnTo>
                      <a:pt x="12" y="30"/>
                    </a:lnTo>
                    <a:lnTo>
                      <a:pt x="20" y="20"/>
                    </a:lnTo>
                    <a:lnTo>
                      <a:pt x="20" y="20"/>
                    </a:lnTo>
                    <a:lnTo>
                      <a:pt x="22" y="18"/>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6" name="Freeform 966"/>
              <p:cNvSpPr/>
              <p:nvPr/>
            </p:nvSpPr>
            <p:spPr bwMode="auto">
              <a:xfrm>
                <a:off x="3700" y="2214"/>
                <a:ext cx="1" cy="2"/>
              </a:xfrm>
              <a:custGeom>
                <a:avLst/>
                <a:gdLst/>
                <a:ahLst/>
                <a:cxnLst>
                  <a:cxn ang="0">
                    <a:pos x="0" y="0"/>
                  </a:cxn>
                  <a:cxn ang="0">
                    <a:pos x="0" y="2"/>
                  </a:cxn>
                  <a:cxn ang="0">
                    <a:pos x="0" y="2"/>
                  </a:cxn>
                  <a:cxn ang="0">
                    <a:pos x="0" y="0"/>
                  </a:cxn>
                </a:cxnLst>
                <a:rect l="0" t="0" r="r" b="b"/>
                <a:pathLst>
                  <a:path h="2">
                    <a:moveTo>
                      <a:pt x="0" y="0"/>
                    </a:moveTo>
                    <a:lnTo>
                      <a:pt x="0" y="2"/>
                    </a:lnTo>
                    <a:lnTo>
                      <a:pt x="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67" name="Freeform 967"/>
              <p:cNvSpPr/>
              <p:nvPr/>
            </p:nvSpPr>
            <p:spPr bwMode="auto">
              <a:xfrm>
                <a:off x="3697" y="2208"/>
                <a:ext cx="22" cy="30"/>
              </a:xfrm>
              <a:custGeom>
                <a:avLst/>
                <a:gdLst/>
                <a:ahLst/>
                <a:cxnLst>
                  <a:cxn ang="0">
                    <a:pos x="10" y="0"/>
                  </a:cxn>
                  <a:cxn ang="0">
                    <a:pos x="3" y="6"/>
                  </a:cxn>
                  <a:cxn ang="0">
                    <a:pos x="3" y="6"/>
                  </a:cxn>
                  <a:cxn ang="0">
                    <a:pos x="3" y="6"/>
                  </a:cxn>
                  <a:cxn ang="0">
                    <a:pos x="3" y="8"/>
                  </a:cxn>
                  <a:cxn ang="0">
                    <a:pos x="3" y="8"/>
                  </a:cxn>
                  <a:cxn ang="0">
                    <a:pos x="3" y="8"/>
                  </a:cxn>
                  <a:cxn ang="0">
                    <a:pos x="3" y="8"/>
                  </a:cxn>
                  <a:cxn ang="0">
                    <a:pos x="0" y="12"/>
                  </a:cxn>
                  <a:cxn ang="0">
                    <a:pos x="12" y="30"/>
                  </a:cxn>
                  <a:cxn ang="0">
                    <a:pos x="20" y="20"/>
                  </a:cxn>
                  <a:cxn ang="0">
                    <a:pos x="20" y="20"/>
                  </a:cxn>
                  <a:cxn ang="0">
                    <a:pos x="22" y="18"/>
                  </a:cxn>
                  <a:cxn ang="0">
                    <a:pos x="10" y="0"/>
                  </a:cxn>
                  <a:cxn ang="0">
                    <a:pos x="10" y="0"/>
                  </a:cxn>
                </a:cxnLst>
                <a:rect l="0" t="0" r="r" b="b"/>
                <a:pathLst>
                  <a:path w="22" h="30">
                    <a:moveTo>
                      <a:pt x="10" y="0"/>
                    </a:moveTo>
                    <a:lnTo>
                      <a:pt x="3" y="6"/>
                    </a:lnTo>
                    <a:lnTo>
                      <a:pt x="3" y="6"/>
                    </a:lnTo>
                    <a:lnTo>
                      <a:pt x="3" y="6"/>
                    </a:lnTo>
                    <a:lnTo>
                      <a:pt x="3" y="8"/>
                    </a:lnTo>
                    <a:lnTo>
                      <a:pt x="3" y="8"/>
                    </a:lnTo>
                    <a:lnTo>
                      <a:pt x="3" y="8"/>
                    </a:lnTo>
                    <a:lnTo>
                      <a:pt x="3" y="8"/>
                    </a:lnTo>
                    <a:lnTo>
                      <a:pt x="0" y="12"/>
                    </a:lnTo>
                    <a:lnTo>
                      <a:pt x="12" y="30"/>
                    </a:lnTo>
                    <a:lnTo>
                      <a:pt x="20" y="20"/>
                    </a:lnTo>
                    <a:lnTo>
                      <a:pt x="20" y="20"/>
                    </a:lnTo>
                    <a:lnTo>
                      <a:pt x="22" y="18"/>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68" name="Freeform 968"/>
              <p:cNvSpPr/>
              <p:nvPr/>
            </p:nvSpPr>
            <p:spPr bwMode="auto">
              <a:xfrm>
                <a:off x="3608" y="2695"/>
                <a:ext cx="236" cy="42"/>
              </a:xfrm>
              <a:custGeom>
                <a:avLst/>
                <a:gdLst/>
                <a:ahLst/>
                <a:cxnLst>
                  <a:cxn ang="0">
                    <a:pos x="236" y="0"/>
                  </a:cxn>
                  <a:cxn ang="0">
                    <a:pos x="0" y="42"/>
                  </a:cxn>
                  <a:cxn ang="0">
                    <a:pos x="0" y="42"/>
                  </a:cxn>
                  <a:cxn ang="0">
                    <a:pos x="236" y="0"/>
                  </a:cxn>
                </a:cxnLst>
                <a:rect l="0" t="0" r="r" b="b"/>
                <a:pathLst>
                  <a:path w="236" h="42">
                    <a:moveTo>
                      <a:pt x="236" y="0"/>
                    </a:moveTo>
                    <a:lnTo>
                      <a:pt x="0" y="42"/>
                    </a:lnTo>
                    <a:lnTo>
                      <a:pt x="0" y="42"/>
                    </a:lnTo>
                    <a:lnTo>
                      <a:pt x="23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9" name="Freeform 969"/>
              <p:cNvSpPr/>
              <p:nvPr/>
            </p:nvSpPr>
            <p:spPr bwMode="auto">
              <a:xfrm>
                <a:off x="3608" y="2695"/>
                <a:ext cx="236" cy="42"/>
              </a:xfrm>
              <a:custGeom>
                <a:avLst/>
                <a:gdLst/>
                <a:ahLst/>
                <a:cxnLst>
                  <a:cxn ang="0">
                    <a:pos x="236" y="0"/>
                  </a:cxn>
                  <a:cxn ang="0">
                    <a:pos x="0" y="42"/>
                  </a:cxn>
                  <a:cxn ang="0">
                    <a:pos x="0" y="42"/>
                  </a:cxn>
                  <a:cxn ang="0">
                    <a:pos x="236" y="0"/>
                  </a:cxn>
                </a:cxnLst>
                <a:rect l="0" t="0" r="r" b="b"/>
                <a:pathLst>
                  <a:path w="236" h="42">
                    <a:moveTo>
                      <a:pt x="236" y="0"/>
                    </a:moveTo>
                    <a:lnTo>
                      <a:pt x="0" y="42"/>
                    </a:lnTo>
                    <a:lnTo>
                      <a:pt x="0" y="42"/>
                    </a:lnTo>
                    <a:lnTo>
                      <a:pt x="236" y="0"/>
                    </a:lnTo>
                  </a:path>
                </a:pathLst>
              </a:custGeom>
              <a:noFill/>
              <a:ln w="9525">
                <a:noFill/>
                <a:round/>
              </a:ln>
            </p:spPr>
            <p:txBody>
              <a:bodyPr vert="horz" wrap="square" lIns="82938" tIns="41469" rIns="82938" bIns="41469" numCol="1" anchor="t" anchorCtr="0" compatLnSpc="1"/>
              <a:lstStyle/>
              <a:p>
                <a:endParaRPr lang="en-GB" sz="1815"/>
              </a:p>
            </p:txBody>
          </p:sp>
          <p:sp>
            <p:nvSpPr>
              <p:cNvPr id="52170" name="Freeform 970"/>
              <p:cNvSpPr>
                <a:spLocks noEditPoints="1"/>
              </p:cNvSpPr>
              <p:nvPr/>
            </p:nvSpPr>
            <p:spPr bwMode="auto">
              <a:xfrm>
                <a:off x="3608" y="2672"/>
                <a:ext cx="374" cy="85"/>
              </a:xfrm>
              <a:custGeom>
                <a:avLst/>
                <a:gdLst/>
                <a:ahLst/>
                <a:cxnLst>
                  <a:cxn ang="0">
                    <a:pos x="362" y="1"/>
                  </a:cxn>
                  <a:cxn ang="0">
                    <a:pos x="352" y="3"/>
                  </a:cxn>
                  <a:cxn ang="0">
                    <a:pos x="352" y="3"/>
                  </a:cxn>
                  <a:cxn ang="0">
                    <a:pos x="352" y="3"/>
                  </a:cxn>
                  <a:cxn ang="0">
                    <a:pos x="236" y="23"/>
                  </a:cxn>
                  <a:cxn ang="0">
                    <a:pos x="0" y="65"/>
                  </a:cxn>
                  <a:cxn ang="0">
                    <a:pos x="0" y="65"/>
                  </a:cxn>
                  <a:cxn ang="0">
                    <a:pos x="7" y="63"/>
                  </a:cxn>
                  <a:cxn ang="0">
                    <a:pos x="5" y="73"/>
                  </a:cxn>
                  <a:cxn ang="0">
                    <a:pos x="5" y="73"/>
                  </a:cxn>
                  <a:cxn ang="0">
                    <a:pos x="4" y="85"/>
                  </a:cxn>
                  <a:cxn ang="0">
                    <a:pos x="355" y="23"/>
                  </a:cxn>
                  <a:cxn ang="0">
                    <a:pos x="359" y="3"/>
                  </a:cxn>
                  <a:cxn ang="0">
                    <a:pos x="362" y="1"/>
                  </a:cxn>
                  <a:cxn ang="0">
                    <a:pos x="362" y="1"/>
                  </a:cxn>
                  <a:cxn ang="0">
                    <a:pos x="364" y="1"/>
                  </a:cxn>
                  <a:cxn ang="0">
                    <a:pos x="362" y="1"/>
                  </a:cxn>
                  <a:cxn ang="0">
                    <a:pos x="362" y="1"/>
                  </a:cxn>
                  <a:cxn ang="0">
                    <a:pos x="364" y="1"/>
                  </a:cxn>
                  <a:cxn ang="0">
                    <a:pos x="364" y="1"/>
                  </a:cxn>
                  <a:cxn ang="0">
                    <a:pos x="374" y="0"/>
                  </a:cxn>
                  <a:cxn ang="0">
                    <a:pos x="364" y="1"/>
                  </a:cxn>
                  <a:cxn ang="0">
                    <a:pos x="364" y="1"/>
                  </a:cxn>
                  <a:cxn ang="0">
                    <a:pos x="374" y="0"/>
                  </a:cxn>
                  <a:cxn ang="0">
                    <a:pos x="374" y="0"/>
                  </a:cxn>
                </a:cxnLst>
                <a:rect l="0" t="0" r="r" b="b"/>
                <a:pathLst>
                  <a:path w="374" h="85">
                    <a:moveTo>
                      <a:pt x="362" y="1"/>
                    </a:moveTo>
                    <a:lnTo>
                      <a:pt x="352" y="3"/>
                    </a:lnTo>
                    <a:lnTo>
                      <a:pt x="352" y="3"/>
                    </a:lnTo>
                    <a:lnTo>
                      <a:pt x="352" y="3"/>
                    </a:lnTo>
                    <a:lnTo>
                      <a:pt x="236" y="23"/>
                    </a:lnTo>
                    <a:lnTo>
                      <a:pt x="0" y="65"/>
                    </a:lnTo>
                    <a:lnTo>
                      <a:pt x="0" y="65"/>
                    </a:lnTo>
                    <a:lnTo>
                      <a:pt x="7" y="63"/>
                    </a:lnTo>
                    <a:lnTo>
                      <a:pt x="5" y="73"/>
                    </a:lnTo>
                    <a:lnTo>
                      <a:pt x="5" y="73"/>
                    </a:lnTo>
                    <a:lnTo>
                      <a:pt x="4" y="85"/>
                    </a:lnTo>
                    <a:lnTo>
                      <a:pt x="355" y="23"/>
                    </a:lnTo>
                    <a:lnTo>
                      <a:pt x="359" y="3"/>
                    </a:lnTo>
                    <a:lnTo>
                      <a:pt x="362" y="1"/>
                    </a:lnTo>
                    <a:lnTo>
                      <a:pt x="362" y="1"/>
                    </a:lnTo>
                    <a:close/>
                    <a:moveTo>
                      <a:pt x="364" y="1"/>
                    </a:moveTo>
                    <a:lnTo>
                      <a:pt x="362" y="1"/>
                    </a:lnTo>
                    <a:lnTo>
                      <a:pt x="362" y="1"/>
                    </a:lnTo>
                    <a:lnTo>
                      <a:pt x="364" y="1"/>
                    </a:lnTo>
                    <a:lnTo>
                      <a:pt x="364" y="1"/>
                    </a:lnTo>
                    <a:close/>
                    <a:moveTo>
                      <a:pt x="374" y="0"/>
                    </a:moveTo>
                    <a:lnTo>
                      <a:pt x="364" y="1"/>
                    </a:lnTo>
                    <a:lnTo>
                      <a:pt x="364" y="1"/>
                    </a:lnTo>
                    <a:lnTo>
                      <a:pt x="374" y="0"/>
                    </a:lnTo>
                    <a:lnTo>
                      <a:pt x="37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1" name="Freeform 971"/>
              <p:cNvSpPr/>
              <p:nvPr/>
            </p:nvSpPr>
            <p:spPr bwMode="auto">
              <a:xfrm>
                <a:off x="3608" y="2673"/>
                <a:ext cx="362" cy="84"/>
              </a:xfrm>
              <a:custGeom>
                <a:avLst/>
                <a:gdLst/>
                <a:ahLst/>
                <a:cxnLst>
                  <a:cxn ang="0">
                    <a:pos x="362" y="0"/>
                  </a:cxn>
                  <a:cxn ang="0">
                    <a:pos x="352" y="2"/>
                  </a:cxn>
                  <a:cxn ang="0">
                    <a:pos x="352" y="2"/>
                  </a:cxn>
                  <a:cxn ang="0">
                    <a:pos x="352" y="2"/>
                  </a:cxn>
                  <a:cxn ang="0">
                    <a:pos x="236" y="22"/>
                  </a:cxn>
                  <a:cxn ang="0">
                    <a:pos x="0" y="64"/>
                  </a:cxn>
                  <a:cxn ang="0">
                    <a:pos x="0" y="64"/>
                  </a:cxn>
                  <a:cxn ang="0">
                    <a:pos x="7" y="62"/>
                  </a:cxn>
                  <a:cxn ang="0">
                    <a:pos x="5" y="72"/>
                  </a:cxn>
                  <a:cxn ang="0">
                    <a:pos x="5" y="72"/>
                  </a:cxn>
                  <a:cxn ang="0">
                    <a:pos x="4" y="84"/>
                  </a:cxn>
                  <a:cxn ang="0">
                    <a:pos x="355" y="22"/>
                  </a:cxn>
                  <a:cxn ang="0">
                    <a:pos x="359" y="2"/>
                  </a:cxn>
                  <a:cxn ang="0">
                    <a:pos x="362" y="0"/>
                  </a:cxn>
                  <a:cxn ang="0">
                    <a:pos x="362" y="0"/>
                  </a:cxn>
                </a:cxnLst>
                <a:rect l="0" t="0" r="r" b="b"/>
                <a:pathLst>
                  <a:path w="362" h="84">
                    <a:moveTo>
                      <a:pt x="362" y="0"/>
                    </a:moveTo>
                    <a:lnTo>
                      <a:pt x="352" y="2"/>
                    </a:lnTo>
                    <a:lnTo>
                      <a:pt x="352" y="2"/>
                    </a:lnTo>
                    <a:lnTo>
                      <a:pt x="352" y="2"/>
                    </a:lnTo>
                    <a:lnTo>
                      <a:pt x="236" y="22"/>
                    </a:lnTo>
                    <a:lnTo>
                      <a:pt x="0" y="64"/>
                    </a:lnTo>
                    <a:lnTo>
                      <a:pt x="0" y="64"/>
                    </a:lnTo>
                    <a:lnTo>
                      <a:pt x="7" y="62"/>
                    </a:lnTo>
                    <a:lnTo>
                      <a:pt x="5" y="72"/>
                    </a:lnTo>
                    <a:lnTo>
                      <a:pt x="5" y="72"/>
                    </a:lnTo>
                    <a:lnTo>
                      <a:pt x="4" y="84"/>
                    </a:lnTo>
                    <a:lnTo>
                      <a:pt x="355" y="22"/>
                    </a:lnTo>
                    <a:lnTo>
                      <a:pt x="359" y="2"/>
                    </a:lnTo>
                    <a:lnTo>
                      <a:pt x="362" y="0"/>
                    </a:lnTo>
                    <a:lnTo>
                      <a:pt x="362" y="0"/>
                    </a:lnTo>
                  </a:path>
                </a:pathLst>
              </a:custGeom>
              <a:noFill/>
              <a:ln w="9525">
                <a:noFill/>
                <a:round/>
              </a:ln>
            </p:spPr>
            <p:txBody>
              <a:bodyPr vert="horz" wrap="square" lIns="82938" tIns="41469" rIns="82938" bIns="41469" numCol="1" anchor="t" anchorCtr="0" compatLnSpc="1"/>
              <a:lstStyle/>
              <a:p>
                <a:endParaRPr lang="en-GB" sz="1815"/>
              </a:p>
            </p:txBody>
          </p:sp>
          <p:sp>
            <p:nvSpPr>
              <p:cNvPr id="52172" name="Rectangle 972"/>
              <p:cNvSpPr>
                <a:spLocks noChangeArrowheads="1"/>
              </p:cNvSpPr>
              <p:nvPr/>
            </p:nvSpPr>
            <p:spPr bwMode="auto">
              <a:xfrm>
                <a:off x="3970" y="2673"/>
                <a:ext cx="2"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73" name="Freeform 973"/>
              <p:cNvSpPr/>
              <p:nvPr/>
            </p:nvSpPr>
            <p:spPr bwMode="auto">
              <a:xfrm>
                <a:off x="3972" y="2672"/>
                <a:ext cx="10" cy="1"/>
              </a:xfrm>
              <a:custGeom>
                <a:avLst/>
                <a:gdLst/>
                <a:ahLst/>
                <a:cxnLst>
                  <a:cxn ang="0">
                    <a:pos x="10" y="0"/>
                  </a:cxn>
                  <a:cxn ang="0">
                    <a:pos x="0" y="1"/>
                  </a:cxn>
                  <a:cxn ang="0">
                    <a:pos x="0" y="1"/>
                  </a:cxn>
                  <a:cxn ang="0">
                    <a:pos x="10" y="0"/>
                  </a:cxn>
                  <a:cxn ang="0">
                    <a:pos x="10" y="0"/>
                  </a:cxn>
                </a:cxnLst>
                <a:rect l="0" t="0" r="r" b="b"/>
                <a:pathLst>
                  <a:path w="10" h="1">
                    <a:moveTo>
                      <a:pt x="10" y="0"/>
                    </a:moveTo>
                    <a:lnTo>
                      <a:pt x="0" y="1"/>
                    </a:lnTo>
                    <a:lnTo>
                      <a:pt x="0" y="1"/>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74" name="Freeform 974"/>
              <p:cNvSpPr/>
              <p:nvPr/>
            </p:nvSpPr>
            <p:spPr bwMode="auto">
              <a:xfrm>
                <a:off x="3963" y="2672"/>
                <a:ext cx="19" cy="23"/>
              </a:xfrm>
              <a:custGeom>
                <a:avLst/>
                <a:gdLst/>
                <a:ahLst/>
                <a:cxnLst>
                  <a:cxn ang="0">
                    <a:pos x="19" y="0"/>
                  </a:cxn>
                  <a:cxn ang="0">
                    <a:pos x="9" y="1"/>
                  </a:cxn>
                  <a:cxn ang="0">
                    <a:pos x="9" y="1"/>
                  </a:cxn>
                  <a:cxn ang="0">
                    <a:pos x="9" y="1"/>
                  </a:cxn>
                  <a:cxn ang="0">
                    <a:pos x="7" y="1"/>
                  </a:cxn>
                  <a:cxn ang="0">
                    <a:pos x="7" y="1"/>
                  </a:cxn>
                  <a:cxn ang="0">
                    <a:pos x="7" y="1"/>
                  </a:cxn>
                  <a:cxn ang="0">
                    <a:pos x="4" y="3"/>
                  </a:cxn>
                  <a:cxn ang="0">
                    <a:pos x="0" y="23"/>
                  </a:cxn>
                  <a:cxn ang="0">
                    <a:pos x="15" y="21"/>
                  </a:cxn>
                  <a:cxn ang="0">
                    <a:pos x="19" y="0"/>
                  </a:cxn>
                  <a:cxn ang="0">
                    <a:pos x="19" y="0"/>
                  </a:cxn>
                  <a:cxn ang="0">
                    <a:pos x="19" y="0"/>
                  </a:cxn>
                </a:cxnLst>
                <a:rect l="0" t="0" r="r" b="b"/>
                <a:pathLst>
                  <a:path w="19" h="23">
                    <a:moveTo>
                      <a:pt x="19" y="0"/>
                    </a:moveTo>
                    <a:lnTo>
                      <a:pt x="9" y="1"/>
                    </a:lnTo>
                    <a:lnTo>
                      <a:pt x="9" y="1"/>
                    </a:lnTo>
                    <a:lnTo>
                      <a:pt x="9" y="1"/>
                    </a:lnTo>
                    <a:lnTo>
                      <a:pt x="7" y="1"/>
                    </a:lnTo>
                    <a:lnTo>
                      <a:pt x="7" y="1"/>
                    </a:lnTo>
                    <a:lnTo>
                      <a:pt x="7" y="1"/>
                    </a:lnTo>
                    <a:lnTo>
                      <a:pt x="4" y="3"/>
                    </a:lnTo>
                    <a:lnTo>
                      <a:pt x="0" y="23"/>
                    </a:lnTo>
                    <a:lnTo>
                      <a:pt x="15" y="21"/>
                    </a:lnTo>
                    <a:lnTo>
                      <a:pt x="19" y="0"/>
                    </a:lnTo>
                    <a:lnTo>
                      <a:pt x="19" y="0"/>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5" name="Freeform 975"/>
              <p:cNvSpPr/>
              <p:nvPr/>
            </p:nvSpPr>
            <p:spPr bwMode="auto">
              <a:xfrm>
                <a:off x="3963" y="2672"/>
                <a:ext cx="19" cy="23"/>
              </a:xfrm>
              <a:custGeom>
                <a:avLst/>
                <a:gdLst/>
                <a:ahLst/>
                <a:cxnLst>
                  <a:cxn ang="0">
                    <a:pos x="19" y="0"/>
                  </a:cxn>
                  <a:cxn ang="0">
                    <a:pos x="9" y="1"/>
                  </a:cxn>
                  <a:cxn ang="0">
                    <a:pos x="9" y="1"/>
                  </a:cxn>
                  <a:cxn ang="0">
                    <a:pos x="9" y="1"/>
                  </a:cxn>
                  <a:cxn ang="0">
                    <a:pos x="7" y="1"/>
                  </a:cxn>
                  <a:cxn ang="0">
                    <a:pos x="7" y="1"/>
                  </a:cxn>
                  <a:cxn ang="0">
                    <a:pos x="7" y="1"/>
                  </a:cxn>
                  <a:cxn ang="0">
                    <a:pos x="4" y="3"/>
                  </a:cxn>
                  <a:cxn ang="0">
                    <a:pos x="0" y="23"/>
                  </a:cxn>
                  <a:cxn ang="0">
                    <a:pos x="15" y="21"/>
                  </a:cxn>
                  <a:cxn ang="0">
                    <a:pos x="19" y="0"/>
                  </a:cxn>
                  <a:cxn ang="0">
                    <a:pos x="19" y="0"/>
                  </a:cxn>
                  <a:cxn ang="0">
                    <a:pos x="19" y="0"/>
                  </a:cxn>
                </a:cxnLst>
                <a:rect l="0" t="0" r="r" b="b"/>
                <a:pathLst>
                  <a:path w="19" h="23">
                    <a:moveTo>
                      <a:pt x="19" y="0"/>
                    </a:moveTo>
                    <a:lnTo>
                      <a:pt x="9" y="1"/>
                    </a:lnTo>
                    <a:lnTo>
                      <a:pt x="9" y="1"/>
                    </a:lnTo>
                    <a:lnTo>
                      <a:pt x="9" y="1"/>
                    </a:lnTo>
                    <a:lnTo>
                      <a:pt x="7" y="1"/>
                    </a:lnTo>
                    <a:lnTo>
                      <a:pt x="7" y="1"/>
                    </a:lnTo>
                    <a:lnTo>
                      <a:pt x="7" y="1"/>
                    </a:lnTo>
                    <a:lnTo>
                      <a:pt x="4" y="3"/>
                    </a:lnTo>
                    <a:lnTo>
                      <a:pt x="0" y="23"/>
                    </a:lnTo>
                    <a:lnTo>
                      <a:pt x="15" y="21"/>
                    </a:lnTo>
                    <a:lnTo>
                      <a:pt x="19" y="0"/>
                    </a:lnTo>
                    <a:lnTo>
                      <a:pt x="19" y="0"/>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2176" name="Freeform 976"/>
              <p:cNvSpPr/>
              <p:nvPr/>
            </p:nvSpPr>
            <p:spPr bwMode="auto">
              <a:xfrm>
                <a:off x="3608" y="2735"/>
                <a:ext cx="7" cy="10"/>
              </a:xfrm>
              <a:custGeom>
                <a:avLst/>
                <a:gdLst/>
                <a:ahLst/>
                <a:cxnLst>
                  <a:cxn ang="0">
                    <a:pos x="7" y="0"/>
                  </a:cxn>
                  <a:cxn ang="0">
                    <a:pos x="0" y="2"/>
                  </a:cxn>
                  <a:cxn ang="0">
                    <a:pos x="5" y="10"/>
                  </a:cxn>
                  <a:cxn ang="0">
                    <a:pos x="7" y="0"/>
                  </a:cxn>
                </a:cxnLst>
                <a:rect l="0" t="0" r="r" b="b"/>
                <a:pathLst>
                  <a:path w="7" h="10">
                    <a:moveTo>
                      <a:pt x="7" y="0"/>
                    </a:moveTo>
                    <a:lnTo>
                      <a:pt x="0" y="2"/>
                    </a:lnTo>
                    <a:lnTo>
                      <a:pt x="5" y="1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7" name="Freeform 977"/>
              <p:cNvSpPr/>
              <p:nvPr/>
            </p:nvSpPr>
            <p:spPr bwMode="auto">
              <a:xfrm>
                <a:off x="3608" y="2735"/>
                <a:ext cx="7" cy="10"/>
              </a:xfrm>
              <a:custGeom>
                <a:avLst/>
                <a:gdLst/>
                <a:ahLst/>
                <a:cxnLst>
                  <a:cxn ang="0">
                    <a:pos x="7" y="0"/>
                  </a:cxn>
                  <a:cxn ang="0">
                    <a:pos x="0" y="2"/>
                  </a:cxn>
                  <a:cxn ang="0">
                    <a:pos x="5" y="10"/>
                  </a:cxn>
                  <a:cxn ang="0">
                    <a:pos x="7" y="0"/>
                  </a:cxn>
                </a:cxnLst>
                <a:rect l="0" t="0" r="r" b="b"/>
                <a:pathLst>
                  <a:path w="7" h="10">
                    <a:moveTo>
                      <a:pt x="7" y="0"/>
                    </a:moveTo>
                    <a:lnTo>
                      <a:pt x="0" y="2"/>
                    </a:lnTo>
                    <a:lnTo>
                      <a:pt x="5" y="1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178" name="Freeform 978"/>
              <p:cNvSpPr/>
              <p:nvPr/>
            </p:nvSpPr>
            <p:spPr bwMode="auto">
              <a:xfrm>
                <a:off x="3603" y="2757"/>
                <a:ext cx="2" cy="1"/>
              </a:xfrm>
              <a:custGeom>
                <a:avLst/>
                <a:gdLst/>
                <a:ahLst/>
                <a:cxnLst>
                  <a:cxn ang="0">
                    <a:pos x="2" y="0"/>
                  </a:cxn>
                  <a:cxn ang="0">
                    <a:pos x="2" y="0"/>
                  </a:cxn>
                  <a:cxn ang="0">
                    <a:pos x="0" y="0"/>
                  </a:cxn>
                  <a:cxn ang="0">
                    <a:pos x="2" y="0"/>
                  </a:cxn>
                  <a:cxn ang="0">
                    <a:pos x="2" y="0"/>
                  </a:cxn>
                </a:cxnLst>
                <a:rect l="0" t="0" r="r" b="b"/>
                <a:pathLst>
                  <a:path w="2">
                    <a:moveTo>
                      <a:pt x="2" y="0"/>
                    </a:moveTo>
                    <a:lnTo>
                      <a:pt x="2" y="0"/>
                    </a:lnTo>
                    <a:lnTo>
                      <a:pt x="0" y="0"/>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9" name="Freeform 979"/>
              <p:cNvSpPr/>
              <p:nvPr/>
            </p:nvSpPr>
            <p:spPr bwMode="auto">
              <a:xfrm>
                <a:off x="3603" y="2757"/>
                <a:ext cx="2" cy="1"/>
              </a:xfrm>
              <a:custGeom>
                <a:avLst/>
                <a:gdLst/>
                <a:ahLst/>
                <a:cxnLst>
                  <a:cxn ang="0">
                    <a:pos x="2" y="0"/>
                  </a:cxn>
                  <a:cxn ang="0">
                    <a:pos x="2" y="0"/>
                  </a:cxn>
                  <a:cxn ang="0">
                    <a:pos x="0" y="0"/>
                  </a:cxn>
                  <a:cxn ang="0">
                    <a:pos x="2" y="0"/>
                  </a:cxn>
                  <a:cxn ang="0">
                    <a:pos x="2" y="0"/>
                  </a:cxn>
                </a:cxnLst>
                <a:rect l="0" t="0" r="r" b="b"/>
                <a:pathLst>
                  <a:path w="2">
                    <a:moveTo>
                      <a:pt x="2" y="0"/>
                    </a:moveTo>
                    <a:lnTo>
                      <a:pt x="2" y="0"/>
                    </a:lnTo>
                    <a:lnTo>
                      <a:pt x="0" y="0"/>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180" name="Rectangle 980"/>
              <p:cNvSpPr>
                <a:spLocks noChangeArrowheads="1"/>
              </p:cNvSpPr>
              <p:nvPr/>
            </p:nvSpPr>
            <p:spPr bwMode="auto">
              <a:xfrm>
                <a:off x="3605" y="275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181" name="Freeform 981"/>
              <p:cNvSpPr/>
              <p:nvPr/>
            </p:nvSpPr>
            <p:spPr bwMode="auto">
              <a:xfrm>
                <a:off x="3605" y="2757"/>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82" name="Freeform 982"/>
              <p:cNvSpPr/>
              <p:nvPr/>
            </p:nvSpPr>
            <p:spPr bwMode="auto">
              <a:xfrm>
                <a:off x="3233" y="2528"/>
                <a:ext cx="354" cy="274"/>
              </a:xfrm>
              <a:custGeom>
                <a:avLst/>
                <a:gdLst/>
                <a:ahLst/>
                <a:cxnLst>
                  <a:cxn ang="0">
                    <a:pos x="231" y="0"/>
                  </a:cxn>
                  <a:cxn ang="0">
                    <a:pos x="0" y="274"/>
                  </a:cxn>
                  <a:cxn ang="0">
                    <a:pos x="354" y="212"/>
                  </a:cxn>
                  <a:cxn ang="0">
                    <a:pos x="231" y="0"/>
                  </a:cxn>
                </a:cxnLst>
                <a:rect l="0" t="0" r="r" b="b"/>
                <a:pathLst>
                  <a:path w="354" h="274">
                    <a:moveTo>
                      <a:pt x="231" y="0"/>
                    </a:moveTo>
                    <a:lnTo>
                      <a:pt x="0" y="274"/>
                    </a:lnTo>
                    <a:lnTo>
                      <a:pt x="354" y="212"/>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83" name="Freeform 983"/>
              <p:cNvSpPr/>
              <p:nvPr/>
            </p:nvSpPr>
            <p:spPr bwMode="auto">
              <a:xfrm>
                <a:off x="3233" y="2528"/>
                <a:ext cx="354" cy="274"/>
              </a:xfrm>
              <a:custGeom>
                <a:avLst/>
                <a:gdLst/>
                <a:ahLst/>
                <a:cxnLst>
                  <a:cxn ang="0">
                    <a:pos x="231" y="0"/>
                  </a:cxn>
                  <a:cxn ang="0">
                    <a:pos x="0" y="274"/>
                  </a:cxn>
                  <a:cxn ang="0">
                    <a:pos x="354" y="212"/>
                  </a:cxn>
                  <a:cxn ang="0">
                    <a:pos x="231" y="0"/>
                  </a:cxn>
                </a:cxnLst>
                <a:rect l="0" t="0" r="r" b="b"/>
                <a:pathLst>
                  <a:path w="354" h="274">
                    <a:moveTo>
                      <a:pt x="231" y="0"/>
                    </a:moveTo>
                    <a:lnTo>
                      <a:pt x="0" y="274"/>
                    </a:lnTo>
                    <a:lnTo>
                      <a:pt x="354" y="212"/>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84" name="Freeform 984"/>
              <p:cNvSpPr/>
              <p:nvPr/>
            </p:nvSpPr>
            <p:spPr bwMode="auto">
              <a:xfrm>
                <a:off x="3233" y="2528"/>
                <a:ext cx="231" cy="274"/>
              </a:xfrm>
              <a:custGeom>
                <a:avLst/>
                <a:gdLst/>
                <a:ahLst/>
                <a:cxnLst>
                  <a:cxn ang="0">
                    <a:pos x="231" y="0"/>
                  </a:cxn>
                  <a:cxn ang="0">
                    <a:pos x="0" y="274"/>
                  </a:cxn>
                  <a:cxn ang="0">
                    <a:pos x="231" y="0"/>
                  </a:cxn>
                  <a:cxn ang="0">
                    <a:pos x="231" y="0"/>
                  </a:cxn>
                </a:cxnLst>
                <a:rect l="0" t="0" r="r" b="b"/>
                <a:pathLst>
                  <a:path w="231" h="274">
                    <a:moveTo>
                      <a:pt x="231" y="0"/>
                    </a:moveTo>
                    <a:lnTo>
                      <a:pt x="0" y="274"/>
                    </a:lnTo>
                    <a:lnTo>
                      <a:pt x="231" y="0"/>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85" name="Freeform 985"/>
              <p:cNvSpPr/>
              <p:nvPr/>
            </p:nvSpPr>
            <p:spPr bwMode="auto">
              <a:xfrm>
                <a:off x="3233" y="2528"/>
                <a:ext cx="231" cy="274"/>
              </a:xfrm>
              <a:custGeom>
                <a:avLst/>
                <a:gdLst/>
                <a:ahLst/>
                <a:cxnLst>
                  <a:cxn ang="0">
                    <a:pos x="231" y="0"/>
                  </a:cxn>
                  <a:cxn ang="0">
                    <a:pos x="0" y="274"/>
                  </a:cxn>
                  <a:cxn ang="0">
                    <a:pos x="231" y="0"/>
                  </a:cxn>
                  <a:cxn ang="0">
                    <a:pos x="231" y="0"/>
                  </a:cxn>
                </a:cxnLst>
                <a:rect l="0" t="0" r="r" b="b"/>
                <a:pathLst>
                  <a:path w="231" h="274">
                    <a:moveTo>
                      <a:pt x="231" y="0"/>
                    </a:moveTo>
                    <a:lnTo>
                      <a:pt x="0" y="274"/>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86" name="Freeform 986"/>
              <p:cNvSpPr/>
              <p:nvPr/>
            </p:nvSpPr>
            <p:spPr bwMode="auto">
              <a:xfrm>
                <a:off x="3233" y="2528"/>
                <a:ext cx="354" cy="274"/>
              </a:xfrm>
              <a:custGeom>
                <a:avLst/>
                <a:gdLst/>
                <a:ahLst/>
                <a:cxnLst>
                  <a:cxn ang="0">
                    <a:pos x="231" y="0"/>
                  </a:cxn>
                  <a:cxn ang="0">
                    <a:pos x="231" y="0"/>
                  </a:cxn>
                  <a:cxn ang="0">
                    <a:pos x="354" y="212"/>
                  </a:cxn>
                  <a:cxn ang="0">
                    <a:pos x="0" y="274"/>
                  </a:cxn>
                  <a:cxn ang="0">
                    <a:pos x="0" y="274"/>
                  </a:cxn>
                  <a:cxn ang="0">
                    <a:pos x="354" y="212"/>
                  </a:cxn>
                  <a:cxn ang="0">
                    <a:pos x="231" y="0"/>
                  </a:cxn>
                </a:cxnLst>
                <a:rect l="0" t="0" r="r" b="b"/>
                <a:pathLst>
                  <a:path w="354" h="274">
                    <a:moveTo>
                      <a:pt x="231" y="0"/>
                    </a:moveTo>
                    <a:lnTo>
                      <a:pt x="231" y="0"/>
                    </a:lnTo>
                    <a:lnTo>
                      <a:pt x="354" y="212"/>
                    </a:lnTo>
                    <a:lnTo>
                      <a:pt x="0" y="274"/>
                    </a:lnTo>
                    <a:lnTo>
                      <a:pt x="0" y="274"/>
                    </a:lnTo>
                    <a:lnTo>
                      <a:pt x="354" y="212"/>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87" name="Freeform 987"/>
              <p:cNvSpPr/>
              <p:nvPr/>
            </p:nvSpPr>
            <p:spPr bwMode="auto">
              <a:xfrm>
                <a:off x="3233" y="2528"/>
                <a:ext cx="354" cy="274"/>
              </a:xfrm>
              <a:custGeom>
                <a:avLst/>
                <a:gdLst/>
                <a:ahLst/>
                <a:cxnLst>
                  <a:cxn ang="0">
                    <a:pos x="231" y="0"/>
                  </a:cxn>
                  <a:cxn ang="0">
                    <a:pos x="231" y="0"/>
                  </a:cxn>
                  <a:cxn ang="0">
                    <a:pos x="354" y="212"/>
                  </a:cxn>
                  <a:cxn ang="0">
                    <a:pos x="0" y="274"/>
                  </a:cxn>
                  <a:cxn ang="0">
                    <a:pos x="0" y="274"/>
                  </a:cxn>
                  <a:cxn ang="0">
                    <a:pos x="354" y="212"/>
                  </a:cxn>
                  <a:cxn ang="0">
                    <a:pos x="231" y="0"/>
                  </a:cxn>
                </a:cxnLst>
                <a:rect l="0" t="0" r="r" b="b"/>
                <a:pathLst>
                  <a:path w="354" h="274">
                    <a:moveTo>
                      <a:pt x="231" y="0"/>
                    </a:moveTo>
                    <a:lnTo>
                      <a:pt x="231" y="0"/>
                    </a:lnTo>
                    <a:lnTo>
                      <a:pt x="354" y="212"/>
                    </a:lnTo>
                    <a:lnTo>
                      <a:pt x="0" y="274"/>
                    </a:lnTo>
                    <a:lnTo>
                      <a:pt x="0" y="274"/>
                    </a:lnTo>
                    <a:lnTo>
                      <a:pt x="354" y="212"/>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88" name="Freeform 988"/>
              <p:cNvSpPr/>
              <p:nvPr/>
            </p:nvSpPr>
            <p:spPr bwMode="auto">
              <a:xfrm>
                <a:off x="3217" y="2514"/>
                <a:ext cx="247" cy="290"/>
              </a:xfrm>
              <a:custGeom>
                <a:avLst/>
                <a:gdLst/>
                <a:ahLst/>
                <a:cxnLst>
                  <a:cxn ang="0">
                    <a:pos x="232" y="0"/>
                  </a:cxn>
                  <a:cxn ang="0">
                    <a:pos x="0" y="275"/>
                  </a:cxn>
                  <a:cxn ang="0">
                    <a:pos x="0" y="285"/>
                  </a:cxn>
                  <a:cxn ang="0">
                    <a:pos x="10" y="280"/>
                  </a:cxn>
                  <a:cxn ang="0">
                    <a:pos x="6" y="290"/>
                  </a:cxn>
                  <a:cxn ang="0">
                    <a:pos x="16" y="288"/>
                  </a:cxn>
                  <a:cxn ang="0">
                    <a:pos x="16" y="288"/>
                  </a:cxn>
                  <a:cxn ang="0">
                    <a:pos x="16" y="288"/>
                  </a:cxn>
                  <a:cxn ang="0">
                    <a:pos x="247" y="14"/>
                  </a:cxn>
                  <a:cxn ang="0">
                    <a:pos x="247" y="14"/>
                  </a:cxn>
                  <a:cxn ang="0">
                    <a:pos x="241" y="4"/>
                  </a:cxn>
                  <a:cxn ang="0">
                    <a:pos x="232" y="0"/>
                  </a:cxn>
                </a:cxnLst>
                <a:rect l="0" t="0" r="r" b="b"/>
                <a:pathLst>
                  <a:path w="247" h="290">
                    <a:moveTo>
                      <a:pt x="232" y="0"/>
                    </a:moveTo>
                    <a:lnTo>
                      <a:pt x="0" y="275"/>
                    </a:lnTo>
                    <a:lnTo>
                      <a:pt x="0" y="285"/>
                    </a:lnTo>
                    <a:lnTo>
                      <a:pt x="10" y="280"/>
                    </a:lnTo>
                    <a:lnTo>
                      <a:pt x="6" y="290"/>
                    </a:lnTo>
                    <a:lnTo>
                      <a:pt x="16" y="288"/>
                    </a:lnTo>
                    <a:lnTo>
                      <a:pt x="16" y="288"/>
                    </a:lnTo>
                    <a:lnTo>
                      <a:pt x="16" y="288"/>
                    </a:lnTo>
                    <a:lnTo>
                      <a:pt x="247" y="14"/>
                    </a:lnTo>
                    <a:lnTo>
                      <a:pt x="247" y="14"/>
                    </a:lnTo>
                    <a:lnTo>
                      <a:pt x="241" y="4"/>
                    </a:lnTo>
                    <a:lnTo>
                      <a:pt x="23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89" name="Freeform 989"/>
              <p:cNvSpPr/>
              <p:nvPr/>
            </p:nvSpPr>
            <p:spPr bwMode="auto">
              <a:xfrm>
                <a:off x="3217" y="2514"/>
                <a:ext cx="247" cy="290"/>
              </a:xfrm>
              <a:custGeom>
                <a:avLst/>
                <a:gdLst/>
                <a:ahLst/>
                <a:cxnLst>
                  <a:cxn ang="0">
                    <a:pos x="232" y="0"/>
                  </a:cxn>
                  <a:cxn ang="0">
                    <a:pos x="0" y="275"/>
                  </a:cxn>
                  <a:cxn ang="0">
                    <a:pos x="0" y="285"/>
                  </a:cxn>
                  <a:cxn ang="0">
                    <a:pos x="10" y="280"/>
                  </a:cxn>
                  <a:cxn ang="0">
                    <a:pos x="6" y="290"/>
                  </a:cxn>
                  <a:cxn ang="0">
                    <a:pos x="16" y="288"/>
                  </a:cxn>
                  <a:cxn ang="0">
                    <a:pos x="16" y="288"/>
                  </a:cxn>
                  <a:cxn ang="0">
                    <a:pos x="16" y="288"/>
                  </a:cxn>
                  <a:cxn ang="0">
                    <a:pos x="247" y="14"/>
                  </a:cxn>
                  <a:cxn ang="0">
                    <a:pos x="247" y="14"/>
                  </a:cxn>
                  <a:cxn ang="0">
                    <a:pos x="241" y="4"/>
                  </a:cxn>
                  <a:cxn ang="0">
                    <a:pos x="232" y="0"/>
                  </a:cxn>
                </a:cxnLst>
                <a:rect l="0" t="0" r="r" b="b"/>
                <a:pathLst>
                  <a:path w="247" h="290">
                    <a:moveTo>
                      <a:pt x="232" y="0"/>
                    </a:moveTo>
                    <a:lnTo>
                      <a:pt x="0" y="275"/>
                    </a:lnTo>
                    <a:lnTo>
                      <a:pt x="0" y="285"/>
                    </a:lnTo>
                    <a:lnTo>
                      <a:pt x="10" y="280"/>
                    </a:lnTo>
                    <a:lnTo>
                      <a:pt x="6" y="290"/>
                    </a:lnTo>
                    <a:lnTo>
                      <a:pt x="16" y="288"/>
                    </a:lnTo>
                    <a:lnTo>
                      <a:pt x="16" y="288"/>
                    </a:lnTo>
                    <a:lnTo>
                      <a:pt x="16" y="288"/>
                    </a:lnTo>
                    <a:lnTo>
                      <a:pt x="247" y="14"/>
                    </a:lnTo>
                    <a:lnTo>
                      <a:pt x="247" y="14"/>
                    </a:lnTo>
                    <a:lnTo>
                      <a:pt x="241" y="4"/>
                    </a:lnTo>
                    <a:lnTo>
                      <a:pt x="232" y="0"/>
                    </a:lnTo>
                  </a:path>
                </a:pathLst>
              </a:custGeom>
              <a:noFill/>
              <a:ln w="9525">
                <a:noFill/>
                <a:round/>
              </a:ln>
            </p:spPr>
            <p:txBody>
              <a:bodyPr vert="horz" wrap="square" lIns="82938" tIns="41469" rIns="82938" bIns="41469" numCol="1" anchor="t" anchorCtr="0" compatLnSpc="1"/>
              <a:lstStyle/>
              <a:p>
                <a:endParaRPr lang="en-GB" sz="1815"/>
              </a:p>
            </p:txBody>
          </p:sp>
          <p:sp>
            <p:nvSpPr>
              <p:cNvPr id="52190" name="Freeform 990"/>
              <p:cNvSpPr/>
              <p:nvPr/>
            </p:nvSpPr>
            <p:spPr bwMode="auto">
              <a:xfrm>
                <a:off x="3449" y="2509"/>
                <a:ext cx="9" cy="9"/>
              </a:xfrm>
              <a:custGeom>
                <a:avLst/>
                <a:gdLst/>
                <a:ahLst/>
                <a:cxnLst>
                  <a:cxn ang="0">
                    <a:pos x="5" y="0"/>
                  </a:cxn>
                  <a:cxn ang="0">
                    <a:pos x="0" y="5"/>
                  </a:cxn>
                  <a:cxn ang="0">
                    <a:pos x="9" y="9"/>
                  </a:cxn>
                  <a:cxn ang="0">
                    <a:pos x="5" y="0"/>
                  </a:cxn>
                </a:cxnLst>
                <a:rect l="0" t="0" r="r" b="b"/>
                <a:pathLst>
                  <a:path w="9" h="9">
                    <a:moveTo>
                      <a:pt x="5" y="0"/>
                    </a:moveTo>
                    <a:lnTo>
                      <a:pt x="0" y="5"/>
                    </a:lnTo>
                    <a:lnTo>
                      <a:pt x="9" y="9"/>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1" name="Freeform 991"/>
              <p:cNvSpPr/>
              <p:nvPr/>
            </p:nvSpPr>
            <p:spPr bwMode="auto">
              <a:xfrm>
                <a:off x="3449" y="2509"/>
                <a:ext cx="9" cy="9"/>
              </a:xfrm>
              <a:custGeom>
                <a:avLst/>
                <a:gdLst/>
                <a:ahLst/>
                <a:cxnLst>
                  <a:cxn ang="0">
                    <a:pos x="5" y="0"/>
                  </a:cxn>
                  <a:cxn ang="0">
                    <a:pos x="0" y="5"/>
                  </a:cxn>
                  <a:cxn ang="0">
                    <a:pos x="9" y="9"/>
                  </a:cxn>
                  <a:cxn ang="0">
                    <a:pos x="5" y="0"/>
                  </a:cxn>
                </a:cxnLst>
                <a:rect l="0" t="0" r="r" b="b"/>
                <a:pathLst>
                  <a:path w="9" h="9">
                    <a:moveTo>
                      <a:pt x="5" y="0"/>
                    </a:moveTo>
                    <a:lnTo>
                      <a:pt x="0" y="5"/>
                    </a:lnTo>
                    <a:lnTo>
                      <a:pt x="9" y="9"/>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192" name="Freeform 992"/>
              <p:cNvSpPr/>
              <p:nvPr/>
            </p:nvSpPr>
            <p:spPr bwMode="auto">
              <a:xfrm>
                <a:off x="3212" y="2789"/>
                <a:ext cx="5" cy="13"/>
              </a:xfrm>
              <a:custGeom>
                <a:avLst/>
                <a:gdLst/>
                <a:ahLst/>
                <a:cxnLst>
                  <a:cxn ang="0">
                    <a:pos x="5" y="0"/>
                  </a:cxn>
                  <a:cxn ang="0">
                    <a:pos x="0" y="8"/>
                  </a:cxn>
                  <a:cxn ang="0">
                    <a:pos x="1" y="13"/>
                  </a:cxn>
                  <a:cxn ang="0">
                    <a:pos x="5" y="10"/>
                  </a:cxn>
                  <a:cxn ang="0">
                    <a:pos x="5" y="0"/>
                  </a:cxn>
                </a:cxnLst>
                <a:rect l="0" t="0" r="r" b="b"/>
                <a:pathLst>
                  <a:path w="5" h="13">
                    <a:moveTo>
                      <a:pt x="5" y="0"/>
                    </a:moveTo>
                    <a:lnTo>
                      <a:pt x="0" y="8"/>
                    </a:lnTo>
                    <a:lnTo>
                      <a:pt x="1" y="13"/>
                    </a:lnTo>
                    <a:lnTo>
                      <a:pt x="5" y="1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3" name="Freeform 993"/>
              <p:cNvSpPr/>
              <p:nvPr/>
            </p:nvSpPr>
            <p:spPr bwMode="auto">
              <a:xfrm>
                <a:off x="3212" y="2789"/>
                <a:ext cx="5" cy="13"/>
              </a:xfrm>
              <a:custGeom>
                <a:avLst/>
                <a:gdLst/>
                <a:ahLst/>
                <a:cxnLst>
                  <a:cxn ang="0">
                    <a:pos x="5" y="0"/>
                  </a:cxn>
                  <a:cxn ang="0">
                    <a:pos x="0" y="8"/>
                  </a:cxn>
                  <a:cxn ang="0">
                    <a:pos x="1" y="13"/>
                  </a:cxn>
                  <a:cxn ang="0">
                    <a:pos x="5" y="10"/>
                  </a:cxn>
                  <a:cxn ang="0">
                    <a:pos x="5" y="0"/>
                  </a:cxn>
                </a:cxnLst>
                <a:rect l="0" t="0" r="r" b="b"/>
                <a:pathLst>
                  <a:path w="5" h="13">
                    <a:moveTo>
                      <a:pt x="5" y="0"/>
                    </a:moveTo>
                    <a:lnTo>
                      <a:pt x="0" y="8"/>
                    </a:lnTo>
                    <a:lnTo>
                      <a:pt x="1" y="13"/>
                    </a:lnTo>
                    <a:lnTo>
                      <a:pt x="5" y="1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194" name="Freeform 994"/>
              <p:cNvSpPr/>
              <p:nvPr/>
            </p:nvSpPr>
            <p:spPr bwMode="auto">
              <a:xfrm>
                <a:off x="3217" y="2794"/>
                <a:ext cx="10" cy="10"/>
              </a:xfrm>
              <a:custGeom>
                <a:avLst/>
                <a:gdLst/>
                <a:ahLst/>
                <a:cxnLst>
                  <a:cxn ang="0">
                    <a:pos x="10" y="0"/>
                  </a:cxn>
                  <a:cxn ang="0">
                    <a:pos x="0" y="5"/>
                  </a:cxn>
                  <a:cxn ang="0">
                    <a:pos x="0" y="10"/>
                  </a:cxn>
                  <a:cxn ang="0">
                    <a:pos x="6" y="10"/>
                  </a:cxn>
                  <a:cxn ang="0">
                    <a:pos x="10" y="0"/>
                  </a:cxn>
                </a:cxnLst>
                <a:rect l="0" t="0" r="r" b="b"/>
                <a:pathLst>
                  <a:path w="10" h="10">
                    <a:moveTo>
                      <a:pt x="10" y="0"/>
                    </a:moveTo>
                    <a:lnTo>
                      <a:pt x="0" y="5"/>
                    </a:lnTo>
                    <a:lnTo>
                      <a:pt x="0" y="10"/>
                    </a:lnTo>
                    <a:lnTo>
                      <a:pt x="6" y="1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5" name="Freeform 995"/>
              <p:cNvSpPr/>
              <p:nvPr/>
            </p:nvSpPr>
            <p:spPr bwMode="auto">
              <a:xfrm>
                <a:off x="3217" y="2794"/>
                <a:ext cx="10" cy="10"/>
              </a:xfrm>
              <a:custGeom>
                <a:avLst/>
                <a:gdLst/>
                <a:ahLst/>
                <a:cxnLst>
                  <a:cxn ang="0">
                    <a:pos x="10" y="0"/>
                  </a:cxn>
                  <a:cxn ang="0">
                    <a:pos x="0" y="5"/>
                  </a:cxn>
                  <a:cxn ang="0">
                    <a:pos x="0" y="10"/>
                  </a:cxn>
                  <a:cxn ang="0">
                    <a:pos x="6" y="10"/>
                  </a:cxn>
                  <a:cxn ang="0">
                    <a:pos x="10" y="0"/>
                  </a:cxn>
                </a:cxnLst>
                <a:rect l="0" t="0" r="r" b="b"/>
                <a:pathLst>
                  <a:path w="10" h="10">
                    <a:moveTo>
                      <a:pt x="10" y="0"/>
                    </a:moveTo>
                    <a:lnTo>
                      <a:pt x="0" y="5"/>
                    </a:lnTo>
                    <a:lnTo>
                      <a:pt x="0" y="10"/>
                    </a:lnTo>
                    <a:lnTo>
                      <a:pt x="6" y="1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96" name="Freeform 996"/>
              <p:cNvSpPr/>
              <p:nvPr/>
            </p:nvSpPr>
            <p:spPr bwMode="auto">
              <a:xfrm>
                <a:off x="3213" y="2799"/>
                <a:ext cx="4" cy="6"/>
              </a:xfrm>
              <a:custGeom>
                <a:avLst/>
                <a:gdLst/>
                <a:ahLst/>
                <a:cxnLst>
                  <a:cxn ang="0">
                    <a:pos x="4" y="0"/>
                  </a:cxn>
                  <a:cxn ang="0">
                    <a:pos x="0" y="3"/>
                  </a:cxn>
                  <a:cxn ang="0">
                    <a:pos x="0" y="6"/>
                  </a:cxn>
                  <a:cxn ang="0">
                    <a:pos x="4" y="5"/>
                  </a:cxn>
                  <a:cxn ang="0">
                    <a:pos x="4" y="0"/>
                  </a:cxn>
                </a:cxnLst>
                <a:rect l="0" t="0" r="r" b="b"/>
                <a:pathLst>
                  <a:path w="4" h="6">
                    <a:moveTo>
                      <a:pt x="4" y="0"/>
                    </a:moveTo>
                    <a:lnTo>
                      <a:pt x="0" y="3"/>
                    </a:lnTo>
                    <a:lnTo>
                      <a:pt x="0" y="6"/>
                    </a:lnTo>
                    <a:lnTo>
                      <a:pt x="4" y="5"/>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7" name="Freeform 997"/>
              <p:cNvSpPr/>
              <p:nvPr/>
            </p:nvSpPr>
            <p:spPr bwMode="auto">
              <a:xfrm>
                <a:off x="3213" y="2799"/>
                <a:ext cx="4" cy="6"/>
              </a:xfrm>
              <a:custGeom>
                <a:avLst/>
                <a:gdLst/>
                <a:ahLst/>
                <a:cxnLst>
                  <a:cxn ang="0">
                    <a:pos x="4" y="0"/>
                  </a:cxn>
                  <a:cxn ang="0">
                    <a:pos x="0" y="3"/>
                  </a:cxn>
                  <a:cxn ang="0">
                    <a:pos x="0" y="6"/>
                  </a:cxn>
                  <a:cxn ang="0">
                    <a:pos x="4" y="5"/>
                  </a:cxn>
                  <a:cxn ang="0">
                    <a:pos x="4" y="0"/>
                  </a:cxn>
                </a:cxnLst>
                <a:rect l="0" t="0" r="r" b="b"/>
                <a:pathLst>
                  <a:path w="4" h="6">
                    <a:moveTo>
                      <a:pt x="4" y="0"/>
                    </a:moveTo>
                    <a:lnTo>
                      <a:pt x="0" y="3"/>
                    </a:lnTo>
                    <a:lnTo>
                      <a:pt x="0" y="6"/>
                    </a:lnTo>
                    <a:lnTo>
                      <a:pt x="4" y="5"/>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198" name="Freeform 998"/>
              <p:cNvSpPr/>
              <p:nvPr/>
            </p:nvSpPr>
            <p:spPr bwMode="auto">
              <a:xfrm>
                <a:off x="3181" y="2824"/>
                <a:ext cx="12" cy="7"/>
              </a:xfrm>
              <a:custGeom>
                <a:avLst/>
                <a:gdLst/>
                <a:ahLst/>
                <a:cxnLst>
                  <a:cxn ang="0">
                    <a:pos x="7" y="0"/>
                  </a:cxn>
                  <a:cxn ang="0">
                    <a:pos x="0" y="7"/>
                  </a:cxn>
                  <a:cxn ang="0">
                    <a:pos x="10" y="5"/>
                  </a:cxn>
                  <a:cxn ang="0">
                    <a:pos x="12" y="0"/>
                  </a:cxn>
                  <a:cxn ang="0">
                    <a:pos x="7" y="0"/>
                  </a:cxn>
                </a:cxnLst>
                <a:rect l="0" t="0" r="r" b="b"/>
                <a:pathLst>
                  <a:path w="12" h="7">
                    <a:moveTo>
                      <a:pt x="7" y="0"/>
                    </a:moveTo>
                    <a:lnTo>
                      <a:pt x="0" y="7"/>
                    </a:lnTo>
                    <a:lnTo>
                      <a:pt x="10" y="5"/>
                    </a:lnTo>
                    <a:lnTo>
                      <a:pt x="12"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9" name="Freeform 999"/>
              <p:cNvSpPr/>
              <p:nvPr/>
            </p:nvSpPr>
            <p:spPr bwMode="auto">
              <a:xfrm>
                <a:off x="3181" y="2824"/>
                <a:ext cx="12" cy="7"/>
              </a:xfrm>
              <a:custGeom>
                <a:avLst/>
                <a:gdLst/>
                <a:ahLst/>
                <a:cxnLst>
                  <a:cxn ang="0">
                    <a:pos x="7" y="0"/>
                  </a:cxn>
                  <a:cxn ang="0">
                    <a:pos x="0" y="7"/>
                  </a:cxn>
                  <a:cxn ang="0">
                    <a:pos x="10" y="5"/>
                  </a:cxn>
                  <a:cxn ang="0">
                    <a:pos x="12" y="0"/>
                  </a:cxn>
                  <a:cxn ang="0">
                    <a:pos x="7" y="0"/>
                  </a:cxn>
                </a:cxnLst>
                <a:rect l="0" t="0" r="r" b="b"/>
                <a:pathLst>
                  <a:path w="12" h="7">
                    <a:moveTo>
                      <a:pt x="7" y="0"/>
                    </a:moveTo>
                    <a:lnTo>
                      <a:pt x="0" y="7"/>
                    </a:lnTo>
                    <a:lnTo>
                      <a:pt x="10" y="5"/>
                    </a:lnTo>
                    <a:lnTo>
                      <a:pt x="12"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200" name="Freeform 1000"/>
              <p:cNvSpPr/>
              <p:nvPr/>
            </p:nvSpPr>
            <p:spPr bwMode="auto">
              <a:xfrm>
                <a:off x="3188" y="2819"/>
                <a:ext cx="7" cy="5"/>
              </a:xfrm>
              <a:custGeom>
                <a:avLst/>
                <a:gdLst/>
                <a:ahLst/>
                <a:cxnLst>
                  <a:cxn ang="0">
                    <a:pos x="3" y="0"/>
                  </a:cxn>
                  <a:cxn ang="0">
                    <a:pos x="0" y="5"/>
                  </a:cxn>
                  <a:cxn ang="0">
                    <a:pos x="5" y="5"/>
                  </a:cxn>
                  <a:cxn ang="0">
                    <a:pos x="7" y="2"/>
                  </a:cxn>
                  <a:cxn ang="0">
                    <a:pos x="3" y="0"/>
                  </a:cxn>
                </a:cxnLst>
                <a:rect l="0" t="0" r="r" b="b"/>
                <a:pathLst>
                  <a:path w="7" h="5">
                    <a:moveTo>
                      <a:pt x="3" y="0"/>
                    </a:moveTo>
                    <a:lnTo>
                      <a:pt x="0" y="5"/>
                    </a:lnTo>
                    <a:lnTo>
                      <a:pt x="5" y="5"/>
                    </a:lnTo>
                    <a:lnTo>
                      <a:pt x="7" y="2"/>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1" name="Freeform 1001"/>
              <p:cNvSpPr/>
              <p:nvPr/>
            </p:nvSpPr>
            <p:spPr bwMode="auto">
              <a:xfrm>
                <a:off x="3188" y="2819"/>
                <a:ext cx="7" cy="5"/>
              </a:xfrm>
              <a:custGeom>
                <a:avLst/>
                <a:gdLst/>
                <a:ahLst/>
                <a:cxnLst>
                  <a:cxn ang="0">
                    <a:pos x="3" y="0"/>
                  </a:cxn>
                  <a:cxn ang="0">
                    <a:pos x="0" y="5"/>
                  </a:cxn>
                  <a:cxn ang="0">
                    <a:pos x="5" y="5"/>
                  </a:cxn>
                  <a:cxn ang="0">
                    <a:pos x="7" y="2"/>
                  </a:cxn>
                  <a:cxn ang="0">
                    <a:pos x="3" y="0"/>
                  </a:cxn>
                </a:cxnLst>
                <a:rect l="0" t="0" r="r" b="b"/>
                <a:pathLst>
                  <a:path w="7" h="5">
                    <a:moveTo>
                      <a:pt x="3" y="0"/>
                    </a:moveTo>
                    <a:lnTo>
                      <a:pt x="0" y="5"/>
                    </a:lnTo>
                    <a:lnTo>
                      <a:pt x="5" y="5"/>
                    </a:lnTo>
                    <a:lnTo>
                      <a:pt x="7" y="2"/>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02" name="Freeform 1002"/>
              <p:cNvSpPr/>
              <p:nvPr/>
            </p:nvSpPr>
            <p:spPr bwMode="auto">
              <a:xfrm>
                <a:off x="3206" y="2797"/>
                <a:ext cx="7" cy="7"/>
              </a:xfrm>
              <a:custGeom>
                <a:avLst/>
                <a:gdLst/>
                <a:ahLst/>
                <a:cxnLst>
                  <a:cxn ang="0">
                    <a:pos x="6" y="0"/>
                  </a:cxn>
                  <a:cxn ang="0">
                    <a:pos x="0" y="3"/>
                  </a:cxn>
                  <a:cxn ang="0">
                    <a:pos x="4" y="7"/>
                  </a:cxn>
                  <a:cxn ang="0">
                    <a:pos x="7" y="5"/>
                  </a:cxn>
                  <a:cxn ang="0">
                    <a:pos x="6" y="0"/>
                  </a:cxn>
                </a:cxnLst>
                <a:rect l="0" t="0" r="r" b="b"/>
                <a:pathLst>
                  <a:path w="7" h="7">
                    <a:moveTo>
                      <a:pt x="6" y="0"/>
                    </a:moveTo>
                    <a:lnTo>
                      <a:pt x="0" y="3"/>
                    </a:lnTo>
                    <a:lnTo>
                      <a:pt x="4" y="7"/>
                    </a:lnTo>
                    <a:lnTo>
                      <a:pt x="7" y="5"/>
                    </a:lnTo>
                    <a:lnTo>
                      <a:pt x="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3" name="Freeform 1003"/>
              <p:cNvSpPr/>
              <p:nvPr/>
            </p:nvSpPr>
            <p:spPr bwMode="auto">
              <a:xfrm>
                <a:off x="3206" y="2797"/>
                <a:ext cx="7" cy="7"/>
              </a:xfrm>
              <a:custGeom>
                <a:avLst/>
                <a:gdLst/>
                <a:ahLst/>
                <a:cxnLst>
                  <a:cxn ang="0">
                    <a:pos x="6" y="0"/>
                  </a:cxn>
                  <a:cxn ang="0">
                    <a:pos x="0" y="3"/>
                  </a:cxn>
                  <a:cxn ang="0">
                    <a:pos x="4" y="7"/>
                  </a:cxn>
                  <a:cxn ang="0">
                    <a:pos x="7" y="5"/>
                  </a:cxn>
                  <a:cxn ang="0">
                    <a:pos x="6" y="0"/>
                  </a:cxn>
                </a:cxnLst>
                <a:rect l="0" t="0" r="r" b="b"/>
                <a:pathLst>
                  <a:path w="7" h="7">
                    <a:moveTo>
                      <a:pt x="6" y="0"/>
                    </a:moveTo>
                    <a:lnTo>
                      <a:pt x="0" y="3"/>
                    </a:lnTo>
                    <a:lnTo>
                      <a:pt x="4" y="7"/>
                    </a:lnTo>
                    <a:lnTo>
                      <a:pt x="7" y="5"/>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2204" name="Freeform 1004"/>
              <p:cNvSpPr/>
              <p:nvPr/>
            </p:nvSpPr>
            <p:spPr bwMode="auto">
              <a:xfrm>
                <a:off x="3205" y="2800"/>
                <a:ext cx="5" cy="5"/>
              </a:xfrm>
              <a:custGeom>
                <a:avLst/>
                <a:gdLst/>
                <a:ahLst/>
                <a:cxnLst>
                  <a:cxn ang="0">
                    <a:pos x="1" y="0"/>
                  </a:cxn>
                  <a:cxn ang="0">
                    <a:pos x="0" y="4"/>
                  </a:cxn>
                  <a:cxn ang="0">
                    <a:pos x="1" y="5"/>
                  </a:cxn>
                  <a:cxn ang="0">
                    <a:pos x="5" y="4"/>
                  </a:cxn>
                  <a:cxn ang="0">
                    <a:pos x="1" y="0"/>
                  </a:cxn>
                </a:cxnLst>
                <a:rect l="0" t="0" r="r" b="b"/>
                <a:pathLst>
                  <a:path w="5" h="5">
                    <a:moveTo>
                      <a:pt x="1" y="0"/>
                    </a:moveTo>
                    <a:lnTo>
                      <a:pt x="0" y="4"/>
                    </a:lnTo>
                    <a:lnTo>
                      <a:pt x="1" y="5"/>
                    </a:lnTo>
                    <a:lnTo>
                      <a:pt x="5" y="4"/>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5" name="Freeform 1005"/>
              <p:cNvSpPr/>
              <p:nvPr/>
            </p:nvSpPr>
            <p:spPr bwMode="auto">
              <a:xfrm>
                <a:off x="3205" y="2800"/>
                <a:ext cx="5" cy="5"/>
              </a:xfrm>
              <a:custGeom>
                <a:avLst/>
                <a:gdLst/>
                <a:ahLst/>
                <a:cxnLst>
                  <a:cxn ang="0">
                    <a:pos x="1" y="0"/>
                  </a:cxn>
                  <a:cxn ang="0">
                    <a:pos x="0" y="4"/>
                  </a:cxn>
                  <a:cxn ang="0">
                    <a:pos x="1" y="5"/>
                  </a:cxn>
                  <a:cxn ang="0">
                    <a:pos x="5" y="4"/>
                  </a:cxn>
                  <a:cxn ang="0">
                    <a:pos x="1" y="0"/>
                  </a:cxn>
                </a:cxnLst>
                <a:rect l="0" t="0" r="r" b="b"/>
                <a:pathLst>
                  <a:path w="5" h="5">
                    <a:moveTo>
                      <a:pt x="1" y="0"/>
                    </a:moveTo>
                    <a:lnTo>
                      <a:pt x="0" y="4"/>
                    </a:lnTo>
                    <a:lnTo>
                      <a:pt x="1" y="5"/>
                    </a:lnTo>
                    <a:lnTo>
                      <a:pt x="5" y="4"/>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06" name="Freeform 1006"/>
              <p:cNvSpPr/>
              <p:nvPr/>
            </p:nvSpPr>
            <p:spPr bwMode="auto">
              <a:xfrm>
                <a:off x="3210" y="2802"/>
                <a:ext cx="3" cy="3"/>
              </a:xfrm>
              <a:custGeom>
                <a:avLst/>
                <a:gdLst/>
                <a:ahLst/>
                <a:cxnLst>
                  <a:cxn ang="0">
                    <a:pos x="3" y="0"/>
                  </a:cxn>
                  <a:cxn ang="0">
                    <a:pos x="0" y="2"/>
                  </a:cxn>
                  <a:cxn ang="0">
                    <a:pos x="2" y="3"/>
                  </a:cxn>
                  <a:cxn ang="0">
                    <a:pos x="3" y="3"/>
                  </a:cxn>
                  <a:cxn ang="0">
                    <a:pos x="3" y="0"/>
                  </a:cxn>
                </a:cxnLst>
                <a:rect l="0" t="0" r="r" b="b"/>
                <a:pathLst>
                  <a:path w="3" h="3">
                    <a:moveTo>
                      <a:pt x="3" y="0"/>
                    </a:moveTo>
                    <a:lnTo>
                      <a:pt x="0" y="2"/>
                    </a:lnTo>
                    <a:lnTo>
                      <a:pt x="2" y="3"/>
                    </a:lnTo>
                    <a:lnTo>
                      <a:pt x="3"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7" name="Freeform 1007"/>
              <p:cNvSpPr/>
              <p:nvPr/>
            </p:nvSpPr>
            <p:spPr bwMode="auto">
              <a:xfrm>
                <a:off x="3210" y="2802"/>
                <a:ext cx="3" cy="3"/>
              </a:xfrm>
              <a:custGeom>
                <a:avLst/>
                <a:gdLst/>
                <a:ahLst/>
                <a:cxnLst>
                  <a:cxn ang="0">
                    <a:pos x="3" y="0"/>
                  </a:cxn>
                  <a:cxn ang="0">
                    <a:pos x="0" y="2"/>
                  </a:cxn>
                  <a:cxn ang="0">
                    <a:pos x="2" y="3"/>
                  </a:cxn>
                  <a:cxn ang="0">
                    <a:pos x="3" y="3"/>
                  </a:cxn>
                  <a:cxn ang="0">
                    <a:pos x="3" y="0"/>
                  </a:cxn>
                </a:cxnLst>
                <a:rect l="0" t="0" r="r" b="b"/>
                <a:pathLst>
                  <a:path w="3" h="3">
                    <a:moveTo>
                      <a:pt x="3" y="0"/>
                    </a:moveTo>
                    <a:lnTo>
                      <a:pt x="0" y="2"/>
                    </a:lnTo>
                    <a:lnTo>
                      <a:pt x="2" y="3"/>
                    </a:lnTo>
                    <a:lnTo>
                      <a:pt x="3"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08" name="Freeform 1008"/>
              <p:cNvSpPr/>
              <p:nvPr/>
            </p:nvSpPr>
            <p:spPr bwMode="auto">
              <a:xfrm>
                <a:off x="3206" y="2804"/>
                <a:ext cx="6" cy="1"/>
              </a:xfrm>
              <a:custGeom>
                <a:avLst/>
                <a:gdLst/>
                <a:ahLst/>
                <a:cxnLst>
                  <a:cxn ang="0">
                    <a:pos x="4" y="0"/>
                  </a:cxn>
                  <a:cxn ang="0">
                    <a:pos x="0" y="1"/>
                  </a:cxn>
                  <a:cxn ang="0">
                    <a:pos x="4" y="1"/>
                  </a:cxn>
                  <a:cxn ang="0">
                    <a:pos x="6" y="1"/>
                  </a:cxn>
                  <a:cxn ang="0">
                    <a:pos x="4" y="0"/>
                  </a:cxn>
                </a:cxnLst>
                <a:rect l="0" t="0" r="r" b="b"/>
                <a:pathLst>
                  <a:path w="6" h="1">
                    <a:moveTo>
                      <a:pt x="4" y="0"/>
                    </a:moveTo>
                    <a:lnTo>
                      <a:pt x="0" y="1"/>
                    </a:lnTo>
                    <a:lnTo>
                      <a:pt x="4" y="1"/>
                    </a:lnTo>
                    <a:lnTo>
                      <a:pt x="6" y="1"/>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9" name="Freeform 1009"/>
              <p:cNvSpPr/>
              <p:nvPr/>
            </p:nvSpPr>
            <p:spPr bwMode="auto">
              <a:xfrm>
                <a:off x="3206" y="2804"/>
                <a:ext cx="6" cy="1"/>
              </a:xfrm>
              <a:custGeom>
                <a:avLst/>
                <a:gdLst/>
                <a:ahLst/>
                <a:cxnLst>
                  <a:cxn ang="0">
                    <a:pos x="4" y="0"/>
                  </a:cxn>
                  <a:cxn ang="0">
                    <a:pos x="0" y="1"/>
                  </a:cxn>
                  <a:cxn ang="0">
                    <a:pos x="4" y="1"/>
                  </a:cxn>
                  <a:cxn ang="0">
                    <a:pos x="6" y="1"/>
                  </a:cxn>
                  <a:cxn ang="0">
                    <a:pos x="4" y="0"/>
                  </a:cxn>
                </a:cxnLst>
                <a:rect l="0" t="0" r="r" b="b"/>
                <a:pathLst>
                  <a:path w="6" h="1">
                    <a:moveTo>
                      <a:pt x="4" y="0"/>
                    </a:moveTo>
                    <a:lnTo>
                      <a:pt x="0" y="1"/>
                    </a:lnTo>
                    <a:lnTo>
                      <a:pt x="4" y="1"/>
                    </a:lnTo>
                    <a:lnTo>
                      <a:pt x="6" y="1"/>
                    </a:lnTo>
                    <a:lnTo>
                      <a:pt x="4" y="0"/>
                    </a:lnTo>
                  </a:path>
                </a:pathLst>
              </a:custGeom>
              <a:noFill/>
              <a:ln w="9525">
                <a:noFill/>
                <a:round/>
              </a:ln>
            </p:spPr>
            <p:txBody>
              <a:bodyPr vert="horz" wrap="square" lIns="82938" tIns="41469" rIns="82938" bIns="41469" numCol="1" anchor="t" anchorCtr="0" compatLnSpc="1"/>
              <a:lstStyle/>
              <a:p>
                <a:endParaRPr lang="en-GB" sz="1815"/>
              </a:p>
            </p:txBody>
          </p:sp>
        </p:grpSp>
        <p:sp>
          <p:nvSpPr>
            <p:cNvPr id="52211" name="Freeform 1011"/>
            <p:cNvSpPr/>
            <p:nvPr/>
          </p:nvSpPr>
          <p:spPr bwMode="auto">
            <a:xfrm>
              <a:off x="3191" y="2824"/>
              <a:ext cx="5" cy="5"/>
            </a:xfrm>
            <a:custGeom>
              <a:avLst/>
              <a:gdLst/>
              <a:ahLst/>
              <a:cxnLst>
                <a:cxn ang="0">
                  <a:pos x="2" y="0"/>
                </a:cxn>
                <a:cxn ang="0">
                  <a:pos x="0" y="5"/>
                </a:cxn>
                <a:cxn ang="0">
                  <a:pos x="5" y="5"/>
                </a:cxn>
                <a:cxn ang="0">
                  <a:pos x="5" y="2"/>
                </a:cxn>
                <a:cxn ang="0">
                  <a:pos x="2" y="0"/>
                </a:cxn>
              </a:cxnLst>
              <a:rect l="0" t="0" r="r" b="b"/>
              <a:pathLst>
                <a:path w="5" h="5">
                  <a:moveTo>
                    <a:pt x="2" y="0"/>
                  </a:moveTo>
                  <a:lnTo>
                    <a:pt x="0" y="5"/>
                  </a:lnTo>
                  <a:lnTo>
                    <a:pt x="5" y="5"/>
                  </a:lnTo>
                  <a:lnTo>
                    <a:pt x="5"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2" name="Freeform 1012"/>
            <p:cNvSpPr/>
            <p:nvPr/>
          </p:nvSpPr>
          <p:spPr bwMode="auto">
            <a:xfrm>
              <a:off x="3191" y="2824"/>
              <a:ext cx="5" cy="5"/>
            </a:xfrm>
            <a:custGeom>
              <a:avLst/>
              <a:gdLst/>
              <a:ahLst/>
              <a:cxnLst>
                <a:cxn ang="0">
                  <a:pos x="2" y="0"/>
                </a:cxn>
                <a:cxn ang="0">
                  <a:pos x="0" y="5"/>
                </a:cxn>
                <a:cxn ang="0">
                  <a:pos x="5" y="5"/>
                </a:cxn>
                <a:cxn ang="0">
                  <a:pos x="5" y="2"/>
                </a:cxn>
                <a:cxn ang="0">
                  <a:pos x="2" y="0"/>
                </a:cxn>
              </a:cxnLst>
              <a:rect l="0" t="0" r="r" b="b"/>
              <a:pathLst>
                <a:path w="5" h="5">
                  <a:moveTo>
                    <a:pt x="2" y="0"/>
                  </a:moveTo>
                  <a:lnTo>
                    <a:pt x="0" y="5"/>
                  </a:lnTo>
                  <a:lnTo>
                    <a:pt x="5" y="5"/>
                  </a:lnTo>
                  <a:lnTo>
                    <a:pt x="5"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13" name="Freeform 1013"/>
            <p:cNvSpPr/>
            <p:nvPr/>
          </p:nvSpPr>
          <p:spPr bwMode="auto">
            <a:xfrm>
              <a:off x="3196" y="2826"/>
              <a:ext cx="4" cy="3"/>
            </a:xfrm>
            <a:custGeom>
              <a:avLst/>
              <a:gdLst/>
              <a:ahLst/>
              <a:cxnLst>
                <a:cxn ang="0">
                  <a:pos x="0" y="0"/>
                </a:cxn>
                <a:cxn ang="0">
                  <a:pos x="0" y="3"/>
                </a:cxn>
                <a:cxn ang="0">
                  <a:pos x="4" y="1"/>
                </a:cxn>
                <a:cxn ang="0">
                  <a:pos x="4" y="0"/>
                </a:cxn>
                <a:cxn ang="0">
                  <a:pos x="0" y="0"/>
                </a:cxn>
              </a:cxnLst>
              <a:rect l="0" t="0" r="r" b="b"/>
              <a:pathLst>
                <a:path w="4" h="3">
                  <a:moveTo>
                    <a:pt x="0" y="0"/>
                  </a:moveTo>
                  <a:lnTo>
                    <a:pt x="0" y="3"/>
                  </a:lnTo>
                  <a:lnTo>
                    <a:pt x="4" y="1"/>
                  </a:lnTo>
                  <a:lnTo>
                    <a:pt x="4"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4" name="Freeform 1014"/>
            <p:cNvSpPr/>
            <p:nvPr/>
          </p:nvSpPr>
          <p:spPr bwMode="auto">
            <a:xfrm>
              <a:off x="3196" y="2826"/>
              <a:ext cx="4" cy="3"/>
            </a:xfrm>
            <a:custGeom>
              <a:avLst/>
              <a:gdLst/>
              <a:ahLst/>
              <a:cxnLst>
                <a:cxn ang="0">
                  <a:pos x="0" y="0"/>
                </a:cxn>
                <a:cxn ang="0">
                  <a:pos x="0" y="3"/>
                </a:cxn>
                <a:cxn ang="0">
                  <a:pos x="4" y="1"/>
                </a:cxn>
                <a:cxn ang="0">
                  <a:pos x="4" y="0"/>
                </a:cxn>
                <a:cxn ang="0">
                  <a:pos x="0" y="0"/>
                </a:cxn>
              </a:cxnLst>
              <a:rect l="0" t="0" r="r" b="b"/>
              <a:pathLst>
                <a:path w="4" h="3">
                  <a:moveTo>
                    <a:pt x="0" y="0"/>
                  </a:moveTo>
                  <a:lnTo>
                    <a:pt x="0" y="3"/>
                  </a:lnTo>
                  <a:lnTo>
                    <a:pt x="4" y="1"/>
                  </a:lnTo>
                  <a:lnTo>
                    <a:pt x="4"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15" name="Freeform 1015"/>
            <p:cNvSpPr/>
            <p:nvPr/>
          </p:nvSpPr>
          <p:spPr bwMode="auto">
            <a:xfrm>
              <a:off x="3193" y="2821"/>
              <a:ext cx="3" cy="5"/>
            </a:xfrm>
            <a:custGeom>
              <a:avLst/>
              <a:gdLst/>
              <a:ahLst/>
              <a:cxnLst>
                <a:cxn ang="0">
                  <a:pos x="2" y="0"/>
                </a:cxn>
                <a:cxn ang="0">
                  <a:pos x="0" y="3"/>
                </a:cxn>
                <a:cxn ang="0">
                  <a:pos x="3" y="5"/>
                </a:cxn>
                <a:cxn ang="0">
                  <a:pos x="3" y="1"/>
                </a:cxn>
                <a:cxn ang="0">
                  <a:pos x="2" y="0"/>
                </a:cxn>
              </a:cxnLst>
              <a:rect l="0" t="0" r="r" b="b"/>
              <a:pathLst>
                <a:path w="3" h="5">
                  <a:moveTo>
                    <a:pt x="2" y="0"/>
                  </a:moveTo>
                  <a:lnTo>
                    <a:pt x="0" y="3"/>
                  </a:lnTo>
                  <a:lnTo>
                    <a:pt x="3" y="5"/>
                  </a:lnTo>
                  <a:lnTo>
                    <a:pt x="3" y="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6" name="Freeform 1016"/>
            <p:cNvSpPr/>
            <p:nvPr/>
          </p:nvSpPr>
          <p:spPr bwMode="auto">
            <a:xfrm>
              <a:off x="3193" y="2821"/>
              <a:ext cx="3" cy="5"/>
            </a:xfrm>
            <a:custGeom>
              <a:avLst/>
              <a:gdLst/>
              <a:ahLst/>
              <a:cxnLst>
                <a:cxn ang="0">
                  <a:pos x="2" y="0"/>
                </a:cxn>
                <a:cxn ang="0">
                  <a:pos x="0" y="3"/>
                </a:cxn>
                <a:cxn ang="0">
                  <a:pos x="3" y="5"/>
                </a:cxn>
                <a:cxn ang="0">
                  <a:pos x="3" y="1"/>
                </a:cxn>
                <a:cxn ang="0">
                  <a:pos x="2" y="0"/>
                </a:cxn>
              </a:cxnLst>
              <a:rect l="0" t="0" r="r" b="b"/>
              <a:pathLst>
                <a:path w="3" h="5">
                  <a:moveTo>
                    <a:pt x="2" y="0"/>
                  </a:moveTo>
                  <a:lnTo>
                    <a:pt x="0" y="3"/>
                  </a:lnTo>
                  <a:lnTo>
                    <a:pt x="3" y="5"/>
                  </a:lnTo>
                  <a:lnTo>
                    <a:pt x="3" y="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17" name="Freeform 1017"/>
            <p:cNvSpPr/>
            <p:nvPr/>
          </p:nvSpPr>
          <p:spPr bwMode="auto">
            <a:xfrm>
              <a:off x="3196" y="2822"/>
              <a:ext cx="4" cy="4"/>
            </a:xfrm>
            <a:custGeom>
              <a:avLst/>
              <a:gdLst/>
              <a:ahLst/>
              <a:cxnLst>
                <a:cxn ang="0">
                  <a:pos x="0" y="0"/>
                </a:cxn>
                <a:cxn ang="0">
                  <a:pos x="0" y="4"/>
                </a:cxn>
                <a:cxn ang="0">
                  <a:pos x="4" y="4"/>
                </a:cxn>
                <a:cxn ang="0">
                  <a:pos x="2" y="2"/>
                </a:cxn>
                <a:cxn ang="0">
                  <a:pos x="0" y="0"/>
                </a:cxn>
              </a:cxnLst>
              <a:rect l="0" t="0" r="r" b="b"/>
              <a:pathLst>
                <a:path w="4" h="4">
                  <a:moveTo>
                    <a:pt x="0" y="0"/>
                  </a:moveTo>
                  <a:lnTo>
                    <a:pt x="0" y="4"/>
                  </a:lnTo>
                  <a:lnTo>
                    <a:pt x="4" y="4"/>
                  </a:lnTo>
                  <a:lnTo>
                    <a:pt x="2"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8" name="Freeform 1018"/>
            <p:cNvSpPr/>
            <p:nvPr/>
          </p:nvSpPr>
          <p:spPr bwMode="auto">
            <a:xfrm>
              <a:off x="3196" y="2822"/>
              <a:ext cx="4" cy="4"/>
            </a:xfrm>
            <a:custGeom>
              <a:avLst/>
              <a:gdLst/>
              <a:ahLst/>
              <a:cxnLst>
                <a:cxn ang="0">
                  <a:pos x="0" y="0"/>
                </a:cxn>
                <a:cxn ang="0">
                  <a:pos x="0" y="4"/>
                </a:cxn>
                <a:cxn ang="0">
                  <a:pos x="4" y="4"/>
                </a:cxn>
                <a:cxn ang="0">
                  <a:pos x="2" y="2"/>
                </a:cxn>
                <a:cxn ang="0">
                  <a:pos x="0" y="0"/>
                </a:cxn>
              </a:cxnLst>
              <a:rect l="0" t="0" r="r" b="b"/>
              <a:pathLst>
                <a:path w="4" h="4">
                  <a:moveTo>
                    <a:pt x="0" y="0"/>
                  </a:moveTo>
                  <a:lnTo>
                    <a:pt x="0" y="4"/>
                  </a:lnTo>
                  <a:lnTo>
                    <a:pt x="4" y="4"/>
                  </a:lnTo>
                  <a:lnTo>
                    <a:pt x="2"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19" name="Freeform 1019"/>
            <p:cNvSpPr/>
            <p:nvPr/>
          </p:nvSpPr>
          <p:spPr bwMode="auto">
            <a:xfrm>
              <a:off x="3203" y="2804"/>
              <a:ext cx="3" cy="1"/>
            </a:xfrm>
            <a:custGeom>
              <a:avLst/>
              <a:gdLst/>
              <a:ahLst/>
              <a:cxnLst>
                <a:cxn ang="0">
                  <a:pos x="2" y="0"/>
                </a:cxn>
                <a:cxn ang="0">
                  <a:pos x="0" y="1"/>
                </a:cxn>
                <a:cxn ang="0">
                  <a:pos x="2" y="1"/>
                </a:cxn>
                <a:cxn ang="0">
                  <a:pos x="3" y="1"/>
                </a:cxn>
                <a:cxn ang="0">
                  <a:pos x="2" y="0"/>
                </a:cxn>
              </a:cxnLst>
              <a:rect l="0" t="0" r="r" b="b"/>
              <a:pathLst>
                <a:path w="3" h="1">
                  <a:moveTo>
                    <a:pt x="2" y="0"/>
                  </a:moveTo>
                  <a:lnTo>
                    <a:pt x="0" y="1"/>
                  </a:lnTo>
                  <a:lnTo>
                    <a:pt x="2" y="1"/>
                  </a:lnTo>
                  <a:lnTo>
                    <a:pt x="3" y="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0" name="Freeform 1020"/>
            <p:cNvSpPr/>
            <p:nvPr/>
          </p:nvSpPr>
          <p:spPr bwMode="auto">
            <a:xfrm>
              <a:off x="3203" y="2804"/>
              <a:ext cx="3" cy="1"/>
            </a:xfrm>
            <a:custGeom>
              <a:avLst/>
              <a:gdLst/>
              <a:ahLst/>
              <a:cxnLst>
                <a:cxn ang="0">
                  <a:pos x="2" y="0"/>
                </a:cxn>
                <a:cxn ang="0">
                  <a:pos x="0" y="1"/>
                </a:cxn>
                <a:cxn ang="0">
                  <a:pos x="2" y="1"/>
                </a:cxn>
                <a:cxn ang="0">
                  <a:pos x="3" y="1"/>
                </a:cxn>
                <a:cxn ang="0">
                  <a:pos x="2" y="0"/>
                </a:cxn>
              </a:cxnLst>
              <a:rect l="0" t="0" r="r" b="b"/>
              <a:pathLst>
                <a:path w="3" h="1">
                  <a:moveTo>
                    <a:pt x="2" y="0"/>
                  </a:moveTo>
                  <a:lnTo>
                    <a:pt x="0" y="1"/>
                  </a:lnTo>
                  <a:lnTo>
                    <a:pt x="2" y="1"/>
                  </a:lnTo>
                  <a:lnTo>
                    <a:pt x="3" y="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21" name="Freeform 1021"/>
            <p:cNvSpPr/>
            <p:nvPr/>
          </p:nvSpPr>
          <p:spPr bwMode="auto">
            <a:xfrm>
              <a:off x="3201" y="2805"/>
              <a:ext cx="4" cy="2"/>
            </a:xfrm>
            <a:custGeom>
              <a:avLst/>
              <a:gdLst/>
              <a:ahLst/>
              <a:cxnLst>
                <a:cxn ang="0">
                  <a:pos x="2" y="0"/>
                </a:cxn>
                <a:cxn ang="0">
                  <a:pos x="0" y="2"/>
                </a:cxn>
                <a:cxn ang="0">
                  <a:pos x="2" y="2"/>
                </a:cxn>
                <a:cxn ang="0">
                  <a:pos x="4" y="0"/>
                </a:cxn>
                <a:cxn ang="0">
                  <a:pos x="2" y="0"/>
                </a:cxn>
              </a:cxnLst>
              <a:rect l="0" t="0" r="r" b="b"/>
              <a:pathLst>
                <a:path w="4" h="2">
                  <a:moveTo>
                    <a:pt x="2" y="0"/>
                  </a:moveTo>
                  <a:lnTo>
                    <a:pt x="0" y="2"/>
                  </a:lnTo>
                  <a:lnTo>
                    <a:pt x="2" y="2"/>
                  </a:lnTo>
                  <a:lnTo>
                    <a:pt x="4"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2" name="Freeform 1022"/>
            <p:cNvSpPr/>
            <p:nvPr/>
          </p:nvSpPr>
          <p:spPr bwMode="auto">
            <a:xfrm>
              <a:off x="3201" y="2805"/>
              <a:ext cx="4" cy="2"/>
            </a:xfrm>
            <a:custGeom>
              <a:avLst/>
              <a:gdLst/>
              <a:ahLst/>
              <a:cxnLst>
                <a:cxn ang="0">
                  <a:pos x="2" y="0"/>
                </a:cxn>
                <a:cxn ang="0">
                  <a:pos x="0" y="2"/>
                </a:cxn>
                <a:cxn ang="0">
                  <a:pos x="2" y="2"/>
                </a:cxn>
                <a:cxn ang="0">
                  <a:pos x="4" y="0"/>
                </a:cxn>
                <a:cxn ang="0">
                  <a:pos x="2" y="0"/>
                </a:cxn>
              </a:cxnLst>
              <a:rect l="0" t="0" r="r" b="b"/>
              <a:pathLst>
                <a:path w="4" h="2">
                  <a:moveTo>
                    <a:pt x="2" y="0"/>
                  </a:moveTo>
                  <a:lnTo>
                    <a:pt x="0" y="2"/>
                  </a:lnTo>
                  <a:lnTo>
                    <a:pt x="2" y="2"/>
                  </a:lnTo>
                  <a:lnTo>
                    <a:pt x="4"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23" name="Freeform 1023"/>
            <p:cNvSpPr/>
            <p:nvPr/>
          </p:nvSpPr>
          <p:spPr bwMode="auto">
            <a:xfrm>
              <a:off x="3205" y="2805"/>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4" name="Freeform 1024"/>
            <p:cNvSpPr/>
            <p:nvPr/>
          </p:nvSpPr>
          <p:spPr bwMode="auto">
            <a:xfrm>
              <a:off x="3205" y="2805"/>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25" name="Freeform 1025"/>
            <p:cNvSpPr/>
            <p:nvPr/>
          </p:nvSpPr>
          <p:spPr bwMode="auto">
            <a:xfrm>
              <a:off x="3203" y="2805"/>
              <a:ext cx="3" cy="2"/>
            </a:xfrm>
            <a:custGeom>
              <a:avLst/>
              <a:gdLst/>
              <a:ahLst/>
              <a:cxnLst>
                <a:cxn ang="0">
                  <a:pos x="2" y="0"/>
                </a:cxn>
                <a:cxn ang="0">
                  <a:pos x="0" y="2"/>
                </a:cxn>
                <a:cxn ang="0">
                  <a:pos x="3" y="2"/>
                </a:cxn>
                <a:cxn ang="0">
                  <a:pos x="2" y="0"/>
                </a:cxn>
              </a:cxnLst>
              <a:rect l="0" t="0" r="r" b="b"/>
              <a:pathLst>
                <a:path w="3" h="2">
                  <a:moveTo>
                    <a:pt x="2" y="0"/>
                  </a:moveTo>
                  <a:lnTo>
                    <a:pt x="0" y="2"/>
                  </a:lnTo>
                  <a:lnTo>
                    <a:pt x="3"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6" name="Freeform 1026"/>
            <p:cNvSpPr/>
            <p:nvPr/>
          </p:nvSpPr>
          <p:spPr bwMode="auto">
            <a:xfrm>
              <a:off x="3203" y="2805"/>
              <a:ext cx="3" cy="2"/>
            </a:xfrm>
            <a:custGeom>
              <a:avLst/>
              <a:gdLst/>
              <a:ahLst/>
              <a:cxnLst>
                <a:cxn ang="0">
                  <a:pos x="2" y="0"/>
                </a:cxn>
                <a:cxn ang="0">
                  <a:pos x="0" y="2"/>
                </a:cxn>
                <a:cxn ang="0">
                  <a:pos x="3" y="2"/>
                </a:cxn>
                <a:cxn ang="0">
                  <a:pos x="2" y="0"/>
                </a:cxn>
              </a:cxnLst>
              <a:rect l="0" t="0" r="r" b="b"/>
              <a:pathLst>
                <a:path w="3" h="2">
                  <a:moveTo>
                    <a:pt x="2" y="0"/>
                  </a:moveTo>
                  <a:lnTo>
                    <a:pt x="0" y="2"/>
                  </a:lnTo>
                  <a:lnTo>
                    <a:pt x="3"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27" name="Freeform 1027"/>
            <p:cNvSpPr/>
            <p:nvPr/>
          </p:nvSpPr>
          <p:spPr bwMode="auto">
            <a:xfrm>
              <a:off x="3200" y="2826"/>
              <a:ext cx="3" cy="1"/>
            </a:xfrm>
            <a:custGeom>
              <a:avLst/>
              <a:gdLst/>
              <a:ahLst/>
              <a:cxnLst>
                <a:cxn ang="0">
                  <a:pos x="0" y="0"/>
                </a:cxn>
                <a:cxn ang="0">
                  <a:pos x="0" y="1"/>
                </a:cxn>
                <a:cxn ang="0">
                  <a:pos x="3" y="1"/>
                </a:cxn>
                <a:cxn ang="0">
                  <a:pos x="1" y="0"/>
                </a:cxn>
                <a:cxn ang="0">
                  <a:pos x="0" y="0"/>
                </a:cxn>
              </a:cxnLst>
              <a:rect l="0" t="0" r="r" b="b"/>
              <a:pathLst>
                <a:path w="3" h="1">
                  <a:moveTo>
                    <a:pt x="0" y="0"/>
                  </a:moveTo>
                  <a:lnTo>
                    <a:pt x="0" y="1"/>
                  </a:lnTo>
                  <a:lnTo>
                    <a:pt x="3" y="1"/>
                  </a:lnTo>
                  <a:lnTo>
                    <a:pt x="1"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8" name="Freeform 1028"/>
            <p:cNvSpPr/>
            <p:nvPr/>
          </p:nvSpPr>
          <p:spPr bwMode="auto">
            <a:xfrm>
              <a:off x="3200" y="2826"/>
              <a:ext cx="3" cy="1"/>
            </a:xfrm>
            <a:custGeom>
              <a:avLst/>
              <a:gdLst/>
              <a:ahLst/>
              <a:cxnLst>
                <a:cxn ang="0">
                  <a:pos x="0" y="0"/>
                </a:cxn>
                <a:cxn ang="0">
                  <a:pos x="0" y="1"/>
                </a:cxn>
                <a:cxn ang="0">
                  <a:pos x="3" y="1"/>
                </a:cxn>
                <a:cxn ang="0">
                  <a:pos x="1" y="0"/>
                </a:cxn>
                <a:cxn ang="0">
                  <a:pos x="0" y="0"/>
                </a:cxn>
              </a:cxnLst>
              <a:rect l="0" t="0" r="r" b="b"/>
              <a:pathLst>
                <a:path w="3" h="1">
                  <a:moveTo>
                    <a:pt x="0" y="0"/>
                  </a:moveTo>
                  <a:lnTo>
                    <a:pt x="0" y="1"/>
                  </a:lnTo>
                  <a:lnTo>
                    <a:pt x="3" y="1"/>
                  </a:lnTo>
                  <a:lnTo>
                    <a:pt x="1"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29" name="Freeform 1029"/>
            <p:cNvSpPr/>
            <p:nvPr/>
          </p:nvSpPr>
          <p:spPr bwMode="auto">
            <a:xfrm>
              <a:off x="3201" y="2826"/>
              <a:ext cx="4" cy="1"/>
            </a:xfrm>
            <a:custGeom>
              <a:avLst/>
              <a:gdLst/>
              <a:ahLst/>
              <a:cxnLst>
                <a:cxn ang="0">
                  <a:pos x="0" y="0"/>
                </a:cxn>
                <a:cxn ang="0">
                  <a:pos x="2" y="1"/>
                </a:cxn>
                <a:cxn ang="0">
                  <a:pos x="4" y="1"/>
                </a:cxn>
                <a:cxn ang="0">
                  <a:pos x="2" y="0"/>
                </a:cxn>
                <a:cxn ang="0">
                  <a:pos x="0" y="0"/>
                </a:cxn>
              </a:cxnLst>
              <a:rect l="0" t="0" r="r" b="b"/>
              <a:pathLst>
                <a:path w="4" h="1">
                  <a:moveTo>
                    <a:pt x="0" y="0"/>
                  </a:moveTo>
                  <a:lnTo>
                    <a:pt x="2" y="1"/>
                  </a:lnTo>
                  <a:lnTo>
                    <a:pt x="4" y="1"/>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0" name="Freeform 1030"/>
            <p:cNvSpPr/>
            <p:nvPr/>
          </p:nvSpPr>
          <p:spPr bwMode="auto">
            <a:xfrm>
              <a:off x="3201" y="2826"/>
              <a:ext cx="4" cy="1"/>
            </a:xfrm>
            <a:custGeom>
              <a:avLst/>
              <a:gdLst/>
              <a:ahLst/>
              <a:cxnLst>
                <a:cxn ang="0">
                  <a:pos x="0" y="0"/>
                </a:cxn>
                <a:cxn ang="0">
                  <a:pos x="2" y="1"/>
                </a:cxn>
                <a:cxn ang="0">
                  <a:pos x="4" y="1"/>
                </a:cxn>
                <a:cxn ang="0">
                  <a:pos x="2" y="0"/>
                </a:cxn>
                <a:cxn ang="0">
                  <a:pos x="0" y="0"/>
                </a:cxn>
              </a:cxnLst>
              <a:rect l="0" t="0" r="r" b="b"/>
              <a:pathLst>
                <a:path w="4" h="1">
                  <a:moveTo>
                    <a:pt x="0" y="0"/>
                  </a:moveTo>
                  <a:lnTo>
                    <a:pt x="2" y="1"/>
                  </a:lnTo>
                  <a:lnTo>
                    <a:pt x="4" y="1"/>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31" name="Freeform 1031"/>
            <p:cNvSpPr/>
            <p:nvPr/>
          </p:nvSpPr>
          <p:spPr bwMode="auto">
            <a:xfrm>
              <a:off x="3198" y="2824"/>
              <a:ext cx="3" cy="2"/>
            </a:xfrm>
            <a:custGeom>
              <a:avLst/>
              <a:gdLst/>
              <a:ahLst/>
              <a:cxnLst>
                <a:cxn ang="0">
                  <a:pos x="0" y="0"/>
                </a:cxn>
                <a:cxn ang="0">
                  <a:pos x="2" y="2"/>
                </a:cxn>
                <a:cxn ang="0">
                  <a:pos x="3" y="2"/>
                </a:cxn>
                <a:cxn ang="0">
                  <a:pos x="2" y="0"/>
                </a:cxn>
                <a:cxn ang="0">
                  <a:pos x="0" y="0"/>
                </a:cxn>
              </a:cxnLst>
              <a:rect l="0" t="0" r="r" b="b"/>
              <a:pathLst>
                <a:path w="3" h="2">
                  <a:moveTo>
                    <a:pt x="0" y="0"/>
                  </a:moveTo>
                  <a:lnTo>
                    <a:pt x="2" y="2"/>
                  </a:lnTo>
                  <a:lnTo>
                    <a:pt x="3" y="2"/>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2" name="Freeform 1032"/>
            <p:cNvSpPr/>
            <p:nvPr/>
          </p:nvSpPr>
          <p:spPr bwMode="auto">
            <a:xfrm>
              <a:off x="3198" y="2824"/>
              <a:ext cx="3" cy="2"/>
            </a:xfrm>
            <a:custGeom>
              <a:avLst/>
              <a:gdLst/>
              <a:ahLst/>
              <a:cxnLst>
                <a:cxn ang="0">
                  <a:pos x="0" y="0"/>
                </a:cxn>
                <a:cxn ang="0">
                  <a:pos x="2" y="2"/>
                </a:cxn>
                <a:cxn ang="0">
                  <a:pos x="3" y="2"/>
                </a:cxn>
                <a:cxn ang="0">
                  <a:pos x="2" y="0"/>
                </a:cxn>
                <a:cxn ang="0">
                  <a:pos x="0" y="0"/>
                </a:cxn>
              </a:cxnLst>
              <a:rect l="0" t="0" r="r" b="b"/>
              <a:pathLst>
                <a:path w="3" h="2">
                  <a:moveTo>
                    <a:pt x="0" y="0"/>
                  </a:moveTo>
                  <a:lnTo>
                    <a:pt x="2" y="2"/>
                  </a:lnTo>
                  <a:lnTo>
                    <a:pt x="3" y="2"/>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33" name="Freeform 1033"/>
            <p:cNvSpPr/>
            <p:nvPr/>
          </p:nvSpPr>
          <p:spPr bwMode="auto">
            <a:xfrm>
              <a:off x="3200" y="2824"/>
              <a:ext cx="3" cy="2"/>
            </a:xfrm>
            <a:custGeom>
              <a:avLst/>
              <a:gdLst/>
              <a:ahLst/>
              <a:cxnLst>
                <a:cxn ang="0">
                  <a:pos x="0" y="0"/>
                </a:cxn>
                <a:cxn ang="0">
                  <a:pos x="1" y="2"/>
                </a:cxn>
                <a:cxn ang="0">
                  <a:pos x="3" y="2"/>
                </a:cxn>
                <a:cxn ang="0">
                  <a:pos x="0" y="0"/>
                </a:cxn>
              </a:cxnLst>
              <a:rect l="0" t="0" r="r" b="b"/>
              <a:pathLst>
                <a:path w="3" h="2">
                  <a:moveTo>
                    <a:pt x="0" y="0"/>
                  </a:moveTo>
                  <a:lnTo>
                    <a:pt x="1" y="2"/>
                  </a:lnTo>
                  <a:lnTo>
                    <a:pt x="3"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4" name="Freeform 1034"/>
            <p:cNvSpPr/>
            <p:nvPr/>
          </p:nvSpPr>
          <p:spPr bwMode="auto">
            <a:xfrm>
              <a:off x="3200" y="2824"/>
              <a:ext cx="3" cy="2"/>
            </a:xfrm>
            <a:custGeom>
              <a:avLst/>
              <a:gdLst/>
              <a:ahLst/>
              <a:cxnLst>
                <a:cxn ang="0">
                  <a:pos x="0" y="0"/>
                </a:cxn>
                <a:cxn ang="0">
                  <a:pos x="1" y="2"/>
                </a:cxn>
                <a:cxn ang="0">
                  <a:pos x="3" y="2"/>
                </a:cxn>
                <a:cxn ang="0">
                  <a:pos x="0" y="0"/>
                </a:cxn>
              </a:cxnLst>
              <a:rect l="0" t="0" r="r" b="b"/>
              <a:pathLst>
                <a:path w="3" h="2">
                  <a:moveTo>
                    <a:pt x="0" y="0"/>
                  </a:moveTo>
                  <a:lnTo>
                    <a:pt x="1" y="2"/>
                  </a:lnTo>
                  <a:lnTo>
                    <a:pt x="3"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35" name="Freeform 1035"/>
            <p:cNvSpPr/>
            <p:nvPr/>
          </p:nvSpPr>
          <p:spPr bwMode="auto">
            <a:xfrm>
              <a:off x="3237" y="2760"/>
              <a:ext cx="353" cy="62"/>
            </a:xfrm>
            <a:custGeom>
              <a:avLst/>
              <a:gdLst/>
              <a:ahLst/>
              <a:cxnLst>
                <a:cxn ang="0">
                  <a:pos x="353" y="0"/>
                </a:cxn>
                <a:cxn ang="0">
                  <a:pos x="0" y="62"/>
                </a:cxn>
                <a:cxn ang="0">
                  <a:pos x="0" y="62"/>
                </a:cxn>
                <a:cxn ang="0">
                  <a:pos x="353" y="0"/>
                </a:cxn>
                <a:cxn ang="0">
                  <a:pos x="353" y="0"/>
                </a:cxn>
              </a:cxnLst>
              <a:rect l="0" t="0" r="r" b="b"/>
              <a:pathLst>
                <a:path w="353" h="62">
                  <a:moveTo>
                    <a:pt x="353" y="0"/>
                  </a:moveTo>
                  <a:lnTo>
                    <a:pt x="0" y="62"/>
                  </a:lnTo>
                  <a:lnTo>
                    <a:pt x="0" y="62"/>
                  </a:lnTo>
                  <a:lnTo>
                    <a:pt x="353" y="0"/>
                  </a:lnTo>
                  <a:lnTo>
                    <a:pt x="353"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236" name="Freeform 1036"/>
            <p:cNvSpPr/>
            <p:nvPr/>
          </p:nvSpPr>
          <p:spPr bwMode="auto">
            <a:xfrm>
              <a:off x="3237" y="2760"/>
              <a:ext cx="353" cy="62"/>
            </a:xfrm>
            <a:custGeom>
              <a:avLst/>
              <a:gdLst/>
              <a:ahLst/>
              <a:cxnLst>
                <a:cxn ang="0">
                  <a:pos x="353" y="0"/>
                </a:cxn>
                <a:cxn ang="0">
                  <a:pos x="0" y="62"/>
                </a:cxn>
                <a:cxn ang="0">
                  <a:pos x="0" y="62"/>
                </a:cxn>
                <a:cxn ang="0">
                  <a:pos x="353" y="0"/>
                </a:cxn>
                <a:cxn ang="0">
                  <a:pos x="353" y="0"/>
                </a:cxn>
              </a:cxnLst>
              <a:rect l="0" t="0" r="r" b="b"/>
              <a:pathLst>
                <a:path w="353" h="62">
                  <a:moveTo>
                    <a:pt x="353" y="0"/>
                  </a:moveTo>
                  <a:lnTo>
                    <a:pt x="0" y="62"/>
                  </a:lnTo>
                  <a:lnTo>
                    <a:pt x="0" y="62"/>
                  </a:lnTo>
                  <a:lnTo>
                    <a:pt x="353" y="0"/>
                  </a:lnTo>
                  <a:lnTo>
                    <a:pt x="353" y="0"/>
                  </a:lnTo>
                </a:path>
              </a:pathLst>
            </a:custGeom>
            <a:noFill/>
            <a:ln w="9525">
              <a:noFill/>
              <a:round/>
            </a:ln>
          </p:spPr>
          <p:txBody>
            <a:bodyPr vert="horz" wrap="square" lIns="82938" tIns="41469" rIns="82938" bIns="41469" numCol="1" anchor="t" anchorCtr="0" compatLnSpc="1"/>
            <a:lstStyle/>
            <a:p>
              <a:endParaRPr lang="en-GB" sz="1815"/>
            </a:p>
          </p:txBody>
        </p:sp>
        <p:sp>
          <p:nvSpPr>
            <p:cNvPr id="52237" name="Freeform 1037"/>
            <p:cNvSpPr/>
            <p:nvPr/>
          </p:nvSpPr>
          <p:spPr bwMode="auto">
            <a:xfrm>
              <a:off x="3227" y="2740"/>
              <a:ext cx="365" cy="82"/>
            </a:xfrm>
            <a:custGeom>
              <a:avLst/>
              <a:gdLst/>
              <a:ahLst/>
              <a:cxnLst>
                <a:cxn ang="0">
                  <a:pos x="360" y="0"/>
                </a:cxn>
                <a:cxn ang="0">
                  <a:pos x="6" y="62"/>
                </a:cxn>
                <a:cxn ang="0">
                  <a:pos x="0" y="70"/>
                </a:cxn>
                <a:cxn ang="0">
                  <a:pos x="10" y="72"/>
                </a:cxn>
                <a:cxn ang="0">
                  <a:pos x="0" y="77"/>
                </a:cxn>
                <a:cxn ang="0">
                  <a:pos x="10" y="82"/>
                </a:cxn>
                <a:cxn ang="0">
                  <a:pos x="10" y="82"/>
                </a:cxn>
                <a:cxn ang="0">
                  <a:pos x="10" y="82"/>
                </a:cxn>
                <a:cxn ang="0">
                  <a:pos x="363" y="20"/>
                </a:cxn>
                <a:cxn ang="0">
                  <a:pos x="363" y="20"/>
                </a:cxn>
                <a:cxn ang="0">
                  <a:pos x="363" y="20"/>
                </a:cxn>
                <a:cxn ang="0">
                  <a:pos x="365" y="9"/>
                </a:cxn>
                <a:cxn ang="0">
                  <a:pos x="360" y="0"/>
                </a:cxn>
              </a:cxnLst>
              <a:rect l="0" t="0" r="r" b="b"/>
              <a:pathLst>
                <a:path w="365" h="82">
                  <a:moveTo>
                    <a:pt x="360" y="0"/>
                  </a:moveTo>
                  <a:lnTo>
                    <a:pt x="6" y="62"/>
                  </a:lnTo>
                  <a:lnTo>
                    <a:pt x="0" y="70"/>
                  </a:lnTo>
                  <a:lnTo>
                    <a:pt x="10" y="72"/>
                  </a:lnTo>
                  <a:lnTo>
                    <a:pt x="0" y="77"/>
                  </a:lnTo>
                  <a:lnTo>
                    <a:pt x="10" y="82"/>
                  </a:lnTo>
                  <a:lnTo>
                    <a:pt x="10" y="82"/>
                  </a:lnTo>
                  <a:lnTo>
                    <a:pt x="10" y="82"/>
                  </a:lnTo>
                  <a:lnTo>
                    <a:pt x="363" y="20"/>
                  </a:lnTo>
                  <a:lnTo>
                    <a:pt x="363" y="20"/>
                  </a:lnTo>
                  <a:lnTo>
                    <a:pt x="363" y="20"/>
                  </a:lnTo>
                  <a:lnTo>
                    <a:pt x="365" y="9"/>
                  </a:lnTo>
                  <a:lnTo>
                    <a:pt x="36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8" name="Freeform 1038"/>
            <p:cNvSpPr/>
            <p:nvPr/>
          </p:nvSpPr>
          <p:spPr bwMode="auto">
            <a:xfrm>
              <a:off x="3227" y="2740"/>
              <a:ext cx="365" cy="82"/>
            </a:xfrm>
            <a:custGeom>
              <a:avLst/>
              <a:gdLst/>
              <a:ahLst/>
              <a:cxnLst>
                <a:cxn ang="0">
                  <a:pos x="360" y="0"/>
                </a:cxn>
                <a:cxn ang="0">
                  <a:pos x="6" y="62"/>
                </a:cxn>
                <a:cxn ang="0">
                  <a:pos x="0" y="70"/>
                </a:cxn>
                <a:cxn ang="0">
                  <a:pos x="10" y="72"/>
                </a:cxn>
                <a:cxn ang="0">
                  <a:pos x="0" y="77"/>
                </a:cxn>
                <a:cxn ang="0">
                  <a:pos x="10" y="82"/>
                </a:cxn>
                <a:cxn ang="0">
                  <a:pos x="10" y="82"/>
                </a:cxn>
                <a:cxn ang="0">
                  <a:pos x="10" y="82"/>
                </a:cxn>
                <a:cxn ang="0">
                  <a:pos x="363" y="20"/>
                </a:cxn>
                <a:cxn ang="0">
                  <a:pos x="363" y="20"/>
                </a:cxn>
                <a:cxn ang="0">
                  <a:pos x="363" y="20"/>
                </a:cxn>
                <a:cxn ang="0">
                  <a:pos x="365" y="9"/>
                </a:cxn>
                <a:cxn ang="0">
                  <a:pos x="360" y="0"/>
                </a:cxn>
              </a:cxnLst>
              <a:rect l="0" t="0" r="r" b="b"/>
              <a:pathLst>
                <a:path w="365" h="82">
                  <a:moveTo>
                    <a:pt x="360" y="0"/>
                  </a:moveTo>
                  <a:lnTo>
                    <a:pt x="6" y="62"/>
                  </a:lnTo>
                  <a:lnTo>
                    <a:pt x="0" y="70"/>
                  </a:lnTo>
                  <a:lnTo>
                    <a:pt x="10" y="72"/>
                  </a:lnTo>
                  <a:lnTo>
                    <a:pt x="0" y="77"/>
                  </a:lnTo>
                  <a:lnTo>
                    <a:pt x="10" y="82"/>
                  </a:lnTo>
                  <a:lnTo>
                    <a:pt x="10" y="82"/>
                  </a:lnTo>
                  <a:lnTo>
                    <a:pt x="10" y="82"/>
                  </a:lnTo>
                  <a:lnTo>
                    <a:pt x="363" y="20"/>
                  </a:lnTo>
                  <a:lnTo>
                    <a:pt x="363" y="20"/>
                  </a:lnTo>
                  <a:lnTo>
                    <a:pt x="363" y="20"/>
                  </a:lnTo>
                  <a:lnTo>
                    <a:pt x="365" y="9"/>
                  </a:lnTo>
                  <a:lnTo>
                    <a:pt x="360" y="0"/>
                  </a:lnTo>
                </a:path>
              </a:pathLst>
            </a:custGeom>
            <a:noFill/>
            <a:ln w="9525">
              <a:noFill/>
              <a:round/>
            </a:ln>
          </p:spPr>
          <p:txBody>
            <a:bodyPr vert="horz" wrap="square" lIns="82938" tIns="41469" rIns="82938" bIns="41469" numCol="1" anchor="t" anchorCtr="0" compatLnSpc="1"/>
            <a:lstStyle/>
            <a:p>
              <a:endParaRPr lang="en-GB" sz="1815"/>
            </a:p>
          </p:txBody>
        </p:sp>
        <p:sp>
          <p:nvSpPr>
            <p:cNvPr id="52239" name="Freeform 1039"/>
            <p:cNvSpPr/>
            <p:nvPr/>
          </p:nvSpPr>
          <p:spPr bwMode="auto">
            <a:xfrm>
              <a:off x="3220" y="2802"/>
              <a:ext cx="13" cy="8"/>
            </a:xfrm>
            <a:custGeom>
              <a:avLst/>
              <a:gdLst/>
              <a:ahLst/>
              <a:cxnLst>
                <a:cxn ang="0">
                  <a:pos x="13" y="0"/>
                </a:cxn>
                <a:cxn ang="0">
                  <a:pos x="3" y="2"/>
                </a:cxn>
                <a:cxn ang="0">
                  <a:pos x="0" y="7"/>
                </a:cxn>
                <a:cxn ang="0">
                  <a:pos x="7" y="8"/>
                </a:cxn>
                <a:cxn ang="0">
                  <a:pos x="13" y="0"/>
                </a:cxn>
              </a:cxnLst>
              <a:rect l="0" t="0" r="r" b="b"/>
              <a:pathLst>
                <a:path w="13" h="8">
                  <a:moveTo>
                    <a:pt x="13" y="0"/>
                  </a:moveTo>
                  <a:lnTo>
                    <a:pt x="3" y="2"/>
                  </a:lnTo>
                  <a:lnTo>
                    <a:pt x="0" y="7"/>
                  </a:lnTo>
                  <a:lnTo>
                    <a:pt x="7" y="8"/>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0" name="Freeform 1040"/>
            <p:cNvSpPr/>
            <p:nvPr/>
          </p:nvSpPr>
          <p:spPr bwMode="auto">
            <a:xfrm>
              <a:off x="3220" y="2802"/>
              <a:ext cx="13" cy="8"/>
            </a:xfrm>
            <a:custGeom>
              <a:avLst/>
              <a:gdLst/>
              <a:ahLst/>
              <a:cxnLst>
                <a:cxn ang="0">
                  <a:pos x="13" y="0"/>
                </a:cxn>
                <a:cxn ang="0">
                  <a:pos x="3" y="2"/>
                </a:cxn>
                <a:cxn ang="0">
                  <a:pos x="0" y="7"/>
                </a:cxn>
                <a:cxn ang="0">
                  <a:pos x="7" y="8"/>
                </a:cxn>
                <a:cxn ang="0">
                  <a:pos x="13" y="0"/>
                </a:cxn>
              </a:cxnLst>
              <a:rect l="0" t="0" r="r" b="b"/>
              <a:pathLst>
                <a:path w="13" h="8">
                  <a:moveTo>
                    <a:pt x="13" y="0"/>
                  </a:moveTo>
                  <a:lnTo>
                    <a:pt x="3" y="2"/>
                  </a:lnTo>
                  <a:lnTo>
                    <a:pt x="0" y="7"/>
                  </a:lnTo>
                  <a:lnTo>
                    <a:pt x="7" y="8"/>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2241" name="Freeform 1041"/>
            <p:cNvSpPr/>
            <p:nvPr/>
          </p:nvSpPr>
          <p:spPr bwMode="auto">
            <a:xfrm>
              <a:off x="3223" y="2810"/>
              <a:ext cx="14" cy="7"/>
            </a:xfrm>
            <a:custGeom>
              <a:avLst/>
              <a:gdLst/>
              <a:ahLst/>
              <a:cxnLst>
                <a:cxn ang="0">
                  <a:pos x="4" y="0"/>
                </a:cxn>
                <a:cxn ang="0">
                  <a:pos x="0" y="4"/>
                </a:cxn>
                <a:cxn ang="0">
                  <a:pos x="4" y="7"/>
                </a:cxn>
                <a:cxn ang="0">
                  <a:pos x="14" y="2"/>
                </a:cxn>
                <a:cxn ang="0">
                  <a:pos x="4" y="0"/>
                </a:cxn>
              </a:cxnLst>
              <a:rect l="0" t="0" r="r" b="b"/>
              <a:pathLst>
                <a:path w="14" h="7">
                  <a:moveTo>
                    <a:pt x="4" y="0"/>
                  </a:moveTo>
                  <a:lnTo>
                    <a:pt x="0" y="4"/>
                  </a:lnTo>
                  <a:lnTo>
                    <a:pt x="4" y="7"/>
                  </a:lnTo>
                  <a:lnTo>
                    <a:pt x="14"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2" name="Freeform 1042"/>
            <p:cNvSpPr/>
            <p:nvPr/>
          </p:nvSpPr>
          <p:spPr bwMode="auto">
            <a:xfrm>
              <a:off x="3223" y="2810"/>
              <a:ext cx="14" cy="7"/>
            </a:xfrm>
            <a:custGeom>
              <a:avLst/>
              <a:gdLst/>
              <a:ahLst/>
              <a:cxnLst>
                <a:cxn ang="0">
                  <a:pos x="4" y="0"/>
                </a:cxn>
                <a:cxn ang="0">
                  <a:pos x="0" y="4"/>
                </a:cxn>
                <a:cxn ang="0">
                  <a:pos x="4" y="7"/>
                </a:cxn>
                <a:cxn ang="0">
                  <a:pos x="14" y="2"/>
                </a:cxn>
                <a:cxn ang="0">
                  <a:pos x="4" y="0"/>
                </a:cxn>
              </a:cxnLst>
              <a:rect l="0" t="0" r="r" b="b"/>
              <a:pathLst>
                <a:path w="14" h="7">
                  <a:moveTo>
                    <a:pt x="4" y="0"/>
                  </a:moveTo>
                  <a:lnTo>
                    <a:pt x="0" y="4"/>
                  </a:lnTo>
                  <a:lnTo>
                    <a:pt x="4" y="7"/>
                  </a:lnTo>
                  <a:lnTo>
                    <a:pt x="14"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43" name="Freeform 1043"/>
            <p:cNvSpPr/>
            <p:nvPr/>
          </p:nvSpPr>
          <p:spPr bwMode="auto">
            <a:xfrm>
              <a:off x="3220" y="2809"/>
              <a:ext cx="7" cy="5"/>
            </a:xfrm>
            <a:custGeom>
              <a:avLst/>
              <a:gdLst/>
              <a:ahLst/>
              <a:cxnLst>
                <a:cxn ang="0">
                  <a:pos x="0" y="0"/>
                </a:cxn>
                <a:cxn ang="0">
                  <a:pos x="0" y="3"/>
                </a:cxn>
                <a:cxn ang="0">
                  <a:pos x="3" y="5"/>
                </a:cxn>
                <a:cxn ang="0">
                  <a:pos x="7" y="1"/>
                </a:cxn>
                <a:cxn ang="0">
                  <a:pos x="0" y="0"/>
                </a:cxn>
              </a:cxnLst>
              <a:rect l="0" t="0" r="r" b="b"/>
              <a:pathLst>
                <a:path w="7" h="5">
                  <a:moveTo>
                    <a:pt x="0" y="0"/>
                  </a:moveTo>
                  <a:lnTo>
                    <a:pt x="0" y="3"/>
                  </a:lnTo>
                  <a:lnTo>
                    <a:pt x="3" y="5"/>
                  </a:lnTo>
                  <a:lnTo>
                    <a:pt x="7"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4" name="Freeform 1044"/>
            <p:cNvSpPr/>
            <p:nvPr/>
          </p:nvSpPr>
          <p:spPr bwMode="auto">
            <a:xfrm>
              <a:off x="3220" y="2809"/>
              <a:ext cx="7" cy="5"/>
            </a:xfrm>
            <a:custGeom>
              <a:avLst/>
              <a:gdLst/>
              <a:ahLst/>
              <a:cxnLst>
                <a:cxn ang="0">
                  <a:pos x="0" y="0"/>
                </a:cxn>
                <a:cxn ang="0">
                  <a:pos x="0" y="3"/>
                </a:cxn>
                <a:cxn ang="0">
                  <a:pos x="3" y="5"/>
                </a:cxn>
                <a:cxn ang="0">
                  <a:pos x="7" y="1"/>
                </a:cxn>
                <a:cxn ang="0">
                  <a:pos x="0" y="0"/>
                </a:cxn>
              </a:cxnLst>
              <a:rect l="0" t="0" r="r" b="b"/>
              <a:pathLst>
                <a:path w="7" h="5">
                  <a:moveTo>
                    <a:pt x="0" y="0"/>
                  </a:moveTo>
                  <a:lnTo>
                    <a:pt x="0" y="3"/>
                  </a:lnTo>
                  <a:lnTo>
                    <a:pt x="3" y="5"/>
                  </a:lnTo>
                  <a:lnTo>
                    <a:pt x="7"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45" name="Freeform 1045"/>
            <p:cNvSpPr/>
            <p:nvPr/>
          </p:nvSpPr>
          <p:spPr bwMode="auto">
            <a:xfrm>
              <a:off x="3217" y="2804"/>
              <a:ext cx="6" cy="5"/>
            </a:xfrm>
            <a:custGeom>
              <a:avLst/>
              <a:gdLst/>
              <a:ahLst/>
              <a:cxnLst>
                <a:cxn ang="0">
                  <a:pos x="6" y="0"/>
                </a:cxn>
                <a:cxn ang="0">
                  <a:pos x="0" y="0"/>
                </a:cxn>
                <a:cxn ang="0">
                  <a:pos x="0" y="5"/>
                </a:cxn>
                <a:cxn ang="0">
                  <a:pos x="3" y="5"/>
                </a:cxn>
                <a:cxn ang="0">
                  <a:pos x="6" y="0"/>
                </a:cxn>
              </a:cxnLst>
              <a:rect l="0" t="0" r="r" b="b"/>
              <a:pathLst>
                <a:path w="6" h="5">
                  <a:moveTo>
                    <a:pt x="6" y="0"/>
                  </a:moveTo>
                  <a:lnTo>
                    <a:pt x="0" y="0"/>
                  </a:lnTo>
                  <a:lnTo>
                    <a:pt x="0" y="5"/>
                  </a:lnTo>
                  <a:lnTo>
                    <a:pt x="3" y="5"/>
                  </a:lnTo>
                  <a:lnTo>
                    <a:pt x="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6" name="Freeform 1046"/>
            <p:cNvSpPr/>
            <p:nvPr/>
          </p:nvSpPr>
          <p:spPr bwMode="auto">
            <a:xfrm>
              <a:off x="3217" y="2804"/>
              <a:ext cx="6" cy="5"/>
            </a:xfrm>
            <a:custGeom>
              <a:avLst/>
              <a:gdLst/>
              <a:ahLst/>
              <a:cxnLst>
                <a:cxn ang="0">
                  <a:pos x="6" y="0"/>
                </a:cxn>
                <a:cxn ang="0">
                  <a:pos x="0" y="0"/>
                </a:cxn>
                <a:cxn ang="0">
                  <a:pos x="0" y="5"/>
                </a:cxn>
                <a:cxn ang="0">
                  <a:pos x="3" y="5"/>
                </a:cxn>
                <a:cxn ang="0">
                  <a:pos x="6" y="0"/>
                </a:cxn>
              </a:cxnLst>
              <a:rect l="0" t="0" r="r" b="b"/>
              <a:pathLst>
                <a:path w="6" h="5">
                  <a:moveTo>
                    <a:pt x="6" y="0"/>
                  </a:moveTo>
                  <a:lnTo>
                    <a:pt x="0" y="0"/>
                  </a:lnTo>
                  <a:lnTo>
                    <a:pt x="0" y="5"/>
                  </a:lnTo>
                  <a:lnTo>
                    <a:pt x="3" y="5"/>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2247" name="Freeform 1047"/>
            <p:cNvSpPr/>
            <p:nvPr/>
          </p:nvSpPr>
          <p:spPr bwMode="auto">
            <a:xfrm>
              <a:off x="3213" y="2804"/>
              <a:ext cx="4" cy="5"/>
            </a:xfrm>
            <a:custGeom>
              <a:avLst/>
              <a:gdLst/>
              <a:ahLst/>
              <a:cxnLst>
                <a:cxn ang="0">
                  <a:pos x="4" y="0"/>
                </a:cxn>
                <a:cxn ang="0">
                  <a:pos x="0" y="1"/>
                </a:cxn>
                <a:cxn ang="0">
                  <a:pos x="2" y="3"/>
                </a:cxn>
                <a:cxn ang="0">
                  <a:pos x="4" y="5"/>
                </a:cxn>
                <a:cxn ang="0">
                  <a:pos x="4" y="0"/>
                </a:cxn>
              </a:cxnLst>
              <a:rect l="0" t="0" r="r" b="b"/>
              <a:pathLst>
                <a:path w="4" h="5">
                  <a:moveTo>
                    <a:pt x="4" y="0"/>
                  </a:moveTo>
                  <a:lnTo>
                    <a:pt x="0" y="1"/>
                  </a:lnTo>
                  <a:lnTo>
                    <a:pt x="2" y="3"/>
                  </a:lnTo>
                  <a:lnTo>
                    <a:pt x="4" y="5"/>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8" name="Freeform 1048"/>
            <p:cNvSpPr/>
            <p:nvPr/>
          </p:nvSpPr>
          <p:spPr bwMode="auto">
            <a:xfrm>
              <a:off x="3213" y="2804"/>
              <a:ext cx="4" cy="5"/>
            </a:xfrm>
            <a:custGeom>
              <a:avLst/>
              <a:gdLst/>
              <a:ahLst/>
              <a:cxnLst>
                <a:cxn ang="0">
                  <a:pos x="4" y="0"/>
                </a:cxn>
                <a:cxn ang="0">
                  <a:pos x="0" y="1"/>
                </a:cxn>
                <a:cxn ang="0">
                  <a:pos x="2" y="3"/>
                </a:cxn>
                <a:cxn ang="0">
                  <a:pos x="4" y="5"/>
                </a:cxn>
                <a:cxn ang="0">
                  <a:pos x="4" y="0"/>
                </a:cxn>
              </a:cxnLst>
              <a:rect l="0" t="0" r="r" b="b"/>
              <a:pathLst>
                <a:path w="4" h="5">
                  <a:moveTo>
                    <a:pt x="4" y="0"/>
                  </a:moveTo>
                  <a:lnTo>
                    <a:pt x="0" y="1"/>
                  </a:lnTo>
                  <a:lnTo>
                    <a:pt x="2" y="3"/>
                  </a:lnTo>
                  <a:lnTo>
                    <a:pt x="4" y="5"/>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49" name="Freeform 1049"/>
            <p:cNvSpPr/>
            <p:nvPr/>
          </p:nvSpPr>
          <p:spPr bwMode="auto">
            <a:xfrm>
              <a:off x="3217" y="2809"/>
              <a:ext cx="3" cy="3"/>
            </a:xfrm>
            <a:custGeom>
              <a:avLst/>
              <a:gdLst/>
              <a:ahLst/>
              <a:cxnLst>
                <a:cxn ang="0">
                  <a:pos x="0" y="0"/>
                </a:cxn>
                <a:cxn ang="0">
                  <a:pos x="0" y="1"/>
                </a:cxn>
                <a:cxn ang="0">
                  <a:pos x="3" y="3"/>
                </a:cxn>
                <a:cxn ang="0">
                  <a:pos x="3" y="0"/>
                </a:cxn>
                <a:cxn ang="0">
                  <a:pos x="0" y="0"/>
                </a:cxn>
              </a:cxnLst>
              <a:rect l="0" t="0" r="r" b="b"/>
              <a:pathLst>
                <a:path w="3" h="3">
                  <a:moveTo>
                    <a:pt x="0" y="0"/>
                  </a:moveTo>
                  <a:lnTo>
                    <a:pt x="0" y="1"/>
                  </a:lnTo>
                  <a:lnTo>
                    <a:pt x="3" y="3"/>
                  </a:lnTo>
                  <a:lnTo>
                    <a:pt x="3"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0" name="Freeform 1050"/>
            <p:cNvSpPr/>
            <p:nvPr/>
          </p:nvSpPr>
          <p:spPr bwMode="auto">
            <a:xfrm>
              <a:off x="3217" y="2809"/>
              <a:ext cx="3" cy="3"/>
            </a:xfrm>
            <a:custGeom>
              <a:avLst/>
              <a:gdLst/>
              <a:ahLst/>
              <a:cxnLst>
                <a:cxn ang="0">
                  <a:pos x="0" y="0"/>
                </a:cxn>
                <a:cxn ang="0">
                  <a:pos x="0" y="1"/>
                </a:cxn>
                <a:cxn ang="0">
                  <a:pos x="3" y="3"/>
                </a:cxn>
                <a:cxn ang="0">
                  <a:pos x="3" y="0"/>
                </a:cxn>
                <a:cxn ang="0">
                  <a:pos x="0" y="0"/>
                </a:cxn>
              </a:cxnLst>
              <a:rect l="0" t="0" r="r" b="b"/>
              <a:pathLst>
                <a:path w="3" h="3">
                  <a:moveTo>
                    <a:pt x="0" y="0"/>
                  </a:moveTo>
                  <a:lnTo>
                    <a:pt x="0" y="1"/>
                  </a:lnTo>
                  <a:lnTo>
                    <a:pt x="3" y="3"/>
                  </a:lnTo>
                  <a:lnTo>
                    <a:pt x="3"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51" name="Freeform 1051"/>
            <p:cNvSpPr/>
            <p:nvPr/>
          </p:nvSpPr>
          <p:spPr bwMode="auto">
            <a:xfrm>
              <a:off x="3215" y="2807"/>
              <a:ext cx="2" cy="3"/>
            </a:xfrm>
            <a:custGeom>
              <a:avLst/>
              <a:gdLst/>
              <a:ahLst/>
              <a:cxnLst>
                <a:cxn ang="0">
                  <a:pos x="0" y="0"/>
                </a:cxn>
                <a:cxn ang="0">
                  <a:pos x="0" y="3"/>
                </a:cxn>
                <a:cxn ang="0">
                  <a:pos x="2" y="3"/>
                </a:cxn>
                <a:cxn ang="0">
                  <a:pos x="2" y="2"/>
                </a:cxn>
                <a:cxn ang="0">
                  <a:pos x="0" y="0"/>
                </a:cxn>
              </a:cxnLst>
              <a:rect l="0" t="0" r="r" b="b"/>
              <a:pathLst>
                <a:path w="2" h="3">
                  <a:moveTo>
                    <a:pt x="0" y="0"/>
                  </a:moveTo>
                  <a:lnTo>
                    <a:pt x="0" y="3"/>
                  </a:lnTo>
                  <a:lnTo>
                    <a:pt x="2" y="3"/>
                  </a:lnTo>
                  <a:lnTo>
                    <a:pt x="2"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2" name="Freeform 1052"/>
            <p:cNvSpPr/>
            <p:nvPr/>
          </p:nvSpPr>
          <p:spPr bwMode="auto">
            <a:xfrm>
              <a:off x="3215" y="2807"/>
              <a:ext cx="2" cy="3"/>
            </a:xfrm>
            <a:custGeom>
              <a:avLst/>
              <a:gdLst/>
              <a:ahLst/>
              <a:cxnLst>
                <a:cxn ang="0">
                  <a:pos x="0" y="0"/>
                </a:cxn>
                <a:cxn ang="0">
                  <a:pos x="0" y="3"/>
                </a:cxn>
                <a:cxn ang="0">
                  <a:pos x="2" y="3"/>
                </a:cxn>
                <a:cxn ang="0">
                  <a:pos x="2" y="2"/>
                </a:cxn>
                <a:cxn ang="0">
                  <a:pos x="0" y="0"/>
                </a:cxn>
              </a:cxnLst>
              <a:rect l="0" t="0" r="r" b="b"/>
              <a:pathLst>
                <a:path w="2" h="3">
                  <a:moveTo>
                    <a:pt x="0" y="0"/>
                  </a:moveTo>
                  <a:lnTo>
                    <a:pt x="0" y="3"/>
                  </a:lnTo>
                  <a:lnTo>
                    <a:pt x="2" y="3"/>
                  </a:lnTo>
                  <a:lnTo>
                    <a:pt x="2"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53" name="Freeform 1053"/>
            <p:cNvSpPr/>
            <p:nvPr/>
          </p:nvSpPr>
          <p:spPr bwMode="auto">
            <a:xfrm>
              <a:off x="3212" y="2805"/>
              <a:ext cx="3" cy="2"/>
            </a:xfrm>
            <a:custGeom>
              <a:avLst/>
              <a:gdLst/>
              <a:ahLst/>
              <a:cxnLst>
                <a:cxn ang="0">
                  <a:pos x="1" y="0"/>
                </a:cxn>
                <a:cxn ang="0">
                  <a:pos x="0" y="0"/>
                </a:cxn>
                <a:cxn ang="0">
                  <a:pos x="1" y="2"/>
                </a:cxn>
                <a:cxn ang="0">
                  <a:pos x="3" y="2"/>
                </a:cxn>
                <a:cxn ang="0">
                  <a:pos x="1" y="0"/>
                </a:cxn>
              </a:cxnLst>
              <a:rect l="0" t="0" r="r" b="b"/>
              <a:pathLst>
                <a:path w="3" h="2">
                  <a:moveTo>
                    <a:pt x="1" y="0"/>
                  </a:moveTo>
                  <a:lnTo>
                    <a:pt x="0" y="0"/>
                  </a:lnTo>
                  <a:lnTo>
                    <a:pt x="1" y="2"/>
                  </a:lnTo>
                  <a:lnTo>
                    <a:pt x="3"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4" name="Freeform 1054"/>
            <p:cNvSpPr/>
            <p:nvPr/>
          </p:nvSpPr>
          <p:spPr bwMode="auto">
            <a:xfrm>
              <a:off x="3212" y="2805"/>
              <a:ext cx="3" cy="2"/>
            </a:xfrm>
            <a:custGeom>
              <a:avLst/>
              <a:gdLst/>
              <a:ahLst/>
              <a:cxnLst>
                <a:cxn ang="0">
                  <a:pos x="1" y="0"/>
                </a:cxn>
                <a:cxn ang="0">
                  <a:pos x="0" y="0"/>
                </a:cxn>
                <a:cxn ang="0">
                  <a:pos x="1" y="2"/>
                </a:cxn>
                <a:cxn ang="0">
                  <a:pos x="3" y="2"/>
                </a:cxn>
                <a:cxn ang="0">
                  <a:pos x="1" y="0"/>
                </a:cxn>
              </a:cxnLst>
              <a:rect l="0" t="0" r="r" b="b"/>
              <a:pathLst>
                <a:path w="3" h="2">
                  <a:moveTo>
                    <a:pt x="1" y="0"/>
                  </a:moveTo>
                  <a:lnTo>
                    <a:pt x="0" y="0"/>
                  </a:lnTo>
                  <a:lnTo>
                    <a:pt x="1" y="2"/>
                  </a:lnTo>
                  <a:lnTo>
                    <a:pt x="3"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55" name="Freeform 1055"/>
            <p:cNvSpPr/>
            <p:nvPr/>
          </p:nvSpPr>
          <p:spPr bwMode="auto">
            <a:xfrm>
              <a:off x="3210" y="2805"/>
              <a:ext cx="3" cy="2"/>
            </a:xfrm>
            <a:custGeom>
              <a:avLst/>
              <a:gdLst/>
              <a:ahLst/>
              <a:cxnLst>
                <a:cxn ang="0">
                  <a:pos x="2" y="0"/>
                </a:cxn>
                <a:cxn ang="0">
                  <a:pos x="0" y="0"/>
                </a:cxn>
                <a:cxn ang="0">
                  <a:pos x="0" y="2"/>
                </a:cxn>
                <a:cxn ang="0">
                  <a:pos x="3" y="2"/>
                </a:cxn>
                <a:cxn ang="0">
                  <a:pos x="2" y="0"/>
                </a:cxn>
              </a:cxnLst>
              <a:rect l="0" t="0" r="r" b="b"/>
              <a:pathLst>
                <a:path w="3" h="2">
                  <a:moveTo>
                    <a:pt x="2" y="0"/>
                  </a:moveTo>
                  <a:lnTo>
                    <a:pt x="0" y="0"/>
                  </a:lnTo>
                  <a:lnTo>
                    <a:pt x="0" y="2"/>
                  </a:lnTo>
                  <a:lnTo>
                    <a:pt x="3"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6" name="Freeform 1056"/>
            <p:cNvSpPr/>
            <p:nvPr/>
          </p:nvSpPr>
          <p:spPr bwMode="auto">
            <a:xfrm>
              <a:off x="3210" y="2805"/>
              <a:ext cx="3" cy="2"/>
            </a:xfrm>
            <a:custGeom>
              <a:avLst/>
              <a:gdLst/>
              <a:ahLst/>
              <a:cxnLst>
                <a:cxn ang="0">
                  <a:pos x="2" y="0"/>
                </a:cxn>
                <a:cxn ang="0">
                  <a:pos x="0" y="0"/>
                </a:cxn>
                <a:cxn ang="0">
                  <a:pos x="0" y="2"/>
                </a:cxn>
                <a:cxn ang="0">
                  <a:pos x="3" y="2"/>
                </a:cxn>
                <a:cxn ang="0">
                  <a:pos x="2" y="0"/>
                </a:cxn>
              </a:cxnLst>
              <a:rect l="0" t="0" r="r" b="b"/>
              <a:pathLst>
                <a:path w="3" h="2">
                  <a:moveTo>
                    <a:pt x="2" y="0"/>
                  </a:moveTo>
                  <a:lnTo>
                    <a:pt x="0" y="0"/>
                  </a:lnTo>
                  <a:lnTo>
                    <a:pt x="0" y="2"/>
                  </a:lnTo>
                  <a:lnTo>
                    <a:pt x="3"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57" name="Freeform 1057"/>
            <p:cNvSpPr/>
            <p:nvPr/>
          </p:nvSpPr>
          <p:spPr bwMode="auto">
            <a:xfrm>
              <a:off x="3213" y="2807"/>
              <a:ext cx="2" cy="3"/>
            </a:xfrm>
            <a:custGeom>
              <a:avLst/>
              <a:gdLst/>
              <a:ahLst/>
              <a:cxnLst>
                <a:cxn ang="0">
                  <a:pos x="0" y="0"/>
                </a:cxn>
                <a:cxn ang="0">
                  <a:pos x="0" y="2"/>
                </a:cxn>
                <a:cxn ang="0">
                  <a:pos x="2" y="3"/>
                </a:cxn>
                <a:cxn ang="0">
                  <a:pos x="2" y="0"/>
                </a:cxn>
                <a:cxn ang="0">
                  <a:pos x="0" y="0"/>
                </a:cxn>
              </a:cxnLst>
              <a:rect l="0" t="0" r="r" b="b"/>
              <a:pathLst>
                <a:path w="2" h="3">
                  <a:moveTo>
                    <a:pt x="0" y="0"/>
                  </a:moveTo>
                  <a:lnTo>
                    <a:pt x="0" y="2"/>
                  </a:lnTo>
                  <a:lnTo>
                    <a:pt x="2" y="3"/>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8" name="Freeform 1058"/>
            <p:cNvSpPr/>
            <p:nvPr/>
          </p:nvSpPr>
          <p:spPr bwMode="auto">
            <a:xfrm>
              <a:off x="3213" y="2807"/>
              <a:ext cx="2" cy="3"/>
            </a:xfrm>
            <a:custGeom>
              <a:avLst/>
              <a:gdLst/>
              <a:ahLst/>
              <a:cxnLst>
                <a:cxn ang="0">
                  <a:pos x="0" y="0"/>
                </a:cxn>
                <a:cxn ang="0">
                  <a:pos x="0" y="2"/>
                </a:cxn>
                <a:cxn ang="0">
                  <a:pos x="2" y="3"/>
                </a:cxn>
                <a:cxn ang="0">
                  <a:pos x="2" y="0"/>
                </a:cxn>
                <a:cxn ang="0">
                  <a:pos x="0" y="0"/>
                </a:cxn>
              </a:cxnLst>
              <a:rect l="0" t="0" r="r" b="b"/>
              <a:pathLst>
                <a:path w="2" h="3">
                  <a:moveTo>
                    <a:pt x="0" y="0"/>
                  </a:moveTo>
                  <a:lnTo>
                    <a:pt x="0" y="2"/>
                  </a:lnTo>
                  <a:lnTo>
                    <a:pt x="2" y="3"/>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59" name="Freeform 1059"/>
            <p:cNvSpPr/>
            <p:nvPr/>
          </p:nvSpPr>
          <p:spPr bwMode="auto">
            <a:xfrm>
              <a:off x="3210" y="2807"/>
              <a:ext cx="3" cy="2"/>
            </a:xfrm>
            <a:custGeom>
              <a:avLst/>
              <a:gdLst/>
              <a:ahLst/>
              <a:cxnLst>
                <a:cxn ang="0">
                  <a:pos x="0" y="0"/>
                </a:cxn>
                <a:cxn ang="0">
                  <a:pos x="3" y="2"/>
                </a:cxn>
                <a:cxn ang="0">
                  <a:pos x="3" y="0"/>
                </a:cxn>
                <a:cxn ang="0">
                  <a:pos x="0" y="0"/>
                </a:cxn>
              </a:cxnLst>
              <a:rect l="0" t="0" r="r" b="b"/>
              <a:pathLst>
                <a:path w="3" h="2">
                  <a:moveTo>
                    <a:pt x="0" y="0"/>
                  </a:moveTo>
                  <a:lnTo>
                    <a:pt x="3" y="2"/>
                  </a:lnTo>
                  <a:lnTo>
                    <a:pt x="3"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0" name="Freeform 1060"/>
            <p:cNvSpPr/>
            <p:nvPr/>
          </p:nvSpPr>
          <p:spPr bwMode="auto">
            <a:xfrm>
              <a:off x="3210" y="2807"/>
              <a:ext cx="3" cy="2"/>
            </a:xfrm>
            <a:custGeom>
              <a:avLst/>
              <a:gdLst/>
              <a:ahLst/>
              <a:cxnLst>
                <a:cxn ang="0">
                  <a:pos x="0" y="0"/>
                </a:cxn>
                <a:cxn ang="0">
                  <a:pos x="3" y="2"/>
                </a:cxn>
                <a:cxn ang="0">
                  <a:pos x="3" y="0"/>
                </a:cxn>
                <a:cxn ang="0">
                  <a:pos x="0" y="0"/>
                </a:cxn>
              </a:cxnLst>
              <a:rect l="0" t="0" r="r" b="b"/>
              <a:pathLst>
                <a:path w="3" h="2">
                  <a:moveTo>
                    <a:pt x="0" y="0"/>
                  </a:moveTo>
                  <a:lnTo>
                    <a:pt x="3" y="2"/>
                  </a:lnTo>
                  <a:lnTo>
                    <a:pt x="3"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61" name="Freeform 1061"/>
            <p:cNvSpPr/>
            <p:nvPr/>
          </p:nvSpPr>
          <p:spPr bwMode="auto">
            <a:xfrm>
              <a:off x="3191" y="2817"/>
              <a:ext cx="5" cy="4"/>
            </a:xfrm>
            <a:custGeom>
              <a:avLst/>
              <a:gdLst/>
              <a:ahLst/>
              <a:cxnLst>
                <a:cxn ang="0">
                  <a:pos x="4" y="0"/>
                </a:cxn>
                <a:cxn ang="0">
                  <a:pos x="0" y="2"/>
                </a:cxn>
                <a:cxn ang="0">
                  <a:pos x="4" y="4"/>
                </a:cxn>
                <a:cxn ang="0">
                  <a:pos x="5" y="2"/>
                </a:cxn>
                <a:cxn ang="0">
                  <a:pos x="4" y="0"/>
                </a:cxn>
              </a:cxnLst>
              <a:rect l="0" t="0" r="r" b="b"/>
              <a:pathLst>
                <a:path w="5" h="4">
                  <a:moveTo>
                    <a:pt x="4" y="0"/>
                  </a:moveTo>
                  <a:lnTo>
                    <a:pt x="0" y="2"/>
                  </a:lnTo>
                  <a:lnTo>
                    <a:pt x="4" y="4"/>
                  </a:lnTo>
                  <a:lnTo>
                    <a:pt x="5"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2" name="Freeform 1062"/>
            <p:cNvSpPr/>
            <p:nvPr/>
          </p:nvSpPr>
          <p:spPr bwMode="auto">
            <a:xfrm>
              <a:off x="3191" y="2817"/>
              <a:ext cx="5" cy="4"/>
            </a:xfrm>
            <a:custGeom>
              <a:avLst/>
              <a:gdLst/>
              <a:ahLst/>
              <a:cxnLst>
                <a:cxn ang="0">
                  <a:pos x="4" y="0"/>
                </a:cxn>
                <a:cxn ang="0">
                  <a:pos x="0" y="2"/>
                </a:cxn>
                <a:cxn ang="0">
                  <a:pos x="4" y="4"/>
                </a:cxn>
                <a:cxn ang="0">
                  <a:pos x="5" y="2"/>
                </a:cxn>
                <a:cxn ang="0">
                  <a:pos x="4" y="0"/>
                </a:cxn>
              </a:cxnLst>
              <a:rect l="0" t="0" r="r" b="b"/>
              <a:pathLst>
                <a:path w="5" h="4">
                  <a:moveTo>
                    <a:pt x="4" y="0"/>
                  </a:moveTo>
                  <a:lnTo>
                    <a:pt x="0" y="2"/>
                  </a:lnTo>
                  <a:lnTo>
                    <a:pt x="4" y="4"/>
                  </a:lnTo>
                  <a:lnTo>
                    <a:pt x="5"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63" name="Freeform 1063"/>
            <p:cNvSpPr/>
            <p:nvPr/>
          </p:nvSpPr>
          <p:spPr bwMode="auto">
            <a:xfrm>
              <a:off x="3195" y="2814"/>
              <a:ext cx="1" cy="5"/>
            </a:xfrm>
            <a:custGeom>
              <a:avLst/>
              <a:gdLst/>
              <a:ahLst/>
              <a:cxnLst>
                <a:cxn ang="0">
                  <a:pos x="1" y="0"/>
                </a:cxn>
                <a:cxn ang="0">
                  <a:pos x="0" y="3"/>
                </a:cxn>
                <a:cxn ang="0">
                  <a:pos x="1" y="5"/>
                </a:cxn>
                <a:cxn ang="0">
                  <a:pos x="1" y="3"/>
                </a:cxn>
                <a:cxn ang="0">
                  <a:pos x="1" y="0"/>
                </a:cxn>
              </a:cxnLst>
              <a:rect l="0" t="0" r="r" b="b"/>
              <a:pathLst>
                <a:path w="1" h="5">
                  <a:moveTo>
                    <a:pt x="1" y="0"/>
                  </a:moveTo>
                  <a:lnTo>
                    <a:pt x="0" y="3"/>
                  </a:lnTo>
                  <a:lnTo>
                    <a:pt x="1" y="5"/>
                  </a:lnTo>
                  <a:lnTo>
                    <a:pt x="1" y="3"/>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4" name="Freeform 1064"/>
            <p:cNvSpPr/>
            <p:nvPr/>
          </p:nvSpPr>
          <p:spPr bwMode="auto">
            <a:xfrm>
              <a:off x="3195" y="2814"/>
              <a:ext cx="1" cy="5"/>
            </a:xfrm>
            <a:custGeom>
              <a:avLst/>
              <a:gdLst/>
              <a:ahLst/>
              <a:cxnLst>
                <a:cxn ang="0">
                  <a:pos x="1" y="0"/>
                </a:cxn>
                <a:cxn ang="0">
                  <a:pos x="0" y="3"/>
                </a:cxn>
                <a:cxn ang="0">
                  <a:pos x="1" y="5"/>
                </a:cxn>
                <a:cxn ang="0">
                  <a:pos x="1" y="3"/>
                </a:cxn>
                <a:cxn ang="0">
                  <a:pos x="1" y="0"/>
                </a:cxn>
              </a:cxnLst>
              <a:rect l="0" t="0" r="r" b="b"/>
              <a:pathLst>
                <a:path w="1" h="5">
                  <a:moveTo>
                    <a:pt x="1" y="0"/>
                  </a:moveTo>
                  <a:lnTo>
                    <a:pt x="0" y="3"/>
                  </a:lnTo>
                  <a:lnTo>
                    <a:pt x="1" y="5"/>
                  </a:lnTo>
                  <a:lnTo>
                    <a:pt x="1" y="3"/>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65" name="Freeform 1065"/>
            <p:cNvSpPr/>
            <p:nvPr/>
          </p:nvSpPr>
          <p:spPr bwMode="auto">
            <a:xfrm>
              <a:off x="3195" y="2819"/>
              <a:ext cx="1" cy="3"/>
            </a:xfrm>
            <a:custGeom>
              <a:avLst/>
              <a:gdLst/>
              <a:ahLst/>
              <a:cxnLst>
                <a:cxn ang="0">
                  <a:pos x="1" y="0"/>
                </a:cxn>
                <a:cxn ang="0">
                  <a:pos x="0" y="2"/>
                </a:cxn>
                <a:cxn ang="0">
                  <a:pos x="1" y="3"/>
                </a:cxn>
                <a:cxn ang="0">
                  <a:pos x="1" y="2"/>
                </a:cxn>
                <a:cxn ang="0">
                  <a:pos x="1" y="0"/>
                </a:cxn>
              </a:cxnLst>
              <a:rect l="0" t="0" r="r" b="b"/>
              <a:pathLst>
                <a:path w="1" h="3">
                  <a:moveTo>
                    <a:pt x="1" y="0"/>
                  </a:moveTo>
                  <a:lnTo>
                    <a:pt x="0" y="2"/>
                  </a:lnTo>
                  <a:lnTo>
                    <a:pt x="1" y="3"/>
                  </a:lnTo>
                  <a:lnTo>
                    <a:pt x="1"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6" name="Freeform 1066"/>
            <p:cNvSpPr/>
            <p:nvPr/>
          </p:nvSpPr>
          <p:spPr bwMode="auto">
            <a:xfrm>
              <a:off x="3195" y="2819"/>
              <a:ext cx="1" cy="3"/>
            </a:xfrm>
            <a:custGeom>
              <a:avLst/>
              <a:gdLst/>
              <a:ahLst/>
              <a:cxnLst>
                <a:cxn ang="0">
                  <a:pos x="1" y="0"/>
                </a:cxn>
                <a:cxn ang="0">
                  <a:pos x="0" y="2"/>
                </a:cxn>
                <a:cxn ang="0">
                  <a:pos x="1" y="3"/>
                </a:cxn>
                <a:cxn ang="0">
                  <a:pos x="1" y="2"/>
                </a:cxn>
                <a:cxn ang="0">
                  <a:pos x="1" y="0"/>
                </a:cxn>
              </a:cxnLst>
              <a:rect l="0" t="0" r="r" b="b"/>
              <a:pathLst>
                <a:path w="1" h="3">
                  <a:moveTo>
                    <a:pt x="1" y="0"/>
                  </a:moveTo>
                  <a:lnTo>
                    <a:pt x="0" y="2"/>
                  </a:lnTo>
                  <a:lnTo>
                    <a:pt x="1" y="3"/>
                  </a:lnTo>
                  <a:lnTo>
                    <a:pt x="1"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67" name="Freeform 1067"/>
            <p:cNvSpPr/>
            <p:nvPr/>
          </p:nvSpPr>
          <p:spPr bwMode="auto">
            <a:xfrm>
              <a:off x="3196" y="2821"/>
              <a:ext cx="2" cy="3"/>
            </a:xfrm>
            <a:custGeom>
              <a:avLst/>
              <a:gdLst/>
              <a:ahLst/>
              <a:cxnLst>
                <a:cxn ang="0">
                  <a:pos x="0" y="0"/>
                </a:cxn>
                <a:cxn ang="0">
                  <a:pos x="0" y="1"/>
                </a:cxn>
                <a:cxn ang="0">
                  <a:pos x="2" y="3"/>
                </a:cxn>
                <a:cxn ang="0">
                  <a:pos x="2" y="1"/>
                </a:cxn>
                <a:cxn ang="0">
                  <a:pos x="0" y="0"/>
                </a:cxn>
              </a:cxnLst>
              <a:rect l="0" t="0" r="r" b="b"/>
              <a:pathLst>
                <a:path w="2" h="3">
                  <a:moveTo>
                    <a:pt x="0" y="0"/>
                  </a:moveTo>
                  <a:lnTo>
                    <a:pt x="0" y="1"/>
                  </a:lnTo>
                  <a:lnTo>
                    <a:pt x="2" y="3"/>
                  </a:lnTo>
                  <a:lnTo>
                    <a:pt x="2"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8" name="Freeform 1068"/>
            <p:cNvSpPr/>
            <p:nvPr/>
          </p:nvSpPr>
          <p:spPr bwMode="auto">
            <a:xfrm>
              <a:off x="3196" y="2821"/>
              <a:ext cx="2" cy="3"/>
            </a:xfrm>
            <a:custGeom>
              <a:avLst/>
              <a:gdLst/>
              <a:ahLst/>
              <a:cxnLst>
                <a:cxn ang="0">
                  <a:pos x="0" y="0"/>
                </a:cxn>
                <a:cxn ang="0">
                  <a:pos x="0" y="1"/>
                </a:cxn>
                <a:cxn ang="0">
                  <a:pos x="2" y="3"/>
                </a:cxn>
                <a:cxn ang="0">
                  <a:pos x="2" y="1"/>
                </a:cxn>
                <a:cxn ang="0">
                  <a:pos x="0" y="0"/>
                </a:cxn>
              </a:cxnLst>
              <a:rect l="0" t="0" r="r" b="b"/>
              <a:pathLst>
                <a:path w="2" h="3">
                  <a:moveTo>
                    <a:pt x="0" y="0"/>
                  </a:moveTo>
                  <a:lnTo>
                    <a:pt x="0" y="1"/>
                  </a:lnTo>
                  <a:lnTo>
                    <a:pt x="2" y="3"/>
                  </a:lnTo>
                  <a:lnTo>
                    <a:pt x="2"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69" name="Freeform 1069"/>
            <p:cNvSpPr/>
            <p:nvPr/>
          </p:nvSpPr>
          <p:spPr bwMode="auto">
            <a:xfrm>
              <a:off x="3196" y="2817"/>
              <a:ext cx="1" cy="4"/>
            </a:xfrm>
            <a:custGeom>
              <a:avLst/>
              <a:gdLst/>
              <a:ahLst/>
              <a:cxnLst>
                <a:cxn ang="0">
                  <a:pos x="0" y="0"/>
                </a:cxn>
                <a:cxn ang="0">
                  <a:pos x="0" y="2"/>
                </a:cxn>
                <a:cxn ang="0">
                  <a:pos x="0" y="4"/>
                </a:cxn>
                <a:cxn ang="0">
                  <a:pos x="0" y="2"/>
                </a:cxn>
                <a:cxn ang="0">
                  <a:pos x="0" y="0"/>
                </a:cxn>
              </a:cxnLst>
              <a:rect l="0" t="0" r="r" b="b"/>
              <a:pathLst>
                <a:path h="4">
                  <a:moveTo>
                    <a:pt x="0" y="0"/>
                  </a:moveTo>
                  <a:lnTo>
                    <a:pt x="0" y="2"/>
                  </a:lnTo>
                  <a:lnTo>
                    <a:pt x="0" y="4"/>
                  </a:lnTo>
                  <a:lnTo>
                    <a:pt x="0"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0" name="Freeform 1070"/>
            <p:cNvSpPr/>
            <p:nvPr/>
          </p:nvSpPr>
          <p:spPr bwMode="auto">
            <a:xfrm>
              <a:off x="3196" y="2817"/>
              <a:ext cx="1" cy="4"/>
            </a:xfrm>
            <a:custGeom>
              <a:avLst/>
              <a:gdLst/>
              <a:ahLst/>
              <a:cxnLst>
                <a:cxn ang="0">
                  <a:pos x="0" y="0"/>
                </a:cxn>
                <a:cxn ang="0">
                  <a:pos x="0" y="2"/>
                </a:cxn>
                <a:cxn ang="0">
                  <a:pos x="0" y="4"/>
                </a:cxn>
                <a:cxn ang="0">
                  <a:pos x="0" y="2"/>
                </a:cxn>
                <a:cxn ang="0">
                  <a:pos x="0" y="0"/>
                </a:cxn>
              </a:cxnLst>
              <a:rect l="0" t="0" r="r" b="b"/>
              <a:pathLst>
                <a:path h="4">
                  <a:moveTo>
                    <a:pt x="0" y="0"/>
                  </a:moveTo>
                  <a:lnTo>
                    <a:pt x="0" y="2"/>
                  </a:lnTo>
                  <a:lnTo>
                    <a:pt x="0" y="4"/>
                  </a:lnTo>
                  <a:lnTo>
                    <a:pt x="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71" name="Freeform 1071"/>
            <p:cNvSpPr/>
            <p:nvPr/>
          </p:nvSpPr>
          <p:spPr bwMode="auto">
            <a:xfrm>
              <a:off x="3196" y="2819"/>
              <a:ext cx="2" cy="3"/>
            </a:xfrm>
            <a:custGeom>
              <a:avLst/>
              <a:gdLst/>
              <a:ahLst/>
              <a:cxnLst>
                <a:cxn ang="0">
                  <a:pos x="0" y="0"/>
                </a:cxn>
                <a:cxn ang="0">
                  <a:pos x="0" y="2"/>
                </a:cxn>
                <a:cxn ang="0">
                  <a:pos x="2" y="3"/>
                </a:cxn>
                <a:cxn ang="0">
                  <a:pos x="0" y="0"/>
                </a:cxn>
              </a:cxnLst>
              <a:rect l="0" t="0" r="r" b="b"/>
              <a:pathLst>
                <a:path w="2" h="3">
                  <a:moveTo>
                    <a:pt x="0" y="0"/>
                  </a:moveTo>
                  <a:lnTo>
                    <a:pt x="0" y="2"/>
                  </a:lnTo>
                  <a:lnTo>
                    <a:pt x="2"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2" name="Freeform 1072"/>
            <p:cNvSpPr/>
            <p:nvPr/>
          </p:nvSpPr>
          <p:spPr bwMode="auto">
            <a:xfrm>
              <a:off x="3196" y="2819"/>
              <a:ext cx="2" cy="3"/>
            </a:xfrm>
            <a:custGeom>
              <a:avLst/>
              <a:gdLst/>
              <a:ahLst/>
              <a:cxnLst>
                <a:cxn ang="0">
                  <a:pos x="0" y="0"/>
                </a:cxn>
                <a:cxn ang="0">
                  <a:pos x="0" y="2"/>
                </a:cxn>
                <a:cxn ang="0">
                  <a:pos x="2" y="3"/>
                </a:cxn>
                <a:cxn ang="0">
                  <a:pos x="0" y="0"/>
                </a:cxn>
              </a:cxnLst>
              <a:rect l="0" t="0" r="r" b="b"/>
              <a:pathLst>
                <a:path w="2" h="3">
                  <a:moveTo>
                    <a:pt x="0" y="0"/>
                  </a:moveTo>
                  <a:lnTo>
                    <a:pt x="0" y="2"/>
                  </a:lnTo>
                  <a:lnTo>
                    <a:pt x="2"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73" name="Freeform 1073"/>
            <p:cNvSpPr/>
            <p:nvPr/>
          </p:nvSpPr>
          <p:spPr bwMode="auto">
            <a:xfrm>
              <a:off x="3223" y="2817"/>
              <a:ext cx="14" cy="7"/>
            </a:xfrm>
            <a:custGeom>
              <a:avLst/>
              <a:gdLst/>
              <a:ahLst/>
              <a:cxnLst>
                <a:cxn ang="0">
                  <a:pos x="4" y="0"/>
                </a:cxn>
                <a:cxn ang="0">
                  <a:pos x="0" y="2"/>
                </a:cxn>
                <a:cxn ang="0">
                  <a:pos x="4" y="7"/>
                </a:cxn>
                <a:cxn ang="0">
                  <a:pos x="14" y="5"/>
                </a:cxn>
                <a:cxn ang="0">
                  <a:pos x="4" y="0"/>
                </a:cxn>
              </a:cxnLst>
              <a:rect l="0" t="0" r="r" b="b"/>
              <a:pathLst>
                <a:path w="14" h="7">
                  <a:moveTo>
                    <a:pt x="4" y="0"/>
                  </a:moveTo>
                  <a:lnTo>
                    <a:pt x="0" y="2"/>
                  </a:lnTo>
                  <a:lnTo>
                    <a:pt x="4" y="7"/>
                  </a:lnTo>
                  <a:lnTo>
                    <a:pt x="14" y="5"/>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4" name="Freeform 1074"/>
            <p:cNvSpPr/>
            <p:nvPr/>
          </p:nvSpPr>
          <p:spPr bwMode="auto">
            <a:xfrm>
              <a:off x="3223" y="2817"/>
              <a:ext cx="14" cy="7"/>
            </a:xfrm>
            <a:custGeom>
              <a:avLst/>
              <a:gdLst/>
              <a:ahLst/>
              <a:cxnLst>
                <a:cxn ang="0">
                  <a:pos x="4" y="0"/>
                </a:cxn>
                <a:cxn ang="0">
                  <a:pos x="0" y="2"/>
                </a:cxn>
                <a:cxn ang="0">
                  <a:pos x="4" y="7"/>
                </a:cxn>
                <a:cxn ang="0">
                  <a:pos x="14" y="5"/>
                </a:cxn>
                <a:cxn ang="0">
                  <a:pos x="4" y="0"/>
                </a:cxn>
              </a:cxnLst>
              <a:rect l="0" t="0" r="r" b="b"/>
              <a:pathLst>
                <a:path w="14" h="7">
                  <a:moveTo>
                    <a:pt x="4" y="0"/>
                  </a:moveTo>
                  <a:lnTo>
                    <a:pt x="0" y="2"/>
                  </a:lnTo>
                  <a:lnTo>
                    <a:pt x="4" y="7"/>
                  </a:lnTo>
                  <a:lnTo>
                    <a:pt x="14" y="5"/>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75" name="Freeform 1075"/>
            <p:cNvSpPr/>
            <p:nvPr/>
          </p:nvSpPr>
          <p:spPr bwMode="auto">
            <a:xfrm>
              <a:off x="3220" y="2819"/>
              <a:ext cx="7" cy="5"/>
            </a:xfrm>
            <a:custGeom>
              <a:avLst/>
              <a:gdLst/>
              <a:ahLst/>
              <a:cxnLst>
                <a:cxn ang="0">
                  <a:pos x="3" y="0"/>
                </a:cxn>
                <a:cxn ang="0">
                  <a:pos x="0" y="2"/>
                </a:cxn>
                <a:cxn ang="0">
                  <a:pos x="0" y="5"/>
                </a:cxn>
                <a:cxn ang="0">
                  <a:pos x="7" y="5"/>
                </a:cxn>
                <a:cxn ang="0">
                  <a:pos x="3" y="0"/>
                </a:cxn>
              </a:cxnLst>
              <a:rect l="0" t="0" r="r" b="b"/>
              <a:pathLst>
                <a:path w="7" h="5">
                  <a:moveTo>
                    <a:pt x="3" y="0"/>
                  </a:moveTo>
                  <a:lnTo>
                    <a:pt x="0" y="2"/>
                  </a:lnTo>
                  <a:lnTo>
                    <a:pt x="0" y="5"/>
                  </a:lnTo>
                  <a:lnTo>
                    <a:pt x="7" y="5"/>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6" name="Freeform 1076"/>
            <p:cNvSpPr/>
            <p:nvPr/>
          </p:nvSpPr>
          <p:spPr bwMode="auto">
            <a:xfrm>
              <a:off x="3220" y="2819"/>
              <a:ext cx="7" cy="5"/>
            </a:xfrm>
            <a:custGeom>
              <a:avLst/>
              <a:gdLst/>
              <a:ahLst/>
              <a:cxnLst>
                <a:cxn ang="0">
                  <a:pos x="3" y="0"/>
                </a:cxn>
                <a:cxn ang="0">
                  <a:pos x="0" y="2"/>
                </a:cxn>
                <a:cxn ang="0">
                  <a:pos x="0" y="5"/>
                </a:cxn>
                <a:cxn ang="0">
                  <a:pos x="7" y="5"/>
                </a:cxn>
                <a:cxn ang="0">
                  <a:pos x="3" y="0"/>
                </a:cxn>
              </a:cxnLst>
              <a:rect l="0" t="0" r="r" b="b"/>
              <a:pathLst>
                <a:path w="7" h="5">
                  <a:moveTo>
                    <a:pt x="3" y="0"/>
                  </a:moveTo>
                  <a:lnTo>
                    <a:pt x="0" y="2"/>
                  </a:lnTo>
                  <a:lnTo>
                    <a:pt x="0" y="5"/>
                  </a:lnTo>
                  <a:lnTo>
                    <a:pt x="7" y="5"/>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77" name="Freeform 1077"/>
            <p:cNvSpPr/>
            <p:nvPr/>
          </p:nvSpPr>
          <p:spPr bwMode="auto">
            <a:xfrm>
              <a:off x="3220" y="2814"/>
              <a:ext cx="7" cy="5"/>
            </a:xfrm>
            <a:custGeom>
              <a:avLst/>
              <a:gdLst/>
              <a:ahLst/>
              <a:cxnLst>
                <a:cxn ang="0">
                  <a:pos x="3" y="0"/>
                </a:cxn>
                <a:cxn ang="0">
                  <a:pos x="0" y="3"/>
                </a:cxn>
                <a:cxn ang="0">
                  <a:pos x="3" y="5"/>
                </a:cxn>
                <a:cxn ang="0">
                  <a:pos x="7" y="3"/>
                </a:cxn>
                <a:cxn ang="0">
                  <a:pos x="3" y="0"/>
                </a:cxn>
              </a:cxnLst>
              <a:rect l="0" t="0" r="r" b="b"/>
              <a:pathLst>
                <a:path w="7" h="5">
                  <a:moveTo>
                    <a:pt x="3" y="0"/>
                  </a:moveTo>
                  <a:lnTo>
                    <a:pt x="0" y="3"/>
                  </a:lnTo>
                  <a:lnTo>
                    <a:pt x="3" y="5"/>
                  </a:lnTo>
                  <a:lnTo>
                    <a:pt x="7"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8" name="Freeform 1078"/>
            <p:cNvSpPr/>
            <p:nvPr/>
          </p:nvSpPr>
          <p:spPr bwMode="auto">
            <a:xfrm>
              <a:off x="3220" y="2814"/>
              <a:ext cx="7" cy="5"/>
            </a:xfrm>
            <a:custGeom>
              <a:avLst/>
              <a:gdLst/>
              <a:ahLst/>
              <a:cxnLst>
                <a:cxn ang="0">
                  <a:pos x="3" y="0"/>
                </a:cxn>
                <a:cxn ang="0">
                  <a:pos x="0" y="3"/>
                </a:cxn>
                <a:cxn ang="0">
                  <a:pos x="3" y="5"/>
                </a:cxn>
                <a:cxn ang="0">
                  <a:pos x="7" y="3"/>
                </a:cxn>
                <a:cxn ang="0">
                  <a:pos x="3" y="0"/>
                </a:cxn>
              </a:cxnLst>
              <a:rect l="0" t="0" r="r" b="b"/>
              <a:pathLst>
                <a:path w="7" h="5">
                  <a:moveTo>
                    <a:pt x="3" y="0"/>
                  </a:moveTo>
                  <a:lnTo>
                    <a:pt x="0" y="3"/>
                  </a:lnTo>
                  <a:lnTo>
                    <a:pt x="3" y="5"/>
                  </a:lnTo>
                  <a:lnTo>
                    <a:pt x="7"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79" name="Freeform 1079"/>
            <p:cNvSpPr/>
            <p:nvPr/>
          </p:nvSpPr>
          <p:spPr bwMode="auto">
            <a:xfrm>
              <a:off x="3218" y="2812"/>
              <a:ext cx="5" cy="5"/>
            </a:xfrm>
            <a:custGeom>
              <a:avLst/>
              <a:gdLst/>
              <a:ahLst/>
              <a:cxnLst>
                <a:cxn ang="0">
                  <a:pos x="2" y="0"/>
                </a:cxn>
                <a:cxn ang="0">
                  <a:pos x="0" y="2"/>
                </a:cxn>
                <a:cxn ang="0">
                  <a:pos x="2" y="5"/>
                </a:cxn>
                <a:cxn ang="0">
                  <a:pos x="5" y="2"/>
                </a:cxn>
                <a:cxn ang="0">
                  <a:pos x="2" y="0"/>
                </a:cxn>
              </a:cxnLst>
              <a:rect l="0" t="0" r="r" b="b"/>
              <a:pathLst>
                <a:path w="5" h="5">
                  <a:moveTo>
                    <a:pt x="2" y="0"/>
                  </a:moveTo>
                  <a:lnTo>
                    <a:pt x="0" y="2"/>
                  </a:lnTo>
                  <a:lnTo>
                    <a:pt x="2" y="5"/>
                  </a:lnTo>
                  <a:lnTo>
                    <a:pt x="5"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0" name="Freeform 1080"/>
            <p:cNvSpPr/>
            <p:nvPr/>
          </p:nvSpPr>
          <p:spPr bwMode="auto">
            <a:xfrm>
              <a:off x="3218" y="2812"/>
              <a:ext cx="5" cy="5"/>
            </a:xfrm>
            <a:custGeom>
              <a:avLst/>
              <a:gdLst/>
              <a:ahLst/>
              <a:cxnLst>
                <a:cxn ang="0">
                  <a:pos x="2" y="0"/>
                </a:cxn>
                <a:cxn ang="0">
                  <a:pos x="0" y="2"/>
                </a:cxn>
                <a:cxn ang="0">
                  <a:pos x="2" y="5"/>
                </a:cxn>
                <a:cxn ang="0">
                  <a:pos x="5" y="2"/>
                </a:cxn>
                <a:cxn ang="0">
                  <a:pos x="2" y="0"/>
                </a:cxn>
              </a:cxnLst>
              <a:rect l="0" t="0" r="r" b="b"/>
              <a:pathLst>
                <a:path w="5" h="5">
                  <a:moveTo>
                    <a:pt x="2" y="0"/>
                  </a:moveTo>
                  <a:lnTo>
                    <a:pt x="0" y="2"/>
                  </a:lnTo>
                  <a:lnTo>
                    <a:pt x="2" y="5"/>
                  </a:lnTo>
                  <a:lnTo>
                    <a:pt x="5"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81" name="Freeform 1081"/>
            <p:cNvSpPr/>
            <p:nvPr/>
          </p:nvSpPr>
          <p:spPr bwMode="auto">
            <a:xfrm>
              <a:off x="3218" y="2817"/>
              <a:ext cx="5" cy="4"/>
            </a:xfrm>
            <a:custGeom>
              <a:avLst/>
              <a:gdLst/>
              <a:ahLst/>
              <a:cxnLst>
                <a:cxn ang="0">
                  <a:pos x="2" y="0"/>
                </a:cxn>
                <a:cxn ang="0">
                  <a:pos x="0" y="2"/>
                </a:cxn>
                <a:cxn ang="0">
                  <a:pos x="2" y="4"/>
                </a:cxn>
                <a:cxn ang="0">
                  <a:pos x="5" y="2"/>
                </a:cxn>
                <a:cxn ang="0">
                  <a:pos x="2" y="0"/>
                </a:cxn>
              </a:cxnLst>
              <a:rect l="0" t="0" r="r" b="b"/>
              <a:pathLst>
                <a:path w="5" h="4">
                  <a:moveTo>
                    <a:pt x="2" y="0"/>
                  </a:moveTo>
                  <a:lnTo>
                    <a:pt x="0" y="2"/>
                  </a:lnTo>
                  <a:lnTo>
                    <a:pt x="2" y="4"/>
                  </a:lnTo>
                  <a:lnTo>
                    <a:pt x="5"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2" name="Freeform 1082"/>
            <p:cNvSpPr/>
            <p:nvPr/>
          </p:nvSpPr>
          <p:spPr bwMode="auto">
            <a:xfrm>
              <a:off x="3218" y="2817"/>
              <a:ext cx="5" cy="4"/>
            </a:xfrm>
            <a:custGeom>
              <a:avLst/>
              <a:gdLst/>
              <a:ahLst/>
              <a:cxnLst>
                <a:cxn ang="0">
                  <a:pos x="2" y="0"/>
                </a:cxn>
                <a:cxn ang="0">
                  <a:pos x="0" y="2"/>
                </a:cxn>
                <a:cxn ang="0">
                  <a:pos x="2" y="4"/>
                </a:cxn>
                <a:cxn ang="0">
                  <a:pos x="5" y="2"/>
                </a:cxn>
                <a:cxn ang="0">
                  <a:pos x="2" y="0"/>
                </a:cxn>
              </a:cxnLst>
              <a:rect l="0" t="0" r="r" b="b"/>
              <a:pathLst>
                <a:path w="5" h="4">
                  <a:moveTo>
                    <a:pt x="2" y="0"/>
                  </a:moveTo>
                  <a:lnTo>
                    <a:pt x="0" y="2"/>
                  </a:lnTo>
                  <a:lnTo>
                    <a:pt x="2" y="4"/>
                  </a:lnTo>
                  <a:lnTo>
                    <a:pt x="5"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83" name="Freeform 1083"/>
            <p:cNvSpPr/>
            <p:nvPr/>
          </p:nvSpPr>
          <p:spPr bwMode="auto">
            <a:xfrm>
              <a:off x="3218" y="2814"/>
              <a:ext cx="2" cy="5"/>
            </a:xfrm>
            <a:custGeom>
              <a:avLst/>
              <a:gdLst/>
              <a:ahLst/>
              <a:cxnLst>
                <a:cxn ang="0">
                  <a:pos x="0" y="0"/>
                </a:cxn>
                <a:cxn ang="0">
                  <a:pos x="0" y="3"/>
                </a:cxn>
                <a:cxn ang="0">
                  <a:pos x="0" y="5"/>
                </a:cxn>
                <a:cxn ang="0">
                  <a:pos x="2" y="3"/>
                </a:cxn>
                <a:cxn ang="0">
                  <a:pos x="0" y="0"/>
                </a:cxn>
              </a:cxnLst>
              <a:rect l="0" t="0" r="r" b="b"/>
              <a:pathLst>
                <a:path w="2" h="5">
                  <a:moveTo>
                    <a:pt x="0" y="0"/>
                  </a:moveTo>
                  <a:lnTo>
                    <a:pt x="0" y="3"/>
                  </a:lnTo>
                  <a:lnTo>
                    <a:pt x="0" y="5"/>
                  </a:lnTo>
                  <a:lnTo>
                    <a:pt x="2"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4" name="Freeform 1084"/>
            <p:cNvSpPr/>
            <p:nvPr/>
          </p:nvSpPr>
          <p:spPr bwMode="auto">
            <a:xfrm>
              <a:off x="3218" y="2814"/>
              <a:ext cx="2" cy="5"/>
            </a:xfrm>
            <a:custGeom>
              <a:avLst/>
              <a:gdLst/>
              <a:ahLst/>
              <a:cxnLst>
                <a:cxn ang="0">
                  <a:pos x="0" y="0"/>
                </a:cxn>
                <a:cxn ang="0">
                  <a:pos x="0" y="3"/>
                </a:cxn>
                <a:cxn ang="0">
                  <a:pos x="0" y="5"/>
                </a:cxn>
                <a:cxn ang="0">
                  <a:pos x="2" y="3"/>
                </a:cxn>
                <a:cxn ang="0">
                  <a:pos x="0" y="0"/>
                </a:cxn>
              </a:cxnLst>
              <a:rect l="0" t="0" r="r" b="b"/>
              <a:pathLst>
                <a:path w="2" h="5">
                  <a:moveTo>
                    <a:pt x="0" y="0"/>
                  </a:moveTo>
                  <a:lnTo>
                    <a:pt x="0" y="3"/>
                  </a:lnTo>
                  <a:lnTo>
                    <a:pt x="0" y="5"/>
                  </a:lnTo>
                  <a:lnTo>
                    <a:pt x="2"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85" name="Freeform 1085"/>
            <p:cNvSpPr/>
            <p:nvPr/>
          </p:nvSpPr>
          <p:spPr bwMode="auto">
            <a:xfrm>
              <a:off x="3217" y="2810"/>
              <a:ext cx="3" cy="4"/>
            </a:xfrm>
            <a:custGeom>
              <a:avLst/>
              <a:gdLst/>
              <a:ahLst/>
              <a:cxnLst>
                <a:cxn ang="0">
                  <a:pos x="0" y="0"/>
                </a:cxn>
                <a:cxn ang="0">
                  <a:pos x="0" y="2"/>
                </a:cxn>
                <a:cxn ang="0">
                  <a:pos x="1" y="4"/>
                </a:cxn>
                <a:cxn ang="0">
                  <a:pos x="3" y="2"/>
                </a:cxn>
                <a:cxn ang="0">
                  <a:pos x="0" y="0"/>
                </a:cxn>
              </a:cxnLst>
              <a:rect l="0" t="0" r="r" b="b"/>
              <a:pathLst>
                <a:path w="3" h="4">
                  <a:moveTo>
                    <a:pt x="0" y="0"/>
                  </a:moveTo>
                  <a:lnTo>
                    <a:pt x="0" y="2"/>
                  </a:lnTo>
                  <a:lnTo>
                    <a:pt x="1" y="4"/>
                  </a:lnTo>
                  <a:lnTo>
                    <a:pt x="3"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6" name="Freeform 1086"/>
            <p:cNvSpPr/>
            <p:nvPr/>
          </p:nvSpPr>
          <p:spPr bwMode="auto">
            <a:xfrm>
              <a:off x="3217" y="2810"/>
              <a:ext cx="3" cy="4"/>
            </a:xfrm>
            <a:custGeom>
              <a:avLst/>
              <a:gdLst/>
              <a:ahLst/>
              <a:cxnLst>
                <a:cxn ang="0">
                  <a:pos x="0" y="0"/>
                </a:cxn>
                <a:cxn ang="0">
                  <a:pos x="0" y="2"/>
                </a:cxn>
                <a:cxn ang="0">
                  <a:pos x="1" y="4"/>
                </a:cxn>
                <a:cxn ang="0">
                  <a:pos x="3" y="2"/>
                </a:cxn>
                <a:cxn ang="0">
                  <a:pos x="0" y="0"/>
                </a:cxn>
              </a:cxnLst>
              <a:rect l="0" t="0" r="r" b="b"/>
              <a:pathLst>
                <a:path w="3" h="4">
                  <a:moveTo>
                    <a:pt x="0" y="0"/>
                  </a:moveTo>
                  <a:lnTo>
                    <a:pt x="0" y="2"/>
                  </a:lnTo>
                  <a:lnTo>
                    <a:pt x="1" y="4"/>
                  </a:lnTo>
                  <a:lnTo>
                    <a:pt x="3"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87" name="Freeform 1087"/>
            <p:cNvSpPr/>
            <p:nvPr/>
          </p:nvSpPr>
          <p:spPr bwMode="auto">
            <a:xfrm>
              <a:off x="3215" y="2810"/>
              <a:ext cx="2" cy="2"/>
            </a:xfrm>
            <a:custGeom>
              <a:avLst/>
              <a:gdLst/>
              <a:ahLst/>
              <a:cxnLst>
                <a:cxn ang="0">
                  <a:pos x="0" y="0"/>
                </a:cxn>
                <a:cxn ang="0">
                  <a:pos x="2" y="2"/>
                </a:cxn>
                <a:cxn ang="0">
                  <a:pos x="2" y="2"/>
                </a:cxn>
                <a:cxn ang="0">
                  <a:pos x="2" y="0"/>
                </a:cxn>
                <a:cxn ang="0">
                  <a:pos x="0" y="0"/>
                </a:cxn>
              </a:cxnLst>
              <a:rect l="0" t="0" r="r" b="b"/>
              <a:pathLst>
                <a:path w="2" h="2">
                  <a:moveTo>
                    <a:pt x="0" y="0"/>
                  </a:moveTo>
                  <a:lnTo>
                    <a:pt x="2" y="2"/>
                  </a:lnTo>
                  <a:lnTo>
                    <a:pt x="2" y="2"/>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8" name="Freeform 1088"/>
            <p:cNvSpPr/>
            <p:nvPr/>
          </p:nvSpPr>
          <p:spPr bwMode="auto">
            <a:xfrm>
              <a:off x="3215" y="2810"/>
              <a:ext cx="2" cy="2"/>
            </a:xfrm>
            <a:custGeom>
              <a:avLst/>
              <a:gdLst/>
              <a:ahLst/>
              <a:cxnLst>
                <a:cxn ang="0">
                  <a:pos x="0" y="0"/>
                </a:cxn>
                <a:cxn ang="0">
                  <a:pos x="2" y="2"/>
                </a:cxn>
                <a:cxn ang="0">
                  <a:pos x="2" y="2"/>
                </a:cxn>
                <a:cxn ang="0">
                  <a:pos x="2" y="0"/>
                </a:cxn>
                <a:cxn ang="0">
                  <a:pos x="0" y="0"/>
                </a:cxn>
              </a:cxnLst>
              <a:rect l="0" t="0" r="r" b="b"/>
              <a:pathLst>
                <a:path w="2" h="2">
                  <a:moveTo>
                    <a:pt x="0" y="0"/>
                  </a:moveTo>
                  <a:lnTo>
                    <a:pt x="2" y="2"/>
                  </a:lnTo>
                  <a:lnTo>
                    <a:pt x="2" y="2"/>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89" name="Freeform 1089"/>
            <p:cNvSpPr/>
            <p:nvPr/>
          </p:nvSpPr>
          <p:spPr bwMode="auto">
            <a:xfrm>
              <a:off x="3217" y="2812"/>
              <a:ext cx="1" cy="5"/>
            </a:xfrm>
            <a:custGeom>
              <a:avLst/>
              <a:gdLst/>
              <a:ahLst/>
              <a:cxnLst>
                <a:cxn ang="0">
                  <a:pos x="0" y="0"/>
                </a:cxn>
                <a:cxn ang="0">
                  <a:pos x="0" y="3"/>
                </a:cxn>
                <a:cxn ang="0">
                  <a:pos x="1" y="5"/>
                </a:cxn>
                <a:cxn ang="0">
                  <a:pos x="1" y="2"/>
                </a:cxn>
                <a:cxn ang="0">
                  <a:pos x="0" y="0"/>
                </a:cxn>
              </a:cxnLst>
              <a:rect l="0" t="0" r="r" b="b"/>
              <a:pathLst>
                <a:path w="1" h="5">
                  <a:moveTo>
                    <a:pt x="0" y="0"/>
                  </a:moveTo>
                  <a:lnTo>
                    <a:pt x="0" y="3"/>
                  </a:lnTo>
                  <a:lnTo>
                    <a:pt x="1" y="5"/>
                  </a:lnTo>
                  <a:lnTo>
                    <a:pt x="1"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0" name="Freeform 1090"/>
            <p:cNvSpPr/>
            <p:nvPr/>
          </p:nvSpPr>
          <p:spPr bwMode="auto">
            <a:xfrm>
              <a:off x="3217" y="2812"/>
              <a:ext cx="1" cy="5"/>
            </a:xfrm>
            <a:custGeom>
              <a:avLst/>
              <a:gdLst/>
              <a:ahLst/>
              <a:cxnLst>
                <a:cxn ang="0">
                  <a:pos x="0" y="0"/>
                </a:cxn>
                <a:cxn ang="0">
                  <a:pos x="0" y="3"/>
                </a:cxn>
                <a:cxn ang="0">
                  <a:pos x="1" y="5"/>
                </a:cxn>
                <a:cxn ang="0">
                  <a:pos x="1" y="2"/>
                </a:cxn>
                <a:cxn ang="0">
                  <a:pos x="0" y="0"/>
                </a:cxn>
              </a:cxnLst>
              <a:rect l="0" t="0" r="r" b="b"/>
              <a:pathLst>
                <a:path w="1" h="5">
                  <a:moveTo>
                    <a:pt x="0" y="0"/>
                  </a:moveTo>
                  <a:lnTo>
                    <a:pt x="0" y="3"/>
                  </a:lnTo>
                  <a:lnTo>
                    <a:pt x="1" y="5"/>
                  </a:lnTo>
                  <a:lnTo>
                    <a:pt x="1"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91" name="Freeform 1091"/>
            <p:cNvSpPr/>
            <p:nvPr/>
          </p:nvSpPr>
          <p:spPr bwMode="auto">
            <a:xfrm>
              <a:off x="3217" y="2812"/>
              <a:ext cx="1" cy="3"/>
            </a:xfrm>
            <a:custGeom>
              <a:avLst/>
              <a:gdLst/>
              <a:ahLst/>
              <a:cxnLst>
                <a:cxn ang="0">
                  <a:pos x="0" y="0"/>
                </a:cxn>
                <a:cxn ang="0">
                  <a:pos x="0" y="3"/>
                </a:cxn>
                <a:cxn ang="0">
                  <a:pos x="0" y="0"/>
                </a:cxn>
                <a:cxn ang="0">
                  <a:pos x="0" y="0"/>
                </a:cxn>
              </a:cxnLst>
              <a:rect l="0" t="0" r="r" b="b"/>
              <a:pathLst>
                <a:path h="3">
                  <a:moveTo>
                    <a:pt x="0" y="0"/>
                  </a:moveTo>
                  <a:lnTo>
                    <a:pt x="0" y="3"/>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2" name="Freeform 1092"/>
            <p:cNvSpPr/>
            <p:nvPr/>
          </p:nvSpPr>
          <p:spPr bwMode="auto">
            <a:xfrm>
              <a:off x="3217" y="2812"/>
              <a:ext cx="1" cy="3"/>
            </a:xfrm>
            <a:custGeom>
              <a:avLst/>
              <a:gdLst/>
              <a:ahLst/>
              <a:cxnLst>
                <a:cxn ang="0">
                  <a:pos x="0" y="0"/>
                </a:cxn>
                <a:cxn ang="0">
                  <a:pos x="0" y="3"/>
                </a:cxn>
                <a:cxn ang="0">
                  <a:pos x="0" y="0"/>
                </a:cxn>
                <a:cxn ang="0">
                  <a:pos x="0" y="0"/>
                </a:cxn>
              </a:cxnLst>
              <a:rect l="0" t="0" r="r" b="b"/>
              <a:pathLst>
                <a:path h="3">
                  <a:moveTo>
                    <a:pt x="0" y="0"/>
                  </a:moveTo>
                  <a:lnTo>
                    <a:pt x="0" y="3"/>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93" name="Freeform 1093"/>
            <p:cNvSpPr/>
            <p:nvPr/>
          </p:nvSpPr>
          <p:spPr bwMode="auto">
            <a:xfrm>
              <a:off x="3196" y="2812"/>
              <a:ext cx="1" cy="5"/>
            </a:xfrm>
            <a:custGeom>
              <a:avLst/>
              <a:gdLst/>
              <a:ahLst/>
              <a:cxnLst>
                <a:cxn ang="0">
                  <a:pos x="0" y="0"/>
                </a:cxn>
                <a:cxn ang="0">
                  <a:pos x="0" y="2"/>
                </a:cxn>
                <a:cxn ang="0">
                  <a:pos x="0" y="5"/>
                </a:cxn>
                <a:cxn ang="0">
                  <a:pos x="0" y="3"/>
                </a:cxn>
                <a:cxn ang="0">
                  <a:pos x="0" y="0"/>
                </a:cxn>
              </a:cxnLst>
              <a:rect l="0" t="0" r="r" b="b"/>
              <a:pathLst>
                <a:path h="5">
                  <a:moveTo>
                    <a:pt x="0" y="0"/>
                  </a:moveTo>
                  <a:lnTo>
                    <a:pt x="0" y="2"/>
                  </a:lnTo>
                  <a:lnTo>
                    <a:pt x="0" y="5"/>
                  </a:lnTo>
                  <a:lnTo>
                    <a:pt x="0"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4" name="Freeform 1094"/>
            <p:cNvSpPr/>
            <p:nvPr/>
          </p:nvSpPr>
          <p:spPr bwMode="auto">
            <a:xfrm>
              <a:off x="3196" y="2812"/>
              <a:ext cx="1" cy="5"/>
            </a:xfrm>
            <a:custGeom>
              <a:avLst/>
              <a:gdLst/>
              <a:ahLst/>
              <a:cxnLst>
                <a:cxn ang="0">
                  <a:pos x="0" y="0"/>
                </a:cxn>
                <a:cxn ang="0">
                  <a:pos x="0" y="2"/>
                </a:cxn>
                <a:cxn ang="0">
                  <a:pos x="0" y="5"/>
                </a:cxn>
                <a:cxn ang="0">
                  <a:pos x="0" y="3"/>
                </a:cxn>
                <a:cxn ang="0">
                  <a:pos x="0" y="0"/>
                </a:cxn>
              </a:cxnLst>
              <a:rect l="0" t="0" r="r" b="b"/>
              <a:pathLst>
                <a:path h="5">
                  <a:moveTo>
                    <a:pt x="0" y="0"/>
                  </a:moveTo>
                  <a:lnTo>
                    <a:pt x="0" y="2"/>
                  </a:lnTo>
                  <a:lnTo>
                    <a:pt x="0" y="5"/>
                  </a:lnTo>
                  <a:lnTo>
                    <a:pt x="0"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95" name="Freeform 1095"/>
            <p:cNvSpPr/>
            <p:nvPr/>
          </p:nvSpPr>
          <p:spPr bwMode="auto">
            <a:xfrm>
              <a:off x="3196" y="2812"/>
              <a:ext cx="2" cy="3"/>
            </a:xfrm>
            <a:custGeom>
              <a:avLst/>
              <a:gdLst/>
              <a:ahLst/>
              <a:cxnLst>
                <a:cxn ang="0">
                  <a:pos x="2" y="0"/>
                </a:cxn>
                <a:cxn ang="0">
                  <a:pos x="0" y="0"/>
                </a:cxn>
                <a:cxn ang="0">
                  <a:pos x="0" y="3"/>
                </a:cxn>
                <a:cxn ang="0">
                  <a:pos x="2" y="0"/>
                </a:cxn>
              </a:cxnLst>
              <a:rect l="0" t="0" r="r" b="b"/>
              <a:pathLst>
                <a:path w="2" h="3">
                  <a:moveTo>
                    <a:pt x="2" y="0"/>
                  </a:moveTo>
                  <a:lnTo>
                    <a:pt x="0" y="0"/>
                  </a:lnTo>
                  <a:lnTo>
                    <a:pt x="0" y="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6" name="Freeform 1096"/>
            <p:cNvSpPr/>
            <p:nvPr/>
          </p:nvSpPr>
          <p:spPr bwMode="auto">
            <a:xfrm>
              <a:off x="3196" y="2812"/>
              <a:ext cx="2" cy="3"/>
            </a:xfrm>
            <a:custGeom>
              <a:avLst/>
              <a:gdLst/>
              <a:ahLst/>
              <a:cxnLst>
                <a:cxn ang="0">
                  <a:pos x="2" y="0"/>
                </a:cxn>
                <a:cxn ang="0">
                  <a:pos x="0" y="0"/>
                </a:cxn>
                <a:cxn ang="0">
                  <a:pos x="0" y="3"/>
                </a:cxn>
                <a:cxn ang="0">
                  <a:pos x="2" y="0"/>
                </a:cxn>
              </a:cxnLst>
              <a:rect l="0" t="0" r="r" b="b"/>
              <a:pathLst>
                <a:path w="2" h="3">
                  <a:moveTo>
                    <a:pt x="2" y="0"/>
                  </a:moveTo>
                  <a:lnTo>
                    <a:pt x="0" y="0"/>
                  </a:lnTo>
                  <a:lnTo>
                    <a:pt x="0"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97" name="Freeform 1097"/>
            <p:cNvSpPr/>
            <p:nvPr/>
          </p:nvSpPr>
          <p:spPr bwMode="auto">
            <a:xfrm>
              <a:off x="3201" y="2807"/>
              <a:ext cx="2" cy="2"/>
            </a:xfrm>
            <a:custGeom>
              <a:avLst/>
              <a:gdLst/>
              <a:ahLst/>
              <a:cxnLst>
                <a:cxn ang="0">
                  <a:pos x="2" y="0"/>
                </a:cxn>
                <a:cxn ang="0">
                  <a:pos x="0" y="0"/>
                </a:cxn>
                <a:cxn ang="0">
                  <a:pos x="0" y="2"/>
                </a:cxn>
                <a:cxn ang="0">
                  <a:pos x="2" y="0"/>
                </a:cxn>
              </a:cxnLst>
              <a:rect l="0" t="0" r="r" b="b"/>
              <a:pathLst>
                <a:path w="2" h="2">
                  <a:moveTo>
                    <a:pt x="2" y="0"/>
                  </a:moveTo>
                  <a:lnTo>
                    <a:pt x="0" y="0"/>
                  </a:lnTo>
                  <a:lnTo>
                    <a:pt x="0"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8" name="Freeform 1098"/>
            <p:cNvSpPr/>
            <p:nvPr/>
          </p:nvSpPr>
          <p:spPr bwMode="auto">
            <a:xfrm>
              <a:off x="3201" y="2807"/>
              <a:ext cx="2" cy="2"/>
            </a:xfrm>
            <a:custGeom>
              <a:avLst/>
              <a:gdLst/>
              <a:ahLst/>
              <a:cxnLst>
                <a:cxn ang="0">
                  <a:pos x="2" y="0"/>
                </a:cxn>
                <a:cxn ang="0">
                  <a:pos x="0" y="0"/>
                </a:cxn>
                <a:cxn ang="0">
                  <a:pos x="0" y="2"/>
                </a:cxn>
                <a:cxn ang="0">
                  <a:pos x="2" y="0"/>
                </a:cxn>
              </a:cxnLst>
              <a:rect l="0" t="0" r="r" b="b"/>
              <a:pathLst>
                <a:path w="2" h="2">
                  <a:moveTo>
                    <a:pt x="2" y="0"/>
                  </a:moveTo>
                  <a:lnTo>
                    <a:pt x="0" y="0"/>
                  </a:lnTo>
                  <a:lnTo>
                    <a:pt x="0"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99" name="Freeform 1099"/>
            <p:cNvSpPr/>
            <p:nvPr/>
          </p:nvSpPr>
          <p:spPr bwMode="auto">
            <a:xfrm>
              <a:off x="3217" y="2821"/>
              <a:ext cx="3" cy="5"/>
            </a:xfrm>
            <a:custGeom>
              <a:avLst/>
              <a:gdLst/>
              <a:ahLst/>
              <a:cxnLst>
                <a:cxn ang="0">
                  <a:pos x="3" y="0"/>
                </a:cxn>
                <a:cxn ang="0">
                  <a:pos x="0" y="1"/>
                </a:cxn>
                <a:cxn ang="0">
                  <a:pos x="0" y="5"/>
                </a:cxn>
                <a:cxn ang="0">
                  <a:pos x="3" y="3"/>
                </a:cxn>
                <a:cxn ang="0">
                  <a:pos x="3" y="0"/>
                </a:cxn>
              </a:cxnLst>
              <a:rect l="0" t="0" r="r" b="b"/>
              <a:pathLst>
                <a:path w="3" h="5">
                  <a:moveTo>
                    <a:pt x="3" y="0"/>
                  </a:moveTo>
                  <a:lnTo>
                    <a:pt x="0" y="1"/>
                  </a:lnTo>
                  <a:lnTo>
                    <a:pt x="0" y="5"/>
                  </a:lnTo>
                  <a:lnTo>
                    <a:pt x="3"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0" name="Freeform 1100"/>
            <p:cNvSpPr/>
            <p:nvPr/>
          </p:nvSpPr>
          <p:spPr bwMode="auto">
            <a:xfrm>
              <a:off x="3217" y="2821"/>
              <a:ext cx="3" cy="5"/>
            </a:xfrm>
            <a:custGeom>
              <a:avLst/>
              <a:gdLst/>
              <a:ahLst/>
              <a:cxnLst>
                <a:cxn ang="0">
                  <a:pos x="3" y="0"/>
                </a:cxn>
                <a:cxn ang="0">
                  <a:pos x="0" y="1"/>
                </a:cxn>
                <a:cxn ang="0">
                  <a:pos x="0" y="5"/>
                </a:cxn>
                <a:cxn ang="0">
                  <a:pos x="3" y="3"/>
                </a:cxn>
                <a:cxn ang="0">
                  <a:pos x="3" y="0"/>
                </a:cxn>
              </a:cxnLst>
              <a:rect l="0" t="0" r="r" b="b"/>
              <a:pathLst>
                <a:path w="3" h="5">
                  <a:moveTo>
                    <a:pt x="3" y="0"/>
                  </a:moveTo>
                  <a:lnTo>
                    <a:pt x="0" y="1"/>
                  </a:lnTo>
                  <a:lnTo>
                    <a:pt x="0" y="5"/>
                  </a:lnTo>
                  <a:lnTo>
                    <a:pt x="3"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01" name="Freeform 1101"/>
            <p:cNvSpPr/>
            <p:nvPr/>
          </p:nvSpPr>
          <p:spPr bwMode="auto">
            <a:xfrm>
              <a:off x="3215" y="2822"/>
              <a:ext cx="2" cy="4"/>
            </a:xfrm>
            <a:custGeom>
              <a:avLst/>
              <a:gdLst/>
              <a:ahLst/>
              <a:cxnLst>
                <a:cxn ang="0">
                  <a:pos x="2" y="0"/>
                </a:cxn>
                <a:cxn ang="0">
                  <a:pos x="0" y="2"/>
                </a:cxn>
                <a:cxn ang="0">
                  <a:pos x="0" y="4"/>
                </a:cxn>
                <a:cxn ang="0">
                  <a:pos x="2" y="4"/>
                </a:cxn>
                <a:cxn ang="0">
                  <a:pos x="2" y="0"/>
                </a:cxn>
              </a:cxnLst>
              <a:rect l="0" t="0" r="r" b="b"/>
              <a:pathLst>
                <a:path w="2" h="4">
                  <a:moveTo>
                    <a:pt x="2" y="0"/>
                  </a:moveTo>
                  <a:lnTo>
                    <a:pt x="0" y="2"/>
                  </a:lnTo>
                  <a:lnTo>
                    <a:pt x="0" y="4"/>
                  </a:lnTo>
                  <a:lnTo>
                    <a:pt x="2" y="4"/>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2" name="Freeform 1102"/>
            <p:cNvSpPr/>
            <p:nvPr/>
          </p:nvSpPr>
          <p:spPr bwMode="auto">
            <a:xfrm>
              <a:off x="3215" y="2822"/>
              <a:ext cx="2" cy="4"/>
            </a:xfrm>
            <a:custGeom>
              <a:avLst/>
              <a:gdLst/>
              <a:ahLst/>
              <a:cxnLst>
                <a:cxn ang="0">
                  <a:pos x="2" y="0"/>
                </a:cxn>
                <a:cxn ang="0">
                  <a:pos x="0" y="2"/>
                </a:cxn>
                <a:cxn ang="0">
                  <a:pos x="0" y="4"/>
                </a:cxn>
                <a:cxn ang="0">
                  <a:pos x="2" y="4"/>
                </a:cxn>
                <a:cxn ang="0">
                  <a:pos x="2" y="0"/>
                </a:cxn>
              </a:cxnLst>
              <a:rect l="0" t="0" r="r" b="b"/>
              <a:pathLst>
                <a:path w="2" h="4">
                  <a:moveTo>
                    <a:pt x="2" y="0"/>
                  </a:moveTo>
                  <a:lnTo>
                    <a:pt x="0" y="2"/>
                  </a:lnTo>
                  <a:lnTo>
                    <a:pt x="0" y="4"/>
                  </a:lnTo>
                  <a:lnTo>
                    <a:pt x="2" y="4"/>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03" name="Freeform 1103"/>
            <p:cNvSpPr/>
            <p:nvPr/>
          </p:nvSpPr>
          <p:spPr bwMode="auto">
            <a:xfrm>
              <a:off x="3217" y="2819"/>
              <a:ext cx="3" cy="3"/>
            </a:xfrm>
            <a:custGeom>
              <a:avLst/>
              <a:gdLst/>
              <a:ahLst/>
              <a:cxnLst>
                <a:cxn ang="0">
                  <a:pos x="1" y="0"/>
                </a:cxn>
                <a:cxn ang="0">
                  <a:pos x="0" y="2"/>
                </a:cxn>
                <a:cxn ang="0">
                  <a:pos x="0" y="3"/>
                </a:cxn>
                <a:cxn ang="0">
                  <a:pos x="3" y="2"/>
                </a:cxn>
                <a:cxn ang="0">
                  <a:pos x="1" y="0"/>
                </a:cxn>
              </a:cxnLst>
              <a:rect l="0" t="0" r="r" b="b"/>
              <a:pathLst>
                <a:path w="3" h="3">
                  <a:moveTo>
                    <a:pt x="1" y="0"/>
                  </a:moveTo>
                  <a:lnTo>
                    <a:pt x="0" y="2"/>
                  </a:lnTo>
                  <a:lnTo>
                    <a:pt x="0" y="3"/>
                  </a:lnTo>
                  <a:lnTo>
                    <a:pt x="3"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4" name="Freeform 1104"/>
            <p:cNvSpPr/>
            <p:nvPr/>
          </p:nvSpPr>
          <p:spPr bwMode="auto">
            <a:xfrm>
              <a:off x="3217" y="2819"/>
              <a:ext cx="3" cy="3"/>
            </a:xfrm>
            <a:custGeom>
              <a:avLst/>
              <a:gdLst/>
              <a:ahLst/>
              <a:cxnLst>
                <a:cxn ang="0">
                  <a:pos x="1" y="0"/>
                </a:cxn>
                <a:cxn ang="0">
                  <a:pos x="0" y="2"/>
                </a:cxn>
                <a:cxn ang="0">
                  <a:pos x="0" y="3"/>
                </a:cxn>
                <a:cxn ang="0">
                  <a:pos x="3" y="2"/>
                </a:cxn>
                <a:cxn ang="0">
                  <a:pos x="1" y="0"/>
                </a:cxn>
              </a:cxnLst>
              <a:rect l="0" t="0" r="r" b="b"/>
              <a:pathLst>
                <a:path w="3" h="3">
                  <a:moveTo>
                    <a:pt x="1" y="0"/>
                  </a:moveTo>
                  <a:lnTo>
                    <a:pt x="0" y="2"/>
                  </a:lnTo>
                  <a:lnTo>
                    <a:pt x="0" y="3"/>
                  </a:lnTo>
                  <a:lnTo>
                    <a:pt x="3"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305" name="Freeform 1105"/>
            <p:cNvSpPr/>
            <p:nvPr/>
          </p:nvSpPr>
          <p:spPr bwMode="auto">
            <a:xfrm>
              <a:off x="3217" y="2817"/>
              <a:ext cx="1" cy="4"/>
            </a:xfrm>
            <a:custGeom>
              <a:avLst/>
              <a:gdLst/>
              <a:ahLst/>
              <a:cxnLst>
                <a:cxn ang="0">
                  <a:pos x="1" y="0"/>
                </a:cxn>
                <a:cxn ang="0">
                  <a:pos x="0" y="2"/>
                </a:cxn>
                <a:cxn ang="0">
                  <a:pos x="0" y="4"/>
                </a:cxn>
                <a:cxn ang="0">
                  <a:pos x="1" y="2"/>
                </a:cxn>
                <a:cxn ang="0">
                  <a:pos x="1" y="0"/>
                </a:cxn>
              </a:cxnLst>
              <a:rect l="0" t="0" r="r" b="b"/>
              <a:pathLst>
                <a:path w="1" h="4">
                  <a:moveTo>
                    <a:pt x="1" y="0"/>
                  </a:moveTo>
                  <a:lnTo>
                    <a:pt x="0" y="2"/>
                  </a:lnTo>
                  <a:lnTo>
                    <a:pt x="0" y="4"/>
                  </a:lnTo>
                  <a:lnTo>
                    <a:pt x="1"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6" name="Freeform 1106"/>
            <p:cNvSpPr/>
            <p:nvPr/>
          </p:nvSpPr>
          <p:spPr bwMode="auto">
            <a:xfrm>
              <a:off x="3217" y="2817"/>
              <a:ext cx="1" cy="4"/>
            </a:xfrm>
            <a:custGeom>
              <a:avLst/>
              <a:gdLst/>
              <a:ahLst/>
              <a:cxnLst>
                <a:cxn ang="0">
                  <a:pos x="1" y="0"/>
                </a:cxn>
                <a:cxn ang="0">
                  <a:pos x="0" y="2"/>
                </a:cxn>
                <a:cxn ang="0">
                  <a:pos x="0" y="4"/>
                </a:cxn>
                <a:cxn ang="0">
                  <a:pos x="1" y="2"/>
                </a:cxn>
                <a:cxn ang="0">
                  <a:pos x="1" y="0"/>
                </a:cxn>
              </a:cxnLst>
              <a:rect l="0" t="0" r="r" b="b"/>
              <a:pathLst>
                <a:path w="1" h="4">
                  <a:moveTo>
                    <a:pt x="1" y="0"/>
                  </a:moveTo>
                  <a:lnTo>
                    <a:pt x="0" y="2"/>
                  </a:lnTo>
                  <a:lnTo>
                    <a:pt x="0" y="4"/>
                  </a:lnTo>
                  <a:lnTo>
                    <a:pt x="1"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307" name="Freeform 1107"/>
            <p:cNvSpPr/>
            <p:nvPr/>
          </p:nvSpPr>
          <p:spPr bwMode="auto">
            <a:xfrm>
              <a:off x="3215" y="2821"/>
              <a:ext cx="2" cy="3"/>
            </a:xfrm>
            <a:custGeom>
              <a:avLst/>
              <a:gdLst/>
              <a:ahLst/>
              <a:cxnLst>
                <a:cxn ang="0">
                  <a:pos x="2" y="0"/>
                </a:cxn>
                <a:cxn ang="0">
                  <a:pos x="2" y="1"/>
                </a:cxn>
                <a:cxn ang="0">
                  <a:pos x="0" y="3"/>
                </a:cxn>
                <a:cxn ang="0">
                  <a:pos x="2" y="1"/>
                </a:cxn>
                <a:cxn ang="0">
                  <a:pos x="2" y="0"/>
                </a:cxn>
              </a:cxnLst>
              <a:rect l="0" t="0" r="r" b="b"/>
              <a:pathLst>
                <a:path w="2" h="3">
                  <a:moveTo>
                    <a:pt x="2" y="0"/>
                  </a:moveTo>
                  <a:lnTo>
                    <a:pt x="2" y="1"/>
                  </a:lnTo>
                  <a:lnTo>
                    <a:pt x="0" y="3"/>
                  </a:lnTo>
                  <a:lnTo>
                    <a:pt x="2" y="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8" name="Freeform 1108"/>
            <p:cNvSpPr/>
            <p:nvPr/>
          </p:nvSpPr>
          <p:spPr bwMode="auto">
            <a:xfrm>
              <a:off x="3215" y="2821"/>
              <a:ext cx="2" cy="3"/>
            </a:xfrm>
            <a:custGeom>
              <a:avLst/>
              <a:gdLst/>
              <a:ahLst/>
              <a:cxnLst>
                <a:cxn ang="0">
                  <a:pos x="2" y="0"/>
                </a:cxn>
                <a:cxn ang="0">
                  <a:pos x="2" y="1"/>
                </a:cxn>
                <a:cxn ang="0">
                  <a:pos x="0" y="3"/>
                </a:cxn>
                <a:cxn ang="0">
                  <a:pos x="2" y="1"/>
                </a:cxn>
                <a:cxn ang="0">
                  <a:pos x="2" y="0"/>
                </a:cxn>
              </a:cxnLst>
              <a:rect l="0" t="0" r="r" b="b"/>
              <a:pathLst>
                <a:path w="2" h="3">
                  <a:moveTo>
                    <a:pt x="2" y="0"/>
                  </a:moveTo>
                  <a:lnTo>
                    <a:pt x="2" y="1"/>
                  </a:lnTo>
                  <a:lnTo>
                    <a:pt x="0" y="3"/>
                  </a:lnTo>
                  <a:lnTo>
                    <a:pt x="2" y="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09" name="Freeform 1109"/>
            <p:cNvSpPr/>
            <p:nvPr/>
          </p:nvSpPr>
          <p:spPr bwMode="auto">
            <a:xfrm>
              <a:off x="3217" y="2819"/>
              <a:ext cx="1" cy="3"/>
            </a:xfrm>
            <a:custGeom>
              <a:avLst/>
              <a:gdLst/>
              <a:ahLst/>
              <a:cxnLst>
                <a:cxn ang="0">
                  <a:pos x="0" y="0"/>
                </a:cxn>
                <a:cxn ang="0">
                  <a:pos x="0" y="3"/>
                </a:cxn>
                <a:cxn ang="0">
                  <a:pos x="0" y="2"/>
                </a:cxn>
                <a:cxn ang="0">
                  <a:pos x="0" y="0"/>
                </a:cxn>
              </a:cxnLst>
              <a:rect l="0" t="0" r="r" b="b"/>
              <a:pathLst>
                <a:path h="3">
                  <a:moveTo>
                    <a:pt x="0" y="0"/>
                  </a:moveTo>
                  <a:lnTo>
                    <a:pt x="0" y="3"/>
                  </a:lnTo>
                  <a:lnTo>
                    <a:pt x="0"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0" name="Freeform 1110"/>
            <p:cNvSpPr/>
            <p:nvPr/>
          </p:nvSpPr>
          <p:spPr bwMode="auto">
            <a:xfrm>
              <a:off x="3217" y="2819"/>
              <a:ext cx="1" cy="3"/>
            </a:xfrm>
            <a:custGeom>
              <a:avLst/>
              <a:gdLst/>
              <a:ahLst/>
              <a:cxnLst>
                <a:cxn ang="0">
                  <a:pos x="0" y="0"/>
                </a:cxn>
                <a:cxn ang="0">
                  <a:pos x="0" y="3"/>
                </a:cxn>
                <a:cxn ang="0">
                  <a:pos x="0" y="2"/>
                </a:cxn>
                <a:cxn ang="0">
                  <a:pos x="0" y="0"/>
                </a:cxn>
              </a:cxnLst>
              <a:rect l="0" t="0" r="r" b="b"/>
              <a:pathLst>
                <a:path h="3">
                  <a:moveTo>
                    <a:pt x="0" y="0"/>
                  </a:moveTo>
                  <a:lnTo>
                    <a:pt x="0" y="3"/>
                  </a:lnTo>
                  <a:lnTo>
                    <a:pt x="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11" name="Freeform 1111"/>
            <p:cNvSpPr/>
            <p:nvPr/>
          </p:nvSpPr>
          <p:spPr bwMode="auto">
            <a:xfrm>
              <a:off x="3206" y="2805"/>
              <a:ext cx="4" cy="2"/>
            </a:xfrm>
            <a:custGeom>
              <a:avLst/>
              <a:gdLst/>
              <a:ahLst/>
              <a:cxnLst>
                <a:cxn ang="0">
                  <a:pos x="4" y="0"/>
                </a:cxn>
                <a:cxn ang="0">
                  <a:pos x="0" y="2"/>
                </a:cxn>
                <a:cxn ang="0">
                  <a:pos x="4" y="2"/>
                </a:cxn>
                <a:cxn ang="0">
                  <a:pos x="4" y="0"/>
                </a:cxn>
              </a:cxnLst>
              <a:rect l="0" t="0" r="r" b="b"/>
              <a:pathLst>
                <a:path w="4" h="2">
                  <a:moveTo>
                    <a:pt x="4" y="0"/>
                  </a:moveTo>
                  <a:lnTo>
                    <a:pt x="0" y="2"/>
                  </a:lnTo>
                  <a:lnTo>
                    <a:pt x="4"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2" name="Freeform 1112"/>
            <p:cNvSpPr/>
            <p:nvPr/>
          </p:nvSpPr>
          <p:spPr bwMode="auto">
            <a:xfrm>
              <a:off x="3206" y="2805"/>
              <a:ext cx="4" cy="2"/>
            </a:xfrm>
            <a:custGeom>
              <a:avLst/>
              <a:gdLst/>
              <a:ahLst/>
              <a:cxnLst>
                <a:cxn ang="0">
                  <a:pos x="4" y="0"/>
                </a:cxn>
                <a:cxn ang="0">
                  <a:pos x="0" y="2"/>
                </a:cxn>
                <a:cxn ang="0">
                  <a:pos x="4" y="2"/>
                </a:cxn>
                <a:cxn ang="0">
                  <a:pos x="4" y="0"/>
                </a:cxn>
              </a:cxnLst>
              <a:rect l="0" t="0" r="r" b="b"/>
              <a:pathLst>
                <a:path w="4" h="2">
                  <a:moveTo>
                    <a:pt x="4" y="0"/>
                  </a:moveTo>
                  <a:lnTo>
                    <a:pt x="0" y="2"/>
                  </a:lnTo>
                  <a:lnTo>
                    <a:pt x="4"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313" name="Rectangle 1113"/>
            <p:cNvSpPr>
              <a:spLocks noChangeArrowheads="1"/>
            </p:cNvSpPr>
            <p:nvPr/>
          </p:nvSpPr>
          <p:spPr bwMode="auto">
            <a:xfrm>
              <a:off x="3213" y="2824"/>
              <a:ext cx="2" cy="2"/>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314" name="Rectangle 1114"/>
            <p:cNvSpPr>
              <a:spLocks noChangeArrowheads="1"/>
            </p:cNvSpPr>
            <p:nvPr/>
          </p:nvSpPr>
          <p:spPr bwMode="auto">
            <a:xfrm>
              <a:off x="3213" y="2824"/>
              <a:ext cx="2"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15" name="Freeform 1115"/>
            <p:cNvSpPr/>
            <p:nvPr/>
          </p:nvSpPr>
          <p:spPr bwMode="auto">
            <a:xfrm>
              <a:off x="3210" y="2824"/>
              <a:ext cx="3" cy="2"/>
            </a:xfrm>
            <a:custGeom>
              <a:avLst/>
              <a:gdLst/>
              <a:ahLst/>
              <a:cxnLst>
                <a:cxn ang="0">
                  <a:pos x="3" y="0"/>
                </a:cxn>
                <a:cxn ang="0">
                  <a:pos x="0" y="2"/>
                </a:cxn>
                <a:cxn ang="0">
                  <a:pos x="3" y="2"/>
                </a:cxn>
                <a:cxn ang="0">
                  <a:pos x="3" y="0"/>
                </a:cxn>
              </a:cxnLst>
              <a:rect l="0" t="0" r="r" b="b"/>
              <a:pathLst>
                <a:path w="3" h="2">
                  <a:moveTo>
                    <a:pt x="3" y="0"/>
                  </a:moveTo>
                  <a:lnTo>
                    <a:pt x="0" y="2"/>
                  </a:lnTo>
                  <a:lnTo>
                    <a:pt x="3" y="2"/>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6" name="Freeform 1116"/>
            <p:cNvSpPr/>
            <p:nvPr/>
          </p:nvSpPr>
          <p:spPr bwMode="auto">
            <a:xfrm>
              <a:off x="3210" y="2824"/>
              <a:ext cx="3" cy="2"/>
            </a:xfrm>
            <a:custGeom>
              <a:avLst/>
              <a:gdLst/>
              <a:ahLst/>
              <a:cxnLst>
                <a:cxn ang="0">
                  <a:pos x="3" y="0"/>
                </a:cxn>
                <a:cxn ang="0">
                  <a:pos x="0" y="2"/>
                </a:cxn>
                <a:cxn ang="0">
                  <a:pos x="3" y="2"/>
                </a:cxn>
                <a:cxn ang="0">
                  <a:pos x="3" y="0"/>
                </a:cxn>
              </a:cxnLst>
              <a:rect l="0" t="0" r="r" b="b"/>
              <a:pathLst>
                <a:path w="3" h="2">
                  <a:moveTo>
                    <a:pt x="3" y="0"/>
                  </a:moveTo>
                  <a:lnTo>
                    <a:pt x="0" y="2"/>
                  </a:lnTo>
                  <a:lnTo>
                    <a:pt x="3" y="2"/>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17" name="Freeform 1117"/>
            <p:cNvSpPr/>
            <p:nvPr/>
          </p:nvSpPr>
          <p:spPr bwMode="auto">
            <a:xfrm>
              <a:off x="3203" y="2826"/>
              <a:ext cx="3" cy="1"/>
            </a:xfrm>
            <a:custGeom>
              <a:avLst/>
              <a:gdLst/>
              <a:ahLst/>
              <a:cxnLst>
                <a:cxn ang="0">
                  <a:pos x="0" y="0"/>
                </a:cxn>
                <a:cxn ang="0">
                  <a:pos x="2" y="1"/>
                </a:cxn>
                <a:cxn ang="0">
                  <a:pos x="3" y="1"/>
                </a:cxn>
                <a:cxn ang="0">
                  <a:pos x="0" y="0"/>
                </a:cxn>
              </a:cxnLst>
              <a:rect l="0" t="0" r="r" b="b"/>
              <a:pathLst>
                <a:path w="3" h="1">
                  <a:moveTo>
                    <a:pt x="0" y="0"/>
                  </a:moveTo>
                  <a:lnTo>
                    <a:pt x="2" y="1"/>
                  </a:lnTo>
                  <a:lnTo>
                    <a:pt x="3"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8" name="Freeform 1118"/>
            <p:cNvSpPr/>
            <p:nvPr/>
          </p:nvSpPr>
          <p:spPr bwMode="auto">
            <a:xfrm>
              <a:off x="3203" y="2826"/>
              <a:ext cx="3" cy="1"/>
            </a:xfrm>
            <a:custGeom>
              <a:avLst/>
              <a:gdLst/>
              <a:ahLst/>
              <a:cxnLst>
                <a:cxn ang="0">
                  <a:pos x="0" y="0"/>
                </a:cxn>
                <a:cxn ang="0">
                  <a:pos x="2" y="1"/>
                </a:cxn>
                <a:cxn ang="0">
                  <a:pos x="3" y="1"/>
                </a:cxn>
                <a:cxn ang="0">
                  <a:pos x="0" y="0"/>
                </a:cxn>
              </a:cxnLst>
              <a:rect l="0" t="0" r="r" b="b"/>
              <a:pathLst>
                <a:path w="3" h="1">
                  <a:moveTo>
                    <a:pt x="0" y="0"/>
                  </a:moveTo>
                  <a:lnTo>
                    <a:pt x="2" y="1"/>
                  </a:lnTo>
                  <a:lnTo>
                    <a:pt x="3"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19" name="Freeform 1119"/>
            <p:cNvSpPr/>
            <p:nvPr/>
          </p:nvSpPr>
          <p:spPr bwMode="auto">
            <a:xfrm>
              <a:off x="3213" y="2809"/>
              <a:ext cx="4" cy="3"/>
            </a:xfrm>
            <a:custGeom>
              <a:avLst/>
              <a:gdLst/>
              <a:ahLst/>
              <a:cxnLst>
                <a:cxn ang="0">
                  <a:pos x="0" y="0"/>
                </a:cxn>
                <a:cxn ang="0">
                  <a:pos x="4" y="3"/>
                </a:cxn>
                <a:cxn ang="0">
                  <a:pos x="2" y="1"/>
                </a:cxn>
                <a:cxn ang="0">
                  <a:pos x="0" y="0"/>
                </a:cxn>
              </a:cxnLst>
              <a:rect l="0" t="0" r="r" b="b"/>
              <a:pathLst>
                <a:path w="4" h="3">
                  <a:moveTo>
                    <a:pt x="0" y="0"/>
                  </a:moveTo>
                  <a:lnTo>
                    <a:pt x="4" y="3"/>
                  </a:lnTo>
                  <a:lnTo>
                    <a:pt x="2"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0" name="Freeform 1120"/>
            <p:cNvSpPr/>
            <p:nvPr/>
          </p:nvSpPr>
          <p:spPr bwMode="auto">
            <a:xfrm>
              <a:off x="3213" y="2809"/>
              <a:ext cx="4" cy="3"/>
            </a:xfrm>
            <a:custGeom>
              <a:avLst/>
              <a:gdLst/>
              <a:ahLst/>
              <a:cxnLst>
                <a:cxn ang="0">
                  <a:pos x="0" y="0"/>
                </a:cxn>
                <a:cxn ang="0">
                  <a:pos x="4" y="3"/>
                </a:cxn>
                <a:cxn ang="0">
                  <a:pos x="2" y="1"/>
                </a:cxn>
                <a:cxn ang="0">
                  <a:pos x="0" y="0"/>
                </a:cxn>
              </a:cxnLst>
              <a:rect l="0" t="0" r="r" b="b"/>
              <a:pathLst>
                <a:path w="4" h="3">
                  <a:moveTo>
                    <a:pt x="0" y="0"/>
                  </a:moveTo>
                  <a:lnTo>
                    <a:pt x="4" y="3"/>
                  </a:lnTo>
                  <a:lnTo>
                    <a:pt x="2"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1" name="Freeform 1121"/>
            <p:cNvSpPr>
              <a:spLocks noEditPoints="1"/>
            </p:cNvSpPr>
            <p:nvPr/>
          </p:nvSpPr>
          <p:spPr bwMode="auto">
            <a:xfrm>
              <a:off x="3198" y="2815"/>
              <a:ext cx="20" cy="9"/>
            </a:xfrm>
            <a:custGeom>
              <a:avLst/>
              <a:gdLst/>
              <a:ahLst/>
              <a:cxnLst>
                <a:cxn ang="0">
                  <a:pos x="0" y="7"/>
                </a:cxn>
                <a:cxn ang="0">
                  <a:pos x="0" y="9"/>
                </a:cxn>
                <a:cxn ang="0">
                  <a:pos x="2" y="9"/>
                </a:cxn>
                <a:cxn ang="0">
                  <a:pos x="0" y="7"/>
                </a:cxn>
                <a:cxn ang="0">
                  <a:pos x="19" y="0"/>
                </a:cxn>
                <a:cxn ang="0">
                  <a:pos x="19" y="4"/>
                </a:cxn>
                <a:cxn ang="0">
                  <a:pos x="20" y="2"/>
                </a:cxn>
                <a:cxn ang="0">
                  <a:pos x="19" y="0"/>
                </a:cxn>
              </a:cxnLst>
              <a:rect l="0" t="0" r="r" b="b"/>
              <a:pathLst>
                <a:path w="20" h="9">
                  <a:moveTo>
                    <a:pt x="0" y="7"/>
                  </a:moveTo>
                  <a:lnTo>
                    <a:pt x="0" y="9"/>
                  </a:lnTo>
                  <a:lnTo>
                    <a:pt x="2" y="9"/>
                  </a:lnTo>
                  <a:lnTo>
                    <a:pt x="0" y="7"/>
                  </a:lnTo>
                  <a:close/>
                  <a:moveTo>
                    <a:pt x="19" y="0"/>
                  </a:moveTo>
                  <a:lnTo>
                    <a:pt x="19" y="4"/>
                  </a:lnTo>
                  <a:lnTo>
                    <a:pt x="20" y="2"/>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2" name="Freeform 1122"/>
            <p:cNvSpPr/>
            <p:nvPr/>
          </p:nvSpPr>
          <p:spPr bwMode="auto">
            <a:xfrm>
              <a:off x="3198" y="2822"/>
              <a:ext cx="2" cy="2"/>
            </a:xfrm>
            <a:custGeom>
              <a:avLst/>
              <a:gdLst/>
              <a:ahLst/>
              <a:cxnLst>
                <a:cxn ang="0">
                  <a:pos x="0" y="0"/>
                </a:cxn>
                <a:cxn ang="0">
                  <a:pos x="0" y="2"/>
                </a:cxn>
                <a:cxn ang="0">
                  <a:pos x="2" y="2"/>
                </a:cxn>
                <a:cxn ang="0">
                  <a:pos x="0" y="0"/>
                </a:cxn>
              </a:cxnLst>
              <a:rect l="0" t="0" r="r" b="b"/>
              <a:pathLst>
                <a:path w="2" h="2">
                  <a:moveTo>
                    <a:pt x="0" y="0"/>
                  </a:moveTo>
                  <a:lnTo>
                    <a:pt x="0" y="2"/>
                  </a:lnTo>
                  <a:lnTo>
                    <a:pt x="2"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3" name="Freeform 1123"/>
            <p:cNvSpPr/>
            <p:nvPr/>
          </p:nvSpPr>
          <p:spPr bwMode="auto">
            <a:xfrm>
              <a:off x="3217" y="2815"/>
              <a:ext cx="1" cy="4"/>
            </a:xfrm>
            <a:custGeom>
              <a:avLst/>
              <a:gdLst/>
              <a:ahLst/>
              <a:cxnLst>
                <a:cxn ang="0">
                  <a:pos x="0" y="0"/>
                </a:cxn>
                <a:cxn ang="0">
                  <a:pos x="0" y="4"/>
                </a:cxn>
                <a:cxn ang="0">
                  <a:pos x="1" y="2"/>
                </a:cxn>
                <a:cxn ang="0">
                  <a:pos x="0" y="0"/>
                </a:cxn>
              </a:cxnLst>
              <a:rect l="0" t="0" r="r" b="b"/>
              <a:pathLst>
                <a:path w="1" h="4">
                  <a:moveTo>
                    <a:pt x="0" y="0"/>
                  </a:moveTo>
                  <a:lnTo>
                    <a:pt x="0" y="4"/>
                  </a:lnTo>
                  <a:lnTo>
                    <a:pt x="1"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4" name="Freeform 1124"/>
            <p:cNvSpPr>
              <a:spLocks noEditPoints="1"/>
            </p:cNvSpPr>
            <p:nvPr/>
          </p:nvSpPr>
          <p:spPr bwMode="auto">
            <a:xfrm>
              <a:off x="3196" y="2815"/>
              <a:ext cx="21" cy="9"/>
            </a:xfrm>
            <a:custGeom>
              <a:avLst/>
              <a:gdLst/>
              <a:ahLst/>
              <a:cxnLst>
                <a:cxn ang="0">
                  <a:pos x="21" y="7"/>
                </a:cxn>
                <a:cxn ang="0">
                  <a:pos x="17" y="9"/>
                </a:cxn>
                <a:cxn ang="0">
                  <a:pos x="19" y="9"/>
                </a:cxn>
                <a:cxn ang="0">
                  <a:pos x="21" y="7"/>
                </a:cxn>
                <a:cxn ang="0">
                  <a:pos x="0" y="0"/>
                </a:cxn>
                <a:cxn ang="0">
                  <a:pos x="0" y="2"/>
                </a:cxn>
                <a:cxn ang="0">
                  <a:pos x="0" y="4"/>
                </a:cxn>
                <a:cxn ang="0">
                  <a:pos x="0" y="0"/>
                </a:cxn>
              </a:cxnLst>
              <a:rect l="0" t="0" r="r" b="b"/>
              <a:pathLst>
                <a:path w="21" h="9">
                  <a:moveTo>
                    <a:pt x="21" y="7"/>
                  </a:moveTo>
                  <a:lnTo>
                    <a:pt x="17" y="9"/>
                  </a:lnTo>
                  <a:lnTo>
                    <a:pt x="19" y="9"/>
                  </a:lnTo>
                  <a:lnTo>
                    <a:pt x="21" y="7"/>
                  </a:lnTo>
                  <a:close/>
                  <a:moveTo>
                    <a:pt x="0" y="0"/>
                  </a:moveTo>
                  <a:lnTo>
                    <a:pt x="0" y="2"/>
                  </a:lnTo>
                  <a:lnTo>
                    <a:pt x="0"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5" name="Freeform 1125"/>
            <p:cNvSpPr/>
            <p:nvPr/>
          </p:nvSpPr>
          <p:spPr bwMode="auto">
            <a:xfrm>
              <a:off x="3213" y="2822"/>
              <a:ext cx="4" cy="2"/>
            </a:xfrm>
            <a:custGeom>
              <a:avLst/>
              <a:gdLst/>
              <a:ahLst/>
              <a:cxnLst>
                <a:cxn ang="0">
                  <a:pos x="4" y="0"/>
                </a:cxn>
                <a:cxn ang="0">
                  <a:pos x="0" y="2"/>
                </a:cxn>
                <a:cxn ang="0">
                  <a:pos x="2" y="2"/>
                </a:cxn>
                <a:cxn ang="0">
                  <a:pos x="4" y="0"/>
                </a:cxn>
              </a:cxnLst>
              <a:rect l="0" t="0" r="r" b="b"/>
              <a:pathLst>
                <a:path w="4" h="2">
                  <a:moveTo>
                    <a:pt x="4" y="0"/>
                  </a:moveTo>
                  <a:lnTo>
                    <a:pt x="0" y="2"/>
                  </a:lnTo>
                  <a:lnTo>
                    <a:pt x="2"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326" name="Freeform 1126"/>
            <p:cNvSpPr/>
            <p:nvPr/>
          </p:nvSpPr>
          <p:spPr bwMode="auto">
            <a:xfrm>
              <a:off x="3196" y="2815"/>
              <a:ext cx="1" cy="4"/>
            </a:xfrm>
            <a:custGeom>
              <a:avLst/>
              <a:gdLst/>
              <a:ahLst/>
              <a:cxnLst>
                <a:cxn ang="0">
                  <a:pos x="0" y="0"/>
                </a:cxn>
                <a:cxn ang="0">
                  <a:pos x="0" y="2"/>
                </a:cxn>
                <a:cxn ang="0">
                  <a:pos x="0" y="4"/>
                </a:cxn>
                <a:cxn ang="0">
                  <a:pos x="0" y="0"/>
                </a:cxn>
              </a:cxnLst>
              <a:rect l="0" t="0" r="r" b="b"/>
              <a:pathLst>
                <a:path h="4">
                  <a:moveTo>
                    <a:pt x="0" y="0"/>
                  </a:moveTo>
                  <a:lnTo>
                    <a:pt x="0" y="2"/>
                  </a:lnTo>
                  <a:lnTo>
                    <a:pt x="0"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7" name="Freeform 1127"/>
            <p:cNvSpPr/>
            <p:nvPr/>
          </p:nvSpPr>
          <p:spPr bwMode="auto">
            <a:xfrm>
              <a:off x="3196" y="2807"/>
              <a:ext cx="21" cy="20"/>
            </a:xfrm>
            <a:custGeom>
              <a:avLst/>
              <a:gdLst/>
              <a:ahLst/>
              <a:cxnLst>
                <a:cxn ang="0">
                  <a:pos x="10" y="0"/>
                </a:cxn>
                <a:cxn ang="0">
                  <a:pos x="7" y="0"/>
                </a:cxn>
                <a:cxn ang="0">
                  <a:pos x="5" y="2"/>
                </a:cxn>
                <a:cxn ang="0">
                  <a:pos x="2" y="5"/>
                </a:cxn>
                <a:cxn ang="0">
                  <a:pos x="0" y="8"/>
                </a:cxn>
                <a:cxn ang="0">
                  <a:pos x="0" y="12"/>
                </a:cxn>
                <a:cxn ang="0">
                  <a:pos x="2" y="15"/>
                </a:cxn>
                <a:cxn ang="0">
                  <a:pos x="4" y="17"/>
                </a:cxn>
                <a:cxn ang="0">
                  <a:pos x="7" y="19"/>
                </a:cxn>
                <a:cxn ang="0">
                  <a:pos x="10" y="20"/>
                </a:cxn>
                <a:cxn ang="0">
                  <a:pos x="14" y="19"/>
                </a:cxn>
                <a:cxn ang="0">
                  <a:pos x="17" y="17"/>
                </a:cxn>
                <a:cxn ang="0">
                  <a:pos x="21" y="15"/>
                </a:cxn>
                <a:cxn ang="0">
                  <a:pos x="21" y="12"/>
                </a:cxn>
                <a:cxn ang="0">
                  <a:pos x="21" y="8"/>
                </a:cxn>
                <a:cxn ang="0">
                  <a:pos x="21" y="5"/>
                </a:cxn>
                <a:cxn ang="0">
                  <a:pos x="17" y="2"/>
                </a:cxn>
                <a:cxn ang="0">
                  <a:pos x="14" y="0"/>
                </a:cxn>
                <a:cxn ang="0">
                  <a:pos x="10" y="0"/>
                </a:cxn>
              </a:cxnLst>
              <a:rect l="0" t="0" r="r" b="b"/>
              <a:pathLst>
                <a:path w="21" h="20">
                  <a:moveTo>
                    <a:pt x="10" y="0"/>
                  </a:moveTo>
                  <a:lnTo>
                    <a:pt x="7" y="0"/>
                  </a:lnTo>
                  <a:lnTo>
                    <a:pt x="5" y="2"/>
                  </a:lnTo>
                  <a:lnTo>
                    <a:pt x="2" y="5"/>
                  </a:lnTo>
                  <a:lnTo>
                    <a:pt x="0" y="8"/>
                  </a:lnTo>
                  <a:lnTo>
                    <a:pt x="0" y="12"/>
                  </a:lnTo>
                  <a:lnTo>
                    <a:pt x="2" y="15"/>
                  </a:lnTo>
                  <a:lnTo>
                    <a:pt x="4" y="17"/>
                  </a:lnTo>
                  <a:lnTo>
                    <a:pt x="7" y="19"/>
                  </a:lnTo>
                  <a:lnTo>
                    <a:pt x="10" y="20"/>
                  </a:lnTo>
                  <a:lnTo>
                    <a:pt x="14" y="19"/>
                  </a:lnTo>
                  <a:lnTo>
                    <a:pt x="17" y="17"/>
                  </a:lnTo>
                  <a:lnTo>
                    <a:pt x="21" y="15"/>
                  </a:lnTo>
                  <a:lnTo>
                    <a:pt x="21" y="12"/>
                  </a:lnTo>
                  <a:lnTo>
                    <a:pt x="21" y="8"/>
                  </a:lnTo>
                  <a:lnTo>
                    <a:pt x="21" y="5"/>
                  </a:lnTo>
                  <a:lnTo>
                    <a:pt x="17" y="2"/>
                  </a:lnTo>
                  <a:lnTo>
                    <a:pt x="14"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8" name="Freeform 1128"/>
            <p:cNvSpPr/>
            <p:nvPr/>
          </p:nvSpPr>
          <p:spPr bwMode="auto">
            <a:xfrm>
              <a:off x="3196" y="2807"/>
              <a:ext cx="21" cy="20"/>
            </a:xfrm>
            <a:custGeom>
              <a:avLst/>
              <a:gdLst/>
              <a:ahLst/>
              <a:cxnLst>
                <a:cxn ang="0">
                  <a:pos x="10" y="0"/>
                </a:cxn>
                <a:cxn ang="0">
                  <a:pos x="7" y="0"/>
                </a:cxn>
                <a:cxn ang="0">
                  <a:pos x="5" y="2"/>
                </a:cxn>
                <a:cxn ang="0">
                  <a:pos x="2" y="5"/>
                </a:cxn>
                <a:cxn ang="0">
                  <a:pos x="0" y="8"/>
                </a:cxn>
                <a:cxn ang="0">
                  <a:pos x="0" y="12"/>
                </a:cxn>
                <a:cxn ang="0">
                  <a:pos x="2" y="15"/>
                </a:cxn>
                <a:cxn ang="0">
                  <a:pos x="4" y="17"/>
                </a:cxn>
                <a:cxn ang="0">
                  <a:pos x="7" y="19"/>
                </a:cxn>
                <a:cxn ang="0">
                  <a:pos x="10" y="20"/>
                </a:cxn>
                <a:cxn ang="0">
                  <a:pos x="14" y="19"/>
                </a:cxn>
                <a:cxn ang="0">
                  <a:pos x="17" y="17"/>
                </a:cxn>
                <a:cxn ang="0">
                  <a:pos x="21" y="15"/>
                </a:cxn>
                <a:cxn ang="0">
                  <a:pos x="21" y="12"/>
                </a:cxn>
                <a:cxn ang="0">
                  <a:pos x="21" y="8"/>
                </a:cxn>
                <a:cxn ang="0">
                  <a:pos x="21" y="5"/>
                </a:cxn>
                <a:cxn ang="0">
                  <a:pos x="17" y="2"/>
                </a:cxn>
                <a:cxn ang="0">
                  <a:pos x="14" y="0"/>
                </a:cxn>
                <a:cxn ang="0">
                  <a:pos x="10" y="0"/>
                </a:cxn>
              </a:cxnLst>
              <a:rect l="0" t="0" r="r" b="b"/>
              <a:pathLst>
                <a:path w="21" h="20">
                  <a:moveTo>
                    <a:pt x="10" y="0"/>
                  </a:moveTo>
                  <a:lnTo>
                    <a:pt x="7" y="0"/>
                  </a:lnTo>
                  <a:lnTo>
                    <a:pt x="5" y="2"/>
                  </a:lnTo>
                  <a:lnTo>
                    <a:pt x="2" y="5"/>
                  </a:lnTo>
                  <a:lnTo>
                    <a:pt x="0" y="8"/>
                  </a:lnTo>
                  <a:lnTo>
                    <a:pt x="0" y="12"/>
                  </a:lnTo>
                  <a:lnTo>
                    <a:pt x="2" y="15"/>
                  </a:lnTo>
                  <a:lnTo>
                    <a:pt x="4" y="17"/>
                  </a:lnTo>
                  <a:lnTo>
                    <a:pt x="7" y="19"/>
                  </a:lnTo>
                  <a:lnTo>
                    <a:pt x="10" y="20"/>
                  </a:lnTo>
                  <a:lnTo>
                    <a:pt x="14" y="19"/>
                  </a:lnTo>
                  <a:lnTo>
                    <a:pt x="17" y="17"/>
                  </a:lnTo>
                  <a:lnTo>
                    <a:pt x="21" y="15"/>
                  </a:lnTo>
                  <a:lnTo>
                    <a:pt x="21" y="12"/>
                  </a:lnTo>
                  <a:lnTo>
                    <a:pt x="21" y="8"/>
                  </a:lnTo>
                  <a:lnTo>
                    <a:pt x="21" y="5"/>
                  </a:lnTo>
                  <a:lnTo>
                    <a:pt x="17" y="2"/>
                  </a:lnTo>
                  <a:lnTo>
                    <a:pt x="14"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329" name="Freeform 1129"/>
            <p:cNvSpPr/>
            <p:nvPr/>
          </p:nvSpPr>
          <p:spPr bwMode="auto">
            <a:xfrm>
              <a:off x="3590" y="2749"/>
              <a:ext cx="13" cy="11"/>
            </a:xfrm>
            <a:custGeom>
              <a:avLst/>
              <a:gdLst/>
              <a:ahLst/>
              <a:cxnLst>
                <a:cxn ang="0">
                  <a:pos x="2" y="0"/>
                </a:cxn>
                <a:cxn ang="0">
                  <a:pos x="0" y="11"/>
                </a:cxn>
                <a:cxn ang="0">
                  <a:pos x="13" y="8"/>
                </a:cxn>
                <a:cxn ang="0">
                  <a:pos x="13" y="8"/>
                </a:cxn>
                <a:cxn ang="0">
                  <a:pos x="13" y="8"/>
                </a:cxn>
                <a:cxn ang="0">
                  <a:pos x="0" y="11"/>
                </a:cxn>
                <a:cxn ang="0">
                  <a:pos x="2" y="0"/>
                </a:cxn>
                <a:cxn ang="0">
                  <a:pos x="2" y="0"/>
                </a:cxn>
              </a:cxnLst>
              <a:rect l="0" t="0" r="r" b="b"/>
              <a:pathLst>
                <a:path w="13" h="11">
                  <a:moveTo>
                    <a:pt x="2" y="0"/>
                  </a:moveTo>
                  <a:lnTo>
                    <a:pt x="0" y="11"/>
                  </a:lnTo>
                  <a:lnTo>
                    <a:pt x="13" y="8"/>
                  </a:lnTo>
                  <a:lnTo>
                    <a:pt x="13" y="8"/>
                  </a:lnTo>
                  <a:lnTo>
                    <a:pt x="13" y="8"/>
                  </a:lnTo>
                  <a:lnTo>
                    <a:pt x="0" y="11"/>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30" name="Freeform 1130"/>
            <p:cNvSpPr/>
            <p:nvPr/>
          </p:nvSpPr>
          <p:spPr bwMode="auto">
            <a:xfrm>
              <a:off x="3590" y="2749"/>
              <a:ext cx="13" cy="11"/>
            </a:xfrm>
            <a:custGeom>
              <a:avLst/>
              <a:gdLst/>
              <a:ahLst/>
              <a:cxnLst>
                <a:cxn ang="0">
                  <a:pos x="2" y="0"/>
                </a:cxn>
                <a:cxn ang="0">
                  <a:pos x="0" y="11"/>
                </a:cxn>
                <a:cxn ang="0">
                  <a:pos x="13" y="8"/>
                </a:cxn>
                <a:cxn ang="0">
                  <a:pos x="13" y="8"/>
                </a:cxn>
                <a:cxn ang="0">
                  <a:pos x="13" y="8"/>
                </a:cxn>
                <a:cxn ang="0">
                  <a:pos x="0" y="11"/>
                </a:cxn>
                <a:cxn ang="0">
                  <a:pos x="2" y="0"/>
                </a:cxn>
                <a:cxn ang="0">
                  <a:pos x="2" y="0"/>
                </a:cxn>
              </a:cxnLst>
              <a:rect l="0" t="0" r="r" b="b"/>
              <a:pathLst>
                <a:path w="13" h="11">
                  <a:moveTo>
                    <a:pt x="2" y="0"/>
                  </a:moveTo>
                  <a:lnTo>
                    <a:pt x="0" y="11"/>
                  </a:lnTo>
                  <a:lnTo>
                    <a:pt x="13" y="8"/>
                  </a:lnTo>
                  <a:lnTo>
                    <a:pt x="13" y="8"/>
                  </a:lnTo>
                  <a:lnTo>
                    <a:pt x="13" y="8"/>
                  </a:lnTo>
                  <a:lnTo>
                    <a:pt x="0" y="11"/>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31" name="Rectangle 1131"/>
            <p:cNvSpPr>
              <a:spLocks noChangeArrowheads="1"/>
            </p:cNvSpPr>
            <p:nvPr/>
          </p:nvSpPr>
          <p:spPr bwMode="auto">
            <a:xfrm>
              <a:off x="3612" y="2757"/>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2332" name="Rectangle 1132"/>
            <p:cNvSpPr>
              <a:spLocks noChangeArrowheads="1"/>
            </p:cNvSpPr>
            <p:nvPr/>
          </p:nvSpPr>
          <p:spPr bwMode="auto">
            <a:xfrm>
              <a:off x="3612" y="275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33" name="Freeform 1133"/>
            <p:cNvSpPr/>
            <p:nvPr/>
          </p:nvSpPr>
          <p:spPr bwMode="auto">
            <a:xfrm>
              <a:off x="3612" y="2757"/>
              <a:ext cx="1" cy="1"/>
            </a:xfrm>
            <a:custGeom>
              <a:avLst/>
              <a:gdLst/>
              <a:ahLst/>
              <a:cxnLst>
                <a:cxn ang="0">
                  <a:pos x="0" y="0"/>
                </a:cxn>
                <a:cxn ang="0">
                  <a:pos x="0" y="0"/>
                </a:cxn>
                <a:cxn ang="0">
                  <a:pos x="0" y="0"/>
                </a:cxn>
                <a:cxn ang="0">
                  <a:pos x="0" y="0"/>
                </a:cxn>
                <a:cxn ang="0">
                  <a:pos x="0" y="0"/>
                </a:cxn>
                <a:cxn ang="0">
                  <a:pos x="0" y="0"/>
                </a:cxn>
                <a:cxn ang="0">
                  <a:pos x="0" y="0"/>
                </a:cxn>
              </a:cxnLst>
              <a:rect l="0" t="0" r="r" b="b"/>
              <a:pathLst>
                <a:path>
                  <a:moveTo>
                    <a:pt x="0" y="0"/>
                  </a:moveTo>
                  <a:lnTo>
                    <a:pt x="0" y="0"/>
                  </a:lnTo>
                  <a:lnTo>
                    <a:pt x="0" y="0"/>
                  </a:lnTo>
                  <a:lnTo>
                    <a:pt x="0" y="0"/>
                  </a:lnTo>
                  <a:lnTo>
                    <a:pt x="0" y="0"/>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34" name="Freeform 1134"/>
            <p:cNvSpPr/>
            <p:nvPr/>
          </p:nvSpPr>
          <p:spPr bwMode="auto">
            <a:xfrm>
              <a:off x="3612" y="2757"/>
              <a:ext cx="1" cy="1"/>
            </a:xfrm>
            <a:custGeom>
              <a:avLst/>
              <a:gdLst/>
              <a:ahLst/>
              <a:cxnLst>
                <a:cxn ang="0">
                  <a:pos x="0" y="0"/>
                </a:cxn>
                <a:cxn ang="0">
                  <a:pos x="0" y="0"/>
                </a:cxn>
                <a:cxn ang="0">
                  <a:pos x="0" y="0"/>
                </a:cxn>
                <a:cxn ang="0">
                  <a:pos x="0" y="0"/>
                </a:cxn>
                <a:cxn ang="0">
                  <a:pos x="0" y="0"/>
                </a:cxn>
                <a:cxn ang="0">
                  <a:pos x="0" y="0"/>
                </a:cxn>
                <a:cxn ang="0">
                  <a:pos x="0" y="0"/>
                </a:cxn>
              </a:cxnLst>
              <a:rect l="0" t="0" r="r" b="b"/>
              <a:pathLst>
                <a:path>
                  <a:moveTo>
                    <a:pt x="0" y="0"/>
                  </a:moveTo>
                  <a:lnTo>
                    <a:pt x="0" y="0"/>
                  </a:lnTo>
                  <a:lnTo>
                    <a:pt x="0" y="0"/>
                  </a:lnTo>
                  <a:lnTo>
                    <a:pt x="0" y="0"/>
                  </a:ln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35" name="Freeform 1135"/>
            <p:cNvSpPr/>
            <p:nvPr/>
          </p:nvSpPr>
          <p:spPr bwMode="auto">
            <a:xfrm>
              <a:off x="3605" y="2757"/>
              <a:ext cx="7" cy="1"/>
            </a:xfrm>
            <a:custGeom>
              <a:avLst/>
              <a:gdLst/>
              <a:ahLst/>
              <a:cxnLst>
                <a:cxn ang="0">
                  <a:pos x="7" y="0"/>
                </a:cxn>
                <a:cxn ang="0">
                  <a:pos x="0" y="0"/>
                </a:cxn>
                <a:cxn ang="0">
                  <a:pos x="7" y="0"/>
                </a:cxn>
                <a:cxn ang="0">
                  <a:pos x="7" y="0"/>
                </a:cxn>
              </a:cxnLst>
              <a:rect l="0" t="0" r="r" b="b"/>
              <a:pathLst>
                <a:path w="7">
                  <a:moveTo>
                    <a:pt x="7" y="0"/>
                  </a:moveTo>
                  <a:lnTo>
                    <a:pt x="0" y="0"/>
                  </a:lnTo>
                  <a:lnTo>
                    <a:pt x="7"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36" name="Freeform 1136"/>
            <p:cNvSpPr/>
            <p:nvPr/>
          </p:nvSpPr>
          <p:spPr bwMode="auto">
            <a:xfrm>
              <a:off x="3605" y="2757"/>
              <a:ext cx="7" cy="1"/>
            </a:xfrm>
            <a:custGeom>
              <a:avLst/>
              <a:gdLst/>
              <a:ahLst/>
              <a:cxnLst>
                <a:cxn ang="0">
                  <a:pos x="7" y="0"/>
                </a:cxn>
                <a:cxn ang="0">
                  <a:pos x="0" y="0"/>
                </a:cxn>
                <a:cxn ang="0">
                  <a:pos x="7" y="0"/>
                </a:cxn>
                <a:cxn ang="0">
                  <a:pos x="7" y="0"/>
                </a:cxn>
              </a:cxnLst>
              <a:rect l="0" t="0" r="r" b="b"/>
              <a:pathLst>
                <a:path w="7">
                  <a:moveTo>
                    <a:pt x="7" y="0"/>
                  </a:moveTo>
                  <a:lnTo>
                    <a:pt x="0" y="0"/>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337" name="Rectangle 1137"/>
            <p:cNvSpPr>
              <a:spLocks noChangeArrowheads="1"/>
            </p:cNvSpPr>
            <p:nvPr/>
          </p:nvSpPr>
          <p:spPr bwMode="auto">
            <a:xfrm>
              <a:off x="3612" y="275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338" name="Rectangle 1138"/>
            <p:cNvSpPr>
              <a:spLocks noChangeArrowheads="1"/>
            </p:cNvSpPr>
            <p:nvPr/>
          </p:nvSpPr>
          <p:spPr bwMode="auto">
            <a:xfrm>
              <a:off x="3612" y="275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39" name="Rectangle 1139"/>
            <p:cNvSpPr>
              <a:spLocks noChangeArrowheads="1"/>
            </p:cNvSpPr>
            <p:nvPr/>
          </p:nvSpPr>
          <p:spPr bwMode="auto">
            <a:xfrm>
              <a:off x="3605" y="2757"/>
              <a:ext cx="7"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340" name="Rectangle 1140"/>
            <p:cNvSpPr>
              <a:spLocks noChangeArrowheads="1"/>
            </p:cNvSpPr>
            <p:nvPr/>
          </p:nvSpPr>
          <p:spPr bwMode="auto">
            <a:xfrm>
              <a:off x="3605" y="2757"/>
              <a:ext cx="7"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41" name="Freeform 1141"/>
            <p:cNvSpPr/>
            <p:nvPr/>
          </p:nvSpPr>
          <p:spPr bwMode="auto">
            <a:xfrm>
              <a:off x="3478" y="2511"/>
              <a:ext cx="130" cy="226"/>
            </a:xfrm>
            <a:custGeom>
              <a:avLst/>
              <a:gdLst/>
              <a:ahLst/>
              <a:cxnLst>
                <a:cxn ang="0">
                  <a:pos x="0" y="0"/>
                </a:cxn>
                <a:cxn ang="0">
                  <a:pos x="0" y="0"/>
                </a:cxn>
                <a:cxn ang="0">
                  <a:pos x="130" y="226"/>
                </a:cxn>
                <a:cxn ang="0">
                  <a:pos x="130" y="226"/>
                </a:cxn>
                <a:cxn ang="0">
                  <a:pos x="0" y="0"/>
                </a:cxn>
              </a:cxnLst>
              <a:rect l="0" t="0" r="r" b="b"/>
              <a:pathLst>
                <a:path w="130" h="226">
                  <a:moveTo>
                    <a:pt x="0" y="0"/>
                  </a:moveTo>
                  <a:lnTo>
                    <a:pt x="0" y="0"/>
                  </a:lnTo>
                  <a:lnTo>
                    <a:pt x="130" y="226"/>
                  </a:lnTo>
                  <a:lnTo>
                    <a:pt x="130" y="226"/>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342" name="Freeform 1142"/>
            <p:cNvSpPr/>
            <p:nvPr/>
          </p:nvSpPr>
          <p:spPr bwMode="auto">
            <a:xfrm>
              <a:off x="3478" y="2511"/>
              <a:ext cx="130" cy="226"/>
            </a:xfrm>
            <a:custGeom>
              <a:avLst/>
              <a:gdLst/>
              <a:ahLst/>
              <a:cxnLst>
                <a:cxn ang="0">
                  <a:pos x="0" y="0"/>
                </a:cxn>
                <a:cxn ang="0">
                  <a:pos x="0" y="0"/>
                </a:cxn>
                <a:cxn ang="0">
                  <a:pos x="130" y="226"/>
                </a:cxn>
                <a:cxn ang="0">
                  <a:pos x="130" y="226"/>
                </a:cxn>
                <a:cxn ang="0">
                  <a:pos x="0" y="0"/>
                </a:cxn>
              </a:cxnLst>
              <a:rect l="0" t="0" r="r" b="b"/>
              <a:pathLst>
                <a:path w="130" h="226">
                  <a:moveTo>
                    <a:pt x="0" y="0"/>
                  </a:moveTo>
                  <a:lnTo>
                    <a:pt x="0" y="0"/>
                  </a:lnTo>
                  <a:lnTo>
                    <a:pt x="130" y="226"/>
                  </a:lnTo>
                  <a:lnTo>
                    <a:pt x="130" y="22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43" name="Freeform 1143"/>
            <p:cNvSpPr/>
            <p:nvPr/>
          </p:nvSpPr>
          <p:spPr bwMode="auto">
            <a:xfrm>
              <a:off x="3464" y="2511"/>
              <a:ext cx="144" cy="229"/>
            </a:xfrm>
            <a:custGeom>
              <a:avLst/>
              <a:gdLst/>
              <a:ahLst/>
              <a:cxnLst>
                <a:cxn ang="0">
                  <a:pos x="14" y="0"/>
                </a:cxn>
                <a:cxn ang="0">
                  <a:pos x="0" y="17"/>
                </a:cxn>
                <a:cxn ang="0">
                  <a:pos x="0" y="17"/>
                </a:cxn>
                <a:cxn ang="0">
                  <a:pos x="0" y="17"/>
                </a:cxn>
                <a:cxn ang="0">
                  <a:pos x="123" y="229"/>
                </a:cxn>
                <a:cxn ang="0">
                  <a:pos x="129" y="227"/>
                </a:cxn>
                <a:cxn ang="0">
                  <a:pos x="129" y="227"/>
                </a:cxn>
                <a:cxn ang="0">
                  <a:pos x="136" y="227"/>
                </a:cxn>
                <a:cxn ang="0">
                  <a:pos x="136" y="227"/>
                </a:cxn>
                <a:cxn ang="0">
                  <a:pos x="144" y="226"/>
                </a:cxn>
                <a:cxn ang="0">
                  <a:pos x="144" y="226"/>
                </a:cxn>
                <a:cxn ang="0">
                  <a:pos x="14" y="0"/>
                </a:cxn>
                <a:cxn ang="0">
                  <a:pos x="14" y="0"/>
                </a:cxn>
                <a:cxn ang="0">
                  <a:pos x="14" y="0"/>
                </a:cxn>
              </a:cxnLst>
              <a:rect l="0" t="0" r="r" b="b"/>
              <a:pathLst>
                <a:path w="144" h="229">
                  <a:moveTo>
                    <a:pt x="14" y="0"/>
                  </a:moveTo>
                  <a:lnTo>
                    <a:pt x="0" y="17"/>
                  </a:lnTo>
                  <a:lnTo>
                    <a:pt x="0" y="17"/>
                  </a:lnTo>
                  <a:lnTo>
                    <a:pt x="0" y="17"/>
                  </a:lnTo>
                  <a:lnTo>
                    <a:pt x="123" y="229"/>
                  </a:lnTo>
                  <a:lnTo>
                    <a:pt x="129" y="227"/>
                  </a:lnTo>
                  <a:lnTo>
                    <a:pt x="129" y="227"/>
                  </a:lnTo>
                  <a:lnTo>
                    <a:pt x="136" y="227"/>
                  </a:lnTo>
                  <a:lnTo>
                    <a:pt x="136" y="227"/>
                  </a:lnTo>
                  <a:lnTo>
                    <a:pt x="144" y="226"/>
                  </a:lnTo>
                  <a:lnTo>
                    <a:pt x="144" y="226"/>
                  </a:lnTo>
                  <a:lnTo>
                    <a:pt x="14" y="0"/>
                  </a:lnTo>
                  <a:lnTo>
                    <a:pt x="14" y="0"/>
                  </a:lnTo>
                  <a:lnTo>
                    <a:pt x="1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44" name="Freeform 1144"/>
            <p:cNvSpPr/>
            <p:nvPr/>
          </p:nvSpPr>
          <p:spPr bwMode="auto">
            <a:xfrm>
              <a:off x="3464" y="2511"/>
              <a:ext cx="144" cy="229"/>
            </a:xfrm>
            <a:custGeom>
              <a:avLst/>
              <a:gdLst/>
              <a:ahLst/>
              <a:cxnLst>
                <a:cxn ang="0">
                  <a:pos x="14" y="0"/>
                </a:cxn>
                <a:cxn ang="0">
                  <a:pos x="0" y="17"/>
                </a:cxn>
                <a:cxn ang="0">
                  <a:pos x="0" y="17"/>
                </a:cxn>
                <a:cxn ang="0">
                  <a:pos x="0" y="17"/>
                </a:cxn>
                <a:cxn ang="0">
                  <a:pos x="123" y="229"/>
                </a:cxn>
                <a:cxn ang="0">
                  <a:pos x="129" y="227"/>
                </a:cxn>
                <a:cxn ang="0">
                  <a:pos x="129" y="227"/>
                </a:cxn>
                <a:cxn ang="0">
                  <a:pos x="136" y="227"/>
                </a:cxn>
                <a:cxn ang="0">
                  <a:pos x="136" y="227"/>
                </a:cxn>
                <a:cxn ang="0">
                  <a:pos x="144" y="226"/>
                </a:cxn>
                <a:cxn ang="0">
                  <a:pos x="144" y="226"/>
                </a:cxn>
                <a:cxn ang="0">
                  <a:pos x="14" y="0"/>
                </a:cxn>
                <a:cxn ang="0">
                  <a:pos x="14" y="0"/>
                </a:cxn>
                <a:cxn ang="0">
                  <a:pos x="14" y="0"/>
                </a:cxn>
              </a:cxnLst>
              <a:rect l="0" t="0" r="r" b="b"/>
              <a:pathLst>
                <a:path w="144" h="229">
                  <a:moveTo>
                    <a:pt x="14" y="0"/>
                  </a:moveTo>
                  <a:lnTo>
                    <a:pt x="0" y="17"/>
                  </a:lnTo>
                  <a:lnTo>
                    <a:pt x="0" y="17"/>
                  </a:lnTo>
                  <a:lnTo>
                    <a:pt x="0" y="17"/>
                  </a:lnTo>
                  <a:lnTo>
                    <a:pt x="123" y="229"/>
                  </a:lnTo>
                  <a:lnTo>
                    <a:pt x="129" y="227"/>
                  </a:lnTo>
                  <a:lnTo>
                    <a:pt x="129" y="227"/>
                  </a:lnTo>
                  <a:lnTo>
                    <a:pt x="136" y="227"/>
                  </a:lnTo>
                  <a:lnTo>
                    <a:pt x="136" y="227"/>
                  </a:lnTo>
                  <a:lnTo>
                    <a:pt x="144" y="226"/>
                  </a:lnTo>
                  <a:lnTo>
                    <a:pt x="144" y="226"/>
                  </a:lnTo>
                  <a:lnTo>
                    <a:pt x="14" y="0"/>
                  </a:lnTo>
                  <a:lnTo>
                    <a:pt x="14" y="0"/>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2345" name="Freeform 1145"/>
            <p:cNvSpPr>
              <a:spLocks noEditPoints="1"/>
            </p:cNvSpPr>
            <p:nvPr/>
          </p:nvSpPr>
          <p:spPr bwMode="auto">
            <a:xfrm>
              <a:off x="3463" y="2492"/>
              <a:ext cx="15" cy="36"/>
            </a:xfrm>
            <a:custGeom>
              <a:avLst/>
              <a:gdLst/>
              <a:ahLst/>
              <a:cxnLst>
                <a:cxn ang="0">
                  <a:pos x="15" y="19"/>
                </a:cxn>
                <a:cxn ang="0">
                  <a:pos x="1" y="36"/>
                </a:cxn>
                <a:cxn ang="0">
                  <a:pos x="1" y="36"/>
                </a:cxn>
                <a:cxn ang="0">
                  <a:pos x="15" y="19"/>
                </a:cxn>
                <a:cxn ang="0">
                  <a:pos x="15" y="19"/>
                </a:cxn>
                <a:cxn ang="0">
                  <a:pos x="5" y="0"/>
                </a:cxn>
                <a:cxn ang="0">
                  <a:pos x="0" y="5"/>
                </a:cxn>
                <a:cxn ang="0">
                  <a:pos x="6" y="7"/>
                </a:cxn>
                <a:cxn ang="0">
                  <a:pos x="3" y="17"/>
                </a:cxn>
                <a:cxn ang="0">
                  <a:pos x="6" y="7"/>
                </a:cxn>
                <a:cxn ang="0">
                  <a:pos x="10" y="9"/>
                </a:cxn>
                <a:cxn ang="0">
                  <a:pos x="5" y="0"/>
                </a:cxn>
              </a:cxnLst>
              <a:rect l="0" t="0" r="r" b="b"/>
              <a:pathLst>
                <a:path w="15" h="36">
                  <a:moveTo>
                    <a:pt x="15" y="19"/>
                  </a:moveTo>
                  <a:lnTo>
                    <a:pt x="1" y="36"/>
                  </a:lnTo>
                  <a:lnTo>
                    <a:pt x="1" y="36"/>
                  </a:lnTo>
                  <a:lnTo>
                    <a:pt x="15" y="19"/>
                  </a:lnTo>
                  <a:lnTo>
                    <a:pt x="15" y="19"/>
                  </a:lnTo>
                  <a:close/>
                  <a:moveTo>
                    <a:pt x="5" y="0"/>
                  </a:moveTo>
                  <a:lnTo>
                    <a:pt x="0" y="5"/>
                  </a:lnTo>
                  <a:lnTo>
                    <a:pt x="6" y="7"/>
                  </a:lnTo>
                  <a:lnTo>
                    <a:pt x="3" y="17"/>
                  </a:lnTo>
                  <a:lnTo>
                    <a:pt x="6" y="7"/>
                  </a:lnTo>
                  <a:lnTo>
                    <a:pt x="10" y="9"/>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46" name="Freeform 1146"/>
            <p:cNvSpPr/>
            <p:nvPr/>
          </p:nvSpPr>
          <p:spPr bwMode="auto">
            <a:xfrm>
              <a:off x="3464" y="2511"/>
              <a:ext cx="14" cy="17"/>
            </a:xfrm>
            <a:custGeom>
              <a:avLst/>
              <a:gdLst/>
              <a:ahLst/>
              <a:cxnLst>
                <a:cxn ang="0">
                  <a:pos x="14" y="0"/>
                </a:cxn>
                <a:cxn ang="0">
                  <a:pos x="0" y="17"/>
                </a:cxn>
                <a:cxn ang="0">
                  <a:pos x="0" y="17"/>
                </a:cxn>
                <a:cxn ang="0">
                  <a:pos x="14" y="0"/>
                </a:cxn>
                <a:cxn ang="0">
                  <a:pos x="14" y="0"/>
                </a:cxn>
              </a:cxnLst>
              <a:rect l="0" t="0" r="r" b="b"/>
              <a:pathLst>
                <a:path w="14" h="17">
                  <a:moveTo>
                    <a:pt x="14" y="0"/>
                  </a:moveTo>
                  <a:lnTo>
                    <a:pt x="0" y="17"/>
                  </a:lnTo>
                  <a:lnTo>
                    <a:pt x="0" y="17"/>
                  </a:lnTo>
                  <a:lnTo>
                    <a:pt x="14" y="0"/>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2347" name="Freeform 1147"/>
            <p:cNvSpPr/>
            <p:nvPr/>
          </p:nvSpPr>
          <p:spPr bwMode="auto">
            <a:xfrm>
              <a:off x="3463" y="2492"/>
              <a:ext cx="10" cy="17"/>
            </a:xfrm>
            <a:custGeom>
              <a:avLst/>
              <a:gdLst/>
              <a:ahLst/>
              <a:cxnLst>
                <a:cxn ang="0">
                  <a:pos x="5" y="0"/>
                </a:cxn>
                <a:cxn ang="0">
                  <a:pos x="0" y="5"/>
                </a:cxn>
                <a:cxn ang="0">
                  <a:pos x="6" y="7"/>
                </a:cxn>
                <a:cxn ang="0">
                  <a:pos x="3" y="17"/>
                </a:cxn>
                <a:cxn ang="0">
                  <a:pos x="6" y="7"/>
                </a:cxn>
                <a:cxn ang="0">
                  <a:pos x="10" y="9"/>
                </a:cxn>
                <a:cxn ang="0">
                  <a:pos x="5" y="0"/>
                </a:cxn>
              </a:cxnLst>
              <a:rect l="0" t="0" r="r" b="b"/>
              <a:pathLst>
                <a:path w="10" h="17">
                  <a:moveTo>
                    <a:pt x="5" y="0"/>
                  </a:moveTo>
                  <a:lnTo>
                    <a:pt x="0" y="5"/>
                  </a:lnTo>
                  <a:lnTo>
                    <a:pt x="6" y="7"/>
                  </a:lnTo>
                  <a:lnTo>
                    <a:pt x="3" y="17"/>
                  </a:lnTo>
                  <a:lnTo>
                    <a:pt x="6" y="7"/>
                  </a:lnTo>
                  <a:lnTo>
                    <a:pt x="10" y="9"/>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348" name="Freeform 1148"/>
            <p:cNvSpPr/>
            <p:nvPr/>
          </p:nvSpPr>
          <p:spPr bwMode="auto">
            <a:xfrm>
              <a:off x="3458" y="2518"/>
              <a:ext cx="6" cy="10"/>
            </a:xfrm>
            <a:custGeom>
              <a:avLst/>
              <a:gdLst/>
              <a:ahLst/>
              <a:cxnLst>
                <a:cxn ang="0">
                  <a:pos x="0" y="0"/>
                </a:cxn>
                <a:cxn ang="0">
                  <a:pos x="6" y="10"/>
                </a:cxn>
                <a:cxn ang="0">
                  <a:pos x="6" y="10"/>
                </a:cxn>
                <a:cxn ang="0">
                  <a:pos x="1" y="0"/>
                </a:cxn>
                <a:cxn ang="0">
                  <a:pos x="0" y="0"/>
                </a:cxn>
              </a:cxnLst>
              <a:rect l="0" t="0" r="r" b="b"/>
              <a:pathLst>
                <a:path w="6" h="10">
                  <a:moveTo>
                    <a:pt x="0" y="0"/>
                  </a:moveTo>
                  <a:lnTo>
                    <a:pt x="6" y="10"/>
                  </a:lnTo>
                  <a:lnTo>
                    <a:pt x="6" y="10"/>
                  </a:lnTo>
                  <a:lnTo>
                    <a:pt x="1"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49" name="Freeform 1149"/>
            <p:cNvSpPr/>
            <p:nvPr/>
          </p:nvSpPr>
          <p:spPr bwMode="auto">
            <a:xfrm>
              <a:off x="3458" y="2518"/>
              <a:ext cx="6" cy="10"/>
            </a:xfrm>
            <a:custGeom>
              <a:avLst/>
              <a:gdLst/>
              <a:ahLst/>
              <a:cxnLst>
                <a:cxn ang="0">
                  <a:pos x="0" y="0"/>
                </a:cxn>
                <a:cxn ang="0">
                  <a:pos x="6" y="10"/>
                </a:cxn>
                <a:cxn ang="0">
                  <a:pos x="6" y="10"/>
                </a:cxn>
                <a:cxn ang="0">
                  <a:pos x="1" y="0"/>
                </a:cxn>
                <a:cxn ang="0">
                  <a:pos x="0" y="0"/>
                </a:cxn>
              </a:cxnLst>
              <a:rect l="0" t="0" r="r" b="b"/>
              <a:pathLst>
                <a:path w="6" h="10">
                  <a:moveTo>
                    <a:pt x="0" y="0"/>
                  </a:moveTo>
                  <a:lnTo>
                    <a:pt x="6" y="10"/>
                  </a:lnTo>
                  <a:lnTo>
                    <a:pt x="6" y="10"/>
                  </a:lnTo>
                  <a:lnTo>
                    <a:pt x="1"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50" name="Freeform 1150"/>
            <p:cNvSpPr/>
            <p:nvPr/>
          </p:nvSpPr>
          <p:spPr bwMode="auto">
            <a:xfrm>
              <a:off x="3454" y="2497"/>
              <a:ext cx="24" cy="31"/>
            </a:xfrm>
            <a:custGeom>
              <a:avLst/>
              <a:gdLst/>
              <a:ahLst/>
              <a:cxnLst>
                <a:cxn ang="0">
                  <a:pos x="9" y="0"/>
                </a:cxn>
                <a:cxn ang="0">
                  <a:pos x="0" y="12"/>
                </a:cxn>
                <a:cxn ang="0">
                  <a:pos x="4" y="21"/>
                </a:cxn>
                <a:cxn ang="0">
                  <a:pos x="5" y="21"/>
                </a:cxn>
                <a:cxn ang="0">
                  <a:pos x="10" y="31"/>
                </a:cxn>
                <a:cxn ang="0">
                  <a:pos x="24" y="14"/>
                </a:cxn>
                <a:cxn ang="0">
                  <a:pos x="19" y="4"/>
                </a:cxn>
                <a:cxn ang="0">
                  <a:pos x="15" y="2"/>
                </a:cxn>
                <a:cxn ang="0">
                  <a:pos x="12" y="12"/>
                </a:cxn>
                <a:cxn ang="0">
                  <a:pos x="12" y="12"/>
                </a:cxn>
                <a:cxn ang="0">
                  <a:pos x="12" y="12"/>
                </a:cxn>
                <a:cxn ang="0">
                  <a:pos x="15" y="2"/>
                </a:cxn>
                <a:cxn ang="0">
                  <a:pos x="9" y="0"/>
                </a:cxn>
              </a:cxnLst>
              <a:rect l="0" t="0" r="r" b="b"/>
              <a:pathLst>
                <a:path w="24" h="31">
                  <a:moveTo>
                    <a:pt x="9" y="0"/>
                  </a:moveTo>
                  <a:lnTo>
                    <a:pt x="0" y="12"/>
                  </a:lnTo>
                  <a:lnTo>
                    <a:pt x="4" y="21"/>
                  </a:lnTo>
                  <a:lnTo>
                    <a:pt x="5" y="21"/>
                  </a:lnTo>
                  <a:lnTo>
                    <a:pt x="10" y="31"/>
                  </a:lnTo>
                  <a:lnTo>
                    <a:pt x="24" y="14"/>
                  </a:lnTo>
                  <a:lnTo>
                    <a:pt x="19" y="4"/>
                  </a:lnTo>
                  <a:lnTo>
                    <a:pt x="15" y="2"/>
                  </a:lnTo>
                  <a:lnTo>
                    <a:pt x="12" y="12"/>
                  </a:lnTo>
                  <a:lnTo>
                    <a:pt x="12" y="12"/>
                  </a:lnTo>
                  <a:lnTo>
                    <a:pt x="12" y="12"/>
                  </a:lnTo>
                  <a:lnTo>
                    <a:pt x="15" y="2"/>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1" name="Freeform 1151"/>
            <p:cNvSpPr/>
            <p:nvPr/>
          </p:nvSpPr>
          <p:spPr bwMode="auto">
            <a:xfrm>
              <a:off x="3454" y="2497"/>
              <a:ext cx="24" cy="31"/>
            </a:xfrm>
            <a:custGeom>
              <a:avLst/>
              <a:gdLst/>
              <a:ahLst/>
              <a:cxnLst>
                <a:cxn ang="0">
                  <a:pos x="9" y="0"/>
                </a:cxn>
                <a:cxn ang="0">
                  <a:pos x="0" y="12"/>
                </a:cxn>
                <a:cxn ang="0">
                  <a:pos x="4" y="21"/>
                </a:cxn>
                <a:cxn ang="0">
                  <a:pos x="5" y="21"/>
                </a:cxn>
                <a:cxn ang="0">
                  <a:pos x="10" y="31"/>
                </a:cxn>
                <a:cxn ang="0">
                  <a:pos x="24" y="14"/>
                </a:cxn>
                <a:cxn ang="0">
                  <a:pos x="19" y="4"/>
                </a:cxn>
                <a:cxn ang="0">
                  <a:pos x="15" y="2"/>
                </a:cxn>
                <a:cxn ang="0">
                  <a:pos x="12" y="12"/>
                </a:cxn>
                <a:cxn ang="0">
                  <a:pos x="12" y="12"/>
                </a:cxn>
                <a:cxn ang="0">
                  <a:pos x="12" y="12"/>
                </a:cxn>
                <a:cxn ang="0">
                  <a:pos x="15" y="2"/>
                </a:cxn>
                <a:cxn ang="0">
                  <a:pos x="9" y="0"/>
                </a:cxn>
              </a:cxnLst>
              <a:rect l="0" t="0" r="r" b="b"/>
              <a:pathLst>
                <a:path w="24" h="31">
                  <a:moveTo>
                    <a:pt x="9" y="0"/>
                  </a:moveTo>
                  <a:lnTo>
                    <a:pt x="0" y="12"/>
                  </a:lnTo>
                  <a:lnTo>
                    <a:pt x="4" y="21"/>
                  </a:lnTo>
                  <a:lnTo>
                    <a:pt x="5" y="21"/>
                  </a:lnTo>
                  <a:lnTo>
                    <a:pt x="10" y="31"/>
                  </a:lnTo>
                  <a:lnTo>
                    <a:pt x="24" y="14"/>
                  </a:lnTo>
                  <a:lnTo>
                    <a:pt x="19" y="4"/>
                  </a:lnTo>
                  <a:lnTo>
                    <a:pt x="15" y="2"/>
                  </a:lnTo>
                  <a:lnTo>
                    <a:pt x="12" y="12"/>
                  </a:lnTo>
                  <a:lnTo>
                    <a:pt x="12" y="12"/>
                  </a:lnTo>
                  <a:lnTo>
                    <a:pt x="12" y="12"/>
                  </a:lnTo>
                  <a:lnTo>
                    <a:pt x="15" y="2"/>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2352" name="Freeform 1152"/>
            <p:cNvSpPr/>
            <p:nvPr/>
          </p:nvSpPr>
          <p:spPr bwMode="auto">
            <a:xfrm>
              <a:off x="3593" y="2738"/>
              <a:ext cx="7" cy="1"/>
            </a:xfrm>
            <a:custGeom>
              <a:avLst/>
              <a:gdLst/>
              <a:ahLst/>
              <a:cxnLst>
                <a:cxn ang="0">
                  <a:pos x="7" y="0"/>
                </a:cxn>
                <a:cxn ang="0">
                  <a:pos x="7" y="0"/>
                </a:cxn>
                <a:cxn ang="0">
                  <a:pos x="0" y="0"/>
                </a:cxn>
                <a:cxn ang="0">
                  <a:pos x="0" y="0"/>
                </a:cxn>
                <a:cxn ang="0">
                  <a:pos x="7" y="0"/>
                </a:cxn>
                <a:cxn ang="0">
                  <a:pos x="7" y="0"/>
                </a:cxn>
              </a:cxnLst>
              <a:rect l="0" t="0" r="r" b="b"/>
              <a:pathLst>
                <a:path w="7">
                  <a:moveTo>
                    <a:pt x="7" y="0"/>
                  </a:moveTo>
                  <a:lnTo>
                    <a:pt x="7" y="0"/>
                  </a:lnTo>
                  <a:lnTo>
                    <a:pt x="0" y="0"/>
                  </a:lnTo>
                  <a:lnTo>
                    <a:pt x="0" y="0"/>
                  </a:lnTo>
                  <a:lnTo>
                    <a:pt x="7"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3" name="Freeform 1153"/>
            <p:cNvSpPr/>
            <p:nvPr/>
          </p:nvSpPr>
          <p:spPr bwMode="auto">
            <a:xfrm>
              <a:off x="3593" y="2738"/>
              <a:ext cx="7" cy="1"/>
            </a:xfrm>
            <a:custGeom>
              <a:avLst/>
              <a:gdLst/>
              <a:ahLst/>
              <a:cxnLst>
                <a:cxn ang="0">
                  <a:pos x="7" y="0"/>
                </a:cxn>
                <a:cxn ang="0">
                  <a:pos x="7" y="0"/>
                </a:cxn>
                <a:cxn ang="0">
                  <a:pos x="0" y="0"/>
                </a:cxn>
                <a:cxn ang="0">
                  <a:pos x="0" y="0"/>
                </a:cxn>
                <a:cxn ang="0">
                  <a:pos x="7" y="0"/>
                </a:cxn>
                <a:cxn ang="0">
                  <a:pos x="7" y="0"/>
                </a:cxn>
              </a:cxnLst>
              <a:rect l="0" t="0" r="r" b="b"/>
              <a:pathLst>
                <a:path w="7">
                  <a:moveTo>
                    <a:pt x="7" y="0"/>
                  </a:moveTo>
                  <a:lnTo>
                    <a:pt x="7" y="0"/>
                  </a:lnTo>
                  <a:lnTo>
                    <a:pt x="0" y="0"/>
                  </a:lnTo>
                  <a:lnTo>
                    <a:pt x="0" y="0"/>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354" name="Freeform 1154"/>
            <p:cNvSpPr/>
            <p:nvPr/>
          </p:nvSpPr>
          <p:spPr bwMode="auto">
            <a:xfrm>
              <a:off x="3587" y="2738"/>
              <a:ext cx="6" cy="11"/>
            </a:xfrm>
            <a:custGeom>
              <a:avLst/>
              <a:gdLst/>
              <a:ahLst/>
              <a:cxnLst>
                <a:cxn ang="0">
                  <a:pos x="6" y="0"/>
                </a:cxn>
                <a:cxn ang="0">
                  <a:pos x="0" y="2"/>
                </a:cxn>
                <a:cxn ang="0">
                  <a:pos x="5" y="11"/>
                </a:cxn>
                <a:cxn ang="0">
                  <a:pos x="6" y="0"/>
                </a:cxn>
              </a:cxnLst>
              <a:rect l="0" t="0" r="r" b="b"/>
              <a:pathLst>
                <a:path w="6" h="11">
                  <a:moveTo>
                    <a:pt x="6" y="0"/>
                  </a:moveTo>
                  <a:lnTo>
                    <a:pt x="0" y="2"/>
                  </a:lnTo>
                  <a:lnTo>
                    <a:pt x="5" y="11"/>
                  </a:lnTo>
                  <a:lnTo>
                    <a:pt x="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5" name="Freeform 1155"/>
            <p:cNvSpPr/>
            <p:nvPr/>
          </p:nvSpPr>
          <p:spPr bwMode="auto">
            <a:xfrm>
              <a:off x="3587" y="2738"/>
              <a:ext cx="6" cy="11"/>
            </a:xfrm>
            <a:custGeom>
              <a:avLst/>
              <a:gdLst/>
              <a:ahLst/>
              <a:cxnLst>
                <a:cxn ang="0">
                  <a:pos x="6" y="0"/>
                </a:cxn>
                <a:cxn ang="0">
                  <a:pos x="0" y="2"/>
                </a:cxn>
                <a:cxn ang="0">
                  <a:pos x="5" y="11"/>
                </a:cxn>
                <a:cxn ang="0">
                  <a:pos x="6" y="0"/>
                </a:cxn>
              </a:cxnLst>
              <a:rect l="0" t="0" r="r" b="b"/>
              <a:pathLst>
                <a:path w="6" h="11">
                  <a:moveTo>
                    <a:pt x="6" y="0"/>
                  </a:moveTo>
                  <a:lnTo>
                    <a:pt x="0" y="2"/>
                  </a:lnTo>
                  <a:lnTo>
                    <a:pt x="5" y="11"/>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2356" name="Freeform 1156"/>
            <p:cNvSpPr/>
            <p:nvPr/>
          </p:nvSpPr>
          <p:spPr bwMode="auto">
            <a:xfrm>
              <a:off x="3590" y="2738"/>
              <a:ext cx="15" cy="22"/>
            </a:xfrm>
            <a:custGeom>
              <a:avLst/>
              <a:gdLst/>
              <a:ahLst/>
              <a:cxnLst>
                <a:cxn ang="0">
                  <a:pos x="10" y="0"/>
                </a:cxn>
                <a:cxn ang="0">
                  <a:pos x="3" y="0"/>
                </a:cxn>
                <a:cxn ang="0">
                  <a:pos x="2" y="11"/>
                </a:cxn>
                <a:cxn ang="0">
                  <a:pos x="2" y="11"/>
                </a:cxn>
                <a:cxn ang="0">
                  <a:pos x="0" y="22"/>
                </a:cxn>
                <a:cxn ang="0">
                  <a:pos x="13" y="19"/>
                </a:cxn>
                <a:cxn ang="0">
                  <a:pos x="15" y="19"/>
                </a:cxn>
                <a:cxn ang="0">
                  <a:pos x="15" y="19"/>
                </a:cxn>
                <a:cxn ang="0">
                  <a:pos x="10" y="0"/>
                </a:cxn>
              </a:cxnLst>
              <a:rect l="0" t="0" r="r" b="b"/>
              <a:pathLst>
                <a:path w="15" h="22">
                  <a:moveTo>
                    <a:pt x="10" y="0"/>
                  </a:moveTo>
                  <a:lnTo>
                    <a:pt x="3" y="0"/>
                  </a:lnTo>
                  <a:lnTo>
                    <a:pt x="2" y="11"/>
                  </a:lnTo>
                  <a:lnTo>
                    <a:pt x="2" y="11"/>
                  </a:lnTo>
                  <a:lnTo>
                    <a:pt x="0" y="22"/>
                  </a:lnTo>
                  <a:lnTo>
                    <a:pt x="13" y="19"/>
                  </a:lnTo>
                  <a:lnTo>
                    <a:pt x="15" y="19"/>
                  </a:lnTo>
                  <a:lnTo>
                    <a:pt x="15" y="19"/>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7" name="Freeform 1157"/>
            <p:cNvSpPr/>
            <p:nvPr/>
          </p:nvSpPr>
          <p:spPr bwMode="auto">
            <a:xfrm>
              <a:off x="3590" y="2738"/>
              <a:ext cx="15" cy="22"/>
            </a:xfrm>
            <a:custGeom>
              <a:avLst/>
              <a:gdLst/>
              <a:ahLst/>
              <a:cxnLst>
                <a:cxn ang="0">
                  <a:pos x="10" y="0"/>
                </a:cxn>
                <a:cxn ang="0">
                  <a:pos x="3" y="0"/>
                </a:cxn>
                <a:cxn ang="0">
                  <a:pos x="2" y="11"/>
                </a:cxn>
                <a:cxn ang="0">
                  <a:pos x="2" y="11"/>
                </a:cxn>
                <a:cxn ang="0">
                  <a:pos x="0" y="22"/>
                </a:cxn>
                <a:cxn ang="0">
                  <a:pos x="13" y="19"/>
                </a:cxn>
                <a:cxn ang="0">
                  <a:pos x="15" y="19"/>
                </a:cxn>
                <a:cxn ang="0">
                  <a:pos x="15" y="19"/>
                </a:cxn>
                <a:cxn ang="0">
                  <a:pos x="10" y="0"/>
                </a:cxn>
              </a:cxnLst>
              <a:rect l="0" t="0" r="r" b="b"/>
              <a:pathLst>
                <a:path w="15" h="22">
                  <a:moveTo>
                    <a:pt x="10" y="0"/>
                  </a:moveTo>
                  <a:lnTo>
                    <a:pt x="3" y="0"/>
                  </a:lnTo>
                  <a:lnTo>
                    <a:pt x="2" y="11"/>
                  </a:lnTo>
                  <a:lnTo>
                    <a:pt x="2" y="11"/>
                  </a:lnTo>
                  <a:lnTo>
                    <a:pt x="0" y="22"/>
                  </a:lnTo>
                  <a:lnTo>
                    <a:pt x="13" y="19"/>
                  </a:lnTo>
                  <a:lnTo>
                    <a:pt x="15" y="19"/>
                  </a:lnTo>
                  <a:lnTo>
                    <a:pt x="15" y="19"/>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358" name="Freeform 1158"/>
            <p:cNvSpPr/>
            <p:nvPr/>
          </p:nvSpPr>
          <p:spPr bwMode="auto">
            <a:xfrm>
              <a:off x="3600" y="2737"/>
              <a:ext cx="8" cy="1"/>
            </a:xfrm>
            <a:custGeom>
              <a:avLst/>
              <a:gdLst/>
              <a:ahLst/>
              <a:cxnLst>
                <a:cxn ang="0">
                  <a:pos x="8" y="0"/>
                </a:cxn>
                <a:cxn ang="0">
                  <a:pos x="0" y="1"/>
                </a:cxn>
                <a:cxn ang="0">
                  <a:pos x="2" y="1"/>
                </a:cxn>
                <a:cxn ang="0">
                  <a:pos x="5" y="0"/>
                </a:cxn>
                <a:cxn ang="0">
                  <a:pos x="8" y="0"/>
                </a:cxn>
                <a:cxn ang="0">
                  <a:pos x="8" y="0"/>
                </a:cxn>
              </a:cxnLst>
              <a:rect l="0" t="0" r="r" b="b"/>
              <a:pathLst>
                <a:path w="8" h="1">
                  <a:moveTo>
                    <a:pt x="8" y="0"/>
                  </a:moveTo>
                  <a:lnTo>
                    <a:pt x="0" y="1"/>
                  </a:lnTo>
                  <a:lnTo>
                    <a:pt x="2" y="1"/>
                  </a:lnTo>
                  <a:lnTo>
                    <a:pt x="5" y="0"/>
                  </a:lnTo>
                  <a:lnTo>
                    <a:pt x="8" y="0"/>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9" name="Freeform 1159"/>
            <p:cNvSpPr/>
            <p:nvPr/>
          </p:nvSpPr>
          <p:spPr bwMode="auto">
            <a:xfrm>
              <a:off x="3600" y="2737"/>
              <a:ext cx="8" cy="1"/>
            </a:xfrm>
            <a:custGeom>
              <a:avLst/>
              <a:gdLst/>
              <a:ahLst/>
              <a:cxnLst>
                <a:cxn ang="0">
                  <a:pos x="8" y="0"/>
                </a:cxn>
                <a:cxn ang="0">
                  <a:pos x="0" y="1"/>
                </a:cxn>
                <a:cxn ang="0">
                  <a:pos x="2" y="1"/>
                </a:cxn>
                <a:cxn ang="0">
                  <a:pos x="5" y="0"/>
                </a:cxn>
                <a:cxn ang="0">
                  <a:pos x="8" y="0"/>
                </a:cxn>
                <a:cxn ang="0">
                  <a:pos x="8" y="0"/>
                </a:cxn>
              </a:cxnLst>
              <a:rect l="0" t="0" r="r" b="b"/>
              <a:pathLst>
                <a:path w="8" h="1">
                  <a:moveTo>
                    <a:pt x="8" y="0"/>
                  </a:moveTo>
                  <a:lnTo>
                    <a:pt x="0" y="1"/>
                  </a:lnTo>
                  <a:lnTo>
                    <a:pt x="2" y="1"/>
                  </a:lnTo>
                  <a:lnTo>
                    <a:pt x="5" y="0"/>
                  </a:lnTo>
                  <a:lnTo>
                    <a:pt x="8" y="0"/>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2360" name="Freeform 1160"/>
            <p:cNvSpPr>
              <a:spLocks noEditPoints="1"/>
            </p:cNvSpPr>
            <p:nvPr/>
          </p:nvSpPr>
          <p:spPr bwMode="auto">
            <a:xfrm>
              <a:off x="3600" y="2737"/>
              <a:ext cx="13" cy="20"/>
            </a:xfrm>
            <a:custGeom>
              <a:avLst/>
              <a:gdLst/>
              <a:ahLst/>
              <a:cxnLst>
                <a:cxn ang="0">
                  <a:pos x="13" y="8"/>
                </a:cxn>
                <a:cxn ang="0">
                  <a:pos x="12" y="20"/>
                </a:cxn>
                <a:cxn ang="0">
                  <a:pos x="12" y="20"/>
                </a:cxn>
                <a:cxn ang="0">
                  <a:pos x="13" y="8"/>
                </a:cxn>
                <a:cxn ang="0">
                  <a:pos x="13" y="8"/>
                </a:cxn>
                <a:cxn ang="0">
                  <a:pos x="2" y="1"/>
                </a:cxn>
                <a:cxn ang="0">
                  <a:pos x="0" y="1"/>
                </a:cxn>
                <a:cxn ang="0">
                  <a:pos x="0" y="1"/>
                </a:cxn>
                <a:cxn ang="0">
                  <a:pos x="2" y="1"/>
                </a:cxn>
                <a:cxn ang="0">
                  <a:pos x="8" y="0"/>
                </a:cxn>
                <a:cxn ang="0">
                  <a:pos x="5" y="0"/>
                </a:cxn>
                <a:cxn ang="0">
                  <a:pos x="8" y="0"/>
                </a:cxn>
                <a:cxn ang="0">
                  <a:pos x="8" y="0"/>
                </a:cxn>
              </a:cxnLst>
              <a:rect l="0" t="0" r="r" b="b"/>
              <a:pathLst>
                <a:path w="13" h="20">
                  <a:moveTo>
                    <a:pt x="13" y="8"/>
                  </a:moveTo>
                  <a:lnTo>
                    <a:pt x="12" y="20"/>
                  </a:lnTo>
                  <a:lnTo>
                    <a:pt x="12" y="20"/>
                  </a:lnTo>
                  <a:lnTo>
                    <a:pt x="13" y="8"/>
                  </a:lnTo>
                  <a:lnTo>
                    <a:pt x="13" y="8"/>
                  </a:lnTo>
                  <a:close/>
                  <a:moveTo>
                    <a:pt x="2" y="1"/>
                  </a:moveTo>
                  <a:lnTo>
                    <a:pt x="0" y="1"/>
                  </a:lnTo>
                  <a:lnTo>
                    <a:pt x="0" y="1"/>
                  </a:lnTo>
                  <a:lnTo>
                    <a:pt x="2" y="1"/>
                  </a:lnTo>
                  <a:close/>
                  <a:moveTo>
                    <a:pt x="8" y="0"/>
                  </a:moveTo>
                  <a:lnTo>
                    <a:pt x="5" y="0"/>
                  </a:lnTo>
                  <a:lnTo>
                    <a:pt x="8" y="0"/>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61" name="Freeform 1161"/>
            <p:cNvSpPr/>
            <p:nvPr/>
          </p:nvSpPr>
          <p:spPr bwMode="auto">
            <a:xfrm>
              <a:off x="3612" y="2745"/>
              <a:ext cx="1" cy="12"/>
            </a:xfrm>
            <a:custGeom>
              <a:avLst/>
              <a:gdLst/>
              <a:ahLst/>
              <a:cxnLst>
                <a:cxn ang="0">
                  <a:pos x="1" y="0"/>
                </a:cxn>
                <a:cxn ang="0">
                  <a:pos x="0" y="12"/>
                </a:cxn>
                <a:cxn ang="0">
                  <a:pos x="0" y="12"/>
                </a:cxn>
                <a:cxn ang="0">
                  <a:pos x="1" y="0"/>
                </a:cxn>
                <a:cxn ang="0">
                  <a:pos x="1" y="0"/>
                </a:cxn>
              </a:cxnLst>
              <a:rect l="0" t="0" r="r" b="b"/>
              <a:pathLst>
                <a:path w="1" h="12">
                  <a:moveTo>
                    <a:pt x="1" y="0"/>
                  </a:moveTo>
                  <a:lnTo>
                    <a:pt x="0" y="12"/>
                  </a:lnTo>
                  <a:lnTo>
                    <a:pt x="0" y="12"/>
                  </a:lnTo>
                  <a:lnTo>
                    <a:pt x="1"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362" name="Freeform 1162"/>
            <p:cNvSpPr/>
            <p:nvPr/>
          </p:nvSpPr>
          <p:spPr bwMode="auto">
            <a:xfrm>
              <a:off x="3600" y="2738"/>
              <a:ext cx="2" cy="1"/>
            </a:xfrm>
            <a:custGeom>
              <a:avLst/>
              <a:gdLst/>
              <a:ahLst/>
              <a:cxnLst>
                <a:cxn ang="0">
                  <a:pos x="2" y="0"/>
                </a:cxn>
                <a:cxn ang="0">
                  <a:pos x="0" y="0"/>
                </a:cxn>
                <a:cxn ang="0">
                  <a:pos x="0" y="0"/>
                </a:cxn>
                <a:cxn ang="0">
                  <a:pos x="2" y="0"/>
                </a:cxn>
              </a:cxnLst>
              <a:rect l="0" t="0" r="r" b="b"/>
              <a:pathLst>
                <a:path w="2">
                  <a:moveTo>
                    <a:pt x="2" y="0"/>
                  </a:moveTo>
                  <a:lnTo>
                    <a:pt x="0" y="0"/>
                  </a:lnTo>
                  <a:lnTo>
                    <a:pt x="0"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63" name="Freeform 1163"/>
            <p:cNvSpPr/>
            <p:nvPr/>
          </p:nvSpPr>
          <p:spPr bwMode="auto">
            <a:xfrm>
              <a:off x="3605" y="2737"/>
              <a:ext cx="3" cy="1"/>
            </a:xfrm>
            <a:custGeom>
              <a:avLst/>
              <a:gdLst/>
              <a:ahLst/>
              <a:cxnLst>
                <a:cxn ang="0">
                  <a:pos x="3" y="0"/>
                </a:cxn>
                <a:cxn ang="0">
                  <a:pos x="0" y="0"/>
                </a:cxn>
                <a:cxn ang="0">
                  <a:pos x="3" y="0"/>
                </a:cxn>
                <a:cxn ang="0">
                  <a:pos x="3" y="0"/>
                </a:cxn>
              </a:cxnLst>
              <a:rect l="0" t="0" r="r" b="b"/>
              <a:pathLst>
                <a:path w="3">
                  <a:moveTo>
                    <a:pt x="3" y="0"/>
                  </a:moveTo>
                  <a:lnTo>
                    <a:pt x="0" y="0"/>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64" name="Freeform 1164"/>
            <p:cNvSpPr/>
            <p:nvPr/>
          </p:nvSpPr>
          <p:spPr bwMode="auto">
            <a:xfrm>
              <a:off x="3602" y="2737"/>
              <a:ext cx="3" cy="1"/>
            </a:xfrm>
            <a:custGeom>
              <a:avLst/>
              <a:gdLst/>
              <a:ahLst/>
              <a:cxnLst>
                <a:cxn ang="0">
                  <a:pos x="3" y="0"/>
                </a:cxn>
                <a:cxn ang="0">
                  <a:pos x="0" y="1"/>
                </a:cxn>
                <a:cxn ang="0">
                  <a:pos x="0" y="1"/>
                </a:cxn>
                <a:cxn ang="0">
                  <a:pos x="3" y="0"/>
                </a:cxn>
              </a:cxnLst>
              <a:rect l="0" t="0" r="r" b="b"/>
              <a:pathLst>
                <a:path w="3" h="1">
                  <a:moveTo>
                    <a:pt x="3" y="0"/>
                  </a:moveTo>
                  <a:lnTo>
                    <a:pt x="0" y="1"/>
                  </a:lnTo>
                  <a:lnTo>
                    <a:pt x="0"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65" name="Freeform 1165"/>
            <p:cNvSpPr/>
            <p:nvPr/>
          </p:nvSpPr>
          <p:spPr bwMode="auto">
            <a:xfrm>
              <a:off x="3602" y="2737"/>
              <a:ext cx="3" cy="1"/>
            </a:xfrm>
            <a:custGeom>
              <a:avLst/>
              <a:gdLst/>
              <a:ahLst/>
              <a:cxnLst>
                <a:cxn ang="0">
                  <a:pos x="3" y="0"/>
                </a:cxn>
                <a:cxn ang="0">
                  <a:pos x="0" y="1"/>
                </a:cxn>
                <a:cxn ang="0">
                  <a:pos x="0" y="1"/>
                </a:cxn>
                <a:cxn ang="0">
                  <a:pos x="3" y="0"/>
                </a:cxn>
              </a:cxnLst>
              <a:rect l="0" t="0" r="r" b="b"/>
              <a:pathLst>
                <a:path w="3" h="1">
                  <a:moveTo>
                    <a:pt x="3" y="0"/>
                  </a:moveTo>
                  <a:lnTo>
                    <a:pt x="0" y="1"/>
                  </a:lnTo>
                  <a:lnTo>
                    <a:pt x="0"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66" name="Freeform 1166"/>
            <p:cNvSpPr/>
            <p:nvPr/>
          </p:nvSpPr>
          <p:spPr bwMode="auto">
            <a:xfrm>
              <a:off x="3600" y="2737"/>
              <a:ext cx="13" cy="20"/>
            </a:xfrm>
            <a:custGeom>
              <a:avLst/>
              <a:gdLst/>
              <a:ahLst/>
              <a:cxnLst>
                <a:cxn ang="0">
                  <a:pos x="8" y="0"/>
                </a:cxn>
                <a:cxn ang="0">
                  <a:pos x="5" y="0"/>
                </a:cxn>
                <a:cxn ang="0">
                  <a:pos x="2" y="1"/>
                </a:cxn>
                <a:cxn ang="0">
                  <a:pos x="2" y="1"/>
                </a:cxn>
                <a:cxn ang="0">
                  <a:pos x="0" y="1"/>
                </a:cxn>
                <a:cxn ang="0">
                  <a:pos x="5" y="20"/>
                </a:cxn>
                <a:cxn ang="0">
                  <a:pos x="5" y="20"/>
                </a:cxn>
                <a:cxn ang="0">
                  <a:pos x="12" y="20"/>
                </a:cxn>
                <a:cxn ang="0">
                  <a:pos x="13" y="8"/>
                </a:cxn>
                <a:cxn ang="0">
                  <a:pos x="8" y="0"/>
                </a:cxn>
              </a:cxnLst>
              <a:rect l="0" t="0" r="r" b="b"/>
              <a:pathLst>
                <a:path w="13" h="20">
                  <a:moveTo>
                    <a:pt x="8" y="0"/>
                  </a:moveTo>
                  <a:lnTo>
                    <a:pt x="5" y="0"/>
                  </a:lnTo>
                  <a:lnTo>
                    <a:pt x="2" y="1"/>
                  </a:lnTo>
                  <a:lnTo>
                    <a:pt x="2" y="1"/>
                  </a:lnTo>
                  <a:lnTo>
                    <a:pt x="0" y="1"/>
                  </a:lnTo>
                  <a:lnTo>
                    <a:pt x="5" y="20"/>
                  </a:lnTo>
                  <a:lnTo>
                    <a:pt x="5" y="20"/>
                  </a:lnTo>
                  <a:lnTo>
                    <a:pt x="12" y="20"/>
                  </a:lnTo>
                  <a:lnTo>
                    <a:pt x="13" y="8"/>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67" name="Freeform 1167"/>
            <p:cNvSpPr/>
            <p:nvPr/>
          </p:nvSpPr>
          <p:spPr bwMode="auto">
            <a:xfrm>
              <a:off x="3600" y="2737"/>
              <a:ext cx="13" cy="20"/>
            </a:xfrm>
            <a:custGeom>
              <a:avLst/>
              <a:gdLst/>
              <a:ahLst/>
              <a:cxnLst>
                <a:cxn ang="0">
                  <a:pos x="8" y="0"/>
                </a:cxn>
                <a:cxn ang="0">
                  <a:pos x="5" y="0"/>
                </a:cxn>
                <a:cxn ang="0">
                  <a:pos x="2" y="1"/>
                </a:cxn>
                <a:cxn ang="0">
                  <a:pos x="2" y="1"/>
                </a:cxn>
                <a:cxn ang="0">
                  <a:pos x="0" y="1"/>
                </a:cxn>
                <a:cxn ang="0">
                  <a:pos x="5" y="20"/>
                </a:cxn>
                <a:cxn ang="0">
                  <a:pos x="5" y="20"/>
                </a:cxn>
                <a:cxn ang="0">
                  <a:pos x="12" y="20"/>
                </a:cxn>
                <a:cxn ang="0">
                  <a:pos x="13" y="8"/>
                </a:cxn>
                <a:cxn ang="0">
                  <a:pos x="8" y="0"/>
                </a:cxn>
              </a:cxnLst>
              <a:rect l="0" t="0" r="r" b="b"/>
              <a:pathLst>
                <a:path w="13" h="20">
                  <a:moveTo>
                    <a:pt x="8" y="0"/>
                  </a:moveTo>
                  <a:lnTo>
                    <a:pt x="5" y="0"/>
                  </a:lnTo>
                  <a:lnTo>
                    <a:pt x="2" y="1"/>
                  </a:lnTo>
                  <a:lnTo>
                    <a:pt x="2" y="1"/>
                  </a:lnTo>
                  <a:lnTo>
                    <a:pt x="0" y="1"/>
                  </a:lnTo>
                  <a:lnTo>
                    <a:pt x="5" y="20"/>
                  </a:lnTo>
                  <a:lnTo>
                    <a:pt x="5" y="20"/>
                  </a:lnTo>
                  <a:lnTo>
                    <a:pt x="12" y="20"/>
                  </a:lnTo>
                  <a:lnTo>
                    <a:pt x="13" y="8"/>
                  </a:lnTo>
                  <a:lnTo>
                    <a:pt x="8" y="0"/>
                  </a:lnTo>
                </a:path>
              </a:pathLst>
            </a:custGeom>
            <a:noFill/>
            <a:ln w="9525">
              <a:noFill/>
              <a:round/>
            </a:ln>
          </p:spPr>
          <p:txBody>
            <a:bodyPr vert="horz" wrap="square" lIns="82938" tIns="41469" rIns="82938" bIns="41469" numCol="1" anchor="t" anchorCtr="0" compatLnSpc="1"/>
            <a:lstStyle/>
            <a:p>
              <a:endParaRPr lang="en-GB" sz="1815"/>
            </a:p>
          </p:txBody>
        </p:sp>
      </p:grpSp>
      <p:sp>
        <p:nvSpPr>
          <p:cNvPr id="1171" name="Freeform 1170"/>
          <p:cNvSpPr/>
          <p:nvPr/>
        </p:nvSpPr>
        <p:spPr bwMode="ltGray">
          <a:xfrm>
            <a:off x="4164892" y="2769842"/>
            <a:ext cx="3481864" cy="3317551"/>
          </a:xfrm>
          <a:custGeom>
            <a:avLst/>
            <a:gdLst>
              <a:gd name="connsiteX0" fmla="*/ 836762 w 3838755"/>
              <a:gd name="connsiteY0" fmla="*/ 0 h 3657600"/>
              <a:gd name="connsiteX1" fmla="*/ 2027207 w 3838755"/>
              <a:gd name="connsiteY1" fmla="*/ 759124 h 3657600"/>
              <a:gd name="connsiteX2" fmla="*/ 2812211 w 3838755"/>
              <a:gd name="connsiteY2" fmla="*/ 457200 h 3657600"/>
              <a:gd name="connsiteX3" fmla="*/ 3838755 w 3838755"/>
              <a:gd name="connsiteY3" fmla="*/ 1095555 h 3657600"/>
              <a:gd name="connsiteX4" fmla="*/ 3079630 w 3838755"/>
              <a:gd name="connsiteY4" fmla="*/ 2027207 h 3657600"/>
              <a:gd name="connsiteX5" fmla="*/ 2812211 w 3838755"/>
              <a:gd name="connsiteY5" fmla="*/ 3657600 h 3657600"/>
              <a:gd name="connsiteX6" fmla="*/ 1587260 w 3838755"/>
              <a:gd name="connsiteY6" fmla="*/ 2570672 h 3657600"/>
              <a:gd name="connsiteX7" fmla="*/ 0 w 3838755"/>
              <a:gd name="connsiteY7" fmla="*/ 2613804 h 3657600"/>
              <a:gd name="connsiteX8" fmla="*/ 1371600 w 3838755"/>
              <a:gd name="connsiteY8" fmla="*/ 1302589 h 3657600"/>
              <a:gd name="connsiteX9" fmla="*/ 836762 w 3838755"/>
              <a:gd name="connsiteY9" fmla="*/ 0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38755" h="3657600">
                <a:moveTo>
                  <a:pt x="836762" y="0"/>
                </a:moveTo>
                <a:lnTo>
                  <a:pt x="2027207" y="759124"/>
                </a:lnTo>
                <a:lnTo>
                  <a:pt x="2812211" y="457200"/>
                </a:lnTo>
                <a:lnTo>
                  <a:pt x="3838755" y="1095555"/>
                </a:lnTo>
                <a:lnTo>
                  <a:pt x="3079630" y="2027207"/>
                </a:lnTo>
                <a:lnTo>
                  <a:pt x="2812211" y="3657600"/>
                </a:lnTo>
                <a:lnTo>
                  <a:pt x="1587260" y="2570672"/>
                </a:lnTo>
                <a:lnTo>
                  <a:pt x="0" y="2613804"/>
                </a:lnTo>
                <a:lnTo>
                  <a:pt x="1371600" y="1302589"/>
                </a:lnTo>
                <a:lnTo>
                  <a:pt x="836762" y="0"/>
                </a:lnTo>
                <a:close/>
              </a:path>
            </a:pathLst>
          </a:custGeom>
          <a:solidFill>
            <a:srgbClr val="1450B8">
              <a:alpha val="6000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172" name="Freeform 1171"/>
          <p:cNvSpPr/>
          <p:nvPr/>
        </p:nvSpPr>
        <p:spPr bwMode="ltGray">
          <a:xfrm rot="9322978">
            <a:off x="4540411" y="1908150"/>
            <a:ext cx="3277675" cy="3761341"/>
          </a:xfrm>
          <a:custGeom>
            <a:avLst/>
            <a:gdLst>
              <a:gd name="connsiteX0" fmla="*/ 836762 w 3838755"/>
              <a:gd name="connsiteY0" fmla="*/ 0 h 3657600"/>
              <a:gd name="connsiteX1" fmla="*/ 2027207 w 3838755"/>
              <a:gd name="connsiteY1" fmla="*/ 759124 h 3657600"/>
              <a:gd name="connsiteX2" fmla="*/ 2812211 w 3838755"/>
              <a:gd name="connsiteY2" fmla="*/ 457200 h 3657600"/>
              <a:gd name="connsiteX3" fmla="*/ 3838755 w 3838755"/>
              <a:gd name="connsiteY3" fmla="*/ 1095555 h 3657600"/>
              <a:gd name="connsiteX4" fmla="*/ 3079630 w 3838755"/>
              <a:gd name="connsiteY4" fmla="*/ 2027207 h 3657600"/>
              <a:gd name="connsiteX5" fmla="*/ 2812211 w 3838755"/>
              <a:gd name="connsiteY5" fmla="*/ 3657600 h 3657600"/>
              <a:gd name="connsiteX6" fmla="*/ 1587260 w 3838755"/>
              <a:gd name="connsiteY6" fmla="*/ 2570672 h 3657600"/>
              <a:gd name="connsiteX7" fmla="*/ 0 w 3838755"/>
              <a:gd name="connsiteY7" fmla="*/ 2613804 h 3657600"/>
              <a:gd name="connsiteX8" fmla="*/ 1371600 w 3838755"/>
              <a:gd name="connsiteY8" fmla="*/ 1302589 h 3657600"/>
              <a:gd name="connsiteX9" fmla="*/ 836762 w 3838755"/>
              <a:gd name="connsiteY9" fmla="*/ 0 h 3657600"/>
              <a:gd name="connsiteX0-1" fmla="*/ 836762 w 3838755"/>
              <a:gd name="connsiteY0-2" fmla="*/ 0 h 3871112"/>
              <a:gd name="connsiteX1-3" fmla="*/ 2027207 w 3838755"/>
              <a:gd name="connsiteY1-4" fmla="*/ 759124 h 3871112"/>
              <a:gd name="connsiteX2-5" fmla="*/ 2812211 w 3838755"/>
              <a:gd name="connsiteY2-6" fmla="*/ 457200 h 3871112"/>
              <a:gd name="connsiteX3-7" fmla="*/ 3838755 w 3838755"/>
              <a:gd name="connsiteY3-8" fmla="*/ 1095555 h 3871112"/>
              <a:gd name="connsiteX4-9" fmla="*/ 3079630 w 3838755"/>
              <a:gd name="connsiteY4-10" fmla="*/ 2027207 h 3871112"/>
              <a:gd name="connsiteX5-11" fmla="*/ 2733300 w 3838755"/>
              <a:gd name="connsiteY5-12" fmla="*/ 3871112 h 3871112"/>
              <a:gd name="connsiteX6-13" fmla="*/ 1587260 w 3838755"/>
              <a:gd name="connsiteY6-14" fmla="*/ 2570672 h 3871112"/>
              <a:gd name="connsiteX7-15" fmla="*/ 0 w 3838755"/>
              <a:gd name="connsiteY7-16" fmla="*/ 2613804 h 3871112"/>
              <a:gd name="connsiteX8-17" fmla="*/ 1371600 w 3838755"/>
              <a:gd name="connsiteY8-18" fmla="*/ 1302589 h 3871112"/>
              <a:gd name="connsiteX9-19" fmla="*/ 836762 w 3838755"/>
              <a:gd name="connsiteY9-20" fmla="*/ 0 h 3871112"/>
              <a:gd name="connsiteX0-21" fmla="*/ 836762 w 3838755"/>
              <a:gd name="connsiteY0-22" fmla="*/ 0 h 3871112"/>
              <a:gd name="connsiteX1-23" fmla="*/ 2027207 w 3838755"/>
              <a:gd name="connsiteY1-24" fmla="*/ 759124 h 3871112"/>
              <a:gd name="connsiteX2-25" fmla="*/ 2812211 w 3838755"/>
              <a:gd name="connsiteY2-26" fmla="*/ 457200 h 3871112"/>
              <a:gd name="connsiteX3-27" fmla="*/ 3838755 w 3838755"/>
              <a:gd name="connsiteY3-28" fmla="*/ 1095555 h 3871112"/>
              <a:gd name="connsiteX4-29" fmla="*/ 3079630 w 3838755"/>
              <a:gd name="connsiteY4-30" fmla="*/ 2027207 h 3871112"/>
              <a:gd name="connsiteX5-31" fmla="*/ 2733300 w 3838755"/>
              <a:gd name="connsiteY5-32" fmla="*/ 3871112 h 3871112"/>
              <a:gd name="connsiteX6-33" fmla="*/ 1613714 w 3838755"/>
              <a:gd name="connsiteY6-34" fmla="*/ 2720757 h 3871112"/>
              <a:gd name="connsiteX7-35" fmla="*/ 0 w 3838755"/>
              <a:gd name="connsiteY7-36" fmla="*/ 2613804 h 3871112"/>
              <a:gd name="connsiteX8-37" fmla="*/ 1371600 w 3838755"/>
              <a:gd name="connsiteY8-38" fmla="*/ 1302589 h 3871112"/>
              <a:gd name="connsiteX9-39" fmla="*/ 836762 w 3838755"/>
              <a:gd name="connsiteY9-40" fmla="*/ 0 h 3871112"/>
              <a:gd name="connsiteX0-41" fmla="*/ 836762 w 3838755"/>
              <a:gd name="connsiteY0-42" fmla="*/ 0 h 3871112"/>
              <a:gd name="connsiteX1-43" fmla="*/ 2027207 w 3838755"/>
              <a:gd name="connsiteY1-44" fmla="*/ 759124 h 3871112"/>
              <a:gd name="connsiteX2-45" fmla="*/ 2812211 w 3838755"/>
              <a:gd name="connsiteY2-46" fmla="*/ 457200 h 3871112"/>
              <a:gd name="connsiteX3-47" fmla="*/ 3838755 w 3838755"/>
              <a:gd name="connsiteY3-48" fmla="*/ 1095555 h 3871112"/>
              <a:gd name="connsiteX4-49" fmla="*/ 3112366 w 3838755"/>
              <a:gd name="connsiteY4-50" fmla="*/ 2296843 h 3871112"/>
              <a:gd name="connsiteX5-51" fmla="*/ 2733300 w 3838755"/>
              <a:gd name="connsiteY5-52" fmla="*/ 3871112 h 3871112"/>
              <a:gd name="connsiteX6-53" fmla="*/ 1613714 w 3838755"/>
              <a:gd name="connsiteY6-54" fmla="*/ 2720757 h 3871112"/>
              <a:gd name="connsiteX7-55" fmla="*/ 0 w 3838755"/>
              <a:gd name="connsiteY7-56" fmla="*/ 2613804 h 3871112"/>
              <a:gd name="connsiteX8-57" fmla="*/ 1371600 w 3838755"/>
              <a:gd name="connsiteY8-58" fmla="*/ 1302589 h 3871112"/>
              <a:gd name="connsiteX9-59" fmla="*/ 836762 w 3838755"/>
              <a:gd name="connsiteY9-60" fmla="*/ 0 h 3871112"/>
              <a:gd name="connsiteX0-61" fmla="*/ 836762 w 3613637"/>
              <a:gd name="connsiteY0-62" fmla="*/ 0 h 3871112"/>
              <a:gd name="connsiteX1-63" fmla="*/ 2027207 w 3613637"/>
              <a:gd name="connsiteY1-64" fmla="*/ 759124 h 3871112"/>
              <a:gd name="connsiteX2-65" fmla="*/ 2812211 w 3613637"/>
              <a:gd name="connsiteY2-66" fmla="*/ 457200 h 3871112"/>
              <a:gd name="connsiteX3-67" fmla="*/ 3613637 w 3613637"/>
              <a:gd name="connsiteY3-68" fmla="*/ 1412442 h 3871112"/>
              <a:gd name="connsiteX4-69" fmla="*/ 3112366 w 3613637"/>
              <a:gd name="connsiteY4-70" fmla="*/ 2296843 h 3871112"/>
              <a:gd name="connsiteX5-71" fmla="*/ 2733300 w 3613637"/>
              <a:gd name="connsiteY5-72" fmla="*/ 3871112 h 3871112"/>
              <a:gd name="connsiteX6-73" fmla="*/ 1613714 w 3613637"/>
              <a:gd name="connsiteY6-74" fmla="*/ 2720757 h 3871112"/>
              <a:gd name="connsiteX7-75" fmla="*/ 0 w 3613637"/>
              <a:gd name="connsiteY7-76" fmla="*/ 2613804 h 3871112"/>
              <a:gd name="connsiteX8-77" fmla="*/ 1371600 w 3613637"/>
              <a:gd name="connsiteY8-78" fmla="*/ 1302589 h 3871112"/>
              <a:gd name="connsiteX9-79" fmla="*/ 836762 w 3613637"/>
              <a:gd name="connsiteY9-80" fmla="*/ 0 h 3871112"/>
              <a:gd name="connsiteX0-81" fmla="*/ 836762 w 3613637"/>
              <a:gd name="connsiteY0-82" fmla="*/ 0 h 3871112"/>
              <a:gd name="connsiteX1-83" fmla="*/ 2027207 w 3613637"/>
              <a:gd name="connsiteY1-84" fmla="*/ 759124 h 3871112"/>
              <a:gd name="connsiteX2-85" fmla="*/ 2550314 w 3613637"/>
              <a:gd name="connsiteY2-86" fmla="*/ 1164463 h 3871112"/>
              <a:gd name="connsiteX3-87" fmla="*/ 3613637 w 3613637"/>
              <a:gd name="connsiteY3-88" fmla="*/ 1412442 h 3871112"/>
              <a:gd name="connsiteX4-89" fmla="*/ 3112366 w 3613637"/>
              <a:gd name="connsiteY4-90" fmla="*/ 2296843 h 3871112"/>
              <a:gd name="connsiteX5-91" fmla="*/ 2733300 w 3613637"/>
              <a:gd name="connsiteY5-92" fmla="*/ 3871112 h 3871112"/>
              <a:gd name="connsiteX6-93" fmla="*/ 1613714 w 3613637"/>
              <a:gd name="connsiteY6-94" fmla="*/ 2720757 h 3871112"/>
              <a:gd name="connsiteX7-95" fmla="*/ 0 w 3613637"/>
              <a:gd name="connsiteY7-96" fmla="*/ 2613804 h 3871112"/>
              <a:gd name="connsiteX8-97" fmla="*/ 1371600 w 3613637"/>
              <a:gd name="connsiteY8-98" fmla="*/ 1302589 h 3871112"/>
              <a:gd name="connsiteX9-99" fmla="*/ 836762 w 3613637"/>
              <a:gd name="connsiteY9-100" fmla="*/ 0 h 3871112"/>
              <a:gd name="connsiteX0-101" fmla="*/ 836762 w 3613637"/>
              <a:gd name="connsiteY0-102" fmla="*/ 178526 h 4049638"/>
              <a:gd name="connsiteX1-103" fmla="*/ 2248906 w 3613637"/>
              <a:gd name="connsiteY1-104" fmla="*/ 0 h 4049638"/>
              <a:gd name="connsiteX2-105" fmla="*/ 2550314 w 3613637"/>
              <a:gd name="connsiteY2-106" fmla="*/ 1342989 h 4049638"/>
              <a:gd name="connsiteX3-107" fmla="*/ 3613637 w 3613637"/>
              <a:gd name="connsiteY3-108" fmla="*/ 1590968 h 4049638"/>
              <a:gd name="connsiteX4-109" fmla="*/ 3112366 w 3613637"/>
              <a:gd name="connsiteY4-110" fmla="*/ 2475369 h 4049638"/>
              <a:gd name="connsiteX5-111" fmla="*/ 2733300 w 3613637"/>
              <a:gd name="connsiteY5-112" fmla="*/ 4049638 h 4049638"/>
              <a:gd name="connsiteX6-113" fmla="*/ 1613714 w 3613637"/>
              <a:gd name="connsiteY6-114" fmla="*/ 2899283 h 4049638"/>
              <a:gd name="connsiteX7-115" fmla="*/ 0 w 3613637"/>
              <a:gd name="connsiteY7-116" fmla="*/ 2792330 h 4049638"/>
              <a:gd name="connsiteX8-117" fmla="*/ 1371600 w 3613637"/>
              <a:gd name="connsiteY8-118" fmla="*/ 1481115 h 4049638"/>
              <a:gd name="connsiteX9-119" fmla="*/ 836762 w 3613637"/>
              <a:gd name="connsiteY9-120" fmla="*/ 178526 h 4049638"/>
              <a:gd name="connsiteX0-121" fmla="*/ 763784 w 3613637"/>
              <a:gd name="connsiteY0-122" fmla="*/ 0 h 4146879"/>
              <a:gd name="connsiteX1-123" fmla="*/ 2248906 w 3613637"/>
              <a:gd name="connsiteY1-124" fmla="*/ 97241 h 4146879"/>
              <a:gd name="connsiteX2-125" fmla="*/ 2550314 w 3613637"/>
              <a:gd name="connsiteY2-126" fmla="*/ 1440230 h 4146879"/>
              <a:gd name="connsiteX3-127" fmla="*/ 3613637 w 3613637"/>
              <a:gd name="connsiteY3-128" fmla="*/ 1688209 h 4146879"/>
              <a:gd name="connsiteX4-129" fmla="*/ 3112366 w 3613637"/>
              <a:gd name="connsiteY4-130" fmla="*/ 2572610 h 4146879"/>
              <a:gd name="connsiteX5-131" fmla="*/ 2733300 w 3613637"/>
              <a:gd name="connsiteY5-132" fmla="*/ 4146879 h 4146879"/>
              <a:gd name="connsiteX6-133" fmla="*/ 1613714 w 3613637"/>
              <a:gd name="connsiteY6-134" fmla="*/ 2996524 h 4146879"/>
              <a:gd name="connsiteX7-135" fmla="*/ 0 w 3613637"/>
              <a:gd name="connsiteY7-136" fmla="*/ 2889571 h 4146879"/>
              <a:gd name="connsiteX8-137" fmla="*/ 1371600 w 3613637"/>
              <a:gd name="connsiteY8-138" fmla="*/ 1578356 h 4146879"/>
              <a:gd name="connsiteX9-139" fmla="*/ 763784 w 3613637"/>
              <a:gd name="connsiteY9-140" fmla="*/ 0 h 41468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3613637" h="4146879">
                <a:moveTo>
                  <a:pt x="763784" y="0"/>
                </a:moveTo>
                <a:lnTo>
                  <a:pt x="2248906" y="97241"/>
                </a:lnTo>
                <a:lnTo>
                  <a:pt x="2550314" y="1440230"/>
                </a:lnTo>
                <a:lnTo>
                  <a:pt x="3613637" y="1688209"/>
                </a:lnTo>
                <a:lnTo>
                  <a:pt x="3112366" y="2572610"/>
                </a:lnTo>
                <a:lnTo>
                  <a:pt x="2733300" y="4146879"/>
                </a:lnTo>
                <a:lnTo>
                  <a:pt x="1613714" y="2996524"/>
                </a:lnTo>
                <a:lnTo>
                  <a:pt x="0" y="2889571"/>
                </a:lnTo>
                <a:lnTo>
                  <a:pt x="1371600" y="1578356"/>
                </a:lnTo>
                <a:lnTo>
                  <a:pt x="763784" y="0"/>
                </a:lnTo>
                <a:close/>
              </a:path>
            </a:pathLst>
          </a:custGeom>
          <a:solidFill>
            <a:srgbClr val="0C306E">
              <a:alpha val="6000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173" name="Freeform 1172"/>
          <p:cNvSpPr/>
          <p:nvPr/>
        </p:nvSpPr>
        <p:spPr bwMode="ltGray">
          <a:xfrm rot="12051281">
            <a:off x="4555630" y="2126493"/>
            <a:ext cx="3465432" cy="2918748"/>
          </a:xfrm>
          <a:custGeom>
            <a:avLst/>
            <a:gdLst>
              <a:gd name="connsiteX0" fmla="*/ 836762 w 3838755"/>
              <a:gd name="connsiteY0" fmla="*/ 0 h 3657600"/>
              <a:gd name="connsiteX1" fmla="*/ 2027207 w 3838755"/>
              <a:gd name="connsiteY1" fmla="*/ 759124 h 3657600"/>
              <a:gd name="connsiteX2" fmla="*/ 2812211 w 3838755"/>
              <a:gd name="connsiteY2" fmla="*/ 457200 h 3657600"/>
              <a:gd name="connsiteX3" fmla="*/ 3838755 w 3838755"/>
              <a:gd name="connsiteY3" fmla="*/ 1095555 h 3657600"/>
              <a:gd name="connsiteX4" fmla="*/ 3079630 w 3838755"/>
              <a:gd name="connsiteY4" fmla="*/ 2027207 h 3657600"/>
              <a:gd name="connsiteX5" fmla="*/ 2812211 w 3838755"/>
              <a:gd name="connsiteY5" fmla="*/ 3657600 h 3657600"/>
              <a:gd name="connsiteX6" fmla="*/ 1587260 w 3838755"/>
              <a:gd name="connsiteY6" fmla="*/ 2570672 h 3657600"/>
              <a:gd name="connsiteX7" fmla="*/ 0 w 3838755"/>
              <a:gd name="connsiteY7" fmla="*/ 2613804 h 3657600"/>
              <a:gd name="connsiteX8" fmla="*/ 1371600 w 3838755"/>
              <a:gd name="connsiteY8" fmla="*/ 1302589 h 3657600"/>
              <a:gd name="connsiteX9" fmla="*/ 836762 w 3838755"/>
              <a:gd name="connsiteY9" fmla="*/ 0 h 3657600"/>
              <a:gd name="connsiteX0-1" fmla="*/ 836762 w 3838755"/>
              <a:gd name="connsiteY0-2" fmla="*/ 0 h 3653784"/>
              <a:gd name="connsiteX1-3" fmla="*/ 2027207 w 3838755"/>
              <a:gd name="connsiteY1-4" fmla="*/ 759124 h 3653784"/>
              <a:gd name="connsiteX2-5" fmla="*/ 2812211 w 3838755"/>
              <a:gd name="connsiteY2-6" fmla="*/ 457200 h 3653784"/>
              <a:gd name="connsiteX3-7" fmla="*/ 3838755 w 3838755"/>
              <a:gd name="connsiteY3-8" fmla="*/ 1095555 h 3653784"/>
              <a:gd name="connsiteX4-9" fmla="*/ 3079630 w 3838755"/>
              <a:gd name="connsiteY4-10" fmla="*/ 2027207 h 3653784"/>
              <a:gd name="connsiteX5-11" fmla="*/ 2845653 w 3838755"/>
              <a:gd name="connsiteY5-12" fmla="*/ 3653784 h 3653784"/>
              <a:gd name="connsiteX6-13" fmla="*/ 1587260 w 3838755"/>
              <a:gd name="connsiteY6-14" fmla="*/ 2570672 h 3653784"/>
              <a:gd name="connsiteX7-15" fmla="*/ 0 w 3838755"/>
              <a:gd name="connsiteY7-16" fmla="*/ 2613804 h 3653784"/>
              <a:gd name="connsiteX8-17" fmla="*/ 1371600 w 3838755"/>
              <a:gd name="connsiteY8-18" fmla="*/ 1302589 h 3653784"/>
              <a:gd name="connsiteX9-19" fmla="*/ 836762 w 3838755"/>
              <a:gd name="connsiteY9-20" fmla="*/ 0 h 3653784"/>
              <a:gd name="connsiteX0-21" fmla="*/ 836762 w 3838755"/>
              <a:gd name="connsiteY0-22" fmla="*/ 0 h 3653784"/>
              <a:gd name="connsiteX1-23" fmla="*/ 2027207 w 3838755"/>
              <a:gd name="connsiteY1-24" fmla="*/ 759124 h 3653784"/>
              <a:gd name="connsiteX2-25" fmla="*/ 2812211 w 3838755"/>
              <a:gd name="connsiteY2-26" fmla="*/ 457200 h 3653784"/>
              <a:gd name="connsiteX3-27" fmla="*/ 3838755 w 3838755"/>
              <a:gd name="connsiteY3-28" fmla="*/ 1095555 h 3653784"/>
              <a:gd name="connsiteX4-29" fmla="*/ 3079630 w 3838755"/>
              <a:gd name="connsiteY4-30" fmla="*/ 2027207 h 3653784"/>
              <a:gd name="connsiteX5-31" fmla="*/ 2845653 w 3838755"/>
              <a:gd name="connsiteY5-32" fmla="*/ 3653784 h 3653784"/>
              <a:gd name="connsiteX6-33" fmla="*/ 1572383 w 3838755"/>
              <a:gd name="connsiteY6-34" fmla="*/ 2665990 h 3653784"/>
              <a:gd name="connsiteX7-35" fmla="*/ 0 w 3838755"/>
              <a:gd name="connsiteY7-36" fmla="*/ 2613804 h 3653784"/>
              <a:gd name="connsiteX8-37" fmla="*/ 1371600 w 3838755"/>
              <a:gd name="connsiteY8-38" fmla="*/ 1302589 h 3653784"/>
              <a:gd name="connsiteX9-39" fmla="*/ 836762 w 3838755"/>
              <a:gd name="connsiteY9-40" fmla="*/ 0 h 3653784"/>
              <a:gd name="connsiteX0-41" fmla="*/ 870090 w 3872083"/>
              <a:gd name="connsiteY0-42" fmla="*/ 0 h 3653784"/>
              <a:gd name="connsiteX1-43" fmla="*/ 2060535 w 3872083"/>
              <a:gd name="connsiteY1-44" fmla="*/ 759124 h 3653784"/>
              <a:gd name="connsiteX2-45" fmla="*/ 2845539 w 3872083"/>
              <a:gd name="connsiteY2-46" fmla="*/ 457200 h 3653784"/>
              <a:gd name="connsiteX3-47" fmla="*/ 3872083 w 3872083"/>
              <a:gd name="connsiteY3-48" fmla="*/ 1095555 h 3653784"/>
              <a:gd name="connsiteX4-49" fmla="*/ 3112958 w 3872083"/>
              <a:gd name="connsiteY4-50" fmla="*/ 2027207 h 3653784"/>
              <a:gd name="connsiteX5-51" fmla="*/ 2878981 w 3872083"/>
              <a:gd name="connsiteY5-52" fmla="*/ 3653784 h 3653784"/>
              <a:gd name="connsiteX6-53" fmla="*/ 1605711 w 3872083"/>
              <a:gd name="connsiteY6-54" fmla="*/ 2665990 h 3653784"/>
              <a:gd name="connsiteX7-55" fmla="*/ 0 w 3872083"/>
              <a:gd name="connsiteY7-56" fmla="*/ 2669528 h 3653784"/>
              <a:gd name="connsiteX8-57" fmla="*/ 1404928 w 3872083"/>
              <a:gd name="connsiteY8-58" fmla="*/ 1302589 h 3653784"/>
              <a:gd name="connsiteX9-59" fmla="*/ 870090 w 3872083"/>
              <a:gd name="connsiteY9-60" fmla="*/ 0 h 3653784"/>
              <a:gd name="connsiteX0-61" fmla="*/ 870090 w 3820639"/>
              <a:gd name="connsiteY0-62" fmla="*/ 0 h 3653784"/>
              <a:gd name="connsiteX1-63" fmla="*/ 2060535 w 3820639"/>
              <a:gd name="connsiteY1-64" fmla="*/ 759124 h 3653784"/>
              <a:gd name="connsiteX2-65" fmla="*/ 2845539 w 3820639"/>
              <a:gd name="connsiteY2-66" fmla="*/ 457200 h 3653784"/>
              <a:gd name="connsiteX3-67" fmla="*/ 3820639 w 3820639"/>
              <a:gd name="connsiteY3-68" fmla="*/ 1086619 h 3653784"/>
              <a:gd name="connsiteX4-69" fmla="*/ 3112958 w 3820639"/>
              <a:gd name="connsiteY4-70" fmla="*/ 2027207 h 3653784"/>
              <a:gd name="connsiteX5-71" fmla="*/ 2878981 w 3820639"/>
              <a:gd name="connsiteY5-72" fmla="*/ 3653784 h 3653784"/>
              <a:gd name="connsiteX6-73" fmla="*/ 1605711 w 3820639"/>
              <a:gd name="connsiteY6-74" fmla="*/ 2665990 h 3653784"/>
              <a:gd name="connsiteX7-75" fmla="*/ 0 w 3820639"/>
              <a:gd name="connsiteY7-76" fmla="*/ 2669528 h 3653784"/>
              <a:gd name="connsiteX8-77" fmla="*/ 1404928 w 3820639"/>
              <a:gd name="connsiteY8-78" fmla="*/ 1302589 h 3653784"/>
              <a:gd name="connsiteX9-79" fmla="*/ 870090 w 3820639"/>
              <a:gd name="connsiteY9-80" fmla="*/ 0 h 3653784"/>
              <a:gd name="connsiteX0-81" fmla="*/ 870090 w 3820639"/>
              <a:gd name="connsiteY0-82" fmla="*/ 0 h 3653784"/>
              <a:gd name="connsiteX1-83" fmla="*/ 2060535 w 3820639"/>
              <a:gd name="connsiteY1-84" fmla="*/ 759124 h 3653784"/>
              <a:gd name="connsiteX2-85" fmla="*/ 2400153 w 3820639"/>
              <a:gd name="connsiteY2-86" fmla="*/ 978824 h 3653784"/>
              <a:gd name="connsiteX3-87" fmla="*/ 3820639 w 3820639"/>
              <a:gd name="connsiteY3-88" fmla="*/ 1086619 h 3653784"/>
              <a:gd name="connsiteX4-89" fmla="*/ 3112958 w 3820639"/>
              <a:gd name="connsiteY4-90" fmla="*/ 2027207 h 3653784"/>
              <a:gd name="connsiteX5-91" fmla="*/ 2878981 w 3820639"/>
              <a:gd name="connsiteY5-92" fmla="*/ 3653784 h 3653784"/>
              <a:gd name="connsiteX6-93" fmla="*/ 1605711 w 3820639"/>
              <a:gd name="connsiteY6-94" fmla="*/ 2665990 h 3653784"/>
              <a:gd name="connsiteX7-95" fmla="*/ 0 w 3820639"/>
              <a:gd name="connsiteY7-96" fmla="*/ 2669528 h 3653784"/>
              <a:gd name="connsiteX8-97" fmla="*/ 1404928 w 3820639"/>
              <a:gd name="connsiteY8-98" fmla="*/ 1302589 h 3653784"/>
              <a:gd name="connsiteX9-99" fmla="*/ 870090 w 3820639"/>
              <a:gd name="connsiteY9-100" fmla="*/ 0 h 3653784"/>
              <a:gd name="connsiteX0-101" fmla="*/ 870090 w 3820639"/>
              <a:gd name="connsiteY0-102" fmla="*/ 0 h 3653784"/>
              <a:gd name="connsiteX1-103" fmla="*/ 2050610 w 3820639"/>
              <a:gd name="connsiteY1-104" fmla="*/ 435864 h 3653784"/>
              <a:gd name="connsiteX2-105" fmla="*/ 2400153 w 3820639"/>
              <a:gd name="connsiteY2-106" fmla="*/ 978824 h 3653784"/>
              <a:gd name="connsiteX3-107" fmla="*/ 3820639 w 3820639"/>
              <a:gd name="connsiteY3-108" fmla="*/ 1086619 h 3653784"/>
              <a:gd name="connsiteX4-109" fmla="*/ 3112958 w 3820639"/>
              <a:gd name="connsiteY4-110" fmla="*/ 2027207 h 3653784"/>
              <a:gd name="connsiteX5-111" fmla="*/ 2878981 w 3820639"/>
              <a:gd name="connsiteY5-112" fmla="*/ 3653784 h 3653784"/>
              <a:gd name="connsiteX6-113" fmla="*/ 1605711 w 3820639"/>
              <a:gd name="connsiteY6-114" fmla="*/ 2665990 h 3653784"/>
              <a:gd name="connsiteX7-115" fmla="*/ 0 w 3820639"/>
              <a:gd name="connsiteY7-116" fmla="*/ 2669528 h 3653784"/>
              <a:gd name="connsiteX8-117" fmla="*/ 1404928 w 3820639"/>
              <a:gd name="connsiteY8-118" fmla="*/ 1302589 h 3653784"/>
              <a:gd name="connsiteX9-119" fmla="*/ 870090 w 3820639"/>
              <a:gd name="connsiteY9-120" fmla="*/ 0 h 3653784"/>
              <a:gd name="connsiteX0-121" fmla="*/ 1015482 w 3820639"/>
              <a:gd name="connsiteY0-122" fmla="*/ 0 h 3290748"/>
              <a:gd name="connsiteX1-123" fmla="*/ 2050610 w 3820639"/>
              <a:gd name="connsiteY1-124" fmla="*/ 72828 h 3290748"/>
              <a:gd name="connsiteX2-125" fmla="*/ 2400153 w 3820639"/>
              <a:gd name="connsiteY2-126" fmla="*/ 615788 h 3290748"/>
              <a:gd name="connsiteX3-127" fmla="*/ 3820639 w 3820639"/>
              <a:gd name="connsiteY3-128" fmla="*/ 723583 h 3290748"/>
              <a:gd name="connsiteX4-129" fmla="*/ 3112958 w 3820639"/>
              <a:gd name="connsiteY4-130" fmla="*/ 1664171 h 3290748"/>
              <a:gd name="connsiteX5-131" fmla="*/ 2878981 w 3820639"/>
              <a:gd name="connsiteY5-132" fmla="*/ 3290748 h 3290748"/>
              <a:gd name="connsiteX6-133" fmla="*/ 1605711 w 3820639"/>
              <a:gd name="connsiteY6-134" fmla="*/ 2302954 h 3290748"/>
              <a:gd name="connsiteX7-135" fmla="*/ 0 w 3820639"/>
              <a:gd name="connsiteY7-136" fmla="*/ 2306492 h 3290748"/>
              <a:gd name="connsiteX8-137" fmla="*/ 1404928 w 3820639"/>
              <a:gd name="connsiteY8-138" fmla="*/ 939553 h 3290748"/>
              <a:gd name="connsiteX9-139" fmla="*/ 1015482 w 3820639"/>
              <a:gd name="connsiteY9-140" fmla="*/ 0 h 3290748"/>
              <a:gd name="connsiteX0-141" fmla="*/ 1015482 w 3820639"/>
              <a:gd name="connsiteY0-142" fmla="*/ 0 h 3290748"/>
              <a:gd name="connsiteX1-143" fmla="*/ 2050610 w 3820639"/>
              <a:gd name="connsiteY1-144" fmla="*/ 72828 h 3290748"/>
              <a:gd name="connsiteX2-145" fmla="*/ 2400153 w 3820639"/>
              <a:gd name="connsiteY2-146" fmla="*/ 615788 h 3290748"/>
              <a:gd name="connsiteX3-147" fmla="*/ 3820639 w 3820639"/>
              <a:gd name="connsiteY3-148" fmla="*/ 723583 h 3290748"/>
              <a:gd name="connsiteX4-149" fmla="*/ 3112958 w 3820639"/>
              <a:gd name="connsiteY4-150" fmla="*/ 1664171 h 3290748"/>
              <a:gd name="connsiteX5-151" fmla="*/ 2878981 w 3820639"/>
              <a:gd name="connsiteY5-152" fmla="*/ 3290748 h 3290748"/>
              <a:gd name="connsiteX6-153" fmla="*/ 1605711 w 3820639"/>
              <a:gd name="connsiteY6-154" fmla="*/ 2302954 h 3290748"/>
              <a:gd name="connsiteX7-155" fmla="*/ 0 w 3820639"/>
              <a:gd name="connsiteY7-156" fmla="*/ 2306492 h 3290748"/>
              <a:gd name="connsiteX8-157" fmla="*/ 235941 w 3820639"/>
              <a:gd name="connsiteY8-158" fmla="*/ 803212 h 3290748"/>
              <a:gd name="connsiteX9-159" fmla="*/ 1015482 w 3820639"/>
              <a:gd name="connsiteY9-160" fmla="*/ 0 h 3290748"/>
              <a:gd name="connsiteX0-161" fmla="*/ 1627462 w 3820639"/>
              <a:gd name="connsiteY0-162" fmla="*/ 592695 h 3217920"/>
              <a:gd name="connsiteX1-163" fmla="*/ 2050610 w 3820639"/>
              <a:gd name="connsiteY1-164" fmla="*/ 0 h 3217920"/>
              <a:gd name="connsiteX2-165" fmla="*/ 2400153 w 3820639"/>
              <a:gd name="connsiteY2-166" fmla="*/ 542960 h 3217920"/>
              <a:gd name="connsiteX3-167" fmla="*/ 3820639 w 3820639"/>
              <a:gd name="connsiteY3-168" fmla="*/ 650755 h 3217920"/>
              <a:gd name="connsiteX4-169" fmla="*/ 3112958 w 3820639"/>
              <a:gd name="connsiteY4-170" fmla="*/ 1591343 h 3217920"/>
              <a:gd name="connsiteX5-171" fmla="*/ 2878981 w 3820639"/>
              <a:gd name="connsiteY5-172" fmla="*/ 3217920 h 3217920"/>
              <a:gd name="connsiteX6-173" fmla="*/ 1605711 w 3820639"/>
              <a:gd name="connsiteY6-174" fmla="*/ 2230126 h 3217920"/>
              <a:gd name="connsiteX7-175" fmla="*/ 0 w 3820639"/>
              <a:gd name="connsiteY7-176" fmla="*/ 2233664 h 3217920"/>
              <a:gd name="connsiteX8-177" fmla="*/ 235941 w 3820639"/>
              <a:gd name="connsiteY8-178" fmla="*/ 730384 h 3217920"/>
              <a:gd name="connsiteX9-179" fmla="*/ 1627462 w 3820639"/>
              <a:gd name="connsiteY9-180" fmla="*/ 592695 h 321792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3820639" h="3217920">
                <a:moveTo>
                  <a:pt x="1627462" y="592695"/>
                </a:moveTo>
                <a:lnTo>
                  <a:pt x="2050610" y="0"/>
                </a:lnTo>
                <a:lnTo>
                  <a:pt x="2400153" y="542960"/>
                </a:lnTo>
                <a:lnTo>
                  <a:pt x="3820639" y="650755"/>
                </a:lnTo>
                <a:lnTo>
                  <a:pt x="3112958" y="1591343"/>
                </a:lnTo>
                <a:lnTo>
                  <a:pt x="2878981" y="3217920"/>
                </a:lnTo>
                <a:lnTo>
                  <a:pt x="1605711" y="2230126"/>
                </a:lnTo>
                <a:lnTo>
                  <a:pt x="0" y="2233664"/>
                </a:lnTo>
                <a:lnTo>
                  <a:pt x="235941" y="730384"/>
                </a:lnTo>
                <a:lnTo>
                  <a:pt x="1627462" y="592695"/>
                </a:lnTo>
                <a:close/>
              </a:path>
            </a:pathLst>
          </a:custGeom>
          <a:solidFill>
            <a:srgbClr val="1450B8">
              <a:alpha val="4000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Other shapes</a:t>
            </a:r>
            <a:br>
              <a:rPr lang="en-GB" smtClean="0"/>
            </a:br>
            <a:r>
              <a:rPr lang="en-GB" b="0" i="0" smtClean="0"/>
              <a:t>Cog wheels</a:t>
            </a:r>
            <a:endParaRPr lang="en-GB" b="0" i="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3" name="Group 23"/>
          <p:cNvGrpSpPr>
            <a:grpSpLocks noChangeAspect="1"/>
          </p:cNvGrpSpPr>
          <p:nvPr/>
        </p:nvGrpSpPr>
        <p:grpSpPr bwMode="auto">
          <a:xfrm>
            <a:off x="6818430" y="2167625"/>
            <a:ext cx="1468707" cy="1468707"/>
            <a:chOff x="2341" y="1925"/>
            <a:chExt cx="987" cy="987"/>
          </a:xfrm>
        </p:grpSpPr>
        <p:sp>
          <p:nvSpPr>
            <p:cNvPr id="488" name="Freeform 24"/>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489" name="Oval 25"/>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wrap="none" lIns="65699" tIns="0" rIns="67044" bIns="0" anchor="ctr"/>
            <a:lstStyle/>
            <a:p>
              <a:pPr algn="ctr" defTabSz="1043305">
                <a:buSzPct val="90000"/>
              </a:pPr>
              <a:r>
                <a:rPr lang="en-GB" sz="905" dirty="0" smtClean="0">
                  <a:solidFill>
                    <a:schemeClr val="tx1"/>
                  </a:solidFill>
                  <a:latin typeface="+mj-lt"/>
                  <a:cs typeface="腾讯体 W3" panose="020C04030202040F0204" pitchFamily="34" charset="-122"/>
                </a:rPr>
                <a:t>xxx</a:t>
              </a:r>
              <a:endParaRPr lang="en-GB" sz="905" dirty="0">
                <a:solidFill>
                  <a:schemeClr val="tx1"/>
                </a:solidFill>
                <a:latin typeface="+mj-lt"/>
                <a:cs typeface="腾讯体 W3" panose="020C04030202040F0204" pitchFamily="34" charset="-122"/>
              </a:endParaRPr>
            </a:p>
          </p:txBody>
        </p:sp>
      </p:grpSp>
      <p:grpSp>
        <p:nvGrpSpPr>
          <p:cNvPr id="4" name="Group 26"/>
          <p:cNvGrpSpPr>
            <a:grpSpLocks noChangeAspect="1"/>
          </p:cNvGrpSpPr>
          <p:nvPr/>
        </p:nvGrpSpPr>
        <p:grpSpPr bwMode="auto">
          <a:xfrm>
            <a:off x="7698215" y="3256197"/>
            <a:ext cx="1468707" cy="1468707"/>
            <a:chOff x="2341" y="1925"/>
            <a:chExt cx="987" cy="987"/>
          </a:xfrm>
        </p:grpSpPr>
        <p:sp>
          <p:nvSpPr>
            <p:cNvPr id="491" name="Freeform 27"/>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492" name="Oval 28"/>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lIns="65699" tIns="0" rIns="67044" bIns="0" anchor="ctr"/>
            <a:lstStyle/>
            <a:p>
              <a:pPr algn="ctr" defTabSz="1043305">
                <a:buSzPct val="90000"/>
              </a:pPr>
              <a:r>
                <a:rPr lang="en-GB" sz="905" dirty="0" smtClean="0">
                  <a:solidFill>
                    <a:schemeClr val="tx1"/>
                  </a:solidFill>
                  <a:latin typeface="+mj-lt"/>
                  <a:cs typeface="腾讯体 W3" panose="020C04030202040F0204" pitchFamily="34" charset="-122"/>
                </a:rPr>
                <a:t>xxx</a:t>
              </a:r>
              <a:endParaRPr lang="en-GB" sz="905" dirty="0">
                <a:solidFill>
                  <a:schemeClr val="tx1"/>
                </a:solidFill>
                <a:latin typeface="+mj-lt"/>
                <a:cs typeface="腾讯体 W3" panose="020C04030202040F0204" pitchFamily="34" charset="-122"/>
              </a:endParaRPr>
            </a:p>
          </p:txBody>
        </p:sp>
      </p:grpSp>
      <p:grpSp>
        <p:nvGrpSpPr>
          <p:cNvPr id="5" name="Group 29"/>
          <p:cNvGrpSpPr>
            <a:grpSpLocks noChangeAspect="1"/>
          </p:cNvGrpSpPr>
          <p:nvPr/>
        </p:nvGrpSpPr>
        <p:grpSpPr bwMode="auto">
          <a:xfrm>
            <a:off x="5492274" y="5030165"/>
            <a:ext cx="1468707" cy="1468707"/>
            <a:chOff x="2341" y="1925"/>
            <a:chExt cx="987" cy="987"/>
          </a:xfrm>
        </p:grpSpPr>
        <p:sp>
          <p:nvSpPr>
            <p:cNvPr id="494" name="Freeform 30"/>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495" name="Oval 31"/>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lIns="65699" tIns="0" rIns="67044" bIns="0" anchor="ctr"/>
            <a:lstStyle/>
            <a:p>
              <a:pPr algn="ctr" defTabSz="1043305">
                <a:buSzPct val="90000"/>
              </a:pPr>
              <a:r>
                <a:rPr lang="en-GB" sz="905" dirty="0" smtClean="0">
                  <a:solidFill>
                    <a:schemeClr val="tx1"/>
                  </a:solidFill>
                  <a:latin typeface="+mj-lt"/>
                  <a:cs typeface="腾讯体 W3" panose="020C04030202040F0204" pitchFamily="34" charset="-122"/>
                </a:rPr>
                <a:t>xxx</a:t>
              </a:r>
              <a:endParaRPr lang="en-GB" sz="905" dirty="0">
                <a:solidFill>
                  <a:schemeClr val="tx1"/>
                </a:solidFill>
                <a:latin typeface="+mj-lt"/>
                <a:cs typeface="腾讯体 W3" panose="020C04030202040F0204" pitchFamily="34" charset="-122"/>
              </a:endParaRPr>
            </a:p>
          </p:txBody>
        </p:sp>
      </p:grpSp>
      <p:grpSp>
        <p:nvGrpSpPr>
          <p:cNvPr id="6" name="Group 32"/>
          <p:cNvGrpSpPr>
            <a:grpSpLocks noChangeAspect="1"/>
          </p:cNvGrpSpPr>
          <p:nvPr/>
        </p:nvGrpSpPr>
        <p:grpSpPr bwMode="auto">
          <a:xfrm>
            <a:off x="5675142" y="1358396"/>
            <a:ext cx="1468707" cy="1468707"/>
            <a:chOff x="2341" y="1925"/>
            <a:chExt cx="987" cy="987"/>
          </a:xfrm>
        </p:grpSpPr>
        <p:sp>
          <p:nvSpPr>
            <p:cNvPr id="497" name="Freeform 33"/>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498" name="Oval 34"/>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lIns="65699" tIns="0" rIns="67044" bIns="0" anchor="ctr"/>
            <a:lstStyle/>
            <a:p>
              <a:pPr algn="ctr" defTabSz="1043305">
                <a:buSzPct val="90000"/>
              </a:pPr>
              <a:r>
                <a:rPr lang="en-GB" sz="905" dirty="0" smtClean="0">
                  <a:solidFill>
                    <a:schemeClr val="tx1"/>
                  </a:solidFill>
                  <a:latin typeface="+mj-lt"/>
                  <a:cs typeface="腾讯体 W3" panose="020C04030202040F0204" pitchFamily="34" charset="-122"/>
                </a:rPr>
                <a:t>xxx</a:t>
              </a:r>
              <a:endParaRPr lang="en-GB" sz="905" dirty="0">
                <a:solidFill>
                  <a:schemeClr val="tx1"/>
                </a:solidFill>
                <a:latin typeface="+mj-lt"/>
                <a:cs typeface="腾讯体 W3" panose="020C04030202040F0204" pitchFamily="34" charset="-122"/>
              </a:endParaRPr>
            </a:p>
          </p:txBody>
        </p:sp>
      </p:grpSp>
      <p:grpSp>
        <p:nvGrpSpPr>
          <p:cNvPr id="8" name="Group 35"/>
          <p:cNvGrpSpPr>
            <a:grpSpLocks noChangeAspect="1"/>
          </p:cNvGrpSpPr>
          <p:nvPr/>
        </p:nvGrpSpPr>
        <p:grpSpPr bwMode="auto">
          <a:xfrm>
            <a:off x="4576492" y="2242501"/>
            <a:ext cx="1468707" cy="1468707"/>
            <a:chOff x="2341" y="1925"/>
            <a:chExt cx="987" cy="987"/>
          </a:xfrm>
        </p:grpSpPr>
        <p:sp>
          <p:nvSpPr>
            <p:cNvPr id="500" name="Freeform 36"/>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501" name="Oval 37"/>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wrap="none" lIns="65699" tIns="0" rIns="67044" bIns="0" anchor="ctr"/>
            <a:lstStyle/>
            <a:p>
              <a:pPr algn="ctr" defTabSz="1043305">
                <a:buSzPct val="90000"/>
              </a:pPr>
              <a:r>
                <a:rPr lang="en-GB" sz="905" dirty="0" smtClean="0">
                  <a:solidFill>
                    <a:schemeClr val="tx1"/>
                  </a:solidFill>
                  <a:latin typeface="+mj-lt"/>
                  <a:cs typeface="腾讯体 W3" panose="020C04030202040F0204" pitchFamily="34" charset="-122"/>
                </a:rPr>
                <a:t>xxx</a:t>
              </a:r>
              <a:endParaRPr lang="en-GB" sz="905" dirty="0">
                <a:solidFill>
                  <a:schemeClr val="tx1"/>
                </a:solidFill>
                <a:latin typeface="+mj-lt"/>
                <a:cs typeface="腾讯体 W3" panose="020C04030202040F0204" pitchFamily="34" charset="-122"/>
              </a:endParaRPr>
            </a:p>
          </p:txBody>
        </p:sp>
      </p:grpSp>
      <p:grpSp>
        <p:nvGrpSpPr>
          <p:cNvPr id="9" name="Group 38"/>
          <p:cNvGrpSpPr>
            <a:grpSpLocks noChangeAspect="1"/>
          </p:cNvGrpSpPr>
          <p:nvPr/>
        </p:nvGrpSpPr>
        <p:grpSpPr bwMode="auto">
          <a:xfrm>
            <a:off x="4068203" y="3547059"/>
            <a:ext cx="1468707" cy="1468707"/>
            <a:chOff x="2341" y="1925"/>
            <a:chExt cx="987" cy="987"/>
          </a:xfrm>
        </p:grpSpPr>
        <p:sp>
          <p:nvSpPr>
            <p:cNvPr id="503" name="Freeform 39"/>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504" name="Oval 40"/>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wrap="none" lIns="65699" tIns="0" rIns="67044" bIns="0" anchor="ctr"/>
            <a:lstStyle/>
            <a:p>
              <a:pPr algn="ctr" defTabSz="1043305">
                <a:buSzPct val="90000"/>
              </a:pPr>
              <a:r>
                <a:rPr lang="en-GB" sz="905" dirty="0" smtClean="0">
                  <a:solidFill>
                    <a:schemeClr val="tx1"/>
                  </a:solidFill>
                  <a:latin typeface="+mj-lt"/>
                  <a:cs typeface="腾讯体 W3" panose="020C04030202040F0204" pitchFamily="34" charset="-122"/>
                </a:rPr>
                <a:t>xxx</a:t>
              </a:r>
              <a:endParaRPr lang="en-GB" sz="905" dirty="0">
                <a:solidFill>
                  <a:schemeClr val="tx1"/>
                </a:solidFill>
                <a:latin typeface="+mj-lt"/>
                <a:cs typeface="腾讯体 W3" panose="020C04030202040F0204" pitchFamily="34" charset="-122"/>
              </a:endParaRPr>
            </a:p>
          </p:txBody>
        </p:sp>
      </p:grpSp>
      <p:grpSp>
        <p:nvGrpSpPr>
          <p:cNvPr id="10" name="Group 41"/>
          <p:cNvGrpSpPr>
            <a:grpSpLocks noChangeAspect="1"/>
          </p:cNvGrpSpPr>
          <p:nvPr/>
        </p:nvGrpSpPr>
        <p:grpSpPr bwMode="auto">
          <a:xfrm>
            <a:off x="6596684" y="4147500"/>
            <a:ext cx="1468707" cy="1468707"/>
            <a:chOff x="2341" y="1925"/>
            <a:chExt cx="987" cy="987"/>
          </a:xfrm>
        </p:grpSpPr>
        <p:sp>
          <p:nvSpPr>
            <p:cNvPr id="506" name="Freeform 42"/>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507" name="Oval 43"/>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lIns="65699" tIns="0" rIns="67044" bIns="0" anchor="ctr"/>
            <a:lstStyle/>
            <a:p>
              <a:pPr algn="ctr" defTabSz="1043305">
                <a:buSzPct val="90000"/>
              </a:pPr>
              <a:r>
                <a:rPr lang="en-GB" sz="905" dirty="0" smtClean="0">
                  <a:solidFill>
                    <a:schemeClr val="tx1"/>
                  </a:solidFill>
                  <a:latin typeface="+mj-lt"/>
                  <a:cs typeface="腾讯体 W3" panose="020C04030202040F0204" pitchFamily="34" charset="-122"/>
                </a:rPr>
                <a:t>xxx</a:t>
              </a:r>
              <a:endParaRPr lang="en-GB" sz="905" dirty="0">
                <a:solidFill>
                  <a:schemeClr val="tx1"/>
                </a:solidFill>
                <a:latin typeface="+mj-lt"/>
                <a:cs typeface="腾讯体 W3" panose="020C04030202040F0204" pitchFamily="34" charset="-122"/>
              </a:endParaRPr>
            </a:p>
          </p:txBody>
        </p:sp>
      </p:grpSp>
      <p:grpSp>
        <p:nvGrpSpPr>
          <p:cNvPr id="11" name="Group 44"/>
          <p:cNvGrpSpPr>
            <a:grpSpLocks noChangeAspect="1"/>
          </p:cNvGrpSpPr>
          <p:nvPr/>
        </p:nvGrpSpPr>
        <p:grpSpPr bwMode="auto">
          <a:xfrm>
            <a:off x="3263294" y="1735653"/>
            <a:ext cx="1468707" cy="1468707"/>
            <a:chOff x="2341" y="1925"/>
            <a:chExt cx="987" cy="987"/>
          </a:xfrm>
        </p:grpSpPr>
        <p:sp>
          <p:nvSpPr>
            <p:cNvPr id="509" name="Freeform 45"/>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510" name="Oval 46"/>
            <p:cNvSpPr>
              <a:spLocks noChangeAspect="1" noChangeArrowheads="1"/>
            </p:cNvSpPr>
            <p:nvPr/>
          </p:nvSpPr>
          <p:spPr bwMode="blackWhite">
            <a:xfrm>
              <a:off x="2526" y="2110"/>
              <a:ext cx="618" cy="618"/>
            </a:xfrm>
            <a:prstGeom prst="ellipse">
              <a:avLst/>
            </a:prstGeom>
            <a:solidFill>
              <a:schemeClr val="bg2"/>
            </a:solidFill>
            <a:ln w="9525" algn="ctr">
              <a:noFill/>
              <a:round/>
            </a:ln>
          </p:spPr>
          <p:txBody>
            <a:bodyPr lIns="65699" tIns="0" rIns="67044" bIns="0" anchor="ctr"/>
            <a:lstStyle/>
            <a:p>
              <a:pPr algn="ctr" defTabSz="1043305">
                <a:buSzPct val="90000"/>
              </a:pPr>
              <a:r>
                <a:rPr lang="en-GB" sz="905" dirty="0" smtClean="0">
                  <a:solidFill>
                    <a:schemeClr val="tx1"/>
                  </a:solidFill>
                  <a:latin typeface="+mj-lt"/>
                  <a:cs typeface="腾讯体 W3" panose="020C04030202040F0204" pitchFamily="34" charset="-122"/>
                </a:rPr>
                <a:t>xxx</a:t>
              </a:r>
              <a:endParaRPr lang="en-GB" sz="905" dirty="0">
                <a:solidFill>
                  <a:schemeClr val="tx1"/>
                </a:solidFill>
                <a:latin typeface="+mj-lt"/>
                <a:cs typeface="腾讯体 W3" panose="020C04030202040F0204" pitchFamily="34" charset="-122"/>
              </a:endParaRPr>
            </a:p>
          </p:txBody>
        </p:sp>
      </p:grpSp>
      <p:grpSp>
        <p:nvGrpSpPr>
          <p:cNvPr id="12" name="Group 47"/>
          <p:cNvGrpSpPr>
            <a:grpSpLocks noChangeAspect="1"/>
          </p:cNvGrpSpPr>
          <p:nvPr/>
        </p:nvGrpSpPr>
        <p:grpSpPr bwMode="auto">
          <a:xfrm>
            <a:off x="8102829" y="1584462"/>
            <a:ext cx="1468707" cy="1468707"/>
            <a:chOff x="2341" y="1925"/>
            <a:chExt cx="987" cy="987"/>
          </a:xfrm>
        </p:grpSpPr>
        <p:sp>
          <p:nvSpPr>
            <p:cNvPr id="512" name="Freeform 48"/>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513" name="Oval 49"/>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wrap="none" lIns="65699" tIns="0" rIns="67044" bIns="0" anchor="ctr"/>
            <a:lstStyle/>
            <a:p>
              <a:pPr algn="ctr" defTabSz="1043305">
                <a:buSzPct val="90000"/>
              </a:pPr>
              <a:r>
                <a:rPr lang="en-GB" sz="905" dirty="0" smtClean="0">
                  <a:solidFill>
                    <a:schemeClr val="tx1"/>
                  </a:solidFill>
                  <a:latin typeface="+mj-lt"/>
                  <a:cs typeface="腾讯体 W3" panose="020C04030202040F0204" pitchFamily="34" charset="-122"/>
                </a:rPr>
                <a:t>xxx</a:t>
              </a:r>
              <a:endParaRPr lang="en-GB" sz="905" dirty="0">
                <a:solidFill>
                  <a:schemeClr val="tx1"/>
                </a:solidFill>
                <a:latin typeface="+mj-lt"/>
                <a:cs typeface="腾讯体 W3" panose="020C04030202040F0204" pitchFamily="34" charset="-122"/>
              </a:endParaRPr>
            </a:p>
          </p:txBody>
        </p:sp>
      </p:grpSp>
      <p:grpSp>
        <p:nvGrpSpPr>
          <p:cNvPr id="13" name="Group 50"/>
          <p:cNvGrpSpPr>
            <a:grpSpLocks noChangeAspect="1"/>
          </p:cNvGrpSpPr>
          <p:nvPr/>
        </p:nvGrpSpPr>
        <p:grpSpPr bwMode="auto">
          <a:xfrm>
            <a:off x="2789564" y="4124462"/>
            <a:ext cx="1468707" cy="1468707"/>
            <a:chOff x="2341" y="1925"/>
            <a:chExt cx="987" cy="987"/>
          </a:xfrm>
        </p:grpSpPr>
        <p:sp>
          <p:nvSpPr>
            <p:cNvPr id="515" name="Freeform 51"/>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516" name="Oval 52"/>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wrap="none" lIns="65699" tIns="0" rIns="67044" bIns="0" anchor="ctr"/>
            <a:lstStyle/>
            <a:p>
              <a:pPr algn="ctr" defTabSz="1043305">
                <a:buSzPct val="90000"/>
              </a:pPr>
              <a:r>
                <a:rPr lang="en-GB" sz="905" dirty="0" smtClean="0">
                  <a:solidFill>
                    <a:schemeClr val="tx1"/>
                  </a:solidFill>
                  <a:latin typeface="+mj-lt"/>
                  <a:cs typeface="腾讯体 W3" panose="020C04030202040F0204" pitchFamily="34" charset="-122"/>
                </a:rPr>
                <a:t>xxx</a:t>
              </a:r>
              <a:endParaRPr lang="en-GB" sz="905" dirty="0">
                <a:solidFill>
                  <a:schemeClr val="tx1"/>
                </a:solidFill>
                <a:latin typeface="+mj-lt"/>
                <a:cs typeface="腾讯体 W3" panose="020C04030202040F0204" pitchFamily="34" charset="-122"/>
              </a:endParaRPr>
            </a:p>
          </p:txBody>
        </p:sp>
      </p:grpSp>
      <p:sp>
        <p:nvSpPr>
          <p:cNvPr id="35" name="Rectangle 26"/>
          <p:cNvSpPr>
            <a:spLocks noChangeArrowheads="1"/>
          </p:cNvSpPr>
          <p:nvPr/>
        </p:nvSpPr>
        <p:spPr bwMode="gray">
          <a:xfrm>
            <a:off x="8420125" y="424728"/>
            <a:ext cx="2051871" cy="403175"/>
          </a:xfrm>
          <a:prstGeom prst="rect">
            <a:avLst/>
          </a:prstGeom>
          <a:solidFill>
            <a:schemeClr val="accent6"/>
          </a:solidFill>
          <a:ln w="9525">
            <a:solidFill>
              <a:srgbClr val="FFFFFF"/>
            </a:solidFill>
            <a:miter lim="800000"/>
          </a:ln>
        </p:spPr>
        <p:txBody>
          <a:bodyPr wrap="none" lIns="81632" tIns="81632" rIns="65306" bIns="81632" anchor="ctr"/>
          <a:lstStyle/>
          <a:p>
            <a:pPr marL="177800" indent="-177800" algn="ctr" defTabSz="802005">
              <a:spcBef>
                <a:spcPct val="20000"/>
              </a:spcBef>
            </a:pPr>
            <a:r>
              <a:rPr lang="de-DE" sz="1815" b="1" dirty="0">
                <a:solidFill>
                  <a:schemeClr val="bg2"/>
                </a:solidFill>
                <a:latin typeface="+mj-lt"/>
                <a:cs typeface="腾讯体 W3" panose="020C04030202040F0204" pitchFamily="34" charset="-122"/>
              </a:rPr>
              <a:t>with animation</a:t>
            </a:r>
            <a:endParaRPr lang="de-DE" sz="1815" b="1" dirty="0">
              <a:solidFill>
                <a:schemeClr val="bg2"/>
              </a:solidFill>
              <a:latin typeface="+mj-lt"/>
              <a:cs typeface="腾讯体 W3" panose="020C04030202040F0204" pitchFamily="34"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repeatCount="indefinite" fill="hold" nodeType="withEffect">
                                  <p:stCondLst>
                                    <p:cond delay="0"/>
                                  </p:stCondLst>
                                  <p:childTnLst>
                                    <p:animRot by="21600000">
                                      <p:cBhvr>
                                        <p:cTn id="6" dur="5000" fill="hold"/>
                                        <p:tgtEl>
                                          <p:spTgt spid="13"/>
                                        </p:tgtEl>
                                        <p:attrNameLst>
                                          <p:attrName>r</p:attrName>
                                        </p:attrNameLst>
                                      </p:cBhvr>
                                    </p:animRot>
                                  </p:childTnLst>
                                </p:cTn>
                              </p:par>
                              <p:par>
                                <p:cTn id="7" presetID="8" presetClass="emph" presetSubtype="0" repeatCount="indefinite" fill="hold" nodeType="withEffect">
                                  <p:stCondLst>
                                    <p:cond delay="0"/>
                                  </p:stCondLst>
                                  <p:childTnLst>
                                    <p:animRot by="21600000">
                                      <p:cBhvr>
                                        <p:cTn id="8" dur="5000" fill="hold"/>
                                        <p:tgtEl>
                                          <p:spTgt spid="8"/>
                                        </p:tgtEl>
                                        <p:attrNameLst>
                                          <p:attrName>r</p:attrName>
                                        </p:attrNameLst>
                                      </p:cBhvr>
                                    </p:animRot>
                                  </p:childTnLst>
                                </p:cTn>
                              </p:par>
                              <p:par>
                                <p:cTn id="9" presetID="8" presetClass="emph" presetSubtype="0" repeatCount="indefinite" fill="hold" nodeType="withEffect">
                                  <p:stCondLst>
                                    <p:cond delay="0"/>
                                  </p:stCondLst>
                                  <p:childTnLst>
                                    <p:animRot by="21600000">
                                      <p:cBhvr>
                                        <p:cTn id="10" dur="5000" fill="hold"/>
                                        <p:tgtEl>
                                          <p:spTgt spid="3"/>
                                        </p:tgtEl>
                                        <p:attrNameLst>
                                          <p:attrName>r</p:attrName>
                                        </p:attrNameLst>
                                      </p:cBhvr>
                                    </p:animRot>
                                  </p:childTnLst>
                                </p:cTn>
                              </p:par>
                              <p:par>
                                <p:cTn id="11" presetID="8" presetClass="emph" presetSubtype="0" repeatCount="indefinite" fill="hold" nodeType="withEffect">
                                  <p:stCondLst>
                                    <p:cond delay="0"/>
                                  </p:stCondLst>
                                  <p:childTnLst>
                                    <p:animRot by="21600000">
                                      <p:cBhvr>
                                        <p:cTn id="12" dur="5000" fill="hold"/>
                                        <p:tgtEl>
                                          <p:spTgt spid="10"/>
                                        </p:tgtEl>
                                        <p:attrNameLst>
                                          <p:attrName>r</p:attrName>
                                        </p:attrNameLst>
                                      </p:cBhvr>
                                    </p:animRot>
                                  </p:childTnLst>
                                </p:cTn>
                              </p:par>
                              <p:par>
                                <p:cTn id="13" presetID="8" presetClass="emph" presetSubtype="0" repeatCount="indefinite" fill="hold" nodeType="withEffect">
                                  <p:stCondLst>
                                    <p:cond delay="0"/>
                                  </p:stCondLst>
                                  <p:childTnLst>
                                    <p:animRot by="-21600000">
                                      <p:cBhvr>
                                        <p:cTn id="14" dur="5000" fill="hold"/>
                                        <p:tgtEl>
                                          <p:spTgt spid="9"/>
                                        </p:tgtEl>
                                        <p:attrNameLst>
                                          <p:attrName>r</p:attrName>
                                        </p:attrNameLst>
                                      </p:cBhvr>
                                    </p:animRot>
                                  </p:childTnLst>
                                </p:cTn>
                              </p:par>
                              <p:par>
                                <p:cTn id="15" presetID="8" presetClass="emph" presetSubtype="0" repeatCount="indefinite" fill="hold" nodeType="withEffect">
                                  <p:stCondLst>
                                    <p:cond delay="0"/>
                                  </p:stCondLst>
                                  <p:childTnLst>
                                    <p:animRot by="-21600000">
                                      <p:cBhvr>
                                        <p:cTn id="16" dur="5000" fill="hold"/>
                                        <p:tgtEl>
                                          <p:spTgt spid="11"/>
                                        </p:tgtEl>
                                        <p:attrNameLst>
                                          <p:attrName>r</p:attrName>
                                        </p:attrNameLst>
                                      </p:cBhvr>
                                    </p:animRot>
                                  </p:childTnLst>
                                </p:cTn>
                              </p:par>
                              <p:par>
                                <p:cTn id="17" presetID="8" presetClass="emph" presetSubtype="0" repeatCount="indefinite" fill="hold" nodeType="withEffect">
                                  <p:stCondLst>
                                    <p:cond delay="0"/>
                                  </p:stCondLst>
                                  <p:childTnLst>
                                    <p:animRot by="-21600000">
                                      <p:cBhvr>
                                        <p:cTn id="18" dur="5000" fill="hold"/>
                                        <p:tgtEl>
                                          <p:spTgt spid="6"/>
                                        </p:tgtEl>
                                        <p:attrNameLst>
                                          <p:attrName>r</p:attrName>
                                        </p:attrNameLst>
                                      </p:cBhvr>
                                    </p:animRot>
                                  </p:childTnLst>
                                </p:cTn>
                              </p:par>
                              <p:par>
                                <p:cTn id="19" presetID="8" presetClass="emph" presetSubtype="0" repeatCount="indefinite" fill="hold" nodeType="withEffect">
                                  <p:stCondLst>
                                    <p:cond delay="0"/>
                                  </p:stCondLst>
                                  <p:childTnLst>
                                    <p:animRot by="-21600000">
                                      <p:cBhvr>
                                        <p:cTn id="20" dur="5000" fill="hold"/>
                                        <p:tgtEl>
                                          <p:spTgt spid="4"/>
                                        </p:tgtEl>
                                        <p:attrNameLst>
                                          <p:attrName>r</p:attrName>
                                        </p:attrNameLst>
                                      </p:cBhvr>
                                    </p:animRot>
                                  </p:childTnLst>
                                </p:cTn>
                              </p:par>
                              <p:par>
                                <p:cTn id="21" presetID="8" presetClass="emph" presetSubtype="0" repeatCount="indefinite" fill="hold" nodeType="withEffect">
                                  <p:stCondLst>
                                    <p:cond delay="0"/>
                                  </p:stCondLst>
                                  <p:childTnLst>
                                    <p:animRot by="-21600000">
                                      <p:cBhvr>
                                        <p:cTn id="22" dur="5000" fill="hold"/>
                                        <p:tgtEl>
                                          <p:spTgt spid="5"/>
                                        </p:tgtEl>
                                        <p:attrNameLst>
                                          <p:attrName>r</p:attrName>
                                        </p:attrNameLst>
                                      </p:cBhvr>
                                    </p:animRot>
                                  </p:childTnLst>
                                </p:cTn>
                              </p:par>
                              <p:par>
                                <p:cTn id="23" presetID="8" presetClass="emph" presetSubtype="0" repeatCount="indefinite" fill="hold" nodeType="withEffect">
                                  <p:stCondLst>
                                    <p:cond delay="0"/>
                                  </p:stCondLst>
                                  <p:childTnLst>
                                    <p:animRot by="-21600000">
                                      <p:cBhvr>
                                        <p:cTn id="24" dur="5000" fill="hold"/>
                                        <p:tgtEl>
                                          <p:spTgt spid="1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p:cNvSpPr/>
          <p:nvPr/>
        </p:nvSpPr>
        <p:spPr bwMode="ltGray">
          <a:xfrm>
            <a:off x="7348788" y="872309"/>
            <a:ext cx="3860281" cy="223302"/>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31" name="Freeform 128"/>
          <p:cNvSpPr/>
          <p:nvPr/>
        </p:nvSpPr>
        <p:spPr bwMode="auto">
          <a:xfrm>
            <a:off x="3969467" y="2901811"/>
            <a:ext cx="1956837" cy="1956837"/>
          </a:xfrm>
          <a:custGeom>
            <a:avLst/>
            <a:gdLst>
              <a:gd name="T0" fmla="*/ 1359 w 1359"/>
              <a:gd name="T1" fmla="*/ 1053 h 1359"/>
              <a:gd name="T2" fmla="*/ 1359 w 1359"/>
              <a:gd name="T3" fmla="*/ 0 h 1359"/>
              <a:gd name="T4" fmla="*/ 1197 w 1359"/>
              <a:gd name="T5" fmla="*/ 0 h 1359"/>
              <a:gd name="T6" fmla="*/ 1121 w 1359"/>
              <a:gd name="T7" fmla="*/ 228 h 1359"/>
              <a:gd name="T8" fmla="*/ 1121 w 1359"/>
              <a:gd name="T9" fmla="*/ 228 h 1359"/>
              <a:gd name="T10" fmla="*/ 1091 w 1359"/>
              <a:gd name="T11" fmla="*/ 236 h 1359"/>
              <a:gd name="T12" fmla="*/ 1060 w 1359"/>
              <a:gd name="T13" fmla="*/ 244 h 1359"/>
              <a:gd name="T14" fmla="*/ 1000 w 1359"/>
              <a:gd name="T15" fmla="*/ 262 h 1359"/>
              <a:gd name="T16" fmla="*/ 820 w 1359"/>
              <a:gd name="T17" fmla="*/ 102 h 1359"/>
              <a:gd name="T18" fmla="*/ 540 w 1359"/>
              <a:gd name="T19" fmla="*/ 263 h 1359"/>
              <a:gd name="T20" fmla="*/ 588 w 1359"/>
              <a:gd name="T21" fmla="*/ 500 h 1359"/>
              <a:gd name="T22" fmla="*/ 588 w 1359"/>
              <a:gd name="T23" fmla="*/ 500 h 1359"/>
              <a:gd name="T24" fmla="*/ 542 w 1359"/>
              <a:gd name="T25" fmla="*/ 543 h 1359"/>
              <a:gd name="T26" fmla="*/ 500 w 1359"/>
              <a:gd name="T27" fmla="*/ 588 h 1359"/>
              <a:gd name="T28" fmla="*/ 263 w 1359"/>
              <a:gd name="T29" fmla="*/ 540 h 1359"/>
              <a:gd name="T30" fmla="*/ 102 w 1359"/>
              <a:gd name="T31" fmla="*/ 821 h 1359"/>
              <a:gd name="T32" fmla="*/ 261 w 1359"/>
              <a:gd name="T33" fmla="*/ 1000 h 1359"/>
              <a:gd name="T34" fmla="*/ 261 w 1359"/>
              <a:gd name="T35" fmla="*/ 1000 h 1359"/>
              <a:gd name="T36" fmla="*/ 243 w 1359"/>
              <a:gd name="T37" fmla="*/ 1061 h 1359"/>
              <a:gd name="T38" fmla="*/ 236 w 1359"/>
              <a:gd name="T39" fmla="*/ 1091 h 1359"/>
              <a:gd name="T40" fmla="*/ 228 w 1359"/>
              <a:gd name="T41" fmla="*/ 1122 h 1359"/>
              <a:gd name="T42" fmla="*/ 0 w 1359"/>
              <a:gd name="T43" fmla="*/ 1199 h 1359"/>
              <a:gd name="T44" fmla="*/ 0 w 1359"/>
              <a:gd name="T45" fmla="*/ 1359 h 1359"/>
              <a:gd name="T46" fmla="*/ 1053 w 1359"/>
              <a:gd name="T47" fmla="*/ 1359 h 1359"/>
              <a:gd name="T48" fmla="*/ 1053 w 1359"/>
              <a:gd name="T49" fmla="*/ 1359 h 1359"/>
              <a:gd name="T50" fmla="*/ 1055 w 1359"/>
              <a:gd name="T51" fmla="*/ 1329 h 1359"/>
              <a:gd name="T52" fmla="*/ 1059 w 1359"/>
              <a:gd name="T53" fmla="*/ 1298 h 1359"/>
              <a:gd name="T54" fmla="*/ 1068 w 1359"/>
              <a:gd name="T55" fmla="*/ 1269 h 1359"/>
              <a:gd name="T56" fmla="*/ 1078 w 1359"/>
              <a:gd name="T57" fmla="*/ 1240 h 1359"/>
              <a:gd name="T58" fmla="*/ 1091 w 1359"/>
              <a:gd name="T59" fmla="*/ 1214 h 1359"/>
              <a:gd name="T60" fmla="*/ 1105 w 1359"/>
              <a:gd name="T61" fmla="*/ 1188 h 1359"/>
              <a:gd name="T62" fmla="*/ 1124 w 1359"/>
              <a:gd name="T63" fmla="*/ 1165 h 1359"/>
              <a:gd name="T64" fmla="*/ 1142 w 1359"/>
              <a:gd name="T65" fmla="*/ 1144 h 1359"/>
              <a:gd name="T66" fmla="*/ 1165 w 1359"/>
              <a:gd name="T67" fmla="*/ 1124 h 1359"/>
              <a:gd name="T68" fmla="*/ 1188 w 1359"/>
              <a:gd name="T69" fmla="*/ 1107 h 1359"/>
              <a:gd name="T70" fmla="*/ 1213 w 1359"/>
              <a:gd name="T71" fmla="*/ 1091 h 1359"/>
              <a:gd name="T72" fmla="*/ 1240 w 1359"/>
              <a:gd name="T73" fmla="*/ 1078 h 1359"/>
              <a:gd name="T74" fmla="*/ 1269 w 1359"/>
              <a:gd name="T75" fmla="*/ 1068 h 1359"/>
              <a:gd name="T76" fmla="*/ 1298 w 1359"/>
              <a:gd name="T77" fmla="*/ 1061 h 1359"/>
              <a:gd name="T78" fmla="*/ 1328 w 1359"/>
              <a:gd name="T79" fmla="*/ 1056 h 1359"/>
              <a:gd name="T80" fmla="*/ 1359 w 1359"/>
              <a:gd name="T81" fmla="*/ 1053 h 1359"/>
              <a:gd name="T82" fmla="*/ 1359 w 1359"/>
              <a:gd name="T83" fmla="*/ 1053 h 13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359" h="1359">
                <a:moveTo>
                  <a:pt x="1359" y="1053"/>
                </a:moveTo>
                <a:lnTo>
                  <a:pt x="1359" y="0"/>
                </a:lnTo>
                <a:lnTo>
                  <a:pt x="1197" y="0"/>
                </a:lnTo>
                <a:lnTo>
                  <a:pt x="1121" y="228"/>
                </a:lnTo>
                <a:lnTo>
                  <a:pt x="1121" y="228"/>
                </a:lnTo>
                <a:lnTo>
                  <a:pt x="1091" y="236"/>
                </a:lnTo>
                <a:lnTo>
                  <a:pt x="1060" y="244"/>
                </a:lnTo>
                <a:lnTo>
                  <a:pt x="1000" y="262"/>
                </a:lnTo>
                <a:lnTo>
                  <a:pt x="820" y="102"/>
                </a:lnTo>
                <a:lnTo>
                  <a:pt x="540" y="263"/>
                </a:lnTo>
                <a:lnTo>
                  <a:pt x="588" y="500"/>
                </a:lnTo>
                <a:lnTo>
                  <a:pt x="588" y="500"/>
                </a:lnTo>
                <a:lnTo>
                  <a:pt x="542" y="543"/>
                </a:lnTo>
                <a:lnTo>
                  <a:pt x="500" y="588"/>
                </a:lnTo>
                <a:lnTo>
                  <a:pt x="263" y="540"/>
                </a:lnTo>
                <a:lnTo>
                  <a:pt x="102" y="821"/>
                </a:lnTo>
                <a:lnTo>
                  <a:pt x="261" y="1000"/>
                </a:lnTo>
                <a:lnTo>
                  <a:pt x="261" y="1000"/>
                </a:lnTo>
                <a:lnTo>
                  <a:pt x="243" y="1061"/>
                </a:lnTo>
                <a:lnTo>
                  <a:pt x="236" y="1091"/>
                </a:lnTo>
                <a:lnTo>
                  <a:pt x="228" y="1122"/>
                </a:lnTo>
                <a:lnTo>
                  <a:pt x="0" y="1199"/>
                </a:lnTo>
                <a:lnTo>
                  <a:pt x="0" y="1359"/>
                </a:lnTo>
                <a:lnTo>
                  <a:pt x="1053" y="1359"/>
                </a:lnTo>
                <a:lnTo>
                  <a:pt x="1053" y="1359"/>
                </a:lnTo>
                <a:lnTo>
                  <a:pt x="1055" y="1329"/>
                </a:lnTo>
                <a:lnTo>
                  <a:pt x="1059" y="1298"/>
                </a:lnTo>
                <a:lnTo>
                  <a:pt x="1068" y="1269"/>
                </a:lnTo>
                <a:lnTo>
                  <a:pt x="1078" y="1240"/>
                </a:lnTo>
                <a:lnTo>
                  <a:pt x="1091" y="1214"/>
                </a:lnTo>
                <a:lnTo>
                  <a:pt x="1105" y="1188"/>
                </a:lnTo>
                <a:lnTo>
                  <a:pt x="1124" y="1165"/>
                </a:lnTo>
                <a:lnTo>
                  <a:pt x="1142" y="1144"/>
                </a:lnTo>
                <a:lnTo>
                  <a:pt x="1165" y="1124"/>
                </a:lnTo>
                <a:lnTo>
                  <a:pt x="1188" y="1107"/>
                </a:lnTo>
                <a:lnTo>
                  <a:pt x="1213" y="1091"/>
                </a:lnTo>
                <a:lnTo>
                  <a:pt x="1240" y="1078"/>
                </a:lnTo>
                <a:lnTo>
                  <a:pt x="1269" y="1068"/>
                </a:lnTo>
                <a:lnTo>
                  <a:pt x="1298" y="1061"/>
                </a:lnTo>
                <a:lnTo>
                  <a:pt x="1328" y="1056"/>
                </a:lnTo>
                <a:lnTo>
                  <a:pt x="1359" y="1053"/>
                </a:lnTo>
                <a:lnTo>
                  <a:pt x="1359" y="1053"/>
                </a:lnTo>
                <a:close/>
              </a:path>
            </a:pathLst>
          </a:custGeom>
          <a:solidFill>
            <a:srgbClr val="1450B8"/>
          </a:solidFill>
          <a:ln>
            <a:noFill/>
          </a:ln>
        </p:spPr>
        <p:txBody>
          <a:bodyPr vert="horz" wrap="square" lIns="82938" tIns="41469" rIns="82938" bIns="41469" numCol="1" anchor="t" anchorCtr="0" compatLnSpc="1"/>
          <a:lstStyle/>
          <a:p>
            <a:endParaRPr lang="en-GB" sz="1815" dirty="0">
              <a:latin typeface="+mj-lt"/>
            </a:endParaRPr>
          </a:p>
        </p:txBody>
      </p:sp>
      <p:sp>
        <p:nvSpPr>
          <p:cNvPr id="32" name="Freeform 129"/>
          <p:cNvSpPr/>
          <p:nvPr/>
        </p:nvSpPr>
        <p:spPr bwMode="auto">
          <a:xfrm>
            <a:off x="5926304" y="2901811"/>
            <a:ext cx="1958277" cy="1956837"/>
          </a:xfrm>
          <a:custGeom>
            <a:avLst/>
            <a:gdLst>
              <a:gd name="T0" fmla="*/ 1098 w 1360"/>
              <a:gd name="T1" fmla="*/ 1000 h 1359"/>
              <a:gd name="T2" fmla="*/ 1258 w 1360"/>
              <a:gd name="T3" fmla="*/ 821 h 1359"/>
              <a:gd name="T4" fmla="*/ 1097 w 1360"/>
              <a:gd name="T5" fmla="*/ 540 h 1359"/>
              <a:gd name="T6" fmla="*/ 860 w 1360"/>
              <a:gd name="T7" fmla="*/ 588 h 1359"/>
              <a:gd name="T8" fmla="*/ 860 w 1360"/>
              <a:gd name="T9" fmla="*/ 588 h 1359"/>
              <a:gd name="T10" fmla="*/ 817 w 1360"/>
              <a:gd name="T11" fmla="*/ 543 h 1359"/>
              <a:gd name="T12" fmla="*/ 772 w 1360"/>
              <a:gd name="T13" fmla="*/ 500 h 1359"/>
              <a:gd name="T14" fmla="*/ 820 w 1360"/>
              <a:gd name="T15" fmla="*/ 263 h 1359"/>
              <a:gd name="T16" fmla="*/ 539 w 1360"/>
              <a:gd name="T17" fmla="*/ 102 h 1359"/>
              <a:gd name="T18" fmla="*/ 360 w 1360"/>
              <a:gd name="T19" fmla="*/ 262 h 1359"/>
              <a:gd name="T20" fmla="*/ 360 w 1360"/>
              <a:gd name="T21" fmla="*/ 262 h 1359"/>
              <a:gd name="T22" fmla="*/ 299 w 1360"/>
              <a:gd name="T23" fmla="*/ 244 h 1359"/>
              <a:gd name="T24" fmla="*/ 269 w 1360"/>
              <a:gd name="T25" fmla="*/ 236 h 1359"/>
              <a:gd name="T26" fmla="*/ 239 w 1360"/>
              <a:gd name="T27" fmla="*/ 228 h 1359"/>
              <a:gd name="T28" fmla="*/ 163 w 1360"/>
              <a:gd name="T29" fmla="*/ 0 h 1359"/>
              <a:gd name="T30" fmla="*/ 0 w 1360"/>
              <a:gd name="T31" fmla="*/ 0 h 1359"/>
              <a:gd name="T32" fmla="*/ 0 w 1360"/>
              <a:gd name="T33" fmla="*/ 1053 h 1359"/>
              <a:gd name="T34" fmla="*/ 0 w 1360"/>
              <a:gd name="T35" fmla="*/ 1053 h 1359"/>
              <a:gd name="T36" fmla="*/ 32 w 1360"/>
              <a:gd name="T37" fmla="*/ 1056 h 1359"/>
              <a:gd name="T38" fmla="*/ 62 w 1360"/>
              <a:gd name="T39" fmla="*/ 1061 h 1359"/>
              <a:gd name="T40" fmla="*/ 91 w 1360"/>
              <a:gd name="T41" fmla="*/ 1068 h 1359"/>
              <a:gd name="T42" fmla="*/ 120 w 1360"/>
              <a:gd name="T43" fmla="*/ 1078 h 1359"/>
              <a:gd name="T44" fmla="*/ 146 w 1360"/>
              <a:gd name="T45" fmla="*/ 1091 h 1359"/>
              <a:gd name="T46" fmla="*/ 171 w 1360"/>
              <a:gd name="T47" fmla="*/ 1107 h 1359"/>
              <a:gd name="T48" fmla="*/ 194 w 1360"/>
              <a:gd name="T49" fmla="*/ 1124 h 1359"/>
              <a:gd name="T50" fmla="*/ 216 w 1360"/>
              <a:gd name="T51" fmla="*/ 1144 h 1359"/>
              <a:gd name="T52" fmla="*/ 236 w 1360"/>
              <a:gd name="T53" fmla="*/ 1165 h 1359"/>
              <a:gd name="T54" fmla="*/ 253 w 1360"/>
              <a:gd name="T55" fmla="*/ 1188 h 1359"/>
              <a:gd name="T56" fmla="*/ 269 w 1360"/>
              <a:gd name="T57" fmla="*/ 1214 h 1359"/>
              <a:gd name="T58" fmla="*/ 282 w 1360"/>
              <a:gd name="T59" fmla="*/ 1240 h 1359"/>
              <a:gd name="T60" fmla="*/ 292 w 1360"/>
              <a:gd name="T61" fmla="*/ 1269 h 1359"/>
              <a:gd name="T62" fmla="*/ 299 w 1360"/>
              <a:gd name="T63" fmla="*/ 1298 h 1359"/>
              <a:gd name="T64" fmla="*/ 305 w 1360"/>
              <a:gd name="T65" fmla="*/ 1329 h 1359"/>
              <a:gd name="T66" fmla="*/ 307 w 1360"/>
              <a:gd name="T67" fmla="*/ 1359 h 1359"/>
              <a:gd name="T68" fmla="*/ 1360 w 1360"/>
              <a:gd name="T69" fmla="*/ 1359 h 1359"/>
              <a:gd name="T70" fmla="*/ 1360 w 1360"/>
              <a:gd name="T71" fmla="*/ 1199 h 1359"/>
              <a:gd name="T72" fmla="*/ 1132 w 1360"/>
              <a:gd name="T73" fmla="*/ 1122 h 1359"/>
              <a:gd name="T74" fmla="*/ 1132 w 1360"/>
              <a:gd name="T75" fmla="*/ 1122 h 1359"/>
              <a:gd name="T76" fmla="*/ 1124 w 1360"/>
              <a:gd name="T77" fmla="*/ 1091 h 1359"/>
              <a:gd name="T78" fmla="*/ 1117 w 1360"/>
              <a:gd name="T79" fmla="*/ 1061 h 1359"/>
              <a:gd name="T80" fmla="*/ 1109 w 1360"/>
              <a:gd name="T81" fmla="*/ 1030 h 1359"/>
              <a:gd name="T82" fmla="*/ 1098 w 1360"/>
              <a:gd name="T83" fmla="*/ 1000 h 1359"/>
              <a:gd name="T84" fmla="*/ 1098 w 1360"/>
              <a:gd name="T85" fmla="*/ 1000 h 13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60" h="1359">
                <a:moveTo>
                  <a:pt x="1098" y="1000"/>
                </a:moveTo>
                <a:lnTo>
                  <a:pt x="1258" y="821"/>
                </a:lnTo>
                <a:lnTo>
                  <a:pt x="1097" y="540"/>
                </a:lnTo>
                <a:lnTo>
                  <a:pt x="860" y="588"/>
                </a:lnTo>
                <a:lnTo>
                  <a:pt x="860" y="588"/>
                </a:lnTo>
                <a:lnTo>
                  <a:pt x="817" y="543"/>
                </a:lnTo>
                <a:lnTo>
                  <a:pt x="772" y="500"/>
                </a:lnTo>
                <a:lnTo>
                  <a:pt x="820" y="263"/>
                </a:lnTo>
                <a:lnTo>
                  <a:pt x="539" y="102"/>
                </a:lnTo>
                <a:lnTo>
                  <a:pt x="360" y="262"/>
                </a:lnTo>
                <a:lnTo>
                  <a:pt x="360" y="262"/>
                </a:lnTo>
                <a:lnTo>
                  <a:pt x="299" y="244"/>
                </a:lnTo>
                <a:lnTo>
                  <a:pt x="269" y="236"/>
                </a:lnTo>
                <a:lnTo>
                  <a:pt x="239" y="228"/>
                </a:lnTo>
                <a:lnTo>
                  <a:pt x="163" y="0"/>
                </a:lnTo>
                <a:lnTo>
                  <a:pt x="0" y="0"/>
                </a:lnTo>
                <a:lnTo>
                  <a:pt x="0" y="1053"/>
                </a:lnTo>
                <a:lnTo>
                  <a:pt x="0" y="1053"/>
                </a:lnTo>
                <a:lnTo>
                  <a:pt x="32" y="1056"/>
                </a:lnTo>
                <a:lnTo>
                  <a:pt x="62" y="1061"/>
                </a:lnTo>
                <a:lnTo>
                  <a:pt x="91" y="1068"/>
                </a:lnTo>
                <a:lnTo>
                  <a:pt x="120" y="1078"/>
                </a:lnTo>
                <a:lnTo>
                  <a:pt x="146" y="1091"/>
                </a:lnTo>
                <a:lnTo>
                  <a:pt x="171" y="1107"/>
                </a:lnTo>
                <a:lnTo>
                  <a:pt x="194" y="1124"/>
                </a:lnTo>
                <a:lnTo>
                  <a:pt x="216" y="1144"/>
                </a:lnTo>
                <a:lnTo>
                  <a:pt x="236" y="1165"/>
                </a:lnTo>
                <a:lnTo>
                  <a:pt x="253" y="1188"/>
                </a:lnTo>
                <a:lnTo>
                  <a:pt x="269" y="1214"/>
                </a:lnTo>
                <a:lnTo>
                  <a:pt x="282" y="1240"/>
                </a:lnTo>
                <a:lnTo>
                  <a:pt x="292" y="1269"/>
                </a:lnTo>
                <a:lnTo>
                  <a:pt x="299" y="1298"/>
                </a:lnTo>
                <a:lnTo>
                  <a:pt x="305" y="1329"/>
                </a:lnTo>
                <a:lnTo>
                  <a:pt x="307" y="1359"/>
                </a:lnTo>
                <a:lnTo>
                  <a:pt x="1360" y="1359"/>
                </a:lnTo>
                <a:lnTo>
                  <a:pt x="1360" y="1199"/>
                </a:lnTo>
                <a:lnTo>
                  <a:pt x="1132" y="1122"/>
                </a:lnTo>
                <a:lnTo>
                  <a:pt x="1132" y="1122"/>
                </a:lnTo>
                <a:lnTo>
                  <a:pt x="1124" y="1091"/>
                </a:lnTo>
                <a:lnTo>
                  <a:pt x="1117" y="1061"/>
                </a:lnTo>
                <a:lnTo>
                  <a:pt x="1109" y="1030"/>
                </a:lnTo>
                <a:lnTo>
                  <a:pt x="1098" y="1000"/>
                </a:lnTo>
                <a:lnTo>
                  <a:pt x="1098" y="1000"/>
                </a:lnTo>
                <a:close/>
              </a:path>
            </a:pathLst>
          </a:custGeom>
          <a:solidFill>
            <a:schemeClr val="accent5"/>
          </a:solidFill>
          <a:ln>
            <a:noFill/>
          </a:ln>
        </p:spPr>
        <p:txBody>
          <a:bodyPr vert="horz" wrap="square" lIns="82938" tIns="41469" rIns="82938" bIns="41469" numCol="1" anchor="t" anchorCtr="0" compatLnSpc="1"/>
          <a:lstStyle/>
          <a:p>
            <a:endParaRPr lang="en-GB" sz="1815">
              <a:latin typeface="+mj-lt"/>
            </a:endParaRPr>
          </a:p>
        </p:txBody>
      </p:sp>
      <p:sp>
        <p:nvSpPr>
          <p:cNvPr id="33" name="Freeform 130"/>
          <p:cNvSpPr/>
          <p:nvPr/>
        </p:nvSpPr>
        <p:spPr bwMode="auto">
          <a:xfrm>
            <a:off x="3969467" y="4858648"/>
            <a:ext cx="1956837" cy="1958277"/>
          </a:xfrm>
          <a:custGeom>
            <a:avLst/>
            <a:gdLst>
              <a:gd name="T0" fmla="*/ 1053 w 1359"/>
              <a:gd name="T1" fmla="*/ 0 h 1360"/>
              <a:gd name="T2" fmla="*/ 0 w 1359"/>
              <a:gd name="T3" fmla="*/ 0 h 1360"/>
              <a:gd name="T4" fmla="*/ 0 w 1359"/>
              <a:gd name="T5" fmla="*/ 163 h 1360"/>
              <a:gd name="T6" fmla="*/ 228 w 1359"/>
              <a:gd name="T7" fmla="*/ 239 h 1360"/>
              <a:gd name="T8" fmla="*/ 228 w 1359"/>
              <a:gd name="T9" fmla="*/ 239 h 1360"/>
              <a:gd name="T10" fmla="*/ 236 w 1359"/>
              <a:gd name="T11" fmla="*/ 269 h 1360"/>
              <a:gd name="T12" fmla="*/ 243 w 1359"/>
              <a:gd name="T13" fmla="*/ 301 h 1360"/>
              <a:gd name="T14" fmla="*/ 261 w 1359"/>
              <a:gd name="T15" fmla="*/ 360 h 1360"/>
              <a:gd name="T16" fmla="*/ 102 w 1359"/>
              <a:gd name="T17" fmla="*/ 541 h 1360"/>
              <a:gd name="T18" fmla="*/ 263 w 1359"/>
              <a:gd name="T19" fmla="*/ 821 h 1360"/>
              <a:gd name="T20" fmla="*/ 500 w 1359"/>
              <a:gd name="T21" fmla="*/ 772 h 1360"/>
              <a:gd name="T22" fmla="*/ 500 w 1359"/>
              <a:gd name="T23" fmla="*/ 772 h 1360"/>
              <a:gd name="T24" fmla="*/ 542 w 1359"/>
              <a:gd name="T25" fmla="*/ 818 h 1360"/>
              <a:gd name="T26" fmla="*/ 588 w 1359"/>
              <a:gd name="T27" fmla="*/ 861 h 1360"/>
              <a:gd name="T28" fmla="*/ 540 w 1359"/>
              <a:gd name="T29" fmla="*/ 1097 h 1360"/>
              <a:gd name="T30" fmla="*/ 820 w 1359"/>
              <a:gd name="T31" fmla="*/ 1259 h 1360"/>
              <a:gd name="T32" fmla="*/ 1000 w 1359"/>
              <a:gd name="T33" fmla="*/ 1098 h 1360"/>
              <a:gd name="T34" fmla="*/ 1000 w 1359"/>
              <a:gd name="T35" fmla="*/ 1098 h 1360"/>
              <a:gd name="T36" fmla="*/ 1030 w 1359"/>
              <a:gd name="T37" fmla="*/ 1109 h 1360"/>
              <a:gd name="T38" fmla="*/ 1060 w 1359"/>
              <a:gd name="T39" fmla="*/ 1117 h 1360"/>
              <a:gd name="T40" fmla="*/ 1091 w 1359"/>
              <a:gd name="T41" fmla="*/ 1124 h 1360"/>
              <a:gd name="T42" fmla="*/ 1121 w 1359"/>
              <a:gd name="T43" fmla="*/ 1131 h 1360"/>
              <a:gd name="T44" fmla="*/ 1197 w 1359"/>
              <a:gd name="T45" fmla="*/ 1360 h 1360"/>
              <a:gd name="T46" fmla="*/ 1359 w 1359"/>
              <a:gd name="T47" fmla="*/ 1360 h 1360"/>
              <a:gd name="T48" fmla="*/ 1359 w 1359"/>
              <a:gd name="T49" fmla="*/ 307 h 1360"/>
              <a:gd name="T50" fmla="*/ 1359 w 1359"/>
              <a:gd name="T51" fmla="*/ 307 h 1360"/>
              <a:gd name="T52" fmla="*/ 1328 w 1359"/>
              <a:gd name="T53" fmla="*/ 305 h 1360"/>
              <a:gd name="T54" fmla="*/ 1298 w 1359"/>
              <a:gd name="T55" fmla="*/ 301 h 1360"/>
              <a:gd name="T56" fmla="*/ 1269 w 1359"/>
              <a:gd name="T57" fmla="*/ 294 h 1360"/>
              <a:gd name="T58" fmla="*/ 1240 w 1359"/>
              <a:gd name="T59" fmla="*/ 282 h 1360"/>
              <a:gd name="T60" fmla="*/ 1213 w 1359"/>
              <a:gd name="T61" fmla="*/ 269 h 1360"/>
              <a:gd name="T62" fmla="*/ 1188 w 1359"/>
              <a:gd name="T63" fmla="*/ 255 h 1360"/>
              <a:gd name="T64" fmla="*/ 1165 w 1359"/>
              <a:gd name="T65" fmla="*/ 236 h 1360"/>
              <a:gd name="T66" fmla="*/ 1142 w 1359"/>
              <a:gd name="T67" fmla="*/ 217 h 1360"/>
              <a:gd name="T68" fmla="*/ 1124 w 1359"/>
              <a:gd name="T69" fmla="*/ 196 h 1360"/>
              <a:gd name="T70" fmla="*/ 1105 w 1359"/>
              <a:gd name="T71" fmla="*/ 172 h 1360"/>
              <a:gd name="T72" fmla="*/ 1091 w 1359"/>
              <a:gd name="T73" fmla="*/ 147 h 1360"/>
              <a:gd name="T74" fmla="*/ 1078 w 1359"/>
              <a:gd name="T75" fmla="*/ 120 h 1360"/>
              <a:gd name="T76" fmla="*/ 1068 w 1359"/>
              <a:gd name="T77" fmla="*/ 92 h 1360"/>
              <a:gd name="T78" fmla="*/ 1059 w 1359"/>
              <a:gd name="T79" fmla="*/ 62 h 1360"/>
              <a:gd name="T80" fmla="*/ 1055 w 1359"/>
              <a:gd name="T81" fmla="*/ 32 h 1360"/>
              <a:gd name="T82" fmla="*/ 1053 w 1359"/>
              <a:gd name="T83" fmla="*/ 0 h 1360"/>
              <a:gd name="T84" fmla="*/ 1053 w 1359"/>
              <a:gd name="T85" fmla="*/ 0 h 13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59" h="1360">
                <a:moveTo>
                  <a:pt x="1053" y="0"/>
                </a:moveTo>
                <a:lnTo>
                  <a:pt x="0" y="0"/>
                </a:lnTo>
                <a:lnTo>
                  <a:pt x="0" y="163"/>
                </a:lnTo>
                <a:lnTo>
                  <a:pt x="228" y="239"/>
                </a:lnTo>
                <a:lnTo>
                  <a:pt x="228" y="239"/>
                </a:lnTo>
                <a:lnTo>
                  <a:pt x="236" y="269"/>
                </a:lnTo>
                <a:lnTo>
                  <a:pt x="243" y="301"/>
                </a:lnTo>
                <a:lnTo>
                  <a:pt x="261" y="360"/>
                </a:lnTo>
                <a:lnTo>
                  <a:pt x="102" y="541"/>
                </a:lnTo>
                <a:lnTo>
                  <a:pt x="263" y="821"/>
                </a:lnTo>
                <a:lnTo>
                  <a:pt x="500" y="772"/>
                </a:lnTo>
                <a:lnTo>
                  <a:pt x="500" y="772"/>
                </a:lnTo>
                <a:lnTo>
                  <a:pt x="542" y="818"/>
                </a:lnTo>
                <a:lnTo>
                  <a:pt x="588" y="861"/>
                </a:lnTo>
                <a:lnTo>
                  <a:pt x="540" y="1097"/>
                </a:lnTo>
                <a:lnTo>
                  <a:pt x="820" y="1259"/>
                </a:lnTo>
                <a:lnTo>
                  <a:pt x="1000" y="1098"/>
                </a:lnTo>
                <a:lnTo>
                  <a:pt x="1000" y="1098"/>
                </a:lnTo>
                <a:lnTo>
                  <a:pt x="1030" y="1109"/>
                </a:lnTo>
                <a:lnTo>
                  <a:pt x="1060" y="1117"/>
                </a:lnTo>
                <a:lnTo>
                  <a:pt x="1091" y="1124"/>
                </a:lnTo>
                <a:lnTo>
                  <a:pt x="1121" y="1131"/>
                </a:lnTo>
                <a:lnTo>
                  <a:pt x="1197" y="1360"/>
                </a:lnTo>
                <a:lnTo>
                  <a:pt x="1359" y="1360"/>
                </a:lnTo>
                <a:lnTo>
                  <a:pt x="1359" y="307"/>
                </a:lnTo>
                <a:lnTo>
                  <a:pt x="1359" y="307"/>
                </a:lnTo>
                <a:lnTo>
                  <a:pt x="1328" y="305"/>
                </a:lnTo>
                <a:lnTo>
                  <a:pt x="1298" y="301"/>
                </a:lnTo>
                <a:lnTo>
                  <a:pt x="1269" y="294"/>
                </a:lnTo>
                <a:lnTo>
                  <a:pt x="1240" y="282"/>
                </a:lnTo>
                <a:lnTo>
                  <a:pt x="1213" y="269"/>
                </a:lnTo>
                <a:lnTo>
                  <a:pt x="1188" y="255"/>
                </a:lnTo>
                <a:lnTo>
                  <a:pt x="1165" y="236"/>
                </a:lnTo>
                <a:lnTo>
                  <a:pt x="1142" y="217"/>
                </a:lnTo>
                <a:lnTo>
                  <a:pt x="1124" y="196"/>
                </a:lnTo>
                <a:lnTo>
                  <a:pt x="1105" y="172"/>
                </a:lnTo>
                <a:lnTo>
                  <a:pt x="1091" y="147"/>
                </a:lnTo>
                <a:lnTo>
                  <a:pt x="1078" y="120"/>
                </a:lnTo>
                <a:lnTo>
                  <a:pt x="1068" y="92"/>
                </a:lnTo>
                <a:lnTo>
                  <a:pt x="1059" y="62"/>
                </a:lnTo>
                <a:lnTo>
                  <a:pt x="1055" y="32"/>
                </a:lnTo>
                <a:lnTo>
                  <a:pt x="1053" y="0"/>
                </a:lnTo>
                <a:lnTo>
                  <a:pt x="1053" y="0"/>
                </a:lnTo>
                <a:close/>
              </a:path>
            </a:pathLst>
          </a:custGeom>
          <a:solidFill>
            <a:schemeClr val="tx2"/>
          </a:solidFill>
          <a:ln>
            <a:noFill/>
          </a:ln>
        </p:spPr>
        <p:txBody>
          <a:bodyPr vert="horz" wrap="square" lIns="82938" tIns="41469" rIns="82938" bIns="41469" numCol="1" anchor="t" anchorCtr="0" compatLnSpc="1"/>
          <a:lstStyle/>
          <a:p>
            <a:endParaRPr lang="en-GB" sz="1815">
              <a:latin typeface="+mj-lt"/>
            </a:endParaRPr>
          </a:p>
        </p:txBody>
      </p:sp>
      <p:sp>
        <p:nvSpPr>
          <p:cNvPr id="34" name="Freeform 131"/>
          <p:cNvSpPr/>
          <p:nvPr/>
        </p:nvSpPr>
        <p:spPr bwMode="auto">
          <a:xfrm>
            <a:off x="5926304" y="4858648"/>
            <a:ext cx="1958277" cy="1958277"/>
          </a:xfrm>
          <a:custGeom>
            <a:avLst/>
            <a:gdLst>
              <a:gd name="T0" fmla="*/ 0 w 1360"/>
              <a:gd name="T1" fmla="*/ 307 h 1360"/>
              <a:gd name="T2" fmla="*/ 0 w 1360"/>
              <a:gd name="T3" fmla="*/ 1360 h 1360"/>
              <a:gd name="T4" fmla="*/ 163 w 1360"/>
              <a:gd name="T5" fmla="*/ 1360 h 1360"/>
              <a:gd name="T6" fmla="*/ 239 w 1360"/>
              <a:gd name="T7" fmla="*/ 1131 h 1360"/>
              <a:gd name="T8" fmla="*/ 239 w 1360"/>
              <a:gd name="T9" fmla="*/ 1131 h 1360"/>
              <a:gd name="T10" fmla="*/ 269 w 1360"/>
              <a:gd name="T11" fmla="*/ 1124 h 1360"/>
              <a:gd name="T12" fmla="*/ 299 w 1360"/>
              <a:gd name="T13" fmla="*/ 1117 h 1360"/>
              <a:gd name="T14" fmla="*/ 330 w 1360"/>
              <a:gd name="T15" fmla="*/ 1109 h 1360"/>
              <a:gd name="T16" fmla="*/ 360 w 1360"/>
              <a:gd name="T17" fmla="*/ 1098 h 1360"/>
              <a:gd name="T18" fmla="*/ 539 w 1360"/>
              <a:gd name="T19" fmla="*/ 1259 h 1360"/>
              <a:gd name="T20" fmla="*/ 820 w 1360"/>
              <a:gd name="T21" fmla="*/ 1097 h 1360"/>
              <a:gd name="T22" fmla="*/ 772 w 1360"/>
              <a:gd name="T23" fmla="*/ 861 h 1360"/>
              <a:gd name="T24" fmla="*/ 772 w 1360"/>
              <a:gd name="T25" fmla="*/ 861 h 1360"/>
              <a:gd name="T26" fmla="*/ 817 w 1360"/>
              <a:gd name="T27" fmla="*/ 818 h 1360"/>
              <a:gd name="T28" fmla="*/ 860 w 1360"/>
              <a:gd name="T29" fmla="*/ 772 h 1360"/>
              <a:gd name="T30" fmla="*/ 1097 w 1360"/>
              <a:gd name="T31" fmla="*/ 821 h 1360"/>
              <a:gd name="T32" fmla="*/ 1258 w 1360"/>
              <a:gd name="T33" fmla="*/ 541 h 1360"/>
              <a:gd name="T34" fmla="*/ 1098 w 1360"/>
              <a:gd name="T35" fmla="*/ 360 h 1360"/>
              <a:gd name="T36" fmla="*/ 1098 w 1360"/>
              <a:gd name="T37" fmla="*/ 360 h 1360"/>
              <a:gd name="T38" fmla="*/ 1109 w 1360"/>
              <a:gd name="T39" fmla="*/ 330 h 1360"/>
              <a:gd name="T40" fmla="*/ 1117 w 1360"/>
              <a:gd name="T41" fmla="*/ 301 h 1360"/>
              <a:gd name="T42" fmla="*/ 1124 w 1360"/>
              <a:gd name="T43" fmla="*/ 269 h 1360"/>
              <a:gd name="T44" fmla="*/ 1132 w 1360"/>
              <a:gd name="T45" fmla="*/ 239 h 1360"/>
              <a:gd name="T46" fmla="*/ 1360 w 1360"/>
              <a:gd name="T47" fmla="*/ 163 h 1360"/>
              <a:gd name="T48" fmla="*/ 1360 w 1360"/>
              <a:gd name="T49" fmla="*/ 0 h 1360"/>
              <a:gd name="T50" fmla="*/ 307 w 1360"/>
              <a:gd name="T51" fmla="*/ 0 h 1360"/>
              <a:gd name="T52" fmla="*/ 307 w 1360"/>
              <a:gd name="T53" fmla="*/ 0 h 1360"/>
              <a:gd name="T54" fmla="*/ 305 w 1360"/>
              <a:gd name="T55" fmla="*/ 32 h 1360"/>
              <a:gd name="T56" fmla="*/ 299 w 1360"/>
              <a:gd name="T57" fmla="*/ 62 h 1360"/>
              <a:gd name="T58" fmla="*/ 292 w 1360"/>
              <a:gd name="T59" fmla="*/ 92 h 1360"/>
              <a:gd name="T60" fmla="*/ 282 w 1360"/>
              <a:gd name="T61" fmla="*/ 120 h 1360"/>
              <a:gd name="T62" fmla="*/ 269 w 1360"/>
              <a:gd name="T63" fmla="*/ 147 h 1360"/>
              <a:gd name="T64" fmla="*/ 253 w 1360"/>
              <a:gd name="T65" fmla="*/ 172 h 1360"/>
              <a:gd name="T66" fmla="*/ 236 w 1360"/>
              <a:gd name="T67" fmla="*/ 196 h 1360"/>
              <a:gd name="T68" fmla="*/ 216 w 1360"/>
              <a:gd name="T69" fmla="*/ 217 h 1360"/>
              <a:gd name="T70" fmla="*/ 194 w 1360"/>
              <a:gd name="T71" fmla="*/ 236 h 1360"/>
              <a:gd name="T72" fmla="*/ 171 w 1360"/>
              <a:gd name="T73" fmla="*/ 255 h 1360"/>
              <a:gd name="T74" fmla="*/ 146 w 1360"/>
              <a:gd name="T75" fmla="*/ 269 h 1360"/>
              <a:gd name="T76" fmla="*/ 120 w 1360"/>
              <a:gd name="T77" fmla="*/ 282 h 1360"/>
              <a:gd name="T78" fmla="*/ 91 w 1360"/>
              <a:gd name="T79" fmla="*/ 294 h 1360"/>
              <a:gd name="T80" fmla="*/ 62 w 1360"/>
              <a:gd name="T81" fmla="*/ 301 h 1360"/>
              <a:gd name="T82" fmla="*/ 32 w 1360"/>
              <a:gd name="T83" fmla="*/ 305 h 1360"/>
              <a:gd name="T84" fmla="*/ 0 w 1360"/>
              <a:gd name="T85" fmla="*/ 307 h 1360"/>
              <a:gd name="T86" fmla="*/ 0 w 1360"/>
              <a:gd name="T87" fmla="*/ 307 h 13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360" h="1360">
                <a:moveTo>
                  <a:pt x="0" y="307"/>
                </a:moveTo>
                <a:lnTo>
                  <a:pt x="0" y="1360"/>
                </a:lnTo>
                <a:lnTo>
                  <a:pt x="163" y="1360"/>
                </a:lnTo>
                <a:lnTo>
                  <a:pt x="239" y="1131"/>
                </a:lnTo>
                <a:lnTo>
                  <a:pt x="239" y="1131"/>
                </a:lnTo>
                <a:lnTo>
                  <a:pt x="269" y="1124"/>
                </a:lnTo>
                <a:lnTo>
                  <a:pt x="299" y="1117"/>
                </a:lnTo>
                <a:lnTo>
                  <a:pt x="330" y="1109"/>
                </a:lnTo>
                <a:lnTo>
                  <a:pt x="360" y="1098"/>
                </a:lnTo>
                <a:lnTo>
                  <a:pt x="539" y="1259"/>
                </a:lnTo>
                <a:lnTo>
                  <a:pt x="820" y="1097"/>
                </a:lnTo>
                <a:lnTo>
                  <a:pt x="772" y="861"/>
                </a:lnTo>
                <a:lnTo>
                  <a:pt x="772" y="861"/>
                </a:lnTo>
                <a:lnTo>
                  <a:pt x="817" y="818"/>
                </a:lnTo>
                <a:lnTo>
                  <a:pt x="860" y="772"/>
                </a:lnTo>
                <a:lnTo>
                  <a:pt x="1097" y="821"/>
                </a:lnTo>
                <a:lnTo>
                  <a:pt x="1258" y="541"/>
                </a:lnTo>
                <a:lnTo>
                  <a:pt x="1098" y="360"/>
                </a:lnTo>
                <a:lnTo>
                  <a:pt x="1098" y="360"/>
                </a:lnTo>
                <a:lnTo>
                  <a:pt x="1109" y="330"/>
                </a:lnTo>
                <a:lnTo>
                  <a:pt x="1117" y="301"/>
                </a:lnTo>
                <a:lnTo>
                  <a:pt x="1124" y="269"/>
                </a:lnTo>
                <a:lnTo>
                  <a:pt x="1132" y="239"/>
                </a:lnTo>
                <a:lnTo>
                  <a:pt x="1360" y="163"/>
                </a:lnTo>
                <a:lnTo>
                  <a:pt x="1360" y="0"/>
                </a:lnTo>
                <a:lnTo>
                  <a:pt x="307" y="0"/>
                </a:lnTo>
                <a:lnTo>
                  <a:pt x="307" y="0"/>
                </a:lnTo>
                <a:lnTo>
                  <a:pt x="305" y="32"/>
                </a:lnTo>
                <a:lnTo>
                  <a:pt x="299" y="62"/>
                </a:lnTo>
                <a:lnTo>
                  <a:pt x="292" y="92"/>
                </a:lnTo>
                <a:lnTo>
                  <a:pt x="282" y="120"/>
                </a:lnTo>
                <a:lnTo>
                  <a:pt x="269" y="147"/>
                </a:lnTo>
                <a:lnTo>
                  <a:pt x="253" y="172"/>
                </a:lnTo>
                <a:lnTo>
                  <a:pt x="236" y="196"/>
                </a:lnTo>
                <a:lnTo>
                  <a:pt x="216" y="217"/>
                </a:lnTo>
                <a:lnTo>
                  <a:pt x="194" y="236"/>
                </a:lnTo>
                <a:lnTo>
                  <a:pt x="171" y="255"/>
                </a:lnTo>
                <a:lnTo>
                  <a:pt x="146" y="269"/>
                </a:lnTo>
                <a:lnTo>
                  <a:pt x="120" y="282"/>
                </a:lnTo>
                <a:lnTo>
                  <a:pt x="91" y="294"/>
                </a:lnTo>
                <a:lnTo>
                  <a:pt x="62" y="301"/>
                </a:lnTo>
                <a:lnTo>
                  <a:pt x="32" y="305"/>
                </a:lnTo>
                <a:lnTo>
                  <a:pt x="0" y="307"/>
                </a:lnTo>
                <a:lnTo>
                  <a:pt x="0" y="307"/>
                </a:lnTo>
                <a:close/>
              </a:path>
            </a:pathLst>
          </a:custGeom>
          <a:solidFill>
            <a:schemeClr val="accent4"/>
          </a:solidFill>
          <a:ln>
            <a:noFill/>
          </a:ln>
        </p:spPr>
        <p:txBody>
          <a:bodyPr vert="horz" wrap="square" lIns="82938" tIns="41469" rIns="82938" bIns="41469" numCol="1" anchor="t" anchorCtr="0" compatLnSpc="1"/>
          <a:lstStyle/>
          <a:p>
            <a:endParaRPr lang="en-GB" sz="1815">
              <a:latin typeface="+mj-lt"/>
            </a:endParaRPr>
          </a:p>
        </p:txBody>
      </p:sp>
      <p:grpSp>
        <p:nvGrpSpPr>
          <p:cNvPr id="13" name="Group 12"/>
          <p:cNvGrpSpPr/>
          <p:nvPr/>
        </p:nvGrpSpPr>
        <p:grpSpPr>
          <a:xfrm>
            <a:off x="8314143" y="1120881"/>
            <a:ext cx="2971974" cy="2969094"/>
            <a:chOff x="5735513" y="489569"/>
            <a:chExt cx="3276601" cy="3273426"/>
          </a:xfrm>
        </p:grpSpPr>
        <p:sp>
          <p:nvSpPr>
            <p:cNvPr id="35" name="Freeform 132"/>
            <p:cNvSpPr/>
            <p:nvPr/>
          </p:nvSpPr>
          <p:spPr bwMode="auto">
            <a:xfrm>
              <a:off x="7556376" y="1305544"/>
              <a:ext cx="1455738" cy="2238375"/>
            </a:xfrm>
            <a:custGeom>
              <a:avLst/>
              <a:gdLst>
                <a:gd name="T0" fmla="*/ 0 w 917"/>
                <a:gd name="T1" fmla="*/ 718 h 1410"/>
                <a:gd name="T2" fmla="*/ 401 w 917"/>
                <a:gd name="T3" fmla="*/ 1410 h 1410"/>
                <a:gd name="T4" fmla="*/ 508 w 917"/>
                <a:gd name="T5" fmla="*/ 1350 h 1410"/>
                <a:gd name="T6" fmla="*/ 470 w 917"/>
                <a:gd name="T7" fmla="*/ 1170 h 1410"/>
                <a:gd name="T8" fmla="*/ 470 w 917"/>
                <a:gd name="T9" fmla="*/ 1170 h 1410"/>
                <a:gd name="T10" fmla="*/ 505 w 917"/>
                <a:gd name="T11" fmla="*/ 1137 h 1410"/>
                <a:gd name="T12" fmla="*/ 538 w 917"/>
                <a:gd name="T13" fmla="*/ 1103 h 1410"/>
                <a:gd name="T14" fmla="*/ 717 w 917"/>
                <a:gd name="T15" fmla="*/ 1139 h 1410"/>
                <a:gd name="T16" fmla="*/ 840 w 917"/>
                <a:gd name="T17" fmla="*/ 926 h 1410"/>
                <a:gd name="T18" fmla="*/ 719 w 917"/>
                <a:gd name="T19" fmla="*/ 789 h 1410"/>
                <a:gd name="T20" fmla="*/ 719 w 917"/>
                <a:gd name="T21" fmla="*/ 789 h 1410"/>
                <a:gd name="T22" fmla="*/ 732 w 917"/>
                <a:gd name="T23" fmla="*/ 743 h 1410"/>
                <a:gd name="T24" fmla="*/ 743 w 917"/>
                <a:gd name="T25" fmla="*/ 697 h 1410"/>
                <a:gd name="T26" fmla="*/ 917 w 917"/>
                <a:gd name="T27" fmla="*/ 640 h 1410"/>
                <a:gd name="T28" fmla="*/ 917 w 917"/>
                <a:gd name="T29" fmla="*/ 394 h 1410"/>
                <a:gd name="T30" fmla="*/ 743 w 917"/>
                <a:gd name="T31" fmla="*/ 337 h 1410"/>
                <a:gd name="T32" fmla="*/ 743 w 917"/>
                <a:gd name="T33" fmla="*/ 337 h 1410"/>
                <a:gd name="T34" fmla="*/ 732 w 917"/>
                <a:gd name="T35" fmla="*/ 291 h 1410"/>
                <a:gd name="T36" fmla="*/ 719 w 917"/>
                <a:gd name="T37" fmla="*/ 245 h 1410"/>
                <a:gd name="T38" fmla="*/ 840 w 917"/>
                <a:gd name="T39" fmla="*/ 107 h 1410"/>
                <a:gd name="T40" fmla="*/ 778 w 917"/>
                <a:gd name="T41" fmla="*/ 0 h 1410"/>
                <a:gd name="T42" fmla="*/ 87 w 917"/>
                <a:gd name="T43" fmla="*/ 401 h 1410"/>
                <a:gd name="T44" fmla="*/ 87 w 917"/>
                <a:gd name="T45" fmla="*/ 401 h 1410"/>
                <a:gd name="T46" fmla="*/ 97 w 917"/>
                <a:gd name="T47" fmla="*/ 422 h 1410"/>
                <a:gd name="T48" fmla="*/ 105 w 917"/>
                <a:gd name="T49" fmla="*/ 445 h 1410"/>
                <a:gd name="T50" fmla="*/ 111 w 917"/>
                <a:gd name="T51" fmla="*/ 466 h 1410"/>
                <a:gd name="T52" fmla="*/ 115 w 917"/>
                <a:gd name="T53" fmla="*/ 489 h 1410"/>
                <a:gd name="T54" fmla="*/ 117 w 917"/>
                <a:gd name="T55" fmla="*/ 511 h 1410"/>
                <a:gd name="T56" fmla="*/ 117 w 917"/>
                <a:gd name="T57" fmla="*/ 534 h 1410"/>
                <a:gd name="T58" fmla="*/ 114 w 917"/>
                <a:gd name="T59" fmla="*/ 555 h 1410"/>
                <a:gd name="T60" fmla="*/ 109 w 917"/>
                <a:gd name="T61" fmla="*/ 577 h 1410"/>
                <a:gd name="T62" fmla="*/ 102 w 917"/>
                <a:gd name="T63" fmla="*/ 598 h 1410"/>
                <a:gd name="T64" fmla="*/ 94 w 917"/>
                <a:gd name="T65" fmla="*/ 618 h 1410"/>
                <a:gd name="T66" fmla="*/ 82 w 917"/>
                <a:gd name="T67" fmla="*/ 639 h 1410"/>
                <a:gd name="T68" fmla="*/ 69 w 917"/>
                <a:gd name="T69" fmla="*/ 657 h 1410"/>
                <a:gd name="T70" fmla="*/ 55 w 917"/>
                <a:gd name="T71" fmla="*/ 674 h 1410"/>
                <a:gd name="T72" fmla="*/ 39 w 917"/>
                <a:gd name="T73" fmla="*/ 690 h 1410"/>
                <a:gd name="T74" fmla="*/ 20 w 917"/>
                <a:gd name="T75" fmla="*/ 705 h 1410"/>
                <a:gd name="T76" fmla="*/ 0 w 917"/>
                <a:gd name="T77" fmla="*/ 718 h 1410"/>
                <a:gd name="T78" fmla="*/ 0 w 917"/>
                <a:gd name="T79" fmla="*/ 718 h 14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917" h="1410">
                  <a:moveTo>
                    <a:pt x="0" y="718"/>
                  </a:moveTo>
                  <a:lnTo>
                    <a:pt x="401" y="1410"/>
                  </a:lnTo>
                  <a:lnTo>
                    <a:pt x="508" y="1350"/>
                  </a:lnTo>
                  <a:lnTo>
                    <a:pt x="470" y="1170"/>
                  </a:lnTo>
                  <a:lnTo>
                    <a:pt x="470" y="1170"/>
                  </a:lnTo>
                  <a:lnTo>
                    <a:pt x="505" y="1137"/>
                  </a:lnTo>
                  <a:lnTo>
                    <a:pt x="538" y="1103"/>
                  </a:lnTo>
                  <a:lnTo>
                    <a:pt x="717" y="1139"/>
                  </a:lnTo>
                  <a:lnTo>
                    <a:pt x="840" y="926"/>
                  </a:lnTo>
                  <a:lnTo>
                    <a:pt x="719" y="789"/>
                  </a:lnTo>
                  <a:lnTo>
                    <a:pt x="719" y="789"/>
                  </a:lnTo>
                  <a:lnTo>
                    <a:pt x="732" y="743"/>
                  </a:lnTo>
                  <a:lnTo>
                    <a:pt x="743" y="697"/>
                  </a:lnTo>
                  <a:lnTo>
                    <a:pt x="917" y="640"/>
                  </a:lnTo>
                  <a:lnTo>
                    <a:pt x="917" y="394"/>
                  </a:lnTo>
                  <a:lnTo>
                    <a:pt x="743" y="337"/>
                  </a:lnTo>
                  <a:lnTo>
                    <a:pt x="743" y="337"/>
                  </a:lnTo>
                  <a:lnTo>
                    <a:pt x="732" y="291"/>
                  </a:lnTo>
                  <a:lnTo>
                    <a:pt x="719" y="245"/>
                  </a:lnTo>
                  <a:lnTo>
                    <a:pt x="840" y="107"/>
                  </a:lnTo>
                  <a:lnTo>
                    <a:pt x="778" y="0"/>
                  </a:lnTo>
                  <a:lnTo>
                    <a:pt x="87" y="401"/>
                  </a:lnTo>
                  <a:lnTo>
                    <a:pt x="87" y="401"/>
                  </a:lnTo>
                  <a:lnTo>
                    <a:pt x="97" y="422"/>
                  </a:lnTo>
                  <a:lnTo>
                    <a:pt x="105" y="445"/>
                  </a:lnTo>
                  <a:lnTo>
                    <a:pt x="111" y="466"/>
                  </a:lnTo>
                  <a:lnTo>
                    <a:pt x="115" y="489"/>
                  </a:lnTo>
                  <a:lnTo>
                    <a:pt x="117" y="511"/>
                  </a:lnTo>
                  <a:lnTo>
                    <a:pt x="117" y="534"/>
                  </a:lnTo>
                  <a:lnTo>
                    <a:pt x="114" y="555"/>
                  </a:lnTo>
                  <a:lnTo>
                    <a:pt x="109" y="577"/>
                  </a:lnTo>
                  <a:lnTo>
                    <a:pt x="102" y="598"/>
                  </a:lnTo>
                  <a:lnTo>
                    <a:pt x="94" y="618"/>
                  </a:lnTo>
                  <a:lnTo>
                    <a:pt x="82" y="639"/>
                  </a:lnTo>
                  <a:lnTo>
                    <a:pt x="69" y="657"/>
                  </a:lnTo>
                  <a:lnTo>
                    <a:pt x="55" y="674"/>
                  </a:lnTo>
                  <a:lnTo>
                    <a:pt x="39" y="690"/>
                  </a:lnTo>
                  <a:lnTo>
                    <a:pt x="20" y="705"/>
                  </a:lnTo>
                  <a:lnTo>
                    <a:pt x="0" y="718"/>
                  </a:lnTo>
                  <a:lnTo>
                    <a:pt x="0" y="718"/>
                  </a:lnTo>
                  <a:close/>
                </a:path>
              </a:pathLst>
            </a:custGeom>
            <a:solidFill>
              <a:schemeClr val="accent4"/>
            </a:solidFill>
            <a:ln>
              <a:noFill/>
            </a:ln>
          </p:spPr>
          <p:txBody>
            <a:bodyPr vert="horz" wrap="square" lIns="82938" tIns="41469" rIns="82938" bIns="41469" numCol="1" anchor="t" anchorCtr="0" compatLnSpc="1"/>
            <a:lstStyle/>
            <a:p>
              <a:endParaRPr lang="en-GB" sz="1815">
                <a:latin typeface="+mj-lt"/>
              </a:endParaRPr>
            </a:p>
          </p:txBody>
        </p:sp>
        <p:sp>
          <p:nvSpPr>
            <p:cNvPr id="36" name="Freeform 133"/>
            <p:cNvSpPr/>
            <p:nvPr/>
          </p:nvSpPr>
          <p:spPr bwMode="auto">
            <a:xfrm>
              <a:off x="5954588" y="2310432"/>
              <a:ext cx="2238375" cy="1452563"/>
            </a:xfrm>
            <a:custGeom>
              <a:avLst/>
              <a:gdLst>
                <a:gd name="T0" fmla="*/ 308 w 1410"/>
                <a:gd name="T1" fmla="*/ 537 h 915"/>
                <a:gd name="T2" fmla="*/ 272 w 1410"/>
                <a:gd name="T3" fmla="*/ 717 h 915"/>
                <a:gd name="T4" fmla="*/ 485 w 1410"/>
                <a:gd name="T5" fmla="*/ 839 h 915"/>
                <a:gd name="T6" fmla="*/ 621 w 1410"/>
                <a:gd name="T7" fmla="*/ 717 h 915"/>
                <a:gd name="T8" fmla="*/ 621 w 1410"/>
                <a:gd name="T9" fmla="*/ 717 h 915"/>
                <a:gd name="T10" fmla="*/ 667 w 1410"/>
                <a:gd name="T11" fmla="*/ 731 h 915"/>
                <a:gd name="T12" fmla="*/ 713 w 1410"/>
                <a:gd name="T13" fmla="*/ 743 h 915"/>
                <a:gd name="T14" fmla="*/ 771 w 1410"/>
                <a:gd name="T15" fmla="*/ 915 h 915"/>
                <a:gd name="T16" fmla="*/ 1016 w 1410"/>
                <a:gd name="T17" fmla="*/ 915 h 915"/>
                <a:gd name="T18" fmla="*/ 1074 w 1410"/>
                <a:gd name="T19" fmla="*/ 743 h 915"/>
                <a:gd name="T20" fmla="*/ 1074 w 1410"/>
                <a:gd name="T21" fmla="*/ 743 h 915"/>
                <a:gd name="T22" fmla="*/ 1121 w 1410"/>
                <a:gd name="T23" fmla="*/ 731 h 915"/>
                <a:gd name="T24" fmla="*/ 1166 w 1410"/>
                <a:gd name="T25" fmla="*/ 718 h 915"/>
                <a:gd name="T26" fmla="*/ 1304 w 1410"/>
                <a:gd name="T27" fmla="*/ 839 h 915"/>
                <a:gd name="T28" fmla="*/ 1410 w 1410"/>
                <a:gd name="T29" fmla="*/ 777 h 915"/>
                <a:gd name="T30" fmla="*/ 1009 w 1410"/>
                <a:gd name="T31" fmla="*/ 85 h 915"/>
                <a:gd name="T32" fmla="*/ 1009 w 1410"/>
                <a:gd name="T33" fmla="*/ 85 h 915"/>
                <a:gd name="T34" fmla="*/ 989 w 1410"/>
                <a:gd name="T35" fmla="*/ 96 h 915"/>
                <a:gd name="T36" fmla="*/ 968 w 1410"/>
                <a:gd name="T37" fmla="*/ 105 h 915"/>
                <a:gd name="T38" fmla="*/ 945 w 1410"/>
                <a:gd name="T39" fmla="*/ 110 h 915"/>
                <a:gd name="T40" fmla="*/ 923 w 1410"/>
                <a:gd name="T41" fmla="*/ 115 h 915"/>
                <a:gd name="T42" fmla="*/ 900 w 1410"/>
                <a:gd name="T43" fmla="*/ 116 h 915"/>
                <a:gd name="T44" fmla="*/ 877 w 1410"/>
                <a:gd name="T45" fmla="*/ 116 h 915"/>
                <a:gd name="T46" fmla="*/ 855 w 1410"/>
                <a:gd name="T47" fmla="*/ 113 h 915"/>
                <a:gd name="T48" fmla="*/ 834 w 1410"/>
                <a:gd name="T49" fmla="*/ 109 h 915"/>
                <a:gd name="T50" fmla="*/ 812 w 1410"/>
                <a:gd name="T51" fmla="*/ 102 h 915"/>
                <a:gd name="T52" fmla="*/ 792 w 1410"/>
                <a:gd name="T53" fmla="*/ 93 h 915"/>
                <a:gd name="T54" fmla="*/ 772 w 1410"/>
                <a:gd name="T55" fmla="*/ 82 h 915"/>
                <a:gd name="T56" fmla="*/ 753 w 1410"/>
                <a:gd name="T57" fmla="*/ 69 h 915"/>
                <a:gd name="T58" fmla="*/ 736 w 1410"/>
                <a:gd name="T59" fmla="*/ 54 h 915"/>
                <a:gd name="T60" fmla="*/ 720 w 1410"/>
                <a:gd name="T61" fmla="*/ 39 h 915"/>
                <a:gd name="T62" fmla="*/ 706 w 1410"/>
                <a:gd name="T63" fmla="*/ 20 h 915"/>
                <a:gd name="T64" fmla="*/ 693 w 1410"/>
                <a:gd name="T65" fmla="*/ 0 h 915"/>
                <a:gd name="T66" fmla="*/ 0 w 1410"/>
                <a:gd name="T67" fmla="*/ 399 h 915"/>
                <a:gd name="T68" fmla="*/ 62 w 1410"/>
                <a:gd name="T69" fmla="*/ 506 h 915"/>
                <a:gd name="T70" fmla="*/ 240 w 1410"/>
                <a:gd name="T71" fmla="*/ 470 h 915"/>
                <a:gd name="T72" fmla="*/ 240 w 1410"/>
                <a:gd name="T73" fmla="*/ 470 h 915"/>
                <a:gd name="T74" fmla="*/ 273 w 1410"/>
                <a:gd name="T75" fmla="*/ 504 h 915"/>
                <a:gd name="T76" fmla="*/ 308 w 1410"/>
                <a:gd name="T77" fmla="*/ 537 h 915"/>
                <a:gd name="T78" fmla="*/ 308 w 1410"/>
                <a:gd name="T79" fmla="*/ 537 h 9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410" h="915">
                  <a:moveTo>
                    <a:pt x="308" y="537"/>
                  </a:moveTo>
                  <a:lnTo>
                    <a:pt x="272" y="717"/>
                  </a:lnTo>
                  <a:lnTo>
                    <a:pt x="485" y="839"/>
                  </a:lnTo>
                  <a:lnTo>
                    <a:pt x="621" y="717"/>
                  </a:lnTo>
                  <a:lnTo>
                    <a:pt x="621" y="717"/>
                  </a:lnTo>
                  <a:lnTo>
                    <a:pt x="667" y="731"/>
                  </a:lnTo>
                  <a:lnTo>
                    <a:pt x="713" y="743"/>
                  </a:lnTo>
                  <a:lnTo>
                    <a:pt x="771" y="915"/>
                  </a:lnTo>
                  <a:lnTo>
                    <a:pt x="1016" y="915"/>
                  </a:lnTo>
                  <a:lnTo>
                    <a:pt x="1074" y="743"/>
                  </a:lnTo>
                  <a:lnTo>
                    <a:pt x="1074" y="743"/>
                  </a:lnTo>
                  <a:lnTo>
                    <a:pt x="1121" y="731"/>
                  </a:lnTo>
                  <a:lnTo>
                    <a:pt x="1166" y="718"/>
                  </a:lnTo>
                  <a:lnTo>
                    <a:pt x="1304" y="839"/>
                  </a:lnTo>
                  <a:lnTo>
                    <a:pt x="1410" y="777"/>
                  </a:lnTo>
                  <a:lnTo>
                    <a:pt x="1009" y="85"/>
                  </a:lnTo>
                  <a:lnTo>
                    <a:pt x="1009" y="85"/>
                  </a:lnTo>
                  <a:lnTo>
                    <a:pt x="989" y="96"/>
                  </a:lnTo>
                  <a:lnTo>
                    <a:pt x="968" y="105"/>
                  </a:lnTo>
                  <a:lnTo>
                    <a:pt x="945" y="110"/>
                  </a:lnTo>
                  <a:lnTo>
                    <a:pt x="923" y="115"/>
                  </a:lnTo>
                  <a:lnTo>
                    <a:pt x="900" y="116"/>
                  </a:lnTo>
                  <a:lnTo>
                    <a:pt x="877" y="116"/>
                  </a:lnTo>
                  <a:lnTo>
                    <a:pt x="855" y="113"/>
                  </a:lnTo>
                  <a:lnTo>
                    <a:pt x="834" y="109"/>
                  </a:lnTo>
                  <a:lnTo>
                    <a:pt x="812" y="102"/>
                  </a:lnTo>
                  <a:lnTo>
                    <a:pt x="792" y="93"/>
                  </a:lnTo>
                  <a:lnTo>
                    <a:pt x="772" y="82"/>
                  </a:lnTo>
                  <a:lnTo>
                    <a:pt x="753" y="69"/>
                  </a:lnTo>
                  <a:lnTo>
                    <a:pt x="736" y="54"/>
                  </a:lnTo>
                  <a:lnTo>
                    <a:pt x="720" y="39"/>
                  </a:lnTo>
                  <a:lnTo>
                    <a:pt x="706" y="20"/>
                  </a:lnTo>
                  <a:lnTo>
                    <a:pt x="693" y="0"/>
                  </a:lnTo>
                  <a:lnTo>
                    <a:pt x="0" y="399"/>
                  </a:lnTo>
                  <a:lnTo>
                    <a:pt x="62" y="506"/>
                  </a:lnTo>
                  <a:lnTo>
                    <a:pt x="240" y="470"/>
                  </a:lnTo>
                  <a:lnTo>
                    <a:pt x="240" y="470"/>
                  </a:lnTo>
                  <a:lnTo>
                    <a:pt x="273" y="504"/>
                  </a:lnTo>
                  <a:lnTo>
                    <a:pt x="308" y="537"/>
                  </a:lnTo>
                  <a:lnTo>
                    <a:pt x="308" y="537"/>
                  </a:lnTo>
                  <a:close/>
                </a:path>
              </a:pathLst>
            </a:custGeom>
            <a:solidFill>
              <a:schemeClr val="tx2"/>
            </a:solidFill>
            <a:ln>
              <a:noFill/>
            </a:ln>
          </p:spPr>
          <p:txBody>
            <a:bodyPr vert="horz" wrap="square" lIns="82938" tIns="41469" rIns="82938" bIns="41469" numCol="1" anchor="t" anchorCtr="0" compatLnSpc="1"/>
            <a:lstStyle/>
            <a:p>
              <a:endParaRPr lang="en-GB" sz="1815">
                <a:latin typeface="+mj-lt"/>
              </a:endParaRPr>
            </a:p>
          </p:txBody>
        </p:sp>
        <p:sp>
          <p:nvSpPr>
            <p:cNvPr id="37" name="Freeform 134"/>
            <p:cNvSpPr/>
            <p:nvPr/>
          </p:nvSpPr>
          <p:spPr bwMode="auto">
            <a:xfrm>
              <a:off x="6554663" y="489569"/>
              <a:ext cx="2236788" cy="1452563"/>
            </a:xfrm>
            <a:custGeom>
              <a:avLst/>
              <a:gdLst>
                <a:gd name="T0" fmla="*/ 718 w 1409"/>
                <a:gd name="T1" fmla="*/ 915 h 915"/>
                <a:gd name="T2" fmla="*/ 1409 w 1409"/>
                <a:gd name="T3" fmla="*/ 514 h 915"/>
                <a:gd name="T4" fmla="*/ 1348 w 1409"/>
                <a:gd name="T5" fmla="*/ 408 h 915"/>
                <a:gd name="T6" fmla="*/ 1169 w 1409"/>
                <a:gd name="T7" fmla="*/ 446 h 915"/>
                <a:gd name="T8" fmla="*/ 1169 w 1409"/>
                <a:gd name="T9" fmla="*/ 446 h 915"/>
                <a:gd name="T10" fmla="*/ 1136 w 1409"/>
                <a:gd name="T11" fmla="*/ 411 h 915"/>
                <a:gd name="T12" fmla="*/ 1101 w 1409"/>
                <a:gd name="T13" fmla="*/ 378 h 915"/>
                <a:gd name="T14" fmla="*/ 1139 w 1409"/>
                <a:gd name="T15" fmla="*/ 198 h 915"/>
                <a:gd name="T16" fmla="*/ 926 w 1409"/>
                <a:gd name="T17" fmla="*/ 76 h 915"/>
                <a:gd name="T18" fmla="*/ 788 w 1409"/>
                <a:gd name="T19" fmla="*/ 197 h 915"/>
                <a:gd name="T20" fmla="*/ 788 w 1409"/>
                <a:gd name="T21" fmla="*/ 197 h 915"/>
                <a:gd name="T22" fmla="*/ 743 w 1409"/>
                <a:gd name="T23" fmla="*/ 184 h 915"/>
                <a:gd name="T24" fmla="*/ 696 w 1409"/>
                <a:gd name="T25" fmla="*/ 172 h 915"/>
                <a:gd name="T26" fmla="*/ 638 w 1409"/>
                <a:gd name="T27" fmla="*/ 0 h 915"/>
                <a:gd name="T28" fmla="*/ 393 w 1409"/>
                <a:gd name="T29" fmla="*/ 0 h 915"/>
                <a:gd name="T30" fmla="*/ 335 w 1409"/>
                <a:gd name="T31" fmla="*/ 172 h 915"/>
                <a:gd name="T32" fmla="*/ 335 w 1409"/>
                <a:gd name="T33" fmla="*/ 172 h 915"/>
                <a:gd name="T34" fmla="*/ 289 w 1409"/>
                <a:gd name="T35" fmla="*/ 184 h 915"/>
                <a:gd name="T36" fmla="*/ 243 w 1409"/>
                <a:gd name="T37" fmla="*/ 197 h 915"/>
                <a:gd name="T38" fmla="*/ 107 w 1409"/>
                <a:gd name="T39" fmla="*/ 76 h 915"/>
                <a:gd name="T40" fmla="*/ 0 w 1409"/>
                <a:gd name="T41" fmla="*/ 138 h 915"/>
                <a:gd name="T42" fmla="*/ 400 w 1409"/>
                <a:gd name="T43" fmla="*/ 831 h 915"/>
                <a:gd name="T44" fmla="*/ 400 w 1409"/>
                <a:gd name="T45" fmla="*/ 831 h 915"/>
                <a:gd name="T46" fmla="*/ 421 w 1409"/>
                <a:gd name="T47" fmla="*/ 819 h 915"/>
                <a:gd name="T48" fmla="*/ 443 w 1409"/>
                <a:gd name="T49" fmla="*/ 811 h 915"/>
                <a:gd name="T50" fmla="*/ 465 w 1409"/>
                <a:gd name="T51" fmla="*/ 805 h 915"/>
                <a:gd name="T52" fmla="*/ 488 w 1409"/>
                <a:gd name="T53" fmla="*/ 800 h 915"/>
                <a:gd name="T54" fmla="*/ 509 w 1409"/>
                <a:gd name="T55" fmla="*/ 799 h 915"/>
                <a:gd name="T56" fmla="*/ 532 w 1409"/>
                <a:gd name="T57" fmla="*/ 799 h 915"/>
                <a:gd name="T58" fmla="*/ 554 w 1409"/>
                <a:gd name="T59" fmla="*/ 802 h 915"/>
                <a:gd name="T60" fmla="*/ 575 w 1409"/>
                <a:gd name="T61" fmla="*/ 806 h 915"/>
                <a:gd name="T62" fmla="*/ 597 w 1409"/>
                <a:gd name="T63" fmla="*/ 813 h 915"/>
                <a:gd name="T64" fmla="*/ 617 w 1409"/>
                <a:gd name="T65" fmla="*/ 822 h 915"/>
                <a:gd name="T66" fmla="*/ 637 w 1409"/>
                <a:gd name="T67" fmla="*/ 834 h 915"/>
                <a:gd name="T68" fmla="*/ 656 w 1409"/>
                <a:gd name="T69" fmla="*/ 846 h 915"/>
                <a:gd name="T70" fmla="*/ 673 w 1409"/>
                <a:gd name="T71" fmla="*/ 861 h 915"/>
                <a:gd name="T72" fmla="*/ 689 w 1409"/>
                <a:gd name="T73" fmla="*/ 877 h 915"/>
                <a:gd name="T74" fmla="*/ 705 w 1409"/>
                <a:gd name="T75" fmla="*/ 895 h 915"/>
                <a:gd name="T76" fmla="*/ 718 w 1409"/>
                <a:gd name="T77" fmla="*/ 915 h 915"/>
                <a:gd name="T78" fmla="*/ 718 w 1409"/>
                <a:gd name="T79" fmla="*/ 915 h 9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409" h="915">
                  <a:moveTo>
                    <a:pt x="718" y="915"/>
                  </a:moveTo>
                  <a:lnTo>
                    <a:pt x="1409" y="514"/>
                  </a:lnTo>
                  <a:lnTo>
                    <a:pt x="1348" y="408"/>
                  </a:lnTo>
                  <a:lnTo>
                    <a:pt x="1169" y="446"/>
                  </a:lnTo>
                  <a:lnTo>
                    <a:pt x="1169" y="446"/>
                  </a:lnTo>
                  <a:lnTo>
                    <a:pt x="1136" y="411"/>
                  </a:lnTo>
                  <a:lnTo>
                    <a:pt x="1101" y="378"/>
                  </a:lnTo>
                  <a:lnTo>
                    <a:pt x="1139" y="198"/>
                  </a:lnTo>
                  <a:lnTo>
                    <a:pt x="926" y="76"/>
                  </a:lnTo>
                  <a:lnTo>
                    <a:pt x="788" y="197"/>
                  </a:lnTo>
                  <a:lnTo>
                    <a:pt x="788" y="197"/>
                  </a:lnTo>
                  <a:lnTo>
                    <a:pt x="743" y="184"/>
                  </a:lnTo>
                  <a:lnTo>
                    <a:pt x="696" y="172"/>
                  </a:lnTo>
                  <a:lnTo>
                    <a:pt x="638" y="0"/>
                  </a:lnTo>
                  <a:lnTo>
                    <a:pt x="393" y="0"/>
                  </a:lnTo>
                  <a:lnTo>
                    <a:pt x="335" y="172"/>
                  </a:lnTo>
                  <a:lnTo>
                    <a:pt x="335" y="172"/>
                  </a:lnTo>
                  <a:lnTo>
                    <a:pt x="289" y="184"/>
                  </a:lnTo>
                  <a:lnTo>
                    <a:pt x="243" y="197"/>
                  </a:lnTo>
                  <a:lnTo>
                    <a:pt x="107" y="76"/>
                  </a:lnTo>
                  <a:lnTo>
                    <a:pt x="0" y="138"/>
                  </a:lnTo>
                  <a:lnTo>
                    <a:pt x="400" y="831"/>
                  </a:lnTo>
                  <a:lnTo>
                    <a:pt x="400" y="831"/>
                  </a:lnTo>
                  <a:lnTo>
                    <a:pt x="421" y="819"/>
                  </a:lnTo>
                  <a:lnTo>
                    <a:pt x="443" y="811"/>
                  </a:lnTo>
                  <a:lnTo>
                    <a:pt x="465" y="805"/>
                  </a:lnTo>
                  <a:lnTo>
                    <a:pt x="488" y="800"/>
                  </a:lnTo>
                  <a:lnTo>
                    <a:pt x="509" y="799"/>
                  </a:lnTo>
                  <a:lnTo>
                    <a:pt x="532" y="799"/>
                  </a:lnTo>
                  <a:lnTo>
                    <a:pt x="554" y="802"/>
                  </a:lnTo>
                  <a:lnTo>
                    <a:pt x="575" y="806"/>
                  </a:lnTo>
                  <a:lnTo>
                    <a:pt x="597" y="813"/>
                  </a:lnTo>
                  <a:lnTo>
                    <a:pt x="617" y="822"/>
                  </a:lnTo>
                  <a:lnTo>
                    <a:pt x="637" y="834"/>
                  </a:lnTo>
                  <a:lnTo>
                    <a:pt x="656" y="846"/>
                  </a:lnTo>
                  <a:lnTo>
                    <a:pt x="673" y="861"/>
                  </a:lnTo>
                  <a:lnTo>
                    <a:pt x="689" y="877"/>
                  </a:lnTo>
                  <a:lnTo>
                    <a:pt x="705" y="895"/>
                  </a:lnTo>
                  <a:lnTo>
                    <a:pt x="718" y="915"/>
                  </a:lnTo>
                  <a:lnTo>
                    <a:pt x="718" y="915"/>
                  </a:lnTo>
                  <a:close/>
                </a:path>
              </a:pathLst>
            </a:custGeom>
            <a:solidFill>
              <a:schemeClr val="accent5"/>
            </a:solidFill>
            <a:ln>
              <a:noFill/>
            </a:ln>
          </p:spPr>
          <p:txBody>
            <a:bodyPr vert="horz" wrap="square" lIns="82938" tIns="41469" rIns="82938" bIns="41469" numCol="1" anchor="t" anchorCtr="0" compatLnSpc="1"/>
            <a:lstStyle/>
            <a:p>
              <a:endParaRPr lang="en-GB" sz="1815">
                <a:latin typeface="+mj-lt"/>
              </a:endParaRPr>
            </a:p>
          </p:txBody>
        </p:sp>
        <p:sp>
          <p:nvSpPr>
            <p:cNvPr id="38" name="Freeform 135"/>
            <p:cNvSpPr/>
            <p:nvPr/>
          </p:nvSpPr>
          <p:spPr bwMode="auto">
            <a:xfrm>
              <a:off x="5735513" y="708644"/>
              <a:ext cx="1454150" cy="2235200"/>
            </a:xfrm>
            <a:custGeom>
              <a:avLst/>
              <a:gdLst>
                <a:gd name="T0" fmla="*/ 916 w 916"/>
                <a:gd name="T1" fmla="*/ 693 h 1408"/>
                <a:gd name="T2" fmla="*/ 516 w 916"/>
                <a:gd name="T3" fmla="*/ 0 h 1408"/>
                <a:gd name="T4" fmla="*/ 410 w 916"/>
                <a:gd name="T5" fmla="*/ 60 h 1408"/>
                <a:gd name="T6" fmla="*/ 446 w 916"/>
                <a:gd name="T7" fmla="*/ 240 h 1408"/>
                <a:gd name="T8" fmla="*/ 446 w 916"/>
                <a:gd name="T9" fmla="*/ 240 h 1408"/>
                <a:gd name="T10" fmla="*/ 411 w 916"/>
                <a:gd name="T11" fmla="*/ 273 h 1408"/>
                <a:gd name="T12" fmla="*/ 378 w 916"/>
                <a:gd name="T13" fmla="*/ 308 h 1408"/>
                <a:gd name="T14" fmla="*/ 200 w 916"/>
                <a:gd name="T15" fmla="*/ 270 h 1408"/>
                <a:gd name="T16" fmla="*/ 77 w 916"/>
                <a:gd name="T17" fmla="*/ 484 h 1408"/>
                <a:gd name="T18" fmla="*/ 199 w 916"/>
                <a:gd name="T19" fmla="*/ 621 h 1408"/>
                <a:gd name="T20" fmla="*/ 199 w 916"/>
                <a:gd name="T21" fmla="*/ 621 h 1408"/>
                <a:gd name="T22" fmla="*/ 184 w 916"/>
                <a:gd name="T23" fmla="*/ 667 h 1408"/>
                <a:gd name="T24" fmla="*/ 174 w 916"/>
                <a:gd name="T25" fmla="*/ 713 h 1408"/>
                <a:gd name="T26" fmla="*/ 0 w 916"/>
                <a:gd name="T27" fmla="*/ 770 h 1408"/>
                <a:gd name="T28" fmla="*/ 0 w 916"/>
                <a:gd name="T29" fmla="*/ 1016 h 1408"/>
                <a:gd name="T30" fmla="*/ 173 w 916"/>
                <a:gd name="T31" fmla="*/ 1073 h 1408"/>
                <a:gd name="T32" fmla="*/ 173 w 916"/>
                <a:gd name="T33" fmla="*/ 1073 h 1408"/>
                <a:gd name="T34" fmla="*/ 184 w 916"/>
                <a:gd name="T35" fmla="*/ 1119 h 1408"/>
                <a:gd name="T36" fmla="*/ 199 w 916"/>
                <a:gd name="T37" fmla="*/ 1165 h 1408"/>
                <a:gd name="T38" fmla="*/ 77 w 916"/>
                <a:gd name="T39" fmla="*/ 1302 h 1408"/>
                <a:gd name="T40" fmla="*/ 138 w 916"/>
                <a:gd name="T41" fmla="*/ 1408 h 1408"/>
                <a:gd name="T42" fmla="*/ 831 w 916"/>
                <a:gd name="T43" fmla="*/ 1009 h 1408"/>
                <a:gd name="T44" fmla="*/ 831 w 916"/>
                <a:gd name="T45" fmla="*/ 1009 h 1408"/>
                <a:gd name="T46" fmla="*/ 820 w 916"/>
                <a:gd name="T47" fmla="*/ 989 h 1408"/>
                <a:gd name="T48" fmla="*/ 811 w 916"/>
                <a:gd name="T49" fmla="*/ 966 h 1408"/>
                <a:gd name="T50" fmla="*/ 805 w 916"/>
                <a:gd name="T51" fmla="*/ 944 h 1408"/>
                <a:gd name="T52" fmla="*/ 801 w 916"/>
                <a:gd name="T53" fmla="*/ 921 h 1408"/>
                <a:gd name="T54" fmla="*/ 799 w 916"/>
                <a:gd name="T55" fmla="*/ 900 h 1408"/>
                <a:gd name="T56" fmla="*/ 799 w 916"/>
                <a:gd name="T57" fmla="*/ 877 h 1408"/>
                <a:gd name="T58" fmla="*/ 802 w 916"/>
                <a:gd name="T59" fmla="*/ 855 h 1408"/>
                <a:gd name="T60" fmla="*/ 808 w 916"/>
                <a:gd name="T61" fmla="*/ 833 h 1408"/>
                <a:gd name="T62" fmla="*/ 814 w 916"/>
                <a:gd name="T63" fmla="*/ 812 h 1408"/>
                <a:gd name="T64" fmla="*/ 822 w 916"/>
                <a:gd name="T65" fmla="*/ 792 h 1408"/>
                <a:gd name="T66" fmla="*/ 834 w 916"/>
                <a:gd name="T67" fmla="*/ 772 h 1408"/>
                <a:gd name="T68" fmla="*/ 847 w 916"/>
                <a:gd name="T69" fmla="*/ 753 h 1408"/>
                <a:gd name="T70" fmla="*/ 861 w 916"/>
                <a:gd name="T71" fmla="*/ 736 h 1408"/>
                <a:gd name="T72" fmla="*/ 877 w 916"/>
                <a:gd name="T73" fmla="*/ 720 h 1408"/>
                <a:gd name="T74" fmla="*/ 896 w 916"/>
                <a:gd name="T75" fmla="*/ 706 h 1408"/>
                <a:gd name="T76" fmla="*/ 916 w 916"/>
                <a:gd name="T77" fmla="*/ 693 h 1408"/>
                <a:gd name="T78" fmla="*/ 916 w 916"/>
                <a:gd name="T79" fmla="*/ 693 h 14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916" h="1408">
                  <a:moveTo>
                    <a:pt x="916" y="693"/>
                  </a:moveTo>
                  <a:lnTo>
                    <a:pt x="516" y="0"/>
                  </a:lnTo>
                  <a:lnTo>
                    <a:pt x="410" y="60"/>
                  </a:lnTo>
                  <a:lnTo>
                    <a:pt x="446" y="240"/>
                  </a:lnTo>
                  <a:lnTo>
                    <a:pt x="446" y="240"/>
                  </a:lnTo>
                  <a:lnTo>
                    <a:pt x="411" y="273"/>
                  </a:lnTo>
                  <a:lnTo>
                    <a:pt x="378" y="308"/>
                  </a:lnTo>
                  <a:lnTo>
                    <a:pt x="200" y="270"/>
                  </a:lnTo>
                  <a:lnTo>
                    <a:pt x="77" y="484"/>
                  </a:lnTo>
                  <a:lnTo>
                    <a:pt x="199" y="621"/>
                  </a:lnTo>
                  <a:lnTo>
                    <a:pt x="199" y="621"/>
                  </a:lnTo>
                  <a:lnTo>
                    <a:pt x="184" y="667"/>
                  </a:lnTo>
                  <a:lnTo>
                    <a:pt x="174" y="713"/>
                  </a:lnTo>
                  <a:lnTo>
                    <a:pt x="0" y="770"/>
                  </a:lnTo>
                  <a:lnTo>
                    <a:pt x="0" y="1016"/>
                  </a:lnTo>
                  <a:lnTo>
                    <a:pt x="173" y="1073"/>
                  </a:lnTo>
                  <a:lnTo>
                    <a:pt x="173" y="1073"/>
                  </a:lnTo>
                  <a:lnTo>
                    <a:pt x="184" y="1119"/>
                  </a:lnTo>
                  <a:lnTo>
                    <a:pt x="199" y="1165"/>
                  </a:lnTo>
                  <a:lnTo>
                    <a:pt x="77" y="1302"/>
                  </a:lnTo>
                  <a:lnTo>
                    <a:pt x="138" y="1408"/>
                  </a:lnTo>
                  <a:lnTo>
                    <a:pt x="831" y="1009"/>
                  </a:lnTo>
                  <a:lnTo>
                    <a:pt x="831" y="1009"/>
                  </a:lnTo>
                  <a:lnTo>
                    <a:pt x="820" y="989"/>
                  </a:lnTo>
                  <a:lnTo>
                    <a:pt x="811" y="966"/>
                  </a:lnTo>
                  <a:lnTo>
                    <a:pt x="805" y="944"/>
                  </a:lnTo>
                  <a:lnTo>
                    <a:pt x="801" y="921"/>
                  </a:lnTo>
                  <a:lnTo>
                    <a:pt x="799" y="900"/>
                  </a:lnTo>
                  <a:lnTo>
                    <a:pt x="799" y="877"/>
                  </a:lnTo>
                  <a:lnTo>
                    <a:pt x="802" y="855"/>
                  </a:lnTo>
                  <a:lnTo>
                    <a:pt x="808" y="833"/>
                  </a:lnTo>
                  <a:lnTo>
                    <a:pt x="814" y="812"/>
                  </a:lnTo>
                  <a:lnTo>
                    <a:pt x="822" y="792"/>
                  </a:lnTo>
                  <a:lnTo>
                    <a:pt x="834" y="772"/>
                  </a:lnTo>
                  <a:lnTo>
                    <a:pt x="847" y="753"/>
                  </a:lnTo>
                  <a:lnTo>
                    <a:pt x="861" y="736"/>
                  </a:lnTo>
                  <a:lnTo>
                    <a:pt x="877" y="720"/>
                  </a:lnTo>
                  <a:lnTo>
                    <a:pt x="896" y="706"/>
                  </a:lnTo>
                  <a:lnTo>
                    <a:pt x="916" y="693"/>
                  </a:lnTo>
                  <a:lnTo>
                    <a:pt x="916" y="693"/>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grpSp>
      <p:grpSp>
        <p:nvGrpSpPr>
          <p:cNvPr id="15" name="Group 14"/>
          <p:cNvGrpSpPr/>
          <p:nvPr/>
        </p:nvGrpSpPr>
        <p:grpSpPr>
          <a:xfrm>
            <a:off x="5613844" y="4364759"/>
            <a:ext cx="718515" cy="814990"/>
            <a:chOff x="4498851" y="4461494"/>
            <a:chExt cx="792163" cy="898526"/>
          </a:xfrm>
        </p:grpSpPr>
        <p:sp>
          <p:nvSpPr>
            <p:cNvPr id="63" name="Freeform 160"/>
            <p:cNvSpPr/>
            <p:nvPr/>
          </p:nvSpPr>
          <p:spPr bwMode="auto">
            <a:xfrm>
              <a:off x="4727451" y="4894882"/>
              <a:ext cx="238125" cy="238125"/>
            </a:xfrm>
            <a:custGeom>
              <a:avLst/>
              <a:gdLst>
                <a:gd name="T0" fmla="*/ 118 w 150"/>
                <a:gd name="T1" fmla="*/ 82 h 150"/>
                <a:gd name="T2" fmla="*/ 50 w 150"/>
                <a:gd name="T3" fmla="*/ 86 h 150"/>
                <a:gd name="T4" fmla="*/ 115 w 150"/>
                <a:gd name="T5" fmla="*/ 12 h 150"/>
                <a:gd name="T6" fmla="*/ 115 w 150"/>
                <a:gd name="T7" fmla="*/ 12 h 150"/>
                <a:gd name="T8" fmla="*/ 105 w 150"/>
                <a:gd name="T9" fmla="*/ 7 h 150"/>
                <a:gd name="T10" fmla="*/ 96 w 150"/>
                <a:gd name="T11" fmla="*/ 3 h 150"/>
                <a:gd name="T12" fmla="*/ 85 w 150"/>
                <a:gd name="T13" fmla="*/ 2 h 150"/>
                <a:gd name="T14" fmla="*/ 75 w 150"/>
                <a:gd name="T15" fmla="*/ 0 h 150"/>
                <a:gd name="T16" fmla="*/ 75 w 150"/>
                <a:gd name="T17" fmla="*/ 0 h 150"/>
                <a:gd name="T18" fmla="*/ 60 w 150"/>
                <a:gd name="T19" fmla="*/ 2 h 150"/>
                <a:gd name="T20" fmla="*/ 46 w 150"/>
                <a:gd name="T21" fmla="*/ 6 h 150"/>
                <a:gd name="T22" fmla="*/ 33 w 150"/>
                <a:gd name="T23" fmla="*/ 13 h 150"/>
                <a:gd name="T24" fmla="*/ 22 w 150"/>
                <a:gd name="T25" fmla="*/ 22 h 150"/>
                <a:gd name="T26" fmla="*/ 13 w 150"/>
                <a:gd name="T27" fmla="*/ 33 h 150"/>
                <a:gd name="T28" fmla="*/ 6 w 150"/>
                <a:gd name="T29" fmla="*/ 46 h 150"/>
                <a:gd name="T30" fmla="*/ 2 w 150"/>
                <a:gd name="T31" fmla="*/ 59 h 150"/>
                <a:gd name="T32" fmla="*/ 0 w 150"/>
                <a:gd name="T33" fmla="*/ 75 h 150"/>
                <a:gd name="T34" fmla="*/ 0 w 150"/>
                <a:gd name="T35" fmla="*/ 75 h 150"/>
                <a:gd name="T36" fmla="*/ 2 w 150"/>
                <a:gd name="T37" fmla="*/ 89 h 150"/>
                <a:gd name="T38" fmla="*/ 6 w 150"/>
                <a:gd name="T39" fmla="*/ 104 h 150"/>
                <a:gd name="T40" fmla="*/ 13 w 150"/>
                <a:gd name="T41" fmla="*/ 116 h 150"/>
                <a:gd name="T42" fmla="*/ 22 w 150"/>
                <a:gd name="T43" fmla="*/ 128 h 150"/>
                <a:gd name="T44" fmla="*/ 33 w 150"/>
                <a:gd name="T45" fmla="*/ 137 h 150"/>
                <a:gd name="T46" fmla="*/ 46 w 150"/>
                <a:gd name="T47" fmla="*/ 144 h 150"/>
                <a:gd name="T48" fmla="*/ 60 w 150"/>
                <a:gd name="T49" fmla="*/ 148 h 150"/>
                <a:gd name="T50" fmla="*/ 75 w 150"/>
                <a:gd name="T51" fmla="*/ 150 h 150"/>
                <a:gd name="T52" fmla="*/ 75 w 150"/>
                <a:gd name="T53" fmla="*/ 150 h 150"/>
                <a:gd name="T54" fmla="*/ 91 w 150"/>
                <a:gd name="T55" fmla="*/ 148 h 150"/>
                <a:gd name="T56" fmla="*/ 104 w 150"/>
                <a:gd name="T57" fmla="*/ 144 h 150"/>
                <a:gd name="T58" fmla="*/ 117 w 150"/>
                <a:gd name="T59" fmla="*/ 137 h 150"/>
                <a:gd name="T60" fmla="*/ 128 w 150"/>
                <a:gd name="T61" fmla="*/ 128 h 150"/>
                <a:gd name="T62" fmla="*/ 137 w 150"/>
                <a:gd name="T63" fmla="*/ 116 h 150"/>
                <a:gd name="T64" fmla="*/ 144 w 150"/>
                <a:gd name="T65" fmla="*/ 104 h 150"/>
                <a:gd name="T66" fmla="*/ 148 w 150"/>
                <a:gd name="T67" fmla="*/ 89 h 150"/>
                <a:gd name="T68" fmla="*/ 150 w 150"/>
                <a:gd name="T69" fmla="*/ 75 h 150"/>
                <a:gd name="T70" fmla="*/ 150 w 150"/>
                <a:gd name="T71" fmla="*/ 75 h 150"/>
                <a:gd name="T72" fmla="*/ 148 w 150"/>
                <a:gd name="T73" fmla="*/ 62 h 150"/>
                <a:gd name="T74" fmla="*/ 145 w 150"/>
                <a:gd name="T75" fmla="*/ 50 h 150"/>
                <a:gd name="T76" fmla="*/ 118 w 150"/>
                <a:gd name="T77" fmla="*/ 82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50" h="150">
                  <a:moveTo>
                    <a:pt x="118" y="82"/>
                  </a:moveTo>
                  <a:lnTo>
                    <a:pt x="50" y="86"/>
                  </a:lnTo>
                  <a:lnTo>
                    <a:pt x="115" y="12"/>
                  </a:lnTo>
                  <a:lnTo>
                    <a:pt x="115" y="12"/>
                  </a:lnTo>
                  <a:lnTo>
                    <a:pt x="105" y="7"/>
                  </a:lnTo>
                  <a:lnTo>
                    <a:pt x="96" y="3"/>
                  </a:lnTo>
                  <a:lnTo>
                    <a:pt x="85" y="2"/>
                  </a:lnTo>
                  <a:lnTo>
                    <a:pt x="75" y="0"/>
                  </a:lnTo>
                  <a:lnTo>
                    <a:pt x="75" y="0"/>
                  </a:lnTo>
                  <a:lnTo>
                    <a:pt x="60" y="2"/>
                  </a:lnTo>
                  <a:lnTo>
                    <a:pt x="46" y="6"/>
                  </a:lnTo>
                  <a:lnTo>
                    <a:pt x="33" y="13"/>
                  </a:lnTo>
                  <a:lnTo>
                    <a:pt x="22" y="22"/>
                  </a:lnTo>
                  <a:lnTo>
                    <a:pt x="13" y="33"/>
                  </a:lnTo>
                  <a:lnTo>
                    <a:pt x="6" y="46"/>
                  </a:lnTo>
                  <a:lnTo>
                    <a:pt x="2" y="59"/>
                  </a:lnTo>
                  <a:lnTo>
                    <a:pt x="0" y="75"/>
                  </a:lnTo>
                  <a:lnTo>
                    <a:pt x="0" y="75"/>
                  </a:lnTo>
                  <a:lnTo>
                    <a:pt x="2" y="89"/>
                  </a:lnTo>
                  <a:lnTo>
                    <a:pt x="6" y="104"/>
                  </a:lnTo>
                  <a:lnTo>
                    <a:pt x="13" y="116"/>
                  </a:lnTo>
                  <a:lnTo>
                    <a:pt x="22" y="128"/>
                  </a:lnTo>
                  <a:lnTo>
                    <a:pt x="33" y="137"/>
                  </a:lnTo>
                  <a:lnTo>
                    <a:pt x="46" y="144"/>
                  </a:lnTo>
                  <a:lnTo>
                    <a:pt x="60" y="148"/>
                  </a:lnTo>
                  <a:lnTo>
                    <a:pt x="75" y="150"/>
                  </a:lnTo>
                  <a:lnTo>
                    <a:pt x="75" y="150"/>
                  </a:lnTo>
                  <a:lnTo>
                    <a:pt x="91" y="148"/>
                  </a:lnTo>
                  <a:lnTo>
                    <a:pt x="104" y="144"/>
                  </a:lnTo>
                  <a:lnTo>
                    <a:pt x="117" y="137"/>
                  </a:lnTo>
                  <a:lnTo>
                    <a:pt x="128" y="128"/>
                  </a:lnTo>
                  <a:lnTo>
                    <a:pt x="137" y="116"/>
                  </a:lnTo>
                  <a:lnTo>
                    <a:pt x="144" y="104"/>
                  </a:lnTo>
                  <a:lnTo>
                    <a:pt x="148" y="89"/>
                  </a:lnTo>
                  <a:lnTo>
                    <a:pt x="150" y="75"/>
                  </a:lnTo>
                  <a:lnTo>
                    <a:pt x="150" y="75"/>
                  </a:lnTo>
                  <a:lnTo>
                    <a:pt x="148" y="62"/>
                  </a:lnTo>
                  <a:lnTo>
                    <a:pt x="145" y="50"/>
                  </a:lnTo>
                  <a:lnTo>
                    <a:pt x="118" y="82"/>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sp>
          <p:nvSpPr>
            <p:cNvPr id="64" name="Freeform 161"/>
            <p:cNvSpPr/>
            <p:nvPr/>
          </p:nvSpPr>
          <p:spPr bwMode="auto">
            <a:xfrm>
              <a:off x="4498851" y="4666282"/>
              <a:ext cx="693738" cy="693738"/>
            </a:xfrm>
            <a:custGeom>
              <a:avLst/>
              <a:gdLst>
                <a:gd name="T0" fmla="*/ 354 w 437"/>
                <a:gd name="T1" fmla="*/ 157 h 437"/>
                <a:gd name="T2" fmla="*/ 368 w 437"/>
                <a:gd name="T3" fmla="*/ 219 h 437"/>
                <a:gd name="T4" fmla="*/ 365 w 437"/>
                <a:gd name="T5" fmla="*/ 249 h 437"/>
                <a:gd name="T6" fmla="*/ 350 w 437"/>
                <a:gd name="T7" fmla="*/ 291 h 437"/>
                <a:gd name="T8" fmla="*/ 325 w 437"/>
                <a:gd name="T9" fmla="*/ 325 h 437"/>
                <a:gd name="T10" fmla="*/ 291 w 437"/>
                <a:gd name="T11" fmla="*/ 350 h 437"/>
                <a:gd name="T12" fmla="*/ 249 w 437"/>
                <a:gd name="T13" fmla="*/ 365 h 437"/>
                <a:gd name="T14" fmla="*/ 219 w 437"/>
                <a:gd name="T15" fmla="*/ 368 h 437"/>
                <a:gd name="T16" fmla="*/ 174 w 437"/>
                <a:gd name="T17" fmla="*/ 361 h 437"/>
                <a:gd name="T18" fmla="*/ 136 w 437"/>
                <a:gd name="T19" fmla="*/ 342 h 437"/>
                <a:gd name="T20" fmla="*/ 104 w 437"/>
                <a:gd name="T21" fmla="*/ 314 h 437"/>
                <a:gd name="T22" fmla="*/ 81 w 437"/>
                <a:gd name="T23" fmla="*/ 276 h 437"/>
                <a:gd name="T24" fmla="*/ 71 w 437"/>
                <a:gd name="T25" fmla="*/ 235 h 437"/>
                <a:gd name="T26" fmla="*/ 71 w 437"/>
                <a:gd name="T27" fmla="*/ 203 h 437"/>
                <a:gd name="T28" fmla="*/ 81 w 437"/>
                <a:gd name="T29" fmla="*/ 161 h 437"/>
                <a:gd name="T30" fmla="*/ 104 w 437"/>
                <a:gd name="T31" fmla="*/ 124 h 437"/>
                <a:gd name="T32" fmla="*/ 136 w 437"/>
                <a:gd name="T33" fmla="*/ 95 h 437"/>
                <a:gd name="T34" fmla="*/ 174 w 437"/>
                <a:gd name="T35" fmla="*/ 77 h 437"/>
                <a:gd name="T36" fmla="*/ 219 w 437"/>
                <a:gd name="T37" fmla="*/ 69 h 437"/>
                <a:gd name="T38" fmla="*/ 245 w 437"/>
                <a:gd name="T39" fmla="*/ 72 h 437"/>
                <a:gd name="T40" fmla="*/ 282 w 437"/>
                <a:gd name="T41" fmla="*/ 84 h 437"/>
                <a:gd name="T42" fmla="*/ 314 w 437"/>
                <a:gd name="T43" fmla="*/ 104 h 437"/>
                <a:gd name="T44" fmla="*/ 342 w 437"/>
                <a:gd name="T45" fmla="*/ 38 h 437"/>
                <a:gd name="T46" fmla="*/ 294 w 437"/>
                <a:gd name="T47" fmla="*/ 13 h 437"/>
                <a:gd name="T48" fmla="*/ 239 w 437"/>
                <a:gd name="T49" fmla="*/ 2 h 437"/>
                <a:gd name="T50" fmla="*/ 197 w 437"/>
                <a:gd name="T51" fmla="*/ 2 h 437"/>
                <a:gd name="T52" fmla="*/ 134 w 437"/>
                <a:gd name="T53" fmla="*/ 18 h 437"/>
                <a:gd name="T54" fmla="*/ 79 w 437"/>
                <a:gd name="T55" fmla="*/ 51 h 437"/>
                <a:gd name="T56" fmla="*/ 38 w 437"/>
                <a:gd name="T57" fmla="*/ 97 h 437"/>
                <a:gd name="T58" fmla="*/ 10 w 437"/>
                <a:gd name="T59" fmla="*/ 154 h 437"/>
                <a:gd name="T60" fmla="*/ 0 w 437"/>
                <a:gd name="T61" fmla="*/ 219 h 437"/>
                <a:gd name="T62" fmla="*/ 5 w 437"/>
                <a:gd name="T63" fmla="*/ 263 h 437"/>
                <a:gd name="T64" fmla="*/ 26 w 437"/>
                <a:gd name="T65" fmla="*/ 322 h 437"/>
                <a:gd name="T66" fmla="*/ 65 w 437"/>
                <a:gd name="T67" fmla="*/ 373 h 437"/>
                <a:gd name="T68" fmla="*/ 115 w 437"/>
                <a:gd name="T69" fmla="*/ 411 h 437"/>
                <a:gd name="T70" fmla="*/ 174 w 437"/>
                <a:gd name="T71" fmla="*/ 433 h 437"/>
                <a:gd name="T72" fmla="*/ 219 w 437"/>
                <a:gd name="T73" fmla="*/ 437 h 437"/>
                <a:gd name="T74" fmla="*/ 284 w 437"/>
                <a:gd name="T75" fmla="*/ 427 h 437"/>
                <a:gd name="T76" fmla="*/ 341 w 437"/>
                <a:gd name="T77" fmla="*/ 400 h 437"/>
                <a:gd name="T78" fmla="*/ 387 w 437"/>
                <a:gd name="T79" fmla="*/ 358 h 437"/>
                <a:gd name="T80" fmla="*/ 420 w 437"/>
                <a:gd name="T81" fmla="*/ 304 h 437"/>
                <a:gd name="T82" fmla="*/ 436 w 437"/>
                <a:gd name="T83" fmla="*/ 240 h 437"/>
                <a:gd name="T84" fmla="*/ 437 w 437"/>
                <a:gd name="T85" fmla="*/ 200 h 437"/>
                <a:gd name="T86" fmla="*/ 424 w 437"/>
                <a:gd name="T87" fmla="*/ 146 h 437"/>
                <a:gd name="T88" fmla="*/ 400 w 437"/>
                <a:gd name="T89" fmla="*/ 97 h 4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437" h="437">
                  <a:moveTo>
                    <a:pt x="344" y="138"/>
                  </a:moveTo>
                  <a:lnTo>
                    <a:pt x="344" y="138"/>
                  </a:lnTo>
                  <a:lnTo>
                    <a:pt x="354" y="157"/>
                  </a:lnTo>
                  <a:lnTo>
                    <a:pt x="363" y="176"/>
                  </a:lnTo>
                  <a:lnTo>
                    <a:pt x="367" y="197"/>
                  </a:lnTo>
                  <a:lnTo>
                    <a:pt x="368" y="219"/>
                  </a:lnTo>
                  <a:lnTo>
                    <a:pt x="368" y="219"/>
                  </a:lnTo>
                  <a:lnTo>
                    <a:pt x="368" y="235"/>
                  </a:lnTo>
                  <a:lnTo>
                    <a:pt x="365" y="249"/>
                  </a:lnTo>
                  <a:lnTo>
                    <a:pt x="361" y="263"/>
                  </a:lnTo>
                  <a:lnTo>
                    <a:pt x="357" y="276"/>
                  </a:lnTo>
                  <a:lnTo>
                    <a:pt x="350" y="291"/>
                  </a:lnTo>
                  <a:lnTo>
                    <a:pt x="342" y="302"/>
                  </a:lnTo>
                  <a:lnTo>
                    <a:pt x="334" y="314"/>
                  </a:lnTo>
                  <a:lnTo>
                    <a:pt x="325" y="325"/>
                  </a:lnTo>
                  <a:lnTo>
                    <a:pt x="314" y="334"/>
                  </a:lnTo>
                  <a:lnTo>
                    <a:pt x="302" y="342"/>
                  </a:lnTo>
                  <a:lnTo>
                    <a:pt x="291" y="350"/>
                  </a:lnTo>
                  <a:lnTo>
                    <a:pt x="278" y="357"/>
                  </a:lnTo>
                  <a:lnTo>
                    <a:pt x="263" y="361"/>
                  </a:lnTo>
                  <a:lnTo>
                    <a:pt x="249" y="365"/>
                  </a:lnTo>
                  <a:lnTo>
                    <a:pt x="235" y="368"/>
                  </a:lnTo>
                  <a:lnTo>
                    <a:pt x="219" y="368"/>
                  </a:lnTo>
                  <a:lnTo>
                    <a:pt x="219" y="368"/>
                  </a:lnTo>
                  <a:lnTo>
                    <a:pt x="203" y="368"/>
                  </a:lnTo>
                  <a:lnTo>
                    <a:pt x="189" y="365"/>
                  </a:lnTo>
                  <a:lnTo>
                    <a:pt x="174" y="361"/>
                  </a:lnTo>
                  <a:lnTo>
                    <a:pt x="161" y="357"/>
                  </a:lnTo>
                  <a:lnTo>
                    <a:pt x="147" y="350"/>
                  </a:lnTo>
                  <a:lnTo>
                    <a:pt x="136" y="342"/>
                  </a:lnTo>
                  <a:lnTo>
                    <a:pt x="124" y="334"/>
                  </a:lnTo>
                  <a:lnTo>
                    <a:pt x="113" y="325"/>
                  </a:lnTo>
                  <a:lnTo>
                    <a:pt x="104" y="314"/>
                  </a:lnTo>
                  <a:lnTo>
                    <a:pt x="95" y="302"/>
                  </a:lnTo>
                  <a:lnTo>
                    <a:pt x="88" y="291"/>
                  </a:lnTo>
                  <a:lnTo>
                    <a:pt x="81" y="276"/>
                  </a:lnTo>
                  <a:lnTo>
                    <a:pt x="77" y="263"/>
                  </a:lnTo>
                  <a:lnTo>
                    <a:pt x="72" y="249"/>
                  </a:lnTo>
                  <a:lnTo>
                    <a:pt x="71" y="235"/>
                  </a:lnTo>
                  <a:lnTo>
                    <a:pt x="69" y="219"/>
                  </a:lnTo>
                  <a:lnTo>
                    <a:pt x="69" y="219"/>
                  </a:lnTo>
                  <a:lnTo>
                    <a:pt x="71" y="203"/>
                  </a:lnTo>
                  <a:lnTo>
                    <a:pt x="72" y="189"/>
                  </a:lnTo>
                  <a:lnTo>
                    <a:pt x="77" y="174"/>
                  </a:lnTo>
                  <a:lnTo>
                    <a:pt x="81" y="161"/>
                  </a:lnTo>
                  <a:lnTo>
                    <a:pt x="88" y="147"/>
                  </a:lnTo>
                  <a:lnTo>
                    <a:pt x="95" y="135"/>
                  </a:lnTo>
                  <a:lnTo>
                    <a:pt x="104" y="124"/>
                  </a:lnTo>
                  <a:lnTo>
                    <a:pt x="113" y="112"/>
                  </a:lnTo>
                  <a:lnTo>
                    <a:pt x="124" y="104"/>
                  </a:lnTo>
                  <a:lnTo>
                    <a:pt x="136" y="95"/>
                  </a:lnTo>
                  <a:lnTo>
                    <a:pt x="147" y="88"/>
                  </a:lnTo>
                  <a:lnTo>
                    <a:pt x="161" y="81"/>
                  </a:lnTo>
                  <a:lnTo>
                    <a:pt x="174" y="77"/>
                  </a:lnTo>
                  <a:lnTo>
                    <a:pt x="189" y="72"/>
                  </a:lnTo>
                  <a:lnTo>
                    <a:pt x="203" y="69"/>
                  </a:lnTo>
                  <a:lnTo>
                    <a:pt x="219" y="69"/>
                  </a:lnTo>
                  <a:lnTo>
                    <a:pt x="219" y="69"/>
                  </a:lnTo>
                  <a:lnTo>
                    <a:pt x="232" y="69"/>
                  </a:lnTo>
                  <a:lnTo>
                    <a:pt x="245" y="72"/>
                  </a:lnTo>
                  <a:lnTo>
                    <a:pt x="258" y="75"/>
                  </a:lnTo>
                  <a:lnTo>
                    <a:pt x="271" y="78"/>
                  </a:lnTo>
                  <a:lnTo>
                    <a:pt x="282" y="84"/>
                  </a:lnTo>
                  <a:lnTo>
                    <a:pt x="294" y="89"/>
                  </a:lnTo>
                  <a:lnTo>
                    <a:pt x="304" y="95"/>
                  </a:lnTo>
                  <a:lnTo>
                    <a:pt x="314" y="104"/>
                  </a:lnTo>
                  <a:lnTo>
                    <a:pt x="357" y="49"/>
                  </a:lnTo>
                  <a:lnTo>
                    <a:pt x="357" y="49"/>
                  </a:lnTo>
                  <a:lnTo>
                    <a:pt x="342" y="38"/>
                  </a:lnTo>
                  <a:lnTo>
                    <a:pt x="327" y="29"/>
                  </a:lnTo>
                  <a:lnTo>
                    <a:pt x="311" y="20"/>
                  </a:lnTo>
                  <a:lnTo>
                    <a:pt x="294" y="13"/>
                  </a:lnTo>
                  <a:lnTo>
                    <a:pt x="275" y="8"/>
                  </a:lnTo>
                  <a:lnTo>
                    <a:pt x="258" y="3"/>
                  </a:lnTo>
                  <a:lnTo>
                    <a:pt x="239" y="2"/>
                  </a:lnTo>
                  <a:lnTo>
                    <a:pt x="219" y="0"/>
                  </a:lnTo>
                  <a:lnTo>
                    <a:pt x="219" y="0"/>
                  </a:lnTo>
                  <a:lnTo>
                    <a:pt x="197" y="2"/>
                  </a:lnTo>
                  <a:lnTo>
                    <a:pt x="174" y="5"/>
                  </a:lnTo>
                  <a:lnTo>
                    <a:pt x="154" y="10"/>
                  </a:lnTo>
                  <a:lnTo>
                    <a:pt x="134" y="18"/>
                  </a:lnTo>
                  <a:lnTo>
                    <a:pt x="115" y="26"/>
                  </a:lnTo>
                  <a:lnTo>
                    <a:pt x="97" y="38"/>
                  </a:lnTo>
                  <a:lnTo>
                    <a:pt x="79" y="51"/>
                  </a:lnTo>
                  <a:lnTo>
                    <a:pt x="65" y="65"/>
                  </a:lnTo>
                  <a:lnTo>
                    <a:pt x="51" y="79"/>
                  </a:lnTo>
                  <a:lnTo>
                    <a:pt x="38" y="97"/>
                  </a:lnTo>
                  <a:lnTo>
                    <a:pt x="26" y="115"/>
                  </a:lnTo>
                  <a:lnTo>
                    <a:pt x="18" y="134"/>
                  </a:lnTo>
                  <a:lnTo>
                    <a:pt x="10" y="154"/>
                  </a:lnTo>
                  <a:lnTo>
                    <a:pt x="5" y="174"/>
                  </a:lnTo>
                  <a:lnTo>
                    <a:pt x="2" y="196"/>
                  </a:lnTo>
                  <a:lnTo>
                    <a:pt x="0" y="219"/>
                  </a:lnTo>
                  <a:lnTo>
                    <a:pt x="0" y="219"/>
                  </a:lnTo>
                  <a:lnTo>
                    <a:pt x="2" y="240"/>
                  </a:lnTo>
                  <a:lnTo>
                    <a:pt x="5" y="263"/>
                  </a:lnTo>
                  <a:lnTo>
                    <a:pt x="10" y="283"/>
                  </a:lnTo>
                  <a:lnTo>
                    <a:pt x="18" y="304"/>
                  </a:lnTo>
                  <a:lnTo>
                    <a:pt x="26" y="322"/>
                  </a:lnTo>
                  <a:lnTo>
                    <a:pt x="38" y="341"/>
                  </a:lnTo>
                  <a:lnTo>
                    <a:pt x="51" y="358"/>
                  </a:lnTo>
                  <a:lnTo>
                    <a:pt x="65" y="373"/>
                  </a:lnTo>
                  <a:lnTo>
                    <a:pt x="79" y="387"/>
                  </a:lnTo>
                  <a:lnTo>
                    <a:pt x="97" y="400"/>
                  </a:lnTo>
                  <a:lnTo>
                    <a:pt x="115" y="411"/>
                  </a:lnTo>
                  <a:lnTo>
                    <a:pt x="134" y="420"/>
                  </a:lnTo>
                  <a:lnTo>
                    <a:pt x="154" y="427"/>
                  </a:lnTo>
                  <a:lnTo>
                    <a:pt x="174" y="433"/>
                  </a:lnTo>
                  <a:lnTo>
                    <a:pt x="197" y="436"/>
                  </a:lnTo>
                  <a:lnTo>
                    <a:pt x="219" y="437"/>
                  </a:lnTo>
                  <a:lnTo>
                    <a:pt x="219" y="437"/>
                  </a:lnTo>
                  <a:lnTo>
                    <a:pt x="242" y="436"/>
                  </a:lnTo>
                  <a:lnTo>
                    <a:pt x="263" y="433"/>
                  </a:lnTo>
                  <a:lnTo>
                    <a:pt x="284" y="427"/>
                  </a:lnTo>
                  <a:lnTo>
                    <a:pt x="304" y="420"/>
                  </a:lnTo>
                  <a:lnTo>
                    <a:pt x="322" y="411"/>
                  </a:lnTo>
                  <a:lnTo>
                    <a:pt x="341" y="400"/>
                  </a:lnTo>
                  <a:lnTo>
                    <a:pt x="358" y="387"/>
                  </a:lnTo>
                  <a:lnTo>
                    <a:pt x="374" y="373"/>
                  </a:lnTo>
                  <a:lnTo>
                    <a:pt x="387" y="358"/>
                  </a:lnTo>
                  <a:lnTo>
                    <a:pt x="400" y="341"/>
                  </a:lnTo>
                  <a:lnTo>
                    <a:pt x="411" y="322"/>
                  </a:lnTo>
                  <a:lnTo>
                    <a:pt x="420" y="304"/>
                  </a:lnTo>
                  <a:lnTo>
                    <a:pt x="427" y="283"/>
                  </a:lnTo>
                  <a:lnTo>
                    <a:pt x="433" y="263"/>
                  </a:lnTo>
                  <a:lnTo>
                    <a:pt x="436" y="240"/>
                  </a:lnTo>
                  <a:lnTo>
                    <a:pt x="437" y="219"/>
                  </a:lnTo>
                  <a:lnTo>
                    <a:pt x="437" y="219"/>
                  </a:lnTo>
                  <a:lnTo>
                    <a:pt x="437" y="200"/>
                  </a:lnTo>
                  <a:lnTo>
                    <a:pt x="434" y="181"/>
                  </a:lnTo>
                  <a:lnTo>
                    <a:pt x="430" y="163"/>
                  </a:lnTo>
                  <a:lnTo>
                    <a:pt x="424" y="146"/>
                  </a:lnTo>
                  <a:lnTo>
                    <a:pt x="417" y="128"/>
                  </a:lnTo>
                  <a:lnTo>
                    <a:pt x="410" y="112"/>
                  </a:lnTo>
                  <a:lnTo>
                    <a:pt x="400" y="97"/>
                  </a:lnTo>
                  <a:lnTo>
                    <a:pt x="390" y="82"/>
                  </a:lnTo>
                  <a:lnTo>
                    <a:pt x="344" y="138"/>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sp>
          <p:nvSpPr>
            <p:cNvPr id="65" name="Freeform 162"/>
            <p:cNvSpPr/>
            <p:nvPr/>
          </p:nvSpPr>
          <p:spPr bwMode="auto">
            <a:xfrm>
              <a:off x="4806826" y="4461494"/>
              <a:ext cx="484188" cy="569913"/>
            </a:xfrm>
            <a:custGeom>
              <a:avLst/>
              <a:gdLst>
                <a:gd name="T0" fmla="*/ 305 w 305"/>
                <a:gd name="T1" fmla="*/ 62 h 359"/>
                <a:gd name="T2" fmla="*/ 236 w 305"/>
                <a:gd name="T3" fmla="*/ 69 h 359"/>
                <a:gd name="T4" fmla="*/ 229 w 305"/>
                <a:gd name="T5" fmla="*/ 0 h 359"/>
                <a:gd name="T6" fmla="*/ 173 w 305"/>
                <a:gd name="T7" fmla="*/ 70 h 359"/>
                <a:gd name="T8" fmla="*/ 166 w 305"/>
                <a:gd name="T9" fmla="*/ 121 h 359"/>
                <a:gd name="T10" fmla="*/ 6 w 305"/>
                <a:gd name="T11" fmla="*/ 318 h 359"/>
                <a:gd name="T12" fmla="*/ 0 w 305"/>
                <a:gd name="T13" fmla="*/ 359 h 359"/>
                <a:gd name="T14" fmla="*/ 42 w 305"/>
                <a:gd name="T15" fmla="*/ 346 h 359"/>
                <a:gd name="T16" fmla="*/ 203 w 305"/>
                <a:gd name="T17" fmla="*/ 149 h 359"/>
                <a:gd name="T18" fmla="*/ 251 w 305"/>
                <a:gd name="T19" fmla="*/ 131 h 359"/>
                <a:gd name="T20" fmla="*/ 305 w 305"/>
                <a:gd name="T21" fmla="*/ 62 h 3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5" h="359">
                  <a:moveTo>
                    <a:pt x="305" y="62"/>
                  </a:moveTo>
                  <a:lnTo>
                    <a:pt x="236" y="69"/>
                  </a:lnTo>
                  <a:lnTo>
                    <a:pt x="229" y="0"/>
                  </a:lnTo>
                  <a:lnTo>
                    <a:pt x="173" y="70"/>
                  </a:lnTo>
                  <a:lnTo>
                    <a:pt x="166" y="121"/>
                  </a:lnTo>
                  <a:lnTo>
                    <a:pt x="6" y="318"/>
                  </a:lnTo>
                  <a:lnTo>
                    <a:pt x="0" y="359"/>
                  </a:lnTo>
                  <a:lnTo>
                    <a:pt x="42" y="346"/>
                  </a:lnTo>
                  <a:lnTo>
                    <a:pt x="203" y="149"/>
                  </a:lnTo>
                  <a:lnTo>
                    <a:pt x="251" y="131"/>
                  </a:lnTo>
                  <a:lnTo>
                    <a:pt x="305" y="62"/>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grpSp>
      <p:grpSp>
        <p:nvGrpSpPr>
          <p:cNvPr id="9" name="Group 8"/>
          <p:cNvGrpSpPr/>
          <p:nvPr/>
        </p:nvGrpSpPr>
        <p:grpSpPr>
          <a:xfrm>
            <a:off x="9972412" y="3099557"/>
            <a:ext cx="404615" cy="334059"/>
            <a:chOff x="6956301" y="2750169"/>
            <a:chExt cx="446088" cy="368300"/>
          </a:xfrm>
        </p:grpSpPr>
        <p:sp>
          <p:nvSpPr>
            <p:cNvPr id="66" name="Freeform 163"/>
            <p:cNvSpPr/>
            <p:nvPr/>
          </p:nvSpPr>
          <p:spPr bwMode="auto">
            <a:xfrm>
              <a:off x="6956301" y="3061319"/>
              <a:ext cx="446088" cy="57150"/>
            </a:xfrm>
            <a:custGeom>
              <a:avLst/>
              <a:gdLst>
                <a:gd name="T0" fmla="*/ 281 w 281"/>
                <a:gd name="T1" fmla="*/ 17 h 36"/>
                <a:gd name="T2" fmla="*/ 281 w 281"/>
                <a:gd name="T3" fmla="*/ 17 h 36"/>
                <a:gd name="T4" fmla="*/ 279 w 281"/>
                <a:gd name="T5" fmla="*/ 24 h 36"/>
                <a:gd name="T6" fmla="*/ 275 w 281"/>
                <a:gd name="T7" fmla="*/ 30 h 36"/>
                <a:gd name="T8" fmla="*/ 269 w 281"/>
                <a:gd name="T9" fmla="*/ 34 h 36"/>
                <a:gd name="T10" fmla="*/ 262 w 281"/>
                <a:gd name="T11" fmla="*/ 36 h 36"/>
                <a:gd name="T12" fmla="*/ 19 w 281"/>
                <a:gd name="T13" fmla="*/ 36 h 36"/>
                <a:gd name="T14" fmla="*/ 19 w 281"/>
                <a:gd name="T15" fmla="*/ 36 h 36"/>
                <a:gd name="T16" fmla="*/ 12 w 281"/>
                <a:gd name="T17" fmla="*/ 34 h 36"/>
                <a:gd name="T18" fmla="*/ 6 w 281"/>
                <a:gd name="T19" fmla="*/ 30 h 36"/>
                <a:gd name="T20" fmla="*/ 2 w 281"/>
                <a:gd name="T21" fmla="*/ 24 h 36"/>
                <a:gd name="T22" fmla="*/ 0 w 281"/>
                <a:gd name="T23" fmla="*/ 17 h 36"/>
                <a:gd name="T24" fmla="*/ 0 w 281"/>
                <a:gd name="T25" fmla="*/ 17 h 36"/>
                <a:gd name="T26" fmla="*/ 0 w 281"/>
                <a:gd name="T27" fmla="*/ 17 h 36"/>
                <a:gd name="T28" fmla="*/ 2 w 281"/>
                <a:gd name="T29" fmla="*/ 10 h 36"/>
                <a:gd name="T30" fmla="*/ 6 w 281"/>
                <a:gd name="T31" fmla="*/ 4 h 36"/>
                <a:gd name="T32" fmla="*/ 12 w 281"/>
                <a:gd name="T33" fmla="*/ 1 h 36"/>
                <a:gd name="T34" fmla="*/ 19 w 281"/>
                <a:gd name="T35" fmla="*/ 0 h 36"/>
                <a:gd name="T36" fmla="*/ 262 w 281"/>
                <a:gd name="T37" fmla="*/ 0 h 36"/>
                <a:gd name="T38" fmla="*/ 262 w 281"/>
                <a:gd name="T39" fmla="*/ 0 h 36"/>
                <a:gd name="T40" fmla="*/ 269 w 281"/>
                <a:gd name="T41" fmla="*/ 1 h 36"/>
                <a:gd name="T42" fmla="*/ 275 w 281"/>
                <a:gd name="T43" fmla="*/ 4 h 36"/>
                <a:gd name="T44" fmla="*/ 279 w 281"/>
                <a:gd name="T45" fmla="*/ 10 h 36"/>
                <a:gd name="T46" fmla="*/ 281 w 281"/>
                <a:gd name="T47" fmla="*/ 17 h 36"/>
                <a:gd name="T48" fmla="*/ 281 w 281"/>
                <a:gd name="T49" fmla="*/ 17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81" h="36">
                  <a:moveTo>
                    <a:pt x="281" y="17"/>
                  </a:moveTo>
                  <a:lnTo>
                    <a:pt x="281" y="17"/>
                  </a:lnTo>
                  <a:lnTo>
                    <a:pt x="279" y="24"/>
                  </a:lnTo>
                  <a:lnTo>
                    <a:pt x="275" y="30"/>
                  </a:lnTo>
                  <a:lnTo>
                    <a:pt x="269" y="34"/>
                  </a:lnTo>
                  <a:lnTo>
                    <a:pt x="262" y="36"/>
                  </a:lnTo>
                  <a:lnTo>
                    <a:pt x="19" y="36"/>
                  </a:lnTo>
                  <a:lnTo>
                    <a:pt x="19" y="36"/>
                  </a:lnTo>
                  <a:lnTo>
                    <a:pt x="12" y="34"/>
                  </a:lnTo>
                  <a:lnTo>
                    <a:pt x="6" y="30"/>
                  </a:lnTo>
                  <a:lnTo>
                    <a:pt x="2" y="24"/>
                  </a:lnTo>
                  <a:lnTo>
                    <a:pt x="0" y="17"/>
                  </a:lnTo>
                  <a:lnTo>
                    <a:pt x="0" y="17"/>
                  </a:lnTo>
                  <a:lnTo>
                    <a:pt x="0" y="17"/>
                  </a:lnTo>
                  <a:lnTo>
                    <a:pt x="2" y="10"/>
                  </a:lnTo>
                  <a:lnTo>
                    <a:pt x="6" y="4"/>
                  </a:lnTo>
                  <a:lnTo>
                    <a:pt x="12" y="1"/>
                  </a:lnTo>
                  <a:lnTo>
                    <a:pt x="19" y="0"/>
                  </a:lnTo>
                  <a:lnTo>
                    <a:pt x="262" y="0"/>
                  </a:lnTo>
                  <a:lnTo>
                    <a:pt x="262" y="0"/>
                  </a:lnTo>
                  <a:lnTo>
                    <a:pt x="269" y="1"/>
                  </a:lnTo>
                  <a:lnTo>
                    <a:pt x="275" y="4"/>
                  </a:lnTo>
                  <a:lnTo>
                    <a:pt x="279" y="10"/>
                  </a:lnTo>
                  <a:lnTo>
                    <a:pt x="281" y="17"/>
                  </a:lnTo>
                  <a:lnTo>
                    <a:pt x="281" y="1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67" name="Freeform 164"/>
            <p:cNvSpPr/>
            <p:nvPr/>
          </p:nvSpPr>
          <p:spPr bwMode="auto">
            <a:xfrm>
              <a:off x="6995988" y="2854944"/>
              <a:ext cx="58738" cy="176213"/>
            </a:xfrm>
            <a:custGeom>
              <a:avLst/>
              <a:gdLst>
                <a:gd name="T0" fmla="*/ 18 w 37"/>
                <a:gd name="T1" fmla="*/ 111 h 111"/>
                <a:gd name="T2" fmla="*/ 18 w 37"/>
                <a:gd name="T3" fmla="*/ 111 h 111"/>
                <a:gd name="T4" fmla="*/ 11 w 37"/>
                <a:gd name="T5" fmla="*/ 110 h 111"/>
                <a:gd name="T6" fmla="*/ 5 w 37"/>
                <a:gd name="T7" fmla="*/ 107 h 111"/>
                <a:gd name="T8" fmla="*/ 1 w 37"/>
                <a:gd name="T9" fmla="*/ 101 h 111"/>
                <a:gd name="T10" fmla="*/ 0 w 37"/>
                <a:gd name="T11" fmla="*/ 94 h 111"/>
                <a:gd name="T12" fmla="*/ 0 w 37"/>
                <a:gd name="T13" fmla="*/ 19 h 111"/>
                <a:gd name="T14" fmla="*/ 0 w 37"/>
                <a:gd name="T15" fmla="*/ 19 h 111"/>
                <a:gd name="T16" fmla="*/ 1 w 37"/>
                <a:gd name="T17" fmla="*/ 12 h 111"/>
                <a:gd name="T18" fmla="*/ 5 w 37"/>
                <a:gd name="T19" fmla="*/ 6 h 111"/>
                <a:gd name="T20" fmla="*/ 11 w 37"/>
                <a:gd name="T21" fmla="*/ 2 h 111"/>
                <a:gd name="T22" fmla="*/ 18 w 37"/>
                <a:gd name="T23" fmla="*/ 0 h 111"/>
                <a:gd name="T24" fmla="*/ 18 w 37"/>
                <a:gd name="T25" fmla="*/ 0 h 111"/>
                <a:gd name="T26" fmla="*/ 18 w 37"/>
                <a:gd name="T27" fmla="*/ 0 h 111"/>
                <a:gd name="T28" fmla="*/ 26 w 37"/>
                <a:gd name="T29" fmla="*/ 2 h 111"/>
                <a:gd name="T30" fmla="*/ 31 w 37"/>
                <a:gd name="T31" fmla="*/ 6 h 111"/>
                <a:gd name="T32" fmla="*/ 36 w 37"/>
                <a:gd name="T33" fmla="*/ 12 h 111"/>
                <a:gd name="T34" fmla="*/ 37 w 37"/>
                <a:gd name="T35" fmla="*/ 19 h 111"/>
                <a:gd name="T36" fmla="*/ 37 w 37"/>
                <a:gd name="T37" fmla="*/ 94 h 111"/>
                <a:gd name="T38" fmla="*/ 37 w 37"/>
                <a:gd name="T39" fmla="*/ 94 h 111"/>
                <a:gd name="T40" fmla="*/ 36 w 37"/>
                <a:gd name="T41" fmla="*/ 101 h 111"/>
                <a:gd name="T42" fmla="*/ 31 w 37"/>
                <a:gd name="T43" fmla="*/ 107 h 111"/>
                <a:gd name="T44" fmla="*/ 26 w 37"/>
                <a:gd name="T45" fmla="*/ 110 h 111"/>
                <a:gd name="T46" fmla="*/ 18 w 37"/>
                <a:gd name="T47" fmla="*/ 111 h 111"/>
                <a:gd name="T48" fmla="*/ 18 w 37"/>
                <a:gd name="T49" fmla="*/ 111 h 1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7" h="111">
                  <a:moveTo>
                    <a:pt x="18" y="111"/>
                  </a:moveTo>
                  <a:lnTo>
                    <a:pt x="18" y="111"/>
                  </a:lnTo>
                  <a:lnTo>
                    <a:pt x="11" y="110"/>
                  </a:lnTo>
                  <a:lnTo>
                    <a:pt x="5" y="107"/>
                  </a:lnTo>
                  <a:lnTo>
                    <a:pt x="1" y="101"/>
                  </a:lnTo>
                  <a:lnTo>
                    <a:pt x="0" y="94"/>
                  </a:lnTo>
                  <a:lnTo>
                    <a:pt x="0" y="19"/>
                  </a:lnTo>
                  <a:lnTo>
                    <a:pt x="0" y="19"/>
                  </a:lnTo>
                  <a:lnTo>
                    <a:pt x="1" y="12"/>
                  </a:lnTo>
                  <a:lnTo>
                    <a:pt x="5" y="6"/>
                  </a:lnTo>
                  <a:lnTo>
                    <a:pt x="11" y="2"/>
                  </a:lnTo>
                  <a:lnTo>
                    <a:pt x="18" y="0"/>
                  </a:lnTo>
                  <a:lnTo>
                    <a:pt x="18" y="0"/>
                  </a:lnTo>
                  <a:lnTo>
                    <a:pt x="18" y="0"/>
                  </a:lnTo>
                  <a:lnTo>
                    <a:pt x="26" y="2"/>
                  </a:lnTo>
                  <a:lnTo>
                    <a:pt x="31" y="6"/>
                  </a:lnTo>
                  <a:lnTo>
                    <a:pt x="36" y="12"/>
                  </a:lnTo>
                  <a:lnTo>
                    <a:pt x="37" y="19"/>
                  </a:lnTo>
                  <a:lnTo>
                    <a:pt x="37" y="94"/>
                  </a:lnTo>
                  <a:lnTo>
                    <a:pt x="37" y="94"/>
                  </a:lnTo>
                  <a:lnTo>
                    <a:pt x="36" y="101"/>
                  </a:lnTo>
                  <a:lnTo>
                    <a:pt x="31" y="107"/>
                  </a:lnTo>
                  <a:lnTo>
                    <a:pt x="26" y="110"/>
                  </a:lnTo>
                  <a:lnTo>
                    <a:pt x="18" y="111"/>
                  </a:lnTo>
                  <a:lnTo>
                    <a:pt x="18" y="111"/>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68" name="Freeform 165"/>
            <p:cNvSpPr/>
            <p:nvPr/>
          </p:nvSpPr>
          <p:spPr bwMode="auto">
            <a:xfrm>
              <a:off x="7100763" y="2802557"/>
              <a:ext cx="58738" cy="228600"/>
            </a:xfrm>
            <a:custGeom>
              <a:avLst/>
              <a:gdLst>
                <a:gd name="T0" fmla="*/ 19 w 37"/>
                <a:gd name="T1" fmla="*/ 144 h 144"/>
                <a:gd name="T2" fmla="*/ 19 w 37"/>
                <a:gd name="T3" fmla="*/ 144 h 144"/>
                <a:gd name="T4" fmla="*/ 11 w 37"/>
                <a:gd name="T5" fmla="*/ 143 h 144"/>
                <a:gd name="T6" fmla="*/ 6 w 37"/>
                <a:gd name="T7" fmla="*/ 140 h 144"/>
                <a:gd name="T8" fmla="*/ 1 w 37"/>
                <a:gd name="T9" fmla="*/ 134 h 144"/>
                <a:gd name="T10" fmla="*/ 0 w 37"/>
                <a:gd name="T11" fmla="*/ 127 h 144"/>
                <a:gd name="T12" fmla="*/ 0 w 37"/>
                <a:gd name="T13" fmla="*/ 19 h 144"/>
                <a:gd name="T14" fmla="*/ 0 w 37"/>
                <a:gd name="T15" fmla="*/ 19 h 144"/>
                <a:gd name="T16" fmla="*/ 1 w 37"/>
                <a:gd name="T17" fmla="*/ 12 h 144"/>
                <a:gd name="T18" fmla="*/ 6 w 37"/>
                <a:gd name="T19" fmla="*/ 6 h 144"/>
                <a:gd name="T20" fmla="*/ 11 w 37"/>
                <a:gd name="T21" fmla="*/ 2 h 144"/>
                <a:gd name="T22" fmla="*/ 19 w 37"/>
                <a:gd name="T23" fmla="*/ 0 h 144"/>
                <a:gd name="T24" fmla="*/ 19 w 37"/>
                <a:gd name="T25" fmla="*/ 0 h 144"/>
                <a:gd name="T26" fmla="*/ 19 w 37"/>
                <a:gd name="T27" fmla="*/ 0 h 144"/>
                <a:gd name="T28" fmla="*/ 26 w 37"/>
                <a:gd name="T29" fmla="*/ 2 h 144"/>
                <a:gd name="T30" fmla="*/ 31 w 37"/>
                <a:gd name="T31" fmla="*/ 6 h 144"/>
                <a:gd name="T32" fmla="*/ 36 w 37"/>
                <a:gd name="T33" fmla="*/ 12 h 144"/>
                <a:gd name="T34" fmla="*/ 37 w 37"/>
                <a:gd name="T35" fmla="*/ 19 h 144"/>
                <a:gd name="T36" fmla="*/ 37 w 37"/>
                <a:gd name="T37" fmla="*/ 127 h 144"/>
                <a:gd name="T38" fmla="*/ 37 w 37"/>
                <a:gd name="T39" fmla="*/ 127 h 144"/>
                <a:gd name="T40" fmla="*/ 36 w 37"/>
                <a:gd name="T41" fmla="*/ 134 h 144"/>
                <a:gd name="T42" fmla="*/ 31 w 37"/>
                <a:gd name="T43" fmla="*/ 140 h 144"/>
                <a:gd name="T44" fmla="*/ 26 w 37"/>
                <a:gd name="T45" fmla="*/ 143 h 144"/>
                <a:gd name="T46" fmla="*/ 19 w 37"/>
                <a:gd name="T47" fmla="*/ 144 h 144"/>
                <a:gd name="T48" fmla="*/ 19 w 37"/>
                <a:gd name="T49" fmla="*/ 144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7" h="144">
                  <a:moveTo>
                    <a:pt x="19" y="144"/>
                  </a:moveTo>
                  <a:lnTo>
                    <a:pt x="19" y="144"/>
                  </a:lnTo>
                  <a:lnTo>
                    <a:pt x="11" y="143"/>
                  </a:lnTo>
                  <a:lnTo>
                    <a:pt x="6" y="140"/>
                  </a:lnTo>
                  <a:lnTo>
                    <a:pt x="1" y="134"/>
                  </a:lnTo>
                  <a:lnTo>
                    <a:pt x="0" y="127"/>
                  </a:lnTo>
                  <a:lnTo>
                    <a:pt x="0" y="19"/>
                  </a:lnTo>
                  <a:lnTo>
                    <a:pt x="0" y="19"/>
                  </a:lnTo>
                  <a:lnTo>
                    <a:pt x="1" y="12"/>
                  </a:lnTo>
                  <a:lnTo>
                    <a:pt x="6" y="6"/>
                  </a:lnTo>
                  <a:lnTo>
                    <a:pt x="11" y="2"/>
                  </a:lnTo>
                  <a:lnTo>
                    <a:pt x="19" y="0"/>
                  </a:lnTo>
                  <a:lnTo>
                    <a:pt x="19" y="0"/>
                  </a:lnTo>
                  <a:lnTo>
                    <a:pt x="19" y="0"/>
                  </a:lnTo>
                  <a:lnTo>
                    <a:pt x="26" y="2"/>
                  </a:lnTo>
                  <a:lnTo>
                    <a:pt x="31" y="6"/>
                  </a:lnTo>
                  <a:lnTo>
                    <a:pt x="36" y="12"/>
                  </a:lnTo>
                  <a:lnTo>
                    <a:pt x="37" y="19"/>
                  </a:lnTo>
                  <a:lnTo>
                    <a:pt x="37" y="127"/>
                  </a:lnTo>
                  <a:lnTo>
                    <a:pt x="37" y="127"/>
                  </a:lnTo>
                  <a:lnTo>
                    <a:pt x="36" y="134"/>
                  </a:lnTo>
                  <a:lnTo>
                    <a:pt x="31" y="140"/>
                  </a:lnTo>
                  <a:lnTo>
                    <a:pt x="26" y="143"/>
                  </a:lnTo>
                  <a:lnTo>
                    <a:pt x="19" y="144"/>
                  </a:lnTo>
                  <a:lnTo>
                    <a:pt x="19" y="144"/>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69" name="Freeform 166"/>
            <p:cNvSpPr/>
            <p:nvPr/>
          </p:nvSpPr>
          <p:spPr bwMode="auto">
            <a:xfrm>
              <a:off x="7205538" y="2750169"/>
              <a:ext cx="57150" cy="280988"/>
            </a:xfrm>
            <a:custGeom>
              <a:avLst/>
              <a:gdLst>
                <a:gd name="T0" fmla="*/ 19 w 36"/>
                <a:gd name="T1" fmla="*/ 177 h 177"/>
                <a:gd name="T2" fmla="*/ 19 w 36"/>
                <a:gd name="T3" fmla="*/ 177 h 177"/>
                <a:gd name="T4" fmla="*/ 11 w 36"/>
                <a:gd name="T5" fmla="*/ 176 h 177"/>
                <a:gd name="T6" fmla="*/ 6 w 36"/>
                <a:gd name="T7" fmla="*/ 173 h 177"/>
                <a:gd name="T8" fmla="*/ 1 w 36"/>
                <a:gd name="T9" fmla="*/ 167 h 177"/>
                <a:gd name="T10" fmla="*/ 0 w 36"/>
                <a:gd name="T11" fmla="*/ 160 h 177"/>
                <a:gd name="T12" fmla="*/ 0 w 36"/>
                <a:gd name="T13" fmla="*/ 17 h 177"/>
                <a:gd name="T14" fmla="*/ 0 w 36"/>
                <a:gd name="T15" fmla="*/ 17 h 177"/>
                <a:gd name="T16" fmla="*/ 1 w 36"/>
                <a:gd name="T17" fmla="*/ 10 h 177"/>
                <a:gd name="T18" fmla="*/ 6 w 36"/>
                <a:gd name="T19" fmla="*/ 4 h 177"/>
                <a:gd name="T20" fmla="*/ 11 w 36"/>
                <a:gd name="T21" fmla="*/ 2 h 177"/>
                <a:gd name="T22" fmla="*/ 19 w 36"/>
                <a:gd name="T23" fmla="*/ 0 h 177"/>
                <a:gd name="T24" fmla="*/ 19 w 36"/>
                <a:gd name="T25" fmla="*/ 0 h 177"/>
                <a:gd name="T26" fmla="*/ 19 w 36"/>
                <a:gd name="T27" fmla="*/ 0 h 177"/>
                <a:gd name="T28" fmla="*/ 26 w 36"/>
                <a:gd name="T29" fmla="*/ 2 h 177"/>
                <a:gd name="T30" fmla="*/ 32 w 36"/>
                <a:gd name="T31" fmla="*/ 4 h 177"/>
                <a:gd name="T32" fmla="*/ 34 w 36"/>
                <a:gd name="T33" fmla="*/ 10 h 177"/>
                <a:gd name="T34" fmla="*/ 36 w 36"/>
                <a:gd name="T35" fmla="*/ 17 h 177"/>
                <a:gd name="T36" fmla="*/ 36 w 36"/>
                <a:gd name="T37" fmla="*/ 160 h 177"/>
                <a:gd name="T38" fmla="*/ 36 w 36"/>
                <a:gd name="T39" fmla="*/ 160 h 177"/>
                <a:gd name="T40" fmla="*/ 34 w 36"/>
                <a:gd name="T41" fmla="*/ 167 h 177"/>
                <a:gd name="T42" fmla="*/ 32 w 36"/>
                <a:gd name="T43" fmla="*/ 173 h 177"/>
                <a:gd name="T44" fmla="*/ 26 w 36"/>
                <a:gd name="T45" fmla="*/ 176 h 177"/>
                <a:gd name="T46" fmla="*/ 19 w 36"/>
                <a:gd name="T47" fmla="*/ 177 h 177"/>
                <a:gd name="T48" fmla="*/ 19 w 36"/>
                <a:gd name="T49" fmla="*/ 177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6" h="177">
                  <a:moveTo>
                    <a:pt x="19" y="177"/>
                  </a:moveTo>
                  <a:lnTo>
                    <a:pt x="19" y="177"/>
                  </a:lnTo>
                  <a:lnTo>
                    <a:pt x="11" y="176"/>
                  </a:lnTo>
                  <a:lnTo>
                    <a:pt x="6" y="173"/>
                  </a:lnTo>
                  <a:lnTo>
                    <a:pt x="1" y="167"/>
                  </a:lnTo>
                  <a:lnTo>
                    <a:pt x="0" y="160"/>
                  </a:lnTo>
                  <a:lnTo>
                    <a:pt x="0" y="17"/>
                  </a:lnTo>
                  <a:lnTo>
                    <a:pt x="0" y="17"/>
                  </a:lnTo>
                  <a:lnTo>
                    <a:pt x="1" y="10"/>
                  </a:lnTo>
                  <a:lnTo>
                    <a:pt x="6" y="4"/>
                  </a:lnTo>
                  <a:lnTo>
                    <a:pt x="11" y="2"/>
                  </a:lnTo>
                  <a:lnTo>
                    <a:pt x="19" y="0"/>
                  </a:lnTo>
                  <a:lnTo>
                    <a:pt x="19" y="0"/>
                  </a:lnTo>
                  <a:lnTo>
                    <a:pt x="19" y="0"/>
                  </a:lnTo>
                  <a:lnTo>
                    <a:pt x="26" y="2"/>
                  </a:lnTo>
                  <a:lnTo>
                    <a:pt x="32" y="4"/>
                  </a:lnTo>
                  <a:lnTo>
                    <a:pt x="34" y="10"/>
                  </a:lnTo>
                  <a:lnTo>
                    <a:pt x="36" y="17"/>
                  </a:lnTo>
                  <a:lnTo>
                    <a:pt x="36" y="160"/>
                  </a:lnTo>
                  <a:lnTo>
                    <a:pt x="36" y="160"/>
                  </a:lnTo>
                  <a:lnTo>
                    <a:pt x="34" y="167"/>
                  </a:lnTo>
                  <a:lnTo>
                    <a:pt x="32" y="173"/>
                  </a:lnTo>
                  <a:lnTo>
                    <a:pt x="26" y="176"/>
                  </a:lnTo>
                  <a:lnTo>
                    <a:pt x="19" y="177"/>
                  </a:lnTo>
                  <a:lnTo>
                    <a:pt x="19" y="17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70" name="Freeform 167"/>
            <p:cNvSpPr/>
            <p:nvPr/>
          </p:nvSpPr>
          <p:spPr bwMode="auto">
            <a:xfrm>
              <a:off x="7310313" y="2764457"/>
              <a:ext cx="57150" cy="266700"/>
            </a:xfrm>
            <a:custGeom>
              <a:avLst/>
              <a:gdLst>
                <a:gd name="T0" fmla="*/ 17 w 36"/>
                <a:gd name="T1" fmla="*/ 168 h 168"/>
                <a:gd name="T2" fmla="*/ 17 w 36"/>
                <a:gd name="T3" fmla="*/ 168 h 168"/>
                <a:gd name="T4" fmla="*/ 10 w 36"/>
                <a:gd name="T5" fmla="*/ 167 h 168"/>
                <a:gd name="T6" fmla="*/ 4 w 36"/>
                <a:gd name="T7" fmla="*/ 164 h 168"/>
                <a:gd name="T8" fmla="*/ 1 w 36"/>
                <a:gd name="T9" fmla="*/ 158 h 168"/>
                <a:gd name="T10" fmla="*/ 0 w 36"/>
                <a:gd name="T11" fmla="*/ 151 h 168"/>
                <a:gd name="T12" fmla="*/ 0 w 36"/>
                <a:gd name="T13" fmla="*/ 18 h 168"/>
                <a:gd name="T14" fmla="*/ 0 w 36"/>
                <a:gd name="T15" fmla="*/ 18 h 168"/>
                <a:gd name="T16" fmla="*/ 1 w 36"/>
                <a:gd name="T17" fmla="*/ 11 h 168"/>
                <a:gd name="T18" fmla="*/ 4 w 36"/>
                <a:gd name="T19" fmla="*/ 6 h 168"/>
                <a:gd name="T20" fmla="*/ 10 w 36"/>
                <a:gd name="T21" fmla="*/ 1 h 168"/>
                <a:gd name="T22" fmla="*/ 17 w 36"/>
                <a:gd name="T23" fmla="*/ 0 h 168"/>
                <a:gd name="T24" fmla="*/ 17 w 36"/>
                <a:gd name="T25" fmla="*/ 0 h 168"/>
                <a:gd name="T26" fmla="*/ 17 w 36"/>
                <a:gd name="T27" fmla="*/ 0 h 168"/>
                <a:gd name="T28" fmla="*/ 24 w 36"/>
                <a:gd name="T29" fmla="*/ 1 h 168"/>
                <a:gd name="T30" fmla="*/ 30 w 36"/>
                <a:gd name="T31" fmla="*/ 6 h 168"/>
                <a:gd name="T32" fmla="*/ 35 w 36"/>
                <a:gd name="T33" fmla="*/ 11 h 168"/>
                <a:gd name="T34" fmla="*/ 36 w 36"/>
                <a:gd name="T35" fmla="*/ 18 h 168"/>
                <a:gd name="T36" fmla="*/ 36 w 36"/>
                <a:gd name="T37" fmla="*/ 151 h 168"/>
                <a:gd name="T38" fmla="*/ 36 w 36"/>
                <a:gd name="T39" fmla="*/ 151 h 168"/>
                <a:gd name="T40" fmla="*/ 35 w 36"/>
                <a:gd name="T41" fmla="*/ 158 h 168"/>
                <a:gd name="T42" fmla="*/ 30 w 36"/>
                <a:gd name="T43" fmla="*/ 164 h 168"/>
                <a:gd name="T44" fmla="*/ 24 w 36"/>
                <a:gd name="T45" fmla="*/ 167 h 168"/>
                <a:gd name="T46" fmla="*/ 17 w 36"/>
                <a:gd name="T47" fmla="*/ 168 h 168"/>
                <a:gd name="T48" fmla="*/ 17 w 36"/>
                <a:gd name="T49" fmla="*/ 168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6" h="168">
                  <a:moveTo>
                    <a:pt x="17" y="168"/>
                  </a:moveTo>
                  <a:lnTo>
                    <a:pt x="17" y="168"/>
                  </a:lnTo>
                  <a:lnTo>
                    <a:pt x="10" y="167"/>
                  </a:lnTo>
                  <a:lnTo>
                    <a:pt x="4" y="164"/>
                  </a:lnTo>
                  <a:lnTo>
                    <a:pt x="1" y="158"/>
                  </a:lnTo>
                  <a:lnTo>
                    <a:pt x="0" y="151"/>
                  </a:lnTo>
                  <a:lnTo>
                    <a:pt x="0" y="18"/>
                  </a:lnTo>
                  <a:lnTo>
                    <a:pt x="0" y="18"/>
                  </a:lnTo>
                  <a:lnTo>
                    <a:pt x="1" y="11"/>
                  </a:lnTo>
                  <a:lnTo>
                    <a:pt x="4" y="6"/>
                  </a:lnTo>
                  <a:lnTo>
                    <a:pt x="10" y="1"/>
                  </a:lnTo>
                  <a:lnTo>
                    <a:pt x="17" y="0"/>
                  </a:lnTo>
                  <a:lnTo>
                    <a:pt x="17" y="0"/>
                  </a:lnTo>
                  <a:lnTo>
                    <a:pt x="17" y="0"/>
                  </a:lnTo>
                  <a:lnTo>
                    <a:pt x="24" y="1"/>
                  </a:lnTo>
                  <a:lnTo>
                    <a:pt x="30" y="6"/>
                  </a:lnTo>
                  <a:lnTo>
                    <a:pt x="35" y="11"/>
                  </a:lnTo>
                  <a:lnTo>
                    <a:pt x="36" y="18"/>
                  </a:lnTo>
                  <a:lnTo>
                    <a:pt x="36" y="151"/>
                  </a:lnTo>
                  <a:lnTo>
                    <a:pt x="36" y="151"/>
                  </a:lnTo>
                  <a:lnTo>
                    <a:pt x="35" y="158"/>
                  </a:lnTo>
                  <a:lnTo>
                    <a:pt x="30" y="164"/>
                  </a:lnTo>
                  <a:lnTo>
                    <a:pt x="24" y="167"/>
                  </a:lnTo>
                  <a:lnTo>
                    <a:pt x="17" y="168"/>
                  </a:lnTo>
                  <a:lnTo>
                    <a:pt x="17" y="168"/>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grpSp>
      <p:grpSp>
        <p:nvGrpSpPr>
          <p:cNvPr id="11" name="Group 10"/>
          <p:cNvGrpSpPr/>
          <p:nvPr/>
        </p:nvGrpSpPr>
        <p:grpSpPr>
          <a:xfrm>
            <a:off x="9724939" y="1631556"/>
            <a:ext cx="473731" cy="449700"/>
            <a:chOff x="7440488" y="1107107"/>
            <a:chExt cx="438151" cy="415925"/>
          </a:xfrm>
        </p:grpSpPr>
        <p:sp>
          <p:nvSpPr>
            <p:cNvPr id="74" name="Freeform 171"/>
            <p:cNvSpPr/>
            <p:nvPr/>
          </p:nvSpPr>
          <p:spPr bwMode="auto">
            <a:xfrm>
              <a:off x="7456363" y="1107107"/>
              <a:ext cx="246063" cy="101600"/>
            </a:xfrm>
            <a:custGeom>
              <a:avLst/>
              <a:gdLst>
                <a:gd name="T0" fmla="*/ 19 w 155"/>
                <a:gd name="T1" fmla="*/ 48 h 64"/>
                <a:gd name="T2" fmla="*/ 19 w 155"/>
                <a:gd name="T3" fmla="*/ 48 h 64"/>
                <a:gd name="T4" fmla="*/ 19 w 155"/>
                <a:gd name="T5" fmla="*/ 42 h 64"/>
                <a:gd name="T6" fmla="*/ 22 w 155"/>
                <a:gd name="T7" fmla="*/ 36 h 64"/>
                <a:gd name="T8" fmla="*/ 23 w 155"/>
                <a:gd name="T9" fmla="*/ 32 h 64"/>
                <a:gd name="T10" fmla="*/ 27 w 155"/>
                <a:gd name="T11" fmla="*/ 28 h 64"/>
                <a:gd name="T12" fmla="*/ 32 w 155"/>
                <a:gd name="T13" fmla="*/ 25 h 64"/>
                <a:gd name="T14" fmla="*/ 36 w 155"/>
                <a:gd name="T15" fmla="*/ 22 h 64"/>
                <a:gd name="T16" fmla="*/ 40 w 155"/>
                <a:gd name="T17" fmla="*/ 21 h 64"/>
                <a:gd name="T18" fmla="*/ 46 w 155"/>
                <a:gd name="T19" fmla="*/ 19 h 64"/>
                <a:gd name="T20" fmla="*/ 109 w 155"/>
                <a:gd name="T21" fmla="*/ 19 h 64"/>
                <a:gd name="T22" fmla="*/ 109 w 155"/>
                <a:gd name="T23" fmla="*/ 19 h 64"/>
                <a:gd name="T24" fmla="*/ 115 w 155"/>
                <a:gd name="T25" fmla="*/ 21 h 64"/>
                <a:gd name="T26" fmla="*/ 121 w 155"/>
                <a:gd name="T27" fmla="*/ 22 h 64"/>
                <a:gd name="T28" fmla="*/ 125 w 155"/>
                <a:gd name="T29" fmla="*/ 25 h 64"/>
                <a:gd name="T30" fmla="*/ 129 w 155"/>
                <a:gd name="T31" fmla="*/ 28 h 64"/>
                <a:gd name="T32" fmla="*/ 132 w 155"/>
                <a:gd name="T33" fmla="*/ 32 h 64"/>
                <a:gd name="T34" fmla="*/ 135 w 155"/>
                <a:gd name="T35" fmla="*/ 36 h 64"/>
                <a:gd name="T36" fmla="*/ 137 w 155"/>
                <a:gd name="T37" fmla="*/ 42 h 64"/>
                <a:gd name="T38" fmla="*/ 137 w 155"/>
                <a:gd name="T39" fmla="*/ 48 h 64"/>
                <a:gd name="T40" fmla="*/ 137 w 155"/>
                <a:gd name="T41" fmla="*/ 64 h 64"/>
                <a:gd name="T42" fmla="*/ 155 w 155"/>
                <a:gd name="T43" fmla="*/ 64 h 64"/>
                <a:gd name="T44" fmla="*/ 155 w 155"/>
                <a:gd name="T45" fmla="*/ 48 h 64"/>
                <a:gd name="T46" fmla="*/ 155 w 155"/>
                <a:gd name="T47" fmla="*/ 48 h 64"/>
                <a:gd name="T48" fmla="*/ 155 w 155"/>
                <a:gd name="T49" fmla="*/ 38 h 64"/>
                <a:gd name="T50" fmla="*/ 152 w 155"/>
                <a:gd name="T51" fmla="*/ 29 h 64"/>
                <a:gd name="T52" fmla="*/ 148 w 155"/>
                <a:gd name="T53" fmla="*/ 22 h 64"/>
                <a:gd name="T54" fmla="*/ 142 w 155"/>
                <a:gd name="T55" fmla="*/ 15 h 64"/>
                <a:gd name="T56" fmla="*/ 135 w 155"/>
                <a:gd name="T57" fmla="*/ 9 h 64"/>
                <a:gd name="T58" fmla="*/ 128 w 155"/>
                <a:gd name="T59" fmla="*/ 5 h 64"/>
                <a:gd name="T60" fmla="*/ 119 w 155"/>
                <a:gd name="T61" fmla="*/ 2 h 64"/>
                <a:gd name="T62" fmla="*/ 109 w 155"/>
                <a:gd name="T63" fmla="*/ 0 h 64"/>
                <a:gd name="T64" fmla="*/ 46 w 155"/>
                <a:gd name="T65" fmla="*/ 0 h 64"/>
                <a:gd name="T66" fmla="*/ 46 w 155"/>
                <a:gd name="T67" fmla="*/ 0 h 64"/>
                <a:gd name="T68" fmla="*/ 37 w 155"/>
                <a:gd name="T69" fmla="*/ 2 h 64"/>
                <a:gd name="T70" fmla="*/ 29 w 155"/>
                <a:gd name="T71" fmla="*/ 5 h 64"/>
                <a:gd name="T72" fmla="*/ 20 w 155"/>
                <a:gd name="T73" fmla="*/ 9 h 64"/>
                <a:gd name="T74" fmla="*/ 14 w 155"/>
                <a:gd name="T75" fmla="*/ 15 h 64"/>
                <a:gd name="T76" fmla="*/ 9 w 155"/>
                <a:gd name="T77" fmla="*/ 22 h 64"/>
                <a:gd name="T78" fmla="*/ 4 w 155"/>
                <a:gd name="T79" fmla="*/ 29 h 64"/>
                <a:gd name="T80" fmla="*/ 1 w 155"/>
                <a:gd name="T81" fmla="*/ 38 h 64"/>
                <a:gd name="T82" fmla="*/ 0 w 155"/>
                <a:gd name="T83" fmla="*/ 48 h 64"/>
                <a:gd name="T84" fmla="*/ 0 w 155"/>
                <a:gd name="T85" fmla="*/ 64 h 64"/>
                <a:gd name="T86" fmla="*/ 19 w 155"/>
                <a:gd name="T87" fmla="*/ 64 h 64"/>
                <a:gd name="T88" fmla="*/ 19 w 155"/>
                <a:gd name="T89" fmla="*/ 48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55" h="64">
                  <a:moveTo>
                    <a:pt x="19" y="48"/>
                  </a:moveTo>
                  <a:lnTo>
                    <a:pt x="19" y="48"/>
                  </a:lnTo>
                  <a:lnTo>
                    <a:pt x="19" y="42"/>
                  </a:lnTo>
                  <a:lnTo>
                    <a:pt x="22" y="36"/>
                  </a:lnTo>
                  <a:lnTo>
                    <a:pt x="23" y="32"/>
                  </a:lnTo>
                  <a:lnTo>
                    <a:pt x="27" y="28"/>
                  </a:lnTo>
                  <a:lnTo>
                    <a:pt x="32" y="25"/>
                  </a:lnTo>
                  <a:lnTo>
                    <a:pt x="36" y="22"/>
                  </a:lnTo>
                  <a:lnTo>
                    <a:pt x="40" y="21"/>
                  </a:lnTo>
                  <a:lnTo>
                    <a:pt x="46" y="19"/>
                  </a:lnTo>
                  <a:lnTo>
                    <a:pt x="109" y="19"/>
                  </a:lnTo>
                  <a:lnTo>
                    <a:pt x="109" y="19"/>
                  </a:lnTo>
                  <a:lnTo>
                    <a:pt x="115" y="21"/>
                  </a:lnTo>
                  <a:lnTo>
                    <a:pt x="121" y="22"/>
                  </a:lnTo>
                  <a:lnTo>
                    <a:pt x="125" y="25"/>
                  </a:lnTo>
                  <a:lnTo>
                    <a:pt x="129" y="28"/>
                  </a:lnTo>
                  <a:lnTo>
                    <a:pt x="132" y="32"/>
                  </a:lnTo>
                  <a:lnTo>
                    <a:pt x="135" y="36"/>
                  </a:lnTo>
                  <a:lnTo>
                    <a:pt x="137" y="42"/>
                  </a:lnTo>
                  <a:lnTo>
                    <a:pt x="137" y="48"/>
                  </a:lnTo>
                  <a:lnTo>
                    <a:pt x="137" y="64"/>
                  </a:lnTo>
                  <a:lnTo>
                    <a:pt x="155" y="64"/>
                  </a:lnTo>
                  <a:lnTo>
                    <a:pt x="155" y="48"/>
                  </a:lnTo>
                  <a:lnTo>
                    <a:pt x="155" y="48"/>
                  </a:lnTo>
                  <a:lnTo>
                    <a:pt x="155" y="38"/>
                  </a:lnTo>
                  <a:lnTo>
                    <a:pt x="152" y="29"/>
                  </a:lnTo>
                  <a:lnTo>
                    <a:pt x="148" y="22"/>
                  </a:lnTo>
                  <a:lnTo>
                    <a:pt x="142" y="15"/>
                  </a:lnTo>
                  <a:lnTo>
                    <a:pt x="135" y="9"/>
                  </a:lnTo>
                  <a:lnTo>
                    <a:pt x="128" y="5"/>
                  </a:lnTo>
                  <a:lnTo>
                    <a:pt x="119" y="2"/>
                  </a:lnTo>
                  <a:lnTo>
                    <a:pt x="109" y="0"/>
                  </a:lnTo>
                  <a:lnTo>
                    <a:pt x="46" y="0"/>
                  </a:lnTo>
                  <a:lnTo>
                    <a:pt x="46" y="0"/>
                  </a:lnTo>
                  <a:lnTo>
                    <a:pt x="37" y="2"/>
                  </a:lnTo>
                  <a:lnTo>
                    <a:pt x="29" y="5"/>
                  </a:lnTo>
                  <a:lnTo>
                    <a:pt x="20" y="9"/>
                  </a:lnTo>
                  <a:lnTo>
                    <a:pt x="14" y="15"/>
                  </a:lnTo>
                  <a:lnTo>
                    <a:pt x="9" y="22"/>
                  </a:lnTo>
                  <a:lnTo>
                    <a:pt x="4" y="29"/>
                  </a:lnTo>
                  <a:lnTo>
                    <a:pt x="1" y="38"/>
                  </a:lnTo>
                  <a:lnTo>
                    <a:pt x="0" y="48"/>
                  </a:lnTo>
                  <a:lnTo>
                    <a:pt x="0" y="64"/>
                  </a:lnTo>
                  <a:lnTo>
                    <a:pt x="19" y="64"/>
                  </a:lnTo>
                  <a:lnTo>
                    <a:pt x="19" y="48"/>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75" name="Freeform 172"/>
            <p:cNvSpPr/>
            <p:nvPr/>
          </p:nvSpPr>
          <p:spPr bwMode="auto">
            <a:xfrm>
              <a:off x="7684963" y="1381744"/>
              <a:ext cx="33338" cy="57150"/>
            </a:xfrm>
            <a:custGeom>
              <a:avLst/>
              <a:gdLst>
                <a:gd name="T0" fmla="*/ 3 w 21"/>
                <a:gd name="T1" fmla="*/ 10 h 36"/>
                <a:gd name="T2" fmla="*/ 3 w 21"/>
                <a:gd name="T3" fmla="*/ 10 h 36"/>
                <a:gd name="T4" fmla="*/ 1 w 21"/>
                <a:gd name="T5" fmla="*/ 14 h 36"/>
                <a:gd name="T6" fmla="*/ 0 w 21"/>
                <a:gd name="T7" fmla="*/ 19 h 36"/>
                <a:gd name="T8" fmla="*/ 0 w 21"/>
                <a:gd name="T9" fmla="*/ 23 h 36"/>
                <a:gd name="T10" fmla="*/ 1 w 21"/>
                <a:gd name="T11" fmla="*/ 27 h 36"/>
                <a:gd name="T12" fmla="*/ 1 w 21"/>
                <a:gd name="T13" fmla="*/ 27 h 36"/>
                <a:gd name="T14" fmla="*/ 3 w 21"/>
                <a:gd name="T15" fmla="*/ 32 h 36"/>
                <a:gd name="T16" fmla="*/ 4 w 21"/>
                <a:gd name="T17" fmla="*/ 36 h 36"/>
                <a:gd name="T18" fmla="*/ 4 w 21"/>
                <a:gd name="T19" fmla="*/ 36 h 36"/>
                <a:gd name="T20" fmla="*/ 11 w 21"/>
                <a:gd name="T21" fmla="*/ 34 h 36"/>
                <a:gd name="T22" fmla="*/ 17 w 21"/>
                <a:gd name="T23" fmla="*/ 30 h 36"/>
                <a:gd name="T24" fmla="*/ 20 w 21"/>
                <a:gd name="T25" fmla="*/ 24 h 36"/>
                <a:gd name="T26" fmla="*/ 21 w 21"/>
                <a:gd name="T27" fmla="*/ 17 h 36"/>
                <a:gd name="T28" fmla="*/ 21 w 21"/>
                <a:gd name="T29" fmla="*/ 0 h 36"/>
                <a:gd name="T30" fmla="*/ 21 w 21"/>
                <a:gd name="T31" fmla="*/ 0 h 36"/>
                <a:gd name="T32" fmla="*/ 16 w 21"/>
                <a:gd name="T33" fmla="*/ 0 h 36"/>
                <a:gd name="T34" fmla="*/ 11 w 21"/>
                <a:gd name="T35" fmla="*/ 3 h 36"/>
                <a:gd name="T36" fmla="*/ 7 w 21"/>
                <a:gd name="T37" fmla="*/ 6 h 36"/>
                <a:gd name="T38" fmla="*/ 3 w 21"/>
                <a:gd name="T39" fmla="*/ 10 h 36"/>
                <a:gd name="T40" fmla="*/ 3 w 21"/>
                <a:gd name="T41" fmla="*/ 1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1" h="36">
                  <a:moveTo>
                    <a:pt x="3" y="10"/>
                  </a:moveTo>
                  <a:lnTo>
                    <a:pt x="3" y="10"/>
                  </a:lnTo>
                  <a:lnTo>
                    <a:pt x="1" y="14"/>
                  </a:lnTo>
                  <a:lnTo>
                    <a:pt x="0" y="19"/>
                  </a:lnTo>
                  <a:lnTo>
                    <a:pt x="0" y="23"/>
                  </a:lnTo>
                  <a:lnTo>
                    <a:pt x="1" y="27"/>
                  </a:lnTo>
                  <a:lnTo>
                    <a:pt x="1" y="27"/>
                  </a:lnTo>
                  <a:lnTo>
                    <a:pt x="3" y="32"/>
                  </a:lnTo>
                  <a:lnTo>
                    <a:pt x="4" y="36"/>
                  </a:lnTo>
                  <a:lnTo>
                    <a:pt x="4" y="36"/>
                  </a:lnTo>
                  <a:lnTo>
                    <a:pt x="11" y="34"/>
                  </a:lnTo>
                  <a:lnTo>
                    <a:pt x="17" y="30"/>
                  </a:lnTo>
                  <a:lnTo>
                    <a:pt x="20" y="24"/>
                  </a:lnTo>
                  <a:lnTo>
                    <a:pt x="21" y="17"/>
                  </a:lnTo>
                  <a:lnTo>
                    <a:pt x="21" y="0"/>
                  </a:lnTo>
                  <a:lnTo>
                    <a:pt x="21" y="0"/>
                  </a:lnTo>
                  <a:lnTo>
                    <a:pt x="16" y="0"/>
                  </a:lnTo>
                  <a:lnTo>
                    <a:pt x="11" y="3"/>
                  </a:lnTo>
                  <a:lnTo>
                    <a:pt x="7" y="6"/>
                  </a:lnTo>
                  <a:lnTo>
                    <a:pt x="3" y="10"/>
                  </a:lnTo>
                  <a:lnTo>
                    <a:pt x="3" y="1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76" name="Freeform 173"/>
            <p:cNvSpPr>
              <a:spLocks noEditPoints="1"/>
            </p:cNvSpPr>
            <p:nvPr/>
          </p:nvSpPr>
          <p:spPr bwMode="auto">
            <a:xfrm>
              <a:off x="7440488" y="1224582"/>
              <a:ext cx="277813" cy="214313"/>
            </a:xfrm>
            <a:custGeom>
              <a:avLst/>
              <a:gdLst>
                <a:gd name="T0" fmla="*/ 118 w 175"/>
                <a:gd name="T1" fmla="*/ 86 h 135"/>
                <a:gd name="T2" fmla="*/ 129 w 175"/>
                <a:gd name="T3" fmla="*/ 72 h 135"/>
                <a:gd name="T4" fmla="*/ 142 w 175"/>
                <a:gd name="T5" fmla="*/ 62 h 135"/>
                <a:gd name="T6" fmla="*/ 158 w 175"/>
                <a:gd name="T7" fmla="*/ 56 h 135"/>
                <a:gd name="T8" fmla="*/ 175 w 175"/>
                <a:gd name="T9" fmla="*/ 53 h 135"/>
                <a:gd name="T10" fmla="*/ 175 w 175"/>
                <a:gd name="T11" fmla="*/ 18 h 135"/>
                <a:gd name="T12" fmla="*/ 171 w 175"/>
                <a:gd name="T13" fmla="*/ 5 h 135"/>
                <a:gd name="T14" fmla="*/ 157 w 175"/>
                <a:gd name="T15" fmla="*/ 0 h 135"/>
                <a:gd name="T16" fmla="*/ 19 w 175"/>
                <a:gd name="T17" fmla="*/ 0 h 135"/>
                <a:gd name="T18" fmla="*/ 6 w 175"/>
                <a:gd name="T19" fmla="*/ 5 h 135"/>
                <a:gd name="T20" fmla="*/ 0 w 175"/>
                <a:gd name="T21" fmla="*/ 18 h 135"/>
                <a:gd name="T22" fmla="*/ 0 w 175"/>
                <a:gd name="T23" fmla="*/ 116 h 135"/>
                <a:gd name="T24" fmla="*/ 6 w 175"/>
                <a:gd name="T25" fmla="*/ 131 h 135"/>
                <a:gd name="T26" fmla="*/ 19 w 175"/>
                <a:gd name="T27" fmla="*/ 135 h 135"/>
                <a:gd name="T28" fmla="*/ 111 w 175"/>
                <a:gd name="T29" fmla="*/ 135 h 135"/>
                <a:gd name="T30" fmla="*/ 109 w 175"/>
                <a:gd name="T31" fmla="*/ 110 h 135"/>
                <a:gd name="T32" fmla="*/ 118 w 175"/>
                <a:gd name="T33" fmla="*/ 86 h 135"/>
                <a:gd name="T34" fmla="*/ 101 w 175"/>
                <a:gd name="T35" fmla="*/ 70 h 135"/>
                <a:gd name="T36" fmla="*/ 101 w 175"/>
                <a:gd name="T37" fmla="*/ 86 h 135"/>
                <a:gd name="T38" fmla="*/ 96 w 175"/>
                <a:gd name="T39" fmla="*/ 95 h 135"/>
                <a:gd name="T40" fmla="*/ 88 w 175"/>
                <a:gd name="T41" fmla="*/ 99 h 135"/>
                <a:gd name="T42" fmla="*/ 83 w 175"/>
                <a:gd name="T43" fmla="*/ 97 h 135"/>
                <a:gd name="T44" fmla="*/ 76 w 175"/>
                <a:gd name="T45" fmla="*/ 90 h 135"/>
                <a:gd name="T46" fmla="*/ 76 w 175"/>
                <a:gd name="T47" fmla="*/ 70 h 135"/>
                <a:gd name="T48" fmla="*/ 72 w 175"/>
                <a:gd name="T49" fmla="*/ 67 h 135"/>
                <a:gd name="T50" fmla="*/ 69 w 175"/>
                <a:gd name="T51" fmla="*/ 59 h 135"/>
                <a:gd name="T52" fmla="*/ 68 w 175"/>
                <a:gd name="T53" fmla="*/ 54 h 135"/>
                <a:gd name="T54" fmla="*/ 73 w 175"/>
                <a:gd name="T55" fmla="*/ 40 h 135"/>
                <a:gd name="T56" fmla="*/ 88 w 175"/>
                <a:gd name="T57" fmla="*/ 34 h 135"/>
                <a:gd name="T58" fmla="*/ 96 w 175"/>
                <a:gd name="T59" fmla="*/ 36 h 135"/>
                <a:gd name="T60" fmla="*/ 106 w 175"/>
                <a:gd name="T61" fmla="*/ 47 h 135"/>
                <a:gd name="T62" fmla="*/ 108 w 175"/>
                <a:gd name="T63" fmla="*/ 54 h 135"/>
                <a:gd name="T64" fmla="*/ 106 w 175"/>
                <a:gd name="T65" fmla="*/ 63 h 135"/>
                <a:gd name="T66" fmla="*/ 101 w 175"/>
                <a:gd name="T67"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75" h="135">
                  <a:moveTo>
                    <a:pt x="118" y="86"/>
                  </a:moveTo>
                  <a:lnTo>
                    <a:pt x="118" y="86"/>
                  </a:lnTo>
                  <a:lnTo>
                    <a:pt x="124" y="79"/>
                  </a:lnTo>
                  <a:lnTo>
                    <a:pt x="129" y="72"/>
                  </a:lnTo>
                  <a:lnTo>
                    <a:pt x="135" y="66"/>
                  </a:lnTo>
                  <a:lnTo>
                    <a:pt x="142" y="62"/>
                  </a:lnTo>
                  <a:lnTo>
                    <a:pt x="151" y="59"/>
                  </a:lnTo>
                  <a:lnTo>
                    <a:pt x="158" y="56"/>
                  </a:lnTo>
                  <a:lnTo>
                    <a:pt x="167" y="53"/>
                  </a:lnTo>
                  <a:lnTo>
                    <a:pt x="175" y="53"/>
                  </a:lnTo>
                  <a:lnTo>
                    <a:pt x="175" y="18"/>
                  </a:lnTo>
                  <a:lnTo>
                    <a:pt x="175" y="18"/>
                  </a:lnTo>
                  <a:lnTo>
                    <a:pt x="174" y="11"/>
                  </a:lnTo>
                  <a:lnTo>
                    <a:pt x="171" y="5"/>
                  </a:lnTo>
                  <a:lnTo>
                    <a:pt x="164" y="1"/>
                  </a:lnTo>
                  <a:lnTo>
                    <a:pt x="157" y="0"/>
                  </a:lnTo>
                  <a:lnTo>
                    <a:pt x="19" y="0"/>
                  </a:lnTo>
                  <a:lnTo>
                    <a:pt x="19" y="0"/>
                  </a:lnTo>
                  <a:lnTo>
                    <a:pt x="11" y="1"/>
                  </a:lnTo>
                  <a:lnTo>
                    <a:pt x="6" y="5"/>
                  </a:lnTo>
                  <a:lnTo>
                    <a:pt x="1" y="11"/>
                  </a:lnTo>
                  <a:lnTo>
                    <a:pt x="0" y="18"/>
                  </a:lnTo>
                  <a:lnTo>
                    <a:pt x="0" y="116"/>
                  </a:lnTo>
                  <a:lnTo>
                    <a:pt x="0" y="116"/>
                  </a:lnTo>
                  <a:lnTo>
                    <a:pt x="1" y="123"/>
                  </a:lnTo>
                  <a:lnTo>
                    <a:pt x="6" y="131"/>
                  </a:lnTo>
                  <a:lnTo>
                    <a:pt x="11" y="133"/>
                  </a:lnTo>
                  <a:lnTo>
                    <a:pt x="19" y="135"/>
                  </a:lnTo>
                  <a:lnTo>
                    <a:pt x="111" y="135"/>
                  </a:lnTo>
                  <a:lnTo>
                    <a:pt x="111" y="135"/>
                  </a:lnTo>
                  <a:lnTo>
                    <a:pt x="109" y="123"/>
                  </a:lnTo>
                  <a:lnTo>
                    <a:pt x="109" y="110"/>
                  </a:lnTo>
                  <a:lnTo>
                    <a:pt x="112" y="97"/>
                  </a:lnTo>
                  <a:lnTo>
                    <a:pt x="118" y="86"/>
                  </a:lnTo>
                  <a:lnTo>
                    <a:pt x="118" y="86"/>
                  </a:lnTo>
                  <a:close/>
                  <a:moveTo>
                    <a:pt x="101" y="70"/>
                  </a:moveTo>
                  <a:lnTo>
                    <a:pt x="101" y="86"/>
                  </a:lnTo>
                  <a:lnTo>
                    <a:pt x="101" y="86"/>
                  </a:lnTo>
                  <a:lnTo>
                    <a:pt x="99" y="90"/>
                  </a:lnTo>
                  <a:lnTo>
                    <a:pt x="96" y="95"/>
                  </a:lnTo>
                  <a:lnTo>
                    <a:pt x="92" y="97"/>
                  </a:lnTo>
                  <a:lnTo>
                    <a:pt x="88" y="99"/>
                  </a:lnTo>
                  <a:lnTo>
                    <a:pt x="88" y="99"/>
                  </a:lnTo>
                  <a:lnTo>
                    <a:pt x="83" y="97"/>
                  </a:lnTo>
                  <a:lnTo>
                    <a:pt x="79" y="95"/>
                  </a:lnTo>
                  <a:lnTo>
                    <a:pt x="76" y="90"/>
                  </a:lnTo>
                  <a:lnTo>
                    <a:pt x="76" y="86"/>
                  </a:lnTo>
                  <a:lnTo>
                    <a:pt x="76" y="70"/>
                  </a:lnTo>
                  <a:lnTo>
                    <a:pt x="76" y="70"/>
                  </a:lnTo>
                  <a:lnTo>
                    <a:pt x="72" y="67"/>
                  </a:lnTo>
                  <a:lnTo>
                    <a:pt x="70" y="63"/>
                  </a:lnTo>
                  <a:lnTo>
                    <a:pt x="69" y="59"/>
                  </a:lnTo>
                  <a:lnTo>
                    <a:pt x="68" y="54"/>
                  </a:lnTo>
                  <a:lnTo>
                    <a:pt x="68" y="54"/>
                  </a:lnTo>
                  <a:lnTo>
                    <a:pt x="69" y="47"/>
                  </a:lnTo>
                  <a:lnTo>
                    <a:pt x="73" y="40"/>
                  </a:lnTo>
                  <a:lnTo>
                    <a:pt x="80" y="36"/>
                  </a:lnTo>
                  <a:lnTo>
                    <a:pt x="88" y="34"/>
                  </a:lnTo>
                  <a:lnTo>
                    <a:pt x="88" y="34"/>
                  </a:lnTo>
                  <a:lnTo>
                    <a:pt x="96" y="36"/>
                  </a:lnTo>
                  <a:lnTo>
                    <a:pt x="102" y="40"/>
                  </a:lnTo>
                  <a:lnTo>
                    <a:pt x="106" y="47"/>
                  </a:lnTo>
                  <a:lnTo>
                    <a:pt x="108" y="54"/>
                  </a:lnTo>
                  <a:lnTo>
                    <a:pt x="108" y="54"/>
                  </a:lnTo>
                  <a:lnTo>
                    <a:pt x="108" y="59"/>
                  </a:lnTo>
                  <a:lnTo>
                    <a:pt x="106" y="63"/>
                  </a:lnTo>
                  <a:lnTo>
                    <a:pt x="103" y="67"/>
                  </a:lnTo>
                  <a:lnTo>
                    <a:pt x="101" y="70"/>
                  </a:lnTo>
                  <a:lnTo>
                    <a:pt x="101" y="7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77" name="Freeform 174"/>
            <p:cNvSpPr>
              <a:spLocks noEditPoints="1"/>
            </p:cNvSpPr>
            <p:nvPr/>
          </p:nvSpPr>
          <p:spPr bwMode="auto">
            <a:xfrm>
              <a:off x="7632576" y="1326182"/>
              <a:ext cx="246063" cy="196850"/>
            </a:xfrm>
            <a:custGeom>
              <a:avLst/>
              <a:gdLst>
                <a:gd name="T0" fmla="*/ 86 w 155"/>
                <a:gd name="T1" fmla="*/ 9 h 124"/>
                <a:gd name="T2" fmla="*/ 64 w 155"/>
                <a:gd name="T3" fmla="*/ 0 h 124"/>
                <a:gd name="T4" fmla="*/ 43 w 155"/>
                <a:gd name="T5" fmla="*/ 2 h 124"/>
                <a:gd name="T6" fmla="*/ 23 w 155"/>
                <a:gd name="T7" fmla="*/ 10 h 124"/>
                <a:gd name="T8" fmla="*/ 7 w 155"/>
                <a:gd name="T9" fmla="*/ 28 h 124"/>
                <a:gd name="T10" fmla="*/ 3 w 155"/>
                <a:gd name="T11" fmla="*/ 38 h 124"/>
                <a:gd name="T12" fmla="*/ 0 w 155"/>
                <a:gd name="T13" fmla="*/ 59 h 124"/>
                <a:gd name="T14" fmla="*/ 4 w 155"/>
                <a:gd name="T15" fmla="*/ 81 h 124"/>
                <a:gd name="T16" fmla="*/ 17 w 155"/>
                <a:gd name="T17" fmla="*/ 100 h 124"/>
                <a:gd name="T18" fmla="*/ 27 w 155"/>
                <a:gd name="T19" fmla="*/ 105 h 124"/>
                <a:gd name="T20" fmla="*/ 43 w 155"/>
                <a:gd name="T21" fmla="*/ 113 h 124"/>
                <a:gd name="T22" fmla="*/ 60 w 155"/>
                <a:gd name="T23" fmla="*/ 114 h 124"/>
                <a:gd name="T24" fmla="*/ 77 w 155"/>
                <a:gd name="T25" fmla="*/ 110 h 124"/>
                <a:gd name="T26" fmla="*/ 93 w 155"/>
                <a:gd name="T27" fmla="*/ 101 h 124"/>
                <a:gd name="T28" fmla="*/ 95 w 155"/>
                <a:gd name="T29" fmla="*/ 102 h 124"/>
                <a:gd name="T30" fmla="*/ 126 w 155"/>
                <a:gd name="T31" fmla="*/ 123 h 124"/>
                <a:gd name="T32" fmla="*/ 141 w 155"/>
                <a:gd name="T33" fmla="*/ 124 h 124"/>
                <a:gd name="T34" fmla="*/ 152 w 155"/>
                <a:gd name="T35" fmla="*/ 115 h 124"/>
                <a:gd name="T36" fmla="*/ 155 w 155"/>
                <a:gd name="T37" fmla="*/ 110 h 124"/>
                <a:gd name="T38" fmla="*/ 151 w 155"/>
                <a:gd name="T39" fmla="*/ 95 h 124"/>
                <a:gd name="T40" fmla="*/ 113 w 155"/>
                <a:gd name="T41" fmla="*/ 71 h 124"/>
                <a:gd name="T42" fmla="*/ 112 w 155"/>
                <a:gd name="T43" fmla="*/ 69 h 124"/>
                <a:gd name="T44" fmla="*/ 113 w 155"/>
                <a:gd name="T45" fmla="*/ 61 h 124"/>
                <a:gd name="T46" fmla="*/ 112 w 155"/>
                <a:gd name="T47" fmla="*/ 44 h 124"/>
                <a:gd name="T48" fmla="*/ 105 w 155"/>
                <a:gd name="T49" fmla="*/ 28 h 124"/>
                <a:gd name="T50" fmla="*/ 93 w 155"/>
                <a:gd name="T51" fmla="*/ 13 h 124"/>
                <a:gd name="T52" fmla="*/ 86 w 155"/>
                <a:gd name="T53" fmla="*/ 9 h 124"/>
                <a:gd name="T54" fmla="*/ 86 w 155"/>
                <a:gd name="T55" fmla="*/ 75 h 124"/>
                <a:gd name="T56" fmla="*/ 76 w 155"/>
                <a:gd name="T57" fmla="*/ 85 h 124"/>
                <a:gd name="T58" fmla="*/ 64 w 155"/>
                <a:gd name="T59" fmla="*/ 91 h 124"/>
                <a:gd name="T60" fmla="*/ 51 w 155"/>
                <a:gd name="T61" fmla="*/ 92 h 124"/>
                <a:gd name="T62" fmla="*/ 39 w 155"/>
                <a:gd name="T63" fmla="*/ 87 h 124"/>
                <a:gd name="T64" fmla="*/ 33 w 155"/>
                <a:gd name="T65" fmla="*/ 82 h 124"/>
                <a:gd name="T66" fmla="*/ 24 w 155"/>
                <a:gd name="T67" fmla="*/ 72 h 124"/>
                <a:gd name="T68" fmla="*/ 21 w 155"/>
                <a:gd name="T69" fmla="*/ 59 h 124"/>
                <a:gd name="T70" fmla="*/ 23 w 155"/>
                <a:gd name="T71" fmla="*/ 45 h 124"/>
                <a:gd name="T72" fmla="*/ 27 w 155"/>
                <a:gd name="T73" fmla="*/ 39 h 124"/>
                <a:gd name="T74" fmla="*/ 36 w 155"/>
                <a:gd name="T75" fmla="*/ 29 h 124"/>
                <a:gd name="T76" fmla="*/ 47 w 155"/>
                <a:gd name="T77" fmla="*/ 23 h 124"/>
                <a:gd name="T78" fmla="*/ 61 w 155"/>
                <a:gd name="T79" fmla="*/ 23 h 124"/>
                <a:gd name="T80" fmla="*/ 74 w 155"/>
                <a:gd name="T81" fmla="*/ 28 h 124"/>
                <a:gd name="T82" fmla="*/ 80 w 155"/>
                <a:gd name="T83" fmla="*/ 32 h 124"/>
                <a:gd name="T84" fmla="*/ 87 w 155"/>
                <a:gd name="T85" fmla="*/ 44 h 124"/>
                <a:gd name="T86" fmla="*/ 90 w 155"/>
                <a:gd name="T87" fmla="*/ 56 h 124"/>
                <a:gd name="T88" fmla="*/ 89 w 155"/>
                <a:gd name="T89" fmla="*/ 69 h 124"/>
                <a:gd name="T90" fmla="*/ 86 w 155"/>
                <a:gd name="T91" fmla="*/ 75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55" h="124">
                  <a:moveTo>
                    <a:pt x="86" y="9"/>
                  </a:moveTo>
                  <a:lnTo>
                    <a:pt x="86" y="9"/>
                  </a:lnTo>
                  <a:lnTo>
                    <a:pt x="76" y="3"/>
                  </a:lnTo>
                  <a:lnTo>
                    <a:pt x="64" y="0"/>
                  </a:lnTo>
                  <a:lnTo>
                    <a:pt x="53" y="0"/>
                  </a:lnTo>
                  <a:lnTo>
                    <a:pt x="43" y="2"/>
                  </a:lnTo>
                  <a:lnTo>
                    <a:pt x="33" y="6"/>
                  </a:lnTo>
                  <a:lnTo>
                    <a:pt x="23" y="10"/>
                  </a:lnTo>
                  <a:lnTo>
                    <a:pt x="14" y="19"/>
                  </a:lnTo>
                  <a:lnTo>
                    <a:pt x="7" y="28"/>
                  </a:lnTo>
                  <a:lnTo>
                    <a:pt x="7" y="28"/>
                  </a:lnTo>
                  <a:lnTo>
                    <a:pt x="3" y="38"/>
                  </a:lnTo>
                  <a:lnTo>
                    <a:pt x="0" y="49"/>
                  </a:lnTo>
                  <a:lnTo>
                    <a:pt x="0" y="59"/>
                  </a:lnTo>
                  <a:lnTo>
                    <a:pt x="1" y="71"/>
                  </a:lnTo>
                  <a:lnTo>
                    <a:pt x="4" y="81"/>
                  </a:lnTo>
                  <a:lnTo>
                    <a:pt x="10" y="91"/>
                  </a:lnTo>
                  <a:lnTo>
                    <a:pt x="17" y="100"/>
                  </a:lnTo>
                  <a:lnTo>
                    <a:pt x="27" y="105"/>
                  </a:lnTo>
                  <a:lnTo>
                    <a:pt x="27" y="105"/>
                  </a:lnTo>
                  <a:lnTo>
                    <a:pt x="34" y="110"/>
                  </a:lnTo>
                  <a:lnTo>
                    <a:pt x="43" y="113"/>
                  </a:lnTo>
                  <a:lnTo>
                    <a:pt x="51" y="114"/>
                  </a:lnTo>
                  <a:lnTo>
                    <a:pt x="60" y="114"/>
                  </a:lnTo>
                  <a:lnTo>
                    <a:pt x="69" y="113"/>
                  </a:lnTo>
                  <a:lnTo>
                    <a:pt x="77" y="110"/>
                  </a:lnTo>
                  <a:lnTo>
                    <a:pt x="86" y="107"/>
                  </a:lnTo>
                  <a:lnTo>
                    <a:pt x="93" y="101"/>
                  </a:lnTo>
                  <a:lnTo>
                    <a:pt x="93" y="101"/>
                  </a:lnTo>
                  <a:lnTo>
                    <a:pt x="95" y="102"/>
                  </a:lnTo>
                  <a:lnTo>
                    <a:pt x="126" y="123"/>
                  </a:lnTo>
                  <a:lnTo>
                    <a:pt x="126" y="123"/>
                  </a:lnTo>
                  <a:lnTo>
                    <a:pt x="133" y="124"/>
                  </a:lnTo>
                  <a:lnTo>
                    <a:pt x="141" y="124"/>
                  </a:lnTo>
                  <a:lnTo>
                    <a:pt x="146" y="121"/>
                  </a:lnTo>
                  <a:lnTo>
                    <a:pt x="152" y="115"/>
                  </a:lnTo>
                  <a:lnTo>
                    <a:pt x="152" y="115"/>
                  </a:lnTo>
                  <a:lnTo>
                    <a:pt x="155" y="110"/>
                  </a:lnTo>
                  <a:lnTo>
                    <a:pt x="155" y="102"/>
                  </a:lnTo>
                  <a:lnTo>
                    <a:pt x="151" y="95"/>
                  </a:lnTo>
                  <a:lnTo>
                    <a:pt x="146" y="91"/>
                  </a:lnTo>
                  <a:lnTo>
                    <a:pt x="113" y="71"/>
                  </a:lnTo>
                  <a:lnTo>
                    <a:pt x="113" y="71"/>
                  </a:lnTo>
                  <a:lnTo>
                    <a:pt x="112" y="69"/>
                  </a:lnTo>
                  <a:lnTo>
                    <a:pt x="112" y="69"/>
                  </a:lnTo>
                  <a:lnTo>
                    <a:pt x="113" y="61"/>
                  </a:lnTo>
                  <a:lnTo>
                    <a:pt x="113" y="52"/>
                  </a:lnTo>
                  <a:lnTo>
                    <a:pt x="112" y="44"/>
                  </a:lnTo>
                  <a:lnTo>
                    <a:pt x="109" y="35"/>
                  </a:lnTo>
                  <a:lnTo>
                    <a:pt x="105" y="28"/>
                  </a:lnTo>
                  <a:lnTo>
                    <a:pt x="99" y="21"/>
                  </a:lnTo>
                  <a:lnTo>
                    <a:pt x="93" y="13"/>
                  </a:lnTo>
                  <a:lnTo>
                    <a:pt x="86" y="9"/>
                  </a:lnTo>
                  <a:lnTo>
                    <a:pt x="86" y="9"/>
                  </a:lnTo>
                  <a:close/>
                  <a:moveTo>
                    <a:pt x="86" y="75"/>
                  </a:moveTo>
                  <a:lnTo>
                    <a:pt x="86" y="75"/>
                  </a:lnTo>
                  <a:lnTo>
                    <a:pt x="82" y="81"/>
                  </a:lnTo>
                  <a:lnTo>
                    <a:pt x="76" y="85"/>
                  </a:lnTo>
                  <a:lnTo>
                    <a:pt x="70" y="90"/>
                  </a:lnTo>
                  <a:lnTo>
                    <a:pt x="64" y="91"/>
                  </a:lnTo>
                  <a:lnTo>
                    <a:pt x="57" y="92"/>
                  </a:lnTo>
                  <a:lnTo>
                    <a:pt x="51" y="92"/>
                  </a:lnTo>
                  <a:lnTo>
                    <a:pt x="44" y="90"/>
                  </a:lnTo>
                  <a:lnTo>
                    <a:pt x="39" y="87"/>
                  </a:lnTo>
                  <a:lnTo>
                    <a:pt x="39" y="87"/>
                  </a:lnTo>
                  <a:lnTo>
                    <a:pt x="33" y="82"/>
                  </a:lnTo>
                  <a:lnTo>
                    <a:pt x="27" y="78"/>
                  </a:lnTo>
                  <a:lnTo>
                    <a:pt x="24" y="72"/>
                  </a:lnTo>
                  <a:lnTo>
                    <a:pt x="23" y="65"/>
                  </a:lnTo>
                  <a:lnTo>
                    <a:pt x="21" y="59"/>
                  </a:lnTo>
                  <a:lnTo>
                    <a:pt x="21" y="52"/>
                  </a:lnTo>
                  <a:lnTo>
                    <a:pt x="23" y="45"/>
                  </a:lnTo>
                  <a:lnTo>
                    <a:pt x="27" y="39"/>
                  </a:lnTo>
                  <a:lnTo>
                    <a:pt x="27" y="39"/>
                  </a:lnTo>
                  <a:lnTo>
                    <a:pt x="30" y="33"/>
                  </a:lnTo>
                  <a:lnTo>
                    <a:pt x="36" y="29"/>
                  </a:lnTo>
                  <a:lnTo>
                    <a:pt x="41" y="26"/>
                  </a:lnTo>
                  <a:lnTo>
                    <a:pt x="47" y="23"/>
                  </a:lnTo>
                  <a:lnTo>
                    <a:pt x="54" y="22"/>
                  </a:lnTo>
                  <a:lnTo>
                    <a:pt x="61" y="23"/>
                  </a:lnTo>
                  <a:lnTo>
                    <a:pt x="67" y="25"/>
                  </a:lnTo>
                  <a:lnTo>
                    <a:pt x="74" y="28"/>
                  </a:lnTo>
                  <a:lnTo>
                    <a:pt x="74" y="28"/>
                  </a:lnTo>
                  <a:lnTo>
                    <a:pt x="80" y="32"/>
                  </a:lnTo>
                  <a:lnTo>
                    <a:pt x="84" y="36"/>
                  </a:lnTo>
                  <a:lnTo>
                    <a:pt x="87" y="44"/>
                  </a:lnTo>
                  <a:lnTo>
                    <a:pt x="90" y="49"/>
                  </a:lnTo>
                  <a:lnTo>
                    <a:pt x="90" y="56"/>
                  </a:lnTo>
                  <a:lnTo>
                    <a:pt x="90" y="62"/>
                  </a:lnTo>
                  <a:lnTo>
                    <a:pt x="89" y="69"/>
                  </a:lnTo>
                  <a:lnTo>
                    <a:pt x="86" y="75"/>
                  </a:lnTo>
                  <a:lnTo>
                    <a:pt x="86" y="7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grpSp>
      <p:grpSp>
        <p:nvGrpSpPr>
          <p:cNvPr id="10" name="Group 9"/>
          <p:cNvGrpSpPr/>
          <p:nvPr/>
        </p:nvGrpSpPr>
        <p:grpSpPr>
          <a:xfrm>
            <a:off x="10410762" y="2622707"/>
            <a:ext cx="293878" cy="341258"/>
            <a:chOff x="7988176" y="2145332"/>
            <a:chExt cx="358775" cy="376237"/>
          </a:xfrm>
        </p:grpSpPr>
        <p:sp>
          <p:nvSpPr>
            <p:cNvPr id="78" name="Freeform 175"/>
            <p:cNvSpPr/>
            <p:nvPr/>
          </p:nvSpPr>
          <p:spPr bwMode="auto">
            <a:xfrm>
              <a:off x="8072313" y="2145332"/>
              <a:ext cx="192088" cy="158750"/>
            </a:xfrm>
            <a:custGeom>
              <a:avLst/>
              <a:gdLst>
                <a:gd name="T0" fmla="*/ 121 w 121"/>
                <a:gd name="T1" fmla="*/ 51 h 100"/>
                <a:gd name="T2" fmla="*/ 121 w 121"/>
                <a:gd name="T3" fmla="*/ 51 h 100"/>
                <a:gd name="T4" fmla="*/ 119 w 121"/>
                <a:gd name="T5" fmla="*/ 41 h 100"/>
                <a:gd name="T6" fmla="*/ 115 w 121"/>
                <a:gd name="T7" fmla="*/ 31 h 100"/>
                <a:gd name="T8" fmla="*/ 109 w 121"/>
                <a:gd name="T9" fmla="*/ 22 h 100"/>
                <a:gd name="T10" fmla="*/ 102 w 121"/>
                <a:gd name="T11" fmla="*/ 15 h 100"/>
                <a:gd name="T12" fmla="*/ 93 w 121"/>
                <a:gd name="T13" fmla="*/ 9 h 100"/>
                <a:gd name="T14" fmla="*/ 83 w 121"/>
                <a:gd name="T15" fmla="*/ 5 h 100"/>
                <a:gd name="T16" fmla="*/ 72 w 121"/>
                <a:gd name="T17" fmla="*/ 2 h 100"/>
                <a:gd name="T18" fmla="*/ 60 w 121"/>
                <a:gd name="T19" fmla="*/ 0 h 100"/>
                <a:gd name="T20" fmla="*/ 60 w 121"/>
                <a:gd name="T21" fmla="*/ 0 h 100"/>
                <a:gd name="T22" fmla="*/ 48 w 121"/>
                <a:gd name="T23" fmla="*/ 2 h 100"/>
                <a:gd name="T24" fmla="*/ 37 w 121"/>
                <a:gd name="T25" fmla="*/ 5 h 100"/>
                <a:gd name="T26" fmla="*/ 26 w 121"/>
                <a:gd name="T27" fmla="*/ 9 h 100"/>
                <a:gd name="T28" fmla="*/ 17 w 121"/>
                <a:gd name="T29" fmla="*/ 15 h 100"/>
                <a:gd name="T30" fmla="*/ 10 w 121"/>
                <a:gd name="T31" fmla="*/ 22 h 100"/>
                <a:gd name="T32" fmla="*/ 4 w 121"/>
                <a:gd name="T33" fmla="*/ 31 h 100"/>
                <a:gd name="T34" fmla="*/ 2 w 121"/>
                <a:gd name="T35" fmla="*/ 41 h 100"/>
                <a:gd name="T36" fmla="*/ 0 w 121"/>
                <a:gd name="T37" fmla="*/ 51 h 100"/>
                <a:gd name="T38" fmla="*/ 0 w 121"/>
                <a:gd name="T39" fmla="*/ 51 h 100"/>
                <a:gd name="T40" fmla="*/ 2 w 121"/>
                <a:gd name="T41" fmla="*/ 61 h 100"/>
                <a:gd name="T42" fmla="*/ 4 w 121"/>
                <a:gd name="T43" fmla="*/ 69 h 100"/>
                <a:gd name="T44" fmla="*/ 10 w 121"/>
                <a:gd name="T45" fmla="*/ 78 h 100"/>
                <a:gd name="T46" fmla="*/ 17 w 121"/>
                <a:gd name="T47" fmla="*/ 85 h 100"/>
                <a:gd name="T48" fmla="*/ 26 w 121"/>
                <a:gd name="T49" fmla="*/ 91 h 100"/>
                <a:gd name="T50" fmla="*/ 37 w 121"/>
                <a:gd name="T51" fmla="*/ 95 h 100"/>
                <a:gd name="T52" fmla="*/ 48 w 121"/>
                <a:gd name="T53" fmla="*/ 98 h 100"/>
                <a:gd name="T54" fmla="*/ 60 w 121"/>
                <a:gd name="T55" fmla="*/ 100 h 100"/>
                <a:gd name="T56" fmla="*/ 60 w 121"/>
                <a:gd name="T57" fmla="*/ 100 h 100"/>
                <a:gd name="T58" fmla="*/ 72 w 121"/>
                <a:gd name="T59" fmla="*/ 98 h 100"/>
                <a:gd name="T60" fmla="*/ 83 w 121"/>
                <a:gd name="T61" fmla="*/ 95 h 100"/>
                <a:gd name="T62" fmla="*/ 93 w 121"/>
                <a:gd name="T63" fmla="*/ 91 h 100"/>
                <a:gd name="T64" fmla="*/ 102 w 121"/>
                <a:gd name="T65" fmla="*/ 85 h 100"/>
                <a:gd name="T66" fmla="*/ 109 w 121"/>
                <a:gd name="T67" fmla="*/ 78 h 100"/>
                <a:gd name="T68" fmla="*/ 115 w 121"/>
                <a:gd name="T69" fmla="*/ 69 h 100"/>
                <a:gd name="T70" fmla="*/ 119 w 121"/>
                <a:gd name="T71" fmla="*/ 61 h 100"/>
                <a:gd name="T72" fmla="*/ 121 w 121"/>
                <a:gd name="T73" fmla="*/ 51 h 100"/>
                <a:gd name="T74" fmla="*/ 121 w 121"/>
                <a:gd name="T75" fmla="*/ 51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1" h="100">
                  <a:moveTo>
                    <a:pt x="121" y="51"/>
                  </a:moveTo>
                  <a:lnTo>
                    <a:pt x="121" y="51"/>
                  </a:lnTo>
                  <a:lnTo>
                    <a:pt x="119" y="41"/>
                  </a:lnTo>
                  <a:lnTo>
                    <a:pt x="115" y="31"/>
                  </a:lnTo>
                  <a:lnTo>
                    <a:pt x="109" y="22"/>
                  </a:lnTo>
                  <a:lnTo>
                    <a:pt x="102" y="15"/>
                  </a:lnTo>
                  <a:lnTo>
                    <a:pt x="93" y="9"/>
                  </a:lnTo>
                  <a:lnTo>
                    <a:pt x="83" y="5"/>
                  </a:lnTo>
                  <a:lnTo>
                    <a:pt x="72" y="2"/>
                  </a:lnTo>
                  <a:lnTo>
                    <a:pt x="60" y="0"/>
                  </a:lnTo>
                  <a:lnTo>
                    <a:pt x="60" y="0"/>
                  </a:lnTo>
                  <a:lnTo>
                    <a:pt x="48" y="2"/>
                  </a:lnTo>
                  <a:lnTo>
                    <a:pt x="37" y="5"/>
                  </a:lnTo>
                  <a:lnTo>
                    <a:pt x="26" y="9"/>
                  </a:lnTo>
                  <a:lnTo>
                    <a:pt x="17" y="15"/>
                  </a:lnTo>
                  <a:lnTo>
                    <a:pt x="10" y="22"/>
                  </a:lnTo>
                  <a:lnTo>
                    <a:pt x="4" y="31"/>
                  </a:lnTo>
                  <a:lnTo>
                    <a:pt x="2" y="41"/>
                  </a:lnTo>
                  <a:lnTo>
                    <a:pt x="0" y="51"/>
                  </a:lnTo>
                  <a:lnTo>
                    <a:pt x="0" y="51"/>
                  </a:lnTo>
                  <a:lnTo>
                    <a:pt x="2" y="61"/>
                  </a:lnTo>
                  <a:lnTo>
                    <a:pt x="4" y="69"/>
                  </a:lnTo>
                  <a:lnTo>
                    <a:pt x="10" y="78"/>
                  </a:lnTo>
                  <a:lnTo>
                    <a:pt x="17" y="85"/>
                  </a:lnTo>
                  <a:lnTo>
                    <a:pt x="26" y="91"/>
                  </a:lnTo>
                  <a:lnTo>
                    <a:pt x="37" y="95"/>
                  </a:lnTo>
                  <a:lnTo>
                    <a:pt x="48" y="98"/>
                  </a:lnTo>
                  <a:lnTo>
                    <a:pt x="60" y="100"/>
                  </a:lnTo>
                  <a:lnTo>
                    <a:pt x="60" y="100"/>
                  </a:lnTo>
                  <a:lnTo>
                    <a:pt x="72" y="98"/>
                  </a:lnTo>
                  <a:lnTo>
                    <a:pt x="83" y="95"/>
                  </a:lnTo>
                  <a:lnTo>
                    <a:pt x="93" y="91"/>
                  </a:lnTo>
                  <a:lnTo>
                    <a:pt x="102" y="85"/>
                  </a:lnTo>
                  <a:lnTo>
                    <a:pt x="109" y="78"/>
                  </a:lnTo>
                  <a:lnTo>
                    <a:pt x="115" y="69"/>
                  </a:lnTo>
                  <a:lnTo>
                    <a:pt x="119" y="61"/>
                  </a:lnTo>
                  <a:lnTo>
                    <a:pt x="121" y="51"/>
                  </a:lnTo>
                  <a:lnTo>
                    <a:pt x="121" y="51"/>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79" name="Freeform 176"/>
            <p:cNvSpPr/>
            <p:nvPr/>
          </p:nvSpPr>
          <p:spPr bwMode="auto">
            <a:xfrm>
              <a:off x="7988176" y="2312019"/>
              <a:ext cx="358775" cy="209550"/>
            </a:xfrm>
            <a:custGeom>
              <a:avLst/>
              <a:gdLst>
                <a:gd name="T0" fmla="*/ 171 w 226"/>
                <a:gd name="T1" fmla="*/ 0 h 132"/>
                <a:gd name="T2" fmla="*/ 113 w 226"/>
                <a:gd name="T3" fmla="*/ 49 h 132"/>
                <a:gd name="T4" fmla="*/ 56 w 226"/>
                <a:gd name="T5" fmla="*/ 0 h 132"/>
                <a:gd name="T6" fmla="*/ 56 w 226"/>
                <a:gd name="T7" fmla="*/ 0 h 132"/>
                <a:gd name="T8" fmla="*/ 44 w 226"/>
                <a:gd name="T9" fmla="*/ 7 h 132"/>
                <a:gd name="T10" fmla="*/ 33 w 226"/>
                <a:gd name="T11" fmla="*/ 16 h 132"/>
                <a:gd name="T12" fmla="*/ 24 w 226"/>
                <a:gd name="T13" fmla="*/ 25 h 132"/>
                <a:gd name="T14" fmla="*/ 16 w 226"/>
                <a:gd name="T15" fmla="*/ 36 h 132"/>
                <a:gd name="T16" fmla="*/ 9 w 226"/>
                <a:gd name="T17" fmla="*/ 48 h 132"/>
                <a:gd name="T18" fmla="*/ 4 w 226"/>
                <a:gd name="T19" fmla="*/ 59 h 132"/>
                <a:gd name="T20" fmla="*/ 1 w 226"/>
                <a:gd name="T21" fmla="*/ 74 h 132"/>
                <a:gd name="T22" fmla="*/ 0 w 226"/>
                <a:gd name="T23" fmla="*/ 86 h 132"/>
                <a:gd name="T24" fmla="*/ 0 w 226"/>
                <a:gd name="T25" fmla="*/ 86 h 132"/>
                <a:gd name="T26" fmla="*/ 1 w 226"/>
                <a:gd name="T27" fmla="*/ 97 h 132"/>
                <a:gd name="T28" fmla="*/ 3 w 226"/>
                <a:gd name="T29" fmla="*/ 105 h 132"/>
                <a:gd name="T30" fmla="*/ 4 w 226"/>
                <a:gd name="T31" fmla="*/ 114 h 132"/>
                <a:gd name="T32" fmla="*/ 9 w 226"/>
                <a:gd name="T33" fmla="*/ 122 h 132"/>
                <a:gd name="T34" fmla="*/ 9 w 226"/>
                <a:gd name="T35" fmla="*/ 122 h 132"/>
                <a:gd name="T36" fmla="*/ 33 w 226"/>
                <a:gd name="T37" fmla="*/ 127 h 132"/>
                <a:gd name="T38" fmla="*/ 59 w 226"/>
                <a:gd name="T39" fmla="*/ 130 h 132"/>
                <a:gd name="T40" fmla="*/ 85 w 226"/>
                <a:gd name="T41" fmla="*/ 131 h 132"/>
                <a:gd name="T42" fmla="*/ 113 w 226"/>
                <a:gd name="T43" fmla="*/ 132 h 132"/>
                <a:gd name="T44" fmla="*/ 113 w 226"/>
                <a:gd name="T45" fmla="*/ 132 h 132"/>
                <a:gd name="T46" fmla="*/ 141 w 226"/>
                <a:gd name="T47" fmla="*/ 131 h 132"/>
                <a:gd name="T48" fmla="*/ 168 w 226"/>
                <a:gd name="T49" fmla="*/ 130 h 132"/>
                <a:gd name="T50" fmla="*/ 194 w 226"/>
                <a:gd name="T51" fmla="*/ 127 h 132"/>
                <a:gd name="T52" fmla="*/ 218 w 226"/>
                <a:gd name="T53" fmla="*/ 122 h 132"/>
                <a:gd name="T54" fmla="*/ 218 w 226"/>
                <a:gd name="T55" fmla="*/ 122 h 132"/>
                <a:gd name="T56" fmla="*/ 221 w 226"/>
                <a:gd name="T57" fmla="*/ 114 h 132"/>
                <a:gd name="T58" fmla="*/ 224 w 226"/>
                <a:gd name="T59" fmla="*/ 105 h 132"/>
                <a:gd name="T60" fmla="*/ 226 w 226"/>
                <a:gd name="T61" fmla="*/ 97 h 132"/>
                <a:gd name="T62" fmla="*/ 226 w 226"/>
                <a:gd name="T63" fmla="*/ 86 h 132"/>
                <a:gd name="T64" fmla="*/ 226 w 226"/>
                <a:gd name="T65" fmla="*/ 86 h 132"/>
                <a:gd name="T66" fmla="*/ 226 w 226"/>
                <a:gd name="T67" fmla="*/ 74 h 132"/>
                <a:gd name="T68" fmla="*/ 221 w 226"/>
                <a:gd name="T69" fmla="*/ 59 h 132"/>
                <a:gd name="T70" fmla="*/ 217 w 226"/>
                <a:gd name="T71" fmla="*/ 48 h 132"/>
                <a:gd name="T72" fmla="*/ 211 w 226"/>
                <a:gd name="T73" fmla="*/ 36 h 132"/>
                <a:gd name="T74" fmla="*/ 203 w 226"/>
                <a:gd name="T75" fmla="*/ 25 h 132"/>
                <a:gd name="T76" fmla="*/ 192 w 226"/>
                <a:gd name="T77" fmla="*/ 16 h 132"/>
                <a:gd name="T78" fmla="*/ 182 w 226"/>
                <a:gd name="T79" fmla="*/ 7 h 132"/>
                <a:gd name="T80" fmla="*/ 171 w 226"/>
                <a:gd name="T81" fmla="*/ 0 h 132"/>
                <a:gd name="T82" fmla="*/ 171 w 226"/>
                <a:gd name="T83" fmla="*/ 0 h 1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226" h="132">
                  <a:moveTo>
                    <a:pt x="171" y="0"/>
                  </a:moveTo>
                  <a:lnTo>
                    <a:pt x="113" y="49"/>
                  </a:lnTo>
                  <a:lnTo>
                    <a:pt x="56" y="0"/>
                  </a:lnTo>
                  <a:lnTo>
                    <a:pt x="56" y="0"/>
                  </a:lnTo>
                  <a:lnTo>
                    <a:pt x="44" y="7"/>
                  </a:lnTo>
                  <a:lnTo>
                    <a:pt x="33" y="16"/>
                  </a:lnTo>
                  <a:lnTo>
                    <a:pt x="24" y="25"/>
                  </a:lnTo>
                  <a:lnTo>
                    <a:pt x="16" y="36"/>
                  </a:lnTo>
                  <a:lnTo>
                    <a:pt x="9" y="48"/>
                  </a:lnTo>
                  <a:lnTo>
                    <a:pt x="4" y="59"/>
                  </a:lnTo>
                  <a:lnTo>
                    <a:pt x="1" y="74"/>
                  </a:lnTo>
                  <a:lnTo>
                    <a:pt x="0" y="86"/>
                  </a:lnTo>
                  <a:lnTo>
                    <a:pt x="0" y="86"/>
                  </a:lnTo>
                  <a:lnTo>
                    <a:pt x="1" y="97"/>
                  </a:lnTo>
                  <a:lnTo>
                    <a:pt x="3" y="105"/>
                  </a:lnTo>
                  <a:lnTo>
                    <a:pt x="4" y="114"/>
                  </a:lnTo>
                  <a:lnTo>
                    <a:pt x="9" y="122"/>
                  </a:lnTo>
                  <a:lnTo>
                    <a:pt x="9" y="122"/>
                  </a:lnTo>
                  <a:lnTo>
                    <a:pt x="33" y="127"/>
                  </a:lnTo>
                  <a:lnTo>
                    <a:pt x="59" y="130"/>
                  </a:lnTo>
                  <a:lnTo>
                    <a:pt x="85" y="131"/>
                  </a:lnTo>
                  <a:lnTo>
                    <a:pt x="113" y="132"/>
                  </a:lnTo>
                  <a:lnTo>
                    <a:pt x="113" y="132"/>
                  </a:lnTo>
                  <a:lnTo>
                    <a:pt x="141" y="131"/>
                  </a:lnTo>
                  <a:lnTo>
                    <a:pt x="168" y="130"/>
                  </a:lnTo>
                  <a:lnTo>
                    <a:pt x="194" y="127"/>
                  </a:lnTo>
                  <a:lnTo>
                    <a:pt x="218" y="122"/>
                  </a:lnTo>
                  <a:lnTo>
                    <a:pt x="218" y="122"/>
                  </a:lnTo>
                  <a:lnTo>
                    <a:pt x="221" y="114"/>
                  </a:lnTo>
                  <a:lnTo>
                    <a:pt x="224" y="105"/>
                  </a:lnTo>
                  <a:lnTo>
                    <a:pt x="226" y="97"/>
                  </a:lnTo>
                  <a:lnTo>
                    <a:pt x="226" y="86"/>
                  </a:lnTo>
                  <a:lnTo>
                    <a:pt x="226" y="86"/>
                  </a:lnTo>
                  <a:lnTo>
                    <a:pt x="226" y="74"/>
                  </a:lnTo>
                  <a:lnTo>
                    <a:pt x="221" y="59"/>
                  </a:lnTo>
                  <a:lnTo>
                    <a:pt x="217" y="48"/>
                  </a:lnTo>
                  <a:lnTo>
                    <a:pt x="211" y="36"/>
                  </a:lnTo>
                  <a:lnTo>
                    <a:pt x="203" y="25"/>
                  </a:lnTo>
                  <a:lnTo>
                    <a:pt x="192" y="16"/>
                  </a:lnTo>
                  <a:lnTo>
                    <a:pt x="182" y="7"/>
                  </a:lnTo>
                  <a:lnTo>
                    <a:pt x="171" y="0"/>
                  </a:lnTo>
                  <a:lnTo>
                    <a:pt x="171"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grpSp>
      <p:grpSp>
        <p:nvGrpSpPr>
          <p:cNvPr id="17" name="Group 16"/>
          <p:cNvGrpSpPr/>
          <p:nvPr/>
        </p:nvGrpSpPr>
        <p:grpSpPr>
          <a:xfrm>
            <a:off x="7356604" y="1830756"/>
            <a:ext cx="1030975" cy="1236882"/>
            <a:chOff x="4679826" y="1272207"/>
            <a:chExt cx="1136650" cy="1363662"/>
          </a:xfrm>
        </p:grpSpPr>
        <p:sp>
          <p:nvSpPr>
            <p:cNvPr id="84" name="Freeform 181"/>
            <p:cNvSpPr/>
            <p:nvPr/>
          </p:nvSpPr>
          <p:spPr bwMode="auto">
            <a:xfrm>
              <a:off x="4679826" y="1356635"/>
              <a:ext cx="1063625" cy="998505"/>
            </a:xfrm>
            <a:custGeom>
              <a:avLst/>
              <a:gdLst>
                <a:gd name="T0" fmla="*/ 46 w 686"/>
                <a:gd name="T1" fmla="*/ 644 h 644"/>
                <a:gd name="T2" fmla="*/ 19 w 686"/>
                <a:gd name="T3" fmla="*/ 577 h 644"/>
                <a:gd name="T4" fmla="*/ 3 w 686"/>
                <a:gd name="T5" fmla="*/ 505 h 644"/>
                <a:gd name="T6" fmla="*/ 0 w 686"/>
                <a:gd name="T7" fmla="*/ 431 h 644"/>
                <a:gd name="T8" fmla="*/ 9 w 686"/>
                <a:gd name="T9" fmla="*/ 358 h 644"/>
                <a:gd name="T10" fmla="*/ 29 w 686"/>
                <a:gd name="T11" fmla="*/ 288 h 644"/>
                <a:gd name="T12" fmla="*/ 61 w 686"/>
                <a:gd name="T13" fmla="*/ 220 h 644"/>
                <a:gd name="T14" fmla="*/ 102 w 686"/>
                <a:gd name="T15" fmla="*/ 158 h 644"/>
                <a:gd name="T16" fmla="*/ 155 w 686"/>
                <a:gd name="T17" fmla="*/ 102 h 644"/>
                <a:gd name="T18" fmla="*/ 184 w 686"/>
                <a:gd name="T19" fmla="*/ 79 h 644"/>
                <a:gd name="T20" fmla="*/ 244 w 686"/>
                <a:gd name="T21" fmla="*/ 42 h 644"/>
                <a:gd name="T22" fmla="*/ 308 w 686"/>
                <a:gd name="T23" fmla="*/ 16 h 644"/>
                <a:gd name="T24" fmla="*/ 375 w 686"/>
                <a:gd name="T25" fmla="*/ 3 h 644"/>
                <a:gd name="T26" fmla="*/ 443 w 686"/>
                <a:gd name="T27" fmla="*/ 2 h 644"/>
                <a:gd name="T28" fmla="*/ 512 w 686"/>
                <a:gd name="T29" fmla="*/ 12 h 644"/>
                <a:gd name="T30" fmla="*/ 582 w 686"/>
                <a:gd name="T31" fmla="*/ 35 h 644"/>
                <a:gd name="T32" fmla="*/ 651 w 686"/>
                <a:gd name="T33" fmla="*/ 69 h 644"/>
                <a:gd name="T34" fmla="*/ 643 w 686"/>
                <a:gd name="T35" fmla="*/ 153 h 644"/>
                <a:gd name="T36" fmla="*/ 614 w 686"/>
                <a:gd name="T37" fmla="*/ 134 h 644"/>
                <a:gd name="T38" fmla="*/ 556 w 686"/>
                <a:gd name="T39" fmla="*/ 105 h 644"/>
                <a:gd name="T40" fmla="*/ 499 w 686"/>
                <a:gd name="T41" fmla="*/ 87 h 644"/>
                <a:gd name="T42" fmla="*/ 441 w 686"/>
                <a:gd name="T43" fmla="*/ 78 h 644"/>
                <a:gd name="T44" fmla="*/ 385 w 686"/>
                <a:gd name="T45" fmla="*/ 78 h 644"/>
                <a:gd name="T46" fmla="*/ 331 w 686"/>
                <a:gd name="T47" fmla="*/ 89 h 644"/>
                <a:gd name="T48" fmla="*/ 278 w 686"/>
                <a:gd name="T49" fmla="*/ 110 h 644"/>
                <a:gd name="T50" fmla="*/ 229 w 686"/>
                <a:gd name="T51" fmla="*/ 140 h 644"/>
                <a:gd name="T52" fmla="*/ 206 w 686"/>
                <a:gd name="T53" fmla="*/ 160 h 644"/>
                <a:gd name="T54" fmla="*/ 165 w 686"/>
                <a:gd name="T55" fmla="*/ 200 h 644"/>
                <a:gd name="T56" fmla="*/ 132 w 686"/>
                <a:gd name="T57" fmla="*/ 248 h 644"/>
                <a:gd name="T58" fmla="*/ 105 w 686"/>
                <a:gd name="T59" fmla="*/ 301 h 644"/>
                <a:gd name="T60" fmla="*/ 85 w 686"/>
                <a:gd name="T61" fmla="*/ 358 h 644"/>
                <a:gd name="T62" fmla="*/ 75 w 686"/>
                <a:gd name="T63" fmla="*/ 420 h 644"/>
                <a:gd name="T64" fmla="*/ 76 w 686"/>
                <a:gd name="T65" fmla="*/ 483 h 644"/>
                <a:gd name="T66" fmla="*/ 88 w 686"/>
                <a:gd name="T67" fmla="*/ 546 h 644"/>
                <a:gd name="T68" fmla="*/ 114 w 686"/>
                <a:gd name="T69" fmla="*/ 610 h 6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6" h="644">
                  <a:moveTo>
                    <a:pt x="46" y="644"/>
                  </a:moveTo>
                  <a:lnTo>
                    <a:pt x="46" y="644"/>
                  </a:lnTo>
                  <a:lnTo>
                    <a:pt x="30" y="611"/>
                  </a:lnTo>
                  <a:lnTo>
                    <a:pt x="19" y="577"/>
                  </a:lnTo>
                  <a:lnTo>
                    <a:pt x="9" y="541"/>
                  </a:lnTo>
                  <a:lnTo>
                    <a:pt x="3" y="505"/>
                  </a:lnTo>
                  <a:lnTo>
                    <a:pt x="0" y="467"/>
                  </a:lnTo>
                  <a:lnTo>
                    <a:pt x="0" y="431"/>
                  </a:lnTo>
                  <a:lnTo>
                    <a:pt x="3" y="394"/>
                  </a:lnTo>
                  <a:lnTo>
                    <a:pt x="9" y="358"/>
                  </a:lnTo>
                  <a:lnTo>
                    <a:pt x="17" y="322"/>
                  </a:lnTo>
                  <a:lnTo>
                    <a:pt x="29" y="288"/>
                  </a:lnTo>
                  <a:lnTo>
                    <a:pt x="43" y="253"/>
                  </a:lnTo>
                  <a:lnTo>
                    <a:pt x="61" y="220"/>
                  </a:lnTo>
                  <a:lnTo>
                    <a:pt x="81" y="189"/>
                  </a:lnTo>
                  <a:lnTo>
                    <a:pt x="102" y="158"/>
                  </a:lnTo>
                  <a:lnTo>
                    <a:pt x="128" y="130"/>
                  </a:lnTo>
                  <a:lnTo>
                    <a:pt x="155" y="102"/>
                  </a:lnTo>
                  <a:lnTo>
                    <a:pt x="155" y="102"/>
                  </a:lnTo>
                  <a:lnTo>
                    <a:pt x="184" y="79"/>
                  </a:lnTo>
                  <a:lnTo>
                    <a:pt x="214" y="59"/>
                  </a:lnTo>
                  <a:lnTo>
                    <a:pt x="244" y="42"/>
                  </a:lnTo>
                  <a:lnTo>
                    <a:pt x="276" y="28"/>
                  </a:lnTo>
                  <a:lnTo>
                    <a:pt x="308" y="16"/>
                  </a:lnTo>
                  <a:lnTo>
                    <a:pt x="341" y="9"/>
                  </a:lnTo>
                  <a:lnTo>
                    <a:pt x="375" y="3"/>
                  </a:lnTo>
                  <a:lnTo>
                    <a:pt x="408" y="0"/>
                  </a:lnTo>
                  <a:lnTo>
                    <a:pt x="443" y="2"/>
                  </a:lnTo>
                  <a:lnTo>
                    <a:pt x="477" y="5"/>
                  </a:lnTo>
                  <a:lnTo>
                    <a:pt x="512" y="12"/>
                  </a:lnTo>
                  <a:lnTo>
                    <a:pt x="546" y="22"/>
                  </a:lnTo>
                  <a:lnTo>
                    <a:pt x="582" y="35"/>
                  </a:lnTo>
                  <a:lnTo>
                    <a:pt x="617" y="51"/>
                  </a:lnTo>
                  <a:lnTo>
                    <a:pt x="651" y="69"/>
                  </a:lnTo>
                  <a:lnTo>
                    <a:pt x="686" y="91"/>
                  </a:lnTo>
                  <a:lnTo>
                    <a:pt x="643" y="153"/>
                  </a:lnTo>
                  <a:lnTo>
                    <a:pt x="643" y="153"/>
                  </a:lnTo>
                  <a:lnTo>
                    <a:pt x="614" y="134"/>
                  </a:lnTo>
                  <a:lnTo>
                    <a:pt x="585" y="118"/>
                  </a:lnTo>
                  <a:lnTo>
                    <a:pt x="556" y="105"/>
                  </a:lnTo>
                  <a:lnTo>
                    <a:pt x="528" y="95"/>
                  </a:lnTo>
                  <a:lnTo>
                    <a:pt x="499" y="87"/>
                  </a:lnTo>
                  <a:lnTo>
                    <a:pt x="470" y="81"/>
                  </a:lnTo>
                  <a:lnTo>
                    <a:pt x="441" y="78"/>
                  </a:lnTo>
                  <a:lnTo>
                    <a:pt x="413" y="77"/>
                  </a:lnTo>
                  <a:lnTo>
                    <a:pt x="385" y="78"/>
                  </a:lnTo>
                  <a:lnTo>
                    <a:pt x="358" y="82"/>
                  </a:lnTo>
                  <a:lnTo>
                    <a:pt x="331" y="89"/>
                  </a:lnTo>
                  <a:lnTo>
                    <a:pt x="303" y="98"/>
                  </a:lnTo>
                  <a:lnTo>
                    <a:pt x="278" y="110"/>
                  </a:lnTo>
                  <a:lnTo>
                    <a:pt x="253" y="124"/>
                  </a:lnTo>
                  <a:lnTo>
                    <a:pt x="229" y="140"/>
                  </a:lnTo>
                  <a:lnTo>
                    <a:pt x="206" y="160"/>
                  </a:lnTo>
                  <a:lnTo>
                    <a:pt x="206" y="160"/>
                  </a:lnTo>
                  <a:lnTo>
                    <a:pt x="186" y="179"/>
                  </a:lnTo>
                  <a:lnTo>
                    <a:pt x="165" y="200"/>
                  </a:lnTo>
                  <a:lnTo>
                    <a:pt x="148" y="223"/>
                  </a:lnTo>
                  <a:lnTo>
                    <a:pt x="132" y="248"/>
                  </a:lnTo>
                  <a:lnTo>
                    <a:pt x="118" y="273"/>
                  </a:lnTo>
                  <a:lnTo>
                    <a:pt x="105" y="301"/>
                  </a:lnTo>
                  <a:lnTo>
                    <a:pt x="94" y="329"/>
                  </a:lnTo>
                  <a:lnTo>
                    <a:pt x="85" y="358"/>
                  </a:lnTo>
                  <a:lnTo>
                    <a:pt x="79" y="390"/>
                  </a:lnTo>
                  <a:lnTo>
                    <a:pt x="75" y="420"/>
                  </a:lnTo>
                  <a:lnTo>
                    <a:pt x="73" y="452"/>
                  </a:lnTo>
                  <a:lnTo>
                    <a:pt x="76" y="483"/>
                  </a:lnTo>
                  <a:lnTo>
                    <a:pt x="81" y="515"/>
                  </a:lnTo>
                  <a:lnTo>
                    <a:pt x="88" y="546"/>
                  </a:lnTo>
                  <a:lnTo>
                    <a:pt x="99" y="578"/>
                  </a:lnTo>
                  <a:lnTo>
                    <a:pt x="114" y="610"/>
                  </a:lnTo>
                  <a:lnTo>
                    <a:pt x="46" y="644"/>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sp>
          <p:nvSpPr>
            <p:cNvPr id="83" name="Freeform 180"/>
            <p:cNvSpPr/>
            <p:nvPr/>
          </p:nvSpPr>
          <p:spPr bwMode="auto">
            <a:xfrm>
              <a:off x="4679826" y="1794494"/>
              <a:ext cx="841375" cy="841375"/>
            </a:xfrm>
            <a:custGeom>
              <a:avLst/>
              <a:gdLst>
                <a:gd name="T0" fmla="*/ 530 w 530"/>
                <a:gd name="T1" fmla="*/ 264 h 530"/>
                <a:gd name="T2" fmla="*/ 525 w 530"/>
                <a:gd name="T3" fmla="*/ 318 h 530"/>
                <a:gd name="T4" fmla="*/ 510 w 530"/>
                <a:gd name="T5" fmla="*/ 368 h 530"/>
                <a:gd name="T6" fmla="*/ 486 w 530"/>
                <a:gd name="T7" fmla="*/ 412 h 530"/>
                <a:gd name="T8" fmla="*/ 453 w 530"/>
                <a:gd name="T9" fmla="*/ 453 h 530"/>
                <a:gd name="T10" fmla="*/ 414 w 530"/>
                <a:gd name="T11" fmla="*/ 484 h 530"/>
                <a:gd name="T12" fmla="*/ 369 w 530"/>
                <a:gd name="T13" fmla="*/ 509 h 530"/>
                <a:gd name="T14" fmla="*/ 319 w 530"/>
                <a:gd name="T15" fmla="*/ 525 h 530"/>
                <a:gd name="T16" fmla="*/ 266 w 530"/>
                <a:gd name="T17" fmla="*/ 530 h 530"/>
                <a:gd name="T18" fmla="*/ 239 w 530"/>
                <a:gd name="T19" fmla="*/ 529 h 530"/>
                <a:gd name="T20" fmla="*/ 187 w 530"/>
                <a:gd name="T21" fmla="*/ 517 h 530"/>
                <a:gd name="T22" fmla="*/ 139 w 530"/>
                <a:gd name="T23" fmla="*/ 497 h 530"/>
                <a:gd name="T24" fmla="*/ 98 w 530"/>
                <a:gd name="T25" fmla="*/ 469 h 530"/>
                <a:gd name="T26" fmla="*/ 60 w 530"/>
                <a:gd name="T27" fmla="*/ 433 h 530"/>
                <a:gd name="T28" fmla="*/ 33 w 530"/>
                <a:gd name="T29" fmla="*/ 391 h 530"/>
                <a:gd name="T30" fmla="*/ 13 w 530"/>
                <a:gd name="T31" fmla="*/ 344 h 530"/>
                <a:gd name="T32" fmla="*/ 1 w 530"/>
                <a:gd name="T33" fmla="*/ 292 h 530"/>
                <a:gd name="T34" fmla="*/ 0 w 530"/>
                <a:gd name="T35" fmla="*/ 264 h 530"/>
                <a:gd name="T36" fmla="*/ 6 w 530"/>
                <a:gd name="T37" fmla="*/ 211 h 530"/>
                <a:gd name="T38" fmla="*/ 22 w 530"/>
                <a:gd name="T39" fmla="*/ 161 h 530"/>
                <a:gd name="T40" fmla="*/ 46 w 530"/>
                <a:gd name="T41" fmla="*/ 116 h 530"/>
                <a:gd name="T42" fmla="*/ 78 w 530"/>
                <a:gd name="T43" fmla="*/ 78 h 530"/>
                <a:gd name="T44" fmla="*/ 118 w 530"/>
                <a:gd name="T45" fmla="*/ 45 h 530"/>
                <a:gd name="T46" fmla="*/ 162 w 530"/>
                <a:gd name="T47" fmla="*/ 20 h 530"/>
                <a:gd name="T48" fmla="*/ 213 w 530"/>
                <a:gd name="T49" fmla="*/ 4 h 530"/>
                <a:gd name="T50" fmla="*/ 266 w 530"/>
                <a:gd name="T51" fmla="*/ 0 h 530"/>
                <a:gd name="T52" fmla="*/ 293 w 530"/>
                <a:gd name="T53" fmla="*/ 1 h 530"/>
                <a:gd name="T54" fmla="*/ 345 w 530"/>
                <a:gd name="T55" fmla="*/ 12 h 530"/>
                <a:gd name="T56" fmla="*/ 392 w 530"/>
                <a:gd name="T57" fmla="*/ 32 h 530"/>
                <a:gd name="T58" fmla="*/ 434 w 530"/>
                <a:gd name="T59" fmla="*/ 60 h 530"/>
                <a:gd name="T60" fmla="*/ 470 w 530"/>
                <a:gd name="T61" fmla="*/ 96 h 530"/>
                <a:gd name="T62" fmla="*/ 499 w 530"/>
                <a:gd name="T63" fmla="*/ 138 h 530"/>
                <a:gd name="T64" fmla="*/ 519 w 530"/>
                <a:gd name="T65" fmla="*/ 185 h 530"/>
                <a:gd name="T66" fmla="*/ 529 w 530"/>
                <a:gd name="T67" fmla="*/ 237 h 530"/>
                <a:gd name="T68" fmla="*/ 530 w 530"/>
                <a:gd name="T69" fmla="*/ 264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0" h="530">
                  <a:moveTo>
                    <a:pt x="530" y="264"/>
                  </a:moveTo>
                  <a:lnTo>
                    <a:pt x="530" y="264"/>
                  </a:lnTo>
                  <a:lnTo>
                    <a:pt x="529" y="292"/>
                  </a:lnTo>
                  <a:lnTo>
                    <a:pt x="525" y="318"/>
                  </a:lnTo>
                  <a:lnTo>
                    <a:pt x="519" y="344"/>
                  </a:lnTo>
                  <a:lnTo>
                    <a:pt x="510" y="368"/>
                  </a:lnTo>
                  <a:lnTo>
                    <a:pt x="499" y="391"/>
                  </a:lnTo>
                  <a:lnTo>
                    <a:pt x="486" y="412"/>
                  </a:lnTo>
                  <a:lnTo>
                    <a:pt x="470" y="433"/>
                  </a:lnTo>
                  <a:lnTo>
                    <a:pt x="453" y="453"/>
                  </a:lnTo>
                  <a:lnTo>
                    <a:pt x="434" y="469"/>
                  </a:lnTo>
                  <a:lnTo>
                    <a:pt x="414" y="484"/>
                  </a:lnTo>
                  <a:lnTo>
                    <a:pt x="392" y="497"/>
                  </a:lnTo>
                  <a:lnTo>
                    <a:pt x="369" y="509"/>
                  </a:lnTo>
                  <a:lnTo>
                    <a:pt x="345" y="517"/>
                  </a:lnTo>
                  <a:lnTo>
                    <a:pt x="319" y="525"/>
                  </a:lnTo>
                  <a:lnTo>
                    <a:pt x="293" y="529"/>
                  </a:lnTo>
                  <a:lnTo>
                    <a:pt x="266" y="530"/>
                  </a:lnTo>
                  <a:lnTo>
                    <a:pt x="266" y="530"/>
                  </a:lnTo>
                  <a:lnTo>
                    <a:pt x="239" y="529"/>
                  </a:lnTo>
                  <a:lnTo>
                    <a:pt x="213" y="525"/>
                  </a:lnTo>
                  <a:lnTo>
                    <a:pt x="187" y="517"/>
                  </a:lnTo>
                  <a:lnTo>
                    <a:pt x="162" y="509"/>
                  </a:lnTo>
                  <a:lnTo>
                    <a:pt x="139" y="497"/>
                  </a:lnTo>
                  <a:lnTo>
                    <a:pt x="118" y="484"/>
                  </a:lnTo>
                  <a:lnTo>
                    <a:pt x="98" y="469"/>
                  </a:lnTo>
                  <a:lnTo>
                    <a:pt x="78" y="453"/>
                  </a:lnTo>
                  <a:lnTo>
                    <a:pt x="60" y="433"/>
                  </a:lnTo>
                  <a:lnTo>
                    <a:pt x="46" y="412"/>
                  </a:lnTo>
                  <a:lnTo>
                    <a:pt x="33" y="391"/>
                  </a:lnTo>
                  <a:lnTo>
                    <a:pt x="22" y="368"/>
                  </a:lnTo>
                  <a:lnTo>
                    <a:pt x="13" y="344"/>
                  </a:lnTo>
                  <a:lnTo>
                    <a:pt x="6" y="318"/>
                  </a:lnTo>
                  <a:lnTo>
                    <a:pt x="1" y="292"/>
                  </a:lnTo>
                  <a:lnTo>
                    <a:pt x="0" y="264"/>
                  </a:lnTo>
                  <a:lnTo>
                    <a:pt x="0" y="264"/>
                  </a:lnTo>
                  <a:lnTo>
                    <a:pt x="1" y="237"/>
                  </a:lnTo>
                  <a:lnTo>
                    <a:pt x="6" y="211"/>
                  </a:lnTo>
                  <a:lnTo>
                    <a:pt x="13" y="185"/>
                  </a:lnTo>
                  <a:lnTo>
                    <a:pt x="22" y="161"/>
                  </a:lnTo>
                  <a:lnTo>
                    <a:pt x="33" y="138"/>
                  </a:lnTo>
                  <a:lnTo>
                    <a:pt x="46" y="116"/>
                  </a:lnTo>
                  <a:lnTo>
                    <a:pt x="60" y="96"/>
                  </a:lnTo>
                  <a:lnTo>
                    <a:pt x="78" y="78"/>
                  </a:lnTo>
                  <a:lnTo>
                    <a:pt x="98" y="60"/>
                  </a:lnTo>
                  <a:lnTo>
                    <a:pt x="118" y="45"/>
                  </a:lnTo>
                  <a:lnTo>
                    <a:pt x="139" y="32"/>
                  </a:lnTo>
                  <a:lnTo>
                    <a:pt x="162" y="20"/>
                  </a:lnTo>
                  <a:lnTo>
                    <a:pt x="187" y="12"/>
                  </a:lnTo>
                  <a:lnTo>
                    <a:pt x="213" y="4"/>
                  </a:lnTo>
                  <a:lnTo>
                    <a:pt x="239" y="1"/>
                  </a:lnTo>
                  <a:lnTo>
                    <a:pt x="266" y="0"/>
                  </a:lnTo>
                  <a:lnTo>
                    <a:pt x="266" y="0"/>
                  </a:lnTo>
                  <a:lnTo>
                    <a:pt x="293" y="1"/>
                  </a:lnTo>
                  <a:lnTo>
                    <a:pt x="319" y="4"/>
                  </a:lnTo>
                  <a:lnTo>
                    <a:pt x="345" y="12"/>
                  </a:lnTo>
                  <a:lnTo>
                    <a:pt x="369" y="20"/>
                  </a:lnTo>
                  <a:lnTo>
                    <a:pt x="392" y="32"/>
                  </a:lnTo>
                  <a:lnTo>
                    <a:pt x="414" y="45"/>
                  </a:lnTo>
                  <a:lnTo>
                    <a:pt x="434" y="60"/>
                  </a:lnTo>
                  <a:lnTo>
                    <a:pt x="453" y="78"/>
                  </a:lnTo>
                  <a:lnTo>
                    <a:pt x="470" y="96"/>
                  </a:lnTo>
                  <a:lnTo>
                    <a:pt x="486" y="116"/>
                  </a:lnTo>
                  <a:lnTo>
                    <a:pt x="499" y="138"/>
                  </a:lnTo>
                  <a:lnTo>
                    <a:pt x="510" y="161"/>
                  </a:lnTo>
                  <a:lnTo>
                    <a:pt x="519" y="185"/>
                  </a:lnTo>
                  <a:lnTo>
                    <a:pt x="525" y="211"/>
                  </a:lnTo>
                  <a:lnTo>
                    <a:pt x="529" y="237"/>
                  </a:lnTo>
                  <a:lnTo>
                    <a:pt x="530" y="264"/>
                  </a:lnTo>
                  <a:lnTo>
                    <a:pt x="530" y="264"/>
                  </a:lnTo>
                  <a:close/>
                </a:path>
              </a:pathLst>
            </a:custGeom>
            <a:solidFill>
              <a:srgbClr val="1450B8"/>
            </a:solidFill>
            <a:ln w="38100">
              <a:solidFill>
                <a:schemeClr val="bg2"/>
              </a:solidFill>
            </a:ln>
          </p:spPr>
          <p:txBody>
            <a:bodyPr vert="horz" wrap="square" lIns="82938" tIns="41469" rIns="82938" bIns="41469" numCol="1" anchor="t" anchorCtr="0" compatLnSpc="1"/>
            <a:lstStyle/>
            <a:p>
              <a:endParaRPr lang="en-GB" sz="1815">
                <a:latin typeface="+mj-lt"/>
              </a:endParaRPr>
            </a:p>
          </p:txBody>
        </p:sp>
        <p:sp>
          <p:nvSpPr>
            <p:cNvPr id="85" name="Freeform 182"/>
            <p:cNvSpPr/>
            <p:nvPr/>
          </p:nvSpPr>
          <p:spPr bwMode="auto">
            <a:xfrm>
              <a:off x="5395788" y="1272207"/>
              <a:ext cx="420688" cy="423863"/>
            </a:xfrm>
            <a:custGeom>
              <a:avLst/>
              <a:gdLst>
                <a:gd name="T0" fmla="*/ 0 w 265"/>
                <a:gd name="T1" fmla="*/ 201 h 267"/>
                <a:gd name="T2" fmla="*/ 178 w 265"/>
                <a:gd name="T3" fmla="*/ 178 h 267"/>
                <a:gd name="T4" fmla="*/ 157 w 265"/>
                <a:gd name="T5" fmla="*/ 0 h 267"/>
                <a:gd name="T6" fmla="*/ 242 w 265"/>
                <a:gd name="T7" fmla="*/ 66 h 267"/>
                <a:gd name="T8" fmla="*/ 265 w 265"/>
                <a:gd name="T9" fmla="*/ 246 h 267"/>
                <a:gd name="T10" fmla="*/ 86 w 265"/>
                <a:gd name="T11" fmla="*/ 267 h 267"/>
                <a:gd name="T12" fmla="*/ 0 w 265"/>
                <a:gd name="T13" fmla="*/ 201 h 267"/>
              </a:gdLst>
              <a:ahLst/>
              <a:cxnLst>
                <a:cxn ang="0">
                  <a:pos x="T0" y="T1"/>
                </a:cxn>
                <a:cxn ang="0">
                  <a:pos x="T2" y="T3"/>
                </a:cxn>
                <a:cxn ang="0">
                  <a:pos x="T4" y="T5"/>
                </a:cxn>
                <a:cxn ang="0">
                  <a:pos x="T6" y="T7"/>
                </a:cxn>
                <a:cxn ang="0">
                  <a:pos x="T8" y="T9"/>
                </a:cxn>
                <a:cxn ang="0">
                  <a:pos x="T10" y="T11"/>
                </a:cxn>
                <a:cxn ang="0">
                  <a:pos x="T12" y="T13"/>
                </a:cxn>
              </a:cxnLst>
              <a:rect l="0" t="0" r="r" b="b"/>
              <a:pathLst>
                <a:path w="265" h="267">
                  <a:moveTo>
                    <a:pt x="0" y="201"/>
                  </a:moveTo>
                  <a:lnTo>
                    <a:pt x="178" y="178"/>
                  </a:lnTo>
                  <a:lnTo>
                    <a:pt x="157" y="0"/>
                  </a:lnTo>
                  <a:lnTo>
                    <a:pt x="242" y="66"/>
                  </a:lnTo>
                  <a:lnTo>
                    <a:pt x="265" y="246"/>
                  </a:lnTo>
                  <a:lnTo>
                    <a:pt x="86" y="267"/>
                  </a:lnTo>
                  <a:lnTo>
                    <a:pt x="0" y="201"/>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grpSp>
          <p:nvGrpSpPr>
            <p:cNvPr id="16" name="Group 15"/>
            <p:cNvGrpSpPr/>
            <p:nvPr/>
          </p:nvGrpSpPr>
          <p:grpSpPr>
            <a:xfrm>
              <a:off x="4935413" y="1889744"/>
              <a:ext cx="328613" cy="636588"/>
              <a:chOff x="4935413" y="1889744"/>
              <a:chExt cx="328613" cy="636588"/>
            </a:xfrm>
          </p:grpSpPr>
          <p:sp>
            <p:nvSpPr>
              <p:cNvPr id="87" name="Freeform 211"/>
              <p:cNvSpPr/>
              <p:nvPr/>
            </p:nvSpPr>
            <p:spPr bwMode="auto">
              <a:xfrm>
                <a:off x="4952876" y="1889744"/>
                <a:ext cx="311150" cy="258763"/>
              </a:xfrm>
              <a:custGeom>
                <a:avLst/>
                <a:gdLst>
                  <a:gd name="T0" fmla="*/ 147 w 196"/>
                  <a:gd name="T1" fmla="*/ 10 h 163"/>
                  <a:gd name="T2" fmla="*/ 85 w 196"/>
                  <a:gd name="T3" fmla="*/ 13 h 163"/>
                  <a:gd name="T4" fmla="*/ 69 w 196"/>
                  <a:gd name="T5" fmla="*/ 15 h 163"/>
                  <a:gd name="T6" fmla="*/ 54 w 196"/>
                  <a:gd name="T7" fmla="*/ 25 h 163"/>
                  <a:gd name="T8" fmla="*/ 3 w 196"/>
                  <a:gd name="T9" fmla="*/ 74 h 163"/>
                  <a:gd name="T10" fmla="*/ 0 w 196"/>
                  <a:gd name="T11" fmla="*/ 77 h 163"/>
                  <a:gd name="T12" fmla="*/ 5 w 196"/>
                  <a:gd name="T13" fmla="*/ 146 h 163"/>
                  <a:gd name="T14" fmla="*/ 6 w 196"/>
                  <a:gd name="T15" fmla="*/ 148 h 163"/>
                  <a:gd name="T16" fmla="*/ 10 w 196"/>
                  <a:gd name="T17" fmla="*/ 153 h 163"/>
                  <a:gd name="T18" fmla="*/ 13 w 196"/>
                  <a:gd name="T19" fmla="*/ 153 h 163"/>
                  <a:gd name="T20" fmla="*/ 13 w 196"/>
                  <a:gd name="T21" fmla="*/ 154 h 163"/>
                  <a:gd name="T22" fmla="*/ 15 w 196"/>
                  <a:gd name="T23" fmla="*/ 157 h 163"/>
                  <a:gd name="T24" fmla="*/ 19 w 196"/>
                  <a:gd name="T25" fmla="*/ 161 h 163"/>
                  <a:gd name="T26" fmla="*/ 22 w 196"/>
                  <a:gd name="T27" fmla="*/ 163 h 163"/>
                  <a:gd name="T28" fmla="*/ 28 w 196"/>
                  <a:gd name="T29" fmla="*/ 160 h 163"/>
                  <a:gd name="T30" fmla="*/ 31 w 196"/>
                  <a:gd name="T31" fmla="*/ 154 h 163"/>
                  <a:gd name="T32" fmla="*/ 33 w 196"/>
                  <a:gd name="T33" fmla="*/ 151 h 163"/>
                  <a:gd name="T34" fmla="*/ 41 w 196"/>
                  <a:gd name="T35" fmla="*/ 94 h 163"/>
                  <a:gd name="T36" fmla="*/ 77 w 196"/>
                  <a:gd name="T37" fmla="*/ 66 h 163"/>
                  <a:gd name="T38" fmla="*/ 84 w 196"/>
                  <a:gd name="T39" fmla="*/ 65 h 163"/>
                  <a:gd name="T40" fmla="*/ 87 w 196"/>
                  <a:gd name="T41" fmla="*/ 68 h 163"/>
                  <a:gd name="T42" fmla="*/ 98 w 196"/>
                  <a:gd name="T43" fmla="*/ 87 h 163"/>
                  <a:gd name="T44" fmla="*/ 101 w 196"/>
                  <a:gd name="T45" fmla="*/ 95 h 163"/>
                  <a:gd name="T46" fmla="*/ 74 w 196"/>
                  <a:gd name="T47" fmla="*/ 133 h 163"/>
                  <a:gd name="T48" fmla="*/ 72 w 196"/>
                  <a:gd name="T49" fmla="*/ 137 h 163"/>
                  <a:gd name="T50" fmla="*/ 74 w 196"/>
                  <a:gd name="T51" fmla="*/ 147 h 163"/>
                  <a:gd name="T52" fmla="*/ 77 w 196"/>
                  <a:gd name="T53" fmla="*/ 151 h 163"/>
                  <a:gd name="T54" fmla="*/ 85 w 196"/>
                  <a:gd name="T55" fmla="*/ 154 h 163"/>
                  <a:gd name="T56" fmla="*/ 91 w 196"/>
                  <a:gd name="T57" fmla="*/ 153 h 163"/>
                  <a:gd name="T58" fmla="*/ 133 w 196"/>
                  <a:gd name="T59" fmla="*/ 100 h 163"/>
                  <a:gd name="T60" fmla="*/ 183 w 196"/>
                  <a:gd name="T61" fmla="*/ 68 h 163"/>
                  <a:gd name="T62" fmla="*/ 184 w 196"/>
                  <a:gd name="T63" fmla="*/ 68 h 163"/>
                  <a:gd name="T64" fmla="*/ 192 w 196"/>
                  <a:gd name="T65" fmla="*/ 64 h 163"/>
                  <a:gd name="T66" fmla="*/ 196 w 196"/>
                  <a:gd name="T67" fmla="*/ 56 h 163"/>
                  <a:gd name="T68" fmla="*/ 196 w 196"/>
                  <a:gd name="T69" fmla="*/ 51 h 163"/>
                  <a:gd name="T70" fmla="*/ 196 w 196"/>
                  <a:gd name="T71" fmla="*/ 10 h 163"/>
                  <a:gd name="T72" fmla="*/ 194 w 196"/>
                  <a:gd name="T73" fmla="*/ 5 h 163"/>
                  <a:gd name="T74" fmla="*/ 186 w 196"/>
                  <a:gd name="T75" fmla="*/ 0 h 163"/>
                  <a:gd name="T76" fmla="*/ 147 w 196"/>
                  <a:gd name="T77" fmla="*/ 10 h 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96" h="163">
                    <a:moveTo>
                      <a:pt x="147" y="10"/>
                    </a:moveTo>
                    <a:lnTo>
                      <a:pt x="147" y="10"/>
                    </a:lnTo>
                    <a:lnTo>
                      <a:pt x="113" y="12"/>
                    </a:lnTo>
                    <a:lnTo>
                      <a:pt x="85" y="13"/>
                    </a:lnTo>
                    <a:lnTo>
                      <a:pt x="69" y="15"/>
                    </a:lnTo>
                    <a:lnTo>
                      <a:pt x="69" y="15"/>
                    </a:lnTo>
                    <a:lnTo>
                      <a:pt x="62" y="19"/>
                    </a:lnTo>
                    <a:lnTo>
                      <a:pt x="54" y="25"/>
                    </a:lnTo>
                    <a:lnTo>
                      <a:pt x="32" y="45"/>
                    </a:lnTo>
                    <a:lnTo>
                      <a:pt x="3" y="74"/>
                    </a:lnTo>
                    <a:lnTo>
                      <a:pt x="3" y="74"/>
                    </a:lnTo>
                    <a:lnTo>
                      <a:pt x="0" y="77"/>
                    </a:lnTo>
                    <a:lnTo>
                      <a:pt x="0" y="81"/>
                    </a:lnTo>
                    <a:lnTo>
                      <a:pt x="5" y="146"/>
                    </a:lnTo>
                    <a:lnTo>
                      <a:pt x="5" y="146"/>
                    </a:lnTo>
                    <a:lnTo>
                      <a:pt x="6" y="148"/>
                    </a:lnTo>
                    <a:lnTo>
                      <a:pt x="8" y="151"/>
                    </a:lnTo>
                    <a:lnTo>
                      <a:pt x="10" y="153"/>
                    </a:lnTo>
                    <a:lnTo>
                      <a:pt x="13" y="153"/>
                    </a:lnTo>
                    <a:lnTo>
                      <a:pt x="13" y="153"/>
                    </a:lnTo>
                    <a:lnTo>
                      <a:pt x="13" y="153"/>
                    </a:lnTo>
                    <a:lnTo>
                      <a:pt x="13" y="154"/>
                    </a:lnTo>
                    <a:lnTo>
                      <a:pt x="13" y="154"/>
                    </a:lnTo>
                    <a:lnTo>
                      <a:pt x="15" y="157"/>
                    </a:lnTo>
                    <a:lnTo>
                      <a:pt x="16" y="160"/>
                    </a:lnTo>
                    <a:lnTo>
                      <a:pt x="19" y="161"/>
                    </a:lnTo>
                    <a:lnTo>
                      <a:pt x="22" y="163"/>
                    </a:lnTo>
                    <a:lnTo>
                      <a:pt x="22" y="163"/>
                    </a:lnTo>
                    <a:lnTo>
                      <a:pt x="25" y="161"/>
                    </a:lnTo>
                    <a:lnTo>
                      <a:pt x="28" y="160"/>
                    </a:lnTo>
                    <a:lnTo>
                      <a:pt x="29" y="157"/>
                    </a:lnTo>
                    <a:lnTo>
                      <a:pt x="31" y="154"/>
                    </a:lnTo>
                    <a:lnTo>
                      <a:pt x="31" y="154"/>
                    </a:lnTo>
                    <a:lnTo>
                      <a:pt x="33" y="151"/>
                    </a:lnTo>
                    <a:lnTo>
                      <a:pt x="36" y="147"/>
                    </a:lnTo>
                    <a:lnTo>
                      <a:pt x="41" y="94"/>
                    </a:lnTo>
                    <a:lnTo>
                      <a:pt x="77" y="66"/>
                    </a:lnTo>
                    <a:lnTo>
                      <a:pt x="77" y="66"/>
                    </a:lnTo>
                    <a:lnTo>
                      <a:pt x="81" y="65"/>
                    </a:lnTo>
                    <a:lnTo>
                      <a:pt x="84" y="65"/>
                    </a:lnTo>
                    <a:lnTo>
                      <a:pt x="87" y="68"/>
                    </a:lnTo>
                    <a:lnTo>
                      <a:pt x="87" y="68"/>
                    </a:lnTo>
                    <a:lnTo>
                      <a:pt x="98" y="87"/>
                    </a:lnTo>
                    <a:lnTo>
                      <a:pt x="98" y="87"/>
                    </a:lnTo>
                    <a:lnTo>
                      <a:pt x="101" y="92"/>
                    </a:lnTo>
                    <a:lnTo>
                      <a:pt x="101" y="95"/>
                    </a:lnTo>
                    <a:lnTo>
                      <a:pt x="98" y="100"/>
                    </a:lnTo>
                    <a:lnTo>
                      <a:pt x="74" y="133"/>
                    </a:lnTo>
                    <a:lnTo>
                      <a:pt x="74" y="133"/>
                    </a:lnTo>
                    <a:lnTo>
                      <a:pt x="72" y="137"/>
                    </a:lnTo>
                    <a:lnTo>
                      <a:pt x="72" y="143"/>
                    </a:lnTo>
                    <a:lnTo>
                      <a:pt x="74" y="147"/>
                    </a:lnTo>
                    <a:lnTo>
                      <a:pt x="77" y="151"/>
                    </a:lnTo>
                    <a:lnTo>
                      <a:pt x="77" y="151"/>
                    </a:lnTo>
                    <a:lnTo>
                      <a:pt x="81" y="154"/>
                    </a:lnTo>
                    <a:lnTo>
                      <a:pt x="85" y="154"/>
                    </a:lnTo>
                    <a:lnTo>
                      <a:pt x="85" y="154"/>
                    </a:lnTo>
                    <a:lnTo>
                      <a:pt x="91" y="153"/>
                    </a:lnTo>
                    <a:lnTo>
                      <a:pt x="97" y="148"/>
                    </a:lnTo>
                    <a:lnTo>
                      <a:pt x="133" y="100"/>
                    </a:lnTo>
                    <a:lnTo>
                      <a:pt x="176" y="68"/>
                    </a:lnTo>
                    <a:lnTo>
                      <a:pt x="183" y="68"/>
                    </a:lnTo>
                    <a:lnTo>
                      <a:pt x="183" y="68"/>
                    </a:lnTo>
                    <a:lnTo>
                      <a:pt x="184" y="68"/>
                    </a:lnTo>
                    <a:lnTo>
                      <a:pt x="190" y="66"/>
                    </a:lnTo>
                    <a:lnTo>
                      <a:pt x="192" y="64"/>
                    </a:lnTo>
                    <a:lnTo>
                      <a:pt x="194" y="61"/>
                    </a:lnTo>
                    <a:lnTo>
                      <a:pt x="196" y="56"/>
                    </a:lnTo>
                    <a:lnTo>
                      <a:pt x="196" y="51"/>
                    </a:lnTo>
                    <a:lnTo>
                      <a:pt x="196" y="51"/>
                    </a:lnTo>
                    <a:lnTo>
                      <a:pt x="196" y="10"/>
                    </a:lnTo>
                    <a:lnTo>
                      <a:pt x="196" y="10"/>
                    </a:lnTo>
                    <a:lnTo>
                      <a:pt x="196" y="6"/>
                    </a:lnTo>
                    <a:lnTo>
                      <a:pt x="194" y="5"/>
                    </a:lnTo>
                    <a:lnTo>
                      <a:pt x="190" y="2"/>
                    </a:lnTo>
                    <a:lnTo>
                      <a:pt x="186" y="0"/>
                    </a:lnTo>
                    <a:lnTo>
                      <a:pt x="184" y="0"/>
                    </a:lnTo>
                    <a:lnTo>
                      <a:pt x="147" y="1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88" name="Freeform 212"/>
              <p:cNvSpPr>
                <a:spLocks noEditPoints="1"/>
              </p:cNvSpPr>
              <p:nvPr/>
            </p:nvSpPr>
            <p:spPr bwMode="auto">
              <a:xfrm>
                <a:off x="4935413" y="2237407"/>
                <a:ext cx="269875" cy="288925"/>
              </a:xfrm>
              <a:custGeom>
                <a:avLst/>
                <a:gdLst>
                  <a:gd name="T0" fmla="*/ 23 w 170"/>
                  <a:gd name="T1" fmla="*/ 26 h 182"/>
                  <a:gd name="T2" fmla="*/ 1 w 170"/>
                  <a:gd name="T3" fmla="*/ 80 h 182"/>
                  <a:gd name="T4" fmla="*/ 1 w 170"/>
                  <a:gd name="T5" fmla="*/ 122 h 182"/>
                  <a:gd name="T6" fmla="*/ 16 w 170"/>
                  <a:gd name="T7" fmla="*/ 152 h 182"/>
                  <a:gd name="T8" fmla="*/ 70 w 170"/>
                  <a:gd name="T9" fmla="*/ 181 h 182"/>
                  <a:gd name="T10" fmla="*/ 121 w 170"/>
                  <a:gd name="T11" fmla="*/ 174 h 182"/>
                  <a:gd name="T12" fmla="*/ 164 w 170"/>
                  <a:gd name="T13" fmla="*/ 129 h 182"/>
                  <a:gd name="T14" fmla="*/ 168 w 170"/>
                  <a:gd name="T15" fmla="*/ 89 h 182"/>
                  <a:gd name="T16" fmla="*/ 155 w 170"/>
                  <a:gd name="T17" fmla="*/ 54 h 182"/>
                  <a:gd name="T18" fmla="*/ 115 w 170"/>
                  <a:gd name="T19" fmla="*/ 14 h 182"/>
                  <a:gd name="T20" fmla="*/ 131 w 170"/>
                  <a:gd name="T21" fmla="*/ 119 h 182"/>
                  <a:gd name="T22" fmla="*/ 124 w 170"/>
                  <a:gd name="T23" fmla="*/ 132 h 182"/>
                  <a:gd name="T24" fmla="*/ 101 w 170"/>
                  <a:gd name="T25" fmla="*/ 146 h 182"/>
                  <a:gd name="T26" fmla="*/ 102 w 170"/>
                  <a:gd name="T27" fmla="*/ 158 h 182"/>
                  <a:gd name="T28" fmla="*/ 96 w 170"/>
                  <a:gd name="T29" fmla="*/ 161 h 182"/>
                  <a:gd name="T30" fmla="*/ 89 w 170"/>
                  <a:gd name="T31" fmla="*/ 149 h 182"/>
                  <a:gd name="T32" fmla="*/ 66 w 170"/>
                  <a:gd name="T33" fmla="*/ 151 h 182"/>
                  <a:gd name="T34" fmla="*/ 56 w 170"/>
                  <a:gd name="T35" fmla="*/ 148 h 182"/>
                  <a:gd name="T36" fmla="*/ 50 w 170"/>
                  <a:gd name="T37" fmla="*/ 139 h 182"/>
                  <a:gd name="T38" fmla="*/ 56 w 170"/>
                  <a:gd name="T39" fmla="*/ 133 h 182"/>
                  <a:gd name="T40" fmla="*/ 70 w 170"/>
                  <a:gd name="T41" fmla="*/ 133 h 182"/>
                  <a:gd name="T42" fmla="*/ 93 w 170"/>
                  <a:gd name="T43" fmla="*/ 132 h 182"/>
                  <a:gd name="T44" fmla="*/ 106 w 170"/>
                  <a:gd name="T45" fmla="*/ 125 h 182"/>
                  <a:gd name="T46" fmla="*/ 111 w 170"/>
                  <a:gd name="T47" fmla="*/ 116 h 182"/>
                  <a:gd name="T48" fmla="*/ 105 w 170"/>
                  <a:gd name="T49" fmla="*/ 106 h 182"/>
                  <a:gd name="T50" fmla="*/ 96 w 170"/>
                  <a:gd name="T51" fmla="*/ 105 h 182"/>
                  <a:gd name="T52" fmla="*/ 69 w 170"/>
                  <a:gd name="T53" fmla="*/ 105 h 182"/>
                  <a:gd name="T54" fmla="*/ 49 w 170"/>
                  <a:gd name="T55" fmla="*/ 102 h 182"/>
                  <a:gd name="T56" fmla="*/ 39 w 170"/>
                  <a:gd name="T57" fmla="*/ 92 h 182"/>
                  <a:gd name="T58" fmla="*/ 36 w 170"/>
                  <a:gd name="T59" fmla="*/ 73 h 182"/>
                  <a:gd name="T60" fmla="*/ 43 w 170"/>
                  <a:gd name="T61" fmla="*/ 63 h 182"/>
                  <a:gd name="T62" fmla="*/ 63 w 170"/>
                  <a:gd name="T63" fmla="*/ 50 h 182"/>
                  <a:gd name="T64" fmla="*/ 62 w 170"/>
                  <a:gd name="T65" fmla="*/ 37 h 182"/>
                  <a:gd name="T66" fmla="*/ 67 w 170"/>
                  <a:gd name="T67" fmla="*/ 34 h 182"/>
                  <a:gd name="T68" fmla="*/ 75 w 170"/>
                  <a:gd name="T69" fmla="*/ 47 h 182"/>
                  <a:gd name="T70" fmla="*/ 99 w 170"/>
                  <a:gd name="T71" fmla="*/ 46 h 182"/>
                  <a:gd name="T72" fmla="*/ 106 w 170"/>
                  <a:gd name="T73" fmla="*/ 50 h 182"/>
                  <a:gd name="T74" fmla="*/ 111 w 170"/>
                  <a:gd name="T75" fmla="*/ 57 h 182"/>
                  <a:gd name="T76" fmla="*/ 105 w 170"/>
                  <a:gd name="T77" fmla="*/ 62 h 182"/>
                  <a:gd name="T78" fmla="*/ 101 w 170"/>
                  <a:gd name="T79" fmla="*/ 62 h 182"/>
                  <a:gd name="T80" fmla="*/ 83 w 170"/>
                  <a:gd name="T81" fmla="*/ 62 h 182"/>
                  <a:gd name="T82" fmla="*/ 67 w 170"/>
                  <a:gd name="T83" fmla="*/ 66 h 182"/>
                  <a:gd name="T84" fmla="*/ 57 w 170"/>
                  <a:gd name="T85" fmla="*/ 75 h 182"/>
                  <a:gd name="T86" fmla="*/ 60 w 170"/>
                  <a:gd name="T87" fmla="*/ 85 h 182"/>
                  <a:gd name="T88" fmla="*/ 73 w 170"/>
                  <a:gd name="T89" fmla="*/ 87 h 182"/>
                  <a:gd name="T90" fmla="*/ 93 w 170"/>
                  <a:gd name="T91" fmla="*/ 87 h 182"/>
                  <a:gd name="T92" fmla="*/ 113 w 170"/>
                  <a:gd name="T93" fmla="*/ 89 h 182"/>
                  <a:gd name="T94" fmla="*/ 131 w 170"/>
                  <a:gd name="T95" fmla="*/ 105 h 182"/>
                  <a:gd name="T96" fmla="*/ 131 w 170"/>
                  <a:gd name="T97" fmla="*/ 119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70" h="182">
                    <a:moveTo>
                      <a:pt x="90" y="0"/>
                    </a:moveTo>
                    <a:lnTo>
                      <a:pt x="30" y="16"/>
                    </a:lnTo>
                    <a:lnTo>
                      <a:pt x="30" y="16"/>
                    </a:lnTo>
                    <a:lnTo>
                      <a:pt x="23" y="26"/>
                    </a:lnTo>
                    <a:lnTo>
                      <a:pt x="16" y="39"/>
                    </a:lnTo>
                    <a:lnTo>
                      <a:pt x="10" y="52"/>
                    </a:lnTo>
                    <a:lnTo>
                      <a:pt x="4" y="66"/>
                    </a:lnTo>
                    <a:lnTo>
                      <a:pt x="1" y="80"/>
                    </a:lnTo>
                    <a:lnTo>
                      <a:pt x="0" y="95"/>
                    </a:lnTo>
                    <a:lnTo>
                      <a:pt x="0" y="109"/>
                    </a:lnTo>
                    <a:lnTo>
                      <a:pt x="1" y="122"/>
                    </a:lnTo>
                    <a:lnTo>
                      <a:pt x="1" y="122"/>
                    </a:lnTo>
                    <a:lnTo>
                      <a:pt x="4" y="131"/>
                    </a:lnTo>
                    <a:lnTo>
                      <a:pt x="7" y="138"/>
                    </a:lnTo>
                    <a:lnTo>
                      <a:pt x="11" y="145"/>
                    </a:lnTo>
                    <a:lnTo>
                      <a:pt x="16" y="152"/>
                    </a:lnTo>
                    <a:lnTo>
                      <a:pt x="27" y="164"/>
                    </a:lnTo>
                    <a:lnTo>
                      <a:pt x="40" y="172"/>
                    </a:lnTo>
                    <a:lnTo>
                      <a:pt x="55" y="178"/>
                    </a:lnTo>
                    <a:lnTo>
                      <a:pt x="70" y="181"/>
                    </a:lnTo>
                    <a:lnTo>
                      <a:pt x="88" y="182"/>
                    </a:lnTo>
                    <a:lnTo>
                      <a:pt x="103" y="179"/>
                    </a:lnTo>
                    <a:lnTo>
                      <a:pt x="103" y="179"/>
                    </a:lnTo>
                    <a:lnTo>
                      <a:pt x="121" y="174"/>
                    </a:lnTo>
                    <a:lnTo>
                      <a:pt x="135" y="165"/>
                    </a:lnTo>
                    <a:lnTo>
                      <a:pt x="147" y="155"/>
                    </a:lnTo>
                    <a:lnTo>
                      <a:pt x="157" y="144"/>
                    </a:lnTo>
                    <a:lnTo>
                      <a:pt x="164" y="129"/>
                    </a:lnTo>
                    <a:lnTo>
                      <a:pt x="168" y="113"/>
                    </a:lnTo>
                    <a:lnTo>
                      <a:pt x="170" y="106"/>
                    </a:lnTo>
                    <a:lnTo>
                      <a:pt x="170" y="98"/>
                    </a:lnTo>
                    <a:lnTo>
                      <a:pt x="168" y="89"/>
                    </a:lnTo>
                    <a:lnTo>
                      <a:pt x="167" y="79"/>
                    </a:lnTo>
                    <a:lnTo>
                      <a:pt x="167" y="79"/>
                    </a:lnTo>
                    <a:lnTo>
                      <a:pt x="162" y="67"/>
                    </a:lnTo>
                    <a:lnTo>
                      <a:pt x="155" y="54"/>
                    </a:lnTo>
                    <a:lnTo>
                      <a:pt x="147" y="43"/>
                    </a:lnTo>
                    <a:lnTo>
                      <a:pt x="136" y="33"/>
                    </a:lnTo>
                    <a:lnTo>
                      <a:pt x="126" y="23"/>
                    </a:lnTo>
                    <a:lnTo>
                      <a:pt x="115" y="14"/>
                    </a:lnTo>
                    <a:lnTo>
                      <a:pt x="102" y="6"/>
                    </a:lnTo>
                    <a:lnTo>
                      <a:pt x="90" y="0"/>
                    </a:lnTo>
                    <a:lnTo>
                      <a:pt x="90" y="0"/>
                    </a:lnTo>
                    <a:close/>
                    <a:moveTo>
                      <a:pt x="131" y="119"/>
                    </a:moveTo>
                    <a:lnTo>
                      <a:pt x="131" y="119"/>
                    </a:lnTo>
                    <a:lnTo>
                      <a:pt x="128" y="126"/>
                    </a:lnTo>
                    <a:lnTo>
                      <a:pt x="124" y="132"/>
                    </a:lnTo>
                    <a:lnTo>
                      <a:pt x="124" y="132"/>
                    </a:lnTo>
                    <a:lnTo>
                      <a:pt x="119" y="138"/>
                    </a:lnTo>
                    <a:lnTo>
                      <a:pt x="112" y="142"/>
                    </a:lnTo>
                    <a:lnTo>
                      <a:pt x="112" y="142"/>
                    </a:lnTo>
                    <a:lnTo>
                      <a:pt x="101" y="146"/>
                    </a:lnTo>
                    <a:lnTo>
                      <a:pt x="103" y="152"/>
                    </a:lnTo>
                    <a:lnTo>
                      <a:pt x="103" y="152"/>
                    </a:lnTo>
                    <a:lnTo>
                      <a:pt x="103" y="155"/>
                    </a:lnTo>
                    <a:lnTo>
                      <a:pt x="102" y="158"/>
                    </a:lnTo>
                    <a:lnTo>
                      <a:pt x="101" y="159"/>
                    </a:lnTo>
                    <a:lnTo>
                      <a:pt x="98" y="161"/>
                    </a:lnTo>
                    <a:lnTo>
                      <a:pt x="98" y="161"/>
                    </a:lnTo>
                    <a:lnTo>
                      <a:pt x="96" y="161"/>
                    </a:lnTo>
                    <a:lnTo>
                      <a:pt x="93" y="159"/>
                    </a:lnTo>
                    <a:lnTo>
                      <a:pt x="92" y="158"/>
                    </a:lnTo>
                    <a:lnTo>
                      <a:pt x="90" y="156"/>
                    </a:lnTo>
                    <a:lnTo>
                      <a:pt x="89" y="149"/>
                    </a:lnTo>
                    <a:lnTo>
                      <a:pt x="89" y="149"/>
                    </a:lnTo>
                    <a:lnTo>
                      <a:pt x="79" y="151"/>
                    </a:lnTo>
                    <a:lnTo>
                      <a:pt x="79" y="151"/>
                    </a:lnTo>
                    <a:lnTo>
                      <a:pt x="66" y="151"/>
                    </a:lnTo>
                    <a:lnTo>
                      <a:pt x="66" y="151"/>
                    </a:lnTo>
                    <a:lnTo>
                      <a:pt x="60" y="149"/>
                    </a:lnTo>
                    <a:lnTo>
                      <a:pt x="56" y="148"/>
                    </a:lnTo>
                    <a:lnTo>
                      <a:pt x="56" y="148"/>
                    </a:lnTo>
                    <a:lnTo>
                      <a:pt x="53" y="145"/>
                    </a:lnTo>
                    <a:lnTo>
                      <a:pt x="50" y="141"/>
                    </a:lnTo>
                    <a:lnTo>
                      <a:pt x="50" y="141"/>
                    </a:lnTo>
                    <a:lnTo>
                      <a:pt x="50" y="139"/>
                    </a:lnTo>
                    <a:lnTo>
                      <a:pt x="52" y="136"/>
                    </a:lnTo>
                    <a:lnTo>
                      <a:pt x="52" y="136"/>
                    </a:lnTo>
                    <a:lnTo>
                      <a:pt x="53" y="135"/>
                    </a:lnTo>
                    <a:lnTo>
                      <a:pt x="56" y="133"/>
                    </a:lnTo>
                    <a:lnTo>
                      <a:pt x="56" y="133"/>
                    </a:lnTo>
                    <a:lnTo>
                      <a:pt x="62" y="133"/>
                    </a:lnTo>
                    <a:lnTo>
                      <a:pt x="62" y="133"/>
                    </a:lnTo>
                    <a:lnTo>
                      <a:pt x="70" y="133"/>
                    </a:lnTo>
                    <a:lnTo>
                      <a:pt x="70" y="133"/>
                    </a:lnTo>
                    <a:lnTo>
                      <a:pt x="82" y="135"/>
                    </a:lnTo>
                    <a:lnTo>
                      <a:pt x="82" y="135"/>
                    </a:lnTo>
                    <a:lnTo>
                      <a:pt x="93" y="132"/>
                    </a:lnTo>
                    <a:lnTo>
                      <a:pt x="93" y="132"/>
                    </a:lnTo>
                    <a:lnTo>
                      <a:pt x="101" y="129"/>
                    </a:lnTo>
                    <a:lnTo>
                      <a:pt x="101" y="129"/>
                    </a:lnTo>
                    <a:lnTo>
                      <a:pt x="106" y="125"/>
                    </a:lnTo>
                    <a:lnTo>
                      <a:pt x="106" y="125"/>
                    </a:lnTo>
                    <a:lnTo>
                      <a:pt x="111" y="119"/>
                    </a:lnTo>
                    <a:lnTo>
                      <a:pt x="111" y="119"/>
                    </a:lnTo>
                    <a:lnTo>
                      <a:pt x="111" y="116"/>
                    </a:lnTo>
                    <a:lnTo>
                      <a:pt x="111" y="113"/>
                    </a:lnTo>
                    <a:lnTo>
                      <a:pt x="111" y="113"/>
                    </a:lnTo>
                    <a:lnTo>
                      <a:pt x="109" y="109"/>
                    </a:lnTo>
                    <a:lnTo>
                      <a:pt x="105" y="106"/>
                    </a:lnTo>
                    <a:lnTo>
                      <a:pt x="105" y="106"/>
                    </a:lnTo>
                    <a:lnTo>
                      <a:pt x="101" y="105"/>
                    </a:lnTo>
                    <a:lnTo>
                      <a:pt x="96" y="105"/>
                    </a:lnTo>
                    <a:lnTo>
                      <a:pt x="96" y="105"/>
                    </a:lnTo>
                    <a:lnTo>
                      <a:pt x="82" y="105"/>
                    </a:lnTo>
                    <a:lnTo>
                      <a:pt x="82" y="105"/>
                    </a:lnTo>
                    <a:lnTo>
                      <a:pt x="69" y="105"/>
                    </a:lnTo>
                    <a:lnTo>
                      <a:pt x="69" y="105"/>
                    </a:lnTo>
                    <a:lnTo>
                      <a:pt x="57" y="105"/>
                    </a:lnTo>
                    <a:lnTo>
                      <a:pt x="57" y="105"/>
                    </a:lnTo>
                    <a:lnTo>
                      <a:pt x="49" y="102"/>
                    </a:lnTo>
                    <a:lnTo>
                      <a:pt x="49" y="102"/>
                    </a:lnTo>
                    <a:lnTo>
                      <a:pt x="44" y="99"/>
                    </a:lnTo>
                    <a:lnTo>
                      <a:pt x="42" y="96"/>
                    </a:lnTo>
                    <a:lnTo>
                      <a:pt x="42" y="96"/>
                    </a:lnTo>
                    <a:lnTo>
                      <a:pt x="39" y="92"/>
                    </a:lnTo>
                    <a:lnTo>
                      <a:pt x="36" y="86"/>
                    </a:lnTo>
                    <a:lnTo>
                      <a:pt x="36" y="86"/>
                    </a:lnTo>
                    <a:lnTo>
                      <a:pt x="36" y="80"/>
                    </a:lnTo>
                    <a:lnTo>
                      <a:pt x="36" y="73"/>
                    </a:lnTo>
                    <a:lnTo>
                      <a:pt x="36" y="73"/>
                    </a:lnTo>
                    <a:lnTo>
                      <a:pt x="39" y="67"/>
                    </a:lnTo>
                    <a:lnTo>
                      <a:pt x="43" y="63"/>
                    </a:lnTo>
                    <a:lnTo>
                      <a:pt x="43" y="63"/>
                    </a:lnTo>
                    <a:lnTo>
                      <a:pt x="47" y="59"/>
                    </a:lnTo>
                    <a:lnTo>
                      <a:pt x="55" y="54"/>
                    </a:lnTo>
                    <a:lnTo>
                      <a:pt x="55" y="54"/>
                    </a:lnTo>
                    <a:lnTo>
                      <a:pt x="63" y="50"/>
                    </a:lnTo>
                    <a:lnTo>
                      <a:pt x="60" y="42"/>
                    </a:lnTo>
                    <a:lnTo>
                      <a:pt x="60" y="42"/>
                    </a:lnTo>
                    <a:lnTo>
                      <a:pt x="60" y="39"/>
                    </a:lnTo>
                    <a:lnTo>
                      <a:pt x="62" y="37"/>
                    </a:lnTo>
                    <a:lnTo>
                      <a:pt x="63" y="34"/>
                    </a:lnTo>
                    <a:lnTo>
                      <a:pt x="65" y="34"/>
                    </a:lnTo>
                    <a:lnTo>
                      <a:pt x="65" y="34"/>
                    </a:lnTo>
                    <a:lnTo>
                      <a:pt x="67" y="34"/>
                    </a:lnTo>
                    <a:lnTo>
                      <a:pt x="70" y="34"/>
                    </a:lnTo>
                    <a:lnTo>
                      <a:pt x="72" y="36"/>
                    </a:lnTo>
                    <a:lnTo>
                      <a:pt x="73" y="39"/>
                    </a:lnTo>
                    <a:lnTo>
                      <a:pt x="75" y="47"/>
                    </a:lnTo>
                    <a:lnTo>
                      <a:pt x="75" y="47"/>
                    </a:lnTo>
                    <a:lnTo>
                      <a:pt x="86" y="46"/>
                    </a:lnTo>
                    <a:lnTo>
                      <a:pt x="86" y="46"/>
                    </a:lnTo>
                    <a:lnTo>
                      <a:pt x="99" y="46"/>
                    </a:lnTo>
                    <a:lnTo>
                      <a:pt x="99" y="46"/>
                    </a:lnTo>
                    <a:lnTo>
                      <a:pt x="103" y="47"/>
                    </a:lnTo>
                    <a:lnTo>
                      <a:pt x="106" y="50"/>
                    </a:lnTo>
                    <a:lnTo>
                      <a:pt x="106" y="50"/>
                    </a:lnTo>
                    <a:lnTo>
                      <a:pt x="109" y="52"/>
                    </a:lnTo>
                    <a:lnTo>
                      <a:pt x="111" y="54"/>
                    </a:lnTo>
                    <a:lnTo>
                      <a:pt x="111" y="54"/>
                    </a:lnTo>
                    <a:lnTo>
                      <a:pt x="111" y="57"/>
                    </a:lnTo>
                    <a:lnTo>
                      <a:pt x="109" y="59"/>
                    </a:lnTo>
                    <a:lnTo>
                      <a:pt x="109" y="59"/>
                    </a:lnTo>
                    <a:lnTo>
                      <a:pt x="108" y="62"/>
                    </a:lnTo>
                    <a:lnTo>
                      <a:pt x="105" y="62"/>
                    </a:lnTo>
                    <a:lnTo>
                      <a:pt x="105" y="62"/>
                    </a:lnTo>
                    <a:lnTo>
                      <a:pt x="102" y="63"/>
                    </a:lnTo>
                    <a:lnTo>
                      <a:pt x="102" y="63"/>
                    </a:lnTo>
                    <a:lnTo>
                      <a:pt x="101" y="62"/>
                    </a:lnTo>
                    <a:lnTo>
                      <a:pt x="101" y="62"/>
                    </a:lnTo>
                    <a:lnTo>
                      <a:pt x="89" y="62"/>
                    </a:lnTo>
                    <a:lnTo>
                      <a:pt x="89" y="62"/>
                    </a:lnTo>
                    <a:lnTo>
                      <a:pt x="83" y="62"/>
                    </a:lnTo>
                    <a:lnTo>
                      <a:pt x="75" y="63"/>
                    </a:lnTo>
                    <a:lnTo>
                      <a:pt x="75" y="63"/>
                    </a:lnTo>
                    <a:lnTo>
                      <a:pt x="67" y="66"/>
                    </a:lnTo>
                    <a:lnTo>
                      <a:pt x="67" y="66"/>
                    </a:lnTo>
                    <a:lnTo>
                      <a:pt x="60" y="70"/>
                    </a:lnTo>
                    <a:lnTo>
                      <a:pt x="60" y="70"/>
                    </a:lnTo>
                    <a:lnTo>
                      <a:pt x="57" y="75"/>
                    </a:lnTo>
                    <a:lnTo>
                      <a:pt x="57" y="75"/>
                    </a:lnTo>
                    <a:lnTo>
                      <a:pt x="57" y="80"/>
                    </a:lnTo>
                    <a:lnTo>
                      <a:pt x="57" y="80"/>
                    </a:lnTo>
                    <a:lnTo>
                      <a:pt x="59" y="82"/>
                    </a:lnTo>
                    <a:lnTo>
                      <a:pt x="60" y="85"/>
                    </a:lnTo>
                    <a:lnTo>
                      <a:pt x="60" y="85"/>
                    </a:lnTo>
                    <a:lnTo>
                      <a:pt x="66" y="86"/>
                    </a:lnTo>
                    <a:lnTo>
                      <a:pt x="66" y="86"/>
                    </a:lnTo>
                    <a:lnTo>
                      <a:pt x="73" y="87"/>
                    </a:lnTo>
                    <a:lnTo>
                      <a:pt x="73" y="87"/>
                    </a:lnTo>
                    <a:lnTo>
                      <a:pt x="83" y="87"/>
                    </a:lnTo>
                    <a:lnTo>
                      <a:pt x="83" y="87"/>
                    </a:lnTo>
                    <a:lnTo>
                      <a:pt x="93" y="87"/>
                    </a:lnTo>
                    <a:lnTo>
                      <a:pt x="93" y="87"/>
                    </a:lnTo>
                    <a:lnTo>
                      <a:pt x="105" y="87"/>
                    </a:lnTo>
                    <a:lnTo>
                      <a:pt x="105" y="87"/>
                    </a:lnTo>
                    <a:lnTo>
                      <a:pt x="113" y="89"/>
                    </a:lnTo>
                    <a:lnTo>
                      <a:pt x="122" y="92"/>
                    </a:lnTo>
                    <a:lnTo>
                      <a:pt x="122" y="92"/>
                    </a:lnTo>
                    <a:lnTo>
                      <a:pt x="128" y="98"/>
                    </a:lnTo>
                    <a:lnTo>
                      <a:pt x="131" y="105"/>
                    </a:lnTo>
                    <a:lnTo>
                      <a:pt x="131" y="105"/>
                    </a:lnTo>
                    <a:lnTo>
                      <a:pt x="132" y="112"/>
                    </a:lnTo>
                    <a:lnTo>
                      <a:pt x="131" y="119"/>
                    </a:lnTo>
                    <a:lnTo>
                      <a:pt x="131" y="119"/>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89" name="Freeform 213"/>
              <p:cNvSpPr/>
              <p:nvPr/>
            </p:nvSpPr>
            <p:spPr bwMode="auto">
              <a:xfrm>
                <a:off x="4952876" y="2150094"/>
                <a:ext cx="119063" cy="93663"/>
              </a:xfrm>
              <a:custGeom>
                <a:avLst/>
                <a:gdLst>
                  <a:gd name="T0" fmla="*/ 21 w 75"/>
                  <a:gd name="T1" fmla="*/ 59 h 59"/>
                  <a:gd name="T2" fmla="*/ 21 w 75"/>
                  <a:gd name="T3" fmla="*/ 59 h 59"/>
                  <a:gd name="T4" fmla="*/ 48 w 75"/>
                  <a:gd name="T5" fmla="*/ 53 h 59"/>
                  <a:gd name="T6" fmla="*/ 74 w 75"/>
                  <a:gd name="T7" fmla="*/ 46 h 59"/>
                  <a:gd name="T8" fmla="*/ 74 w 75"/>
                  <a:gd name="T9" fmla="*/ 46 h 59"/>
                  <a:gd name="T10" fmla="*/ 75 w 75"/>
                  <a:gd name="T11" fmla="*/ 7 h 59"/>
                  <a:gd name="T12" fmla="*/ 75 w 75"/>
                  <a:gd name="T13" fmla="*/ 7 h 59"/>
                  <a:gd name="T14" fmla="*/ 74 w 75"/>
                  <a:gd name="T15" fmla="*/ 3 h 59"/>
                  <a:gd name="T16" fmla="*/ 72 w 75"/>
                  <a:gd name="T17" fmla="*/ 0 h 59"/>
                  <a:gd name="T18" fmla="*/ 69 w 75"/>
                  <a:gd name="T19" fmla="*/ 0 h 59"/>
                  <a:gd name="T20" fmla="*/ 67 w 75"/>
                  <a:gd name="T21" fmla="*/ 2 h 59"/>
                  <a:gd name="T22" fmla="*/ 62 w 75"/>
                  <a:gd name="T23" fmla="*/ 5 h 59"/>
                  <a:gd name="T24" fmla="*/ 59 w 75"/>
                  <a:gd name="T25" fmla="*/ 9 h 59"/>
                  <a:gd name="T26" fmla="*/ 58 w 75"/>
                  <a:gd name="T27" fmla="*/ 15 h 59"/>
                  <a:gd name="T28" fmla="*/ 56 w 75"/>
                  <a:gd name="T29" fmla="*/ 20 h 59"/>
                  <a:gd name="T30" fmla="*/ 56 w 75"/>
                  <a:gd name="T31" fmla="*/ 20 h 59"/>
                  <a:gd name="T32" fmla="*/ 55 w 75"/>
                  <a:gd name="T33" fmla="*/ 19 h 59"/>
                  <a:gd name="T34" fmla="*/ 55 w 75"/>
                  <a:gd name="T35" fmla="*/ 19 h 59"/>
                  <a:gd name="T36" fmla="*/ 52 w 75"/>
                  <a:gd name="T37" fmla="*/ 13 h 59"/>
                  <a:gd name="T38" fmla="*/ 52 w 75"/>
                  <a:gd name="T39" fmla="*/ 13 h 59"/>
                  <a:gd name="T40" fmla="*/ 48 w 75"/>
                  <a:gd name="T41" fmla="*/ 9 h 59"/>
                  <a:gd name="T42" fmla="*/ 41 w 75"/>
                  <a:gd name="T43" fmla="*/ 5 h 59"/>
                  <a:gd name="T44" fmla="*/ 41 w 75"/>
                  <a:gd name="T45" fmla="*/ 5 h 59"/>
                  <a:gd name="T46" fmla="*/ 36 w 75"/>
                  <a:gd name="T47" fmla="*/ 3 h 59"/>
                  <a:gd name="T48" fmla="*/ 32 w 75"/>
                  <a:gd name="T49" fmla="*/ 5 h 59"/>
                  <a:gd name="T50" fmla="*/ 29 w 75"/>
                  <a:gd name="T51" fmla="*/ 7 h 59"/>
                  <a:gd name="T52" fmla="*/ 28 w 75"/>
                  <a:gd name="T53" fmla="*/ 12 h 59"/>
                  <a:gd name="T54" fmla="*/ 28 w 75"/>
                  <a:gd name="T55" fmla="*/ 12 h 59"/>
                  <a:gd name="T56" fmla="*/ 25 w 75"/>
                  <a:gd name="T57" fmla="*/ 19 h 59"/>
                  <a:gd name="T58" fmla="*/ 23 w 75"/>
                  <a:gd name="T59" fmla="*/ 26 h 59"/>
                  <a:gd name="T60" fmla="*/ 23 w 75"/>
                  <a:gd name="T61" fmla="*/ 26 h 59"/>
                  <a:gd name="T62" fmla="*/ 23 w 75"/>
                  <a:gd name="T63" fmla="*/ 29 h 59"/>
                  <a:gd name="T64" fmla="*/ 23 w 75"/>
                  <a:gd name="T65" fmla="*/ 29 h 59"/>
                  <a:gd name="T66" fmla="*/ 21 w 75"/>
                  <a:gd name="T67" fmla="*/ 23 h 59"/>
                  <a:gd name="T68" fmla="*/ 15 w 75"/>
                  <a:gd name="T69" fmla="*/ 20 h 59"/>
                  <a:gd name="T70" fmla="*/ 10 w 75"/>
                  <a:gd name="T71" fmla="*/ 17 h 59"/>
                  <a:gd name="T72" fmla="*/ 6 w 75"/>
                  <a:gd name="T73" fmla="*/ 16 h 59"/>
                  <a:gd name="T74" fmla="*/ 3 w 75"/>
                  <a:gd name="T75" fmla="*/ 17 h 59"/>
                  <a:gd name="T76" fmla="*/ 0 w 75"/>
                  <a:gd name="T77" fmla="*/ 19 h 59"/>
                  <a:gd name="T78" fmla="*/ 0 w 75"/>
                  <a:gd name="T79" fmla="*/ 22 h 59"/>
                  <a:gd name="T80" fmla="*/ 2 w 75"/>
                  <a:gd name="T81" fmla="*/ 25 h 59"/>
                  <a:gd name="T82" fmla="*/ 2 w 75"/>
                  <a:gd name="T83" fmla="*/ 25 h 59"/>
                  <a:gd name="T84" fmla="*/ 21 w 75"/>
                  <a:gd name="T85" fmla="*/ 59 h 59"/>
                  <a:gd name="T86" fmla="*/ 21 w 75"/>
                  <a:gd name="T87" fmla="*/ 59 h 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5" h="59">
                    <a:moveTo>
                      <a:pt x="21" y="59"/>
                    </a:moveTo>
                    <a:lnTo>
                      <a:pt x="21" y="59"/>
                    </a:lnTo>
                    <a:lnTo>
                      <a:pt x="48" y="53"/>
                    </a:lnTo>
                    <a:lnTo>
                      <a:pt x="74" y="46"/>
                    </a:lnTo>
                    <a:lnTo>
                      <a:pt x="74" y="46"/>
                    </a:lnTo>
                    <a:lnTo>
                      <a:pt x="75" y="7"/>
                    </a:lnTo>
                    <a:lnTo>
                      <a:pt x="75" y="7"/>
                    </a:lnTo>
                    <a:lnTo>
                      <a:pt x="74" y="3"/>
                    </a:lnTo>
                    <a:lnTo>
                      <a:pt x="72" y="0"/>
                    </a:lnTo>
                    <a:lnTo>
                      <a:pt x="69" y="0"/>
                    </a:lnTo>
                    <a:lnTo>
                      <a:pt x="67" y="2"/>
                    </a:lnTo>
                    <a:lnTo>
                      <a:pt x="62" y="5"/>
                    </a:lnTo>
                    <a:lnTo>
                      <a:pt x="59" y="9"/>
                    </a:lnTo>
                    <a:lnTo>
                      <a:pt x="58" y="15"/>
                    </a:lnTo>
                    <a:lnTo>
                      <a:pt x="56" y="20"/>
                    </a:lnTo>
                    <a:lnTo>
                      <a:pt x="56" y="20"/>
                    </a:lnTo>
                    <a:lnTo>
                      <a:pt x="55" y="19"/>
                    </a:lnTo>
                    <a:lnTo>
                      <a:pt x="55" y="19"/>
                    </a:lnTo>
                    <a:lnTo>
                      <a:pt x="52" y="13"/>
                    </a:lnTo>
                    <a:lnTo>
                      <a:pt x="52" y="13"/>
                    </a:lnTo>
                    <a:lnTo>
                      <a:pt x="48" y="9"/>
                    </a:lnTo>
                    <a:lnTo>
                      <a:pt x="41" y="5"/>
                    </a:lnTo>
                    <a:lnTo>
                      <a:pt x="41" y="5"/>
                    </a:lnTo>
                    <a:lnTo>
                      <a:pt x="36" y="3"/>
                    </a:lnTo>
                    <a:lnTo>
                      <a:pt x="32" y="5"/>
                    </a:lnTo>
                    <a:lnTo>
                      <a:pt x="29" y="7"/>
                    </a:lnTo>
                    <a:lnTo>
                      <a:pt x="28" y="12"/>
                    </a:lnTo>
                    <a:lnTo>
                      <a:pt x="28" y="12"/>
                    </a:lnTo>
                    <a:lnTo>
                      <a:pt x="25" y="19"/>
                    </a:lnTo>
                    <a:lnTo>
                      <a:pt x="23" y="26"/>
                    </a:lnTo>
                    <a:lnTo>
                      <a:pt x="23" y="26"/>
                    </a:lnTo>
                    <a:lnTo>
                      <a:pt x="23" y="29"/>
                    </a:lnTo>
                    <a:lnTo>
                      <a:pt x="23" y="29"/>
                    </a:lnTo>
                    <a:lnTo>
                      <a:pt x="21" y="23"/>
                    </a:lnTo>
                    <a:lnTo>
                      <a:pt x="15" y="20"/>
                    </a:lnTo>
                    <a:lnTo>
                      <a:pt x="10" y="17"/>
                    </a:lnTo>
                    <a:lnTo>
                      <a:pt x="6" y="16"/>
                    </a:lnTo>
                    <a:lnTo>
                      <a:pt x="3" y="17"/>
                    </a:lnTo>
                    <a:lnTo>
                      <a:pt x="0" y="19"/>
                    </a:lnTo>
                    <a:lnTo>
                      <a:pt x="0" y="22"/>
                    </a:lnTo>
                    <a:lnTo>
                      <a:pt x="2" y="25"/>
                    </a:lnTo>
                    <a:lnTo>
                      <a:pt x="2" y="25"/>
                    </a:lnTo>
                    <a:lnTo>
                      <a:pt x="21" y="59"/>
                    </a:lnTo>
                    <a:lnTo>
                      <a:pt x="21" y="59"/>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grpSp>
      </p:grpSp>
      <p:grpSp>
        <p:nvGrpSpPr>
          <p:cNvPr id="18" name="Group 17"/>
          <p:cNvGrpSpPr/>
          <p:nvPr/>
        </p:nvGrpSpPr>
        <p:grpSpPr>
          <a:xfrm>
            <a:off x="7945057" y="3892469"/>
            <a:ext cx="897064" cy="1353515"/>
            <a:chOff x="7069013" y="3940794"/>
            <a:chExt cx="989013" cy="1492250"/>
          </a:xfrm>
        </p:grpSpPr>
        <p:sp>
          <p:nvSpPr>
            <p:cNvPr id="81" name="Freeform 178"/>
            <p:cNvSpPr/>
            <p:nvPr/>
          </p:nvSpPr>
          <p:spPr bwMode="auto">
            <a:xfrm>
              <a:off x="7183313" y="4055094"/>
              <a:ext cx="874713" cy="1200150"/>
            </a:xfrm>
            <a:custGeom>
              <a:avLst/>
              <a:gdLst>
                <a:gd name="T0" fmla="*/ 413 w 551"/>
                <a:gd name="T1" fmla="*/ 0 h 756"/>
                <a:gd name="T2" fmla="*/ 462 w 551"/>
                <a:gd name="T3" fmla="*/ 55 h 756"/>
                <a:gd name="T4" fmla="*/ 501 w 551"/>
                <a:gd name="T5" fmla="*/ 118 h 756"/>
                <a:gd name="T6" fmla="*/ 530 w 551"/>
                <a:gd name="T7" fmla="*/ 186 h 756"/>
                <a:gd name="T8" fmla="*/ 546 w 551"/>
                <a:gd name="T9" fmla="*/ 257 h 756"/>
                <a:gd name="T10" fmla="*/ 551 w 551"/>
                <a:gd name="T11" fmla="*/ 331 h 756"/>
                <a:gd name="T12" fmla="*/ 544 w 551"/>
                <a:gd name="T13" fmla="*/ 404 h 756"/>
                <a:gd name="T14" fmla="*/ 526 w 551"/>
                <a:gd name="T15" fmla="*/ 477 h 756"/>
                <a:gd name="T16" fmla="*/ 494 w 551"/>
                <a:gd name="T17" fmla="*/ 546 h 756"/>
                <a:gd name="T18" fmla="*/ 475 w 551"/>
                <a:gd name="T19" fmla="*/ 578 h 756"/>
                <a:gd name="T20" fmla="*/ 431 w 551"/>
                <a:gd name="T21" fmla="*/ 634 h 756"/>
                <a:gd name="T22" fmla="*/ 380 w 551"/>
                <a:gd name="T23" fmla="*/ 680 h 756"/>
                <a:gd name="T24" fmla="*/ 322 w 551"/>
                <a:gd name="T25" fmla="*/ 714 h 756"/>
                <a:gd name="T26" fmla="*/ 258 w 551"/>
                <a:gd name="T27" fmla="*/ 740 h 756"/>
                <a:gd name="T28" fmla="*/ 189 w 551"/>
                <a:gd name="T29" fmla="*/ 753 h 756"/>
                <a:gd name="T30" fmla="*/ 116 w 551"/>
                <a:gd name="T31" fmla="*/ 756 h 756"/>
                <a:gd name="T32" fmla="*/ 40 w 551"/>
                <a:gd name="T33" fmla="*/ 746 h 756"/>
                <a:gd name="T34" fmla="*/ 20 w 551"/>
                <a:gd name="T35" fmla="*/ 666 h 756"/>
                <a:gd name="T36" fmla="*/ 51 w 551"/>
                <a:gd name="T37" fmla="*/ 673 h 756"/>
                <a:gd name="T38" fmla="*/ 116 w 551"/>
                <a:gd name="T39" fmla="*/ 680 h 756"/>
                <a:gd name="T40" fmla="*/ 176 w 551"/>
                <a:gd name="T41" fmla="*/ 679 h 756"/>
                <a:gd name="T42" fmla="*/ 234 w 551"/>
                <a:gd name="T43" fmla="*/ 667 h 756"/>
                <a:gd name="T44" fmla="*/ 287 w 551"/>
                <a:gd name="T45" fmla="*/ 648 h 756"/>
                <a:gd name="T46" fmla="*/ 334 w 551"/>
                <a:gd name="T47" fmla="*/ 620 h 756"/>
                <a:gd name="T48" fmla="*/ 376 w 551"/>
                <a:gd name="T49" fmla="*/ 582 h 756"/>
                <a:gd name="T50" fmla="*/ 413 w 551"/>
                <a:gd name="T51" fmla="*/ 536 h 756"/>
                <a:gd name="T52" fmla="*/ 428 w 551"/>
                <a:gd name="T53" fmla="*/ 510 h 756"/>
                <a:gd name="T54" fmla="*/ 452 w 551"/>
                <a:gd name="T55" fmla="*/ 459 h 756"/>
                <a:gd name="T56" fmla="*/ 468 w 551"/>
                <a:gd name="T57" fmla="*/ 403 h 756"/>
                <a:gd name="T58" fmla="*/ 475 w 551"/>
                <a:gd name="T59" fmla="*/ 344 h 756"/>
                <a:gd name="T60" fmla="*/ 474 w 551"/>
                <a:gd name="T61" fmla="*/ 282 h 756"/>
                <a:gd name="T62" fmla="*/ 462 w 551"/>
                <a:gd name="T63" fmla="*/ 222 h 756"/>
                <a:gd name="T64" fmla="*/ 441 w 551"/>
                <a:gd name="T65" fmla="*/ 163 h 756"/>
                <a:gd name="T66" fmla="*/ 408 w 551"/>
                <a:gd name="T67" fmla="*/ 107 h 756"/>
                <a:gd name="T68" fmla="*/ 362 w 551"/>
                <a:gd name="T69" fmla="*/ 55 h 7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1" h="756">
                  <a:moveTo>
                    <a:pt x="413" y="0"/>
                  </a:moveTo>
                  <a:lnTo>
                    <a:pt x="413" y="0"/>
                  </a:lnTo>
                  <a:lnTo>
                    <a:pt x="439" y="28"/>
                  </a:lnTo>
                  <a:lnTo>
                    <a:pt x="462" y="55"/>
                  </a:lnTo>
                  <a:lnTo>
                    <a:pt x="484" y="86"/>
                  </a:lnTo>
                  <a:lnTo>
                    <a:pt x="501" y="118"/>
                  </a:lnTo>
                  <a:lnTo>
                    <a:pt x="517" y="151"/>
                  </a:lnTo>
                  <a:lnTo>
                    <a:pt x="530" y="186"/>
                  </a:lnTo>
                  <a:lnTo>
                    <a:pt x="539" y="220"/>
                  </a:lnTo>
                  <a:lnTo>
                    <a:pt x="546" y="257"/>
                  </a:lnTo>
                  <a:lnTo>
                    <a:pt x="550" y="293"/>
                  </a:lnTo>
                  <a:lnTo>
                    <a:pt x="551" y="331"/>
                  </a:lnTo>
                  <a:lnTo>
                    <a:pt x="549" y="367"/>
                  </a:lnTo>
                  <a:lnTo>
                    <a:pt x="544" y="404"/>
                  </a:lnTo>
                  <a:lnTo>
                    <a:pt x="536" y="441"/>
                  </a:lnTo>
                  <a:lnTo>
                    <a:pt x="526" y="477"/>
                  </a:lnTo>
                  <a:lnTo>
                    <a:pt x="511" y="512"/>
                  </a:lnTo>
                  <a:lnTo>
                    <a:pt x="494" y="546"/>
                  </a:lnTo>
                  <a:lnTo>
                    <a:pt x="494" y="546"/>
                  </a:lnTo>
                  <a:lnTo>
                    <a:pt x="475" y="578"/>
                  </a:lnTo>
                  <a:lnTo>
                    <a:pt x="454" y="608"/>
                  </a:lnTo>
                  <a:lnTo>
                    <a:pt x="431" y="634"/>
                  </a:lnTo>
                  <a:lnTo>
                    <a:pt x="406" y="658"/>
                  </a:lnTo>
                  <a:lnTo>
                    <a:pt x="380" y="680"/>
                  </a:lnTo>
                  <a:lnTo>
                    <a:pt x="352" y="699"/>
                  </a:lnTo>
                  <a:lnTo>
                    <a:pt x="322" y="714"/>
                  </a:lnTo>
                  <a:lnTo>
                    <a:pt x="291" y="729"/>
                  </a:lnTo>
                  <a:lnTo>
                    <a:pt x="258" y="740"/>
                  </a:lnTo>
                  <a:lnTo>
                    <a:pt x="225" y="748"/>
                  </a:lnTo>
                  <a:lnTo>
                    <a:pt x="189" y="753"/>
                  </a:lnTo>
                  <a:lnTo>
                    <a:pt x="153" y="756"/>
                  </a:lnTo>
                  <a:lnTo>
                    <a:pt x="116" y="756"/>
                  </a:lnTo>
                  <a:lnTo>
                    <a:pt x="79" y="752"/>
                  </a:lnTo>
                  <a:lnTo>
                    <a:pt x="40" y="746"/>
                  </a:lnTo>
                  <a:lnTo>
                    <a:pt x="0" y="737"/>
                  </a:lnTo>
                  <a:lnTo>
                    <a:pt x="20" y="666"/>
                  </a:lnTo>
                  <a:lnTo>
                    <a:pt x="20" y="666"/>
                  </a:lnTo>
                  <a:lnTo>
                    <a:pt x="51" y="673"/>
                  </a:lnTo>
                  <a:lnTo>
                    <a:pt x="84" y="677"/>
                  </a:lnTo>
                  <a:lnTo>
                    <a:pt x="116" y="680"/>
                  </a:lnTo>
                  <a:lnTo>
                    <a:pt x="146" y="680"/>
                  </a:lnTo>
                  <a:lnTo>
                    <a:pt x="176" y="679"/>
                  </a:lnTo>
                  <a:lnTo>
                    <a:pt x="207" y="674"/>
                  </a:lnTo>
                  <a:lnTo>
                    <a:pt x="234" y="667"/>
                  </a:lnTo>
                  <a:lnTo>
                    <a:pt x="261" y="658"/>
                  </a:lnTo>
                  <a:lnTo>
                    <a:pt x="287" y="648"/>
                  </a:lnTo>
                  <a:lnTo>
                    <a:pt x="311" y="634"/>
                  </a:lnTo>
                  <a:lnTo>
                    <a:pt x="334" y="620"/>
                  </a:lnTo>
                  <a:lnTo>
                    <a:pt x="356" y="602"/>
                  </a:lnTo>
                  <a:lnTo>
                    <a:pt x="376" y="582"/>
                  </a:lnTo>
                  <a:lnTo>
                    <a:pt x="395" y="561"/>
                  </a:lnTo>
                  <a:lnTo>
                    <a:pt x="413" y="536"/>
                  </a:lnTo>
                  <a:lnTo>
                    <a:pt x="428" y="510"/>
                  </a:lnTo>
                  <a:lnTo>
                    <a:pt x="428" y="510"/>
                  </a:lnTo>
                  <a:lnTo>
                    <a:pt x="441" y="486"/>
                  </a:lnTo>
                  <a:lnTo>
                    <a:pt x="452" y="459"/>
                  </a:lnTo>
                  <a:lnTo>
                    <a:pt x="461" y="431"/>
                  </a:lnTo>
                  <a:lnTo>
                    <a:pt x="468" y="403"/>
                  </a:lnTo>
                  <a:lnTo>
                    <a:pt x="472" y="374"/>
                  </a:lnTo>
                  <a:lnTo>
                    <a:pt x="475" y="344"/>
                  </a:lnTo>
                  <a:lnTo>
                    <a:pt x="475" y="314"/>
                  </a:lnTo>
                  <a:lnTo>
                    <a:pt x="474" y="282"/>
                  </a:lnTo>
                  <a:lnTo>
                    <a:pt x="470" y="252"/>
                  </a:lnTo>
                  <a:lnTo>
                    <a:pt x="462" y="222"/>
                  </a:lnTo>
                  <a:lnTo>
                    <a:pt x="452" y="191"/>
                  </a:lnTo>
                  <a:lnTo>
                    <a:pt x="441" y="163"/>
                  </a:lnTo>
                  <a:lnTo>
                    <a:pt x="425" y="134"/>
                  </a:lnTo>
                  <a:lnTo>
                    <a:pt x="408" y="107"/>
                  </a:lnTo>
                  <a:lnTo>
                    <a:pt x="386" y="81"/>
                  </a:lnTo>
                  <a:lnTo>
                    <a:pt x="362" y="55"/>
                  </a:lnTo>
                  <a:lnTo>
                    <a:pt x="413" y="0"/>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sp>
          <p:nvSpPr>
            <p:cNvPr id="80" name="Freeform 177"/>
            <p:cNvSpPr/>
            <p:nvPr/>
          </p:nvSpPr>
          <p:spPr bwMode="auto">
            <a:xfrm>
              <a:off x="7132513" y="3940794"/>
              <a:ext cx="841375" cy="842963"/>
            </a:xfrm>
            <a:custGeom>
              <a:avLst/>
              <a:gdLst>
                <a:gd name="T0" fmla="*/ 16 w 530"/>
                <a:gd name="T1" fmla="*/ 355 h 531"/>
                <a:gd name="T2" fmla="*/ 3 w 530"/>
                <a:gd name="T3" fmla="*/ 304 h 531"/>
                <a:gd name="T4" fmla="*/ 0 w 530"/>
                <a:gd name="T5" fmla="*/ 252 h 531"/>
                <a:gd name="T6" fmla="*/ 9 w 530"/>
                <a:gd name="T7" fmla="*/ 200 h 531"/>
                <a:gd name="T8" fmla="*/ 26 w 530"/>
                <a:gd name="T9" fmla="*/ 153 h 531"/>
                <a:gd name="T10" fmla="*/ 52 w 530"/>
                <a:gd name="T11" fmla="*/ 110 h 531"/>
                <a:gd name="T12" fmla="*/ 86 w 530"/>
                <a:gd name="T13" fmla="*/ 71 h 531"/>
                <a:gd name="T14" fmla="*/ 126 w 530"/>
                <a:gd name="T15" fmla="*/ 39 h 531"/>
                <a:gd name="T16" fmla="*/ 175 w 530"/>
                <a:gd name="T17" fmla="*/ 16 h 531"/>
                <a:gd name="T18" fmla="*/ 201 w 530"/>
                <a:gd name="T19" fmla="*/ 9 h 531"/>
                <a:gd name="T20" fmla="*/ 254 w 530"/>
                <a:gd name="T21" fmla="*/ 0 h 531"/>
                <a:gd name="T22" fmla="*/ 305 w 530"/>
                <a:gd name="T23" fmla="*/ 3 h 531"/>
                <a:gd name="T24" fmla="*/ 355 w 530"/>
                <a:gd name="T25" fmla="*/ 16 h 531"/>
                <a:gd name="T26" fmla="*/ 401 w 530"/>
                <a:gd name="T27" fmla="*/ 38 h 531"/>
                <a:gd name="T28" fmla="*/ 441 w 530"/>
                <a:gd name="T29" fmla="*/ 68 h 531"/>
                <a:gd name="T30" fmla="*/ 477 w 530"/>
                <a:gd name="T31" fmla="*/ 105 h 531"/>
                <a:gd name="T32" fmla="*/ 504 w 530"/>
                <a:gd name="T33" fmla="*/ 151 h 531"/>
                <a:gd name="T34" fmla="*/ 514 w 530"/>
                <a:gd name="T35" fmla="*/ 176 h 531"/>
                <a:gd name="T36" fmla="*/ 527 w 530"/>
                <a:gd name="T37" fmla="*/ 227 h 531"/>
                <a:gd name="T38" fmla="*/ 530 w 530"/>
                <a:gd name="T39" fmla="*/ 281 h 531"/>
                <a:gd name="T40" fmla="*/ 522 w 530"/>
                <a:gd name="T41" fmla="*/ 331 h 531"/>
                <a:gd name="T42" fmla="*/ 504 w 530"/>
                <a:gd name="T43" fmla="*/ 378 h 531"/>
                <a:gd name="T44" fmla="*/ 479 w 530"/>
                <a:gd name="T45" fmla="*/ 423 h 531"/>
                <a:gd name="T46" fmla="*/ 445 w 530"/>
                <a:gd name="T47" fmla="*/ 460 h 531"/>
                <a:gd name="T48" fmla="*/ 404 w 530"/>
                <a:gd name="T49" fmla="*/ 492 h 531"/>
                <a:gd name="T50" fmla="*/ 355 w 530"/>
                <a:gd name="T51" fmla="*/ 515 h 531"/>
                <a:gd name="T52" fmla="*/ 329 w 530"/>
                <a:gd name="T53" fmla="*/ 523 h 531"/>
                <a:gd name="T54" fmla="*/ 277 w 530"/>
                <a:gd name="T55" fmla="*/ 531 h 531"/>
                <a:gd name="T56" fmla="*/ 226 w 530"/>
                <a:gd name="T57" fmla="*/ 528 h 531"/>
                <a:gd name="T58" fmla="*/ 175 w 530"/>
                <a:gd name="T59" fmla="*/ 515 h 531"/>
                <a:gd name="T60" fmla="*/ 129 w 530"/>
                <a:gd name="T61" fmla="*/ 493 h 531"/>
                <a:gd name="T62" fmla="*/ 89 w 530"/>
                <a:gd name="T63" fmla="*/ 463 h 531"/>
                <a:gd name="T64" fmla="*/ 53 w 530"/>
                <a:gd name="T65" fmla="*/ 426 h 531"/>
                <a:gd name="T66" fmla="*/ 26 w 530"/>
                <a:gd name="T67" fmla="*/ 380 h 531"/>
                <a:gd name="T68" fmla="*/ 16 w 530"/>
                <a:gd name="T69" fmla="*/ 355 h 5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0" h="531">
                  <a:moveTo>
                    <a:pt x="16" y="355"/>
                  </a:moveTo>
                  <a:lnTo>
                    <a:pt x="16" y="355"/>
                  </a:lnTo>
                  <a:lnTo>
                    <a:pt x="9" y="329"/>
                  </a:lnTo>
                  <a:lnTo>
                    <a:pt x="3" y="304"/>
                  </a:lnTo>
                  <a:lnTo>
                    <a:pt x="0" y="278"/>
                  </a:lnTo>
                  <a:lnTo>
                    <a:pt x="0" y="252"/>
                  </a:lnTo>
                  <a:lnTo>
                    <a:pt x="3" y="226"/>
                  </a:lnTo>
                  <a:lnTo>
                    <a:pt x="9" y="200"/>
                  </a:lnTo>
                  <a:lnTo>
                    <a:pt x="16" y="176"/>
                  </a:lnTo>
                  <a:lnTo>
                    <a:pt x="26" y="153"/>
                  </a:lnTo>
                  <a:lnTo>
                    <a:pt x="37" y="130"/>
                  </a:lnTo>
                  <a:lnTo>
                    <a:pt x="52" y="110"/>
                  </a:lnTo>
                  <a:lnTo>
                    <a:pt x="67" y="89"/>
                  </a:lnTo>
                  <a:lnTo>
                    <a:pt x="86" y="71"/>
                  </a:lnTo>
                  <a:lnTo>
                    <a:pt x="105" y="54"/>
                  </a:lnTo>
                  <a:lnTo>
                    <a:pt x="126" y="39"/>
                  </a:lnTo>
                  <a:lnTo>
                    <a:pt x="151" y="26"/>
                  </a:lnTo>
                  <a:lnTo>
                    <a:pt x="175" y="16"/>
                  </a:lnTo>
                  <a:lnTo>
                    <a:pt x="175" y="16"/>
                  </a:lnTo>
                  <a:lnTo>
                    <a:pt x="201" y="9"/>
                  </a:lnTo>
                  <a:lnTo>
                    <a:pt x="227" y="3"/>
                  </a:lnTo>
                  <a:lnTo>
                    <a:pt x="254" y="0"/>
                  </a:lnTo>
                  <a:lnTo>
                    <a:pt x="280" y="0"/>
                  </a:lnTo>
                  <a:lnTo>
                    <a:pt x="305" y="3"/>
                  </a:lnTo>
                  <a:lnTo>
                    <a:pt x="331" y="9"/>
                  </a:lnTo>
                  <a:lnTo>
                    <a:pt x="355" y="16"/>
                  </a:lnTo>
                  <a:lnTo>
                    <a:pt x="378" y="26"/>
                  </a:lnTo>
                  <a:lnTo>
                    <a:pt x="401" y="38"/>
                  </a:lnTo>
                  <a:lnTo>
                    <a:pt x="422" y="52"/>
                  </a:lnTo>
                  <a:lnTo>
                    <a:pt x="441" y="68"/>
                  </a:lnTo>
                  <a:lnTo>
                    <a:pt x="460" y="87"/>
                  </a:lnTo>
                  <a:lnTo>
                    <a:pt x="477" y="105"/>
                  </a:lnTo>
                  <a:lnTo>
                    <a:pt x="491" y="127"/>
                  </a:lnTo>
                  <a:lnTo>
                    <a:pt x="504" y="151"/>
                  </a:lnTo>
                  <a:lnTo>
                    <a:pt x="514" y="176"/>
                  </a:lnTo>
                  <a:lnTo>
                    <a:pt x="514" y="176"/>
                  </a:lnTo>
                  <a:lnTo>
                    <a:pt x="523" y="202"/>
                  </a:lnTo>
                  <a:lnTo>
                    <a:pt x="527" y="227"/>
                  </a:lnTo>
                  <a:lnTo>
                    <a:pt x="530" y="255"/>
                  </a:lnTo>
                  <a:lnTo>
                    <a:pt x="530" y="281"/>
                  </a:lnTo>
                  <a:lnTo>
                    <a:pt x="527" y="305"/>
                  </a:lnTo>
                  <a:lnTo>
                    <a:pt x="522" y="331"/>
                  </a:lnTo>
                  <a:lnTo>
                    <a:pt x="514" y="355"/>
                  </a:lnTo>
                  <a:lnTo>
                    <a:pt x="504" y="378"/>
                  </a:lnTo>
                  <a:lnTo>
                    <a:pt x="493" y="401"/>
                  </a:lnTo>
                  <a:lnTo>
                    <a:pt x="479" y="423"/>
                  </a:lnTo>
                  <a:lnTo>
                    <a:pt x="463" y="442"/>
                  </a:lnTo>
                  <a:lnTo>
                    <a:pt x="445" y="460"/>
                  </a:lnTo>
                  <a:lnTo>
                    <a:pt x="425" y="477"/>
                  </a:lnTo>
                  <a:lnTo>
                    <a:pt x="404" y="492"/>
                  </a:lnTo>
                  <a:lnTo>
                    <a:pt x="379" y="505"/>
                  </a:lnTo>
                  <a:lnTo>
                    <a:pt x="355" y="515"/>
                  </a:lnTo>
                  <a:lnTo>
                    <a:pt x="355" y="515"/>
                  </a:lnTo>
                  <a:lnTo>
                    <a:pt x="329" y="523"/>
                  </a:lnTo>
                  <a:lnTo>
                    <a:pt x="303" y="528"/>
                  </a:lnTo>
                  <a:lnTo>
                    <a:pt x="277" y="531"/>
                  </a:lnTo>
                  <a:lnTo>
                    <a:pt x="251" y="531"/>
                  </a:lnTo>
                  <a:lnTo>
                    <a:pt x="226" y="528"/>
                  </a:lnTo>
                  <a:lnTo>
                    <a:pt x="200" y="522"/>
                  </a:lnTo>
                  <a:lnTo>
                    <a:pt x="175" y="515"/>
                  </a:lnTo>
                  <a:lnTo>
                    <a:pt x="152" y="505"/>
                  </a:lnTo>
                  <a:lnTo>
                    <a:pt x="129" y="493"/>
                  </a:lnTo>
                  <a:lnTo>
                    <a:pt x="109" y="479"/>
                  </a:lnTo>
                  <a:lnTo>
                    <a:pt x="89" y="463"/>
                  </a:lnTo>
                  <a:lnTo>
                    <a:pt x="70" y="446"/>
                  </a:lnTo>
                  <a:lnTo>
                    <a:pt x="53" y="426"/>
                  </a:lnTo>
                  <a:lnTo>
                    <a:pt x="39" y="404"/>
                  </a:lnTo>
                  <a:lnTo>
                    <a:pt x="26" y="380"/>
                  </a:lnTo>
                  <a:lnTo>
                    <a:pt x="16" y="355"/>
                  </a:lnTo>
                  <a:lnTo>
                    <a:pt x="16" y="355"/>
                  </a:lnTo>
                  <a:close/>
                </a:path>
              </a:pathLst>
            </a:custGeom>
            <a:solidFill>
              <a:srgbClr val="1450B8"/>
            </a:solidFill>
            <a:ln w="38100">
              <a:solidFill>
                <a:schemeClr val="bg2"/>
              </a:solidFill>
            </a:ln>
          </p:spPr>
          <p:txBody>
            <a:bodyPr vert="horz" wrap="square" lIns="82938" tIns="41469" rIns="82938" bIns="41469" numCol="1" anchor="t" anchorCtr="0" compatLnSpc="1"/>
            <a:lstStyle/>
            <a:p>
              <a:endParaRPr lang="en-GB" sz="1815">
                <a:latin typeface="+mj-lt"/>
              </a:endParaRPr>
            </a:p>
          </p:txBody>
        </p:sp>
        <p:sp>
          <p:nvSpPr>
            <p:cNvPr id="82" name="Freeform 179"/>
            <p:cNvSpPr/>
            <p:nvPr/>
          </p:nvSpPr>
          <p:spPr bwMode="auto">
            <a:xfrm>
              <a:off x="7069013" y="4994894"/>
              <a:ext cx="417513" cy="438150"/>
            </a:xfrm>
            <a:custGeom>
              <a:avLst/>
              <a:gdLst>
                <a:gd name="T0" fmla="*/ 263 w 263"/>
                <a:gd name="T1" fmla="*/ 35 h 276"/>
                <a:gd name="T2" fmla="*/ 103 w 263"/>
                <a:gd name="T3" fmla="*/ 115 h 276"/>
                <a:gd name="T4" fmla="*/ 184 w 263"/>
                <a:gd name="T5" fmla="*/ 276 h 276"/>
                <a:gd name="T6" fmla="*/ 82 w 263"/>
                <a:gd name="T7" fmla="*/ 242 h 276"/>
                <a:gd name="T8" fmla="*/ 0 w 263"/>
                <a:gd name="T9" fmla="*/ 82 h 276"/>
                <a:gd name="T10" fmla="*/ 161 w 263"/>
                <a:gd name="T11" fmla="*/ 0 h 276"/>
                <a:gd name="T12" fmla="*/ 263 w 263"/>
                <a:gd name="T13" fmla="*/ 35 h 276"/>
              </a:gdLst>
              <a:ahLst/>
              <a:cxnLst>
                <a:cxn ang="0">
                  <a:pos x="T0" y="T1"/>
                </a:cxn>
                <a:cxn ang="0">
                  <a:pos x="T2" y="T3"/>
                </a:cxn>
                <a:cxn ang="0">
                  <a:pos x="T4" y="T5"/>
                </a:cxn>
                <a:cxn ang="0">
                  <a:pos x="T6" y="T7"/>
                </a:cxn>
                <a:cxn ang="0">
                  <a:pos x="T8" y="T9"/>
                </a:cxn>
                <a:cxn ang="0">
                  <a:pos x="T10" y="T11"/>
                </a:cxn>
                <a:cxn ang="0">
                  <a:pos x="T12" y="T13"/>
                </a:cxn>
              </a:cxnLst>
              <a:rect l="0" t="0" r="r" b="b"/>
              <a:pathLst>
                <a:path w="263" h="276">
                  <a:moveTo>
                    <a:pt x="263" y="35"/>
                  </a:moveTo>
                  <a:lnTo>
                    <a:pt x="103" y="115"/>
                  </a:lnTo>
                  <a:lnTo>
                    <a:pt x="184" y="276"/>
                  </a:lnTo>
                  <a:lnTo>
                    <a:pt x="82" y="242"/>
                  </a:lnTo>
                  <a:lnTo>
                    <a:pt x="0" y="82"/>
                  </a:lnTo>
                  <a:lnTo>
                    <a:pt x="161" y="0"/>
                  </a:lnTo>
                  <a:lnTo>
                    <a:pt x="263" y="35"/>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grpSp>
          <p:nvGrpSpPr>
            <p:cNvPr id="8" name="Group 7"/>
            <p:cNvGrpSpPr/>
            <p:nvPr/>
          </p:nvGrpSpPr>
          <p:grpSpPr>
            <a:xfrm>
              <a:off x="7356351" y="4058269"/>
              <a:ext cx="376238" cy="571501"/>
              <a:chOff x="7356351" y="4058269"/>
              <a:chExt cx="376238" cy="571501"/>
            </a:xfrm>
          </p:grpSpPr>
          <p:sp>
            <p:nvSpPr>
              <p:cNvPr id="90" name="Freeform 214"/>
              <p:cNvSpPr/>
              <p:nvPr/>
            </p:nvSpPr>
            <p:spPr bwMode="auto">
              <a:xfrm>
                <a:off x="7356351" y="4491657"/>
                <a:ext cx="376238" cy="138113"/>
              </a:xfrm>
              <a:custGeom>
                <a:avLst/>
                <a:gdLst>
                  <a:gd name="T0" fmla="*/ 0 w 237"/>
                  <a:gd name="T1" fmla="*/ 39 h 87"/>
                  <a:gd name="T2" fmla="*/ 3 w 237"/>
                  <a:gd name="T3" fmla="*/ 51 h 87"/>
                  <a:gd name="T4" fmla="*/ 14 w 237"/>
                  <a:gd name="T5" fmla="*/ 66 h 87"/>
                  <a:gd name="T6" fmla="*/ 40 w 237"/>
                  <a:gd name="T7" fmla="*/ 87 h 87"/>
                  <a:gd name="T8" fmla="*/ 44 w 237"/>
                  <a:gd name="T9" fmla="*/ 87 h 87"/>
                  <a:gd name="T10" fmla="*/ 53 w 237"/>
                  <a:gd name="T11" fmla="*/ 86 h 87"/>
                  <a:gd name="T12" fmla="*/ 63 w 237"/>
                  <a:gd name="T13" fmla="*/ 83 h 87"/>
                  <a:gd name="T14" fmla="*/ 105 w 237"/>
                  <a:gd name="T15" fmla="*/ 84 h 87"/>
                  <a:gd name="T16" fmla="*/ 151 w 237"/>
                  <a:gd name="T17" fmla="*/ 82 h 87"/>
                  <a:gd name="T18" fmla="*/ 161 w 237"/>
                  <a:gd name="T19" fmla="*/ 80 h 87"/>
                  <a:gd name="T20" fmla="*/ 181 w 237"/>
                  <a:gd name="T21" fmla="*/ 67 h 87"/>
                  <a:gd name="T22" fmla="*/ 218 w 237"/>
                  <a:gd name="T23" fmla="*/ 36 h 87"/>
                  <a:gd name="T24" fmla="*/ 234 w 237"/>
                  <a:gd name="T25" fmla="*/ 16 h 87"/>
                  <a:gd name="T26" fmla="*/ 237 w 237"/>
                  <a:gd name="T27" fmla="*/ 10 h 87"/>
                  <a:gd name="T28" fmla="*/ 234 w 237"/>
                  <a:gd name="T29" fmla="*/ 1 h 87"/>
                  <a:gd name="T30" fmla="*/ 228 w 237"/>
                  <a:gd name="T31" fmla="*/ 0 h 87"/>
                  <a:gd name="T32" fmla="*/ 217 w 237"/>
                  <a:gd name="T33" fmla="*/ 4 h 87"/>
                  <a:gd name="T34" fmla="*/ 208 w 237"/>
                  <a:gd name="T35" fmla="*/ 11 h 87"/>
                  <a:gd name="T36" fmla="*/ 181 w 237"/>
                  <a:gd name="T37" fmla="*/ 37 h 87"/>
                  <a:gd name="T38" fmla="*/ 171 w 237"/>
                  <a:gd name="T39" fmla="*/ 43 h 87"/>
                  <a:gd name="T40" fmla="*/ 148 w 237"/>
                  <a:gd name="T41" fmla="*/ 51 h 87"/>
                  <a:gd name="T42" fmla="*/ 122 w 237"/>
                  <a:gd name="T43" fmla="*/ 51 h 87"/>
                  <a:gd name="T44" fmla="*/ 100 w 237"/>
                  <a:gd name="T45" fmla="*/ 43 h 87"/>
                  <a:gd name="T46" fmla="*/ 92 w 237"/>
                  <a:gd name="T47" fmla="*/ 33 h 87"/>
                  <a:gd name="T48" fmla="*/ 100 w 237"/>
                  <a:gd name="T49" fmla="*/ 34 h 87"/>
                  <a:gd name="T50" fmla="*/ 133 w 237"/>
                  <a:gd name="T51" fmla="*/ 34 h 87"/>
                  <a:gd name="T52" fmla="*/ 155 w 237"/>
                  <a:gd name="T53" fmla="*/ 30 h 87"/>
                  <a:gd name="T54" fmla="*/ 161 w 237"/>
                  <a:gd name="T55" fmla="*/ 26 h 87"/>
                  <a:gd name="T56" fmla="*/ 164 w 237"/>
                  <a:gd name="T57" fmla="*/ 20 h 87"/>
                  <a:gd name="T58" fmla="*/ 165 w 237"/>
                  <a:gd name="T59" fmla="*/ 11 h 87"/>
                  <a:gd name="T60" fmla="*/ 162 w 237"/>
                  <a:gd name="T61" fmla="*/ 5 h 87"/>
                  <a:gd name="T62" fmla="*/ 151 w 237"/>
                  <a:gd name="T63" fmla="*/ 4 h 87"/>
                  <a:gd name="T64" fmla="*/ 116 w 237"/>
                  <a:gd name="T65" fmla="*/ 5 h 87"/>
                  <a:gd name="T66" fmla="*/ 79 w 237"/>
                  <a:gd name="T67" fmla="*/ 4 h 87"/>
                  <a:gd name="T68" fmla="*/ 56 w 237"/>
                  <a:gd name="T69" fmla="*/ 1 h 87"/>
                  <a:gd name="T70" fmla="*/ 39 w 237"/>
                  <a:gd name="T71" fmla="*/ 1 h 87"/>
                  <a:gd name="T72" fmla="*/ 34 w 237"/>
                  <a:gd name="T73" fmla="*/ 3 h 87"/>
                  <a:gd name="T74" fmla="*/ 14 w 237"/>
                  <a:gd name="T75" fmla="*/ 16 h 87"/>
                  <a:gd name="T76" fmla="*/ 4 w 237"/>
                  <a:gd name="T77" fmla="*/ 27 h 87"/>
                  <a:gd name="T78" fmla="*/ 0 w 237"/>
                  <a:gd name="T79" fmla="*/ 39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37" h="87">
                    <a:moveTo>
                      <a:pt x="0" y="39"/>
                    </a:moveTo>
                    <a:lnTo>
                      <a:pt x="0" y="39"/>
                    </a:lnTo>
                    <a:lnTo>
                      <a:pt x="0" y="44"/>
                    </a:lnTo>
                    <a:lnTo>
                      <a:pt x="3" y="51"/>
                    </a:lnTo>
                    <a:lnTo>
                      <a:pt x="8" y="60"/>
                    </a:lnTo>
                    <a:lnTo>
                      <a:pt x="14" y="66"/>
                    </a:lnTo>
                    <a:lnTo>
                      <a:pt x="29" y="79"/>
                    </a:lnTo>
                    <a:lnTo>
                      <a:pt x="40" y="87"/>
                    </a:lnTo>
                    <a:lnTo>
                      <a:pt x="40" y="87"/>
                    </a:lnTo>
                    <a:lnTo>
                      <a:pt x="44" y="87"/>
                    </a:lnTo>
                    <a:lnTo>
                      <a:pt x="47" y="87"/>
                    </a:lnTo>
                    <a:lnTo>
                      <a:pt x="53" y="86"/>
                    </a:lnTo>
                    <a:lnTo>
                      <a:pt x="57" y="83"/>
                    </a:lnTo>
                    <a:lnTo>
                      <a:pt x="63" y="83"/>
                    </a:lnTo>
                    <a:lnTo>
                      <a:pt x="63" y="83"/>
                    </a:lnTo>
                    <a:lnTo>
                      <a:pt x="105" y="84"/>
                    </a:lnTo>
                    <a:lnTo>
                      <a:pt x="138" y="83"/>
                    </a:lnTo>
                    <a:lnTo>
                      <a:pt x="151" y="82"/>
                    </a:lnTo>
                    <a:lnTo>
                      <a:pt x="161" y="80"/>
                    </a:lnTo>
                    <a:lnTo>
                      <a:pt x="161" y="80"/>
                    </a:lnTo>
                    <a:lnTo>
                      <a:pt x="169" y="76"/>
                    </a:lnTo>
                    <a:lnTo>
                      <a:pt x="181" y="67"/>
                    </a:lnTo>
                    <a:lnTo>
                      <a:pt x="207" y="47"/>
                    </a:lnTo>
                    <a:lnTo>
                      <a:pt x="218" y="36"/>
                    </a:lnTo>
                    <a:lnTo>
                      <a:pt x="228" y="24"/>
                    </a:lnTo>
                    <a:lnTo>
                      <a:pt x="234" y="16"/>
                    </a:lnTo>
                    <a:lnTo>
                      <a:pt x="237" y="10"/>
                    </a:lnTo>
                    <a:lnTo>
                      <a:pt x="237" y="10"/>
                    </a:lnTo>
                    <a:lnTo>
                      <a:pt x="235" y="4"/>
                    </a:lnTo>
                    <a:lnTo>
                      <a:pt x="234" y="1"/>
                    </a:lnTo>
                    <a:lnTo>
                      <a:pt x="231" y="0"/>
                    </a:lnTo>
                    <a:lnTo>
                      <a:pt x="228" y="0"/>
                    </a:lnTo>
                    <a:lnTo>
                      <a:pt x="225" y="1"/>
                    </a:lnTo>
                    <a:lnTo>
                      <a:pt x="217" y="4"/>
                    </a:lnTo>
                    <a:lnTo>
                      <a:pt x="217" y="4"/>
                    </a:lnTo>
                    <a:lnTo>
                      <a:pt x="208" y="11"/>
                    </a:lnTo>
                    <a:lnTo>
                      <a:pt x="198" y="20"/>
                    </a:lnTo>
                    <a:lnTo>
                      <a:pt x="181" y="37"/>
                    </a:lnTo>
                    <a:lnTo>
                      <a:pt x="181" y="37"/>
                    </a:lnTo>
                    <a:lnTo>
                      <a:pt x="171" y="43"/>
                    </a:lnTo>
                    <a:lnTo>
                      <a:pt x="159" y="49"/>
                    </a:lnTo>
                    <a:lnTo>
                      <a:pt x="148" y="51"/>
                    </a:lnTo>
                    <a:lnTo>
                      <a:pt x="135" y="53"/>
                    </a:lnTo>
                    <a:lnTo>
                      <a:pt x="122" y="51"/>
                    </a:lnTo>
                    <a:lnTo>
                      <a:pt x="110" y="49"/>
                    </a:lnTo>
                    <a:lnTo>
                      <a:pt x="100" y="43"/>
                    </a:lnTo>
                    <a:lnTo>
                      <a:pt x="96" y="39"/>
                    </a:lnTo>
                    <a:lnTo>
                      <a:pt x="92" y="33"/>
                    </a:lnTo>
                    <a:lnTo>
                      <a:pt x="92" y="33"/>
                    </a:lnTo>
                    <a:lnTo>
                      <a:pt x="100" y="34"/>
                    </a:lnTo>
                    <a:lnTo>
                      <a:pt x="122" y="36"/>
                    </a:lnTo>
                    <a:lnTo>
                      <a:pt x="133" y="34"/>
                    </a:lnTo>
                    <a:lnTo>
                      <a:pt x="145" y="33"/>
                    </a:lnTo>
                    <a:lnTo>
                      <a:pt x="155" y="30"/>
                    </a:lnTo>
                    <a:lnTo>
                      <a:pt x="158" y="28"/>
                    </a:lnTo>
                    <a:lnTo>
                      <a:pt x="161" y="26"/>
                    </a:lnTo>
                    <a:lnTo>
                      <a:pt x="161" y="26"/>
                    </a:lnTo>
                    <a:lnTo>
                      <a:pt x="164" y="20"/>
                    </a:lnTo>
                    <a:lnTo>
                      <a:pt x="165" y="14"/>
                    </a:lnTo>
                    <a:lnTo>
                      <a:pt x="165" y="11"/>
                    </a:lnTo>
                    <a:lnTo>
                      <a:pt x="164" y="8"/>
                    </a:lnTo>
                    <a:lnTo>
                      <a:pt x="162" y="5"/>
                    </a:lnTo>
                    <a:lnTo>
                      <a:pt x="158" y="4"/>
                    </a:lnTo>
                    <a:lnTo>
                      <a:pt x="151" y="4"/>
                    </a:lnTo>
                    <a:lnTo>
                      <a:pt x="151" y="4"/>
                    </a:lnTo>
                    <a:lnTo>
                      <a:pt x="116" y="5"/>
                    </a:lnTo>
                    <a:lnTo>
                      <a:pt x="95" y="5"/>
                    </a:lnTo>
                    <a:lnTo>
                      <a:pt x="79" y="4"/>
                    </a:lnTo>
                    <a:lnTo>
                      <a:pt x="79" y="4"/>
                    </a:lnTo>
                    <a:lnTo>
                      <a:pt x="56" y="1"/>
                    </a:lnTo>
                    <a:lnTo>
                      <a:pt x="43" y="0"/>
                    </a:lnTo>
                    <a:lnTo>
                      <a:pt x="39" y="1"/>
                    </a:lnTo>
                    <a:lnTo>
                      <a:pt x="34" y="3"/>
                    </a:lnTo>
                    <a:lnTo>
                      <a:pt x="34" y="3"/>
                    </a:lnTo>
                    <a:lnTo>
                      <a:pt x="24" y="8"/>
                    </a:lnTo>
                    <a:lnTo>
                      <a:pt x="14" y="16"/>
                    </a:lnTo>
                    <a:lnTo>
                      <a:pt x="8" y="21"/>
                    </a:lnTo>
                    <a:lnTo>
                      <a:pt x="4" y="27"/>
                    </a:lnTo>
                    <a:lnTo>
                      <a:pt x="1" y="33"/>
                    </a:lnTo>
                    <a:lnTo>
                      <a:pt x="0" y="39"/>
                    </a:lnTo>
                    <a:lnTo>
                      <a:pt x="0" y="39"/>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91" name="Freeform 215"/>
              <p:cNvSpPr/>
              <p:nvPr/>
            </p:nvSpPr>
            <p:spPr bwMode="auto">
              <a:xfrm>
                <a:off x="7491288" y="4407519"/>
                <a:ext cx="152400" cy="58738"/>
              </a:xfrm>
              <a:custGeom>
                <a:avLst/>
                <a:gdLst>
                  <a:gd name="T0" fmla="*/ 86 w 96"/>
                  <a:gd name="T1" fmla="*/ 0 h 37"/>
                  <a:gd name="T2" fmla="*/ 10 w 96"/>
                  <a:gd name="T3" fmla="*/ 0 h 37"/>
                  <a:gd name="T4" fmla="*/ 10 w 96"/>
                  <a:gd name="T5" fmla="*/ 0 h 37"/>
                  <a:gd name="T6" fmla="*/ 5 w 96"/>
                  <a:gd name="T7" fmla="*/ 1 h 37"/>
                  <a:gd name="T8" fmla="*/ 2 w 96"/>
                  <a:gd name="T9" fmla="*/ 2 h 37"/>
                  <a:gd name="T10" fmla="*/ 1 w 96"/>
                  <a:gd name="T11" fmla="*/ 7 h 37"/>
                  <a:gd name="T12" fmla="*/ 0 w 96"/>
                  <a:gd name="T13" fmla="*/ 10 h 37"/>
                  <a:gd name="T14" fmla="*/ 0 w 96"/>
                  <a:gd name="T15" fmla="*/ 10 h 37"/>
                  <a:gd name="T16" fmla="*/ 1 w 96"/>
                  <a:gd name="T17" fmla="*/ 14 h 37"/>
                  <a:gd name="T18" fmla="*/ 2 w 96"/>
                  <a:gd name="T19" fmla="*/ 18 h 37"/>
                  <a:gd name="T20" fmla="*/ 5 w 96"/>
                  <a:gd name="T21" fmla="*/ 20 h 37"/>
                  <a:gd name="T22" fmla="*/ 10 w 96"/>
                  <a:gd name="T23" fmla="*/ 21 h 37"/>
                  <a:gd name="T24" fmla="*/ 25 w 96"/>
                  <a:gd name="T25" fmla="*/ 21 h 37"/>
                  <a:gd name="T26" fmla="*/ 25 w 96"/>
                  <a:gd name="T27" fmla="*/ 21 h 37"/>
                  <a:gd name="T28" fmla="*/ 25 w 96"/>
                  <a:gd name="T29" fmla="*/ 21 h 37"/>
                  <a:gd name="T30" fmla="*/ 25 w 96"/>
                  <a:gd name="T31" fmla="*/ 21 h 37"/>
                  <a:gd name="T32" fmla="*/ 27 w 96"/>
                  <a:gd name="T33" fmla="*/ 24 h 37"/>
                  <a:gd name="T34" fmla="*/ 28 w 96"/>
                  <a:gd name="T35" fmla="*/ 27 h 37"/>
                  <a:gd name="T36" fmla="*/ 33 w 96"/>
                  <a:gd name="T37" fmla="*/ 33 h 37"/>
                  <a:gd name="T38" fmla="*/ 40 w 96"/>
                  <a:gd name="T39" fmla="*/ 35 h 37"/>
                  <a:gd name="T40" fmla="*/ 48 w 96"/>
                  <a:gd name="T41" fmla="*/ 37 h 37"/>
                  <a:gd name="T42" fmla="*/ 48 w 96"/>
                  <a:gd name="T43" fmla="*/ 37 h 37"/>
                  <a:gd name="T44" fmla="*/ 57 w 96"/>
                  <a:gd name="T45" fmla="*/ 35 h 37"/>
                  <a:gd name="T46" fmla="*/ 64 w 96"/>
                  <a:gd name="T47" fmla="*/ 33 h 37"/>
                  <a:gd name="T48" fmla="*/ 69 w 96"/>
                  <a:gd name="T49" fmla="*/ 27 h 37"/>
                  <a:gd name="T50" fmla="*/ 70 w 96"/>
                  <a:gd name="T51" fmla="*/ 24 h 37"/>
                  <a:gd name="T52" fmla="*/ 70 w 96"/>
                  <a:gd name="T53" fmla="*/ 21 h 37"/>
                  <a:gd name="T54" fmla="*/ 70 w 96"/>
                  <a:gd name="T55" fmla="*/ 21 h 37"/>
                  <a:gd name="T56" fmla="*/ 70 w 96"/>
                  <a:gd name="T57" fmla="*/ 21 h 37"/>
                  <a:gd name="T58" fmla="*/ 86 w 96"/>
                  <a:gd name="T59" fmla="*/ 21 h 37"/>
                  <a:gd name="T60" fmla="*/ 86 w 96"/>
                  <a:gd name="T61" fmla="*/ 21 h 37"/>
                  <a:gd name="T62" fmla="*/ 90 w 96"/>
                  <a:gd name="T63" fmla="*/ 20 h 37"/>
                  <a:gd name="T64" fmla="*/ 93 w 96"/>
                  <a:gd name="T65" fmla="*/ 18 h 37"/>
                  <a:gd name="T66" fmla="*/ 96 w 96"/>
                  <a:gd name="T67" fmla="*/ 14 h 37"/>
                  <a:gd name="T68" fmla="*/ 96 w 96"/>
                  <a:gd name="T69" fmla="*/ 10 h 37"/>
                  <a:gd name="T70" fmla="*/ 96 w 96"/>
                  <a:gd name="T71" fmla="*/ 10 h 37"/>
                  <a:gd name="T72" fmla="*/ 96 w 96"/>
                  <a:gd name="T73" fmla="*/ 7 h 37"/>
                  <a:gd name="T74" fmla="*/ 93 w 96"/>
                  <a:gd name="T75" fmla="*/ 2 h 37"/>
                  <a:gd name="T76" fmla="*/ 90 w 96"/>
                  <a:gd name="T77" fmla="*/ 1 h 37"/>
                  <a:gd name="T78" fmla="*/ 86 w 96"/>
                  <a:gd name="T79" fmla="*/ 0 h 37"/>
                  <a:gd name="T80" fmla="*/ 86 w 96"/>
                  <a:gd name="T81" fmla="*/ 0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96" h="37">
                    <a:moveTo>
                      <a:pt x="86" y="0"/>
                    </a:moveTo>
                    <a:lnTo>
                      <a:pt x="10" y="0"/>
                    </a:lnTo>
                    <a:lnTo>
                      <a:pt x="10" y="0"/>
                    </a:lnTo>
                    <a:lnTo>
                      <a:pt x="5" y="1"/>
                    </a:lnTo>
                    <a:lnTo>
                      <a:pt x="2" y="2"/>
                    </a:lnTo>
                    <a:lnTo>
                      <a:pt x="1" y="7"/>
                    </a:lnTo>
                    <a:lnTo>
                      <a:pt x="0" y="10"/>
                    </a:lnTo>
                    <a:lnTo>
                      <a:pt x="0" y="10"/>
                    </a:lnTo>
                    <a:lnTo>
                      <a:pt x="1" y="14"/>
                    </a:lnTo>
                    <a:lnTo>
                      <a:pt x="2" y="18"/>
                    </a:lnTo>
                    <a:lnTo>
                      <a:pt x="5" y="20"/>
                    </a:lnTo>
                    <a:lnTo>
                      <a:pt x="10" y="21"/>
                    </a:lnTo>
                    <a:lnTo>
                      <a:pt x="25" y="21"/>
                    </a:lnTo>
                    <a:lnTo>
                      <a:pt x="25" y="21"/>
                    </a:lnTo>
                    <a:lnTo>
                      <a:pt x="25" y="21"/>
                    </a:lnTo>
                    <a:lnTo>
                      <a:pt x="25" y="21"/>
                    </a:lnTo>
                    <a:lnTo>
                      <a:pt x="27" y="24"/>
                    </a:lnTo>
                    <a:lnTo>
                      <a:pt x="28" y="27"/>
                    </a:lnTo>
                    <a:lnTo>
                      <a:pt x="33" y="33"/>
                    </a:lnTo>
                    <a:lnTo>
                      <a:pt x="40" y="35"/>
                    </a:lnTo>
                    <a:lnTo>
                      <a:pt x="48" y="37"/>
                    </a:lnTo>
                    <a:lnTo>
                      <a:pt x="48" y="37"/>
                    </a:lnTo>
                    <a:lnTo>
                      <a:pt x="57" y="35"/>
                    </a:lnTo>
                    <a:lnTo>
                      <a:pt x="64" y="33"/>
                    </a:lnTo>
                    <a:lnTo>
                      <a:pt x="69" y="27"/>
                    </a:lnTo>
                    <a:lnTo>
                      <a:pt x="70" y="24"/>
                    </a:lnTo>
                    <a:lnTo>
                      <a:pt x="70" y="21"/>
                    </a:lnTo>
                    <a:lnTo>
                      <a:pt x="70" y="21"/>
                    </a:lnTo>
                    <a:lnTo>
                      <a:pt x="70" y="21"/>
                    </a:lnTo>
                    <a:lnTo>
                      <a:pt x="86" y="21"/>
                    </a:lnTo>
                    <a:lnTo>
                      <a:pt x="86" y="21"/>
                    </a:lnTo>
                    <a:lnTo>
                      <a:pt x="90" y="20"/>
                    </a:lnTo>
                    <a:lnTo>
                      <a:pt x="93" y="18"/>
                    </a:lnTo>
                    <a:lnTo>
                      <a:pt x="96" y="14"/>
                    </a:lnTo>
                    <a:lnTo>
                      <a:pt x="96" y="10"/>
                    </a:lnTo>
                    <a:lnTo>
                      <a:pt x="96" y="10"/>
                    </a:lnTo>
                    <a:lnTo>
                      <a:pt x="96" y="7"/>
                    </a:lnTo>
                    <a:lnTo>
                      <a:pt x="93" y="2"/>
                    </a:lnTo>
                    <a:lnTo>
                      <a:pt x="90" y="1"/>
                    </a:lnTo>
                    <a:lnTo>
                      <a:pt x="86" y="0"/>
                    </a:lnTo>
                    <a:lnTo>
                      <a:pt x="86"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92" name="Freeform 216"/>
              <p:cNvSpPr>
                <a:spLocks noEditPoints="1"/>
              </p:cNvSpPr>
              <p:nvPr/>
            </p:nvSpPr>
            <p:spPr bwMode="auto">
              <a:xfrm>
                <a:off x="7430963" y="4058269"/>
                <a:ext cx="271463" cy="300038"/>
              </a:xfrm>
              <a:custGeom>
                <a:avLst/>
                <a:gdLst>
                  <a:gd name="T0" fmla="*/ 86 w 171"/>
                  <a:gd name="T1" fmla="*/ 0 h 189"/>
                  <a:gd name="T2" fmla="*/ 86 w 171"/>
                  <a:gd name="T3" fmla="*/ 0 h 189"/>
                  <a:gd name="T4" fmla="*/ 69 w 171"/>
                  <a:gd name="T5" fmla="*/ 1 h 189"/>
                  <a:gd name="T6" fmla="*/ 52 w 171"/>
                  <a:gd name="T7" fmla="*/ 5 h 189"/>
                  <a:gd name="T8" fmla="*/ 38 w 171"/>
                  <a:gd name="T9" fmla="*/ 14 h 189"/>
                  <a:gd name="T10" fmla="*/ 25 w 171"/>
                  <a:gd name="T11" fmla="*/ 24 h 189"/>
                  <a:gd name="T12" fmla="*/ 15 w 171"/>
                  <a:gd name="T13" fmla="*/ 37 h 189"/>
                  <a:gd name="T14" fmla="*/ 7 w 171"/>
                  <a:gd name="T15" fmla="*/ 51 h 189"/>
                  <a:gd name="T16" fmla="*/ 5 w 171"/>
                  <a:gd name="T17" fmla="*/ 59 h 189"/>
                  <a:gd name="T18" fmla="*/ 2 w 171"/>
                  <a:gd name="T19" fmla="*/ 67 h 189"/>
                  <a:gd name="T20" fmla="*/ 0 w 171"/>
                  <a:gd name="T21" fmla="*/ 76 h 189"/>
                  <a:gd name="T22" fmla="*/ 0 w 171"/>
                  <a:gd name="T23" fmla="*/ 84 h 189"/>
                  <a:gd name="T24" fmla="*/ 0 w 171"/>
                  <a:gd name="T25" fmla="*/ 84 h 189"/>
                  <a:gd name="T26" fmla="*/ 2 w 171"/>
                  <a:gd name="T27" fmla="*/ 99 h 189"/>
                  <a:gd name="T28" fmla="*/ 6 w 171"/>
                  <a:gd name="T29" fmla="*/ 113 h 189"/>
                  <a:gd name="T30" fmla="*/ 12 w 171"/>
                  <a:gd name="T31" fmla="*/ 125 h 189"/>
                  <a:gd name="T32" fmla="*/ 19 w 171"/>
                  <a:gd name="T33" fmla="*/ 138 h 189"/>
                  <a:gd name="T34" fmla="*/ 26 w 171"/>
                  <a:gd name="T35" fmla="*/ 149 h 189"/>
                  <a:gd name="T36" fmla="*/ 32 w 171"/>
                  <a:gd name="T37" fmla="*/ 161 h 189"/>
                  <a:gd name="T38" fmla="*/ 36 w 171"/>
                  <a:gd name="T39" fmla="*/ 175 h 189"/>
                  <a:gd name="T40" fmla="*/ 38 w 171"/>
                  <a:gd name="T41" fmla="*/ 189 h 189"/>
                  <a:gd name="T42" fmla="*/ 135 w 171"/>
                  <a:gd name="T43" fmla="*/ 189 h 189"/>
                  <a:gd name="T44" fmla="*/ 135 w 171"/>
                  <a:gd name="T45" fmla="*/ 189 h 189"/>
                  <a:gd name="T46" fmla="*/ 137 w 171"/>
                  <a:gd name="T47" fmla="*/ 174 h 189"/>
                  <a:gd name="T48" fmla="*/ 141 w 171"/>
                  <a:gd name="T49" fmla="*/ 161 h 189"/>
                  <a:gd name="T50" fmla="*/ 147 w 171"/>
                  <a:gd name="T51" fmla="*/ 148 h 189"/>
                  <a:gd name="T52" fmla="*/ 154 w 171"/>
                  <a:gd name="T53" fmla="*/ 136 h 189"/>
                  <a:gd name="T54" fmla="*/ 160 w 171"/>
                  <a:gd name="T55" fmla="*/ 125 h 189"/>
                  <a:gd name="T56" fmla="*/ 167 w 171"/>
                  <a:gd name="T57" fmla="*/ 112 h 189"/>
                  <a:gd name="T58" fmla="*/ 170 w 171"/>
                  <a:gd name="T59" fmla="*/ 99 h 189"/>
                  <a:gd name="T60" fmla="*/ 171 w 171"/>
                  <a:gd name="T61" fmla="*/ 84 h 189"/>
                  <a:gd name="T62" fmla="*/ 171 w 171"/>
                  <a:gd name="T63" fmla="*/ 84 h 189"/>
                  <a:gd name="T64" fmla="*/ 171 w 171"/>
                  <a:gd name="T65" fmla="*/ 76 h 189"/>
                  <a:gd name="T66" fmla="*/ 170 w 171"/>
                  <a:gd name="T67" fmla="*/ 67 h 189"/>
                  <a:gd name="T68" fmla="*/ 166 w 171"/>
                  <a:gd name="T69" fmla="*/ 51 h 189"/>
                  <a:gd name="T70" fmla="*/ 157 w 171"/>
                  <a:gd name="T71" fmla="*/ 37 h 189"/>
                  <a:gd name="T72" fmla="*/ 147 w 171"/>
                  <a:gd name="T73" fmla="*/ 24 h 189"/>
                  <a:gd name="T74" fmla="*/ 134 w 171"/>
                  <a:gd name="T75" fmla="*/ 14 h 189"/>
                  <a:gd name="T76" fmla="*/ 120 w 171"/>
                  <a:gd name="T77" fmla="*/ 5 h 189"/>
                  <a:gd name="T78" fmla="*/ 104 w 171"/>
                  <a:gd name="T79" fmla="*/ 1 h 189"/>
                  <a:gd name="T80" fmla="*/ 86 w 171"/>
                  <a:gd name="T81" fmla="*/ 0 h 189"/>
                  <a:gd name="T82" fmla="*/ 86 w 171"/>
                  <a:gd name="T83" fmla="*/ 0 h 189"/>
                  <a:gd name="T84" fmla="*/ 108 w 171"/>
                  <a:gd name="T85" fmla="*/ 116 h 189"/>
                  <a:gd name="T86" fmla="*/ 86 w 171"/>
                  <a:gd name="T87" fmla="*/ 103 h 189"/>
                  <a:gd name="T88" fmla="*/ 63 w 171"/>
                  <a:gd name="T89" fmla="*/ 116 h 189"/>
                  <a:gd name="T90" fmla="*/ 69 w 171"/>
                  <a:gd name="T91" fmla="*/ 92 h 189"/>
                  <a:gd name="T92" fmla="*/ 51 w 171"/>
                  <a:gd name="T93" fmla="*/ 74 h 189"/>
                  <a:gd name="T94" fmla="*/ 75 w 171"/>
                  <a:gd name="T95" fmla="*/ 72 h 189"/>
                  <a:gd name="T96" fmla="*/ 86 w 171"/>
                  <a:gd name="T97" fmla="*/ 49 h 189"/>
                  <a:gd name="T98" fmla="*/ 97 w 171"/>
                  <a:gd name="T99" fmla="*/ 72 h 189"/>
                  <a:gd name="T100" fmla="*/ 121 w 171"/>
                  <a:gd name="T101" fmla="*/ 74 h 189"/>
                  <a:gd name="T102" fmla="*/ 102 w 171"/>
                  <a:gd name="T103" fmla="*/ 92 h 189"/>
                  <a:gd name="T104" fmla="*/ 108 w 171"/>
                  <a:gd name="T105" fmla="*/ 116 h 1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71" h="189">
                    <a:moveTo>
                      <a:pt x="86" y="0"/>
                    </a:moveTo>
                    <a:lnTo>
                      <a:pt x="86" y="0"/>
                    </a:lnTo>
                    <a:lnTo>
                      <a:pt x="69" y="1"/>
                    </a:lnTo>
                    <a:lnTo>
                      <a:pt x="52" y="5"/>
                    </a:lnTo>
                    <a:lnTo>
                      <a:pt x="38" y="14"/>
                    </a:lnTo>
                    <a:lnTo>
                      <a:pt x="25" y="24"/>
                    </a:lnTo>
                    <a:lnTo>
                      <a:pt x="15" y="37"/>
                    </a:lnTo>
                    <a:lnTo>
                      <a:pt x="7" y="51"/>
                    </a:lnTo>
                    <a:lnTo>
                      <a:pt x="5" y="59"/>
                    </a:lnTo>
                    <a:lnTo>
                      <a:pt x="2" y="67"/>
                    </a:lnTo>
                    <a:lnTo>
                      <a:pt x="0" y="76"/>
                    </a:lnTo>
                    <a:lnTo>
                      <a:pt x="0" y="84"/>
                    </a:lnTo>
                    <a:lnTo>
                      <a:pt x="0" y="84"/>
                    </a:lnTo>
                    <a:lnTo>
                      <a:pt x="2" y="99"/>
                    </a:lnTo>
                    <a:lnTo>
                      <a:pt x="6" y="113"/>
                    </a:lnTo>
                    <a:lnTo>
                      <a:pt x="12" y="125"/>
                    </a:lnTo>
                    <a:lnTo>
                      <a:pt x="19" y="138"/>
                    </a:lnTo>
                    <a:lnTo>
                      <a:pt x="26" y="149"/>
                    </a:lnTo>
                    <a:lnTo>
                      <a:pt x="32" y="161"/>
                    </a:lnTo>
                    <a:lnTo>
                      <a:pt x="36" y="175"/>
                    </a:lnTo>
                    <a:lnTo>
                      <a:pt x="38" y="189"/>
                    </a:lnTo>
                    <a:lnTo>
                      <a:pt x="135" y="189"/>
                    </a:lnTo>
                    <a:lnTo>
                      <a:pt x="135" y="189"/>
                    </a:lnTo>
                    <a:lnTo>
                      <a:pt x="137" y="174"/>
                    </a:lnTo>
                    <a:lnTo>
                      <a:pt x="141" y="161"/>
                    </a:lnTo>
                    <a:lnTo>
                      <a:pt x="147" y="148"/>
                    </a:lnTo>
                    <a:lnTo>
                      <a:pt x="154" y="136"/>
                    </a:lnTo>
                    <a:lnTo>
                      <a:pt x="160" y="125"/>
                    </a:lnTo>
                    <a:lnTo>
                      <a:pt x="167" y="112"/>
                    </a:lnTo>
                    <a:lnTo>
                      <a:pt x="170" y="99"/>
                    </a:lnTo>
                    <a:lnTo>
                      <a:pt x="171" y="84"/>
                    </a:lnTo>
                    <a:lnTo>
                      <a:pt x="171" y="84"/>
                    </a:lnTo>
                    <a:lnTo>
                      <a:pt x="171" y="76"/>
                    </a:lnTo>
                    <a:lnTo>
                      <a:pt x="170" y="67"/>
                    </a:lnTo>
                    <a:lnTo>
                      <a:pt x="166" y="51"/>
                    </a:lnTo>
                    <a:lnTo>
                      <a:pt x="157" y="37"/>
                    </a:lnTo>
                    <a:lnTo>
                      <a:pt x="147" y="24"/>
                    </a:lnTo>
                    <a:lnTo>
                      <a:pt x="134" y="14"/>
                    </a:lnTo>
                    <a:lnTo>
                      <a:pt x="120" y="5"/>
                    </a:lnTo>
                    <a:lnTo>
                      <a:pt x="104" y="1"/>
                    </a:lnTo>
                    <a:lnTo>
                      <a:pt x="86" y="0"/>
                    </a:lnTo>
                    <a:lnTo>
                      <a:pt x="86" y="0"/>
                    </a:lnTo>
                    <a:close/>
                    <a:moveTo>
                      <a:pt x="108" y="116"/>
                    </a:moveTo>
                    <a:lnTo>
                      <a:pt x="86" y="103"/>
                    </a:lnTo>
                    <a:lnTo>
                      <a:pt x="63" y="116"/>
                    </a:lnTo>
                    <a:lnTo>
                      <a:pt x="69" y="92"/>
                    </a:lnTo>
                    <a:lnTo>
                      <a:pt x="51" y="74"/>
                    </a:lnTo>
                    <a:lnTo>
                      <a:pt x="75" y="72"/>
                    </a:lnTo>
                    <a:lnTo>
                      <a:pt x="86" y="49"/>
                    </a:lnTo>
                    <a:lnTo>
                      <a:pt x="97" y="72"/>
                    </a:lnTo>
                    <a:lnTo>
                      <a:pt x="121" y="74"/>
                    </a:lnTo>
                    <a:lnTo>
                      <a:pt x="102" y="92"/>
                    </a:lnTo>
                    <a:lnTo>
                      <a:pt x="108" y="116"/>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93" name="Freeform 217"/>
              <p:cNvSpPr/>
              <p:nvPr/>
            </p:nvSpPr>
            <p:spPr bwMode="auto">
              <a:xfrm>
                <a:off x="7491288" y="4372594"/>
                <a:ext cx="152400" cy="22225"/>
              </a:xfrm>
              <a:custGeom>
                <a:avLst/>
                <a:gdLst>
                  <a:gd name="T0" fmla="*/ 7 w 96"/>
                  <a:gd name="T1" fmla="*/ 14 h 14"/>
                  <a:gd name="T2" fmla="*/ 89 w 96"/>
                  <a:gd name="T3" fmla="*/ 14 h 14"/>
                  <a:gd name="T4" fmla="*/ 89 w 96"/>
                  <a:gd name="T5" fmla="*/ 14 h 14"/>
                  <a:gd name="T6" fmla="*/ 92 w 96"/>
                  <a:gd name="T7" fmla="*/ 13 h 14"/>
                  <a:gd name="T8" fmla="*/ 94 w 96"/>
                  <a:gd name="T9" fmla="*/ 11 h 14"/>
                  <a:gd name="T10" fmla="*/ 96 w 96"/>
                  <a:gd name="T11" fmla="*/ 10 h 14"/>
                  <a:gd name="T12" fmla="*/ 96 w 96"/>
                  <a:gd name="T13" fmla="*/ 7 h 14"/>
                  <a:gd name="T14" fmla="*/ 96 w 96"/>
                  <a:gd name="T15" fmla="*/ 7 h 14"/>
                  <a:gd name="T16" fmla="*/ 96 w 96"/>
                  <a:gd name="T17" fmla="*/ 4 h 14"/>
                  <a:gd name="T18" fmla="*/ 94 w 96"/>
                  <a:gd name="T19" fmla="*/ 1 h 14"/>
                  <a:gd name="T20" fmla="*/ 92 w 96"/>
                  <a:gd name="T21" fmla="*/ 0 h 14"/>
                  <a:gd name="T22" fmla="*/ 89 w 96"/>
                  <a:gd name="T23" fmla="*/ 0 h 14"/>
                  <a:gd name="T24" fmla="*/ 7 w 96"/>
                  <a:gd name="T25" fmla="*/ 0 h 14"/>
                  <a:gd name="T26" fmla="*/ 7 w 96"/>
                  <a:gd name="T27" fmla="*/ 0 h 14"/>
                  <a:gd name="T28" fmla="*/ 4 w 96"/>
                  <a:gd name="T29" fmla="*/ 0 h 14"/>
                  <a:gd name="T30" fmla="*/ 1 w 96"/>
                  <a:gd name="T31" fmla="*/ 1 h 14"/>
                  <a:gd name="T32" fmla="*/ 0 w 96"/>
                  <a:gd name="T33" fmla="*/ 4 h 14"/>
                  <a:gd name="T34" fmla="*/ 0 w 96"/>
                  <a:gd name="T35" fmla="*/ 7 h 14"/>
                  <a:gd name="T36" fmla="*/ 0 w 96"/>
                  <a:gd name="T37" fmla="*/ 7 h 14"/>
                  <a:gd name="T38" fmla="*/ 0 w 96"/>
                  <a:gd name="T39" fmla="*/ 10 h 14"/>
                  <a:gd name="T40" fmla="*/ 1 w 96"/>
                  <a:gd name="T41" fmla="*/ 11 h 14"/>
                  <a:gd name="T42" fmla="*/ 4 w 96"/>
                  <a:gd name="T43" fmla="*/ 13 h 14"/>
                  <a:gd name="T44" fmla="*/ 7 w 96"/>
                  <a:gd name="T45" fmla="*/ 14 h 14"/>
                  <a:gd name="T46" fmla="*/ 7 w 96"/>
                  <a:gd name="T47" fmla="*/ 14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96" h="14">
                    <a:moveTo>
                      <a:pt x="7" y="14"/>
                    </a:moveTo>
                    <a:lnTo>
                      <a:pt x="89" y="14"/>
                    </a:lnTo>
                    <a:lnTo>
                      <a:pt x="89" y="14"/>
                    </a:lnTo>
                    <a:lnTo>
                      <a:pt x="92" y="13"/>
                    </a:lnTo>
                    <a:lnTo>
                      <a:pt x="94" y="11"/>
                    </a:lnTo>
                    <a:lnTo>
                      <a:pt x="96" y="10"/>
                    </a:lnTo>
                    <a:lnTo>
                      <a:pt x="96" y="7"/>
                    </a:lnTo>
                    <a:lnTo>
                      <a:pt x="96" y="7"/>
                    </a:lnTo>
                    <a:lnTo>
                      <a:pt x="96" y="4"/>
                    </a:lnTo>
                    <a:lnTo>
                      <a:pt x="94" y="1"/>
                    </a:lnTo>
                    <a:lnTo>
                      <a:pt x="92" y="0"/>
                    </a:lnTo>
                    <a:lnTo>
                      <a:pt x="89" y="0"/>
                    </a:lnTo>
                    <a:lnTo>
                      <a:pt x="7" y="0"/>
                    </a:lnTo>
                    <a:lnTo>
                      <a:pt x="7" y="0"/>
                    </a:lnTo>
                    <a:lnTo>
                      <a:pt x="4" y="0"/>
                    </a:lnTo>
                    <a:lnTo>
                      <a:pt x="1" y="1"/>
                    </a:lnTo>
                    <a:lnTo>
                      <a:pt x="0" y="4"/>
                    </a:lnTo>
                    <a:lnTo>
                      <a:pt x="0" y="7"/>
                    </a:lnTo>
                    <a:lnTo>
                      <a:pt x="0" y="7"/>
                    </a:lnTo>
                    <a:lnTo>
                      <a:pt x="0" y="10"/>
                    </a:lnTo>
                    <a:lnTo>
                      <a:pt x="1" y="11"/>
                    </a:lnTo>
                    <a:lnTo>
                      <a:pt x="4" y="13"/>
                    </a:lnTo>
                    <a:lnTo>
                      <a:pt x="7" y="14"/>
                    </a:lnTo>
                    <a:lnTo>
                      <a:pt x="7" y="14"/>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grpSp>
      </p:grpSp>
      <p:sp>
        <p:nvSpPr>
          <p:cNvPr id="101" name="Rectangle 235"/>
          <p:cNvSpPr>
            <a:spLocks noChangeArrowheads="1"/>
          </p:cNvSpPr>
          <p:nvPr/>
        </p:nvSpPr>
        <p:spPr bwMode="auto">
          <a:xfrm>
            <a:off x="4423467" y="4986800"/>
            <a:ext cx="920115" cy="222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1450" b="1" u="none" strike="noStrike" cap="none" normalizeH="0" baseline="0" dirty="0" smtClean="0">
                <a:ln>
                  <a:noFill/>
                </a:ln>
                <a:solidFill>
                  <a:srgbClr val="FFFFFF"/>
                </a:solidFill>
                <a:effectLst/>
                <a:latin typeface="+mj-lt"/>
                <a:cs typeface="腾讯体 W3" panose="020C04030202040F0204" pitchFamily="34" charset="-122"/>
              </a:rPr>
              <a:t>Marketing</a:t>
            </a:r>
            <a:endParaRPr kumimoji="0" lang="en-US" altLang="en-US" sz="1635" b="0" i="0" u="none" strike="noStrike" cap="none" normalizeH="0" baseline="0" dirty="0" smtClean="0">
              <a:ln>
                <a:noFill/>
              </a:ln>
              <a:solidFill>
                <a:schemeClr val="tx1"/>
              </a:solidFill>
              <a:effectLst/>
              <a:latin typeface="+mj-lt"/>
              <a:cs typeface="腾讯体 W3" panose="020C04030202040F0204" pitchFamily="34" charset="-122"/>
            </a:endParaRPr>
          </a:p>
        </p:txBody>
      </p:sp>
      <p:sp>
        <p:nvSpPr>
          <p:cNvPr id="103" name="Rectangle 237"/>
          <p:cNvSpPr>
            <a:spLocks noChangeArrowheads="1"/>
          </p:cNvSpPr>
          <p:nvPr/>
        </p:nvSpPr>
        <p:spPr bwMode="auto">
          <a:xfrm>
            <a:off x="6513495" y="4986800"/>
            <a:ext cx="774700" cy="222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1450" b="1" u="none" strike="noStrike" cap="none" normalizeH="0" baseline="0" dirty="0" smtClean="0">
                <a:ln>
                  <a:noFill/>
                </a:ln>
                <a:solidFill>
                  <a:srgbClr val="FFFFFF"/>
                </a:solidFill>
                <a:effectLst/>
                <a:latin typeface="+mj-lt"/>
                <a:cs typeface="腾讯体 W3" panose="020C04030202040F0204" pitchFamily="34" charset="-122"/>
              </a:rPr>
              <a:t>Strategy</a:t>
            </a:r>
            <a:endParaRPr kumimoji="0" lang="en-US" altLang="en-US" sz="1635" b="0" i="0" u="none" strike="noStrike" cap="none" normalizeH="0" baseline="0" dirty="0" smtClean="0">
              <a:ln>
                <a:noFill/>
              </a:ln>
              <a:solidFill>
                <a:schemeClr val="tx1"/>
              </a:solidFill>
              <a:effectLst/>
              <a:latin typeface="+mj-lt"/>
              <a:cs typeface="腾讯体 W3" panose="020C04030202040F0204" pitchFamily="34" charset="-122"/>
            </a:endParaRPr>
          </a:p>
        </p:txBody>
      </p:sp>
      <p:sp>
        <p:nvSpPr>
          <p:cNvPr id="108" name="Rectangle 242"/>
          <p:cNvSpPr>
            <a:spLocks noChangeArrowheads="1"/>
          </p:cNvSpPr>
          <p:nvPr/>
        </p:nvSpPr>
        <p:spPr bwMode="auto">
          <a:xfrm>
            <a:off x="6448181" y="4530957"/>
            <a:ext cx="920115" cy="222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1450" b="1" u="none" strike="noStrike" cap="none" normalizeH="0" baseline="0" dirty="0" smtClean="0">
                <a:ln>
                  <a:noFill/>
                </a:ln>
                <a:solidFill>
                  <a:srgbClr val="FFFFFF"/>
                </a:solidFill>
                <a:effectLst/>
                <a:latin typeface="+mj-lt"/>
                <a:cs typeface="腾讯体 W3" panose="020C04030202040F0204" pitchFamily="34" charset="-122"/>
              </a:rPr>
              <a:t>Teamwork</a:t>
            </a:r>
            <a:endParaRPr kumimoji="0" lang="en-US" altLang="en-US" sz="1635" b="0" i="0" u="none" strike="noStrike" cap="none" normalizeH="0" baseline="0" dirty="0" smtClean="0">
              <a:ln>
                <a:noFill/>
              </a:ln>
              <a:solidFill>
                <a:schemeClr val="tx1"/>
              </a:solidFill>
              <a:effectLst/>
              <a:latin typeface="+mj-lt"/>
              <a:cs typeface="腾讯体 W3" panose="020C04030202040F0204" pitchFamily="34" charset="-122"/>
            </a:endParaRPr>
          </a:p>
        </p:txBody>
      </p:sp>
      <p:sp>
        <p:nvSpPr>
          <p:cNvPr id="116" name="Rectangle 250"/>
          <p:cNvSpPr>
            <a:spLocks noChangeArrowheads="1"/>
          </p:cNvSpPr>
          <p:nvPr/>
        </p:nvSpPr>
        <p:spPr bwMode="auto">
          <a:xfrm>
            <a:off x="4619407" y="4530957"/>
            <a:ext cx="540385" cy="222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1450" b="1" u="none" strike="noStrike" cap="none" normalizeH="0" baseline="0" dirty="0" smtClean="0">
                <a:ln>
                  <a:noFill/>
                </a:ln>
                <a:solidFill>
                  <a:srgbClr val="FFFFFF"/>
                </a:solidFill>
                <a:effectLst/>
                <a:latin typeface="+mj-lt"/>
                <a:cs typeface="腾讯体 W3" panose="020C04030202040F0204" pitchFamily="34" charset="-122"/>
              </a:rPr>
              <a:t>Vision</a:t>
            </a:r>
            <a:endParaRPr kumimoji="0" lang="en-US" altLang="en-US" sz="1635" b="0" i="0" u="none" strike="noStrike" cap="none" normalizeH="0" baseline="0" dirty="0" smtClean="0">
              <a:ln>
                <a:noFill/>
              </a:ln>
              <a:solidFill>
                <a:schemeClr val="tx1"/>
              </a:solidFill>
              <a:effectLst/>
              <a:latin typeface="+mj-lt"/>
              <a:cs typeface="腾讯体 W3" panose="020C04030202040F0204" pitchFamily="34" charset="-122"/>
            </a:endParaRPr>
          </a:p>
        </p:txBody>
      </p:sp>
      <p:sp>
        <p:nvSpPr>
          <p:cNvPr id="117" name="TextBox 116"/>
          <p:cNvSpPr txBox="1"/>
          <p:nvPr/>
        </p:nvSpPr>
        <p:spPr>
          <a:xfrm>
            <a:off x="5905872" y="2287208"/>
            <a:ext cx="1402472" cy="708435"/>
          </a:xfrm>
          <a:prstGeom prst="rect">
            <a:avLst/>
          </a:prstGeom>
          <a:noFill/>
        </p:spPr>
        <p:txBody>
          <a:bodyPr wrap="square" lIns="0" tIns="0" rIns="0" bIns="0" rtlCol="0">
            <a:noAutofit/>
          </a:bodyPr>
          <a:lstStyle/>
          <a:p>
            <a:pPr>
              <a:spcAft>
                <a:spcPts val="900"/>
              </a:spcAft>
            </a:pPr>
            <a:r>
              <a:rPr lang="en-GB" sz="905" b="1" dirty="0" smtClean="0">
                <a:latin typeface="+mj-lt"/>
              </a:rPr>
              <a:t>Option 1</a:t>
            </a:r>
            <a:endParaRPr lang="en-GB" sz="905" b="1" dirty="0" smtClean="0">
              <a:latin typeface="+mj-lt"/>
            </a:endParaRPr>
          </a:p>
          <a:p>
            <a:pPr>
              <a:spcAft>
                <a:spcPts val="900"/>
              </a:spcAft>
            </a:pPr>
            <a:r>
              <a:rPr lang="en-GB" sz="905" dirty="0" smtClean="0">
                <a:latin typeface="+mj-lt"/>
              </a:rPr>
              <a:t>Text goes here goes here goes here goes here</a:t>
            </a:r>
            <a:endParaRPr lang="en-GB" sz="905" dirty="0" smtClean="0">
              <a:latin typeface="+mj-lt"/>
            </a:endParaRPr>
          </a:p>
        </p:txBody>
      </p:sp>
      <p:sp>
        <p:nvSpPr>
          <p:cNvPr id="118" name="TextBox 117"/>
          <p:cNvSpPr txBox="1"/>
          <p:nvPr/>
        </p:nvSpPr>
        <p:spPr>
          <a:xfrm>
            <a:off x="9029826" y="4049420"/>
            <a:ext cx="1402472" cy="607641"/>
          </a:xfrm>
          <a:prstGeom prst="rect">
            <a:avLst/>
          </a:prstGeom>
          <a:noFill/>
        </p:spPr>
        <p:txBody>
          <a:bodyPr wrap="square" lIns="0" tIns="0" rIns="0" bIns="0" rtlCol="0">
            <a:noAutofit/>
          </a:bodyPr>
          <a:lstStyle/>
          <a:p>
            <a:pPr>
              <a:spcAft>
                <a:spcPts val="900"/>
              </a:spcAft>
            </a:pPr>
            <a:r>
              <a:rPr lang="en-GB" sz="905" b="1" dirty="0" smtClean="0">
                <a:latin typeface="+mj-lt"/>
              </a:rPr>
              <a:t>Option 2</a:t>
            </a:r>
            <a:endParaRPr lang="en-GB" sz="905" b="1" dirty="0" smtClean="0">
              <a:latin typeface="+mj-lt"/>
            </a:endParaRPr>
          </a:p>
          <a:p>
            <a:pPr>
              <a:spcAft>
                <a:spcPts val="900"/>
              </a:spcAft>
            </a:pPr>
            <a:r>
              <a:rPr lang="en-GB" sz="905" dirty="0" smtClean="0">
                <a:latin typeface="+mj-lt"/>
              </a:rPr>
              <a:t>Text goes here goes here goes here goes here</a:t>
            </a:r>
            <a:endParaRPr lang="en-GB" sz="905" dirty="0" smtClean="0">
              <a:latin typeface="+mj-lt"/>
            </a:endParaRPr>
          </a:p>
        </p:txBody>
      </p:sp>
      <p:grpSp>
        <p:nvGrpSpPr>
          <p:cNvPr id="26" name="Group 25"/>
          <p:cNvGrpSpPr/>
          <p:nvPr/>
        </p:nvGrpSpPr>
        <p:grpSpPr>
          <a:xfrm>
            <a:off x="8852460" y="2102187"/>
            <a:ext cx="385163" cy="509829"/>
            <a:chOff x="1316038" y="614363"/>
            <a:chExt cx="3286125" cy="4349750"/>
          </a:xfrm>
        </p:grpSpPr>
        <p:sp>
          <p:nvSpPr>
            <p:cNvPr id="23" name="Freeform 8"/>
            <p:cNvSpPr/>
            <p:nvPr/>
          </p:nvSpPr>
          <p:spPr bwMode="auto">
            <a:xfrm>
              <a:off x="2782888" y="1316038"/>
              <a:ext cx="981075" cy="1089025"/>
            </a:xfrm>
            <a:custGeom>
              <a:avLst/>
              <a:gdLst>
                <a:gd name="T0" fmla="*/ 534 w 618"/>
                <a:gd name="T1" fmla="*/ 686 h 686"/>
                <a:gd name="T2" fmla="*/ 86 w 618"/>
                <a:gd name="T3" fmla="*/ 686 h 686"/>
                <a:gd name="T4" fmla="*/ 86 w 618"/>
                <a:gd name="T5" fmla="*/ 686 h 686"/>
                <a:gd name="T6" fmla="*/ 68 w 618"/>
                <a:gd name="T7" fmla="*/ 684 h 686"/>
                <a:gd name="T8" fmla="*/ 52 w 618"/>
                <a:gd name="T9" fmla="*/ 680 h 686"/>
                <a:gd name="T10" fmla="*/ 38 w 618"/>
                <a:gd name="T11" fmla="*/ 672 h 686"/>
                <a:gd name="T12" fmla="*/ 24 w 618"/>
                <a:gd name="T13" fmla="*/ 662 h 686"/>
                <a:gd name="T14" fmla="*/ 14 w 618"/>
                <a:gd name="T15" fmla="*/ 650 h 686"/>
                <a:gd name="T16" fmla="*/ 6 w 618"/>
                <a:gd name="T17" fmla="*/ 634 h 686"/>
                <a:gd name="T18" fmla="*/ 2 w 618"/>
                <a:gd name="T19" fmla="*/ 618 h 686"/>
                <a:gd name="T20" fmla="*/ 0 w 618"/>
                <a:gd name="T21" fmla="*/ 602 h 686"/>
                <a:gd name="T22" fmla="*/ 0 w 618"/>
                <a:gd name="T23" fmla="*/ 86 h 686"/>
                <a:gd name="T24" fmla="*/ 0 w 618"/>
                <a:gd name="T25" fmla="*/ 86 h 686"/>
                <a:gd name="T26" fmla="*/ 2 w 618"/>
                <a:gd name="T27" fmla="*/ 68 h 686"/>
                <a:gd name="T28" fmla="*/ 6 w 618"/>
                <a:gd name="T29" fmla="*/ 52 h 686"/>
                <a:gd name="T30" fmla="*/ 14 w 618"/>
                <a:gd name="T31" fmla="*/ 38 h 686"/>
                <a:gd name="T32" fmla="*/ 24 w 618"/>
                <a:gd name="T33" fmla="*/ 24 h 686"/>
                <a:gd name="T34" fmla="*/ 38 w 618"/>
                <a:gd name="T35" fmla="*/ 14 h 686"/>
                <a:gd name="T36" fmla="*/ 52 w 618"/>
                <a:gd name="T37" fmla="*/ 6 h 686"/>
                <a:gd name="T38" fmla="*/ 68 w 618"/>
                <a:gd name="T39" fmla="*/ 2 h 686"/>
                <a:gd name="T40" fmla="*/ 86 w 618"/>
                <a:gd name="T41" fmla="*/ 0 h 686"/>
                <a:gd name="T42" fmla="*/ 86 w 618"/>
                <a:gd name="T43" fmla="*/ 0 h 686"/>
                <a:gd name="T44" fmla="*/ 102 w 618"/>
                <a:gd name="T45" fmla="*/ 2 h 686"/>
                <a:gd name="T46" fmla="*/ 118 w 618"/>
                <a:gd name="T47" fmla="*/ 6 h 686"/>
                <a:gd name="T48" fmla="*/ 132 w 618"/>
                <a:gd name="T49" fmla="*/ 14 h 686"/>
                <a:gd name="T50" fmla="*/ 146 w 618"/>
                <a:gd name="T51" fmla="*/ 24 h 686"/>
                <a:gd name="T52" fmla="*/ 156 w 618"/>
                <a:gd name="T53" fmla="*/ 38 h 686"/>
                <a:gd name="T54" fmla="*/ 164 w 618"/>
                <a:gd name="T55" fmla="*/ 52 h 686"/>
                <a:gd name="T56" fmla="*/ 168 w 618"/>
                <a:gd name="T57" fmla="*/ 68 h 686"/>
                <a:gd name="T58" fmla="*/ 170 w 618"/>
                <a:gd name="T59" fmla="*/ 86 h 686"/>
                <a:gd name="T60" fmla="*/ 170 w 618"/>
                <a:gd name="T61" fmla="*/ 516 h 686"/>
                <a:gd name="T62" fmla="*/ 534 w 618"/>
                <a:gd name="T63" fmla="*/ 516 h 686"/>
                <a:gd name="T64" fmla="*/ 534 w 618"/>
                <a:gd name="T65" fmla="*/ 516 h 686"/>
                <a:gd name="T66" fmla="*/ 550 w 618"/>
                <a:gd name="T67" fmla="*/ 518 h 686"/>
                <a:gd name="T68" fmla="*/ 566 w 618"/>
                <a:gd name="T69" fmla="*/ 522 h 686"/>
                <a:gd name="T70" fmla="*/ 580 w 618"/>
                <a:gd name="T71" fmla="*/ 530 h 686"/>
                <a:gd name="T72" fmla="*/ 594 w 618"/>
                <a:gd name="T73" fmla="*/ 540 h 686"/>
                <a:gd name="T74" fmla="*/ 604 w 618"/>
                <a:gd name="T75" fmla="*/ 554 h 686"/>
                <a:gd name="T76" fmla="*/ 612 w 618"/>
                <a:gd name="T77" fmla="*/ 568 h 686"/>
                <a:gd name="T78" fmla="*/ 616 w 618"/>
                <a:gd name="T79" fmla="*/ 584 h 686"/>
                <a:gd name="T80" fmla="*/ 618 w 618"/>
                <a:gd name="T81" fmla="*/ 602 h 686"/>
                <a:gd name="T82" fmla="*/ 618 w 618"/>
                <a:gd name="T83" fmla="*/ 602 h 686"/>
                <a:gd name="T84" fmla="*/ 616 w 618"/>
                <a:gd name="T85" fmla="*/ 618 h 686"/>
                <a:gd name="T86" fmla="*/ 612 w 618"/>
                <a:gd name="T87" fmla="*/ 634 h 686"/>
                <a:gd name="T88" fmla="*/ 604 w 618"/>
                <a:gd name="T89" fmla="*/ 650 h 686"/>
                <a:gd name="T90" fmla="*/ 594 w 618"/>
                <a:gd name="T91" fmla="*/ 662 h 686"/>
                <a:gd name="T92" fmla="*/ 580 w 618"/>
                <a:gd name="T93" fmla="*/ 672 h 686"/>
                <a:gd name="T94" fmla="*/ 566 w 618"/>
                <a:gd name="T95" fmla="*/ 680 h 686"/>
                <a:gd name="T96" fmla="*/ 550 w 618"/>
                <a:gd name="T97" fmla="*/ 684 h 686"/>
                <a:gd name="T98" fmla="*/ 534 w 618"/>
                <a:gd name="T99" fmla="*/ 686 h 686"/>
                <a:gd name="T100" fmla="*/ 534 w 618"/>
                <a:gd name="T101" fmla="*/ 686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618" h="686">
                  <a:moveTo>
                    <a:pt x="534" y="686"/>
                  </a:moveTo>
                  <a:lnTo>
                    <a:pt x="86" y="686"/>
                  </a:lnTo>
                  <a:lnTo>
                    <a:pt x="86" y="686"/>
                  </a:lnTo>
                  <a:lnTo>
                    <a:pt x="68" y="684"/>
                  </a:lnTo>
                  <a:lnTo>
                    <a:pt x="52" y="680"/>
                  </a:lnTo>
                  <a:lnTo>
                    <a:pt x="38" y="672"/>
                  </a:lnTo>
                  <a:lnTo>
                    <a:pt x="24" y="662"/>
                  </a:lnTo>
                  <a:lnTo>
                    <a:pt x="14" y="650"/>
                  </a:lnTo>
                  <a:lnTo>
                    <a:pt x="6" y="634"/>
                  </a:lnTo>
                  <a:lnTo>
                    <a:pt x="2" y="618"/>
                  </a:lnTo>
                  <a:lnTo>
                    <a:pt x="0" y="602"/>
                  </a:lnTo>
                  <a:lnTo>
                    <a:pt x="0" y="86"/>
                  </a:lnTo>
                  <a:lnTo>
                    <a:pt x="0" y="86"/>
                  </a:lnTo>
                  <a:lnTo>
                    <a:pt x="2" y="68"/>
                  </a:lnTo>
                  <a:lnTo>
                    <a:pt x="6" y="52"/>
                  </a:lnTo>
                  <a:lnTo>
                    <a:pt x="14" y="38"/>
                  </a:lnTo>
                  <a:lnTo>
                    <a:pt x="24" y="24"/>
                  </a:lnTo>
                  <a:lnTo>
                    <a:pt x="38" y="14"/>
                  </a:lnTo>
                  <a:lnTo>
                    <a:pt x="52" y="6"/>
                  </a:lnTo>
                  <a:lnTo>
                    <a:pt x="68" y="2"/>
                  </a:lnTo>
                  <a:lnTo>
                    <a:pt x="86" y="0"/>
                  </a:lnTo>
                  <a:lnTo>
                    <a:pt x="86" y="0"/>
                  </a:lnTo>
                  <a:lnTo>
                    <a:pt x="102" y="2"/>
                  </a:lnTo>
                  <a:lnTo>
                    <a:pt x="118" y="6"/>
                  </a:lnTo>
                  <a:lnTo>
                    <a:pt x="132" y="14"/>
                  </a:lnTo>
                  <a:lnTo>
                    <a:pt x="146" y="24"/>
                  </a:lnTo>
                  <a:lnTo>
                    <a:pt x="156" y="38"/>
                  </a:lnTo>
                  <a:lnTo>
                    <a:pt x="164" y="52"/>
                  </a:lnTo>
                  <a:lnTo>
                    <a:pt x="168" y="68"/>
                  </a:lnTo>
                  <a:lnTo>
                    <a:pt x="170" y="86"/>
                  </a:lnTo>
                  <a:lnTo>
                    <a:pt x="170" y="516"/>
                  </a:lnTo>
                  <a:lnTo>
                    <a:pt x="534" y="516"/>
                  </a:lnTo>
                  <a:lnTo>
                    <a:pt x="534" y="516"/>
                  </a:lnTo>
                  <a:lnTo>
                    <a:pt x="550" y="518"/>
                  </a:lnTo>
                  <a:lnTo>
                    <a:pt x="566" y="522"/>
                  </a:lnTo>
                  <a:lnTo>
                    <a:pt x="580" y="530"/>
                  </a:lnTo>
                  <a:lnTo>
                    <a:pt x="594" y="540"/>
                  </a:lnTo>
                  <a:lnTo>
                    <a:pt x="604" y="554"/>
                  </a:lnTo>
                  <a:lnTo>
                    <a:pt x="612" y="568"/>
                  </a:lnTo>
                  <a:lnTo>
                    <a:pt x="616" y="584"/>
                  </a:lnTo>
                  <a:lnTo>
                    <a:pt x="618" y="602"/>
                  </a:lnTo>
                  <a:lnTo>
                    <a:pt x="618" y="602"/>
                  </a:lnTo>
                  <a:lnTo>
                    <a:pt x="616" y="618"/>
                  </a:lnTo>
                  <a:lnTo>
                    <a:pt x="612" y="634"/>
                  </a:lnTo>
                  <a:lnTo>
                    <a:pt x="604" y="650"/>
                  </a:lnTo>
                  <a:lnTo>
                    <a:pt x="594" y="662"/>
                  </a:lnTo>
                  <a:lnTo>
                    <a:pt x="580" y="672"/>
                  </a:lnTo>
                  <a:lnTo>
                    <a:pt x="566" y="680"/>
                  </a:lnTo>
                  <a:lnTo>
                    <a:pt x="550" y="684"/>
                  </a:lnTo>
                  <a:lnTo>
                    <a:pt x="534" y="686"/>
                  </a:lnTo>
                  <a:lnTo>
                    <a:pt x="534" y="686"/>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4" name="Freeform 9"/>
            <p:cNvSpPr/>
            <p:nvPr/>
          </p:nvSpPr>
          <p:spPr bwMode="auto">
            <a:xfrm>
              <a:off x="1316038" y="614363"/>
              <a:ext cx="3286125" cy="3235325"/>
            </a:xfrm>
            <a:custGeom>
              <a:avLst/>
              <a:gdLst>
                <a:gd name="T0" fmla="*/ 930 w 2070"/>
                <a:gd name="T1" fmla="*/ 4 h 2038"/>
                <a:gd name="T2" fmla="*/ 728 w 2070"/>
                <a:gd name="T3" fmla="*/ 46 h 2038"/>
                <a:gd name="T4" fmla="*/ 542 w 2070"/>
                <a:gd name="T5" fmla="*/ 124 h 2038"/>
                <a:gd name="T6" fmla="*/ 376 w 2070"/>
                <a:gd name="T7" fmla="*/ 236 h 2038"/>
                <a:gd name="T8" fmla="*/ 236 w 2070"/>
                <a:gd name="T9" fmla="*/ 376 h 2038"/>
                <a:gd name="T10" fmla="*/ 124 w 2070"/>
                <a:gd name="T11" fmla="*/ 542 h 2038"/>
                <a:gd name="T12" fmla="*/ 46 w 2070"/>
                <a:gd name="T13" fmla="*/ 728 h 2038"/>
                <a:gd name="T14" fmla="*/ 6 w 2070"/>
                <a:gd name="T15" fmla="*/ 930 h 2038"/>
                <a:gd name="T16" fmla="*/ 2 w 2070"/>
                <a:gd name="T17" fmla="*/ 1100 h 2038"/>
                <a:gd name="T18" fmla="*/ 32 w 2070"/>
                <a:gd name="T19" fmla="*/ 1286 h 2038"/>
                <a:gd name="T20" fmla="*/ 128 w 2070"/>
                <a:gd name="T21" fmla="*/ 1204 h 2038"/>
                <a:gd name="T22" fmla="*/ 228 w 2070"/>
                <a:gd name="T23" fmla="*/ 1156 h 2038"/>
                <a:gd name="T24" fmla="*/ 256 w 2070"/>
                <a:gd name="T25" fmla="*/ 1062 h 2038"/>
                <a:gd name="T26" fmla="*/ 260 w 2070"/>
                <a:gd name="T27" fmla="*/ 956 h 2038"/>
                <a:gd name="T28" fmla="*/ 290 w 2070"/>
                <a:gd name="T29" fmla="*/ 804 h 2038"/>
                <a:gd name="T30" fmla="*/ 350 w 2070"/>
                <a:gd name="T31" fmla="*/ 664 h 2038"/>
                <a:gd name="T32" fmla="*/ 434 w 2070"/>
                <a:gd name="T33" fmla="*/ 540 h 2038"/>
                <a:gd name="T34" fmla="*/ 540 w 2070"/>
                <a:gd name="T35" fmla="*/ 434 h 2038"/>
                <a:gd name="T36" fmla="*/ 664 w 2070"/>
                <a:gd name="T37" fmla="*/ 350 h 2038"/>
                <a:gd name="T38" fmla="*/ 804 w 2070"/>
                <a:gd name="T39" fmla="*/ 290 h 2038"/>
                <a:gd name="T40" fmla="*/ 956 w 2070"/>
                <a:gd name="T41" fmla="*/ 260 h 2038"/>
                <a:gd name="T42" fmla="*/ 1076 w 2070"/>
                <a:gd name="T43" fmla="*/ 256 h 2038"/>
                <a:gd name="T44" fmla="*/ 1230 w 2070"/>
                <a:gd name="T45" fmla="*/ 280 h 2038"/>
                <a:gd name="T46" fmla="*/ 1372 w 2070"/>
                <a:gd name="T47" fmla="*/ 332 h 2038"/>
                <a:gd name="T48" fmla="*/ 1500 w 2070"/>
                <a:gd name="T49" fmla="*/ 410 h 2038"/>
                <a:gd name="T50" fmla="*/ 1612 w 2070"/>
                <a:gd name="T51" fmla="*/ 510 h 2038"/>
                <a:gd name="T52" fmla="*/ 1700 w 2070"/>
                <a:gd name="T53" fmla="*/ 630 h 2038"/>
                <a:gd name="T54" fmla="*/ 1766 w 2070"/>
                <a:gd name="T55" fmla="*/ 768 h 2038"/>
                <a:gd name="T56" fmla="*/ 1804 w 2070"/>
                <a:gd name="T57" fmla="*/ 916 h 2038"/>
                <a:gd name="T58" fmla="*/ 1814 w 2070"/>
                <a:gd name="T59" fmla="*/ 1034 h 2038"/>
                <a:gd name="T60" fmla="*/ 1800 w 2070"/>
                <a:gd name="T61" fmla="*/ 1180 h 2038"/>
                <a:gd name="T62" fmla="*/ 1760 w 2070"/>
                <a:gd name="T63" fmla="*/ 1316 h 2038"/>
                <a:gd name="T64" fmla="*/ 1700 w 2070"/>
                <a:gd name="T65" fmla="*/ 1440 h 2038"/>
                <a:gd name="T66" fmla="*/ 1616 w 2070"/>
                <a:gd name="T67" fmla="*/ 1552 h 2038"/>
                <a:gd name="T68" fmla="*/ 1516 w 2070"/>
                <a:gd name="T69" fmla="*/ 1646 h 2038"/>
                <a:gd name="T70" fmla="*/ 1400 w 2070"/>
                <a:gd name="T71" fmla="*/ 1722 h 2038"/>
                <a:gd name="T72" fmla="*/ 1272 w 2070"/>
                <a:gd name="T73" fmla="*/ 1776 h 2038"/>
                <a:gd name="T74" fmla="*/ 1132 w 2070"/>
                <a:gd name="T75" fmla="*/ 1808 h 2038"/>
                <a:gd name="T76" fmla="*/ 1196 w 2070"/>
                <a:gd name="T77" fmla="*/ 1864 h 2038"/>
                <a:gd name="T78" fmla="*/ 1240 w 2070"/>
                <a:gd name="T79" fmla="*/ 1924 h 2038"/>
                <a:gd name="T80" fmla="*/ 1280 w 2070"/>
                <a:gd name="T81" fmla="*/ 2014 h 2038"/>
                <a:gd name="T82" fmla="*/ 1370 w 2070"/>
                <a:gd name="T83" fmla="*/ 2014 h 2038"/>
                <a:gd name="T84" fmla="*/ 1526 w 2070"/>
                <a:gd name="T85" fmla="*/ 1944 h 2038"/>
                <a:gd name="T86" fmla="*/ 1668 w 2070"/>
                <a:gd name="T87" fmla="*/ 1852 h 2038"/>
                <a:gd name="T88" fmla="*/ 1792 w 2070"/>
                <a:gd name="T89" fmla="*/ 1740 h 2038"/>
                <a:gd name="T90" fmla="*/ 1896 w 2070"/>
                <a:gd name="T91" fmla="*/ 1608 h 2038"/>
                <a:gd name="T92" fmla="*/ 1978 w 2070"/>
                <a:gd name="T93" fmla="*/ 1460 h 2038"/>
                <a:gd name="T94" fmla="*/ 2036 w 2070"/>
                <a:gd name="T95" fmla="*/ 1298 h 2038"/>
                <a:gd name="T96" fmla="*/ 2066 w 2070"/>
                <a:gd name="T97" fmla="*/ 1124 h 2038"/>
                <a:gd name="T98" fmla="*/ 2068 w 2070"/>
                <a:gd name="T99" fmla="*/ 982 h 2038"/>
                <a:gd name="T100" fmla="*/ 2038 w 2070"/>
                <a:gd name="T101" fmla="*/ 776 h 2038"/>
                <a:gd name="T102" fmla="*/ 1968 w 2070"/>
                <a:gd name="T103" fmla="*/ 586 h 2038"/>
                <a:gd name="T104" fmla="*/ 1864 w 2070"/>
                <a:gd name="T105" fmla="*/ 416 h 2038"/>
                <a:gd name="T106" fmla="*/ 1730 w 2070"/>
                <a:gd name="T107" fmla="*/ 268 h 2038"/>
                <a:gd name="T108" fmla="*/ 1572 w 2070"/>
                <a:gd name="T109" fmla="*/ 150 h 2038"/>
                <a:gd name="T110" fmla="*/ 1390 w 2070"/>
                <a:gd name="T111" fmla="*/ 62 h 2038"/>
                <a:gd name="T112" fmla="*/ 1192 w 2070"/>
                <a:gd name="T113" fmla="*/ 12 h 2038"/>
                <a:gd name="T114" fmla="*/ 1034 w 2070"/>
                <a:gd name="T115" fmla="*/ 0 h 20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070" h="2038">
                  <a:moveTo>
                    <a:pt x="1034" y="0"/>
                  </a:moveTo>
                  <a:lnTo>
                    <a:pt x="1034" y="0"/>
                  </a:lnTo>
                  <a:lnTo>
                    <a:pt x="982" y="0"/>
                  </a:lnTo>
                  <a:lnTo>
                    <a:pt x="930" y="4"/>
                  </a:lnTo>
                  <a:lnTo>
                    <a:pt x="878" y="12"/>
                  </a:lnTo>
                  <a:lnTo>
                    <a:pt x="826" y="20"/>
                  </a:lnTo>
                  <a:lnTo>
                    <a:pt x="776" y="32"/>
                  </a:lnTo>
                  <a:lnTo>
                    <a:pt x="728" y="46"/>
                  </a:lnTo>
                  <a:lnTo>
                    <a:pt x="680" y="62"/>
                  </a:lnTo>
                  <a:lnTo>
                    <a:pt x="632" y="80"/>
                  </a:lnTo>
                  <a:lnTo>
                    <a:pt x="586" y="102"/>
                  </a:lnTo>
                  <a:lnTo>
                    <a:pt x="542" y="124"/>
                  </a:lnTo>
                  <a:lnTo>
                    <a:pt x="498" y="150"/>
                  </a:lnTo>
                  <a:lnTo>
                    <a:pt x="456" y="176"/>
                  </a:lnTo>
                  <a:lnTo>
                    <a:pt x="416" y="206"/>
                  </a:lnTo>
                  <a:lnTo>
                    <a:pt x="376" y="236"/>
                  </a:lnTo>
                  <a:lnTo>
                    <a:pt x="340" y="268"/>
                  </a:lnTo>
                  <a:lnTo>
                    <a:pt x="304" y="302"/>
                  </a:lnTo>
                  <a:lnTo>
                    <a:pt x="270" y="338"/>
                  </a:lnTo>
                  <a:lnTo>
                    <a:pt x="236" y="376"/>
                  </a:lnTo>
                  <a:lnTo>
                    <a:pt x="206" y="416"/>
                  </a:lnTo>
                  <a:lnTo>
                    <a:pt x="176" y="456"/>
                  </a:lnTo>
                  <a:lnTo>
                    <a:pt x="150" y="498"/>
                  </a:lnTo>
                  <a:lnTo>
                    <a:pt x="124" y="542"/>
                  </a:lnTo>
                  <a:lnTo>
                    <a:pt x="102" y="586"/>
                  </a:lnTo>
                  <a:lnTo>
                    <a:pt x="82" y="632"/>
                  </a:lnTo>
                  <a:lnTo>
                    <a:pt x="62" y="680"/>
                  </a:lnTo>
                  <a:lnTo>
                    <a:pt x="46" y="728"/>
                  </a:lnTo>
                  <a:lnTo>
                    <a:pt x="32" y="776"/>
                  </a:lnTo>
                  <a:lnTo>
                    <a:pt x="20" y="826"/>
                  </a:lnTo>
                  <a:lnTo>
                    <a:pt x="12" y="878"/>
                  </a:lnTo>
                  <a:lnTo>
                    <a:pt x="6" y="930"/>
                  </a:lnTo>
                  <a:lnTo>
                    <a:pt x="2" y="982"/>
                  </a:lnTo>
                  <a:lnTo>
                    <a:pt x="0" y="1034"/>
                  </a:lnTo>
                  <a:lnTo>
                    <a:pt x="0" y="1034"/>
                  </a:lnTo>
                  <a:lnTo>
                    <a:pt x="2" y="1100"/>
                  </a:lnTo>
                  <a:lnTo>
                    <a:pt x="8" y="1162"/>
                  </a:lnTo>
                  <a:lnTo>
                    <a:pt x="18" y="1224"/>
                  </a:lnTo>
                  <a:lnTo>
                    <a:pt x="32" y="1286"/>
                  </a:lnTo>
                  <a:lnTo>
                    <a:pt x="32" y="1286"/>
                  </a:lnTo>
                  <a:lnTo>
                    <a:pt x="54" y="1264"/>
                  </a:lnTo>
                  <a:lnTo>
                    <a:pt x="76" y="1242"/>
                  </a:lnTo>
                  <a:lnTo>
                    <a:pt x="102" y="1224"/>
                  </a:lnTo>
                  <a:lnTo>
                    <a:pt x="128" y="1204"/>
                  </a:lnTo>
                  <a:lnTo>
                    <a:pt x="128" y="1204"/>
                  </a:lnTo>
                  <a:lnTo>
                    <a:pt x="160" y="1186"/>
                  </a:lnTo>
                  <a:lnTo>
                    <a:pt x="192" y="1170"/>
                  </a:lnTo>
                  <a:lnTo>
                    <a:pt x="228" y="1156"/>
                  </a:lnTo>
                  <a:lnTo>
                    <a:pt x="266" y="1142"/>
                  </a:lnTo>
                  <a:lnTo>
                    <a:pt x="266" y="1142"/>
                  </a:lnTo>
                  <a:lnTo>
                    <a:pt x="258" y="1090"/>
                  </a:lnTo>
                  <a:lnTo>
                    <a:pt x="256" y="1062"/>
                  </a:lnTo>
                  <a:lnTo>
                    <a:pt x="256" y="1034"/>
                  </a:lnTo>
                  <a:lnTo>
                    <a:pt x="256" y="1034"/>
                  </a:lnTo>
                  <a:lnTo>
                    <a:pt x="256" y="994"/>
                  </a:lnTo>
                  <a:lnTo>
                    <a:pt x="260" y="956"/>
                  </a:lnTo>
                  <a:lnTo>
                    <a:pt x="264" y="916"/>
                  </a:lnTo>
                  <a:lnTo>
                    <a:pt x="272" y="878"/>
                  </a:lnTo>
                  <a:lnTo>
                    <a:pt x="280" y="840"/>
                  </a:lnTo>
                  <a:lnTo>
                    <a:pt x="290" y="804"/>
                  </a:lnTo>
                  <a:lnTo>
                    <a:pt x="302" y="768"/>
                  </a:lnTo>
                  <a:lnTo>
                    <a:pt x="316" y="732"/>
                  </a:lnTo>
                  <a:lnTo>
                    <a:pt x="332" y="698"/>
                  </a:lnTo>
                  <a:lnTo>
                    <a:pt x="350" y="664"/>
                  </a:lnTo>
                  <a:lnTo>
                    <a:pt x="368" y="630"/>
                  </a:lnTo>
                  <a:lnTo>
                    <a:pt x="388" y="600"/>
                  </a:lnTo>
                  <a:lnTo>
                    <a:pt x="410" y="568"/>
                  </a:lnTo>
                  <a:lnTo>
                    <a:pt x="434" y="540"/>
                  </a:lnTo>
                  <a:lnTo>
                    <a:pt x="458" y="510"/>
                  </a:lnTo>
                  <a:lnTo>
                    <a:pt x="484" y="484"/>
                  </a:lnTo>
                  <a:lnTo>
                    <a:pt x="512" y="458"/>
                  </a:lnTo>
                  <a:lnTo>
                    <a:pt x="540" y="434"/>
                  </a:lnTo>
                  <a:lnTo>
                    <a:pt x="570" y="410"/>
                  </a:lnTo>
                  <a:lnTo>
                    <a:pt x="600" y="388"/>
                  </a:lnTo>
                  <a:lnTo>
                    <a:pt x="632" y="368"/>
                  </a:lnTo>
                  <a:lnTo>
                    <a:pt x="664" y="350"/>
                  </a:lnTo>
                  <a:lnTo>
                    <a:pt x="698" y="332"/>
                  </a:lnTo>
                  <a:lnTo>
                    <a:pt x="732" y="316"/>
                  </a:lnTo>
                  <a:lnTo>
                    <a:pt x="768" y="302"/>
                  </a:lnTo>
                  <a:lnTo>
                    <a:pt x="804" y="290"/>
                  </a:lnTo>
                  <a:lnTo>
                    <a:pt x="840" y="280"/>
                  </a:lnTo>
                  <a:lnTo>
                    <a:pt x="878" y="272"/>
                  </a:lnTo>
                  <a:lnTo>
                    <a:pt x="916" y="264"/>
                  </a:lnTo>
                  <a:lnTo>
                    <a:pt x="956" y="260"/>
                  </a:lnTo>
                  <a:lnTo>
                    <a:pt x="994" y="256"/>
                  </a:lnTo>
                  <a:lnTo>
                    <a:pt x="1034" y="256"/>
                  </a:lnTo>
                  <a:lnTo>
                    <a:pt x="1034" y="256"/>
                  </a:lnTo>
                  <a:lnTo>
                    <a:pt x="1076" y="256"/>
                  </a:lnTo>
                  <a:lnTo>
                    <a:pt x="1114" y="260"/>
                  </a:lnTo>
                  <a:lnTo>
                    <a:pt x="1154" y="264"/>
                  </a:lnTo>
                  <a:lnTo>
                    <a:pt x="1192" y="272"/>
                  </a:lnTo>
                  <a:lnTo>
                    <a:pt x="1230" y="280"/>
                  </a:lnTo>
                  <a:lnTo>
                    <a:pt x="1266" y="290"/>
                  </a:lnTo>
                  <a:lnTo>
                    <a:pt x="1302" y="302"/>
                  </a:lnTo>
                  <a:lnTo>
                    <a:pt x="1338" y="316"/>
                  </a:lnTo>
                  <a:lnTo>
                    <a:pt x="1372" y="332"/>
                  </a:lnTo>
                  <a:lnTo>
                    <a:pt x="1406" y="350"/>
                  </a:lnTo>
                  <a:lnTo>
                    <a:pt x="1438" y="368"/>
                  </a:lnTo>
                  <a:lnTo>
                    <a:pt x="1470" y="388"/>
                  </a:lnTo>
                  <a:lnTo>
                    <a:pt x="1500" y="410"/>
                  </a:lnTo>
                  <a:lnTo>
                    <a:pt x="1530" y="434"/>
                  </a:lnTo>
                  <a:lnTo>
                    <a:pt x="1558" y="458"/>
                  </a:lnTo>
                  <a:lnTo>
                    <a:pt x="1586" y="484"/>
                  </a:lnTo>
                  <a:lnTo>
                    <a:pt x="1612" y="510"/>
                  </a:lnTo>
                  <a:lnTo>
                    <a:pt x="1636" y="540"/>
                  </a:lnTo>
                  <a:lnTo>
                    <a:pt x="1658" y="568"/>
                  </a:lnTo>
                  <a:lnTo>
                    <a:pt x="1680" y="600"/>
                  </a:lnTo>
                  <a:lnTo>
                    <a:pt x="1700" y="630"/>
                  </a:lnTo>
                  <a:lnTo>
                    <a:pt x="1720" y="664"/>
                  </a:lnTo>
                  <a:lnTo>
                    <a:pt x="1736" y="698"/>
                  </a:lnTo>
                  <a:lnTo>
                    <a:pt x="1752" y="732"/>
                  </a:lnTo>
                  <a:lnTo>
                    <a:pt x="1766" y="768"/>
                  </a:lnTo>
                  <a:lnTo>
                    <a:pt x="1778" y="804"/>
                  </a:lnTo>
                  <a:lnTo>
                    <a:pt x="1788" y="840"/>
                  </a:lnTo>
                  <a:lnTo>
                    <a:pt x="1798" y="878"/>
                  </a:lnTo>
                  <a:lnTo>
                    <a:pt x="1804" y="916"/>
                  </a:lnTo>
                  <a:lnTo>
                    <a:pt x="1810" y="956"/>
                  </a:lnTo>
                  <a:lnTo>
                    <a:pt x="1812" y="994"/>
                  </a:lnTo>
                  <a:lnTo>
                    <a:pt x="1814" y="1034"/>
                  </a:lnTo>
                  <a:lnTo>
                    <a:pt x="1814" y="1034"/>
                  </a:lnTo>
                  <a:lnTo>
                    <a:pt x="1812" y="1072"/>
                  </a:lnTo>
                  <a:lnTo>
                    <a:pt x="1810" y="1108"/>
                  </a:lnTo>
                  <a:lnTo>
                    <a:pt x="1806" y="1144"/>
                  </a:lnTo>
                  <a:lnTo>
                    <a:pt x="1800" y="1180"/>
                  </a:lnTo>
                  <a:lnTo>
                    <a:pt x="1792" y="1214"/>
                  </a:lnTo>
                  <a:lnTo>
                    <a:pt x="1784" y="1248"/>
                  </a:lnTo>
                  <a:lnTo>
                    <a:pt x="1772" y="1282"/>
                  </a:lnTo>
                  <a:lnTo>
                    <a:pt x="1760" y="1316"/>
                  </a:lnTo>
                  <a:lnTo>
                    <a:pt x="1748" y="1348"/>
                  </a:lnTo>
                  <a:lnTo>
                    <a:pt x="1732" y="1380"/>
                  </a:lnTo>
                  <a:lnTo>
                    <a:pt x="1716" y="1410"/>
                  </a:lnTo>
                  <a:lnTo>
                    <a:pt x="1700" y="1440"/>
                  </a:lnTo>
                  <a:lnTo>
                    <a:pt x="1680" y="1470"/>
                  </a:lnTo>
                  <a:lnTo>
                    <a:pt x="1660" y="1498"/>
                  </a:lnTo>
                  <a:lnTo>
                    <a:pt x="1640" y="1526"/>
                  </a:lnTo>
                  <a:lnTo>
                    <a:pt x="1616" y="1552"/>
                  </a:lnTo>
                  <a:lnTo>
                    <a:pt x="1594" y="1576"/>
                  </a:lnTo>
                  <a:lnTo>
                    <a:pt x="1568" y="1600"/>
                  </a:lnTo>
                  <a:lnTo>
                    <a:pt x="1544" y="1624"/>
                  </a:lnTo>
                  <a:lnTo>
                    <a:pt x="1516" y="1646"/>
                  </a:lnTo>
                  <a:lnTo>
                    <a:pt x="1488" y="1666"/>
                  </a:lnTo>
                  <a:lnTo>
                    <a:pt x="1460" y="1686"/>
                  </a:lnTo>
                  <a:lnTo>
                    <a:pt x="1432" y="1704"/>
                  </a:lnTo>
                  <a:lnTo>
                    <a:pt x="1400" y="1722"/>
                  </a:lnTo>
                  <a:lnTo>
                    <a:pt x="1370" y="1738"/>
                  </a:lnTo>
                  <a:lnTo>
                    <a:pt x="1338" y="1752"/>
                  </a:lnTo>
                  <a:lnTo>
                    <a:pt x="1306" y="1764"/>
                  </a:lnTo>
                  <a:lnTo>
                    <a:pt x="1272" y="1776"/>
                  </a:lnTo>
                  <a:lnTo>
                    <a:pt x="1238" y="1786"/>
                  </a:lnTo>
                  <a:lnTo>
                    <a:pt x="1204" y="1794"/>
                  </a:lnTo>
                  <a:lnTo>
                    <a:pt x="1168" y="1802"/>
                  </a:lnTo>
                  <a:lnTo>
                    <a:pt x="1132" y="1808"/>
                  </a:lnTo>
                  <a:lnTo>
                    <a:pt x="1132" y="1808"/>
                  </a:lnTo>
                  <a:lnTo>
                    <a:pt x="1166" y="1834"/>
                  </a:lnTo>
                  <a:lnTo>
                    <a:pt x="1182" y="1850"/>
                  </a:lnTo>
                  <a:lnTo>
                    <a:pt x="1196" y="1864"/>
                  </a:lnTo>
                  <a:lnTo>
                    <a:pt x="1196" y="1864"/>
                  </a:lnTo>
                  <a:lnTo>
                    <a:pt x="1212" y="1884"/>
                  </a:lnTo>
                  <a:lnTo>
                    <a:pt x="1228" y="1904"/>
                  </a:lnTo>
                  <a:lnTo>
                    <a:pt x="1240" y="1924"/>
                  </a:lnTo>
                  <a:lnTo>
                    <a:pt x="1252" y="1946"/>
                  </a:lnTo>
                  <a:lnTo>
                    <a:pt x="1264" y="1968"/>
                  </a:lnTo>
                  <a:lnTo>
                    <a:pt x="1272" y="1990"/>
                  </a:lnTo>
                  <a:lnTo>
                    <a:pt x="1280" y="2014"/>
                  </a:lnTo>
                  <a:lnTo>
                    <a:pt x="1286" y="2038"/>
                  </a:lnTo>
                  <a:lnTo>
                    <a:pt x="1286" y="2038"/>
                  </a:lnTo>
                  <a:lnTo>
                    <a:pt x="1328" y="2026"/>
                  </a:lnTo>
                  <a:lnTo>
                    <a:pt x="1370" y="2014"/>
                  </a:lnTo>
                  <a:lnTo>
                    <a:pt x="1410" y="1998"/>
                  </a:lnTo>
                  <a:lnTo>
                    <a:pt x="1448" y="1982"/>
                  </a:lnTo>
                  <a:lnTo>
                    <a:pt x="1488" y="1964"/>
                  </a:lnTo>
                  <a:lnTo>
                    <a:pt x="1526" y="1944"/>
                  </a:lnTo>
                  <a:lnTo>
                    <a:pt x="1562" y="1924"/>
                  </a:lnTo>
                  <a:lnTo>
                    <a:pt x="1598" y="1902"/>
                  </a:lnTo>
                  <a:lnTo>
                    <a:pt x="1634" y="1878"/>
                  </a:lnTo>
                  <a:lnTo>
                    <a:pt x="1668" y="1852"/>
                  </a:lnTo>
                  <a:lnTo>
                    <a:pt x="1700" y="1826"/>
                  </a:lnTo>
                  <a:lnTo>
                    <a:pt x="1732" y="1798"/>
                  </a:lnTo>
                  <a:lnTo>
                    <a:pt x="1762" y="1770"/>
                  </a:lnTo>
                  <a:lnTo>
                    <a:pt x="1792" y="1740"/>
                  </a:lnTo>
                  <a:lnTo>
                    <a:pt x="1820" y="1708"/>
                  </a:lnTo>
                  <a:lnTo>
                    <a:pt x="1846" y="1676"/>
                  </a:lnTo>
                  <a:lnTo>
                    <a:pt x="1872" y="1642"/>
                  </a:lnTo>
                  <a:lnTo>
                    <a:pt x="1896" y="1608"/>
                  </a:lnTo>
                  <a:lnTo>
                    <a:pt x="1920" y="1572"/>
                  </a:lnTo>
                  <a:lnTo>
                    <a:pt x="1940" y="1534"/>
                  </a:lnTo>
                  <a:lnTo>
                    <a:pt x="1960" y="1498"/>
                  </a:lnTo>
                  <a:lnTo>
                    <a:pt x="1978" y="1460"/>
                  </a:lnTo>
                  <a:lnTo>
                    <a:pt x="1996" y="1420"/>
                  </a:lnTo>
                  <a:lnTo>
                    <a:pt x="2010" y="1380"/>
                  </a:lnTo>
                  <a:lnTo>
                    <a:pt x="2024" y="1338"/>
                  </a:lnTo>
                  <a:lnTo>
                    <a:pt x="2036" y="1298"/>
                  </a:lnTo>
                  <a:lnTo>
                    <a:pt x="2046" y="1256"/>
                  </a:lnTo>
                  <a:lnTo>
                    <a:pt x="2054" y="1212"/>
                  </a:lnTo>
                  <a:lnTo>
                    <a:pt x="2062" y="1168"/>
                  </a:lnTo>
                  <a:lnTo>
                    <a:pt x="2066" y="1124"/>
                  </a:lnTo>
                  <a:lnTo>
                    <a:pt x="2070" y="1080"/>
                  </a:lnTo>
                  <a:lnTo>
                    <a:pt x="2070" y="1034"/>
                  </a:lnTo>
                  <a:lnTo>
                    <a:pt x="2070" y="1034"/>
                  </a:lnTo>
                  <a:lnTo>
                    <a:pt x="2068" y="982"/>
                  </a:lnTo>
                  <a:lnTo>
                    <a:pt x="2064" y="930"/>
                  </a:lnTo>
                  <a:lnTo>
                    <a:pt x="2058" y="878"/>
                  </a:lnTo>
                  <a:lnTo>
                    <a:pt x="2050" y="826"/>
                  </a:lnTo>
                  <a:lnTo>
                    <a:pt x="2038" y="776"/>
                  </a:lnTo>
                  <a:lnTo>
                    <a:pt x="2024" y="728"/>
                  </a:lnTo>
                  <a:lnTo>
                    <a:pt x="2008" y="680"/>
                  </a:lnTo>
                  <a:lnTo>
                    <a:pt x="1988" y="632"/>
                  </a:lnTo>
                  <a:lnTo>
                    <a:pt x="1968" y="586"/>
                  </a:lnTo>
                  <a:lnTo>
                    <a:pt x="1944" y="542"/>
                  </a:lnTo>
                  <a:lnTo>
                    <a:pt x="1920" y="498"/>
                  </a:lnTo>
                  <a:lnTo>
                    <a:pt x="1894" y="456"/>
                  </a:lnTo>
                  <a:lnTo>
                    <a:pt x="1864" y="416"/>
                  </a:lnTo>
                  <a:lnTo>
                    <a:pt x="1834" y="376"/>
                  </a:lnTo>
                  <a:lnTo>
                    <a:pt x="1800" y="338"/>
                  </a:lnTo>
                  <a:lnTo>
                    <a:pt x="1766" y="302"/>
                  </a:lnTo>
                  <a:lnTo>
                    <a:pt x="1730" y="268"/>
                  </a:lnTo>
                  <a:lnTo>
                    <a:pt x="1692" y="236"/>
                  </a:lnTo>
                  <a:lnTo>
                    <a:pt x="1654" y="206"/>
                  </a:lnTo>
                  <a:lnTo>
                    <a:pt x="1614" y="176"/>
                  </a:lnTo>
                  <a:lnTo>
                    <a:pt x="1572" y="150"/>
                  </a:lnTo>
                  <a:lnTo>
                    <a:pt x="1528" y="124"/>
                  </a:lnTo>
                  <a:lnTo>
                    <a:pt x="1484" y="102"/>
                  </a:lnTo>
                  <a:lnTo>
                    <a:pt x="1438" y="80"/>
                  </a:lnTo>
                  <a:lnTo>
                    <a:pt x="1390" y="62"/>
                  </a:lnTo>
                  <a:lnTo>
                    <a:pt x="1342" y="46"/>
                  </a:lnTo>
                  <a:lnTo>
                    <a:pt x="1294" y="32"/>
                  </a:lnTo>
                  <a:lnTo>
                    <a:pt x="1244" y="20"/>
                  </a:lnTo>
                  <a:lnTo>
                    <a:pt x="1192" y="12"/>
                  </a:lnTo>
                  <a:lnTo>
                    <a:pt x="1140" y="4"/>
                  </a:lnTo>
                  <a:lnTo>
                    <a:pt x="1088" y="0"/>
                  </a:lnTo>
                  <a:lnTo>
                    <a:pt x="1034" y="0"/>
                  </a:lnTo>
                  <a:lnTo>
                    <a:pt x="1034"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5" name="Freeform 10"/>
            <p:cNvSpPr/>
            <p:nvPr/>
          </p:nvSpPr>
          <p:spPr bwMode="auto">
            <a:xfrm>
              <a:off x="1373188" y="2230438"/>
              <a:ext cx="1806575" cy="2733675"/>
            </a:xfrm>
            <a:custGeom>
              <a:avLst/>
              <a:gdLst>
                <a:gd name="T0" fmla="*/ 1004 w 1138"/>
                <a:gd name="T1" fmla="*/ 878 h 1722"/>
                <a:gd name="T2" fmla="*/ 868 w 1138"/>
                <a:gd name="T3" fmla="*/ 816 h 1722"/>
                <a:gd name="T4" fmla="*/ 660 w 1138"/>
                <a:gd name="T5" fmla="*/ 754 h 1722"/>
                <a:gd name="T6" fmla="*/ 448 w 1138"/>
                <a:gd name="T7" fmla="*/ 702 h 1722"/>
                <a:gd name="T8" fmla="*/ 358 w 1138"/>
                <a:gd name="T9" fmla="*/ 664 h 1722"/>
                <a:gd name="T10" fmla="*/ 304 w 1138"/>
                <a:gd name="T11" fmla="*/ 612 h 1722"/>
                <a:gd name="T12" fmla="*/ 292 w 1138"/>
                <a:gd name="T13" fmla="*/ 546 h 1722"/>
                <a:gd name="T14" fmla="*/ 322 w 1138"/>
                <a:gd name="T15" fmla="*/ 482 h 1722"/>
                <a:gd name="T16" fmla="*/ 386 w 1138"/>
                <a:gd name="T17" fmla="*/ 436 h 1722"/>
                <a:gd name="T18" fmla="*/ 510 w 1138"/>
                <a:gd name="T19" fmla="*/ 410 h 1722"/>
                <a:gd name="T20" fmla="*/ 718 w 1138"/>
                <a:gd name="T21" fmla="*/ 418 h 1722"/>
                <a:gd name="T22" fmla="*/ 860 w 1138"/>
                <a:gd name="T23" fmla="*/ 460 h 1722"/>
                <a:gd name="T24" fmla="*/ 918 w 1138"/>
                <a:gd name="T25" fmla="*/ 486 h 1722"/>
                <a:gd name="T26" fmla="*/ 988 w 1138"/>
                <a:gd name="T27" fmla="*/ 484 h 1722"/>
                <a:gd name="T28" fmla="*/ 1040 w 1138"/>
                <a:gd name="T29" fmla="*/ 444 h 1722"/>
                <a:gd name="T30" fmla="*/ 1040 w 1138"/>
                <a:gd name="T31" fmla="*/ 374 h 1722"/>
                <a:gd name="T32" fmla="*/ 980 w 1138"/>
                <a:gd name="T33" fmla="*/ 302 h 1722"/>
                <a:gd name="T34" fmla="*/ 858 w 1138"/>
                <a:gd name="T35" fmla="*/ 242 h 1722"/>
                <a:gd name="T36" fmla="*/ 702 w 1138"/>
                <a:gd name="T37" fmla="*/ 210 h 1722"/>
                <a:gd name="T38" fmla="*/ 620 w 1138"/>
                <a:gd name="T39" fmla="*/ 66 h 1722"/>
                <a:gd name="T40" fmla="*/ 572 w 1138"/>
                <a:gd name="T41" fmla="*/ 8 h 1722"/>
                <a:gd name="T42" fmla="*/ 508 w 1138"/>
                <a:gd name="T43" fmla="*/ 8 h 1722"/>
                <a:gd name="T44" fmla="*/ 460 w 1138"/>
                <a:gd name="T45" fmla="*/ 66 h 1722"/>
                <a:gd name="T46" fmla="*/ 336 w 1138"/>
                <a:gd name="T47" fmla="*/ 226 h 1722"/>
                <a:gd name="T48" fmla="*/ 162 w 1138"/>
                <a:gd name="T49" fmla="*/ 294 h 1722"/>
                <a:gd name="T50" fmla="*/ 94 w 1138"/>
                <a:gd name="T51" fmla="*/ 348 h 1722"/>
                <a:gd name="T52" fmla="*/ 46 w 1138"/>
                <a:gd name="T53" fmla="*/ 414 h 1722"/>
                <a:gd name="T54" fmla="*/ 8 w 1138"/>
                <a:gd name="T55" fmla="*/ 506 h 1722"/>
                <a:gd name="T56" fmla="*/ 4 w 1138"/>
                <a:gd name="T57" fmla="*/ 606 h 1722"/>
                <a:gd name="T58" fmla="*/ 44 w 1138"/>
                <a:gd name="T59" fmla="*/ 734 h 1722"/>
                <a:gd name="T60" fmla="*/ 128 w 1138"/>
                <a:gd name="T61" fmla="*/ 824 h 1722"/>
                <a:gd name="T62" fmla="*/ 248 w 1138"/>
                <a:gd name="T63" fmla="*/ 882 h 1722"/>
                <a:gd name="T64" fmla="*/ 520 w 1138"/>
                <a:gd name="T65" fmla="*/ 956 h 1722"/>
                <a:gd name="T66" fmla="*/ 728 w 1138"/>
                <a:gd name="T67" fmla="*/ 1012 h 1722"/>
                <a:gd name="T68" fmla="*/ 828 w 1138"/>
                <a:gd name="T69" fmla="*/ 1084 h 1722"/>
                <a:gd name="T70" fmla="*/ 850 w 1138"/>
                <a:gd name="T71" fmla="*/ 1152 h 1722"/>
                <a:gd name="T72" fmla="*/ 826 w 1138"/>
                <a:gd name="T73" fmla="*/ 1240 h 1722"/>
                <a:gd name="T74" fmla="*/ 764 w 1138"/>
                <a:gd name="T75" fmla="*/ 1302 h 1722"/>
                <a:gd name="T76" fmla="*/ 676 w 1138"/>
                <a:gd name="T77" fmla="*/ 1338 h 1722"/>
                <a:gd name="T78" fmla="*/ 572 w 1138"/>
                <a:gd name="T79" fmla="*/ 1350 h 1722"/>
                <a:gd name="T80" fmla="*/ 412 w 1138"/>
                <a:gd name="T81" fmla="*/ 1332 h 1722"/>
                <a:gd name="T82" fmla="*/ 278 w 1138"/>
                <a:gd name="T83" fmla="*/ 1292 h 1722"/>
                <a:gd name="T84" fmla="*/ 116 w 1138"/>
                <a:gd name="T85" fmla="*/ 1234 h 1722"/>
                <a:gd name="T86" fmla="*/ 44 w 1138"/>
                <a:gd name="T87" fmla="*/ 1248 h 1722"/>
                <a:gd name="T88" fmla="*/ 2 w 1138"/>
                <a:gd name="T89" fmla="*/ 1302 h 1722"/>
                <a:gd name="T90" fmla="*/ 6 w 1138"/>
                <a:gd name="T91" fmla="*/ 1356 h 1722"/>
                <a:gd name="T92" fmla="*/ 44 w 1138"/>
                <a:gd name="T93" fmla="*/ 1410 h 1722"/>
                <a:gd name="T94" fmla="*/ 162 w 1138"/>
                <a:gd name="T95" fmla="*/ 1484 h 1722"/>
                <a:gd name="T96" fmla="*/ 338 w 1138"/>
                <a:gd name="T97" fmla="*/ 1534 h 1722"/>
                <a:gd name="T98" fmla="*/ 460 w 1138"/>
                <a:gd name="T99" fmla="*/ 1656 h 1722"/>
                <a:gd name="T100" fmla="*/ 508 w 1138"/>
                <a:gd name="T101" fmla="*/ 1716 h 1722"/>
                <a:gd name="T102" fmla="*/ 572 w 1138"/>
                <a:gd name="T103" fmla="*/ 1716 h 1722"/>
                <a:gd name="T104" fmla="*/ 620 w 1138"/>
                <a:gd name="T105" fmla="*/ 1656 h 1722"/>
                <a:gd name="T106" fmla="*/ 702 w 1138"/>
                <a:gd name="T107" fmla="*/ 1540 h 1722"/>
                <a:gd name="T108" fmla="*/ 878 w 1138"/>
                <a:gd name="T109" fmla="*/ 1492 h 1722"/>
                <a:gd name="T110" fmla="*/ 1004 w 1138"/>
                <a:gd name="T111" fmla="*/ 1416 h 1722"/>
                <a:gd name="T112" fmla="*/ 1080 w 1138"/>
                <a:gd name="T113" fmla="*/ 1328 h 1722"/>
                <a:gd name="T114" fmla="*/ 1120 w 1138"/>
                <a:gd name="T115" fmla="*/ 1246 h 1722"/>
                <a:gd name="T116" fmla="*/ 1138 w 1138"/>
                <a:gd name="T117" fmla="*/ 1130 h 1722"/>
                <a:gd name="T118" fmla="*/ 1120 w 1138"/>
                <a:gd name="T119" fmla="*/ 1020 h 1722"/>
                <a:gd name="T120" fmla="*/ 1066 w 1138"/>
                <a:gd name="T121" fmla="*/ 932 h 17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138" h="1722">
                  <a:moveTo>
                    <a:pt x="1066" y="932"/>
                  </a:moveTo>
                  <a:lnTo>
                    <a:pt x="1066" y="932"/>
                  </a:lnTo>
                  <a:lnTo>
                    <a:pt x="1046" y="914"/>
                  </a:lnTo>
                  <a:lnTo>
                    <a:pt x="1026" y="896"/>
                  </a:lnTo>
                  <a:lnTo>
                    <a:pt x="1004" y="878"/>
                  </a:lnTo>
                  <a:lnTo>
                    <a:pt x="980" y="864"/>
                  </a:lnTo>
                  <a:lnTo>
                    <a:pt x="956" y="850"/>
                  </a:lnTo>
                  <a:lnTo>
                    <a:pt x="928" y="838"/>
                  </a:lnTo>
                  <a:lnTo>
                    <a:pt x="900" y="826"/>
                  </a:lnTo>
                  <a:lnTo>
                    <a:pt x="868" y="816"/>
                  </a:lnTo>
                  <a:lnTo>
                    <a:pt x="868" y="816"/>
                  </a:lnTo>
                  <a:lnTo>
                    <a:pt x="798" y="794"/>
                  </a:lnTo>
                  <a:lnTo>
                    <a:pt x="728" y="774"/>
                  </a:lnTo>
                  <a:lnTo>
                    <a:pt x="728" y="774"/>
                  </a:lnTo>
                  <a:lnTo>
                    <a:pt x="660" y="754"/>
                  </a:lnTo>
                  <a:lnTo>
                    <a:pt x="594" y="738"/>
                  </a:lnTo>
                  <a:lnTo>
                    <a:pt x="594" y="738"/>
                  </a:lnTo>
                  <a:lnTo>
                    <a:pt x="474" y="710"/>
                  </a:lnTo>
                  <a:lnTo>
                    <a:pt x="474" y="710"/>
                  </a:lnTo>
                  <a:lnTo>
                    <a:pt x="448" y="702"/>
                  </a:lnTo>
                  <a:lnTo>
                    <a:pt x="422" y="694"/>
                  </a:lnTo>
                  <a:lnTo>
                    <a:pt x="400" y="684"/>
                  </a:lnTo>
                  <a:lnTo>
                    <a:pt x="378" y="674"/>
                  </a:lnTo>
                  <a:lnTo>
                    <a:pt x="378" y="674"/>
                  </a:lnTo>
                  <a:lnTo>
                    <a:pt x="358" y="664"/>
                  </a:lnTo>
                  <a:lnTo>
                    <a:pt x="342" y="652"/>
                  </a:lnTo>
                  <a:lnTo>
                    <a:pt x="326" y="640"/>
                  </a:lnTo>
                  <a:lnTo>
                    <a:pt x="314" y="626"/>
                  </a:lnTo>
                  <a:lnTo>
                    <a:pt x="314" y="626"/>
                  </a:lnTo>
                  <a:lnTo>
                    <a:pt x="304" y="612"/>
                  </a:lnTo>
                  <a:lnTo>
                    <a:pt x="296" y="596"/>
                  </a:lnTo>
                  <a:lnTo>
                    <a:pt x="292" y="578"/>
                  </a:lnTo>
                  <a:lnTo>
                    <a:pt x="290" y="558"/>
                  </a:lnTo>
                  <a:lnTo>
                    <a:pt x="290" y="558"/>
                  </a:lnTo>
                  <a:lnTo>
                    <a:pt x="292" y="546"/>
                  </a:lnTo>
                  <a:lnTo>
                    <a:pt x="294" y="532"/>
                  </a:lnTo>
                  <a:lnTo>
                    <a:pt x="300" y="516"/>
                  </a:lnTo>
                  <a:lnTo>
                    <a:pt x="310" y="500"/>
                  </a:lnTo>
                  <a:lnTo>
                    <a:pt x="310" y="500"/>
                  </a:lnTo>
                  <a:lnTo>
                    <a:pt x="322" y="482"/>
                  </a:lnTo>
                  <a:lnTo>
                    <a:pt x="334" y="468"/>
                  </a:lnTo>
                  <a:lnTo>
                    <a:pt x="350" y="456"/>
                  </a:lnTo>
                  <a:lnTo>
                    <a:pt x="368" y="446"/>
                  </a:lnTo>
                  <a:lnTo>
                    <a:pt x="368" y="446"/>
                  </a:lnTo>
                  <a:lnTo>
                    <a:pt x="386" y="436"/>
                  </a:lnTo>
                  <a:lnTo>
                    <a:pt x="406" y="428"/>
                  </a:lnTo>
                  <a:lnTo>
                    <a:pt x="430" y="422"/>
                  </a:lnTo>
                  <a:lnTo>
                    <a:pt x="456" y="416"/>
                  </a:lnTo>
                  <a:lnTo>
                    <a:pt x="456" y="416"/>
                  </a:lnTo>
                  <a:lnTo>
                    <a:pt x="510" y="410"/>
                  </a:lnTo>
                  <a:lnTo>
                    <a:pt x="570" y="408"/>
                  </a:lnTo>
                  <a:lnTo>
                    <a:pt x="570" y="408"/>
                  </a:lnTo>
                  <a:lnTo>
                    <a:pt x="624" y="410"/>
                  </a:lnTo>
                  <a:lnTo>
                    <a:pt x="674" y="412"/>
                  </a:lnTo>
                  <a:lnTo>
                    <a:pt x="718" y="418"/>
                  </a:lnTo>
                  <a:lnTo>
                    <a:pt x="758" y="426"/>
                  </a:lnTo>
                  <a:lnTo>
                    <a:pt x="758" y="426"/>
                  </a:lnTo>
                  <a:lnTo>
                    <a:pt x="796" y="436"/>
                  </a:lnTo>
                  <a:lnTo>
                    <a:pt x="830" y="448"/>
                  </a:lnTo>
                  <a:lnTo>
                    <a:pt x="860" y="460"/>
                  </a:lnTo>
                  <a:lnTo>
                    <a:pt x="888" y="476"/>
                  </a:lnTo>
                  <a:lnTo>
                    <a:pt x="888" y="476"/>
                  </a:lnTo>
                  <a:lnTo>
                    <a:pt x="904" y="482"/>
                  </a:lnTo>
                  <a:lnTo>
                    <a:pt x="918" y="486"/>
                  </a:lnTo>
                  <a:lnTo>
                    <a:pt x="918" y="486"/>
                  </a:lnTo>
                  <a:lnTo>
                    <a:pt x="934" y="488"/>
                  </a:lnTo>
                  <a:lnTo>
                    <a:pt x="948" y="490"/>
                  </a:lnTo>
                  <a:lnTo>
                    <a:pt x="948" y="490"/>
                  </a:lnTo>
                  <a:lnTo>
                    <a:pt x="968" y="488"/>
                  </a:lnTo>
                  <a:lnTo>
                    <a:pt x="988" y="484"/>
                  </a:lnTo>
                  <a:lnTo>
                    <a:pt x="1004" y="478"/>
                  </a:lnTo>
                  <a:lnTo>
                    <a:pt x="1018" y="470"/>
                  </a:lnTo>
                  <a:lnTo>
                    <a:pt x="1018" y="470"/>
                  </a:lnTo>
                  <a:lnTo>
                    <a:pt x="1032" y="458"/>
                  </a:lnTo>
                  <a:lnTo>
                    <a:pt x="1040" y="444"/>
                  </a:lnTo>
                  <a:lnTo>
                    <a:pt x="1046" y="430"/>
                  </a:lnTo>
                  <a:lnTo>
                    <a:pt x="1046" y="412"/>
                  </a:lnTo>
                  <a:lnTo>
                    <a:pt x="1046" y="412"/>
                  </a:lnTo>
                  <a:lnTo>
                    <a:pt x="1046" y="392"/>
                  </a:lnTo>
                  <a:lnTo>
                    <a:pt x="1040" y="374"/>
                  </a:lnTo>
                  <a:lnTo>
                    <a:pt x="1032" y="356"/>
                  </a:lnTo>
                  <a:lnTo>
                    <a:pt x="1018" y="336"/>
                  </a:lnTo>
                  <a:lnTo>
                    <a:pt x="1018" y="336"/>
                  </a:lnTo>
                  <a:lnTo>
                    <a:pt x="1000" y="318"/>
                  </a:lnTo>
                  <a:lnTo>
                    <a:pt x="980" y="302"/>
                  </a:lnTo>
                  <a:lnTo>
                    <a:pt x="954" y="284"/>
                  </a:lnTo>
                  <a:lnTo>
                    <a:pt x="926" y="270"/>
                  </a:lnTo>
                  <a:lnTo>
                    <a:pt x="926" y="270"/>
                  </a:lnTo>
                  <a:lnTo>
                    <a:pt x="894" y="256"/>
                  </a:lnTo>
                  <a:lnTo>
                    <a:pt x="858" y="242"/>
                  </a:lnTo>
                  <a:lnTo>
                    <a:pt x="816" y="232"/>
                  </a:lnTo>
                  <a:lnTo>
                    <a:pt x="772" y="222"/>
                  </a:lnTo>
                  <a:lnTo>
                    <a:pt x="772" y="222"/>
                  </a:lnTo>
                  <a:lnTo>
                    <a:pt x="738" y="216"/>
                  </a:lnTo>
                  <a:lnTo>
                    <a:pt x="702" y="210"/>
                  </a:lnTo>
                  <a:lnTo>
                    <a:pt x="662" y="208"/>
                  </a:lnTo>
                  <a:lnTo>
                    <a:pt x="622" y="206"/>
                  </a:lnTo>
                  <a:lnTo>
                    <a:pt x="622" y="82"/>
                  </a:lnTo>
                  <a:lnTo>
                    <a:pt x="622" y="82"/>
                  </a:lnTo>
                  <a:lnTo>
                    <a:pt x="620" y="66"/>
                  </a:lnTo>
                  <a:lnTo>
                    <a:pt x="616" y="50"/>
                  </a:lnTo>
                  <a:lnTo>
                    <a:pt x="608" y="36"/>
                  </a:lnTo>
                  <a:lnTo>
                    <a:pt x="598" y="24"/>
                  </a:lnTo>
                  <a:lnTo>
                    <a:pt x="586" y="14"/>
                  </a:lnTo>
                  <a:lnTo>
                    <a:pt x="572" y="8"/>
                  </a:lnTo>
                  <a:lnTo>
                    <a:pt x="556" y="2"/>
                  </a:lnTo>
                  <a:lnTo>
                    <a:pt x="540" y="0"/>
                  </a:lnTo>
                  <a:lnTo>
                    <a:pt x="540" y="0"/>
                  </a:lnTo>
                  <a:lnTo>
                    <a:pt x="524" y="2"/>
                  </a:lnTo>
                  <a:lnTo>
                    <a:pt x="508" y="8"/>
                  </a:lnTo>
                  <a:lnTo>
                    <a:pt x="494" y="14"/>
                  </a:lnTo>
                  <a:lnTo>
                    <a:pt x="482" y="24"/>
                  </a:lnTo>
                  <a:lnTo>
                    <a:pt x="472" y="36"/>
                  </a:lnTo>
                  <a:lnTo>
                    <a:pt x="464" y="50"/>
                  </a:lnTo>
                  <a:lnTo>
                    <a:pt x="460" y="66"/>
                  </a:lnTo>
                  <a:lnTo>
                    <a:pt x="458" y="82"/>
                  </a:lnTo>
                  <a:lnTo>
                    <a:pt x="458" y="208"/>
                  </a:lnTo>
                  <a:lnTo>
                    <a:pt x="458" y="208"/>
                  </a:lnTo>
                  <a:lnTo>
                    <a:pt x="396" y="214"/>
                  </a:lnTo>
                  <a:lnTo>
                    <a:pt x="336" y="226"/>
                  </a:lnTo>
                  <a:lnTo>
                    <a:pt x="336" y="226"/>
                  </a:lnTo>
                  <a:lnTo>
                    <a:pt x="288" y="238"/>
                  </a:lnTo>
                  <a:lnTo>
                    <a:pt x="242" y="254"/>
                  </a:lnTo>
                  <a:lnTo>
                    <a:pt x="200" y="272"/>
                  </a:lnTo>
                  <a:lnTo>
                    <a:pt x="162" y="294"/>
                  </a:lnTo>
                  <a:lnTo>
                    <a:pt x="162" y="294"/>
                  </a:lnTo>
                  <a:lnTo>
                    <a:pt x="142" y="306"/>
                  </a:lnTo>
                  <a:lnTo>
                    <a:pt x="126" y="320"/>
                  </a:lnTo>
                  <a:lnTo>
                    <a:pt x="110" y="334"/>
                  </a:lnTo>
                  <a:lnTo>
                    <a:pt x="94" y="348"/>
                  </a:lnTo>
                  <a:lnTo>
                    <a:pt x="80" y="364"/>
                  </a:lnTo>
                  <a:lnTo>
                    <a:pt x="68" y="380"/>
                  </a:lnTo>
                  <a:lnTo>
                    <a:pt x="56" y="396"/>
                  </a:lnTo>
                  <a:lnTo>
                    <a:pt x="46" y="414"/>
                  </a:lnTo>
                  <a:lnTo>
                    <a:pt x="46" y="414"/>
                  </a:lnTo>
                  <a:lnTo>
                    <a:pt x="36" y="432"/>
                  </a:lnTo>
                  <a:lnTo>
                    <a:pt x="26" y="450"/>
                  </a:lnTo>
                  <a:lnTo>
                    <a:pt x="20" y="470"/>
                  </a:lnTo>
                  <a:lnTo>
                    <a:pt x="14" y="488"/>
                  </a:lnTo>
                  <a:lnTo>
                    <a:pt x="8" y="506"/>
                  </a:lnTo>
                  <a:lnTo>
                    <a:pt x="4" y="526"/>
                  </a:lnTo>
                  <a:lnTo>
                    <a:pt x="2" y="546"/>
                  </a:lnTo>
                  <a:lnTo>
                    <a:pt x="2" y="566"/>
                  </a:lnTo>
                  <a:lnTo>
                    <a:pt x="2" y="566"/>
                  </a:lnTo>
                  <a:lnTo>
                    <a:pt x="4" y="606"/>
                  </a:lnTo>
                  <a:lnTo>
                    <a:pt x="10" y="642"/>
                  </a:lnTo>
                  <a:lnTo>
                    <a:pt x="18" y="676"/>
                  </a:lnTo>
                  <a:lnTo>
                    <a:pt x="30" y="706"/>
                  </a:lnTo>
                  <a:lnTo>
                    <a:pt x="30" y="706"/>
                  </a:lnTo>
                  <a:lnTo>
                    <a:pt x="44" y="734"/>
                  </a:lnTo>
                  <a:lnTo>
                    <a:pt x="62" y="760"/>
                  </a:lnTo>
                  <a:lnTo>
                    <a:pt x="82" y="782"/>
                  </a:lnTo>
                  <a:lnTo>
                    <a:pt x="104" y="804"/>
                  </a:lnTo>
                  <a:lnTo>
                    <a:pt x="104" y="804"/>
                  </a:lnTo>
                  <a:lnTo>
                    <a:pt x="128" y="824"/>
                  </a:lnTo>
                  <a:lnTo>
                    <a:pt x="154" y="840"/>
                  </a:lnTo>
                  <a:lnTo>
                    <a:pt x="184" y="856"/>
                  </a:lnTo>
                  <a:lnTo>
                    <a:pt x="216" y="870"/>
                  </a:lnTo>
                  <a:lnTo>
                    <a:pt x="216" y="870"/>
                  </a:lnTo>
                  <a:lnTo>
                    <a:pt x="248" y="882"/>
                  </a:lnTo>
                  <a:lnTo>
                    <a:pt x="284" y="896"/>
                  </a:lnTo>
                  <a:lnTo>
                    <a:pt x="358" y="918"/>
                  </a:lnTo>
                  <a:lnTo>
                    <a:pt x="358" y="918"/>
                  </a:lnTo>
                  <a:lnTo>
                    <a:pt x="436" y="936"/>
                  </a:lnTo>
                  <a:lnTo>
                    <a:pt x="520" y="956"/>
                  </a:lnTo>
                  <a:lnTo>
                    <a:pt x="520" y="956"/>
                  </a:lnTo>
                  <a:lnTo>
                    <a:pt x="604" y="976"/>
                  </a:lnTo>
                  <a:lnTo>
                    <a:pt x="692" y="1000"/>
                  </a:lnTo>
                  <a:lnTo>
                    <a:pt x="692" y="1000"/>
                  </a:lnTo>
                  <a:lnTo>
                    <a:pt x="728" y="1012"/>
                  </a:lnTo>
                  <a:lnTo>
                    <a:pt x="758" y="1026"/>
                  </a:lnTo>
                  <a:lnTo>
                    <a:pt x="786" y="1044"/>
                  </a:lnTo>
                  <a:lnTo>
                    <a:pt x="810" y="1062"/>
                  </a:lnTo>
                  <a:lnTo>
                    <a:pt x="810" y="1062"/>
                  </a:lnTo>
                  <a:lnTo>
                    <a:pt x="828" y="1084"/>
                  </a:lnTo>
                  <a:lnTo>
                    <a:pt x="840" y="1106"/>
                  </a:lnTo>
                  <a:lnTo>
                    <a:pt x="844" y="1118"/>
                  </a:lnTo>
                  <a:lnTo>
                    <a:pt x="848" y="1128"/>
                  </a:lnTo>
                  <a:lnTo>
                    <a:pt x="850" y="1140"/>
                  </a:lnTo>
                  <a:lnTo>
                    <a:pt x="850" y="1152"/>
                  </a:lnTo>
                  <a:lnTo>
                    <a:pt x="850" y="1152"/>
                  </a:lnTo>
                  <a:lnTo>
                    <a:pt x="850" y="1176"/>
                  </a:lnTo>
                  <a:lnTo>
                    <a:pt x="844" y="1200"/>
                  </a:lnTo>
                  <a:lnTo>
                    <a:pt x="836" y="1222"/>
                  </a:lnTo>
                  <a:lnTo>
                    <a:pt x="826" y="1240"/>
                  </a:lnTo>
                  <a:lnTo>
                    <a:pt x="826" y="1240"/>
                  </a:lnTo>
                  <a:lnTo>
                    <a:pt x="814" y="1258"/>
                  </a:lnTo>
                  <a:lnTo>
                    <a:pt x="800" y="1276"/>
                  </a:lnTo>
                  <a:lnTo>
                    <a:pt x="782" y="1290"/>
                  </a:lnTo>
                  <a:lnTo>
                    <a:pt x="764" y="1302"/>
                  </a:lnTo>
                  <a:lnTo>
                    <a:pt x="764" y="1302"/>
                  </a:lnTo>
                  <a:lnTo>
                    <a:pt x="744" y="1314"/>
                  </a:lnTo>
                  <a:lnTo>
                    <a:pt x="722" y="1324"/>
                  </a:lnTo>
                  <a:lnTo>
                    <a:pt x="700" y="1332"/>
                  </a:lnTo>
                  <a:lnTo>
                    <a:pt x="676" y="1338"/>
                  </a:lnTo>
                  <a:lnTo>
                    <a:pt x="676" y="1338"/>
                  </a:lnTo>
                  <a:lnTo>
                    <a:pt x="650" y="1344"/>
                  </a:lnTo>
                  <a:lnTo>
                    <a:pt x="624" y="1346"/>
                  </a:lnTo>
                  <a:lnTo>
                    <a:pt x="598" y="1348"/>
                  </a:lnTo>
                  <a:lnTo>
                    <a:pt x="572" y="1350"/>
                  </a:lnTo>
                  <a:lnTo>
                    <a:pt x="572" y="1350"/>
                  </a:lnTo>
                  <a:lnTo>
                    <a:pt x="530" y="1348"/>
                  </a:lnTo>
                  <a:lnTo>
                    <a:pt x="490" y="1346"/>
                  </a:lnTo>
                  <a:lnTo>
                    <a:pt x="450" y="1340"/>
                  </a:lnTo>
                  <a:lnTo>
                    <a:pt x="412" y="1332"/>
                  </a:lnTo>
                  <a:lnTo>
                    <a:pt x="412" y="1332"/>
                  </a:lnTo>
                  <a:lnTo>
                    <a:pt x="378" y="1324"/>
                  </a:lnTo>
                  <a:lnTo>
                    <a:pt x="344" y="1314"/>
                  </a:lnTo>
                  <a:lnTo>
                    <a:pt x="278" y="1292"/>
                  </a:lnTo>
                  <a:lnTo>
                    <a:pt x="278" y="1292"/>
                  </a:lnTo>
                  <a:lnTo>
                    <a:pt x="174" y="1250"/>
                  </a:lnTo>
                  <a:lnTo>
                    <a:pt x="174" y="1250"/>
                  </a:lnTo>
                  <a:lnTo>
                    <a:pt x="152" y="1244"/>
                  </a:lnTo>
                  <a:lnTo>
                    <a:pt x="134" y="1238"/>
                  </a:lnTo>
                  <a:lnTo>
                    <a:pt x="116" y="1234"/>
                  </a:lnTo>
                  <a:lnTo>
                    <a:pt x="102" y="1234"/>
                  </a:lnTo>
                  <a:lnTo>
                    <a:pt x="102" y="1234"/>
                  </a:lnTo>
                  <a:lnTo>
                    <a:pt x="80" y="1236"/>
                  </a:lnTo>
                  <a:lnTo>
                    <a:pt x="62" y="1240"/>
                  </a:lnTo>
                  <a:lnTo>
                    <a:pt x="44" y="1248"/>
                  </a:lnTo>
                  <a:lnTo>
                    <a:pt x="30" y="1258"/>
                  </a:lnTo>
                  <a:lnTo>
                    <a:pt x="30" y="1258"/>
                  </a:lnTo>
                  <a:lnTo>
                    <a:pt x="18" y="1272"/>
                  </a:lnTo>
                  <a:lnTo>
                    <a:pt x="8" y="1286"/>
                  </a:lnTo>
                  <a:lnTo>
                    <a:pt x="2" y="1302"/>
                  </a:lnTo>
                  <a:lnTo>
                    <a:pt x="0" y="1320"/>
                  </a:lnTo>
                  <a:lnTo>
                    <a:pt x="0" y="1320"/>
                  </a:lnTo>
                  <a:lnTo>
                    <a:pt x="2" y="1332"/>
                  </a:lnTo>
                  <a:lnTo>
                    <a:pt x="4" y="1344"/>
                  </a:lnTo>
                  <a:lnTo>
                    <a:pt x="6" y="1356"/>
                  </a:lnTo>
                  <a:lnTo>
                    <a:pt x="12" y="1366"/>
                  </a:lnTo>
                  <a:lnTo>
                    <a:pt x="18" y="1378"/>
                  </a:lnTo>
                  <a:lnTo>
                    <a:pt x="24" y="1388"/>
                  </a:lnTo>
                  <a:lnTo>
                    <a:pt x="44" y="1410"/>
                  </a:lnTo>
                  <a:lnTo>
                    <a:pt x="44" y="1410"/>
                  </a:lnTo>
                  <a:lnTo>
                    <a:pt x="68" y="1430"/>
                  </a:lnTo>
                  <a:lnTo>
                    <a:pt x="96" y="1450"/>
                  </a:lnTo>
                  <a:lnTo>
                    <a:pt x="128" y="1468"/>
                  </a:lnTo>
                  <a:lnTo>
                    <a:pt x="162" y="1484"/>
                  </a:lnTo>
                  <a:lnTo>
                    <a:pt x="162" y="1484"/>
                  </a:lnTo>
                  <a:lnTo>
                    <a:pt x="202" y="1498"/>
                  </a:lnTo>
                  <a:lnTo>
                    <a:pt x="244" y="1512"/>
                  </a:lnTo>
                  <a:lnTo>
                    <a:pt x="290" y="1524"/>
                  </a:lnTo>
                  <a:lnTo>
                    <a:pt x="338" y="1534"/>
                  </a:lnTo>
                  <a:lnTo>
                    <a:pt x="338" y="1534"/>
                  </a:lnTo>
                  <a:lnTo>
                    <a:pt x="396" y="1542"/>
                  </a:lnTo>
                  <a:lnTo>
                    <a:pt x="458" y="1548"/>
                  </a:lnTo>
                  <a:lnTo>
                    <a:pt x="458" y="1640"/>
                  </a:lnTo>
                  <a:lnTo>
                    <a:pt x="458" y="1640"/>
                  </a:lnTo>
                  <a:lnTo>
                    <a:pt x="460" y="1656"/>
                  </a:lnTo>
                  <a:lnTo>
                    <a:pt x="464" y="1672"/>
                  </a:lnTo>
                  <a:lnTo>
                    <a:pt x="472" y="1686"/>
                  </a:lnTo>
                  <a:lnTo>
                    <a:pt x="482" y="1698"/>
                  </a:lnTo>
                  <a:lnTo>
                    <a:pt x="494" y="1708"/>
                  </a:lnTo>
                  <a:lnTo>
                    <a:pt x="508" y="1716"/>
                  </a:lnTo>
                  <a:lnTo>
                    <a:pt x="524" y="1720"/>
                  </a:lnTo>
                  <a:lnTo>
                    <a:pt x="540" y="1722"/>
                  </a:lnTo>
                  <a:lnTo>
                    <a:pt x="540" y="1722"/>
                  </a:lnTo>
                  <a:lnTo>
                    <a:pt x="556" y="1720"/>
                  </a:lnTo>
                  <a:lnTo>
                    <a:pt x="572" y="1716"/>
                  </a:lnTo>
                  <a:lnTo>
                    <a:pt x="586" y="1708"/>
                  </a:lnTo>
                  <a:lnTo>
                    <a:pt x="598" y="1698"/>
                  </a:lnTo>
                  <a:lnTo>
                    <a:pt x="608" y="1686"/>
                  </a:lnTo>
                  <a:lnTo>
                    <a:pt x="616" y="1672"/>
                  </a:lnTo>
                  <a:lnTo>
                    <a:pt x="620" y="1656"/>
                  </a:lnTo>
                  <a:lnTo>
                    <a:pt x="622" y="1640"/>
                  </a:lnTo>
                  <a:lnTo>
                    <a:pt x="622" y="1548"/>
                  </a:lnTo>
                  <a:lnTo>
                    <a:pt x="622" y="1548"/>
                  </a:lnTo>
                  <a:lnTo>
                    <a:pt x="662" y="1544"/>
                  </a:lnTo>
                  <a:lnTo>
                    <a:pt x="702" y="1540"/>
                  </a:lnTo>
                  <a:lnTo>
                    <a:pt x="740" y="1534"/>
                  </a:lnTo>
                  <a:lnTo>
                    <a:pt x="778" y="1526"/>
                  </a:lnTo>
                  <a:lnTo>
                    <a:pt x="778" y="1526"/>
                  </a:lnTo>
                  <a:lnTo>
                    <a:pt x="830" y="1510"/>
                  </a:lnTo>
                  <a:lnTo>
                    <a:pt x="878" y="1492"/>
                  </a:lnTo>
                  <a:lnTo>
                    <a:pt x="924" y="1470"/>
                  </a:lnTo>
                  <a:lnTo>
                    <a:pt x="966" y="1444"/>
                  </a:lnTo>
                  <a:lnTo>
                    <a:pt x="966" y="1444"/>
                  </a:lnTo>
                  <a:lnTo>
                    <a:pt x="984" y="1430"/>
                  </a:lnTo>
                  <a:lnTo>
                    <a:pt x="1004" y="1416"/>
                  </a:lnTo>
                  <a:lnTo>
                    <a:pt x="1020" y="1400"/>
                  </a:lnTo>
                  <a:lnTo>
                    <a:pt x="1038" y="1384"/>
                  </a:lnTo>
                  <a:lnTo>
                    <a:pt x="1052" y="1366"/>
                  </a:lnTo>
                  <a:lnTo>
                    <a:pt x="1066" y="1348"/>
                  </a:lnTo>
                  <a:lnTo>
                    <a:pt x="1080" y="1328"/>
                  </a:lnTo>
                  <a:lnTo>
                    <a:pt x="1092" y="1308"/>
                  </a:lnTo>
                  <a:lnTo>
                    <a:pt x="1092" y="1308"/>
                  </a:lnTo>
                  <a:lnTo>
                    <a:pt x="1102" y="1288"/>
                  </a:lnTo>
                  <a:lnTo>
                    <a:pt x="1112" y="1266"/>
                  </a:lnTo>
                  <a:lnTo>
                    <a:pt x="1120" y="1246"/>
                  </a:lnTo>
                  <a:lnTo>
                    <a:pt x="1126" y="1224"/>
                  </a:lnTo>
                  <a:lnTo>
                    <a:pt x="1130" y="1200"/>
                  </a:lnTo>
                  <a:lnTo>
                    <a:pt x="1134" y="1178"/>
                  </a:lnTo>
                  <a:lnTo>
                    <a:pt x="1136" y="1154"/>
                  </a:lnTo>
                  <a:lnTo>
                    <a:pt x="1138" y="1130"/>
                  </a:lnTo>
                  <a:lnTo>
                    <a:pt x="1138" y="1130"/>
                  </a:lnTo>
                  <a:lnTo>
                    <a:pt x="1136" y="1100"/>
                  </a:lnTo>
                  <a:lnTo>
                    <a:pt x="1132" y="1072"/>
                  </a:lnTo>
                  <a:lnTo>
                    <a:pt x="1128" y="1046"/>
                  </a:lnTo>
                  <a:lnTo>
                    <a:pt x="1120" y="1020"/>
                  </a:lnTo>
                  <a:lnTo>
                    <a:pt x="1110" y="996"/>
                  </a:lnTo>
                  <a:lnTo>
                    <a:pt x="1096" y="974"/>
                  </a:lnTo>
                  <a:lnTo>
                    <a:pt x="1082" y="952"/>
                  </a:lnTo>
                  <a:lnTo>
                    <a:pt x="1066" y="932"/>
                  </a:lnTo>
                  <a:lnTo>
                    <a:pt x="1066" y="93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grpSp>
      <p:sp>
        <p:nvSpPr>
          <p:cNvPr id="96" name="Freeform 4985"/>
          <p:cNvSpPr>
            <a:spLocks noEditPoints="1"/>
          </p:cNvSpPr>
          <p:nvPr/>
        </p:nvSpPr>
        <p:spPr bwMode="auto">
          <a:xfrm>
            <a:off x="4915545" y="5478960"/>
            <a:ext cx="514979" cy="469918"/>
          </a:xfrm>
          <a:custGeom>
            <a:avLst/>
            <a:gdLst>
              <a:gd name="T0" fmla="*/ 282 w 320"/>
              <a:gd name="T1" fmla="*/ 112 h 292"/>
              <a:gd name="T2" fmla="*/ 294 w 320"/>
              <a:gd name="T3" fmla="*/ 114 h 292"/>
              <a:gd name="T4" fmla="*/ 308 w 320"/>
              <a:gd name="T5" fmla="*/ 120 h 292"/>
              <a:gd name="T6" fmla="*/ 320 w 320"/>
              <a:gd name="T7" fmla="*/ 138 h 292"/>
              <a:gd name="T8" fmla="*/ 320 w 320"/>
              <a:gd name="T9" fmla="*/ 196 h 292"/>
              <a:gd name="T10" fmla="*/ 320 w 320"/>
              <a:gd name="T11" fmla="*/ 202 h 292"/>
              <a:gd name="T12" fmla="*/ 316 w 320"/>
              <a:gd name="T13" fmla="*/ 214 h 292"/>
              <a:gd name="T14" fmla="*/ 304 w 320"/>
              <a:gd name="T15" fmla="*/ 228 h 292"/>
              <a:gd name="T16" fmla="*/ 282 w 320"/>
              <a:gd name="T17" fmla="*/ 234 h 292"/>
              <a:gd name="T18" fmla="*/ 252 w 320"/>
              <a:gd name="T19" fmla="*/ 234 h 292"/>
              <a:gd name="T20" fmla="*/ 260 w 320"/>
              <a:gd name="T21" fmla="*/ 264 h 292"/>
              <a:gd name="T22" fmla="*/ 272 w 320"/>
              <a:gd name="T23" fmla="*/ 286 h 292"/>
              <a:gd name="T24" fmla="*/ 278 w 320"/>
              <a:gd name="T25" fmla="*/ 292 h 292"/>
              <a:gd name="T26" fmla="*/ 254 w 320"/>
              <a:gd name="T27" fmla="*/ 278 h 292"/>
              <a:gd name="T28" fmla="*/ 234 w 320"/>
              <a:gd name="T29" fmla="*/ 260 h 292"/>
              <a:gd name="T30" fmla="*/ 218 w 320"/>
              <a:gd name="T31" fmla="*/ 234 h 292"/>
              <a:gd name="T32" fmla="*/ 198 w 320"/>
              <a:gd name="T33" fmla="*/ 234 h 292"/>
              <a:gd name="T34" fmla="*/ 186 w 320"/>
              <a:gd name="T35" fmla="*/ 232 h 292"/>
              <a:gd name="T36" fmla="*/ 172 w 320"/>
              <a:gd name="T37" fmla="*/ 224 h 292"/>
              <a:gd name="T38" fmla="*/ 162 w 320"/>
              <a:gd name="T39" fmla="*/ 208 h 292"/>
              <a:gd name="T40" fmla="*/ 160 w 320"/>
              <a:gd name="T41" fmla="*/ 150 h 292"/>
              <a:gd name="T42" fmla="*/ 160 w 320"/>
              <a:gd name="T43" fmla="*/ 144 h 292"/>
              <a:gd name="T44" fmla="*/ 164 w 320"/>
              <a:gd name="T45" fmla="*/ 130 h 292"/>
              <a:gd name="T46" fmla="*/ 176 w 320"/>
              <a:gd name="T47" fmla="*/ 118 h 292"/>
              <a:gd name="T48" fmla="*/ 198 w 320"/>
              <a:gd name="T49" fmla="*/ 112 h 292"/>
              <a:gd name="T50" fmla="*/ 140 w 320"/>
              <a:gd name="T51" fmla="*/ 150 h 292"/>
              <a:gd name="T52" fmla="*/ 142 w 320"/>
              <a:gd name="T53" fmla="*/ 142 h 292"/>
              <a:gd name="T54" fmla="*/ 148 w 320"/>
              <a:gd name="T55" fmla="*/ 122 h 292"/>
              <a:gd name="T56" fmla="*/ 162 w 320"/>
              <a:gd name="T57" fmla="*/ 104 h 292"/>
              <a:gd name="T58" fmla="*/ 184 w 320"/>
              <a:gd name="T59" fmla="*/ 94 h 292"/>
              <a:gd name="T60" fmla="*/ 282 w 320"/>
              <a:gd name="T61" fmla="*/ 92 h 292"/>
              <a:gd name="T62" fmla="*/ 288 w 320"/>
              <a:gd name="T63" fmla="*/ 94 h 292"/>
              <a:gd name="T64" fmla="*/ 288 w 320"/>
              <a:gd name="T65" fmla="*/ 52 h 292"/>
              <a:gd name="T66" fmla="*/ 286 w 320"/>
              <a:gd name="T67" fmla="*/ 36 h 292"/>
              <a:gd name="T68" fmla="*/ 276 w 320"/>
              <a:gd name="T69" fmla="*/ 16 h 292"/>
              <a:gd name="T70" fmla="*/ 254 w 320"/>
              <a:gd name="T71" fmla="*/ 2 h 292"/>
              <a:gd name="T72" fmla="*/ 236 w 320"/>
              <a:gd name="T73" fmla="*/ 0 h 292"/>
              <a:gd name="T74" fmla="*/ 52 w 320"/>
              <a:gd name="T75" fmla="*/ 0 h 292"/>
              <a:gd name="T76" fmla="*/ 34 w 320"/>
              <a:gd name="T77" fmla="*/ 2 h 292"/>
              <a:gd name="T78" fmla="*/ 16 w 320"/>
              <a:gd name="T79" fmla="*/ 12 h 292"/>
              <a:gd name="T80" fmla="*/ 2 w 320"/>
              <a:gd name="T81" fmla="*/ 34 h 292"/>
              <a:gd name="T82" fmla="*/ 0 w 320"/>
              <a:gd name="T83" fmla="*/ 52 h 292"/>
              <a:gd name="T84" fmla="*/ 0 w 320"/>
              <a:gd name="T85" fmla="*/ 112 h 292"/>
              <a:gd name="T86" fmla="*/ 2 w 320"/>
              <a:gd name="T87" fmla="*/ 130 h 292"/>
              <a:gd name="T88" fmla="*/ 12 w 320"/>
              <a:gd name="T89" fmla="*/ 148 h 292"/>
              <a:gd name="T90" fmla="*/ 34 w 320"/>
              <a:gd name="T91" fmla="*/ 162 h 292"/>
              <a:gd name="T92" fmla="*/ 52 w 320"/>
              <a:gd name="T93" fmla="*/ 164 h 292"/>
              <a:gd name="T94" fmla="*/ 64 w 320"/>
              <a:gd name="T95" fmla="*/ 164 h 292"/>
              <a:gd name="T96" fmla="*/ 54 w 320"/>
              <a:gd name="T97" fmla="*/ 206 h 292"/>
              <a:gd name="T98" fmla="*/ 44 w 320"/>
              <a:gd name="T99" fmla="*/ 226 h 292"/>
              <a:gd name="T100" fmla="*/ 30 w 320"/>
              <a:gd name="T101" fmla="*/ 244 h 292"/>
              <a:gd name="T102" fmla="*/ 40 w 320"/>
              <a:gd name="T103" fmla="*/ 240 h 292"/>
              <a:gd name="T104" fmla="*/ 62 w 320"/>
              <a:gd name="T105" fmla="*/ 226 h 292"/>
              <a:gd name="T106" fmla="*/ 90 w 320"/>
              <a:gd name="T107" fmla="*/ 200 h 292"/>
              <a:gd name="T108" fmla="*/ 110 w 320"/>
              <a:gd name="T109" fmla="*/ 164 h 292"/>
              <a:gd name="T110" fmla="*/ 140 w 320"/>
              <a:gd name="T111" fmla="*/ 150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320" h="292">
                <a:moveTo>
                  <a:pt x="282" y="112"/>
                </a:moveTo>
                <a:lnTo>
                  <a:pt x="282" y="112"/>
                </a:lnTo>
                <a:lnTo>
                  <a:pt x="288" y="112"/>
                </a:lnTo>
                <a:lnTo>
                  <a:pt x="294" y="114"/>
                </a:lnTo>
                <a:lnTo>
                  <a:pt x="302" y="116"/>
                </a:lnTo>
                <a:lnTo>
                  <a:pt x="308" y="120"/>
                </a:lnTo>
                <a:lnTo>
                  <a:pt x="314" y="128"/>
                </a:lnTo>
                <a:lnTo>
                  <a:pt x="320" y="138"/>
                </a:lnTo>
                <a:lnTo>
                  <a:pt x="320" y="150"/>
                </a:lnTo>
                <a:lnTo>
                  <a:pt x="320" y="196"/>
                </a:lnTo>
                <a:lnTo>
                  <a:pt x="320" y="196"/>
                </a:lnTo>
                <a:lnTo>
                  <a:pt x="320" y="202"/>
                </a:lnTo>
                <a:lnTo>
                  <a:pt x="318" y="208"/>
                </a:lnTo>
                <a:lnTo>
                  <a:pt x="316" y="214"/>
                </a:lnTo>
                <a:lnTo>
                  <a:pt x="312" y="222"/>
                </a:lnTo>
                <a:lnTo>
                  <a:pt x="304" y="228"/>
                </a:lnTo>
                <a:lnTo>
                  <a:pt x="294" y="232"/>
                </a:lnTo>
                <a:lnTo>
                  <a:pt x="282" y="234"/>
                </a:lnTo>
                <a:lnTo>
                  <a:pt x="252" y="234"/>
                </a:lnTo>
                <a:lnTo>
                  <a:pt x="252" y="234"/>
                </a:lnTo>
                <a:lnTo>
                  <a:pt x="256" y="248"/>
                </a:lnTo>
                <a:lnTo>
                  <a:pt x="260" y="264"/>
                </a:lnTo>
                <a:lnTo>
                  <a:pt x="268" y="280"/>
                </a:lnTo>
                <a:lnTo>
                  <a:pt x="272" y="286"/>
                </a:lnTo>
                <a:lnTo>
                  <a:pt x="278" y="292"/>
                </a:lnTo>
                <a:lnTo>
                  <a:pt x="278" y="292"/>
                </a:lnTo>
                <a:lnTo>
                  <a:pt x="272" y="290"/>
                </a:lnTo>
                <a:lnTo>
                  <a:pt x="254" y="278"/>
                </a:lnTo>
                <a:lnTo>
                  <a:pt x="244" y="270"/>
                </a:lnTo>
                <a:lnTo>
                  <a:pt x="234" y="260"/>
                </a:lnTo>
                <a:lnTo>
                  <a:pt x="226" y="248"/>
                </a:lnTo>
                <a:lnTo>
                  <a:pt x="218" y="234"/>
                </a:lnTo>
                <a:lnTo>
                  <a:pt x="198" y="234"/>
                </a:lnTo>
                <a:lnTo>
                  <a:pt x="198" y="234"/>
                </a:lnTo>
                <a:lnTo>
                  <a:pt x="192" y="234"/>
                </a:lnTo>
                <a:lnTo>
                  <a:pt x="186" y="232"/>
                </a:lnTo>
                <a:lnTo>
                  <a:pt x="180" y="230"/>
                </a:lnTo>
                <a:lnTo>
                  <a:pt x="172" y="224"/>
                </a:lnTo>
                <a:lnTo>
                  <a:pt x="166" y="218"/>
                </a:lnTo>
                <a:lnTo>
                  <a:pt x="162" y="208"/>
                </a:lnTo>
                <a:lnTo>
                  <a:pt x="160" y="196"/>
                </a:lnTo>
                <a:lnTo>
                  <a:pt x="160" y="150"/>
                </a:lnTo>
                <a:lnTo>
                  <a:pt x="160" y="150"/>
                </a:lnTo>
                <a:lnTo>
                  <a:pt x="160" y="144"/>
                </a:lnTo>
                <a:lnTo>
                  <a:pt x="162" y="138"/>
                </a:lnTo>
                <a:lnTo>
                  <a:pt x="164" y="130"/>
                </a:lnTo>
                <a:lnTo>
                  <a:pt x="170" y="124"/>
                </a:lnTo>
                <a:lnTo>
                  <a:pt x="176" y="118"/>
                </a:lnTo>
                <a:lnTo>
                  <a:pt x="186" y="114"/>
                </a:lnTo>
                <a:lnTo>
                  <a:pt x="198" y="112"/>
                </a:lnTo>
                <a:lnTo>
                  <a:pt x="282" y="112"/>
                </a:lnTo>
                <a:close/>
                <a:moveTo>
                  <a:pt x="140" y="150"/>
                </a:moveTo>
                <a:lnTo>
                  <a:pt x="140" y="150"/>
                </a:lnTo>
                <a:lnTo>
                  <a:pt x="142" y="142"/>
                </a:lnTo>
                <a:lnTo>
                  <a:pt x="144" y="132"/>
                </a:lnTo>
                <a:lnTo>
                  <a:pt x="148" y="122"/>
                </a:lnTo>
                <a:lnTo>
                  <a:pt x="154" y="112"/>
                </a:lnTo>
                <a:lnTo>
                  <a:pt x="162" y="104"/>
                </a:lnTo>
                <a:lnTo>
                  <a:pt x="172" y="98"/>
                </a:lnTo>
                <a:lnTo>
                  <a:pt x="184" y="94"/>
                </a:lnTo>
                <a:lnTo>
                  <a:pt x="198" y="92"/>
                </a:lnTo>
                <a:lnTo>
                  <a:pt x="282" y="92"/>
                </a:lnTo>
                <a:lnTo>
                  <a:pt x="282" y="92"/>
                </a:lnTo>
                <a:lnTo>
                  <a:pt x="288" y="94"/>
                </a:lnTo>
                <a:lnTo>
                  <a:pt x="288" y="52"/>
                </a:lnTo>
                <a:lnTo>
                  <a:pt x="288" y="52"/>
                </a:lnTo>
                <a:lnTo>
                  <a:pt x="288" y="44"/>
                </a:lnTo>
                <a:lnTo>
                  <a:pt x="286" y="36"/>
                </a:lnTo>
                <a:lnTo>
                  <a:pt x="282" y="26"/>
                </a:lnTo>
                <a:lnTo>
                  <a:pt x="276" y="16"/>
                </a:lnTo>
                <a:lnTo>
                  <a:pt x="266" y="8"/>
                </a:lnTo>
                <a:lnTo>
                  <a:pt x="254" y="2"/>
                </a:lnTo>
                <a:lnTo>
                  <a:pt x="246" y="0"/>
                </a:lnTo>
                <a:lnTo>
                  <a:pt x="236" y="0"/>
                </a:lnTo>
                <a:lnTo>
                  <a:pt x="52" y="0"/>
                </a:lnTo>
                <a:lnTo>
                  <a:pt x="52" y="0"/>
                </a:lnTo>
                <a:lnTo>
                  <a:pt x="44" y="0"/>
                </a:lnTo>
                <a:lnTo>
                  <a:pt x="34" y="2"/>
                </a:lnTo>
                <a:lnTo>
                  <a:pt x="26" y="6"/>
                </a:lnTo>
                <a:lnTo>
                  <a:pt x="16" y="12"/>
                </a:lnTo>
                <a:lnTo>
                  <a:pt x="8" y="22"/>
                </a:lnTo>
                <a:lnTo>
                  <a:pt x="2" y="34"/>
                </a:lnTo>
                <a:lnTo>
                  <a:pt x="0" y="42"/>
                </a:lnTo>
                <a:lnTo>
                  <a:pt x="0" y="52"/>
                </a:lnTo>
                <a:lnTo>
                  <a:pt x="0" y="112"/>
                </a:lnTo>
                <a:lnTo>
                  <a:pt x="0" y="112"/>
                </a:lnTo>
                <a:lnTo>
                  <a:pt x="0" y="120"/>
                </a:lnTo>
                <a:lnTo>
                  <a:pt x="2" y="130"/>
                </a:lnTo>
                <a:lnTo>
                  <a:pt x="6" y="138"/>
                </a:lnTo>
                <a:lnTo>
                  <a:pt x="12" y="148"/>
                </a:lnTo>
                <a:lnTo>
                  <a:pt x="22" y="156"/>
                </a:lnTo>
                <a:lnTo>
                  <a:pt x="34" y="162"/>
                </a:lnTo>
                <a:lnTo>
                  <a:pt x="42" y="164"/>
                </a:lnTo>
                <a:lnTo>
                  <a:pt x="52" y="164"/>
                </a:lnTo>
                <a:lnTo>
                  <a:pt x="64" y="164"/>
                </a:lnTo>
                <a:lnTo>
                  <a:pt x="64" y="164"/>
                </a:lnTo>
                <a:lnTo>
                  <a:pt x="60" y="186"/>
                </a:lnTo>
                <a:lnTo>
                  <a:pt x="54" y="206"/>
                </a:lnTo>
                <a:lnTo>
                  <a:pt x="50" y="218"/>
                </a:lnTo>
                <a:lnTo>
                  <a:pt x="44" y="226"/>
                </a:lnTo>
                <a:lnTo>
                  <a:pt x="38" y="236"/>
                </a:lnTo>
                <a:lnTo>
                  <a:pt x="30" y="244"/>
                </a:lnTo>
                <a:lnTo>
                  <a:pt x="30" y="244"/>
                </a:lnTo>
                <a:lnTo>
                  <a:pt x="40" y="240"/>
                </a:lnTo>
                <a:lnTo>
                  <a:pt x="50" y="234"/>
                </a:lnTo>
                <a:lnTo>
                  <a:pt x="62" y="226"/>
                </a:lnTo>
                <a:lnTo>
                  <a:pt x="76" y="214"/>
                </a:lnTo>
                <a:lnTo>
                  <a:pt x="90" y="200"/>
                </a:lnTo>
                <a:lnTo>
                  <a:pt x="102" y="184"/>
                </a:lnTo>
                <a:lnTo>
                  <a:pt x="110" y="164"/>
                </a:lnTo>
                <a:lnTo>
                  <a:pt x="140" y="164"/>
                </a:lnTo>
                <a:lnTo>
                  <a:pt x="140" y="150"/>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97" name="Freeform 4888"/>
          <p:cNvSpPr>
            <a:spLocks noEditPoints="1"/>
          </p:cNvSpPr>
          <p:nvPr/>
        </p:nvSpPr>
        <p:spPr bwMode="auto">
          <a:xfrm>
            <a:off x="4978462" y="3839191"/>
            <a:ext cx="523581" cy="319660"/>
          </a:xfrm>
          <a:custGeom>
            <a:avLst/>
            <a:gdLst>
              <a:gd name="T0" fmla="*/ 190 w 380"/>
              <a:gd name="T1" fmla="*/ 0 h 232"/>
              <a:gd name="T2" fmla="*/ 130 w 380"/>
              <a:gd name="T3" fmla="*/ 8 h 232"/>
              <a:gd name="T4" fmla="*/ 78 w 380"/>
              <a:gd name="T5" fmla="*/ 32 h 232"/>
              <a:gd name="T6" fmla="*/ 34 w 380"/>
              <a:gd name="T7" fmla="*/ 68 h 232"/>
              <a:gd name="T8" fmla="*/ 0 w 380"/>
              <a:gd name="T9" fmla="*/ 116 h 232"/>
              <a:gd name="T10" fmla="*/ 16 w 380"/>
              <a:gd name="T11" fmla="*/ 140 h 232"/>
              <a:gd name="T12" fmla="*/ 54 w 380"/>
              <a:gd name="T13" fmla="*/ 184 h 232"/>
              <a:gd name="T14" fmla="*/ 102 w 380"/>
              <a:gd name="T15" fmla="*/ 214 h 232"/>
              <a:gd name="T16" fmla="*/ 160 w 380"/>
              <a:gd name="T17" fmla="*/ 230 h 232"/>
              <a:gd name="T18" fmla="*/ 190 w 380"/>
              <a:gd name="T19" fmla="*/ 232 h 232"/>
              <a:gd name="T20" fmla="*/ 250 w 380"/>
              <a:gd name="T21" fmla="*/ 224 h 232"/>
              <a:gd name="T22" fmla="*/ 302 w 380"/>
              <a:gd name="T23" fmla="*/ 200 h 232"/>
              <a:gd name="T24" fmla="*/ 346 w 380"/>
              <a:gd name="T25" fmla="*/ 164 h 232"/>
              <a:gd name="T26" fmla="*/ 380 w 380"/>
              <a:gd name="T27" fmla="*/ 116 h 232"/>
              <a:gd name="T28" fmla="*/ 364 w 380"/>
              <a:gd name="T29" fmla="*/ 92 h 232"/>
              <a:gd name="T30" fmla="*/ 326 w 380"/>
              <a:gd name="T31" fmla="*/ 48 h 232"/>
              <a:gd name="T32" fmla="*/ 278 w 380"/>
              <a:gd name="T33" fmla="*/ 18 h 232"/>
              <a:gd name="T34" fmla="*/ 220 w 380"/>
              <a:gd name="T35" fmla="*/ 2 h 232"/>
              <a:gd name="T36" fmla="*/ 190 w 380"/>
              <a:gd name="T37" fmla="*/ 0 h 232"/>
              <a:gd name="T38" fmla="*/ 190 w 380"/>
              <a:gd name="T39" fmla="*/ 212 h 232"/>
              <a:gd name="T40" fmla="*/ 152 w 380"/>
              <a:gd name="T41" fmla="*/ 204 h 232"/>
              <a:gd name="T42" fmla="*/ 122 w 380"/>
              <a:gd name="T43" fmla="*/ 184 h 232"/>
              <a:gd name="T44" fmla="*/ 102 w 380"/>
              <a:gd name="T45" fmla="*/ 154 h 232"/>
              <a:gd name="T46" fmla="*/ 94 w 380"/>
              <a:gd name="T47" fmla="*/ 116 h 232"/>
              <a:gd name="T48" fmla="*/ 96 w 380"/>
              <a:gd name="T49" fmla="*/ 96 h 232"/>
              <a:gd name="T50" fmla="*/ 110 w 380"/>
              <a:gd name="T51" fmla="*/ 62 h 232"/>
              <a:gd name="T52" fmla="*/ 136 w 380"/>
              <a:gd name="T53" fmla="*/ 36 h 232"/>
              <a:gd name="T54" fmla="*/ 170 w 380"/>
              <a:gd name="T55" fmla="*/ 22 h 232"/>
              <a:gd name="T56" fmla="*/ 190 w 380"/>
              <a:gd name="T57" fmla="*/ 20 h 232"/>
              <a:gd name="T58" fmla="*/ 228 w 380"/>
              <a:gd name="T59" fmla="*/ 28 h 232"/>
              <a:gd name="T60" fmla="*/ 258 w 380"/>
              <a:gd name="T61" fmla="*/ 48 h 232"/>
              <a:gd name="T62" fmla="*/ 278 w 380"/>
              <a:gd name="T63" fmla="*/ 78 h 232"/>
              <a:gd name="T64" fmla="*/ 286 w 380"/>
              <a:gd name="T65" fmla="*/ 116 h 232"/>
              <a:gd name="T66" fmla="*/ 284 w 380"/>
              <a:gd name="T67" fmla="*/ 136 h 232"/>
              <a:gd name="T68" fmla="*/ 270 w 380"/>
              <a:gd name="T69" fmla="*/ 170 h 232"/>
              <a:gd name="T70" fmla="*/ 244 w 380"/>
              <a:gd name="T71" fmla="*/ 196 h 232"/>
              <a:gd name="T72" fmla="*/ 210 w 380"/>
              <a:gd name="T73" fmla="*/ 210 h 232"/>
              <a:gd name="T74" fmla="*/ 190 w 380"/>
              <a:gd name="T75" fmla="*/ 212 h 232"/>
              <a:gd name="T76" fmla="*/ 242 w 380"/>
              <a:gd name="T77" fmla="*/ 116 h 232"/>
              <a:gd name="T78" fmla="*/ 238 w 380"/>
              <a:gd name="T79" fmla="*/ 136 h 232"/>
              <a:gd name="T80" fmla="*/ 228 w 380"/>
              <a:gd name="T81" fmla="*/ 154 h 232"/>
              <a:gd name="T82" fmla="*/ 210 w 380"/>
              <a:gd name="T83" fmla="*/ 164 h 232"/>
              <a:gd name="T84" fmla="*/ 190 w 380"/>
              <a:gd name="T85" fmla="*/ 168 h 232"/>
              <a:gd name="T86" fmla="*/ 180 w 380"/>
              <a:gd name="T87" fmla="*/ 168 h 232"/>
              <a:gd name="T88" fmla="*/ 160 w 380"/>
              <a:gd name="T89" fmla="*/ 160 h 232"/>
              <a:gd name="T90" fmla="*/ 146 w 380"/>
              <a:gd name="T91" fmla="*/ 146 h 232"/>
              <a:gd name="T92" fmla="*/ 138 w 380"/>
              <a:gd name="T93" fmla="*/ 126 h 232"/>
              <a:gd name="T94" fmla="*/ 138 w 380"/>
              <a:gd name="T95" fmla="*/ 116 h 232"/>
              <a:gd name="T96" fmla="*/ 142 w 380"/>
              <a:gd name="T97" fmla="*/ 96 h 232"/>
              <a:gd name="T98" fmla="*/ 152 w 380"/>
              <a:gd name="T99" fmla="*/ 78 h 232"/>
              <a:gd name="T100" fmla="*/ 170 w 380"/>
              <a:gd name="T101" fmla="*/ 68 h 232"/>
              <a:gd name="T102" fmla="*/ 190 w 380"/>
              <a:gd name="T103" fmla="*/ 64 h 232"/>
              <a:gd name="T104" fmla="*/ 200 w 380"/>
              <a:gd name="T105" fmla="*/ 64 h 232"/>
              <a:gd name="T106" fmla="*/ 220 w 380"/>
              <a:gd name="T107" fmla="*/ 72 h 232"/>
              <a:gd name="T108" fmla="*/ 234 w 380"/>
              <a:gd name="T109" fmla="*/ 86 h 232"/>
              <a:gd name="T110" fmla="*/ 242 w 380"/>
              <a:gd name="T111" fmla="*/ 106 h 232"/>
              <a:gd name="T112" fmla="*/ 242 w 380"/>
              <a:gd name="T113" fmla="*/ 116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80" h="232">
                <a:moveTo>
                  <a:pt x="190" y="0"/>
                </a:moveTo>
                <a:lnTo>
                  <a:pt x="190" y="0"/>
                </a:lnTo>
                <a:lnTo>
                  <a:pt x="160" y="2"/>
                </a:lnTo>
                <a:lnTo>
                  <a:pt x="130" y="8"/>
                </a:lnTo>
                <a:lnTo>
                  <a:pt x="102" y="18"/>
                </a:lnTo>
                <a:lnTo>
                  <a:pt x="78" y="32"/>
                </a:lnTo>
                <a:lnTo>
                  <a:pt x="54" y="48"/>
                </a:lnTo>
                <a:lnTo>
                  <a:pt x="34" y="68"/>
                </a:lnTo>
                <a:lnTo>
                  <a:pt x="16" y="92"/>
                </a:lnTo>
                <a:lnTo>
                  <a:pt x="0" y="116"/>
                </a:lnTo>
                <a:lnTo>
                  <a:pt x="0" y="116"/>
                </a:lnTo>
                <a:lnTo>
                  <a:pt x="16" y="140"/>
                </a:lnTo>
                <a:lnTo>
                  <a:pt x="34" y="164"/>
                </a:lnTo>
                <a:lnTo>
                  <a:pt x="54" y="184"/>
                </a:lnTo>
                <a:lnTo>
                  <a:pt x="78" y="200"/>
                </a:lnTo>
                <a:lnTo>
                  <a:pt x="102" y="214"/>
                </a:lnTo>
                <a:lnTo>
                  <a:pt x="130" y="224"/>
                </a:lnTo>
                <a:lnTo>
                  <a:pt x="160" y="230"/>
                </a:lnTo>
                <a:lnTo>
                  <a:pt x="190" y="232"/>
                </a:lnTo>
                <a:lnTo>
                  <a:pt x="190" y="232"/>
                </a:lnTo>
                <a:lnTo>
                  <a:pt x="220" y="230"/>
                </a:lnTo>
                <a:lnTo>
                  <a:pt x="250" y="224"/>
                </a:lnTo>
                <a:lnTo>
                  <a:pt x="278" y="214"/>
                </a:lnTo>
                <a:lnTo>
                  <a:pt x="302" y="200"/>
                </a:lnTo>
                <a:lnTo>
                  <a:pt x="326" y="184"/>
                </a:lnTo>
                <a:lnTo>
                  <a:pt x="346" y="164"/>
                </a:lnTo>
                <a:lnTo>
                  <a:pt x="364" y="140"/>
                </a:lnTo>
                <a:lnTo>
                  <a:pt x="380" y="116"/>
                </a:lnTo>
                <a:lnTo>
                  <a:pt x="380" y="116"/>
                </a:lnTo>
                <a:lnTo>
                  <a:pt x="364" y="92"/>
                </a:lnTo>
                <a:lnTo>
                  <a:pt x="346" y="68"/>
                </a:lnTo>
                <a:lnTo>
                  <a:pt x="326" y="48"/>
                </a:lnTo>
                <a:lnTo>
                  <a:pt x="302" y="32"/>
                </a:lnTo>
                <a:lnTo>
                  <a:pt x="278" y="18"/>
                </a:lnTo>
                <a:lnTo>
                  <a:pt x="250" y="8"/>
                </a:lnTo>
                <a:lnTo>
                  <a:pt x="220" y="2"/>
                </a:lnTo>
                <a:lnTo>
                  <a:pt x="190" y="0"/>
                </a:lnTo>
                <a:lnTo>
                  <a:pt x="190" y="0"/>
                </a:lnTo>
                <a:close/>
                <a:moveTo>
                  <a:pt x="190" y="212"/>
                </a:moveTo>
                <a:lnTo>
                  <a:pt x="190" y="212"/>
                </a:lnTo>
                <a:lnTo>
                  <a:pt x="170" y="210"/>
                </a:lnTo>
                <a:lnTo>
                  <a:pt x="152" y="204"/>
                </a:lnTo>
                <a:lnTo>
                  <a:pt x="136" y="196"/>
                </a:lnTo>
                <a:lnTo>
                  <a:pt x="122" y="184"/>
                </a:lnTo>
                <a:lnTo>
                  <a:pt x="110" y="170"/>
                </a:lnTo>
                <a:lnTo>
                  <a:pt x="102" y="154"/>
                </a:lnTo>
                <a:lnTo>
                  <a:pt x="96" y="136"/>
                </a:lnTo>
                <a:lnTo>
                  <a:pt x="94" y="116"/>
                </a:lnTo>
                <a:lnTo>
                  <a:pt x="94" y="116"/>
                </a:lnTo>
                <a:lnTo>
                  <a:pt x="96" y="96"/>
                </a:lnTo>
                <a:lnTo>
                  <a:pt x="102" y="78"/>
                </a:lnTo>
                <a:lnTo>
                  <a:pt x="110" y="62"/>
                </a:lnTo>
                <a:lnTo>
                  <a:pt x="122" y="48"/>
                </a:lnTo>
                <a:lnTo>
                  <a:pt x="136" y="36"/>
                </a:lnTo>
                <a:lnTo>
                  <a:pt x="152" y="28"/>
                </a:lnTo>
                <a:lnTo>
                  <a:pt x="170" y="22"/>
                </a:lnTo>
                <a:lnTo>
                  <a:pt x="190" y="20"/>
                </a:lnTo>
                <a:lnTo>
                  <a:pt x="190" y="20"/>
                </a:lnTo>
                <a:lnTo>
                  <a:pt x="210" y="22"/>
                </a:lnTo>
                <a:lnTo>
                  <a:pt x="228" y="28"/>
                </a:lnTo>
                <a:lnTo>
                  <a:pt x="244" y="36"/>
                </a:lnTo>
                <a:lnTo>
                  <a:pt x="258" y="48"/>
                </a:lnTo>
                <a:lnTo>
                  <a:pt x="270" y="62"/>
                </a:lnTo>
                <a:lnTo>
                  <a:pt x="278" y="78"/>
                </a:lnTo>
                <a:lnTo>
                  <a:pt x="284" y="96"/>
                </a:lnTo>
                <a:lnTo>
                  <a:pt x="286" y="116"/>
                </a:lnTo>
                <a:lnTo>
                  <a:pt x="286" y="116"/>
                </a:lnTo>
                <a:lnTo>
                  <a:pt x="284" y="136"/>
                </a:lnTo>
                <a:lnTo>
                  <a:pt x="278" y="154"/>
                </a:lnTo>
                <a:lnTo>
                  <a:pt x="270" y="170"/>
                </a:lnTo>
                <a:lnTo>
                  <a:pt x="258" y="184"/>
                </a:lnTo>
                <a:lnTo>
                  <a:pt x="244" y="196"/>
                </a:lnTo>
                <a:lnTo>
                  <a:pt x="228" y="204"/>
                </a:lnTo>
                <a:lnTo>
                  <a:pt x="210" y="210"/>
                </a:lnTo>
                <a:lnTo>
                  <a:pt x="190" y="212"/>
                </a:lnTo>
                <a:lnTo>
                  <a:pt x="190" y="212"/>
                </a:lnTo>
                <a:close/>
                <a:moveTo>
                  <a:pt x="242" y="116"/>
                </a:moveTo>
                <a:lnTo>
                  <a:pt x="242" y="116"/>
                </a:lnTo>
                <a:lnTo>
                  <a:pt x="242" y="126"/>
                </a:lnTo>
                <a:lnTo>
                  <a:pt x="238" y="136"/>
                </a:lnTo>
                <a:lnTo>
                  <a:pt x="234" y="146"/>
                </a:lnTo>
                <a:lnTo>
                  <a:pt x="228" y="154"/>
                </a:lnTo>
                <a:lnTo>
                  <a:pt x="220" y="160"/>
                </a:lnTo>
                <a:lnTo>
                  <a:pt x="210" y="164"/>
                </a:lnTo>
                <a:lnTo>
                  <a:pt x="200" y="168"/>
                </a:lnTo>
                <a:lnTo>
                  <a:pt x="190" y="168"/>
                </a:lnTo>
                <a:lnTo>
                  <a:pt x="190" y="168"/>
                </a:lnTo>
                <a:lnTo>
                  <a:pt x="180" y="168"/>
                </a:lnTo>
                <a:lnTo>
                  <a:pt x="170" y="164"/>
                </a:lnTo>
                <a:lnTo>
                  <a:pt x="160" y="160"/>
                </a:lnTo>
                <a:lnTo>
                  <a:pt x="152" y="154"/>
                </a:lnTo>
                <a:lnTo>
                  <a:pt x="146" y="146"/>
                </a:lnTo>
                <a:lnTo>
                  <a:pt x="142" y="136"/>
                </a:lnTo>
                <a:lnTo>
                  <a:pt x="138" y="126"/>
                </a:lnTo>
                <a:lnTo>
                  <a:pt x="138" y="116"/>
                </a:lnTo>
                <a:lnTo>
                  <a:pt x="138" y="116"/>
                </a:lnTo>
                <a:lnTo>
                  <a:pt x="138" y="106"/>
                </a:lnTo>
                <a:lnTo>
                  <a:pt x="142" y="96"/>
                </a:lnTo>
                <a:lnTo>
                  <a:pt x="146" y="86"/>
                </a:lnTo>
                <a:lnTo>
                  <a:pt x="152" y="78"/>
                </a:lnTo>
                <a:lnTo>
                  <a:pt x="160" y="72"/>
                </a:lnTo>
                <a:lnTo>
                  <a:pt x="170" y="68"/>
                </a:lnTo>
                <a:lnTo>
                  <a:pt x="180" y="64"/>
                </a:lnTo>
                <a:lnTo>
                  <a:pt x="190" y="64"/>
                </a:lnTo>
                <a:lnTo>
                  <a:pt x="190" y="64"/>
                </a:lnTo>
                <a:lnTo>
                  <a:pt x="200" y="64"/>
                </a:lnTo>
                <a:lnTo>
                  <a:pt x="210" y="68"/>
                </a:lnTo>
                <a:lnTo>
                  <a:pt x="220" y="72"/>
                </a:lnTo>
                <a:lnTo>
                  <a:pt x="228" y="78"/>
                </a:lnTo>
                <a:lnTo>
                  <a:pt x="234" y="86"/>
                </a:lnTo>
                <a:lnTo>
                  <a:pt x="238" y="96"/>
                </a:lnTo>
                <a:lnTo>
                  <a:pt x="242" y="106"/>
                </a:lnTo>
                <a:lnTo>
                  <a:pt x="242" y="116"/>
                </a:lnTo>
                <a:lnTo>
                  <a:pt x="242" y="116"/>
                </a:lnTo>
                <a:close/>
              </a:path>
            </a:pathLst>
          </a:custGeom>
          <a:solidFill>
            <a:schemeClr val="bg1"/>
          </a:solidFill>
          <a:ln>
            <a:noFill/>
          </a:ln>
        </p:spPr>
        <p:txBody>
          <a:bodyPr vert="horz" wrap="square" lIns="82938" tIns="41469" rIns="82938" bIns="41469" numCol="1" anchor="t" anchorCtr="0" compatLnSpc="1"/>
          <a:lstStyle/>
          <a:p>
            <a:endParaRPr lang="en-GB" sz="1815"/>
          </a:p>
        </p:txBody>
      </p:sp>
      <p:sp>
        <p:nvSpPr>
          <p:cNvPr id="98" name="Freeform 4851"/>
          <p:cNvSpPr>
            <a:spLocks noEditPoints="1"/>
          </p:cNvSpPr>
          <p:nvPr/>
        </p:nvSpPr>
        <p:spPr bwMode="auto">
          <a:xfrm>
            <a:off x="6482865" y="3789026"/>
            <a:ext cx="397886" cy="419990"/>
          </a:xfrm>
          <a:custGeom>
            <a:avLst/>
            <a:gdLst>
              <a:gd name="T0" fmla="*/ 248 w 360"/>
              <a:gd name="T1" fmla="*/ 8 h 380"/>
              <a:gd name="T2" fmla="*/ 274 w 360"/>
              <a:gd name="T3" fmla="*/ 0 h 380"/>
              <a:gd name="T4" fmla="*/ 298 w 360"/>
              <a:gd name="T5" fmla="*/ 28 h 380"/>
              <a:gd name="T6" fmla="*/ 280 w 360"/>
              <a:gd name="T7" fmla="*/ 56 h 380"/>
              <a:gd name="T8" fmla="*/ 258 w 360"/>
              <a:gd name="T9" fmla="*/ 56 h 380"/>
              <a:gd name="T10" fmla="*/ 240 w 360"/>
              <a:gd name="T11" fmla="*/ 28 h 380"/>
              <a:gd name="T12" fmla="*/ 344 w 360"/>
              <a:gd name="T13" fmla="*/ 88 h 380"/>
              <a:gd name="T14" fmla="*/ 288 w 360"/>
              <a:gd name="T15" fmla="*/ 68 h 380"/>
              <a:gd name="T16" fmla="*/ 214 w 360"/>
              <a:gd name="T17" fmla="*/ 70 h 380"/>
              <a:gd name="T18" fmla="*/ 194 w 360"/>
              <a:gd name="T19" fmla="*/ 90 h 380"/>
              <a:gd name="T20" fmla="*/ 224 w 360"/>
              <a:gd name="T21" fmla="*/ 114 h 380"/>
              <a:gd name="T22" fmla="*/ 248 w 360"/>
              <a:gd name="T23" fmla="*/ 166 h 380"/>
              <a:gd name="T24" fmla="*/ 234 w 360"/>
              <a:gd name="T25" fmla="*/ 208 h 380"/>
              <a:gd name="T26" fmla="*/ 278 w 360"/>
              <a:gd name="T27" fmla="*/ 214 h 380"/>
              <a:gd name="T28" fmla="*/ 310 w 360"/>
              <a:gd name="T29" fmla="*/ 244 h 380"/>
              <a:gd name="T30" fmla="*/ 332 w 360"/>
              <a:gd name="T31" fmla="*/ 200 h 380"/>
              <a:gd name="T32" fmla="*/ 348 w 360"/>
              <a:gd name="T33" fmla="*/ 208 h 380"/>
              <a:gd name="T34" fmla="*/ 360 w 360"/>
              <a:gd name="T35" fmla="*/ 190 h 380"/>
              <a:gd name="T36" fmla="*/ 102 w 360"/>
              <a:gd name="T37" fmla="*/ 56 h 380"/>
              <a:gd name="T38" fmla="*/ 120 w 360"/>
              <a:gd name="T39" fmla="*/ 28 h 380"/>
              <a:gd name="T40" fmla="*/ 98 w 360"/>
              <a:gd name="T41" fmla="*/ 0 h 380"/>
              <a:gd name="T42" fmla="*/ 70 w 360"/>
              <a:gd name="T43" fmla="*/ 8 h 380"/>
              <a:gd name="T44" fmla="*/ 62 w 360"/>
              <a:gd name="T45" fmla="*/ 34 h 380"/>
              <a:gd name="T46" fmla="*/ 92 w 360"/>
              <a:gd name="T47" fmla="*/ 58 h 380"/>
              <a:gd name="T48" fmla="*/ 50 w 360"/>
              <a:gd name="T49" fmla="*/ 244 h 380"/>
              <a:gd name="T50" fmla="*/ 74 w 360"/>
              <a:gd name="T51" fmla="*/ 218 h 380"/>
              <a:gd name="T52" fmla="*/ 126 w 360"/>
              <a:gd name="T53" fmla="*/ 208 h 380"/>
              <a:gd name="T54" fmla="*/ 112 w 360"/>
              <a:gd name="T55" fmla="*/ 166 h 380"/>
              <a:gd name="T56" fmla="*/ 128 w 360"/>
              <a:gd name="T57" fmla="*/ 122 h 380"/>
              <a:gd name="T58" fmla="*/ 166 w 360"/>
              <a:gd name="T59" fmla="*/ 90 h 380"/>
              <a:gd name="T60" fmla="*/ 154 w 360"/>
              <a:gd name="T61" fmla="*/ 74 h 380"/>
              <a:gd name="T62" fmla="*/ 72 w 360"/>
              <a:gd name="T63" fmla="*/ 68 h 380"/>
              <a:gd name="T64" fmla="*/ 20 w 360"/>
              <a:gd name="T65" fmla="*/ 80 h 380"/>
              <a:gd name="T66" fmla="*/ 0 w 360"/>
              <a:gd name="T67" fmla="*/ 190 h 380"/>
              <a:gd name="T68" fmla="*/ 12 w 360"/>
              <a:gd name="T69" fmla="*/ 208 h 380"/>
              <a:gd name="T70" fmla="*/ 28 w 360"/>
              <a:gd name="T71" fmla="*/ 200 h 380"/>
              <a:gd name="T72" fmla="*/ 170 w 360"/>
              <a:gd name="T73" fmla="*/ 118 h 380"/>
              <a:gd name="T74" fmla="*/ 136 w 360"/>
              <a:gd name="T75" fmla="*/ 146 h 380"/>
              <a:gd name="T76" fmla="*/ 136 w 360"/>
              <a:gd name="T77" fmla="*/ 184 h 380"/>
              <a:gd name="T78" fmla="*/ 170 w 360"/>
              <a:gd name="T79" fmla="*/ 214 h 380"/>
              <a:gd name="T80" fmla="*/ 208 w 360"/>
              <a:gd name="T81" fmla="*/ 206 h 380"/>
              <a:gd name="T82" fmla="*/ 228 w 360"/>
              <a:gd name="T83" fmla="*/ 166 h 380"/>
              <a:gd name="T84" fmla="*/ 214 w 360"/>
              <a:gd name="T85" fmla="*/ 132 h 380"/>
              <a:gd name="T86" fmla="*/ 296 w 360"/>
              <a:gd name="T87" fmla="*/ 260 h 380"/>
              <a:gd name="T88" fmla="*/ 288 w 360"/>
              <a:gd name="T89" fmla="*/ 246 h 380"/>
              <a:gd name="T90" fmla="*/ 180 w 360"/>
              <a:gd name="T91" fmla="*/ 278 h 380"/>
              <a:gd name="T92" fmla="*/ 82 w 360"/>
              <a:gd name="T93" fmla="*/ 236 h 380"/>
              <a:gd name="T94" fmla="*/ 64 w 360"/>
              <a:gd name="T95" fmla="*/ 260 h 380"/>
              <a:gd name="T96" fmla="*/ 106 w 360"/>
              <a:gd name="T97" fmla="*/ 304 h 380"/>
              <a:gd name="T98" fmla="*/ 146 w 360"/>
              <a:gd name="T99" fmla="*/ 378 h 380"/>
              <a:gd name="T100" fmla="*/ 214 w 360"/>
              <a:gd name="T101" fmla="*/ 378 h 380"/>
              <a:gd name="T102" fmla="*/ 264 w 360"/>
              <a:gd name="T103" fmla="*/ 362 h 3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60" h="380">
                <a:moveTo>
                  <a:pt x="240" y="28"/>
                </a:moveTo>
                <a:lnTo>
                  <a:pt x="240" y="28"/>
                </a:lnTo>
                <a:lnTo>
                  <a:pt x="240" y="22"/>
                </a:lnTo>
                <a:lnTo>
                  <a:pt x="242" y="18"/>
                </a:lnTo>
                <a:lnTo>
                  <a:pt x="248" y="8"/>
                </a:lnTo>
                <a:lnTo>
                  <a:pt x="258" y="2"/>
                </a:lnTo>
                <a:lnTo>
                  <a:pt x="262" y="0"/>
                </a:lnTo>
                <a:lnTo>
                  <a:pt x="268" y="0"/>
                </a:lnTo>
                <a:lnTo>
                  <a:pt x="268" y="0"/>
                </a:lnTo>
                <a:lnTo>
                  <a:pt x="274" y="0"/>
                </a:lnTo>
                <a:lnTo>
                  <a:pt x="280" y="2"/>
                </a:lnTo>
                <a:lnTo>
                  <a:pt x="290" y="8"/>
                </a:lnTo>
                <a:lnTo>
                  <a:pt x="296" y="18"/>
                </a:lnTo>
                <a:lnTo>
                  <a:pt x="298" y="22"/>
                </a:lnTo>
                <a:lnTo>
                  <a:pt x="298" y="28"/>
                </a:lnTo>
                <a:lnTo>
                  <a:pt x="298" y="28"/>
                </a:lnTo>
                <a:lnTo>
                  <a:pt x="298" y="34"/>
                </a:lnTo>
                <a:lnTo>
                  <a:pt x="296" y="40"/>
                </a:lnTo>
                <a:lnTo>
                  <a:pt x="290" y="50"/>
                </a:lnTo>
                <a:lnTo>
                  <a:pt x="280" y="56"/>
                </a:lnTo>
                <a:lnTo>
                  <a:pt x="274" y="58"/>
                </a:lnTo>
                <a:lnTo>
                  <a:pt x="268" y="58"/>
                </a:lnTo>
                <a:lnTo>
                  <a:pt x="268" y="58"/>
                </a:lnTo>
                <a:lnTo>
                  <a:pt x="262" y="58"/>
                </a:lnTo>
                <a:lnTo>
                  <a:pt x="258" y="56"/>
                </a:lnTo>
                <a:lnTo>
                  <a:pt x="248" y="50"/>
                </a:lnTo>
                <a:lnTo>
                  <a:pt x="242" y="40"/>
                </a:lnTo>
                <a:lnTo>
                  <a:pt x="240" y="34"/>
                </a:lnTo>
                <a:lnTo>
                  <a:pt x="240" y="28"/>
                </a:lnTo>
                <a:lnTo>
                  <a:pt x="240" y="28"/>
                </a:lnTo>
                <a:close/>
                <a:moveTo>
                  <a:pt x="360" y="190"/>
                </a:moveTo>
                <a:lnTo>
                  <a:pt x="344" y="90"/>
                </a:lnTo>
                <a:lnTo>
                  <a:pt x="344" y="90"/>
                </a:lnTo>
                <a:lnTo>
                  <a:pt x="344" y="88"/>
                </a:lnTo>
                <a:lnTo>
                  <a:pt x="344" y="88"/>
                </a:lnTo>
                <a:lnTo>
                  <a:pt x="340" y="80"/>
                </a:lnTo>
                <a:lnTo>
                  <a:pt x="332" y="74"/>
                </a:lnTo>
                <a:lnTo>
                  <a:pt x="324" y="70"/>
                </a:lnTo>
                <a:lnTo>
                  <a:pt x="314" y="68"/>
                </a:lnTo>
                <a:lnTo>
                  <a:pt x="288" y="68"/>
                </a:lnTo>
                <a:lnTo>
                  <a:pt x="270" y="102"/>
                </a:lnTo>
                <a:lnTo>
                  <a:pt x="250" y="68"/>
                </a:lnTo>
                <a:lnTo>
                  <a:pt x="222" y="68"/>
                </a:lnTo>
                <a:lnTo>
                  <a:pt x="222" y="68"/>
                </a:lnTo>
                <a:lnTo>
                  <a:pt x="214" y="70"/>
                </a:lnTo>
                <a:lnTo>
                  <a:pt x="206" y="74"/>
                </a:lnTo>
                <a:lnTo>
                  <a:pt x="198" y="80"/>
                </a:lnTo>
                <a:lnTo>
                  <a:pt x="194" y="88"/>
                </a:lnTo>
                <a:lnTo>
                  <a:pt x="194" y="88"/>
                </a:lnTo>
                <a:lnTo>
                  <a:pt x="194" y="90"/>
                </a:lnTo>
                <a:lnTo>
                  <a:pt x="192" y="98"/>
                </a:lnTo>
                <a:lnTo>
                  <a:pt x="192" y="98"/>
                </a:lnTo>
                <a:lnTo>
                  <a:pt x="204" y="102"/>
                </a:lnTo>
                <a:lnTo>
                  <a:pt x="214" y="106"/>
                </a:lnTo>
                <a:lnTo>
                  <a:pt x="224" y="114"/>
                </a:lnTo>
                <a:lnTo>
                  <a:pt x="232" y="122"/>
                </a:lnTo>
                <a:lnTo>
                  <a:pt x="240" y="132"/>
                </a:lnTo>
                <a:lnTo>
                  <a:pt x="244" y="142"/>
                </a:lnTo>
                <a:lnTo>
                  <a:pt x="248" y="154"/>
                </a:lnTo>
                <a:lnTo>
                  <a:pt x="248" y="166"/>
                </a:lnTo>
                <a:lnTo>
                  <a:pt x="248" y="166"/>
                </a:lnTo>
                <a:lnTo>
                  <a:pt x="248" y="178"/>
                </a:lnTo>
                <a:lnTo>
                  <a:pt x="246" y="188"/>
                </a:lnTo>
                <a:lnTo>
                  <a:pt x="240" y="198"/>
                </a:lnTo>
                <a:lnTo>
                  <a:pt x="234" y="208"/>
                </a:lnTo>
                <a:lnTo>
                  <a:pt x="250" y="208"/>
                </a:lnTo>
                <a:lnTo>
                  <a:pt x="250" y="208"/>
                </a:lnTo>
                <a:lnTo>
                  <a:pt x="260" y="208"/>
                </a:lnTo>
                <a:lnTo>
                  <a:pt x="270" y="210"/>
                </a:lnTo>
                <a:lnTo>
                  <a:pt x="278" y="214"/>
                </a:lnTo>
                <a:lnTo>
                  <a:pt x="286" y="218"/>
                </a:lnTo>
                <a:lnTo>
                  <a:pt x="294" y="222"/>
                </a:lnTo>
                <a:lnTo>
                  <a:pt x="300" y="228"/>
                </a:lnTo>
                <a:lnTo>
                  <a:pt x="306" y="236"/>
                </a:lnTo>
                <a:lnTo>
                  <a:pt x="310" y="244"/>
                </a:lnTo>
                <a:lnTo>
                  <a:pt x="308" y="118"/>
                </a:lnTo>
                <a:lnTo>
                  <a:pt x="318" y="118"/>
                </a:lnTo>
                <a:lnTo>
                  <a:pt x="330" y="196"/>
                </a:lnTo>
                <a:lnTo>
                  <a:pt x="330" y="196"/>
                </a:lnTo>
                <a:lnTo>
                  <a:pt x="332" y="200"/>
                </a:lnTo>
                <a:lnTo>
                  <a:pt x="336" y="204"/>
                </a:lnTo>
                <a:lnTo>
                  <a:pt x="340" y="208"/>
                </a:lnTo>
                <a:lnTo>
                  <a:pt x="346" y="208"/>
                </a:lnTo>
                <a:lnTo>
                  <a:pt x="346" y="208"/>
                </a:lnTo>
                <a:lnTo>
                  <a:pt x="348" y="208"/>
                </a:lnTo>
                <a:lnTo>
                  <a:pt x="348" y="208"/>
                </a:lnTo>
                <a:lnTo>
                  <a:pt x="354" y="206"/>
                </a:lnTo>
                <a:lnTo>
                  <a:pt x="358" y="202"/>
                </a:lnTo>
                <a:lnTo>
                  <a:pt x="360" y="196"/>
                </a:lnTo>
                <a:lnTo>
                  <a:pt x="360" y="190"/>
                </a:lnTo>
                <a:lnTo>
                  <a:pt x="360" y="190"/>
                </a:lnTo>
                <a:close/>
                <a:moveTo>
                  <a:pt x="92" y="58"/>
                </a:moveTo>
                <a:lnTo>
                  <a:pt x="92" y="58"/>
                </a:lnTo>
                <a:lnTo>
                  <a:pt x="98" y="58"/>
                </a:lnTo>
                <a:lnTo>
                  <a:pt x="102" y="56"/>
                </a:lnTo>
                <a:lnTo>
                  <a:pt x="112" y="50"/>
                </a:lnTo>
                <a:lnTo>
                  <a:pt x="118" y="40"/>
                </a:lnTo>
                <a:lnTo>
                  <a:pt x="120" y="34"/>
                </a:lnTo>
                <a:lnTo>
                  <a:pt x="120" y="28"/>
                </a:lnTo>
                <a:lnTo>
                  <a:pt x="120" y="28"/>
                </a:lnTo>
                <a:lnTo>
                  <a:pt x="120" y="22"/>
                </a:lnTo>
                <a:lnTo>
                  <a:pt x="118" y="18"/>
                </a:lnTo>
                <a:lnTo>
                  <a:pt x="112" y="8"/>
                </a:lnTo>
                <a:lnTo>
                  <a:pt x="102" y="2"/>
                </a:lnTo>
                <a:lnTo>
                  <a:pt x="98" y="0"/>
                </a:lnTo>
                <a:lnTo>
                  <a:pt x="92" y="0"/>
                </a:lnTo>
                <a:lnTo>
                  <a:pt x="92" y="0"/>
                </a:lnTo>
                <a:lnTo>
                  <a:pt x="86" y="0"/>
                </a:lnTo>
                <a:lnTo>
                  <a:pt x="80" y="2"/>
                </a:lnTo>
                <a:lnTo>
                  <a:pt x="70" y="8"/>
                </a:lnTo>
                <a:lnTo>
                  <a:pt x="64" y="18"/>
                </a:lnTo>
                <a:lnTo>
                  <a:pt x="62" y="22"/>
                </a:lnTo>
                <a:lnTo>
                  <a:pt x="62" y="28"/>
                </a:lnTo>
                <a:lnTo>
                  <a:pt x="62" y="28"/>
                </a:lnTo>
                <a:lnTo>
                  <a:pt x="62" y="34"/>
                </a:lnTo>
                <a:lnTo>
                  <a:pt x="64" y="40"/>
                </a:lnTo>
                <a:lnTo>
                  <a:pt x="70" y="50"/>
                </a:lnTo>
                <a:lnTo>
                  <a:pt x="80" y="56"/>
                </a:lnTo>
                <a:lnTo>
                  <a:pt x="86" y="58"/>
                </a:lnTo>
                <a:lnTo>
                  <a:pt x="92" y="58"/>
                </a:lnTo>
                <a:lnTo>
                  <a:pt x="92" y="58"/>
                </a:lnTo>
                <a:close/>
                <a:moveTo>
                  <a:pt x="30" y="196"/>
                </a:moveTo>
                <a:lnTo>
                  <a:pt x="42" y="118"/>
                </a:lnTo>
                <a:lnTo>
                  <a:pt x="52" y="118"/>
                </a:lnTo>
                <a:lnTo>
                  <a:pt x="50" y="244"/>
                </a:lnTo>
                <a:lnTo>
                  <a:pt x="50" y="244"/>
                </a:lnTo>
                <a:lnTo>
                  <a:pt x="54" y="236"/>
                </a:lnTo>
                <a:lnTo>
                  <a:pt x="60" y="228"/>
                </a:lnTo>
                <a:lnTo>
                  <a:pt x="66" y="222"/>
                </a:lnTo>
                <a:lnTo>
                  <a:pt x="74" y="218"/>
                </a:lnTo>
                <a:lnTo>
                  <a:pt x="82" y="214"/>
                </a:lnTo>
                <a:lnTo>
                  <a:pt x="90" y="210"/>
                </a:lnTo>
                <a:lnTo>
                  <a:pt x="100" y="208"/>
                </a:lnTo>
                <a:lnTo>
                  <a:pt x="110" y="208"/>
                </a:lnTo>
                <a:lnTo>
                  <a:pt x="126" y="208"/>
                </a:lnTo>
                <a:lnTo>
                  <a:pt x="126" y="208"/>
                </a:lnTo>
                <a:lnTo>
                  <a:pt x="120" y="198"/>
                </a:lnTo>
                <a:lnTo>
                  <a:pt x="114" y="188"/>
                </a:lnTo>
                <a:lnTo>
                  <a:pt x="112" y="178"/>
                </a:lnTo>
                <a:lnTo>
                  <a:pt x="112" y="166"/>
                </a:lnTo>
                <a:lnTo>
                  <a:pt x="112" y="166"/>
                </a:lnTo>
                <a:lnTo>
                  <a:pt x="112" y="154"/>
                </a:lnTo>
                <a:lnTo>
                  <a:pt x="116" y="142"/>
                </a:lnTo>
                <a:lnTo>
                  <a:pt x="120" y="132"/>
                </a:lnTo>
                <a:lnTo>
                  <a:pt x="128" y="122"/>
                </a:lnTo>
                <a:lnTo>
                  <a:pt x="136" y="114"/>
                </a:lnTo>
                <a:lnTo>
                  <a:pt x="146" y="106"/>
                </a:lnTo>
                <a:lnTo>
                  <a:pt x="156" y="102"/>
                </a:lnTo>
                <a:lnTo>
                  <a:pt x="168" y="98"/>
                </a:lnTo>
                <a:lnTo>
                  <a:pt x="166" y="90"/>
                </a:lnTo>
                <a:lnTo>
                  <a:pt x="166" y="90"/>
                </a:lnTo>
                <a:lnTo>
                  <a:pt x="166" y="88"/>
                </a:lnTo>
                <a:lnTo>
                  <a:pt x="166" y="88"/>
                </a:lnTo>
                <a:lnTo>
                  <a:pt x="162" y="80"/>
                </a:lnTo>
                <a:lnTo>
                  <a:pt x="154" y="74"/>
                </a:lnTo>
                <a:lnTo>
                  <a:pt x="146" y="70"/>
                </a:lnTo>
                <a:lnTo>
                  <a:pt x="138" y="68"/>
                </a:lnTo>
                <a:lnTo>
                  <a:pt x="110" y="68"/>
                </a:lnTo>
                <a:lnTo>
                  <a:pt x="90" y="102"/>
                </a:lnTo>
                <a:lnTo>
                  <a:pt x="72" y="68"/>
                </a:lnTo>
                <a:lnTo>
                  <a:pt x="46" y="68"/>
                </a:lnTo>
                <a:lnTo>
                  <a:pt x="46" y="68"/>
                </a:lnTo>
                <a:lnTo>
                  <a:pt x="36" y="70"/>
                </a:lnTo>
                <a:lnTo>
                  <a:pt x="28" y="74"/>
                </a:lnTo>
                <a:lnTo>
                  <a:pt x="20" y="80"/>
                </a:lnTo>
                <a:lnTo>
                  <a:pt x="16" y="88"/>
                </a:lnTo>
                <a:lnTo>
                  <a:pt x="16" y="88"/>
                </a:lnTo>
                <a:lnTo>
                  <a:pt x="16" y="90"/>
                </a:lnTo>
                <a:lnTo>
                  <a:pt x="0" y="190"/>
                </a:lnTo>
                <a:lnTo>
                  <a:pt x="0" y="190"/>
                </a:lnTo>
                <a:lnTo>
                  <a:pt x="0" y="196"/>
                </a:lnTo>
                <a:lnTo>
                  <a:pt x="2" y="202"/>
                </a:lnTo>
                <a:lnTo>
                  <a:pt x="6" y="206"/>
                </a:lnTo>
                <a:lnTo>
                  <a:pt x="12" y="208"/>
                </a:lnTo>
                <a:lnTo>
                  <a:pt x="12" y="208"/>
                </a:lnTo>
                <a:lnTo>
                  <a:pt x="14" y="208"/>
                </a:lnTo>
                <a:lnTo>
                  <a:pt x="14" y="208"/>
                </a:lnTo>
                <a:lnTo>
                  <a:pt x="20" y="208"/>
                </a:lnTo>
                <a:lnTo>
                  <a:pt x="24" y="204"/>
                </a:lnTo>
                <a:lnTo>
                  <a:pt x="28" y="200"/>
                </a:lnTo>
                <a:lnTo>
                  <a:pt x="30" y="196"/>
                </a:lnTo>
                <a:lnTo>
                  <a:pt x="30" y="196"/>
                </a:lnTo>
                <a:close/>
                <a:moveTo>
                  <a:pt x="180" y="118"/>
                </a:moveTo>
                <a:lnTo>
                  <a:pt x="180" y="118"/>
                </a:lnTo>
                <a:lnTo>
                  <a:pt x="170" y="118"/>
                </a:lnTo>
                <a:lnTo>
                  <a:pt x="162" y="120"/>
                </a:lnTo>
                <a:lnTo>
                  <a:pt x="152" y="126"/>
                </a:lnTo>
                <a:lnTo>
                  <a:pt x="146" y="132"/>
                </a:lnTo>
                <a:lnTo>
                  <a:pt x="140" y="138"/>
                </a:lnTo>
                <a:lnTo>
                  <a:pt x="136" y="146"/>
                </a:lnTo>
                <a:lnTo>
                  <a:pt x="132" y="156"/>
                </a:lnTo>
                <a:lnTo>
                  <a:pt x="132" y="166"/>
                </a:lnTo>
                <a:lnTo>
                  <a:pt x="132" y="166"/>
                </a:lnTo>
                <a:lnTo>
                  <a:pt x="132" y="176"/>
                </a:lnTo>
                <a:lnTo>
                  <a:pt x="136" y="184"/>
                </a:lnTo>
                <a:lnTo>
                  <a:pt x="140" y="194"/>
                </a:lnTo>
                <a:lnTo>
                  <a:pt x="146" y="200"/>
                </a:lnTo>
                <a:lnTo>
                  <a:pt x="152" y="206"/>
                </a:lnTo>
                <a:lnTo>
                  <a:pt x="162" y="210"/>
                </a:lnTo>
                <a:lnTo>
                  <a:pt x="170" y="214"/>
                </a:lnTo>
                <a:lnTo>
                  <a:pt x="180" y="214"/>
                </a:lnTo>
                <a:lnTo>
                  <a:pt x="180" y="214"/>
                </a:lnTo>
                <a:lnTo>
                  <a:pt x="190" y="214"/>
                </a:lnTo>
                <a:lnTo>
                  <a:pt x="200" y="210"/>
                </a:lnTo>
                <a:lnTo>
                  <a:pt x="208" y="206"/>
                </a:lnTo>
                <a:lnTo>
                  <a:pt x="214" y="200"/>
                </a:lnTo>
                <a:lnTo>
                  <a:pt x="220" y="194"/>
                </a:lnTo>
                <a:lnTo>
                  <a:pt x="224" y="184"/>
                </a:lnTo>
                <a:lnTo>
                  <a:pt x="228" y="176"/>
                </a:lnTo>
                <a:lnTo>
                  <a:pt x="228" y="166"/>
                </a:lnTo>
                <a:lnTo>
                  <a:pt x="228" y="166"/>
                </a:lnTo>
                <a:lnTo>
                  <a:pt x="228" y="156"/>
                </a:lnTo>
                <a:lnTo>
                  <a:pt x="224" y="146"/>
                </a:lnTo>
                <a:lnTo>
                  <a:pt x="220" y="138"/>
                </a:lnTo>
                <a:lnTo>
                  <a:pt x="214" y="132"/>
                </a:lnTo>
                <a:lnTo>
                  <a:pt x="208" y="126"/>
                </a:lnTo>
                <a:lnTo>
                  <a:pt x="200" y="120"/>
                </a:lnTo>
                <a:lnTo>
                  <a:pt x="190" y="118"/>
                </a:lnTo>
                <a:lnTo>
                  <a:pt x="180" y="118"/>
                </a:lnTo>
                <a:close/>
                <a:moveTo>
                  <a:pt x="296" y="260"/>
                </a:moveTo>
                <a:lnTo>
                  <a:pt x="296" y="260"/>
                </a:lnTo>
                <a:lnTo>
                  <a:pt x="294" y="258"/>
                </a:lnTo>
                <a:lnTo>
                  <a:pt x="294" y="258"/>
                </a:lnTo>
                <a:lnTo>
                  <a:pt x="292" y="252"/>
                </a:lnTo>
                <a:lnTo>
                  <a:pt x="288" y="246"/>
                </a:lnTo>
                <a:lnTo>
                  <a:pt x="278" y="236"/>
                </a:lnTo>
                <a:lnTo>
                  <a:pt x="266" y="230"/>
                </a:lnTo>
                <a:lnTo>
                  <a:pt x="250" y="228"/>
                </a:lnTo>
                <a:lnTo>
                  <a:pt x="210" y="228"/>
                </a:lnTo>
                <a:lnTo>
                  <a:pt x="180" y="278"/>
                </a:lnTo>
                <a:lnTo>
                  <a:pt x="150" y="228"/>
                </a:lnTo>
                <a:lnTo>
                  <a:pt x="110" y="228"/>
                </a:lnTo>
                <a:lnTo>
                  <a:pt x="110" y="228"/>
                </a:lnTo>
                <a:lnTo>
                  <a:pt x="94" y="230"/>
                </a:lnTo>
                <a:lnTo>
                  <a:pt x="82" y="236"/>
                </a:lnTo>
                <a:lnTo>
                  <a:pt x="72" y="246"/>
                </a:lnTo>
                <a:lnTo>
                  <a:pt x="68" y="252"/>
                </a:lnTo>
                <a:lnTo>
                  <a:pt x="66" y="258"/>
                </a:lnTo>
                <a:lnTo>
                  <a:pt x="66" y="258"/>
                </a:lnTo>
                <a:lnTo>
                  <a:pt x="64" y="260"/>
                </a:lnTo>
                <a:lnTo>
                  <a:pt x="52" y="336"/>
                </a:lnTo>
                <a:lnTo>
                  <a:pt x="52" y="336"/>
                </a:lnTo>
                <a:lnTo>
                  <a:pt x="72" y="352"/>
                </a:lnTo>
                <a:lnTo>
                  <a:pt x="96" y="362"/>
                </a:lnTo>
                <a:lnTo>
                  <a:pt x="106" y="304"/>
                </a:lnTo>
                <a:lnTo>
                  <a:pt x="118" y="304"/>
                </a:lnTo>
                <a:lnTo>
                  <a:pt x="114" y="370"/>
                </a:lnTo>
                <a:lnTo>
                  <a:pt x="114" y="370"/>
                </a:lnTo>
                <a:lnTo>
                  <a:pt x="130" y="374"/>
                </a:lnTo>
                <a:lnTo>
                  <a:pt x="146" y="378"/>
                </a:lnTo>
                <a:lnTo>
                  <a:pt x="162" y="380"/>
                </a:lnTo>
                <a:lnTo>
                  <a:pt x="180" y="380"/>
                </a:lnTo>
                <a:lnTo>
                  <a:pt x="180" y="380"/>
                </a:lnTo>
                <a:lnTo>
                  <a:pt x="196" y="380"/>
                </a:lnTo>
                <a:lnTo>
                  <a:pt x="214" y="378"/>
                </a:lnTo>
                <a:lnTo>
                  <a:pt x="230" y="374"/>
                </a:lnTo>
                <a:lnTo>
                  <a:pt x="246" y="370"/>
                </a:lnTo>
                <a:lnTo>
                  <a:pt x="242" y="304"/>
                </a:lnTo>
                <a:lnTo>
                  <a:pt x="254" y="304"/>
                </a:lnTo>
                <a:lnTo>
                  <a:pt x="264" y="362"/>
                </a:lnTo>
                <a:lnTo>
                  <a:pt x="264" y="362"/>
                </a:lnTo>
                <a:lnTo>
                  <a:pt x="288" y="350"/>
                </a:lnTo>
                <a:lnTo>
                  <a:pt x="308" y="336"/>
                </a:lnTo>
                <a:lnTo>
                  <a:pt x="296" y="260"/>
                </a:lnTo>
                <a:close/>
              </a:path>
            </a:pathLst>
          </a:custGeom>
          <a:solidFill>
            <a:schemeClr val="bg1"/>
          </a:solidFill>
          <a:ln>
            <a:noFill/>
          </a:ln>
        </p:spPr>
        <p:txBody>
          <a:bodyPr vert="horz" wrap="square" lIns="82938" tIns="41469" rIns="82938" bIns="41469" numCol="1" anchor="t" anchorCtr="0" compatLnSpc="1"/>
          <a:lstStyle/>
          <a:p>
            <a:endParaRPr lang="en-GB" sz="1815"/>
          </a:p>
        </p:txBody>
      </p:sp>
      <p:sp>
        <p:nvSpPr>
          <p:cNvPr id="99" name="Freeform 4845"/>
          <p:cNvSpPr>
            <a:spLocks noEditPoints="1"/>
          </p:cNvSpPr>
          <p:nvPr/>
        </p:nvSpPr>
        <p:spPr bwMode="auto">
          <a:xfrm>
            <a:off x="6388380" y="5447173"/>
            <a:ext cx="492371" cy="533402"/>
          </a:xfrm>
          <a:custGeom>
            <a:avLst/>
            <a:gdLst>
              <a:gd name="T0" fmla="*/ 86 w 384"/>
              <a:gd name="T1" fmla="*/ 34 h 416"/>
              <a:gd name="T2" fmla="*/ 108 w 384"/>
              <a:gd name="T3" fmla="*/ 36 h 416"/>
              <a:gd name="T4" fmla="*/ 122 w 384"/>
              <a:gd name="T5" fmla="*/ 86 h 416"/>
              <a:gd name="T6" fmla="*/ 102 w 384"/>
              <a:gd name="T7" fmla="*/ 82 h 416"/>
              <a:gd name="T8" fmla="*/ 24 w 384"/>
              <a:gd name="T9" fmla="*/ 106 h 416"/>
              <a:gd name="T10" fmla="*/ 26 w 384"/>
              <a:gd name="T11" fmla="*/ 126 h 416"/>
              <a:gd name="T12" fmla="*/ 68 w 384"/>
              <a:gd name="T13" fmla="*/ 136 h 416"/>
              <a:gd name="T14" fmla="*/ 64 w 384"/>
              <a:gd name="T15" fmla="*/ 120 h 416"/>
              <a:gd name="T16" fmla="*/ 154 w 384"/>
              <a:gd name="T17" fmla="*/ 372 h 416"/>
              <a:gd name="T18" fmla="*/ 164 w 384"/>
              <a:gd name="T19" fmla="*/ 386 h 416"/>
              <a:gd name="T20" fmla="*/ 230 w 384"/>
              <a:gd name="T21" fmla="*/ 376 h 416"/>
              <a:gd name="T22" fmla="*/ 220 w 384"/>
              <a:gd name="T23" fmla="*/ 366 h 416"/>
              <a:gd name="T24" fmla="*/ 164 w 384"/>
              <a:gd name="T25" fmla="*/ 402 h 416"/>
              <a:gd name="T26" fmla="*/ 174 w 384"/>
              <a:gd name="T27" fmla="*/ 416 h 416"/>
              <a:gd name="T28" fmla="*/ 220 w 384"/>
              <a:gd name="T29" fmla="*/ 406 h 416"/>
              <a:gd name="T30" fmla="*/ 210 w 384"/>
              <a:gd name="T31" fmla="*/ 396 h 416"/>
              <a:gd name="T32" fmla="*/ 34 w 384"/>
              <a:gd name="T33" fmla="*/ 294 h 416"/>
              <a:gd name="T34" fmla="*/ 48 w 384"/>
              <a:gd name="T35" fmla="*/ 302 h 416"/>
              <a:gd name="T36" fmla="*/ 66 w 384"/>
              <a:gd name="T37" fmla="*/ 280 h 416"/>
              <a:gd name="T38" fmla="*/ 52 w 384"/>
              <a:gd name="T39" fmla="*/ 276 h 416"/>
              <a:gd name="T40" fmla="*/ 38 w 384"/>
              <a:gd name="T41" fmla="*/ 196 h 416"/>
              <a:gd name="T42" fmla="*/ 0 w 384"/>
              <a:gd name="T43" fmla="*/ 208 h 416"/>
              <a:gd name="T44" fmla="*/ 38 w 384"/>
              <a:gd name="T45" fmla="*/ 220 h 416"/>
              <a:gd name="T46" fmla="*/ 50 w 384"/>
              <a:gd name="T47" fmla="*/ 208 h 416"/>
              <a:gd name="T48" fmla="*/ 206 w 384"/>
              <a:gd name="T49" fmla="*/ 54 h 416"/>
              <a:gd name="T50" fmla="*/ 192 w 384"/>
              <a:gd name="T51" fmla="*/ 0 h 416"/>
              <a:gd name="T52" fmla="*/ 178 w 384"/>
              <a:gd name="T53" fmla="*/ 54 h 416"/>
              <a:gd name="T54" fmla="*/ 192 w 384"/>
              <a:gd name="T55" fmla="*/ 68 h 416"/>
              <a:gd name="T56" fmla="*/ 320 w 384"/>
              <a:gd name="T57" fmla="*/ 278 h 416"/>
              <a:gd name="T58" fmla="*/ 322 w 384"/>
              <a:gd name="T59" fmla="*/ 294 h 416"/>
              <a:gd name="T60" fmla="*/ 348 w 384"/>
              <a:gd name="T61" fmla="*/ 298 h 416"/>
              <a:gd name="T62" fmla="*/ 346 w 384"/>
              <a:gd name="T63" fmla="*/ 284 h 416"/>
              <a:gd name="T64" fmla="*/ 362 w 384"/>
              <a:gd name="T65" fmla="*/ 122 h 416"/>
              <a:gd name="T66" fmla="*/ 356 w 384"/>
              <a:gd name="T67" fmla="*/ 104 h 416"/>
              <a:gd name="T68" fmla="*/ 314 w 384"/>
              <a:gd name="T69" fmla="*/ 128 h 416"/>
              <a:gd name="T70" fmla="*/ 326 w 384"/>
              <a:gd name="T71" fmla="*/ 142 h 416"/>
              <a:gd name="T72" fmla="*/ 336 w 384"/>
              <a:gd name="T73" fmla="*/ 204 h 416"/>
              <a:gd name="T74" fmla="*/ 346 w 384"/>
              <a:gd name="T75" fmla="*/ 220 h 416"/>
              <a:gd name="T76" fmla="*/ 384 w 384"/>
              <a:gd name="T77" fmla="*/ 208 h 416"/>
              <a:gd name="T78" fmla="*/ 372 w 384"/>
              <a:gd name="T79" fmla="*/ 196 h 416"/>
              <a:gd name="T80" fmla="*/ 276 w 384"/>
              <a:gd name="T81" fmla="*/ 36 h 416"/>
              <a:gd name="T82" fmla="*/ 262 w 384"/>
              <a:gd name="T83" fmla="*/ 86 h 416"/>
              <a:gd name="T84" fmla="*/ 300 w 384"/>
              <a:gd name="T85" fmla="*/ 50 h 416"/>
              <a:gd name="T86" fmla="*/ 294 w 384"/>
              <a:gd name="T87" fmla="*/ 32 h 416"/>
              <a:gd name="T88" fmla="*/ 262 w 384"/>
              <a:gd name="T89" fmla="*/ 256 h 416"/>
              <a:gd name="T90" fmla="*/ 236 w 384"/>
              <a:gd name="T91" fmla="*/ 322 h 416"/>
              <a:gd name="T92" fmla="*/ 218 w 384"/>
              <a:gd name="T93" fmla="*/ 354 h 416"/>
              <a:gd name="T94" fmla="*/ 150 w 384"/>
              <a:gd name="T95" fmla="*/ 338 h 416"/>
              <a:gd name="T96" fmla="*/ 132 w 384"/>
              <a:gd name="T97" fmla="*/ 270 h 416"/>
              <a:gd name="T98" fmla="*/ 98 w 384"/>
              <a:gd name="T99" fmla="*/ 196 h 416"/>
              <a:gd name="T100" fmla="*/ 134 w 384"/>
              <a:gd name="T101" fmla="*/ 118 h 416"/>
              <a:gd name="T102" fmla="*/ 234 w 384"/>
              <a:gd name="T103" fmla="*/ 108 h 416"/>
              <a:gd name="T104" fmla="*/ 286 w 384"/>
              <a:gd name="T105" fmla="*/ 196 h 416"/>
              <a:gd name="T106" fmla="*/ 192 w 384"/>
              <a:gd name="T107" fmla="*/ 128 h 416"/>
              <a:gd name="T108" fmla="*/ 146 w 384"/>
              <a:gd name="T109" fmla="*/ 144 h 416"/>
              <a:gd name="T110" fmla="*/ 126 w 384"/>
              <a:gd name="T111" fmla="*/ 198 h 416"/>
              <a:gd name="T112" fmla="*/ 142 w 384"/>
              <a:gd name="T113" fmla="*/ 200 h 416"/>
              <a:gd name="T114" fmla="*/ 154 w 384"/>
              <a:gd name="T115" fmla="*/ 164 h 416"/>
              <a:gd name="T116" fmla="*/ 190 w 384"/>
              <a:gd name="T117" fmla="*/ 148 h 4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384" h="416">
                <a:moveTo>
                  <a:pt x="102" y="82"/>
                </a:moveTo>
                <a:lnTo>
                  <a:pt x="84" y="50"/>
                </a:lnTo>
                <a:lnTo>
                  <a:pt x="84" y="50"/>
                </a:lnTo>
                <a:lnTo>
                  <a:pt x="82" y="44"/>
                </a:lnTo>
                <a:lnTo>
                  <a:pt x="84" y="40"/>
                </a:lnTo>
                <a:lnTo>
                  <a:pt x="86" y="34"/>
                </a:lnTo>
                <a:lnTo>
                  <a:pt x="90" y="32"/>
                </a:lnTo>
                <a:lnTo>
                  <a:pt x="90" y="32"/>
                </a:lnTo>
                <a:lnTo>
                  <a:pt x="96" y="30"/>
                </a:lnTo>
                <a:lnTo>
                  <a:pt x="100" y="30"/>
                </a:lnTo>
                <a:lnTo>
                  <a:pt x="106" y="32"/>
                </a:lnTo>
                <a:lnTo>
                  <a:pt x="108" y="36"/>
                </a:lnTo>
                <a:lnTo>
                  <a:pt x="126" y="68"/>
                </a:lnTo>
                <a:lnTo>
                  <a:pt x="126" y="68"/>
                </a:lnTo>
                <a:lnTo>
                  <a:pt x="128" y="72"/>
                </a:lnTo>
                <a:lnTo>
                  <a:pt x="128" y="78"/>
                </a:lnTo>
                <a:lnTo>
                  <a:pt x="126" y="82"/>
                </a:lnTo>
                <a:lnTo>
                  <a:pt x="122" y="86"/>
                </a:lnTo>
                <a:lnTo>
                  <a:pt x="122" y="86"/>
                </a:lnTo>
                <a:lnTo>
                  <a:pt x="114" y="88"/>
                </a:lnTo>
                <a:lnTo>
                  <a:pt x="114" y="88"/>
                </a:lnTo>
                <a:lnTo>
                  <a:pt x="108" y="86"/>
                </a:lnTo>
                <a:lnTo>
                  <a:pt x="102" y="82"/>
                </a:lnTo>
                <a:lnTo>
                  <a:pt x="102" y="82"/>
                </a:lnTo>
                <a:close/>
                <a:moveTo>
                  <a:pt x="64" y="120"/>
                </a:moveTo>
                <a:lnTo>
                  <a:pt x="38" y="104"/>
                </a:lnTo>
                <a:lnTo>
                  <a:pt x="38" y="104"/>
                </a:lnTo>
                <a:lnTo>
                  <a:pt x="32" y="104"/>
                </a:lnTo>
                <a:lnTo>
                  <a:pt x="28" y="104"/>
                </a:lnTo>
                <a:lnTo>
                  <a:pt x="24" y="106"/>
                </a:lnTo>
                <a:lnTo>
                  <a:pt x="22" y="110"/>
                </a:lnTo>
                <a:lnTo>
                  <a:pt x="22" y="110"/>
                </a:lnTo>
                <a:lnTo>
                  <a:pt x="20" y="114"/>
                </a:lnTo>
                <a:lnTo>
                  <a:pt x="20" y="118"/>
                </a:lnTo>
                <a:lnTo>
                  <a:pt x="22" y="122"/>
                </a:lnTo>
                <a:lnTo>
                  <a:pt x="26" y="126"/>
                </a:lnTo>
                <a:lnTo>
                  <a:pt x="52" y="142"/>
                </a:lnTo>
                <a:lnTo>
                  <a:pt x="52" y="142"/>
                </a:lnTo>
                <a:lnTo>
                  <a:pt x="58" y="142"/>
                </a:lnTo>
                <a:lnTo>
                  <a:pt x="58" y="142"/>
                </a:lnTo>
                <a:lnTo>
                  <a:pt x="64" y="142"/>
                </a:lnTo>
                <a:lnTo>
                  <a:pt x="68" y="136"/>
                </a:lnTo>
                <a:lnTo>
                  <a:pt x="68" y="136"/>
                </a:lnTo>
                <a:lnTo>
                  <a:pt x="70" y="132"/>
                </a:lnTo>
                <a:lnTo>
                  <a:pt x="70" y="128"/>
                </a:lnTo>
                <a:lnTo>
                  <a:pt x="68" y="124"/>
                </a:lnTo>
                <a:lnTo>
                  <a:pt x="64" y="120"/>
                </a:lnTo>
                <a:lnTo>
                  <a:pt x="64" y="120"/>
                </a:lnTo>
                <a:close/>
                <a:moveTo>
                  <a:pt x="220" y="366"/>
                </a:moveTo>
                <a:lnTo>
                  <a:pt x="164" y="366"/>
                </a:lnTo>
                <a:lnTo>
                  <a:pt x="164" y="366"/>
                </a:lnTo>
                <a:lnTo>
                  <a:pt x="160" y="366"/>
                </a:lnTo>
                <a:lnTo>
                  <a:pt x="156" y="368"/>
                </a:lnTo>
                <a:lnTo>
                  <a:pt x="154" y="372"/>
                </a:lnTo>
                <a:lnTo>
                  <a:pt x="154" y="376"/>
                </a:lnTo>
                <a:lnTo>
                  <a:pt x="154" y="376"/>
                </a:lnTo>
                <a:lnTo>
                  <a:pt x="154" y="380"/>
                </a:lnTo>
                <a:lnTo>
                  <a:pt x="156" y="382"/>
                </a:lnTo>
                <a:lnTo>
                  <a:pt x="160" y="384"/>
                </a:lnTo>
                <a:lnTo>
                  <a:pt x="164" y="386"/>
                </a:lnTo>
                <a:lnTo>
                  <a:pt x="220" y="386"/>
                </a:lnTo>
                <a:lnTo>
                  <a:pt x="220" y="386"/>
                </a:lnTo>
                <a:lnTo>
                  <a:pt x="224" y="384"/>
                </a:lnTo>
                <a:lnTo>
                  <a:pt x="228" y="382"/>
                </a:lnTo>
                <a:lnTo>
                  <a:pt x="230" y="380"/>
                </a:lnTo>
                <a:lnTo>
                  <a:pt x="230" y="376"/>
                </a:lnTo>
                <a:lnTo>
                  <a:pt x="230" y="376"/>
                </a:lnTo>
                <a:lnTo>
                  <a:pt x="230" y="372"/>
                </a:lnTo>
                <a:lnTo>
                  <a:pt x="228" y="368"/>
                </a:lnTo>
                <a:lnTo>
                  <a:pt x="224" y="366"/>
                </a:lnTo>
                <a:lnTo>
                  <a:pt x="220" y="366"/>
                </a:lnTo>
                <a:lnTo>
                  <a:pt x="220" y="366"/>
                </a:lnTo>
                <a:close/>
                <a:moveTo>
                  <a:pt x="210" y="396"/>
                </a:moveTo>
                <a:lnTo>
                  <a:pt x="174" y="396"/>
                </a:lnTo>
                <a:lnTo>
                  <a:pt x="174" y="396"/>
                </a:lnTo>
                <a:lnTo>
                  <a:pt x="170" y="396"/>
                </a:lnTo>
                <a:lnTo>
                  <a:pt x="166" y="398"/>
                </a:lnTo>
                <a:lnTo>
                  <a:pt x="164" y="402"/>
                </a:lnTo>
                <a:lnTo>
                  <a:pt x="164" y="406"/>
                </a:lnTo>
                <a:lnTo>
                  <a:pt x="164" y="406"/>
                </a:lnTo>
                <a:lnTo>
                  <a:pt x="164" y="410"/>
                </a:lnTo>
                <a:lnTo>
                  <a:pt x="166" y="414"/>
                </a:lnTo>
                <a:lnTo>
                  <a:pt x="170" y="416"/>
                </a:lnTo>
                <a:lnTo>
                  <a:pt x="174" y="416"/>
                </a:lnTo>
                <a:lnTo>
                  <a:pt x="210" y="416"/>
                </a:lnTo>
                <a:lnTo>
                  <a:pt x="210" y="416"/>
                </a:lnTo>
                <a:lnTo>
                  <a:pt x="214" y="416"/>
                </a:lnTo>
                <a:lnTo>
                  <a:pt x="218" y="414"/>
                </a:lnTo>
                <a:lnTo>
                  <a:pt x="220" y="410"/>
                </a:lnTo>
                <a:lnTo>
                  <a:pt x="220" y="406"/>
                </a:lnTo>
                <a:lnTo>
                  <a:pt x="220" y="406"/>
                </a:lnTo>
                <a:lnTo>
                  <a:pt x="220" y="402"/>
                </a:lnTo>
                <a:lnTo>
                  <a:pt x="218" y="398"/>
                </a:lnTo>
                <a:lnTo>
                  <a:pt x="214" y="396"/>
                </a:lnTo>
                <a:lnTo>
                  <a:pt x="210" y="396"/>
                </a:lnTo>
                <a:lnTo>
                  <a:pt x="210" y="396"/>
                </a:lnTo>
                <a:close/>
                <a:moveTo>
                  <a:pt x="52" y="276"/>
                </a:moveTo>
                <a:lnTo>
                  <a:pt x="38" y="284"/>
                </a:lnTo>
                <a:lnTo>
                  <a:pt x="38" y="284"/>
                </a:lnTo>
                <a:lnTo>
                  <a:pt x="36" y="288"/>
                </a:lnTo>
                <a:lnTo>
                  <a:pt x="34" y="290"/>
                </a:lnTo>
                <a:lnTo>
                  <a:pt x="34" y="294"/>
                </a:lnTo>
                <a:lnTo>
                  <a:pt x="36" y="298"/>
                </a:lnTo>
                <a:lnTo>
                  <a:pt x="36" y="298"/>
                </a:lnTo>
                <a:lnTo>
                  <a:pt x="40" y="302"/>
                </a:lnTo>
                <a:lnTo>
                  <a:pt x="44" y="304"/>
                </a:lnTo>
                <a:lnTo>
                  <a:pt x="44" y="304"/>
                </a:lnTo>
                <a:lnTo>
                  <a:pt x="48" y="302"/>
                </a:lnTo>
                <a:lnTo>
                  <a:pt x="62" y="294"/>
                </a:lnTo>
                <a:lnTo>
                  <a:pt x="62" y="294"/>
                </a:lnTo>
                <a:lnTo>
                  <a:pt x="66" y="292"/>
                </a:lnTo>
                <a:lnTo>
                  <a:pt x="68" y="288"/>
                </a:lnTo>
                <a:lnTo>
                  <a:pt x="68" y="284"/>
                </a:lnTo>
                <a:lnTo>
                  <a:pt x="66" y="280"/>
                </a:lnTo>
                <a:lnTo>
                  <a:pt x="66" y="280"/>
                </a:lnTo>
                <a:lnTo>
                  <a:pt x="64" y="278"/>
                </a:lnTo>
                <a:lnTo>
                  <a:pt x="60" y="276"/>
                </a:lnTo>
                <a:lnTo>
                  <a:pt x="56" y="276"/>
                </a:lnTo>
                <a:lnTo>
                  <a:pt x="52" y="276"/>
                </a:lnTo>
                <a:lnTo>
                  <a:pt x="52" y="276"/>
                </a:lnTo>
                <a:close/>
                <a:moveTo>
                  <a:pt x="50" y="208"/>
                </a:moveTo>
                <a:lnTo>
                  <a:pt x="50" y="208"/>
                </a:lnTo>
                <a:lnTo>
                  <a:pt x="48" y="204"/>
                </a:lnTo>
                <a:lnTo>
                  <a:pt x="46" y="200"/>
                </a:lnTo>
                <a:lnTo>
                  <a:pt x="42" y="198"/>
                </a:lnTo>
                <a:lnTo>
                  <a:pt x="38" y="196"/>
                </a:lnTo>
                <a:lnTo>
                  <a:pt x="12" y="196"/>
                </a:lnTo>
                <a:lnTo>
                  <a:pt x="12" y="196"/>
                </a:lnTo>
                <a:lnTo>
                  <a:pt x="6" y="198"/>
                </a:lnTo>
                <a:lnTo>
                  <a:pt x="2" y="200"/>
                </a:lnTo>
                <a:lnTo>
                  <a:pt x="0" y="204"/>
                </a:lnTo>
                <a:lnTo>
                  <a:pt x="0" y="208"/>
                </a:lnTo>
                <a:lnTo>
                  <a:pt x="0" y="208"/>
                </a:lnTo>
                <a:lnTo>
                  <a:pt x="0" y="212"/>
                </a:lnTo>
                <a:lnTo>
                  <a:pt x="2" y="216"/>
                </a:lnTo>
                <a:lnTo>
                  <a:pt x="6" y="220"/>
                </a:lnTo>
                <a:lnTo>
                  <a:pt x="12" y="220"/>
                </a:lnTo>
                <a:lnTo>
                  <a:pt x="38" y="220"/>
                </a:lnTo>
                <a:lnTo>
                  <a:pt x="38" y="220"/>
                </a:lnTo>
                <a:lnTo>
                  <a:pt x="42" y="220"/>
                </a:lnTo>
                <a:lnTo>
                  <a:pt x="46" y="216"/>
                </a:lnTo>
                <a:lnTo>
                  <a:pt x="48" y="212"/>
                </a:lnTo>
                <a:lnTo>
                  <a:pt x="50" y="208"/>
                </a:lnTo>
                <a:lnTo>
                  <a:pt x="50" y="208"/>
                </a:lnTo>
                <a:close/>
                <a:moveTo>
                  <a:pt x="192" y="68"/>
                </a:moveTo>
                <a:lnTo>
                  <a:pt x="192" y="68"/>
                </a:lnTo>
                <a:lnTo>
                  <a:pt x="198" y="66"/>
                </a:lnTo>
                <a:lnTo>
                  <a:pt x="202" y="64"/>
                </a:lnTo>
                <a:lnTo>
                  <a:pt x="204" y="58"/>
                </a:lnTo>
                <a:lnTo>
                  <a:pt x="206" y="54"/>
                </a:lnTo>
                <a:lnTo>
                  <a:pt x="206" y="14"/>
                </a:lnTo>
                <a:lnTo>
                  <a:pt x="206" y="14"/>
                </a:lnTo>
                <a:lnTo>
                  <a:pt x="204" y="8"/>
                </a:lnTo>
                <a:lnTo>
                  <a:pt x="202" y="4"/>
                </a:lnTo>
                <a:lnTo>
                  <a:pt x="198" y="0"/>
                </a:lnTo>
                <a:lnTo>
                  <a:pt x="192" y="0"/>
                </a:lnTo>
                <a:lnTo>
                  <a:pt x="192" y="0"/>
                </a:lnTo>
                <a:lnTo>
                  <a:pt x="186" y="0"/>
                </a:lnTo>
                <a:lnTo>
                  <a:pt x="182" y="4"/>
                </a:lnTo>
                <a:lnTo>
                  <a:pt x="180" y="8"/>
                </a:lnTo>
                <a:lnTo>
                  <a:pt x="178" y="14"/>
                </a:lnTo>
                <a:lnTo>
                  <a:pt x="178" y="54"/>
                </a:lnTo>
                <a:lnTo>
                  <a:pt x="178" y="54"/>
                </a:lnTo>
                <a:lnTo>
                  <a:pt x="180" y="58"/>
                </a:lnTo>
                <a:lnTo>
                  <a:pt x="182" y="64"/>
                </a:lnTo>
                <a:lnTo>
                  <a:pt x="186" y="66"/>
                </a:lnTo>
                <a:lnTo>
                  <a:pt x="192" y="68"/>
                </a:lnTo>
                <a:lnTo>
                  <a:pt x="192" y="68"/>
                </a:lnTo>
                <a:close/>
                <a:moveTo>
                  <a:pt x="346" y="284"/>
                </a:moveTo>
                <a:lnTo>
                  <a:pt x="332" y="276"/>
                </a:lnTo>
                <a:lnTo>
                  <a:pt x="332" y="276"/>
                </a:lnTo>
                <a:lnTo>
                  <a:pt x="328" y="276"/>
                </a:lnTo>
                <a:lnTo>
                  <a:pt x="324" y="276"/>
                </a:lnTo>
                <a:lnTo>
                  <a:pt x="320" y="278"/>
                </a:lnTo>
                <a:lnTo>
                  <a:pt x="318" y="280"/>
                </a:lnTo>
                <a:lnTo>
                  <a:pt x="318" y="280"/>
                </a:lnTo>
                <a:lnTo>
                  <a:pt x="316" y="284"/>
                </a:lnTo>
                <a:lnTo>
                  <a:pt x="316" y="288"/>
                </a:lnTo>
                <a:lnTo>
                  <a:pt x="318" y="292"/>
                </a:lnTo>
                <a:lnTo>
                  <a:pt x="322" y="294"/>
                </a:lnTo>
                <a:lnTo>
                  <a:pt x="336" y="302"/>
                </a:lnTo>
                <a:lnTo>
                  <a:pt x="336" y="302"/>
                </a:lnTo>
                <a:lnTo>
                  <a:pt x="340" y="304"/>
                </a:lnTo>
                <a:lnTo>
                  <a:pt x="340" y="304"/>
                </a:lnTo>
                <a:lnTo>
                  <a:pt x="344" y="302"/>
                </a:lnTo>
                <a:lnTo>
                  <a:pt x="348" y="298"/>
                </a:lnTo>
                <a:lnTo>
                  <a:pt x="348" y="298"/>
                </a:lnTo>
                <a:lnTo>
                  <a:pt x="350" y="294"/>
                </a:lnTo>
                <a:lnTo>
                  <a:pt x="350" y="290"/>
                </a:lnTo>
                <a:lnTo>
                  <a:pt x="348" y="288"/>
                </a:lnTo>
                <a:lnTo>
                  <a:pt x="346" y="284"/>
                </a:lnTo>
                <a:lnTo>
                  <a:pt x="346" y="284"/>
                </a:lnTo>
                <a:close/>
                <a:moveTo>
                  <a:pt x="326" y="142"/>
                </a:moveTo>
                <a:lnTo>
                  <a:pt x="326" y="142"/>
                </a:lnTo>
                <a:lnTo>
                  <a:pt x="332" y="142"/>
                </a:lnTo>
                <a:lnTo>
                  <a:pt x="358" y="126"/>
                </a:lnTo>
                <a:lnTo>
                  <a:pt x="358" y="126"/>
                </a:lnTo>
                <a:lnTo>
                  <a:pt x="362" y="122"/>
                </a:lnTo>
                <a:lnTo>
                  <a:pt x="364" y="118"/>
                </a:lnTo>
                <a:lnTo>
                  <a:pt x="364" y="114"/>
                </a:lnTo>
                <a:lnTo>
                  <a:pt x="362" y="110"/>
                </a:lnTo>
                <a:lnTo>
                  <a:pt x="362" y="110"/>
                </a:lnTo>
                <a:lnTo>
                  <a:pt x="360" y="106"/>
                </a:lnTo>
                <a:lnTo>
                  <a:pt x="356" y="104"/>
                </a:lnTo>
                <a:lnTo>
                  <a:pt x="352" y="104"/>
                </a:lnTo>
                <a:lnTo>
                  <a:pt x="346" y="104"/>
                </a:lnTo>
                <a:lnTo>
                  <a:pt x="320" y="120"/>
                </a:lnTo>
                <a:lnTo>
                  <a:pt x="320" y="120"/>
                </a:lnTo>
                <a:lnTo>
                  <a:pt x="316" y="124"/>
                </a:lnTo>
                <a:lnTo>
                  <a:pt x="314" y="128"/>
                </a:lnTo>
                <a:lnTo>
                  <a:pt x="314" y="132"/>
                </a:lnTo>
                <a:lnTo>
                  <a:pt x="316" y="136"/>
                </a:lnTo>
                <a:lnTo>
                  <a:pt x="316" y="136"/>
                </a:lnTo>
                <a:lnTo>
                  <a:pt x="320" y="142"/>
                </a:lnTo>
                <a:lnTo>
                  <a:pt x="326" y="142"/>
                </a:lnTo>
                <a:lnTo>
                  <a:pt x="326" y="142"/>
                </a:lnTo>
                <a:close/>
                <a:moveTo>
                  <a:pt x="372" y="196"/>
                </a:moveTo>
                <a:lnTo>
                  <a:pt x="346" y="196"/>
                </a:lnTo>
                <a:lnTo>
                  <a:pt x="346" y="196"/>
                </a:lnTo>
                <a:lnTo>
                  <a:pt x="342" y="198"/>
                </a:lnTo>
                <a:lnTo>
                  <a:pt x="338" y="200"/>
                </a:lnTo>
                <a:lnTo>
                  <a:pt x="336" y="204"/>
                </a:lnTo>
                <a:lnTo>
                  <a:pt x="334" y="208"/>
                </a:lnTo>
                <a:lnTo>
                  <a:pt x="334" y="208"/>
                </a:lnTo>
                <a:lnTo>
                  <a:pt x="336" y="212"/>
                </a:lnTo>
                <a:lnTo>
                  <a:pt x="338" y="216"/>
                </a:lnTo>
                <a:lnTo>
                  <a:pt x="342" y="220"/>
                </a:lnTo>
                <a:lnTo>
                  <a:pt x="346" y="220"/>
                </a:lnTo>
                <a:lnTo>
                  <a:pt x="372" y="220"/>
                </a:lnTo>
                <a:lnTo>
                  <a:pt x="372" y="220"/>
                </a:lnTo>
                <a:lnTo>
                  <a:pt x="378" y="220"/>
                </a:lnTo>
                <a:lnTo>
                  <a:pt x="382" y="216"/>
                </a:lnTo>
                <a:lnTo>
                  <a:pt x="384" y="212"/>
                </a:lnTo>
                <a:lnTo>
                  <a:pt x="384" y="208"/>
                </a:lnTo>
                <a:lnTo>
                  <a:pt x="384" y="208"/>
                </a:lnTo>
                <a:lnTo>
                  <a:pt x="384" y="204"/>
                </a:lnTo>
                <a:lnTo>
                  <a:pt x="382" y="200"/>
                </a:lnTo>
                <a:lnTo>
                  <a:pt x="378" y="198"/>
                </a:lnTo>
                <a:lnTo>
                  <a:pt x="372" y="196"/>
                </a:lnTo>
                <a:lnTo>
                  <a:pt x="372" y="196"/>
                </a:lnTo>
                <a:close/>
                <a:moveTo>
                  <a:pt x="294" y="32"/>
                </a:moveTo>
                <a:lnTo>
                  <a:pt x="294" y="32"/>
                </a:lnTo>
                <a:lnTo>
                  <a:pt x="288" y="30"/>
                </a:lnTo>
                <a:lnTo>
                  <a:pt x="284" y="30"/>
                </a:lnTo>
                <a:lnTo>
                  <a:pt x="278" y="32"/>
                </a:lnTo>
                <a:lnTo>
                  <a:pt x="276" y="36"/>
                </a:lnTo>
                <a:lnTo>
                  <a:pt x="258" y="68"/>
                </a:lnTo>
                <a:lnTo>
                  <a:pt x="258" y="68"/>
                </a:lnTo>
                <a:lnTo>
                  <a:pt x="256" y="72"/>
                </a:lnTo>
                <a:lnTo>
                  <a:pt x="256" y="78"/>
                </a:lnTo>
                <a:lnTo>
                  <a:pt x="258" y="82"/>
                </a:lnTo>
                <a:lnTo>
                  <a:pt x="262" y="86"/>
                </a:lnTo>
                <a:lnTo>
                  <a:pt x="262" y="86"/>
                </a:lnTo>
                <a:lnTo>
                  <a:pt x="270" y="88"/>
                </a:lnTo>
                <a:lnTo>
                  <a:pt x="270" y="88"/>
                </a:lnTo>
                <a:lnTo>
                  <a:pt x="276" y="86"/>
                </a:lnTo>
                <a:lnTo>
                  <a:pt x="282" y="82"/>
                </a:lnTo>
                <a:lnTo>
                  <a:pt x="300" y="50"/>
                </a:lnTo>
                <a:lnTo>
                  <a:pt x="300" y="50"/>
                </a:lnTo>
                <a:lnTo>
                  <a:pt x="302" y="44"/>
                </a:lnTo>
                <a:lnTo>
                  <a:pt x="300" y="40"/>
                </a:lnTo>
                <a:lnTo>
                  <a:pt x="298" y="34"/>
                </a:lnTo>
                <a:lnTo>
                  <a:pt x="294" y="32"/>
                </a:lnTo>
                <a:lnTo>
                  <a:pt x="294" y="32"/>
                </a:lnTo>
                <a:close/>
                <a:moveTo>
                  <a:pt x="286" y="196"/>
                </a:moveTo>
                <a:lnTo>
                  <a:pt x="286" y="196"/>
                </a:lnTo>
                <a:lnTo>
                  <a:pt x="284" y="216"/>
                </a:lnTo>
                <a:lnTo>
                  <a:pt x="278" y="232"/>
                </a:lnTo>
                <a:lnTo>
                  <a:pt x="272" y="244"/>
                </a:lnTo>
                <a:lnTo>
                  <a:pt x="262" y="256"/>
                </a:lnTo>
                <a:lnTo>
                  <a:pt x="262" y="256"/>
                </a:lnTo>
                <a:lnTo>
                  <a:pt x="252" y="270"/>
                </a:lnTo>
                <a:lnTo>
                  <a:pt x="244" y="288"/>
                </a:lnTo>
                <a:lnTo>
                  <a:pt x="240" y="298"/>
                </a:lnTo>
                <a:lnTo>
                  <a:pt x="238" y="310"/>
                </a:lnTo>
                <a:lnTo>
                  <a:pt x="236" y="322"/>
                </a:lnTo>
                <a:lnTo>
                  <a:pt x="234" y="338"/>
                </a:lnTo>
                <a:lnTo>
                  <a:pt x="234" y="338"/>
                </a:lnTo>
                <a:lnTo>
                  <a:pt x="232" y="344"/>
                </a:lnTo>
                <a:lnTo>
                  <a:pt x="230" y="350"/>
                </a:lnTo>
                <a:lnTo>
                  <a:pt x="224" y="354"/>
                </a:lnTo>
                <a:lnTo>
                  <a:pt x="218" y="354"/>
                </a:lnTo>
                <a:lnTo>
                  <a:pt x="166" y="354"/>
                </a:lnTo>
                <a:lnTo>
                  <a:pt x="166" y="354"/>
                </a:lnTo>
                <a:lnTo>
                  <a:pt x="160" y="354"/>
                </a:lnTo>
                <a:lnTo>
                  <a:pt x="154" y="350"/>
                </a:lnTo>
                <a:lnTo>
                  <a:pt x="152" y="344"/>
                </a:lnTo>
                <a:lnTo>
                  <a:pt x="150" y="338"/>
                </a:lnTo>
                <a:lnTo>
                  <a:pt x="150" y="338"/>
                </a:lnTo>
                <a:lnTo>
                  <a:pt x="148" y="322"/>
                </a:lnTo>
                <a:lnTo>
                  <a:pt x="146" y="310"/>
                </a:lnTo>
                <a:lnTo>
                  <a:pt x="144" y="298"/>
                </a:lnTo>
                <a:lnTo>
                  <a:pt x="140" y="288"/>
                </a:lnTo>
                <a:lnTo>
                  <a:pt x="132" y="270"/>
                </a:lnTo>
                <a:lnTo>
                  <a:pt x="122" y="256"/>
                </a:lnTo>
                <a:lnTo>
                  <a:pt x="122" y="256"/>
                </a:lnTo>
                <a:lnTo>
                  <a:pt x="112" y="244"/>
                </a:lnTo>
                <a:lnTo>
                  <a:pt x="106" y="232"/>
                </a:lnTo>
                <a:lnTo>
                  <a:pt x="100" y="216"/>
                </a:lnTo>
                <a:lnTo>
                  <a:pt x="98" y="196"/>
                </a:lnTo>
                <a:lnTo>
                  <a:pt x="98" y="196"/>
                </a:lnTo>
                <a:lnTo>
                  <a:pt x="100" y="178"/>
                </a:lnTo>
                <a:lnTo>
                  <a:pt x="104" y="160"/>
                </a:lnTo>
                <a:lnTo>
                  <a:pt x="110" y="144"/>
                </a:lnTo>
                <a:lnTo>
                  <a:pt x="120" y="130"/>
                </a:lnTo>
                <a:lnTo>
                  <a:pt x="134" y="118"/>
                </a:lnTo>
                <a:lnTo>
                  <a:pt x="150" y="108"/>
                </a:lnTo>
                <a:lnTo>
                  <a:pt x="170" y="102"/>
                </a:lnTo>
                <a:lnTo>
                  <a:pt x="192" y="98"/>
                </a:lnTo>
                <a:lnTo>
                  <a:pt x="192" y="98"/>
                </a:lnTo>
                <a:lnTo>
                  <a:pt x="214" y="102"/>
                </a:lnTo>
                <a:lnTo>
                  <a:pt x="234" y="108"/>
                </a:lnTo>
                <a:lnTo>
                  <a:pt x="250" y="118"/>
                </a:lnTo>
                <a:lnTo>
                  <a:pt x="264" y="130"/>
                </a:lnTo>
                <a:lnTo>
                  <a:pt x="274" y="144"/>
                </a:lnTo>
                <a:lnTo>
                  <a:pt x="280" y="160"/>
                </a:lnTo>
                <a:lnTo>
                  <a:pt x="284" y="178"/>
                </a:lnTo>
                <a:lnTo>
                  <a:pt x="286" y="196"/>
                </a:lnTo>
                <a:lnTo>
                  <a:pt x="286" y="196"/>
                </a:lnTo>
                <a:close/>
                <a:moveTo>
                  <a:pt x="200" y="138"/>
                </a:moveTo>
                <a:lnTo>
                  <a:pt x="200" y="138"/>
                </a:lnTo>
                <a:lnTo>
                  <a:pt x="198" y="134"/>
                </a:lnTo>
                <a:lnTo>
                  <a:pt x="196" y="130"/>
                </a:lnTo>
                <a:lnTo>
                  <a:pt x="192" y="128"/>
                </a:lnTo>
                <a:lnTo>
                  <a:pt x="190" y="128"/>
                </a:lnTo>
                <a:lnTo>
                  <a:pt x="190" y="128"/>
                </a:lnTo>
                <a:lnTo>
                  <a:pt x="178" y="128"/>
                </a:lnTo>
                <a:lnTo>
                  <a:pt x="166" y="132"/>
                </a:lnTo>
                <a:lnTo>
                  <a:pt x="156" y="136"/>
                </a:lnTo>
                <a:lnTo>
                  <a:pt x="146" y="144"/>
                </a:lnTo>
                <a:lnTo>
                  <a:pt x="136" y="154"/>
                </a:lnTo>
                <a:lnTo>
                  <a:pt x="130" y="164"/>
                </a:lnTo>
                <a:lnTo>
                  <a:pt x="126" y="178"/>
                </a:lnTo>
                <a:lnTo>
                  <a:pt x="124" y="194"/>
                </a:lnTo>
                <a:lnTo>
                  <a:pt x="124" y="194"/>
                </a:lnTo>
                <a:lnTo>
                  <a:pt x="126" y="198"/>
                </a:lnTo>
                <a:lnTo>
                  <a:pt x="128" y="200"/>
                </a:lnTo>
                <a:lnTo>
                  <a:pt x="130" y="204"/>
                </a:lnTo>
                <a:lnTo>
                  <a:pt x="134" y="204"/>
                </a:lnTo>
                <a:lnTo>
                  <a:pt x="134" y="204"/>
                </a:lnTo>
                <a:lnTo>
                  <a:pt x="138" y="204"/>
                </a:lnTo>
                <a:lnTo>
                  <a:pt x="142" y="200"/>
                </a:lnTo>
                <a:lnTo>
                  <a:pt x="144" y="198"/>
                </a:lnTo>
                <a:lnTo>
                  <a:pt x="144" y="194"/>
                </a:lnTo>
                <a:lnTo>
                  <a:pt x="144" y="194"/>
                </a:lnTo>
                <a:lnTo>
                  <a:pt x="146" y="182"/>
                </a:lnTo>
                <a:lnTo>
                  <a:pt x="148" y="172"/>
                </a:lnTo>
                <a:lnTo>
                  <a:pt x="154" y="164"/>
                </a:lnTo>
                <a:lnTo>
                  <a:pt x="160" y="158"/>
                </a:lnTo>
                <a:lnTo>
                  <a:pt x="166" y="154"/>
                </a:lnTo>
                <a:lnTo>
                  <a:pt x="174" y="150"/>
                </a:lnTo>
                <a:lnTo>
                  <a:pt x="182" y="148"/>
                </a:lnTo>
                <a:lnTo>
                  <a:pt x="190" y="148"/>
                </a:lnTo>
                <a:lnTo>
                  <a:pt x="190" y="148"/>
                </a:lnTo>
                <a:lnTo>
                  <a:pt x="192" y="148"/>
                </a:lnTo>
                <a:lnTo>
                  <a:pt x="196" y="144"/>
                </a:lnTo>
                <a:lnTo>
                  <a:pt x="198" y="142"/>
                </a:lnTo>
                <a:lnTo>
                  <a:pt x="200" y="138"/>
                </a:lnTo>
                <a:lnTo>
                  <a:pt x="200" y="138"/>
                </a:lnTo>
                <a:close/>
              </a:path>
            </a:pathLst>
          </a:custGeom>
          <a:solidFill>
            <a:schemeClr val="bg1"/>
          </a:solidFill>
          <a:ln>
            <a:noFill/>
          </a:ln>
        </p:spPr>
        <p:txBody>
          <a:bodyPr vert="horz" wrap="square" lIns="82938" tIns="41469" rIns="82938" bIns="41469" numCol="1" anchor="t" anchorCtr="0" compatLnSpc="1"/>
          <a:lstStyle/>
          <a:p>
            <a:endParaRPr lang="en-GB" sz="1815"/>
          </a:p>
        </p:txBody>
      </p:sp>
      <p:grpSp>
        <p:nvGrpSpPr>
          <p:cNvPr id="71" name="Shape 3882"/>
          <p:cNvGrpSpPr/>
          <p:nvPr/>
        </p:nvGrpSpPr>
        <p:grpSpPr>
          <a:xfrm>
            <a:off x="826139" y="2252957"/>
            <a:ext cx="2961224" cy="3030508"/>
            <a:chOff x="2264154" y="1501871"/>
            <a:chExt cx="4046540" cy="4141219"/>
          </a:xfrm>
        </p:grpSpPr>
        <p:grpSp>
          <p:nvGrpSpPr>
            <p:cNvPr id="72" name="Shape 3883"/>
            <p:cNvGrpSpPr/>
            <p:nvPr/>
          </p:nvGrpSpPr>
          <p:grpSpPr>
            <a:xfrm>
              <a:off x="3691394" y="3023790"/>
              <a:ext cx="2619300" cy="2619300"/>
              <a:chOff x="3691394" y="3023790"/>
              <a:chExt cx="2619300" cy="2619300"/>
            </a:xfrm>
          </p:grpSpPr>
          <p:sp>
            <p:nvSpPr>
              <p:cNvPr id="104" name="Shape 3884"/>
              <p:cNvSpPr/>
              <p:nvPr/>
            </p:nvSpPr>
            <p:spPr>
              <a:xfrm>
                <a:off x="3853875" y="3329676"/>
                <a:ext cx="2046300" cy="2046300"/>
              </a:xfrm>
              <a:custGeom>
                <a:avLst/>
                <a:gdLst/>
                <a:ahLst/>
                <a:cxnLst/>
                <a:rect l="0" t="0" r="0" b="0"/>
                <a:pathLst>
                  <a:path w="120000" h="120000" extrusionOk="0">
                    <a:moveTo>
                      <a:pt x="85176" y="19132"/>
                    </a:moveTo>
                    <a:lnTo>
                      <a:pt x="94510" y="11300"/>
                    </a:lnTo>
                    <a:lnTo>
                      <a:pt x="101967" y="17557"/>
                    </a:lnTo>
                    <a:lnTo>
                      <a:pt x="95874" y="28109"/>
                    </a:lnTo>
                    <a:cubicBezTo>
                      <a:pt x="100207" y="32983"/>
                      <a:pt x="103500" y="38688"/>
                      <a:pt x="105555" y="44877"/>
                    </a:cubicBezTo>
                    <a:lnTo>
                      <a:pt x="117740" y="44876"/>
                    </a:lnTo>
                    <a:lnTo>
                      <a:pt x="119430" y="54463"/>
                    </a:lnTo>
                    <a:lnTo>
                      <a:pt x="107980" y="58630"/>
                    </a:lnTo>
                    <a:cubicBezTo>
                      <a:pt x="108166" y="65148"/>
                      <a:pt x="107022" y="71636"/>
                      <a:pt x="104618" y="77697"/>
                    </a:cubicBezTo>
                    <a:lnTo>
                      <a:pt x="113952" y="85529"/>
                    </a:lnTo>
                    <a:lnTo>
                      <a:pt x="109085" y="93959"/>
                    </a:lnTo>
                    <a:lnTo>
                      <a:pt x="97635" y="89791"/>
                    </a:lnTo>
                    <a:cubicBezTo>
                      <a:pt x="93588" y="94904"/>
                      <a:pt x="88541" y="99139"/>
                      <a:pt x="82803" y="102237"/>
                    </a:cubicBezTo>
                    <a:lnTo>
                      <a:pt x="84920" y="114237"/>
                    </a:lnTo>
                    <a:lnTo>
                      <a:pt x="75772" y="117566"/>
                    </a:lnTo>
                    <a:lnTo>
                      <a:pt x="69680" y="107013"/>
                    </a:lnTo>
                    <a:cubicBezTo>
                      <a:pt x="63293" y="108328"/>
                      <a:pt x="56706" y="108328"/>
                      <a:pt x="50319" y="107013"/>
                    </a:cubicBezTo>
                    <a:lnTo>
                      <a:pt x="44227" y="117566"/>
                    </a:lnTo>
                    <a:lnTo>
                      <a:pt x="35079" y="114237"/>
                    </a:lnTo>
                    <a:lnTo>
                      <a:pt x="37196" y="102237"/>
                    </a:lnTo>
                    <a:cubicBezTo>
                      <a:pt x="31458" y="99139"/>
                      <a:pt x="26411" y="94904"/>
                      <a:pt x="22364" y="89791"/>
                    </a:cubicBezTo>
                    <a:lnTo>
                      <a:pt x="10914" y="93959"/>
                    </a:lnTo>
                    <a:lnTo>
                      <a:pt x="6047" y="85529"/>
                    </a:lnTo>
                    <a:lnTo>
                      <a:pt x="15381" y="77697"/>
                    </a:lnTo>
                    <a:cubicBezTo>
                      <a:pt x="12977" y="71636"/>
                      <a:pt x="11833" y="65148"/>
                      <a:pt x="12019" y="58630"/>
                    </a:cubicBezTo>
                    <a:lnTo>
                      <a:pt x="569" y="54463"/>
                    </a:lnTo>
                    <a:lnTo>
                      <a:pt x="2259" y="44876"/>
                    </a:lnTo>
                    <a:lnTo>
                      <a:pt x="14444" y="44877"/>
                    </a:lnTo>
                    <a:cubicBezTo>
                      <a:pt x="16499" y="38688"/>
                      <a:pt x="19792" y="32983"/>
                      <a:pt x="24125" y="28109"/>
                    </a:cubicBezTo>
                    <a:lnTo>
                      <a:pt x="18032" y="17557"/>
                    </a:lnTo>
                    <a:lnTo>
                      <a:pt x="25489" y="11300"/>
                    </a:lnTo>
                    <a:lnTo>
                      <a:pt x="34823" y="19132"/>
                    </a:lnTo>
                    <a:cubicBezTo>
                      <a:pt x="40375" y="15712"/>
                      <a:pt x="46565" y="13459"/>
                      <a:pt x="53017" y="12510"/>
                    </a:cubicBezTo>
                    <a:lnTo>
                      <a:pt x="55132" y="510"/>
                    </a:lnTo>
                    <a:lnTo>
                      <a:pt x="64867" y="510"/>
                    </a:lnTo>
                    <a:lnTo>
                      <a:pt x="66982" y="12510"/>
                    </a:lnTo>
                    <a:cubicBezTo>
                      <a:pt x="73434" y="13459"/>
                      <a:pt x="79624" y="15712"/>
                      <a:pt x="85176" y="19132"/>
                    </a:cubicBezTo>
                    <a:lnTo>
                      <a:pt x="85176" y="19132"/>
                    </a:lnTo>
                    <a:close/>
                  </a:path>
                </a:pathLst>
              </a:custGeom>
              <a:solidFill>
                <a:srgbClr val="1450B8"/>
              </a:solidFill>
              <a:ln>
                <a:noFill/>
              </a:ln>
            </p:spPr>
            <p:txBody>
              <a:bodyPr lIns="41451" tIns="24875" rIns="41451" bIns="24875" anchor="ctr" anchorCtr="1">
                <a:noAutofit/>
              </a:bodyPr>
              <a:lstStyle/>
              <a:p>
                <a:pPr marL="0" marR="0" lvl="0" indent="0" algn="l" rtl="0">
                  <a:spcBef>
                    <a:spcPts val="0"/>
                  </a:spcBef>
                  <a:buSzPct val="25000"/>
                  <a:buNone/>
                </a:pPr>
                <a:endParaRPr lang="en-US" sz="905" b="0" i="0" u="none" strike="noStrike" cap="none"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105" name="Shape 3885"/>
              <p:cNvSpPr/>
              <p:nvPr/>
            </p:nvSpPr>
            <p:spPr>
              <a:xfrm>
                <a:off x="3691394" y="3023790"/>
                <a:ext cx="2619300" cy="2619300"/>
              </a:xfrm>
              <a:custGeom>
                <a:avLst/>
                <a:gdLst/>
                <a:ahLst/>
                <a:cxnLst/>
                <a:rect l="0" t="0" r="0" b="0"/>
                <a:pathLst>
                  <a:path w="120000" h="120000" extrusionOk="0">
                    <a:moveTo>
                      <a:pt x="54903" y="3981"/>
                    </a:moveTo>
                    <a:lnTo>
                      <a:pt x="54903" y="3981"/>
                    </a:lnTo>
                    <a:cubicBezTo>
                      <a:pt x="77949" y="1884"/>
                      <a:pt x="99927" y="14115"/>
                      <a:pt x="110292" y="34805"/>
                    </a:cubicBezTo>
                    <a:cubicBezTo>
                      <a:pt x="120657" y="55495"/>
                      <a:pt x="117293" y="80422"/>
                      <a:pt x="101814" y="97624"/>
                    </a:cubicBezTo>
                    <a:lnTo>
                      <a:pt x="104378" y="100346"/>
                    </a:lnTo>
                    <a:lnTo>
                      <a:pt x="96638" y="98899"/>
                    </a:lnTo>
                    <a:lnTo>
                      <a:pt x="95379" y="90792"/>
                    </a:lnTo>
                    <a:lnTo>
                      <a:pt x="97942" y="93513"/>
                    </a:lnTo>
                    <a:cubicBezTo>
                      <a:pt x="111673" y="77967"/>
                      <a:pt x="114532" y="55618"/>
                      <a:pt x="105157" y="37117"/>
                    </a:cubicBezTo>
                    <a:cubicBezTo>
                      <a:pt x="95782" y="18615"/>
                      <a:pt x="76069" y="7704"/>
                      <a:pt x="55413" y="9583"/>
                    </a:cubicBezTo>
                    <a:close/>
                  </a:path>
                </a:pathLst>
              </a:custGeom>
              <a:solidFill>
                <a:srgbClr val="1450B8"/>
              </a:solidFill>
              <a:ln>
                <a:noFill/>
              </a:ln>
            </p:spPr>
            <p:txBody>
              <a:bodyPr lIns="82925" tIns="41451" rIns="82925" bIns="41451" anchor="t" anchorCtr="0">
                <a:noAutofit/>
              </a:bodyPr>
              <a:lstStyle/>
              <a:p>
                <a:pPr marL="0" marR="0" lvl="0" indent="0" algn="l" rtl="0">
                  <a:spcBef>
                    <a:spcPts val="0"/>
                  </a:spcBef>
                  <a:buNone/>
                </a:pPr>
                <a:endParaRPr sz="905">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grpSp>
        <p:grpSp>
          <p:nvGrpSpPr>
            <p:cNvPr id="73" name="Shape 3886"/>
            <p:cNvGrpSpPr/>
            <p:nvPr/>
          </p:nvGrpSpPr>
          <p:grpSpPr>
            <a:xfrm>
              <a:off x="2264154" y="3272235"/>
              <a:ext cx="1903199" cy="1903201"/>
              <a:chOff x="2264154" y="3272235"/>
              <a:chExt cx="1903199" cy="1903201"/>
            </a:xfrm>
          </p:grpSpPr>
          <p:sp>
            <p:nvSpPr>
              <p:cNvPr id="100" name="Shape 3887"/>
              <p:cNvSpPr/>
              <p:nvPr/>
            </p:nvSpPr>
            <p:spPr>
              <a:xfrm>
                <a:off x="2553327" y="3345351"/>
                <a:ext cx="1488300" cy="1488300"/>
              </a:xfrm>
              <a:custGeom>
                <a:avLst/>
                <a:gdLst/>
                <a:ahLst/>
                <a:cxnLst/>
                <a:rect l="0" t="0" r="0" b="0"/>
                <a:pathLst>
                  <a:path w="120000" h="120000" extrusionOk="0">
                    <a:moveTo>
                      <a:pt x="89789" y="30393"/>
                    </a:moveTo>
                    <a:lnTo>
                      <a:pt x="107493" y="25057"/>
                    </a:lnTo>
                    <a:lnTo>
                      <a:pt x="114008" y="36340"/>
                    </a:lnTo>
                    <a:lnTo>
                      <a:pt x="100535" y="49005"/>
                    </a:lnTo>
                    <a:cubicBezTo>
                      <a:pt x="102488" y="56204"/>
                      <a:pt x="102488" y="63795"/>
                      <a:pt x="100535" y="70995"/>
                    </a:cubicBezTo>
                    <a:lnTo>
                      <a:pt x="114008" y="83659"/>
                    </a:lnTo>
                    <a:lnTo>
                      <a:pt x="107493" y="94942"/>
                    </a:lnTo>
                    <a:lnTo>
                      <a:pt x="89789" y="89606"/>
                    </a:lnTo>
                    <a:cubicBezTo>
                      <a:pt x="84530" y="94898"/>
                      <a:pt x="77957" y="98693"/>
                      <a:pt x="70745" y="100602"/>
                    </a:cubicBezTo>
                    <a:lnTo>
                      <a:pt x="66514" y="118602"/>
                    </a:lnTo>
                    <a:lnTo>
                      <a:pt x="53485" y="118602"/>
                    </a:lnTo>
                    <a:lnTo>
                      <a:pt x="49254" y="100602"/>
                    </a:lnTo>
                    <a:cubicBezTo>
                      <a:pt x="42042" y="98693"/>
                      <a:pt x="35469" y="94898"/>
                      <a:pt x="30210" y="89606"/>
                    </a:cubicBezTo>
                    <a:lnTo>
                      <a:pt x="12506" y="94942"/>
                    </a:lnTo>
                    <a:lnTo>
                      <a:pt x="5991" y="83659"/>
                    </a:lnTo>
                    <a:lnTo>
                      <a:pt x="19464" y="70994"/>
                    </a:lnTo>
                    <a:cubicBezTo>
                      <a:pt x="17511" y="63795"/>
                      <a:pt x="17511" y="56204"/>
                      <a:pt x="19464" y="49004"/>
                    </a:cubicBezTo>
                    <a:lnTo>
                      <a:pt x="5991" y="36340"/>
                    </a:lnTo>
                    <a:lnTo>
                      <a:pt x="12506" y="25057"/>
                    </a:lnTo>
                    <a:lnTo>
                      <a:pt x="30210" y="30393"/>
                    </a:lnTo>
                    <a:cubicBezTo>
                      <a:pt x="35469" y="25101"/>
                      <a:pt x="42042" y="21306"/>
                      <a:pt x="49254" y="19397"/>
                    </a:cubicBezTo>
                    <a:lnTo>
                      <a:pt x="53485" y="1397"/>
                    </a:lnTo>
                    <a:lnTo>
                      <a:pt x="66514" y="1397"/>
                    </a:lnTo>
                    <a:lnTo>
                      <a:pt x="70745" y="19397"/>
                    </a:lnTo>
                    <a:cubicBezTo>
                      <a:pt x="77957" y="21306"/>
                      <a:pt x="84530" y="25101"/>
                      <a:pt x="89789" y="30393"/>
                    </a:cubicBezTo>
                    <a:close/>
                  </a:path>
                </a:pathLst>
              </a:custGeom>
              <a:solidFill>
                <a:srgbClr val="1450B8"/>
              </a:solidFill>
              <a:ln>
                <a:noFill/>
              </a:ln>
            </p:spPr>
            <p:txBody>
              <a:bodyPr lIns="41451" tIns="24875" rIns="41451" bIns="24875" anchor="ctr" anchorCtr="1">
                <a:noAutofit/>
              </a:bodyPr>
              <a:lstStyle/>
              <a:p>
                <a:pPr marL="0" marR="0" lvl="0" indent="0" algn="ctr" rtl="0">
                  <a:spcBef>
                    <a:spcPts val="0"/>
                  </a:spcBef>
                  <a:buSzPct val="25000"/>
                  <a:buNone/>
                </a:pPr>
                <a:endParaRPr lang="en-US" sz="905"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102" name="Shape 3888"/>
              <p:cNvSpPr/>
              <p:nvPr/>
            </p:nvSpPr>
            <p:spPr>
              <a:xfrm rot="15503021">
                <a:off x="2264153" y="3272236"/>
                <a:ext cx="1903201" cy="1903199"/>
              </a:xfrm>
              <a:custGeom>
                <a:avLst/>
                <a:gdLst/>
                <a:ahLst/>
                <a:cxnLst/>
                <a:rect l="0" t="0" r="0" b="0"/>
                <a:pathLst>
                  <a:path w="120000" h="120000" extrusionOk="0">
                    <a:moveTo>
                      <a:pt x="38834" y="9410"/>
                    </a:moveTo>
                    <a:lnTo>
                      <a:pt x="41822" y="16552"/>
                    </a:lnTo>
                    <a:lnTo>
                      <a:pt x="41822" y="16552"/>
                    </a:lnTo>
                    <a:cubicBezTo>
                      <a:pt x="23032" y="24414"/>
                      <a:pt x="11425" y="43464"/>
                      <a:pt x="13054" y="63767"/>
                    </a:cubicBezTo>
                    <a:lnTo>
                      <a:pt x="18064" y="62671"/>
                    </a:lnTo>
                    <a:lnTo>
                      <a:pt x="10211" y="70899"/>
                    </a:lnTo>
                    <a:lnTo>
                      <a:pt x="417" y="66534"/>
                    </a:lnTo>
                    <a:lnTo>
                      <a:pt x="5431" y="65436"/>
                    </a:lnTo>
                    <a:lnTo>
                      <a:pt x="5431" y="65436"/>
                    </a:lnTo>
                    <a:cubicBezTo>
                      <a:pt x="3041" y="41449"/>
                      <a:pt x="16596" y="18714"/>
                      <a:pt x="38834" y="9410"/>
                    </a:cubicBezTo>
                    <a:close/>
                  </a:path>
                </a:pathLst>
              </a:custGeom>
              <a:solidFill>
                <a:srgbClr val="1450B8"/>
              </a:solidFill>
              <a:ln>
                <a:noFill/>
              </a:ln>
            </p:spPr>
            <p:txBody>
              <a:bodyPr lIns="82925" tIns="41451" rIns="82925" bIns="41451" anchor="t" anchorCtr="0">
                <a:noAutofit/>
              </a:bodyPr>
              <a:lstStyle/>
              <a:p>
                <a:pPr marL="0" marR="0" lvl="0" indent="0" algn="l" rtl="0">
                  <a:spcBef>
                    <a:spcPts val="0"/>
                  </a:spcBef>
                  <a:buNone/>
                </a:pPr>
                <a:endParaRPr sz="905">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grpSp>
        <p:grpSp>
          <p:nvGrpSpPr>
            <p:cNvPr id="86" name="Shape 3889"/>
            <p:cNvGrpSpPr/>
            <p:nvPr/>
          </p:nvGrpSpPr>
          <p:grpSpPr>
            <a:xfrm>
              <a:off x="3159547" y="1501871"/>
              <a:ext cx="2052000" cy="2052000"/>
              <a:chOff x="3159547" y="1501871"/>
              <a:chExt cx="2052000" cy="2052000"/>
            </a:xfrm>
          </p:grpSpPr>
          <p:sp>
            <p:nvSpPr>
              <p:cNvPr id="94" name="Shape 3890"/>
              <p:cNvSpPr/>
              <p:nvPr/>
            </p:nvSpPr>
            <p:spPr>
              <a:xfrm>
                <a:off x="3332980" y="1655376"/>
                <a:ext cx="1785900" cy="1785899"/>
              </a:xfrm>
              <a:custGeom>
                <a:avLst/>
                <a:gdLst/>
                <a:ahLst/>
                <a:cxnLst/>
                <a:rect l="0" t="0" r="0" b="0"/>
                <a:pathLst>
                  <a:path w="120000" h="120000" extrusionOk="0">
                    <a:moveTo>
                      <a:pt x="77237" y="30354"/>
                    </a:moveTo>
                    <a:lnTo>
                      <a:pt x="90072" y="22405"/>
                    </a:lnTo>
                    <a:lnTo>
                      <a:pt x="97595" y="29927"/>
                    </a:lnTo>
                    <a:lnTo>
                      <a:pt x="89645" y="42762"/>
                    </a:lnTo>
                    <a:cubicBezTo>
                      <a:pt x="92707" y="48028"/>
                      <a:pt x="94311" y="54014"/>
                      <a:pt x="94292" y="60105"/>
                    </a:cubicBezTo>
                    <a:lnTo>
                      <a:pt x="107594" y="67246"/>
                    </a:lnTo>
                    <a:lnTo>
                      <a:pt x="104841" y="77521"/>
                    </a:lnTo>
                    <a:lnTo>
                      <a:pt x="89751" y="77054"/>
                    </a:lnTo>
                    <a:cubicBezTo>
                      <a:pt x="86721" y="82339"/>
                      <a:pt x="82339" y="86721"/>
                      <a:pt x="77054" y="89750"/>
                    </a:cubicBezTo>
                    <a:lnTo>
                      <a:pt x="77521" y="104841"/>
                    </a:lnTo>
                    <a:lnTo>
                      <a:pt x="67246" y="107594"/>
                    </a:lnTo>
                    <a:lnTo>
                      <a:pt x="60105" y="94292"/>
                    </a:lnTo>
                    <a:cubicBezTo>
                      <a:pt x="54014" y="94311"/>
                      <a:pt x="48028" y="92707"/>
                      <a:pt x="42762" y="89645"/>
                    </a:cubicBezTo>
                    <a:lnTo>
                      <a:pt x="29927" y="97594"/>
                    </a:lnTo>
                    <a:lnTo>
                      <a:pt x="22404" y="90072"/>
                    </a:lnTo>
                    <a:lnTo>
                      <a:pt x="30354" y="77237"/>
                    </a:lnTo>
                    <a:cubicBezTo>
                      <a:pt x="27292" y="71971"/>
                      <a:pt x="25688" y="65985"/>
                      <a:pt x="25707" y="59894"/>
                    </a:cubicBezTo>
                    <a:lnTo>
                      <a:pt x="12405" y="52753"/>
                    </a:lnTo>
                    <a:lnTo>
                      <a:pt x="15158" y="42478"/>
                    </a:lnTo>
                    <a:lnTo>
                      <a:pt x="30248" y="42945"/>
                    </a:lnTo>
                    <a:cubicBezTo>
                      <a:pt x="33278" y="37660"/>
                      <a:pt x="37660" y="33278"/>
                      <a:pt x="42945" y="30249"/>
                    </a:cubicBezTo>
                    <a:lnTo>
                      <a:pt x="42478" y="15158"/>
                    </a:lnTo>
                    <a:lnTo>
                      <a:pt x="52753" y="12405"/>
                    </a:lnTo>
                    <a:lnTo>
                      <a:pt x="59894" y="25707"/>
                    </a:lnTo>
                    <a:cubicBezTo>
                      <a:pt x="65985" y="25688"/>
                      <a:pt x="71971" y="27292"/>
                      <a:pt x="77237" y="30354"/>
                    </a:cubicBezTo>
                    <a:close/>
                  </a:path>
                </a:pathLst>
              </a:custGeom>
              <a:solidFill>
                <a:srgbClr val="0C306E"/>
              </a:solidFill>
              <a:ln>
                <a:noFill/>
              </a:ln>
            </p:spPr>
            <p:txBody>
              <a:bodyPr lIns="41451" tIns="24875" rIns="41451" bIns="24875" anchor="ctr" anchorCtr="1">
                <a:noAutofit/>
              </a:bodyPr>
              <a:lstStyle/>
              <a:p>
                <a:pPr marL="0" marR="0" lvl="0" indent="0" algn="l" rtl="0">
                  <a:spcBef>
                    <a:spcPts val="0"/>
                  </a:spcBef>
                  <a:buSzPct val="25000"/>
                  <a:buNone/>
                </a:pPr>
                <a:endParaRPr lang="en-US" sz="905">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95" name="Shape 3891"/>
              <p:cNvSpPr/>
              <p:nvPr/>
            </p:nvSpPr>
            <p:spPr>
              <a:xfrm>
                <a:off x="3159547" y="1501871"/>
                <a:ext cx="2052000" cy="2052000"/>
              </a:xfrm>
              <a:custGeom>
                <a:avLst/>
                <a:gdLst/>
                <a:ahLst/>
                <a:cxnLst/>
                <a:rect l="0" t="0" r="0" b="0"/>
                <a:pathLst>
                  <a:path w="120000" h="120000" extrusionOk="0">
                    <a:moveTo>
                      <a:pt x="4985" y="64680"/>
                    </a:moveTo>
                    <a:lnTo>
                      <a:pt x="4985" y="64680"/>
                    </a:lnTo>
                    <a:cubicBezTo>
                      <a:pt x="3682" y="49360"/>
                      <a:pt x="8826" y="34190"/>
                      <a:pt x="19179" y="22822"/>
                    </a:cubicBezTo>
                    <a:lnTo>
                      <a:pt x="16020" y="19255"/>
                    </a:lnTo>
                    <a:lnTo>
                      <a:pt x="25770" y="21357"/>
                    </a:lnTo>
                    <a:lnTo>
                      <a:pt x="27129" y="31797"/>
                    </a:lnTo>
                    <a:lnTo>
                      <a:pt x="23972" y="28233"/>
                    </a:lnTo>
                    <a:lnTo>
                      <a:pt x="23972" y="28233"/>
                    </a:lnTo>
                    <a:cubicBezTo>
                      <a:pt x="15303" y="38064"/>
                      <a:pt x="11029" y="51011"/>
                      <a:pt x="12140" y="64071"/>
                    </a:cubicBezTo>
                    <a:close/>
                  </a:path>
                </a:pathLst>
              </a:custGeom>
              <a:solidFill>
                <a:srgbClr val="0C306E"/>
              </a:solidFill>
              <a:ln>
                <a:noFill/>
              </a:ln>
            </p:spPr>
            <p:txBody>
              <a:bodyPr lIns="82925" tIns="41451" rIns="82925" bIns="41451" anchor="t" anchorCtr="0">
                <a:noAutofit/>
              </a:bodyPr>
              <a:lstStyle/>
              <a:p>
                <a:pPr marL="0" marR="0" lvl="0" indent="0" algn="l" rtl="0">
                  <a:spcBef>
                    <a:spcPts val="0"/>
                  </a:spcBef>
                  <a:buNone/>
                </a:pPr>
                <a:endParaRPr sz="905">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grpSp>
      </p:grpSp>
      <p:sp>
        <p:nvSpPr>
          <p:cNvPr id="4" name="Title 1"/>
          <p:cNvSpPr>
            <a:spLocks noGrp="1"/>
          </p:cNvSpPr>
          <p:nvPr/>
        </p:nvSpPr>
        <p:spPr>
          <a:xfrm>
            <a:off x="646546" y="1008571"/>
            <a:ext cx="10898910" cy="806858"/>
          </a:xfrm>
          <a:prstGeom prst="rect">
            <a:avLst/>
          </a:prstGeom>
        </p:spPr>
        <p:txBody>
          <a:bodyPr vert="horz" lIns="0" tIns="0" rIns="0" bIns="0" rtlCol="0" anchor="t" anchorCtr="0">
            <a:noAutofit/>
          </a:bodyPr>
          <a:lstStyle>
            <a:lvl1pPr algn="l" defTabSz="923925" rtl="0" eaLnBrk="1" latinLnBrk="0" hangingPunct="1">
              <a:lnSpc>
                <a:spcPct val="100000"/>
              </a:lnSpc>
              <a:spcBef>
                <a:spcPct val="0"/>
              </a:spcBef>
              <a:buNone/>
              <a:defRPr sz="1815" b="1" kern="1200">
                <a:solidFill>
                  <a:schemeClr val="tx1"/>
                </a:solidFill>
                <a:latin typeface="+mj-lt"/>
                <a:ea typeface="+mj-ea"/>
                <a:cs typeface="+mj-cs"/>
              </a:defRPr>
            </a:lvl1pPr>
          </a:lstStyle>
          <a:p>
            <a:r>
              <a:rPr lang="en-GB" smtClean="0"/>
              <a:t>Other shapes</a:t>
            </a:r>
            <a:br>
              <a:rPr lang="en-GB" smtClean="0"/>
            </a:br>
            <a:r>
              <a:rPr lang="en-GB" b="0" i="0" smtClean="0"/>
              <a:t>Cog wheels</a:t>
            </a:r>
            <a:endParaRPr lang="en-GB" b="0" i="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Other shapes</a:t>
            </a:r>
            <a:br>
              <a:rPr lang="en-GB" dirty="0" smtClean="0"/>
            </a:br>
            <a:r>
              <a:rPr lang="en-GB" b="0" i="0" dirty="0" smtClean="0"/>
              <a:t>Jigsaw puzzle wheel</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5" name="Group 4"/>
          <p:cNvGrpSpPr/>
          <p:nvPr/>
        </p:nvGrpSpPr>
        <p:grpSpPr>
          <a:xfrm>
            <a:off x="3614092" y="1334078"/>
            <a:ext cx="5099480" cy="5099480"/>
            <a:chOff x="2610396" y="1470821"/>
            <a:chExt cx="5622177" cy="5622177"/>
          </a:xfrm>
        </p:grpSpPr>
        <p:grpSp>
          <p:nvGrpSpPr>
            <p:cNvPr id="3" name="Group 2"/>
            <p:cNvGrpSpPr/>
            <p:nvPr/>
          </p:nvGrpSpPr>
          <p:grpSpPr>
            <a:xfrm>
              <a:off x="2610396" y="1470821"/>
              <a:ext cx="5622177" cy="5622177"/>
              <a:chOff x="2610396" y="1470821"/>
              <a:chExt cx="5622177" cy="5622177"/>
            </a:xfrm>
          </p:grpSpPr>
          <p:sp>
            <p:nvSpPr>
              <p:cNvPr id="32" name="AutoShape 18"/>
              <p:cNvSpPr>
                <a:spLocks noChangeAspect="1" noChangeArrowheads="1" noTextEdit="1"/>
              </p:cNvSpPr>
              <p:nvPr/>
            </p:nvSpPr>
            <p:spPr bwMode="auto">
              <a:xfrm>
                <a:off x="2610396" y="1470821"/>
                <a:ext cx="5622177" cy="56221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lstStyle/>
              <a:p>
                <a:endParaRPr lang="en-GB" sz="1635">
                  <a:latin typeface="+mj-lt"/>
                </a:endParaRPr>
              </a:p>
            </p:txBody>
          </p:sp>
          <p:sp>
            <p:nvSpPr>
              <p:cNvPr id="33" name="Freeform 20"/>
              <p:cNvSpPr/>
              <p:nvPr/>
            </p:nvSpPr>
            <p:spPr bwMode="auto">
              <a:xfrm>
                <a:off x="5923240" y="4744476"/>
                <a:ext cx="2092396" cy="2106392"/>
              </a:xfrm>
              <a:custGeom>
                <a:avLst/>
                <a:gdLst>
                  <a:gd name="T0" fmla="*/ 143 w 4484"/>
                  <a:gd name="T1" fmla="*/ 1304 h 4515"/>
                  <a:gd name="T2" fmla="*/ 415 w 4484"/>
                  <a:gd name="T3" fmla="*/ 1139 h 4515"/>
                  <a:gd name="T4" fmla="*/ 551 w 4484"/>
                  <a:gd name="T5" fmla="*/ 1038 h 4515"/>
                  <a:gd name="T6" fmla="*/ 565 w 4484"/>
                  <a:gd name="T7" fmla="*/ 1019 h 4515"/>
                  <a:gd name="T8" fmla="*/ 571 w 4484"/>
                  <a:gd name="T9" fmla="*/ 998 h 4515"/>
                  <a:gd name="T10" fmla="*/ 568 w 4484"/>
                  <a:gd name="T11" fmla="*/ 970 h 4515"/>
                  <a:gd name="T12" fmla="*/ 555 w 4484"/>
                  <a:gd name="T13" fmla="*/ 951 h 4515"/>
                  <a:gd name="T14" fmla="*/ 531 w 4484"/>
                  <a:gd name="T15" fmla="*/ 936 h 4515"/>
                  <a:gd name="T16" fmla="*/ 511 w 4484"/>
                  <a:gd name="T17" fmla="*/ 933 h 4515"/>
                  <a:gd name="T18" fmla="*/ 495 w 4484"/>
                  <a:gd name="T19" fmla="*/ 933 h 4515"/>
                  <a:gd name="T20" fmla="*/ 423 w 4484"/>
                  <a:gd name="T21" fmla="*/ 926 h 4515"/>
                  <a:gd name="T22" fmla="*/ 356 w 4484"/>
                  <a:gd name="T23" fmla="*/ 906 h 4515"/>
                  <a:gd name="T24" fmla="*/ 292 w 4484"/>
                  <a:gd name="T25" fmla="*/ 875 h 4515"/>
                  <a:gd name="T26" fmla="*/ 235 w 4484"/>
                  <a:gd name="T27" fmla="*/ 831 h 4515"/>
                  <a:gd name="T28" fmla="*/ 197 w 4484"/>
                  <a:gd name="T29" fmla="*/ 790 h 4515"/>
                  <a:gd name="T30" fmla="*/ 155 w 4484"/>
                  <a:gd name="T31" fmla="*/ 727 h 4515"/>
                  <a:gd name="T32" fmla="*/ 126 w 4484"/>
                  <a:gd name="T33" fmla="*/ 658 h 4515"/>
                  <a:gd name="T34" fmla="*/ 113 w 4484"/>
                  <a:gd name="T35" fmla="*/ 583 h 4515"/>
                  <a:gd name="T36" fmla="*/ 113 w 4484"/>
                  <a:gd name="T37" fmla="*/ 526 h 4515"/>
                  <a:gd name="T38" fmla="*/ 124 w 4484"/>
                  <a:gd name="T39" fmla="*/ 451 h 4515"/>
                  <a:gd name="T40" fmla="*/ 149 w 4484"/>
                  <a:gd name="T41" fmla="*/ 381 h 4515"/>
                  <a:gd name="T42" fmla="*/ 189 w 4484"/>
                  <a:gd name="T43" fmla="*/ 317 h 4515"/>
                  <a:gd name="T44" fmla="*/ 228 w 4484"/>
                  <a:gd name="T45" fmla="*/ 273 h 4515"/>
                  <a:gd name="T46" fmla="*/ 289 w 4484"/>
                  <a:gd name="T47" fmla="*/ 224 h 4515"/>
                  <a:gd name="T48" fmla="*/ 360 w 4484"/>
                  <a:gd name="T49" fmla="*/ 189 h 4515"/>
                  <a:gd name="T50" fmla="*/ 436 w 4484"/>
                  <a:gd name="T51" fmla="*/ 169 h 4515"/>
                  <a:gd name="T52" fmla="*/ 496 w 4484"/>
                  <a:gd name="T53" fmla="*/ 164 h 4515"/>
                  <a:gd name="T54" fmla="*/ 568 w 4484"/>
                  <a:gd name="T55" fmla="*/ 170 h 4515"/>
                  <a:gd name="T56" fmla="*/ 637 w 4484"/>
                  <a:gd name="T57" fmla="*/ 190 h 4515"/>
                  <a:gd name="T58" fmla="*/ 699 w 4484"/>
                  <a:gd name="T59" fmla="*/ 222 h 4515"/>
                  <a:gd name="T60" fmla="*/ 757 w 4484"/>
                  <a:gd name="T61" fmla="*/ 266 h 4515"/>
                  <a:gd name="T62" fmla="*/ 798 w 4484"/>
                  <a:gd name="T63" fmla="*/ 311 h 4515"/>
                  <a:gd name="T64" fmla="*/ 841 w 4484"/>
                  <a:gd name="T65" fmla="*/ 378 h 4515"/>
                  <a:gd name="T66" fmla="*/ 868 w 4484"/>
                  <a:gd name="T67" fmla="*/ 452 h 4515"/>
                  <a:gd name="T68" fmla="*/ 880 w 4484"/>
                  <a:gd name="T69" fmla="*/ 531 h 4515"/>
                  <a:gd name="T70" fmla="*/ 880 w 4484"/>
                  <a:gd name="T71" fmla="*/ 567 h 4515"/>
                  <a:gd name="T72" fmla="*/ 889 w 4484"/>
                  <a:gd name="T73" fmla="*/ 594 h 4515"/>
                  <a:gd name="T74" fmla="*/ 907 w 4484"/>
                  <a:gd name="T75" fmla="*/ 614 h 4515"/>
                  <a:gd name="T76" fmla="*/ 941 w 4484"/>
                  <a:gd name="T77" fmla="*/ 624 h 4515"/>
                  <a:gd name="T78" fmla="*/ 965 w 4484"/>
                  <a:gd name="T79" fmla="*/ 619 h 4515"/>
                  <a:gd name="T80" fmla="*/ 994 w 4484"/>
                  <a:gd name="T81" fmla="*/ 593 h 4515"/>
                  <a:gd name="T82" fmla="*/ 1143 w 4484"/>
                  <a:gd name="T83" fmla="*/ 381 h 4515"/>
                  <a:gd name="T84" fmla="*/ 1309 w 4484"/>
                  <a:gd name="T85" fmla="*/ 78 h 4515"/>
                  <a:gd name="T86" fmla="*/ 4455 w 4484"/>
                  <a:gd name="T87" fmla="*/ 1368 h 4515"/>
                  <a:gd name="T88" fmla="*/ 4333 w 4484"/>
                  <a:gd name="T89" fmla="*/ 1631 h 4515"/>
                  <a:gd name="T90" fmla="*/ 4201 w 4484"/>
                  <a:gd name="T91" fmla="*/ 1888 h 4515"/>
                  <a:gd name="T92" fmla="*/ 4054 w 4484"/>
                  <a:gd name="T93" fmla="*/ 2137 h 4515"/>
                  <a:gd name="T94" fmla="*/ 3897 w 4484"/>
                  <a:gd name="T95" fmla="*/ 2379 h 4515"/>
                  <a:gd name="T96" fmla="*/ 3728 w 4484"/>
                  <a:gd name="T97" fmla="*/ 2613 h 4515"/>
                  <a:gd name="T98" fmla="*/ 3547 w 4484"/>
                  <a:gd name="T99" fmla="*/ 2840 h 4515"/>
                  <a:gd name="T100" fmla="*/ 3356 w 4484"/>
                  <a:gd name="T101" fmla="*/ 3058 h 4515"/>
                  <a:gd name="T102" fmla="*/ 3204 w 4484"/>
                  <a:gd name="T103" fmla="*/ 3217 h 4515"/>
                  <a:gd name="T104" fmla="*/ 2993 w 4484"/>
                  <a:gd name="T105" fmla="*/ 3419 h 4515"/>
                  <a:gd name="T106" fmla="*/ 2775 w 4484"/>
                  <a:gd name="T107" fmla="*/ 3611 h 4515"/>
                  <a:gd name="T108" fmla="*/ 2548 w 4484"/>
                  <a:gd name="T109" fmla="*/ 3790 h 4515"/>
                  <a:gd name="T110" fmla="*/ 2314 w 4484"/>
                  <a:gd name="T111" fmla="*/ 3958 h 4515"/>
                  <a:gd name="T112" fmla="*/ 2072 w 4484"/>
                  <a:gd name="T113" fmla="*/ 4115 h 4515"/>
                  <a:gd name="T114" fmla="*/ 1821 w 4484"/>
                  <a:gd name="T115" fmla="*/ 4260 h 4515"/>
                  <a:gd name="T116" fmla="*/ 1565 w 4484"/>
                  <a:gd name="T117" fmla="*/ 4393 h 4515"/>
                  <a:gd name="T118" fmla="*/ 1301 w 4484"/>
                  <a:gd name="T119" fmla="*/ 4515 h 45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484" h="4515">
                    <a:moveTo>
                      <a:pt x="0" y="1373"/>
                    </a:moveTo>
                    <a:lnTo>
                      <a:pt x="0" y="1373"/>
                    </a:lnTo>
                    <a:lnTo>
                      <a:pt x="71" y="1339"/>
                    </a:lnTo>
                    <a:lnTo>
                      <a:pt x="143" y="1304"/>
                    </a:lnTo>
                    <a:lnTo>
                      <a:pt x="212" y="1265"/>
                    </a:lnTo>
                    <a:lnTo>
                      <a:pt x="281" y="1226"/>
                    </a:lnTo>
                    <a:lnTo>
                      <a:pt x="348" y="1183"/>
                    </a:lnTo>
                    <a:lnTo>
                      <a:pt x="415" y="1139"/>
                    </a:lnTo>
                    <a:lnTo>
                      <a:pt x="479" y="1093"/>
                    </a:lnTo>
                    <a:lnTo>
                      <a:pt x="543" y="1044"/>
                    </a:lnTo>
                    <a:lnTo>
                      <a:pt x="543" y="1044"/>
                    </a:lnTo>
                    <a:lnTo>
                      <a:pt x="551" y="1038"/>
                    </a:lnTo>
                    <a:lnTo>
                      <a:pt x="551" y="1038"/>
                    </a:lnTo>
                    <a:lnTo>
                      <a:pt x="556" y="1032"/>
                    </a:lnTo>
                    <a:lnTo>
                      <a:pt x="561" y="1025"/>
                    </a:lnTo>
                    <a:lnTo>
                      <a:pt x="565" y="1019"/>
                    </a:lnTo>
                    <a:lnTo>
                      <a:pt x="568" y="1012"/>
                    </a:lnTo>
                    <a:lnTo>
                      <a:pt x="568" y="1012"/>
                    </a:lnTo>
                    <a:lnTo>
                      <a:pt x="570" y="1005"/>
                    </a:lnTo>
                    <a:lnTo>
                      <a:pt x="571" y="998"/>
                    </a:lnTo>
                    <a:lnTo>
                      <a:pt x="571" y="992"/>
                    </a:lnTo>
                    <a:lnTo>
                      <a:pt x="570" y="984"/>
                    </a:lnTo>
                    <a:lnTo>
                      <a:pt x="569" y="978"/>
                    </a:lnTo>
                    <a:lnTo>
                      <a:pt x="568" y="970"/>
                    </a:lnTo>
                    <a:lnTo>
                      <a:pt x="564" y="964"/>
                    </a:lnTo>
                    <a:lnTo>
                      <a:pt x="560" y="958"/>
                    </a:lnTo>
                    <a:lnTo>
                      <a:pt x="560" y="958"/>
                    </a:lnTo>
                    <a:lnTo>
                      <a:pt x="555" y="951"/>
                    </a:lnTo>
                    <a:lnTo>
                      <a:pt x="550" y="946"/>
                    </a:lnTo>
                    <a:lnTo>
                      <a:pt x="545" y="943"/>
                    </a:lnTo>
                    <a:lnTo>
                      <a:pt x="539" y="939"/>
                    </a:lnTo>
                    <a:lnTo>
                      <a:pt x="531" y="936"/>
                    </a:lnTo>
                    <a:lnTo>
                      <a:pt x="525" y="934"/>
                    </a:lnTo>
                    <a:lnTo>
                      <a:pt x="517" y="933"/>
                    </a:lnTo>
                    <a:lnTo>
                      <a:pt x="511" y="933"/>
                    </a:lnTo>
                    <a:lnTo>
                      <a:pt x="511" y="933"/>
                    </a:lnTo>
                    <a:lnTo>
                      <a:pt x="501" y="933"/>
                    </a:lnTo>
                    <a:lnTo>
                      <a:pt x="501" y="933"/>
                    </a:lnTo>
                    <a:lnTo>
                      <a:pt x="495" y="933"/>
                    </a:lnTo>
                    <a:lnTo>
                      <a:pt x="495" y="933"/>
                    </a:lnTo>
                    <a:lnTo>
                      <a:pt x="477" y="933"/>
                    </a:lnTo>
                    <a:lnTo>
                      <a:pt x="459" y="931"/>
                    </a:lnTo>
                    <a:lnTo>
                      <a:pt x="441" y="929"/>
                    </a:lnTo>
                    <a:lnTo>
                      <a:pt x="423" y="926"/>
                    </a:lnTo>
                    <a:lnTo>
                      <a:pt x="406" y="923"/>
                    </a:lnTo>
                    <a:lnTo>
                      <a:pt x="390" y="919"/>
                    </a:lnTo>
                    <a:lnTo>
                      <a:pt x="372" y="913"/>
                    </a:lnTo>
                    <a:lnTo>
                      <a:pt x="356" y="906"/>
                    </a:lnTo>
                    <a:lnTo>
                      <a:pt x="339" y="900"/>
                    </a:lnTo>
                    <a:lnTo>
                      <a:pt x="323" y="892"/>
                    </a:lnTo>
                    <a:lnTo>
                      <a:pt x="307" y="884"/>
                    </a:lnTo>
                    <a:lnTo>
                      <a:pt x="292" y="875"/>
                    </a:lnTo>
                    <a:lnTo>
                      <a:pt x="277" y="865"/>
                    </a:lnTo>
                    <a:lnTo>
                      <a:pt x="263" y="855"/>
                    </a:lnTo>
                    <a:lnTo>
                      <a:pt x="249" y="844"/>
                    </a:lnTo>
                    <a:lnTo>
                      <a:pt x="235" y="831"/>
                    </a:lnTo>
                    <a:lnTo>
                      <a:pt x="235" y="831"/>
                    </a:lnTo>
                    <a:lnTo>
                      <a:pt x="222" y="819"/>
                    </a:lnTo>
                    <a:lnTo>
                      <a:pt x="208" y="805"/>
                    </a:lnTo>
                    <a:lnTo>
                      <a:pt x="197" y="790"/>
                    </a:lnTo>
                    <a:lnTo>
                      <a:pt x="184" y="775"/>
                    </a:lnTo>
                    <a:lnTo>
                      <a:pt x="174" y="760"/>
                    </a:lnTo>
                    <a:lnTo>
                      <a:pt x="164" y="743"/>
                    </a:lnTo>
                    <a:lnTo>
                      <a:pt x="155" y="727"/>
                    </a:lnTo>
                    <a:lnTo>
                      <a:pt x="146" y="711"/>
                    </a:lnTo>
                    <a:lnTo>
                      <a:pt x="139" y="693"/>
                    </a:lnTo>
                    <a:lnTo>
                      <a:pt x="133" y="676"/>
                    </a:lnTo>
                    <a:lnTo>
                      <a:pt x="126" y="658"/>
                    </a:lnTo>
                    <a:lnTo>
                      <a:pt x="123" y="639"/>
                    </a:lnTo>
                    <a:lnTo>
                      <a:pt x="118" y="620"/>
                    </a:lnTo>
                    <a:lnTo>
                      <a:pt x="115" y="602"/>
                    </a:lnTo>
                    <a:lnTo>
                      <a:pt x="113" y="583"/>
                    </a:lnTo>
                    <a:lnTo>
                      <a:pt x="111" y="564"/>
                    </a:lnTo>
                    <a:lnTo>
                      <a:pt x="111" y="564"/>
                    </a:lnTo>
                    <a:lnTo>
                      <a:pt x="111" y="545"/>
                    </a:lnTo>
                    <a:lnTo>
                      <a:pt x="113" y="526"/>
                    </a:lnTo>
                    <a:lnTo>
                      <a:pt x="114" y="506"/>
                    </a:lnTo>
                    <a:lnTo>
                      <a:pt x="116" y="489"/>
                    </a:lnTo>
                    <a:lnTo>
                      <a:pt x="119" y="470"/>
                    </a:lnTo>
                    <a:lnTo>
                      <a:pt x="124" y="451"/>
                    </a:lnTo>
                    <a:lnTo>
                      <a:pt x="129" y="434"/>
                    </a:lnTo>
                    <a:lnTo>
                      <a:pt x="135" y="416"/>
                    </a:lnTo>
                    <a:lnTo>
                      <a:pt x="141" y="399"/>
                    </a:lnTo>
                    <a:lnTo>
                      <a:pt x="149" y="381"/>
                    </a:lnTo>
                    <a:lnTo>
                      <a:pt x="158" y="365"/>
                    </a:lnTo>
                    <a:lnTo>
                      <a:pt x="168" y="348"/>
                    </a:lnTo>
                    <a:lnTo>
                      <a:pt x="178" y="332"/>
                    </a:lnTo>
                    <a:lnTo>
                      <a:pt x="189" y="317"/>
                    </a:lnTo>
                    <a:lnTo>
                      <a:pt x="200" y="302"/>
                    </a:lnTo>
                    <a:lnTo>
                      <a:pt x="213" y="288"/>
                    </a:lnTo>
                    <a:lnTo>
                      <a:pt x="213" y="288"/>
                    </a:lnTo>
                    <a:lnTo>
                      <a:pt x="228" y="273"/>
                    </a:lnTo>
                    <a:lnTo>
                      <a:pt x="242" y="259"/>
                    </a:lnTo>
                    <a:lnTo>
                      <a:pt x="257" y="247"/>
                    </a:lnTo>
                    <a:lnTo>
                      <a:pt x="273" y="236"/>
                    </a:lnTo>
                    <a:lnTo>
                      <a:pt x="289" y="224"/>
                    </a:lnTo>
                    <a:lnTo>
                      <a:pt x="307" y="214"/>
                    </a:lnTo>
                    <a:lnTo>
                      <a:pt x="324" y="204"/>
                    </a:lnTo>
                    <a:lnTo>
                      <a:pt x="342" y="197"/>
                    </a:lnTo>
                    <a:lnTo>
                      <a:pt x="360" y="189"/>
                    </a:lnTo>
                    <a:lnTo>
                      <a:pt x="378" y="183"/>
                    </a:lnTo>
                    <a:lnTo>
                      <a:pt x="398" y="177"/>
                    </a:lnTo>
                    <a:lnTo>
                      <a:pt x="417" y="172"/>
                    </a:lnTo>
                    <a:lnTo>
                      <a:pt x="436" y="169"/>
                    </a:lnTo>
                    <a:lnTo>
                      <a:pt x="456" y="167"/>
                    </a:lnTo>
                    <a:lnTo>
                      <a:pt x="476" y="164"/>
                    </a:lnTo>
                    <a:lnTo>
                      <a:pt x="496" y="164"/>
                    </a:lnTo>
                    <a:lnTo>
                      <a:pt x="496" y="164"/>
                    </a:lnTo>
                    <a:lnTo>
                      <a:pt x="514" y="164"/>
                    </a:lnTo>
                    <a:lnTo>
                      <a:pt x="533" y="165"/>
                    </a:lnTo>
                    <a:lnTo>
                      <a:pt x="550" y="168"/>
                    </a:lnTo>
                    <a:lnTo>
                      <a:pt x="568" y="170"/>
                    </a:lnTo>
                    <a:lnTo>
                      <a:pt x="585" y="174"/>
                    </a:lnTo>
                    <a:lnTo>
                      <a:pt x="603" y="179"/>
                    </a:lnTo>
                    <a:lnTo>
                      <a:pt x="619" y="184"/>
                    </a:lnTo>
                    <a:lnTo>
                      <a:pt x="637" y="190"/>
                    </a:lnTo>
                    <a:lnTo>
                      <a:pt x="653" y="197"/>
                    </a:lnTo>
                    <a:lnTo>
                      <a:pt x="669" y="204"/>
                    </a:lnTo>
                    <a:lnTo>
                      <a:pt x="684" y="213"/>
                    </a:lnTo>
                    <a:lnTo>
                      <a:pt x="699" y="222"/>
                    </a:lnTo>
                    <a:lnTo>
                      <a:pt x="714" y="232"/>
                    </a:lnTo>
                    <a:lnTo>
                      <a:pt x="729" y="243"/>
                    </a:lnTo>
                    <a:lnTo>
                      <a:pt x="743" y="254"/>
                    </a:lnTo>
                    <a:lnTo>
                      <a:pt x="757" y="266"/>
                    </a:lnTo>
                    <a:lnTo>
                      <a:pt x="757" y="266"/>
                    </a:lnTo>
                    <a:lnTo>
                      <a:pt x="772" y="281"/>
                    </a:lnTo>
                    <a:lnTo>
                      <a:pt x="786" y="294"/>
                    </a:lnTo>
                    <a:lnTo>
                      <a:pt x="798" y="311"/>
                    </a:lnTo>
                    <a:lnTo>
                      <a:pt x="810" y="327"/>
                    </a:lnTo>
                    <a:lnTo>
                      <a:pt x="821" y="343"/>
                    </a:lnTo>
                    <a:lnTo>
                      <a:pt x="831" y="361"/>
                    </a:lnTo>
                    <a:lnTo>
                      <a:pt x="841" y="378"/>
                    </a:lnTo>
                    <a:lnTo>
                      <a:pt x="850" y="396"/>
                    </a:lnTo>
                    <a:lnTo>
                      <a:pt x="856" y="415"/>
                    </a:lnTo>
                    <a:lnTo>
                      <a:pt x="863" y="434"/>
                    </a:lnTo>
                    <a:lnTo>
                      <a:pt x="868" y="452"/>
                    </a:lnTo>
                    <a:lnTo>
                      <a:pt x="873" y="472"/>
                    </a:lnTo>
                    <a:lnTo>
                      <a:pt x="876" y="491"/>
                    </a:lnTo>
                    <a:lnTo>
                      <a:pt x="879" y="511"/>
                    </a:lnTo>
                    <a:lnTo>
                      <a:pt x="880" y="531"/>
                    </a:lnTo>
                    <a:lnTo>
                      <a:pt x="881" y="553"/>
                    </a:lnTo>
                    <a:lnTo>
                      <a:pt x="881" y="553"/>
                    </a:lnTo>
                    <a:lnTo>
                      <a:pt x="880" y="559"/>
                    </a:lnTo>
                    <a:lnTo>
                      <a:pt x="880" y="567"/>
                    </a:lnTo>
                    <a:lnTo>
                      <a:pt x="881" y="574"/>
                    </a:lnTo>
                    <a:lnTo>
                      <a:pt x="882" y="582"/>
                    </a:lnTo>
                    <a:lnTo>
                      <a:pt x="885" y="588"/>
                    </a:lnTo>
                    <a:lnTo>
                      <a:pt x="889" y="594"/>
                    </a:lnTo>
                    <a:lnTo>
                      <a:pt x="892" y="600"/>
                    </a:lnTo>
                    <a:lnTo>
                      <a:pt x="897" y="607"/>
                    </a:lnTo>
                    <a:lnTo>
                      <a:pt x="897" y="607"/>
                    </a:lnTo>
                    <a:lnTo>
                      <a:pt x="907" y="614"/>
                    </a:lnTo>
                    <a:lnTo>
                      <a:pt x="917" y="619"/>
                    </a:lnTo>
                    <a:lnTo>
                      <a:pt x="929" y="623"/>
                    </a:lnTo>
                    <a:lnTo>
                      <a:pt x="940" y="624"/>
                    </a:lnTo>
                    <a:lnTo>
                      <a:pt x="941" y="624"/>
                    </a:lnTo>
                    <a:lnTo>
                      <a:pt x="941" y="624"/>
                    </a:lnTo>
                    <a:lnTo>
                      <a:pt x="954" y="623"/>
                    </a:lnTo>
                    <a:lnTo>
                      <a:pt x="965" y="619"/>
                    </a:lnTo>
                    <a:lnTo>
                      <a:pt x="965" y="619"/>
                    </a:lnTo>
                    <a:lnTo>
                      <a:pt x="974" y="614"/>
                    </a:lnTo>
                    <a:lnTo>
                      <a:pt x="981" y="608"/>
                    </a:lnTo>
                    <a:lnTo>
                      <a:pt x="988" y="602"/>
                    </a:lnTo>
                    <a:lnTo>
                      <a:pt x="994" y="593"/>
                    </a:lnTo>
                    <a:lnTo>
                      <a:pt x="994" y="593"/>
                    </a:lnTo>
                    <a:lnTo>
                      <a:pt x="1045" y="524"/>
                    </a:lnTo>
                    <a:lnTo>
                      <a:pt x="1095" y="454"/>
                    </a:lnTo>
                    <a:lnTo>
                      <a:pt x="1143" y="381"/>
                    </a:lnTo>
                    <a:lnTo>
                      <a:pt x="1188" y="307"/>
                    </a:lnTo>
                    <a:lnTo>
                      <a:pt x="1231" y="232"/>
                    </a:lnTo>
                    <a:lnTo>
                      <a:pt x="1271" y="155"/>
                    </a:lnTo>
                    <a:lnTo>
                      <a:pt x="1309" y="78"/>
                    </a:lnTo>
                    <a:lnTo>
                      <a:pt x="1344" y="0"/>
                    </a:lnTo>
                    <a:lnTo>
                      <a:pt x="4484" y="1300"/>
                    </a:lnTo>
                    <a:lnTo>
                      <a:pt x="4484" y="1300"/>
                    </a:lnTo>
                    <a:lnTo>
                      <a:pt x="4455" y="1368"/>
                    </a:lnTo>
                    <a:lnTo>
                      <a:pt x="4426" y="1434"/>
                    </a:lnTo>
                    <a:lnTo>
                      <a:pt x="4396" y="1501"/>
                    </a:lnTo>
                    <a:lnTo>
                      <a:pt x="4365" y="1566"/>
                    </a:lnTo>
                    <a:lnTo>
                      <a:pt x="4333" y="1631"/>
                    </a:lnTo>
                    <a:lnTo>
                      <a:pt x="4301" y="1696"/>
                    </a:lnTo>
                    <a:lnTo>
                      <a:pt x="4268" y="1760"/>
                    </a:lnTo>
                    <a:lnTo>
                      <a:pt x="4234" y="1824"/>
                    </a:lnTo>
                    <a:lnTo>
                      <a:pt x="4201" y="1888"/>
                    </a:lnTo>
                    <a:lnTo>
                      <a:pt x="4164" y="1951"/>
                    </a:lnTo>
                    <a:lnTo>
                      <a:pt x="4129" y="2013"/>
                    </a:lnTo>
                    <a:lnTo>
                      <a:pt x="4092" y="2075"/>
                    </a:lnTo>
                    <a:lnTo>
                      <a:pt x="4054" y="2137"/>
                    </a:lnTo>
                    <a:lnTo>
                      <a:pt x="4016" y="2198"/>
                    </a:lnTo>
                    <a:lnTo>
                      <a:pt x="3977" y="2259"/>
                    </a:lnTo>
                    <a:lnTo>
                      <a:pt x="3937" y="2319"/>
                    </a:lnTo>
                    <a:lnTo>
                      <a:pt x="3897" y="2379"/>
                    </a:lnTo>
                    <a:lnTo>
                      <a:pt x="3856" y="2438"/>
                    </a:lnTo>
                    <a:lnTo>
                      <a:pt x="3814" y="2497"/>
                    </a:lnTo>
                    <a:lnTo>
                      <a:pt x="3772" y="2555"/>
                    </a:lnTo>
                    <a:lnTo>
                      <a:pt x="3728" y="2613"/>
                    </a:lnTo>
                    <a:lnTo>
                      <a:pt x="3684" y="2670"/>
                    </a:lnTo>
                    <a:lnTo>
                      <a:pt x="3639" y="2728"/>
                    </a:lnTo>
                    <a:lnTo>
                      <a:pt x="3594" y="2784"/>
                    </a:lnTo>
                    <a:lnTo>
                      <a:pt x="3547" y="2840"/>
                    </a:lnTo>
                    <a:lnTo>
                      <a:pt x="3500" y="2895"/>
                    </a:lnTo>
                    <a:lnTo>
                      <a:pt x="3452" y="2950"/>
                    </a:lnTo>
                    <a:lnTo>
                      <a:pt x="3405" y="3004"/>
                    </a:lnTo>
                    <a:lnTo>
                      <a:pt x="3356" y="3058"/>
                    </a:lnTo>
                    <a:lnTo>
                      <a:pt x="3306" y="3112"/>
                    </a:lnTo>
                    <a:lnTo>
                      <a:pt x="3255" y="3164"/>
                    </a:lnTo>
                    <a:lnTo>
                      <a:pt x="3204" y="3217"/>
                    </a:lnTo>
                    <a:lnTo>
                      <a:pt x="3204" y="3217"/>
                    </a:lnTo>
                    <a:lnTo>
                      <a:pt x="3151" y="3268"/>
                    </a:lnTo>
                    <a:lnTo>
                      <a:pt x="3100" y="3320"/>
                    </a:lnTo>
                    <a:lnTo>
                      <a:pt x="3047" y="3370"/>
                    </a:lnTo>
                    <a:lnTo>
                      <a:pt x="2993" y="3419"/>
                    </a:lnTo>
                    <a:lnTo>
                      <a:pt x="2939" y="3468"/>
                    </a:lnTo>
                    <a:lnTo>
                      <a:pt x="2886" y="3517"/>
                    </a:lnTo>
                    <a:lnTo>
                      <a:pt x="2830" y="3563"/>
                    </a:lnTo>
                    <a:lnTo>
                      <a:pt x="2775" y="3611"/>
                    </a:lnTo>
                    <a:lnTo>
                      <a:pt x="2719" y="3656"/>
                    </a:lnTo>
                    <a:lnTo>
                      <a:pt x="2662" y="3702"/>
                    </a:lnTo>
                    <a:lnTo>
                      <a:pt x="2606" y="3746"/>
                    </a:lnTo>
                    <a:lnTo>
                      <a:pt x="2548" y="3790"/>
                    </a:lnTo>
                    <a:lnTo>
                      <a:pt x="2491" y="3834"/>
                    </a:lnTo>
                    <a:lnTo>
                      <a:pt x="2432" y="3875"/>
                    </a:lnTo>
                    <a:lnTo>
                      <a:pt x="2373" y="3918"/>
                    </a:lnTo>
                    <a:lnTo>
                      <a:pt x="2314" y="3958"/>
                    </a:lnTo>
                    <a:lnTo>
                      <a:pt x="2254" y="3999"/>
                    </a:lnTo>
                    <a:lnTo>
                      <a:pt x="2194" y="4038"/>
                    </a:lnTo>
                    <a:lnTo>
                      <a:pt x="2132" y="4077"/>
                    </a:lnTo>
                    <a:lnTo>
                      <a:pt x="2072" y="4115"/>
                    </a:lnTo>
                    <a:lnTo>
                      <a:pt x="2009" y="4152"/>
                    </a:lnTo>
                    <a:lnTo>
                      <a:pt x="1948" y="4189"/>
                    </a:lnTo>
                    <a:lnTo>
                      <a:pt x="1885" y="4225"/>
                    </a:lnTo>
                    <a:lnTo>
                      <a:pt x="1821" y="4260"/>
                    </a:lnTo>
                    <a:lnTo>
                      <a:pt x="1759" y="4294"/>
                    </a:lnTo>
                    <a:lnTo>
                      <a:pt x="1695" y="4328"/>
                    </a:lnTo>
                    <a:lnTo>
                      <a:pt x="1629" y="4360"/>
                    </a:lnTo>
                    <a:lnTo>
                      <a:pt x="1565" y="4393"/>
                    </a:lnTo>
                    <a:lnTo>
                      <a:pt x="1499" y="4424"/>
                    </a:lnTo>
                    <a:lnTo>
                      <a:pt x="1434" y="4456"/>
                    </a:lnTo>
                    <a:lnTo>
                      <a:pt x="1367" y="4484"/>
                    </a:lnTo>
                    <a:lnTo>
                      <a:pt x="1301" y="4515"/>
                    </a:lnTo>
                    <a:lnTo>
                      <a:pt x="0" y="1373"/>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34" name="Freeform 21"/>
              <p:cNvSpPr/>
              <p:nvPr/>
            </p:nvSpPr>
            <p:spPr bwMode="auto">
              <a:xfrm>
                <a:off x="5909244" y="1691957"/>
                <a:ext cx="2090996" cy="2077000"/>
              </a:xfrm>
              <a:custGeom>
                <a:avLst/>
                <a:gdLst>
                  <a:gd name="T0" fmla="*/ 1274 w 4483"/>
                  <a:gd name="T1" fmla="*/ 4317 h 4453"/>
                  <a:gd name="T2" fmla="*/ 1115 w 4483"/>
                  <a:gd name="T3" fmla="*/ 4056 h 4453"/>
                  <a:gd name="T4" fmla="*/ 1020 w 4483"/>
                  <a:gd name="T5" fmla="*/ 3927 h 4453"/>
                  <a:gd name="T6" fmla="*/ 993 w 4483"/>
                  <a:gd name="T7" fmla="*/ 3908 h 4453"/>
                  <a:gd name="T8" fmla="*/ 972 w 4483"/>
                  <a:gd name="T9" fmla="*/ 3904 h 4453"/>
                  <a:gd name="T10" fmla="*/ 929 w 4483"/>
                  <a:gd name="T11" fmla="*/ 3922 h 4453"/>
                  <a:gd name="T12" fmla="*/ 917 w 4483"/>
                  <a:gd name="T13" fmla="*/ 3940 h 4453"/>
                  <a:gd name="T14" fmla="*/ 912 w 4483"/>
                  <a:gd name="T15" fmla="*/ 3968 h 4453"/>
                  <a:gd name="T16" fmla="*/ 912 w 4483"/>
                  <a:gd name="T17" fmla="*/ 4011 h 4453"/>
                  <a:gd name="T18" fmla="*/ 899 w 4483"/>
                  <a:gd name="T19" fmla="*/ 4082 h 4453"/>
                  <a:gd name="T20" fmla="*/ 873 w 4483"/>
                  <a:gd name="T21" fmla="*/ 4150 h 4453"/>
                  <a:gd name="T22" fmla="*/ 834 w 4483"/>
                  <a:gd name="T23" fmla="*/ 4211 h 4453"/>
                  <a:gd name="T24" fmla="*/ 796 w 4483"/>
                  <a:gd name="T25" fmla="*/ 4254 h 4453"/>
                  <a:gd name="T26" fmla="*/ 735 w 4483"/>
                  <a:gd name="T27" fmla="*/ 4304 h 4453"/>
                  <a:gd name="T28" fmla="*/ 664 w 4483"/>
                  <a:gd name="T29" fmla="*/ 4339 h 4453"/>
                  <a:gd name="T30" fmla="*/ 587 w 4483"/>
                  <a:gd name="T31" fmla="*/ 4359 h 4453"/>
                  <a:gd name="T32" fmla="*/ 528 w 4483"/>
                  <a:gd name="T33" fmla="*/ 4364 h 4453"/>
                  <a:gd name="T34" fmla="*/ 457 w 4483"/>
                  <a:gd name="T35" fmla="*/ 4357 h 4453"/>
                  <a:gd name="T36" fmla="*/ 388 w 4483"/>
                  <a:gd name="T37" fmla="*/ 4338 h 4453"/>
                  <a:gd name="T38" fmla="*/ 324 w 4483"/>
                  <a:gd name="T39" fmla="*/ 4305 h 4453"/>
                  <a:gd name="T40" fmla="*/ 267 w 4483"/>
                  <a:gd name="T41" fmla="*/ 4263 h 4453"/>
                  <a:gd name="T42" fmla="*/ 227 w 4483"/>
                  <a:gd name="T43" fmla="*/ 4219 h 4453"/>
                  <a:gd name="T44" fmla="*/ 186 w 4483"/>
                  <a:gd name="T45" fmla="*/ 4155 h 4453"/>
                  <a:gd name="T46" fmla="*/ 158 w 4483"/>
                  <a:gd name="T47" fmla="*/ 4086 h 4453"/>
                  <a:gd name="T48" fmla="*/ 145 w 4483"/>
                  <a:gd name="T49" fmla="*/ 4013 h 4453"/>
                  <a:gd name="T50" fmla="*/ 146 w 4483"/>
                  <a:gd name="T51" fmla="*/ 3939 h 4453"/>
                  <a:gd name="T52" fmla="*/ 161 w 4483"/>
                  <a:gd name="T53" fmla="*/ 3866 h 4453"/>
                  <a:gd name="T54" fmla="*/ 190 w 4483"/>
                  <a:gd name="T55" fmla="*/ 3798 h 4453"/>
                  <a:gd name="T56" fmla="*/ 232 w 4483"/>
                  <a:gd name="T57" fmla="*/ 3734 h 4453"/>
                  <a:gd name="T58" fmla="*/ 274 w 4483"/>
                  <a:gd name="T59" fmla="*/ 3690 h 4453"/>
                  <a:gd name="T60" fmla="*/ 339 w 4483"/>
                  <a:gd name="T61" fmla="*/ 3643 h 4453"/>
                  <a:gd name="T62" fmla="*/ 410 w 4483"/>
                  <a:gd name="T63" fmla="*/ 3612 h 4453"/>
                  <a:gd name="T64" fmla="*/ 488 w 4483"/>
                  <a:gd name="T65" fmla="*/ 3597 h 4453"/>
                  <a:gd name="T66" fmla="*/ 531 w 4483"/>
                  <a:gd name="T67" fmla="*/ 3594 h 4453"/>
                  <a:gd name="T68" fmla="*/ 552 w 4483"/>
                  <a:gd name="T69" fmla="*/ 3594 h 4453"/>
                  <a:gd name="T70" fmla="*/ 577 w 4483"/>
                  <a:gd name="T71" fmla="*/ 3584 h 4453"/>
                  <a:gd name="T72" fmla="*/ 597 w 4483"/>
                  <a:gd name="T73" fmla="*/ 3563 h 4453"/>
                  <a:gd name="T74" fmla="*/ 603 w 4483"/>
                  <a:gd name="T75" fmla="*/ 3535 h 4453"/>
                  <a:gd name="T76" fmla="*/ 598 w 4483"/>
                  <a:gd name="T77" fmla="*/ 3512 h 4453"/>
                  <a:gd name="T78" fmla="*/ 572 w 4483"/>
                  <a:gd name="T79" fmla="*/ 3482 h 4453"/>
                  <a:gd name="T80" fmla="*/ 368 w 4483"/>
                  <a:gd name="T81" fmla="*/ 3337 h 4453"/>
                  <a:gd name="T82" fmla="*/ 77 w 4483"/>
                  <a:gd name="T83" fmla="*/ 3176 h 4453"/>
                  <a:gd name="T84" fmla="*/ 1368 w 4483"/>
                  <a:gd name="T85" fmla="*/ 29 h 4453"/>
                  <a:gd name="T86" fmla="*/ 1629 w 4483"/>
                  <a:gd name="T87" fmla="*/ 150 h 4453"/>
                  <a:gd name="T88" fmla="*/ 1882 w 4483"/>
                  <a:gd name="T89" fmla="*/ 283 h 4453"/>
                  <a:gd name="T90" fmla="*/ 2128 w 4483"/>
                  <a:gd name="T91" fmla="*/ 427 h 4453"/>
                  <a:gd name="T92" fmla="*/ 2367 w 4483"/>
                  <a:gd name="T93" fmla="*/ 584 h 4453"/>
                  <a:gd name="T94" fmla="*/ 2599 w 4483"/>
                  <a:gd name="T95" fmla="*/ 752 h 4453"/>
                  <a:gd name="T96" fmla="*/ 2824 w 4483"/>
                  <a:gd name="T97" fmla="*/ 931 h 4453"/>
                  <a:gd name="T98" fmla="*/ 3039 w 4483"/>
                  <a:gd name="T99" fmla="*/ 1121 h 4453"/>
                  <a:gd name="T100" fmla="*/ 3196 w 4483"/>
                  <a:gd name="T101" fmla="*/ 1271 h 4453"/>
                  <a:gd name="T102" fmla="*/ 3396 w 4483"/>
                  <a:gd name="T103" fmla="*/ 1479 h 4453"/>
                  <a:gd name="T104" fmla="*/ 3586 w 4483"/>
                  <a:gd name="T105" fmla="*/ 1695 h 4453"/>
                  <a:gd name="T106" fmla="*/ 3764 w 4483"/>
                  <a:gd name="T107" fmla="*/ 1919 h 4453"/>
                  <a:gd name="T108" fmla="*/ 3930 w 4483"/>
                  <a:gd name="T109" fmla="*/ 2151 h 4453"/>
                  <a:gd name="T110" fmla="*/ 4086 w 4483"/>
                  <a:gd name="T111" fmla="*/ 2391 h 4453"/>
                  <a:gd name="T112" fmla="*/ 4230 w 4483"/>
                  <a:gd name="T113" fmla="*/ 2638 h 4453"/>
                  <a:gd name="T114" fmla="*/ 4363 w 4483"/>
                  <a:gd name="T115" fmla="*/ 2891 h 4453"/>
                  <a:gd name="T116" fmla="*/ 4483 w 4483"/>
                  <a:gd name="T117" fmla="*/ 3152 h 44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4483" h="4453">
                    <a:moveTo>
                      <a:pt x="1342" y="4453"/>
                    </a:moveTo>
                    <a:lnTo>
                      <a:pt x="1342" y="4453"/>
                    </a:lnTo>
                    <a:lnTo>
                      <a:pt x="1309" y="4384"/>
                    </a:lnTo>
                    <a:lnTo>
                      <a:pt x="1274" y="4317"/>
                    </a:lnTo>
                    <a:lnTo>
                      <a:pt x="1238" y="4250"/>
                    </a:lnTo>
                    <a:lnTo>
                      <a:pt x="1199" y="4185"/>
                    </a:lnTo>
                    <a:lnTo>
                      <a:pt x="1157" y="4120"/>
                    </a:lnTo>
                    <a:lnTo>
                      <a:pt x="1115" y="4056"/>
                    </a:lnTo>
                    <a:lnTo>
                      <a:pt x="1071" y="3994"/>
                    </a:lnTo>
                    <a:lnTo>
                      <a:pt x="1025" y="3933"/>
                    </a:lnTo>
                    <a:lnTo>
                      <a:pt x="1025" y="3933"/>
                    </a:lnTo>
                    <a:lnTo>
                      <a:pt x="1020" y="3927"/>
                    </a:lnTo>
                    <a:lnTo>
                      <a:pt x="1013" y="3920"/>
                    </a:lnTo>
                    <a:lnTo>
                      <a:pt x="1013" y="3920"/>
                    </a:lnTo>
                    <a:lnTo>
                      <a:pt x="1003" y="3913"/>
                    </a:lnTo>
                    <a:lnTo>
                      <a:pt x="993" y="3908"/>
                    </a:lnTo>
                    <a:lnTo>
                      <a:pt x="993" y="3908"/>
                    </a:lnTo>
                    <a:lnTo>
                      <a:pt x="982" y="3905"/>
                    </a:lnTo>
                    <a:lnTo>
                      <a:pt x="972" y="3904"/>
                    </a:lnTo>
                    <a:lnTo>
                      <a:pt x="972" y="3904"/>
                    </a:lnTo>
                    <a:lnTo>
                      <a:pt x="961" y="3905"/>
                    </a:lnTo>
                    <a:lnTo>
                      <a:pt x="949" y="3909"/>
                    </a:lnTo>
                    <a:lnTo>
                      <a:pt x="939" y="3914"/>
                    </a:lnTo>
                    <a:lnTo>
                      <a:pt x="929" y="3922"/>
                    </a:lnTo>
                    <a:lnTo>
                      <a:pt x="929" y="3922"/>
                    </a:lnTo>
                    <a:lnTo>
                      <a:pt x="924" y="3928"/>
                    </a:lnTo>
                    <a:lnTo>
                      <a:pt x="921" y="3933"/>
                    </a:lnTo>
                    <a:lnTo>
                      <a:pt x="917" y="3940"/>
                    </a:lnTo>
                    <a:lnTo>
                      <a:pt x="914" y="3947"/>
                    </a:lnTo>
                    <a:lnTo>
                      <a:pt x="913" y="3953"/>
                    </a:lnTo>
                    <a:lnTo>
                      <a:pt x="912" y="3960"/>
                    </a:lnTo>
                    <a:lnTo>
                      <a:pt x="912" y="3968"/>
                    </a:lnTo>
                    <a:lnTo>
                      <a:pt x="913" y="3974"/>
                    </a:lnTo>
                    <a:lnTo>
                      <a:pt x="913" y="3974"/>
                    </a:lnTo>
                    <a:lnTo>
                      <a:pt x="913" y="3993"/>
                    </a:lnTo>
                    <a:lnTo>
                      <a:pt x="912" y="4011"/>
                    </a:lnTo>
                    <a:lnTo>
                      <a:pt x="909" y="4029"/>
                    </a:lnTo>
                    <a:lnTo>
                      <a:pt x="907" y="4047"/>
                    </a:lnTo>
                    <a:lnTo>
                      <a:pt x="903" y="4065"/>
                    </a:lnTo>
                    <a:lnTo>
                      <a:pt x="899" y="4082"/>
                    </a:lnTo>
                    <a:lnTo>
                      <a:pt x="893" y="4100"/>
                    </a:lnTo>
                    <a:lnTo>
                      <a:pt x="888" y="4117"/>
                    </a:lnTo>
                    <a:lnTo>
                      <a:pt x="880" y="4134"/>
                    </a:lnTo>
                    <a:lnTo>
                      <a:pt x="873" y="4150"/>
                    </a:lnTo>
                    <a:lnTo>
                      <a:pt x="864" y="4166"/>
                    </a:lnTo>
                    <a:lnTo>
                      <a:pt x="855" y="4181"/>
                    </a:lnTo>
                    <a:lnTo>
                      <a:pt x="845" y="4197"/>
                    </a:lnTo>
                    <a:lnTo>
                      <a:pt x="834" y="4211"/>
                    </a:lnTo>
                    <a:lnTo>
                      <a:pt x="823" y="4226"/>
                    </a:lnTo>
                    <a:lnTo>
                      <a:pt x="810" y="4240"/>
                    </a:lnTo>
                    <a:lnTo>
                      <a:pt x="810" y="4240"/>
                    </a:lnTo>
                    <a:lnTo>
                      <a:pt x="796" y="4254"/>
                    </a:lnTo>
                    <a:lnTo>
                      <a:pt x="783" y="4268"/>
                    </a:lnTo>
                    <a:lnTo>
                      <a:pt x="766" y="4280"/>
                    </a:lnTo>
                    <a:lnTo>
                      <a:pt x="751" y="4293"/>
                    </a:lnTo>
                    <a:lnTo>
                      <a:pt x="735" y="4304"/>
                    </a:lnTo>
                    <a:lnTo>
                      <a:pt x="717" y="4314"/>
                    </a:lnTo>
                    <a:lnTo>
                      <a:pt x="700" y="4323"/>
                    </a:lnTo>
                    <a:lnTo>
                      <a:pt x="682" y="4332"/>
                    </a:lnTo>
                    <a:lnTo>
                      <a:pt x="664" y="4339"/>
                    </a:lnTo>
                    <a:lnTo>
                      <a:pt x="645" y="4345"/>
                    </a:lnTo>
                    <a:lnTo>
                      <a:pt x="626" y="4352"/>
                    </a:lnTo>
                    <a:lnTo>
                      <a:pt x="607" y="4355"/>
                    </a:lnTo>
                    <a:lnTo>
                      <a:pt x="587" y="4359"/>
                    </a:lnTo>
                    <a:lnTo>
                      <a:pt x="568" y="4362"/>
                    </a:lnTo>
                    <a:lnTo>
                      <a:pt x="548" y="4363"/>
                    </a:lnTo>
                    <a:lnTo>
                      <a:pt x="528" y="4364"/>
                    </a:lnTo>
                    <a:lnTo>
                      <a:pt x="528" y="4364"/>
                    </a:lnTo>
                    <a:lnTo>
                      <a:pt x="509" y="4363"/>
                    </a:lnTo>
                    <a:lnTo>
                      <a:pt x="492" y="4362"/>
                    </a:lnTo>
                    <a:lnTo>
                      <a:pt x="474" y="4360"/>
                    </a:lnTo>
                    <a:lnTo>
                      <a:pt x="457" y="4357"/>
                    </a:lnTo>
                    <a:lnTo>
                      <a:pt x="439" y="4353"/>
                    </a:lnTo>
                    <a:lnTo>
                      <a:pt x="422" y="4349"/>
                    </a:lnTo>
                    <a:lnTo>
                      <a:pt x="404" y="4344"/>
                    </a:lnTo>
                    <a:lnTo>
                      <a:pt x="388" y="4338"/>
                    </a:lnTo>
                    <a:lnTo>
                      <a:pt x="371" y="4330"/>
                    </a:lnTo>
                    <a:lnTo>
                      <a:pt x="355" y="4323"/>
                    </a:lnTo>
                    <a:lnTo>
                      <a:pt x="340" y="4315"/>
                    </a:lnTo>
                    <a:lnTo>
                      <a:pt x="324" y="4305"/>
                    </a:lnTo>
                    <a:lnTo>
                      <a:pt x="309" y="4295"/>
                    </a:lnTo>
                    <a:lnTo>
                      <a:pt x="295" y="4285"/>
                    </a:lnTo>
                    <a:lnTo>
                      <a:pt x="281" y="4274"/>
                    </a:lnTo>
                    <a:lnTo>
                      <a:pt x="267" y="4263"/>
                    </a:lnTo>
                    <a:lnTo>
                      <a:pt x="267" y="4263"/>
                    </a:lnTo>
                    <a:lnTo>
                      <a:pt x="254" y="4249"/>
                    </a:lnTo>
                    <a:lnTo>
                      <a:pt x="240" y="4234"/>
                    </a:lnTo>
                    <a:lnTo>
                      <a:pt x="227" y="4219"/>
                    </a:lnTo>
                    <a:lnTo>
                      <a:pt x="216" y="4204"/>
                    </a:lnTo>
                    <a:lnTo>
                      <a:pt x="205" y="4187"/>
                    </a:lnTo>
                    <a:lnTo>
                      <a:pt x="195" y="4172"/>
                    </a:lnTo>
                    <a:lnTo>
                      <a:pt x="186" y="4155"/>
                    </a:lnTo>
                    <a:lnTo>
                      <a:pt x="177" y="4139"/>
                    </a:lnTo>
                    <a:lnTo>
                      <a:pt x="171" y="4121"/>
                    </a:lnTo>
                    <a:lnTo>
                      <a:pt x="165" y="4103"/>
                    </a:lnTo>
                    <a:lnTo>
                      <a:pt x="158" y="4086"/>
                    </a:lnTo>
                    <a:lnTo>
                      <a:pt x="153" y="4068"/>
                    </a:lnTo>
                    <a:lnTo>
                      <a:pt x="150" y="4050"/>
                    </a:lnTo>
                    <a:lnTo>
                      <a:pt x="147" y="4032"/>
                    </a:lnTo>
                    <a:lnTo>
                      <a:pt x="145" y="4013"/>
                    </a:lnTo>
                    <a:lnTo>
                      <a:pt x="143" y="3994"/>
                    </a:lnTo>
                    <a:lnTo>
                      <a:pt x="143" y="3976"/>
                    </a:lnTo>
                    <a:lnTo>
                      <a:pt x="145" y="3958"/>
                    </a:lnTo>
                    <a:lnTo>
                      <a:pt x="146" y="3939"/>
                    </a:lnTo>
                    <a:lnTo>
                      <a:pt x="148" y="3920"/>
                    </a:lnTo>
                    <a:lnTo>
                      <a:pt x="151" y="3903"/>
                    </a:lnTo>
                    <a:lnTo>
                      <a:pt x="156" y="3884"/>
                    </a:lnTo>
                    <a:lnTo>
                      <a:pt x="161" y="3866"/>
                    </a:lnTo>
                    <a:lnTo>
                      <a:pt x="166" y="3849"/>
                    </a:lnTo>
                    <a:lnTo>
                      <a:pt x="173" y="3831"/>
                    </a:lnTo>
                    <a:lnTo>
                      <a:pt x="181" y="3814"/>
                    </a:lnTo>
                    <a:lnTo>
                      <a:pt x="190" y="3798"/>
                    </a:lnTo>
                    <a:lnTo>
                      <a:pt x="198" y="3780"/>
                    </a:lnTo>
                    <a:lnTo>
                      <a:pt x="208" y="3764"/>
                    </a:lnTo>
                    <a:lnTo>
                      <a:pt x="220" y="3749"/>
                    </a:lnTo>
                    <a:lnTo>
                      <a:pt x="232" y="3734"/>
                    </a:lnTo>
                    <a:lnTo>
                      <a:pt x="245" y="3719"/>
                    </a:lnTo>
                    <a:lnTo>
                      <a:pt x="245" y="3719"/>
                    </a:lnTo>
                    <a:lnTo>
                      <a:pt x="260" y="3703"/>
                    </a:lnTo>
                    <a:lnTo>
                      <a:pt x="274" y="3690"/>
                    </a:lnTo>
                    <a:lnTo>
                      <a:pt x="290" y="3677"/>
                    </a:lnTo>
                    <a:lnTo>
                      <a:pt x="305" y="3665"/>
                    </a:lnTo>
                    <a:lnTo>
                      <a:pt x="321" y="3655"/>
                    </a:lnTo>
                    <a:lnTo>
                      <a:pt x="339" y="3643"/>
                    </a:lnTo>
                    <a:lnTo>
                      <a:pt x="356" y="3635"/>
                    </a:lnTo>
                    <a:lnTo>
                      <a:pt x="374" y="3626"/>
                    </a:lnTo>
                    <a:lnTo>
                      <a:pt x="392" y="3619"/>
                    </a:lnTo>
                    <a:lnTo>
                      <a:pt x="410" y="3612"/>
                    </a:lnTo>
                    <a:lnTo>
                      <a:pt x="429" y="3607"/>
                    </a:lnTo>
                    <a:lnTo>
                      <a:pt x="449" y="3602"/>
                    </a:lnTo>
                    <a:lnTo>
                      <a:pt x="468" y="3599"/>
                    </a:lnTo>
                    <a:lnTo>
                      <a:pt x="488" y="3597"/>
                    </a:lnTo>
                    <a:lnTo>
                      <a:pt x="508" y="3594"/>
                    </a:lnTo>
                    <a:lnTo>
                      <a:pt x="528" y="3594"/>
                    </a:lnTo>
                    <a:lnTo>
                      <a:pt x="528" y="3594"/>
                    </a:lnTo>
                    <a:lnTo>
                      <a:pt x="531" y="3594"/>
                    </a:lnTo>
                    <a:lnTo>
                      <a:pt x="531" y="3594"/>
                    </a:lnTo>
                    <a:lnTo>
                      <a:pt x="543" y="3596"/>
                    </a:lnTo>
                    <a:lnTo>
                      <a:pt x="543" y="3596"/>
                    </a:lnTo>
                    <a:lnTo>
                      <a:pt x="552" y="3594"/>
                    </a:lnTo>
                    <a:lnTo>
                      <a:pt x="561" y="3593"/>
                    </a:lnTo>
                    <a:lnTo>
                      <a:pt x="570" y="3589"/>
                    </a:lnTo>
                    <a:lnTo>
                      <a:pt x="577" y="3584"/>
                    </a:lnTo>
                    <a:lnTo>
                      <a:pt x="577" y="3584"/>
                    </a:lnTo>
                    <a:lnTo>
                      <a:pt x="583" y="3579"/>
                    </a:lnTo>
                    <a:lnTo>
                      <a:pt x="588" y="3574"/>
                    </a:lnTo>
                    <a:lnTo>
                      <a:pt x="593" y="3569"/>
                    </a:lnTo>
                    <a:lnTo>
                      <a:pt x="597" y="3563"/>
                    </a:lnTo>
                    <a:lnTo>
                      <a:pt x="600" y="3556"/>
                    </a:lnTo>
                    <a:lnTo>
                      <a:pt x="602" y="3549"/>
                    </a:lnTo>
                    <a:lnTo>
                      <a:pt x="603" y="3542"/>
                    </a:lnTo>
                    <a:lnTo>
                      <a:pt x="603" y="3535"/>
                    </a:lnTo>
                    <a:lnTo>
                      <a:pt x="603" y="3535"/>
                    </a:lnTo>
                    <a:lnTo>
                      <a:pt x="602" y="3523"/>
                    </a:lnTo>
                    <a:lnTo>
                      <a:pt x="598" y="3512"/>
                    </a:lnTo>
                    <a:lnTo>
                      <a:pt x="598" y="3512"/>
                    </a:lnTo>
                    <a:lnTo>
                      <a:pt x="593" y="3502"/>
                    </a:lnTo>
                    <a:lnTo>
                      <a:pt x="588" y="3494"/>
                    </a:lnTo>
                    <a:lnTo>
                      <a:pt x="581" y="3487"/>
                    </a:lnTo>
                    <a:lnTo>
                      <a:pt x="572" y="3482"/>
                    </a:lnTo>
                    <a:lnTo>
                      <a:pt x="572" y="3482"/>
                    </a:lnTo>
                    <a:lnTo>
                      <a:pt x="506" y="3431"/>
                    </a:lnTo>
                    <a:lnTo>
                      <a:pt x="438" y="3383"/>
                    </a:lnTo>
                    <a:lnTo>
                      <a:pt x="368" y="3337"/>
                    </a:lnTo>
                    <a:lnTo>
                      <a:pt x="297" y="3294"/>
                    </a:lnTo>
                    <a:lnTo>
                      <a:pt x="225" y="3252"/>
                    </a:lnTo>
                    <a:lnTo>
                      <a:pt x="151" y="3213"/>
                    </a:lnTo>
                    <a:lnTo>
                      <a:pt x="77" y="3176"/>
                    </a:lnTo>
                    <a:lnTo>
                      <a:pt x="0" y="3142"/>
                    </a:lnTo>
                    <a:lnTo>
                      <a:pt x="1302" y="0"/>
                    </a:lnTo>
                    <a:lnTo>
                      <a:pt x="1302" y="0"/>
                    </a:lnTo>
                    <a:lnTo>
                      <a:pt x="1368" y="29"/>
                    </a:lnTo>
                    <a:lnTo>
                      <a:pt x="1433" y="58"/>
                    </a:lnTo>
                    <a:lnTo>
                      <a:pt x="1498" y="88"/>
                    </a:lnTo>
                    <a:lnTo>
                      <a:pt x="1564" y="119"/>
                    </a:lnTo>
                    <a:lnTo>
                      <a:pt x="1629" y="150"/>
                    </a:lnTo>
                    <a:lnTo>
                      <a:pt x="1693" y="182"/>
                    </a:lnTo>
                    <a:lnTo>
                      <a:pt x="1755" y="216"/>
                    </a:lnTo>
                    <a:lnTo>
                      <a:pt x="1819" y="248"/>
                    </a:lnTo>
                    <a:lnTo>
                      <a:pt x="1882" y="283"/>
                    </a:lnTo>
                    <a:lnTo>
                      <a:pt x="1943" y="318"/>
                    </a:lnTo>
                    <a:lnTo>
                      <a:pt x="2006" y="353"/>
                    </a:lnTo>
                    <a:lnTo>
                      <a:pt x="2068" y="390"/>
                    </a:lnTo>
                    <a:lnTo>
                      <a:pt x="2128" y="427"/>
                    </a:lnTo>
                    <a:lnTo>
                      <a:pt x="2189" y="466"/>
                    </a:lnTo>
                    <a:lnTo>
                      <a:pt x="2248" y="504"/>
                    </a:lnTo>
                    <a:lnTo>
                      <a:pt x="2308" y="544"/>
                    </a:lnTo>
                    <a:lnTo>
                      <a:pt x="2367" y="584"/>
                    </a:lnTo>
                    <a:lnTo>
                      <a:pt x="2426" y="626"/>
                    </a:lnTo>
                    <a:lnTo>
                      <a:pt x="2484" y="667"/>
                    </a:lnTo>
                    <a:lnTo>
                      <a:pt x="2541" y="708"/>
                    </a:lnTo>
                    <a:lnTo>
                      <a:pt x="2599" y="752"/>
                    </a:lnTo>
                    <a:lnTo>
                      <a:pt x="2656" y="796"/>
                    </a:lnTo>
                    <a:lnTo>
                      <a:pt x="2712" y="840"/>
                    </a:lnTo>
                    <a:lnTo>
                      <a:pt x="2767" y="885"/>
                    </a:lnTo>
                    <a:lnTo>
                      <a:pt x="2824" y="931"/>
                    </a:lnTo>
                    <a:lnTo>
                      <a:pt x="2877" y="978"/>
                    </a:lnTo>
                    <a:lnTo>
                      <a:pt x="2931" y="1024"/>
                    </a:lnTo>
                    <a:lnTo>
                      <a:pt x="2985" y="1073"/>
                    </a:lnTo>
                    <a:lnTo>
                      <a:pt x="3039" y="1121"/>
                    </a:lnTo>
                    <a:lnTo>
                      <a:pt x="3092" y="1171"/>
                    </a:lnTo>
                    <a:lnTo>
                      <a:pt x="3144" y="1221"/>
                    </a:lnTo>
                    <a:lnTo>
                      <a:pt x="3196" y="1271"/>
                    </a:lnTo>
                    <a:lnTo>
                      <a:pt x="3196" y="1271"/>
                    </a:lnTo>
                    <a:lnTo>
                      <a:pt x="3247" y="1323"/>
                    </a:lnTo>
                    <a:lnTo>
                      <a:pt x="3297" y="1374"/>
                    </a:lnTo>
                    <a:lnTo>
                      <a:pt x="3348" y="1427"/>
                    </a:lnTo>
                    <a:lnTo>
                      <a:pt x="3396" y="1479"/>
                    </a:lnTo>
                    <a:lnTo>
                      <a:pt x="3444" y="1533"/>
                    </a:lnTo>
                    <a:lnTo>
                      <a:pt x="3492" y="1586"/>
                    </a:lnTo>
                    <a:lnTo>
                      <a:pt x="3539" y="1641"/>
                    </a:lnTo>
                    <a:lnTo>
                      <a:pt x="3586" y="1695"/>
                    </a:lnTo>
                    <a:lnTo>
                      <a:pt x="3631" y="1751"/>
                    </a:lnTo>
                    <a:lnTo>
                      <a:pt x="3676" y="1807"/>
                    </a:lnTo>
                    <a:lnTo>
                      <a:pt x="3720" y="1863"/>
                    </a:lnTo>
                    <a:lnTo>
                      <a:pt x="3764" y="1919"/>
                    </a:lnTo>
                    <a:lnTo>
                      <a:pt x="3806" y="1977"/>
                    </a:lnTo>
                    <a:lnTo>
                      <a:pt x="3849" y="2035"/>
                    </a:lnTo>
                    <a:lnTo>
                      <a:pt x="3890" y="2092"/>
                    </a:lnTo>
                    <a:lnTo>
                      <a:pt x="3930" y="2151"/>
                    </a:lnTo>
                    <a:lnTo>
                      <a:pt x="3971" y="2210"/>
                    </a:lnTo>
                    <a:lnTo>
                      <a:pt x="4009" y="2270"/>
                    </a:lnTo>
                    <a:lnTo>
                      <a:pt x="4048" y="2331"/>
                    </a:lnTo>
                    <a:lnTo>
                      <a:pt x="4086" y="2391"/>
                    </a:lnTo>
                    <a:lnTo>
                      <a:pt x="4124" y="2452"/>
                    </a:lnTo>
                    <a:lnTo>
                      <a:pt x="4160" y="2514"/>
                    </a:lnTo>
                    <a:lnTo>
                      <a:pt x="4195" y="2575"/>
                    </a:lnTo>
                    <a:lnTo>
                      <a:pt x="4230" y="2638"/>
                    </a:lnTo>
                    <a:lnTo>
                      <a:pt x="4265" y="2700"/>
                    </a:lnTo>
                    <a:lnTo>
                      <a:pt x="4298" y="2763"/>
                    </a:lnTo>
                    <a:lnTo>
                      <a:pt x="4330" y="2827"/>
                    </a:lnTo>
                    <a:lnTo>
                      <a:pt x="4363" y="2891"/>
                    </a:lnTo>
                    <a:lnTo>
                      <a:pt x="4394" y="2956"/>
                    </a:lnTo>
                    <a:lnTo>
                      <a:pt x="4424" y="3021"/>
                    </a:lnTo>
                    <a:lnTo>
                      <a:pt x="4454" y="3087"/>
                    </a:lnTo>
                    <a:lnTo>
                      <a:pt x="4483" y="3152"/>
                    </a:lnTo>
                    <a:lnTo>
                      <a:pt x="1342" y="4453"/>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35" name="Freeform 22"/>
              <p:cNvSpPr/>
              <p:nvPr/>
            </p:nvSpPr>
            <p:spPr bwMode="auto">
              <a:xfrm>
                <a:off x="2842729" y="1691957"/>
                <a:ext cx="2090996" cy="2077000"/>
              </a:xfrm>
              <a:custGeom>
                <a:avLst/>
                <a:gdLst>
                  <a:gd name="T0" fmla="*/ 59 w 4483"/>
                  <a:gd name="T1" fmla="*/ 3021 h 4453"/>
                  <a:gd name="T2" fmla="*/ 185 w 4483"/>
                  <a:gd name="T3" fmla="*/ 2763 h 4453"/>
                  <a:gd name="T4" fmla="*/ 323 w 4483"/>
                  <a:gd name="T5" fmla="*/ 2514 h 4453"/>
                  <a:gd name="T6" fmla="*/ 472 w 4483"/>
                  <a:gd name="T7" fmla="*/ 2270 h 4453"/>
                  <a:gd name="T8" fmla="*/ 634 w 4483"/>
                  <a:gd name="T9" fmla="*/ 2035 h 4453"/>
                  <a:gd name="T10" fmla="*/ 807 w 4483"/>
                  <a:gd name="T11" fmla="*/ 1807 h 4453"/>
                  <a:gd name="T12" fmla="*/ 991 w 4483"/>
                  <a:gd name="T13" fmla="*/ 1586 h 4453"/>
                  <a:gd name="T14" fmla="*/ 1186 w 4483"/>
                  <a:gd name="T15" fmla="*/ 1374 h 4453"/>
                  <a:gd name="T16" fmla="*/ 1339 w 4483"/>
                  <a:gd name="T17" fmla="*/ 1221 h 4453"/>
                  <a:gd name="T18" fmla="*/ 1550 w 4483"/>
                  <a:gd name="T19" fmla="*/ 1024 h 4453"/>
                  <a:gd name="T20" fmla="*/ 1771 w 4483"/>
                  <a:gd name="T21" fmla="*/ 840 h 4453"/>
                  <a:gd name="T22" fmla="*/ 1999 w 4483"/>
                  <a:gd name="T23" fmla="*/ 667 h 4453"/>
                  <a:gd name="T24" fmla="*/ 2234 w 4483"/>
                  <a:gd name="T25" fmla="*/ 504 h 4453"/>
                  <a:gd name="T26" fmla="*/ 2477 w 4483"/>
                  <a:gd name="T27" fmla="*/ 353 h 4453"/>
                  <a:gd name="T28" fmla="*/ 2728 w 4483"/>
                  <a:gd name="T29" fmla="*/ 214 h 4453"/>
                  <a:gd name="T30" fmla="*/ 2985 w 4483"/>
                  <a:gd name="T31" fmla="*/ 88 h 4453"/>
                  <a:gd name="T32" fmla="*/ 4483 w 4483"/>
                  <a:gd name="T33" fmla="*/ 3142 h 4453"/>
                  <a:gd name="T34" fmla="*/ 4258 w 4483"/>
                  <a:gd name="T35" fmla="*/ 3252 h 4453"/>
                  <a:gd name="T36" fmla="*/ 3977 w 4483"/>
                  <a:gd name="T37" fmla="*/ 3431 h 4453"/>
                  <a:gd name="T38" fmla="*/ 3891 w 4483"/>
                  <a:gd name="T39" fmla="*/ 3499 h 4453"/>
                  <a:gd name="T40" fmla="*/ 3880 w 4483"/>
                  <a:gd name="T41" fmla="*/ 3532 h 4453"/>
                  <a:gd name="T42" fmla="*/ 3887 w 4483"/>
                  <a:gd name="T43" fmla="*/ 3564 h 4453"/>
                  <a:gd name="T44" fmla="*/ 3905 w 4483"/>
                  <a:gd name="T45" fmla="*/ 3584 h 4453"/>
                  <a:gd name="T46" fmla="*/ 3940 w 4483"/>
                  <a:gd name="T47" fmla="*/ 3596 h 4453"/>
                  <a:gd name="T48" fmla="*/ 3955 w 4483"/>
                  <a:gd name="T49" fmla="*/ 3594 h 4453"/>
                  <a:gd name="T50" fmla="*/ 4009 w 4483"/>
                  <a:gd name="T51" fmla="*/ 3598 h 4453"/>
                  <a:gd name="T52" fmla="*/ 4079 w 4483"/>
                  <a:gd name="T53" fmla="*/ 3614 h 4453"/>
                  <a:gd name="T54" fmla="*/ 4143 w 4483"/>
                  <a:gd name="T55" fmla="*/ 3643 h 4453"/>
                  <a:gd name="T56" fmla="*/ 4202 w 4483"/>
                  <a:gd name="T57" fmla="*/ 3685 h 4453"/>
                  <a:gd name="T58" fmla="*/ 4243 w 4483"/>
                  <a:gd name="T59" fmla="*/ 3724 h 4453"/>
                  <a:gd name="T60" fmla="*/ 4287 w 4483"/>
                  <a:gd name="T61" fmla="*/ 3785 h 4453"/>
                  <a:gd name="T62" fmla="*/ 4318 w 4483"/>
                  <a:gd name="T63" fmla="*/ 3853 h 4453"/>
                  <a:gd name="T64" fmla="*/ 4336 w 4483"/>
                  <a:gd name="T65" fmla="*/ 3925 h 4453"/>
                  <a:gd name="T66" fmla="*/ 4340 w 4483"/>
                  <a:gd name="T67" fmla="*/ 3983 h 4453"/>
                  <a:gd name="T68" fmla="*/ 4332 w 4483"/>
                  <a:gd name="T69" fmla="*/ 4058 h 4453"/>
                  <a:gd name="T70" fmla="*/ 4310 w 4483"/>
                  <a:gd name="T71" fmla="*/ 4130 h 4453"/>
                  <a:gd name="T72" fmla="*/ 4273 w 4483"/>
                  <a:gd name="T73" fmla="*/ 4195 h 4453"/>
                  <a:gd name="T74" fmla="*/ 4238 w 4483"/>
                  <a:gd name="T75" fmla="*/ 4240 h 4453"/>
                  <a:gd name="T76" fmla="*/ 4178 w 4483"/>
                  <a:gd name="T77" fmla="*/ 4293 h 4453"/>
                  <a:gd name="T78" fmla="*/ 4109 w 4483"/>
                  <a:gd name="T79" fmla="*/ 4332 h 4453"/>
                  <a:gd name="T80" fmla="*/ 4034 w 4483"/>
                  <a:gd name="T81" fmla="*/ 4355 h 4453"/>
                  <a:gd name="T82" fmla="*/ 3955 w 4483"/>
                  <a:gd name="T83" fmla="*/ 4364 h 4453"/>
                  <a:gd name="T84" fmla="*/ 3901 w 4483"/>
                  <a:gd name="T85" fmla="*/ 4360 h 4453"/>
                  <a:gd name="T86" fmla="*/ 3832 w 4483"/>
                  <a:gd name="T87" fmla="*/ 4344 h 4453"/>
                  <a:gd name="T88" fmla="*/ 3767 w 4483"/>
                  <a:gd name="T89" fmla="*/ 4315 h 4453"/>
                  <a:gd name="T90" fmla="*/ 3708 w 4483"/>
                  <a:gd name="T91" fmla="*/ 4274 h 4453"/>
                  <a:gd name="T92" fmla="*/ 3665 w 4483"/>
                  <a:gd name="T93" fmla="*/ 4233 h 4453"/>
                  <a:gd name="T94" fmla="*/ 3620 w 4483"/>
                  <a:gd name="T95" fmla="*/ 4167 h 4453"/>
                  <a:gd name="T96" fmla="*/ 3588 w 4483"/>
                  <a:gd name="T97" fmla="*/ 4095 h 4453"/>
                  <a:gd name="T98" fmla="*/ 3572 w 4483"/>
                  <a:gd name="T99" fmla="*/ 4017 h 4453"/>
                  <a:gd name="T100" fmla="*/ 3571 w 4483"/>
                  <a:gd name="T101" fmla="*/ 3964 h 4453"/>
                  <a:gd name="T102" fmla="*/ 3560 w 4483"/>
                  <a:gd name="T103" fmla="*/ 3929 h 4453"/>
                  <a:gd name="T104" fmla="*/ 3539 w 4483"/>
                  <a:gd name="T105" fmla="*/ 3910 h 4453"/>
                  <a:gd name="T106" fmla="*/ 3511 w 4483"/>
                  <a:gd name="T107" fmla="*/ 3904 h 4453"/>
                  <a:gd name="T108" fmla="*/ 3486 w 4483"/>
                  <a:gd name="T109" fmla="*/ 3909 h 4453"/>
                  <a:gd name="T110" fmla="*/ 3462 w 4483"/>
                  <a:gd name="T111" fmla="*/ 3927 h 4453"/>
                  <a:gd name="T112" fmla="*/ 3367 w 4483"/>
                  <a:gd name="T113" fmla="*/ 4058 h 4453"/>
                  <a:gd name="T114" fmla="*/ 3209 w 4483"/>
                  <a:gd name="T115" fmla="*/ 4318 h 44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483" h="4453">
                    <a:moveTo>
                      <a:pt x="0" y="3152"/>
                    </a:moveTo>
                    <a:lnTo>
                      <a:pt x="0" y="3152"/>
                    </a:lnTo>
                    <a:lnTo>
                      <a:pt x="29" y="3087"/>
                    </a:lnTo>
                    <a:lnTo>
                      <a:pt x="59" y="3021"/>
                    </a:lnTo>
                    <a:lnTo>
                      <a:pt x="89" y="2956"/>
                    </a:lnTo>
                    <a:lnTo>
                      <a:pt x="120" y="2891"/>
                    </a:lnTo>
                    <a:lnTo>
                      <a:pt x="151" y="2827"/>
                    </a:lnTo>
                    <a:lnTo>
                      <a:pt x="185" y="2763"/>
                    </a:lnTo>
                    <a:lnTo>
                      <a:pt x="218" y="2700"/>
                    </a:lnTo>
                    <a:lnTo>
                      <a:pt x="253" y="2638"/>
                    </a:lnTo>
                    <a:lnTo>
                      <a:pt x="287" y="2575"/>
                    </a:lnTo>
                    <a:lnTo>
                      <a:pt x="323" y="2514"/>
                    </a:lnTo>
                    <a:lnTo>
                      <a:pt x="359" y="2452"/>
                    </a:lnTo>
                    <a:lnTo>
                      <a:pt x="397" y="2391"/>
                    </a:lnTo>
                    <a:lnTo>
                      <a:pt x="435" y="2331"/>
                    </a:lnTo>
                    <a:lnTo>
                      <a:pt x="472" y="2270"/>
                    </a:lnTo>
                    <a:lnTo>
                      <a:pt x="512" y="2210"/>
                    </a:lnTo>
                    <a:lnTo>
                      <a:pt x="553" y="2151"/>
                    </a:lnTo>
                    <a:lnTo>
                      <a:pt x="593" y="2092"/>
                    </a:lnTo>
                    <a:lnTo>
                      <a:pt x="634" y="2035"/>
                    </a:lnTo>
                    <a:lnTo>
                      <a:pt x="677" y="1977"/>
                    </a:lnTo>
                    <a:lnTo>
                      <a:pt x="719" y="1919"/>
                    </a:lnTo>
                    <a:lnTo>
                      <a:pt x="763" y="1863"/>
                    </a:lnTo>
                    <a:lnTo>
                      <a:pt x="807" y="1807"/>
                    </a:lnTo>
                    <a:lnTo>
                      <a:pt x="852" y="1751"/>
                    </a:lnTo>
                    <a:lnTo>
                      <a:pt x="897" y="1695"/>
                    </a:lnTo>
                    <a:lnTo>
                      <a:pt x="944" y="1641"/>
                    </a:lnTo>
                    <a:lnTo>
                      <a:pt x="991" y="1586"/>
                    </a:lnTo>
                    <a:lnTo>
                      <a:pt x="1039" y="1533"/>
                    </a:lnTo>
                    <a:lnTo>
                      <a:pt x="1087" y="1479"/>
                    </a:lnTo>
                    <a:lnTo>
                      <a:pt x="1135" y="1427"/>
                    </a:lnTo>
                    <a:lnTo>
                      <a:pt x="1186" y="1374"/>
                    </a:lnTo>
                    <a:lnTo>
                      <a:pt x="1236" y="1323"/>
                    </a:lnTo>
                    <a:lnTo>
                      <a:pt x="1287" y="1271"/>
                    </a:lnTo>
                    <a:lnTo>
                      <a:pt x="1287" y="1271"/>
                    </a:lnTo>
                    <a:lnTo>
                      <a:pt x="1339" y="1221"/>
                    </a:lnTo>
                    <a:lnTo>
                      <a:pt x="1391" y="1171"/>
                    </a:lnTo>
                    <a:lnTo>
                      <a:pt x="1444" y="1121"/>
                    </a:lnTo>
                    <a:lnTo>
                      <a:pt x="1498" y="1073"/>
                    </a:lnTo>
                    <a:lnTo>
                      <a:pt x="1550" y="1024"/>
                    </a:lnTo>
                    <a:lnTo>
                      <a:pt x="1606" y="978"/>
                    </a:lnTo>
                    <a:lnTo>
                      <a:pt x="1659" y="931"/>
                    </a:lnTo>
                    <a:lnTo>
                      <a:pt x="1715" y="885"/>
                    </a:lnTo>
                    <a:lnTo>
                      <a:pt x="1771" y="840"/>
                    </a:lnTo>
                    <a:lnTo>
                      <a:pt x="1827" y="796"/>
                    </a:lnTo>
                    <a:lnTo>
                      <a:pt x="1884" y="752"/>
                    </a:lnTo>
                    <a:lnTo>
                      <a:pt x="1942" y="710"/>
                    </a:lnTo>
                    <a:lnTo>
                      <a:pt x="1999" y="667"/>
                    </a:lnTo>
                    <a:lnTo>
                      <a:pt x="2057" y="626"/>
                    </a:lnTo>
                    <a:lnTo>
                      <a:pt x="2116" y="584"/>
                    </a:lnTo>
                    <a:lnTo>
                      <a:pt x="2175" y="544"/>
                    </a:lnTo>
                    <a:lnTo>
                      <a:pt x="2234" y="504"/>
                    </a:lnTo>
                    <a:lnTo>
                      <a:pt x="2294" y="466"/>
                    </a:lnTo>
                    <a:lnTo>
                      <a:pt x="2355" y="427"/>
                    </a:lnTo>
                    <a:lnTo>
                      <a:pt x="2415" y="390"/>
                    </a:lnTo>
                    <a:lnTo>
                      <a:pt x="2477" y="353"/>
                    </a:lnTo>
                    <a:lnTo>
                      <a:pt x="2538" y="318"/>
                    </a:lnTo>
                    <a:lnTo>
                      <a:pt x="2601" y="283"/>
                    </a:lnTo>
                    <a:lnTo>
                      <a:pt x="2664" y="248"/>
                    </a:lnTo>
                    <a:lnTo>
                      <a:pt x="2728" y="214"/>
                    </a:lnTo>
                    <a:lnTo>
                      <a:pt x="2790" y="182"/>
                    </a:lnTo>
                    <a:lnTo>
                      <a:pt x="2854" y="150"/>
                    </a:lnTo>
                    <a:lnTo>
                      <a:pt x="2919" y="119"/>
                    </a:lnTo>
                    <a:lnTo>
                      <a:pt x="2985" y="88"/>
                    </a:lnTo>
                    <a:lnTo>
                      <a:pt x="3050" y="58"/>
                    </a:lnTo>
                    <a:lnTo>
                      <a:pt x="3115" y="29"/>
                    </a:lnTo>
                    <a:lnTo>
                      <a:pt x="3181" y="0"/>
                    </a:lnTo>
                    <a:lnTo>
                      <a:pt x="4483" y="3142"/>
                    </a:lnTo>
                    <a:lnTo>
                      <a:pt x="4483" y="3142"/>
                    </a:lnTo>
                    <a:lnTo>
                      <a:pt x="4406" y="3176"/>
                    </a:lnTo>
                    <a:lnTo>
                      <a:pt x="4332" y="3213"/>
                    </a:lnTo>
                    <a:lnTo>
                      <a:pt x="4258" y="3252"/>
                    </a:lnTo>
                    <a:lnTo>
                      <a:pt x="4186" y="3294"/>
                    </a:lnTo>
                    <a:lnTo>
                      <a:pt x="4115" y="3337"/>
                    </a:lnTo>
                    <a:lnTo>
                      <a:pt x="4046" y="3383"/>
                    </a:lnTo>
                    <a:lnTo>
                      <a:pt x="3977" y="3431"/>
                    </a:lnTo>
                    <a:lnTo>
                      <a:pt x="3911" y="3482"/>
                    </a:lnTo>
                    <a:lnTo>
                      <a:pt x="3911" y="3482"/>
                    </a:lnTo>
                    <a:lnTo>
                      <a:pt x="3901" y="3489"/>
                    </a:lnTo>
                    <a:lnTo>
                      <a:pt x="3891" y="3499"/>
                    </a:lnTo>
                    <a:lnTo>
                      <a:pt x="3885" y="3510"/>
                    </a:lnTo>
                    <a:lnTo>
                      <a:pt x="3881" y="3523"/>
                    </a:lnTo>
                    <a:lnTo>
                      <a:pt x="3881" y="3523"/>
                    </a:lnTo>
                    <a:lnTo>
                      <a:pt x="3880" y="3532"/>
                    </a:lnTo>
                    <a:lnTo>
                      <a:pt x="3880" y="3540"/>
                    </a:lnTo>
                    <a:lnTo>
                      <a:pt x="3881" y="3548"/>
                    </a:lnTo>
                    <a:lnTo>
                      <a:pt x="3883" y="3557"/>
                    </a:lnTo>
                    <a:lnTo>
                      <a:pt x="3887" y="3564"/>
                    </a:lnTo>
                    <a:lnTo>
                      <a:pt x="3892" y="3572"/>
                    </a:lnTo>
                    <a:lnTo>
                      <a:pt x="3897" y="3578"/>
                    </a:lnTo>
                    <a:lnTo>
                      <a:pt x="3905" y="3584"/>
                    </a:lnTo>
                    <a:lnTo>
                      <a:pt x="3905" y="3584"/>
                    </a:lnTo>
                    <a:lnTo>
                      <a:pt x="3912" y="3589"/>
                    </a:lnTo>
                    <a:lnTo>
                      <a:pt x="3921" y="3593"/>
                    </a:lnTo>
                    <a:lnTo>
                      <a:pt x="3931" y="3596"/>
                    </a:lnTo>
                    <a:lnTo>
                      <a:pt x="3940" y="3596"/>
                    </a:lnTo>
                    <a:lnTo>
                      <a:pt x="3940" y="3596"/>
                    </a:lnTo>
                    <a:lnTo>
                      <a:pt x="3952" y="3594"/>
                    </a:lnTo>
                    <a:lnTo>
                      <a:pt x="3952" y="3594"/>
                    </a:lnTo>
                    <a:lnTo>
                      <a:pt x="3955" y="3594"/>
                    </a:lnTo>
                    <a:lnTo>
                      <a:pt x="3955" y="3594"/>
                    </a:lnTo>
                    <a:lnTo>
                      <a:pt x="3974" y="3594"/>
                    </a:lnTo>
                    <a:lnTo>
                      <a:pt x="3991" y="3596"/>
                    </a:lnTo>
                    <a:lnTo>
                      <a:pt x="4009" y="3598"/>
                    </a:lnTo>
                    <a:lnTo>
                      <a:pt x="4026" y="3601"/>
                    </a:lnTo>
                    <a:lnTo>
                      <a:pt x="4044" y="3604"/>
                    </a:lnTo>
                    <a:lnTo>
                      <a:pt x="4061" y="3609"/>
                    </a:lnTo>
                    <a:lnTo>
                      <a:pt x="4079" y="3614"/>
                    </a:lnTo>
                    <a:lnTo>
                      <a:pt x="4095" y="3621"/>
                    </a:lnTo>
                    <a:lnTo>
                      <a:pt x="4112" y="3628"/>
                    </a:lnTo>
                    <a:lnTo>
                      <a:pt x="4128" y="3636"/>
                    </a:lnTo>
                    <a:lnTo>
                      <a:pt x="4143" y="3643"/>
                    </a:lnTo>
                    <a:lnTo>
                      <a:pt x="4159" y="3653"/>
                    </a:lnTo>
                    <a:lnTo>
                      <a:pt x="4174" y="3662"/>
                    </a:lnTo>
                    <a:lnTo>
                      <a:pt x="4188" y="3673"/>
                    </a:lnTo>
                    <a:lnTo>
                      <a:pt x="4202" y="3685"/>
                    </a:lnTo>
                    <a:lnTo>
                      <a:pt x="4216" y="3696"/>
                    </a:lnTo>
                    <a:lnTo>
                      <a:pt x="4216" y="3696"/>
                    </a:lnTo>
                    <a:lnTo>
                      <a:pt x="4229" y="3710"/>
                    </a:lnTo>
                    <a:lnTo>
                      <a:pt x="4243" y="3724"/>
                    </a:lnTo>
                    <a:lnTo>
                      <a:pt x="4254" y="3739"/>
                    </a:lnTo>
                    <a:lnTo>
                      <a:pt x="4267" y="3754"/>
                    </a:lnTo>
                    <a:lnTo>
                      <a:pt x="4277" y="3769"/>
                    </a:lnTo>
                    <a:lnTo>
                      <a:pt x="4287" y="3785"/>
                    </a:lnTo>
                    <a:lnTo>
                      <a:pt x="4296" y="3801"/>
                    </a:lnTo>
                    <a:lnTo>
                      <a:pt x="4305" y="3818"/>
                    </a:lnTo>
                    <a:lnTo>
                      <a:pt x="4312" y="3835"/>
                    </a:lnTo>
                    <a:lnTo>
                      <a:pt x="4318" y="3853"/>
                    </a:lnTo>
                    <a:lnTo>
                      <a:pt x="4325" y="3870"/>
                    </a:lnTo>
                    <a:lnTo>
                      <a:pt x="4328" y="3889"/>
                    </a:lnTo>
                    <a:lnTo>
                      <a:pt x="4333" y="3907"/>
                    </a:lnTo>
                    <a:lnTo>
                      <a:pt x="4336" y="3925"/>
                    </a:lnTo>
                    <a:lnTo>
                      <a:pt x="4338" y="3944"/>
                    </a:lnTo>
                    <a:lnTo>
                      <a:pt x="4340" y="3964"/>
                    </a:lnTo>
                    <a:lnTo>
                      <a:pt x="4340" y="3964"/>
                    </a:lnTo>
                    <a:lnTo>
                      <a:pt x="4340" y="3983"/>
                    </a:lnTo>
                    <a:lnTo>
                      <a:pt x="4338" y="4002"/>
                    </a:lnTo>
                    <a:lnTo>
                      <a:pt x="4337" y="4021"/>
                    </a:lnTo>
                    <a:lnTo>
                      <a:pt x="4335" y="4039"/>
                    </a:lnTo>
                    <a:lnTo>
                      <a:pt x="4332" y="4058"/>
                    </a:lnTo>
                    <a:lnTo>
                      <a:pt x="4327" y="4077"/>
                    </a:lnTo>
                    <a:lnTo>
                      <a:pt x="4322" y="4095"/>
                    </a:lnTo>
                    <a:lnTo>
                      <a:pt x="4316" y="4112"/>
                    </a:lnTo>
                    <a:lnTo>
                      <a:pt x="4310" y="4130"/>
                    </a:lnTo>
                    <a:lnTo>
                      <a:pt x="4302" y="4146"/>
                    </a:lnTo>
                    <a:lnTo>
                      <a:pt x="4293" y="4164"/>
                    </a:lnTo>
                    <a:lnTo>
                      <a:pt x="4283" y="4180"/>
                    </a:lnTo>
                    <a:lnTo>
                      <a:pt x="4273" y="4195"/>
                    </a:lnTo>
                    <a:lnTo>
                      <a:pt x="4262" y="4211"/>
                    </a:lnTo>
                    <a:lnTo>
                      <a:pt x="4251" y="4226"/>
                    </a:lnTo>
                    <a:lnTo>
                      <a:pt x="4238" y="4240"/>
                    </a:lnTo>
                    <a:lnTo>
                      <a:pt x="4238" y="4240"/>
                    </a:lnTo>
                    <a:lnTo>
                      <a:pt x="4223" y="4255"/>
                    </a:lnTo>
                    <a:lnTo>
                      <a:pt x="4209" y="4268"/>
                    </a:lnTo>
                    <a:lnTo>
                      <a:pt x="4194" y="4281"/>
                    </a:lnTo>
                    <a:lnTo>
                      <a:pt x="4178" y="4293"/>
                    </a:lnTo>
                    <a:lnTo>
                      <a:pt x="4162" y="4304"/>
                    </a:lnTo>
                    <a:lnTo>
                      <a:pt x="4144" y="4314"/>
                    </a:lnTo>
                    <a:lnTo>
                      <a:pt x="4127" y="4323"/>
                    </a:lnTo>
                    <a:lnTo>
                      <a:pt x="4109" y="4332"/>
                    </a:lnTo>
                    <a:lnTo>
                      <a:pt x="4091" y="4339"/>
                    </a:lnTo>
                    <a:lnTo>
                      <a:pt x="4073" y="4345"/>
                    </a:lnTo>
                    <a:lnTo>
                      <a:pt x="4053" y="4352"/>
                    </a:lnTo>
                    <a:lnTo>
                      <a:pt x="4034" y="4355"/>
                    </a:lnTo>
                    <a:lnTo>
                      <a:pt x="4015" y="4359"/>
                    </a:lnTo>
                    <a:lnTo>
                      <a:pt x="3995" y="4362"/>
                    </a:lnTo>
                    <a:lnTo>
                      <a:pt x="3975" y="4363"/>
                    </a:lnTo>
                    <a:lnTo>
                      <a:pt x="3955" y="4364"/>
                    </a:lnTo>
                    <a:lnTo>
                      <a:pt x="3955" y="4364"/>
                    </a:lnTo>
                    <a:lnTo>
                      <a:pt x="3937" y="4363"/>
                    </a:lnTo>
                    <a:lnTo>
                      <a:pt x="3918" y="4362"/>
                    </a:lnTo>
                    <a:lnTo>
                      <a:pt x="3901" y="4360"/>
                    </a:lnTo>
                    <a:lnTo>
                      <a:pt x="3883" y="4357"/>
                    </a:lnTo>
                    <a:lnTo>
                      <a:pt x="3866" y="4353"/>
                    </a:lnTo>
                    <a:lnTo>
                      <a:pt x="3848" y="4349"/>
                    </a:lnTo>
                    <a:lnTo>
                      <a:pt x="3832" y="4344"/>
                    </a:lnTo>
                    <a:lnTo>
                      <a:pt x="3814" y="4338"/>
                    </a:lnTo>
                    <a:lnTo>
                      <a:pt x="3798" y="4330"/>
                    </a:lnTo>
                    <a:lnTo>
                      <a:pt x="3782" y="4323"/>
                    </a:lnTo>
                    <a:lnTo>
                      <a:pt x="3767" y="4315"/>
                    </a:lnTo>
                    <a:lnTo>
                      <a:pt x="3752" y="4305"/>
                    </a:lnTo>
                    <a:lnTo>
                      <a:pt x="3737" y="4295"/>
                    </a:lnTo>
                    <a:lnTo>
                      <a:pt x="3722" y="4285"/>
                    </a:lnTo>
                    <a:lnTo>
                      <a:pt x="3708" y="4274"/>
                    </a:lnTo>
                    <a:lnTo>
                      <a:pt x="3694" y="4263"/>
                    </a:lnTo>
                    <a:lnTo>
                      <a:pt x="3694" y="4263"/>
                    </a:lnTo>
                    <a:lnTo>
                      <a:pt x="3679" y="4248"/>
                    </a:lnTo>
                    <a:lnTo>
                      <a:pt x="3665" y="4233"/>
                    </a:lnTo>
                    <a:lnTo>
                      <a:pt x="3653" y="4218"/>
                    </a:lnTo>
                    <a:lnTo>
                      <a:pt x="3641" y="4201"/>
                    </a:lnTo>
                    <a:lnTo>
                      <a:pt x="3630" y="4185"/>
                    </a:lnTo>
                    <a:lnTo>
                      <a:pt x="3620" y="4167"/>
                    </a:lnTo>
                    <a:lnTo>
                      <a:pt x="3610" y="4150"/>
                    </a:lnTo>
                    <a:lnTo>
                      <a:pt x="3603" y="4132"/>
                    </a:lnTo>
                    <a:lnTo>
                      <a:pt x="3595" y="4113"/>
                    </a:lnTo>
                    <a:lnTo>
                      <a:pt x="3588" y="4095"/>
                    </a:lnTo>
                    <a:lnTo>
                      <a:pt x="3583" y="4076"/>
                    </a:lnTo>
                    <a:lnTo>
                      <a:pt x="3578" y="4057"/>
                    </a:lnTo>
                    <a:lnTo>
                      <a:pt x="3575" y="4037"/>
                    </a:lnTo>
                    <a:lnTo>
                      <a:pt x="3572" y="4017"/>
                    </a:lnTo>
                    <a:lnTo>
                      <a:pt x="3571" y="3997"/>
                    </a:lnTo>
                    <a:lnTo>
                      <a:pt x="3570" y="3977"/>
                    </a:lnTo>
                    <a:lnTo>
                      <a:pt x="3570" y="3977"/>
                    </a:lnTo>
                    <a:lnTo>
                      <a:pt x="3571" y="3964"/>
                    </a:lnTo>
                    <a:lnTo>
                      <a:pt x="3570" y="3952"/>
                    </a:lnTo>
                    <a:lnTo>
                      <a:pt x="3566" y="3940"/>
                    </a:lnTo>
                    <a:lnTo>
                      <a:pt x="3560" y="3929"/>
                    </a:lnTo>
                    <a:lnTo>
                      <a:pt x="3560" y="3929"/>
                    </a:lnTo>
                    <a:lnTo>
                      <a:pt x="3555" y="3924"/>
                    </a:lnTo>
                    <a:lnTo>
                      <a:pt x="3550" y="3919"/>
                    </a:lnTo>
                    <a:lnTo>
                      <a:pt x="3545" y="3914"/>
                    </a:lnTo>
                    <a:lnTo>
                      <a:pt x="3539" y="3910"/>
                    </a:lnTo>
                    <a:lnTo>
                      <a:pt x="3532" y="3908"/>
                    </a:lnTo>
                    <a:lnTo>
                      <a:pt x="3525" y="3905"/>
                    </a:lnTo>
                    <a:lnTo>
                      <a:pt x="3519" y="3904"/>
                    </a:lnTo>
                    <a:lnTo>
                      <a:pt x="3511" y="3904"/>
                    </a:lnTo>
                    <a:lnTo>
                      <a:pt x="3510" y="3904"/>
                    </a:lnTo>
                    <a:lnTo>
                      <a:pt x="3510" y="3904"/>
                    </a:lnTo>
                    <a:lnTo>
                      <a:pt x="3497" y="3905"/>
                    </a:lnTo>
                    <a:lnTo>
                      <a:pt x="3486" y="3909"/>
                    </a:lnTo>
                    <a:lnTo>
                      <a:pt x="3486" y="3909"/>
                    </a:lnTo>
                    <a:lnTo>
                      <a:pt x="3477" y="3914"/>
                    </a:lnTo>
                    <a:lnTo>
                      <a:pt x="3470" y="3920"/>
                    </a:lnTo>
                    <a:lnTo>
                      <a:pt x="3462" y="3927"/>
                    </a:lnTo>
                    <a:lnTo>
                      <a:pt x="3457" y="3935"/>
                    </a:lnTo>
                    <a:lnTo>
                      <a:pt x="3457" y="3935"/>
                    </a:lnTo>
                    <a:lnTo>
                      <a:pt x="3411" y="3996"/>
                    </a:lnTo>
                    <a:lnTo>
                      <a:pt x="3367" y="4058"/>
                    </a:lnTo>
                    <a:lnTo>
                      <a:pt x="3324" y="4121"/>
                    </a:lnTo>
                    <a:lnTo>
                      <a:pt x="3284" y="4186"/>
                    </a:lnTo>
                    <a:lnTo>
                      <a:pt x="3245" y="4251"/>
                    </a:lnTo>
                    <a:lnTo>
                      <a:pt x="3209" y="4318"/>
                    </a:lnTo>
                    <a:lnTo>
                      <a:pt x="3174" y="4386"/>
                    </a:lnTo>
                    <a:lnTo>
                      <a:pt x="3141" y="4453"/>
                    </a:lnTo>
                    <a:lnTo>
                      <a:pt x="0" y="3152"/>
                    </a:lnTo>
                    <a:close/>
                  </a:path>
                </a:pathLst>
              </a:custGeom>
              <a:solidFill>
                <a:srgbClr val="C7DC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36" name="Freeform 23"/>
              <p:cNvSpPr/>
              <p:nvPr/>
            </p:nvSpPr>
            <p:spPr bwMode="auto">
              <a:xfrm>
                <a:off x="4379485" y="1470821"/>
                <a:ext cx="2083998" cy="1665519"/>
              </a:xfrm>
              <a:custGeom>
                <a:avLst/>
                <a:gdLst>
                  <a:gd name="T0" fmla="*/ 3105 w 4469"/>
                  <a:gd name="T1" fmla="*/ 3547 h 3571"/>
                  <a:gd name="T2" fmla="*/ 2916 w 4469"/>
                  <a:gd name="T3" fmla="*/ 3488 h 3571"/>
                  <a:gd name="T4" fmla="*/ 2720 w 4469"/>
                  <a:gd name="T5" fmla="*/ 3444 h 3571"/>
                  <a:gd name="T6" fmla="*/ 2665 w 4469"/>
                  <a:gd name="T7" fmla="*/ 3416 h 3571"/>
                  <a:gd name="T8" fmla="*/ 2694 w 4469"/>
                  <a:gd name="T9" fmla="*/ 3364 h 3571"/>
                  <a:gd name="T10" fmla="*/ 2715 w 4469"/>
                  <a:gd name="T11" fmla="*/ 3309 h 3571"/>
                  <a:gd name="T12" fmla="*/ 2730 w 4469"/>
                  <a:gd name="T13" fmla="*/ 3251 h 3571"/>
                  <a:gd name="T14" fmla="*/ 2738 w 4469"/>
                  <a:gd name="T15" fmla="*/ 3192 h 3571"/>
                  <a:gd name="T16" fmla="*/ 2739 w 4469"/>
                  <a:gd name="T17" fmla="*/ 3132 h 3571"/>
                  <a:gd name="T18" fmla="*/ 2735 w 4469"/>
                  <a:gd name="T19" fmla="*/ 3082 h 3571"/>
                  <a:gd name="T20" fmla="*/ 2719 w 4469"/>
                  <a:gd name="T21" fmla="*/ 3009 h 3571"/>
                  <a:gd name="T22" fmla="*/ 2694 w 4469"/>
                  <a:gd name="T23" fmla="*/ 2941 h 3571"/>
                  <a:gd name="T24" fmla="*/ 2660 w 4469"/>
                  <a:gd name="T25" fmla="*/ 2879 h 3571"/>
                  <a:gd name="T26" fmla="*/ 2617 w 4469"/>
                  <a:gd name="T27" fmla="*/ 2821 h 3571"/>
                  <a:gd name="T28" fmla="*/ 2567 w 4469"/>
                  <a:gd name="T29" fmla="*/ 2771 h 3571"/>
                  <a:gd name="T30" fmla="*/ 2511 w 4469"/>
                  <a:gd name="T31" fmla="*/ 2728 h 3571"/>
                  <a:gd name="T32" fmla="*/ 2448 w 4469"/>
                  <a:gd name="T33" fmla="*/ 2694 h 3571"/>
                  <a:gd name="T34" fmla="*/ 2382 w 4469"/>
                  <a:gd name="T35" fmla="*/ 2668 h 3571"/>
                  <a:gd name="T36" fmla="*/ 2310 w 4469"/>
                  <a:gd name="T37" fmla="*/ 2652 h 3571"/>
                  <a:gd name="T38" fmla="*/ 2235 w 4469"/>
                  <a:gd name="T39" fmla="*/ 2647 h 3571"/>
                  <a:gd name="T40" fmla="*/ 2214 w 4469"/>
                  <a:gd name="T41" fmla="*/ 2647 h 3571"/>
                  <a:gd name="T42" fmla="*/ 2137 w 4469"/>
                  <a:gd name="T43" fmla="*/ 2655 h 3571"/>
                  <a:gd name="T44" fmla="*/ 2066 w 4469"/>
                  <a:gd name="T45" fmla="*/ 2675 h 3571"/>
                  <a:gd name="T46" fmla="*/ 1998 w 4469"/>
                  <a:gd name="T47" fmla="*/ 2706 h 3571"/>
                  <a:gd name="T48" fmla="*/ 1936 w 4469"/>
                  <a:gd name="T49" fmla="*/ 2744 h 3571"/>
                  <a:gd name="T50" fmla="*/ 1880 w 4469"/>
                  <a:gd name="T51" fmla="*/ 2792 h 3571"/>
                  <a:gd name="T52" fmla="*/ 1833 w 4469"/>
                  <a:gd name="T53" fmla="*/ 2847 h 3571"/>
                  <a:gd name="T54" fmla="*/ 1793 w 4469"/>
                  <a:gd name="T55" fmla="*/ 2907 h 3571"/>
                  <a:gd name="T56" fmla="*/ 1761 w 4469"/>
                  <a:gd name="T57" fmla="*/ 2974 h 3571"/>
                  <a:gd name="T58" fmla="*/ 1740 w 4469"/>
                  <a:gd name="T59" fmla="*/ 3045 h 3571"/>
                  <a:gd name="T60" fmla="*/ 1730 w 4469"/>
                  <a:gd name="T61" fmla="*/ 3121 h 3571"/>
                  <a:gd name="T62" fmla="*/ 1730 w 4469"/>
                  <a:gd name="T63" fmla="*/ 3172 h 3571"/>
                  <a:gd name="T64" fmla="*/ 1745 w 4469"/>
                  <a:gd name="T65" fmla="*/ 3276 h 3571"/>
                  <a:gd name="T66" fmla="*/ 1780 w 4469"/>
                  <a:gd name="T67" fmla="*/ 3373 h 3571"/>
                  <a:gd name="T68" fmla="*/ 1814 w 4469"/>
                  <a:gd name="T69" fmla="*/ 3433 h 3571"/>
                  <a:gd name="T70" fmla="*/ 1618 w 4469"/>
                  <a:gd name="T71" fmla="*/ 3472 h 3571"/>
                  <a:gd name="T72" fmla="*/ 1427 w 4469"/>
                  <a:gd name="T73" fmla="*/ 3526 h 3571"/>
                  <a:gd name="T74" fmla="*/ 0 w 4469"/>
                  <a:gd name="T75" fmla="*/ 429 h 3571"/>
                  <a:gd name="T76" fmla="*/ 133 w 4469"/>
                  <a:gd name="T77" fmla="*/ 376 h 3571"/>
                  <a:gd name="T78" fmla="*/ 336 w 4469"/>
                  <a:gd name="T79" fmla="*/ 306 h 3571"/>
                  <a:gd name="T80" fmla="*/ 540 w 4469"/>
                  <a:gd name="T81" fmla="*/ 242 h 3571"/>
                  <a:gd name="T82" fmla="*/ 746 w 4469"/>
                  <a:gd name="T83" fmla="*/ 186 h 3571"/>
                  <a:gd name="T84" fmla="*/ 954 w 4469"/>
                  <a:gd name="T85" fmla="*/ 137 h 3571"/>
                  <a:gd name="T86" fmla="*/ 1163 w 4469"/>
                  <a:gd name="T87" fmla="*/ 95 h 3571"/>
                  <a:gd name="T88" fmla="*/ 1375 w 4469"/>
                  <a:gd name="T89" fmla="*/ 60 h 3571"/>
                  <a:gd name="T90" fmla="*/ 1588 w 4469"/>
                  <a:gd name="T91" fmla="*/ 34 h 3571"/>
                  <a:gd name="T92" fmla="*/ 1803 w 4469"/>
                  <a:gd name="T93" fmla="*/ 15 h 3571"/>
                  <a:gd name="T94" fmla="*/ 2018 w 4469"/>
                  <a:gd name="T95" fmla="*/ 4 h 3571"/>
                  <a:gd name="T96" fmla="*/ 2235 w 4469"/>
                  <a:gd name="T97" fmla="*/ 0 h 3571"/>
                  <a:gd name="T98" fmla="*/ 2379 w 4469"/>
                  <a:gd name="T99" fmla="*/ 3 h 3571"/>
                  <a:gd name="T100" fmla="*/ 2595 w 4469"/>
                  <a:gd name="T101" fmla="*/ 11 h 3571"/>
                  <a:gd name="T102" fmla="*/ 2811 w 4469"/>
                  <a:gd name="T103" fmla="*/ 28 h 3571"/>
                  <a:gd name="T104" fmla="*/ 3024 w 4469"/>
                  <a:gd name="T105" fmla="*/ 51 h 3571"/>
                  <a:gd name="T106" fmla="*/ 3236 w 4469"/>
                  <a:gd name="T107" fmla="*/ 83 h 3571"/>
                  <a:gd name="T108" fmla="*/ 3445 w 4469"/>
                  <a:gd name="T109" fmla="*/ 122 h 3571"/>
                  <a:gd name="T110" fmla="*/ 3654 w 4469"/>
                  <a:gd name="T111" fmla="*/ 168 h 3571"/>
                  <a:gd name="T112" fmla="*/ 3861 w 4469"/>
                  <a:gd name="T113" fmla="*/ 222 h 3571"/>
                  <a:gd name="T114" fmla="*/ 4065 w 4469"/>
                  <a:gd name="T115" fmla="*/ 283 h 3571"/>
                  <a:gd name="T116" fmla="*/ 4268 w 4469"/>
                  <a:gd name="T117" fmla="*/ 352 h 3571"/>
                  <a:gd name="T118" fmla="*/ 4469 w 4469"/>
                  <a:gd name="T119" fmla="*/ 429 h 3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469" h="3571">
                    <a:moveTo>
                      <a:pt x="3168" y="3571"/>
                    </a:moveTo>
                    <a:lnTo>
                      <a:pt x="3168" y="3571"/>
                    </a:lnTo>
                    <a:lnTo>
                      <a:pt x="3105" y="3547"/>
                    </a:lnTo>
                    <a:lnTo>
                      <a:pt x="3042" y="3526"/>
                    </a:lnTo>
                    <a:lnTo>
                      <a:pt x="2980" y="3507"/>
                    </a:lnTo>
                    <a:lnTo>
                      <a:pt x="2916" y="3488"/>
                    </a:lnTo>
                    <a:lnTo>
                      <a:pt x="2851" y="3472"/>
                    </a:lnTo>
                    <a:lnTo>
                      <a:pt x="2785" y="3458"/>
                    </a:lnTo>
                    <a:lnTo>
                      <a:pt x="2720" y="3444"/>
                    </a:lnTo>
                    <a:lnTo>
                      <a:pt x="2655" y="3433"/>
                    </a:lnTo>
                    <a:lnTo>
                      <a:pt x="2655" y="3433"/>
                    </a:lnTo>
                    <a:lnTo>
                      <a:pt x="2665" y="3416"/>
                    </a:lnTo>
                    <a:lnTo>
                      <a:pt x="2675" y="3399"/>
                    </a:lnTo>
                    <a:lnTo>
                      <a:pt x="2685" y="3381"/>
                    </a:lnTo>
                    <a:lnTo>
                      <a:pt x="2694" y="3364"/>
                    </a:lnTo>
                    <a:lnTo>
                      <a:pt x="2701" y="3346"/>
                    </a:lnTo>
                    <a:lnTo>
                      <a:pt x="2709" y="3327"/>
                    </a:lnTo>
                    <a:lnTo>
                      <a:pt x="2715" y="3309"/>
                    </a:lnTo>
                    <a:lnTo>
                      <a:pt x="2720" y="3290"/>
                    </a:lnTo>
                    <a:lnTo>
                      <a:pt x="2725" y="3271"/>
                    </a:lnTo>
                    <a:lnTo>
                      <a:pt x="2730" y="3251"/>
                    </a:lnTo>
                    <a:lnTo>
                      <a:pt x="2734" y="3232"/>
                    </a:lnTo>
                    <a:lnTo>
                      <a:pt x="2737" y="3212"/>
                    </a:lnTo>
                    <a:lnTo>
                      <a:pt x="2738" y="3192"/>
                    </a:lnTo>
                    <a:lnTo>
                      <a:pt x="2739" y="3172"/>
                    </a:lnTo>
                    <a:lnTo>
                      <a:pt x="2740" y="3152"/>
                    </a:lnTo>
                    <a:lnTo>
                      <a:pt x="2739" y="3132"/>
                    </a:lnTo>
                    <a:lnTo>
                      <a:pt x="2739" y="3132"/>
                    </a:lnTo>
                    <a:lnTo>
                      <a:pt x="2738" y="3107"/>
                    </a:lnTo>
                    <a:lnTo>
                      <a:pt x="2735" y="3082"/>
                    </a:lnTo>
                    <a:lnTo>
                      <a:pt x="2732" y="3057"/>
                    </a:lnTo>
                    <a:lnTo>
                      <a:pt x="2725" y="3033"/>
                    </a:lnTo>
                    <a:lnTo>
                      <a:pt x="2719" y="3009"/>
                    </a:lnTo>
                    <a:lnTo>
                      <a:pt x="2713" y="2986"/>
                    </a:lnTo>
                    <a:lnTo>
                      <a:pt x="2704" y="2964"/>
                    </a:lnTo>
                    <a:lnTo>
                      <a:pt x="2694" y="2941"/>
                    </a:lnTo>
                    <a:lnTo>
                      <a:pt x="2684" y="2920"/>
                    </a:lnTo>
                    <a:lnTo>
                      <a:pt x="2673" y="2899"/>
                    </a:lnTo>
                    <a:lnTo>
                      <a:pt x="2660" y="2879"/>
                    </a:lnTo>
                    <a:lnTo>
                      <a:pt x="2646" y="2859"/>
                    </a:lnTo>
                    <a:lnTo>
                      <a:pt x="2633" y="2840"/>
                    </a:lnTo>
                    <a:lnTo>
                      <a:pt x="2617" y="2821"/>
                    </a:lnTo>
                    <a:lnTo>
                      <a:pt x="2601" y="2803"/>
                    </a:lnTo>
                    <a:lnTo>
                      <a:pt x="2585" y="2787"/>
                    </a:lnTo>
                    <a:lnTo>
                      <a:pt x="2567" y="2771"/>
                    </a:lnTo>
                    <a:lnTo>
                      <a:pt x="2550" y="2756"/>
                    </a:lnTo>
                    <a:lnTo>
                      <a:pt x="2531" y="2742"/>
                    </a:lnTo>
                    <a:lnTo>
                      <a:pt x="2511" y="2728"/>
                    </a:lnTo>
                    <a:lnTo>
                      <a:pt x="2491" y="2716"/>
                    </a:lnTo>
                    <a:lnTo>
                      <a:pt x="2471" y="2704"/>
                    </a:lnTo>
                    <a:lnTo>
                      <a:pt x="2448" y="2694"/>
                    </a:lnTo>
                    <a:lnTo>
                      <a:pt x="2427" y="2684"/>
                    </a:lnTo>
                    <a:lnTo>
                      <a:pt x="2404" y="2675"/>
                    </a:lnTo>
                    <a:lnTo>
                      <a:pt x="2382" y="2668"/>
                    </a:lnTo>
                    <a:lnTo>
                      <a:pt x="2358" y="2662"/>
                    </a:lnTo>
                    <a:lnTo>
                      <a:pt x="2334" y="2657"/>
                    </a:lnTo>
                    <a:lnTo>
                      <a:pt x="2310" y="2652"/>
                    </a:lnTo>
                    <a:lnTo>
                      <a:pt x="2285" y="2649"/>
                    </a:lnTo>
                    <a:lnTo>
                      <a:pt x="2260" y="2647"/>
                    </a:lnTo>
                    <a:lnTo>
                      <a:pt x="2235" y="2647"/>
                    </a:lnTo>
                    <a:lnTo>
                      <a:pt x="2235" y="2647"/>
                    </a:lnTo>
                    <a:lnTo>
                      <a:pt x="2214" y="2647"/>
                    </a:lnTo>
                    <a:lnTo>
                      <a:pt x="2214" y="2647"/>
                    </a:lnTo>
                    <a:lnTo>
                      <a:pt x="2189" y="2649"/>
                    </a:lnTo>
                    <a:lnTo>
                      <a:pt x="2162" y="2652"/>
                    </a:lnTo>
                    <a:lnTo>
                      <a:pt x="2137" y="2655"/>
                    </a:lnTo>
                    <a:lnTo>
                      <a:pt x="2114" y="2662"/>
                    </a:lnTo>
                    <a:lnTo>
                      <a:pt x="2088" y="2668"/>
                    </a:lnTo>
                    <a:lnTo>
                      <a:pt x="2066" y="2675"/>
                    </a:lnTo>
                    <a:lnTo>
                      <a:pt x="2042" y="2684"/>
                    </a:lnTo>
                    <a:lnTo>
                      <a:pt x="2020" y="2694"/>
                    </a:lnTo>
                    <a:lnTo>
                      <a:pt x="1998" y="2706"/>
                    </a:lnTo>
                    <a:lnTo>
                      <a:pt x="1977" y="2718"/>
                    </a:lnTo>
                    <a:lnTo>
                      <a:pt x="1956" y="2731"/>
                    </a:lnTo>
                    <a:lnTo>
                      <a:pt x="1936" y="2744"/>
                    </a:lnTo>
                    <a:lnTo>
                      <a:pt x="1917" y="2759"/>
                    </a:lnTo>
                    <a:lnTo>
                      <a:pt x="1898" y="2776"/>
                    </a:lnTo>
                    <a:lnTo>
                      <a:pt x="1880" y="2792"/>
                    </a:lnTo>
                    <a:lnTo>
                      <a:pt x="1863" y="2810"/>
                    </a:lnTo>
                    <a:lnTo>
                      <a:pt x="1848" y="2827"/>
                    </a:lnTo>
                    <a:lnTo>
                      <a:pt x="1833" y="2847"/>
                    </a:lnTo>
                    <a:lnTo>
                      <a:pt x="1818" y="2866"/>
                    </a:lnTo>
                    <a:lnTo>
                      <a:pt x="1805" y="2886"/>
                    </a:lnTo>
                    <a:lnTo>
                      <a:pt x="1793" y="2907"/>
                    </a:lnTo>
                    <a:lnTo>
                      <a:pt x="1781" y="2930"/>
                    </a:lnTo>
                    <a:lnTo>
                      <a:pt x="1771" y="2951"/>
                    </a:lnTo>
                    <a:lnTo>
                      <a:pt x="1761" y="2974"/>
                    </a:lnTo>
                    <a:lnTo>
                      <a:pt x="1754" y="2998"/>
                    </a:lnTo>
                    <a:lnTo>
                      <a:pt x="1746" y="3022"/>
                    </a:lnTo>
                    <a:lnTo>
                      <a:pt x="1740" y="3045"/>
                    </a:lnTo>
                    <a:lnTo>
                      <a:pt x="1736" y="3070"/>
                    </a:lnTo>
                    <a:lnTo>
                      <a:pt x="1732" y="3095"/>
                    </a:lnTo>
                    <a:lnTo>
                      <a:pt x="1730" y="3121"/>
                    </a:lnTo>
                    <a:lnTo>
                      <a:pt x="1729" y="3146"/>
                    </a:lnTo>
                    <a:lnTo>
                      <a:pt x="1730" y="3172"/>
                    </a:lnTo>
                    <a:lnTo>
                      <a:pt x="1730" y="3172"/>
                    </a:lnTo>
                    <a:lnTo>
                      <a:pt x="1732" y="3207"/>
                    </a:lnTo>
                    <a:lnTo>
                      <a:pt x="1737" y="3242"/>
                    </a:lnTo>
                    <a:lnTo>
                      <a:pt x="1745" y="3276"/>
                    </a:lnTo>
                    <a:lnTo>
                      <a:pt x="1754" y="3309"/>
                    </a:lnTo>
                    <a:lnTo>
                      <a:pt x="1766" y="3341"/>
                    </a:lnTo>
                    <a:lnTo>
                      <a:pt x="1780" y="3373"/>
                    </a:lnTo>
                    <a:lnTo>
                      <a:pt x="1796" y="3404"/>
                    </a:lnTo>
                    <a:lnTo>
                      <a:pt x="1814" y="3433"/>
                    </a:lnTo>
                    <a:lnTo>
                      <a:pt x="1814" y="3433"/>
                    </a:lnTo>
                    <a:lnTo>
                      <a:pt x="1749" y="3444"/>
                    </a:lnTo>
                    <a:lnTo>
                      <a:pt x="1684" y="3457"/>
                    </a:lnTo>
                    <a:lnTo>
                      <a:pt x="1618" y="3472"/>
                    </a:lnTo>
                    <a:lnTo>
                      <a:pt x="1554" y="3488"/>
                    </a:lnTo>
                    <a:lnTo>
                      <a:pt x="1490" y="3507"/>
                    </a:lnTo>
                    <a:lnTo>
                      <a:pt x="1427" y="3526"/>
                    </a:lnTo>
                    <a:lnTo>
                      <a:pt x="1364" y="3547"/>
                    </a:lnTo>
                    <a:lnTo>
                      <a:pt x="1301" y="3571"/>
                    </a:lnTo>
                    <a:lnTo>
                      <a:pt x="0" y="429"/>
                    </a:lnTo>
                    <a:lnTo>
                      <a:pt x="0" y="429"/>
                    </a:lnTo>
                    <a:lnTo>
                      <a:pt x="66" y="402"/>
                    </a:lnTo>
                    <a:lnTo>
                      <a:pt x="133" y="376"/>
                    </a:lnTo>
                    <a:lnTo>
                      <a:pt x="201" y="352"/>
                    </a:lnTo>
                    <a:lnTo>
                      <a:pt x="268" y="328"/>
                    </a:lnTo>
                    <a:lnTo>
                      <a:pt x="336" y="306"/>
                    </a:lnTo>
                    <a:lnTo>
                      <a:pt x="404" y="283"/>
                    </a:lnTo>
                    <a:lnTo>
                      <a:pt x="471" y="262"/>
                    </a:lnTo>
                    <a:lnTo>
                      <a:pt x="540" y="242"/>
                    </a:lnTo>
                    <a:lnTo>
                      <a:pt x="608" y="222"/>
                    </a:lnTo>
                    <a:lnTo>
                      <a:pt x="677" y="203"/>
                    </a:lnTo>
                    <a:lnTo>
                      <a:pt x="746" y="186"/>
                    </a:lnTo>
                    <a:lnTo>
                      <a:pt x="815" y="168"/>
                    </a:lnTo>
                    <a:lnTo>
                      <a:pt x="885" y="152"/>
                    </a:lnTo>
                    <a:lnTo>
                      <a:pt x="954" y="137"/>
                    </a:lnTo>
                    <a:lnTo>
                      <a:pt x="1024" y="122"/>
                    </a:lnTo>
                    <a:lnTo>
                      <a:pt x="1093" y="108"/>
                    </a:lnTo>
                    <a:lnTo>
                      <a:pt x="1163" y="95"/>
                    </a:lnTo>
                    <a:lnTo>
                      <a:pt x="1233" y="83"/>
                    </a:lnTo>
                    <a:lnTo>
                      <a:pt x="1305" y="71"/>
                    </a:lnTo>
                    <a:lnTo>
                      <a:pt x="1375" y="60"/>
                    </a:lnTo>
                    <a:lnTo>
                      <a:pt x="1445" y="51"/>
                    </a:lnTo>
                    <a:lnTo>
                      <a:pt x="1517" y="43"/>
                    </a:lnTo>
                    <a:lnTo>
                      <a:pt x="1588" y="34"/>
                    </a:lnTo>
                    <a:lnTo>
                      <a:pt x="1660" y="28"/>
                    </a:lnTo>
                    <a:lnTo>
                      <a:pt x="1731" y="21"/>
                    </a:lnTo>
                    <a:lnTo>
                      <a:pt x="1803" y="15"/>
                    </a:lnTo>
                    <a:lnTo>
                      <a:pt x="1874" y="11"/>
                    </a:lnTo>
                    <a:lnTo>
                      <a:pt x="1946" y="8"/>
                    </a:lnTo>
                    <a:lnTo>
                      <a:pt x="2018" y="4"/>
                    </a:lnTo>
                    <a:lnTo>
                      <a:pt x="2090" y="3"/>
                    </a:lnTo>
                    <a:lnTo>
                      <a:pt x="2162" y="1"/>
                    </a:lnTo>
                    <a:lnTo>
                      <a:pt x="2235" y="0"/>
                    </a:lnTo>
                    <a:lnTo>
                      <a:pt x="2235" y="0"/>
                    </a:lnTo>
                    <a:lnTo>
                      <a:pt x="2307" y="1"/>
                    </a:lnTo>
                    <a:lnTo>
                      <a:pt x="2379" y="3"/>
                    </a:lnTo>
                    <a:lnTo>
                      <a:pt x="2451" y="4"/>
                    </a:lnTo>
                    <a:lnTo>
                      <a:pt x="2523" y="8"/>
                    </a:lnTo>
                    <a:lnTo>
                      <a:pt x="2595" y="11"/>
                    </a:lnTo>
                    <a:lnTo>
                      <a:pt x="2666" y="15"/>
                    </a:lnTo>
                    <a:lnTo>
                      <a:pt x="2739" y="21"/>
                    </a:lnTo>
                    <a:lnTo>
                      <a:pt x="2811" y="28"/>
                    </a:lnTo>
                    <a:lnTo>
                      <a:pt x="2881" y="34"/>
                    </a:lnTo>
                    <a:lnTo>
                      <a:pt x="2952" y="43"/>
                    </a:lnTo>
                    <a:lnTo>
                      <a:pt x="3024" y="51"/>
                    </a:lnTo>
                    <a:lnTo>
                      <a:pt x="3094" y="61"/>
                    </a:lnTo>
                    <a:lnTo>
                      <a:pt x="3164" y="71"/>
                    </a:lnTo>
                    <a:lnTo>
                      <a:pt x="3236" y="83"/>
                    </a:lnTo>
                    <a:lnTo>
                      <a:pt x="3306" y="95"/>
                    </a:lnTo>
                    <a:lnTo>
                      <a:pt x="3376" y="108"/>
                    </a:lnTo>
                    <a:lnTo>
                      <a:pt x="3445" y="122"/>
                    </a:lnTo>
                    <a:lnTo>
                      <a:pt x="3515" y="137"/>
                    </a:lnTo>
                    <a:lnTo>
                      <a:pt x="3584" y="152"/>
                    </a:lnTo>
                    <a:lnTo>
                      <a:pt x="3654" y="168"/>
                    </a:lnTo>
                    <a:lnTo>
                      <a:pt x="3723" y="186"/>
                    </a:lnTo>
                    <a:lnTo>
                      <a:pt x="3792" y="203"/>
                    </a:lnTo>
                    <a:lnTo>
                      <a:pt x="3861" y="222"/>
                    </a:lnTo>
                    <a:lnTo>
                      <a:pt x="3929" y="242"/>
                    </a:lnTo>
                    <a:lnTo>
                      <a:pt x="3998" y="262"/>
                    </a:lnTo>
                    <a:lnTo>
                      <a:pt x="4065" y="283"/>
                    </a:lnTo>
                    <a:lnTo>
                      <a:pt x="4133" y="306"/>
                    </a:lnTo>
                    <a:lnTo>
                      <a:pt x="4201" y="328"/>
                    </a:lnTo>
                    <a:lnTo>
                      <a:pt x="4268" y="352"/>
                    </a:lnTo>
                    <a:lnTo>
                      <a:pt x="4336" y="377"/>
                    </a:lnTo>
                    <a:lnTo>
                      <a:pt x="4403" y="402"/>
                    </a:lnTo>
                    <a:lnTo>
                      <a:pt x="4469" y="429"/>
                    </a:lnTo>
                    <a:lnTo>
                      <a:pt x="3168" y="3571"/>
                    </a:lnTo>
                    <a:close/>
                  </a:path>
                </a:pathLst>
              </a:custGeom>
              <a:solidFill>
                <a:schemeClr val="tx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37" name="Freeform 24"/>
              <p:cNvSpPr/>
              <p:nvPr/>
            </p:nvSpPr>
            <p:spPr bwMode="auto">
              <a:xfrm>
                <a:off x="2827333" y="4744476"/>
                <a:ext cx="2092396" cy="2106392"/>
              </a:xfrm>
              <a:custGeom>
                <a:avLst/>
                <a:gdLst>
                  <a:gd name="T0" fmla="*/ 3050 w 4484"/>
                  <a:gd name="T1" fmla="*/ 4456 h 4515"/>
                  <a:gd name="T2" fmla="*/ 2789 w 4484"/>
                  <a:gd name="T3" fmla="*/ 4328 h 4515"/>
                  <a:gd name="T4" fmla="*/ 2536 w 4484"/>
                  <a:gd name="T5" fmla="*/ 4189 h 4515"/>
                  <a:gd name="T6" fmla="*/ 2290 w 4484"/>
                  <a:gd name="T7" fmla="*/ 4038 h 4515"/>
                  <a:gd name="T8" fmla="*/ 2052 w 4484"/>
                  <a:gd name="T9" fmla="*/ 3876 h 4515"/>
                  <a:gd name="T10" fmla="*/ 1822 w 4484"/>
                  <a:gd name="T11" fmla="*/ 3702 h 4515"/>
                  <a:gd name="T12" fmla="*/ 1598 w 4484"/>
                  <a:gd name="T13" fmla="*/ 3517 h 4515"/>
                  <a:gd name="T14" fmla="*/ 1384 w 4484"/>
                  <a:gd name="T15" fmla="*/ 3320 h 4515"/>
                  <a:gd name="T16" fmla="*/ 1229 w 4484"/>
                  <a:gd name="T17" fmla="*/ 3164 h 4515"/>
                  <a:gd name="T18" fmla="*/ 1032 w 4484"/>
                  <a:gd name="T19" fmla="*/ 2950 h 4515"/>
                  <a:gd name="T20" fmla="*/ 845 w 4484"/>
                  <a:gd name="T21" fmla="*/ 2728 h 4515"/>
                  <a:gd name="T22" fmla="*/ 670 w 4484"/>
                  <a:gd name="T23" fmla="*/ 2497 h 4515"/>
                  <a:gd name="T24" fmla="*/ 507 w 4484"/>
                  <a:gd name="T25" fmla="*/ 2259 h 4515"/>
                  <a:gd name="T26" fmla="*/ 355 w 4484"/>
                  <a:gd name="T27" fmla="*/ 2013 h 4515"/>
                  <a:gd name="T28" fmla="*/ 216 w 4484"/>
                  <a:gd name="T29" fmla="*/ 1760 h 4515"/>
                  <a:gd name="T30" fmla="*/ 88 w 4484"/>
                  <a:gd name="T31" fmla="*/ 1501 h 4515"/>
                  <a:gd name="T32" fmla="*/ 3140 w 4484"/>
                  <a:gd name="T33" fmla="*/ 0 h 4515"/>
                  <a:gd name="T34" fmla="*/ 3253 w 4484"/>
                  <a:gd name="T35" fmla="*/ 232 h 4515"/>
                  <a:gd name="T36" fmla="*/ 3439 w 4484"/>
                  <a:gd name="T37" fmla="*/ 524 h 4515"/>
                  <a:gd name="T38" fmla="*/ 3506 w 4484"/>
                  <a:gd name="T39" fmla="*/ 612 h 4515"/>
                  <a:gd name="T40" fmla="*/ 3537 w 4484"/>
                  <a:gd name="T41" fmla="*/ 623 h 4515"/>
                  <a:gd name="T42" fmla="*/ 3567 w 4484"/>
                  <a:gd name="T43" fmla="*/ 619 h 4515"/>
                  <a:gd name="T44" fmla="*/ 3592 w 4484"/>
                  <a:gd name="T45" fmla="*/ 600 h 4515"/>
                  <a:gd name="T46" fmla="*/ 3604 w 4484"/>
                  <a:gd name="T47" fmla="*/ 574 h 4515"/>
                  <a:gd name="T48" fmla="*/ 3603 w 4484"/>
                  <a:gd name="T49" fmla="*/ 553 h 4515"/>
                  <a:gd name="T50" fmla="*/ 3609 w 4484"/>
                  <a:gd name="T51" fmla="*/ 480 h 4515"/>
                  <a:gd name="T52" fmla="*/ 3629 w 4484"/>
                  <a:gd name="T53" fmla="*/ 410 h 4515"/>
                  <a:gd name="T54" fmla="*/ 3661 w 4484"/>
                  <a:gd name="T55" fmla="*/ 346 h 4515"/>
                  <a:gd name="T56" fmla="*/ 3706 w 4484"/>
                  <a:gd name="T57" fmla="*/ 288 h 4515"/>
                  <a:gd name="T58" fmla="*/ 3750 w 4484"/>
                  <a:gd name="T59" fmla="*/ 247 h 4515"/>
                  <a:gd name="T60" fmla="*/ 3816 w 4484"/>
                  <a:gd name="T61" fmla="*/ 204 h 4515"/>
                  <a:gd name="T62" fmla="*/ 3890 w 4484"/>
                  <a:gd name="T63" fmla="*/ 177 h 4515"/>
                  <a:gd name="T64" fmla="*/ 3968 w 4484"/>
                  <a:gd name="T65" fmla="*/ 164 h 4515"/>
                  <a:gd name="T66" fmla="*/ 4024 w 4484"/>
                  <a:gd name="T67" fmla="*/ 165 h 4515"/>
                  <a:gd name="T68" fmla="*/ 4094 w 4484"/>
                  <a:gd name="T69" fmla="*/ 179 h 4515"/>
                  <a:gd name="T70" fmla="*/ 4161 w 4484"/>
                  <a:gd name="T71" fmla="*/ 204 h 4515"/>
                  <a:gd name="T72" fmla="*/ 4221 w 4484"/>
                  <a:gd name="T73" fmla="*/ 243 h 4515"/>
                  <a:gd name="T74" fmla="*/ 4262 w 4484"/>
                  <a:gd name="T75" fmla="*/ 279 h 4515"/>
                  <a:gd name="T76" fmla="*/ 4310 w 4484"/>
                  <a:gd name="T77" fmla="*/ 338 h 4515"/>
                  <a:gd name="T78" fmla="*/ 4345 w 4484"/>
                  <a:gd name="T79" fmla="*/ 405 h 4515"/>
                  <a:gd name="T80" fmla="*/ 4366 w 4484"/>
                  <a:gd name="T81" fmla="*/ 476 h 4515"/>
                  <a:gd name="T82" fmla="*/ 4373 w 4484"/>
                  <a:gd name="T83" fmla="*/ 533 h 4515"/>
                  <a:gd name="T84" fmla="*/ 4368 w 4484"/>
                  <a:gd name="T85" fmla="*/ 609 h 4515"/>
                  <a:gd name="T86" fmla="*/ 4349 w 4484"/>
                  <a:gd name="T87" fmla="*/ 682 h 4515"/>
                  <a:gd name="T88" fmla="*/ 4316 w 4484"/>
                  <a:gd name="T89" fmla="*/ 750 h 4515"/>
                  <a:gd name="T90" fmla="*/ 4271 w 4484"/>
                  <a:gd name="T91" fmla="*/ 810 h 4515"/>
                  <a:gd name="T92" fmla="*/ 4227 w 4484"/>
                  <a:gd name="T93" fmla="*/ 850 h 4515"/>
                  <a:gd name="T94" fmla="*/ 4161 w 4484"/>
                  <a:gd name="T95" fmla="*/ 892 h 4515"/>
                  <a:gd name="T96" fmla="*/ 4087 w 4484"/>
                  <a:gd name="T97" fmla="*/ 920 h 4515"/>
                  <a:gd name="T98" fmla="*/ 4008 w 4484"/>
                  <a:gd name="T99" fmla="*/ 933 h 4515"/>
                  <a:gd name="T100" fmla="*/ 3985 w 4484"/>
                  <a:gd name="T101" fmla="*/ 934 h 4515"/>
                  <a:gd name="T102" fmla="*/ 3954 w 4484"/>
                  <a:gd name="T103" fmla="*/ 935 h 4515"/>
                  <a:gd name="T104" fmla="*/ 3931 w 4484"/>
                  <a:gd name="T105" fmla="*/ 949 h 4515"/>
                  <a:gd name="T106" fmla="*/ 3916 w 4484"/>
                  <a:gd name="T107" fmla="*/ 973 h 4515"/>
                  <a:gd name="T108" fmla="*/ 3913 w 4484"/>
                  <a:gd name="T109" fmla="*/ 993 h 4515"/>
                  <a:gd name="T110" fmla="*/ 3923 w 4484"/>
                  <a:gd name="T111" fmla="*/ 1025 h 4515"/>
                  <a:gd name="T112" fmla="*/ 3944 w 4484"/>
                  <a:gd name="T113" fmla="*/ 1047 h 4515"/>
                  <a:gd name="T114" fmla="*/ 4205 w 4484"/>
                  <a:gd name="T115" fmla="*/ 1226 h 4515"/>
                  <a:gd name="T116" fmla="*/ 4484 w 4484"/>
                  <a:gd name="T117" fmla="*/ 1373 h 45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4484" h="4515">
                    <a:moveTo>
                      <a:pt x="3183" y="4515"/>
                    </a:moveTo>
                    <a:lnTo>
                      <a:pt x="3183" y="4515"/>
                    </a:lnTo>
                    <a:lnTo>
                      <a:pt x="3117" y="4486"/>
                    </a:lnTo>
                    <a:lnTo>
                      <a:pt x="3050" y="4456"/>
                    </a:lnTo>
                    <a:lnTo>
                      <a:pt x="2985" y="4424"/>
                    </a:lnTo>
                    <a:lnTo>
                      <a:pt x="2919" y="4393"/>
                    </a:lnTo>
                    <a:lnTo>
                      <a:pt x="2855" y="4362"/>
                    </a:lnTo>
                    <a:lnTo>
                      <a:pt x="2789" y="4328"/>
                    </a:lnTo>
                    <a:lnTo>
                      <a:pt x="2725" y="4295"/>
                    </a:lnTo>
                    <a:lnTo>
                      <a:pt x="2662" y="4260"/>
                    </a:lnTo>
                    <a:lnTo>
                      <a:pt x="2599" y="4225"/>
                    </a:lnTo>
                    <a:lnTo>
                      <a:pt x="2536" y="4189"/>
                    </a:lnTo>
                    <a:lnTo>
                      <a:pt x="2475" y="4152"/>
                    </a:lnTo>
                    <a:lnTo>
                      <a:pt x="2412" y="4115"/>
                    </a:lnTo>
                    <a:lnTo>
                      <a:pt x="2351" y="4077"/>
                    </a:lnTo>
                    <a:lnTo>
                      <a:pt x="2290" y="4038"/>
                    </a:lnTo>
                    <a:lnTo>
                      <a:pt x="2230" y="3999"/>
                    </a:lnTo>
                    <a:lnTo>
                      <a:pt x="2170" y="3958"/>
                    </a:lnTo>
                    <a:lnTo>
                      <a:pt x="2111" y="3918"/>
                    </a:lnTo>
                    <a:lnTo>
                      <a:pt x="2052" y="3876"/>
                    </a:lnTo>
                    <a:lnTo>
                      <a:pt x="1993" y="3834"/>
                    </a:lnTo>
                    <a:lnTo>
                      <a:pt x="1936" y="3790"/>
                    </a:lnTo>
                    <a:lnTo>
                      <a:pt x="1878" y="3746"/>
                    </a:lnTo>
                    <a:lnTo>
                      <a:pt x="1822" y="3702"/>
                    </a:lnTo>
                    <a:lnTo>
                      <a:pt x="1765" y="3656"/>
                    </a:lnTo>
                    <a:lnTo>
                      <a:pt x="1709" y="3611"/>
                    </a:lnTo>
                    <a:lnTo>
                      <a:pt x="1654" y="3563"/>
                    </a:lnTo>
                    <a:lnTo>
                      <a:pt x="1598" y="3517"/>
                    </a:lnTo>
                    <a:lnTo>
                      <a:pt x="1545" y="3468"/>
                    </a:lnTo>
                    <a:lnTo>
                      <a:pt x="1491" y="3419"/>
                    </a:lnTo>
                    <a:lnTo>
                      <a:pt x="1437" y="3370"/>
                    </a:lnTo>
                    <a:lnTo>
                      <a:pt x="1384" y="3320"/>
                    </a:lnTo>
                    <a:lnTo>
                      <a:pt x="1333" y="3268"/>
                    </a:lnTo>
                    <a:lnTo>
                      <a:pt x="1280" y="3217"/>
                    </a:lnTo>
                    <a:lnTo>
                      <a:pt x="1280" y="3217"/>
                    </a:lnTo>
                    <a:lnTo>
                      <a:pt x="1229" y="3164"/>
                    </a:lnTo>
                    <a:lnTo>
                      <a:pt x="1178" y="3112"/>
                    </a:lnTo>
                    <a:lnTo>
                      <a:pt x="1128" y="3058"/>
                    </a:lnTo>
                    <a:lnTo>
                      <a:pt x="1079" y="3004"/>
                    </a:lnTo>
                    <a:lnTo>
                      <a:pt x="1032" y="2950"/>
                    </a:lnTo>
                    <a:lnTo>
                      <a:pt x="984" y="2895"/>
                    </a:lnTo>
                    <a:lnTo>
                      <a:pt x="937" y="2840"/>
                    </a:lnTo>
                    <a:lnTo>
                      <a:pt x="890" y="2784"/>
                    </a:lnTo>
                    <a:lnTo>
                      <a:pt x="845" y="2728"/>
                    </a:lnTo>
                    <a:lnTo>
                      <a:pt x="800" y="2670"/>
                    </a:lnTo>
                    <a:lnTo>
                      <a:pt x="756" y="2613"/>
                    </a:lnTo>
                    <a:lnTo>
                      <a:pt x="712" y="2555"/>
                    </a:lnTo>
                    <a:lnTo>
                      <a:pt x="670" y="2497"/>
                    </a:lnTo>
                    <a:lnTo>
                      <a:pt x="628" y="2438"/>
                    </a:lnTo>
                    <a:lnTo>
                      <a:pt x="587" y="2379"/>
                    </a:lnTo>
                    <a:lnTo>
                      <a:pt x="547" y="2319"/>
                    </a:lnTo>
                    <a:lnTo>
                      <a:pt x="507" y="2259"/>
                    </a:lnTo>
                    <a:lnTo>
                      <a:pt x="468" y="2198"/>
                    </a:lnTo>
                    <a:lnTo>
                      <a:pt x="429" y="2137"/>
                    </a:lnTo>
                    <a:lnTo>
                      <a:pt x="392" y="2075"/>
                    </a:lnTo>
                    <a:lnTo>
                      <a:pt x="355" y="2013"/>
                    </a:lnTo>
                    <a:lnTo>
                      <a:pt x="319" y="1951"/>
                    </a:lnTo>
                    <a:lnTo>
                      <a:pt x="283" y="1888"/>
                    </a:lnTo>
                    <a:lnTo>
                      <a:pt x="250" y="1824"/>
                    </a:lnTo>
                    <a:lnTo>
                      <a:pt x="216" y="1760"/>
                    </a:lnTo>
                    <a:lnTo>
                      <a:pt x="182" y="1696"/>
                    </a:lnTo>
                    <a:lnTo>
                      <a:pt x="151" y="1631"/>
                    </a:lnTo>
                    <a:lnTo>
                      <a:pt x="118" y="1566"/>
                    </a:lnTo>
                    <a:lnTo>
                      <a:pt x="88" y="1501"/>
                    </a:lnTo>
                    <a:lnTo>
                      <a:pt x="58" y="1434"/>
                    </a:lnTo>
                    <a:lnTo>
                      <a:pt x="29" y="1368"/>
                    </a:lnTo>
                    <a:lnTo>
                      <a:pt x="0" y="1300"/>
                    </a:lnTo>
                    <a:lnTo>
                      <a:pt x="3140" y="0"/>
                    </a:lnTo>
                    <a:lnTo>
                      <a:pt x="3140" y="0"/>
                    </a:lnTo>
                    <a:lnTo>
                      <a:pt x="3175" y="78"/>
                    </a:lnTo>
                    <a:lnTo>
                      <a:pt x="3213" y="155"/>
                    </a:lnTo>
                    <a:lnTo>
                      <a:pt x="3253" y="232"/>
                    </a:lnTo>
                    <a:lnTo>
                      <a:pt x="3296" y="307"/>
                    </a:lnTo>
                    <a:lnTo>
                      <a:pt x="3341" y="381"/>
                    </a:lnTo>
                    <a:lnTo>
                      <a:pt x="3389" y="454"/>
                    </a:lnTo>
                    <a:lnTo>
                      <a:pt x="3439" y="524"/>
                    </a:lnTo>
                    <a:lnTo>
                      <a:pt x="3491" y="593"/>
                    </a:lnTo>
                    <a:lnTo>
                      <a:pt x="3491" y="593"/>
                    </a:lnTo>
                    <a:lnTo>
                      <a:pt x="3498" y="603"/>
                    </a:lnTo>
                    <a:lnTo>
                      <a:pt x="3506" y="612"/>
                    </a:lnTo>
                    <a:lnTo>
                      <a:pt x="3518" y="618"/>
                    </a:lnTo>
                    <a:lnTo>
                      <a:pt x="3529" y="622"/>
                    </a:lnTo>
                    <a:lnTo>
                      <a:pt x="3529" y="622"/>
                    </a:lnTo>
                    <a:lnTo>
                      <a:pt x="3537" y="623"/>
                    </a:lnTo>
                    <a:lnTo>
                      <a:pt x="3544" y="624"/>
                    </a:lnTo>
                    <a:lnTo>
                      <a:pt x="3544" y="624"/>
                    </a:lnTo>
                    <a:lnTo>
                      <a:pt x="3555" y="623"/>
                    </a:lnTo>
                    <a:lnTo>
                      <a:pt x="3567" y="619"/>
                    </a:lnTo>
                    <a:lnTo>
                      <a:pt x="3578" y="614"/>
                    </a:lnTo>
                    <a:lnTo>
                      <a:pt x="3587" y="607"/>
                    </a:lnTo>
                    <a:lnTo>
                      <a:pt x="3587" y="607"/>
                    </a:lnTo>
                    <a:lnTo>
                      <a:pt x="3592" y="600"/>
                    </a:lnTo>
                    <a:lnTo>
                      <a:pt x="3597" y="594"/>
                    </a:lnTo>
                    <a:lnTo>
                      <a:pt x="3599" y="588"/>
                    </a:lnTo>
                    <a:lnTo>
                      <a:pt x="3602" y="580"/>
                    </a:lnTo>
                    <a:lnTo>
                      <a:pt x="3604" y="574"/>
                    </a:lnTo>
                    <a:lnTo>
                      <a:pt x="3604" y="567"/>
                    </a:lnTo>
                    <a:lnTo>
                      <a:pt x="3604" y="559"/>
                    </a:lnTo>
                    <a:lnTo>
                      <a:pt x="3603" y="553"/>
                    </a:lnTo>
                    <a:lnTo>
                      <a:pt x="3603" y="553"/>
                    </a:lnTo>
                    <a:lnTo>
                      <a:pt x="3604" y="534"/>
                    </a:lnTo>
                    <a:lnTo>
                      <a:pt x="3604" y="515"/>
                    </a:lnTo>
                    <a:lnTo>
                      <a:pt x="3607" y="498"/>
                    </a:lnTo>
                    <a:lnTo>
                      <a:pt x="3609" y="480"/>
                    </a:lnTo>
                    <a:lnTo>
                      <a:pt x="3613" y="462"/>
                    </a:lnTo>
                    <a:lnTo>
                      <a:pt x="3618" y="445"/>
                    </a:lnTo>
                    <a:lnTo>
                      <a:pt x="3623" y="427"/>
                    </a:lnTo>
                    <a:lnTo>
                      <a:pt x="3629" y="410"/>
                    </a:lnTo>
                    <a:lnTo>
                      <a:pt x="3636" y="393"/>
                    </a:lnTo>
                    <a:lnTo>
                      <a:pt x="3643" y="377"/>
                    </a:lnTo>
                    <a:lnTo>
                      <a:pt x="3652" y="361"/>
                    </a:lnTo>
                    <a:lnTo>
                      <a:pt x="3661" y="346"/>
                    </a:lnTo>
                    <a:lnTo>
                      <a:pt x="3671" y="331"/>
                    </a:lnTo>
                    <a:lnTo>
                      <a:pt x="3682" y="316"/>
                    </a:lnTo>
                    <a:lnTo>
                      <a:pt x="3693" y="302"/>
                    </a:lnTo>
                    <a:lnTo>
                      <a:pt x="3706" y="288"/>
                    </a:lnTo>
                    <a:lnTo>
                      <a:pt x="3706" y="288"/>
                    </a:lnTo>
                    <a:lnTo>
                      <a:pt x="3720" y="273"/>
                    </a:lnTo>
                    <a:lnTo>
                      <a:pt x="3733" y="259"/>
                    </a:lnTo>
                    <a:lnTo>
                      <a:pt x="3750" y="247"/>
                    </a:lnTo>
                    <a:lnTo>
                      <a:pt x="3765" y="236"/>
                    </a:lnTo>
                    <a:lnTo>
                      <a:pt x="3781" y="224"/>
                    </a:lnTo>
                    <a:lnTo>
                      <a:pt x="3799" y="214"/>
                    </a:lnTo>
                    <a:lnTo>
                      <a:pt x="3816" y="204"/>
                    </a:lnTo>
                    <a:lnTo>
                      <a:pt x="3834" y="197"/>
                    </a:lnTo>
                    <a:lnTo>
                      <a:pt x="3852" y="189"/>
                    </a:lnTo>
                    <a:lnTo>
                      <a:pt x="3871" y="183"/>
                    </a:lnTo>
                    <a:lnTo>
                      <a:pt x="3890" y="177"/>
                    </a:lnTo>
                    <a:lnTo>
                      <a:pt x="3909" y="172"/>
                    </a:lnTo>
                    <a:lnTo>
                      <a:pt x="3929" y="169"/>
                    </a:lnTo>
                    <a:lnTo>
                      <a:pt x="3948" y="167"/>
                    </a:lnTo>
                    <a:lnTo>
                      <a:pt x="3968" y="164"/>
                    </a:lnTo>
                    <a:lnTo>
                      <a:pt x="3988" y="164"/>
                    </a:lnTo>
                    <a:lnTo>
                      <a:pt x="3988" y="164"/>
                    </a:lnTo>
                    <a:lnTo>
                      <a:pt x="4007" y="164"/>
                    </a:lnTo>
                    <a:lnTo>
                      <a:pt x="4024" y="165"/>
                    </a:lnTo>
                    <a:lnTo>
                      <a:pt x="4042" y="168"/>
                    </a:lnTo>
                    <a:lnTo>
                      <a:pt x="4059" y="170"/>
                    </a:lnTo>
                    <a:lnTo>
                      <a:pt x="4077" y="174"/>
                    </a:lnTo>
                    <a:lnTo>
                      <a:pt x="4094" y="179"/>
                    </a:lnTo>
                    <a:lnTo>
                      <a:pt x="4112" y="184"/>
                    </a:lnTo>
                    <a:lnTo>
                      <a:pt x="4128" y="190"/>
                    </a:lnTo>
                    <a:lnTo>
                      <a:pt x="4145" y="197"/>
                    </a:lnTo>
                    <a:lnTo>
                      <a:pt x="4161" y="204"/>
                    </a:lnTo>
                    <a:lnTo>
                      <a:pt x="4176" y="213"/>
                    </a:lnTo>
                    <a:lnTo>
                      <a:pt x="4192" y="222"/>
                    </a:lnTo>
                    <a:lnTo>
                      <a:pt x="4207" y="232"/>
                    </a:lnTo>
                    <a:lnTo>
                      <a:pt x="4221" y="243"/>
                    </a:lnTo>
                    <a:lnTo>
                      <a:pt x="4235" y="254"/>
                    </a:lnTo>
                    <a:lnTo>
                      <a:pt x="4249" y="266"/>
                    </a:lnTo>
                    <a:lnTo>
                      <a:pt x="4249" y="266"/>
                    </a:lnTo>
                    <a:lnTo>
                      <a:pt x="4262" y="279"/>
                    </a:lnTo>
                    <a:lnTo>
                      <a:pt x="4276" y="293"/>
                    </a:lnTo>
                    <a:lnTo>
                      <a:pt x="4287" y="308"/>
                    </a:lnTo>
                    <a:lnTo>
                      <a:pt x="4300" y="323"/>
                    </a:lnTo>
                    <a:lnTo>
                      <a:pt x="4310" y="338"/>
                    </a:lnTo>
                    <a:lnTo>
                      <a:pt x="4320" y="355"/>
                    </a:lnTo>
                    <a:lnTo>
                      <a:pt x="4329" y="371"/>
                    </a:lnTo>
                    <a:lnTo>
                      <a:pt x="4338" y="387"/>
                    </a:lnTo>
                    <a:lnTo>
                      <a:pt x="4345" y="405"/>
                    </a:lnTo>
                    <a:lnTo>
                      <a:pt x="4351" y="422"/>
                    </a:lnTo>
                    <a:lnTo>
                      <a:pt x="4358" y="440"/>
                    </a:lnTo>
                    <a:lnTo>
                      <a:pt x="4361" y="457"/>
                    </a:lnTo>
                    <a:lnTo>
                      <a:pt x="4366" y="476"/>
                    </a:lnTo>
                    <a:lnTo>
                      <a:pt x="4369" y="495"/>
                    </a:lnTo>
                    <a:lnTo>
                      <a:pt x="4371" y="514"/>
                    </a:lnTo>
                    <a:lnTo>
                      <a:pt x="4373" y="533"/>
                    </a:lnTo>
                    <a:lnTo>
                      <a:pt x="4373" y="533"/>
                    </a:lnTo>
                    <a:lnTo>
                      <a:pt x="4373" y="553"/>
                    </a:lnTo>
                    <a:lnTo>
                      <a:pt x="4371" y="572"/>
                    </a:lnTo>
                    <a:lnTo>
                      <a:pt x="4370" y="590"/>
                    </a:lnTo>
                    <a:lnTo>
                      <a:pt x="4368" y="609"/>
                    </a:lnTo>
                    <a:lnTo>
                      <a:pt x="4365" y="628"/>
                    </a:lnTo>
                    <a:lnTo>
                      <a:pt x="4360" y="645"/>
                    </a:lnTo>
                    <a:lnTo>
                      <a:pt x="4355" y="664"/>
                    </a:lnTo>
                    <a:lnTo>
                      <a:pt x="4349" y="682"/>
                    </a:lnTo>
                    <a:lnTo>
                      <a:pt x="4343" y="699"/>
                    </a:lnTo>
                    <a:lnTo>
                      <a:pt x="4335" y="716"/>
                    </a:lnTo>
                    <a:lnTo>
                      <a:pt x="4326" y="733"/>
                    </a:lnTo>
                    <a:lnTo>
                      <a:pt x="4316" y="750"/>
                    </a:lnTo>
                    <a:lnTo>
                      <a:pt x="4306" y="765"/>
                    </a:lnTo>
                    <a:lnTo>
                      <a:pt x="4295" y="781"/>
                    </a:lnTo>
                    <a:lnTo>
                      <a:pt x="4284" y="795"/>
                    </a:lnTo>
                    <a:lnTo>
                      <a:pt x="4271" y="810"/>
                    </a:lnTo>
                    <a:lnTo>
                      <a:pt x="4271" y="810"/>
                    </a:lnTo>
                    <a:lnTo>
                      <a:pt x="4256" y="824"/>
                    </a:lnTo>
                    <a:lnTo>
                      <a:pt x="4242" y="837"/>
                    </a:lnTo>
                    <a:lnTo>
                      <a:pt x="4227" y="850"/>
                    </a:lnTo>
                    <a:lnTo>
                      <a:pt x="4211" y="862"/>
                    </a:lnTo>
                    <a:lnTo>
                      <a:pt x="4195" y="874"/>
                    </a:lnTo>
                    <a:lnTo>
                      <a:pt x="4177" y="884"/>
                    </a:lnTo>
                    <a:lnTo>
                      <a:pt x="4161" y="892"/>
                    </a:lnTo>
                    <a:lnTo>
                      <a:pt x="4142" y="901"/>
                    </a:lnTo>
                    <a:lnTo>
                      <a:pt x="4124" y="909"/>
                    </a:lnTo>
                    <a:lnTo>
                      <a:pt x="4106" y="915"/>
                    </a:lnTo>
                    <a:lnTo>
                      <a:pt x="4087" y="920"/>
                    </a:lnTo>
                    <a:lnTo>
                      <a:pt x="4067" y="925"/>
                    </a:lnTo>
                    <a:lnTo>
                      <a:pt x="4048" y="929"/>
                    </a:lnTo>
                    <a:lnTo>
                      <a:pt x="4028" y="931"/>
                    </a:lnTo>
                    <a:lnTo>
                      <a:pt x="4008" y="933"/>
                    </a:lnTo>
                    <a:lnTo>
                      <a:pt x="3988" y="934"/>
                    </a:lnTo>
                    <a:lnTo>
                      <a:pt x="3988" y="934"/>
                    </a:lnTo>
                    <a:lnTo>
                      <a:pt x="3985" y="934"/>
                    </a:lnTo>
                    <a:lnTo>
                      <a:pt x="3985" y="934"/>
                    </a:lnTo>
                    <a:lnTo>
                      <a:pt x="3973" y="933"/>
                    </a:lnTo>
                    <a:lnTo>
                      <a:pt x="3973" y="933"/>
                    </a:lnTo>
                    <a:lnTo>
                      <a:pt x="3964" y="933"/>
                    </a:lnTo>
                    <a:lnTo>
                      <a:pt x="3954" y="935"/>
                    </a:lnTo>
                    <a:lnTo>
                      <a:pt x="3945" y="939"/>
                    </a:lnTo>
                    <a:lnTo>
                      <a:pt x="3938" y="944"/>
                    </a:lnTo>
                    <a:lnTo>
                      <a:pt x="3938" y="944"/>
                    </a:lnTo>
                    <a:lnTo>
                      <a:pt x="3931" y="949"/>
                    </a:lnTo>
                    <a:lnTo>
                      <a:pt x="3926" y="954"/>
                    </a:lnTo>
                    <a:lnTo>
                      <a:pt x="3923" y="960"/>
                    </a:lnTo>
                    <a:lnTo>
                      <a:pt x="3919" y="966"/>
                    </a:lnTo>
                    <a:lnTo>
                      <a:pt x="3916" y="973"/>
                    </a:lnTo>
                    <a:lnTo>
                      <a:pt x="3914" y="979"/>
                    </a:lnTo>
                    <a:lnTo>
                      <a:pt x="3913" y="987"/>
                    </a:lnTo>
                    <a:lnTo>
                      <a:pt x="3913" y="993"/>
                    </a:lnTo>
                    <a:lnTo>
                      <a:pt x="3913" y="993"/>
                    </a:lnTo>
                    <a:lnTo>
                      <a:pt x="3914" y="1005"/>
                    </a:lnTo>
                    <a:lnTo>
                      <a:pt x="3918" y="1017"/>
                    </a:lnTo>
                    <a:lnTo>
                      <a:pt x="3918" y="1017"/>
                    </a:lnTo>
                    <a:lnTo>
                      <a:pt x="3923" y="1025"/>
                    </a:lnTo>
                    <a:lnTo>
                      <a:pt x="3928" y="1034"/>
                    </a:lnTo>
                    <a:lnTo>
                      <a:pt x="3935" y="1040"/>
                    </a:lnTo>
                    <a:lnTo>
                      <a:pt x="3944" y="1047"/>
                    </a:lnTo>
                    <a:lnTo>
                      <a:pt x="3944" y="1047"/>
                    </a:lnTo>
                    <a:lnTo>
                      <a:pt x="4008" y="1094"/>
                    </a:lnTo>
                    <a:lnTo>
                      <a:pt x="4072" y="1141"/>
                    </a:lnTo>
                    <a:lnTo>
                      <a:pt x="4138" y="1185"/>
                    </a:lnTo>
                    <a:lnTo>
                      <a:pt x="4205" y="1226"/>
                    </a:lnTo>
                    <a:lnTo>
                      <a:pt x="4274" y="1266"/>
                    </a:lnTo>
                    <a:lnTo>
                      <a:pt x="4343" y="1304"/>
                    </a:lnTo>
                    <a:lnTo>
                      <a:pt x="4413" y="1339"/>
                    </a:lnTo>
                    <a:lnTo>
                      <a:pt x="4484" y="1373"/>
                    </a:lnTo>
                    <a:lnTo>
                      <a:pt x="3183" y="4515"/>
                    </a:lnTo>
                    <a:close/>
                  </a:path>
                </a:pathLst>
              </a:custGeom>
              <a:solidFill>
                <a:srgbClr val="00A3F5"/>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38" name="Freeform 25"/>
              <p:cNvSpPr/>
              <p:nvPr/>
            </p:nvSpPr>
            <p:spPr bwMode="auto">
              <a:xfrm>
                <a:off x="2610396" y="3214718"/>
                <a:ext cx="1675316" cy="2099394"/>
              </a:xfrm>
              <a:custGeom>
                <a:avLst/>
                <a:gdLst>
                  <a:gd name="T0" fmla="*/ 394 w 3592"/>
                  <a:gd name="T1" fmla="*/ 4435 h 4501"/>
                  <a:gd name="T2" fmla="*/ 322 w 3592"/>
                  <a:gd name="T3" fmla="*/ 4236 h 4501"/>
                  <a:gd name="T4" fmla="*/ 257 w 3592"/>
                  <a:gd name="T5" fmla="*/ 4034 h 4501"/>
                  <a:gd name="T6" fmla="*/ 199 w 3592"/>
                  <a:gd name="T7" fmla="*/ 3831 h 4501"/>
                  <a:gd name="T8" fmla="*/ 149 w 3592"/>
                  <a:gd name="T9" fmla="*/ 3625 h 4501"/>
                  <a:gd name="T10" fmla="*/ 105 w 3592"/>
                  <a:gd name="T11" fmla="*/ 3418 h 4501"/>
                  <a:gd name="T12" fmla="*/ 70 w 3592"/>
                  <a:gd name="T13" fmla="*/ 3209 h 4501"/>
                  <a:gd name="T14" fmla="*/ 41 w 3592"/>
                  <a:gd name="T15" fmla="*/ 2999 h 4501"/>
                  <a:gd name="T16" fmla="*/ 21 w 3592"/>
                  <a:gd name="T17" fmla="*/ 2787 h 4501"/>
                  <a:gd name="T18" fmla="*/ 8 w 3592"/>
                  <a:gd name="T19" fmla="*/ 2574 h 4501"/>
                  <a:gd name="T20" fmla="*/ 1 w 3592"/>
                  <a:gd name="T21" fmla="*/ 2360 h 4501"/>
                  <a:gd name="T22" fmla="*/ 1 w 3592"/>
                  <a:gd name="T23" fmla="*/ 2215 h 4501"/>
                  <a:gd name="T24" fmla="*/ 8 w 3592"/>
                  <a:gd name="T25" fmla="*/ 1993 h 4501"/>
                  <a:gd name="T26" fmla="*/ 23 w 3592"/>
                  <a:gd name="T27" fmla="*/ 1772 h 4501"/>
                  <a:gd name="T28" fmla="*/ 45 w 3592"/>
                  <a:gd name="T29" fmla="*/ 1553 h 4501"/>
                  <a:gd name="T30" fmla="*/ 75 w 3592"/>
                  <a:gd name="T31" fmla="*/ 1336 h 4501"/>
                  <a:gd name="T32" fmla="*/ 114 w 3592"/>
                  <a:gd name="T33" fmla="*/ 1120 h 4501"/>
                  <a:gd name="T34" fmla="*/ 159 w 3592"/>
                  <a:gd name="T35" fmla="*/ 906 h 4501"/>
                  <a:gd name="T36" fmla="*/ 213 w 3592"/>
                  <a:gd name="T37" fmla="*/ 694 h 4501"/>
                  <a:gd name="T38" fmla="*/ 276 w 3592"/>
                  <a:gd name="T39" fmla="*/ 483 h 4501"/>
                  <a:gd name="T40" fmla="*/ 345 w 3592"/>
                  <a:gd name="T41" fmla="*/ 275 h 4501"/>
                  <a:gd name="T42" fmla="*/ 422 w 3592"/>
                  <a:gd name="T43" fmla="*/ 68 h 4501"/>
                  <a:gd name="T44" fmla="*/ 3592 w 3592"/>
                  <a:gd name="T45" fmla="*/ 1302 h 4501"/>
                  <a:gd name="T46" fmla="*/ 3516 w 3592"/>
                  <a:gd name="T47" fmla="*/ 1510 h 4501"/>
                  <a:gd name="T48" fmla="*/ 3460 w 3592"/>
                  <a:gd name="T49" fmla="*/ 1724 h 4501"/>
                  <a:gd name="T50" fmla="*/ 3432 w 3592"/>
                  <a:gd name="T51" fmla="*/ 1868 h 4501"/>
                  <a:gd name="T52" fmla="*/ 3335 w 3592"/>
                  <a:gd name="T53" fmla="*/ 1817 h 4501"/>
                  <a:gd name="T54" fmla="*/ 3227 w 3592"/>
                  <a:gd name="T55" fmla="*/ 1790 h 4501"/>
                  <a:gd name="T56" fmla="*/ 3152 w 3592"/>
                  <a:gd name="T57" fmla="*/ 1783 h 4501"/>
                  <a:gd name="T58" fmla="*/ 3106 w 3592"/>
                  <a:gd name="T59" fmla="*/ 1786 h 4501"/>
                  <a:gd name="T60" fmla="*/ 3032 w 3592"/>
                  <a:gd name="T61" fmla="*/ 1797 h 4501"/>
                  <a:gd name="T62" fmla="*/ 2962 w 3592"/>
                  <a:gd name="T63" fmla="*/ 1820 h 4501"/>
                  <a:gd name="T64" fmla="*/ 2896 w 3592"/>
                  <a:gd name="T65" fmla="*/ 1852 h 4501"/>
                  <a:gd name="T66" fmla="*/ 2836 w 3592"/>
                  <a:gd name="T67" fmla="*/ 1895 h 4501"/>
                  <a:gd name="T68" fmla="*/ 2781 w 3592"/>
                  <a:gd name="T69" fmla="*/ 1946 h 4501"/>
                  <a:gd name="T70" fmla="*/ 2748 w 3592"/>
                  <a:gd name="T71" fmla="*/ 1985 h 4501"/>
                  <a:gd name="T72" fmla="*/ 2708 w 3592"/>
                  <a:gd name="T73" fmla="*/ 2047 h 4501"/>
                  <a:gd name="T74" fmla="*/ 2678 w 3592"/>
                  <a:gd name="T75" fmla="*/ 2114 h 4501"/>
                  <a:gd name="T76" fmla="*/ 2658 w 3592"/>
                  <a:gd name="T77" fmla="*/ 2186 h 4501"/>
                  <a:gd name="T78" fmla="*/ 2648 w 3592"/>
                  <a:gd name="T79" fmla="*/ 2258 h 4501"/>
                  <a:gd name="T80" fmla="*/ 2646 w 3592"/>
                  <a:gd name="T81" fmla="*/ 2309 h 4501"/>
                  <a:gd name="T82" fmla="*/ 2655 w 3592"/>
                  <a:gd name="T83" fmla="*/ 2384 h 4501"/>
                  <a:gd name="T84" fmla="*/ 2674 w 3592"/>
                  <a:gd name="T85" fmla="*/ 2455 h 4501"/>
                  <a:gd name="T86" fmla="*/ 2703 w 3592"/>
                  <a:gd name="T87" fmla="*/ 2522 h 4501"/>
                  <a:gd name="T88" fmla="*/ 2739 w 3592"/>
                  <a:gd name="T89" fmla="*/ 2582 h 4501"/>
                  <a:gd name="T90" fmla="*/ 2784 w 3592"/>
                  <a:gd name="T91" fmla="*/ 2637 h 4501"/>
                  <a:gd name="T92" fmla="*/ 2837 w 3592"/>
                  <a:gd name="T93" fmla="*/ 2685 h 4501"/>
                  <a:gd name="T94" fmla="*/ 2896 w 3592"/>
                  <a:gd name="T95" fmla="*/ 2725 h 4501"/>
                  <a:gd name="T96" fmla="*/ 2960 w 3592"/>
                  <a:gd name="T97" fmla="*/ 2757 h 4501"/>
                  <a:gd name="T98" fmla="*/ 3029 w 3592"/>
                  <a:gd name="T99" fmla="*/ 2780 h 4501"/>
                  <a:gd name="T100" fmla="*/ 3101 w 3592"/>
                  <a:gd name="T101" fmla="*/ 2793 h 4501"/>
                  <a:gd name="T102" fmla="*/ 3152 w 3592"/>
                  <a:gd name="T103" fmla="*/ 2795 h 4501"/>
                  <a:gd name="T104" fmla="*/ 3207 w 3592"/>
                  <a:gd name="T105" fmla="*/ 2791 h 4501"/>
                  <a:gd name="T106" fmla="*/ 3310 w 3592"/>
                  <a:gd name="T107" fmla="*/ 2770 h 4501"/>
                  <a:gd name="T108" fmla="*/ 3404 w 3592"/>
                  <a:gd name="T109" fmla="*/ 2727 h 4501"/>
                  <a:gd name="T110" fmla="*/ 3444 w 3592"/>
                  <a:gd name="T111" fmla="*/ 2772 h 4501"/>
                  <a:gd name="T112" fmla="*/ 3485 w 3592"/>
                  <a:gd name="T113" fmla="*/ 2958 h 4501"/>
                  <a:gd name="T114" fmla="*/ 3540 w 3592"/>
                  <a:gd name="T115" fmla="*/ 3140 h 4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3592" h="4501">
                    <a:moveTo>
                      <a:pt x="420" y="4501"/>
                    </a:moveTo>
                    <a:lnTo>
                      <a:pt x="420" y="4501"/>
                    </a:lnTo>
                    <a:lnTo>
                      <a:pt x="394" y="4435"/>
                    </a:lnTo>
                    <a:lnTo>
                      <a:pt x="369" y="4368"/>
                    </a:lnTo>
                    <a:lnTo>
                      <a:pt x="345" y="4302"/>
                    </a:lnTo>
                    <a:lnTo>
                      <a:pt x="322" y="4236"/>
                    </a:lnTo>
                    <a:lnTo>
                      <a:pt x="300" y="4169"/>
                    </a:lnTo>
                    <a:lnTo>
                      <a:pt x="277" y="4101"/>
                    </a:lnTo>
                    <a:lnTo>
                      <a:pt x="257" y="4034"/>
                    </a:lnTo>
                    <a:lnTo>
                      <a:pt x="237" y="3966"/>
                    </a:lnTo>
                    <a:lnTo>
                      <a:pt x="218" y="3898"/>
                    </a:lnTo>
                    <a:lnTo>
                      <a:pt x="199" y="3831"/>
                    </a:lnTo>
                    <a:lnTo>
                      <a:pt x="182" y="3762"/>
                    </a:lnTo>
                    <a:lnTo>
                      <a:pt x="164" y="3694"/>
                    </a:lnTo>
                    <a:lnTo>
                      <a:pt x="149" y="3625"/>
                    </a:lnTo>
                    <a:lnTo>
                      <a:pt x="134" y="3556"/>
                    </a:lnTo>
                    <a:lnTo>
                      <a:pt x="119" y="3487"/>
                    </a:lnTo>
                    <a:lnTo>
                      <a:pt x="105" y="3418"/>
                    </a:lnTo>
                    <a:lnTo>
                      <a:pt x="93" y="3348"/>
                    </a:lnTo>
                    <a:lnTo>
                      <a:pt x="81" y="3279"/>
                    </a:lnTo>
                    <a:lnTo>
                      <a:pt x="70" y="3209"/>
                    </a:lnTo>
                    <a:lnTo>
                      <a:pt x="60" y="3139"/>
                    </a:lnTo>
                    <a:lnTo>
                      <a:pt x="50" y="3070"/>
                    </a:lnTo>
                    <a:lnTo>
                      <a:pt x="41" y="2999"/>
                    </a:lnTo>
                    <a:lnTo>
                      <a:pt x="34" y="2928"/>
                    </a:lnTo>
                    <a:lnTo>
                      <a:pt x="26" y="2858"/>
                    </a:lnTo>
                    <a:lnTo>
                      <a:pt x="21" y="2787"/>
                    </a:lnTo>
                    <a:lnTo>
                      <a:pt x="15" y="2716"/>
                    </a:lnTo>
                    <a:lnTo>
                      <a:pt x="11" y="2646"/>
                    </a:lnTo>
                    <a:lnTo>
                      <a:pt x="8" y="2574"/>
                    </a:lnTo>
                    <a:lnTo>
                      <a:pt x="4" y="2503"/>
                    </a:lnTo>
                    <a:lnTo>
                      <a:pt x="3" y="2431"/>
                    </a:lnTo>
                    <a:lnTo>
                      <a:pt x="1" y="2360"/>
                    </a:lnTo>
                    <a:lnTo>
                      <a:pt x="0" y="2289"/>
                    </a:lnTo>
                    <a:lnTo>
                      <a:pt x="0" y="2289"/>
                    </a:lnTo>
                    <a:lnTo>
                      <a:pt x="1" y="2215"/>
                    </a:lnTo>
                    <a:lnTo>
                      <a:pt x="3" y="2141"/>
                    </a:lnTo>
                    <a:lnTo>
                      <a:pt x="5" y="2067"/>
                    </a:lnTo>
                    <a:lnTo>
                      <a:pt x="8" y="1993"/>
                    </a:lnTo>
                    <a:lnTo>
                      <a:pt x="11" y="1919"/>
                    </a:lnTo>
                    <a:lnTo>
                      <a:pt x="16" y="1846"/>
                    </a:lnTo>
                    <a:lnTo>
                      <a:pt x="23" y="1772"/>
                    </a:lnTo>
                    <a:lnTo>
                      <a:pt x="29" y="1699"/>
                    </a:lnTo>
                    <a:lnTo>
                      <a:pt x="36" y="1627"/>
                    </a:lnTo>
                    <a:lnTo>
                      <a:pt x="45" y="1553"/>
                    </a:lnTo>
                    <a:lnTo>
                      <a:pt x="54" y="1480"/>
                    </a:lnTo>
                    <a:lnTo>
                      <a:pt x="64" y="1408"/>
                    </a:lnTo>
                    <a:lnTo>
                      <a:pt x="75" y="1336"/>
                    </a:lnTo>
                    <a:lnTo>
                      <a:pt x="86" y="1263"/>
                    </a:lnTo>
                    <a:lnTo>
                      <a:pt x="100" y="1191"/>
                    </a:lnTo>
                    <a:lnTo>
                      <a:pt x="114" y="1120"/>
                    </a:lnTo>
                    <a:lnTo>
                      <a:pt x="128" y="1049"/>
                    </a:lnTo>
                    <a:lnTo>
                      <a:pt x="143" y="977"/>
                    </a:lnTo>
                    <a:lnTo>
                      <a:pt x="159" y="906"/>
                    </a:lnTo>
                    <a:lnTo>
                      <a:pt x="177" y="834"/>
                    </a:lnTo>
                    <a:lnTo>
                      <a:pt x="194" y="764"/>
                    </a:lnTo>
                    <a:lnTo>
                      <a:pt x="213" y="694"/>
                    </a:lnTo>
                    <a:lnTo>
                      <a:pt x="233" y="624"/>
                    </a:lnTo>
                    <a:lnTo>
                      <a:pt x="254" y="553"/>
                    </a:lnTo>
                    <a:lnTo>
                      <a:pt x="276" y="483"/>
                    </a:lnTo>
                    <a:lnTo>
                      <a:pt x="298" y="413"/>
                    </a:lnTo>
                    <a:lnTo>
                      <a:pt x="321" y="344"/>
                    </a:lnTo>
                    <a:lnTo>
                      <a:pt x="345" y="275"/>
                    </a:lnTo>
                    <a:lnTo>
                      <a:pt x="370" y="206"/>
                    </a:lnTo>
                    <a:lnTo>
                      <a:pt x="396" y="137"/>
                    </a:lnTo>
                    <a:lnTo>
                      <a:pt x="422" y="68"/>
                    </a:lnTo>
                    <a:lnTo>
                      <a:pt x="450" y="0"/>
                    </a:lnTo>
                    <a:lnTo>
                      <a:pt x="3592" y="1302"/>
                    </a:lnTo>
                    <a:lnTo>
                      <a:pt x="3592" y="1302"/>
                    </a:lnTo>
                    <a:lnTo>
                      <a:pt x="3564" y="1371"/>
                    </a:lnTo>
                    <a:lnTo>
                      <a:pt x="3539" y="1440"/>
                    </a:lnTo>
                    <a:lnTo>
                      <a:pt x="3516" y="1510"/>
                    </a:lnTo>
                    <a:lnTo>
                      <a:pt x="3496" y="1580"/>
                    </a:lnTo>
                    <a:lnTo>
                      <a:pt x="3478" y="1652"/>
                    </a:lnTo>
                    <a:lnTo>
                      <a:pt x="3460" y="1724"/>
                    </a:lnTo>
                    <a:lnTo>
                      <a:pt x="3445" y="1796"/>
                    </a:lnTo>
                    <a:lnTo>
                      <a:pt x="3432" y="1868"/>
                    </a:lnTo>
                    <a:lnTo>
                      <a:pt x="3432" y="1868"/>
                    </a:lnTo>
                    <a:lnTo>
                      <a:pt x="3401" y="1850"/>
                    </a:lnTo>
                    <a:lnTo>
                      <a:pt x="3368" y="1832"/>
                    </a:lnTo>
                    <a:lnTo>
                      <a:pt x="3335" y="1817"/>
                    </a:lnTo>
                    <a:lnTo>
                      <a:pt x="3300" y="1806"/>
                    </a:lnTo>
                    <a:lnTo>
                      <a:pt x="3263" y="1796"/>
                    </a:lnTo>
                    <a:lnTo>
                      <a:pt x="3227" y="1790"/>
                    </a:lnTo>
                    <a:lnTo>
                      <a:pt x="3189" y="1784"/>
                    </a:lnTo>
                    <a:lnTo>
                      <a:pt x="3152" y="1783"/>
                    </a:lnTo>
                    <a:lnTo>
                      <a:pt x="3152" y="1783"/>
                    </a:lnTo>
                    <a:lnTo>
                      <a:pt x="3132" y="1783"/>
                    </a:lnTo>
                    <a:lnTo>
                      <a:pt x="3132" y="1783"/>
                    </a:lnTo>
                    <a:lnTo>
                      <a:pt x="3106" y="1786"/>
                    </a:lnTo>
                    <a:lnTo>
                      <a:pt x="3081" y="1788"/>
                    </a:lnTo>
                    <a:lnTo>
                      <a:pt x="3058" y="1792"/>
                    </a:lnTo>
                    <a:lnTo>
                      <a:pt x="3032" y="1797"/>
                    </a:lnTo>
                    <a:lnTo>
                      <a:pt x="3009" y="1803"/>
                    </a:lnTo>
                    <a:lnTo>
                      <a:pt x="2986" y="1811"/>
                    </a:lnTo>
                    <a:lnTo>
                      <a:pt x="2962" y="1820"/>
                    </a:lnTo>
                    <a:lnTo>
                      <a:pt x="2940" y="1830"/>
                    </a:lnTo>
                    <a:lnTo>
                      <a:pt x="2918" y="1841"/>
                    </a:lnTo>
                    <a:lnTo>
                      <a:pt x="2896" y="1852"/>
                    </a:lnTo>
                    <a:lnTo>
                      <a:pt x="2876" y="1866"/>
                    </a:lnTo>
                    <a:lnTo>
                      <a:pt x="2854" y="1880"/>
                    </a:lnTo>
                    <a:lnTo>
                      <a:pt x="2836" y="1895"/>
                    </a:lnTo>
                    <a:lnTo>
                      <a:pt x="2817" y="1911"/>
                    </a:lnTo>
                    <a:lnTo>
                      <a:pt x="2798" y="1927"/>
                    </a:lnTo>
                    <a:lnTo>
                      <a:pt x="2781" y="1946"/>
                    </a:lnTo>
                    <a:lnTo>
                      <a:pt x="2781" y="1946"/>
                    </a:lnTo>
                    <a:lnTo>
                      <a:pt x="2764" y="1965"/>
                    </a:lnTo>
                    <a:lnTo>
                      <a:pt x="2748" y="1985"/>
                    </a:lnTo>
                    <a:lnTo>
                      <a:pt x="2734" y="2005"/>
                    </a:lnTo>
                    <a:lnTo>
                      <a:pt x="2720" y="2025"/>
                    </a:lnTo>
                    <a:lnTo>
                      <a:pt x="2708" y="2047"/>
                    </a:lnTo>
                    <a:lnTo>
                      <a:pt x="2697" y="2069"/>
                    </a:lnTo>
                    <a:lnTo>
                      <a:pt x="2686" y="2092"/>
                    </a:lnTo>
                    <a:lnTo>
                      <a:pt x="2678" y="2114"/>
                    </a:lnTo>
                    <a:lnTo>
                      <a:pt x="2669" y="2138"/>
                    </a:lnTo>
                    <a:lnTo>
                      <a:pt x="2663" y="2161"/>
                    </a:lnTo>
                    <a:lnTo>
                      <a:pt x="2658" y="2186"/>
                    </a:lnTo>
                    <a:lnTo>
                      <a:pt x="2653" y="2210"/>
                    </a:lnTo>
                    <a:lnTo>
                      <a:pt x="2649" y="2235"/>
                    </a:lnTo>
                    <a:lnTo>
                      <a:pt x="2648" y="2258"/>
                    </a:lnTo>
                    <a:lnTo>
                      <a:pt x="2646" y="2283"/>
                    </a:lnTo>
                    <a:lnTo>
                      <a:pt x="2646" y="2309"/>
                    </a:lnTo>
                    <a:lnTo>
                      <a:pt x="2646" y="2309"/>
                    </a:lnTo>
                    <a:lnTo>
                      <a:pt x="2649" y="2335"/>
                    </a:lnTo>
                    <a:lnTo>
                      <a:pt x="2651" y="2360"/>
                    </a:lnTo>
                    <a:lnTo>
                      <a:pt x="2655" y="2384"/>
                    </a:lnTo>
                    <a:lnTo>
                      <a:pt x="2660" y="2408"/>
                    </a:lnTo>
                    <a:lnTo>
                      <a:pt x="2666" y="2431"/>
                    </a:lnTo>
                    <a:lnTo>
                      <a:pt x="2674" y="2455"/>
                    </a:lnTo>
                    <a:lnTo>
                      <a:pt x="2683" y="2478"/>
                    </a:lnTo>
                    <a:lnTo>
                      <a:pt x="2692" y="2500"/>
                    </a:lnTo>
                    <a:lnTo>
                      <a:pt x="2703" y="2522"/>
                    </a:lnTo>
                    <a:lnTo>
                      <a:pt x="2714" y="2542"/>
                    </a:lnTo>
                    <a:lnTo>
                      <a:pt x="2727" y="2563"/>
                    </a:lnTo>
                    <a:lnTo>
                      <a:pt x="2739" y="2582"/>
                    </a:lnTo>
                    <a:lnTo>
                      <a:pt x="2754" y="2601"/>
                    </a:lnTo>
                    <a:lnTo>
                      <a:pt x="2769" y="2619"/>
                    </a:lnTo>
                    <a:lnTo>
                      <a:pt x="2784" y="2637"/>
                    </a:lnTo>
                    <a:lnTo>
                      <a:pt x="2802" y="2653"/>
                    </a:lnTo>
                    <a:lnTo>
                      <a:pt x="2818" y="2670"/>
                    </a:lnTo>
                    <a:lnTo>
                      <a:pt x="2837" y="2685"/>
                    </a:lnTo>
                    <a:lnTo>
                      <a:pt x="2856" y="2700"/>
                    </a:lnTo>
                    <a:lnTo>
                      <a:pt x="2876" y="2712"/>
                    </a:lnTo>
                    <a:lnTo>
                      <a:pt x="2896" y="2725"/>
                    </a:lnTo>
                    <a:lnTo>
                      <a:pt x="2916" y="2737"/>
                    </a:lnTo>
                    <a:lnTo>
                      <a:pt x="2937" y="2747"/>
                    </a:lnTo>
                    <a:lnTo>
                      <a:pt x="2960" y="2757"/>
                    </a:lnTo>
                    <a:lnTo>
                      <a:pt x="2982" y="2765"/>
                    </a:lnTo>
                    <a:lnTo>
                      <a:pt x="3005" y="2772"/>
                    </a:lnTo>
                    <a:lnTo>
                      <a:pt x="3029" y="2780"/>
                    </a:lnTo>
                    <a:lnTo>
                      <a:pt x="3053" y="2785"/>
                    </a:lnTo>
                    <a:lnTo>
                      <a:pt x="3076" y="2789"/>
                    </a:lnTo>
                    <a:lnTo>
                      <a:pt x="3101" y="2793"/>
                    </a:lnTo>
                    <a:lnTo>
                      <a:pt x="3127" y="2794"/>
                    </a:lnTo>
                    <a:lnTo>
                      <a:pt x="3152" y="2795"/>
                    </a:lnTo>
                    <a:lnTo>
                      <a:pt x="3152" y="2795"/>
                    </a:lnTo>
                    <a:lnTo>
                      <a:pt x="3172" y="2794"/>
                    </a:lnTo>
                    <a:lnTo>
                      <a:pt x="3172" y="2794"/>
                    </a:lnTo>
                    <a:lnTo>
                      <a:pt x="3207" y="2791"/>
                    </a:lnTo>
                    <a:lnTo>
                      <a:pt x="3242" y="2786"/>
                    </a:lnTo>
                    <a:lnTo>
                      <a:pt x="3276" y="2779"/>
                    </a:lnTo>
                    <a:lnTo>
                      <a:pt x="3310" y="2770"/>
                    </a:lnTo>
                    <a:lnTo>
                      <a:pt x="3342" y="2757"/>
                    </a:lnTo>
                    <a:lnTo>
                      <a:pt x="3373" y="2744"/>
                    </a:lnTo>
                    <a:lnTo>
                      <a:pt x="3404" y="2727"/>
                    </a:lnTo>
                    <a:lnTo>
                      <a:pt x="3432" y="2710"/>
                    </a:lnTo>
                    <a:lnTo>
                      <a:pt x="3432" y="2710"/>
                    </a:lnTo>
                    <a:lnTo>
                      <a:pt x="3444" y="2772"/>
                    </a:lnTo>
                    <a:lnTo>
                      <a:pt x="3456" y="2834"/>
                    </a:lnTo>
                    <a:lnTo>
                      <a:pt x="3470" y="2897"/>
                    </a:lnTo>
                    <a:lnTo>
                      <a:pt x="3485" y="2958"/>
                    </a:lnTo>
                    <a:lnTo>
                      <a:pt x="3501" y="3019"/>
                    </a:lnTo>
                    <a:lnTo>
                      <a:pt x="3520" y="3080"/>
                    </a:lnTo>
                    <a:lnTo>
                      <a:pt x="3540" y="3140"/>
                    </a:lnTo>
                    <a:lnTo>
                      <a:pt x="3562" y="3200"/>
                    </a:lnTo>
                    <a:lnTo>
                      <a:pt x="420" y="4501"/>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39" name="Freeform 26"/>
              <p:cNvSpPr/>
              <p:nvPr/>
            </p:nvSpPr>
            <p:spPr bwMode="auto">
              <a:xfrm>
                <a:off x="4364090" y="5406485"/>
                <a:ext cx="2114790" cy="1671118"/>
              </a:xfrm>
              <a:custGeom>
                <a:avLst/>
                <a:gdLst>
                  <a:gd name="T0" fmla="*/ 2192 w 4531"/>
                  <a:gd name="T1" fmla="*/ 3581 h 3581"/>
                  <a:gd name="T2" fmla="*/ 1973 w 4531"/>
                  <a:gd name="T3" fmla="*/ 3575 h 3581"/>
                  <a:gd name="T4" fmla="*/ 1755 w 4531"/>
                  <a:gd name="T5" fmla="*/ 3560 h 3581"/>
                  <a:gd name="T6" fmla="*/ 1538 w 4531"/>
                  <a:gd name="T7" fmla="*/ 3538 h 3581"/>
                  <a:gd name="T8" fmla="*/ 1322 w 4531"/>
                  <a:gd name="T9" fmla="*/ 3508 h 3581"/>
                  <a:gd name="T10" fmla="*/ 1108 w 4531"/>
                  <a:gd name="T11" fmla="*/ 3471 h 3581"/>
                  <a:gd name="T12" fmla="*/ 896 w 4531"/>
                  <a:gd name="T13" fmla="*/ 3426 h 3581"/>
                  <a:gd name="T14" fmla="*/ 685 w 4531"/>
                  <a:gd name="T15" fmla="*/ 3373 h 3581"/>
                  <a:gd name="T16" fmla="*/ 477 w 4531"/>
                  <a:gd name="T17" fmla="*/ 3311 h 3581"/>
                  <a:gd name="T18" fmla="*/ 272 w 4531"/>
                  <a:gd name="T19" fmla="*/ 3244 h 3581"/>
                  <a:gd name="T20" fmla="*/ 67 w 4531"/>
                  <a:gd name="T21" fmla="*/ 3167 h 3581"/>
                  <a:gd name="T22" fmla="*/ 1301 w 4531"/>
                  <a:gd name="T23" fmla="*/ 0 h 3581"/>
                  <a:gd name="T24" fmla="*/ 1501 w 4531"/>
                  <a:gd name="T25" fmla="*/ 69 h 3581"/>
                  <a:gd name="T26" fmla="*/ 1706 w 4531"/>
                  <a:gd name="T27" fmla="*/ 123 h 3581"/>
                  <a:gd name="T28" fmla="*/ 1845 w 4531"/>
                  <a:gd name="T29" fmla="*/ 149 h 3581"/>
                  <a:gd name="T30" fmla="*/ 1815 w 4531"/>
                  <a:gd name="T31" fmla="*/ 200 h 3581"/>
                  <a:gd name="T32" fmla="*/ 1791 w 4531"/>
                  <a:gd name="T33" fmla="*/ 255 h 3581"/>
                  <a:gd name="T34" fmla="*/ 1775 w 4531"/>
                  <a:gd name="T35" fmla="*/ 311 h 3581"/>
                  <a:gd name="T36" fmla="*/ 1763 w 4531"/>
                  <a:gd name="T37" fmla="*/ 370 h 3581"/>
                  <a:gd name="T38" fmla="*/ 1760 w 4531"/>
                  <a:gd name="T39" fmla="*/ 430 h 3581"/>
                  <a:gd name="T40" fmla="*/ 1762 w 4531"/>
                  <a:gd name="T41" fmla="*/ 475 h 3581"/>
                  <a:gd name="T42" fmla="*/ 1775 w 4531"/>
                  <a:gd name="T43" fmla="*/ 549 h 3581"/>
                  <a:gd name="T44" fmla="*/ 1796 w 4531"/>
                  <a:gd name="T45" fmla="*/ 618 h 3581"/>
                  <a:gd name="T46" fmla="*/ 1827 w 4531"/>
                  <a:gd name="T47" fmla="*/ 684 h 3581"/>
                  <a:gd name="T48" fmla="*/ 1867 w 4531"/>
                  <a:gd name="T49" fmla="*/ 743 h 3581"/>
                  <a:gd name="T50" fmla="*/ 1915 w 4531"/>
                  <a:gd name="T51" fmla="*/ 795 h 3581"/>
                  <a:gd name="T52" fmla="*/ 1969 w 4531"/>
                  <a:gd name="T53" fmla="*/ 840 h 3581"/>
                  <a:gd name="T54" fmla="*/ 2030 w 4531"/>
                  <a:gd name="T55" fmla="*/ 878 h 3581"/>
                  <a:gd name="T56" fmla="*/ 2096 w 4531"/>
                  <a:gd name="T57" fmla="*/ 907 h 3581"/>
                  <a:gd name="T58" fmla="*/ 2166 w 4531"/>
                  <a:gd name="T59" fmla="*/ 926 h 3581"/>
                  <a:gd name="T60" fmla="*/ 2240 w 4531"/>
                  <a:gd name="T61" fmla="*/ 934 h 3581"/>
                  <a:gd name="T62" fmla="*/ 2286 w 4531"/>
                  <a:gd name="T63" fmla="*/ 934 h 3581"/>
                  <a:gd name="T64" fmla="*/ 2336 w 4531"/>
                  <a:gd name="T65" fmla="*/ 931 h 3581"/>
                  <a:gd name="T66" fmla="*/ 2409 w 4531"/>
                  <a:gd name="T67" fmla="*/ 914 h 3581"/>
                  <a:gd name="T68" fmla="*/ 2478 w 4531"/>
                  <a:gd name="T69" fmla="*/ 889 h 3581"/>
                  <a:gd name="T70" fmla="*/ 2542 w 4531"/>
                  <a:gd name="T71" fmla="*/ 853 h 3581"/>
                  <a:gd name="T72" fmla="*/ 2601 w 4531"/>
                  <a:gd name="T73" fmla="*/ 808 h 3581"/>
                  <a:gd name="T74" fmla="*/ 2637 w 4531"/>
                  <a:gd name="T75" fmla="*/ 773 h 3581"/>
                  <a:gd name="T76" fmla="*/ 2684 w 4531"/>
                  <a:gd name="T77" fmla="*/ 714 h 3581"/>
                  <a:gd name="T78" fmla="*/ 2721 w 4531"/>
                  <a:gd name="T79" fmla="*/ 650 h 3581"/>
                  <a:gd name="T80" fmla="*/ 2748 w 4531"/>
                  <a:gd name="T81" fmla="*/ 581 h 3581"/>
                  <a:gd name="T82" fmla="*/ 2765 w 4531"/>
                  <a:gd name="T83" fmla="*/ 509 h 3581"/>
                  <a:gd name="T84" fmla="*/ 2771 w 4531"/>
                  <a:gd name="T85" fmla="*/ 435 h 3581"/>
                  <a:gd name="T86" fmla="*/ 2768 w 4531"/>
                  <a:gd name="T87" fmla="*/ 374 h 3581"/>
                  <a:gd name="T88" fmla="*/ 2746 w 4531"/>
                  <a:gd name="T89" fmla="*/ 272 h 3581"/>
                  <a:gd name="T90" fmla="*/ 2704 w 4531"/>
                  <a:gd name="T91" fmla="*/ 178 h 3581"/>
                  <a:gd name="T92" fmla="*/ 2756 w 4531"/>
                  <a:gd name="T93" fmla="*/ 137 h 3581"/>
                  <a:gd name="T94" fmla="*/ 2962 w 4531"/>
                  <a:gd name="T95" fmla="*/ 89 h 3581"/>
                  <a:gd name="T96" fmla="*/ 3165 w 4531"/>
                  <a:gd name="T97" fmla="*/ 24 h 3581"/>
                  <a:gd name="T98" fmla="*/ 4531 w 4531"/>
                  <a:gd name="T99" fmla="*/ 3141 h 3581"/>
                  <a:gd name="T100" fmla="*/ 4328 w 4531"/>
                  <a:gd name="T101" fmla="*/ 3219 h 3581"/>
                  <a:gd name="T102" fmla="*/ 4123 w 4531"/>
                  <a:gd name="T103" fmla="*/ 3290 h 3581"/>
                  <a:gd name="T104" fmla="*/ 3915 w 4531"/>
                  <a:gd name="T105" fmla="*/ 3353 h 3581"/>
                  <a:gd name="T106" fmla="*/ 3705 w 4531"/>
                  <a:gd name="T107" fmla="*/ 3409 h 3581"/>
                  <a:gd name="T108" fmla="*/ 3493 w 4531"/>
                  <a:gd name="T109" fmla="*/ 3457 h 3581"/>
                  <a:gd name="T110" fmla="*/ 3280 w 4531"/>
                  <a:gd name="T111" fmla="*/ 3497 h 3581"/>
                  <a:gd name="T112" fmla="*/ 3066 w 4531"/>
                  <a:gd name="T113" fmla="*/ 3530 h 3581"/>
                  <a:gd name="T114" fmla="*/ 2849 w 4531"/>
                  <a:gd name="T115" fmla="*/ 3553 h 3581"/>
                  <a:gd name="T116" fmla="*/ 2631 w 4531"/>
                  <a:gd name="T117" fmla="*/ 3571 h 3581"/>
                  <a:gd name="T118" fmla="*/ 2413 w 4531"/>
                  <a:gd name="T119" fmla="*/ 3580 h 3581"/>
                  <a:gd name="T120" fmla="*/ 2266 w 4531"/>
                  <a:gd name="T121" fmla="*/ 3581 h 35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4531" h="3581">
                    <a:moveTo>
                      <a:pt x="2266" y="3581"/>
                    </a:moveTo>
                    <a:lnTo>
                      <a:pt x="2266" y="3581"/>
                    </a:lnTo>
                    <a:lnTo>
                      <a:pt x="2192" y="3581"/>
                    </a:lnTo>
                    <a:lnTo>
                      <a:pt x="2118" y="3580"/>
                    </a:lnTo>
                    <a:lnTo>
                      <a:pt x="2045" y="3577"/>
                    </a:lnTo>
                    <a:lnTo>
                      <a:pt x="1973" y="3575"/>
                    </a:lnTo>
                    <a:lnTo>
                      <a:pt x="1900" y="3571"/>
                    </a:lnTo>
                    <a:lnTo>
                      <a:pt x="1827" y="3566"/>
                    </a:lnTo>
                    <a:lnTo>
                      <a:pt x="1755" y="3560"/>
                    </a:lnTo>
                    <a:lnTo>
                      <a:pt x="1682" y="3553"/>
                    </a:lnTo>
                    <a:lnTo>
                      <a:pt x="1609" y="3546"/>
                    </a:lnTo>
                    <a:lnTo>
                      <a:pt x="1538" y="3538"/>
                    </a:lnTo>
                    <a:lnTo>
                      <a:pt x="1465" y="3530"/>
                    </a:lnTo>
                    <a:lnTo>
                      <a:pt x="1394" y="3520"/>
                    </a:lnTo>
                    <a:lnTo>
                      <a:pt x="1322" y="3508"/>
                    </a:lnTo>
                    <a:lnTo>
                      <a:pt x="1251" y="3497"/>
                    </a:lnTo>
                    <a:lnTo>
                      <a:pt x="1179" y="3484"/>
                    </a:lnTo>
                    <a:lnTo>
                      <a:pt x="1108" y="3471"/>
                    </a:lnTo>
                    <a:lnTo>
                      <a:pt x="1038" y="3457"/>
                    </a:lnTo>
                    <a:lnTo>
                      <a:pt x="966" y="3442"/>
                    </a:lnTo>
                    <a:lnTo>
                      <a:pt x="896" y="3426"/>
                    </a:lnTo>
                    <a:lnTo>
                      <a:pt x="826" y="3409"/>
                    </a:lnTo>
                    <a:lnTo>
                      <a:pt x="756" y="3392"/>
                    </a:lnTo>
                    <a:lnTo>
                      <a:pt x="685" y="3373"/>
                    </a:lnTo>
                    <a:lnTo>
                      <a:pt x="616" y="3353"/>
                    </a:lnTo>
                    <a:lnTo>
                      <a:pt x="547" y="3333"/>
                    </a:lnTo>
                    <a:lnTo>
                      <a:pt x="477" y="3311"/>
                    </a:lnTo>
                    <a:lnTo>
                      <a:pt x="408" y="3290"/>
                    </a:lnTo>
                    <a:lnTo>
                      <a:pt x="339" y="3268"/>
                    </a:lnTo>
                    <a:lnTo>
                      <a:pt x="272" y="3244"/>
                    </a:lnTo>
                    <a:lnTo>
                      <a:pt x="203" y="3219"/>
                    </a:lnTo>
                    <a:lnTo>
                      <a:pt x="135" y="3194"/>
                    </a:lnTo>
                    <a:lnTo>
                      <a:pt x="67" y="3167"/>
                    </a:lnTo>
                    <a:lnTo>
                      <a:pt x="0" y="3141"/>
                    </a:lnTo>
                    <a:lnTo>
                      <a:pt x="1301" y="0"/>
                    </a:lnTo>
                    <a:lnTo>
                      <a:pt x="1301" y="0"/>
                    </a:lnTo>
                    <a:lnTo>
                      <a:pt x="1366" y="25"/>
                    </a:lnTo>
                    <a:lnTo>
                      <a:pt x="1434" y="48"/>
                    </a:lnTo>
                    <a:lnTo>
                      <a:pt x="1501" y="69"/>
                    </a:lnTo>
                    <a:lnTo>
                      <a:pt x="1569" y="89"/>
                    </a:lnTo>
                    <a:lnTo>
                      <a:pt x="1637" y="107"/>
                    </a:lnTo>
                    <a:lnTo>
                      <a:pt x="1706" y="123"/>
                    </a:lnTo>
                    <a:lnTo>
                      <a:pt x="1776" y="137"/>
                    </a:lnTo>
                    <a:lnTo>
                      <a:pt x="1845" y="149"/>
                    </a:lnTo>
                    <a:lnTo>
                      <a:pt x="1845" y="149"/>
                    </a:lnTo>
                    <a:lnTo>
                      <a:pt x="1835" y="166"/>
                    </a:lnTo>
                    <a:lnTo>
                      <a:pt x="1825" y="183"/>
                    </a:lnTo>
                    <a:lnTo>
                      <a:pt x="1815" y="200"/>
                    </a:lnTo>
                    <a:lnTo>
                      <a:pt x="1806" y="218"/>
                    </a:lnTo>
                    <a:lnTo>
                      <a:pt x="1799" y="236"/>
                    </a:lnTo>
                    <a:lnTo>
                      <a:pt x="1791" y="255"/>
                    </a:lnTo>
                    <a:lnTo>
                      <a:pt x="1785" y="274"/>
                    </a:lnTo>
                    <a:lnTo>
                      <a:pt x="1780" y="292"/>
                    </a:lnTo>
                    <a:lnTo>
                      <a:pt x="1775" y="311"/>
                    </a:lnTo>
                    <a:lnTo>
                      <a:pt x="1770" y="330"/>
                    </a:lnTo>
                    <a:lnTo>
                      <a:pt x="1766" y="350"/>
                    </a:lnTo>
                    <a:lnTo>
                      <a:pt x="1763" y="370"/>
                    </a:lnTo>
                    <a:lnTo>
                      <a:pt x="1762" y="390"/>
                    </a:lnTo>
                    <a:lnTo>
                      <a:pt x="1761" y="410"/>
                    </a:lnTo>
                    <a:lnTo>
                      <a:pt x="1760" y="430"/>
                    </a:lnTo>
                    <a:lnTo>
                      <a:pt x="1761" y="450"/>
                    </a:lnTo>
                    <a:lnTo>
                      <a:pt x="1761" y="450"/>
                    </a:lnTo>
                    <a:lnTo>
                      <a:pt x="1762" y="475"/>
                    </a:lnTo>
                    <a:lnTo>
                      <a:pt x="1765" y="501"/>
                    </a:lnTo>
                    <a:lnTo>
                      <a:pt x="1768" y="524"/>
                    </a:lnTo>
                    <a:lnTo>
                      <a:pt x="1775" y="549"/>
                    </a:lnTo>
                    <a:lnTo>
                      <a:pt x="1781" y="573"/>
                    </a:lnTo>
                    <a:lnTo>
                      <a:pt x="1787" y="596"/>
                    </a:lnTo>
                    <a:lnTo>
                      <a:pt x="1796" y="618"/>
                    </a:lnTo>
                    <a:lnTo>
                      <a:pt x="1806" y="641"/>
                    </a:lnTo>
                    <a:lnTo>
                      <a:pt x="1816" y="662"/>
                    </a:lnTo>
                    <a:lnTo>
                      <a:pt x="1827" y="684"/>
                    </a:lnTo>
                    <a:lnTo>
                      <a:pt x="1840" y="704"/>
                    </a:lnTo>
                    <a:lnTo>
                      <a:pt x="1854" y="724"/>
                    </a:lnTo>
                    <a:lnTo>
                      <a:pt x="1867" y="743"/>
                    </a:lnTo>
                    <a:lnTo>
                      <a:pt x="1883" y="760"/>
                    </a:lnTo>
                    <a:lnTo>
                      <a:pt x="1899" y="778"/>
                    </a:lnTo>
                    <a:lnTo>
                      <a:pt x="1915" y="795"/>
                    </a:lnTo>
                    <a:lnTo>
                      <a:pt x="1933" y="810"/>
                    </a:lnTo>
                    <a:lnTo>
                      <a:pt x="1950" y="825"/>
                    </a:lnTo>
                    <a:lnTo>
                      <a:pt x="1969" y="840"/>
                    </a:lnTo>
                    <a:lnTo>
                      <a:pt x="1989" y="853"/>
                    </a:lnTo>
                    <a:lnTo>
                      <a:pt x="2009" y="865"/>
                    </a:lnTo>
                    <a:lnTo>
                      <a:pt x="2030" y="878"/>
                    </a:lnTo>
                    <a:lnTo>
                      <a:pt x="2052" y="888"/>
                    </a:lnTo>
                    <a:lnTo>
                      <a:pt x="2073" y="898"/>
                    </a:lnTo>
                    <a:lnTo>
                      <a:pt x="2096" y="907"/>
                    </a:lnTo>
                    <a:lnTo>
                      <a:pt x="2118" y="914"/>
                    </a:lnTo>
                    <a:lnTo>
                      <a:pt x="2142" y="921"/>
                    </a:lnTo>
                    <a:lnTo>
                      <a:pt x="2166" y="926"/>
                    </a:lnTo>
                    <a:lnTo>
                      <a:pt x="2190" y="929"/>
                    </a:lnTo>
                    <a:lnTo>
                      <a:pt x="2215" y="933"/>
                    </a:lnTo>
                    <a:lnTo>
                      <a:pt x="2240" y="934"/>
                    </a:lnTo>
                    <a:lnTo>
                      <a:pt x="2265" y="936"/>
                    </a:lnTo>
                    <a:lnTo>
                      <a:pt x="2265" y="936"/>
                    </a:lnTo>
                    <a:lnTo>
                      <a:pt x="2286" y="934"/>
                    </a:lnTo>
                    <a:lnTo>
                      <a:pt x="2286" y="934"/>
                    </a:lnTo>
                    <a:lnTo>
                      <a:pt x="2311" y="933"/>
                    </a:lnTo>
                    <a:lnTo>
                      <a:pt x="2336" y="931"/>
                    </a:lnTo>
                    <a:lnTo>
                      <a:pt x="2360" y="927"/>
                    </a:lnTo>
                    <a:lnTo>
                      <a:pt x="2385" y="921"/>
                    </a:lnTo>
                    <a:lnTo>
                      <a:pt x="2409" y="914"/>
                    </a:lnTo>
                    <a:lnTo>
                      <a:pt x="2432" y="907"/>
                    </a:lnTo>
                    <a:lnTo>
                      <a:pt x="2455" y="899"/>
                    </a:lnTo>
                    <a:lnTo>
                      <a:pt x="2478" y="889"/>
                    </a:lnTo>
                    <a:lnTo>
                      <a:pt x="2499" y="878"/>
                    </a:lnTo>
                    <a:lnTo>
                      <a:pt x="2521" y="867"/>
                    </a:lnTo>
                    <a:lnTo>
                      <a:pt x="2542" y="853"/>
                    </a:lnTo>
                    <a:lnTo>
                      <a:pt x="2562" y="839"/>
                    </a:lnTo>
                    <a:lnTo>
                      <a:pt x="2582" y="824"/>
                    </a:lnTo>
                    <a:lnTo>
                      <a:pt x="2601" y="808"/>
                    </a:lnTo>
                    <a:lnTo>
                      <a:pt x="2620" y="791"/>
                    </a:lnTo>
                    <a:lnTo>
                      <a:pt x="2637" y="773"/>
                    </a:lnTo>
                    <a:lnTo>
                      <a:pt x="2637" y="773"/>
                    </a:lnTo>
                    <a:lnTo>
                      <a:pt x="2653" y="754"/>
                    </a:lnTo>
                    <a:lnTo>
                      <a:pt x="2670" y="734"/>
                    </a:lnTo>
                    <a:lnTo>
                      <a:pt x="2684" y="714"/>
                    </a:lnTo>
                    <a:lnTo>
                      <a:pt x="2697" y="694"/>
                    </a:lnTo>
                    <a:lnTo>
                      <a:pt x="2710" y="672"/>
                    </a:lnTo>
                    <a:lnTo>
                      <a:pt x="2721" y="650"/>
                    </a:lnTo>
                    <a:lnTo>
                      <a:pt x="2731" y="627"/>
                    </a:lnTo>
                    <a:lnTo>
                      <a:pt x="2740" y="605"/>
                    </a:lnTo>
                    <a:lnTo>
                      <a:pt x="2748" y="581"/>
                    </a:lnTo>
                    <a:lnTo>
                      <a:pt x="2755" y="558"/>
                    </a:lnTo>
                    <a:lnTo>
                      <a:pt x="2760" y="533"/>
                    </a:lnTo>
                    <a:lnTo>
                      <a:pt x="2765" y="509"/>
                    </a:lnTo>
                    <a:lnTo>
                      <a:pt x="2768" y="484"/>
                    </a:lnTo>
                    <a:lnTo>
                      <a:pt x="2770" y="460"/>
                    </a:lnTo>
                    <a:lnTo>
                      <a:pt x="2771" y="435"/>
                    </a:lnTo>
                    <a:lnTo>
                      <a:pt x="2770" y="409"/>
                    </a:lnTo>
                    <a:lnTo>
                      <a:pt x="2770" y="409"/>
                    </a:lnTo>
                    <a:lnTo>
                      <a:pt x="2768" y="374"/>
                    </a:lnTo>
                    <a:lnTo>
                      <a:pt x="2763" y="340"/>
                    </a:lnTo>
                    <a:lnTo>
                      <a:pt x="2755" y="306"/>
                    </a:lnTo>
                    <a:lnTo>
                      <a:pt x="2746" y="272"/>
                    </a:lnTo>
                    <a:lnTo>
                      <a:pt x="2734" y="240"/>
                    </a:lnTo>
                    <a:lnTo>
                      <a:pt x="2720" y="208"/>
                    </a:lnTo>
                    <a:lnTo>
                      <a:pt x="2704" y="178"/>
                    </a:lnTo>
                    <a:lnTo>
                      <a:pt x="2686" y="149"/>
                    </a:lnTo>
                    <a:lnTo>
                      <a:pt x="2686" y="149"/>
                    </a:lnTo>
                    <a:lnTo>
                      <a:pt x="2756" y="137"/>
                    </a:lnTo>
                    <a:lnTo>
                      <a:pt x="2825" y="123"/>
                    </a:lnTo>
                    <a:lnTo>
                      <a:pt x="2894" y="107"/>
                    </a:lnTo>
                    <a:lnTo>
                      <a:pt x="2962" y="89"/>
                    </a:lnTo>
                    <a:lnTo>
                      <a:pt x="3031" y="69"/>
                    </a:lnTo>
                    <a:lnTo>
                      <a:pt x="3097" y="48"/>
                    </a:lnTo>
                    <a:lnTo>
                      <a:pt x="3165" y="24"/>
                    </a:lnTo>
                    <a:lnTo>
                      <a:pt x="3230" y="0"/>
                    </a:lnTo>
                    <a:lnTo>
                      <a:pt x="4531" y="3141"/>
                    </a:lnTo>
                    <a:lnTo>
                      <a:pt x="4531" y="3141"/>
                    </a:lnTo>
                    <a:lnTo>
                      <a:pt x="4464" y="3167"/>
                    </a:lnTo>
                    <a:lnTo>
                      <a:pt x="4396" y="3194"/>
                    </a:lnTo>
                    <a:lnTo>
                      <a:pt x="4328" y="3219"/>
                    </a:lnTo>
                    <a:lnTo>
                      <a:pt x="4259" y="3244"/>
                    </a:lnTo>
                    <a:lnTo>
                      <a:pt x="4192" y="3268"/>
                    </a:lnTo>
                    <a:lnTo>
                      <a:pt x="4123" y="3290"/>
                    </a:lnTo>
                    <a:lnTo>
                      <a:pt x="4054" y="3311"/>
                    </a:lnTo>
                    <a:lnTo>
                      <a:pt x="3985" y="3333"/>
                    </a:lnTo>
                    <a:lnTo>
                      <a:pt x="3915" y="3353"/>
                    </a:lnTo>
                    <a:lnTo>
                      <a:pt x="3846" y="3373"/>
                    </a:lnTo>
                    <a:lnTo>
                      <a:pt x="3775" y="3390"/>
                    </a:lnTo>
                    <a:lnTo>
                      <a:pt x="3705" y="3409"/>
                    </a:lnTo>
                    <a:lnTo>
                      <a:pt x="3635" y="3426"/>
                    </a:lnTo>
                    <a:lnTo>
                      <a:pt x="3565" y="3442"/>
                    </a:lnTo>
                    <a:lnTo>
                      <a:pt x="3493" y="3457"/>
                    </a:lnTo>
                    <a:lnTo>
                      <a:pt x="3423" y="3471"/>
                    </a:lnTo>
                    <a:lnTo>
                      <a:pt x="3352" y="3484"/>
                    </a:lnTo>
                    <a:lnTo>
                      <a:pt x="3280" y="3497"/>
                    </a:lnTo>
                    <a:lnTo>
                      <a:pt x="3209" y="3508"/>
                    </a:lnTo>
                    <a:lnTo>
                      <a:pt x="3137" y="3520"/>
                    </a:lnTo>
                    <a:lnTo>
                      <a:pt x="3066" y="3530"/>
                    </a:lnTo>
                    <a:lnTo>
                      <a:pt x="2993" y="3538"/>
                    </a:lnTo>
                    <a:lnTo>
                      <a:pt x="2922" y="3546"/>
                    </a:lnTo>
                    <a:lnTo>
                      <a:pt x="2849" y="3553"/>
                    </a:lnTo>
                    <a:lnTo>
                      <a:pt x="2776" y="3560"/>
                    </a:lnTo>
                    <a:lnTo>
                      <a:pt x="2705" y="3566"/>
                    </a:lnTo>
                    <a:lnTo>
                      <a:pt x="2631" y="3571"/>
                    </a:lnTo>
                    <a:lnTo>
                      <a:pt x="2558" y="3575"/>
                    </a:lnTo>
                    <a:lnTo>
                      <a:pt x="2486" y="3577"/>
                    </a:lnTo>
                    <a:lnTo>
                      <a:pt x="2413" y="3580"/>
                    </a:lnTo>
                    <a:lnTo>
                      <a:pt x="2339" y="3581"/>
                    </a:lnTo>
                    <a:lnTo>
                      <a:pt x="2266" y="3581"/>
                    </a:lnTo>
                    <a:lnTo>
                      <a:pt x="2266" y="3581"/>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40" name="Freeform 27"/>
              <p:cNvSpPr/>
              <p:nvPr/>
            </p:nvSpPr>
            <p:spPr bwMode="auto">
              <a:xfrm>
                <a:off x="6557257" y="3214718"/>
                <a:ext cx="1675316" cy="2099394"/>
              </a:xfrm>
              <a:custGeom>
                <a:avLst/>
                <a:gdLst>
                  <a:gd name="T0" fmla="*/ 50 w 3590"/>
                  <a:gd name="T1" fmla="*/ 3140 h 4501"/>
                  <a:gd name="T2" fmla="*/ 105 w 3590"/>
                  <a:gd name="T3" fmla="*/ 2958 h 4501"/>
                  <a:gd name="T4" fmla="*/ 146 w 3590"/>
                  <a:gd name="T5" fmla="*/ 2772 h 4501"/>
                  <a:gd name="T6" fmla="*/ 189 w 3590"/>
                  <a:gd name="T7" fmla="*/ 2729 h 4501"/>
                  <a:gd name="T8" fmla="*/ 290 w 3590"/>
                  <a:gd name="T9" fmla="*/ 2772 h 4501"/>
                  <a:gd name="T10" fmla="*/ 400 w 3590"/>
                  <a:gd name="T11" fmla="*/ 2793 h 4501"/>
                  <a:gd name="T12" fmla="*/ 458 w 3590"/>
                  <a:gd name="T13" fmla="*/ 2794 h 4501"/>
                  <a:gd name="T14" fmla="*/ 509 w 3590"/>
                  <a:gd name="T15" fmla="*/ 2790 h 4501"/>
                  <a:gd name="T16" fmla="*/ 581 w 3590"/>
                  <a:gd name="T17" fmla="*/ 2774 h 4501"/>
                  <a:gd name="T18" fmla="*/ 650 w 3590"/>
                  <a:gd name="T19" fmla="*/ 2749 h 4501"/>
                  <a:gd name="T20" fmla="*/ 714 w 3590"/>
                  <a:gd name="T21" fmla="*/ 2712 h 4501"/>
                  <a:gd name="T22" fmla="*/ 773 w 3590"/>
                  <a:gd name="T23" fmla="*/ 2667 h 4501"/>
                  <a:gd name="T24" fmla="*/ 809 w 3590"/>
                  <a:gd name="T25" fmla="*/ 2632 h 4501"/>
                  <a:gd name="T26" fmla="*/ 856 w 3590"/>
                  <a:gd name="T27" fmla="*/ 2573 h 4501"/>
                  <a:gd name="T28" fmla="*/ 893 w 3590"/>
                  <a:gd name="T29" fmla="*/ 2509 h 4501"/>
                  <a:gd name="T30" fmla="*/ 921 w 3590"/>
                  <a:gd name="T31" fmla="*/ 2440 h 4501"/>
                  <a:gd name="T32" fmla="*/ 937 w 3590"/>
                  <a:gd name="T33" fmla="*/ 2369 h 4501"/>
                  <a:gd name="T34" fmla="*/ 944 w 3590"/>
                  <a:gd name="T35" fmla="*/ 2294 h 4501"/>
                  <a:gd name="T36" fmla="*/ 941 w 3590"/>
                  <a:gd name="T37" fmla="*/ 2243 h 4501"/>
                  <a:gd name="T38" fmla="*/ 930 w 3590"/>
                  <a:gd name="T39" fmla="*/ 2169 h 4501"/>
                  <a:gd name="T40" fmla="*/ 907 w 3590"/>
                  <a:gd name="T41" fmla="*/ 2100 h 4501"/>
                  <a:gd name="T42" fmla="*/ 876 w 3590"/>
                  <a:gd name="T43" fmla="*/ 2035 h 4501"/>
                  <a:gd name="T44" fmla="*/ 836 w 3590"/>
                  <a:gd name="T45" fmla="*/ 1976 h 4501"/>
                  <a:gd name="T46" fmla="*/ 788 w 3590"/>
                  <a:gd name="T47" fmla="*/ 1924 h 4501"/>
                  <a:gd name="T48" fmla="*/ 734 w 3590"/>
                  <a:gd name="T49" fmla="*/ 1879 h 4501"/>
                  <a:gd name="T50" fmla="*/ 674 w 3590"/>
                  <a:gd name="T51" fmla="*/ 1841 h 4501"/>
                  <a:gd name="T52" fmla="*/ 608 w 3590"/>
                  <a:gd name="T53" fmla="*/ 1812 h 4501"/>
                  <a:gd name="T54" fmla="*/ 537 w 3590"/>
                  <a:gd name="T55" fmla="*/ 1793 h 4501"/>
                  <a:gd name="T56" fmla="*/ 463 w 3590"/>
                  <a:gd name="T57" fmla="*/ 1784 h 4501"/>
                  <a:gd name="T58" fmla="*/ 418 w 3590"/>
                  <a:gd name="T59" fmla="*/ 1783 h 4501"/>
                  <a:gd name="T60" fmla="*/ 348 w 3590"/>
                  <a:gd name="T61" fmla="*/ 1792 h 4501"/>
                  <a:gd name="T62" fmla="*/ 249 w 3590"/>
                  <a:gd name="T63" fmla="*/ 1820 h 4501"/>
                  <a:gd name="T64" fmla="*/ 158 w 3590"/>
                  <a:gd name="T65" fmla="*/ 1868 h 4501"/>
                  <a:gd name="T66" fmla="*/ 130 w 3590"/>
                  <a:gd name="T67" fmla="*/ 1723 h 4501"/>
                  <a:gd name="T68" fmla="*/ 74 w 3590"/>
                  <a:gd name="T69" fmla="*/ 1510 h 4501"/>
                  <a:gd name="T70" fmla="*/ 0 w 3590"/>
                  <a:gd name="T71" fmla="*/ 1302 h 4501"/>
                  <a:gd name="T72" fmla="*/ 3168 w 3590"/>
                  <a:gd name="T73" fmla="*/ 68 h 4501"/>
                  <a:gd name="T74" fmla="*/ 3245 w 3590"/>
                  <a:gd name="T75" fmla="*/ 275 h 4501"/>
                  <a:gd name="T76" fmla="*/ 3314 w 3590"/>
                  <a:gd name="T77" fmla="*/ 483 h 4501"/>
                  <a:gd name="T78" fmla="*/ 3377 w 3590"/>
                  <a:gd name="T79" fmla="*/ 694 h 4501"/>
                  <a:gd name="T80" fmla="*/ 3431 w 3590"/>
                  <a:gd name="T81" fmla="*/ 906 h 4501"/>
                  <a:gd name="T82" fmla="*/ 3477 w 3590"/>
                  <a:gd name="T83" fmla="*/ 1120 h 4501"/>
                  <a:gd name="T84" fmla="*/ 3515 w 3590"/>
                  <a:gd name="T85" fmla="*/ 1336 h 4501"/>
                  <a:gd name="T86" fmla="*/ 3545 w 3590"/>
                  <a:gd name="T87" fmla="*/ 1553 h 4501"/>
                  <a:gd name="T88" fmla="*/ 3567 w 3590"/>
                  <a:gd name="T89" fmla="*/ 1772 h 4501"/>
                  <a:gd name="T90" fmla="*/ 3582 w 3590"/>
                  <a:gd name="T91" fmla="*/ 1993 h 4501"/>
                  <a:gd name="T92" fmla="*/ 3589 w 3590"/>
                  <a:gd name="T93" fmla="*/ 2215 h 4501"/>
                  <a:gd name="T94" fmla="*/ 3589 w 3590"/>
                  <a:gd name="T95" fmla="*/ 2360 h 4501"/>
                  <a:gd name="T96" fmla="*/ 3582 w 3590"/>
                  <a:gd name="T97" fmla="*/ 2574 h 4501"/>
                  <a:gd name="T98" fmla="*/ 3570 w 3590"/>
                  <a:gd name="T99" fmla="*/ 2787 h 4501"/>
                  <a:gd name="T100" fmla="*/ 3549 w 3590"/>
                  <a:gd name="T101" fmla="*/ 2999 h 4501"/>
                  <a:gd name="T102" fmla="*/ 3520 w 3590"/>
                  <a:gd name="T103" fmla="*/ 3209 h 4501"/>
                  <a:gd name="T104" fmla="*/ 3485 w 3590"/>
                  <a:gd name="T105" fmla="*/ 3418 h 4501"/>
                  <a:gd name="T106" fmla="*/ 3441 w 3590"/>
                  <a:gd name="T107" fmla="*/ 3625 h 4501"/>
                  <a:gd name="T108" fmla="*/ 3391 w 3590"/>
                  <a:gd name="T109" fmla="*/ 3831 h 4501"/>
                  <a:gd name="T110" fmla="*/ 3333 w 3590"/>
                  <a:gd name="T111" fmla="*/ 4034 h 4501"/>
                  <a:gd name="T112" fmla="*/ 3268 w 3590"/>
                  <a:gd name="T113" fmla="*/ 4236 h 4501"/>
                  <a:gd name="T114" fmla="*/ 3196 w 3590"/>
                  <a:gd name="T115" fmla="*/ 4435 h 4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3590" h="4501">
                    <a:moveTo>
                      <a:pt x="28" y="3200"/>
                    </a:moveTo>
                    <a:lnTo>
                      <a:pt x="28" y="3200"/>
                    </a:lnTo>
                    <a:lnTo>
                      <a:pt x="50" y="3140"/>
                    </a:lnTo>
                    <a:lnTo>
                      <a:pt x="70" y="3080"/>
                    </a:lnTo>
                    <a:lnTo>
                      <a:pt x="87" y="3019"/>
                    </a:lnTo>
                    <a:lnTo>
                      <a:pt x="105" y="2958"/>
                    </a:lnTo>
                    <a:lnTo>
                      <a:pt x="120" y="2897"/>
                    </a:lnTo>
                    <a:lnTo>
                      <a:pt x="134" y="2834"/>
                    </a:lnTo>
                    <a:lnTo>
                      <a:pt x="146" y="2772"/>
                    </a:lnTo>
                    <a:lnTo>
                      <a:pt x="158" y="2709"/>
                    </a:lnTo>
                    <a:lnTo>
                      <a:pt x="158" y="2709"/>
                    </a:lnTo>
                    <a:lnTo>
                      <a:pt x="189" y="2729"/>
                    </a:lnTo>
                    <a:lnTo>
                      <a:pt x="222" y="2746"/>
                    </a:lnTo>
                    <a:lnTo>
                      <a:pt x="255" y="2760"/>
                    </a:lnTo>
                    <a:lnTo>
                      <a:pt x="290" y="2772"/>
                    </a:lnTo>
                    <a:lnTo>
                      <a:pt x="327" y="2781"/>
                    </a:lnTo>
                    <a:lnTo>
                      <a:pt x="363" y="2789"/>
                    </a:lnTo>
                    <a:lnTo>
                      <a:pt x="400" y="2793"/>
                    </a:lnTo>
                    <a:lnTo>
                      <a:pt x="437" y="2794"/>
                    </a:lnTo>
                    <a:lnTo>
                      <a:pt x="437" y="2794"/>
                    </a:lnTo>
                    <a:lnTo>
                      <a:pt x="458" y="2794"/>
                    </a:lnTo>
                    <a:lnTo>
                      <a:pt x="458" y="2794"/>
                    </a:lnTo>
                    <a:lnTo>
                      <a:pt x="484" y="2793"/>
                    </a:lnTo>
                    <a:lnTo>
                      <a:pt x="509" y="2790"/>
                    </a:lnTo>
                    <a:lnTo>
                      <a:pt x="532" y="2785"/>
                    </a:lnTo>
                    <a:lnTo>
                      <a:pt x="558" y="2780"/>
                    </a:lnTo>
                    <a:lnTo>
                      <a:pt x="581" y="2774"/>
                    </a:lnTo>
                    <a:lnTo>
                      <a:pt x="604" y="2766"/>
                    </a:lnTo>
                    <a:lnTo>
                      <a:pt x="628" y="2757"/>
                    </a:lnTo>
                    <a:lnTo>
                      <a:pt x="650" y="2749"/>
                    </a:lnTo>
                    <a:lnTo>
                      <a:pt x="672" y="2737"/>
                    </a:lnTo>
                    <a:lnTo>
                      <a:pt x="694" y="2725"/>
                    </a:lnTo>
                    <a:lnTo>
                      <a:pt x="714" y="2712"/>
                    </a:lnTo>
                    <a:lnTo>
                      <a:pt x="734" y="2698"/>
                    </a:lnTo>
                    <a:lnTo>
                      <a:pt x="754" y="2683"/>
                    </a:lnTo>
                    <a:lnTo>
                      <a:pt x="773" y="2667"/>
                    </a:lnTo>
                    <a:lnTo>
                      <a:pt x="792" y="2650"/>
                    </a:lnTo>
                    <a:lnTo>
                      <a:pt x="809" y="2632"/>
                    </a:lnTo>
                    <a:lnTo>
                      <a:pt x="809" y="2632"/>
                    </a:lnTo>
                    <a:lnTo>
                      <a:pt x="826" y="2613"/>
                    </a:lnTo>
                    <a:lnTo>
                      <a:pt x="842" y="2593"/>
                    </a:lnTo>
                    <a:lnTo>
                      <a:pt x="856" y="2573"/>
                    </a:lnTo>
                    <a:lnTo>
                      <a:pt x="870" y="2552"/>
                    </a:lnTo>
                    <a:lnTo>
                      <a:pt x="882" y="2530"/>
                    </a:lnTo>
                    <a:lnTo>
                      <a:pt x="893" y="2509"/>
                    </a:lnTo>
                    <a:lnTo>
                      <a:pt x="904" y="2487"/>
                    </a:lnTo>
                    <a:lnTo>
                      <a:pt x="912" y="2464"/>
                    </a:lnTo>
                    <a:lnTo>
                      <a:pt x="921" y="2440"/>
                    </a:lnTo>
                    <a:lnTo>
                      <a:pt x="927" y="2416"/>
                    </a:lnTo>
                    <a:lnTo>
                      <a:pt x="932" y="2393"/>
                    </a:lnTo>
                    <a:lnTo>
                      <a:pt x="937" y="2369"/>
                    </a:lnTo>
                    <a:lnTo>
                      <a:pt x="941" y="2344"/>
                    </a:lnTo>
                    <a:lnTo>
                      <a:pt x="942" y="2319"/>
                    </a:lnTo>
                    <a:lnTo>
                      <a:pt x="944" y="2294"/>
                    </a:lnTo>
                    <a:lnTo>
                      <a:pt x="944" y="2268"/>
                    </a:lnTo>
                    <a:lnTo>
                      <a:pt x="944" y="2268"/>
                    </a:lnTo>
                    <a:lnTo>
                      <a:pt x="941" y="2243"/>
                    </a:lnTo>
                    <a:lnTo>
                      <a:pt x="939" y="2218"/>
                    </a:lnTo>
                    <a:lnTo>
                      <a:pt x="935" y="2194"/>
                    </a:lnTo>
                    <a:lnTo>
                      <a:pt x="930" y="2169"/>
                    </a:lnTo>
                    <a:lnTo>
                      <a:pt x="924" y="2146"/>
                    </a:lnTo>
                    <a:lnTo>
                      <a:pt x="916" y="2123"/>
                    </a:lnTo>
                    <a:lnTo>
                      <a:pt x="907" y="2100"/>
                    </a:lnTo>
                    <a:lnTo>
                      <a:pt x="898" y="2078"/>
                    </a:lnTo>
                    <a:lnTo>
                      <a:pt x="887" y="2057"/>
                    </a:lnTo>
                    <a:lnTo>
                      <a:pt x="876" y="2035"/>
                    </a:lnTo>
                    <a:lnTo>
                      <a:pt x="863" y="2015"/>
                    </a:lnTo>
                    <a:lnTo>
                      <a:pt x="851" y="1995"/>
                    </a:lnTo>
                    <a:lnTo>
                      <a:pt x="836" y="1976"/>
                    </a:lnTo>
                    <a:lnTo>
                      <a:pt x="821" y="1959"/>
                    </a:lnTo>
                    <a:lnTo>
                      <a:pt x="806" y="1941"/>
                    </a:lnTo>
                    <a:lnTo>
                      <a:pt x="788" y="1924"/>
                    </a:lnTo>
                    <a:lnTo>
                      <a:pt x="772" y="1909"/>
                    </a:lnTo>
                    <a:lnTo>
                      <a:pt x="753" y="1892"/>
                    </a:lnTo>
                    <a:lnTo>
                      <a:pt x="734" y="1879"/>
                    </a:lnTo>
                    <a:lnTo>
                      <a:pt x="715" y="1865"/>
                    </a:lnTo>
                    <a:lnTo>
                      <a:pt x="694" y="1852"/>
                    </a:lnTo>
                    <a:lnTo>
                      <a:pt x="674" y="1841"/>
                    </a:lnTo>
                    <a:lnTo>
                      <a:pt x="653" y="1831"/>
                    </a:lnTo>
                    <a:lnTo>
                      <a:pt x="630" y="1821"/>
                    </a:lnTo>
                    <a:lnTo>
                      <a:pt x="608" y="1812"/>
                    </a:lnTo>
                    <a:lnTo>
                      <a:pt x="585" y="1805"/>
                    </a:lnTo>
                    <a:lnTo>
                      <a:pt x="561" y="1798"/>
                    </a:lnTo>
                    <a:lnTo>
                      <a:pt x="537" y="1793"/>
                    </a:lnTo>
                    <a:lnTo>
                      <a:pt x="514" y="1790"/>
                    </a:lnTo>
                    <a:lnTo>
                      <a:pt x="489" y="1786"/>
                    </a:lnTo>
                    <a:lnTo>
                      <a:pt x="463" y="1784"/>
                    </a:lnTo>
                    <a:lnTo>
                      <a:pt x="438" y="1783"/>
                    </a:lnTo>
                    <a:lnTo>
                      <a:pt x="438" y="1783"/>
                    </a:lnTo>
                    <a:lnTo>
                      <a:pt x="418" y="1783"/>
                    </a:lnTo>
                    <a:lnTo>
                      <a:pt x="418" y="1783"/>
                    </a:lnTo>
                    <a:lnTo>
                      <a:pt x="383" y="1787"/>
                    </a:lnTo>
                    <a:lnTo>
                      <a:pt x="348" y="1792"/>
                    </a:lnTo>
                    <a:lnTo>
                      <a:pt x="314" y="1798"/>
                    </a:lnTo>
                    <a:lnTo>
                      <a:pt x="280" y="1808"/>
                    </a:lnTo>
                    <a:lnTo>
                      <a:pt x="249" y="1820"/>
                    </a:lnTo>
                    <a:lnTo>
                      <a:pt x="217" y="1835"/>
                    </a:lnTo>
                    <a:lnTo>
                      <a:pt x="186" y="1850"/>
                    </a:lnTo>
                    <a:lnTo>
                      <a:pt x="158" y="1868"/>
                    </a:lnTo>
                    <a:lnTo>
                      <a:pt x="158" y="1868"/>
                    </a:lnTo>
                    <a:lnTo>
                      <a:pt x="145" y="1796"/>
                    </a:lnTo>
                    <a:lnTo>
                      <a:pt x="130" y="1723"/>
                    </a:lnTo>
                    <a:lnTo>
                      <a:pt x="112" y="1652"/>
                    </a:lnTo>
                    <a:lnTo>
                      <a:pt x="94" y="1580"/>
                    </a:lnTo>
                    <a:lnTo>
                      <a:pt x="74" y="1510"/>
                    </a:lnTo>
                    <a:lnTo>
                      <a:pt x="51" y="1440"/>
                    </a:lnTo>
                    <a:lnTo>
                      <a:pt x="26" y="1371"/>
                    </a:lnTo>
                    <a:lnTo>
                      <a:pt x="0" y="1302"/>
                    </a:lnTo>
                    <a:lnTo>
                      <a:pt x="3140" y="0"/>
                    </a:lnTo>
                    <a:lnTo>
                      <a:pt x="3140" y="0"/>
                    </a:lnTo>
                    <a:lnTo>
                      <a:pt x="3168" y="68"/>
                    </a:lnTo>
                    <a:lnTo>
                      <a:pt x="3194" y="137"/>
                    </a:lnTo>
                    <a:lnTo>
                      <a:pt x="3220" y="206"/>
                    </a:lnTo>
                    <a:lnTo>
                      <a:pt x="3245" y="275"/>
                    </a:lnTo>
                    <a:lnTo>
                      <a:pt x="3269" y="344"/>
                    </a:lnTo>
                    <a:lnTo>
                      <a:pt x="3292" y="413"/>
                    </a:lnTo>
                    <a:lnTo>
                      <a:pt x="3314" y="483"/>
                    </a:lnTo>
                    <a:lnTo>
                      <a:pt x="3336" y="553"/>
                    </a:lnTo>
                    <a:lnTo>
                      <a:pt x="3357" y="622"/>
                    </a:lnTo>
                    <a:lnTo>
                      <a:pt x="3377" y="694"/>
                    </a:lnTo>
                    <a:lnTo>
                      <a:pt x="3396" y="764"/>
                    </a:lnTo>
                    <a:lnTo>
                      <a:pt x="3413" y="834"/>
                    </a:lnTo>
                    <a:lnTo>
                      <a:pt x="3431" y="906"/>
                    </a:lnTo>
                    <a:lnTo>
                      <a:pt x="3447" y="977"/>
                    </a:lnTo>
                    <a:lnTo>
                      <a:pt x="3462" y="1049"/>
                    </a:lnTo>
                    <a:lnTo>
                      <a:pt x="3477" y="1120"/>
                    </a:lnTo>
                    <a:lnTo>
                      <a:pt x="3490" y="1191"/>
                    </a:lnTo>
                    <a:lnTo>
                      <a:pt x="3504" y="1263"/>
                    </a:lnTo>
                    <a:lnTo>
                      <a:pt x="3515" y="1336"/>
                    </a:lnTo>
                    <a:lnTo>
                      <a:pt x="3526" y="1408"/>
                    </a:lnTo>
                    <a:lnTo>
                      <a:pt x="3536" y="1480"/>
                    </a:lnTo>
                    <a:lnTo>
                      <a:pt x="3545" y="1553"/>
                    </a:lnTo>
                    <a:lnTo>
                      <a:pt x="3554" y="1625"/>
                    </a:lnTo>
                    <a:lnTo>
                      <a:pt x="3561" y="1699"/>
                    </a:lnTo>
                    <a:lnTo>
                      <a:pt x="3567" y="1772"/>
                    </a:lnTo>
                    <a:lnTo>
                      <a:pt x="3574" y="1846"/>
                    </a:lnTo>
                    <a:lnTo>
                      <a:pt x="3579" y="1919"/>
                    </a:lnTo>
                    <a:lnTo>
                      <a:pt x="3582" y="1993"/>
                    </a:lnTo>
                    <a:lnTo>
                      <a:pt x="3586" y="2067"/>
                    </a:lnTo>
                    <a:lnTo>
                      <a:pt x="3587" y="2141"/>
                    </a:lnTo>
                    <a:lnTo>
                      <a:pt x="3589" y="2215"/>
                    </a:lnTo>
                    <a:lnTo>
                      <a:pt x="3590" y="2289"/>
                    </a:lnTo>
                    <a:lnTo>
                      <a:pt x="3590" y="2289"/>
                    </a:lnTo>
                    <a:lnTo>
                      <a:pt x="3589" y="2360"/>
                    </a:lnTo>
                    <a:lnTo>
                      <a:pt x="3587" y="2431"/>
                    </a:lnTo>
                    <a:lnTo>
                      <a:pt x="3586" y="2503"/>
                    </a:lnTo>
                    <a:lnTo>
                      <a:pt x="3582" y="2574"/>
                    </a:lnTo>
                    <a:lnTo>
                      <a:pt x="3579" y="2646"/>
                    </a:lnTo>
                    <a:lnTo>
                      <a:pt x="3575" y="2716"/>
                    </a:lnTo>
                    <a:lnTo>
                      <a:pt x="3570" y="2787"/>
                    </a:lnTo>
                    <a:lnTo>
                      <a:pt x="3564" y="2858"/>
                    </a:lnTo>
                    <a:lnTo>
                      <a:pt x="3556" y="2929"/>
                    </a:lnTo>
                    <a:lnTo>
                      <a:pt x="3549" y="2999"/>
                    </a:lnTo>
                    <a:lnTo>
                      <a:pt x="3540" y="3070"/>
                    </a:lnTo>
                    <a:lnTo>
                      <a:pt x="3530" y="3140"/>
                    </a:lnTo>
                    <a:lnTo>
                      <a:pt x="3520" y="3209"/>
                    </a:lnTo>
                    <a:lnTo>
                      <a:pt x="3509" y="3279"/>
                    </a:lnTo>
                    <a:lnTo>
                      <a:pt x="3497" y="3348"/>
                    </a:lnTo>
                    <a:lnTo>
                      <a:pt x="3485" y="3418"/>
                    </a:lnTo>
                    <a:lnTo>
                      <a:pt x="3471" y="3487"/>
                    </a:lnTo>
                    <a:lnTo>
                      <a:pt x="3456" y="3556"/>
                    </a:lnTo>
                    <a:lnTo>
                      <a:pt x="3441" y="3625"/>
                    </a:lnTo>
                    <a:lnTo>
                      <a:pt x="3426" y="3694"/>
                    </a:lnTo>
                    <a:lnTo>
                      <a:pt x="3408" y="3762"/>
                    </a:lnTo>
                    <a:lnTo>
                      <a:pt x="3391" y="3831"/>
                    </a:lnTo>
                    <a:lnTo>
                      <a:pt x="3372" y="3898"/>
                    </a:lnTo>
                    <a:lnTo>
                      <a:pt x="3353" y="3966"/>
                    </a:lnTo>
                    <a:lnTo>
                      <a:pt x="3333" y="4034"/>
                    </a:lnTo>
                    <a:lnTo>
                      <a:pt x="3312" y="4101"/>
                    </a:lnTo>
                    <a:lnTo>
                      <a:pt x="3290" y="4169"/>
                    </a:lnTo>
                    <a:lnTo>
                      <a:pt x="3268" y="4236"/>
                    </a:lnTo>
                    <a:lnTo>
                      <a:pt x="3245" y="4302"/>
                    </a:lnTo>
                    <a:lnTo>
                      <a:pt x="3220" y="4368"/>
                    </a:lnTo>
                    <a:lnTo>
                      <a:pt x="3196" y="4435"/>
                    </a:lnTo>
                    <a:lnTo>
                      <a:pt x="3170" y="4501"/>
                    </a:lnTo>
                    <a:lnTo>
                      <a:pt x="28" y="3200"/>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41" name="Freeform 28"/>
              <p:cNvSpPr/>
              <p:nvPr/>
            </p:nvSpPr>
            <p:spPr bwMode="auto">
              <a:xfrm>
                <a:off x="3900823" y="2761248"/>
                <a:ext cx="3041322" cy="3041322"/>
              </a:xfrm>
              <a:custGeom>
                <a:avLst/>
                <a:gdLst>
                  <a:gd name="T0" fmla="*/ 3005 w 6517"/>
                  <a:gd name="T1" fmla="*/ 6423 h 6517"/>
                  <a:gd name="T2" fmla="*/ 2874 w 6517"/>
                  <a:gd name="T3" fmla="*/ 6148 h 6517"/>
                  <a:gd name="T4" fmla="*/ 2996 w 6517"/>
                  <a:gd name="T5" fmla="*/ 5852 h 6517"/>
                  <a:gd name="T6" fmla="*/ 2986 w 6517"/>
                  <a:gd name="T7" fmla="*/ 5755 h 6517"/>
                  <a:gd name="T8" fmla="*/ 2489 w 6517"/>
                  <a:gd name="T9" fmla="*/ 5644 h 6517"/>
                  <a:gd name="T10" fmla="*/ 1891 w 6517"/>
                  <a:gd name="T11" fmla="*/ 5293 h 6517"/>
                  <a:gd name="T12" fmla="*/ 2175 w 6517"/>
                  <a:gd name="T13" fmla="*/ 4960 h 6517"/>
                  <a:gd name="T14" fmla="*/ 2122 w 6517"/>
                  <a:gd name="T15" fmla="*/ 4576 h 6517"/>
                  <a:gd name="T16" fmla="*/ 1826 w 6517"/>
                  <a:gd name="T17" fmla="*/ 4345 h 6517"/>
                  <a:gd name="T18" fmla="*/ 1438 w 6517"/>
                  <a:gd name="T19" fmla="*/ 4392 h 6517"/>
                  <a:gd name="T20" fmla="*/ 1161 w 6517"/>
                  <a:gd name="T21" fmla="*/ 4629 h 6517"/>
                  <a:gd name="T22" fmla="*/ 771 w 6517"/>
                  <a:gd name="T23" fmla="*/ 3557 h 6517"/>
                  <a:gd name="T24" fmla="*/ 665 w 6517"/>
                  <a:gd name="T25" fmla="*/ 3522 h 6517"/>
                  <a:gd name="T26" fmla="*/ 401 w 6517"/>
                  <a:gd name="T27" fmla="*/ 3643 h 6517"/>
                  <a:gd name="T28" fmla="*/ 145 w 6517"/>
                  <a:gd name="T29" fmla="*/ 3561 h 6517"/>
                  <a:gd name="T30" fmla="*/ 2 w 6517"/>
                  <a:gd name="T31" fmla="*/ 3294 h 6517"/>
                  <a:gd name="T32" fmla="*/ 90 w 6517"/>
                  <a:gd name="T33" fmla="*/ 3013 h 6517"/>
                  <a:gd name="T34" fmla="*/ 351 w 6517"/>
                  <a:gd name="T35" fmla="*/ 2876 h 6517"/>
                  <a:gd name="T36" fmla="*/ 620 w 6517"/>
                  <a:gd name="T37" fmla="*/ 2955 h 6517"/>
                  <a:gd name="T38" fmla="*/ 768 w 6517"/>
                  <a:gd name="T39" fmla="*/ 2974 h 6517"/>
                  <a:gd name="T40" fmla="*/ 907 w 6517"/>
                  <a:gd name="T41" fmla="*/ 2390 h 6517"/>
                  <a:gd name="T42" fmla="*/ 1256 w 6517"/>
                  <a:gd name="T43" fmla="*/ 1952 h 6517"/>
                  <a:gd name="T44" fmla="*/ 1592 w 6517"/>
                  <a:gd name="T45" fmla="*/ 2183 h 6517"/>
                  <a:gd name="T46" fmla="*/ 1979 w 6517"/>
                  <a:gd name="T47" fmla="*/ 2098 h 6517"/>
                  <a:gd name="T48" fmla="*/ 2185 w 6517"/>
                  <a:gd name="T49" fmla="*/ 1765 h 6517"/>
                  <a:gd name="T50" fmla="*/ 2095 w 6517"/>
                  <a:gd name="T51" fmla="*/ 1389 h 6517"/>
                  <a:gd name="T52" fmla="*/ 2004 w 6517"/>
                  <a:gd name="T53" fmla="*/ 1090 h 6517"/>
                  <a:gd name="T54" fmla="*/ 2963 w 6517"/>
                  <a:gd name="T55" fmla="*/ 770 h 6517"/>
                  <a:gd name="T56" fmla="*/ 2967 w 6517"/>
                  <a:gd name="T57" fmla="*/ 636 h 6517"/>
                  <a:gd name="T58" fmla="*/ 2874 w 6517"/>
                  <a:gd name="T59" fmla="*/ 361 h 6517"/>
                  <a:gd name="T60" fmla="*/ 3016 w 6517"/>
                  <a:gd name="T61" fmla="*/ 87 h 6517"/>
                  <a:gd name="T62" fmla="*/ 3278 w 6517"/>
                  <a:gd name="T63" fmla="*/ 1 h 6517"/>
                  <a:gd name="T64" fmla="*/ 3550 w 6517"/>
                  <a:gd name="T65" fmla="*/ 133 h 6517"/>
                  <a:gd name="T66" fmla="*/ 3643 w 6517"/>
                  <a:gd name="T67" fmla="*/ 411 h 6517"/>
                  <a:gd name="T68" fmla="*/ 3521 w 6517"/>
                  <a:gd name="T69" fmla="*/ 667 h 6517"/>
                  <a:gd name="T70" fmla="*/ 3639 w 6517"/>
                  <a:gd name="T71" fmla="*/ 782 h 6517"/>
                  <a:gd name="T72" fmla="*/ 4690 w 6517"/>
                  <a:gd name="T73" fmla="*/ 1201 h 6517"/>
                  <a:gd name="T74" fmla="*/ 4356 w 6517"/>
                  <a:gd name="T75" fmla="*/ 1515 h 6517"/>
                  <a:gd name="T76" fmla="*/ 4381 w 6517"/>
                  <a:gd name="T77" fmla="*/ 1917 h 6517"/>
                  <a:gd name="T78" fmla="*/ 4669 w 6517"/>
                  <a:gd name="T79" fmla="*/ 2165 h 6517"/>
                  <a:gd name="T80" fmla="*/ 5057 w 6517"/>
                  <a:gd name="T81" fmla="*/ 2138 h 6517"/>
                  <a:gd name="T82" fmla="*/ 5316 w 6517"/>
                  <a:gd name="T83" fmla="*/ 1828 h 6517"/>
                  <a:gd name="T84" fmla="*/ 5679 w 6517"/>
                  <a:gd name="T85" fmla="*/ 2605 h 6517"/>
                  <a:gd name="T86" fmla="*/ 5785 w 6517"/>
                  <a:gd name="T87" fmla="*/ 3012 h 6517"/>
                  <a:gd name="T88" fmla="*/ 5939 w 6517"/>
                  <a:gd name="T89" fmla="*/ 2926 h 6517"/>
                  <a:gd name="T90" fmla="*/ 6208 w 6517"/>
                  <a:gd name="T91" fmla="*/ 2881 h 6517"/>
                  <a:gd name="T92" fmla="*/ 6456 w 6517"/>
                  <a:gd name="T93" fmla="*/ 3050 h 6517"/>
                  <a:gd name="T94" fmla="*/ 6508 w 6517"/>
                  <a:gd name="T95" fmla="*/ 3337 h 6517"/>
                  <a:gd name="T96" fmla="*/ 6343 w 6517"/>
                  <a:gd name="T97" fmla="*/ 3581 h 6517"/>
                  <a:gd name="T98" fmla="*/ 6072 w 6517"/>
                  <a:gd name="T99" fmla="*/ 3638 h 6517"/>
                  <a:gd name="T100" fmla="*/ 5838 w 6517"/>
                  <a:gd name="T101" fmla="*/ 3512 h 6517"/>
                  <a:gd name="T102" fmla="*/ 5746 w 6517"/>
                  <a:gd name="T103" fmla="*/ 3557 h 6517"/>
                  <a:gd name="T104" fmla="*/ 5356 w 6517"/>
                  <a:gd name="T105" fmla="*/ 4630 h 6517"/>
                  <a:gd name="T106" fmla="*/ 5058 w 6517"/>
                  <a:gd name="T107" fmla="*/ 4379 h 6517"/>
                  <a:gd name="T108" fmla="*/ 4677 w 6517"/>
                  <a:gd name="T109" fmla="*/ 4351 h 6517"/>
                  <a:gd name="T110" fmla="*/ 4376 w 6517"/>
                  <a:gd name="T111" fmla="*/ 4611 h 6517"/>
                  <a:gd name="T112" fmla="*/ 4354 w 6517"/>
                  <a:gd name="T113" fmla="*/ 4999 h 6517"/>
                  <a:gd name="T114" fmla="*/ 4634 w 6517"/>
                  <a:gd name="T115" fmla="*/ 5297 h 6517"/>
                  <a:gd name="T116" fmla="*/ 4028 w 6517"/>
                  <a:gd name="T117" fmla="*/ 5644 h 6517"/>
                  <a:gd name="T118" fmla="*/ 3525 w 6517"/>
                  <a:gd name="T119" fmla="*/ 5760 h 6517"/>
                  <a:gd name="T120" fmla="*/ 3583 w 6517"/>
                  <a:gd name="T121" fmla="*/ 5926 h 6517"/>
                  <a:gd name="T122" fmla="*/ 3635 w 6517"/>
                  <a:gd name="T123" fmla="*/ 6212 h 6517"/>
                  <a:gd name="T124" fmla="*/ 3468 w 6517"/>
                  <a:gd name="T125" fmla="*/ 6456 h 65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17" h="6517">
                    <a:moveTo>
                      <a:pt x="3258" y="6517"/>
                    </a:moveTo>
                    <a:lnTo>
                      <a:pt x="3258" y="6517"/>
                    </a:lnTo>
                    <a:lnTo>
                      <a:pt x="3239" y="6517"/>
                    </a:lnTo>
                    <a:lnTo>
                      <a:pt x="3220" y="6516"/>
                    </a:lnTo>
                    <a:lnTo>
                      <a:pt x="3201" y="6513"/>
                    </a:lnTo>
                    <a:lnTo>
                      <a:pt x="3183" y="6509"/>
                    </a:lnTo>
                    <a:lnTo>
                      <a:pt x="3165" y="6506"/>
                    </a:lnTo>
                    <a:lnTo>
                      <a:pt x="3146" y="6501"/>
                    </a:lnTo>
                    <a:lnTo>
                      <a:pt x="3129" y="6496"/>
                    </a:lnTo>
                    <a:lnTo>
                      <a:pt x="3112" y="6489"/>
                    </a:lnTo>
                    <a:lnTo>
                      <a:pt x="3095" y="6482"/>
                    </a:lnTo>
                    <a:lnTo>
                      <a:pt x="3079" y="6473"/>
                    </a:lnTo>
                    <a:lnTo>
                      <a:pt x="3064" y="6464"/>
                    </a:lnTo>
                    <a:lnTo>
                      <a:pt x="3049" y="6456"/>
                    </a:lnTo>
                    <a:lnTo>
                      <a:pt x="3033" y="6446"/>
                    </a:lnTo>
                    <a:lnTo>
                      <a:pt x="3018" y="6434"/>
                    </a:lnTo>
                    <a:lnTo>
                      <a:pt x="3005" y="6423"/>
                    </a:lnTo>
                    <a:lnTo>
                      <a:pt x="2992" y="6410"/>
                    </a:lnTo>
                    <a:lnTo>
                      <a:pt x="2980" y="6398"/>
                    </a:lnTo>
                    <a:lnTo>
                      <a:pt x="2967" y="6384"/>
                    </a:lnTo>
                    <a:lnTo>
                      <a:pt x="2956" y="6370"/>
                    </a:lnTo>
                    <a:lnTo>
                      <a:pt x="2944" y="6357"/>
                    </a:lnTo>
                    <a:lnTo>
                      <a:pt x="2934" y="6341"/>
                    </a:lnTo>
                    <a:lnTo>
                      <a:pt x="2926" y="6325"/>
                    </a:lnTo>
                    <a:lnTo>
                      <a:pt x="2917" y="6310"/>
                    </a:lnTo>
                    <a:lnTo>
                      <a:pt x="2908" y="6294"/>
                    </a:lnTo>
                    <a:lnTo>
                      <a:pt x="2902" y="6276"/>
                    </a:lnTo>
                    <a:lnTo>
                      <a:pt x="2894" y="6259"/>
                    </a:lnTo>
                    <a:lnTo>
                      <a:pt x="2889" y="6241"/>
                    </a:lnTo>
                    <a:lnTo>
                      <a:pt x="2884" y="6224"/>
                    </a:lnTo>
                    <a:lnTo>
                      <a:pt x="2881" y="6205"/>
                    </a:lnTo>
                    <a:lnTo>
                      <a:pt x="2878" y="6186"/>
                    </a:lnTo>
                    <a:lnTo>
                      <a:pt x="2876" y="6167"/>
                    </a:lnTo>
                    <a:lnTo>
                      <a:pt x="2874" y="6148"/>
                    </a:lnTo>
                    <a:lnTo>
                      <a:pt x="2874" y="6148"/>
                    </a:lnTo>
                    <a:lnTo>
                      <a:pt x="2874" y="6127"/>
                    </a:lnTo>
                    <a:lnTo>
                      <a:pt x="2874" y="6107"/>
                    </a:lnTo>
                    <a:lnTo>
                      <a:pt x="2877" y="6086"/>
                    </a:lnTo>
                    <a:lnTo>
                      <a:pt x="2879" y="6066"/>
                    </a:lnTo>
                    <a:lnTo>
                      <a:pt x="2884" y="6046"/>
                    </a:lnTo>
                    <a:lnTo>
                      <a:pt x="2889" y="6026"/>
                    </a:lnTo>
                    <a:lnTo>
                      <a:pt x="2896" y="6005"/>
                    </a:lnTo>
                    <a:lnTo>
                      <a:pt x="2903" y="5987"/>
                    </a:lnTo>
                    <a:lnTo>
                      <a:pt x="2911" y="5968"/>
                    </a:lnTo>
                    <a:lnTo>
                      <a:pt x="2921" y="5950"/>
                    </a:lnTo>
                    <a:lnTo>
                      <a:pt x="2931" y="5931"/>
                    </a:lnTo>
                    <a:lnTo>
                      <a:pt x="2942" y="5915"/>
                    </a:lnTo>
                    <a:lnTo>
                      <a:pt x="2953" y="5898"/>
                    </a:lnTo>
                    <a:lnTo>
                      <a:pt x="2967" y="5883"/>
                    </a:lnTo>
                    <a:lnTo>
                      <a:pt x="2981" y="5866"/>
                    </a:lnTo>
                    <a:lnTo>
                      <a:pt x="2996" y="5852"/>
                    </a:lnTo>
                    <a:lnTo>
                      <a:pt x="2996" y="5852"/>
                    </a:lnTo>
                    <a:lnTo>
                      <a:pt x="2997" y="5850"/>
                    </a:lnTo>
                    <a:lnTo>
                      <a:pt x="2997" y="5850"/>
                    </a:lnTo>
                    <a:lnTo>
                      <a:pt x="3003" y="5844"/>
                    </a:lnTo>
                    <a:lnTo>
                      <a:pt x="3008" y="5836"/>
                    </a:lnTo>
                    <a:lnTo>
                      <a:pt x="3012" y="5827"/>
                    </a:lnTo>
                    <a:lnTo>
                      <a:pt x="3015" y="5819"/>
                    </a:lnTo>
                    <a:lnTo>
                      <a:pt x="3015" y="5811"/>
                    </a:lnTo>
                    <a:lnTo>
                      <a:pt x="3015" y="5801"/>
                    </a:lnTo>
                    <a:lnTo>
                      <a:pt x="3013" y="5792"/>
                    </a:lnTo>
                    <a:lnTo>
                      <a:pt x="3011" y="5785"/>
                    </a:lnTo>
                    <a:lnTo>
                      <a:pt x="3011" y="5785"/>
                    </a:lnTo>
                    <a:lnTo>
                      <a:pt x="3007" y="5777"/>
                    </a:lnTo>
                    <a:lnTo>
                      <a:pt x="3003" y="5771"/>
                    </a:lnTo>
                    <a:lnTo>
                      <a:pt x="2997" y="5765"/>
                    </a:lnTo>
                    <a:lnTo>
                      <a:pt x="2992" y="5760"/>
                    </a:lnTo>
                    <a:lnTo>
                      <a:pt x="2986" y="5755"/>
                    </a:lnTo>
                    <a:lnTo>
                      <a:pt x="2978" y="5752"/>
                    </a:lnTo>
                    <a:lnTo>
                      <a:pt x="2971" y="5750"/>
                    </a:lnTo>
                    <a:lnTo>
                      <a:pt x="2963" y="5747"/>
                    </a:lnTo>
                    <a:lnTo>
                      <a:pt x="2963" y="5747"/>
                    </a:lnTo>
                    <a:lnTo>
                      <a:pt x="2961" y="5747"/>
                    </a:lnTo>
                    <a:lnTo>
                      <a:pt x="2961" y="5747"/>
                    </a:lnTo>
                    <a:lnTo>
                      <a:pt x="2917" y="5742"/>
                    </a:lnTo>
                    <a:lnTo>
                      <a:pt x="2873" y="5736"/>
                    </a:lnTo>
                    <a:lnTo>
                      <a:pt x="2830" y="5728"/>
                    </a:lnTo>
                    <a:lnTo>
                      <a:pt x="2788" y="5721"/>
                    </a:lnTo>
                    <a:lnTo>
                      <a:pt x="2744" y="5712"/>
                    </a:lnTo>
                    <a:lnTo>
                      <a:pt x="2701" y="5702"/>
                    </a:lnTo>
                    <a:lnTo>
                      <a:pt x="2659" y="5692"/>
                    </a:lnTo>
                    <a:lnTo>
                      <a:pt x="2616" y="5682"/>
                    </a:lnTo>
                    <a:lnTo>
                      <a:pt x="2573" y="5671"/>
                    </a:lnTo>
                    <a:lnTo>
                      <a:pt x="2532" y="5658"/>
                    </a:lnTo>
                    <a:lnTo>
                      <a:pt x="2489" y="5644"/>
                    </a:lnTo>
                    <a:lnTo>
                      <a:pt x="2448" y="5631"/>
                    </a:lnTo>
                    <a:lnTo>
                      <a:pt x="2407" y="5617"/>
                    </a:lnTo>
                    <a:lnTo>
                      <a:pt x="2365" y="5602"/>
                    </a:lnTo>
                    <a:lnTo>
                      <a:pt x="2325" y="5585"/>
                    </a:lnTo>
                    <a:lnTo>
                      <a:pt x="2284" y="5568"/>
                    </a:lnTo>
                    <a:lnTo>
                      <a:pt x="2284" y="5568"/>
                    </a:lnTo>
                    <a:lnTo>
                      <a:pt x="2225" y="5543"/>
                    </a:lnTo>
                    <a:lnTo>
                      <a:pt x="2166" y="5514"/>
                    </a:lnTo>
                    <a:lnTo>
                      <a:pt x="2107" y="5485"/>
                    </a:lnTo>
                    <a:lnTo>
                      <a:pt x="2049" y="5455"/>
                    </a:lnTo>
                    <a:lnTo>
                      <a:pt x="1993" y="5422"/>
                    </a:lnTo>
                    <a:lnTo>
                      <a:pt x="1937" y="5389"/>
                    </a:lnTo>
                    <a:lnTo>
                      <a:pt x="1883" y="5354"/>
                    </a:lnTo>
                    <a:lnTo>
                      <a:pt x="1827" y="5317"/>
                    </a:lnTo>
                    <a:lnTo>
                      <a:pt x="1827" y="5317"/>
                    </a:lnTo>
                    <a:lnTo>
                      <a:pt x="1860" y="5306"/>
                    </a:lnTo>
                    <a:lnTo>
                      <a:pt x="1891" y="5293"/>
                    </a:lnTo>
                    <a:lnTo>
                      <a:pt x="1923" y="5278"/>
                    </a:lnTo>
                    <a:lnTo>
                      <a:pt x="1952" y="5262"/>
                    </a:lnTo>
                    <a:lnTo>
                      <a:pt x="1980" y="5243"/>
                    </a:lnTo>
                    <a:lnTo>
                      <a:pt x="2007" y="5222"/>
                    </a:lnTo>
                    <a:lnTo>
                      <a:pt x="2033" y="5199"/>
                    </a:lnTo>
                    <a:lnTo>
                      <a:pt x="2057" y="5174"/>
                    </a:lnTo>
                    <a:lnTo>
                      <a:pt x="2057" y="5174"/>
                    </a:lnTo>
                    <a:lnTo>
                      <a:pt x="2074" y="5155"/>
                    </a:lnTo>
                    <a:lnTo>
                      <a:pt x="2090" y="5135"/>
                    </a:lnTo>
                    <a:lnTo>
                      <a:pt x="2105" y="5115"/>
                    </a:lnTo>
                    <a:lnTo>
                      <a:pt x="2117" y="5095"/>
                    </a:lnTo>
                    <a:lnTo>
                      <a:pt x="2130" y="5074"/>
                    </a:lnTo>
                    <a:lnTo>
                      <a:pt x="2141" y="5051"/>
                    </a:lnTo>
                    <a:lnTo>
                      <a:pt x="2151" y="5029"/>
                    </a:lnTo>
                    <a:lnTo>
                      <a:pt x="2161" y="5006"/>
                    </a:lnTo>
                    <a:lnTo>
                      <a:pt x="2168" y="4984"/>
                    </a:lnTo>
                    <a:lnTo>
                      <a:pt x="2175" y="4960"/>
                    </a:lnTo>
                    <a:lnTo>
                      <a:pt x="2181" y="4936"/>
                    </a:lnTo>
                    <a:lnTo>
                      <a:pt x="2185" y="4911"/>
                    </a:lnTo>
                    <a:lnTo>
                      <a:pt x="2189" y="4887"/>
                    </a:lnTo>
                    <a:lnTo>
                      <a:pt x="2191" y="4862"/>
                    </a:lnTo>
                    <a:lnTo>
                      <a:pt x="2191" y="4837"/>
                    </a:lnTo>
                    <a:lnTo>
                      <a:pt x="2191" y="4812"/>
                    </a:lnTo>
                    <a:lnTo>
                      <a:pt x="2191" y="4812"/>
                    </a:lnTo>
                    <a:lnTo>
                      <a:pt x="2190" y="4787"/>
                    </a:lnTo>
                    <a:lnTo>
                      <a:pt x="2186" y="4762"/>
                    </a:lnTo>
                    <a:lnTo>
                      <a:pt x="2182" y="4737"/>
                    </a:lnTo>
                    <a:lnTo>
                      <a:pt x="2177" y="4713"/>
                    </a:lnTo>
                    <a:lnTo>
                      <a:pt x="2171" y="4689"/>
                    </a:lnTo>
                    <a:lnTo>
                      <a:pt x="2163" y="4665"/>
                    </a:lnTo>
                    <a:lnTo>
                      <a:pt x="2155" y="4643"/>
                    </a:lnTo>
                    <a:lnTo>
                      <a:pt x="2145" y="4620"/>
                    </a:lnTo>
                    <a:lnTo>
                      <a:pt x="2135" y="4598"/>
                    </a:lnTo>
                    <a:lnTo>
                      <a:pt x="2122" y="4576"/>
                    </a:lnTo>
                    <a:lnTo>
                      <a:pt x="2110" y="4555"/>
                    </a:lnTo>
                    <a:lnTo>
                      <a:pt x="2095" y="4535"/>
                    </a:lnTo>
                    <a:lnTo>
                      <a:pt x="2079" y="4515"/>
                    </a:lnTo>
                    <a:lnTo>
                      <a:pt x="2064" y="4496"/>
                    </a:lnTo>
                    <a:lnTo>
                      <a:pt x="2047" y="4477"/>
                    </a:lnTo>
                    <a:lnTo>
                      <a:pt x="2028" y="4460"/>
                    </a:lnTo>
                    <a:lnTo>
                      <a:pt x="2028" y="4460"/>
                    </a:lnTo>
                    <a:lnTo>
                      <a:pt x="2011" y="4445"/>
                    </a:lnTo>
                    <a:lnTo>
                      <a:pt x="1992" y="4429"/>
                    </a:lnTo>
                    <a:lnTo>
                      <a:pt x="1973" y="4416"/>
                    </a:lnTo>
                    <a:lnTo>
                      <a:pt x="1954" y="4403"/>
                    </a:lnTo>
                    <a:lnTo>
                      <a:pt x="1933" y="4391"/>
                    </a:lnTo>
                    <a:lnTo>
                      <a:pt x="1913" y="4379"/>
                    </a:lnTo>
                    <a:lnTo>
                      <a:pt x="1891" y="4369"/>
                    </a:lnTo>
                    <a:lnTo>
                      <a:pt x="1870" y="4361"/>
                    </a:lnTo>
                    <a:lnTo>
                      <a:pt x="1848" y="4353"/>
                    </a:lnTo>
                    <a:lnTo>
                      <a:pt x="1826" y="4345"/>
                    </a:lnTo>
                    <a:lnTo>
                      <a:pt x="1804" y="4340"/>
                    </a:lnTo>
                    <a:lnTo>
                      <a:pt x="1780" y="4335"/>
                    </a:lnTo>
                    <a:lnTo>
                      <a:pt x="1757" y="4332"/>
                    </a:lnTo>
                    <a:lnTo>
                      <a:pt x="1733" y="4328"/>
                    </a:lnTo>
                    <a:lnTo>
                      <a:pt x="1710" y="4327"/>
                    </a:lnTo>
                    <a:lnTo>
                      <a:pt x="1686" y="4327"/>
                    </a:lnTo>
                    <a:lnTo>
                      <a:pt x="1686" y="4327"/>
                    </a:lnTo>
                    <a:lnTo>
                      <a:pt x="1660" y="4327"/>
                    </a:lnTo>
                    <a:lnTo>
                      <a:pt x="1633" y="4329"/>
                    </a:lnTo>
                    <a:lnTo>
                      <a:pt x="1608" y="4333"/>
                    </a:lnTo>
                    <a:lnTo>
                      <a:pt x="1582" y="4337"/>
                    </a:lnTo>
                    <a:lnTo>
                      <a:pt x="1557" y="4343"/>
                    </a:lnTo>
                    <a:lnTo>
                      <a:pt x="1532" y="4351"/>
                    </a:lnTo>
                    <a:lnTo>
                      <a:pt x="1508" y="4359"/>
                    </a:lnTo>
                    <a:lnTo>
                      <a:pt x="1484" y="4369"/>
                    </a:lnTo>
                    <a:lnTo>
                      <a:pt x="1460" y="4379"/>
                    </a:lnTo>
                    <a:lnTo>
                      <a:pt x="1438" y="4392"/>
                    </a:lnTo>
                    <a:lnTo>
                      <a:pt x="1415" y="4406"/>
                    </a:lnTo>
                    <a:lnTo>
                      <a:pt x="1394" y="4419"/>
                    </a:lnTo>
                    <a:lnTo>
                      <a:pt x="1372" y="4436"/>
                    </a:lnTo>
                    <a:lnTo>
                      <a:pt x="1352" y="4452"/>
                    </a:lnTo>
                    <a:lnTo>
                      <a:pt x="1334" y="4470"/>
                    </a:lnTo>
                    <a:lnTo>
                      <a:pt x="1315" y="4488"/>
                    </a:lnTo>
                    <a:lnTo>
                      <a:pt x="1315" y="4488"/>
                    </a:lnTo>
                    <a:lnTo>
                      <a:pt x="1295" y="4511"/>
                    </a:lnTo>
                    <a:lnTo>
                      <a:pt x="1277" y="4535"/>
                    </a:lnTo>
                    <a:lnTo>
                      <a:pt x="1261" y="4559"/>
                    </a:lnTo>
                    <a:lnTo>
                      <a:pt x="1246" y="4584"/>
                    </a:lnTo>
                    <a:lnTo>
                      <a:pt x="1232" y="4609"/>
                    </a:lnTo>
                    <a:lnTo>
                      <a:pt x="1221" y="4635"/>
                    </a:lnTo>
                    <a:lnTo>
                      <a:pt x="1209" y="4661"/>
                    </a:lnTo>
                    <a:lnTo>
                      <a:pt x="1201" y="4689"/>
                    </a:lnTo>
                    <a:lnTo>
                      <a:pt x="1201" y="4689"/>
                    </a:lnTo>
                    <a:lnTo>
                      <a:pt x="1161" y="4629"/>
                    </a:lnTo>
                    <a:lnTo>
                      <a:pt x="1122" y="4569"/>
                    </a:lnTo>
                    <a:lnTo>
                      <a:pt x="1084" y="4506"/>
                    </a:lnTo>
                    <a:lnTo>
                      <a:pt x="1049" y="4443"/>
                    </a:lnTo>
                    <a:lnTo>
                      <a:pt x="1016" y="4379"/>
                    </a:lnTo>
                    <a:lnTo>
                      <a:pt x="985" y="4314"/>
                    </a:lnTo>
                    <a:lnTo>
                      <a:pt x="955" y="4248"/>
                    </a:lnTo>
                    <a:lnTo>
                      <a:pt x="927" y="4181"/>
                    </a:lnTo>
                    <a:lnTo>
                      <a:pt x="927" y="4181"/>
                    </a:lnTo>
                    <a:lnTo>
                      <a:pt x="900" y="4106"/>
                    </a:lnTo>
                    <a:lnTo>
                      <a:pt x="873" y="4030"/>
                    </a:lnTo>
                    <a:lnTo>
                      <a:pt x="850" y="3952"/>
                    </a:lnTo>
                    <a:lnTo>
                      <a:pt x="828" y="3874"/>
                    </a:lnTo>
                    <a:lnTo>
                      <a:pt x="811" y="3795"/>
                    </a:lnTo>
                    <a:lnTo>
                      <a:pt x="795" y="3716"/>
                    </a:lnTo>
                    <a:lnTo>
                      <a:pt x="781" y="3637"/>
                    </a:lnTo>
                    <a:lnTo>
                      <a:pt x="771" y="3557"/>
                    </a:lnTo>
                    <a:lnTo>
                      <a:pt x="771" y="3557"/>
                    </a:lnTo>
                    <a:lnTo>
                      <a:pt x="769" y="3556"/>
                    </a:lnTo>
                    <a:lnTo>
                      <a:pt x="769" y="3556"/>
                    </a:lnTo>
                    <a:lnTo>
                      <a:pt x="768" y="3544"/>
                    </a:lnTo>
                    <a:lnTo>
                      <a:pt x="763" y="3534"/>
                    </a:lnTo>
                    <a:lnTo>
                      <a:pt x="758" y="3526"/>
                    </a:lnTo>
                    <a:lnTo>
                      <a:pt x="751" y="3517"/>
                    </a:lnTo>
                    <a:lnTo>
                      <a:pt x="742" y="3511"/>
                    </a:lnTo>
                    <a:lnTo>
                      <a:pt x="732" y="3507"/>
                    </a:lnTo>
                    <a:lnTo>
                      <a:pt x="722" y="3503"/>
                    </a:lnTo>
                    <a:lnTo>
                      <a:pt x="711" y="3502"/>
                    </a:lnTo>
                    <a:lnTo>
                      <a:pt x="711" y="3502"/>
                    </a:lnTo>
                    <a:lnTo>
                      <a:pt x="698" y="3503"/>
                    </a:lnTo>
                    <a:lnTo>
                      <a:pt x="687" y="3507"/>
                    </a:lnTo>
                    <a:lnTo>
                      <a:pt x="677" y="3512"/>
                    </a:lnTo>
                    <a:lnTo>
                      <a:pt x="668" y="3519"/>
                    </a:lnTo>
                    <a:lnTo>
                      <a:pt x="668" y="3519"/>
                    </a:lnTo>
                    <a:lnTo>
                      <a:pt x="665" y="3522"/>
                    </a:lnTo>
                    <a:lnTo>
                      <a:pt x="665" y="3522"/>
                    </a:lnTo>
                    <a:lnTo>
                      <a:pt x="653" y="3536"/>
                    </a:lnTo>
                    <a:lnTo>
                      <a:pt x="638" y="3548"/>
                    </a:lnTo>
                    <a:lnTo>
                      <a:pt x="624" y="3561"/>
                    </a:lnTo>
                    <a:lnTo>
                      <a:pt x="609" y="3572"/>
                    </a:lnTo>
                    <a:lnTo>
                      <a:pt x="594" y="3582"/>
                    </a:lnTo>
                    <a:lnTo>
                      <a:pt x="578" y="3592"/>
                    </a:lnTo>
                    <a:lnTo>
                      <a:pt x="561" y="3601"/>
                    </a:lnTo>
                    <a:lnTo>
                      <a:pt x="545" y="3610"/>
                    </a:lnTo>
                    <a:lnTo>
                      <a:pt x="527" y="3616"/>
                    </a:lnTo>
                    <a:lnTo>
                      <a:pt x="511" y="3623"/>
                    </a:lnTo>
                    <a:lnTo>
                      <a:pt x="492" y="3628"/>
                    </a:lnTo>
                    <a:lnTo>
                      <a:pt x="475" y="3633"/>
                    </a:lnTo>
                    <a:lnTo>
                      <a:pt x="456" y="3637"/>
                    </a:lnTo>
                    <a:lnTo>
                      <a:pt x="438" y="3640"/>
                    </a:lnTo>
                    <a:lnTo>
                      <a:pt x="420" y="3642"/>
                    </a:lnTo>
                    <a:lnTo>
                      <a:pt x="401" y="3643"/>
                    </a:lnTo>
                    <a:lnTo>
                      <a:pt x="401" y="3643"/>
                    </a:lnTo>
                    <a:lnTo>
                      <a:pt x="385" y="3643"/>
                    </a:lnTo>
                    <a:lnTo>
                      <a:pt x="385" y="3643"/>
                    </a:lnTo>
                    <a:lnTo>
                      <a:pt x="366" y="3643"/>
                    </a:lnTo>
                    <a:lnTo>
                      <a:pt x="347" y="3642"/>
                    </a:lnTo>
                    <a:lnTo>
                      <a:pt x="328" y="3640"/>
                    </a:lnTo>
                    <a:lnTo>
                      <a:pt x="309" y="3637"/>
                    </a:lnTo>
                    <a:lnTo>
                      <a:pt x="291" y="3632"/>
                    </a:lnTo>
                    <a:lnTo>
                      <a:pt x="273" y="3627"/>
                    </a:lnTo>
                    <a:lnTo>
                      <a:pt x="255" y="3622"/>
                    </a:lnTo>
                    <a:lnTo>
                      <a:pt x="238" y="3616"/>
                    </a:lnTo>
                    <a:lnTo>
                      <a:pt x="222" y="3608"/>
                    </a:lnTo>
                    <a:lnTo>
                      <a:pt x="205" y="3600"/>
                    </a:lnTo>
                    <a:lnTo>
                      <a:pt x="190" y="3591"/>
                    </a:lnTo>
                    <a:lnTo>
                      <a:pt x="174" y="3582"/>
                    </a:lnTo>
                    <a:lnTo>
                      <a:pt x="159" y="3572"/>
                    </a:lnTo>
                    <a:lnTo>
                      <a:pt x="145" y="3561"/>
                    </a:lnTo>
                    <a:lnTo>
                      <a:pt x="131" y="3549"/>
                    </a:lnTo>
                    <a:lnTo>
                      <a:pt x="118" y="3537"/>
                    </a:lnTo>
                    <a:lnTo>
                      <a:pt x="105" y="3524"/>
                    </a:lnTo>
                    <a:lnTo>
                      <a:pt x="94" y="3511"/>
                    </a:lnTo>
                    <a:lnTo>
                      <a:pt x="82" y="3497"/>
                    </a:lnTo>
                    <a:lnTo>
                      <a:pt x="71" y="3482"/>
                    </a:lnTo>
                    <a:lnTo>
                      <a:pt x="61" y="3468"/>
                    </a:lnTo>
                    <a:lnTo>
                      <a:pt x="51" y="3452"/>
                    </a:lnTo>
                    <a:lnTo>
                      <a:pt x="42" y="3435"/>
                    </a:lnTo>
                    <a:lnTo>
                      <a:pt x="35" y="3419"/>
                    </a:lnTo>
                    <a:lnTo>
                      <a:pt x="27" y="3403"/>
                    </a:lnTo>
                    <a:lnTo>
                      <a:pt x="21" y="3385"/>
                    </a:lnTo>
                    <a:lnTo>
                      <a:pt x="16" y="3368"/>
                    </a:lnTo>
                    <a:lnTo>
                      <a:pt x="11" y="3350"/>
                    </a:lnTo>
                    <a:lnTo>
                      <a:pt x="7" y="3331"/>
                    </a:lnTo>
                    <a:lnTo>
                      <a:pt x="3" y="3312"/>
                    </a:lnTo>
                    <a:lnTo>
                      <a:pt x="2" y="3294"/>
                    </a:lnTo>
                    <a:lnTo>
                      <a:pt x="1" y="3275"/>
                    </a:lnTo>
                    <a:lnTo>
                      <a:pt x="1" y="3275"/>
                    </a:lnTo>
                    <a:lnTo>
                      <a:pt x="0" y="3255"/>
                    </a:lnTo>
                    <a:lnTo>
                      <a:pt x="1" y="3236"/>
                    </a:lnTo>
                    <a:lnTo>
                      <a:pt x="2" y="3217"/>
                    </a:lnTo>
                    <a:lnTo>
                      <a:pt x="5" y="3198"/>
                    </a:lnTo>
                    <a:lnTo>
                      <a:pt x="9" y="3180"/>
                    </a:lnTo>
                    <a:lnTo>
                      <a:pt x="12" y="3162"/>
                    </a:lnTo>
                    <a:lnTo>
                      <a:pt x="17" y="3143"/>
                    </a:lnTo>
                    <a:lnTo>
                      <a:pt x="24" y="3126"/>
                    </a:lnTo>
                    <a:lnTo>
                      <a:pt x="31" y="3108"/>
                    </a:lnTo>
                    <a:lnTo>
                      <a:pt x="39" y="3092"/>
                    </a:lnTo>
                    <a:lnTo>
                      <a:pt x="47" y="3075"/>
                    </a:lnTo>
                    <a:lnTo>
                      <a:pt x="56" y="3059"/>
                    </a:lnTo>
                    <a:lnTo>
                      <a:pt x="66" y="3043"/>
                    </a:lnTo>
                    <a:lnTo>
                      <a:pt x="77" y="3028"/>
                    </a:lnTo>
                    <a:lnTo>
                      <a:pt x="90" y="3013"/>
                    </a:lnTo>
                    <a:lnTo>
                      <a:pt x="103" y="2998"/>
                    </a:lnTo>
                    <a:lnTo>
                      <a:pt x="103" y="2998"/>
                    </a:lnTo>
                    <a:lnTo>
                      <a:pt x="115" y="2984"/>
                    </a:lnTo>
                    <a:lnTo>
                      <a:pt x="130" y="2971"/>
                    </a:lnTo>
                    <a:lnTo>
                      <a:pt x="144" y="2959"/>
                    </a:lnTo>
                    <a:lnTo>
                      <a:pt x="159" y="2948"/>
                    </a:lnTo>
                    <a:lnTo>
                      <a:pt x="174" y="2936"/>
                    </a:lnTo>
                    <a:lnTo>
                      <a:pt x="190" y="2926"/>
                    </a:lnTo>
                    <a:lnTo>
                      <a:pt x="207" y="2917"/>
                    </a:lnTo>
                    <a:lnTo>
                      <a:pt x="224" y="2910"/>
                    </a:lnTo>
                    <a:lnTo>
                      <a:pt x="240" y="2902"/>
                    </a:lnTo>
                    <a:lnTo>
                      <a:pt x="258" y="2895"/>
                    </a:lnTo>
                    <a:lnTo>
                      <a:pt x="276" y="2890"/>
                    </a:lnTo>
                    <a:lnTo>
                      <a:pt x="294" y="2885"/>
                    </a:lnTo>
                    <a:lnTo>
                      <a:pt x="313" y="2881"/>
                    </a:lnTo>
                    <a:lnTo>
                      <a:pt x="332" y="2877"/>
                    </a:lnTo>
                    <a:lnTo>
                      <a:pt x="351" y="2876"/>
                    </a:lnTo>
                    <a:lnTo>
                      <a:pt x="370" y="2875"/>
                    </a:lnTo>
                    <a:lnTo>
                      <a:pt x="370" y="2875"/>
                    </a:lnTo>
                    <a:lnTo>
                      <a:pt x="385" y="2874"/>
                    </a:lnTo>
                    <a:lnTo>
                      <a:pt x="385" y="2874"/>
                    </a:lnTo>
                    <a:lnTo>
                      <a:pt x="405" y="2875"/>
                    </a:lnTo>
                    <a:lnTo>
                      <a:pt x="425" y="2876"/>
                    </a:lnTo>
                    <a:lnTo>
                      <a:pt x="444" y="2879"/>
                    </a:lnTo>
                    <a:lnTo>
                      <a:pt x="462" y="2882"/>
                    </a:lnTo>
                    <a:lnTo>
                      <a:pt x="481" y="2886"/>
                    </a:lnTo>
                    <a:lnTo>
                      <a:pt x="500" y="2892"/>
                    </a:lnTo>
                    <a:lnTo>
                      <a:pt x="519" y="2899"/>
                    </a:lnTo>
                    <a:lnTo>
                      <a:pt x="536" y="2905"/>
                    </a:lnTo>
                    <a:lnTo>
                      <a:pt x="554" y="2914"/>
                    </a:lnTo>
                    <a:lnTo>
                      <a:pt x="571" y="2922"/>
                    </a:lnTo>
                    <a:lnTo>
                      <a:pt x="588" y="2933"/>
                    </a:lnTo>
                    <a:lnTo>
                      <a:pt x="604" y="2943"/>
                    </a:lnTo>
                    <a:lnTo>
                      <a:pt x="620" y="2955"/>
                    </a:lnTo>
                    <a:lnTo>
                      <a:pt x="635" y="2966"/>
                    </a:lnTo>
                    <a:lnTo>
                      <a:pt x="650" y="2980"/>
                    </a:lnTo>
                    <a:lnTo>
                      <a:pt x="664" y="2994"/>
                    </a:lnTo>
                    <a:lnTo>
                      <a:pt x="664" y="2994"/>
                    </a:lnTo>
                    <a:lnTo>
                      <a:pt x="673" y="3003"/>
                    </a:lnTo>
                    <a:lnTo>
                      <a:pt x="684" y="3010"/>
                    </a:lnTo>
                    <a:lnTo>
                      <a:pt x="697" y="3014"/>
                    </a:lnTo>
                    <a:lnTo>
                      <a:pt x="703" y="3015"/>
                    </a:lnTo>
                    <a:lnTo>
                      <a:pt x="711" y="3015"/>
                    </a:lnTo>
                    <a:lnTo>
                      <a:pt x="711" y="3015"/>
                    </a:lnTo>
                    <a:lnTo>
                      <a:pt x="722" y="3014"/>
                    </a:lnTo>
                    <a:lnTo>
                      <a:pt x="732" y="3012"/>
                    </a:lnTo>
                    <a:lnTo>
                      <a:pt x="742" y="3006"/>
                    </a:lnTo>
                    <a:lnTo>
                      <a:pt x="751" y="3000"/>
                    </a:lnTo>
                    <a:lnTo>
                      <a:pt x="758" y="2993"/>
                    </a:lnTo>
                    <a:lnTo>
                      <a:pt x="763" y="2984"/>
                    </a:lnTo>
                    <a:lnTo>
                      <a:pt x="768" y="2974"/>
                    </a:lnTo>
                    <a:lnTo>
                      <a:pt x="771" y="2963"/>
                    </a:lnTo>
                    <a:lnTo>
                      <a:pt x="771" y="2963"/>
                    </a:lnTo>
                    <a:lnTo>
                      <a:pt x="771" y="2961"/>
                    </a:lnTo>
                    <a:lnTo>
                      <a:pt x="771" y="2961"/>
                    </a:lnTo>
                    <a:lnTo>
                      <a:pt x="776" y="2916"/>
                    </a:lnTo>
                    <a:lnTo>
                      <a:pt x="783" y="2871"/>
                    </a:lnTo>
                    <a:lnTo>
                      <a:pt x="790" y="2826"/>
                    </a:lnTo>
                    <a:lnTo>
                      <a:pt x="798" y="2782"/>
                    </a:lnTo>
                    <a:lnTo>
                      <a:pt x="807" y="2737"/>
                    </a:lnTo>
                    <a:lnTo>
                      <a:pt x="817" y="2693"/>
                    </a:lnTo>
                    <a:lnTo>
                      <a:pt x="827" y="2649"/>
                    </a:lnTo>
                    <a:lnTo>
                      <a:pt x="838" y="2605"/>
                    </a:lnTo>
                    <a:lnTo>
                      <a:pt x="851" y="2561"/>
                    </a:lnTo>
                    <a:lnTo>
                      <a:pt x="865" y="2519"/>
                    </a:lnTo>
                    <a:lnTo>
                      <a:pt x="879" y="2475"/>
                    </a:lnTo>
                    <a:lnTo>
                      <a:pt x="892" y="2432"/>
                    </a:lnTo>
                    <a:lnTo>
                      <a:pt x="907" y="2390"/>
                    </a:lnTo>
                    <a:lnTo>
                      <a:pt x="924" y="2347"/>
                    </a:lnTo>
                    <a:lnTo>
                      <a:pt x="941" y="2304"/>
                    </a:lnTo>
                    <a:lnTo>
                      <a:pt x="959" y="2263"/>
                    </a:lnTo>
                    <a:lnTo>
                      <a:pt x="959" y="2263"/>
                    </a:lnTo>
                    <a:lnTo>
                      <a:pt x="984" y="2207"/>
                    </a:lnTo>
                    <a:lnTo>
                      <a:pt x="1011" y="2150"/>
                    </a:lnTo>
                    <a:lnTo>
                      <a:pt x="1039" y="2095"/>
                    </a:lnTo>
                    <a:lnTo>
                      <a:pt x="1069" y="2040"/>
                    </a:lnTo>
                    <a:lnTo>
                      <a:pt x="1100" y="1986"/>
                    </a:lnTo>
                    <a:lnTo>
                      <a:pt x="1132" y="1932"/>
                    </a:lnTo>
                    <a:lnTo>
                      <a:pt x="1166" y="1879"/>
                    </a:lnTo>
                    <a:lnTo>
                      <a:pt x="1201" y="1828"/>
                    </a:lnTo>
                    <a:lnTo>
                      <a:pt x="1201" y="1828"/>
                    </a:lnTo>
                    <a:lnTo>
                      <a:pt x="1212" y="1861"/>
                    </a:lnTo>
                    <a:lnTo>
                      <a:pt x="1225" y="1892"/>
                    </a:lnTo>
                    <a:lnTo>
                      <a:pt x="1240" y="1922"/>
                    </a:lnTo>
                    <a:lnTo>
                      <a:pt x="1256" y="1952"/>
                    </a:lnTo>
                    <a:lnTo>
                      <a:pt x="1275" y="1981"/>
                    </a:lnTo>
                    <a:lnTo>
                      <a:pt x="1296" y="2007"/>
                    </a:lnTo>
                    <a:lnTo>
                      <a:pt x="1319" y="2034"/>
                    </a:lnTo>
                    <a:lnTo>
                      <a:pt x="1344" y="2057"/>
                    </a:lnTo>
                    <a:lnTo>
                      <a:pt x="1344" y="2057"/>
                    </a:lnTo>
                    <a:lnTo>
                      <a:pt x="1361" y="2074"/>
                    </a:lnTo>
                    <a:lnTo>
                      <a:pt x="1380" y="2089"/>
                    </a:lnTo>
                    <a:lnTo>
                      <a:pt x="1399" y="2103"/>
                    </a:lnTo>
                    <a:lnTo>
                      <a:pt x="1419" y="2115"/>
                    </a:lnTo>
                    <a:lnTo>
                      <a:pt x="1439" y="2128"/>
                    </a:lnTo>
                    <a:lnTo>
                      <a:pt x="1459" y="2138"/>
                    </a:lnTo>
                    <a:lnTo>
                      <a:pt x="1480" y="2148"/>
                    </a:lnTo>
                    <a:lnTo>
                      <a:pt x="1502" y="2156"/>
                    </a:lnTo>
                    <a:lnTo>
                      <a:pt x="1524" y="2165"/>
                    </a:lnTo>
                    <a:lnTo>
                      <a:pt x="1547" y="2172"/>
                    </a:lnTo>
                    <a:lnTo>
                      <a:pt x="1569" y="2178"/>
                    </a:lnTo>
                    <a:lnTo>
                      <a:pt x="1592" y="2183"/>
                    </a:lnTo>
                    <a:lnTo>
                      <a:pt x="1614" y="2187"/>
                    </a:lnTo>
                    <a:lnTo>
                      <a:pt x="1638" y="2189"/>
                    </a:lnTo>
                    <a:lnTo>
                      <a:pt x="1662" y="2192"/>
                    </a:lnTo>
                    <a:lnTo>
                      <a:pt x="1686" y="2192"/>
                    </a:lnTo>
                    <a:lnTo>
                      <a:pt x="1686" y="2192"/>
                    </a:lnTo>
                    <a:lnTo>
                      <a:pt x="1712" y="2190"/>
                    </a:lnTo>
                    <a:lnTo>
                      <a:pt x="1738" y="2189"/>
                    </a:lnTo>
                    <a:lnTo>
                      <a:pt x="1764" y="2185"/>
                    </a:lnTo>
                    <a:lnTo>
                      <a:pt x="1790" y="2180"/>
                    </a:lnTo>
                    <a:lnTo>
                      <a:pt x="1815" y="2175"/>
                    </a:lnTo>
                    <a:lnTo>
                      <a:pt x="1840" y="2168"/>
                    </a:lnTo>
                    <a:lnTo>
                      <a:pt x="1865" y="2159"/>
                    </a:lnTo>
                    <a:lnTo>
                      <a:pt x="1889" y="2149"/>
                    </a:lnTo>
                    <a:lnTo>
                      <a:pt x="1911" y="2138"/>
                    </a:lnTo>
                    <a:lnTo>
                      <a:pt x="1935" y="2126"/>
                    </a:lnTo>
                    <a:lnTo>
                      <a:pt x="1957" y="2113"/>
                    </a:lnTo>
                    <a:lnTo>
                      <a:pt x="1979" y="2098"/>
                    </a:lnTo>
                    <a:lnTo>
                      <a:pt x="1999" y="2082"/>
                    </a:lnTo>
                    <a:lnTo>
                      <a:pt x="2019" y="2066"/>
                    </a:lnTo>
                    <a:lnTo>
                      <a:pt x="2039" y="2049"/>
                    </a:lnTo>
                    <a:lnTo>
                      <a:pt x="2057" y="2030"/>
                    </a:lnTo>
                    <a:lnTo>
                      <a:pt x="2057" y="2030"/>
                    </a:lnTo>
                    <a:lnTo>
                      <a:pt x="2074" y="2010"/>
                    </a:lnTo>
                    <a:lnTo>
                      <a:pt x="2090" y="1991"/>
                    </a:lnTo>
                    <a:lnTo>
                      <a:pt x="2105" y="1971"/>
                    </a:lnTo>
                    <a:lnTo>
                      <a:pt x="2117" y="1950"/>
                    </a:lnTo>
                    <a:lnTo>
                      <a:pt x="2130" y="1928"/>
                    </a:lnTo>
                    <a:lnTo>
                      <a:pt x="2141" y="1906"/>
                    </a:lnTo>
                    <a:lnTo>
                      <a:pt x="2151" y="1884"/>
                    </a:lnTo>
                    <a:lnTo>
                      <a:pt x="2161" y="1861"/>
                    </a:lnTo>
                    <a:lnTo>
                      <a:pt x="2168" y="1838"/>
                    </a:lnTo>
                    <a:lnTo>
                      <a:pt x="2175" y="1814"/>
                    </a:lnTo>
                    <a:lnTo>
                      <a:pt x="2181" y="1790"/>
                    </a:lnTo>
                    <a:lnTo>
                      <a:pt x="2185" y="1765"/>
                    </a:lnTo>
                    <a:lnTo>
                      <a:pt x="2189" y="1741"/>
                    </a:lnTo>
                    <a:lnTo>
                      <a:pt x="2191" y="1716"/>
                    </a:lnTo>
                    <a:lnTo>
                      <a:pt x="2191" y="1691"/>
                    </a:lnTo>
                    <a:lnTo>
                      <a:pt x="2191" y="1666"/>
                    </a:lnTo>
                    <a:lnTo>
                      <a:pt x="2191" y="1666"/>
                    </a:lnTo>
                    <a:lnTo>
                      <a:pt x="2190" y="1641"/>
                    </a:lnTo>
                    <a:lnTo>
                      <a:pt x="2186" y="1616"/>
                    </a:lnTo>
                    <a:lnTo>
                      <a:pt x="2182" y="1591"/>
                    </a:lnTo>
                    <a:lnTo>
                      <a:pt x="2177" y="1567"/>
                    </a:lnTo>
                    <a:lnTo>
                      <a:pt x="2171" y="1543"/>
                    </a:lnTo>
                    <a:lnTo>
                      <a:pt x="2163" y="1520"/>
                    </a:lnTo>
                    <a:lnTo>
                      <a:pt x="2155" y="1497"/>
                    </a:lnTo>
                    <a:lnTo>
                      <a:pt x="2145" y="1474"/>
                    </a:lnTo>
                    <a:lnTo>
                      <a:pt x="2135" y="1452"/>
                    </a:lnTo>
                    <a:lnTo>
                      <a:pt x="2122" y="1431"/>
                    </a:lnTo>
                    <a:lnTo>
                      <a:pt x="2110" y="1409"/>
                    </a:lnTo>
                    <a:lnTo>
                      <a:pt x="2095" y="1389"/>
                    </a:lnTo>
                    <a:lnTo>
                      <a:pt x="2079" y="1369"/>
                    </a:lnTo>
                    <a:lnTo>
                      <a:pt x="2064" y="1350"/>
                    </a:lnTo>
                    <a:lnTo>
                      <a:pt x="2047" y="1333"/>
                    </a:lnTo>
                    <a:lnTo>
                      <a:pt x="2028" y="1315"/>
                    </a:lnTo>
                    <a:lnTo>
                      <a:pt x="2028" y="1315"/>
                    </a:lnTo>
                    <a:lnTo>
                      <a:pt x="2007" y="1295"/>
                    </a:lnTo>
                    <a:lnTo>
                      <a:pt x="1983" y="1278"/>
                    </a:lnTo>
                    <a:lnTo>
                      <a:pt x="1959" y="1261"/>
                    </a:lnTo>
                    <a:lnTo>
                      <a:pt x="1934" y="1246"/>
                    </a:lnTo>
                    <a:lnTo>
                      <a:pt x="1909" y="1232"/>
                    </a:lnTo>
                    <a:lnTo>
                      <a:pt x="1883" y="1221"/>
                    </a:lnTo>
                    <a:lnTo>
                      <a:pt x="1855" y="1210"/>
                    </a:lnTo>
                    <a:lnTo>
                      <a:pt x="1827" y="1201"/>
                    </a:lnTo>
                    <a:lnTo>
                      <a:pt x="1827" y="1201"/>
                    </a:lnTo>
                    <a:lnTo>
                      <a:pt x="1885" y="1162"/>
                    </a:lnTo>
                    <a:lnTo>
                      <a:pt x="1944" y="1125"/>
                    </a:lnTo>
                    <a:lnTo>
                      <a:pt x="2004" y="1090"/>
                    </a:lnTo>
                    <a:lnTo>
                      <a:pt x="2064" y="1056"/>
                    </a:lnTo>
                    <a:lnTo>
                      <a:pt x="2126" y="1023"/>
                    </a:lnTo>
                    <a:lnTo>
                      <a:pt x="2187" y="993"/>
                    </a:lnTo>
                    <a:lnTo>
                      <a:pt x="2251" y="964"/>
                    </a:lnTo>
                    <a:lnTo>
                      <a:pt x="2315" y="937"/>
                    </a:lnTo>
                    <a:lnTo>
                      <a:pt x="2315" y="937"/>
                    </a:lnTo>
                    <a:lnTo>
                      <a:pt x="2393" y="906"/>
                    </a:lnTo>
                    <a:lnTo>
                      <a:pt x="2472" y="879"/>
                    </a:lnTo>
                    <a:lnTo>
                      <a:pt x="2551" y="854"/>
                    </a:lnTo>
                    <a:lnTo>
                      <a:pt x="2632" y="833"/>
                    </a:lnTo>
                    <a:lnTo>
                      <a:pt x="2713" y="812"/>
                    </a:lnTo>
                    <a:lnTo>
                      <a:pt x="2795" y="796"/>
                    </a:lnTo>
                    <a:lnTo>
                      <a:pt x="2878" y="782"/>
                    </a:lnTo>
                    <a:lnTo>
                      <a:pt x="2961" y="771"/>
                    </a:lnTo>
                    <a:lnTo>
                      <a:pt x="2961" y="771"/>
                    </a:lnTo>
                    <a:lnTo>
                      <a:pt x="2963" y="770"/>
                    </a:lnTo>
                    <a:lnTo>
                      <a:pt x="2963" y="770"/>
                    </a:lnTo>
                    <a:lnTo>
                      <a:pt x="2975" y="767"/>
                    </a:lnTo>
                    <a:lnTo>
                      <a:pt x="2985" y="764"/>
                    </a:lnTo>
                    <a:lnTo>
                      <a:pt x="2993" y="757"/>
                    </a:lnTo>
                    <a:lnTo>
                      <a:pt x="3001" y="750"/>
                    </a:lnTo>
                    <a:lnTo>
                      <a:pt x="3007" y="741"/>
                    </a:lnTo>
                    <a:lnTo>
                      <a:pt x="3011" y="732"/>
                    </a:lnTo>
                    <a:lnTo>
                      <a:pt x="3015" y="721"/>
                    </a:lnTo>
                    <a:lnTo>
                      <a:pt x="3015" y="711"/>
                    </a:lnTo>
                    <a:lnTo>
                      <a:pt x="3015" y="711"/>
                    </a:lnTo>
                    <a:lnTo>
                      <a:pt x="3015" y="703"/>
                    </a:lnTo>
                    <a:lnTo>
                      <a:pt x="3013" y="697"/>
                    </a:lnTo>
                    <a:lnTo>
                      <a:pt x="3010" y="685"/>
                    </a:lnTo>
                    <a:lnTo>
                      <a:pt x="3002" y="673"/>
                    </a:lnTo>
                    <a:lnTo>
                      <a:pt x="2993" y="663"/>
                    </a:lnTo>
                    <a:lnTo>
                      <a:pt x="2993" y="663"/>
                    </a:lnTo>
                    <a:lnTo>
                      <a:pt x="2980" y="651"/>
                    </a:lnTo>
                    <a:lnTo>
                      <a:pt x="2967" y="636"/>
                    </a:lnTo>
                    <a:lnTo>
                      <a:pt x="2956" y="622"/>
                    </a:lnTo>
                    <a:lnTo>
                      <a:pt x="2944" y="607"/>
                    </a:lnTo>
                    <a:lnTo>
                      <a:pt x="2934" y="592"/>
                    </a:lnTo>
                    <a:lnTo>
                      <a:pt x="2924" y="575"/>
                    </a:lnTo>
                    <a:lnTo>
                      <a:pt x="2916" y="559"/>
                    </a:lnTo>
                    <a:lnTo>
                      <a:pt x="2908" y="543"/>
                    </a:lnTo>
                    <a:lnTo>
                      <a:pt x="2901" y="527"/>
                    </a:lnTo>
                    <a:lnTo>
                      <a:pt x="2894" y="509"/>
                    </a:lnTo>
                    <a:lnTo>
                      <a:pt x="2889" y="491"/>
                    </a:lnTo>
                    <a:lnTo>
                      <a:pt x="2884" y="474"/>
                    </a:lnTo>
                    <a:lnTo>
                      <a:pt x="2881" y="456"/>
                    </a:lnTo>
                    <a:lnTo>
                      <a:pt x="2877" y="438"/>
                    </a:lnTo>
                    <a:lnTo>
                      <a:pt x="2876" y="419"/>
                    </a:lnTo>
                    <a:lnTo>
                      <a:pt x="2874" y="400"/>
                    </a:lnTo>
                    <a:lnTo>
                      <a:pt x="2874" y="400"/>
                    </a:lnTo>
                    <a:lnTo>
                      <a:pt x="2874" y="381"/>
                    </a:lnTo>
                    <a:lnTo>
                      <a:pt x="2874" y="361"/>
                    </a:lnTo>
                    <a:lnTo>
                      <a:pt x="2877" y="342"/>
                    </a:lnTo>
                    <a:lnTo>
                      <a:pt x="2879" y="322"/>
                    </a:lnTo>
                    <a:lnTo>
                      <a:pt x="2883" y="303"/>
                    </a:lnTo>
                    <a:lnTo>
                      <a:pt x="2887" y="286"/>
                    </a:lnTo>
                    <a:lnTo>
                      <a:pt x="2892" y="267"/>
                    </a:lnTo>
                    <a:lnTo>
                      <a:pt x="2898" y="250"/>
                    </a:lnTo>
                    <a:lnTo>
                      <a:pt x="2906" y="232"/>
                    </a:lnTo>
                    <a:lnTo>
                      <a:pt x="2913" y="216"/>
                    </a:lnTo>
                    <a:lnTo>
                      <a:pt x="2922" y="199"/>
                    </a:lnTo>
                    <a:lnTo>
                      <a:pt x="2932" y="183"/>
                    </a:lnTo>
                    <a:lnTo>
                      <a:pt x="2942" y="168"/>
                    </a:lnTo>
                    <a:lnTo>
                      <a:pt x="2952" y="153"/>
                    </a:lnTo>
                    <a:lnTo>
                      <a:pt x="2963" y="138"/>
                    </a:lnTo>
                    <a:lnTo>
                      <a:pt x="2976" y="124"/>
                    </a:lnTo>
                    <a:lnTo>
                      <a:pt x="2988" y="110"/>
                    </a:lnTo>
                    <a:lnTo>
                      <a:pt x="3002" y="98"/>
                    </a:lnTo>
                    <a:lnTo>
                      <a:pt x="3016" y="87"/>
                    </a:lnTo>
                    <a:lnTo>
                      <a:pt x="3031" y="75"/>
                    </a:lnTo>
                    <a:lnTo>
                      <a:pt x="3046" y="64"/>
                    </a:lnTo>
                    <a:lnTo>
                      <a:pt x="3062" y="54"/>
                    </a:lnTo>
                    <a:lnTo>
                      <a:pt x="3079" y="45"/>
                    </a:lnTo>
                    <a:lnTo>
                      <a:pt x="3095" y="36"/>
                    </a:lnTo>
                    <a:lnTo>
                      <a:pt x="3112" y="29"/>
                    </a:lnTo>
                    <a:lnTo>
                      <a:pt x="3130" y="23"/>
                    </a:lnTo>
                    <a:lnTo>
                      <a:pt x="3148" y="16"/>
                    </a:lnTo>
                    <a:lnTo>
                      <a:pt x="3166" y="11"/>
                    </a:lnTo>
                    <a:lnTo>
                      <a:pt x="3185" y="8"/>
                    </a:lnTo>
                    <a:lnTo>
                      <a:pt x="3204" y="4"/>
                    </a:lnTo>
                    <a:lnTo>
                      <a:pt x="3224" y="1"/>
                    </a:lnTo>
                    <a:lnTo>
                      <a:pt x="3243" y="0"/>
                    </a:lnTo>
                    <a:lnTo>
                      <a:pt x="3243" y="0"/>
                    </a:lnTo>
                    <a:lnTo>
                      <a:pt x="3259" y="0"/>
                    </a:lnTo>
                    <a:lnTo>
                      <a:pt x="3259" y="0"/>
                    </a:lnTo>
                    <a:lnTo>
                      <a:pt x="3278" y="1"/>
                    </a:lnTo>
                    <a:lnTo>
                      <a:pt x="3297" y="3"/>
                    </a:lnTo>
                    <a:lnTo>
                      <a:pt x="3316" y="4"/>
                    </a:lnTo>
                    <a:lnTo>
                      <a:pt x="3334" y="8"/>
                    </a:lnTo>
                    <a:lnTo>
                      <a:pt x="3353" y="11"/>
                    </a:lnTo>
                    <a:lnTo>
                      <a:pt x="3371" y="16"/>
                    </a:lnTo>
                    <a:lnTo>
                      <a:pt x="3388" y="23"/>
                    </a:lnTo>
                    <a:lnTo>
                      <a:pt x="3405" y="29"/>
                    </a:lnTo>
                    <a:lnTo>
                      <a:pt x="3422" y="36"/>
                    </a:lnTo>
                    <a:lnTo>
                      <a:pt x="3438" y="44"/>
                    </a:lnTo>
                    <a:lnTo>
                      <a:pt x="3453" y="53"/>
                    </a:lnTo>
                    <a:lnTo>
                      <a:pt x="3470" y="63"/>
                    </a:lnTo>
                    <a:lnTo>
                      <a:pt x="3484" y="73"/>
                    </a:lnTo>
                    <a:lnTo>
                      <a:pt x="3499" y="84"/>
                    </a:lnTo>
                    <a:lnTo>
                      <a:pt x="3512" y="95"/>
                    </a:lnTo>
                    <a:lnTo>
                      <a:pt x="3525" y="107"/>
                    </a:lnTo>
                    <a:lnTo>
                      <a:pt x="3539" y="120"/>
                    </a:lnTo>
                    <a:lnTo>
                      <a:pt x="3550" y="133"/>
                    </a:lnTo>
                    <a:lnTo>
                      <a:pt x="3561" y="147"/>
                    </a:lnTo>
                    <a:lnTo>
                      <a:pt x="3573" y="162"/>
                    </a:lnTo>
                    <a:lnTo>
                      <a:pt x="3583" y="177"/>
                    </a:lnTo>
                    <a:lnTo>
                      <a:pt x="3591" y="192"/>
                    </a:lnTo>
                    <a:lnTo>
                      <a:pt x="3600" y="208"/>
                    </a:lnTo>
                    <a:lnTo>
                      <a:pt x="3609" y="224"/>
                    </a:lnTo>
                    <a:lnTo>
                      <a:pt x="3615" y="241"/>
                    </a:lnTo>
                    <a:lnTo>
                      <a:pt x="3623" y="258"/>
                    </a:lnTo>
                    <a:lnTo>
                      <a:pt x="3628" y="276"/>
                    </a:lnTo>
                    <a:lnTo>
                      <a:pt x="3633" y="295"/>
                    </a:lnTo>
                    <a:lnTo>
                      <a:pt x="3636" y="312"/>
                    </a:lnTo>
                    <a:lnTo>
                      <a:pt x="3639" y="331"/>
                    </a:lnTo>
                    <a:lnTo>
                      <a:pt x="3641" y="350"/>
                    </a:lnTo>
                    <a:lnTo>
                      <a:pt x="3643" y="370"/>
                    </a:lnTo>
                    <a:lnTo>
                      <a:pt x="3643" y="370"/>
                    </a:lnTo>
                    <a:lnTo>
                      <a:pt x="3643" y="391"/>
                    </a:lnTo>
                    <a:lnTo>
                      <a:pt x="3643" y="411"/>
                    </a:lnTo>
                    <a:lnTo>
                      <a:pt x="3640" y="433"/>
                    </a:lnTo>
                    <a:lnTo>
                      <a:pt x="3638" y="453"/>
                    </a:lnTo>
                    <a:lnTo>
                      <a:pt x="3633" y="473"/>
                    </a:lnTo>
                    <a:lnTo>
                      <a:pt x="3628" y="493"/>
                    </a:lnTo>
                    <a:lnTo>
                      <a:pt x="3621" y="512"/>
                    </a:lnTo>
                    <a:lnTo>
                      <a:pt x="3614" y="532"/>
                    </a:lnTo>
                    <a:lnTo>
                      <a:pt x="3606" y="550"/>
                    </a:lnTo>
                    <a:lnTo>
                      <a:pt x="3596" y="568"/>
                    </a:lnTo>
                    <a:lnTo>
                      <a:pt x="3586" y="586"/>
                    </a:lnTo>
                    <a:lnTo>
                      <a:pt x="3575" y="603"/>
                    </a:lnTo>
                    <a:lnTo>
                      <a:pt x="3564" y="619"/>
                    </a:lnTo>
                    <a:lnTo>
                      <a:pt x="3550" y="636"/>
                    </a:lnTo>
                    <a:lnTo>
                      <a:pt x="3536" y="651"/>
                    </a:lnTo>
                    <a:lnTo>
                      <a:pt x="3521" y="666"/>
                    </a:lnTo>
                    <a:lnTo>
                      <a:pt x="3521" y="666"/>
                    </a:lnTo>
                    <a:lnTo>
                      <a:pt x="3521" y="667"/>
                    </a:lnTo>
                    <a:lnTo>
                      <a:pt x="3521" y="667"/>
                    </a:lnTo>
                    <a:lnTo>
                      <a:pt x="3512" y="676"/>
                    </a:lnTo>
                    <a:lnTo>
                      <a:pt x="3507" y="686"/>
                    </a:lnTo>
                    <a:lnTo>
                      <a:pt x="3504" y="698"/>
                    </a:lnTo>
                    <a:lnTo>
                      <a:pt x="3502" y="711"/>
                    </a:lnTo>
                    <a:lnTo>
                      <a:pt x="3502" y="711"/>
                    </a:lnTo>
                    <a:lnTo>
                      <a:pt x="3502" y="721"/>
                    </a:lnTo>
                    <a:lnTo>
                      <a:pt x="3506" y="731"/>
                    </a:lnTo>
                    <a:lnTo>
                      <a:pt x="3510" y="741"/>
                    </a:lnTo>
                    <a:lnTo>
                      <a:pt x="3516" y="750"/>
                    </a:lnTo>
                    <a:lnTo>
                      <a:pt x="3524" y="756"/>
                    </a:lnTo>
                    <a:lnTo>
                      <a:pt x="3532" y="762"/>
                    </a:lnTo>
                    <a:lnTo>
                      <a:pt x="3541" y="767"/>
                    </a:lnTo>
                    <a:lnTo>
                      <a:pt x="3551" y="770"/>
                    </a:lnTo>
                    <a:lnTo>
                      <a:pt x="3551" y="770"/>
                    </a:lnTo>
                    <a:lnTo>
                      <a:pt x="3556" y="771"/>
                    </a:lnTo>
                    <a:lnTo>
                      <a:pt x="3556" y="771"/>
                    </a:lnTo>
                    <a:lnTo>
                      <a:pt x="3639" y="782"/>
                    </a:lnTo>
                    <a:lnTo>
                      <a:pt x="3722" y="796"/>
                    </a:lnTo>
                    <a:lnTo>
                      <a:pt x="3804" y="812"/>
                    </a:lnTo>
                    <a:lnTo>
                      <a:pt x="3886" y="833"/>
                    </a:lnTo>
                    <a:lnTo>
                      <a:pt x="3966" y="854"/>
                    </a:lnTo>
                    <a:lnTo>
                      <a:pt x="4045" y="879"/>
                    </a:lnTo>
                    <a:lnTo>
                      <a:pt x="4124" y="906"/>
                    </a:lnTo>
                    <a:lnTo>
                      <a:pt x="4202" y="937"/>
                    </a:lnTo>
                    <a:lnTo>
                      <a:pt x="4202" y="937"/>
                    </a:lnTo>
                    <a:lnTo>
                      <a:pt x="4266" y="964"/>
                    </a:lnTo>
                    <a:lnTo>
                      <a:pt x="4330" y="993"/>
                    </a:lnTo>
                    <a:lnTo>
                      <a:pt x="4391" y="1023"/>
                    </a:lnTo>
                    <a:lnTo>
                      <a:pt x="4453" y="1056"/>
                    </a:lnTo>
                    <a:lnTo>
                      <a:pt x="4514" y="1090"/>
                    </a:lnTo>
                    <a:lnTo>
                      <a:pt x="4573" y="1125"/>
                    </a:lnTo>
                    <a:lnTo>
                      <a:pt x="4632" y="1162"/>
                    </a:lnTo>
                    <a:lnTo>
                      <a:pt x="4690" y="1201"/>
                    </a:lnTo>
                    <a:lnTo>
                      <a:pt x="4690" y="1201"/>
                    </a:lnTo>
                    <a:lnTo>
                      <a:pt x="4657" y="1212"/>
                    </a:lnTo>
                    <a:lnTo>
                      <a:pt x="4626" y="1225"/>
                    </a:lnTo>
                    <a:lnTo>
                      <a:pt x="4594" y="1240"/>
                    </a:lnTo>
                    <a:lnTo>
                      <a:pt x="4565" y="1256"/>
                    </a:lnTo>
                    <a:lnTo>
                      <a:pt x="4537" y="1275"/>
                    </a:lnTo>
                    <a:lnTo>
                      <a:pt x="4510" y="1296"/>
                    </a:lnTo>
                    <a:lnTo>
                      <a:pt x="4484" y="1319"/>
                    </a:lnTo>
                    <a:lnTo>
                      <a:pt x="4460" y="1343"/>
                    </a:lnTo>
                    <a:lnTo>
                      <a:pt x="4460" y="1343"/>
                    </a:lnTo>
                    <a:lnTo>
                      <a:pt x="4443" y="1363"/>
                    </a:lnTo>
                    <a:lnTo>
                      <a:pt x="4426" y="1383"/>
                    </a:lnTo>
                    <a:lnTo>
                      <a:pt x="4412" y="1404"/>
                    </a:lnTo>
                    <a:lnTo>
                      <a:pt x="4399" y="1426"/>
                    </a:lnTo>
                    <a:lnTo>
                      <a:pt x="4386" y="1447"/>
                    </a:lnTo>
                    <a:lnTo>
                      <a:pt x="4375" y="1469"/>
                    </a:lnTo>
                    <a:lnTo>
                      <a:pt x="4365" y="1492"/>
                    </a:lnTo>
                    <a:lnTo>
                      <a:pt x="4356" y="1515"/>
                    </a:lnTo>
                    <a:lnTo>
                      <a:pt x="4349" y="1538"/>
                    </a:lnTo>
                    <a:lnTo>
                      <a:pt x="4341" y="1562"/>
                    </a:lnTo>
                    <a:lnTo>
                      <a:pt x="4336" y="1586"/>
                    </a:lnTo>
                    <a:lnTo>
                      <a:pt x="4332" y="1610"/>
                    </a:lnTo>
                    <a:lnTo>
                      <a:pt x="4328" y="1634"/>
                    </a:lnTo>
                    <a:lnTo>
                      <a:pt x="4327" y="1657"/>
                    </a:lnTo>
                    <a:lnTo>
                      <a:pt x="4326" y="1683"/>
                    </a:lnTo>
                    <a:lnTo>
                      <a:pt x="4326" y="1706"/>
                    </a:lnTo>
                    <a:lnTo>
                      <a:pt x="4328" y="1730"/>
                    </a:lnTo>
                    <a:lnTo>
                      <a:pt x="4331" y="1755"/>
                    </a:lnTo>
                    <a:lnTo>
                      <a:pt x="4335" y="1779"/>
                    </a:lnTo>
                    <a:lnTo>
                      <a:pt x="4340" y="1803"/>
                    </a:lnTo>
                    <a:lnTo>
                      <a:pt x="4346" y="1827"/>
                    </a:lnTo>
                    <a:lnTo>
                      <a:pt x="4352" y="1849"/>
                    </a:lnTo>
                    <a:lnTo>
                      <a:pt x="4361" y="1872"/>
                    </a:lnTo>
                    <a:lnTo>
                      <a:pt x="4371" y="1896"/>
                    </a:lnTo>
                    <a:lnTo>
                      <a:pt x="4381" y="1917"/>
                    </a:lnTo>
                    <a:lnTo>
                      <a:pt x="4394" y="1940"/>
                    </a:lnTo>
                    <a:lnTo>
                      <a:pt x="4406" y="1961"/>
                    </a:lnTo>
                    <a:lnTo>
                      <a:pt x="4420" y="1981"/>
                    </a:lnTo>
                    <a:lnTo>
                      <a:pt x="4436" y="2001"/>
                    </a:lnTo>
                    <a:lnTo>
                      <a:pt x="4453" y="2021"/>
                    </a:lnTo>
                    <a:lnTo>
                      <a:pt x="4470" y="2040"/>
                    </a:lnTo>
                    <a:lnTo>
                      <a:pt x="4489" y="2057"/>
                    </a:lnTo>
                    <a:lnTo>
                      <a:pt x="4489" y="2057"/>
                    </a:lnTo>
                    <a:lnTo>
                      <a:pt x="4506" y="2074"/>
                    </a:lnTo>
                    <a:lnTo>
                      <a:pt x="4524" y="2089"/>
                    </a:lnTo>
                    <a:lnTo>
                      <a:pt x="4544" y="2103"/>
                    </a:lnTo>
                    <a:lnTo>
                      <a:pt x="4563" y="2115"/>
                    </a:lnTo>
                    <a:lnTo>
                      <a:pt x="4583" y="2128"/>
                    </a:lnTo>
                    <a:lnTo>
                      <a:pt x="4604" y="2138"/>
                    </a:lnTo>
                    <a:lnTo>
                      <a:pt x="4626" y="2148"/>
                    </a:lnTo>
                    <a:lnTo>
                      <a:pt x="4647" y="2156"/>
                    </a:lnTo>
                    <a:lnTo>
                      <a:pt x="4669" y="2165"/>
                    </a:lnTo>
                    <a:lnTo>
                      <a:pt x="4691" y="2172"/>
                    </a:lnTo>
                    <a:lnTo>
                      <a:pt x="4713" y="2178"/>
                    </a:lnTo>
                    <a:lnTo>
                      <a:pt x="4737" y="2183"/>
                    </a:lnTo>
                    <a:lnTo>
                      <a:pt x="4760" y="2187"/>
                    </a:lnTo>
                    <a:lnTo>
                      <a:pt x="4784" y="2189"/>
                    </a:lnTo>
                    <a:lnTo>
                      <a:pt x="4807" y="2192"/>
                    </a:lnTo>
                    <a:lnTo>
                      <a:pt x="4831" y="2192"/>
                    </a:lnTo>
                    <a:lnTo>
                      <a:pt x="4831" y="2192"/>
                    </a:lnTo>
                    <a:lnTo>
                      <a:pt x="4857" y="2190"/>
                    </a:lnTo>
                    <a:lnTo>
                      <a:pt x="4884" y="2189"/>
                    </a:lnTo>
                    <a:lnTo>
                      <a:pt x="4909" y="2185"/>
                    </a:lnTo>
                    <a:lnTo>
                      <a:pt x="4935" y="2180"/>
                    </a:lnTo>
                    <a:lnTo>
                      <a:pt x="4960" y="2175"/>
                    </a:lnTo>
                    <a:lnTo>
                      <a:pt x="4985" y="2168"/>
                    </a:lnTo>
                    <a:lnTo>
                      <a:pt x="5009" y="2159"/>
                    </a:lnTo>
                    <a:lnTo>
                      <a:pt x="5033" y="2149"/>
                    </a:lnTo>
                    <a:lnTo>
                      <a:pt x="5057" y="2138"/>
                    </a:lnTo>
                    <a:lnTo>
                      <a:pt x="5079" y="2126"/>
                    </a:lnTo>
                    <a:lnTo>
                      <a:pt x="5102" y="2113"/>
                    </a:lnTo>
                    <a:lnTo>
                      <a:pt x="5123" y="2098"/>
                    </a:lnTo>
                    <a:lnTo>
                      <a:pt x="5145" y="2082"/>
                    </a:lnTo>
                    <a:lnTo>
                      <a:pt x="5165" y="2065"/>
                    </a:lnTo>
                    <a:lnTo>
                      <a:pt x="5183" y="2047"/>
                    </a:lnTo>
                    <a:lnTo>
                      <a:pt x="5202" y="2029"/>
                    </a:lnTo>
                    <a:lnTo>
                      <a:pt x="5202" y="2029"/>
                    </a:lnTo>
                    <a:lnTo>
                      <a:pt x="5222" y="2006"/>
                    </a:lnTo>
                    <a:lnTo>
                      <a:pt x="5240" y="1983"/>
                    </a:lnTo>
                    <a:lnTo>
                      <a:pt x="5256" y="1960"/>
                    </a:lnTo>
                    <a:lnTo>
                      <a:pt x="5271" y="1935"/>
                    </a:lnTo>
                    <a:lnTo>
                      <a:pt x="5285" y="1909"/>
                    </a:lnTo>
                    <a:lnTo>
                      <a:pt x="5298" y="1883"/>
                    </a:lnTo>
                    <a:lnTo>
                      <a:pt x="5308" y="1856"/>
                    </a:lnTo>
                    <a:lnTo>
                      <a:pt x="5316" y="1828"/>
                    </a:lnTo>
                    <a:lnTo>
                      <a:pt x="5316" y="1828"/>
                    </a:lnTo>
                    <a:lnTo>
                      <a:pt x="5351" y="1879"/>
                    </a:lnTo>
                    <a:lnTo>
                      <a:pt x="5385" y="1932"/>
                    </a:lnTo>
                    <a:lnTo>
                      <a:pt x="5418" y="1986"/>
                    </a:lnTo>
                    <a:lnTo>
                      <a:pt x="5448" y="2040"/>
                    </a:lnTo>
                    <a:lnTo>
                      <a:pt x="5478" y="2095"/>
                    </a:lnTo>
                    <a:lnTo>
                      <a:pt x="5507" y="2150"/>
                    </a:lnTo>
                    <a:lnTo>
                      <a:pt x="5533" y="2207"/>
                    </a:lnTo>
                    <a:lnTo>
                      <a:pt x="5558" y="2263"/>
                    </a:lnTo>
                    <a:lnTo>
                      <a:pt x="5558" y="2263"/>
                    </a:lnTo>
                    <a:lnTo>
                      <a:pt x="5576" y="2304"/>
                    </a:lnTo>
                    <a:lnTo>
                      <a:pt x="5593" y="2347"/>
                    </a:lnTo>
                    <a:lnTo>
                      <a:pt x="5610" y="2390"/>
                    </a:lnTo>
                    <a:lnTo>
                      <a:pt x="5625" y="2432"/>
                    </a:lnTo>
                    <a:lnTo>
                      <a:pt x="5640" y="2475"/>
                    </a:lnTo>
                    <a:lnTo>
                      <a:pt x="5654" y="2518"/>
                    </a:lnTo>
                    <a:lnTo>
                      <a:pt x="5666" y="2561"/>
                    </a:lnTo>
                    <a:lnTo>
                      <a:pt x="5679" y="2605"/>
                    </a:lnTo>
                    <a:lnTo>
                      <a:pt x="5690" y="2649"/>
                    </a:lnTo>
                    <a:lnTo>
                      <a:pt x="5700" y="2693"/>
                    </a:lnTo>
                    <a:lnTo>
                      <a:pt x="5710" y="2737"/>
                    </a:lnTo>
                    <a:lnTo>
                      <a:pt x="5719" y="2782"/>
                    </a:lnTo>
                    <a:lnTo>
                      <a:pt x="5727" y="2826"/>
                    </a:lnTo>
                    <a:lnTo>
                      <a:pt x="5734" y="2871"/>
                    </a:lnTo>
                    <a:lnTo>
                      <a:pt x="5741" y="2916"/>
                    </a:lnTo>
                    <a:lnTo>
                      <a:pt x="5746" y="2961"/>
                    </a:lnTo>
                    <a:lnTo>
                      <a:pt x="5746" y="2961"/>
                    </a:lnTo>
                    <a:lnTo>
                      <a:pt x="5748" y="2963"/>
                    </a:lnTo>
                    <a:lnTo>
                      <a:pt x="5748" y="2963"/>
                    </a:lnTo>
                    <a:lnTo>
                      <a:pt x="5749" y="2974"/>
                    </a:lnTo>
                    <a:lnTo>
                      <a:pt x="5754" y="2984"/>
                    </a:lnTo>
                    <a:lnTo>
                      <a:pt x="5759" y="2993"/>
                    </a:lnTo>
                    <a:lnTo>
                      <a:pt x="5766" y="3000"/>
                    </a:lnTo>
                    <a:lnTo>
                      <a:pt x="5775" y="3006"/>
                    </a:lnTo>
                    <a:lnTo>
                      <a:pt x="5785" y="3012"/>
                    </a:lnTo>
                    <a:lnTo>
                      <a:pt x="5795" y="3015"/>
                    </a:lnTo>
                    <a:lnTo>
                      <a:pt x="5806" y="3015"/>
                    </a:lnTo>
                    <a:lnTo>
                      <a:pt x="5806" y="3015"/>
                    </a:lnTo>
                    <a:lnTo>
                      <a:pt x="5806" y="3015"/>
                    </a:lnTo>
                    <a:lnTo>
                      <a:pt x="5819" y="3015"/>
                    </a:lnTo>
                    <a:lnTo>
                      <a:pt x="5829" y="3012"/>
                    </a:lnTo>
                    <a:lnTo>
                      <a:pt x="5839" y="3006"/>
                    </a:lnTo>
                    <a:lnTo>
                      <a:pt x="5848" y="2999"/>
                    </a:lnTo>
                    <a:lnTo>
                      <a:pt x="5848" y="2999"/>
                    </a:lnTo>
                    <a:lnTo>
                      <a:pt x="5852" y="2996"/>
                    </a:lnTo>
                    <a:lnTo>
                      <a:pt x="5852" y="2996"/>
                    </a:lnTo>
                    <a:lnTo>
                      <a:pt x="5864" y="2983"/>
                    </a:lnTo>
                    <a:lnTo>
                      <a:pt x="5878" y="2970"/>
                    </a:lnTo>
                    <a:lnTo>
                      <a:pt x="5893" y="2958"/>
                    </a:lnTo>
                    <a:lnTo>
                      <a:pt x="5908" y="2946"/>
                    </a:lnTo>
                    <a:lnTo>
                      <a:pt x="5923" y="2936"/>
                    </a:lnTo>
                    <a:lnTo>
                      <a:pt x="5939" y="2926"/>
                    </a:lnTo>
                    <a:lnTo>
                      <a:pt x="5956" y="2917"/>
                    </a:lnTo>
                    <a:lnTo>
                      <a:pt x="5972" y="2909"/>
                    </a:lnTo>
                    <a:lnTo>
                      <a:pt x="5990" y="2901"/>
                    </a:lnTo>
                    <a:lnTo>
                      <a:pt x="6006" y="2895"/>
                    </a:lnTo>
                    <a:lnTo>
                      <a:pt x="6025" y="2890"/>
                    </a:lnTo>
                    <a:lnTo>
                      <a:pt x="6042" y="2885"/>
                    </a:lnTo>
                    <a:lnTo>
                      <a:pt x="6060" y="2881"/>
                    </a:lnTo>
                    <a:lnTo>
                      <a:pt x="6079" y="2877"/>
                    </a:lnTo>
                    <a:lnTo>
                      <a:pt x="6097" y="2876"/>
                    </a:lnTo>
                    <a:lnTo>
                      <a:pt x="6116" y="2875"/>
                    </a:lnTo>
                    <a:lnTo>
                      <a:pt x="6116" y="2875"/>
                    </a:lnTo>
                    <a:lnTo>
                      <a:pt x="6132" y="2874"/>
                    </a:lnTo>
                    <a:lnTo>
                      <a:pt x="6132" y="2874"/>
                    </a:lnTo>
                    <a:lnTo>
                      <a:pt x="6151" y="2875"/>
                    </a:lnTo>
                    <a:lnTo>
                      <a:pt x="6171" y="2876"/>
                    </a:lnTo>
                    <a:lnTo>
                      <a:pt x="6189" y="2879"/>
                    </a:lnTo>
                    <a:lnTo>
                      <a:pt x="6208" y="2881"/>
                    </a:lnTo>
                    <a:lnTo>
                      <a:pt x="6226" y="2886"/>
                    </a:lnTo>
                    <a:lnTo>
                      <a:pt x="6244" y="2890"/>
                    </a:lnTo>
                    <a:lnTo>
                      <a:pt x="6262" y="2896"/>
                    </a:lnTo>
                    <a:lnTo>
                      <a:pt x="6279" y="2902"/>
                    </a:lnTo>
                    <a:lnTo>
                      <a:pt x="6295" y="2910"/>
                    </a:lnTo>
                    <a:lnTo>
                      <a:pt x="6312" y="2917"/>
                    </a:lnTo>
                    <a:lnTo>
                      <a:pt x="6328" y="2928"/>
                    </a:lnTo>
                    <a:lnTo>
                      <a:pt x="6343" y="2936"/>
                    </a:lnTo>
                    <a:lnTo>
                      <a:pt x="6358" y="2946"/>
                    </a:lnTo>
                    <a:lnTo>
                      <a:pt x="6372" y="2958"/>
                    </a:lnTo>
                    <a:lnTo>
                      <a:pt x="6386" y="2969"/>
                    </a:lnTo>
                    <a:lnTo>
                      <a:pt x="6399" y="2981"/>
                    </a:lnTo>
                    <a:lnTo>
                      <a:pt x="6412" y="2994"/>
                    </a:lnTo>
                    <a:lnTo>
                      <a:pt x="6423" y="3008"/>
                    </a:lnTo>
                    <a:lnTo>
                      <a:pt x="6436" y="3022"/>
                    </a:lnTo>
                    <a:lnTo>
                      <a:pt x="6446" y="3035"/>
                    </a:lnTo>
                    <a:lnTo>
                      <a:pt x="6456" y="3050"/>
                    </a:lnTo>
                    <a:lnTo>
                      <a:pt x="6466" y="3067"/>
                    </a:lnTo>
                    <a:lnTo>
                      <a:pt x="6475" y="3082"/>
                    </a:lnTo>
                    <a:lnTo>
                      <a:pt x="6482" y="3098"/>
                    </a:lnTo>
                    <a:lnTo>
                      <a:pt x="6490" y="3116"/>
                    </a:lnTo>
                    <a:lnTo>
                      <a:pt x="6496" y="3133"/>
                    </a:lnTo>
                    <a:lnTo>
                      <a:pt x="6501" y="3151"/>
                    </a:lnTo>
                    <a:lnTo>
                      <a:pt x="6506" y="3168"/>
                    </a:lnTo>
                    <a:lnTo>
                      <a:pt x="6510" y="3187"/>
                    </a:lnTo>
                    <a:lnTo>
                      <a:pt x="6514" y="3206"/>
                    </a:lnTo>
                    <a:lnTo>
                      <a:pt x="6515" y="3225"/>
                    </a:lnTo>
                    <a:lnTo>
                      <a:pt x="6516" y="3243"/>
                    </a:lnTo>
                    <a:lnTo>
                      <a:pt x="6516" y="3243"/>
                    </a:lnTo>
                    <a:lnTo>
                      <a:pt x="6517" y="3262"/>
                    </a:lnTo>
                    <a:lnTo>
                      <a:pt x="6516" y="3282"/>
                    </a:lnTo>
                    <a:lnTo>
                      <a:pt x="6515" y="3301"/>
                    </a:lnTo>
                    <a:lnTo>
                      <a:pt x="6512" y="3320"/>
                    </a:lnTo>
                    <a:lnTo>
                      <a:pt x="6508" y="3337"/>
                    </a:lnTo>
                    <a:lnTo>
                      <a:pt x="6505" y="3356"/>
                    </a:lnTo>
                    <a:lnTo>
                      <a:pt x="6500" y="3374"/>
                    </a:lnTo>
                    <a:lnTo>
                      <a:pt x="6493" y="3391"/>
                    </a:lnTo>
                    <a:lnTo>
                      <a:pt x="6486" y="3409"/>
                    </a:lnTo>
                    <a:lnTo>
                      <a:pt x="6478" y="3427"/>
                    </a:lnTo>
                    <a:lnTo>
                      <a:pt x="6470" y="3443"/>
                    </a:lnTo>
                    <a:lnTo>
                      <a:pt x="6461" y="3459"/>
                    </a:lnTo>
                    <a:lnTo>
                      <a:pt x="6451" y="3475"/>
                    </a:lnTo>
                    <a:lnTo>
                      <a:pt x="6440" y="3490"/>
                    </a:lnTo>
                    <a:lnTo>
                      <a:pt x="6427" y="3505"/>
                    </a:lnTo>
                    <a:lnTo>
                      <a:pt x="6414" y="3521"/>
                    </a:lnTo>
                    <a:lnTo>
                      <a:pt x="6414" y="3521"/>
                    </a:lnTo>
                    <a:lnTo>
                      <a:pt x="6402" y="3534"/>
                    </a:lnTo>
                    <a:lnTo>
                      <a:pt x="6387" y="3547"/>
                    </a:lnTo>
                    <a:lnTo>
                      <a:pt x="6373" y="3559"/>
                    </a:lnTo>
                    <a:lnTo>
                      <a:pt x="6358" y="3571"/>
                    </a:lnTo>
                    <a:lnTo>
                      <a:pt x="6343" y="3581"/>
                    </a:lnTo>
                    <a:lnTo>
                      <a:pt x="6327" y="3591"/>
                    </a:lnTo>
                    <a:lnTo>
                      <a:pt x="6310" y="3601"/>
                    </a:lnTo>
                    <a:lnTo>
                      <a:pt x="6293" y="3608"/>
                    </a:lnTo>
                    <a:lnTo>
                      <a:pt x="6277" y="3616"/>
                    </a:lnTo>
                    <a:lnTo>
                      <a:pt x="6259" y="3622"/>
                    </a:lnTo>
                    <a:lnTo>
                      <a:pt x="6241" y="3628"/>
                    </a:lnTo>
                    <a:lnTo>
                      <a:pt x="6223" y="3633"/>
                    </a:lnTo>
                    <a:lnTo>
                      <a:pt x="6204" y="3637"/>
                    </a:lnTo>
                    <a:lnTo>
                      <a:pt x="6185" y="3640"/>
                    </a:lnTo>
                    <a:lnTo>
                      <a:pt x="6166" y="3642"/>
                    </a:lnTo>
                    <a:lnTo>
                      <a:pt x="6147" y="3643"/>
                    </a:lnTo>
                    <a:lnTo>
                      <a:pt x="6147" y="3643"/>
                    </a:lnTo>
                    <a:lnTo>
                      <a:pt x="6131" y="3643"/>
                    </a:lnTo>
                    <a:lnTo>
                      <a:pt x="6131" y="3643"/>
                    </a:lnTo>
                    <a:lnTo>
                      <a:pt x="6111" y="3643"/>
                    </a:lnTo>
                    <a:lnTo>
                      <a:pt x="6092" y="3642"/>
                    </a:lnTo>
                    <a:lnTo>
                      <a:pt x="6072" y="3638"/>
                    </a:lnTo>
                    <a:lnTo>
                      <a:pt x="6053" y="3636"/>
                    </a:lnTo>
                    <a:lnTo>
                      <a:pt x="6035" y="3631"/>
                    </a:lnTo>
                    <a:lnTo>
                      <a:pt x="6016" y="3626"/>
                    </a:lnTo>
                    <a:lnTo>
                      <a:pt x="5997" y="3620"/>
                    </a:lnTo>
                    <a:lnTo>
                      <a:pt x="5979" y="3612"/>
                    </a:lnTo>
                    <a:lnTo>
                      <a:pt x="5961" y="3603"/>
                    </a:lnTo>
                    <a:lnTo>
                      <a:pt x="5944" y="3595"/>
                    </a:lnTo>
                    <a:lnTo>
                      <a:pt x="5927" y="3584"/>
                    </a:lnTo>
                    <a:lnTo>
                      <a:pt x="5911" y="3573"/>
                    </a:lnTo>
                    <a:lnTo>
                      <a:pt x="5895" y="3562"/>
                    </a:lnTo>
                    <a:lnTo>
                      <a:pt x="5880" y="3549"/>
                    </a:lnTo>
                    <a:lnTo>
                      <a:pt x="5865" y="3536"/>
                    </a:lnTo>
                    <a:lnTo>
                      <a:pt x="5852" y="3522"/>
                    </a:lnTo>
                    <a:lnTo>
                      <a:pt x="5852" y="3522"/>
                    </a:lnTo>
                    <a:lnTo>
                      <a:pt x="5848" y="3518"/>
                    </a:lnTo>
                    <a:lnTo>
                      <a:pt x="5848" y="3518"/>
                    </a:lnTo>
                    <a:lnTo>
                      <a:pt x="5838" y="3512"/>
                    </a:lnTo>
                    <a:lnTo>
                      <a:pt x="5828" y="3507"/>
                    </a:lnTo>
                    <a:lnTo>
                      <a:pt x="5818" y="3503"/>
                    </a:lnTo>
                    <a:lnTo>
                      <a:pt x="5806" y="3502"/>
                    </a:lnTo>
                    <a:lnTo>
                      <a:pt x="5806" y="3502"/>
                    </a:lnTo>
                    <a:lnTo>
                      <a:pt x="5794" y="3503"/>
                    </a:lnTo>
                    <a:lnTo>
                      <a:pt x="5783" y="3508"/>
                    </a:lnTo>
                    <a:lnTo>
                      <a:pt x="5783" y="3508"/>
                    </a:lnTo>
                    <a:lnTo>
                      <a:pt x="5775" y="3512"/>
                    </a:lnTo>
                    <a:lnTo>
                      <a:pt x="5769" y="3516"/>
                    </a:lnTo>
                    <a:lnTo>
                      <a:pt x="5763" y="3521"/>
                    </a:lnTo>
                    <a:lnTo>
                      <a:pt x="5758" y="3527"/>
                    </a:lnTo>
                    <a:lnTo>
                      <a:pt x="5754" y="3533"/>
                    </a:lnTo>
                    <a:lnTo>
                      <a:pt x="5750" y="3541"/>
                    </a:lnTo>
                    <a:lnTo>
                      <a:pt x="5749" y="3547"/>
                    </a:lnTo>
                    <a:lnTo>
                      <a:pt x="5746" y="3556"/>
                    </a:lnTo>
                    <a:lnTo>
                      <a:pt x="5746" y="3556"/>
                    </a:lnTo>
                    <a:lnTo>
                      <a:pt x="5746" y="3557"/>
                    </a:lnTo>
                    <a:lnTo>
                      <a:pt x="5746" y="3557"/>
                    </a:lnTo>
                    <a:lnTo>
                      <a:pt x="5736" y="3637"/>
                    </a:lnTo>
                    <a:lnTo>
                      <a:pt x="5722" y="3717"/>
                    </a:lnTo>
                    <a:lnTo>
                      <a:pt x="5706" y="3796"/>
                    </a:lnTo>
                    <a:lnTo>
                      <a:pt x="5687" y="3875"/>
                    </a:lnTo>
                    <a:lnTo>
                      <a:pt x="5667" y="3953"/>
                    </a:lnTo>
                    <a:lnTo>
                      <a:pt x="5644" y="4030"/>
                    </a:lnTo>
                    <a:lnTo>
                      <a:pt x="5617" y="4106"/>
                    </a:lnTo>
                    <a:lnTo>
                      <a:pt x="5590" y="4181"/>
                    </a:lnTo>
                    <a:lnTo>
                      <a:pt x="5590" y="4181"/>
                    </a:lnTo>
                    <a:lnTo>
                      <a:pt x="5562" y="4248"/>
                    </a:lnTo>
                    <a:lnTo>
                      <a:pt x="5532" y="4314"/>
                    </a:lnTo>
                    <a:lnTo>
                      <a:pt x="5501" y="4379"/>
                    </a:lnTo>
                    <a:lnTo>
                      <a:pt x="5468" y="4443"/>
                    </a:lnTo>
                    <a:lnTo>
                      <a:pt x="5433" y="4506"/>
                    </a:lnTo>
                    <a:lnTo>
                      <a:pt x="5395" y="4569"/>
                    </a:lnTo>
                    <a:lnTo>
                      <a:pt x="5356" y="4630"/>
                    </a:lnTo>
                    <a:lnTo>
                      <a:pt x="5316" y="4690"/>
                    </a:lnTo>
                    <a:lnTo>
                      <a:pt x="5316" y="4690"/>
                    </a:lnTo>
                    <a:lnTo>
                      <a:pt x="5305" y="4658"/>
                    </a:lnTo>
                    <a:lnTo>
                      <a:pt x="5292" y="4626"/>
                    </a:lnTo>
                    <a:lnTo>
                      <a:pt x="5277" y="4595"/>
                    </a:lnTo>
                    <a:lnTo>
                      <a:pt x="5261" y="4566"/>
                    </a:lnTo>
                    <a:lnTo>
                      <a:pt x="5242" y="4537"/>
                    </a:lnTo>
                    <a:lnTo>
                      <a:pt x="5221" y="4510"/>
                    </a:lnTo>
                    <a:lnTo>
                      <a:pt x="5198" y="4485"/>
                    </a:lnTo>
                    <a:lnTo>
                      <a:pt x="5173" y="4460"/>
                    </a:lnTo>
                    <a:lnTo>
                      <a:pt x="5173" y="4460"/>
                    </a:lnTo>
                    <a:lnTo>
                      <a:pt x="5156" y="4445"/>
                    </a:lnTo>
                    <a:lnTo>
                      <a:pt x="5137" y="4429"/>
                    </a:lnTo>
                    <a:lnTo>
                      <a:pt x="5118" y="4416"/>
                    </a:lnTo>
                    <a:lnTo>
                      <a:pt x="5098" y="4403"/>
                    </a:lnTo>
                    <a:lnTo>
                      <a:pt x="5078" y="4391"/>
                    </a:lnTo>
                    <a:lnTo>
                      <a:pt x="5058" y="4379"/>
                    </a:lnTo>
                    <a:lnTo>
                      <a:pt x="5037" y="4369"/>
                    </a:lnTo>
                    <a:lnTo>
                      <a:pt x="5015" y="4361"/>
                    </a:lnTo>
                    <a:lnTo>
                      <a:pt x="4993" y="4353"/>
                    </a:lnTo>
                    <a:lnTo>
                      <a:pt x="4970" y="4345"/>
                    </a:lnTo>
                    <a:lnTo>
                      <a:pt x="4948" y="4340"/>
                    </a:lnTo>
                    <a:lnTo>
                      <a:pt x="4925" y="4335"/>
                    </a:lnTo>
                    <a:lnTo>
                      <a:pt x="4903" y="4332"/>
                    </a:lnTo>
                    <a:lnTo>
                      <a:pt x="4879" y="4328"/>
                    </a:lnTo>
                    <a:lnTo>
                      <a:pt x="4855" y="4327"/>
                    </a:lnTo>
                    <a:lnTo>
                      <a:pt x="4831" y="4327"/>
                    </a:lnTo>
                    <a:lnTo>
                      <a:pt x="4831" y="4327"/>
                    </a:lnTo>
                    <a:lnTo>
                      <a:pt x="4805" y="4327"/>
                    </a:lnTo>
                    <a:lnTo>
                      <a:pt x="4779" y="4329"/>
                    </a:lnTo>
                    <a:lnTo>
                      <a:pt x="4753" y="4333"/>
                    </a:lnTo>
                    <a:lnTo>
                      <a:pt x="4727" y="4337"/>
                    </a:lnTo>
                    <a:lnTo>
                      <a:pt x="4702" y="4343"/>
                    </a:lnTo>
                    <a:lnTo>
                      <a:pt x="4677" y="4351"/>
                    </a:lnTo>
                    <a:lnTo>
                      <a:pt x="4652" y="4359"/>
                    </a:lnTo>
                    <a:lnTo>
                      <a:pt x="4628" y="4369"/>
                    </a:lnTo>
                    <a:lnTo>
                      <a:pt x="4606" y="4379"/>
                    </a:lnTo>
                    <a:lnTo>
                      <a:pt x="4582" y="4392"/>
                    </a:lnTo>
                    <a:lnTo>
                      <a:pt x="4560" y="4406"/>
                    </a:lnTo>
                    <a:lnTo>
                      <a:pt x="4538" y="4419"/>
                    </a:lnTo>
                    <a:lnTo>
                      <a:pt x="4518" y="4436"/>
                    </a:lnTo>
                    <a:lnTo>
                      <a:pt x="4498" y="4452"/>
                    </a:lnTo>
                    <a:lnTo>
                      <a:pt x="4478" y="4470"/>
                    </a:lnTo>
                    <a:lnTo>
                      <a:pt x="4460" y="4488"/>
                    </a:lnTo>
                    <a:lnTo>
                      <a:pt x="4460" y="4488"/>
                    </a:lnTo>
                    <a:lnTo>
                      <a:pt x="4443" y="4507"/>
                    </a:lnTo>
                    <a:lnTo>
                      <a:pt x="4427" y="4527"/>
                    </a:lnTo>
                    <a:lnTo>
                      <a:pt x="4412" y="4547"/>
                    </a:lnTo>
                    <a:lnTo>
                      <a:pt x="4400" y="4569"/>
                    </a:lnTo>
                    <a:lnTo>
                      <a:pt x="4387" y="4590"/>
                    </a:lnTo>
                    <a:lnTo>
                      <a:pt x="4376" y="4611"/>
                    </a:lnTo>
                    <a:lnTo>
                      <a:pt x="4366" y="4634"/>
                    </a:lnTo>
                    <a:lnTo>
                      <a:pt x="4356" y="4656"/>
                    </a:lnTo>
                    <a:lnTo>
                      <a:pt x="4349" y="4680"/>
                    </a:lnTo>
                    <a:lnTo>
                      <a:pt x="4342" y="4704"/>
                    </a:lnTo>
                    <a:lnTo>
                      <a:pt x="4336" y="4728"/>
                    </a:lnTo>
                    <a:lnTo>
                      <a:pt x="4332" y="4752"/>
                    </a:lnTo>
                    <a:lnTo>
                      <a:pt x="4328" y="4777"/>
                    </a:lnTo>
                    <a:lnTo>
                      <a:pt x="4326" y="4802"/>
                    </a:lnTo>
                    <a:lnTo>
                      <a:pt x="4326" y="4827"/>
                    </a:lnTo>
                    <a:lnTo>
                      <a:pt x="4326" y="4852"/>
                    </a:lnTo>
                    <a:lnTo>
                      <a:pt x="4326" y="4852"/>
                    </a:lnTo>
                    <a:lnTo>
                      <a:pt x="4327" y="4877"/>
                    </a:lnTo>
                    <a:lnTo>
                      <a:pt x="4331" y="4902"/>
                    </a:lnTo>
                    <a:lnTo>
                      <a:pt x="4335" y="4926"/>
                    </a:lnTo>
                    <a:lnTo>
                      <a:pt x="4340" y="4951"/>
                    </a:lnTo>
                    <a:lnTo>
                      <a:pt x="4346" y="4975"/>
                    </a:lnTo>
                    <a:lnTo>
                      <a:pt x="4354" y="4999"/>
                    </a:lnTo>
                    <a:lnTo>
                      <a:pt x="4362" y="5021"/>
                    </a:lnTo>
                    <a:lnTo>
                      <a:pt x="4372" y="5044"/>
                    </a:lnTo>
                    <a:lnTo>
                      <a:pt x="4382" y="5066"/>
                    </a:lnTo>
                    <a:lnTo>
                      <a:pt x="4395" y="5088"/>
                    </a:lnTo>
                    <a:lnTo>
                      <a:pt x="4407" y="5108"/>
                    </a:lnTo>
                    <a:lnTo>
                      <a:pt x="4422" y="5129"/>
                    </a:lnTo>
                    <a:lnTo>
                      <a:pt x="4438" y="5148"/>
                    </a:lnTo>
                    <a:lnTo>
                      <a:pt x="4453" y="5167"/>
                    </a:lnTo>
                    <a:lnTo>
                      <a:pt x="4470" y="5186"/>
                    </a:lnTo>
                    <a:lnTo>
                      <a:pt x="4489" y="5203"/>
                    </a:lnTo>
                    <a:lnTo>
                      <a:pt x="4489" y="5203"/>
                    </a:lnTo>
                    <a:lnTo>
                      <a:pt x="4510" y="5222"/>
                    </a:lnTo>
                    <a:lnTo>
                      <a:pt x="4534" y="5241"/>
                    </a:lnTo>
                    <a:lnTo>
                      <a:pt x="4558" y="5257"/>
                    </a:lnTo>
                    <a:lnTo>
                      <a:pt x="4583" y="5272"/>
                    </a:lnTo>
                    <a:lnTo>
                      <a:pt x="4608" y="5286"/>
                    </a:lnTo>
                    <a:lnTo>
                      <a:pt x="4634" y="5297"/>
                    </a:lnTo>
                    <a:lnTo>
                      <a:pt x="4662" y="5308"/>
                    </a:lnTo>
                    <a:lnTo>
                      <a:pt x="4690" y="5317"/>
                    </a:lnTo>
                    <a:lnTo>
                      <a:pt x="4690" y="5317"/>
                    </a:lnTo>
                    <a:lnTo>
                      <a:pt x="4636" y="5354"/>
                    </a:lnTo>
                    <a:lnTo>
                      <a:pt x="4580" y="5389"/>
                    </a:lnTo>
                    <a:lnTo>
                      <a:pt x="4524" y="5422"/>
                    </a:lnTo>
                    <a:lnTo>
                      <a:pt x="4468" y="5455"/>
                    </a:lnTo>
                    <a:lnTo>
                      <a:pt x="4410" y="5485"/>
                    </a:lnTo>
                    <a:lnTo>
                      <a:pt x="4351" y="5514"/>
                    </a:lnTo>
                    <a:lnTo>
                      <a:pt x="4292" y="5543"/>
                    </a:lnTo>
                    <a:lnTo>
                      <a:pt x="4233" y="5568"/>
                    </a:lnTo>
                    <a:lnTo>
                      <a:pt x="4233" y="5568"/>
                    </a:lnTo>
                    <a:lnTo>
                      <a:pt x="4193" y="5585"/>
                    </a:lnTo>
                    <a:lnTo>
                      <a:pt x="4152" y="5600"/>
                    </a:lnTo>
                    <a:lnTo>
                      <a:pt x="4110" y="5617"/>
                    </a:lnTo>
                    <a:lnTo>
                      <a:pt x="4069" y="5631"/>
                    </a:lnTo>
                    <a:lnTo>
                      <a:pt x="4028" y="5644"/>
                    </a:lnTo>
                    <a:lnTo>
                      <a:pt x="3986" y="5658"/>
                    </a:lnTo>
                    <a:lnTo>
                      <a:pt x="3944" y="5669"/>
                    </a:lnTo>
                    <a:lnTo>
                      <a:pt x="3902" y="5682"/>
                    </a:lnTo>
                    <a:lnTo>
                      <a:pt x="3860" y="5692"/>
                    </a:lnTo>
                    <a:lnTo>
                      <a:pt x="3817" y="5702"/>
                    </a:lnTo>
                    <a:lnTo>
                      <a:pt x="3774" y="5712"/>
                    </a:lnTo>
                    <a:lnTo>
                      <a:pt x="3730" y="5721"/>
                    </a:lnTo>
                    <a:lnTo>
                      <a:pt x="3688" y="5728"/>
                    </a:lnTo>
                    <a:lnTo>
                      <a:pt x="3644" y="5735"/>
                    </a:lnTo>
                    <a:lnTo>
                      <a:pt x="3601" y="5741"/>
                    </a:lnTo>
                    <a:lnTo>
                      <a:pt x="3557" y="5747"/>
                    </a:lnTo>
                    <a:lnTo>
                      <a:pt x="3557" y="5747"/>
                    </a:lnTo>
                    <a:lnTo>
                      <a:pt x="3555" y="5747"/>
                    </a:lnTo>
                    <a:lnTo>
                      <a:pt x="3555" y="5747"/>
                    </a:lnTo>
                    <a:lnTo>
                      <a:pt x="3544" y="5750"/>
                    </a:lnTo>
                    <a:lnTo>
                      <a:pt x="3534" y="5753"/>
                    </a:lnTo>
                    <a:lnTo>
                      <a:pt x="3525" y="5760"/>
                    </a:lnTo>
                    <a:lnTo>
                      <a:pt x="3517" y="5767"/>
                    </a:lnTo>
                    <a:lnTo>
                      <a:pt x="3511" y="5776"/>
                    </a:lnTo>
                    <a:lnTo>
                      <a:pt x="3506" y="5785"/>
                    </a:lnTo>
                    <a:lnTo>
                      <a:pt x="3502" y="5796"/>
                    </a:lnTo>
                    <a:lnTo>
                      <a:pt x="3501" y="5807"/>
                    </a:lnTo>
                    <a:lnTo>
                      <a:pt x="3501" y="5807"/>
                    </a:lnTo>
                    <a:lnTo>
                      <a:pt x="3502" y="5815"/>
                    </a:lnTo>
                    <a:lnTo>
                      <a:pt x="3504" y="5821"/>
                    </a:lnTo>
                    <a:lnTo>
                      <a:pt x="3507" y="5834"/>
                    </a:lnTo>
                    <a:lnTo>
                      <a:pt x="3515" y="5845"/>
                    </a:lnTo>
                    <a:lnTo>
                      <a:pt x="3524" y="5854"/>
                    </a:lnTo>
                    <a:lnTo>
                      <a:pt x="3524" y="5854"/>
                    </a:lnTo>
                    <a:lnTo>
                      <a:pt x="3537" y="5868"/>
                    </a:lnTo>
                    <a:lnTo>
                      <a:pt x="3550" y="5881"/>
                    </a:lnTo>
                    <a:lnTo>
                      <a:pt x="3561" y="5896"/>
                    </a:lnTo>
                    <a:lnTo>
                      <a:pt x="3573" y="5910"/>
                    </a:lnTo>
                    <a:lnTo>
                      <a:pt x="3583" y="5926"/>
                    </a:lnTo>
                    <a:lnTo>
                      <a:pt x="3593" y="5942"/>
                    </a:lnTo>
                    <a:lnTo>
                      <a:pt x="3601" y="5958"/>
                    </a:lnTo>
                    <a:lnTo>
                      <a:pt x="3609" y="5974"/>
                    </a:lnTo>
                    <a:lnTo>
                      <a:pt x="3616" y="5992"/>
                    </a:lnTo>
                    <a:lnTo>
                      <a:pt x="3623" y="6009"/>
                    </a:lnTo>
                    <a:lnTo>
                      <a:pt x="3628" y="6027"/>
                    </a:lnTo>
                    <a:lnTo>
                      <a:pt x="3633" y="6044"/>
                    </a:lnTo>
                    <a:lnTo>
                      <a:pt x="3636" y="6062"/>
                    </a:lnTo>
                    <a:lnTo>
                      <a:pt x="3639" y="6081"/>
                    </a:lnTo>
                    <a:lnTo>
                      <a:pt x="3641" y="6098"/>
                    </a:lnTo>
                    <a:lnTo>
                      <a:pt x="3643" y="6117"/>
                    </a:lnTo>
                    <a:lnTo>
                      <a:pt x="3643" y="6117"/>
                    </a:lnTo>
                    <a:lnTo>
                      <a:pt x="3643" y="6137"/>
                    </a:lnTo>
                    <a:lnTo>
                      <a:pt x="3643" y="6156"/>
                    </a:lnTo>
                    <a:lnTo>
                      <a:pt x="3641" y="6175"/>
                    </a:lnTo>
                    <a:lnTo>
                      <a:pt x="3639" y="6194"/>
                    </a:lnTo>
                    <a:lnTo>
                      <a:pt x="3635" y="6212"/>
                    </a:lnTo>
                    <a:lnTo>
                      <a:pt x="3631" y="6230"/>
                    </a:lnTo>
                    <a:lnTo>
                      <a:pt x="3626" y="6249"/>
                    </a:lnTo>
                    <a:lnTo>
                      <a:pt x="3620" y="6266"/>
                    </a:lnTo>
                    <a:lnTo>
                      <a:pt x="3613" y="6284"/>
                    </a:lnTo>
                    <a:lnTo>
                      <a:pt x="3605" y="6300"/>
                    </a:lnTo>
                    <a:lnTo>
                      <a:pt x="3596" y="6316"/>
                    </a:lnTo>
                    <a:lnTo>
                      <a:pt x="3588" y="6333"/>
                    </a:lnTo>
                    <a:lnTo>
                      <a:pt x="3576" y="6349"/>
                    </a:lnTo>
                    <a:lnTo>
                      <a:pt x="3566" y="6364"/>
                    </a:lnTo>
                    <a:lnTo>
                      <a:pt x="3554" y="6379"/>
                    </a:lnTo>
                    <a:lnTo>
                      <a:pt x="3541" y="6394"/>
                    </a:lnTo>
                    <a:lnTo>
                      <a:pt x="3541" y="6394"/>
                    </a:lnTo>
                    <a:lnTo>
                      <a:pt x="3527" y="6408"/>
                    </a:lnTo>
                    <a:lnTo>
                      <a:pt x="3514" y="6420"/>
                    </a:lnTo>
                    <a:lnTo>
                      <a:pt x="3500" y="6433"/>
                    </a:lnTo>
                    <a:lnTo>
                      <a:pt x="3485" y="6444"/>
                    </a:lnTo>
                    <a:lnTo>
                      <a:pt x="3468" y="6456"/>
                    </a:lnTo>
                    <a:lnTo>
                      <a:pt x="3453" y="6464"/>
                    </a:lnTo>
                    <a:lnTo>
                      <a:pt x="3437" y="6474"/>
                    </a:lnTo>
                    <a:lnTo>
                      <a:pt x="3420" y="6482"/>
                    </a:lnTo>
                    <a:lnTo>
                      <a:pt x="3403" y="6489"/>
                    </a:lnTo>
                    <a:lnTo>
                      <a:pt x="3386" y="6496"/>
                    </a:lnTo>
                    <a:lnTo>
                      <a:pt x="3367" y="6502"/>
                    </a:lnTo>
                    <a:lnTo>
                      <a:pt x="3349" y="6507"/>
                    </a:lnTo>
                    <a:lnTo>
                      <a:pt x="3331" y="6511"/>
                    </a:lnTo>
                    <a:lnTo>
                      <a:pt x="3312" y="6514"/>
                    </a:lnTo>
                    <a:lnTo>
                      <a:pt x="3293" y="6516"/>
                    </a:lnTo>
                    <a:lnTo>
                      <a:pt x="3274" y="6517"/>
                    </a:lnTo>
                    <a:lnTo>
                      <a:pt x="3274" y="6517"/>
                    </a:lnTo>
                    <a:lnTo>
                      <a:pt x="3258" y="6517"/>
                    </a:lnTo>
                    <a:lnTo>
                      <a:pt x="3258" y="6517"/>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42" name="Rectangle 29"/>
              <p:cNvSpPr>
                <a:spLocks noChangeArrowheads="1"/>
              </p:cNvSpPr>
              <p:nvPr/>
            </p:nvSpPr>
            <p:spPr bwMode="auto">
              <a:xfrm>
                <a:off x="4704192" y="3692581"/>
                <a:ext cx="1444383" cy="11873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ctr" defTabSz="914400" rtl="0" eaLnBrk="1" fontAlgn="base" latinLnBrk="0" hangingPunct="1">
                  <a:lnSpc>
                    <a:spcPts val="2800"/>
                  </a:lnSpc>
                  <a:spcBef>
                    <a:spcPct val="0"/>
                  </a:spcBef>
                  <a:spcAft>
                    <a:spcPct val="0"/>
                  </a:spcAft>
                  <a:buClrTx/>
                  <a:buSzTx/>
                  <a:buFontTx/>
                  <a:buNone/>
                </a:pPr>
                <a:r>
                  <a:rPr kumimoji="0" lang="en-US" altLang="en-US" sz="2175" b="1" u="none" strike="noStrike" cap="none" normalizeH="0" baseline="0" dirty="0" smtClean="0">
                    <a:ln>
                      <a:noFill/>
                    </a:ln>
                    <a:solidFill>
                      <a:srgbClr val="FFFFFF"/>
                    </a:solidFill>
                    <a:effectLst/>
                    <a:latin typeface="+mj-lt"/>
                    <a:cs typeface="腾讯体 W3" panose="020C04030202040F0204" pitchFamily="34" charset="-122"/>
                  </a:rPr>
                  <a:t>8 piece puzzle</a:t>
                </a:r>
                <a:r>
                  <a:rPr kumimoji="0" lang="en-US" altLang="en-US" sz="2175" b="1" u="none" strike="noStrike" cap="none" normalizeH="0" dirty="0" smtClean="0">
                    <a:ln>
                      <a:noFill/>
                    </a:ln>
                    <a:solidFill>
                      <a:srgbClr val="FFFFFF"/>
                    </a:solidFill>
                    <a:effectLst/>
                    <a:latin typeface="+mj-lt"/>
                    <a:cs typeface="腾讯体 W3" panose="020C04030202040F0204" pitchFamily="34" charset="-122"/>
                  </a:rPr>
                  <a:t> diagram</a:t>
                </a:r>
                <a:endParaRPr kumimoji="0" lang="en-US" altLang="en-US" sz="1450" b="0" i="0" u="none" strike="noStrike" cap="none" normalizeH="0" baseline="0" dirty="0" smtClean="0">
                  <a:ln>
                    <a:noFill/>
                  </a:ln>
                  <a:solidFill>
                    <a:schemeClr val="tx1"/>
                  </a:solidFill>
                  <a:effectLst/>
                  <a:latin typeface="+mj-lt"/>
                  <a:cs typeface="腾讯体 W3" panose="020C04030202040F0204" pitchFamily="34" charset="-122"/>
                </a:endParaRPr>
              </a:p>
            </p:txBody>
          </p:sp>
        </p:grpSp>
        <p:sp>
          <p:nvSpPr>
            <p:cNvPr id="45" name="TextBox 44"/>
            <p:cNvSpPr txBox="1"/>
            <p:nvPr/>
          </p:nvSpPr>
          <p:spPr>
            <a:xfrm>
              <a:off x="4598046" y="1529652"/>
              <a:ext cx="698333" cy="606637"/>
            </a:xfrm>
            <a:prstGeom prst="rect">
              <a:avLst/>
            </a:prstGeom>
            <a:noFill/>
          </p:spPr>
          <p:txBody>
            <a:bodyPr wrap="square" lIns="0" tIns="0" rIns="0" bIns="0" rtlCol="0">
              <a:noAutofit/>
            </a:bodyPr>
            <a:lstStyle/>
            <a:p>
              <a:pPr>
                <a:spcAft>
                  <a:spcPts val="900"/>
                </a:spcAft>
              </a:pPr>
              <a:r>
                <a:rPr lang="en-GB" sz="2900" b="1" dirty="0" smtClean="0">
                  <a:solidFill>
                    <a:schemeClr val="bg1"/>
                  </a:solidFill>
                  <a:latin typeface="+mj-lt"/>
                </a:rPr>
                <a:t>01</a:t>
              </a:r>
              <a:endParaRPr lang="en-GB" sz="2900" b="1" dirty="0" smtClean="0">
                <a:solidFill>
                  <a:schemeClr val="bg1"/>
                </a:solidFill>
                <a:latin typeface="+mj-lt"/>
              </a:endParaRPr>
            </a:p>
          </p:txBody>
        </p:sp>
        <p:sp>
          <p:nvSpPr>
            <p:cNvPr id="46" name="TextBox 45"/>
            <p:cNvSpPr txBox="1"/>
            <p:nvPr/>
          </p:nvSpPr>
          <p:spPr>
            <a:xfrm>
              <a:off x="5130980" y="1670943"/>
              <a:ext cx="1136561" cy="699604"/>
            </a:xfrm>
            <a:prstGeom prst="rect">
              <a:avLst/>
            </a:prstGeom>
            <a:noFill/>
          </p:spPr>
          <p:txBody>
            <a:bodyPr wrap="square" lIns="0" tIns="0" rIns="0" bIns="0" rtlCol="0">
              <a:noAutofit/>
            </a:bodyPr>
            <a:lstStyle/>
            <a:p>
              <a:pPr>
                <a:spcAft>
                  <a:spcPts val="900"/>
                </a:spcAft>
              </a:pPr>
              <a:r>
                <a:rPr lang="en-GB" sz="725" dirty="0" smtClean="0">
                  <a:solidFill>
                    <a:schemeClr val="bg1"/>
                  </a:solidFill>
                  <a:latin typeface="+mj-lt"/>
                </a:rPr>
                <a:t>Text to go here go here </a:t>
              </a:r>
              <a:r>
                <a:rPr lang="en-GB" sz="725" dirty="0">
                  <a:solidFill>
                    <a:schemeClr val="bg1"/>
                  </a:solidFill>
                  <a:latin typeface="+mj-lt"/>
                </a:rPr>
                <a:t>go here to go here go here go </a:t>
              </a:r>
              <a:r>
                <a:rPr lang="en-GB" sz="725" dirty="0" smtClean="0">
                  <a:solidFill>
                    <a:schemeClr val="bg1"/>
                  </a:solidFill>
                  <a:latin typeface="+mj-lt"/>
                </a:rPr>
                <a:t>here</a:t>
              </a:r>
              <a:r>
                <a:rPr lang="en-GB" sz="725" dirty="0">
                  <a:solidFill>
                    <a:schemeClr val="bg1"/>
                  </a:solidFill>
                  <a:latin typeface="+mj-lt"/>
                </a:rPr>
                <a:t> to go here go here go </a:t>
              </a:r>
              <a:r>
                <a:rPr lang="en-GB" sz="725" dirty="0" smtClean="0">
                  <a:solidFill>
                    <a:schemeClr val="bg1"/>
                  </a:solidFill>
                  <a:latin typeface="+mj-lt"/>
                </a:rPr>
                <a:t>here</a:t>
              </a:r>
              <a:r>
                <a:rPr lang="en-GB" sz="725" dirty="0">
                  <a:solidFill>
                    <a:schemeClr val="bg1"/>
                  </a:solidFill>
                  <a:latin typeface="+mj-lt"/>
                </a:rPr>
                <a:t> to go here go here go here</a:t>
              </a:r>
              <a:endParaRPr lang="en-GB" sz="725" dirty="0" smtClean="0">
                <a:solidFill>
                  <a:schemeClr val="bg1"/>
                </a:solidFill>
                <a:latin typeface="+mj-lt"/>
              </a:endParaRPr>
            </a:p>
          </p:txBody>
        </p:sp>
        <p:sp>
          <p:nvSpPr>
            <p:cNvPr id="47" name="TextBox 46"/>
            <p:cNvSpPr txBox="1"/>
            <p:nvPr/>
          </p:nvSpPr>
          <p:spPr>
            <a:xfrm>
              <a:off x="6449798" y="1900672"/>
              <a:ext cx="698333" cy="606637"/>
            </a:xfrm>
            <a:prstGeom prst="rect">
              <a:avLst/>
            </a:prstGeom>
            <a:noFill/>
          </p:spPr>
          <p:txBody>
            <a:bodyPr wrap="square" lIns="0" tIns="0" rIns="0" bIns="0" rtlCol="0">
              <a:noAutofit/>
            </a:bodyPr>
            <a:lstStyle/>
            <a:p>
              <a:pPr>
                <a:spcAft>
                  <a:spcPts val="900"/>
                </a:spcAft>
              </a:pPr>
              <a:r>
                <a:rPr lang="en-GB" sz="2900" b="1" dirty="0" smtClean="0">
                  <a:solidFill>
                    <a:schemeClr val="bg1"/>
                  </a:solidFill>
                  <a:latin typeface="+mj-lt"/>
                </a:rPr>
                <a:t>02</a:t>
              </a:r>
              <a:endParaRPr lang="en-GB" sz="2900" b="1" dirty="0" smtClean="0">
                <a:solidFill>
                  <a:schemeClr val="bg1"/>
                </a:solidFill>
                <a:latin typeface="+mj-lt"/>
              </a:endParaRPr>
            </a:p>
          </p:txBody>
        </p:sp>
        <p:sp>
          <p:nvSpPr>
            <p:cNvPr id="48" name="TextBox 47"/>
            <p:cNvSpPr txBox="1"/>
            <p:nvPr/>
          </p:nvSpPr>
          <p:spPr>
            <a:xfrm>
              <a:off x="6432773" y="2420383"/>
              <a:ext cx="1136561" cy="699604"/>
            </a:xfrm>
            <a:prstGeom prst="rect">
              <a:avLst/>
            </a:prstGeom>
            <a:noFill/>
          </p:spPr>
          <p:txBody>
            <a:bodyPr wrap="square" lIns="0" tIns="0" rIns="0" bIns="0" rtlCol="0">
              <a:noAutofit/>
            </a:bodyPr>
            <a:lstStyle/>
            <a:p>
              <a:pPr>
                <a:spcAft>
                  <a:spcPts val="900"/>
                </a:spcAft>
              </a:pPr>
              <a:r>
                <a:rPr lang="en-GB" sz="725" dirty="0" smtClean="0">
                  <a:solidFill>
                    <a:schemeClr val="bg1"/>
                  </a:solidFill>
                  <a:latin typeface="+mj-lt"/>
                </a:rPr>
                <a:t>Text to go here go here </a:t>
              </a:r>
              <a:r>
                <a:rPr lang="en-GB" sz="725" dirty="0">
                  <a:solidFill>
                    <a:schemeClr val="bg1"/>
                  </a:solidFill>
                  <a:latin typeface="+mj-lt"/>
                </a:rPr>
                <a:t>go here to go here go here go </a:t>
              </a:r>
              <a:r>
                <a:rPr lang="en-GB" sz="725" dirty="0" smtClean="0">
                  <a:solidFill>
                    <a:schemeClr val="bg1"/>
                  </a:solidFill>
                  <a:latin typeface="+mj-lt"/>
                </a:rPr>
                <a:t>here</a:t>
              </a:r>
              <a:r>
                <a:rPr lang="en-GB" sz="725" dirty="0">
                  <a:solidFill>
                    <a:schemeClr val="bg1"/>
                  </a:solidFill>
                  <a:latin typeface="+mj-lt"/>
                </a:rPr>
                <a:t> to go here go here go </a:t>
              </a:r>
              <a:r>
                <a:rPr lang="en-GB" sz="725" dirty="0" smtClean="0">
                  <a:solidFill>
                    <a:schemeClr val="bg1"/>
                  </a:solidFill>
                  <a:latin typeface="+mj-lt"/>
                </a:rPr>
                <a:t>here</a:t>
              </a:r>
              <a:r>
                <a:rPr lang="en-GB" sz="725" dirty="0">
                  <a:solidFill>
                    <a:schemeClr val="bg1"/>
                  </a:solidFill>
                  <a:latin typeface="+mj-lt"/>
                </a:rPr>
                <a:t> to go here go here go here</a:t>
              </a:r>
              <a:endParaRPr lang="en-GB" sz="725" dirty="0" smtClean="0">
                <a:solidFill>
                  <a:schemeClr val="bg1"/>
                </a:solidFill>
                <a:latin typeface="+mj-lt"/>
              </a:endParaRPr>
            </a:p>
          </p:txBody>
        </p:sp>
        <p:sp>
          <p:nvSpPr>
            <p:cNvPr id="49" name="TextBox 48"/>
            <p:cNvSpPr txBox="1"/>
            <p:nvPr/>
          </p:nvSpPr>
          <p:spPr>
            <a:xfrm>
              <a:off x="7480152" y="3336151"/>
              <a:ext cx="698333" cy="606637"/>
            </a:xfrm>
            <a:prstGeom prst="rect">
              <a:avLst/>
            </a:prstGeom>
            <a:noFill/>
          </p:spPr>
          <p:txBody>
            <a:bodyPr wrap="square" lIns="0" tIns="0" rIns="0" bIns="0" rtlCol="0">
              <a:noAutofit/>
            </a:bodyPr>
            <a:lstStyle/>
            <a:p>
              <a:pPr>
                <a:spcAft>
                  <a:spcPts val="900"/>
                </a:spcAft>
              </a:pPr>
              <a:r>
                <a:rPr lang="en-GB" sz="2900" b="1" dirty="0" smtClean="0">
                  <a:solidFill>
                    <a:schemeClr val="bg1"/>
                  </a:solidFill>
                  <a:latin typeface="+mj-lt"/>
                </a:rPr>
                <a:t>03</a:t>
              </a:r>
              <a:endParaRPr lang="en-GB" sz="2900" b="1" dirty="0" smtClean="0">
                <a:solidFill>
                  <a:schemeClr val="bg1"/>
                </a:solidFill>
                <a:latin typeface="+mj-lt"/>
              </a:endParaRPr>
            </a:p>
          </p:txBody>
        </p:sp>
        <p:sp>
          <p:nvSpPr>
            <p:cNvPr id="50" name="TextBox 49"/>
            <p:cNvSpPr txBox="1"/>
            <p:nvPr/>
          </p:nvSpPr>
          <p:spPr>
            <a:xfrm>
              <a:off x="7103536" y="3874184"/>
              <a:ext cx="912100" cy="699604"/>
            </a:xfrm>
            <a:prstGeom prst="rect">
              <a:avLst/>
            </a:prstGeom>
            <a:noFill/>
          </p:spPr>
          <p:txBody>
            <a:bodyPr wrap="square" lIns="0" tIns="0" rIns="0" bIns="0" rtlCol="0">
              <a:noAutofit/>
            </a:bodyPr>
            <a:lstStyle/>
            <a:p>
              <a:pPr>
                <a:spcAft>
                  <a:spcPts val="900"/>
                </a:spcAft>
              </a:pPr>
              <a:r>
                <a:rPr lang="en-GB" sz="725" dirty="0" smtClean="0">
                  <a:solidFill>
                    <a:schemeClr val="bg1"/>
                  </a:solidFill>
                  <a:latin typeface="+mj-lt"/>
                </a:rPr>
                <a:t>Text to go here go here </a:t>
              </a:r>
              <a:r>
                <a:rPr lang="en-GB" sz="725" dirty="0">
                  <a:solidFill>
                    <a:schemeClr val="bg1"/>
                  </a:solidFill>
                  <a:latin typeface="+mj-lt"/>
                </a:rPr>
                <a:t>go here to go here go here go </a:t>
              </a:r>
              <a:r>
                <a:rPr lang="en-GB" sz="725" dirty="0" smtClean="0">
                  <a:solidFill>
                    <a:schemeClr val="bg1"/>
                  </a:solidFill>
                  <a:latin typeface="+mj-lt"/>
                </a:rPr>
                <a:t>here</a:t>
              </a:r>
              <a:r>
                <a:rPr lang="en-GB" sz="725" dirty="0">
                  <a:solidFill>
                    <a:schemeClr val="bg1"/>
                  </a:solidFill>
                  <a:latin typeface="+mj-lt"/>
                </a:rPr>
                <a:t> to go here go here go </a:t>
              </a:r>
              <a:r>
                <a:rPr lang="en-GB" sz="725" dirty="0" smtClean="0">
                  <a:solidFill>
                    <a:schemeClr val="bg1"/>
                  </a:solidFill>
                  <a:latin typeface="+mj-lt"/>
                </a:rPr>
                <a:t>here</a:t>
              </a:r>
              <a:r>
                <a:rPr lang="en-GB" sz="725" dirty="0">
                  <a:solidFill>
                    <a:schemeClr val="bg1"/>
                  </a:solidFill>
                  <a:latin typeface="+mj-lt"/>
                </a:rPr>
                <a:t> to go here go here go here</a:t>
              </a:r>
              <a:endParaRPr lang="en-GB" sz="725" dirty="0" smtClean="0">
                <a:solidFill>
                  <a:schemeClr val="bg1"/>
                </a:solidFill>
                <a:latin typeface="+mj-lt"/>
              </a:endParaRPr>
            </a:p>
          </p:txBody>
        </p:sp>
        <p:sp>
          <p:nvSpPr>
            <p:cNvPr id="51" name="TextBox 50"/>
            <p:cNvSpPr txBox="1"/>
            <p:nvPr/>
          </p:nvSpPr>
          <p:spPr>
            <a:xfrm>
              <a:off x="7230506" y="5213212"/>
              <a:ext cx="698333" cy="606637"/>
            </a:xfrm>
            <a:prstGeom prst="rect">
              <a:avLst/>
            </a:prstGeom>
            <a:noFill/>
          </p:spPr>
          <p:txBody>
            <a:bodyPr wrap="square" lIns="0" tIns="0" rIns="0" bIns="0" rtlCol="0">
              <a:noAutofit/>
            </a:bodyPr>
            <a:lstStyle/>
            <a:p>
              <a:pPr>
                <a:spcAft>
                  <a:spcPts val="900"/>
                </a:spcAft>
              </a:pPr>
              <a:r>
                <a:rPr lang="en-GB" sz="2900" b="1" dirty="0" smtClean="0">
                  <a:solidFill>
                    <a:schemeClr val="bg1"/>
                  </a:solidFill>
                  <a:latin typeface="+mj-lt"/>
                </a:rPr>
                <a:t>04</a:t>
              </a:r>
              <a:endParaRPr lang="en-GB" sz="2900" b="1" dirty="0" smtClean="0">
                <a:solidFill>
                  <a:schemeClr val="bg1"/>
                </a:solidFill>
                <a:latin typeface="+mj-lt"/>
              </a:endParaRPr>
            </a:p>
          </p:txBody>
        </p:sp>
        <p:sp>
          <p:nvSpPr>
            <p:cNvPr id="52" name="TextBox 51"/>
            <p:cNvSpPr txBox="1"/>
            <p:nvPr/>
          </p:nvSpPr>
          <p:spPr>
            <a:xfrm>
              <a:off x="6318405" y="5359612"/>
              <a:ext cx="912100" cy="699604"/>
            </a:xfrm>
            <a:prstGeom prst="rect">
              <a:avLst/>
            </a:prstGeom>
            <a:noFill/>
          </p:spPr>
          <p:txBody>
            <a:bodyPr wrap="square" lIns="0" tIns="0" rIns="0" bIns="0" rtlCol="0">
              <a:noAutofit/>
            </a:bodyPr>
            <a:lstStyle/>
            <a:p>
              <a:pPr>
                <a:spcAft>
                  <a:spcPts val="900"/>
                </a:spcAft>
              </a:pPr>
              <a:r>
                <a:rPr lang="en-GB" sz="725" dirty="0" smtClean="0">
                  <a:solidFill>
                    <a:schemeClr val="bg1"/>
                  </a:solidFill>
                  <a:latin typeface="+mj-lt"/>
                </a:rPr>
                <a:t>Text to go here go here </a:t>
              </a:r>
              <a:r>
                <a:rPr lang="en-GB" sz="725" dirty="0">
                  <a:solidFill>
                    <a:schemeClr val="bg1"/>
                  </a:solidFill>
                  <a:latin typeface="+mj-lt"/>
                </a:rPr>
                <a:t>go here to go here go here go </a:t>
              </a:r>
              <a:r>
                <a:rPr lang="en-GB" sz="725" dirty="0" smtClean="0">
                  <a:solidFill>
                    <a:schemeClr val="bg1"/>
                  </a:solidFill>
                  <a:latin typeface="+mj-lt"/>
                </a:rPr>
                <a:t>here</a:t>
              </a:r>
              <a:r>
                <a:rPr lang="en-GB" sz="725" dirty="0">
                  <a:solidFill>
                    <a:schemeClr val="bg1"/>
                  </a:solidFill>
                  <a:latin typeface="+mj-lt"/>
                </a:rPr>
                <a:t> to go here go here go </a:t>
              </a:r>
              <a:r>
                <a:rPr lang="en-GB" sz="725" dirty="0" smtClean="0">
                  <a:solidFill>
                    <a:schemeClr val="bg1"/>
                  </a:solidFill>
                  <a:latin typeface="+mj-lt"/>
                </a:rPr>
                <a:t>here</a:t>
              </a:r>
              <a:r>
                <a:rPr lang="en-GB" sz="725" dirty="0">
                  <a:solidFill>
                    <a:schemeClr val="bg1"/>
                  </a:solidFill>
                  <a:latin typeface="+mj-lt"/>
                </a:rPr>
                <a:t> to go here go here go here</a:t>
              </a:r>
              <a:endParaRPr lang="en-GB" sz="725" dirty="0" smtClean="0">
                <a:solidFill>
                  <a:schemeClr val="bg1"/>
                </a:solidFill>
                <a:latin typeface="+mj-lt"/>
              </a:endParaRPr>
            </a:p>
          </p:txBody>
        </p:sp>
        <p:sp>
          <p:nvSpPr>
            <p:cNvPr id="53" name="TextBox 52"/>
            <p:cNvSpPr txBox="1"/>
            <p:nvPr/>
          </p:nvSpPr>
          <p:spPr>
            <a:xfrm>
              <a:off x="5682298" y="6440785"/>
              <a:ext cx="698333" cy="606637"/>
            </a:xfrm>
            <a:prstGeom prst="rect">
              <a:avLst/>
            </a:prstGeom>
            <a:noFill/>
          </p:spPr>
          <p:txBody>
            <a:bodyPr wrap="square" lIns="0" tIns="0" rIns="0" bIns="0" rtlCol="0">
              <a:noAutofit/>
            </a:bodyPr>
            <a:lstStyle/>
            <a:p>
              <a:pPr>
                <a:spcAft>
                  <a:spcPts val="900"/>
                </a:spcAft>
              </a:pPr>
              <a:r>
                <a:rPr lang="en-GB" sz="2900" b="1" dirty="0" smtClean="0">
                  <a:solidFill>
                    <a:schemeClr val="bg1"/>
                  </a:solidFill>
                  <a:latin typeface="+mj-lt"/>
                </a:rPr>
                <a:t>05</a:t>
              </a:r>
              <a:endParaRPr lang="en-GB" sz="2900" b="1" dirty="0" smtClean="0">
                <a:solidFill>
                  <a:schemeClr val="bg1"/>
                </a:solidFill>
                <a:latin typeface="+mj-lt"/>
              </a:endParaRPr>
            </a:p>
          </p:txBody>
        </p:sp>
        <p:sp>
          <p:nvSpPr>
            <p:cNvPr id="54" name="TextBox 53"/>
            <p:cNvSpPr txBox="1"/>
            <p:nvPr/>
          </p:nvSpPr>
          <p:spPr>
            <a:xfrm>
              <a:off x="3829810" y="6120150"/>
              <a:ext cx="698333" cy="606637"/>
            </a:xfrm>
            <a:prstGeom prst="rect">
              <a:avLst/>
            </a:prstGeom>
            <a:noFill/>
          </p:spPr>
          <p:txBody>
            <a:bodyPr wrap="square" lIns="0" tIns="0" rIns="0" bIns="0" rtlCol="0">
              <a:noAutofit/>
            </a:bodyPr>
            <a:lstStyle/>
            <a:p>
              <a:pPr>
                <a:spcAft>
                  <a:spcPts val="900"/>
                </a:spcAft>
              </a:pPr>
              <a:r>
                <a:rPr lang="en-GB" sz="2900" b="1" dirty="0" smtClean="0">
                  <a:solidFill>
                    <a:schemeClr val="bg1"/>
                  </a:solidFill>
                  <a:latin typeface="+mj-lt"/>
                </a:rPr>
                <a:t>06</a:t>
              </a:r>
              <a:endParaRPr lang="en-GB" sz="2900" b="1" dirty="0" smtClean="0">
                <a:solidFill>
                  <a:schemeClr val="bg1"/>
                </a:solidFill>
                <a:latin typeface="+mj-lt"/>
              </a:endParaRPr>
            </a:p>
          </p:txBody>
        </p:sp>
        <p:sp>
          <p:nvSpPr>
            <p:cNvPr id="55" name="TextBox 54"/>
            <p:cNvSpPr txBox="1"/>
            <p:nvPr/>
          </p:nvSpPr>
          <p:spPr>
            <a:xfrm>
              <a:off x="2768891" y="4608586"/>
              <a:ext cx="698333" cy="606637"/>
            </a:xfrm>
            <a:prstGeom prst="rect">
              <a:avLst/>
            </a:prstGeom>
            <a:noFill/>
          </p:spPr>
          <p:txBody>
            <a:bodyPr wrap="square" lIns="0" tIns="0" rIns="0" bIns="0" rtlCol="0">
              <a:noAutofit/>
            </a:bodyPr>
            <a:lstStyle/>
            <a:p>
              <a:pPr>
                <a:spcAft>
                  <a:spcPts val="900"/>
                </a:spcAft>
              </a:pPr>
              <a:r>
                <a:rPr lang="en-GB" sz="2900" b="1" dirty="0" smtClean="0">
                  <a:solidFill>
                    <a:schemeClr val="bg1"/>
                  </a:solidFill>
                  <a:latin typeface="+mj-lt"/>
                </a:rPr>
                <a:t>07</a:t>
              </a:r>
              <a:endParaRPr lang="en-GB" sz="2900" b="1" dirty="0" smtClean="0">
                <a:solidFill>
                  <a:schemeClr val="bg1"/>
                </a:solidFill>
                <a:latin typeface="+mj-lt"/>
              </a:endParaRPr>
            </a:p>
          </p:txBody>
        </p:sp>
        <p:sp>
          <p:nvSpPr>
            <p:cNvPr id="56" name="TextBox 55"/>
            <p:cNvSpPr txBox="1"/>
            <p:nvPr/>
          </p:nvSpPr>
          <p:spPr>
            <a:xfrm>
              <a:off x="2997916" y="2767227"/>
              <a:ext cx="698333" cy="606637"/>
            </a:xfrm>
            <a:prstGeom prst="rect">
              <a:avLst/>
            </a:prstGeom>
            <a:noFill/>
          </p:spPr>
          <p:txBody>
            <a:bodyPr wrap="square" lIns="0" tIns="0" rIns="0" bIns="0" rtlCol="0">
              <a:noAutofit/>
            </a:bodyPr>
            <a:lstStyle/>
            <a:p>
              <a:pPr>
                <a:spcAft>
                  <a:spcPts val="900"/>
                </a:spcAft>
              </a:pPr>
              <a:r>
                <a:rPr lang="en-GB" sz="2900" b="1" dirty="0" smtClean="0">
                  <a:solidFill>
                    <a:schemeClr val="bg1"/>
                  </a:solidFill>
                  <a:latin typeface="+mj-lt"/>
                </a:rPr>
                <a:t>08</a:t>
              </a:r>
              <a:endParaRPr lang="en-GB" sz="2900" b="1" dirty="0" smtClean="0">
                <a:solidFill>
                  <a:schemeClr val="bg1"/>
                </a:solidFill>
                <a:latin typeface="+mj-lt"/>
              </a:endParaRPr>
            </a:p>
          </p:txBody>
        </p:sp>
        <p:sp>
          <p:nvSpPr>
            <p:cNvPr id="57" name="TextBox 56"/>
            <p:cNvSpPr txBox="1"/>
            <p:nvPr/>
          </p:nvSpPr>
          <p:spPr>
            <a:xfrm>
              <a:off x="4816402" y="6027183"/>
              <a:ext cx="1353185" cy="699604"/>
            </a:xfrm>
            <a:prstGeom prst="rect">
              <a:avLst/>
            </a:prstGeom>
            <a:noFill/>
          </p:spPr>
          <p:txBody>
            <a:bodyPr wrap="square" lIns="0" tIns="0" rIns="0" bIns="0" rtlCol="0">
              <a:noAutofit/>
            </a:bodyPr>
            <a:lstStyle/>
            <a:p>
              <a:pPr>
                <a:spcAft>
                  <a:spcPts val="900"/>
                </a:spcAft>
              </a:pPr>
              <a:r>
                <a:rPr lang="en-GB" sz="725" dirty="0" smtClean="0">
                  <a:solidFill>
                    <a:schemeClr val="bg1"/>
                  </a:solidFill>
                  <a:latin typeface="+mj-lt"/>
                </a:rPr>
                <a:t>Text to go here go here </a:t>
              </a:r>
              <a:r>
                <a:rPr lang="en-GB" sz="725" dirty="0">
                  <a:solidFill>
                    <a:schemeClr val="bg1"/>
                  </a:solidFill>
                  <a:latin typeface="+mj-lt"/>
                </a:rPr>
                <a:t>go here to go here go here go </a:t>
              </a:r>
              <a:r>
                <a:rPr lang="en-GB" sz="725" dirty="0" smtClean="0">
                  <a:solidFill>
                    <a:schemeClr val="bg1"/>
                  </a:solidFill>
                  <a:latin typeface="+mj-lt"/>
                </a:rPr>
                <a:t>here</a:t>
              </a:r>
              <a:r>
                <a:rPr lang="en-GB" sz="725" dirty="0">
                  <a:solidFill>
                    <a:schemeClr val="bg1"/>
                  </a:solidFill>
                  <a:latin typeface="+mj-lt"/>
                </a:rPr>
                <a:t> to go here go here go </a:t>
              </a:r>
              <a:r>
                <a:rPr lang="en-GB" sz="725" dirty="0" smtClean="0">
                  <a:solidFill>
                    <a:schemeClr val="bg1"/>
                  </a:solidFill>
                  <a:latin typeface="+mj-lt"/>
                </a:rPr>
                <a:t>here</a:t>
              </a:r>
              <a:r>
                <a:rPr lang="en-GB" sz="725" dirty="0">
                  <a:solidFill>
                    <a:schemeClr val="bg1"/>
                  </a:solidFill>
                  <a:latin typeface="+mj-lt"/>
                </a:rPr>
                <a:t> to go here go here go here</a:t>
              </a:r>
              <a:endParaRPr lang="en-GB" sz="725" dirty="0" smtClean="0">
                <a:solidFill>
                  <a:schemeClr val="bg1"/>
                </a:solidFill>
                <a:latin typeface="+mj-lt"/>
              </a:endParaRPr>
            </a:p>
          </p:txBody>
        </p:sp>
        <p:sp>
          <p:nvSpPr>
            <p:cNvPr id="58" name="TextBox 57"/>
            <p:cNvSpPr txBox="1"/>
            <p:nvPr/>
          </p:nvSpPr>
          <p:spPr>
            <a:xfrm>
              <a:off x="3484903" y="5359612"/>
              <a:ext cx="912100" cy="699604"/>
            </a:xfrm>
            <a:prstGeom prst="rect">
              <a:avLst/>
            </a:prstGeom>
            <a:noFill/>
          </p:spPr>
          <p:txBody>
            <a:bodyPr wrap="square" lIns="0" tIns="0" rIns="0" bIns="0" rtlCol="0">
              <a:noAutofit/>
            </a:bodyPr>
            <a:lstStyle/>
            <a:p>
              <a:pPr>
                <a:spcAft>
                  <a:spcPts val="900"/>
                </a:spcAft>
              </a:pPr>
              <a:r>
                <a:rPr lang="en-GB" sz="725" dirty="0" smtClean="0">
                  <a:solidFill>
                    <a:schemeClr val="bg1"/>
                  </a:solidFill>
                  <a:latin typeface="+mj-lt"/>
                </a:rPr>
                <a:t>Text to go here go here </a:t>
              </a:r>
              <a:r>
                <a:rPr lang="en-GB" sz="725" dirty="0">
                  <a:solidFill>
                    <a:schemeClr val="bg1"/>
                  </a:solidFill>
                  <a:latin typeface="+mj-lt"/>
                </a:rPr>
                <a:t>go here to go here go here go </a:t>
              </a:r>
              <a:r>
                <a:rPr lang="en-GB" sz="725" dirty="0" smtClean="0">
                  <a:solidFill>
                    <a:schemeClr val="bg1"/>
                  </a:solidFill>
                  <a:latin typeface="+mj-lt"/>
                </a:rPr>
                <a:t>here</a:t>
              </a:r>
              <a:r>
                <a:rPr lang="en-GB" sz="725" dirty="0">
                  <a:solidFill>
                    <a:schemeClr val="bg1"/>
                  </a:solidFill>
                  <a:latin typeface="+mj-lt"/>
                </a:rPr>
                <a:t> to go here go here go </a:t>
              </a:r>
              <a:r>
                <a:rPr lang="en-GB" sz="725" dirty="0" smtClean="0">
                  <a:solidFill>
                    <a:schemeClr val="bg1"/>
                  </a:solidFill>
                  <a:latin typeface="+mj-lt"/>
                </a:rPr>
                <a:t>here</a:t>
              </a:r>
              <a:r>
                <a:rPr lang="en-GB" sz="725" dirty="0">
                  <a:solidFill>
                    <a:schemeClr val="bg1"/>
                  </a:solidFill>
                  <a:latin typeface="+mj-lt"/>
                </a:rPr>
                <a:t> to go here go here go here</a:t>
              </a:r>
              <a:endParaRPr lang="en-GB" sz="725" dirty="0" smtClean="0">
                <a:solidFill>
                  <a:schemeClr val="bg1"/>
                </a:solidFill>
                <a:latin typeface="+mj-lt"/>
              </a:endParaRPr>
            </a:p>
          </p:txBody>
        </p:sp>
        <p:sp>
          <p:nvSpPr>
            <p:cNvPr id="59" name="TextBox 58"/>
            <p:cNvSpPr txBox="1"/>
            <p:nvPr/>
          </p:nvSpPr>
          <p:spPr>
            <a:xfrm>
              <a:off x="2770387" y="3874184"/>
              <a:ext cx="912100" cy="699604"/>
            </a:xfrm>
            <a:prstGeom prst="rect">
              <a:avLst/>
            </a:prstGeom>
            <a:noFill/>
          </p:spPr>
          <p:txBody>
            <a:bodyPr wrap="square" lIns="0" tIns="0" rIns="0" bIns="0" rtlCol="0">
              <a:noAutofit/>
            </a:bodyPr>
            <a:lstStyle/>
            <a:p>
              <a:pPr>
                <a:spcAft>
                  <a:spcPts val="900"/>
                </a:spcAft>
              </a:pPr>
              <a:r>
                <a:rPr lang="en-GB" sz="725" dirty="0" smtClean="0">
                  <a:solidFill>
                    <a:schemeClr val="bg1"/>
                  </a:solidFill>
                  <a:latin typeface="+mj-lt"/>
                </a:rPr>
                <a:t>Text to go here go here </a:t>
              </a:r>
              <a:r>
                <a:rPr lang="en-GB" sz="725" dirty="0">
                  <a:solidFill>
                    <a:schemeClr val="bg1"/>
                  </a:solidFill>
                  <a:latin typeface="+mj-lt"/>
                </a:rPr>
                <a:t>go here to go here go here go </a:t>
              </a:r>
              <a:r>
                <a:rPr lang="en-GB" sz="725" dirty="0" smtClean="0">
                  <a:solidFill>
                    <a:schemeClr val="bg1"/>
                  </a:solidFill>
                  <a:latin typeface="+mj-lt"/>
                </a:rPr>
                <a:t>here</a:t>
              </a:r>
              <a:r>
                <a:rPr lang="en-GB" sz="725" dirty="0">
                  <a:solidFill>
                    <a:schemeClr val="bg1"/>
                  </a:solidFill>
                  <a:latin typeface="+mj-lt"/>
                </a:rPr>
                <a:t> to go here go here go </a:t>
              </a:r>
              <a:r>
                <a:rPr lang="en-GB" sz="725" dirty="0" smtClean="0">
                  <a:solidFill>
                    <a:schemeClr val="bg1"/>
                  </a:solidFill>
                  <a:latin typeface="+mj-lt"/>
                </a:rPr>
                <a:t>here</a:t>
              </a:r>
              <a:r>
                <a:rPr lang="en-GB" sz="725" dirty="0">
                  <a:solidFill>
                    <a:schemeClr val="bg1"/>
                  </a:solidFill>
                  <a:latin typeface="+mj-lt"/>
                </a:rPr>
                <a:t> to go here go here go here</a:t>
              </a:r>
              <a:endParaRPr lang="en-GB" sz="725" dirty="0" smtClean="0">
                <a:solidFill>
                  <a:schemeClr val="bg1"/>
                </a:solidFill>
                <a:latin typeface="+mj-lt"/>
              </a:endParaRPr>
            </a:p>
          </p:txBody>
        </p:sp>
        <p:sp>
          <p:nvSpPr>
            <p:cNvPr id="60" name="TextBox 59"/>
            <p:cNvSpPr txBox="1"/>
            <p:nvPr/>
          </p:nvSpPr>
          <p:spPr>
            <a:xfrm>
              <a:off x="3636361" y="2420383"/>
              <a:ext cx="980008" cy="699604"/>
            </a:xfrm>
            <a:prstGeom prst="rect">
              <a:avLst/>
            </a:prstGeom>
            <a:noFill/>
          </p:spPr>
          <p:txBody>
            <a:bodyPr wrap="square" lIns="0" tIns="0" rIns="0" bIns="0" rtlCol="0">
              <a:noAutofit/>
            </a:bodyPr>
            <a:lstStyle/>
            <a:p>
              <a:pPr>
                <a:spcAft>
                  <a:spcPts val="900"/>
                </a:spcAft>
              </a:pPr>
              <a:r>
                <a:rPr lang="en-GB" sz="725" dirty="0" smtClean="0">
                  <a:solidFill>
                    <a:schemeClr val="bg1"/>
                  </a:solidFill>
                  <a:latin typeface="+mj-lt"/>
                </a:rPr>
                <a:t>Text to go here go here </a:t>
              </a:r>
              <a:r>
                <a:rPr lang="en-GB" sz="725" dirty="0">
                  <a:solidFill>
                    <a:schemeClr val="bg1"/>
                  </a:solidFill>
                  <a:latin typeface="+mj-lt"/>
                </a:rPr>
                <a:t>go here to go here go here go </a:t>
              </a:r>
              <a:r>
                <a:rPr lang="en-GB" sz="725" dirty="0" smtClean="0">
                  <a:solidFill>
                    <a:schemeClr val="bg1"/>
                  </a:solidFill>
                  <a:latin typeface="+mj-lt"/>
                </a:rPr>
                <a:t>here</a:t>
              </a:r>
              <a:r>
                <a:rPr lang="en-GB" sz="725" dirty="0">
                  <a:solidFill>
                    <a:schemeClr val="bg1"/>
                  </a:solidFill>
                  <a:latin typeface="+mj-lt"/>
                </a:rPr>
                <a:t> to go here go here go </a:t>
              </a:r>
              <a:r>
                <a:rPr lang="en-GB" sz="725" dirty="0" smtClean="0">
                  <a:solidFill>
                    <a:schemeClr val="bg1"/>
                  </a:solidFill>
                  <a:latin typeface="+mj-lt"/>
                </a:rPr>
                <a:t>here</a:t>
              </a:r>
              <a:r>
                <a:rPr lang="en-GB" sz="725" dirty="0">
                  <a:solidFill>
                    <a:schemeClr val="bg1"/>
                  </a:solidFill>
                  <a:latin typeface="+mj-lt"/>
                </a:rPr>
                <a:t> to go here go here go here</a:t>
              </a:r>
              <a:endParaRPr lang="en-GB" sz="725" dirty="0" smtClean="0">
                <a:solidFill>
                  <a:schemeClr val="bg1"/>
                </a:solidFill>
                <a:latin typeface="+mj-lt"/>
              </a:endParaRPr>
            </a:p>
          </p:txBody>
        </p:sp>
      </p:grpSp>
      <p:sp>
        <p:nvSpPr>
          <p:cNvPr id="62" name="7-Point Star 61"/>
          <p:cNvSpPr/>
          <p:nvPr/>
        </p:nvSpPr>
        <p:spPr bwMode="ltGray">
          <a:xfrm>
            <a:off x="9557609" y="269849"/>
            <a:ext cx="1208936" cy="1142857"/>
          </a:xfrm>
          <a:prstGeom prst="star7">
            <a:avLst>
              <a:gd name="adj" fmla="val 28414"/>
              <a:gd name="hf" fmla="val 102572"/>
              <a:gd name="vf" fmla="val 105210"/>
            </a:avLst>
          </a:prstGeom>
          <a:solidFill>
            <a:schemeClr val="accent2"/>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tIns="65306" rtlCol="0" anchor="ctr"/>
          <a:lstStyle/>
          <a:p>
            <a:pPr algn="ctr"/>
            <a:r>
              <a:rPr lang="en-GB" sz="1450" b="1" dirty="0" smtClean="0">
                <a:solidFill>
                  <a:schemeClr val="bg1"/>
                </a:solidFill>
                <a:latin typeface="腾讯体 W7" panose="020C08030202040F0204" pitchFamily="18" charset="-122"/>
              </a:rPr>
              <a:t>New</a:t>
            </a:r>
            <a:br>
              <a:rPr lang="en-GB" sz="1450" b="1" dirty="0" smtClean="0">
                <a:solidFill>
                  <a:schemeClr val="bg1"/>
                </a:solidFill>
                <a:latin typeface="腾讯体 W7" panose="020C08030202040F0204" pitchFamily="18" charset="-122"/>
              </a:rPr>
            </a:br>
            <a:r>
              <a:rPr lang="en-GB" sz="1450" b="1" dirty="0" smtClean="0">
                <a:solidFill>
                  <a:schemeClr val="bg1"/>
                </a:solidFill>
                <a:latin typeface="腾讯体 W7" panose="020C08030202040F0204" pitchFamily="18" charset="-122"/>
              </a:rPr>
              <a:t>slide</a:t>
            </a:r>
            <a:endParaRPr lang="en-GB" sz="1450" b="1" dirty="0" smtClean="0">
              <a:solidFill>
                <a:schemeClr val="bg1"/>
              </a:solidFill>
              <a:latin typeface="腾讯体 W7" panose="020C08030202040F0204" pitchFamily="18" charset="-122"/>
            </a:endParaRP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45118" y="67769"/>
            <a:ext cx="8670523" cy="806858"/>
          </a:xfrm>
        </p:spPr>
        <p:txBody>
          <a:bodyPr/>
          <a:lstStyle/>
          <a:p>
            <a:r>
              <a:rPr lang="en-GB" dirty="0" smtClean="0"/>
              <a:t>Other shapes</a:t>
            </a:r>
            <a:br>
              <a:rPr lang="en-GB" dirty="0" smtClean="0"/>
            </a:br>
            <a:r>
              <a:rPr lang="en-GB" b="0" i="0" dirty="0" smtClean="0"/>
              <a:t>Jigsaw puzzle pieces</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3" name="Group 7"/>
          <p:cNvGrpSpPr/>
          <p:nvPr/>
        </p:nvGrpSpPr>
        <p:grpSpPr bwMode="auto">
          <a:xfrm>
            <a:off x="8773849" y="1405801"/>
            <a:ext cx="1305998" cy="4897131"/>
            <a:chOff x="-956" y="4"/>
            <a:chExt cx="1052" cy="3885"/>
          </a:xfrm>
        </p:grpSpPr>
        <p:sp>
          <p:nvSpPr>
            <p:cNvPr id="24" name="Freeform 8"/>
            <p:cNvSpPr/>
            <p:nvPr/>
          </p:nvSpPr>
          <p:spPr bwMode="auto">
            <a:xfrm>
              <a:off x="-956" y="4"/>
              <a:ext cx="1052" cy="1266"/>
            </a:xfrm>
            <a:custGeom>
              <a:avLst/>
              <a:gdLst>
                <a:gd name="T0" fmla="*/ 454 w 1052"/>
                <a:gd name="T1" fmla="*/ 970 h 1266"/>
                <a:gd name="T2" fmla="*/ 456 w 1052"/>
                <a:gd name="T3" fmla="*/ 972 h 1266"/>
                <a:gd name="T4" fmla="*/ 460 w 1052"/>
                <a:gd name="T5" fmla="*/ 976 h 1266"/>
                <a:gd name="T6" fmla="*/ 462 w 1052"/>
                <a:gd name="T7" fmla="*/ 996 h 1266"/>
                <a:gd name="T8" fmla="*/ 460 w 1052"/>
                <a:gd name="T9" fmla="*/ 1016 h 1266"/>
                <a:gd name="T10" fmla="*/ 458 w 1052"/>
                <a:gd name="T11" fmla="*/ 1024 h 1266"/>
                <a:gd name="T12" fmla="*/ 448 w 1052"/>
                <a:gd name="T13" fmla="*/ 1036 h 1266"/>
                <a:gd name="T14" fmla="*/ 420 w 1052"/>
                <a:gd name="T15" fmla="*/ 1062 h 1266"/>
                <a:gd name="T16" fmla="*/ 394 w 1052"/>
                <a:gd name="T17" fmla="*/ 1102 h 1266"/>
                <a:gd name="T18" fmla="*/ 386 w 1052"/>
                <a:gd name="T19" fmla="*/ 1140 h 1266"/>
                <a:gd name="T20" fmla="*/ 392 w 1052"/>
                <a:gd name="T21" fmla="*/ 1174 h 1266"/>
                <a:gd name="T22" fmla="*/ 402 w 1052"/>
                <a:gd name="T23" fmla="*/ 1198 h 1266"/>
                <a:gd name="T24" fmla="*/ 424 w 1052"/>
                <a:gd name="T25" fmla="*/ 1228 h 1266"/>
                <a:gd name="T26" fmla="*/ 456 w 1052"/>
                <a:gd name="T27" fmla="*/ 1250 h 1266"/>
                <a:gd name="T28" fmla="*/ 490 w 1052"/>
                <a:gd name="T29" fmla="*/ 1264 h 1266"/>
                <a:gd name="T30" fmla="*/ 524 w 1052"/>
                <a:gd name="T31" fmla="*/ 1266 h 1266"/>
                <a:gd name="T32" fmla="*/ 554 w 1052"/>
                <a:gd name="T33" fmla="*/ 1260 h 1266"/>
                <a:gd name="T34" fmla="*/ 572 w 1052"/>
                <a:gd name="T35" fmla="*/ 1254 h 1266"/>
                <a:gd name="T36" fmla="*/ 584 w 1052"/>
                <a:gd name="T37" fmla="*/ 1248 h 1266"/>
                <a:gd name="T38" fmla="*/ 614 w 1052"/>
                <a:gd name="T39" fmla="*/ 1226 h 1266"/>
                <a:gd name="T40" fmla="*/ 634 w 1052"/>
                <a:gd name="T41" fmla="*/ 1202 h 1266"/>
                <a:gd name="T42" fmla="*/ 642 w 1052"/>
                <a:gd name="T43" fmla="*/ 1184 h 1266"/>
                <a:gd name="T44" fmla="*/ 650 w 1052"/>
                <a:gd name="T45" fmla="*/ 1136 h 1266"/>
                <a:gd name="T46" fmla="*/ 642 w 1052"/>
                <a:gd name="T47" fmla="*/ 1104 h 1266"/>
                <a:gd name="T48" fmla="*/ 618 w 1052"/>
                <a:gd name="T49" fmla="*/ 1062 h 1266"/>
                <a:gd name="T50" fmla="*/ 602 w 1052"/>
                <a:gd name="T51" fmla="*/ 1046 h 1266"/>
                <a:gd name="T52" fmla="*/ 586 w 1052"/>
                <a:gd name="T53" fmla="*/ 1030 h 1266"/>
                <a:gd name="T54" fmla="*/ 582 w 1052"/>
                <a:gd name="T55" fmla="*/ 1024 h 1266"/>
                <a:gd name="T56" fmla="*/ 578 w 1052"/>
                <a:gd name="T57" fmla="*/ 1018 h 1266"/>
                <a:gd name="T58" fmla="*/ 578 w 1052"/>
                <a:gd name="T59" fmla="*/ 1010 h 1266"/>
                <a:gd name="T60" fmla="*/ 578 w 1052"/>
                <a:gd name="T61" fmla="*/ 998 h 1266"/>
                <a:gd name="T62" fmla="*/ 582 w 1052"/>
                <a:gd name="T63" fmla="*/ 976 h 1266"/>
                <a:gd name="T64" fmla="*/ 588 w 1052"/>
                <a:gd name="T65" fmla="*/ 970 h 1266"/>
                <a:gd name="T66" fmla="*/ 1052 w 1052"/>
                <a:gd name="T67" fmla="*/ 970 h 1266"/>
                <a:gd name="T68" fmla="*/ 8 w 1052"/>
                <a:gd name="T69" fmla="*/ 0 h 1266"/>
                <a:gd name="T70" fmla="*/ 0 w 1052"/>
                <a:gd name="T71" fmla="*/ 8 h 1266"/>
                <a:gd name="T72" fmla="*/ 2 w 1052"/>
                <a:gd name="T73" fmla="*/ 968 h 1266"/>
                <a:gd name="T74" fmla="*/ 224 w 1052"/>
                <a:gd name="T75" fmla="*/ 970 h 126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052"/>
                <a:gd name="T115" fmla="*/ 0 h 1266"/>
                <a:gd name="T116" fmla="*/ 1052 w 1052"/>
                <a:gd name="T117" fmla="*/ 1266 h 126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052" h="1266">
                  <a:moveTo>
                    <a:pt x="378" y="970"/>
                  </a:moveTo>
                  <a:lnTo>
                    <a:pt x="454" y="970"/>
                  </a:lnTo>
                  <a:lnTo>
                    <a:pt x="456" y="970"/>
                  </a:lnTo>
                  <a:lnTo>
                    <a:pt x="456" y="972"/>
                  </a:lnTo>
                  <a:lnTo>
                    <a:pt x="458" y="972"/>
                  </a:lnTo>
                  <a:lnTo>
                    <a:pt x="460" y="976"/>
                  </a:lnTo>
                  <a:lnTo>
                    <a:pt x="462" y="990"/>
                  </a:lnTo>
                  <a:lnTo>
                    <a:pt x="462" y="996"/>
                  </a:lnTo>
                  <a:lnTo>
                    <a:pt x="462" y="1006"/>
                  </a:lnTo>
                  <a:lnTo>
                    <a:pt x="460" y="1016"/>
                  </a:lnTo>
                  <a:lnTo>
                    <a:pt x="458" y="1018"/>
                  </a:lnTo>
                  <a:lnTo>
                    <a:pt x="458" y="1024"/>
                  </a:lnTo>
                  <a:lnTo>
                    <a:pt x="454" y="1030"/>
                  </a:lnTo>
                  <a:lnTo>
                    <a:pt x="448" y="1036"/>
                  </a:lnTo>
                  <a:lnTo>
                    <a:pt x="436" y="1046"/>
                  </a:lnTo>
                  <a:lnTo>
                    <a:pt x="420" y="1062"/>
                  </a:lnTo>
                  <a:lnTo>
                    <a:pt x="404" y="1082"/>
                  </a:lnTo>
                  <a:lnTo>
                    <a:pt x="394" y="1102"/>
                  </a:lnTo>
                  <a:lnTo>
                    <a:pt x="388" y="1122"/>
                  </a:lnTo>
                  <a:lnTo>
                    <a:pt x="386" y="1140"/>
                  </a:lnTo>
                  <a:lnTo>
                    <a:pt x="388" y="1156"/>
                  </a:lnTo>
                  <a:lnTo>
                    <a:pt x="392" y="1174"/>
                  </a:lnTo>
                  <a:lnTo>
                    <a:pt x="396" y="1184"/>
                  </a:lnTo>
                  <a:lnTo>
                    <a:pt x="402" y="1198"/>
                  </a:lnTo>
                  <a:lnTo>
                    <a:pt x="412" y="1214"/>
                  </a:lnTo>
                  <a:lnTo>
                    <a:pt x="424" y="1228"/>
                  </a:lnTo>
                  <a:lnTo>
                    <a:pt x="440" y="1240"/>
                  </a:lnTo>
                  <a:lnTo>
                    <a:pt x="456" y="1250"/>
                  </a:lnTo>
                  <a:lnTo>
                    <a:pt x="472" y="1258"/>
                  </a:lnTo>
                  <a:lnTo>
                    <a:pt x="490" y="1264"/>
                  </a:lnTo>
                  <a:lnTo>
                    <a:pt x="508" y="1266"/>
                  </a:lnTo>
                  <a:lnTo>
                    <a:pt x="524" y="1266"/>
                  </a:lnTo>
                  <a:lnTo>
                    <a:pt x="538" y="1264"/>
                  </a:lnTo>
                  <a:lnTo>
                    <a:pt x="554" y="1260"/>
                  </a:lnTo>
                  <a:lnTo>
                    <a:pt x="564" y="1258"/>
                  </a:lnTo>
                  <a:lnTo>
                    <a:pt x="572" y="1254"/>
                  </a:lnTo>
                  <a:lnTo>
                    <a:pt x="578" y="1252"/>
                  </a:lnTo>
                  <a:lnTo>
                    <a:pt x="584" y="1248"/>
                  </a:lnTo>
                  <a:lnTo>
                    <a:pt x="600" y="1238"/>
                  </a:lnTo>
                  <a:lnTo>
                    <a:pt x="614" y="1226"/>
                  </a:lnTo>
                  <a:lnTo>
                    <a:pt x="626" y="1212"/>
                  </a:lnTo>
                  <a:lnTo>
                    <a:pt x="634" y="1202"/>
                  </a:lnTo>
                  <a:lnTo>
                    <a:pt x="638" y="1194"/>
                  </a:lnTo>
                  <a:lnTo>
                    <a:pt x="642" y="1184"/>
                  </a:lnTo>
                  <a:lnTo>
                    <a:pt x="648" y="1160"/>
                  </a:lnTo>
                  <a:lnTo>
                    <a:pt x="650" y="1136"/>
                  </a:lnTo>
                  <a:lnTo>
                    <a:pt x="646" y="1116"/>
                  </a:lnTo>
                  <a:lnTo>
                    <a:pt x="642" y="1104"/>
                  </a:lnTo>
                  <a:lnTo>
                    <a:pt x="634" y="1084"/>
                  </a:lnTo>
                  <a:lnTo>
                    <a:pt x="618" y="1062"/>
                  </a:lnTo>
                  <a:lnTo>
                    <a:pt x="608" y="1052"/>
                  </a:lnTo>
                  <a:lnTo>
                    <a:pt x="602" y="1046"/>
                  </a:lnTo>
                  <a:lnTo>
                    <a:pt x="590" y="1034"/>
                  </a:lnTo>
                  <a:lnTo>
                    <a:pt x="586" y="1030"/>
                  </a:lnTo>
                  <a:lnTo>
                    <a:pt x="582" y="1026"/>
                  </a:lnTo>
                  <a:lnTo>
                    <a:pt x="582" y="1024"/>
                  </a:lnTo>
                  <a:lnTo>
                    <a:pt x="580" y="1022"/>
                  </a:lnTo>
                  <a:lnTo>
                    <a:pt x="578" y="1018"/>
                  </a:lnTo>
                  <a:lnTo>
                    <a:pt x="578" y="1014"/>
                  </a:lnTo>
                  <a:lnTo>
                    <a:pt x="578" y="1010"/>
                  </a:lnTo>
                  <a:lnTo>
                    <a:pt x="578" y="1008"/>
                  </a:lnTo>
                  <a:lnTo>
                    <a:pt x="578" y="998"/>
                  </a:lnTo>
                  <a:lnTo>
                    <a:pt x="580" y="990"/>
                  </a:lnTo>
                  <a:lnTo>
                    <a:pt x="582" y="976"/>
                  </a:lnTo>
                  <a:lnTo>
                    <a:pt x="584" y="972"/>
                  </a:lnTo>
                  <a:lnTo>
                    <a:pt x="588" y="970"/>
                  </a:lnTo>
                  <a:lnTo>
                    <a:pt x="590" y="970"/>
                  </a:lnTo>
                  <a:lnTo>
                    <a:pt x="1052" y="970"/>
                  </a:lnTo>
                  <a:lnTo>
                    <a:pt x="1052" y="0"/>
                  </a:lnTo>
                  <a:lnTo>
                    <a:pt x="8" y="0"/>
                  </a:lnTo>
                  <a:lnTo>
                    <a:pt x="2" y="4"/>
                  </a:lnTo>
                  <a:lnTo>
                    <a:pt x="0" y="8"/>
                  </a:lnTo>
                  <a:lnTo>
                    <a:pt x="0" y="964"/>
                  </a:lnTo>
                  <a:lnTo>
                    <a:pt x="2" y="968"/>
                  </a:lnTo>
                  <a:lnTo>
                    <a:pt x="8" y="970"/>
                  </a:lnTo>
                  <a:lnTo>
                    <a:pt x="224" y="970"/>
                  </a:lnTo>
                  <a:lnTo>
                    <a:pt x="378" y="970"/>
                  </a:lnTo>
                  <a:close/>
                </a:path>
              </a:pathLst>
            </a:custGeom>
            <a:solidFill>
              <a:schemeClr val="accent5"/>
            </a:solidFill>
            <a:ln w="19050" cap="flat" cmpd="sng">
              <a:solidFill>
                <a:schemeClr val="bg1"/>
              </a:solidFill>
              <a:prstDash val="solid"/>
              <a:round/>
              <a:headEnd type="none" w="med" len="med"/>
              <a:tailEnd type="none" w="med" len="med"/>
            </a:ln>
          </p:spPr>
          <p:txBody>
            <a:bodyPr lIns="48979" tIns="48979" rIns="48979" bIns="48979" anchor="ctr"/>
            <a:lstStyle/>
            <a:p>
              <a:endParaRPr lang="en-GB" sz="1815"/>
            </a:p>
          </p:txBody>
        </p:sp>
        <p:sp>
          <p:nvSpPr>
            <p:cNvPr id="25" name="Freeform 9"/>
            <p:cNvSpPr/>
            <p:nvPr/>
          </p:nvSpPr>
          <p:spPr bwMode="auto">
            <a:xfrm>
              <a:off x="-956" y="974"/>
              <a:ext cx="1052" cy="968"/>
            </a:xfrm>
            <a:custGeom>
              <a:avLst/>
              <a:gdLst>
                <a:gd name="T0" fmla="*/ 462 w 1052"/>
                <a:gd name="T1" fmla="*/ 964 h 968"/>
                <a:gd name="T2" fmla="*/ 464 w 1052"/>
                <a:gd name="T3" fmla="*/ 954 h 968"/>
                <a:gd name="T4" fmla="*/ 460 w 1052"/>
                <a:gd name="T5" fmla="*/ 920 h 968"/>
                <a:gd name="T6" fmla="*/ 430 w 1052"/>
                <a:gd name="T7" fmla="*/ 886 h 968"/>
                <a:gd name="T8" fmla="*/ 404 w 1052"/>
                <a:gd name="T9" fmla="*/ 852 h 968"/>
                <a:gd name="T10" fmla="*/ 390 w 1052"/>
                <a:gd name="T11" fmla="*/ 804 h 968"/>
                <a:gd name="T12" fmla="*/ 394 w 1052"/>
                <a:gd name="T13" fmla="*/ 778 h 968"/>
                <a:gd name="T14" fmla="*/ 404 w 1052"/>
                <a:gd name="T15" fmla="*/ 748 h 968"/>
                <a:gd name="T16" fmla="*/ 422 w 1052"/>
                <a:gd name="T17" fmla="*/ 726 h 968"/>
                <a:gd name="T18" fmla="*/ 444 w 1052"/>
                <a:gd name="T19" fmla="*/ 704 h 968"/>
                <a:gd name="T20" fmla="*/ 482 w 1052"/>
                <a:gd name="T21" fmla="*/ 684 h 968"/>
                <a:gd name="T22" fmla="*/ 500 w 1052"/>
                <a:gd name="T23" fmla="*/ 680 h 968"/>
                <a:gd name="T24" fmla="*/ 554 w 1052"/>
                <a:gd name="T25" fmla="*/ 678 h 968"/>
                <a:gd name="T26" fmla="*/ 622 w 1052"/>
                <a:gd name="T27" fmla="*/ 710 h 968"/>
                <a:gd name="T28" fmla="*/ 652 w 1052"/>
                <a:gd name="T29" fmla="*/ 746 h 968"/>
                <a:gd name="T30" fmla="*/ 662 w 1052"/>
                <a:gd name="T31" fmla="*/ 778 h 968"/>
                <a:gd name="T32" fmla="*/ 654 w 1052"/>
                <a:gd name="T33" fmla="*/ 838 h 968"/>
                <a:gd name="T34" fmla="*/ 634 w 1052"/>
                <a:gd name="T35" fmla="*/ 872 h 968"/>
                <a:gd name="T36" fmla="*/ 584 w 1052"/>
                <a:gd name="T37" fmla="*/ 930 h 968"/>
                <a:gd name="T38" fmla="*/ 580 w 1052"/>
                <a:gd name="T39" fmla="*/ 950 h 968"/>
                <a:gd name="T40" fmla="*/ 586 w 1052"/>
                <a:gd name="T41" fmla="*/ 964 h 968"/>
                <a:gd name="T42" fmla="*/ 1052 w 1052"/>
                <a:gd name="T43" fmla="*/ 0 h 968"/>
                <a:gd name="T44" fmla="*/ 582 w 1052"/>
                <a:gd name="T45" fmla="*/ 14 h 968"/>
                <a:gd name="T46" fmla="*/ 580 w 1052"/>
                <a:gd name="T47" fmla="*/ 48 h 968"/>
                <a:gd name="T48" fmla="*/ 594 w 1052"/>
                <a:gd name="T49" fmla="*/ 66 h 968"/>
                <a:gd name="T50" fmla="*/ 616 w 1052"/>
                <a:gd name="T51" fmla="*/ 88 h 968"/>
                <a:gd name="T52" fmla="*/ 636 w 1052"/>
                <a:gd name="T53" fmla="*/ 116 h 968"/>
                <a:gd name="T54" fmla="*/ 644 w 1052"/>
                <a:gd name="T55" fmla="*/ 136 h 968"/>
                <a:gd name="T56" fmla="*/ 648 w 1052"/>
                <a:gd name="T57" fmla="*/ 194 h 968"/>
                <a:gd name="T58" fmla="*/ 636 w 1052"/>
                <a:gd name="T59" fmla="*/ 228 h 968"/>
                <a:gd name="T60" fmla="*/ 626 w 1052"/>
                <a:gd name="T61" fmla="*/ 246 h 968"/>
                <a:gd name="T62" fmla="*/ 598 w 1052"/>
                <a:gd name="T63" fmla="*/ 272 h 968"/>
                <a:gd name="T64" fmla="*/ 570 w 1052"/>
                <a:gd name="T65" fmla="*/ 286 h 968"/>
                <a:gd name="T66" fmla="*/ 542 w 1052"/>
                <a:gd name="T67" fmla="*/ 294 h 968"/>
                <a:gd name="T68" fmla="*/ 508 w 1052"/>
                <a:gd name="T69" fmla="*/ 296 h 968"/>
                <a:gd name="T70" fmla="*/ 474 w 1052"/>
                <a:gd name="T71" fmla="*/ 292 h 968"/>
                <a:gd name="T72" fmla="*/ 430 w 1052"/>
                <a:gd name="T73" fmla="*/ 264 h 968"/>
                <a:gd name="T74" fmla="*/ 412 w 1052"/>
                <a:gd name="T75" fmla="*/ 244 h 968"/>
                <a:gd name="T76" fmla="*/ 398 w 1052"/>
                <a:gd name="T77" fmla="*/ 220 h 968"/>
                <a:gd name="T78" fmla="*/ 392 w 1052"/>
                <a:gd name="T79" fmla="*/ 204 h 968"/>
                <a:gd name="T80" fmla="*/ 386 w 1052"/>
                <a:gd name="T81" fmla="*/ 170 h 968"/>
                <a:gd name="T82" fmla="*/ 394 w 1052"/>
                <a:gd name="T83" fmla="*/ 130 h 968"/>
                <a:gd name="T84" fmla="*/ 420 w 1052"/>
                <a:gd name="T85" fmla="*/ 92 h 968"/>
                <a:gd name="T86" fmla="*/ 450 w 1052"/>
                <a:gd name="T87" fmla="*/ 60 h 968"/>
                <a:gd name="T88" fmla="*/ 462 w 1052"/>
                <a:gd name="T89" fmla="*/ 26 h 968"/>
                <a:gd name="T90" fmla="*/ 454 w 1052"/>
                <a:gd name="T91" fmla="*/ 0 h 968"/>
                <a:gd name="T92" fmla="*/ 8 w 1052"/>
                <a:gd name="T93" fmla="*/ 0 h 968"/>
                <a:gd name="T94" fmla="*/ 0 w 1052"/>
                <a:gd name="T95" fmla="*/ 964 h 968"/>
                <a:gd name="T96" fmla="*/ 8 w 1052"/>
                <a:gd name="T97" fmla="*/ 964 h 968"/>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052"/>
                <a:gd name="T148" fmla="*/ 0 h 968"/>
                <a:gd name="T149" fmla="*/ 1052 w 1052"/>
                <a:gd name="T150" fmla="*/ 968 h 968"/>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052" h="968">
                  <a:moveTo>
                    <a:pt x="8" y="964"/>
                  </a:moveTo>
                  <a:lnTo>
                    <a:pt x="452" y="964"/>
                  </a:lnTo>
                  <a:lnTo>
                    <a:pt x="462" y="964"/>
                  </a:lnTo>
                  <a:lnTo>
                    <a:pt x="462" y="962"/>
                  </a:lnTo>
                  <a:lnTo>
                    <a:pt x="464" y="958"/>
                  </a:lnTo>
                  <a:lnTo>
                    <a:pt x="464" y="954"/>
                  </a:lnTo>
                  <a:lnTo>
                    <a:pt x="464" y="940"/>
                  </a:lnTo>
                  <a:lnTo>
                    <a:pt x="462" y="928"/>
                  </a:lnTo>
                  <a:lnTo>
                    <a:pt x="460" y="920"/>
                  </a:lnTo>
                  <a:lnTo>
                    <a:pt x="454" y="910"/>
                  </a:lnTo>
                  <a:lnTo>
                    <a:pt x="446" y="900"/>
                  </a:lnTo>
                  <a:lnTo>
                    <a:pt x="430" y="886"/>
                  </a:lnTo>
                  <a:lnTo>
                    <a:pt x="422" y="878"/>
                  </a:lnTo>
                  <a:lnTo>
                    <a:pt x="414" y="870"/>
                  </a:lnTo>
                  <a:lnTo>
                    <a:pt x="404" y="852"/>
                  </a:lnTo>
                  <a:lnTo>
                    <a:pt x="394" y="832"/>
                  </a:lnTo>
                  <a:lnTo>
                    <a:pt x="392" y="818"/>
                  </a:lnTo>
                  <a:lnTo>
                    <a:pt x="390" y="804"/>
                  </a:lnTo>
                  <a:lnTo>
                    <a:pt x="390" y="802"/>
                  </a:lnTo>
                  <a:lnTo>
                    <a:pt x="390" y="790"/>
                  </a:lnTo>
                  <a:lnTo>
                    <a:pt x="394" y="778"/>
                  </a:lnTo>
                  <a:lnTo>
                    <a:pt x="394" y="774"/>
                  </a:lnTo>
                  <a:lnTo>
                    <a:pt x="398" y="760"/>
                  </a:lnTo>
                  <a:lnTo>
                    <a:pt x="404" y="748"/>
                  </a:lnTo>
                  <a:lnTo>
                    <a:pt x="412" y="736"/>
                  </a:lnTo>
                  <a:lnTo>
                    <a:pt x="420" y="726"/>
                  </a:lnTo>
                  <a:lnTo>
                    <a:pt x="422" y="726"/>
                  </a:lnTo>
                  <a:lnTo>
                    <a:pt x="422" y="724"/>
                  </a:lnTo>
                  <a:lnTo>
                    <a:pt x="432" y="714"/>
                  </a:lnTo>
                  <a:lnTo>
                    <a:pt x="444" y="704"/>
                  </a:lnTo>
                  <a:lnTo>
                    <a:pt x="456" y="696"/>
                  </a:lnTo>
                  <a:lnTo>
                    <a:pt x="468" y="690"/>
                  </a:lnTo>
                  <a:lnTo>
                    <a:pt x="482" y="684"/>
                  </a:lnTo>
                  <a:lnTo>
                    <a:pt x="494" y="682"/>
                  </a:lnTo>
                  <a:lnTo>
                    <a:pt x="496" y="680"/>
                  </a:lnTo>
                  <a:lnTo>
                    <a:pt x="500" y="680"/>
                  </a:lnTo>
                  <a:lnTo>
                    <a:pt x="512" y="676"/>
                  </a:lnTo>
                  <a:lnTo>
                    <a:pt x="528" y="676"/>
                  </a:lnTo>
                  <a:lnTo>
                    <a:pt x="554" y="678"/>
                  </a:lnTo>
                  <a:lnTo>
                    <a:pt x="580" y="684"/>
                  </a:lnTo>
                  <a:lnTo>
                    <a:pt x="602" y="696"/>
                  </a:lnTo>
                  <a:lnTo>
                    <a:pt x="622" y="710"/>
                  </a:lnTo>
                  <a:lnTo>
                    <a:pt x="638" y="726"/>
                  </a:lnTo>
                  <a:lnTo>
                    <a:pt x="646" y="736"/>
                  </a:lnTo>
                  <a:lnTo>
                    <a:pt x="652" y="746"/>
                  </a:lnTo>
                  <a:lnTo>
                    <a:pt x="656" y="756"/>
                  </a:lnTo>
                  <a:lnTo>
                    <a:pt x="660" y="766"/>
                  </a:lnTo>
                  <a:lnTo>
                    <a:pt x="662" y="778"/>
                  </a:lnTo>
                  <a:lnTo>
                    <a:pt x="662" y="790"/>
                  </a:lnTo>
                  <a:lnTo>
                    <a:pt x="660" y="816"/>
                  </a:lnTo>
                  <a:lnTo>
                    <a:pt x="654" y="838"/>
                  </a:lnTo>
                  <a:lnTo>
                    <a:pt x="648" y="848"/>
                  </a:lnTo>
                  <a:lnTo>
                    <a:pt x="644" y="858"/>
                  </a:lnTo>
                  <a:lnTo>
                    <a:pt x="634" y="872"/>
                  </a:lnTo>
                  <a:lnTo>
                    <a:pt x="608" y="900"/>
                  </a:lnTo>
                  <a:lnTo>
                    <a:pt x="596" y="914"/>
                  </a:lnTo>
                  <a:lnTo>
                    <a:pt x="584" y="930"/>
                  </a:lnTo>
                  <a:lnTo>
                    <a:pt x="582" y="934"/>
                  </a:lnTo>
                  <a:lnTo>
                    <a:pt x="580" y="940"/>
                  </a:lnTo>
                  <a:lnTo>
                    <a:pt x="580" y="950"/>
                  </a:lnTo>
                  <a:lnTo>
                    <a:pt x="580" y="958"/>
                  </a:lnTo>
                  <a:lnTo>
                    <a:pt x="582" y="962"/>
                  </a:lnTo>
                  <a:lnTo>
                    <a:pt x="586" y="964"/>
                  </a:lnTo>
                  <a:lnTo>
                    <a:pt x="594" y="964"/>
                  </a:lnTo>
                  <a:lnTo>
                    <a:pt x="1052" y="964"/>
                  </a:lnTo>
                  <a:lnTo>
                    <a:pt x="1052" y="0"/>
                  </a:lnTo>
                  <a:lnTo>
                    <a:pt x="590" y="0"/>
                  </a:lnTo>
                  <a:lnTo>
                    <a:pt x="586" y="4"/>
                  </a:lnTo>
                  <a:lnTo>
                    <a:pt x="582" y="14"/>
                  </a:lnTo>
                  <a:lnTo>
                    <a:pt x="580" y="20"/>
                  </a:lnTo>
                  <a:lnTo>
                    <a:pt x="578" y="40"/>
                  </a:lnTo>
                  <a:lnTo>
                    <a:pt x="580" y="48"/>
                  </a:lnTo>
                  <a:lnTo>
                    <a:pt x="582" y="54"/>
                  </a:lnTo>
                  <a:lnTo>
                    <a:pt x="586" y="60"/>
                  </a:lnTo>
                  <a:lnTo>
                    <a:pt x="594" y="66"/>
                  </a:lnTo>
                  <a:lnTo>
                    <a:pt x="598" y="70"/>
                  </a:lnTo>
                  <a:lnTo>
                    <a:pt x="608" y="82"/>
                  </a:lnTo>
                  <a:lnTo>
                    <a:pt x="616" y="88"/>
                  </a:lnTo>
                  <a:lnTo>
                    <a:pt x="622" y="96"/>
                  </a:lnTo>
                  <a:lnTo>
                    <a:pt x="630" y="104"/>
                  </a:lnTo>
                  <a:lnTo>
                    <a:pt x="636" y="116"/>
                  </a:lnTo>
                  <a:lnTo>
                    <a:pt x="642" y="130"/>
                  </a:lnTo>
                  <a:lnTo>
                    <a:pt x="642" y="134"/>
                  </a:lnTo>
                  <a:lnTo>
                    <a:pt x="644" y="136"/>
                  </a:lnTo>
                  <a:lnTo>
                    <a:pt x="650" y="156"/>
                  </a:lnTo>
                  <a:lnTo>
                    <a:pt x="652" y="176"/>
                  </a:lnTo>
                  <a:lnTo>
                    <a:pt x="648" y="194"/>
                  </a:lnTo>
                  <a:lnTo>
                    <a:pt x="644" y="212"/>
                  </a:lnTo>
                  <a:lnTo>
                    <a:pt x="638" y="224"/>
                  </a:lnTo>
                  <a:lnTo>
                    <a:pt x="636" y="228"/>
                  </a:lnTo>
                  <a:lnTo>
                    <a:pt x="634" y="232"/>
                  </a:lnTo>
                  <a:lnTo>
                    <a:pt x="632" y="234"/>
                  </a:lnTo>
                  <a:lnTo>
                    <a:pt x="626" y="246"/>
                  </a:lnTo>
                  <a:lnTo>
                    <a:pt x="618" y="254"/>
                  </a:lnTo>
                  <a:lnTo>
                    <a:pt x="608" y="264"/>
                  </a:lnTo>
                  <a:lnTo>
                    <a:pt x="598" y="272"/>
                  </a:lnTo>
                  <a:lnTo>
                    <a:pt x="586" y="278"/>
                  </a:lnTo>
                  <a:lnTo>
                    <a:pt x="578" y="282"/>
                  </a:lnTo>
                  <a:lnTo>
                    <a:pt x="570" y="286"/>
                  </a:lnTo>
                  <a:lnTo>
                    <a:pt x="564" y="288"/>
                  </a:lnTo>
                  <a:lnTo>
                    <a:pt x="558" y="290"/>
                  </a:lnTo>
                  <a:lnTo>
                    <a:pt x="542" y="294"/>
                  </a:lnTo>
                  <a:lnTo>
                    <a:pt x="526" y="296"/>
                  </a:lnTo>
                  <a:lnTo>
                    <a:pt x="524" y="296"/>
                  </a:lnTo>
                  <a:lnTo>
                    <a:pt x="508" y="296"/>
                  </a:lnTo>
                  <a:lnTo>
                    <a:pt x="506" y="296"/>
                  </a:lnTo>
                  <a:lnTo>
                    <a:pt x="490" y="296"/>
                  </a:lnTo>
                  <a:lnTo>
                    <a:pt x="474" y="292"/>
                  </a:lnTo>
                  <a:lnTo>
                    <a:pt x="458" y="284"/>
                  </a:lnTo>
                  <a:lnTo>
                    <a:pt x="444" y="276"/>
                  </a:lnTo>
                  <a:lnTo>
                    <a:pt x="430" y="264"/>
                  </a:lnTo>
                  <a:lnTo>
                    <a:pt x="424" y="258"/>
                  </a:lnTo>
                  <a:lnTo>
                    <a:pt x="418" y="252"/>
                  </a:lnTo>
                  <a:lnTo>
                    <a:pt x="412" y="244"/>
                  </a:lnTo>
                  <a:lnTo>
                    <a:pt x="406" y="236"/>
                  </a:lnTo>
                  <a:lnTo>
                    <a:pt x="402" y="228"/>
                  </a:lnTo>
                  <a:lnTo>
                    <a:pt x="398" y="220"/>
                  </a:lnTo>
                  <a:lnTo>
                    <a:pt x="396" y="214"/>
                  </a:lnTo>
                  <a:lnTo>
                    <a:pt x="394" y="210"/>
                  </a:lnTo>
                  <a:lnTo>
                    <a:pt x="392" y="204"/>
                  </a:lnTo>
                  <a:lnTo>
                    <a:pt x="388" y="192"/>
                  </a:lnTo>
                  <a:lnTo>
                    <a:pt x="386" y="172"/>
                  </a:lnTo>
                  <a:lnTo>
                    <a:pt x="386" y="170"/>
                  </a:lnTo>
                  <a:lnTo>
                    <a:pt x="386" y="168"/>
                  </a:lnTo>
                  <a:lnTo>
                    <a:pt x="388" y="148"/>
                  </a:lnTo>
                  <a:lnTo>
                    <a:pt x="394" y="130"/>
                  </a:lnTo>
                  <a:lnTo>
                    <a:pt x="404" y="112"/>
                  </a:lnTo>
                  <a:lnTo>
                    <a:pt x="418" y="94"/>
                  </a:lnTo>
                  <a:lnTo>
                    <a:pt x="420" y="92"/>
                  </a:lnTo>
                  <a:lnTo>
                    <a:pt x="436" y="76"/>
                  </a:lnTo>
                  <a:lnTo>
                    <a:pt x="440" y="72"/>
                  </a:lnTo>
                  <a:lnTo>
                    <a:pt x="450" y="60"/>
                  </a:lnTo>
                  <a:lnTo>
                    <a:pt x="458" y="48"/>
                  </a:lnTo>
                  <a:lnTo>
                    <a:pt x="460" y="40"/>
                  </a:lnTo>
                  <a:lnTo>
                    <a:pt x="462" y="26"/>
                  </a:lnTo>
                  <a:lnTo>
                    <a:pt x="460" y="12"/>
                  </a:lnTo>
                  <a:lnTo>
                    <a:pt x="456" y="2"/>
                  </a:lnTo>
                  <a:lnTo>
                    <a:pt x="454" y="0"/>
                  </a:lnTo>
                  <a:lnTo>
                    <a:pt x="378" y="0"/>
                  </a:lnTo>
                  <a:lnTo>
                    <a:pt x="224" y="0"/>
                  </a:lnTo>
                  <a:lnTo>
                    <a:pt x="8" y="0"/>
                  </a:lnTo>
                  <a:lnTo>
                    <a:pt x="2" y="4"/>
                  </a:lnTo>
                  <a:lnTo>
                    <a:pt x="0" y="8"/>
                  </a:lnTo>
                  <a:lnTo>
                    <a:pt x="0" y="964"/>
                  </a:lnTo>
                  <a:lnTo>
                    <a:pt x="2" y="968"/>
                  </a:lnTo>
                  <a:lnTo>
                    <a:pt x="4" y="966"/>
                  </a:lnTo>
                  <a:lnTo>
                    <a:pt x="8" y="964"/>
                  </a:lnTo>
                  <a:close/>
                </a:path>
              </a:pathLst>
            </a:custGeom>
            <a:solidFill>
              <a:schemeClr val="accent1">
                <a:lumMod val="40000"/>
                <a:lumOff val="60000"/>
              </a:schemeClr>
            </a:solidFill>
            <a:ln w="19050" cap="flat" cmpd="sng">
              <a:solidFill>
                <a:schemeClr val="bg1"/>
              </a:solidFill>
              <a:prstDash val="solid"/>
              <a:round/>
              <a:headEnd type="none" w="med" len="med"/>
              <a:tailEnd type="none" w="med" len="med"/>
            </a:ln>
          </p:spPr>
          <p:txBody>
            <a:bodyPr lIns="48979" tIns="48979" rIns="48979" bIns="48979" anchor="ctr"/>
            <a:lstStyle/>
            <a:p>
              <a:endParaRPr lang="en-GB" sz="1815"/>
            </a:p>
          </p:txBody>
        </p:sp>
        <p:sp>
          <p:nvSpPr>
            <p:cNvPr id="26" name="Freeform 10"/>
            <p:cNvSpPr/>
            <p:nvPr/>
          </p:nvSpPr>
          <p:spPr bwMode="auto">
            <a:xfrm>
              <a:off x="-956" y="1652"/>
              <a:ext cx="1052" cy="1549"/>
            </a:xfrm>
            <a:custGeom>
              <a:avLst/>
              <a:gdLst>
                <a:gd name="T0" fmla="*/ 470 w 1052"/>
                <a:gd name="T1" fmla="*/ 1283 h 1549"/>
                <a:gd name="T2" fmla="*/ 464 w 1052"/>
                <a:gd name="T3" fmla="*/ 1305 h 1549"/>
                <a:gd name="T4" fmla="*/ 448 w 1052"/>
                <a:gd name="T5" fmla="*/ 1327 h 1549"/>
                <a:gd name="T6" fmla="*/ 432 w 1052"/>
                <a:gd name="T7" fmla="*/ 1341 h 1549"/>
                <a:gd name="T8" fmla="*/ 414 w 1052"/>
                <a:gd name="T9" fmla="*/ 1361 h 1549"/>
                <a:gd name="T10" fmla="*/ 402 w 1052"/>
                <a:gd name="T11" fmla="*/ 1383 h 1549"/>
                <a:gd name="T12" fmla="*/ 394 w 1052"/>
                <a:gd name="T13" fmla="*/ 1413 h 1549"/>
                <a:gd name="T14" fmla="*/ 392 w 1052"/>
                <a:gd name="T15" fmla="*/ 1441 h 1549"/>
                <a:gd name="T16" fmla="*/ 400 w 1052"/>
                <a:gd name="T17" fmla="*/ 1467 h 1549"/>
                <a:gd name="T18" fmla="*/ 414 w 1052"/>
                <a:gd name="T19" fmla="*/ 1491 h 1549"/>
                <a:gd name="T20" fmla="*/ 434 w 1052"/>
                <a:gd name="T21" fmla="*/ 1511 h 1549"/>
                <a:gd name="T22" fmla="*/ 458 w 1052"/>
                <a:gd name="T23" fmla="*/ 1529 h 1549"/>
                <a:gd name="T24" fmla="*/ 484 w 1052"/>
                <a:gd name="T25" fmla="*/ 1541 h 1549"/>
                <a:gd name="T26" fmla="*/ 512 w 1052"/>
                <a:gd name="T27" fmla="*/ 1547 h 1549"/>
                <a:gd name="T28" fmla="*/ 552 w 1052"/>
                <a:gd name="T29" fmla="*/ 1547 h 1549"/>
                <a:gd name="T30" fmla="*/ 586 w 1052"/>
                <a:gd name="T31" fmla="*/ 1537 h 1549"/>
                <a:gd name="T32" fmla="*/ 620 w 1052"/>
                <a:gd name="T33" fmla="*/ 1515 h 1549"/>
                <a:gd name="T34" fmla="*/ 648 w 1052"/>
                <a:gd name="T35" fmla="*/ 1481 h 1549"/>
                <a:gd name="T36" fmla="*/ 658 w 1052"/>
                <a:gd name="T37" fmla="*/ 1451 h 1549"/>
                <a:gd name="T38" fmla="*/ 658 w 1052"/>
                <a:gd name="T39" fmla="*/ 1413 h 1549"/>
                <a:gd name="T40" fmla="*/ 642 w 1052"/>
                <a:gd name="T41" fmla="*/ 1373 h 1549"/>
                <a:gd name="T42" fmla="*/ 608 w 1052"/>
                <a:gd name="T43" fmla="*/ 1331 h 1549"/>
                <a:gd name="T44" fmla="*/ 584 w 1052"/>
                <a:gd name="T45" fmla="*/ 1301 h 1549"/>
                <a:gd name="T46" fmla="*/ 576 w 1052"/>
                <a:gd name="T47" fmla="*/ 1281 h 1549"/>
                <a:gd name="T48" fmla="*/ 578 w 1052"/>
                <a:gd name="T49" fmla="*/ 1265 h 1549"/>
                <a:gd name="T50" fmla="*/ 1052 w 1052"/>
                <a:gd name="T51" fmla="*/ 1265 h 1549"/>
                <a:gd name="T52" fmla="*/ 582 w 1052"/>
                <a:gd name="T53" fmla="*/ 288 h 1549"/>
                <a:gd name="T54" fmla="*/ 580 w 1052"/>
                <a:gd name="T55" fmla="*/ 272 h 1549"/>
                <a:gd name="T56" fmla="*/ 580 w 1052"/>
                <a:gd name="T57" fmla="*/ 260 h 1549"/>
                <a:gd name="T58" fmla="*/ 584 w 1052"/>
                <a:gd name="T59" fmla="*/ 250 h 1549"/>
                <a:gd name="T60" fmla="*/ 608 w 1052"/>
                <a:gd name="T61" fmla="*/ 220 h 1549"/>
                <a:gd name="T62" fmla="*/ 644 w 1052"/>
                <a:gd name="T63" fmla="*/ 178 h 1549"/>
                <a:gd name="T64" fmla="*/ 652 w 1052"/>
                <a:gd name="T65" fmla="*/ 162 h 1549"/>
                <a:gd name="T66" fmla="*/ 662 w 1052"/>
                <a:gd name="T67" fmla="*/ 112 h 1549"/>
                <a:gd name="T68" fmla="*/ 658 w 1052"/>
                <a:gd name="T69" fmla="*/ 90 h 1549"/>
                <a:gd name="T70" fmla="*/ 650 w 1052"/>
                <a:gd name="T71" fmla="*/ 68 h 1549"/>
                <a:gd name="T72" fmla="*/ 638 w 1052"/>
                <a:gd name="T73" fmla="*/ 50 h 1549"/>
                <a:gd name="T74" fmla="*/ 602 w 1052"/>
                <a:gd name="T75" fmla="*/ 18 h 1549"/>
                <a:gd name="T76" fmla="*/ 554 w 1052"/>
                <a:gd name="T77" fmla="*/ 2 h 1549"/>
                <a:gd name="T78" fmla="*/ 512 w 1052"/>
                <a:gd name="T79" fmla="*/ 0 h 1549"/>
                <a:gd name="T80" fmla="*/ 498 w 1052"/>
                <a:gd name="T81" fmla="*/ 2 h 1549"/>
                <a:gd name="T82" fmla="*/ 482 w 1052"/>
                <a:gd name="T83" fmla="*/ 8 h 1549"/>
                <a:gd name="T84" fmla="*/ 456 w 1052"/>
                <a:gd name="T85" fmla="*/ 20 h 1549"/>
                <a:gd name="T86" fmla="*/ 432 w 1052"/>
                <a:gd name="T87" fmla="*/ 38 h 1549"/>
                <a:gd name="T88" fmla="*/ 412 w 1052"/>
                <a:gd name="T89" fmla="*/ 58 h 1549"/>
                <a:gd name="T90" fmla="*/ 398 w 1052"/>
                <a:gd name="T91" fmla="*/ 84 h 1549"/>
                <a:gd name="T92" fmla="*/ 394 w 1052"/>
                <a:gd name="T93" fmla="*/ 100 h 1549"/>
                <a:gd name="T94" fmla="*/ 390 w 1052"/>
                <a:gd name="T95" fmla="*/ 124 h 1549"/>
                <a:gd name="T96" fmla="*/ 396 w 1052"/>
                <a:gd name="T97" fmla="*/ 154 h 1549"/>
                <a:gd name="T98" fmla="*/ 416 w 1052"/>
                <a:gd name="T99" fmla="*/ 190 h 1549"/>
                <a:gd name="T100" fmla="*/ 430 w 1052"/>
                <a:gd name="T101" fmla="*/ 206 h 1549"/>
                <a:gd name="T102" fmla="*/ 454 w 1052"/>
                <a:gd name="T103" fmla="*/ 230 h 1549"/>
                <a:gd name="T104" fmla="*/ 464 w 1052"/>
                <a:gd name="T105" fmla="*/ 256 h 1549"/>
                <a:gd name="T106" fmla="*/ 464 w 1052"/>
                <a:gd name="T107" fmla="*/ 276 h 1549"/>
                <a:gd name="T108" fmla="*/ 464 w 1052"/>
                <a:gd name="T109" fmla="*/ 280 h 1549"/>
                <a:gd name="T110" fmla="*/ 8 w 1052"/>
                <a:gd name="T111" fmla="*/ 288 h 1549"/>
                <a:gd name="T112" fmla="*/ 0 w 1052"/>
                <a:gd name="T113" fmla="*/ 297 h 1549"/>
                <a:gd name="T114" fmla="*/ 0 w 1052"/>
                <a:gd name="T115" fmla="*/ 303 h 1549"/>
                <a:gd name="T116" fmla="*/ 2 w 1052"/>
                <a:gd name="T117" fmla="*/ 1263 h 1549"/>
                <a:gd name="T118" fmla="*/ 232 w 1052"/>
                <a:gd name="T119" fmla="*/ 1265 h 1549"/>
                <a:gd name="T120" fmla="*/ 466 w 1052"/>
                <a:gd name="T121" fmla="*/ 1267 h 154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052"/>
                <a:gd name="T184" fmla="*/ 0 h 1549"/>
                <a:gd name="T185" fmla="*/ 1052 w 1052"/>
                <a:gd name="T186" fmla="*/ 1549 h 154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052" h="1549">
                  <a:moveTo>
                    <a:pt x="470" y="1273"/>
                  </a:moveTo>
                  <a:lnTo>
                    <a:pt x="470" y="1283"/>
                  </a:lnTo>
                  <a:lnTo>
                    <a:pt x="468" y="1295"/>
                  </a:lnTo>
                  <a:lnTo>
                    <a:pt x="464" y="1305"/>
                  </a:lnTo>
                  <a:lnTo>
                    <a:pt x="460" y="1313"/>
                  </a:lnTo>
                  <a:lnTo>
                    <a:pt x="448" y="1327"/>
                  </a:lnTo>
                  <a:lnTo>
                    <a:pt x="436" y="1339"/>
                  </a:lnTo>
                  <a:lnTo>
                    <a:pt x="432" y="1341"/>
                  </a:lnTo>
                  <a:lnTo>
                    <a:pt x="422" y="1353"/>
                  </a:lnTo>
                  <a:lnTo>
                    <a:pt x="414" y="1361"/>
                  </a:lnTo>
                  <a:lnTo>
                    <a:pt x="408" y="1371"/>
                  </a:lnTo>
                  <a:lnTo>
                    <a:pt x="402" y="1383"/>
                  </a:lnTo>
                  <a:lnTo>
                    <a:pt x="396" y="1399"/>
                  </a:lnTo>
                  <a:lnTo>
                    <a:pt x="394" y="1413"/>
                  </a:lnTo>
                  <a:lnTo>
                    <a:pt x="392" y="1427"/>
                  </a:lnTo>
                  <a:lnTo>
                    <a:pt x="392" y="1441"/>
                  </a:lnTo>
                  <a:lnTo>
                    <a:pt x="396" y="1455"/>
                  </a:lnTo>
                  <a:lnTo>
                    <a:pt x="400" y="1467"/>
                  </a:lnTo>
                  <a:lnTo>
                    <a:pt x="406" y="1479"/>
                  </a:lnTo>
                  <a:lnTo>
                    <a:pt x="414" y="1491"/>
                  </a:lnTo>
                  <a:lnTo>
                    <a:pt x="424" y="1501"/>
                  </a:lnTo>
                  <a:lnTo>
                    <a:pt x="434" y="1511"/>
                  </a:lnTo>
                  <a:lnTo>
                    <a:pt x="444" y="1521"/>
                  </a:lnTo>
                  <a:lnTo>
                    <a:pt x="458" y="1529"/>
                  </a:lnTo>
                  <a:lnTo>
                    <a:pt x="470" y="1535"/>
                  </a:lnTo>
                  <a:lnTo>
                    <a:pt x="484" y="1541"/>
                  </a:lnTo>
                  <a:lnTo>
                    <a:pt x="498" y="1545"/>
                  </a:lnTo>
                  <a:lnTo>
                    <a:pt x="512" y="1547"/>
                  </a:lnTo>
                  <a:lnTo>
                    <a:pt x="526" y="1549"/>
                  </a:lnTo>
                  <a:lnTo>
                    <a:pt x="552" y="1547"/>
                  </a:lnTo>
                  <a:lnTo>
                    <a:pt x="578" y="1541"/>
                  </a:lnTo>
                  <a:lnTo>
                    <a:pt x="586" y="1537"/>
                  </a:lnTo>
                  <a:lnTo>
                    <a:pt x="602" y="1529"/>
                  </a:lnTo>
                  <a:lnTo>
                    <a:pt x="620" y="1515"/>
                  </a:lnTo>
                  <a:lnTo>
                    <a:pt x="636" y="1499"/>
                  </a:lnTo>
                  <a:lnTo>
                    <a:pt x="648" y="1481"/>
                  </a:lnTo>
                  <a:lnTo>
                    <a:pt x="656" y="1461"/>
                  </a:lnTo>
                  <a:lnTo>
                    <a:pt x="658" y="1451"/>
                  </a:lnTo>
                  <a:lnTo>
                    <a:pt x="660" y="1441"/>
                  </a:lnTo>
                  <a:lnTo>
                    <a:pt x="658" y="1413"/>
                  </a:lnTo>
                  <a:lnTo>
                    <a:pt x="652" y="1391"/>
                  </a:lnTo>
                  <a:lnTo>
                    <a:pt x="642" y="1373"/>
                  </a:lnTo>
                  <a:lnTo>
                    <a:pt x="632" y="1359"/>
                  </a:lnTo>
                  <a:lnTo>
                    <a:pt x="608" y="1331"/>
                  </a:lnTo>
                  <a:lnTo>
                    <a:pt x="596" y="1317"/>
                  </a:lnTo>
                  <a:lnTo>
                    <a:pt x="584" y="1301"/>
                  </a:lnTo>
                  <a:lnTo>
                    <a:pt x="578" y="1291"/>
                  </a:lnTo>
                  <a:lnTo>
                    <a:pt x="576" y="1281"/>
                  </a:lnTo>
                  <a:lnTo>
                    <a:pt x="576" y="1271"/>
                  </a:lnTo>
                  <a:lnTo>
                    <a:pt x="578" y="1265"/>
                  </a:lnTo>
                  <a:lnTo>
                    <a:pt x="582" y="1265"/>
                  </a:lnTo>
                  <a:lnTo>
                    <a:pt x="1052" y="1265"/>
                  </a:lnTo>
                  <a:lnTo>
                    <a:pt x="1052" y="288"/>
                  </a:lnTo>
                  <a:lnTo>
                    <a:pt x="582" y="288"/>
                  </a:lnTo>
                  <a:lnTo>
                    <a:pt x="580" y="280"/>
                  </a:lnTo>
                  <a:lnTo>
                    <a:pt x="580" y="272"/>
                  </a:lnTo>
                  <a:lnTo>
                    <a:pt x="580" y="262"/>
                  </a:lnTo>
                  <a:lnTo>
                    <a:pt x="580" y="260"/>
                  </a:lnTo>
                  <a:lnTo>
                    <a:pt x="582" y="256"/>
                  </a:lnTo>
                  <a:lnTo>
                    <a:pt x="584" y="250"/>
                  </a:lnTo>
                  <a:lnTo>
                    <a:pt x="596" y="234"/>
                  </a:lnTo>
                  <a:lnTo>
                    <a:pt x="608" y="220"/>
                  </a:lnTo>
                  <a:lnTo>
                    <a:pt x="634" y="192"/>
                  </a:lnTo>
                  <a:lnTo>
                    <a:pt x="644" y="178"/>
                  </a:lnTo>
                  <a:lnTo>
                    <a:pt x="648" y="170"/>
                  </a:lnTo>
                  <a:lnTo>
                    <a:pt x="652" y="162"/>
                  </a:lnTo>
                  <a:lnTo>
                    <a:pt x="658" y="140"/>
                  </a:lnTo>
                  <a:lnTo>
                    <a:pt x="662" y="112"/>
                  </a:lnTo>
                  <a:lnTo>
                    <a:pt x="660" y="102"/>
                  </a:lnTo>
                  <a:lnTo>
                    <a:pt x="658" y="90"/>
                  </a:lnTo>
                  <a:lnTo>
                    <a:pt x="656" y="78"/>
                  </a:lnTo>
                  <a:lnTo>
                    <a:pt x="650" y="68"/>
                  </a:lnTo>
                  <a:lnTo>
                    <a:pt x="644" y="58"/>
                  </a:lnTo>
                  <a:lnTo>
                    <a:pt x="638" y="50"/>
                  </a:lnTo>
                  <a:lnTo>
                    <a:pt x="622" y="32"/>
                  </a:lnTo>
                  <a:lnTo>
                    <a:pt x="602" y="18"/>
                  </a:lnTo>
                  <a:lnTo>
                    <a:pt x="580" y="8"/>
                  </a:lnTo>
                  <a:lnTo>
                    <a:pt x="554" y="2"/>
                  </a:lnTo>
                  <a:lnTo>
                    <a:pt x="526" y="0"/>
                  </a:lnTo>
                  <a:lnTo>
                    <a:pt x="512" y="0"/>
                  </a:lnTo>
                  <a:lnTo>
                    <a:pt x="500" y="2"/>
                  </a:lnTo>
                  <a:lnTo>
                    <a:pt x="498" y="2"/>
                  </a:lnTo>
                  <a:lnTo>
                    <a:pt x="494" y="4"/>
                  </a:lnTo>
                  <a:lnTo>
                    <a:pt x="482" y="8"/>
                  </a:lnTo>
                  <a:lnTo>
                    <a:pt x="468" y="12"/>
                  </a:lnTo>
                  <a:lnTo>
                    <a:pt x="456" y="20"/>
                  </a:lnTo>
                  <a:lnTo>
                    <a:pt x="442" y="28"/>
                  </a:lnTo>
                  <a:lnTo>
                    <a:pt x="432" y="38"/>
                  </a:lnTo>
                  <a:lnTo>
                    <a:pt x="422" y="48"/>
                  </a:lnTo>
                  <a:lnTo>
                    <a:pt x="412" y="58"/>
                  </a:lnTo>
                  <a:lnTo>
                    <a:pt x="404" y="70"/>
                  </a:lnTo>
                  <a:lnTo>
                    <a:pt x="398" y="84"/>
                  </a:lnTo>
                  <a:lnTo>
                    <a:pt x="394" y="98"/>
                  </a:lnTo>
                  <a:lnTo>
                    <a:pt x="394" y="100"/>
                  </a:lnTo>
                  <a:lnTo>
                    <a:pt x="392" y="110"/>
                  </a:lnTo>
                  <a:lnTo>
                    <a:pt x="390" y="124"/>
                  </a:lnTo>
                  <a:lnTo>
                    <a:pt x="392" y="138"/>
                  </a:lnTo>
                  <a:lnTo>
                    <a:pt x="396" y="154"/>
                  </a:lnTo>
                  <a:lnTo>
                    <a:pt x="404" y="172"/>
                  </a:lnTo>
                  <a:lnTo>
                    <a:pt x="416" y="190"/>
                  </a:lnTo>
                  <a:lnTo>
                    <a:pt x="422" y="198"/>
                  </a:lnTo>
                  <a:lnTo>
                    <a:pt x="430" y="206"/>
                  </a:lnTo>
                  <a:lnTo>
                    <a:pt x="446" y="220"/>
                  </a:lnTo>
                  <a:lnTo>
                    <a:pt x="454" y="230"/>
                  </a:lnTo>
                  <a:lnTo>
                    <a:pt x="460" y="240"/>
                  </a:lnTo>
                  <a:lnTo>
                    <a:pt x="464" y="256"/>
                  </a:lnTo>
                  <a:lnTo>
                    <a:pt x="464" y="262"/>
                  </a:lnTo>
                  <a:lnTo>
                    <a:pt x="464" y="276"/>
                  </a:lnTo>
                  <a:lnTo>
                    <a:pt x="464" y="278"/>
                  </a:lnTo>
                  <a:lnTo>
                    <a:pt x="464" y="280"/>
                  </a:lnTo>
                  <a:lnTo>
                    <a:pt x="462" y="288"/>
                  </a:lnTo>
                  <a:lnTo>
                    <a:pt x="8" y="288"/>
                  </a:lnTo>
                  <a:lnTo>
                    <a:pt x="2" y="290"/>
                  </a:lnTo>
                  <a:lnTo>
                    <a:pt x="0" y="297"/>
                  </a:lnTo>
                  <a:lnTo>
                    <a:pt x="0" y="301"/>
                  </a:lnTo>
                  <a:lnTo>
                    <a:pt x="0" y="303"/>
                  </a:lnTo>
                  <a:lnTo>
                    <a:pt x="0" y="1257"/>
                  </a:lnTo>
                  <a:lnTo>
                    <a:pt x="2" y="1263"/>
                  </a:lnTo>
                  <a:lnTo>
                    <a:pt x="8" y="1265"/>
                  </a:lnTo>
                  <a:lnTo>
                    <a:pt x="232" y="1265"/>
                  </a:lnTo>
                  <a:lnTo>
                    <a:pt x="462" y="1265"/>
                  </a:lnTo>
                  <a:lnTo>
                    <a:pt x="466" y="1267"/>
                  </a:lnTo>
                  <a:lnTo>
                    <a:pt x="470" y="1273"/>
                  </a:lnTo>
                  <a:close/>
                </a:path>
              </a:pathLst>
            </a:custGeom>
            <a:solidFill>
              <a:schemeClr val="accent2"/>
            </a:solidFill>
            <a:ln w="19050" cap="flat" cmpd="sng">
              <a:solidFill>
                <a:schemeClr val="bg1"/>
              </a:solidFill>
              <a:prstDash val="solid"/>
              <a:round/>
              <a:headEnd type="none" w="med" len="med"/>
              <a:tailEnd type="none" w="med" len="med"/>
            </a:ln>
          </p:spPr>
          <p:txBody>
            <a:bodyPr lIns="48979" tIns="48979" rIns="48979" bIns="48979" anchor="ctr"/>
            <a:lstStyle/>
            <a:p>
              <a:endParaRPr lang="en-GB" sz="1815"/>
            </a:p>
          </p:txBody>
        </p:sp>
        <p:sp>
          <p:nvSpPr>
            <p:cNvPr id="37" name="Freeform 11"/>
            <p:cNvSpPr/>
            <p:nvPr/>
          </p:nvSpPr>
          <p:spPr bwMode="auto">
            <a:xfrm>
              <a:off x="-956" y="2917"/>
              <a:ext cx="1052" cy="972"/>
            </a:xfrm>
            <a:custGeom>
              <a:avLst/>
              <a:gdLst>
                <a:gd name="T0" fmla="*/ 580 w 1052"/>
                <a:gd name="T1" fmla="*/ 4 h 972"/>
                <a:gd name="T2" fmla="*/ 580 w 1052"/>
                <a:gd name="T3" fmla="*/ 18 h 972"/>
                <a:gd name="T4" fmla="*/ 590 w 1052"/>
                <a:gd name="T5" fmla="*/ 36 h 972"/>
                <a:gd name="T6" fmla="*/ 604 w 1052"/>
                <a:gd name="T7" fmla="*/ 60 h 972"/>
                <a:gd name="T8" fmla="*/ 636 w 1052"/>
                <a:gd name="T9" fmla="*/ 94 h 972"/>
                <a:gd name="T10" fmla="*/ 650 w 1052"/>
                <a:gd name="T11" fmla="*/ 114 h 972"/>
                <a:gd name="T12" fmla="*/ 660 w 1052"/>
                <a:gd name="T13" fmla="*/ 138 h 972"/>
                <a:gd name="T14" fmla="*/ 664 w 1052"/>
                <a:gd name="T15" fmla="*/ 174 h 972"/>
                <a:gd name="T16" fmla="*/ 662 w 1052"/>
                <a:gd name="T17" fmla="*/ 196 h 972"/>
                <a:gd name="T18" fmla="*/ 652 w 1052"/>
                <a:gd name="T19" fmla="*/ 218 h 972"/>
                <a:gd name="T20" fmla="*/ 640 w 1052"/>
                <a:gd name="T21" fmla="*/ 236 h 972"/>
                <a:gd name="T22" fmla="*/ 602 w 1052"/>
                <a:gd name="T23" fmla="*/ 266 h 972"/>
                <a:gd name="T24" fmla="*/ 580 w 1052"/>
                <a:gd name="T25" fmla="*/ 276 h 972"/>
                <a:gd name="T26" fmla="*/ 540 w 1052"/>
                <a:gd name="T27" fmla="*/ 284 h 972"/>
                <a:gd name="T28" fmla="*/ 526 w 1052"/>
                <a:gd name="T29" fmla="*/ 284 h 972"/>
                <a:gd name="T30" fmla="*/ 498 w 1052"/>
                <a:gd name="T31" fmla="*/ 282 h 972"/>
                <a:gd name="T32" fmla="*/ 468 w 1052"/>
                <a:gd name="T33" fmla="*/ 272 h 972"/>
                <a:gd name="T34" fmla="*/ 442 w 1052"/>
                <a:gd name="T35" fmla="*/ 258 h 972"/>
                <a:gd name="T36" fmla="*/ 420 w 1052"/>
                <a:gd name="T37" fmla="*/ 238 h 972"/>
                <a:gd name="T38" fmla="*/ 402 w 1052"/>
                <a:gd name="T39" fmla="*/ 216 h 972"/>
                <a:gd name="T40" fmla="*/ 392 w 1052"/>
                <a:gd name="T41" fmla="*/ 190 h 972"/>
                <a:gd name="T42" fmla="*/ 388 w 1052"/>
                <a:gd name="T43" fmla="*/ 162 h 972"/>
                <a:gd name="T44" fmla="*/ 392 w 1052"/>
                <a:gd name="T45" fmla="*/ 134 h 972"/>
                <a:gd name="T46" fmla="*/ 408 w 1052"/>
                <a:gd name="T47" fmla="*/ 100 h 972"/>
                <a:gd name="T48" fmla="*/ 424 w 1052"/>
                <a:gd name="T49" fmla="*/ 80 h 972"/>
                <a:gd name="T50" fmla="*/ 450 w 1052"/>
                <a:gd name="T51" fmla="*/ 54 h 972"/>
                <a:gd name="T52" fmla="*/ 462 w 1052"/>
                <a:gd name="T53" fmla="*/ 36 h 972"/>
                <a:gd name="T54" fmla="*/ 466 w 1052"/>
                <a:gd name="T55" fmla="*/ 16 h 972"/>
                <a:gd name="T56" fmla="*/ 462 w 1052"/>
                <a:gd name="T57" fmla="*/ 0 h 972"/>
                <a:gd name="T58" fmla="*/ 2 w 1052"/>
                <a:gd name="T59" fmla="*/ 4 h 972"/>
                <a:gd name="T60" fmla="*/ 0 w 1052"/>
                <a:gd name="T61" fmla="*/ 964 h 972"/>
                <a:gd name="T62" fmla="*/ 8 w 1052"/>
                <a:gd name="T63" fmla="*/ 972 h 972"/>
                <a:gd name="T64" fmla="*/ 1052 w 1052"/>
                <a:gd name="T65" fmla="*/ 2 h 97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1052"/>
                <a:gd name="T100" fmla="*/ 0 h 972"/>
                <a:gd name="T101" fmla="*/ 1052 w 1052"/>
                <a:gd name="T102" fmla="*/ 972 h 972"/>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1052" h="972">
                  <a:moveTo>
                    <a:pt x="582" y="0"/>
                  </a:moveTo>
                  <a:lnTo>
                    <a:pt x="580" y="4"/>
                  </a:lnTo>
                  <a:lnTo>
                    <a:pt x="578" y="8"/>
                  </a:lnTo>
                  <a:lnTo>
                    <a:pt x="580" y="18"/>
                  </a:lnTo>
                  <a:lnTo>
                    <a:pt x="584" y="30"/>
                  </a:lnTo>
                  <a:lnTo>
                    <a:pt x="590" y="36"/>
                  </a:lnTo>
                  <a:lnTo>
                    <a:pt x="596" y="48"/>
                  </a:lnTo>
                  <a:lnTo>
                    <a:pt x="604" y="60"/>
                  </a:lnTo>
                  <a:lnTo>
                    <a:pt x="620" y="78"/>
                  </a:lnTo>
                  <a:lnTo>
                    <a:pt x="636" y="94"/>
                  </a:lnTo>
                  <a:lnTo>
                    <a:pt x="644" y="104"/>
                  </a:lnTo>
                  <a:lnTo>
                    <a:pt x="650" y="114"/>
                  </a:lnTo>
                  <a:lnTo>
                    <a:pt x="656" y="126"/>
                  </a:lnTo>
                  <a:lnTo>
                    <a:pt x="660" y="138"/>
                  </a:lnTo>
                  <a:lnTo>
                    <a:pt x="662" y="154"/>
                  </a:lnTo>
                  <a:lnTo>
                    <a:pt x="664" y="174"/>
                  </a:lnTo>
                  <a:lnTo>
                    <a:pt x="664" y="184"/>
                  </a:lnTo>
                  <a:lnTo>
                    <a:pt x="662" y="196"/>
                  </a:lnTo>
                  <a:lnTo>
                    <a:pt x="658" y="206"/>
                  </a:lnTo>
                  <a:lnTo>
                    <a:pt x="652" y="218"/>
                  </a:lnTo>
                  <a:lnTo>
                    <a:pt x="646" y="226"/>
                  </a:lnTo>
                  <a:lnTo>
                    <a:pt x="640" y="236"/>
                  </a:lnTo>
                  <a:lnTo>
                    <a:pt x="622" y="252"/>
                  </a:lnTo>
                  <a:lnTo>
                    <a:pt x="602" y="266"/>
                  </a:lnTo>
                  <a:lnTo>
                    <a:pt x="586" y="272"/>
                  </a:lnTo>
                  <a:lnTo>
                    <a:pt x="580" y="276"/>
                  </a:lnTo>
                  <a:lnTo>
                    <a:pt x="554" y="282"/>
                  </a:lnTo>
                  <a:lnTo>
                    <a:pt x="540" y="284"/>
                  </a:lnTo>
                  <a:lnTo>
                    <a:pt x="528" y="284"/>
                  </a:lnTo>
                  <a:lnTo>
                    <a:pt x="526" y="284"/>
                  </a:lnTo>
                  <a:lnTo>
                    <a:pt x="512" y="284"/>
                  </a:lnTo>
                  <a:lnTo>
                    <a:pt x="498" y="282"/>
                  </a:lnTo>
                  <a:lnTo>
                    <a:pt x="482" y="278"/>
                  </a:lnTo>
                  <a:lnTo>
                    <a:pt x="468" y="272"/>
                  </a:lnTo>
                  <a:lnTo>
                    <a:pt x="454" y="266"/>
                  </a:lnTo>
                  <a:lnTo>
                    <a:pt x="442" y="258"/>
                  </a:lnTo>
                  <a:lnTo>
                    <a:pt x="430" y="248"/>
                  </a:lnTo>
                  <a:lnTo>
                    <a:pt x="420" y="238"/>
                  </a:lnTo>
                  <a:lnTo>
                    <a:pt x="410" y="228"/>
                  </a:lnTo>
                  <a:lnTo>
                    <a:pt x="402" y="216"/>
                  </a:lnTo>
                  <a:lnTo>
                    <a:pt x="396" y="204"/>
                  </a:lnTo>
                  <a:lnTo>
                    <a:pt x="392" y="190"/>
                  </a:lnTo>
                  <a:lnTo>
                    <a:pt x="388" y="176"/>
                  </a:lnTo>
                  <a:lnTo>
                    <a:pt x="388" y="162"/>
                  </a:lnTo>
                  <a:lnTo>
                    <a:pt x="390" y="148"/>
                  </a:lnTo>
                  <a:lnTo>
                    <a:pt x="392" y="134"/>
                  </a:lnTo>
                  <a:lnTo>
                    <a:pt x="400" y="114"/>
                  </a:lnTo>
                  <a:lnTo>
                    <a:pt x="408" y="100"/>
                  </a:lnTo>
                  <a:lnTo>
                    <a:pt x="416" y="90"/>
                  </a:lnTo>
                  <a:lnTo>
                    <a:pt x="424" y="80"/>
                  </a:lnTo>
                  <a:lnTo>
                    <a:pt x="442" y="64"/>
                  </a:lnTo>
                  <a:lnTo>
                    <a:pt x="450" y="54"/>
                  </a:lnTo>
                  <a:lnTo>
                    <a:pt x="458" y="44"/>
                  </a:lnTo>
                  <a:lnTo>
                    <a:pt x="462" y="36"/>
                  </a:lnTo>
                  <a:lnTo>
                    <a:pt x="464" y="30"/>
                  </a:lnTo>
                  <a:lnTo>
                    <a:pt x="466" y="16"/>
                  </a:lnTo>
                  <a:lnTo>
                    <a:pt x="464" y="6"/>
                  </a:lnTo>
                  <a:lnTo>
                    <a:pt x="462" y="0"/>
                  </a:lnTo>
                  <a:lnTo>
                    <a:pt x="8" y="2"/>
                  </a:lnTo>
                  <a:lnTo>
                    <a:pt x="2" y="4"/>
                  </a:lnTo>
                  <a:lnTo>
                    <a:pt x="0" y="8"/>
                  </a:lnTo>
                  <a:lnTo>
                    <a:pt x="0" y="964"/>
                  </a:lnTo>
                  <a:lnTo>
                    <a:pt x="2" y="968"/>
                  </a:lnTo>
                  <a:lnTo>
                    <a:pt x="8" y="972"/>
                  </a:lnTo>
                  <a:lnTo>
                    <a:pt x="1052" y="972"/>
                  </a:lnTo>
                  <a:lnTo>
                    <a:pt x="1052" y="2"/>
                  </a:lnTo>
                  <a:lnTo>
                    <a:pt x="582" y="0"/>
                  </a:lnTo>
                  <a:close/>
                </a:path>
              </a:pathLst>
            </a:custGeom>
            <a:solidFill>
              <a:schemeClr val="accent1"/>
            </a:solidFill>
            <a:ln w="19050" cap="flat" cmpd="sng">
              <a:solidFill>
                <a:schemeClr val="bg1"/>
              </a:solidFill>
              <a:prstDash val="solid"/>
              <a:round/>
              <a:headEnd type="none" w="med" len="med"/>
              <a:tailEnd type="none" w="med" len="med"/>
            </a:ln>
          </p:spPr>
          <p:txBody>
            <a:bodyPr lIns="48979" tIns="48979" rIns="48979" bIns="48979" anchor="ctr"/>
            <a:lstStyle/>
            <a:p>
              <a:endParaRPr lang="en-GB" sz="1815"/>
            </a:p>
          </p:txBody>
        </p:sp>
      </p:grpSp>
      <p:sp>
        <p:nvSpPr>
          <p:cNvPr id="71686" name="Freeform 6"/>
          <p:cNvSpPr/>
          <p:nvPr/>
        </p:nvSpPr>
        <p:spPr bwMode="auto">
          <a:xfrm>
            <a:off x="4223579" y="1057526"/>
            <a:ext cx="4250612" cy="4250612"/>
          </a:xfrm>
          <a:custGeom>
            <a:avLst/>
            <a:gdLst/>
            <a:ahLst/>
            <a:cxnLst>
              <a:cxn ang="0">
                <a:pos x="2950" y="1552"/>
              </a:cxn>
              <a:cxn ang="0">
                <a:pos x="2922" y="1774"/>
              </a:cxn>
              <a:cxn ang="0">
                <a:pos x="2862" y="1984"/>
              </a:cxn>
              <a:cxn ang="0">
                <a:pos x="2774" y="2180"/>
              </a:cxn>
              <a:cxn ang="0">
                <a:pos x="2658" y="2360"/>
              </a:cxn>
              <a:cxn ang="0">
                <a:pos x="2520" y="2520"/>
              </a:cxn>
              <a:cxn ang="0">
                <a:pos x="2360" y="2660"/>
              </a:cxn>
              <a:cxn ang="0">
                <a:pos x="2180" y="2774"/>
              </a:cxn>
              <a:cxn ang="0">
                <a:pos x="1984" y="2864"/>
              </a:cxn>
              <a:cxn ang="0">
                <a:pos x="1774" y="2922"/>
              </a:cxn>
              <a:cxn ang="0">
                <a:pos x="1552" y="2950"/>
              </a:cxn>
              <a:cxn ang="0">
                <a:pos x="1400" y="2950"/>
              </a:cxn>
              <a:cxn ang="0">
                <a:pos x="1178" y="2922"/>
              </a:cxn>
              <a:cxn ang="0">
                <a:pos x="968" y="2864"/>
              </a:cxn>
              <a:cxn ang="0">
                <a:pos x="772" y="2774"/>
              </a:cxn>
              <a:cxn ang="0">
                <a:pos x="592" y="2660"/>
              </a:cxn>
              <a:cxn ang="0">
                <a:pos x="432" y="2520"/>
              </a:cxn>
              <a:cxn ang="0">
                <a:pos x="294" y="2360"/>
              </a:cxn>
              <a:cxn ang="0">
                <a:pos x="178" y="2180"/>
              </a:cxn>
              <a:cxn ang="0">
                <a:pos x="90" y="1984"/>
              </a:cxn>
              <a:cxn ang="0">
                <a:pos x="30" y="1774"/>
              </a:cxn>
              <a:cxn ang="0">
                <a:pos x="2" y="1552"/>
              </a:cxn>
              <a:cxn ang="0">
                <a:pos x="2" y="1400"/>
              </a:cxn>
              <a:cxn ang="0">
                <a:pos x="30" y="1180"/>
              </a:cxn>
              <a:cxn ang="0">
                <a:pos x="90" y="970"/>
              </a:cxn>
              <a:cxn ang="0">
                <a:pos x="178" y="774"/>
              </a:cxn>
              <a:cxn ang="0">
                <a:pos x="294" y="594"/>
              </a:cxn>
              <a:cxn ang="0">
                <a:pos x="432" y="434"/>
              </a:cxn>
              <a:cxn ang="0">
                <a:pos x="592" y="294"/>
              </a:cxn>
              <a:cxn ang="0">
                <a:pos x="772" y="180"/>
              </a:cxn>
              <a:cxn ang="0">
                <a:pos x="968" y="90"/>
              </a:cxn>
              <a:cxn ang="0">
                <a:pos x="1178" y="30"/>
              </a:cxn>
              <a:cxn ang="0">
                <a:pos x="1400" y="2"/>
              </a:cxn>
              <a:cxn ang="0">
                <a:pos x="1552" y="2"/>
              </a:cxn>
              <a:cxn ang="0">
                <a:pos x="1774" y="30"/>
              </a:cxn>
              <a:cxn ang="0">
                <a:pos x="1984" y="90"/>
              </a:cxn>
              <a:cxn ang="0">
                <a:pos x="2180" y="180"/>
              </a:cxn>
              <a:cxn ang="0">
                <a:pos x="2360" y="294"/>
              </a:cxn>
              <a:cxn ang="0">
                <a:pos x="2520" y="434"/>
              </a:cxn>
              <a:cxn ang="0">
                <a:pos x="2658" y="594"/>
              </a:cxn>
              <a:cxn ang="0">
                <a:pos x="2774" y="774"/>
              </a:cxn>
              <a:cxn ang="0">
                <a:pos x="2862" y="970"/>
              </a:cxn>
              <a:cxn ang="0">
                <a:pos x="2922" y="1180"/>
              </a:cxn>
              <a:cxn ang="0">
                <a:pos x="2950" y="1400"/>
              </a:cxn>
            </a:cxnLst>
            <a:rect l="0" t="0" r="r" b="b"/>
            <a:pathLst>
              <a:path w="2952" h="2952">
                <a:moveTo>
                  <a:pt x="2952" y="1476"/>
                </a:moveTo>
                <a:lnTo>
                  <a:pt x="2952" y="1476"/>
                </a:lnTo>
                <a:lnTo>
                  <a:pt x="2950" y="1552"/>
                </a:lnTo>
                <a:lnTo>
                  <a:pt x="2944" y="1628"/>
                </a:lnTo>
                <a:lnTo>
                  <a:pt x="2934" y="1702"/>
                </a:lnTo>
                <a:lnTo>
                  <a:pt x="2922" y="1774"/>
                </a:lnTo>
                <a:lnTo>
                  <a:pt x="2906" y="1846"/>
                </a:lnTo>
                <a:lnTo>
                  <a:pt x="2886" y="1916"/>
                </a:lnTo>
                <a:lnTo>
                  <a:pt x="2862" y="1984"/>
                </a:lnTo>
                <a:lnTo>
                  <a:pt x="2836" y="2052"/>
                </a:lnTo>
                <a:lnTo>
                  <a:pt x="2806" y="2116"/>
                </a:lnTo>
                <a:lnTo>
                  <a:pt x="2774" y="2180"/>
                </a:lnTo>
                <a:lnTo>
                  <a:pt x="2738" y="2242"/>
                </a:lnTo>
                <a:lnTo>
                  <a:pt x="2700" y="2302"/>
                </a:lnTo>
                <a:lnTo>
                  <a:pt x="2658" y="2360"/>
                </a:lnTo>
                <a:lnTo>
                  <a:pt x="2614" y="2416"/>
                </a:lnTo>
                <a:lnTo>
                  <a:pt x="2568" y="2470"/>
                </a:lnTo>
                <a:lnTo>
                  <a:pt x="2520" y="2520"/>
                </a:lnTo>
                <a:lnTo>
                  <a:pt x="2468" y="2570"/>
                </a:lnTo>
                <a:lnTo>
                  <a:pt x="2414" y="2616"/>
                </a:lnTo>
                <a:lnTo>
                  <a:pt x="2360" y="2660"/>
                </a:lnTo>
                <a:lnTo>
                  <a:pt x="2302" y="2700"/>
                </a:lnTo>
                <a:lnTo>
                  <a:pt x="2242" y="2740"/>
                </a:lnTo>
                <a:lnTo>
                  <a:pt x="2180" y="2774"/>
                </a:lnTo>
                <a:lnTo>
                  <a:pt x="2116" y="2808"/>
                </a:lnTo>
                <a:lnTo>
                  <a:pt x="2050" y="2836"/>
                </a:lnTo>
                <a:lnTo>
                  <a:pt x="1984" y="2864"/>
                </a:lnTo>
                <a:lnTo>
                  <a:pt x="1914" y="2886"/>
                </a:lnTo>
                <a:lnTo>
                  <a:pt x="1844" y="2906"/>
                </a:lnTo>
                <a:lnTo>
                  <a:pt x="1774" y="2922"/>
                </a:lnTo>
                <a:lnTo>
                  <a:pt x="1700" y="2936"/>
                </a:lnTo>
                <a:lnTo>
                  <a:pt x="1626" y="2946"/>
                </a:lnTo>
                <a:lnTo>
                  <a:pt x="1552" y="2950"/>
                </a:lnTo>
                <a:lnTo>
                  <a:pt x="1476" y="2952"/>
                </a:lnTo>
                <a:lnTo>
                  <a:pt x="1476" y="2952"/>
                </a:lnTo>
                <a:lnTo>
                  <a:pt x="1400" y="2950"/>
                </a:lnTo>
                <a:lnTo>
                  <a:pt x="1326" y="2946"/>
                </a:lnTo>
                <a:lnTo>
                  <a:pt x="1252" y="2936"/>
                </a:lnTo>
                <a:lnTo>
                  <a:pt x="1178" y="2922"/>
                </a:lnTo>
                <a:lnTo>
                  <a:pt x="1108" y="2906"/>
                </a:lnTo>
                <a:lnTo>
                  <a:pt x="1038" y="2886"/>
                </a:lnTo>
                <a:lnTo>
                  <a:pt x="968" y="2864"/>
                </a:lnTo>
                <a:lnTo>
                  <a:pt x="902" y="2836"/>
                </a:lnTo>
                <a:lnTo>
                  <a:pt x="836" y="2808"/>
                </a:lnTo>
                <a:lnTo>
                  <a:pt x="772" y="2774"/>
                </a:lnTo>
                <a:lnTo>
                  <a:pt x="710" y="2740"/>
                </a:lnTo>
                <a:lnTo>
                  <a:pt x="650" y="2700"/>
                </a:lnTo>
                <a:lnTo>
                  <a:pt x="592" y="2660"/>
                </a:lnTo>
                <a:lnTo>
                  <a:pt x="538" y="2616"/>
                </a:lnTo>
                <a:lnTo>
                  <a:pt x="484" y="2570"/>
                </a:lnTo>
                <a:lnTo>
                  <a:pt x="432" y="2520"/>
                </a:lnTo>
                <a:lnTo>
                  <a:pt x="384" y="2470"/>
                </a:lnTo>
                <a:lnTo>
                  <a:pt x="338" y="2416"/>
                </a:lnTo>
                <a:lnTo>
                  <a:pt x="294" y="2360"/>
                </a:lnTo>
                <a:lnTo>
                  <a:pt x="252" y="2302"/>
                </a:lnTo>
                <a:lnTo>
                  <a:pt x="214" y="2242"/>
                </a:lnTo>
                <a:lnTo>
                  <a:pt x="178" y="2180"/>
                </a:lnTo>
                <a:lnTo>
                  <a:pt x="146" y="2116"/>
                </a:lnTo>
                <a:lnTo>
                  <a:pt x="116" y="2052"/>
                </a:lnTo>
                <a:lnTo>
                  <a:pt x="90" y="1984"/>
                </a:lnTo>
                <a:lnTo>
                  <a:pt x="66" y="1916"/>
                </a:lnTo>
                <a:lnTo>
                  <a:pt x="46" y="1846"/>
                </a:lnTo>
                <a:lnTo>
                  <a:pt x="30" y="1774"/>
                </a:lnTo>
                <a:lnTo>
                  <a:pt x="18" y="1702"/>
                </a:lnTo>
                <a:lnTo>
                  <a:pt x="8" y="1628"/>
                </a:lnTo>
                <a:lnTo>
                  <a:pt x="2" y="1552"/>
                </a:lnTo>
                <a:lnTo>
                  <a:pt x="0" y="1476"/>
                </a:lnTo>
                <a:lnTo>
                  <a:pt x="0" y="1476"/>
                </a:lnTo>
                <a:lnTo>
                  <a:pt x="2" y="1400"/>
                </a:lnTo>
                <a:lnTo>
                  <a:pt x="8" y="1326"/>
                </a:lnTo>
                <a:lnTo>
                  <a:pt x="18" y="1252"/>
                </a:lnTo>
                <a:lnTo>
                  <a:pt x="30" y="1180"/>
                </a:lnTo>
                <a:lnTo>
                  <a:pt x="46" y="1108"/>
                </a:lnTo>
                <a:lnTo>
                  <a:pt x="66" y="1038"/>
                </a:lnTo>
                <a:lnTo>
                  <a:pt x="90" y="970"/>
                </a:lnTo>
                <a:lnTo>
                  <a:pt x="116" y="902"/>
                </a:lnTo>
                <a:lnTo>
                  <a:pt x="146" y="836"/>
                </a:lnTo>
                <a:lnTo>
                  <a:pt x="178" y="774"/>
                </a:lnTo>
                <a:lnTo>
                  <a:pt x="214" y="712"/>
                </a:lnTo>
                <a:lnTo>
                  <a:pt x="252" y="652"/>
                </a:lnTo>
                <a:lnTo>
                  <a:pt x="294" y="594"/>
                </a:lnTo>
                <a:lnTo>
                  <a:pt x="338" y="538"/>
                </a:lnTo>
                <a:lnTo>
                  <a:pt x="384" y="484"/>
                </a:lnTo>
                <a:lnTo>
                  <a:pt x="432" y="434"/>
                </a:lnTo>
                <a:lnTo>
                  <a:pt x="484" y="384"/>
                </a:lnTo>
                <a:lnTo>
                  <a:pt x="538" y="338"/>
                </a:lnTo>
                <a:lnTo>
                  <a:pt x="592" y="294"/>
                </a:lnTo>
                <a:lnTo>
                  <a:pt x="650" y="252"/>
                </a:lnTo>
                <a:lnTo>
                  <a:pt x="710" y="214"/>
                </a:lnTo>
                <a:lnTo>
                  <a:pt x="772" y="180"/>
                </a:lnTo>
                <a:lnTo>
                  <a:pt x="836" y="146"/>
                </a:lnTo>
                <a:lnTo>
                  <a:pt x="902" y="116"/>
                </a:lnTo>
                <a:lnTo>
                  <a:pt x="968" y="90"/>
                </a:lnTo>
                <a:lnTo>
                  <a:pt x="1038" y="68"/>
                </a:lnTo>
                <a:lnTo>
                  <a:pt x="1108" y="48"/>
                </a:lnTo>
                <a:lnTo>
                  <a:pt x="1178" y="30"/>
                </a:lnTo>
                <a:lnTo>
                  <a:pt x="1252" y="18"/>
                </a:lnTo>
                <a:lnTo>
                  <a:pt x="1326" y="8"/>
                </a:lnTo>
                <a:lnTo>
                  <a:pt x="1400" y="2"/>
                </a:lnTo>
                <a:lnTo>
                  <a:pt x="1476" y="0"/>
                </a:lnTo>
                <a:lnTo>
                  <a:pt x="1476" y="0"/>
                </a:lnTo>
                <a:lnTo>
                  <a:pt x="1552" y="2"/>
                </a:lnTo>
                <a:lnTo>
                  <a:pt x="1626" y="8"/>
                </a:lnTo>
                <a:lnTo>
                  <a:pt x="1700" y="18"/>
                </a:lnTo>
                <a:lnTo>
                  <a:pt x="1774" y="30"/>
                </a:lnTo>
                <a:lnTo>
                  <a:pt x="1844" y="48"/>
                </a:lnTo>
                <a:lnTo>
                  <a:pt x="1914" y="68"/>
                </a:lnTo>
                <a:lnTo>
                  <a:pt x="1984" y="90"/>
                </a:lnTo>
                <a:lnTo>
                  <a:pt x="2050" y="116"/>
                </a:lnTo>
                <a:lnTo>
                  <a:pt x="2116" y="146"/>
                </a:lnTo>
                <a:lnTo>
                  <a:pt x="2180" y="180"/>
                </a:lnTo>
                <a:lnTo>
                  <a:pt x="2242" y="214"/>
                </a:lnTo>
                <a:lnTo>
                  <a:pt x="2302" y="252"/>
                </a:lnTo>
                <a:lnTo>
                  <a:pt x="2360" y="294"/>
                </a:lnTo>
                <a:lnTo>
                  <a:pt x="2414" y="338"/>
                </a:lnTo>
                <a:lnTo>
                  <a:pt x="2468" y="384"/>
                </a:lnTo>
                <a:lnTo>
                  <a:pt x="2520" y="434"/>
                </a:lnTo>
                <a:lnTo>
                  <a:pt x="2568" y="484"/>
                </a:lnTo>
                <a:lnTo>
                  <a:pt x="2614" y="538"/>
                </a:lnTo>
                <a:lnTo>
                  <a:pt x="2658" y="594"/>
                </a:lnTo>
                <a:lnTo>
                  <a:pt x="2700" y="652"/>
                </a:lnTo>
                <a:lnTo>
                  <a:pt x="2738" y="712"/>
                </a:lnTo>
                <a:lnTo>
                  <a:pt x="2774" y="774"/>
                </a:lnTo>
                <a:lnTo>
                  <a:pt x="2806" y="836"/>
                </a:lnTo>
                <a:lnTo>
                  <a:pt x="2836" y="902"/>
                </a:lnTo>
                <a:lnTo>
                  <a:pt x="2862" y="970"/>
                </a:lnTo>
                <a:lnTo>
                  <a:pt x="2886" y="1038"/>
                </a:lnTo>
                <a:lnTo>
                  <a:pt x="2906" y="1108"/>
                </a:lnTo>
                <a:lnTo>
                  <a:pt x="2922" y="1180"/>
                </a:lnTo>
                <a:lnTo>
                  <a:pt x="2934" y="1252"/>
                </a:lnTo>
                <a:lnTo>
                  <a:pt x="2944" y="1326"/>
                </a:lnTo>
                <a:lnTo>
                  <a:pt x="2950" y="1400"/>
                </a:lnTo>
                <a:lnTo>
                  <a:pt x="2952" y="1476"/>
                </a:lnTo>
                <a:lnTo>
                  <a:pt x="2952" y="1476"/>
                </a:lnTo>
                <a:close/>
              </a:path>
            </a:pathLst>
          </a:custGeom>
          <a:solidFill>
            <a:srgbClr val="1450B8"/>
          </a:solidFill>
          <a:ln w="9525">
            <a:noFill/>
            <a:round/>
          </a:ln>
        </p:spPr>
        <p:txBody>
          <a:bodyPr vert="horz" wrap="square" lIns="82938" tIns="41469" rIns="82938" bIns="41469" numCol="1" anchor="t" anchorCtr="0" compatLnSpc="1"/>
          <a:lstStyle/>
          <a:p>
            <a:endParaRPr lang="en-GB" sz="1815"/>
          </a:p>
        </p:txBody>
      </p:sp>
      <p:sp>
        <p:nvSpPr>
          <p:cNvPr id="71687" name="Freeform 7"/>
          <p:cNvSpPr/>
          <p:nvPr/>
        </p:nvSpPr>
        <p:spPr bwMode="auto">
          <a:xfrm>
            <a:off x="6262491" y="1031607"/>
            <a:ext cx="529887" cy="1664535"/>
          </a:xfrm>
          <a:custGeom>
            <a:avLst/>
            <a:gdLst/>
            <a:ahLst/>
            <a:cxnLst>
              <a:cxn ang="0">
                <a:pos x="116" y="0"/>
              </a:cxn>
              <a:cxn ang="0">
                <a:pos x="86" y="38"/>
              </a:cxn>
              <a:cxn ang="0">
                <a:pos x="62" y="76"/>
              </a:cxn>
              <a:cxn ang="0">
                <a:pos x="44" y="114"/>
              </a:cxn>
              <a:cxn ang="0">
                <a:pos x="22" y="192"/>
              </a:cxn>
              <a:cxn ang="0">
                <a:pos x="14" y="266"/>
              </a:cxn>
              <a:cxn ang="0">
                <a:pos x="18" y="334"/>
              </a:cxn>
              <a:cxn ang="0">
                <a:pos x="28" y="392"/>
              </a:cxn>
              <a:cxn ang="0">
                <a:pos x="44" y="448"/>
              </a:cxn>
              <a:cxn ang="0">
                <a:pos x="48" y="460"/>
              </a:cxn>
              <a:cxn ang="0">
                <a:pos x="102" y="436"/>
              </a:cxn>
              <a:cxn ang="0">
                <a:pos x="158" y="420"/>
              </a:cxn>
              <a:cxn ang="0">
                <a:pos x="220" y="410"/>
              </a:cxn>
              <a:cxn ang="0">
                <a:pos x="266" y="412"/>
              </a:cxn>
              <a:cxn ang="0">
                <a:pos x="294" y="420"/>
              </a:cxn>
              <a:cxn ang="0">
                <a:pos x="320" y="434"/>
              </a:cxn>
              <a:cxn ang="0">
                <a:pos x="342" y="456"/>
              </a:cxn>
              <a:cxn ang="0">
                <a:pos x="358" y="488"/>
              </a:cxn>
              <a:cxn ang="0">
                <a:pos x="366" y="528"/>
              </a:cxn>
              <a:cxn ang="0">
                <a:pos x="368" y="578"/>
              </a:cxn>
              <a:cxn ang="0">
                <a:pos x="366" y="608"/>
              </a:cxn>
              <a:cxn ang="0">
                <a:pos x="358" y="658"/>
              </a:cxn>
              <a:cxn ang="0">
                <a:pos x="346" y="700"/>
              </a:cxn>
              <a:cxn ang="0">
                <a:pos x="328" y="730"/>
              </a:cxn>
              <a:cxn ang="0">
                <a:pos x="308" y="754"/>
              </a:cxn>
              <a:cxn ang="0">
                <a:pos x="286" y="770"/>
              </a:cxn>
              <a:cxn ang="0">
                <a:pos x="262" y="778"/>
              </a:cxn>
              <a:cxn ang="0">
                <a:pos x="236" y="782"/>
              </a:cxn>
              <a:cxn ang="0">
                <a:pos x="184" y="774"/>
              </a:cxn>
              <a:cxn ang="0">
                <a:pos x="136" y="752"/>
              </a:cxn>
              <a:cxn ang="0">
                <a:pos x="96" y="722"/>
              </a:cxn>
              <a:cxn ang="0">
                <a:pos x="72" y="694"/>
              </a:cxn>
              <a:cxn ang="0">
                <a:pos x="66" y="680"/>
              </a:cxn>
              <a:cxn ang="0">
                <a:pos x="46" y="724"/>
              </a:cxn>
              <a:cxn ang="0">
                <a:pos x="24" y="788"/>
              </a:cxn>
              <a:cxn ang="0">
                <a:pos x="4" y="866"/>
              </a:cxn>
              <a:cxn ang="0">
                <a:pos x="0" y="908"/>
              </a:cxn>
              <a:cxn ang="0">
                <a:pos x="2" y="950"/>
              </a:cxn>
              <a:cxn ang="0">
                <a:pos x="12" y="992"/>
              </a:cxn>
              <a:cxn ang="0">
                <a:pos x="44" y="1072"/>
              </a:cxn>
              <a:cxn ang="0">
                <a:pos x="78" y="1132"/>
              </a:cxn>
            </a:cxnLst>
            <a:rect l="0" t="0" r="r" b="b"/>
            <a:pathLst>
              <a:path w="368" h="1156">
                <a:moveTo>
                  <a:pt x="116" y="0"/>
                </a:moveTo>
                <a:lnTo>
                  <a:pt x="116" y="0"/>
                </a:lnTo>
                <a:lnTo>
                  <a:pt x="100" y="18"/>
                </a:lnTo>
                <a:lnTo>
                  <a:pt x="86" y="38"/>
                </a:lnTo>
                <a:lnTo>
                  <a:pt x="72" y="56"/>
                </a:lnTo>
                <a:lnTo>
                  <a:pt x="62" y="76"/>
                </a:lnTo>
                <a:lnTo>
                  <a:pt x="52" y="94"/>
                </a:lnTo>
                <a:lnTo>
                  <a:pt x="44" y="114"/>
                </a:lnTo>
                <a:lnTo>
                  <a:pt x="30" y="152"/>
                </a:lnTo>
                <a:lnTo>
                  <a:pt x="22" y="192"/>
                </a:lnTo>
                <a:lnTo>
                  <a:pt x="16" y="230"/>
                </a:lnTo>
                <a:lnTo>
                  <a:pt x="14" y="266"/>
                </a:lnTo>
                <a:lnTo>
                  <a:pt x="16" y="302"/>
                </a:lnTo>
                <a:lnTo>
                  <a:pt x="18" y="334"/>
                </a:lnTo>
                <a:lnTo>
                  <a:pt x="22" y="366"/>
                </a:lnTo>
                <a:lnTo>
                  <a:pt x="28" y="392"/>
                </a:lnTo>
                <a:lnTo>
                  <a:pt x="34" y="416"/>
                </a:lnTo>
                <a:lnTo>
                  <a:pt x="44" y="448"/>
                </a:lnTo>
                <a:lnTo>
                  <a:pt x="48" y="460"/>
                </a:lnTo>
                <a:lnTo>
                  <a:pt x="48" y="460"/>
                </a:lnTo>
                <a:lnTo>
                  <a:pt x="64" y="454"/>
                </a:lnTo>
                <a:lnTo>
                  <a:pt x="102" y="436"/>
                </a:lnTo>
                <a:lnTo>
                  <a:pt x="128" y="428"/>
                </a:lnTo>
                <a:lnTo>
                  <a:pt x="158" y="420"/>
                </a:lnTo>
                <a:lnTo>
                  <a:pt x="188" y="414"/>
                </a:lnTo>
                <a:lnTo>
                  <a:pt x="220" y="410"/>
                </a:lnTo>
                <a:lnTo>
                  <a:pt x="252" y="410"/>
                </a:lnTo>
                <a:lnTo>
                  <a:pt x="266" y="412"/>
                </a:lnTo>
                <a:lnTo>
                  <a:pt x="280" y="416"/>
                </a:lnTo>
                <a:lnTo>
                  <a:pt x="294" y="420"/>
                </a:lnTo>
                <a:lnTo>
                  <a:pt x="308" y="426"/>
                </a:lnTo>
                <a:lnTo>
                  <a:pt x="320" y="434"/>
                </a:lnTo>
                <a:lnTo>
                  <a:pt x="332" y="444"/>
                </a:lnTo>
                <a:lnTo>
                  <a:pt x="342" y="456"/>
                </a:lnTo>
                <a:lnTo>
                  <a:pt x="350" y="472"/>
                </a:lnTo>
                <a:lnTo>
                  <a:pt x="358" y="488"/>
                </a:lnTo>
                <a:lnTo>
                  <a:pt x="362" y="506"/>
                </a:lnTo>
                <a:lnTo>
                  <a:pt x="366" y="528"/>
                </a:lnTo>
                <a:lnTo>
                  <a:pt x="368" y="552"/>
                </a:lnTo>
                <a:lnTo>
                  <a:pt x="368" y="578"/>
                </a:lnTo>
                <a:lnTo>
                  <a:pt x="366" y="608"/>
                </a:lnTo>
                <a:lnTo>
                  <a:pt x="366" y="608"/>
                </a:lnTo>
                <a:lnTo>
                  <a:pt x="364" y="634"/>
                </a:lnTo>
                <a:lnTo>
                  <a:pt x="358" y="658"/>
                </a:lnTo>
                <a:lnTo>
                  <a:pt x="352" y="680"/>
                </a:lnTo>
                <a:lnTo>
                  <a:pt x="346" y="700"/>
                </a:lnTo>
                <a:lnTo>
                  <a:pt x="338" y="716"/>
                </a:lnTo>
                <a:lnTo>
                  <a:pt x="328" y="730"/>
                </a:lnTo>
                <a:lnTo>
                  <a:pt x="318" y="744"/>
                </a:lnTo>
                <a:lnTo>
                  <a:pt x="308" y="754"/>
                </a:lnTo>
                <a:lnTo>
                  <a:pt x="298" y="762"/>
                </a:lnTo>
                <a:lnTo>
                  <a:pt x="286" y="770"/>
                </a:lnTo>
                <a:lnTo>
                  <a:pt x="274" y="774"/>
                </a:lnTo>
                <a:lnTo>
                  <a:pt x="262" y="778"/>
                </a:lnTo>
                <a:lnTo>
                  <a:pt x="248" y="780"/>
                </a:lnTo>
                <a:lnTo>
                  <a:pt x="236" y="782"/>
                </a:lnTo>
                <a:lnTo>
                  <a:pt x="210" y="780"/>
                </a:lnTo>
                <a:lnTo>
                  <a:pt x="184" y="774"/>
                </a:lnTo>
                <a:lnTo>
                  <a:pt x="158" y="764"/>
                </a:lnTo>
                <a:lnTo>
                  <a:pt x="136" y="752"/>
                </a:lnTo>
                <a:lnTo>
                  <a:pt x="114" y="738"/>
                </a:lnTo>
                <a:lnTo>
                  <a:pt x="96" y="722"/>
                </a:lnTo>
                <a:lnTo>
                  <a:pt x="82" y="708"/>
                </a:lnTo>
                <a:lnTo>
                  <a:pt x="72" y="694"/>
                </a:lnTo>
                <a:lnTo>
                  <a:pt x="66" y="680"/>
                </a:lnTo>
                <a:lnTo>
                  <a:pt x="66" y="680"/>
                </a:lnTo>
                <a:lnTo>
                  <a:pt x="56" y="700"/>
                </a:lnTo>
                <a:lnTo>
                  <a:pt x="46" y="724"/>
                </a:lnTo>
                <a:lnTo>
                  <a:pt x="36" y="752"/>
                </a:lnTo>
                <a:lnTo>
                  <a:pt x="24" y="788"/>
                </a:lnTo>
                <a:lnTo>
                  <a:pt x="12" y="826"/>
                </a:lnTo>
                <a:lnTo>
                  <a:pt x="4" y="866"/>
                </a:lnTo>
                <a:lnTo>
                  <a:pt x="0" y="908"/>
                </a:lnTo>
                <a:lnTo>
                  <a:pt x="0" y="908"/>
                </a:lnTo>
                <a:lnTo>
                  <a:pt x="0" y="928"/>
                </a:lnTo>
                <a:lnTo>
                  <a:pt x="2" y="950"/>
                </a:lnTo>
                <a:lnTo>
                  <a:pt x="6" y="972"/>
                </a:lnTo>
                <a:lnTo>
                  <a:pt x="12" y="992"/>
                </a:lnTo>
                <a:lnTo>
                  <a:pt x="26" y="1034"/>
                </a:lnTo>
                <a:lnTo>
                  <a:pt x="44" y="1072"/>
                </a:lnTo>
                <a:lnTo>
                  <a:pt x="62" y="1106"/>
                </a:lnTo>
                <a:lnTo>
                  <a:pt x="78" y="1132"/>
                </a:lnTo>
                <a:lnTo>
                  <a:pt x="94" y="1156"/>
                </a:lnTo>
              </a:path>
            </a:pathLst>
          </a:custGeom>
          <a:noFill/>
          <a:ln w="25400">
            <a:solidFill>
              <a:srgbClr val="FFFFFF"/>
            </a:solidFill>
            <a:prstDash val="solid"/>
            <a:round/>
          </a:ln>
        </p:spPr>
        <p:txBody>
          <a:bodyPr vert="horz" wrap="square" lIns="82938" tIns="41469" rIns="82938" bIns="41469" numCol="1" anchor="t" anchorCtr="0" compatLnSpc="1"/>
          <a:lstStyle/>
          <a:p>
            <a:endParaRPr lang="en-GB" sz="1815"/>
          </a:p>
        </p:txBody>
      </p:sp>
      <p:sp>
        <p:nvSpPr>
          <p:cNvPr id="71688" name="Freeform 8"/>
          <p:cNvSpPr/>
          <p:nvPr/>
        </p:nvSpPr>
        <p:spPr bwMode="auto">
          <a:xfrm>
            <a:off x="4658432" y="1837956"/>
            <a:ext cx="1212404" cy="1137528"/>
          </a:xfrm>
          <a:custGeom>
            <a:avLst/>
            <a:gdLst/>
            <a:ahLst/>
            <a:cxnLst>
              <a:cxn ang="0">
                <a:pos x="0" y="0"/>
              </a:cxn>
              <a:cxn ang="0">
                <a:pos x="6" y="48"/>
              </a:cxn>
              <a:cxn ang="0">
                <a:pos x="18" y="90"/>
              </a:cxn>
              <a:cxn ang="0">
                <a:pos x="36" y="130"/>
              </a:cxn>
              <a:cxn ang="0">
                <a:pos x="78" y="198"/>
              </a:cxn>
              <a:cxn ang="0">
                <a:pos x="130" y="254"/>
              </a:cxn>
              <a:cxn ang="0">
                <a:pos x="182" y="296"/>
              </a:cxn>
              <a:cxn ang="0">
                <a:pos x="232" y="328"/>
              </a:cxn>
              <a:cxn ang="0">
                <a:pos x="284" y="354"/>
              </a:cxn>
              <a:cxn ang="0">
                <a:pos x="296" y="358"/>
              </a:cxn>
              <a:cxn ang="0">
                <a:pos x="314" y="302"/>
              </a:cxn>
              <a:cxn ang="0">
                <a:pos x="340" y="250"/>
              </a:cxn>
              <a:cxn ang="0">
                <a:pos x="374" y="198"/>
              </a:cxn>
              <a:cxn ang="0">
                <a:pos x="406" y="164"/>
              </a:cxn>
              <a:cxn ang="0">
                <a:pos x="432" y="150"/>
              </a:cxn>
              <a:cxn ang="0">
                <a:pos x="460" y="140"/>
              </a:cxn>
              <a:cxn ang="0">
                <a:pos x="490" y="140"/>
              </a:cxn>
              <a:cxn ang="0">
                <a:pos x="522" y="148"/>
              </a:cxn>
              <a:cxn ang="0">
                <a:pos x="558" y="168"/>
              </a:cxn>
              <a:cxn ang="0">
                <a:pos x="598" y="200"/>
              </a:cxn>
              <a:cxn ang="0">
                <a:pos x="618" y="222"/>
              </a:cxn>
              <a:cxn ang="0">
                <a:pos x="650" y="262"/>
              </a:cxn>
              <a:cxn ang="0">
                <a:pos x="672" y="298"/>
              </a:cxn>
              <a:cxn ang="0">
                <a:pos x="684" y="332"/>
              </a:cxn>
              <a:cxn ang="0">
                <a:pos x="688" y="362"/>
              </a:cxn>
              <a:cxn ang="0">
                <a:pos x="684" y="390"/>
              </a:cxn>
              <a:cxn ang="0">
                <a:pos x="674" y="414"/>
              </a:cxn>
              <a:cxn ang="0">
                <a:pos x="660" y="436"/>
              </a:cxn>
              <a:cxn ang="0">
                <a:pos x="618" y="468"/>
              </a:cxn>
              <a:cxn ang="0">
                <a:pos x="570" y="490"/>
              </a:cxn>
              <a:cxn ang="0">
                <a:pos x="522" y="500"/>
              </a:cxn>
              <a:cxn ang="0">
                <a:pos x="484" y="498"/>
              </a:cxn>
              <a:cxn ang="0">
                <a:pos x="472" y="494"/>
              </a:cxn>
              <a:cxn ang="0">
                <a:pos x="490" y="536"/>
              </a:cxn>
              <a:cxn ang="0">
                <a:pos x="522" y="596"/>
              </a:cxn>
              <a:cxn ang="0">
                <a:pos x="566" y="664"/>
              </a:cxn>
              <a:cxn ang="0">
                <a:pos x="594" y="696"/>
              </a:cxn>
              <a:cxn ang="0">
                <a:pos x="628" y="722"/>
              </a:cxn>
              <a:cxn ang="0">
                <a:pos x="666" y="744"/>
              </a:cxn>
              <a:cxn ang="0">
                <a:pos x="748" y="772"/>
              </a:cxn>
              <a:cxn ang="0">
                <a:pos x="814" y="788"/>
              </a:cxn>
            </a:cxnLst>
            <a:rect l="0" t="0" r="r" b="b"/>
            <a:pathLst>
              <a:path w="842" h="790">
                <a:moveTo>
                  <a:pt x="0" y="0"/>
                </a:moveTo>
                <a:lnTo>
                  <a:pt x="0" y="0"/>
                </a:lnTo>
                <a:lnTo>
                  <a:pt x="2" y="24"/>
                </a:lnTo>
                <a:lnTo>
                  <a:pt x="6" y="48"/>
                </a:lnTo>
                <a:lnTo>
                  <a:pt x="12" y="70"/>
                </a:lnTo>
                <a:lnTo>
                  <a:pt x="18" y="90"/>
                </a:lnTo>
                <a:lnTo>
                  <a:pt x="26" y="110"/>
                </a:lnTo>
                <a:lnTo>
                  <a:pt x="36" y="130"/>
                </a:lnTo>
                <a:lnTo>
                  <a:pt x="56" y="166"/>
                </a:lnTo>
                <a:lnTo>
                  <a:pt x="78" y="198"/>
                </a:lnTo>
                <a:lnTo>
                  <a:pt x="104" y="228"/>
                </a:lnTo>
                <a:lnTo>
                  <a:pt x="130" y="254"/>
                </a:lnTo>
                <a:lnTo>
                  <a:pt x="156" y="278"/>
                </a:lnTo>
                <a:lnTo>
                  <a:pt x="182" y="296"/>
                </a:lnTo>
                <a:lnTo>
                  <a:pt x="208" y="314"/>
                </a:lnTo>
                <a:lnTo>
                  <a:pt x="232" y="328"/>
                </a:lnTo>
                <a:lnTo>
                  <a:pt x="252" y="340"/>
                </a:lnTo>
                <a:lnTo>
                  <a:pt x="284" y="354"/>
                </a:lnTo>
                <a:lnTo>
                  <a:pt x="296" y="358"/>
                </a:lnTo>
                <a:lnTo>
                  <a:pt x="296" y="358"/>
                </a:lnTo>
                <a:lnTo>
                  <a:pt x="300" y="342"/>
                </a:lnTo>
                <a:lnTo>
                  <a:pt x="314" y="302"/>
                </a:lnTo>
                <a:lnTo>
                  <a:pt x="326" y="278"/>
                </a:lnTo>
                <a:lnTo>
                  <a:pt x="340" y="250"/>
                </a:lnTo>
                <a:lnTo>
                  <a:pt x="354" y="224"/>
                </a:lnTo>
                <a:lnTo>
                  <a:pt x="374" y="198"/>
                </a:lnTo>
                <a:lnTo>
                  <a:pt x="394" y="174"/>
                </a:lnTo>
                <a:lnTo>
                  <a:pt x="406" y="164"/>
                </a:lnTo>
                <a:lnTo>
                  <a:pt x="418" y="156"/>
                </a:lnTo>
                <a:lnTo>
                  <a:pt x="432" y="150"/>
                </a:lnTo>
                <a:lnTo>
                  <a:pt x="444" y="144"/>
                </a:lnTo>
                <a:lnTo>
                  <a:pt x="460" y="140"/>
                </a:lnTo>
                <a:lnTo>
                  <a:pt x="474" y="138"/>
                </a:lnTo>
                <a:lnTo>
                  <a:pt x="490" y="140"/>
                </a:lnTo>
                <a:lnTo>
                  <a:pt x="506" y="142"/>
                </a:lnTo>
                <a:lnTo>
                  <a:pt x="522" y="148"/>
                </a:lnTo>
                <a:lnTo>
                  <a:pt x="540" y="156"/>
                </a:lnTo>
                <a:lnTo>
                  <a:pt x="558" y="168"/>
                </a:lnTo>
                <a:lnTo>
                  <a:pt x="578" y="182"/>
                </a:lnTo>
                <a:lnTo>
                  <a:pt x="598" y="200"/>
                </a:lnTo>
                <a:lnTo>
                  <a:pt x="618" y="222"/>
                </a:lnTo>
                <a:lnTo>
                  <a:pt x="618" y="222"/>
                </a:lnTo>
                <a:lnTo>
                  <a:pt x="636" y="242"/>
                </a:lnTo>
                <a:lnTo>
                  <a:pt x="650" y="262"/>
                </a:lnTo>
                <a:lnTo>
                  <a:pt x="662" y="280"/>
                </a:lnTo>
                <a:lnTo>
                  <a:pt x="672" y="298"/>
                </a:lnTo>
                <a:lnTo>
                  <a:pt x="680" y="316"/>
                </a:lnTo>
                <a:lnTo>
                  <a:pt x="684" y="332"/>
                </a:lnTo>
                <a:lnTo>
                  <a:pt x="688" y="348"/>
                </a:lnTo>
                <a:lnTo>
                  <a:pt x="688" y="362"/>
                </a:lnTo>
                <a:lnTo>
                  <a:pt x="688" y="376"/>
                </a:lnTo>
                <a:lnTo>
                  <a:pt x="684" y="390"/>
                </a:lnTo>
                <a:lnTo>
                  <a:pt x="680" y="402"/>
                </a:lnTo>
                <a:lnTo>
                  <a:pt x="674" y="414"/>
                </a:lnTo>
                <a:lnTo>
                  <a:pt x="668" y="424"/>
                </a:lnTo>
                <a:lnTo>
                  <a:pt x="660" y="436"/>
                </a:lnTo>
                <a:lnTo>
                  <a:pt x="640" y="454"/>
                </a:lnTo>
                <a:lnTo>
                  <a:pt x="618" y="468"/>
                </a:lnTo>
                <a:lnTo>
                  <a:pt x="594" y="480"/>
                </a:lnTo>
                <a:lnTo>
                  <a:pt x="570" y="490"/>
                </a:lnTo>
                <a:lnTo>
                  <a:pt x="546" y="496"/>
                </a:lnTo>
                <a:lnTo>
                  <a:pt x="522" y="500"/>
                </a:lnTo>
                <a:lnTo>
                  <a:pt x="502" y="500"/>
                </a:lnTo>
                <a:lnTo>
                  <a:pt x="484" y="498"/>
                </a:lnTo>
                <a:lnTo>
                  <a:pt x="472" y="494"/>
                </a:lnTo>
                <a:lnTo>
                  <a:pt x="472" y="494"/>
                </a:lnTo>
                <a:lnTo>
                  <a:pt x="480" y="514"/>
                </a:lnTo>
                <a:lnTo>
                  <a:pt x="490" y="536"/>
                </a:lnTo>
                <a:lnTo>
                  <a:pt x="504" y="564"/>
                </a:lnTo>
                <a:lnTo>
                  <a:pt x="522" y="596"/>
                </a:lnTo>
                <a:lnTo>
                  <a:pt x="542" y="630"/>
                </a:lnTo>
                <a:lnTo>
                  <a:pt x="566" y="664"/>
                </a:lnTo>
                <a:lnTo>
                  <a:pt x="594" y="696"/>
                </a:lnTo>
                <a:lnTo>
                  <a:pt x="594" y="696"/>
                </a:lnTo>
                <a:lnTo>
                  <a:pt x="610" y="710"/>
                </a:lnTo>
                <a:lnTo>
                  <a:pt x="628" y="722"/>
                </a:lnTo>
                <a:lnTo>
                  <a:pt x="646" y="734"/>
                </a:lnTo>
                <a:lnTo>
                  <a:pt x="666" y="744"/>
                </a:lnTo>
                <a:lnTo>
                  <a:pt x="708" y="760"/>
                </a:lnTo>
                <a:lnTo>
                  <a:pt x="748" y="772"/>
                </a:lnTo>
                <a:lnTo>
                  <a:pt x="784" y="782"/>
                </a:lnTo>
                <a:lnTo>
                  <a:pt x="814" y="788"/>
                </a:lnTo>
                <a:lnTo>
                  <a:pt x="842" y="790"/>
                </a:lnTo>
              </a:path>
            </a:pathLst>
          </a:custGeom>
          <a:noFill/>
          <a:ln w="25400">
            <a:solidFill>
              <a:srgbClr val="FFFFFF"/>
            </a:solidFill>
            <a:prstDash val="solid"/>
            <a:round/>
          </a:ln>
        </p:spPr>
        <p:txBody>
          <a:bodyPr vert="horz" wrap="square" lIns="82938" tIns="41469" rIns="82938" bIns="41469" numCol="1" anchor="t" anchorCtr="0" compatLnSpc="1"/>
          <a:lstStyle/>
          <a:p>
            <a:endParaRPr lang="en-GB" sz="1815"/>
          </a:p>
        </p:txBody>
      </p:sp>
      <p:sp>
        <p:nvSpPr>
          <p:cNvPr id="71689" name="Freeform 9"/>
          <p:cNvSpPr/>
          <p:nvPr/>
        </p:nvSpPr>
        <p:spPr bwMode="auto">
          <a:xfrm>
            <a:off x="5389906" y="3658002"/>
            <a:ext cx="754512" cy="1506145"/>
          </a:xfrm>
          <a:custGeom>
            <a:avLst/>
            <a:gdLst/>
            <a:ahLst/>
            <a:cxnLst>
              <a:cxn ang="0">
                <a:pos x="22" y="1046"/>
              </a:cxn>
              <a:cxn ang="0">
                <a:pos x="64" y="1026"/>
              </a:cxn>
              <a:cxn ang="0">
                <a:pos x="102" y="1000"/>
              </a:cxn>
              <a:cxn ang="0">
                <a:pos x="134" y="972"/>
              </a:cxn>
              <a:cxn ang="0">
                <a:pos x="186" y="910"/>
              </a:cxn>
              <a:cxn ang="0">
                <a:pos x="222" y="844"/>
              </a:cxn>
              <a:cxn ang="0">
                <a:pos x="246" y="782"/>
              </a:cxn>
              <a:cxn ang="0">
                <a:pos x="262" y="724"/>
              </a:cxn>
              <a:cxn ang="0">
                <a:pos x="270" y="666"/>
              </a:cxn>
              <a:cxn ang="0">
                <a:pos x="270" y="654"/>
              </a:cxn>
              <a:cxn ang="0">
                <a:pos x="212" y="654"/>
              </a:cxn>
              <a:cxn ang="0">
                <a:pos x="154" y="646"/>
              </a:cxn>
              <a:cxn ang="0">
                <a:pos x="92" y="630"/>
              </a:cxn>
              <a:cxn ang="0">
                <a:pos x="52" y="610"/>
              </a:cxn>
              <a:cxn ang="0">
                <a:pos x="28" y="590"/>
              </a:cxn>
              <a:cxn ang="0">
                <a:pos x="12" y="566"/>
              </a:cxn>
              <a:cxn ang="0">
                <a:pos x="2" y="538"/>
              </a:cxn>
              <a:cxn ang="0">
                <a:pos x="0" y="504"/>
              </a:cxn>
              <a:cxn ang="0">
                <a:pos x="6" y="464"/>
              </a:cxn>
              <a:cxn ang="0">
                <a:pos x="26" y="416"/>
              </a:cxn>
              <a:cxn ang="0">
                <a:pos x="40" y="390"/>
              </a:cxn>
              <a:cxn ang="0">
                <a:pos x="68" y="348"/>
              </a:cxn>
              <a:cxn ang="0">
                <a:pos x="96" y="316"/>
              </a:cxn>
              <a:cxn ang="0">
                <a:pos x="124" y="292"/>
              </a:cxn>
              <a:cxn ang="0">
                <a:pos x="152" y="280"/>
              </a:cxn>
              <a:cxn ang="0">
                <a:pos x="178" y="274"/>
              </a:cxn>
              <a:cxn ang="0">
                <a:pos x="204" y="276"/>
              </a:cxn>
              <a:cxn ang="0">
                <a:pos x="230" y="284"/>
              </a:cxn>
              <a:cxn ang="0">
                <a:pos x="274" y="312"/>
              </a:cxn>
              <a:cxn ang="0">
                <a:pos x="308" y="352"/>
              </a:cxn>
              <a:cxn ang="0">
                <a:pos x="334" y="396"/>
              </a:cxn>
              <a:cxn ang="0">
                <a:pos x="344" y="432"/>
              </a:cxn>
              <a:cxn ang="0">
                <a:pos x="344" y="446"/>
              </a:cxn>
              <a:cxn ang="0">
                <a:pos x="378" y="414"/>
              </a:cxn>
              <a:cxn ang="0">
                <a:pos x="426" y="366"/>
              </a:cxn>
              <a:cxn ang="0">
                <a:pos x="476" y="302"/>
              </a:cxn>
              <a:cxn ang="0">
                <a:pos x="496" y="266"/>
              </a:cxn>
              <a:cxn ang="0">
                <a:pos x="512" y="226"/>
              </a:cxn>
              <a:cxn ang="0">
                <a:pos x="520" y="182"/>
              </a:cxn>
              <a:cxn ang="0">
                <a:pos x="522" y="96"/>
              </a:cxn>
              <a:cxn ang="0">
                <a:pos x="516" y="28"/>
              </a:cxn>
            </a:cxnLst>
            <a:rect l="0" t="0" r="r" b="b"/>
            <a:pathLst>
              <a:path w="524" h="1046">
                <a:moveTo>
                  <a:pt x="22" y="1046"/>
                </a:moveTo>
                <a:lnTo>
                  <a:pt x="22" y="1046"/>
                </a:lnTo>
                <a:lnTo>
                  <a:pt x="44" y="1036"/>
                </a:lnTo>
                <a:lnTo>
                  <a:pt x="64" y="1026"/>
                </a:lnTo>
                <a:lnTo>
                  <a:pt x="84" y="1014"/>
                </a:lnTo>
                <a:lnTo>
                  <a:pt x="102" y="1000"/>
                </a:lnTo>
                <a:lnTo>
                  <a:pt x="118" y="988"/>
                </a:lnTo>
                <a:lnTo>
                  <a:pt x="134" y="972"/>
                </a:lnTo>
                <a:lnTo>
                  <a:pt x="162" y="942"/>
                </a:lnTo>
                <a:lnTo>
                  <a:pt x="186" y="910"/>
                </a:lnTo>
                <a:lnTo>
                  <a:pt x="206" y="878"/>
                </a:lnTo>
                <a:lnTo>
                  <a:pt x="222" y="844"/>
                </a:lnTo>
                <a:lnTo>
                  <a:pt x="236" y="812"/>
                </a:lnTo>
                <a:lnTo>
                  <a:pt x="246" y="782"/>
                </a:lnTo>
                <a:lnTo>
                  <a:pt x="256" y="752"/>
                </a:lnTo>
                <a:lnTo>
                  <a:pt x="262" y="724"/>
                </a:lnTo>
                <a:lnTo>
                  <a:pt x="266" y="702"/>
                </a:lnTo>
                <a:lnTo>
                  <a:pt x="270" y="666"/>
                </a:lnTo>
                <a:lnTo>
                  <a:pt x="270" y="654"/>
                </a:lnTo>
                <a:lnTo>
                  <a:pt x="270" y="654"/>
                </a:lnTo>
                <a:lnTo>
                  <a:pt x="254" y="654"/>
                </a:lnTo>
                <a:lnTo>
                  <a:pt x="212" y="654"/>
                </a:lnTo>
                <a:lnTo>
                  <a:pt x="184" y="652"/>
                </a:lnTo>
                <a:lnTo>
                  <a:pt x="154" y="646"/>
                </a:lnTo>
                <a:lnTo>
                  <a:pt x="122" y="640"/>
                </a:lnTo>
                <a:lnTo>
                  <a:pt x="92" y="630"/>
                </a:lnTo>
                <a:lnTo>
                  <a:pt x="64" y="618"/>
                </a:lnTo>
                <a:lnTo>
                  <a:pt x="52" y="610"/>
                </a:lnTo>
                <a:lnTo>
                  <a:pt x="40" y="600"/>
                </a:lnTo>
                <a:lnTo>
                  <a:pt x="28" y="590"/>
                </a:lnTo>
                <a:lnTo>
                  <a:pt x="20" y="580"/>
                </a:lnTo>
                <a:lnTo>
                  <a:pt x="12" y="566"/>
                </a:lnTo>
                <a:lnTo>
                  <a:pt x="6" y="554"/>
                </a:lnTo>
                <a:lnTo>
                  <a:pt x="2" y="538"/>
                </a:lnTo>
                <a:lnTo>
                  <a:pt x="0" y="522"/>
                </a:lnTo>
                <a:lnTo>
                  <a:pt x="0" y="504"/>
                </a:lnTo>
                <a:lnTo>
                  <a:pt x="2" y="484"/>
                </a:lnTo>
                <a:lnTo>
                  <a:pt x="6" y="464"/>
                </a:lnTo>
                <a:lnTo>
                  <a:pt x="14" y="440"/>
                </a:lnTo>
                <a:lnTo>
                  <a:pt x="26" y="416"/>
                </a:lnTo>
                <a:lnTo>
                  <a:pt x="40" y="390"/>
                </a:lnTo>
                <a:lnTo>
                  <a:pt x="40" y="390"/>
                </a:lnTo>
                <a:lnTo>
                  <a:pt x="54" y="368"/>
                </a:lnTo>
                <a:lnTo>
                  <a:pt x="68" y="348"/>
                </a:lnTo>
                <a:lnTo>
                  <a:pt x="82" y="330"/>
                </a:lnTo>
                <a:lnTo>
                  <a:pt x="96" y="316"/>
                </a:lnTo>
                <a:lnTo>
                  <a:pt x="110" y="302"/>
                </a:lnTo>
                <a:lnTo>
                  <a:pt x="124" y="292"/>
                </a:lnTo>
                <a:lnTo>
                  <a:pt x="138" y="286"/>
                </a:lnTo>
                <a:lnTo>
                  <a:pt x="152" y="280"/>
                </a:lnTo>
                <a:lnTo>
                  <a:pt x="166" y="276"/>
                </a:lnTo>
                <a:lnTo>
                  <a:pt x="178" y="274"/>
                </a:lnTo>
                <a:lnTo>
                  <a:pt x="192" y="274"/>
                </a:lnTo>
                <a:lnTo>
                  <a:pt x="204" y="276"/>
                </a:lnTo>
                <a:lnTo>
                  <a:pt x="218" y="280"/>
                </a:lnTo>
                <a:lnTo>
                  <a:pt x="230" y="284"/>
                </a:lnTo>
                <a:lnTo>
                  <a:pt x="252" y="296"/>
                </a:lnTo>
                <a:lnTo>
                  <a:pt x="274" y="312"/>
                </a:lnTo>
                <a:lnTo>
                  <a:pt x="292" y="332"/>
                </a:lnTo>
                <a:lnTo>
                  <a:pt x="308" y="352"/>
                </a:lnTo>
                <a:lnTo>
                  <a:pt x="322" y="374"/>
                </a:lnTo>
                <a:lnTo>
                  <a:pt x="334" y="396"/>
                </a:lnTo>
                <a:lnTo>
                  <a:pt x="340" y="414"/>
                </a:lnTo>
                <a:lnTo>
                  <a:pt x="344" y="432"/>
                </a:lnTo>
                <a:lnTo>
                  <a:pt x="344" y="446"/>
                </a:lnTo>
                <a:lnTo>
                  <a:pt x="344" y="446"/>
                </a:lnTo>
                <a:lnTo>
                  <a:pt x="360" y="430"/>
                </a:lnTo>
                <a:lnTo>
                  <a:pt x="378" y="414"/>
                </a:lnTo>
                <a:lnTo>
                  <a:pt x="402" y="392"/>
                </a:lnTo>
                <a:lnTo>
                  <a:pt x="426" y="366"/>
                </a:lnTo>
                <a:lnTo>
                  <a:pt x="452" y="334"/>
                </a:lnTo>
                <a:lnTo>
                  <a:pt x="476" y="302"/>
                </a:lnTo>
                <a:lnTo>
                  <a:pt x="496" y="266"/>
                </a:lnTo>
                <a:lnTo>
                  <a:pt x="496" y="266"/>
                </a:lnTo>
                <a:lnTo>
                  <a:pt x="506" y="246"/>
                </a:lnTo>
                <a:lnTo>
                  <a:pt x="512" y="226"/>
                </a:lnTo>
                <a:lnTo>
                  <a:pt x="516" y="204"/>
                </a:lnTo>
                <a:lnTo>
                  <a:pt x="520" y="182"/>
                </a:lnTo>
                <a:lnTo>
                  <a:pt x="524" y="138"/>
                </a:lnTo>
                <a:lnTo>
                  <a:pt x="522" y="96"/>
                </a:lnTo>
                <a:lnTo>
                  <a:pt x="520" y="58"/>
                </a:lnTo>
                <a:lnTo>
                  <a:pt x="516" y="28"/>
                </a:lnTo>
                <a:lnTo>
                  <a:pt x="510" y="0"/>
                </a:lnTo>
              </a:path>
            </a:pathLst>
          </a:custGeom>
          <a:noFill/>
          <a:ln w="25400">
            <a:solidFill>
              <a:srgbClr val="FFFFFF"/>
            </a:solidFill>
            <a:prstDash val="solid"/>
            <a:round/>
          </a:ln>
        </p:spPr>
        <p:txBody>
          <a:bodyPr vert="horz" wrap="square" lIns="82938" tIns="41469" rIns="82938" bIns="41469" numCol="1" anchor="t" anchorCtr="0" compatLnSpc="1"/>
          <a:lstStyle/>
          <a:p>
            <a:endParaRPr lang="en-GB" sz="1815"/>
          </a:p>
        </p:txBody>
      </p:sp>
      <p:sp>
        <p:nvSpPr>
          <p:cNvPr id="71690" name="Freeform 10"/>
          <p:cNvSpPr/>
          <p:nvPr/>
        </p:nvSpPr>
        <p:spPr bwMode="auto">
          <a:xfrm>
            <a:off x="4275416" y="3128115"/>
            <a:ext cx="1627098" cy="622041"/>
          </a:xfrm>
          <a:custGeom>
            <a:avLst/>
            <a:gdLst/>
            <a:ahLst/>
            <a:cxnLst>
              <a:cxn ang="0">
                <a:pos x="0" y="382"/>
              </a:cxn>
              <a:cxn ang="0">
                <a:pos x="42" y="402"/>
              </a:cxn>
              <a:cxn ang="0">
                <a:pos x="84" y="418"/>
              </a:cxn>
              <a:cxn ang="0">
                <a:pos x="126" y="428"/>
              </a:cxn>
              <a:cxn ang="0">
                <a:pos x="206" y="432"/>
              </a:cxn>
              <a:cxn ang="0">
                <a:pos x="280" y="422"/>
              </a:cxn>
              <a:cxn ang="0">
                <a:pos x="346" y="402"/>
              </a:cxn>
              <a:cxn ang="0">
                <a:pos x="400" y="380"/>
              </a:cxn>
              <a:cxn ang="0">
                <a:pos x="452" y="352"/>
              </a:cxn>
              <a:cxn ang="0">
                <a:pos x="462" y="346"/>
              </a:cxn>
              <a:cxn ang="0">
                <a:pos x="426" y="298"/>
              </a:cxn>
              <a:cxn ang="0">
                <a:pos x="398" y="248"/>
              </a:cxn>
              <a:cxn ang="0">
                <a:pos x="374" y="190"/>
              </a:cxn>
              <a:cxn ang="0">
                <a:pos x="366" y="144"/>
              </a:cxn>
              <a:cxn ang="0">
                <a:pos x="368" y="114"/>
              </a:cxn>
              <a:cxn ang="0">
                <a:pos x="376" y="86"/>
              </a:cxn>
              <a:cxn ang="0">
                <a:pos x="394" y="60"/>
              </a:cxn>
              <a:cxn ang="0">
                <a:pos x="420" y="38"/>
              </a:cxn>
              <a:cxn ang="0">
                <a:pos x="456" y="20"/>
              </a:cxn>
              <a:cxn ang="0">
                <a:pos x="506" y="8"/>
              </a:cxn>
              <a:cxn ang="0">
                <a:pos x="534" y="2"/>
              </a:cxn>
              <a:cxn ang="0">
                <a:pos x="586" y="0"/>
              </a:cxn>
              <a:cxn ang="0">
                <a:pos x="630" y="2"/>
              </a:cxn>
              <a:cxn ang="0">
                <a:pos x="664" y="12"/>
              </a:cxn>
              <a:cxn ang="0">
                <a:pos x="690" y="26"/>
              </a:cxn>
              <a:cxn ang="0">
                <a:pos x="712" y="46"/>
              </a:cxn>
              <a:cxn ang="0">
                <a:pos x="726" y="68"/>
              </a:cxn>
              <a:cxn ang="0">
                <a:pos x="734" y="92"/>
              </a:cxn>
              <a:cxn ang="0">
                <a:pos x="738" y="144"/>
              </a:cxn>
              <a:cxn ang="0">
                <a:pos x="726" y="196"/>
              </a:cxn>
              <a:cxn ang="0">
                <a:pos x="708" y="240"/>
              </a:cxn>
              <a:cxn ang="0">
                <a:pos x="684" y="272"/>
              </a:cxn>
              <a:cxn ang="0">
                <a:pos x="672" y="278"/>
              </a:cxn>
              <a:cxn ang="0">
                <a:pos x="718" y="288"/>
              </a:cxn>
              <a:cxn ang="0">
                <a:pos x="786" y="298"/>
              </a:cxn>
              <a:cxn ang="0">
                <a:pos x="868" y="300"/>
              </a:cxn>
              <a:cxn ang="0">
                <a:pos x="908" y="294"/>
              </a:cxn>
              <a:cxn ang="0">
                <a:pos x="950" y="282"/>
              </a:cxn>
              <a:cxn ang="0">
                <a:pos x="990" y="264"/>
              </a:cxn>
              <a:cxn ang="0">
                <a:pos x="1060" y="214"/>
              </a:cxn>
              <a:cxn ang="0">
                <a:pos x="1110" y="168"/>
              </a:cxn>
            </a:cxnLst>
            <a:rect l="0" t="0" r="r" b="b"/>
            <a:pathLst>
              <a:path w="1130" h="432">
                <a:moveTo>
                  <a:pt x="0" y="382"/>
                </a:moveTo>
                <a:lnTo>
                  <a:pt x="0" y="382"/>
                </a:lnTo>
                <a:lnTo>
                  <a:pt x="20" y="394"/>
                </a:lnTo>
                <a:lnTo>
                  <a:pt x="42" y="402"/>
                </a:lnTo>
                <a:lnTo>
                  <a:pt x="62" y="412"/>
                </a:lnTo>
                <a:lnTo>
                  <a:pt x="84" y="418"/>
                </a:lnTo>
                <a:lnTo>
                  <a:pt x="104" y="424"/>
                </a:lnTo>
                <a:lnTo>
                  <a:pt x="126" y="428"/>
                </a:lnTo>
                <a:lnTo>
                  <a:pt x="166" y="432"/>
                </a:lnTo>
                <a:lnTo>
                  <a:pt x="206" y="432"/>
                </a:lnTo>
                <a:lnTo>
                  <a:pt x="244" y="428"/>
                </a:lnTo>
                <a:lnTo>
                  <a:pt x="280" y="422"/>
                </a:lnTo>
                <a:lnTo>
                  <a:pt x="314" y="412"/>
                </a:lnTo>
                <a:lnTo>
                  <a:pt x="346" y="402"/>
                </a:lnTo>
                <a:lnTo>
                  <a:pt x="374" y="392"/>
                </a:lnTo>
                <a:lnTo>
                  <a:pt x="400" y="380"/>
                </a:lnTo>
                <a:lnTo>
                  <a:pt x="422" y="370"/>
                </a:lnTo>
                <a:lnTo>
                  <a:pt x="452" y="352"/>
                </a:lnTo>
                <a:lnTo>
                  <a:pt x="462" y="346"/>
                </a:lnTo>
                <a:lnTo>
                  <a:pt x="462" y="346"/>
                </a:lnTo>
                <a:lnTo>
                  <a:pt x="452" y="332"/>
                </a:lnTo>
                <a:lnTo>
                  <a:pt x="426" y="298"/>
                </a:lnTo>
                <a:lnTo>
                  <a:pt x="412" y="274"/>
                </a:lnTo>
                <a:lnTo>
                  <a:pt x="398" y="248"/>
                </a:lnTo>
                <a:lnTo>
                  <a:pt x="386" y="220"/>
                </a:lnTo>
                <a:lnTo>
                  <a:pt x="374" y="190"/>
                </a:lnTo>
                <a:lnTo>
                  <a:pt x="368" y="158"/>
                </a:lnTo>
                <a:lnTo>
                  <a:pt x="366" y="144"/>
                </a:lnTo>
                <a:lnTo>
                  <a:pt x="366" y="128"/>
                </a:lnTo>
                <a:lnTo>
                  <a:pt x="368" y="114"/>
                </a:lnTo>
                <a:lnTo>
                  <a:pt x="372" y="100"/>
                </a:lnTo>
                <a:lnTo>
                  <a:pt x="376" y="86"/>
                </a:lnTo>
                <a:lnTo>
                  <a:pt x="384" y="74"/>
                </a:lnTo>
                <a:lnTo>
                  <a:pt x="394" y="60"/>
                </a:lnTo>
                <a:lnTo>
                  <a:pt x="406" y="50"/>
                </a:lnTo>
                <a:lnTo>
                  <a:pt x="420" y="38"/>
                </a:lnTo>
                <a:lnTo>
                  <a:pt x="436" y="28"/>
                </a:lnTo>
                <a:lnTo>
                  <a:pt x="456" y="20"/>
                </a:lnTo>
                <a:lnTo>
                  <a:pt x="480" y="14"/>
                </a:lnTo>
                <a:lnTo>
                  <a:pt x="506" y="8"/>
                </a:lnTo>
                <a:lnTo>
                  <a:pt x="534" y="2"/>
                </a:lnTo>
                <a:lnTo>
                  <a:pt x="534" y="2"/>
                </a:lnTo>
                <a:lnTo>
                  <a:pt x="562" y="0"/>
                </a:lnTo>
                <a:lnTo>
                  <a:pt x="586" y="0"/>
                </a:lnTo>
                <a:lnTo>
                  <a:pt x="608" y="0"/>
                </a:lnTo>
                <a:lnTo>
                  <a:pt x="630" y="2"/>
                </a:lnTo>
                <a:lnTo>
                  <a:pt x="648" y="6"/>
                </a:lnTo>
                <a:lnTo>
                  <a:pt x="664" y="12"/>
                </a:lnTo>
                <a:lnTo>
                  <a:pt x="678" y="18"/>
                </a:lnTo>
                <a:lnTo>
                  <a:pt x="690" y="26"/>
                </a:lnTo>
                <a:lnTo>
                  <a:pt x="702" y="36"/>
                </a:lnTo>
                <a:lnTo>
                  <a:pt x="712" y="46"/>
                </a:lnTo>
                <a:lnTo>
                  <a:pt x="718" y="56"/>
                </a:lnTo>
                <a:lnTo>
                  <a:pt x="726" y="68"/>
                </a:lnTo>
                <a:lnTo>
                  <a:pt x="730" y="80"/>
                </a:lnTo>
                <a:lnTo>
                  <a:pt x="734" y="92"/>
                </a:lnTo>
                <a:lnTo>
                  <a:pt x="738" y="118"/>
                </a:lnTo>
                <a:lnTo>
                  <a:pt x="738" y="144"/>
                </a:lnTo>
                <a:lnTo>
                  <a:pt x="734" y="170"/>
                </a:lnTo>
                <a:lnTo>
                  <a:pt x="726" y="196"/>
                </a:lnTo>
                <a:lnTo>
                  <a:pt x="718" y="220"/>
                </a:lnTo>
                <a:lnTo>
                  <a:pt x="708" y="240"/>
                </a:lnTo>
                <a:lnTo>
                  <a:pt x="696" y="258"/>
                </a:lnTo>
                <a:lnTo>
                  <a:pt x="684" y="272"/>
                </a:lnTo>
                <a:lnTo>
                  <a:pt x="672" y="278"/>
                </a:lnTo>
                <a:lnTo>
                  <a:pt x="672" y="278"/>
                </a:lnTo>
                <a:lnTo>
                  <a:pt x="694" y="284"/>
                </a:lnTo>
                <a:lnTo>
                  <a:pt x="718" y="288"/>
                </a:lnTo>
                <a:lnTo>
                  <a:pt x="750" y="294"/>
                </a:lnTo>
                <a:lnTo>
                  <a:pt x="786" y="298"/>
                </a:lnTo>
                <a:lnTo>
                  <a:pt x="826" y="300"/>
                </a:lnTo>
                <a:lnTo>
                  <a:pt x="868" y="300"/>
                </a:lnTo>
                <a:lnTo>
                  <a:pt x="908" y="294"/>
                </a:lnTo>
                <a:lnTo>
                  <a:pt x="908" y="294"/>
                </a:lnTo>
                <a:lnTo>
                  <a:pt x="930" y="290"/>
                </a:lnTo>
                <a:lnTo>
                  <a:pt x="950" y="282"/>
                </a:lnTo>
                <a:lnTo>
                  <a:pt x="970" y="274"/>
                </a:lnTo>
                <a:lnTo>
                  <a:pt x="990" y="264"/>
                </a:lnTo>
                <a:lnTo>
                  <a:pt x="1026" y="240"/>
                </a:lnTo>
                <a:lnTo>
                  <a:pt x="1060" y="214"/>
                </a:lnTo>
                <a:lnTo>
                  <a:pt x="1088" y="188"/>
                </a:lnTo>
                <a:lnTo>
                  <a:pt x="1110" y="168"/>
                </a:lnTo>
                <a:lnTo>
                  <a:pt x="1130" y="146"/>
                </a:lnTo>
              </a:path>
            </a:pathLst>
          </a:custGeom>
          <a:noFill/>
          <a:ln w="25400">
            <a:solidFill>
              <a:srgbClr val="FFFFFF"/>
            </a:solidFill>
            <a:prstDash val="solid"/>
            <a:round/>
          </a:ln>
        </p:spPr>
        <p:txBody>
          <a:bodyPr vert="horz" wrap="square" lIns="82938" tIns="41469" rIns="82938" bIns="41469" numCol="1" anchor="t" anchorCtr="0" compatLnSpc="1"/>
          <a:lstStyle/>
          <a:p>
            <a:endParaRPr lang="en-GB" sz="1815"/>
          </a:p>
        </p:txBody>
      </p:sp>
      <p:sp>
        <p:nvSpPr>
          <p:cNvPr id="71691" name="Freeform 11"/>
          <p:cNvSpPr/>
          <p:nvPr/>
        </p:nvSpPr>
        <p:spPr bwMode="auto">
          <a:xfrm>
            <a:off x="6524554" y="3623444"/>
            <a:ext cx="742993" cy="1529184"/>
          </a:xfrm>
          <a:custGeom>
            <a:avLst/>
            <a:gdLst/>
            <a:ahLst/>
            <a:cxnLst>
              <a:cxn ang="0">
                <a:pos x="496" y="1062"/>
              </a:cxn>
              <a:cxn ang="0">
                <a:pos x="508" y="1016"/>
              </a:cxn>
              <a:cxn ang="0">
                <a:pos x="514" y="972"/>
              </a:cxn>
              <a:cxn ang="0">
                <a:pos x="516" y="930"/>
              </a:cxn>
              <a:cxn ang="0">
                <a:pos x="504" y="850"/>
              </a:cxn>
              <a:cxn ang="0">
                <a:pos x="480" y="778"/>
              </a:cxn>
              <a:cxn ang="0">
                <a:pos x="448" y="718"/>
              </a:cxn>
              <a:cxn ang="0">
                <a:pos x="416" y="670"/>
              </a:cxn>
              <a:cxn ang="0">
                <a:pos x="378" y="624"/>
              </a:cxn>
              <a:cxn ang="0">
                <a:pos x="368" y="616"/>
              </a:cxn>
              <a:cxn ang="0">
                <a:pos x="328" y="660"/>
              </a:cxn>
              <a:cxn ang="0">
                <a:pos x="286" y="698"/>
              </a:cxn>
              <a:cxn ang="0">
                <a:pos x="232" y="732"/>
              </a:cxn>
              <a:cxn ang="0">
                <a:pos x="190" y="748"/>
              </a:cxn>
              <a:cxn ang="0">
                <a:pos x="160" y="752"/>
              </a:cxn>
              <a:cxn ang="0">
                <a:pos x="132" y="750"/>
              </a:cxn>
              <a:cxn ang="0">
                <a:pos x="104" y="738"/>
              </a:cxn>
              <a:cxn ang="0">
                <a:pos x="76" y="718"/>
              </a:cxn>
              <a:cxn ang="0">
                <a:pos x="52" y="684"/>
              </a:cxn>
              <a:cxn ang="0">
                <a:pos x="28" y="640"/>
              </a:cxn>
              <a:cxn ang="0">
                <a:pos x="18" y="612"/>
              </a:cxn>
              <a:cxn ang="0">
                <a:pos x="4" y="562"/>
              </a:cxn>
              <a:cxn ang="0">
                <a:pos x="0" y="520"/>
              </a:cxn>
              <a:cxn ang="0">
                <a:pos x="2" y="484"/>
              </a:cxn>
              <a:cxn ang="0">
                <a:pos x="10" y="454"/>
              </a:cxn>
              <a:cxn ang="0">
                <a:pos x="26" y="430"/>
              </a:cxn>
              <a:cxn ang="0">
                <a:pos x="44" y="412"/>
              </a:cxn>
              <a:cxn ang="0">
                <a:pos x="66" y="400"/>
              </a:cxn>
              <a:cxn ang="0">
                <a:pos x="116" y="386"/>
              </a:cxn>
              <a:cxn ang="0">
                <a:pos x="170" y="386"/>
              </a:cxn>
              <a:cxn ang="0">
                <a:pos x="218" y="396"/>
              </a:cxn>
              <a:cxn ang="0">
                <a:pos x="252" y="412"/>
              </a:cxn>
              <a:cxn ang="0">
                <a:pos x="262" y="422"/>
              </a:cxn>
              <a:cxn ang="0">
                <a:pos x="262" y="374"/>
              </a:cxn>
              <a:cxn ang="0">
                <a:pos x="258" y="306"/>
              </a:cxn>
              <a:cxn ang="0">
                <a:pos x="242" y="228"/>
              </a:cxn>
              <a:cxn ang="0">
                <a:pos x="230" y="188"/>
              </a:cxn>
              <a:cxn ang="0">
                <a:pos x="210" y="150"/>
              </a:cxn>
              <a:cxn ang="0">
                <a:pos x="184" y="114"/>
              </a:cxn>
              <a:cxn ang="0">
                <a:pos x="122" y="56"/>
              </a:cxn>
              <a:cxn ang="0">
                <a:pos x="66" y="14"/>
              </a:cxn>
            </a:cxnLst>
            <a:rect l="0" t="0" r="r" b="b"/>
            <a:pathLst>
              <a:path w="516" h="1062">
                <a:moveTo>
                  <a:pt x="496" y="1062"/>
                </a:moveTo>
                <a:lnTo>
                  <a:pt x="496" y="1062"/>
                </a:lnTo>
                <a:lnTo>
                  <a:pt x="504" y="1040"/>
                </a:lnTo>
                <a:lnTo>
                  <a:pt x="508" y="1016"/>
                </a:lnTo>
                <a:lnTo>
                  <a:pt x="512" y="994"/>
                </a:lnTo>
                <a:lnTo>
                  <a:pt x="514" y="972"/>
                </a:lnTo>
                <a:lnTo>
                  <a:pt x="516" y="950"/>
                </a:lnTo>
                <a:lnTo>
                  <a:pt x="516" y="930"/>
                </a:lnTo>
                <a:lnTo>
                  <a:pt x="512" y="888"/>
                </a:lnTo>
                <a:lnTo>
                  <a:pt x="504" y="850"/>
                </a:lnTo>
                <a:lnTo>
                  <a:pt x="492" y="812"/>
                </a:lnTo>
                <a:lnTo>
                  <a:pt x="480" y="778"/>
                </a:lnTo>
                <a:lnTo>
                  <a:pt x="464" y="746"/>
                </a:lnTo>
                <a:lnTo>
                  <a:pt x="448" y="718"/>
                </a:lnTo>
                <a:lnTo>
                  <a:pt x="432" y="692"/>
                </a:lnTo>
                <a:lnTo>
                  <a:pt x="416" y="670"/>
                </a:lnTo>
                <a:lnTo>
                  <a:pt x="400" y="650"/>
                </a:lnTo>
                <a:lnTo>
                  <a:pt x="378" y="624"/>
                </a:lnTo>
                <a:lnTo>
                  <a:pt x="368" y="616"/>
                </a:lnTo>
                <a:lnTo>
                  <a:pt x="368" y="616"/>
                </a:lnTo>
                <a:lnTo>
                  <a:pt x="358" y="628"/>
                </a:lnTo>
                <a:lnTo>
                  <a:pt x="328" y="660"/>
                </a:lnTo>
                <a:lnTo>
                  <a:pt x="308" y="678"/>
                </a:lnTo>
                <a:lnTo>
                  <a:pt x="286" y="698"/>
                </a:lnTo>
                <a:lnTo>
                  <a:pt x="260" y="716"/>
                </a:lnTo>
                <a:lnTo>
                  <a:pt x="232" y="732"/>
                </a:lnTo>
                <a:lnTo>
                  <a:pt x="204" y="744"/>
                </a:lnTo>
                <a:lnTo>
                  <a:pt x="190" y="748"/>
                </a:lnTo>
                <a:lnTo>
                  <a:pt x="176" y="752"/>
                </a:lnTo>
                <a:lnTo>
                  <a:pt x="160" y="752"/>
                </a:lnTo>
                <a:lnTo>
                  <a:pt x="146" y="752"/>
                </a:lnTo>
                <a:lnTo>
                  <a:pt x="132" y="750"/>
                </a:lnTo>
                <a:lnTo>
                  <a:pt x="118" y="746"/>
                </a:lnTo>
                <a:lnTo>
                  <a:pt x="104" y="738"/>
                </a:lnTo>
                <a:lnTo>
                  <a:pt x="90" y="730"/>
                </a:lnTo>
                <a:lnTo>
                  <a:pt x="76" y="718"/>
                </a:lnTo>
                <a:lnTo>
                  <a:pt x="64" y="702"/>
                </a:lnTo>
                <a:lnTo>
                  <a:pt x="52" y="684"/>
                </a:lnTo>
                <a:lnTo>
                  <a:pt x="40" y="664"/>
                </a:lnTo>
                <a:lnTo>
                  <a:pt x="28" y="640"/>
                </a:lnTo>
                <a:lnTo>
                  <a:pt x="18" y="612"/>
                </a:lnTo>
                <a:lnTo>
                  <a:pt x="18" y="612"/>
                </a:lnTo>
                <a:lnTo>
                  <a:pt x="10" y="586"/>
                </a:lnTo>
                <a:lnTo>
                  <a:pt x="4" y="562"/>
                </a:lnTo>
                <a:lnTo>
                  <a:pt x="2" y="540"/>
                </a:lnTo>
                <a:lnTo>
                  <a:pt x="0" y="520"/>
                </a:lnTo>
                <a:lnTo>
                  <a:pt x="0" y="500"/>
                </a:lnTo>
                <a:lnTo>
                  <a:pt x="2" y="484"/>
                </a:lnTo>
                <a:lnTo>
                  <a:pt x="6" y="468"/>
                </a:lnTo>
                <a:lnTo>
                  <a:pt x="10" y="454"/>
                </a:lnTo>
                <a:lnTo>
                  <a:pt x="18" y="442"/>
                </a:lnTo>
                <a:lnTo>
                  <a:pt x="26" y="430"/>
                </a:lnTo>
                <a:lnTo>
                  <a:pt x="34" y="422"/>
                </a:lnTo>
                <a:lnTo>
                  <a:pt x="44" y="412"/>
                </a:lnTo>
                <a:lnTo>
                  <a:pt x="54" y="406"/>
                </a:lnTo>
                <a:lnTo>
                  <a:pt x="66" y="400"/>
                </a:lnTo>
                <a:lnTo>
                  <a:pt x="90" y="390"/>
                </a:lnTo>
                <a:lnTo>
                  <a:pt x="116" y="386"/>
                </a:lnTo>
                <a:lnTo>
                  <a:pt x="144" y="384"/>
                </a:lnTo>
                <a:lnTo>
                  <a:pt x="170" y="386"/>
                </a:lnTo>
                <a:lnTo>
                  <a:pt x="194" y="390"/>
                </a:lnTo>
                <a:lnTo>
                  <a:pt x="218" y="396"/>
                </a:lnTo>
                <a:lnTo>
                  <a:pt x="236" y="404"/>
                </a:lnTo>
                <a:lnTo>
                  <a:pt x="252" y="412"/>
                </a:lnTo>
                <a:lnTo>
                  <a:pt x="262" y="422"/>
                </a:lnTo>
                <a:lnTo>
                  <a:pt x="262" y="422"/>
                </a:lnTo>
                <a:lnTo>
                  <a:pt x="262" y="400"/>
                </a:lnTo>
                <a:lnTo>
                  <a:pt x="262" y="374"/>
                </a:lnTo>
                <a:lnTo>
                  <a:pt x="260" y="344"/>
                </a:lnTo>
                <a:lnTo>
                  <a:pt x="258" y="306"/>
                </a:lnTo>
                <a:lnTo>
                  <a:pt x="252" y="268"/>
                </a:lnTo>
                <a:lnTo>
                  <a:pt x="242" y="228"/>
                </a:lnTo>
                <a:lnTo>
                  <a:pt x="230" y="188"/>
                </a:lnTo>
                <a:lnTo>
                  <a:pt x="230" y="188"/>
                </a:lnTo>
                <a:lnTo>
                  <a:pt x="222" y="168"/>
                </a:lnTo>
                <a:lnTo>
                  <a:pt x="210" y="150"/>
                </a:lnTo>
                <a:lnTo>
                  <a:pt x="198" y="132"/>
                </a:lnTo>
                <a:lnTo>
                  <a:pt x="184" y="114"/>
                </a:lnTo>
                <a:lnTo>
                  <a:pt x="154" y="82"/>
                </a:lnTo>
                <a:lnTo>
                  <a:pt x="122" y="56"/>
                </a:lnTo>
                <a:lnTo>
                  <a:pt x="90" y="32"/>
                </a:lnTo>
                <a:lnTo>
                  <a:pt x="66" y="14"/>
                </a:lnTo>
                <a:lnTo>
                  <a:pt x="42" y="0"/>
                </a:lnTo>
              </a:path>
            </a:pathLst>
          </a:custGeom>
          <a:noFill/>
          <a:ln w="25400">
            <a:solidFill>
              <a:srgbClr val="FFFFFF"/>
            </a:solidFill>
            <a:prstDash val="solid"/>
            <a:round/>
          </a:ln>
        </p:spPr>
        <p:txBody>
          <a:bodyPr vert="horz" wrap="square" lIns="82938" tIns="41469" rIns="82938" bIns="41469" numCol="1" anchor="t" anchorCtr="0" compatLnSpc="1"/>
          <a:lstStyle/>
          <a:p>
            <a:endParaRPr lang="en-GB" sz="1815"/>
          </a:p>
        </p:txBody>
      </p:sp>
      <p:sp>
        <p:nvSpPr>
          <p:cNvPr id="71692" name="Freeform 12"/>
          <p:cNvSpPr/>
          <p:nvPr/>
        </p:nvSpPr>
        <p:spPr bwMode="auto">
          <a:xfrm>
            <a:off x="6835575" y="3246188"/>
            <a:ext cx="1592540" cy="673878"/>
          </a:xfrm>
          <a:custGeom>
            <a:avLst/>
            <a:gdLst/>
            <a:ahLst/>
            <a:cxnLst>
              <a:cxn ang="0">
                <a:pos x="1106" y="366"/>
              </a:cxn>
              <a:cxn ang="0">
                <a:pos x="1080" y="328"/>
              </a:cxn>
              <a:cxn ang="0">
                <a:pos x="1050" y="294"/>
              </a:cxn>
              <a:cxn ang="0">
                <a:pos x="1018" y="266"/>
              </a:cxn>
              <a:cxn ang="0">
                <a:pos x="948" y="224"/>
              </a:cxn>
              <a:cxn ang="0">
                <a:pos x="878" y="198"/>
              </a:cxn>
              <a:cxn ang="0">
                <a:pos x="812" y="184"/>
              </a:cxn>
              <a:cxn ang="0">
                <a:pos x="754" y="178"/>
              </a:cxn>
              <a:cxn ang="0">
                <a:pos x="696" y="178"/>
              </a:cxn>
              <a:cxn ang="0">
                <a:pos x="682" y="178"/>
              </a:cxn>
              <a:cxn ang="0">
                <a:pos x="690" y="238"/>
              </a:cxn>
              <a:cxn ang="0">
                <a:pos x="692" y="294"/>
              </a:cxn>
              <a:cxn ang="0">
                <a:pos x="684" y="358"/>
              </a:cxn>
              <a:cxn ang="0">
                <a:pos x="670" y="402"/>
              </a:cxn>
              <a:cxn ang="0">
                <a:pos x="654" y="426"/>
              </a:cxn>
              <a:cxn ang="0">
                <a:pos x="634" y="446"/>
              </a:cxn>
              <a:cxn ang="0">
                <a:pos x="608" y="462"/>
              </a:cxn>
              <a:cxn ang="0">
                <a:pos x="574" y="468"/>
              </a:cxn>
              <a:cxn ang="0">
                <a:pos x="532" y="466"/>
              </a:cxn>
              <a:cxn ang="0">
                <a:pos x="484" y="456"/>
              </a:cxn>
              <a:cxn ang="0">
                <a:pos x="456" y="446"/>
              </a:cxn>
              <a:cxn ang="0">
                <a:pos x="408" y="424"/>
              </a:cxn>
              <a:cxn ang="0">
                <a:pos x="372" y="400"/>
              </a:cxn>
              <a:cxn ang="0">
                <a:pos x="346" y="376"/>
              </a:cxn>
              <a:cxn ang="0">
                <a:pos x="330" y="350"/>
              </a:cxn>
              <a:cxn ang="0">
                <a:pos x="320" y="324"/>
              </a:cxn>
              <a:cxn ang="0">
                <a:pos x="318" y="298"/>
              </a:cxn>
              <a:cxn ang="0">
                <a:pos x="322" y="272"/>
              </a:cxn>
              <a:cxn ang="0">
                <a:pos x="344" y="224"/>
              </a:cxn>
              <a:cxn ang="0">
                <a:pos x="378" y="184"/>
              </a:cxn>
              <a:cxn ang="0">
                <a:pos x="418" y="154"/>
              </a:cxn>
              <a:cxn ang="0">
                <a:pos x="452" y="138"/>
              </a:cxn>
              <a:cxn ang="0">
                <a:pos x="466" y="136"/>
              </a:cxn>
              <a:cxn ang="0">
                <a:pos x="430" y="106"/>
              </a:cxn>
              <a:cxn ang="0">
                <a:pos x="374" y="66"/>
              </a:cxn>
              <a:cxn ang="0">
                <a:pos x="304" y="26"/>
              </a:cxn>
              <a:cxn ang="0">
                <a:pos x="266" y="10"/>
              </a:cxn>
              <a:cxn ang="0">
                <a:pos x="224" y="2"/>
              </a:cxn>
              <a:cxn ang="0">
                <a:pos x="180" y="0"/>
              </a:cxn>
              <a:cxn ang="0">
                <a:pos x="94" y="10"/>
              </a:cxn>
              <a:cxn ang="0">
                <a:pos x="28" y="26"/>
              </a:cxn>
            </a:cxnLst>
            <a:rect l="0" t="0" r="r" b="b"/>
            <a:pathLst>
              <a:path w="1106" h="468">
                <a:moveTo>
                  <a:pt x="1106" y="366"/>
                </a:moveTo>
                <a:lnTo>
                  <a:pt x="1106" y="366"/>
                </a:lnTo>
                <a:lnTo>
                  <a:pt x="1094" y="346"/>
                </a:lnTo>
                <a:lnTo>
                  <a:pt x="1080" y="328"/>
                </a:lnTo>
                <a:lnTo>
                  <a:pt x="1066" y="310"/>
                </a:lnTo>
                <a:lnTo>
                  <a:pt x="1050" y="294"/>
                </a:lnTo>
                <a:lnTo>
                  <a:pt x="1034" y="280"/>
                </a:lnTo>
                <a:lnTo>
                  <a:pt x="1018" y="266"/>
                </a:lnTo>
                <a:lnTo>
                  <a:pt x="984" y="244"/>
                </a:lnTo>
                <a:lnTo>
                  <a:pt x="948" y="224"/>
                </a:lnTo>
                <a:lnTo>
                  <a:pt x="914" y="210"/>
                </a:lnTo>
                <a:lnTo>
                  <a:pt x="878" y="198"/>
                </a:lnTo>
                <a:lnTo>
                  <a:pt x="844" y="190"/>
                </a:lnTo>
                <a:lnTo>
                  <a:pt x="812" y="184"/>
                </a:lnTo>
                <a:lnTo>
                  <a:pt x="782" y="180"/>
                </a:lnTo>
                <a:lnTo>
                  <a:pt x="754" y="178"/>
                </a:lnTo>
                <a:lnTo>
                  <a:pt x="730" y="176"/>
                </a:lnTo>
                <a:lnTo>
                  <a:pt x="696" y="178"/>
                </a:lnTo>
                <a:lnTo>
                  <a:pt x="682" y="178"/>
                </a:lnTo>
                <a:lnTo>
                  <a:pt x="682" y="178"/>
                </a:lnTo>
                <a:lnTo>
                  <a:pt x="686" y="194"/>
                </a:lnTo>
                <a:lnTo>
                  <a:pt x="690" y="238"/>
                </a:lnTo>
                <a:lnTo>
                  <a:pt x="692" y="264"/>
                </a:lnTo>
                <a:lnTo>
                  <a:pt x="692" y="294"/>
                </a:lnTo>
                <a:lnTo>
                  <a:pt x="690" y="326"/>
                </a:lnTo>
                <a:lnTo>
                  <a:pt x="684" y="358"/>
                </a:lnTo>
                <a:lnTo>
                  <a:pt x="676" y="388"/>
                </a:lnTo>
                <a:lnTo>
                  <a:pt x="670" y="402"/>
                </a:lnTo>
                <a:lnTo>
                  <a:pt x="664" y="414"/>
                </a:lnTo>
                <a:lnTo>
                  <a:pt x="654" y="426"/>
                </a:lnTo>
                <a:lnTo>
                  <a:pt x="646" y="438"/>
                </a:lnTo>
                <a:lnTo>
                  <a:pt x="634" y="446"/>
                </a:lnTo>
                <a:lnTo>
                  <a:pt x="622" y="454"/>
                </a:lnTo>
                <a:lnTo>
                  <a:pt x="608" y="462"/>
                </a:lnTo>
                <a:lnTo>
                  <a:pt x="592" y="466"/>
                </a:lnTo>
                <a:lnTo>
                  <a:pt x="574" y="468"/>
                </a:lnTo>
                <a:lnTo>
                  <a:pt x="554" y="468"/>
                </a:lnTo>
                <a:lnTo>
                  <a:pt x="532" y="466"/>
                </a:lnTo>
                <a:lnTo>
                  <a:pt x="508" y="462"/>
                </a:lnTo>
                <a:lnTo>
                  <a:pt x="484" y="456"/>
                </a:lnTo>
                <a:lnTo>
                  <a:pt x="456" y="446"/>
                </a:lnTo>
                <a:lnTo>
                  <a:pt x="456" y="446"/>
                </a:lnTo>
                <a:lnTo>
                  <a:pt x="430" y="434"/>
                </a:lnTo>
                <a:lnTo>
                  <a:pt x="408" y="424"/>
                </a:lnTo>
                <a:lnTo>
                  <a:pt x="390" y="412"/>
                </a:lnTo>
                <a:lnTo>
                  <a:pt x="372" y="400"/>
                </a:lnTo>
                <a:lnTo>
                  <a:pt x="358" y="388"/>
                </a:lnTo>
                <a:lnTo>
                  <a:pt x="346" y="376"/>
                </a:lnTo>
                <a:lnTo>
                  <a:pt x="338" y="362"/>
                </a:lnTo>
                <a:lnTo>
                  <a:pt x="330" y="350"/>
                </a:lnTo>
                <a:lnTo>
                  <a:pt x="324" y="336"/>
                </a:lnTo>
                <a:lnTo>
                  <a:pt x="320" y="324"/>
                </a:lnTo>
                <a:lnTo>
                  <a:pt x="318" y="310"/>
                </a:lnTo>
                <a:lnTo>
                  <a:pt x="318" y="298"/>
                </a:lnTo>
                <a:lnTo>
                  <a:pt x="320" y="286"/>
                </a:lnTo>
                <a:lnTo>
                  <a:pt x="322" y="272"/>
                </a:lnTo>
                <a:lnTo>
                  <a:pt x="332" y="248"/>
                </a:lnTo>
                <a:lnTo>
                  <a:pt x="344" y="224"/>
                </a:lnTo>
                <a:lnTo>
                  <a:pt x="360" y="204"/>
                </a:lnTo>
                <a:lnTo>
                  <a:pt x="378" y="184"/>
                </a:lnTo>
                <a:lnTo>
                  <a:pt x="398" y="168"/>
                </a:lnTo>
                <a:lnTo>
                  <a:pt x="418" y="154"/>
                </a:lnTo>
                <a:lnTo>
                  <a:pt x="436" y="144"/>
                </a:lnTo>
                <a:lnTo>
                  <a:pt x="452" y="138"/>
                </a:lnTo>
                <a:lnTo>
                  <a:pt x="466" y="136"/>
                </a:lnTo>
                <a:lnTo>
                  <a:pt x="466" y="136"/>
                </a:lnTo>
                <a:lnTo>
                  <a:pt x="448" y="122"/>
                </a:lnTo>
                <a:lnTo>
                  <a:pt x="430" y="106"/>
                </a:lnTo>
                <a:lnTo>
                  <a:pt x="404" y="86"/>
                </a:lnTo>
                <a:lnTo>
                  <a:pt x="374" y="66"/>
                </a:lnTo>
                <a:lnTo>
                  <a:pt x="340" y="46"/>
                </a:lnTo>
                <a:lnTo>
                  <a:pt x="304" y="26"/>
                </a:lnTo>
                <a:lnTo>
                  <a:pt x="266" y="10"/>
                </a:lnTo>
                <a:lnTo>
                  <a:pt x="266" y="10"/>
                </a:lnTo>
                <a:lnTo>
                  <a:pt x="246" y="4"/>
                </a:lnTo>
                <a:lnTo>
                  <a:pt x="224" y="2"/>
                </a:lnTo>
                <a:lnTo>
                  <a:pt x="202" y="0"/>
                </a:lnTo>
                <a:lnTo>
                  <a:pt x="180" y="0"/>
                </a:lnTo>
                <a:lnTo>
                  <a:pt x="136" y="2"/>
                </a:lnTo>
                <a:lnTo>
                  <a:pt x="94" y="10"/>
                </a:lnTo>
                <a:lnTo>
                  <a:pt x="56" y="18"/>
                </a:lnTo>
                <a:lnTo>
                  <a:pt x="28" y="26"/>
                </a:lnTo>
                <a:lnTo>
                  <a:pt x="0" y="36"/>
                </a:lnTo>
              </a:path>
            </a:pathLst>
          </a:custGeom>
          <a:noFill/>
          <a:ln w="25400">
            <a:solidFill>
              <a:srgbClr val="FFFFFF"/>
            </a:solidFill>
            <a:prstDash val="solid"/>
            <a:round/>
          </a:ln>
        </p:spPr>
        <p:txBody>
          <a:bodyPr vert="horz" wrap="square" lIns="82938" tIns="41469" rIns="82938" bIns="41469" numCol="1" anchor="t" anchorCtr="0" compatLnSpc="1"/>
          <a:lstStyle/>
          <a:p>
            <a:endParaRPr lang="en-GB" sz="1815"/>
          </a:p>
        </p:txBody>
      </p:sp>
      <p:sp>
        <p:nvSpPr>
          <p:cNvPr id="71693" name="Freeform 13"/>
          <p:cNvSpPr/>
          <p:nvPr/>
        </p:nvSpPr>
        <p:spPr bwMode="auto">
          <a:xfrm>
            <a:off x="6795257" y="1823557"/>
            <a:ext cx="1232562" cy="1114490"/>
          </a:xfrm>
          <a:custGeom>
            <a:avLst/>
            <a:gdLst/>
            <a:ahLst/>
            <a:cxnLst>
              <a:cxn ang="0">
                <a:pos x="856" y="0"/>
              </a:cxn>
              <a:cxn ang="0">
                <a:pos x="808" y="2"/>
              </a:cxn>
              <a:cxn ang="0">
                <a:pos x="764" y="12"/>
              </a:cxn>
              <a:cxn ang="0">
                <a:pos x="724" y="24"/>
              </a:cxn>
              <a:cxn ang="0">
                <a:pos x="652" y="62"/>
              </a:cxn>
              <a:cxn ang="0">
                <a:pos x="592" y="108"/>
              </a:cxn>
              <a:cxn ang="0">
                <a:pos x="546" y="158"/>
              </a:cxn>
              <a:cxn ang="0">
                <a:pos x="510" y="204"/>
              </a:cxn>
              <a:cxn ang="0">
                <a:pos x="480" y="254"/>
              </a:cxn>
              <a:cxn ang="0">
                <a:pos x="474" y="264"/>
              </a:cxn>
              <a:cxn ang="0">
                <a:pos x="530" y="288"/>
              </a:cxn>
              <a:cxn ang="0">
                <a:pos x="580" y="318"/>
              </a:cxn>
              <a:cxn ang="0">
                <a:pos x="630" y="356"/>
              </a:cxn>
              <a:cxn ang="0">
                <a:pos x="660" y="390"/>
              </a:cxn>
              <a:cxn ang="0">
                <a:pos x="672" y="418"/>
              </a:cxn>
              <a:cxn ang="0">
                <a:pos x="680" y="446"/>
              </a:cxn>
              <a:cxn ang="0">
                <a:pos x="678" y="476"/>
              </a:cxn>
              <a:cxn ang="0">
                <a:pos x="666" y="508"/>
              </a:cxn>
              <a:cxn ang="0">
                <a:pos x="644" y="542"/>
              </a:cxn>
              <a:cxn ang="0">
                <a:pos x="608" y="580"/>
              </a:cxn>
              <a:cxn ang="0">
                <a:pos x="586" y="598"/>
              </a:cxn>
              <a:cxn ang="0">
                <a:pos x="542" y="626"/>
              </a:cxn>
              <a:cxn ang="0">
                <a:pos x="504" y="646"/>
              </a:cxn>
              <a:cxn ang="0">
                <a:pos x="470" y="654"/>
              </a:cxn>
              <a:cxn ang="0">
                <a:pos x="438" y="656"/>
              </a:cxn>
              <a:cxn ang="0">
                <a:pos x="412" y="650"/>
              </a:cxn>
              <a:cxn ang="0">
                <a:pos x="388" y="638"/>
              </a:cxn>
              <a:cxn ang="0">
                <a:pos x="370" y="622"/>
              </a:cxn>
              <a:cxn ang="0">
                <a:pos x="340" y="578"/>
              </a:cxn>
              <a:cxn ang="0">
                <a:pos x="322" y="528"/>
              </a:cxn>
              <a:cxn ang="0">
                <a:pos x="316" y="480"/>
              </a:cxn>
              <a:cxn ang="0">
                <a:pos x="320" y="442"/>
              </a:cxn>
              <a:cxn ang="0">
                <a:pos x="326" y="430"/>
              </a:cxn>
              <a:cxn ang="0">
                <a:pos x="282" y="444"/>
              </a:cxn>
              <a:cxn ang="0">
                <a:pos x="220" y="470"/>
              </a:cxn>
              <a:cxn ang="0">
                <a:pos x="148" y="510"/>
              </a:cxn>
              <a:cxn ang="0">
                <a:pos x="116" y="536"/>
              </a:cxn>
              <a:cxn ang="0">
                <a:pos x="86" y="566"/>
              </a:cxn>
              <a:cxn ang="0">
                <a:pos x="62" y="602"/>
              </a:cxn>
              <a:cxn ang="0">
                <a:pos x="26" y="682"/>
              </a:cxn>
              <a:cxn ang="0">
                <a:pos x="6" y="746"/>
              </a:cxn>
            </a:cxnLst>
            <a:rect l="0" t="0" r="r" b="b"/>
            <a:pathLst>
              <a:path w="856" h="774">
                <a:moveTo>
                  <a:pt x="856" y="0"/>
                </a:moveTo>
                <a:lnTo>
                  <a:pt x="856" y="0"/>
                </a:lnTo>
                <a:lnTo>
                  <a:pt x="832" y="0"/>
                </a:lnTo>
                <a:lnTo>
                  <a:pt x="808" y="2"/>
                </a:lnTo>
                <a:lnTo>
                  <a:pt x="786" y="6"/>
                </a:lnTo>
                <a:lnTo>
                  <a:pt x="764" y="12"/>
                </a:lnTo>
                <a:lnTo>
                  <a:pt x="744" y="18"/>
                </a:lnTo>
                <a:lnTo>
                  <a:pt x="724" y="24"/>
                </a:lnTo>
                <a:lnTo>
                  <a:pt x="686" y="42"/>
                </a:lnTo>
                <a:lnTo>
                  <a:pt x="652" y="62"/>
                </a:lnTo>
                <a:lnTo>
                  <a:pt x="622" y="84"/>
                </a:lnTo>
                <a:lnTo>
                  <a:pt x="592" y="108"/>
                </a:lnTo>
                <a:lnTo>
                  <a:pt x="568" y="132"/>
                </a:lnTo>
                <a:lnTo>
                  <a:pt x="546" y="158"/>
                </a:lnTo>
                <a:lnTo>
                  <a:pt x="526" y="182"/>
                </a:lnTo>
                <a:lnTo>
                  <a:pt x="510" y="204"/>
                </a:lnTo>
                <a:lnTo>
                  <a:pt x="498" y="224"/>
                </a:lnTo>
                <a:lnTo>
                  <a:pt x="480" y="254"/>
                </a:lnTo>
                <a:lnTo>
                  <a:pt x="474" y="264"/>
                </a:lnTo>
                <a:lnTo>
                  <a:pt x="474" y="264"/>
                </a:lnTo>
                <a:lnTo>
                  <a:pt x="490" y="270"/>
                </a:lnTo>
                <a:lnTo>
                  <a:pt x="530" y="288"/>
                </a:lnTo>
                <a:lnTo>
                  <a:pt x="554" y="302"/>
                </a:lnTo>
                <a:lnTo>
                  <a:pt x="580" y="318"/>
                </a:lnTo>
                <a:lnTo>
                  <a:pt x="606" y="336"/>
                </a:lnTo>
                <a:lnTo>
                  <a:pt x="630" y="356"/>
                </a:lnTo>
                <a:lnTo>
                  <a:pt x="650" y="378"/>
                </a:lnTo>
                <a:lnTo>
                  <a:pt x="660" y="390"/>
                </a:lnTo>
                <a:lnTo>
                  <a:pt x="666" y="404"/>
                </a:lnTo>
                <a:lnTo>
                  <a:pt x="672" y="418"/>
                </a:lnTo>
                <a:lnTo>
                  <a:pt x="676" y="432"/>
                </a:lnTo>
                <a:lnTo>
                  <a:pt x="680" y="446"/>
                </a:lnTo>
                <a:lnTo>
                  <a:pt x="680" y="460"/>
                </a:lnTo>
                <a:lnTo>
                  <a:pt x="678" y="476"/>
                </a:lnTo>
                <a:lnTo>
                  <a:pt x="674" y="492"/>
                </a:lnTo>
                <a:lnTo>
                  <a:pt x="666" y="508"/>
                </a:lnTo>
                <a:lnTo>
                  <a:pt x="656" y="526"/>
                </a:lnTo>
                <a:lnTo>
                  <a:pt x="644" y="542"/>
                </a:lnTo>
                <a:lnTo>
                  <a:pt x="628" y="560"/>
                </a:lnTo>
                <a:lnTo>
                  <a:pt x="608" y="580"/>
                </a:lnTo>
                <a:lnTo>
                  <a:pt x="586" y="598"/>
                </a:lnTo>
                <a:lnTo>
                  <a:pt x="586" y="598"/>
                </a:lnTo>
                <a:lnTo>
                  <a:pt x="564" y="614"/>
                </a:lnTo>
                <a:lnTo>
                  <a:pt x="542" y="626"/>
                </a:lnTo>
                <a:lnTo>
                  <a:pt x="524" y="638"/>
                </a:lnTo>
                <a:lnTo>
                  <a:pt x="504" y="646"/>
                </a:lnTo>
                <a:lnTo>
                  <a:pt x="486" y="650"/>
                </a:lnTo>
                <a:lnTo>
                  <a:pt x="470" y="654"/>
                </a:lnTo>
                <a:lnTo>
                  <a:pt x="454" y="656"/>
                </a:lnTo>
                <a:lnTo>
                  <a:pt x="438" y="656"/>
                </a:lnTo>
                <a:lnTo>
                  <a:pt x="426" y="654"/>
                </a:lnTo>
                <a:lnTo>
                  <a:pt x="412" y="650"/>
                </a:lnTo>
                <a:lnTo>
                  <a:pt x="400" y="644"/>
                </a:lnTo>
                <a:lnTo>
                  <a:pt x="388" y="638"/>
                </a:lnTo>
                <a:lnTo>
                  <a:pt x="378" y="630"/>
                </a:lnTo>
                <a:lnTo>
                  <a:pt x="370" y="622"/>
                </a:lnTo>
                <a:lnTo>
                  <a:pt x="352" y="602"/>
                </a:lnTo>
                <a:lnTo>
                  <a:pt x="340" y="578"/>
                </a:lnTo>
                <a:lnTo>
                  <a:pt x="330" y="554"/>
                </a:lnTo>
                <a:lnTo>
                  <a:pt x="322" y="528"/>
                </a:lnTo>
                <a:lnTo>
                  <a:pt x="318" y="502"/>
                </a:lnTo>
                <a:lnTo>
                  <a:pt x="316" y="480"/>
                </a:lnTo>
                <a:lnTo>
                  <a:pt x="318" y="458"/>
                </a:lnTo>
                <a:lnTo>
                  <a:pt x="320" y="442"/>
                </a:lnTo>
                <a:lnTo>
                  <a:pt x="326" y="430"/>
                </a:lnTo>
                <a:lnTo>
                  <a:pt x="326" y="430"/>
                </a:lnTo>
                <a:lnTo>
                  <a:pt x="306" y="436"/>
                </a:lnTo>
                <a:lnTo>
                  <a:pt x="282" y="444"/>
                </a:lnTo>
                <a:lnTo>
                  <a:pt x="252" y="456"/>
                </a:lnTo>
                <a:lnTo>
                  <a:pt x="220" y="470"/>
                </a:lnTo>
                <a:lnTo>
                  <a:pt x="184" y="488"/>
                </a:lnTo>
                <a:lnTo>
                  <a:pt x="148" y="510"/>
                </a:lnTo>
                <a:lnTo>
                  <a:pt x="116" y="536"/>
                </a:lnTo>
                <a:lnTo>
                  <a:pt x="116" y="536"/>
                </a:lnTo>
                <a:lnTo>
                  <a:pt x="100" y="550"/>
                </a:lnTo>
                <a:lnTo>
                  <a:pt x="86" y="566"/>
                </a:lnTo>
                <a:lnTo>
                  <a:pt x="74" y="584"/>
                </a:lnTo>
                <a:lnTo>
                  <a:pt x="62" y="602"/>
                </a:lnTo>
                <a:lnTo>
                  <a:pt x="42" y="642"/>
                </a:lnTo>
                <a:lnTo>
                  <a:pt x="26" y="682"/>
                </a:lnTo>
                <a:lnTo>
                  <a:pt x="14" y="718"/>
                </a:lnTo>
                <a:lnTo>
                  <a:pt x="6" y="746"/>
                </a:lnTo>
                <a:lnTo>
                  <a:pt x="0" y="774"/>
                </a:lnTo>
              </a:path>
            </a:pathLst>
          </a:custGeom>
          <a:noFill/>
          <a:ln w="25400">
            <a:solidFill>
              <a:srgbClr val="FFFFFF"/>
            </a:solidFill>
            <a:prstDash val="solid"/>
            <a:round/>
          </a:ln>
        </p:spPr>
        <p:txBody>
          <a:bodyPr vert="horz" wrap="square" lIns="82938" tIns="41469" rIns="82938" bIns="41469" numCol="1" anchor="t" anchorCtr="0" compatLnSpc="1"/>
          <a:lstStyle/>
          <a:p>
            <a:endParaRPr lang="en-GB" sz="1815"/>
          </a:p>
        </p:txBody>
      </p:sp>
      <p:sp>
        <p:nvSpPr>
          <p:cNvPr id="71694" name="Freeform 14"/>
          <p:cNvSpPr/>
          <p:nvPr/>
        </p:nvSpPr>
        <p:spPr bwMode="auto">
          <a:xfrm>
            <a:off x="5830518" y="2664464"/>
            <a:ext cx="1036735" cy="1036735"/>
          </a:xfrm>
          <a:custGeom>
            <a:avLst/>
            <a:gdLst/>
            <a:ahLst/>
            <a:cxnLst>
              <a:cxn ang="0">
                <a:pos x="720" y="360"/>
              </a:cxn>
              <a:cxn ang="0">
                <a:pos x="712" y="434"/>
              </a:cxn>
              <a:cxn ang="0">
                <a:pos x="692" y="502"/>
              </a:cxn>
              <a:cxn ang="0">
                <a:pos x="658" y="562"/>
              </a:cxn>
              <a:cxn ang="0">
                <a:pos x="614" y="616"/>
              </a:cxn>
              <a:cxn ang="0">
                <a:pos x="562" y="660"/>
              </a:cxn>
              <a:cxn ang="0">
                <a:pos x="500" y="692"/>
              </a:cxn>
              <a:cxn ang="0">
                <a:pos x="432" y="714"/>
              </a:cxn>
              <a:cxn ang="0">
                <a:pos x="360" y="720"/>
              </a:cxn>
              <a:cxn ang="0">
                <a:pos x="324" y="720"/>
              </a:cxn>
              <a:cxn ang="0">
                <a:pos x="252" y="704"/>
              </a:cxn>
              <a:cxn ang="0">
                <a:pos x="188" y="678"/>
              </a:cxn>
              <a:cxn ang="0">
                <a:pos x="132" y="638"/>
              </a:cxn>
              <a:cxn ang="0">
                <a:pos x="82" y="590"/>
              </a:cxn>
              <a:cxn ang="0">
                <a:pos x="44" y="532"/>
              </a:cxn>
              <a:cxn ang="0">
                <a:pos x="16" y="468"/>
              </a:cxn>
              <a:cxn ang="0">
                <a:pos x="2" y="398"/>
              </a:cxn>
              <a:cxn ang="0">
                <a:pos x="0" y="360"/>
              </a:cxn>
              <a:cxn ang="0">
                <a:pos x="8" y="288"/>
              </a:cxn>
              <a:cxn ang="0">
                <a:pos x="28" y="220"/>
              </a:cxn>
              <a:cxn ang="0">
                <a:pos x="62" y="160"/>
              </a:cxn>
              <a:cxn ang="0">
                <a:pos x="106" y="106"/>
              </a:cxn>
              <a:cxn ang="0">
                <a:pos x="158" y="62"/>
              </a:cxn>
              <a:cxn ang="0">
                <a:pos x="220" y="30"/>
              </a:cxn>
              <a:cxn ang="0">
                <a:pos x="288" y="8"/>
              </a:cxn>
              <a:cxn ang="0">
                <a:pos x="360" y="0"/>
              </a:cxn>
              <a:cxn ang="0">
                <a:pos x="396" y="2"/>
              </a:cxn>
              <a:cxn ang="0">
                <a:pos x="468" y="18"/>
              </a:cxn>
              <a:cxn ang="0">
                <a:pos x="532" y="44"/>
              </a:cxn>
              <a:cxn ang="0">
                <a:pos x="588" y="84"/>
              </a:cxn>
              <a:cxn ang="0">
                <a:pos x="638" y="132"/>
              </a:cxn>
              <a:cxn ang="0">
                <a:pos x="676" y="190"/>
              </a:cxn>
              <a:cxn ang="0">
                <a:pos x="704" y="254"/>
              </a:cxn>
              <a:cxn ang="0">
                <a:pos x="718" y="324"/>
              </a:cxn>
              <a:cxn ang="0">
                <a:pos x="720" y="360"/>
              </a:cxn>
            </a:cxnLst>
            <a:rect l="0" t="0" r="r" b="b"/>
            <a:pathLst>
              <a:path w="720" h="720">
                <a:moveTo>
                  <a:pt x="720" y="360"/>
                </a:moveTo>
                <a:lnTo>
                  <a:pt x="720" y="360"/>
                </a:lnTo>
                <a:lnTo>
                  <a:pt x="718" y="398"/>
                </a:lnTo>
                <a:lnTo>
                  <a:pt x="712" y="434"/>
                </a:lnTo>
                <a:lnTo>
                  <a:pt x="704" y="468"/>
                </a:lnTo>
                <a:lnTo>
                  <a:pt x="692" y="502"/>
                </a:lnTo>
                <a:lnTo>
                  <a:pt x="676" y="532"/>
                </a:lnTo>
                <a:lnTo>
                  <a:pt x="658" y="562"/>
                </a:lnTo>
                <a:lnTo>
                  <a:pt x="638" y="590"/>
                </a:lnTo>
                <a:lnTo>
                  <a:pt x="614" y="616"/>
                </a:lnTo>
                <a:lnTo>
                  <a:pt x="588" y="638"/>
                </a:lnTo>
                <a:lnTo>
                  <a:pt x="562" y="660"/>
                </a:lnTo>
                <a:lnTo>
                  <a:pt x="532" y="678"/>
                </a:lnTo>
                <a:lnTo>
                  <a:pt x="500" y="692"/>
                </a:lnTo>
                <a:lnTo>
                  <a:pt x="468" y="704"/>
                </a:lnTo>
                <a:lnTo>
                  <a:pt x="432" y="714"/>
                </a:lnTo>
                <a:lnTo>
                  <a:pt x="396" y="720"/>
                </a:lnTo>
                <a:lnTo>
                  <a:pt x="360" y="720"/>
                </a:lnTo>
                <a:lnTo>
                  <a:pt x="360" y="720"/>
                </a:lnTo>
                <a:lnTo>
                  <a:pt x="324" y="720"/>
                </a:lnTo>
                <a:lnTo>
                  <a:pt x="288" y="714"/>
                </a:lnTo>
                <a:lnTo>
                  <a:pt x="252" y="704"/>
                </a:lnTo>
                <a:lnTo>
                  <a:pt x="220" y="692"/>
                </a:lnTo>
                <a:lnTo>
                  <a:pt x="188" y="678"/>
                </a:lnTo>
                <a:lnTo>
                  <a:pt x="158" y="660"/>
                </a:lnTo>
                <a:lnTo>
                  <a:pt x="132" y="638"/>
                </a:lnTo>
                <a:lnTo>
                  <a:pt x="106" y="616"/>
                </a:lnTo>
                <a:lnTo>
                  <a:pt x="82" y="590"/>
                </a:lnTo>
                <a:lnTo>
                  <a:pt x="62" y="562"/>
                </a:lnTo>
                <a:lnTo>
                  <a:pt x="44" y="532"/>
                </a:lnTo>
                <a:lnTo>
                  <a:pt x="28" y="502"/>
                </a:lnTo>
                <a:lnTo>
                  <a:pt x="16" y="468"/>
                </a:lnTo>
                <a:lnTo>
                  <a:pt x="8" y="434"/>
                </a:lnTo>
                <a:lnTo>
                  <a:pt x="2" y="398"/>
                </a:lnTo>
                <a:lnTo>
                  <a:pt x="0" y="360"/>
                </a:lnTo>
                <a:lnTo>
                  <a:pt x="0" y="360"/>
                </a:lnTo>
                <a:lnTo>
                  <a:pt x="2" y="324"/>
                </a:lnTo>
                <a:lnTo>
                  <a:pt x="8" y="288"/>
                </a:lnTo>
                <a:lnTo>
                  <a:pt x="16" y="254"/>
                </a:lnTo>
                <a:lnTo>
                  <a:pt x="28" y="220"/>
                </a:lnTo>
                <a:lnTo>
                  <a:pt x="44" y="190"/>
                </a:lnTo>
                <a:lnTo>
                  <a:pt x="62" y="160"/>
                </a:lnTo>
                <a:lnTo>
                  <a:pt x="82" y="132"/>
                </a:lnTo>
                <a:lnTo>
                  <a:pt x="106" y="106"/>
                </a:lnTo>
                <a:lnTo>
                  <a:pt x="132" y="84"/>
                </a:lnTo>
                <a:lnTo>
                  <a:pt x="158" y="62"/>
                </a:lnTo>
                <a:lnTo>
                  <a:pt x="188" y="44"/>
                </a:lnTo>
                <a:lnTo>
                  <a:pt x="220" y="30"/>
                </a:lnTo>
                <a:lnTo>
                  <a:pt x="252" y="18"/>
                </a:lnTo>
                <a:lnTo>
                  <a:pt x="288" y="8"/>
                </a:lnTo>
                <a:lnTo>
                  <a:pt x="324" y="2"/>
                </a:lnTo>
                <a:lnTo>
                  <a:pt x="360" y="0"/>
                </a:lnTo>
                <a:lnTo>
                  <a:pt x="360" y="0"/>
                </a:lnTo>
                <a:lnTo>
                  <a:pt x="396" y="2"/>
                </a:lnTo>
                <a:lnTo>
                  <a:pt x="432" y="8"/>
                </a:lnTo>
                <a:lnTo>
                  <a:pt x="468" y="18"/>
                </a:lnTo>
                <a:lnTo>
                  <a:pt x="500" y="30"/>
                </a:lnTo>
                <a:lnTo>
                  <a:pt x="532" y="44"/>
                </a:lnTo>
                <a:lnTo>
                  <a:pt x="562" y="62"/>
                </a:lnTo>
                <a:lnTo>
                  <a:pt x="588" y="84"/>
                </a:lnTo>
                <a:lnTo>
                  <a:pt x="614" y="106"/>
                </a:lnTo>
                <a:lnTo>
                  <a:pt x="638" y="132"/>
                </a:lnTo>
                <a:lnTo>
                  <a:pt x="658" y="160"/>
                </a:lnTo>
                <a:lnTo>
                  <a:pt x="676" y="190"/>
                </a:lnTo>
                <a:lnTo>
                  <a:pt x="692" y="220"/>
                </a:lnTo>
                <a:lnTo>
                  <a:pt x="704" y="254"/>
                </a:lnTo>
                <a:lnTo>
                  <a:pt x="712" y="288"/>
                </a:lnTo>
                <a:lnTo>
                  <a:pt x="718" y="324"/>
                </a:lnTo>
                <a:lnTo>
                  <a:pt x="720" y="360"/>
                </a:lnTo>
                <a:lnTo>
                  <a:pt x="720" y="36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grpSp>
        <p:nvGrpSpPr>
          <p:cNvPr id="18" name="Group 17"/>
          <p:cNvGrpSpPr/>
          <p:nvPr/>
        </p:nvGrpSpPr>
        <p:grpSpPr>
          <a:xfrm>
            <a:off x="1725898" y="4374557"/>
            <a:ext cx="3915162" cy="1737168"/>
            <a:chOff x="554663" y="5661893"/>
            <a:chExt cx="3825242" cy="1928018"/>
          </a:xfrm>
        </p:grpSpPr>
        <p:sp>
          <p:nvSpPr>
            <p:cNvPr id="19" name="Rectangle 11"/>
            <p:cNvSpPr>
              <a:spLocks noChangeArrowheads="1"/>
            </p:cNvSpPr>
            <p:nvPr/>
          </p:nvSpPr>
          <p:spPr bwMode="gray">
            <a:xfrm flipH="1">
              <a:off x="554663" y="5822689"/>
              <a:ext cx="1234440" cy="589529"/>
            </a:xfrm>
            <a:prstGeom prst="rect">
              <a:avLst/>
            </a:prstGeom>
            <a:solidFill>
              <a:schemeClr val="tx2">
                <a:lumMod val="60000"/>
                <a:lumOff val="40000"/>
              </a:schemeClr>
            </a:solidFill>
            <a:ln w="9525">
              <a:noFill/>
              <a:miter lim="800000"/>
            </a:ln>
          </p:spPr>
          <p:txBody>
            <a:bodyPr lIns="41469" tIns="24881" rIns="41469" bIns="24881" anchor="ctr" anchorCtr="1"/>
            <a:lstStyle/>
            <a:p>
              <a:pPr>
                <a:spcAft>
                  <a:spcPct val="0"/>
                </a:spcAft>
              </a:pPr>
              <a:r>
                <a:rPr lang="en-GB" sz="905" dirty="0">
                  <a:solidFill>
                    <a:srgbClr val="FFFFFF"/>
                  </a:solidFill>
                  <a:latin typeface="+mj-lt"/>
                </a:rPr>
                <a:t>Scalability</a:t>
              </a:r>
              <a:endParaRPr lang="en-GB" sz="905" dirty="0">
                <a:solidFill>
                  <a:srgbClr val="FFFFFF"/>
                </a:solidFill>
                <a:latin typeface="+mj-lt"/>
              </a:endParaRPr>
            </a:p>
          </p:txBody>
        </p:sp>
        <p:sp>
          <p:nvSpPr>
            <p:cNvPr id="20" name="Rectangle 12"/>
            <p:cNvSpPr>
              <a:spLocks noChangeArrowheads="1"/>
            </p:cNvSpPr>
            <p:nvPr/>
          </p:nvSpPr>
          <p:spPr bwMode="gray">
            <a:xfrm flipH="1">
              <a:off x="554664" y="7000382"/>
              <a:ext cx="1234440" cy="589529"/>
            </a:xfrm>
            <a:prstGeom prst="rect">
              <a:avLst/>
            </a:prstGeom>
            <a:solidFill>
              <a:schemeClr val="accent3"/>
            </a:solidFill>
            <a:ln w="9525">
              <a:noFill/>
              <a:miter lim="800000"/>
            </a:ln>
          </p:spPr>
          <p:txBody>
            <a:bodyPr lIns="41469" tIns="24881" rIns="41469" bIns="24881" anchor="ctr" anchorCtr="1"/>
            <a:lstStyle/>
            <a:p>
              <a:pPr>
                <a:spcAft>
                  <a:spcPct val="0"/>
                </a:spcAft>
              </a:pPr>
              <a:r>
                <a:rPr lang="en-GB" sz="905" dirty="0">
                  <a:solidFill>
                    <a:srgbClr val="FFFFFF"/>
                  </a:solidFill>
                  <a:latin typeface="+mj-lt"/>
                </a:rPr>
                <a:t>Global Delivery</a:t>
              </a:r>
              <a:endParaRPr lang="en-GB" sz="905" dirty="0">
                <a:solidFill>
                  <a:srgbClr val="FFFFFF"/>
                </a:solidFill>
                <a:latin typeface="+mj-lt"/>
              </a:endParaRPr>
            </a:p>
          </p:txBody>
        </p:sp>
        <p:sp>
          <p:nvSpPr>
            <p:cNvPr id="21" name="Rectangle 20"/>
            <p:cNvSpPr>
              <a:spLocks noChangeArrowheads="1"/>
            </p:cNvSpPr>
            <p:nvPr/>
          </p:nvSpPr>
          <p:spPr bwMode="gray">
            <a:xfrm flipH="1">
              <a:off x="1783713" y="6411536"/>
              <a:ext cx="1234440" cy="589529"/>
            </a:xfrm>
            <a:prstGeom prst="rect">
              <a:avLst/>
            </a:prstGeom>
            <a:solidFill>
              <a:schemeClr val="tx2">
                <a:lumMod val="60000"/>
                <a:lumOff val="40000"/>
              </a:schemeClr>
            </a:solidFill>
            <a:ln w="9525">
              <a:noFill/>
              <a:miter lim="800000"/>
            </a:ln>
          </p:spPr>
          <p:txBody>
            <a:bodyPr lIns="41469" tIns="24881" rIns="41469" bIns="24881" anchor="ctr" anchorCtr="1"/>
            <a:lstStyle/>
            <a:p>
              <a:pPr>
                <a:spcAft>
                  <a:spcPct val="0"/>
                </a:spcAft>
              </a:pPr>
              <a:r>
                <a:rPr lang="en-GB" sz="905" dirty="0">
                  <a:solidFill>
                    <a:srgbClr val="FFFFFF"/>
                  </a:solidFill>
                  <a:latin typeface="+mj-lt"/>
                </a:rPr>
                <a:t>Value</a:t>
              </a:r>
              <a:endParaRPr lang="en-GB" sz="905" dirty="0">
                <a:solidFill>
                  <a:srgbClr val="FFFFFF"/>
                </a:solidFill>
                <a:latin typeface="+mj-lt"/>
              </a:endParaRPr>
            </a:p>
          </p:txBody>
        </p:sp>
        <p:sp>
          <p:nvSpPr>
            <p:cNvPr id="22" name="Rectangle 21"/>
            <p:cNvSpPr>
              <a:spLocks noChangeArrowheads="1"/>
            </p:cNvSpPr>
            <p:nvPr/>
          </p:nvSpPr>
          <p:spPr bwMode="gray">
            <a:xfrm flipH="1">
              <a:off x="3016730" y="7000382"/>
              <a:ext cx="1234440" cy="589529"/>
            </a:xfrm>
            <a:prstGeom prst="rect">
              <a:avLst/>
            </a:prstGeom>
            <a:solidFill>
              <a:schemeClr val="tx2">
                <a:lumMod val="60000"/>
                <a:lumOff val="40000"/>
              </a:schemeClr>
            </a:solidFill>
            <a:ln w="9525">
              <a:noFill/>
              <a:miter lim="800000"/>
            </a:ln>
          </p:spPr>
          <p:txBody>
            <a:bodyPr lIns="41469" tIns="24881" rIns="41469" bIns="24881" anchor="ctr" anchorCtr="1"/>
            <a:lstStyle/>
            <a:p>
              <a:pPr>
                <a:spcAft>
                  <a:spcPct val="0"/>
                </a:spcAft>
              </a:pPr>
              <a:r>
                <a:rPr lang="en-GB" sz="905" dirty="0">
                  <a:solidFill>
                    <a:srgbClr val="FFFFFF"/>
                  </a:solidFill>
                  <a:latin typeface="+mj-lt"/>
                </a:rPr>
                <a:t> Efficiency </a:t>
              </a:r>
              <a:endParaRPr lang="en-GB" sz="905" dirty="0">
                <a:solidFill>
                  <a:srgbClr val="FFFFFF"/>
                </a:solidFill>
                <a:latin typeface="+mj-lt"/>
              </a:endParaRPr>
            </a:p>
          </p:txBody>
        </p:sp>
        <p:sp>
          <p:nvSpPr>
            <p:cNvPr id="23" name="Rectangle 22"/>
            <p:cNvSpPr>
              <a:spLocks noChangeArrowheads="1"/>
            </p:cNvSpPr>
            <p:nvPr/>
          </p:nvSpPr>
          <p:spPr bwMode="gray">
            <a:xfrm flipH="1">
              <a:off x="554666" y="6411536"/>
              <a:ext cx="1234440" cy="589529"/>
            </a:xfrm>
            <a:prstGeom prst="rect">
              <a:avLst/>
            </a:prstGeom>
            <a:solidFill>
              <a:schemeClr val="accent1"/>
            </a:solidFill>
            <a:ln w="9525">
              <a:noFill/>
              <a:miter lim="800000"/>
            </a:ln>
          </p:spPr>
          <p:txBody>
            <a:bodyPr lIns="41469" tIns="24881" rIns="41469" bIns="24881" anchor="ctr" anchorCtr="1"/>
            <a:lstStyle/>
            <a:p>
              <a:pPr>
                <a:spcAft>
                  <a:spcPct val="0"/>
                </a:spcAft>
              </a:pPr>
              <a:r>
                <a:rPr lang="en-GB" sz="905" dirty="0">
                  <a:solidFill>
                    <a:srgbClr val="FFFFFF"/>
                  </a:solidFill>
                  <a:latin typeface="+mj-lt"/>
                </a:rPr>
                <a:t>Quality</a:t>
              </a:r>
              <a:endParaRPr lang="en-GB" sz="905" dirty="0">
                <a:solidFill>
                  <a:srgbClr val="FFFFFF"/>
                </a:solidFill>
                <a:latin typeface="+mj-lt"/>
              </a:endParaRPr>
            </a:p>
          </p:txBody>
        </p:sp>
        <p:sp>
          <p:nvSpPr>
            <p:cNvPr id="27" name="Oval 26"/>
            <p:cNvSpPr>
              <a:spLocks noChangeArrowheads="1"/>
            </p:cNvSpPr>
            <p:nvPr/>
          </p:nvSpPr>
          <p:spPr bwMode="gray">
            <a:xfrm rot="5400000" flipH="1">
              <a:off x="1034540" y="6829925"/>
              <a:ext cx="321561" cy="320040"/>
            </a:xfrm>
            <a:prstGeom prst="ellipse">
              <a:avLst/>
            </a:prstGeom>
            <a:solidFill>
              <a:schemeClr val="accent3"/>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28" name="Oval 27"/>
            <p:cNvSpPr>
              <a:spLocks noChangeArrowheads="1"/>
            </p:cNvSpPr>
            <p:nvPr/>
          </p:nvSpPr>
          <p:spPr bwMode="gray">
            <a:xfrm rot="5400000" flipH="1">
              <a:off x="1614196" y="6542559"/>
              <a:ext cx="321561" cy="320040"/>
            </a:xfrm>
            <a:prstGeom prst="ellipse">
              <a:avLst/>
            </a:prstGeom>
            <a:solidFill>
              <a:schemeClr val="accent1"/>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29" name="Oval 28"/>
            <p:cNvSpPr>
              <a:spLocks noChangeArrowheads="1"/>
            </p:cNvSpPr>
            <p:nvPr/>
          </p:nvSpPr>
          <p:spPr bwMode="gray">
            <a:xfrm rot="5400000" flipH="1">
              <a:off x="1034540" y="6247154"/>
              <a:ext cx="321561" cy="320040"/>
            </a:xfrm>
            <a:prstGeom prst="ellipse">
              <a:avLst/>
            </a:prstGeom>
            <a:solidFill>
              <a:schemeClr val="accent1"/>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0" name="Oval 29"/>
            <p:cNvSpPr>
              <a:spLocks noChangeArrowheads="1"/>
            </p:cNvSpPr>
            <p:nvPr/>
          </p:nvSpPr>
          <p:spPr bwMode="gray">
            <a:xfrm rot="5400000" flipH="1">
              <a:off x="4081964" y="7157987"/>
              <a:ext cx="321561" cy="274320"/>
            </a:xfrm>
            <a:prstGeom prst="ellipse">
              <a:avLst/>
            </a:prstGeom>
            <a:solidFill>
              <a:schemeClr val="tx2">
                <a:lumMod val="60000"/>
                <a:lumOff val="40000"/>
              </a:schemeClr>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1" name="Oval 30"/>
            <p:cNvSpPr>
              <a:spLocks noChangeArrowheads="1"/>
            </p:cNvSpPr>
            <p:nvPr/>
          </p:nvSpPr>
          <p:spPr bwMode="gray">
            <a:xfrm rot="5400000" flipH="1">
              <a:off x="3467326" y="6829925"/>
              <a:ext cx="321561" cy="320040"/>
            </a:xfrm>
            <a:prstGeom prst="ellipse">
              <a:avLst/>
            </a:prstGeom>
            <a:solidFill>
              <a:schemeClr val="tx2">
                <a:lumMod val="60000"/>
                <a:lumOff val="40000"/>
              </a:schemeClr>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2" name="Oval 31"/>
            <p:cNvSpPr>
              <a:spLocks noChangeArrowheads="1"/>
            </p:cNvSpPr>
            <p:nvPr/>
          </p:nvSpPr>
          <p:spPr bwMode="gray">
            <a:xfrm rot="5400000" flipH="1">
              <a:off x="2847059" y="6542559"/>
              <a:ext cx="321561" cy="320040"/>
            </a:xfrm>
            <a:prstGeom prst="ellipse">
              <a:avLst/>
            </a:prstGeom>
            <a:solidFill>
              <a:schemeClr val="tx2">
                <a:lumMod val="60000"/>
                <a:lumOff val="40000"/>
              </a:schemeClr>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3" name="Oval 32"/>
            <p:cNvSpPr>
              <a:spLocks noChangeArrowheads="1"/>
            </p:cNvSpPr>
            <p:nvPr/>
          </p:nvSpPr>
          <p:spPr bwMode="gray">
            <a:xfrm rot="5400000" flipH="1">
              <a:off x="2231262" y="6247153"/>
              <a:ext cx="321561" cy="320040"/>
            </a:xfrm>
            <a:prstGeom prst="ellipse">
              <a:avLst/>
            </a:prstGeom>
            <a:solidFill>
              <a:schemeClr val="tx2">
                <a:lumMod val="60000"/>
                <a:lumOff val="40000"/>
              </a:schemeClr>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4" name="Oval 33"/>
            <p:cNvSpPr>
              <a:spLocks noChangeArrowheads="1"/>
            </p:cNvSpPr>
            <p:nvPr/>
          </p:nvSpPr>
          <p:spPr bwMode="gray">
            <a:xfrm rot="5400000" flipH="1">
              <a:off x="1614196" y="5949989"/>
              <a:ext cx="321561" cy="320040"/>
            </a:xfrm>
            <a:prstGeom prst="ellipse">
              <a:avLst/>
            </a:prstGeom>
            <a:solidFill>
              <a:schemeClr val="tx2">
                <a:lumMod val="60000"/>
                <a:lumOff val="40000"/>
              </a:schemeClr>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5" name="Oval 34"/>
            <p:cNvSpPr>
              <a:spLocks noChangeArrowheads="1"/>
            </p:cNvSpPr>
            <p:nvPr/>
          </p:nvSpPr>
          <p:spPr bwMode="gray">
            <a:xfrm rot="5400000" flipH="1">
              <a:off x="1034540" y="5662654"/>
              <a:ext cx="321561" cy="320040"/>
            </a:xfrm>
            <a:prstGeom prst="ellipse">
              <a:avLst/>
            </a:prstGeom>
            <a:solidFill>
              <a:schemeClr val="tx2">
                <a:lumMod val="60000"/>
                <a:lumOff val="40000"/>
              </a:schemeClr>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6" name="Text Box 33"/>
            <p:cNvSpPr txBox="1">
              <a:spLocks noChangeArrowheads="1"/>
            </p:cNvSpPr>
            <p:nvPr/>
          </p:nvSpPr>
          <p:spPr bwMode="gray">
            <a:xfrm flipH="1">
              <a:off x="1783713" y="7000382"/>
              <a:ext cx="1234440" cy="589529"/>
            </a:xfrm>
            <a:prstGeom prst="rect">
              <a:avLst/>
            </a:prstGeom>
            <a:solidFill>
              <a:schemeClr val="accent1"/>
            </a:solidFill>
            <a:ln w="9525">
              <a:noFill/>
              <a:miter lim="800000"/>
            </a:ln>
            <a:effectLst/>
          </p:spPr>
          <p:txBody>
            <a:bodyPr wrap="none" lIns="41469" tIns="24881" rIns="41469" bIns="24881" anchor="ctr" anchorCtr="1"/>
            <a:lstStyle/>
            <a:p>
              <a:pPr defTabSz="839470" eaLnBrk="0" hangingPunct="0">
                <a:spcAft>
                  <a:spcPct val="0"/>
                </a:spcAft>
              </a:pPr>
              <a:r>
                <a:rPr lang="en-GB" sz="905" dirty="0">
                  <a:solidFill>
                    <a:srgbClr val="FFFFFF"/>
                  </a:solidFill>
                  <a:latin typeface="+mj-lt"/>
                </a:rPr>
                <a:t>Standardization</a:t>
              </a:r>
              <a:endParaRPr lang="en-GB" sz="905" dirty="0">
                <a:solidFill>
                  <a:srgbClr val="FFFFFF"/>
                </a:solidFill>
                <a:latin typeface="+mj-lt"/>
              </a:endParaRPr>
            </a:p>
          </p:txBody>
        </p:sp>
        <p:sp>
          <p:nvSpPr>
            <p:cNvPr id="38" name="Oval 37"/>
            <p:cNvSpPr>
              <a:spLocks noChangeArrowheads="1"/>
            </p:cNvSpPr>
            <p:nvPr/>
          </p:nvSpPr>
          <p:spPr bwMode="gray">
            <a:xfrm rot="5400000" flipH="1">
              <a:off x="1629436" y="7157987"/>
              <a:ext cx="321561" cy="274320"/>
            </a:xfrm>
            <a:prstGeom prst="ellipse">
              <a:avLst/>
            </a:prstGeom>
            <a:solidFill>
              <a:schemeClr val="accent3"/>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9" name="Oval 38"/>
            <p:cNvSpPr>
              <a:spLocks noChangeArrowheads="1"/>
            </p:cNvSpPr>
            <p:nvPr/>
          </p:nvSpPr>
          <p:spPr bwMode="gray">
            <a:xfrm rot="5400000" flipH="1">
              <a:off x="2847059" y="7135127"/>
              <a:ext cx="321561" cy="320040"/>
            </a:xfrm>
            <a:prstGeom prst="ellipse">
              <a:avLst/>
            </a:prstGeom>
            <a:solidFill>
              <a:schemeClr val="accent1"/>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40" name="Oval 39"/>
            <p:cNvSpPr>
              <a:spLocks noChangeArrowheads="1"/>
            </p:cNvSpPr>
            <p:nvPr/>
          </p:nvSpPr>
          <p:spPr bwMode="gray">
            <a:xfrm rot="5400000" flipH="1">
              <a:off x="2231262" y="6829925"/>
              <a:ext cx="321561" cy="320040"/>
            </a:xfrm>
            <a:prstGeom prst="ellipse">
              <a:avLst/>
            </a:prstGeom>
            <a:solidFill>
              <a:schemeClr val="accent1"/>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grpSp>
      <p:grpSp>
        <p:nvGrpSpPr>
          <p:cNvPr id="63" name="Shape 663"/>
          <p:cNvGrpSpPr/>
          <p:nvPr/>
        </p:nvGrpSpPr>
        <p:grpSpPr>
          <a:xfrm>
            <a:off x="1405863" y="1146264"/>
            <a:ext cx="2838280" cy="2947800"/>
            <a:chOff x="336222" y="2019391"/>
            <a:chExt cx="4056000" cy="4686300"/>
          </a:xfrm>
        </p:grpSpPr>
        <p:sp>
          <p:nvSpPr>
            <p:cNvPr id="64" name="Shape 664"/>
            <p:cNvSpPr/>
            <p:nvPr/>
          </p:nvSpPr>
          <p:spPr>
            <a:xfrm>
              <a:off x="1622678" y="3150356"/>
              <a:ext cx="1863300" cy="1029299"/>
            </a:xfrm>
            <a:prstGeom prst="triangle">
              <a:avLst>
                <a:gd name="adj" fmla="val 50000"/>
              </a:avLst>
            </a:prstGeom>
            <a:solidFill>
              <a:srgbClr val="0C306E"/>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65" name="Shape 665"/>
            <p:cNvSpPr/>
            <p:nvPr/>
          </p:nvSpPr>
          <p:spPr>
            <a:xfrm>
              <a:off x="1088636" y="4734285"/>
              <a:ext cx="2809800" cy="1895100"/>
            </a:xfrm>
            <a:custGeom>
              <a:avLst/>
              <a:gdLst/>
              <a:ahLst/>
              <a:cxnLst/>
              <a:rect l="0" t="0" r="0" b="0"/>
              <a:pathLst>
                <a:path w="120000" h="120000" extrusionOk="0">
                  <a:moveTo>
                    <a:pt x="0" y="21337"/>
                  </a:moveTo>
                  <a:lnTo>
                    <a:pt x="13699" y="5"/>
                  </a:lnTo>
                  <a:lnTo>
                    <a:pt x="107089" y="0"/>
                  </a:lnTo>
                  <a:lnTo>
                    <a:pt x="120000" y="21337"/>
                  </a:lnTo>
                  <a:lnTo>
                    <a:pt x="60000" y="120000"/>
                  </a:lnTo>
                  <a:lnTo>
                    <a:pt x="0" y="21337"/>
                  </a:lnTo>
                  <a:close/>
                </a:path>
              </a:pathLst>
            </a:custGeom>
            <a:solidFill>
              <a:srgbClr val="808B9E"/>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66" name="Shape 666"/>
            <p:cNvSpPr/>
            <p:nvPr/>
          </p:nvSpPr>
          <p:spPr>
            <a:xfrm>
              <a:off x="1453028" y="3083909"/>
              <a:ext cx="1863300" cy="1029300"/>
            </a:xfrm>
            <a:prstGeom prst="triangle">
              <a:avLst>
                <a:gd name="adj" fmla="val 50000"/>
              </a:avLst>
            </a:prstGeom>
            <a:solidFill>
              <a:srgbClr val="99BEFF"/>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67" name="Shape 667"/>
            <p:cNvSpPr/>
            <p:nvPr/>
          </p:nvSpPr>
          <p:spPr>
            <a:xfrm>
              <a:off x="938545" y="4686823"/>
              <a:ext cx="2809800" cy="1895099"/>
            </a:xfrm>
            <a:custGeom>
              <a:avLst/>
              <a:gdLst/>
              <a:ahLst/>
              <a:cxnLst/>
              <a:rect l="0" t="0" r="0" b="0"/>
              <a:pathLst>
                <a:path w="120000" h="120000" extrusionOk="0">
                  <a:moveTo>
                    <a:pt x="0" y="21337"/>
                  </a:moveTo>
                  <a:lnTo>
                    <a:pt x="13699" y="5"/>
                  </a:lnTo>
                  <a:lnTo>
                    <a:pt x="107089" y="0"/>
                  </a:lnTo>
                  <a:lnTo>
                    <a:pt x="120000" y="21337"/>
                  </a:lnTo>
                  <a:lnTo>
                    <a:pt x="60000" y="120000"/>
                  </a:lnTo>
                  <a:lnTo>
                    <a:pt x="0" y="21337"/>
                  </a:lnTo>
                  <a:close/>
                </a:path>
              </a:pathLst>
            </a:custGeom>
            <a:solidFill>
              <a:srgbClr val="C5CAD3"/>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68" name="Shape 668"/>
            <p:cNvSpPr/>
            <p:nvPr/>
          </p:nvSpPr>
          <p:spPr>
            <a:xfrm>
              <a:off x="336222" y="2019391"/>
              <a:ext cx="4056000" cy="4686300"/>
            </a:xfrm>
            <a:prstGeom prst="rect">
              <a:avLst/>
            </a:prstGeom>
            <a:noFill/>
            <a:ln w="12700" cap="flat" cmpd="sng">
              <a:no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69" name="Shape 669"/>
            <p:cNvSpPr/>
            <p:nvPr/>
          </p:nvSpPr>
          <p:spPr>
            <a:xfrm>
              <a:off x="1533420" y="4246998"/>
              <a:ext cx="1108500" cy="268800"/>
            </a:xfrm>
            <a:prstGeom prst="upArrow">
              <a:avLst>
                <a:gd name="adj1" fmla="val 73611"/>
                <a:gd name="adj2" fmla="val 50000"/>
              </a:avLst>
            </a:prstGeom>
            <a:solidFill>
              <a:srgbClr val="24272E"/>
            </a:solidFill>
            <a:ln w="12700" cap="flat" cmpd="sng">
              <a:solidFill>
                <a:srgbClr val="1450B8"/>
              </a:solidFill>
              <a:prstDash val="solid"/>
              <a:round/>
              <a:headEnd type="none" w="med" len="med"/>
              <a:tailEnd type="none" w="med" len="med"/>
            </a:ln>
          </p:spPr>
          <p:txBody>
            <a:bodyPr lIns="0" tIns="0" rIns="0" bIns="0" anchor="ctr" anchorCtr="0">
              <a:noAutofit/>
            </a:bodyPr>
            <a:lstStyle/>
            <a:p>
              <a:pPr algn="ctr" defTabSz="914400">
                <a:buSzPct val="25000"/>
              </a:pPr>
              <a:r>
                <a:rPr lang="en-US" sz="950" kern="0" dirty="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Enablers</a:t>
              </a:r>
              <a:endParaRPr lang="en-US" sz="950" kern="0" dirty="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70" name="Shape 670"/>
            <p:cNvSpPr/>
            <p:nvPr/>
          </p:nvSpPr>
          <p:spPr>
            <a:xfrm>
              <a:off x="1283376" y="3017463"/>
              <a:ext cx="1863300" cy="1029300"/>
            </a:xfrm>
            <a:prstGeom prst="triangle">
              <a:avLst>
                <a:gd name="adj" fmla="val 50000"/>
              </a:avLst>
            </a:prstGeom>
            <a:solidFill>
              <a:srgbClr val="C7DCFF"/>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71" name="Shape 671"/>
            <p:cNvSpPr/>
            <p:nvPr/>
          </p:nvSpPr>
          <p:spPr>
            <a:xfrm>
              <a:off x="788454" y="4639360"/>
              <a:ext cx="2809799" cy="1895100"/>
            </a:xfrm>
            <a:custGeom>
              <a:avLst/>
              <a:gdLst/>
              <a:ahLst/>
              <a:cxnLst/>
              <a:rect l="0" t="0" r="0" b="0"/>
              <a:pathLst>
                <a:path w="120000" h="120000" extrusionOk="0">
                  <a:moveTo>
                    <a:pt x="0" y="21337"/>
                  </a:moveTo>
                  <a:lnTo>
                    <a:pt x="13699" y="5"/>
                  </a:lnTo>
                  <a:lnTo>
                    <a:pt x="107089" y="0"/>
                  </a:lnTo>
                  <a:lnTo>
                    <a:pt x="120000" y="21337"/>
                  </a:lnTo>
                  <a:lnTo>
                    <a:pt x="60000" y="120000"/>
                  </a:lnTo>
                  <a:lnTo>
                    <a:pt x="0" y="21337"/>
                  </a:lnTo>
                  <a:close/>
                </a:path>
              </a:pathLst>
            </a:custGeom>
            <a:solidFill>
              <a:srgbClr val="C5CAD3"/>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72" name="Shape 672"/>
            <p:cNvSpPr/>
            <p:nvPr/>
          </p:nvSpPr>
          <p:spPr>
            <a:xfrm>
              <a:off x="1113725" y="2951016"/>
              <a:ext cx="1863300" cy="1029299"/>
            </a:xfrm>
            <a:prstGeom prst="triangle">
              <a:avLst>
                <a:gd name="adj" fmla="val 50000"/>
              </a:avLst>
            </a:prstGeom>
            <a:solidFill>
              <a:srgbClr val="E5EFFF"/>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73" name="Shape 673"/>
            <p:cNvSpPr/>
            <p:nvPr/>
          </p:nvSpPr>
          <p:spPr>
            <a:xfrm>
              <a:off x="638362" y="4591898"/>
              <a:ext cx="2809800" cy="1895100"/>
            </a:xfrm>
            <a:custGeom>
              <a:avLst/>
              <a:gdLst/>
              <a:ahLst/>
              <a:cxnLst/>
              <a:rect l="0" t="0" r="0" b="0"/>
              <a:pathLst>
                <a:path w="120000" h="120000" extrusionOk="0">
                  <a:moveTo>
                    <a:pt x="0" y="21337"/>
                  </a:moveTo>
                  <a:lnTo>
                    <a:pt x="13699" y="5"/>
                  </a:lnTo>
                  <a:lnTo>
                    <a:pt x="107089" y="0"/>
                  </a:lnTo>
                  <a:lnTo>
                    <a:pt x="120000" y="21337"/>
                  </a:lnTo>
                  <a:lnTo>
                    <a:pt x="60000" y="120000"/>
                  </a:lnTo>
                  <a:lnTo>
                    <a:pt x="0" y="21337"/>
                  </a:lnTo>
                  <a:close/>
                </a:path>
              </a:pathLst>
            </a:custGeom>
            <a:solidFill>
              <a:srgbClr val="F3F5F7"/>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nvGrpSpPr>
            <p:cNvPr id="74" name="Shape 674"/>
            <p:cNvGrpSpPr/>
            <p:nvPr/>
          </p:nvGrpSpPr>
          <p:grpSpPr>
            <a:xfrm>
              <a:off x="1028655" y="4586987"/>
              <a:ext cx="2030990" cy="917563"/>
              <a:chOff x="742972" y="3256664"/>
              <a:chExt cx="2234067" cy="1039850"/>
            </a:xfrm>
          </p:grpSpPr>
          <p:sp>
            <p:nvSpPr>
              <p:cNvPr id="81" name="Shape 675"/>
              <p:cNvSpPr/>
              <p:nvPr/>
            </p:nvSpPr>
            <p:spPr>
              <a:xfrm rot="5400000" flipH="1">
                <a:off x="1549641" y="3612014"/>
                <a:ext cx="874500" cy="163800"/>
              </a:xfrm>
              <a:custGeom>
                <a:avLst/>
                <a:gdLst/>
                <a:ahLst/>
                <a:cxnLst/>
                <a:rect l="0" t="0" r="0" b="0"/>
                <a:pathLst>
                  <a:path w="120000" h="120000" extrusionOk="0">
                    <a:moveTo>
                      <a:pt x="0" y="120000"/>
                    </a:moveTo>
                    <a:lnTo>
                      <a:pt x="39192" y="120000"/>
                    </a:lnTo>
                    <a:cubicBezTo>
                      <a:pt x="39777" y="119028"/>
                      <a:pt x="40445" y="118056"/>
                      <a:pt x="41030" y="117085"/>
                    </a:cubicBezTo>
                    <a:cubicBezTo>
                      <a:pt x="41448" y="115141"/>
                      <a:pt x="41866" y="113684"/>
                      <a:pt x="42284" y="111740"/>
                    </a:cubicBezTo>
                    <a:cubicBezTo>
                      <a:pt x="42451" y="109311"/>
                      <a:pt x="42534" y="107368"/>
                      <a:pt x="42701" y="104939"/>
                    </a:cubicBezTo>
                    <a:cubicBezTo>
                      <a:pt x="42785" y="103481"/>
                      <a:pt x="42952" y="102510"/>
                      <a:pt x="43036" y="101052"/>
                    </a:cubicBezTo>
                    <a:lnTo>
                      <a:pt x="43286" y="96680"/>
                    </a:lnTo>
                    <a:lnTo>
                      <a:pt x="43286" y="92307"/>
                    </a:lnTo>
                    <a:cubicBezTo>
                      <a:pt x="43286" y="90850"/>
                      <a:pt x="43203" y="88906"/>
                      <a:pt x="43203" y="87449"/>
                    </a:cubicBezTo>
                    <a:cubicBezTo>
                      <a:pt x="43119" y="85020"/>
                      <a:pt x="42952" y="83076"/>
                      <a:pt x="42869" y="80647"/>
                    </a:cubicBezTo>
                    <a:cubicBezTo>
                      <a:pt x="42785" y="77732"/>
                      <a:pt x="42618" y="75303"/>
                      <a:pt x="42534" y="72388"/>
                    </a:cubicBezTo>
                    <a:cubicBezTo>
                      <a:pt x="42451" y="70445"/>
                      <a:pt x="42284" y="68502"/>
                      <a:pt x="42200" y="66558"/>
                    </a:cubicBezTo>
                    <a:cubicBezTo>
                      <a:pt x="42116" y="64129"/>
                      <a:pt x="41949" y="62186"/>
                      <a:pt x="41866" y="59757"/>
                    </a:cubicBezTo>
                    <a:cubicBezTo>
                      <a:pt x="41866" y="57813"/>
                      <a:pt x="41782" y="55384"/>
                      <a:pt x="41782" y="53441"/>
                    </a:cubicBezTo>
                    <a:lnTo>
                      <a:pt x="41782" y="46639"/>
                    </a:lnTo>
                    <a:cubicBezTo>
                      <a:pt x="41782" y="44696"/>
                      <a:pt x="41866" y="42753"/>
                      <a:pt x="41866" y="40809"/>
                    </a:cubicBezTo>
                    <a:cubicBezTo>
                      <a:pt x="41949" y="38380"/>
                      <a:pt x="42116" y="36437"/>
                      <a:pt x="42200" y="34008"/>
                    </a:cubicBezTo>
                    <a:cubicBezTo>
                      <a:pt x="42367" y="32064"/>
                      <a:pt x="42451" y="30121"/>
                      <a:pt x="42618" y="28178"/>
                    </a:cubicBezTo>
                    <a:cubicBezTo>
                      <a:pt x="42869" y="26720"/>
                      <a:pt x="43036" y="24777"/>
                      <a:pt x="43286" y="23319"/>
                    </a:cubicBezTo>
                    <a:lnTo>
                      <a:pt x="44206" y="17975"/>
                    </a:lnTo>
                    <a:cubicBezTo>
                      <a:pt x="44456" y="16518"/>
                      <a:pt x="44791" y="15060"/>
                      <a:pt x="45041" y="13603"/>
                    </a:cubicBezTo>
                    <a:lnTo>
                      <a:pt x="46044" y="9230"/>
                    </a:lnTo>
                    <a:cubicBezTo>
                      <a:pt x="46378" y="8259"/>
                      <a:pt x="46713" y="6801"/>
                      <a:pt x="47047" y="5829"/>
                    </a:cubicBezTo>
                    <a:cubicBezTo>
                      <a:pt x="47465" y="4858"/>
                      <a:pt x="47799" y="4372"/>
                      <a:pt x="48217" y="3400"/>
                    </a:cubicBezTo>
                    <a:cubicBezTo>
                      <a:pt x="48635" y="2914"/>
                      <a:pt x="49136" y="1943"/>
                      <a:pt x="49554" y="1457"/>
                    </a:cubicBezTo>
                    <a:cubicBezTo>
                      <a:pt x="50055" y="971"/>
                      <a:pt x="50557" y="971"/>
                      <a:pt x="51058" y="485"/>
                    </a:cubicBezTo>
                    <a:cubicBezTo>
                      <a:pt x="51476" y="485"/>
                      <a:pt x="51810" y="0"/>
                      <a:pt x="52228" y="0"/>
                    </a:cubicBezTo>
                    <a:lnTo>
                      <a:pt x="53481" y="0"/>
                    </a:lnTo>
                    <a:cubicBezTo>
                      <a:pt x="53899" y="0"/>
                      <a:pt x="54233" y="485"/>
                      <a:pt x="54651" y="485"/>
                    </a:cubicBezTo>
                    <a:cubicBezTo>
                      <a:pt x="54986" y="971"/>
                      <a:pt x="55320" y="971"/>
                      <a:pt x="55654" y="1457"/>
                    </a:cubicBezTo>
                    <a:cubicBezTo>
                      <a:pt x="55988" y="1943"/>
                      <a:pt x="56406" y="2914"/>
                      <a:pt x="56740" y="3400"/>
                    </a:cubicBezTo>
                    <a:cubicBezTo>
                      <a:pt x="57075" y="3886"/>
                      <a:pt x="57493" y="4858"/>
                      <a:pt x="57827" y="5344"/>
                    </a:cubicBezTo>
                    <a:cubicBezTo>
                      <a:pt x="58077" y="6315"/>
                      <a:pt x="58412" y="6801"/>
                      <a:pt x="58662" y="7773"/>
                    </a:cubicBezTo>
                    <a:cubicBezTo>
                      <a:pt x="58997" y="9230"/>
                      <a:pt x="59247" y="10202"/>
                      <a:pt x="59582" y="11659"/>
                    </a:cubicBezTo>
                    <a:cubicBezTo>
                      <a:pt x="59916" y="13117"/>
                      <a:pt x="60167" y="15060"/>
                      <a:pt x="60501" y="16518"/>
                    </a:cubicBezTo>
                    <a:lnTo>
                      <a:pt x="61337" y="21376"/>
                    </a:lnTo>
                    <a:cubicBezTo>
                      <a:pt x="61587" y="23319"/>
                      <a:pt x="61838" y="24777"/>
                      <a:pt x="62089" y="26720"/>
                    </a:cubicBezTo>
                    <a:cubicBezTo>
                      <a:pt x="62256" y="28663"/>
                      <a:pt x="62506" y="30121"/>
                      <a:pt x="62674" y="32064"/>
                    </a:cubicBezTo>
                    <a:cubicBezTo>
                      <a:pt x="62841" y="34493"/>
                      <a:pt x="62924" y="36923"/>
                      <a:pt x="63091" y="39352"/>
                    </a:cubicBezTo>
                    <a:cubicBezTo>
                      <a:pt x="63175" y="41781"/>
                      <a:pt x="63342" y="44696"/>
                      <a:pt x="63426" y="47125"/>
                    </a:cubicBezTo>
                    <a:lnTo>
                      <a:pt x="63426" y="54412"/>
                    </a:lnTo>
                    <a:cubicBezTo>
                      <a:pt x="63342" y="56842"/>
                      <a:pt x="63175" y="59757"/>
                      <a:pt x="63091" y="62186"/>
                    </a:cubicBezTo>
                    <a:cubicBezTo>
                      <a:pt x="63008" y="64615"/>
                      <a:pt x="62841" y="67044"/>
                      <a:pt x="62757" y="69473"/>
                    </a:cubicBezTo>
                    <a:cubicBezTo>
                      <a:pt x="62674" y="71902"/>
                      <a:pt x="62506" y="74817"/>
                      <a:pt x="62423" y="77246"/>
                    </a:cubicBezTo>
                    <a:cubicBezTo>
                      <a:pt x="62256" y="80161"/>
                      <a:pt x="62172" y="82591"/>
                      <a:pt x="62005" y="85506"/>
                    </a:cubicBezTo>
                    <a:cubicBezTo>
                      <a:pt x="61922" y="87449"/>
                      <a:pt x="61838" y="89878"/>
                      <a:pt x="61754" y="91821"/>
                    </a:cubicBezTo>
                    <a:lnTo>
                      <a:pt x="61754" y="95708"/>
                    </a:lnTo>
                    <a:cubicBezTo>
                      <a:pt x="61838" y="96680"/>
                      <a:pt x="61838" y="97651"/>
                      <a:pt x="61922" y="98623"/>
                    </a:cubicBezTo>
                    <a:cubicBezTo>
                      <a:pt x="62005" y="99595"/>
                      <a:pt x="62089" y="101052"/>
                      <a:pt x="62172" y="102024"/>
                    </a:cubicBezTo>
                    <a:cubicBezTo>
                      <a:pt x="62339" y="105425"/>
                      <a:pt x="62590" y="108340"/>
                      <a:pt x="62757" y="111740"/>
                    </a:cubicBezTo>
                    <a:cubicBezTo>
                      <a:pt x="63175" y="113684"/>
                      <a:pt x="63593" y="115141"/>
                      <a:pt x="64011" y="117085"/>
                    </a:cubicBezTo>
                    <a:lnTo>
                      <a:pt x="65766" y="120000"/>
                    </a:lnTo>
                    <a:lnTo>
                      <a:pt x="120000" y="120000"/>
                    </a:lnTo>
                  </a:path>
                </a:pathLst>
              </a:custGeom>
              <a:noFill/>
              <a:ln w="12700" cap="rnd" cmpd="sng">
                <a:solidFill>
                  <a:srgbClr val="0C306E"/>
                </a:solidFill>
                <a:prstDash val="solid"/>
                <a:round/>
                <a:headEnd type="none" w="med" len="med"/>
                <a:tailEnd type="none" w="med" len="med"/>
              </a:ln>
            </p:spPr>
            <p:txBody>
              <a:bodyPr lIns="82925" tIns="41451" rIns="82925" bIns="41451" anchor="t" anchorCtr="0">
                <a:noAutofit/>
              </a:bodyPr>
              <a:lstStyle/>
              <a:p>
                <a:pPr defTabSz="914400"/>
                <a:endParaRPr sz="163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82" name="Shape 676"/>
              <p:cNvSpPr/>
              <p:nvPr/>
            </p:nvSpPr>
            <p:spPr>
              <a:xfrm rot="10800000">
                <a:off x="1859539" y="4132714"/>
                <a:ext cx="1117500" cy="163800"/>
              </a:xfrm>
              <a:custGeom>
                <a:avLst/>
                <a:gdLst/>
                <a:ahLst/>
                <a:cxnLst/>
                <a:rect l="0" t="0" r="0" b="0"/>
                <a:pathLst>
                  <a:path w="120000" h="120000" extrusionOk="0">
                    <a:moveTo>
                      <a:pt x="19618" y="120000"/>
                    </a:moveTo>
                    <a:lnTo>
                      <a:pt x="0" y="120000"/>
                    </a:lnTo>
                    <a:lnTo>
                      <a:pt x="50288" y="120000"/>
                    </a:lnTo>
                    <a:cubicBezTo>
                      <a:pt x="50746" y="119028"/>
                      <a:pt x="51269" y="118056"/>
                      <a:pt x="51727" y="117085"/>
                    </a:cubicBezTo>
                    <a:cubicBezTo>
                      <a:pt x="52054" y="115141"/>
                      <a:pt x="52381" y="113684"/>
                      <a:pt x="52708" y="111740"/>
                    </a:cubicBezTo>
                    <a:cubicBezTo>
                      <a:pt x="52839" y="109311"/>
                      <a:pt x="52904" y="107368"/>
                      <a:pt x="53035" y="104939"/>
                    </a:cubicBezTo>
                    <a:cubicBezTo>
                      <a:pt x="53100" y="103481"/>
                      <a:pt x="53231" y="102510"/>
                      <a:pt x="53297" y="101052"/>
                    </a:cubicBezTo>
                    <a:lnTo>
                      <a:pt x="53493" y="96680"/>
                    </a:lnTo>
                    <a:lnTo>
                      <a:pt x="53493" y="92307"/>
                    </a:lnTo>
                    <a:cubicBezTo>
                      <a:pt x="53493" y="90850"/>
                      <a:pt x="53427" y="88906"/>
                      <a:pt x="53427" y="87449"/>
                    </a:cubicBezTo>
                    <a:cubicBezTo>
                      <a:pt x="53362" y="85020"/>
                      <a:pt x="53231" y="83076"/>
                      <a:pt x="53166" y="80647"/>
                    </a:cubicBezTo>
                    <a:cubicBezTo>
                      <a:pt x="53100" y="77732"/>
                      <a:pt x="52970" y="75303"/>
                      <a:pt x="52904" y="72388"/>
                    </a:cubicBezTo>
                    <a:cubicBezTo>
                      <a:pt x="52839" y="70445"/>
                      <a:pt x="52708" y="68502"/>
                      <a:pt x="52643" y="66558"/>
                    </a:cubicBezTo>
                    <a:cubicBezTo>
                      <a:pt x="52577" y="64129"/>
                      <a:pt x="52446" y="62186"/>
                      <a:pt x="52381" y="59757"/>
                    </a:cubicBezTo>
                    <a:cubicBezTo>
                      <a:pt x="52381" y="57813"/>
                      <a:pt x="52316" y="55384"/>
                      <a:pt x="52316" y="53441"/>
                    </a:cubicBezTo>
                    <a:lnTo>
                      <a:pt x="52316" y="46639"/>
                    </a:lnTo>
                    <a:cubicBezTo>
                      <a:pt x="52316" y="44696"/>
                      <a:pt x="52381" y="42753"/>
                      <a:pt x="52381" y="40809"/>
                    </a:cubicBezTo>
                    <a:cubicBezTo>
                      <a:pt x="52446" y="38380"/>
                      <a:pt x="52577" y="36437"/>
                      <a:pt x="52643" y="34008"/>
                    </a:cubicBezTo>
                    <a:cubicBezTo>
                      <a:pt x="52773" y="32064"/>
                      <a:pt x="52839" y="30121"/>
                      <a:pt x="52970" y="28178"/>
                    </a:cubicBezTo>
                    <a:cubicBezTo>
                      <a:pt x="53166" y="26720"/>
                      <a:pt x="53297" y="24777"/>
                      <a:pt x="53493" y="23319"/>
                    </a:cubicBezTo>
                    <a:lnTo>
                      <a:pt x="54212" y="17975"/>
                    </a:lnTo>
                    <a:cubicBezTo>
                      <a:pt x="54408" y="16518"/>
                      <a:pt x="54670" y="15060"/>
                      <a:pt x="54866" y="13603"/>
                    </a:cubicBezTo>
                    <a:lnTo>
                      <a:pt x="55651" y="9230"/>
                    </a:lnTo>
                    <a:cubicBezTo>
                      <a:pt x="55912" y="8259"/>
                      <a:pt x="56174" y="6801"/>
                      <a:pt x="56435" y="5829"/>
                    </a:cubicBezTo>
                    <a:cubicBezTo>
                      <a:pt x="56762" y="4858"/>
                      <a:pt x="57024" y="4372"/>
                      <a:pt x="57351" y="3400"/>
                    </a:cubicBezTo>
                    <a:cubicBezTo>
                      <a:pt x="57678" y="2914"/>
                      <a:pt x="58070" y="1943"/>
                      <a:pt x="58397" y="1457"/>
                    </a:cubicBezTo>
                    <a:cubicBezTo>
                      <a:pt x="58790" y="971"/>
                      <a:pt x="59182" y="971"/>
                      <a:pt x="59574" y="485"/>
                    </a:cubicBezTo>
                    <a:cubicBezTo>
                      <a:pt x="59901" y="485"/>
                      <a:pt x="60163" y="0"/>
                      <a:pt x="60490" y="0"/>
                    </a:cubicBezTo>
                    <a:lnTo>
                      <a:pt x="61471" y="0"/>
                    </a:lnTo>
                    <a:cubicBezTo>
                      <a:pt x="61798" y="0"/>
                      <a:pt x="62059" y="485"/>
                      <a:pt x="62386" y="485"/>
                    </a:cubicBezTo>
                    <a:cubicBezTo>
                      <a:pt x="62648" y="971"/>
                      <a:pt x="62910" y="971"/>
                      <a:pt x="63171" y="1457"/>
                    </a:cubicBezTo>
                    <a:cubicBezTo>
                      <a:pt x="63433" y="1943"/>
                      <a:pt x="63760" y="2914"/>
                      <a:pt x="64021" y="3400"/>
                    </a:cubicBezTo>
                    <a:cubicBezTo>
                      <a:pt x="64283" y="3886"/>
                      <a:pt x="64610" y="4858"/>
                      <a:pt x="64871" y="5344"/>
                    </a:cubicBezTo>
                    <a:cubicBezTo>
                      <a:pt x="65068" y="6315"/>
                      <a:pt x="65329" y="6801"/>
                      <a:pt x="65525" y="7773"/>
                    </a:cubicBezTo>
                    <a:cubicBezTo>
                      <a:pt x="65787" y="9230"/>
                      <a:pt x="65983" y="10202"/>
                      <a:pt x="66245" y="11659"/>
                    </a:cubicBezTo>
                    <a:cubicBezTo>
                      <a:pt x="66506" y="13117"/>
                      <a:pt x="66702" y="15060"/>
                      <a:pt x="66964" y="16518"/>
                    </a:cubicBezTo>
                    <a:lnTo>
                      <a:pt x="67618" y="21376"/>
                    </a:lnTo>
                    <a:cubicBezTo>
                      <a:pt x="67814" y="23319"/>
                      <a:pt x="68010" y="24777"/>
                      <a:pt x="68207" y="26720"/>
                    </a:cubicBezTo>
                    <a:cubicBezTo>
                      <a:pt x="68337" y="28663"/>
                      <a:pt x="68534" y="30121"/>
                      <a:pt x="68664" y="32064"/>
                    </a:cubicBezTo>
                    <a:cubicBezTo>
                      <a:pt x="68795" y="34493"/>
                      <a:pt x="68861" y="36923"/>
                      <a:pt x="68991" y="39352"/>
                    </a:cubicBezTo>
                    <a:cubicBezTo>
                      <a:pt x="69057" y="41781"/>
                      <a:pt x="69188" y="44696"/>
                      <a:pt x="69253" y="47125"/>
                    </a:cubicBezTo>
                    <a:lnTo>
                      <a:pt x="69253" y="54412"/>
                    </a:lnTo>
                    <a:cubicBezTo>
                      <a:pt x="69188" y="56842"/>
                      <a:pt x="69057" y="59757"/>
                      <a:pt x="68991" y="62186"/>
                    </a:cubicBezTo>
                    <a:cubicBezTo>
                      <a:pt x="68926" y="64615"/>
                      <a:pt x="68795" y="67044"/>
                      <a:pt x="68730" y="69473"/>
                    </a:cubicBezTo>
                    <a:cubicBezTo>
                      <a:pt x="68664" y="71902"/>
                      <a:pt x="68534" y="74817"/>
                      <a:pt x="68468" y="77246"/>
                    </a:cubicBezTo>
                    <a:cubicBezTo>
                      <a:pt x="68337" y="80161"/>
                      <a:pt x="68272" y="82591"/>
                      <a:pt x="68141" y="85506"/>
                    </a:cubicBezTo>
                    <a:cubicBezTo>
                      <a:pt x="68076" y="87449"/>
                      <a:pt x="68010" y="89878"/>
                      <a:pt x="67945" y="91821"/>
                    </a:cubicBezTo>
                    <a:lnTo>
                      <a:pt x="67945" y="95708"/>
                    </a:lnTo>
                    <a:cubicBezTo>
                      <a:pt x="68010" y="96680"/>
                      <a:pt x="68010" y="97651"/>
                      <a:pt x="68076" y="98623"/>
                    </a:cubicBezTo>
                    <a:cubicBezTo>
                      <a:pt x="68141" y="99595"/>
                      <a:pt x="68207" y="101052"/>
                      <a:pt x="68272" y="102024"/>
                    </a:cubicBezTo>
                    <a:cubicBezTo>
                      <a:pt x="68403" y="105425"/>
                      <a:pt x="68599" y="108340"/>
                      <a:pt x="68730" y="111740"/>
                    </a:cubicBezTo>
                    <a:cubicBezTo>
                      <a:pt x="69057" y="113684"/>
                      <a:pt x="69384" y="115141"/>
                      <a:pt x="69711" y="117085"/>
                    </a:cubicBezTo>
                    <a:lnTo>
                      <a:pt x="71084" y="120000"/>
                    </a:lnTo>
                    <a:lnTo>
                      <a:pt x="120000" y="120000"/>
                    </a:lnTo>
                  </a:path>
                </a:pathLst>
              </a:custGeom>
              <a:noFill/>
              <a:ln w="12700" cap="rnd" cmpd="sng">
                <a:solidFill>
                  <a:srgbClr val="0C306E"/>
                </a:solidFill>
                <a:prstDash val="solid"/>
                <a:round/>
                <a:headEnd type="none" w="med" len="med"/>
                <a:tailEnd type="none" w="med" len="med"/>
              </a:ln>
            </p:spPr>
            <p:txBody>
              <a:bodyPr lIns="82925" tIns="41451" rIns="82925" bIns="41451" anchor="t" anchorCtr="0">
                <a:noAutofit/>
              </a:bodyPr>
              <a:lstStyle/>
              <a:p>
                <a:pPr defTabSz="914400"/>
                <a:endParaRPr sz="163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83" name="Shape 677"/>
              <p:cNvSpPr/>
              <p:nvPr/>
            </p:nvSpPr>
            <p:spPr>
              <a:xfrm>
                <a:off x="742972" y="3968892"/>
                <a:ext cx="1155900" cy="163800"/>
              </a:xfrm>
              <a:custGeom>
                <a:avLst/>
                <a:gdLst/>
                <a:ahLst/>
                <a:cxnLst/>
                <a:rect l="0" t="0" r="0" b="0"/>
                <a:pathLst>
                  <a:path w="120000" h="120000" extrusionOk="0">
                    <a:moveTo>
                      <a:pt x="29209" y="120000"/>
                    </a:moveTo>
                    <a:lnTo>
                      <a:pt x="0" y="120000"/>
                    </a:lnTo>
                    <a:lnTo>
                      <a:pt x="58861" y="120000"/>
                    </a:lnTo>
                    <a:cubicBezTo>
                      <a:pt x="59304" y="119028"/>
                      <a:pt x="59810" y="118056"/>
                      <a:pt x="60252" y="117085"/>
                    </a:cubicBezTo>
                    <a:cubicBezTo>
                      <a:pt x="60569" y="115141"/>
                      <a:pt x="60885" y="113684"/>
                      <a:pt x="61201" y="111740"/>
                    </a:cubicBezTo>
                    <a:cubicBezTo>
                      <a:pt x="61327" y="109311"/>
                      <a:pt x="61390" y="107368"/>
                      <a:pt x="61517" y="104939"/>
                    </a:cubicBezTo>
                    <a:cubicBezTo>
                      <a:pt x="61580" y="103481"/>
                      <a:pt x="61707" y="102510"/>
                      <a:pt x="61770" y="101052"/>
                    </a:cubicBezTo>
                    <a:lnTo>
                      <a:pt x="61959" y="96680"/>
                    </a:lnTo>
                    <a:lnTo>
                      <a:pt x="61959" y="92307"/>
                    </a:lnTo>
                    <a:cubicBezTo>
                      <a:pt x="61959" y="90850"/>
                      <a:pt x="61896" y="88906"/>
                      <a:pt x="61896" y="87449"/>
                    </a:cubicBezTo>
                    <a:cubicBezTo>
                      <a:pt x="61833" y="85020"/>
                      <a:pt x="61707" y="83076"/>
                      <a:pt x="61643" y="80647"/>
                    </a:cubicBezTo>
                    <a:cubicBezTo>
                      <a:pt x="61580" y="77732"/>
                      <a:pt x="61454" y="75303"/>
                      <a:pt x="61390" y="72388"/>
                    </a:cubicBezTo>
                    <a:cubicBezTo>
                      <a:pt x="61327" y="70445"/>
                      <a:pt x="61201" y="68502"/>
                      <a:pt x="61138" y="66558"/>
                    </a:cubicBezTo>
                    <a:cubicBezTo>
                      <a:pt x="61074" y="64129"/>
                      <a:pt x="60948" y="62186"/>
                      <a:pt x="60885" y="59757"/>
                    </a:cubicBezTo>
                    <a:cubicBezTo>
                      <a:pt x="60885" y="57813"/>
                      <a:pt x="60821" y="55384"/>
                      <a:pt x="60821" y="53441"/>
                    </a:cubicBezTo>
                    <a:lnTo>
                      <a:pt x="60821" y="46639"/>
                    </a:lnTo>
                    <a:cubicBezTo>
                      <a:pt x="60821" y="44696"/>
                      <a:pt x="60885" y="42753"/>
                      <a:pt x="60885" y="40809"/>
                    </a:cubicBezTo>
                    <a:cubicBezTo>
                      <a:pt x="60948" y="38380"/>
                      <a:pt x="61074" y="36437"/>
                      <a:pt x="61138" y="34008"/>
                    </a:cubicBezTo>
                    <a:cubicBezTo>
                      <a:pt x="61264" y="32064"/>
                      <a:pt x="61327" y="30121"/>
                      <a:pt x="61454" y="28178"/>
                    </a:cubicBezTo>
                    <a:cubicBezTo>
                      <a:pt x="61643" y="26720"/>
                      <a:pt x="61770" y="24777"/>
                      <a:pt x="61959" y="23319"/>
                    </a:cubicBezTo>
                    <a:lnTo>
                      <a:pt x="62655" y="17975"/>
                    </a:lnTo>
                    <a:cubicBezTo>
                      <a:pt x="62845" y="16518"/>
                      <a:pt x="63097" y="15060"/>
                      <a:pt x="63287" y="13603"/>
                    </a:cubicBezTo>
                    <a:lnTo>
                      <a:pt x="64046" y="9230"/>
                    </a:lnTo>
                    <a:cubicBezTo>
                      <a:pt x="64299" y="8259"/>
                      <a:pt x="64552" y="6801"/>
                      <a:pt x="64805" y="5829"/>
                    </a:cubicBezTo>
                    <a:cubicBezTo>
                      <a:pt x="65121" y="4858"/>
                      <a:pt x="65374" y="4372"/>
                      <a:pt x="65690" y="3400"/>
                    </a:cubicBezTo>
                    <a:cubicBezTo>
                      <a:pt x="66006" y="2914"/>
                      <a:pt x="66385" y="1943"/>
                      <a:pt x="66701" y="1457"/>
                    </a:cubicBezTo>
                    <a:cubicBezTo>
                      <a:pt x="67081" y="971"/>
                      <a:pt x="67460" y="971"/>
                      <a:pt x="67839" y="485"/>
                    </a:cubicBezTo>
                    <a:cubicBezTo>
                      <a:pt x="68155" y="485"/>
                      <a:pt x="68408" y="0"/>
                      <a:pt x="68724" y="0"/>
                    </a:cubicBezTo>
                    <a:lnTo>
                      <a:pt x="69673" y="0"/>
                    </a:lnTo>
                    <a:cubicBezTo>
                      <a:pt x="69989" y="0"/>
                      <a:pt x="70242" y="485"/>
                      <a:pt x="70558" y="485"/>
                    </a:cubicBezTo>
                    <a:cubicBezTo>
                      <a:pt x="70811" y="971"/>
                      <a:pt x="71064" y="971"/>
                      <a:pt x="71317" y="1457"/>
                    </a:cubicBezTo>
                    <a:cubicBezTo>
                      <a:pt x="71570" y="1943"/>
                      <a:pt x="71886" y="2914"/>
                      <a:pt x="72139" y="3400"/>
                    </a:cubicBezTo>
                    <a:cubicBezTo>
                      <a:pt x="72391" y="3886"/>
                      <a:pt x="72708" y="4858"/>
                      <a:pt x="72961" y="5344"/>
                    </a:cubicBezTo>
                    <a:cubicBezTo>
                      <a:pt x="73150" y="6315"/>
                      <a:pt x="73403" y="6801"/>
                      <a:pt x="73593" y="7773"/>
                    </a:cubicBezTo>
                    <a:cubicBezTo>
                      <a:pt x="73846" y="9230"/>
                      <a:pt x="74035" y="10202"/>
                      <a:pt x="74288" y="11659"/>
                    </a:cubicBezTo>
                    <a:cubicBezTo>
                      <a:pt x="74541" y="13117"/>
                      <a:pt x="74731" y="15060"/>
                      <a:pt x="74984" y="16518"/>
                    </a:cubicBezTo>
                    <a:lnTo>
                      <a:pt x="75616" y="21376"/>
                    </a:lnTo>
                    <a:cubicBezTo>
                      <a:pt x="75806" y="23319"/>
                      <a:pt x="75995" y="24777"/>
                      <a:pt x="76185" y="26720"/>
                    </a:cubicBezTo>
                    <a:cubicBezTo>
                      <a:pt x="76311" y="28663"/>
                      <a:pt x="76501" y="30121"/>
                      <a:pt x="76628" y="32064"/>
                    </a:cubicBezTo>
                    <a:cubicBezTo>
                      <a:pt x="76754" y="34493"/>
                      <a:pt x="76817" y="36923"/>
                      <a:pt x="76944" y="39352"/>
                    </a:cubicBezTo>
                    <a:cubicBezTo>
                      <a:pt x="77007" y="41781"/>
                      <a:pt x="77133" y="44696"/>
                      <a:pt x="77197" y="47125"/>
                    </a:cubicBezTo>
                    <a:lnTo>
                      <a:pt x="77197" y="54412"/>
                    </a:lnTo>
                    <a:cubicBezTo>
                      <a:pt x="77133" y="56842"/>
                      <a:pt x="77007" y="59757"/>
                      <a:pt x="76944" y="62186"/>
                    </a:cubicBezTo>
                    <a:cubicBezTo>
                      <a:pt x="76880" y="64615"/>
                      <a:pt x="76754" y="67044"/>
                      <a:pt x="76691" y="69473"/>
                    </a:cubicBezTo>
                    <a:cubicBezTo>
                      <a:pt x="76628" y="71902"/>
                      <a:pt x="76501" y="74817"/>
                      <a:pt x="76438" y="77246"/>
                    </a:cubicBezTo>
                    <a:cubicBezTo>
                      <a:pt x="76311" y="80161"/>
                      <a:pt x="76248" y="82591"/>
                      <a:pt x="76122" y="85506"/>
                    </a:cubicBezTo>
                    <a:cubicBezTo>
                      <a:pt x="76059" y="87449"/>
                      <a:pt x="75995" y="89878"/>
                      <a:pt x="75932" y="91821"/>
                    </a:cubicBezTo>
                    <a:lnTo>
                      <a:pt x="75932" y="95708"/>
                    </a:lnTo>
                    <a:cubicBezTo>
                      <a:pt x="75995" y="96680"/>
                      <a:pt x="75995" y="97651"/>
                      <a:pt x="76059" y="98623"/>
                    </a:cubicBezTo>
                    <a:cubicBezTo>
                      <a:pt x="76122" y="99595"/>
                      <a:pt x="76185" y="101052"/>
                      <a:pt x="76248" y="102024"/>
                    </a:cubicBezTo>
                    <a:cubicBezTo>
                      <a:pt x="76375" y="105425"/>
                      <a:pt x="76564" y="108340"/>
                      <a:pt x="76691" y="111740"/>
                    </a:cubicBezTo>
                    <a:cubicBezTo>
                      <a:pt x="77007" y="113684"/>
                      <a:pt x="77323" y="115141"/>
                      <a:pt x="77639" y="117085"/>
                    </a:cubicBezTo>
                    <a:lnTo>
                      <a:pt x="78967" y="120000"/>
                    </a:lnTo>
                    <a:lnTo>
                      <a:pt x="120000" y="120000"/>
                    </a:lnTo>
                  </a:path>
                </a:pathLst>
              </a:custGeom>
              <a:noFill/>
              <a:ln w="12700" cap="rnd" cmpd="sng">
                <a:solidFill>
                  <a:srgbClr val="0C306E"/>
                </a:solidFill>
                <a:prstDash val="solid"/>
                <a:round/>
                <a:headEnd type="none" w="med" len="med"/>
                <a:tailEnd type="none" w="med" len="med"/>
              </a:ln>
            </p:spPr>
            <p:txBody>
              <a:bodyPr lIns="82925" tIns="41451" rIns="82925" bIns="41451" anchor="t" anchorCtr="0">
                <a:noAutofit/>
              </a:bodyPr>
              <a:lstStyle/>
              <a:p>
                <a:pPr defTabSz="914400"/>
                <a:endParaRPr sz="163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sp>
          <p:nvSpPr>
            <p:cNvPr id="75" name="Shape 678"/>
            <p:cNvSpPr txBox="1"/>
            <p:nvPr/>
          </p:nvSpPr>
          <p:spPr>
            <a:xfrm>
              <a:off x="1588101" y="3292742"/>
              <a:ext cx="894900" cy="677099"/>
            </a:xfrm>
            <a:prstGeom prst="rect">
              <a:avLst/>
            </a:prstGeom>
            <a:noFill/>
            <a:ln>
              <a:noFill/>
            </a:ln>
          </p:spPr>
          <p:txBody>
            <a:bodyPr lIns="0" tIns="0" rIns="0" bIns="0" anchor="t" anchorCtr="0">
              <a:noAutofit/>
            </a:bodyPr>
            <a:lstStyle/>
            <a:p>
              <a:pPr algn="ctr" defTabSz="914400">
                <a:buSzPct val="25000"/>
              </a:pPr>
              <a:r>
                <a:rPr lang="en-US" sz="72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Global Strategic Value Proposition</a:t>
              </a:r>
              <a:endParaRPr lang="en-US" sz="72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76" name="Shape 679"/>
            <p:cNvSpPr txBox="1"/>
            <p:nvPr/>
          </p:nvSpPr>
          <p:spPr>
            <a:xfrm>
              <a:off x="916794" y="4716366"/>
              <a:ext cx="1080600" cy="409827"/>
            </a:xfrm>
            <a:prstGeom prst="rect">
              <a:avLst/>
            </a:prstGeom>
            <a:noFill/>
            <a:ln>
              <a:noFill/>
            </a:ln>
          </p:spPr>
          <p:txBody>
            <a:bodyPr lIns="0" tIns="0" rIns="0" bIns="0" anchor="t" anchorCtr="0">
              <a:noAutofit/>
            </a:bodyPr>
            <a:lstStyle/>
            <a:p>
              <a:pPr algn="ctr" defTabSz="914400">
                <a:buSzPct val="25000"/>
              </a:pPr>
              <a:r>
                <a:rPr lang="en-US" sz="81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Global Firm Structure</a:t>
              </a:r>
              <a:endParaRPr lang="en-US" sz="81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77" name="Shape 680"/>
            <p:cNvSpPr txBox="1"/>
            <p:nvPr/>
          </p:nvSpPr>
          <p:spPr>
            <a:xfrm>
              <a:off x="2217382" y="4677805"/>
              <a:ext cx="1049400" cy="614559"/>
            </a:xfrm>
            <a:prstGeom prst="rect">
              <a:avLst/>
            </a:prstGeom>
            <a:noFill/>
            <a:ln>
              <a:noFill/>
            </a:ln>
          </p:spPr>
          <p:txBody>
            <a:bodyPr lIns="0" tIns="0" rIns="0" bIns="0" anchor="t" anchorCtr="0">
              <a:noAutofit/>
            </a:bodyPr>
            <a:lstStyle/>
            <a:p>
              <a:pPr algn="ctr" defTabSz="914400">
                <a:buSzPct val="25000"/>
              </a:pPr>
              <a:r>
                <a:rPr lang="en-US" sz="81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Capabilities, Processes &amp; Skills</a:t>
              </a:r>
              <a:endParaRPr lang="en-US" sz="81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78" name="Shape 681"/>
            <p:cNvSpPr txBox="1"/>
            <p:nvPr/>
          </p:nvSpPr>
          <p:spPr>
            <a:xfrm>
              <a:off x="1514123" y="5533772"/>
              <a:ext cx="1080600" cy="409827"/>
            </a:xfrm>
            <a:prstGeom prst="rect">
              <a:avLst/>
            </a:prstGeom>
            <a:noFill/>
            <a:ln>
              <a:noFill/>
            </a:ln>
          </p:spPr>
          <p:txBody>
            <a:bodyPr lIns="0" tIns="0" rIns="0" bIns="0" anchor="t" anchorCtr="0">
              <a:noAutofit/>
            </a:bodyPr>
            <a:lstStyle/>
            <a:p>
              <a:pPr algn="ctr" defTabSz="914400">
                <a:buSzPct val="25000"/>
              </a:pPr>
              <a:r>
                <a:rPr lang="en-US" sz="81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Technology Platform</a:t>
              </a:r>
              <a:endParaRPr lang="en-US" sz="81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79" name="Shape 682"/>
            <p:cNvSpPr/>
            <p:nvPr/>
          </p:nvSpPr>
          <p:spPr>
            <a:xfrm rot="6656736">
              <a:off x="2375224" y="2809955"/>
              <a:ext cx="67136" cy="415700"/>
            </a:xfrm>
            <a:prstGeom prst="leftBrace">
              <a:avLst>
                <a:gd name="adj1" fmla="val 58333"/>
                <a:gd name="adj2" fmla="val 50000"/>
              </a:avLst>
            </a:prstGeom>
            <a:noFill/>
            <a:ln w="12700" cap="flat" cmpd="sng">
              <a:solidFill>
                <a:srgbClr val="0C306E"/>
              </a:solidFill>
              <a:prstDash val="solid"/>
              <a:round/>
              <a:headEnd type="none" w="med" len="med"/>
              <a:tailEnd type="none" w="med" len="med"/>
            </a:ln>
          </p:spPr>
          <p:txBody>
            <a:bodyPr lIns="74421" tIns="37210" rIns="74421" bIns="37210" anchor="ctr" anchorCtr="0">
              <a:noAutofit/>
            </a:bodyPr>
            <a:lstStyle/>
            <a:p>
              <a:pPr algn="ctr" defTabSz="914400"/>
              <a:endParaRPr sz="163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322" name="Rectangle 2"/>
          <p:cNvSpPr>
            <a:spLocks noGrp="1" noChangeArrowheads="1"/>
          </p:cNvSpPr>
          <p:nvPr>
            <p:ph type="title"/>
          </p:nvPr>
        </p:nvSpPr>
        <p:spPr>
          <a:noFill/>
        </p:spPr>
        <p:txBody>
          <a:bodyPr anchor="t"/>
          <a:lstStyle/>
          <a:p>
            <a:pPr eaLnBrk="1" hangingPunct="1"/>
            <a:r>
              <a:rPr lang="en-AU" dirty="0" smtClean="0">
                <a:solidFill>
                  <a:srgbClr val="0C306E"/>
                </a:solidFill>
              </a:rPr>
              <a:t>Puzzle pieces</a:t>
            </a:r>
            <a:endParaRPr lang="en-AU" dirty="0" smtClean="0">
              <a:solidFill>
                <a:srgbClr val="0C306E"/>
              </a:solidFill>
            </a:endParaRPr>
          </a:p>
        </p:txBody>
      </p:sp>
      <p:sp>
        <p:nvSpPr>
          <p:cNvPr id="312324" name="Slide Number Placeholder 3"/>
          <p:cNvSpPr>
            <a:spLocks noGrp="1"/>
          </p:cNvSpPr>
          <p:nvPr>
            <p:ph type="sldNum" sz="quarter" idx="4294967295"/>
          </p:nvPr>
        </p:nvSpPr>
        <p:spPr bwMode="auto">
          <a:xfrm>
            <a:off x="8763037" y="6476260"/>
            <a:ext cx="1619657" cy="152608"/>
          </a:xfrm>
          <a:prstGeom prst="rect">
            <a:avLst/>
          </a:prstGeom>
          <a:noFill/>
          <a:ln>
            <a:miter lim="800000"/>
          </a:ln>
        </p:spPr>
        <p:txBody>
          <a:bodyPr vert="horz" wrap="square" numCol="1" compatLnSpc="1"/>
          <a:lstStyle/>
          <a:p>
            <a:pPr defTabSz="993140"/>
            <a:fld id="{BB94CFEB-ECF6-43C2-BE97-87BEA27F6255}" type="slidenum">
              <a:rPr lang="en-GB" sz="905" smtClean="0"/>
            </a:fld>
            <a:endParaRPr lang="en-GB" sz="905" smtClean="0"/>
          </a:p>
        </p:txBody>
      </p:sp>
      <p:grpSp>
        <p:nvGrpSpPr>
          <p:cNvPr id="2" name="Group 3"/>
          <p:cNvGrpSpPr/>
          <p:nvPr/>
        </p:nvGrpSpPr>
        <p:grpSpPr bwMode="auto">
          <a:xfrm>
            <a:off x="5169668" y="1924666"/>
            <a:ext cx="2762776" cy="2497871"/>
            <a:chOff x="817" y="699"/>
            <a:chExt cx="1641" cy="1574"/>
          </a:xfrm>
          <a:effectLst>
            <a:outerShdw blurRad="50800" dist="50800" dir="5400000" algn="ctr" rotWithShape="0">
              <a:srgbClr val="0C306E"/>
            </a:outerShdw>
          </a:effectLst>
        </p:grpSpPr>
        <p:sp>
          <p:nvSpPr>
            <p:cNvPr id="2503684" name="Freeform 4"/>
            <p:cNvSpPr/>
            <p:nvPr/>
          </p:nvSpPr>
          <p:spPr bwMode="auto">
            <a:xfrm>
              <a:off x="1737" y="783"/>
              <a:ext cx="639" cy="533"/>
            </a:xfrm>
            <a:custGeom>
              <a:avLst/>
              <a:gdLst/>
              <a:ahLst/>
              <a:cxnLst>
                <a:cxn ang="0">
                  <a:pos x="224" y="712"/>
                </a:cxn>
                <a:cxn ang="0">
                  <a:pos x="224" y="712"/>
                </a:cxn>
                <a:cxn ang="0">
                  <a:pos x="792" y="568"/>
                </a:cxn>
                <a:cxn ang="0">
                  <a:pos x="744" y="368"/>
                </a:cxn>
                <a:cxn ang="0">
                  <a:pos x="744" y="360"/>
                </a:cxn>
                <a:cxn ang="0">
                  <a:pos x="704" y="376"/>
                </a:cxn>
                <a:cxn ang="0">
                  <a:pos x="672" y="384"/>
                </a:cxn>
                <a:cxn ang="0">
                  <a:pos x="632" y="384"/>
                </a:cxn>
                <a:cxn ang="0">
                  <a:pos x="608" y="368"/>
                </a:cxn>
                <a:cxn ang="0">
                  <a:pos x="592" y="352"/>
                </a:cxn>
                <a:cxn ang="0">
                  <a:pos x="576" y="320"/>
                </a:cxn>
                <a:cxn ang="0">
                  <a:pos x="568" y="272"/>
                </a:cxn>
                <a:cxn ang="0">
                  <a:pos x="592" y="240"/>
                </a:cxn>
                <a:cxn ang="0">
                  <a:pos x="608" y="216"/>
                </a:cxn>
                <a:cxn ang="0">
                  <a:pos x="640" y="208"/>
                </a:cxn>
                <a:cxn ang="0">
                  <a:pos x="680" y="208"/>
                </a:cxn>
                <a:cxn ang="0">
                  <a:pos x="704" y="200"/>
                </a:cxn>
                <a:cxn ang="0">
                  <a:pos x="704" y="192"/>
                </a:cxn>
                <a:cxn ang="0">
                  <a:pos x="656" y="0"/>
                </a:cxn>
                <a:cxn ang="0">
                  <a:pos x="608" y="8"/>
                </a:cxn>
                <a:cxn ang="0">
                  <a:pos x="544" y="24"/>
                </a:cxn>
                <a:cxn ang="0">
                  <a:pos x="488" y="40"/>
                </a:cxn>
                <a:cxn ang="0">
                  <a:pos x="472" y="48"/>
                </a:cxn>
                <a:cxn ang="0">
                  <a:pos x="464" y="48"/>
                </a:cxn>
                <a:cxn ang="0">
                  <a:pos x="472" y="80"/>
                </a:cxn>
                <a:cxn ang="0">
                  <a:pos x="480" y="96"/>
                </a:cxn>
                <a:cxn ang="0">
                  <a:pos x="488" y="104"/>
                </a:cxn>
                <a:cxn ang="0">
                  <a:pos x="488" y="136"/>
                </a:cxn>
                <a:cxn ang="0">
                  <a:pos x="480" y="176"/>
                </a:cxn>
                <a:cxn ang="0">
                  <a:pos x="440" y="208"/>
                </a:cxn>
                <a:cxn ang="0">
                  <a:pos x="384" y="224"/>
                </a:cxn>
                <a:cxn ang="0">
                  <a:pos x="336" y="200"/>
                </a:cxn>
                <a:cxn ang="0">
                  <a:pos x="312" y="176"/>
                </a:cxn>
                <a:cxn ang="0">
                  <a:pos x="304" y="120"/>
                </a:cxn>
                <a:cxn ang="0">
                  <a:pos x="304" y="88"/>
                </a:cxn>
                <a:cxn ang="0">
                  <a:pos x="280" y="88"/>
                </a:cxn>
                <a:cxn ang="0">
                  <a:pos x="272" y="88"/>
                </a:cxn>
                <a:cxn ang="0">
                  <a:pos x="80" y="136"/>
                </a:cxn>
                <a:cxn ang="0">
                  <a:pos x="80" y="144"/>
                </a:cxn>
                <a:cxn ang="0">
                  <a:pos x="112" y="256"/>
                </a:cxn>
                <a:cxn ang="0">
                  <a:pos x="136" y="336"/>
                </a:cxn>
                <a:cxn ang="0">
                  <a:pos x="112" y="344"/>
                </a:cxn>
                <a:cxn ang="0">
                  <a:pos x="80" y="336"/>
                </a:cxn>
                <a:cxn ang="0">
                  <a:pos x="40" y="360"/>
                </a:cxn>
                <a:cxn ang="0">
                  <a:pos x="16" y="392"/>
                </a:cxn>
                <a:cxn ang="0">
                  <a:pos x="0" y="424"/>
                </a:cxn>
                <a:cxn ang="0">
                  <a:pos x="16" y="472"/>
                </a:cxn>
                <a:cxn ang="0">
                  <a:pos x="40" y="512"/>
                </a:cxn>
                <a:cxn ang="0">
                  <a:pos x="64" y="520"/>
                </a:cxn>
                <a:cxn ang="0">
                  <a:pos x="80" y="528"/>
                </a:cxn>
                <a:cxn ang="0">
                  <a:pos x="120" y="528"/>
                </a:cxn>
                <a:cxn ang="0">
                  <a:pos x="176" y="504"/>
                </a:cxn>
                <a:cxn ang="0">
                  <a:pos x="176" y="512"/>
                </a:cxn>
                <a:cxn ang="0">
                  <a:pos x="176" y="520"/>
                </a:cxn>
                <a:cxn ang="0">
                  <a:pos x="224" y="712"/>
                </a:cxn>
              </a:cxnLst>
              <a:rect l="0" t="0" r="r" b="b"/>
              <a:pathLst>
                <a:path w="793" h="713">
                  <a:moveTo>
                    <a:pt x="224" y="712"/>
                  </a:moveTo>
                  <a:lnTo>
                    <a:pt x="224" y="712"/>
                  </a:lnTo>
                  <a:lnTo>
                    <a:pt x="792" y="568"/>
                  </a:lnTo>
                  <a:lnTo>
                    <a:pt x="744" y="368"/>
                  </a:lnTo>
                  <a:lnTo>
                    <a:pt x="744" y="360"/>
                  </a:lnTo>
                  <a:lnTo>
                    <a:pt x="704" y="376"/>
                  </a:lnTo>
                  <a:lnTo>
                    <a:pt x="672" y="384"/>
                  </a:lnTo>
                  <a:lnTo>
                    <a:pt x="632" y="384"/>
                  </a:lnTo>
                  <a:lnTo>
                    <a:pt x="608" y="368"/>
                  </a:lnTo>
                  <a:lnTo>
                    <a:pt x="592" y="352"/>
                  </a:lnTo>
                  <a:lnTo>
                    <a:pt x="576" y="320"/>
                  </a:lnTo>
                  <a:lnTo>
                    <a:pt x="568" y="272"/>
                  </a:lnTo>
                  <a:lnTo>
                    <a:pt x="592" y="240"/>
                  </a:lnTo>
                  <a:lnTo>
                    <a:pt x="608" y="216"/>
                  </a:lnTo>
                  <a:lnTo>
                    <a:pt x="640" y="208"/>
                  </a:lnTo>
                  <a:lnTo>
                    <a:pt x="680" y="208"/>
                  </a:lnTo>
                  <a:lnTo>
                    <a:pt x="704" y="200"/>
                  </a:lnTo>
                  <a:lnTo>
                    <a:pt x="704" y="192"/>
                  </a:lnTo>
                  <a:lnTo>
                    <a:pt x="656" y="0"/>
                  </a:lnTo>
                  <a:lnTo>
                    <a:pt x="608" y="8"/>
                  </a:lnTo>
                  <a:lnTo>
                    <a:pt x="544" y="24"/>
                  </a:lnTo>
                  <a:lnTo>
                    <a:pt x="488" y="40"/>
                  </a:lnTo>
                  <a:lnTo>
                    <a:pt x="472" y="48"/>
                  </a:lnTo>
                  <a:lnTo>
                    <a:pt x="464" y="48"/>
                  </a:lnTo>
                  <a:lnTo>
                    <a:pt x="472" y="80"/>
                  </a:lnTo>
                  <a:lnTo>
                    <a:pt x="480" y="96"/>
                  </a:lnTo>
                  <a:lnTo>
                    <a:pt x="488" y="104"/>
                  </a:lnTo>
                  <a:lnTo>
                    <a:pt x="488" y="136"/>
                  </a:lnTo>
                  <a:lnTo>
                    <a:pt x="480" y="176"/>
                  </a:lnTo>
                  <a:lnTo>
                    <a:pt x="440" y="208"/>
                  </a:lnTo>
                  <a:lnTo>
                    <a:pt x="384" y="224"/>
                  </a:lnTo>
                  <a:lnTo>
                    <a:pt x="336" y="200"/>
                  </a:lnTo>
                  <a:lnTo>
                    <a:pt x="312" y="176"/>
                  </a:lnTo>
                  <a:lnTo>
                    <a:pt x="304" y="120"/>
                  </a:lnTo>
                  <a:lnTo>
                    <a:pt x="304" y="88"/>
                  </a:lnTo>
                  <a:lnTo>
                    <a:pt x="280" y="88"/>
                  </a:lnTo>
                  <a:lnTo>
                    <a:pt x="272" y="88"/>
                  </a:lnTo>
                  <a:lnTo>
                    <a:pt x="80" y="136"/>
                  </a:lnTo>
                  <a:lnTo>
                    <a:pt x="80" y="144"/>
                  </a:lnTo>
                  <a:lnTo>
                    <a:pt x="112" y="256"/>
                  </a:lnTo>
                  <a:lnTo>
                    <a:pt x="136" y="336"/>
                  </a:lnTo>
                  <a:lnTo>
                    <a:pt x="112" y="344"/>
                  </a:lnTo>
                  <a:lnTo>
                    <a:pt x="80" y="336"/>
                  </a:lnTo>
                  <a:lnTo>
                    <a:pt x="40" y="360"/>
                  </a:lnTo>
                  <a:lnTo>
                    <a:pt x="16" y="392"/>
                  </a:lnTo>
                  <a:lnTo>
                    <a:pt x="0" y="424"/>
                  </a:lnTo>
                  <a:lnTo>
                    <a:pt x="16" y="472"/>
                  </a:lnTo>
                  <a:lnTo>
                    <a:pt x="40" y="512"/>
                  </a:lnTo>
                  <a:lnTo>
                    <a:pt x="64" y="520"/>
                  </a:lnTo>
                  <a:lnTo>
                    <a:pt x="80" y="528"/>
                  </a:lnTo>
                  <a:lnTo>
                    <a:pt x="120" y="528"/>
                  </a:lnTo>
                  <a:lnTo>
                    <a:pt x="176" y="504"/>
                  </a:lnTo>
                  <a:lnTo>
                    <a:pt x="176" y="512"/>
                  </a:lnTo>
                  <a:lnTo>
                    <a:pt x="176" y="520"/>
                  </a:lnTo>
                  <a:lnTo>
                    <a:pt x="224" y="712"/>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85" name="Freeform 5"/>
            <p:cNvSpPr/>
            <p:nvPr/>
          </p:nvSpPr>
          <p:spPr bwMode="auto">
            <a:xfrm>
              <a:off x="1216" y="1196"/>
              <a:ext cx="657" cy="611"/>
            </a:xfrm>
            <a:custGeom>
              <a:avLst/>
              <a:gdLst/>
              <a:ahLst/>
              <a:cxnLst>
                <a:cxn ang="0">
                  <a:pos x="816" y="496"/>
                </a:cxn>
                <a:cxn ang="0">
                  <a:pos x="816" y="496"/>
                </a:cxn>
                <a:cxn ang="0">
                  <a:pos x="496" y="0"/>
                </a:cxn>
                <a:cxn ang="0">
                  <a:pos x="328" y="104"/>
                </a:cxn>
                <a:cxn ang="0">
                  <a:pos x="328" y="112"/>
                </a:cxn>
                <a:cxn ang="0">
                  <a:pos x="352" y="144"/>
                </a:cxn>
                <a:cxn ang="0">
                  <a:pos x="368" y="168"/>
                </a:cxn>
                <a:cxn ang="0">
                  <a:pos x="384" y="208"/>
                </a:cxn>
                <a:cxn ang="0">
                  <a:pos x="376" y="240"/>
                </a:cxn>
                <a:cxn ang="0">
                  <a:pos x="360" y="264"/>
                </a:cxn>
                <a:cxn ang="0">
                  <a:pos x="336" y="288"/>
                </a:cxn>
                <a:cxn ang="0">
                  <a:pos x="296" y="304"/>
                </a:cxn>
                <a:cxn ang="0">
                  <a:pos x="264" y="304"/>
                </a:cxn>
                <a:cxn ang="0">
                  <a:pos x="232" y="288"/>
                </a:cxn>
                <a:cxn ang="0">
                  <a:pos x="208" y="264"/>
                </a:cxn>
                <a:cxn ang="0">
                  <a:pos x="200" y="224"/>
                </a:cxn>
                <a:cxn ang="0">
                  <a:pos x="184" y="208"/>
                </a:cxn>
                <a:cxn ang="0">
                  <a:pos x="176" y="208"/>
                </a:cxn>
                <a:cxn ang="0">
                  <a:pos x="0" y="320"/>
                </a:cxn>
                <a:cxn ang="0">
                  <a:pos x="120" y="496"/>
                </a:cxn>
                <a:cxn ang="0">
                  <a:pos x="120" y="504"/>
                </a:cxn>
                <a:cxn ang="0">
                  <a:pos x="96" y="520"/>
                </a:cxn>
                <a:cxn ang="0">
                  <a:pos x="72" y="528"/>
                </a:cxn>
                <a:cxn ang="0">
                  <a:pos x="40" y="552"/>
                </a:cxn>
                <a:cxn ang="0">
                  <a:pos x="32" y="576"/>
                </a:cxn>
                <a:cxn ang="0">
                  <a:pos x="24" y="616"/>
                </a:cxn>
                <a:cxn ang="0">
                  <a:pos x="32" y="648"/>
                </a:cxn>
                <a:cxn ang="0">
                  <a:pos x="56" y="680"/>
                </a:cxn>
                <a:cxn ang="0">
                  <a:pos x="88" y="696"/>
                </a:cxn>
                <a:cxn ang="0">
                  <a:pos x="128" y="696"/>
                </a:cxn>
                <a:cxn ang="0">
                  <a:pos x="160" y="688"/>
                </a:cxn>
                <a:cxn ang="0">
                  <a:pos x="192" y="664"/>
                </a:cxn>
                <a:cxn ang="0">
                  <a:pos x="208" y="648"/>
                </a:cxn>
                <a:cxn ang="0">
                  <a:pos x="216" y="648"/>
                </a:cxn>
                <a:cxn ang="0">
                  <a:pos x="320" y="816"/>
                </a:cxn>
                <a:cxn ang="0">
                  <a:pos x="328" y="816"/>
                </a:cxn>
                <a:cxn ang="0">
                  <a:pos x="432" y="744"/>
                </a:cxn>
                <a:cxn ang="0">
                  <a:pos x="504" y="696"/>
                </a:cxn>
                <a:cxn ang="0">
                  <a:pos x="520" y="720"/>
                </a:cxn>
                <a:cxn ang="0">
                  <a:pos x="512" y="712"/>
                </a:cxn>
                <a:cxn ang="0">
                  <a:pos x="520" y="752"/>
                </a:cxn>
                <a:cxn ang="0">
                  <a:pos x="552" y="784"/>
                </a:cxn>
                <a:cxn ang="0">
                  <a:pos x="592" y="792"/>
                </a:cxn>
                <a:cxn ang="0">
                  <a:pos x="600" y="792"/>
                </a:cxn>
                <a:cxn ang="0">
                  <a:pos x="632" y="792"/>
                </a:cxn>
                <a:cxn ang="0">
                  <a:pos x="672" y="768"/>
                </a:cxn>
                <a:cxn ang="0">
                  <a:pos x="696" y="728"/>
                </a:cxn>
                <a:cxn ang="0">
                  <a:pos x="704" y="704"/>
                </a:cxn>
                <a:cxn ang="0">
                  <a:pos x="696" y="688"/>
                </a:cxn>
                <a:cxn ang="0">
                  <a:pos x="688" y="648"/>
                </a:cxn>
                <a:cxn ang="0">
                  <a:pos x="648" y="608"/>
                </a:cxn>
                <a:cxn ang="0">
                  <a:pos x="656" y="600"/>
                </a:cxn>
                <a:cxn ang="0">
                  <a:pos x="816" y="496"/>
                </a:cxn>
              </a:cxnLst>
              <a:rect l="0" t="0" r="r" b="b"/>
              <a:pathLst>
                <a:path w="817" h="817">
                  <a:moveTo>
                    <a:pt x="816" y="496"/>
                  </a:moveTo>
                  <a:lnTo>
                    <a:pt x="816" y="496"/>
                  </a:lnTo>
                  <a:lnTo>
                    <a:pt x="496" y="0"/>
                  </a:lnTo>
                  <a:lnTo>
                    <a:pt x="328" y="104"/>
                  </a:lnTo>
                  <a:lnTo>
                    <a:pt x="328" y="112"/>
                  </a:lnTo>
                  <a:lnTo>
                    <a:pt x="352" y="144"/>
                  </a:lnTo>
                  <a:lnTo>
                    <a:pt x="368" y="168"/>
                  </a:lnTo>
                  <a:lnTo>
                    <a:pt x="384" y="208"/>
                  </a:lnTo>
                  <a:lnTo>
                    <a:pt x="376" y="240"/>
                  </a:lnTo>
                  <a:lnTo>
                    <a:pt x="360" y="264"/>
                  </a:lnTo>
                  <a:lnTo>
                    <a:pt x="336" y="288"/>
                  </a:lnTo>
                  <a:lnTo>
                    <a:pt x="296" y="304"/>
                  </a:lnTo>
                  <a:lnTo>
                    <a:pt x="264" y="304"/>
                  </a:lnTo>
                  <a:lnTo>
                    <a:pt x="232" y="288"/>
                  </a:lnTo>
                  <a:lnTo>
                    <a:pt x="208" y="264"/>
                  </a:lnTo>
                  <a:lnTo>
                    <a:pt x="200" y="224"/>
                  </a:lnTo>
                  <a:lnTo>
                    <a:pt x="184" y="208"/>
                  </a:lnTo>
                  <a:lnTo>
                    <a:pt x="176" y="208"/>
                  </a:lnTo>
                  <a:lnTo>
                    <a:pt x="0" y="320"/>
                  </a:lnTo>
                  <a:lnTo>
                    <a:pt x="120" y="496"/>
                  </a:lnTo>
                  <a:lnTo>
                    <a:pt x="120" y="504"/>
                  </a:lnTo>
                  <a:lnTo>
                    <a:pt x="96" y="520"/>
                  </a:lnTo>
                  <a:lnTo>
                    <a:pt x="72" y="528"/>
                  </a:lnTo>
                  <a:lnTo>
                    <a:pt x="40" y="552"/>
                  </a:lnTo>
                  <a:lnTo>
                    <a:pt x="32" y="576"/>
                  </a:lnTo>
                  <a:lnTo>
                    <a:pt x="24" y="616"/>
                  </a:lnTo>
                  <a:lnTo>
                    <a:pt x="32" y="648"/>
                  </a:lnTo>
                  <a:lnTo>
                    <a:pt x="56" y="680"/>
                  </a:lnTo>
                  <a:lnTo>
                    <a:pt x="88" y="696"/>
                  </a:lnTo>
                  <a:lnTo>
                    <a:pt x="128" y="696"/>
                  </a:lnTo>
                  <a:lnTo>
                    <a:pt x="160" y="688"/>
                  </a:lnTo>
                  <a:lnTo>
                    <a:pt x="192" y="664"/>
                  </a:lnTo>
                  <a:lnTo>
                    <a:pt x="208" y="648"/>
                  </a:lnTo>
                  <a:lnTo>
                    <a:pt x="216" y="648"/>
                  </a:lnTo>
                  <a:lnTo>
                    <a:pt x="320" y="816"/>
                  </a:lnTo>
                  <a:lnTo>
                    <a:pt x="328" y="816"/>
                  </a:lnTo>
                  <a:lnTo>
                    <a:pt x="432" y="744"/>
                  </a:lnTo>
                  <a:lnTo>
                    <a:pt x="504" y="696"/>
                  </a:lnTo>
                  <a:lnTo>
                    <a:pt x="520" y="720"/>
                  </a:lnTo>
                  <a:lnTo>
                    <a:pt x="512" y="712"/>
                  </a:lnTo>
                  <a:lnTo>
                    <a:pt x="520" y="752"/>
                  </a:lnTo>
                  <a:lnTo>
                    <a:pt x="552" y="784"/>
                  </a:lnTo>
                  <a:lnTo>
                    <a:pt x="592" y="792"/>
                  </a:lnTo>
                  <a:lnTo>
                    <a:pt x="600" y="792"/>
                  </a:lnTo>
                  <a:lnTo>
                    <a:pt x="632" y="792"/>
                  </a:lnTo>
                  <a:lnTo>
                    <a:pt x="672" y="768"/>
                  </a:lnTo>
                  <a:lnTo>
                    <a:pt x="696" y="728"/>
                  </a:lnTo>
                  <a:lnTo>
                    <a:pt x="704" y="704"/>
                  </a:lnTo>
                  <a:lnTo>
                    <a:pt x="696" y="688"/>
                  </a:lnTo>
                  <a:lnTo>
                    <a:pt x="688" y="648"/>
                  </a:lnTo>
                  <a:lnTo>
                    <a:pt x="648" y="608"/>
                  </a:lnTo>
                  <a:lnTo>
                    <a:pt x="656" y="600"/>
                  </a:lnTo>
                  <a:lnTo>
                    <a:pt x="816" y="496"/>
                  </a:lnTo>
                </a:path>
              </a:pathLst>
            </a:custGeom>
            <a:solidFill>
              <a:srgbClr val="00A3F5"/>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86" name="Freeform 6"/>
            <p:cNvSpPr/>
            <p:nvPr/>
          </p:nvSpPr>
          <p:spPr bwMode="auto">
            <a:xfrm>
              <a:off x="1216" y="1196"/>
              <a:ext cx="657" cy="611"/>
            </a:xfrm>
            <a:custGeom>
              <a:avLst/>
              <a:gdLst/>
              <a:ahLst/>
              <a:cxnLst>
                <a:cxn ang="0">
                  <a:pos x="496" y="0"/>
                </a:cxn>
                <a:cxn ang="0">
                  <a:pos x="328" y="112"/>
                </a:cxn>
                <a:cxn ang="0">
                  <a:pos x="360" y="152"/>
                </a:cxn>
                <a:cxn ang="0">
                  <a:pos x="376" y="200"/>
                </a:cxn>
                <a:cxn ang="0">
                  <a:pos x="368" y="248"/>
                </a:cxn>
                <a:cxn ang="0">
                  <a:pos x="320" y="288"/>
                </a:cxn>
                <a:cxn ang="0">
                  <a:pos x="264" y="296"/>
                </a:cxn>
                <a:cxn ang="0">
                  <a:pos x="232" y="280"/>
                </a:cxn>
                <a:cxn ang="0">
                  <a:pos x="208" y="256"/>
                </a:cxn>
                <a:cxn ang="0">
                  <a:pos x="200" y="216"/>
                </a:cxn>
                <a:cxn ang="0">
                  <a:pos x="176" y="208"/>
                </a:cxn>
                <a:cxn ang="0">
                  <a:pos x="120" y="496"/>
                </a:cxn>
                <a:cxn ang="0">
                  <a:pos x="112" y="512"/>
                </a:cxn>
                <a:cxn ang="0">
                  <a:pos x="88" y="520"/>
                </a:cxn>
                <a:cxn ang="0">
                  <a:pos x="32" y="560"/>
                </a:cxn>
                <a:cxn ang="0">
                  <a:pos x="24" y="592"/>
                </a:cxn>
                <a:cxn ang="0">
                  <a:pos x="32" y="640"/>
                </a:cxn>
                <a:cxn ang="0">
                  <a:pos x="72" y="680"/>
                </a:cxn>
                <a:cxn ang="0">
                  <a:pos x="152" y="688"/>
                </a:cxn>
                <a:cxn ang="0">
                  <a:pos x="192" y="648"/>
                </a:cxn>
                <a:cxn ang="0">
                  <a:pos x="320" y="816"/>
                </a:cxn>
                <a:cxn ang="0">
                  <a:pos x="376" y="776"/>
                </a:cxn>
                <a:cxn ang="0">
                  <a:pos x="480" y="704"/>
                </a:cxn>
                <a:cxn ang="0">
                  <a:pos x="512" y="712"/>
                </a:cxn>
                <a:cxn ang="0">
                  <a:pos x="544" y="768"/>
                </a:cxn>
                <a:cxn ang="0">
                  <a:pos x="592" y="792"/>
                </a:cxn>
                <a:cxn ang="0">
                  <a:pos x="632" y="784"/>
                </a:cxn>
                <a:cxn ang="0">
                  <a:pos x="680" y="744"/>
                </a:cxn>
                <a:cxn ang="0">
                  <a:pos x="696" y="712"/>
                </a:cxn>
                <a:cxn ang="0">
                  <a:pos x="696" y="688"/>
                </a:cxn>
                <a:cxn ang="0">
                  <a:pos x="680" y="640"/>
                </a:cxn>
                <a:cxn ang="0">
                  <a:pos x="648" y="592"/>
                </a:cxn>
                <a:cxn ang="0">
                  <a:pos x="808" y="496"/>
                </a:cxn>
              </a:cxnLst>
              <a:rect l="0" t="0" r="r" b="b"/>
              <a:pathLst>
                <a:path w="817" h="817">
                  <a:moveTo>
                    <a:pt x="816" y="496"/>
                  </a:moveTo>
                  <a:lnTo>
                    <a:pt x="496" y="0"/>
                  </a:lnTo>
                  <a:lnTo>
                    <a:pt x="328" y="104"/>
                  </a:lnTo>
                  <a:lnTo>
                    <a:pt x="328" y="112"/>
                  </a:lnTo>
                  <a:lnTo>
                    <a:pt x="336" y="128"/>
                  </a:lnTo>
                  <a:lnTo>
                    <a:pt x="360" y="152"/>
                  </a:lnTo>
                  <a:lnTo>
                    <a:pt x="376" y="184"/>
                  </a:lnTo>
                  <a:lnTo>
                    <a:pt x="376" y="200"/>
                  </a:lnTo>
                  <a:lnTo>
                    <a:pt x="376" y="224"/>
                  </a:lnTo>
                  <a:lnTo>
                    <a:pt x="368" y="248"/>
                  </a:lnTo>
                  <a:lnTo>
                    <a:pt x="352" y="272"/>
                  </a:lnTo>
                  <a:lnTo>
                    <a:pt x="320" y="288"/>
                  </a:lnTo>
                  <a:lnTo>
                    <a:pt x="280" y="296"/>
                  </a:lnTo>
                  <a:lnTo>
                    <a:pt x="264" y="296"/>
                  </a:lnTo>
                  <a:lnTo>
                    <a:pt x="248" y="288"/>
                  </a:lnTo>
                  <a:lnTo>
                    <a:pt x="232" y="280"/>
                  </a:lnTo>
                  <a:lnTo>
                    <a:pt x="224" y="272"/>
                  </a:lnTo>
                  <a:lnTo>
                    <a:pt x="208" y="256"/>
                  </a:lnTo>
                  <a:lnTo>
                    <a:pt x="200" y="240"/>
                  </a:lnTo>
                  <a:lnTo>
                    <a:pt x="200" y="216"/>
                  </a:lnTo>
                  <a:lnTo>
                    <a:pt x="184" y="208"/>
                  </a:lnTo>
                  <a:lnTo>
                    <a:pt x="176" y="208"/>
                  </a:lnTo>
                  <a:lnTo>
                    <a:pt x="0" y="320"/>
                  </a:lnTo>
                  <a:lnTo>
                    <a:pt x="120" y="496"/>
                  </a:lnTo>
                  <a:lnTo>
                    <a:pt x="120" y="504"/>
                  </a:lnTo>
                  <a:lnTo>
                    <a:pt x="112" y="512"/>
                  </a:lnTo>
                  <a:lnTo>
                    <a:pt x="96" y="512"/>
                  </a:lnTo>
                  <a:lnTo>
                    <a:pt x="88" y="520"/>
                  </a:lnTo>
                  <a:lnTo>
                    <a:pt x="56" y="536"/>
                  </a:lnTo>
                  <a:lnTo>
                    <a:pt x="32" y="560"/>
                  </a:lnTo>
                  <a:lnTo>
                    <a:pt x="24" y="576"/>
                  </a:lnTo>
                  <a:lnTo>
                    <a:pt x="24" y="592"/>
                  </a:lnTo>
                  <a:lnTo>
                    <a:pt x="24" y="624"/>
                  </a:lnTo>
                  <a:lnTo>
                    <a:pt x="32" y="640"/>
                  </a:lnTo>
                  <a:lnTo>
                    <a:pt x="48" y="664"/>
                  </a:lnTo>
                  <a:lnTo>
                    <a:pt x="72" y="680"/>
                  </a:lnTo>
                  <a:lnTo>
                    <a:pt x="112" y="696"/>
                  </a:lnTo>
                  <a:lnTo>
                    <a:pt x="152" y="688"/>
                  </a:lnTo>
                  <a:lnTo>
                    <a:pt x="176" y="672"/>
                  </a:lnTo>
                  <a:lnTo>
                    <a:pt x="192" y="648"/>
                  </a:lnTo>
                  <a:lnTo>
                    <a:pt x="216" y="648"/>
                  </a:lnTo>
                  <a:lnTo>
                    <a:pt x="320" y="816"/>
                  </a:lnTo>
                  <a:lnTo>
                    <a:pt x="336" y="808"/>
                  </a:lnTo>
                  <a:lnTo>
                    <a:pt x="376" y="776"/>
                  </a:lnTo>
                  <a:lnTo>
                    <a:pt x="424" y="736"/>
                  </a:lnTo>
                  <a:lnTo>
                    <a:pt x="480" y="704"/>
                  </a:lnTo>
                  <a:lnTo>
                    <a:pt x="512" y="704"/>
                  </a:lnTo>
                  <a:lnTo>
                    <a:pt x="512" y="712"/>
                  </a:lnTo>
                  <a:lnTo>
                    <a:pt x="520" y="728"/>
                  </a:lnTo>
                  <a:lnTo>
                    <a:pt x="544" y="768"/>
                  </a:lnTo>
                  <a:lnTo>
                    <a:pt x="576" y="784"/>
                  </a:lnTo>
                  <a:lnTo>
                    <a:pt x="592" y="792"/>
                  </a:lnTo>
                  <a:lnTo>
                    <a:pt x="608" y="792"/>
                  </a:lnTo>
                  <a:lnTo>
                    <a:pt x="632" y="784"/>
                  </a:lnTo>
                  <a:lnTo>
                    <a:pt x="648" y="776"/>
                  </a:lnTo>
                  <a:lnTo>
                    <a:pt x="680" y="744"/>
                  </a:lnTo>
                  <a:lnTo>
                    <a:pt x="696" y="728"/>
                  </a:lnTo>
                  <a:lnTo>
                    <a:pt x="696" y="712"/>
                  </a:lnTo>
                  <a:lnTo>
                    <a:pt x="696" y="696"/>
                  </a:lnTo>
                  <a:lnTo>
                    <a:pt x="696" y="688"/>
                  </a:lnTo>
                  <a:lnTo>
                    <a:pt x="688" y="664"/>
                  </a:lnTo>
                  <a:lnTo>
                    <a:pt x="680" y="640"/>
                  </a:lnTo>
                  <a:lnTo>
                    <a:pt x="656" y="616"/>
                  </a:lnTo>
                  <a:lnTo>
                    <a:pt x="648" y="592"/>
                  </a:lnTo>
                  <a:lnTo>
                    <a:pt x="656" y="592"/>
                  </a:lnTo>
                  <a:lnTo>
                    <a:pt x="808" y="496"/>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87" name="Freeform 7"/>
            <p:cNvSpPr/>
            <p:nvPr/>
          </p:nvSpPr>
          <p:spPr bwMode="auto">
            <a:xfrm>
              <a:off x="1139" y="699"/>
              <a:ext cx="632" cy="599"/>
            </a:xfrm>
            <a:custGeom>
              <a:avLst/>
              <a:gdLst/>
              <a:ahLst/>
              <a:cxnLst>
                <a:cxn ang="0">
                  <a:pos x="0" y="560"/>
                </a:cxn>
                <a:cxn ang="0">
                  <a:pos x="0" y="560"/>
                </a:cxn>
                <a:cxn ang="0">
                  <a:pos x="544" y="800"/>
                </a:cxn>
                <a:cxn ang="0">
                  <a:pos x="624" y="624"/>
                </a:cxn>
                <a:cxn ang="0">
                  <a:pos x="616" y="608"/>
                </a:cxn>
                <a:cxn ang="0">
                  <a:pos x="584" y="608"/>
                </a:cxn>
                <a:cxn ang="0">
                  <a:pos x="552" y="600"/>
                </a:cxn>
                <a:cxn ang="0">
                  <a:pos x="520" y="576"/>
                </a:cxn>
                <a:cxn ang="0">
                  <a:pos x="512" y="544"/>
                </a:cxn>
                <a:cxn ang="0">
                  <a:pos x="512" y="520"/>
                </a:cxn>
                <a:cxn ang="0">
                  <a:pos x="512" y="480"/>
                </a:cxn>
                <a:cxn ang="0">
                  <a:pos x="536" y="448"/>
                </a:cxn>
                <a:cxn ang="0">
                  <a:pos x="568" y="432"/>
                </a:cxn>
                <a:cxn ang="0">
                  <a:pos x="608" y="432"/>
                </a:cxn>
                <a:cxn ang="0">
                  <a:pos x="640" y="432"/>
                </a:cxn>
                <a:cxn ang="0">
                  <a:pos x="664" y="456"/>
                </a:cxn>
                <a:cxn ang="0">
                  <a:pos x="688" y="472"/>
                </a:cxn>
                <a:cxn ang="0">
                  <a:pos x="696" y="464"/>
                </a:cxn>
                <a:cxn ang="0">
                  <a:pos x="784" y="272"/>
                </a:cxn>
                <a:cxn ang="0">
                  <a:pos x="600" y="184"/>
                </a:cxn>
                <a:cxn ang="0">
                  <a:pos x="592" y="184"/>
                </a:cxn>
                <a:cxn ang="0">
                  <a:pos x="600" y="160"/>
                </a:cxn>
                <a:cxn ang="0">
                  <a:pos x="616" y="144"/>
                </a:cxn>
                <a:cxn ang="0">
                  <a:pos x="632" y="104"/>
                </a:cxn>
                <a:cxn ang="0">
                  <a:pos x="624" y="72"/>
                </a:cxn>
                <a:cxn ang="0">
                  <a:pos x="608" y="40"/>
                </a:cxn>
                <a:cxn ang="0">
                  <a:pos x="584" y="16"/>
                </a:cxn>
                <a:cxn ang="0">
                  <a:pos x="544" y="0"/>
                </a:cxn>
                <a:cxn ang="0">
                  <a:pos x="512" y="8"/>
                </a:cxn>
                <a:cxn ang="0">
                  <a:pos x="472" y="24"/>
                </a:cxn>
                <a:cxn ang="0">
                  <a:pos x="456" y="56"/>
                </a:cxn>
                <a:cxn ang="0">
                  <a:pos x="448" y="88"/>
                </a:cxn>
                <a:cxn ang="0">
                  <a:pos x="448" y="104"/>
                </a:cxn>
                <a:cxn ang="0">
                  <a:pos x="432" y="112"/>
                </a:cxn>
                <a:cxn ang="0">
                  <a:pos x="240" y="32"/>
                </a:cxn>
                <a:cxn ang="0">
                  <a:pos x="0" y="560"/>
                </a:cxn>
              </a:cxnLst>
              <a:rect l="0" t="0" r="r" b="b"/>
              <a:pathLst>
                <a:path w="785" h="801">
                  <a:moveTo>
                    <a:pt x="0" y="560"/>
                  </a:moveTo>
                  <a:lnTo>
                    <a:pt x="0" y="560"/>
                  </a:lnTo>
                  <a:lnTo>
                    <a:pt x="544" y="800"/>
                  </a:lnTo>
                  <a:lnTo>
                    <a:pt x="624" y="624"/>
                  </a:lnTo>
                  <a:lnTo>
                    <a:pt x="616" y="608"/>
                  </a:lnTo>
                  <a:lnTo>
                    <a:pt x="584" y="608"/>
                  </a:lnTo>
                  <a:lnTo>
                    <a:pt x="552" y="600"/>
                  </a:lnTo>
                  <a:lnTo>
                    <a:pt x="520" y="576"/>
                  </a:lnTo>
                  <a:lnTo>
                    <a:pt x="512" y="544"/>
                  </a:lnTo>
                  <a:lnTo>
                    <a:pt x="512" y="520"/>
                  </a:lnTo>
                  <a:lnTo>
                    <a:pt x="512" y="480"/>
                  </a:lnTo>
                  <a:lnTo>
                    <a:pt x="536" y="448"/>
                  </a:lnTo>
                  <a:lnTo>
                    <a:pt x="568" y="432"/>
                  </a:lnTo>
                  <a:lnTo>
                    <a:pt x="608" y="432"/>
                  </a:lnTo>
                  <a:lnTo>
                    <a:pt x="640" y="432"/>
                  </a:lnTo>
                  <a:lnTo>
                    <a:pt x="664" y="456"/>
                  </a:lnTo>
                  <a:lnTo>
                    <a:pt x="688" y="472"/>
                  </a:lnTo>
                  <a:lnTo>
                    <a:pt x="696" y="464"/>
                  </a:lnTo>
                  <a:lnTo>
                    <a:pt x="784" y="272"/>
                  </a:lnTo>
                  <a:lnTo>
                    <a:pt x="600" y="184"/>
                  </a:lnTo>
                  <a:lnTo>
                    <a:pt x="592" y="184"/>
                  </a:lnTo>
                  <a:lnTo>
                    <a:pt x="600" y="160"/>
                  </a:lnTo>
                  <a:lnTo>
                    <a:pt x="616" y="144"/>
                  </a:lnTo>
                  <a:lnTo>
                    <a:pt x="632" y="104"/>
                  </a:lnTo>
                  <a:lnTo>
                    <a:pt x="624" y="72"/>
                  </a:lnTo>
                  <a:lnTo>
                    <a:pt x="608" y="40"/>
                  </a:lnTo>
                  <a:lnTo>
                    <a:pt x="584" y="16"/>
                  </a:lnTo>
                  <a:lnTo>
                    <a:pt x="544" y="0"/>
                  </a:lnTo>
                  <a:lnTo>
                    <a:pt x="512" y="8"/>
                  </a:lnTo>
                  <a:lnTo>
                    <a:pt x="472" y="24"/>
                  </a:lnTo>
                  <a:lnTo>
                    <a:pt x="456" y="56"/>
                  </a:lnTo>
                  <a:lnTo>
                    <a:pt x="448" y="88"/>
                  </a:lnTo>
                  <a:lnTo>
                    <a:pt x="448" y="104"/>
                  </a:lnTo>
                  <a:lnTo>
                    <a:pt x="432" y="112"/>
                  </a:lnTo>
                  <a:lnTo>
                    <a:pt x="240" y="32"/>
                  </a:lnTo>
                  <a:lnTo>
                    <a:pt x="0" y="560"/>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88" name="Freeform 8"/>
            <p:cNvSpPr/>
            <p:nvPr/>
          </p:nvSpPr>
          <p:spPr bwMode="auto">
            <a:xfrm>
              <a:off x="1788" y="1202"/>
              <a:ext cx="670" cy="622"/>
            </a:xfrm>
            <a:custGeom>
              <a:avLst/>
              <a:gdLst/>
              <a:ahLst/>
              <a:cxnLst>
                <a:cxn ang="0">
                  <a:pos x="432" y="0"/>
                </a:cxn>
                <a:cxn ang="0">
                  <a:pos x="432" y="0"/>
                </a:cxn>
                <a:cxn ang="0">
                  <a:pos x="0" y="400"/>
                </a:cxn>
                <a:cxn ang="0">
                  <a:pos x="136" y="544"/>
                </a:cxn>
                <a:cxn ang="0">
                  <a:pos x="144" y="544"/>
                </a:cxn>
                <a:cxn ang="0">
                  <a:pos x="168" y="520"/>
                </a:cxn>
                <a:cxn ang="0">
                  <a:pos x="192" y="496"/>
                </a:cxn>
                <a:cxn ang="0">
                  <a:pos x="224" y="480"/>
                </a:cxn>
                <a:cxn ang="0">
                  <a:pos x="256" y="480"/>
                </a:cxn>
                <a:cxn ang="0">
                  <a:pos x="280" y="488"/>
                </a:cxn>
                <a:cxn ang="0">
                  <a:pos x="312" y="504"/>
                </a:cxn>
                <a:cxn ang="0">
                  <a:pos x="328" y="536"/>
                </a:cxn>
                <a:cxn ang="0">
                  <a:pos x="336" y="576"/>
                </a:cxn>
                <a:cxn ang="0">
                  <a:pos x="328" y="608"/>
                </a:cxn>
                <a:cxn ang="0">
                  <a:pos x="304" y="632"/>
                </a:cxn>
                <a:cxn ang="0">
                  <a:pos x="280" y="656"/>
                </a:cxn>
                <a:cxn ang="0">
                  <a:pos x="256" y="656"/>
                </a:cxn>
                <a:cxn ang="0">
                  <a:pos x="256" y="680"/>
                </a:cxn>
                <a:cxn ang="0">
                  <a:pos x="400" y="832"/>
                </a:cxn>
                <a:cxn ang="0">
                  <a:pos x="552" y="688"/>
                </a:cxn>
                <a:cxn ang="0">
                  <a:pos x="560" y="680"/>
                </a:cxn>
                <a:cxn ang="0">
                  <a:pos x="576" y="704"/>
                </a:cxn>
                <a:cxn ang="0">
                  <a:pos x="592" y="728"/>
                </a:cxn>
                <a:cxn ang="0">
                  <a:pos x="616" y="752"/>
                </a:cxn>
                <a:cxn ang="0">
                  <a:pos x="648" y="760"/>
                </a:cxn>
                <a:cxn ang="0">
                  <a:pos x="688" y="760"/>
                </a:cxn>
                <a:cxn ang="0">
                  <a:pos x="720" y="744"/>
                </a:cxn>
                <a:cxn ang="0">
                  <a:pos x="744" y="712"/>
                </a:cxn>
                <a:cxn ang="0">
                  <a:pos x="752" y="680"/>
                </a:cxn>
                <a:cxn ang="0">
                  <a:pos x="752" y="640"/>
                </a:cxn>
                <a:cxn ang="0">
                  <a:pos x="736" y="608"/>
                </a:cxn>
                <a:cxn ang="0">
                  <a:pos x="712" y="592"/>
                </a:cxn>
                <a:cxn ang="0">
                  <a:pos x="688" y="584"/>
                </a:cxn>
                <a:cxn ang="0">
                  <a:pos x="688" y="568"/>
                </a:cxn>
                <a:cxn ang="0">
                  <a:pos x="688" y="560"/>
                </a:cxn>
                <a:cxn ang="0">
                  <a:pos x="832" y="432"/>
                </a:cxn>
                <a:cxn ang="0">
                  <a:pos x="432" y="0"/>
                </a:cxn>
              </a:cxnLst>
              <a:rect l="0" t="0" r="r" b="b"/>
              <a:pathLst>
                <a:path w="833" h="833">
                  <a:moveTo>
                    <a:pt x="432" y="0"/>
                  </a:moveTo>
                  <a:lnTo>
                    <a:pt x="432" y="0"/>
                  </a:lnTo>
                  <a:lnTo>
                    <a:pt x="0" y="400"/>
                  </a:lnTo>
                  <a:lnTo>
                    <a:pt x="136" y="544"/>
                  </a:lnTo>
                  <a:lnTo>
                    <a:pt x="144" y="544"/>
                  </a:lnTo>
                  <a:lnTo>
                    <a:pt x="168" y="520"/>
                  </a:lnTo>
                  <a:lnTo>
                    <a:pt x="192" y="496"/>
                  </a:lnTo>
                  <a:lnTo>
                    <a:pt x="224" y="480"/>
                  </a:lnTo>
                  <a:lnTo>
                    <a:pt x="256" y="480"/>
                  </a:lnTo>
                  <a:lnTo>
                    <a:pt x="280" y="488"/>
                  </a:lnTo>
                  <a:lnTo>
                    <a:pt x="312" y="504"/>
                  </a:lnTo>
                  <a:lnTo>
                    <a:pt x="328" y="536"/>
                  </a:lnTo>
                  <a:lnTo>
                    <a:pt x="336" y="576"/>
                  </a:lnTo>
                  <a:lnTo>
                    <a:pt x="328" y="608"/>
                  </a:lnTo>
                  <a:lnTo>
                    <a:pt x="304" y="632"/>
                  </a:lnTo>
                  <a:lnTo>
                    <a:pt x="280" y="656"/>
                  </a:lnTo>
                  <a:lnTo>
                    <a:pt x="256" y="656"/>
                  </a:lnTo>
                  <a:lnTo>
                    <a:pt x="256" y="680"/>
                  </a:lnTo>
                  <a:lnTo>
                    <a:pt x="400" y="832"/>
                  </a:lnTo>
                  <a:lnTo>
                    <a:pt x="552" y="688"/>
                  </a:lnTo>
                  <a:lnTo>
                    <a:pt x="560" y="680"/>
                  </a:lnTo>
                  <a:lnTo>
                    <a:pt x="576" y="704"/>
                  </a:lnTo>
                  <a:lnTo>
                    <a:pt x="592" y="728"/>
                  </a:lnTo>
                  <a:lnTo>
                    <a:pt x="616" y="752"/>
                  </a:lnTo>
                  <a:lnTo>
                    <a:pt x="648" y="760"/>
                  </a:lnTo>
                  <a:lnTo>
                    <a:pt x="688" y="760"/>
                  </a:lnTo>
                  <a:lnTo>
                    <a:pt x="720" y="744"/>
                  </a:lnTo>
                  <a:lnTo>
                    <a:pt x="744" y="712"/>
                  </a:lnTo>
                  <a:lnTo>
                    <a:pt x="752" y="680"/>
                  </a:lnTo>
                  <a:lnTo>
                    <a:pt x="752" y="640"/>
                  </a:lnTo>
                  <a:lnTo>
                    <a:pt x="736" y="608"/>
                  </a:lnTo>
                  <a:lnTo>
                    <a:pt x="712" y="592"/>
                  </a:lnTo>
                  <a:lnTo>
                    <a:pt x="688" y="584"/>
                  </a:lnTo>
                  <a:lnTo>
                    <a:pt x="688" y="568"/>
                  </a:lnTo>
                  <a:lnTo>
                    <a:pt x="688" y="560"/>
                  </a:lnTo>
                  <a:lnTo>
                    <a:pt x="832" y="432"/>
                  </a:lnTo>
                  <a:lnTo>
                    <a:pt x="432" y="0"/>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89" name="Freeform 9"/>
            <p:cNvSpPr/>
            <p:nvPr/>
          </p:nvSpPr>
          <p:spPr bwMode="auto">
            <a:xfrm>
              <a:off x="823" y="1184"/>
              <a:ext cx="523" cy="435"/>
            </a:xfrm>
            <a:custGeom>
              <a:avLst/>
              <a:gdLst/>
              <a:ahLst/>
              <a:cxnLst>
                <a:cxn ang="0">
                  <a:pos x="0" y="512"/>
                </a:cxn>
                <a:cxn ang="0">
                  <a:pos x="0" y="512"/>
                </a:cxn>
                <a:cxn ang="0">
                  <a:pos x="576" y="584"/>
                </a:cxn>
                <a:cxn ang="0">
                  <a:pos x="600" y="384"/>
                </a:cxn>
                <a:cxn ang="0">
                  <a:pos x="592" y="368"/>
                </a:cxn>
                <a:cxn ang="0">
                  <a:pos x="568" y="376"/>
                </a:cxn>
                <a:cxn ang="0">
                  <a:pos x="528" y="376"/>
                </a:cxn>
                <a:cxn ang="0">
                  <a:pos x="496" y="360"/>
                </a:cxn>
                <a:cxn ang="0">
                  <a:pos x="472" y="336"/>
                </a:cxn>
                <a:cxn ang="0">
                  <a:pos x="464" y="312"/>
                </a:cxn>
                <a:cxn ang="0">
                  <a:pos x="464" y="280"/>
                </a:cxn>
                <a:cxn ang="0">
                  <a:pos x="472" y="240"/>
                </a:cxn>
                <a:cxn ang="0">
                  <a:pos x="504" y="208"/>
                </a:cxn>
                <a:cxn ang="0">
                  <a:pos x="528" y="200"/>
                </a:cxn>
                <a:cxn ang="0">
                  <a:pos x="560" y="200"/>
                </a:cxn>
                <a:cxn ang="0">
                  <a:pos x="600" y="208"/>
                </a:cxn>
                <a:cxn ang="0">
                  <a:pos x="624" y="216"/>
                </a:cxn>
                <a:cxn ang="0">
                  <a:pos x="624" y="208"/>
                </a:cxn>
                <a:cxn ang="0">
                  <a:pos x="648" y="0"/>
                </a:cxn>
              </a:cxnLst>
              <a:rect l="0" t="0" r="r" b="b"/>
              <a:pathLst>
                <a:path w="649" h="585">
                  <a:moveTo>
                    <a:pt x="0" y="512"/>
                  </a:moveTo>
                  <a:lnTo>
                    <a:pt x="0" y="512"/>
                  </a:lnTo>
                  <a:lnTo>
                    <a:pt x="576" y="584"/>
                  </a:lnTo>
                  <a:lnTo>
                    <a:pt x="600" y="384"/>
                  </a:lnTo>
                  <a:lnTo>
                    <a:pt x="592" y="368"/>
                  </a:lnTo>
                  <a:lnTo>
                    <a:pt x="568" y="376"/>
                  </a:lnTo>
                  <a:lnTo>
                    <a:pt x="528" y="376"/>
                  </a:lnTo>
                  <a:lnTo>
                    <a:pt x="496" y="360"/>
                  </a:lnTo>
                  <a:lnTo>
                    <a:pt x="472" y="336"/>
                  </a:lnTo>
                  <a:lnTo>
                    <a:pt x="464" y="312"/>
                  </a:lnTo>
                  <a:lnTo>
                    <a:pt x="464" y="280"/>
                  </a:lnTo>
                  <a:lnTo>
                    <a:pt x="472" y="240"/>
                  </a:lnTo>
                  <a:lnTo>
                    <a:pt x="504" y="208"/>
                  </a:lnTo>
                  <a:lnTo>
                    <a:pt x="528" y="200"/>
                  </a:lnTo>
                  <a:lnTo>
                    <a:pt x="560" y="200"/>
                  </a:lnTo>
                  <a:lnTo>
                    <a:pt x="600" y="208"/>
                  </a:lnTo>
                  <a:lnTo>
                    <a:pt x="624" y="216"/>
                  </a:lnTo>
                  <a:lnTo>
                    <a:pt x="624" y="208"/>
                  </a:lnTo>
                  <a:lnTo>
                    <a:pt x="648" y="0"/>
                  </a:lnTo>
                </a:path>
              </a:pathLst>
            </a:custGeom>
            <a:solidFill>
              <a:srgbClr val="00A3F5"/>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90" name="Freeform 10"/>
            <p:cNvSpPr/>
            <p:nvPr/>
          </p:nvSpPr>
          <p:spPr bwMode="auto">
            <a:xfrm>
              <a:off x="817" y="1046"/>
              <a:ext cx="529" cy="523"/>
            </a:xfrm>
            <a:custGeom>
              <a:avLst/>
              <a:gdLst/>
              <a:ahLst/>
              <a:cxnLst>
                <a:cxn ang="0">
                  <a:pos x="656" y="184"/>
                </a:cxn>
                <a:cxn ang="0">
                  <a:pos x="456" y="160"/>
                </a:cxn>
                <a:cxn ang="0">
                  <a:pos x="448" y="160"/>
                </a:cxn>
                <a:cxn ang="0">
                  <a:pos x="456" y="128"/>
                </a:cxn>
                <a:cxn ang="0">
                  <a:pos x="464" y="112"/>
                </a:cxn>
                <a:cxn ang="0">
                  <a:pos x="464" y="72"/>
                </a:cxn>
                <a:cxn ang="0">
                  <a:pos x="448" y="40"/>
                </a:cxn>
                <a:cxn ang="0">
                  <a:pos x="424" y="16"/>
                </a:cxn>
                <a:cxn ang="0">
                  <a:pos x="392" y="0"/>
                </a:cxn>
                <a:cxn ang="0">
                  <a:pos x="352" y="0"/>
                </a:cxn>
                <a:cxn ang="0">
                  <a:pos x="320" y="16"/>
                </a:cxn>
                <a:cxn ang="0">
                  <a:pos x="288" y="40"/>
                </a:cxn>
                <a:cxn ang="0">
                  <a:pos x="280" y="72"/>
                </a:cxn>
                <a:cxn ang="0">
                  <a:pos x="280" y="104"/>
                </a:cxn>
                <a:cxn ang="0">
                  <a:pos x="280" y="136"/>
                </a:cxn>
                <a:cxn ang="0">
                  <a:pos x="272" y="136"/>
                </a:cxn>
                <a:cxn ang="0">
                  <a:pos x="72" y="112"/>
                </a:cxn>
                <a:cxn ang="0">
                  <a:pos x="0" y="696"/>
                </a:cxn>
              </a:cxnLst>
              <a:rect l="0" t="0" r="r" b="b"/>
              <a:pathLst>
                <a:path w="657" h="697">
                  <a:moveTo>
                    <a:pt x="656" y="184"/>
                  </a:moveTo>
                  <a:lnTo>
                    <a:pt x="456" y="160"/>
                  </a:lnTo>
                  <a:lnTo>
                    <a:pt x="448" y="160"/>
                  </a:lnTo>
                  <a:lnTo>
                    <a:pt x="456" y="128"/>
                  </a:lnTo>
                  <a:lnTo>
                    <a:pt x="464" y="112"/>
                  </a:lnTo>
                  <a:lnTo>
                    <a:pt x="464" y="72"/>
                  </a:lnTo>
                  <a:lnTo>
                    <a:pt x="448" y="40"/>
                  </a:lnTo>
                  <a:lnTo>
                    <a:pt x="424" y="16"/>
                  </a:lnTo>
                  <a:lnTo>
                    <a:pt x="392" y="0"/>
                  </a:lnTo>
                  <a:lnTo>
                    <a:pt x="352" y="0"/>
                  </a:lnTo>
                  <a:lnTo>
                    <a:pt x="320" y="16"/>
                  </a:lnTo>
                  <a:lnTo>
                    <a:pt x="288" y="40"/>
                  </a:lnTo>
                  <a:lnTo>
                    <a:pt x="280" y="72"/>
                  </a:lnTo>
                  <a:lnTo>
                    <a:pt x="280" y="104"/>
                  </a:lnTo>
                  <a:lnTo>
                    <a:pt x="280" y="136"/>
                  </a:lnTo>
                  <a:lnTo>
                    <a:pt x="272" y="136"/>
                  </a:lnTo>
                  <a:lnTo>
                    <a:pt x="72" y="112"/>
                  </a:lnTo>
                  <a:lnTo>
                    <a:pt x="0" y="696"/>
                  </a:lnTo>
                </a:path>
              </a:pathLst>
            </a:custGeom>
            <a:solidFill>
              <a:srgbClr val="00A3F5"/>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91" name="Freeform 11"/>
            <p:cNvSpPr/>
            <p:nvPr/>
          </p:nvSpPr>
          <p:spPr bwMode="auto">
            <a:xfrm>
              <a:off x="817" y="1046"/>
              <a:ext cx="529" cy="575"/>
            </a:xfrm>
            <a:custGeom>
              <a:avLst/>
              <a:gdLst/>
              <a:ahLst/>
              <a:cxnLst>
                <a:cxn ang="0">
                  <a:pos x="8" y="696"/>
                </a:cxn>
                <a:cxn ang="0">
                  <a:pos x="584" y="768"/>
                </a:cxn>
                <a:cxn ang="0">
                  <a:pos x="608" y="568"/>
                </a:cxn>
                <a:cxn ang="0">
                  <a:pos x="608" y="560"/>
                </a:cxn>
                <a:cxn ang="0">
                  <a:pos x="592" y="560"/>
                </a:cxn>
                <a:cxn ang="0">
                  <a:pos x="552" y="560"/>
                </a:cxn>
                <a:cxn ang="0">
                  <a:pos x="520" y="552"/>
                </a:cxn>
                <a:cxn ang="0">
                  <a:pos x="504" y="544"/>
                </a:cxn>
                <a:cxn ang="0">
                  <a:pos x="488" y="528"/>
                </a:cxn>
                <a:cxn ang="0">
                  <a:pos x="480" y="512"/>
                </a:cxn>
                <a:cxn ang="0">
                  <a:pos x="472" y="480"/>
                </a:cxn>
                <a:cxn ang="0">
                  <a:pos x="480" y="440"/>
                </a:cxn>
                <a:cxn ang="0">
                  <a:pos x="480" y="424"/>
                </a:cxn>
                <a:cxn ang="0">
                  <a:pos x="496" y="408"/>
                </a:cxn>
                <a:cxn ang="0">
                  <a:pos x="528" y="392"/>
                </a:cxn>
                <a:cxn ang="0">
                  <a:pos x="560" y="384"/>
                </a:cxn>
                <a:cxn ang="0">
                  <a:pos x="584" y="384"/>
                </a:cxn>
                <a:cxn ang="0">
                  <a:pos x="600" y="392"/>
                </a:cxn>
                <a:cxn ang="0">
                  <a:pos x="608" y="400"/>
                </a:cxn>
                <a:cxn ang="0">
                  <a:pos x="632" y="392"/>
                </a:cxn>
                <a:cxn ang="0">
                  <a:pos x="656" y="184"/>
                </a:cxn>
                <a:cxn ang="0">
                  <a:pos x="456" y="160"/>
                </a:cxn>
                <a:cxn ang="0">
                  <a:pos x="448" y="144"/>
                </a:cxn>
                <a:cxn ang="0">
                  <a:pos x="456" y="120"/>
                </a:cxn>
                <a:cxn ang="0">
                  <a:pos x="464" y="88"/>
                </a:cxn>
                <a:cxn ang="0">
                  <a:pos x="456" y="56"/>
                </a:cxn>
                <a:cxn ang="0">
                  <a:pos x="448" y="40"/>
                </a:cxn>
                <a:cxn ang="0">
                  <a:pos x="440" y="24"/>
                </a:cxn>
                <a:cxn ang="0">
                  <a:pos x="408" y="8"/>
                </a:cxn>
                <a:cxn ang="0">
                  <a:pos x="376" y="0"/>
                </a:cxn>
                <a:cxn ang="0">
                  <a:pos x="336" y="8"/>
                </a:cxn>
                <a:cxn ang="0">
                  <a:pos x="304" y="24"/>
                </a:cxn>
                <a:cxn ang="0">
                  <a:pos x="288" y="56"/>
                </a:cxn>
                <a:cxn ang="0">
                  <a:pos x="280" y="88"/>
                </a:cxn>
                <a:cxn ang="0">
                  <a:pos x="288" y="120"/>
                </a:cxn>
                <a:cxn ang="0">
                  <a:pos x="280" y="128"/>
                </a:cxn>
                <a:cxn ang="0">
                  <a:pos x="272" y="136"/>
                </a:cxn>
                <a:cxn ang="0">
                  <a:pos x="72" y="112"/>
                </a:cxn>
                <a:cxn ang="0">
                  <a:pos x="0" y="696"/>
                </a:cxn>
              </a:cxnLst>
              <a:rect l="0" t="0" r="r" b="b"/>
              <a:pathLst>
                <a:path w="657" h="769">
                  <a:moveTo>
                    <a:pt x="8" y="696"/>
                  </a:moveTo>
                  <a:lnTo>
                    <a:pt x="584" y="768"/>
                  </a:lnTo>
                  <a:lnTo>
                    <a:pt x="608" y="568"/>
                  </a:lnTo>
                  <a:lnTo>
                    <a:pt x="608" y="560"/>
                  </a:lnTo>
                  <a:lnTo>
                    <a:pt x="592" y="560"/>
                  </a:lnTo>
                  <a:lnTo>
                    <a:pt x="552" y="560"/>
                  </a:lnTo>
                  <a:lnTo>
                    <a:pt x="520" y="552"/>
                  </a:lnTo>
                  <a:lnTo>
                    <a:pt x="504" y="544"/>
                  </a:lnTo>
                  <a:lnTo>
                    <a:pt x="488" y="528"/>
                  </a:lnTo>
                  <a:lnTo>
                    <a:pt x="480" y="512"/>
                  </a:lnTo>
                  <a:lnTo>
                    <a:pt x="472" y="480"/>
                  </a:lnTo>
                  <a:lnTo>
                    <a:pt x="480" y="440"/>
                  </a:lnTo>
                  <a:lnTo>
                    <a:pt x="480" y="424"/>
                  </a:lnTo>
                  <a:lnTo>
                    <a:pt x="496" y="408"/>
                  </a:lnTo>
                  <a:lnTo>
                    <a:pt x="528" y="392"/>
                  </a:lnTo>
                  <a:lnTo>
                    <a:pt x="560" y="384"/>
                  </a:lnTo>
                  <a:lnTo>
                    <a:pt x="584" y="384"/>
                  </a:lnTo>
                  <a:lnTo>
                    <a:pt x="600" y="392"/>
                  </a:lnTo>
                  <a:lnTo>
                    <a:pt x="608" y="400"/>
                  </a:lnTo>
                  <a:lnTo>
                    <a:pt x="632" y="392"/>
                  </a:lnTo>
                  <a:lnTo>
                    <a:pt x="656" y="184"/>
                  </a:lnTo>
                  <a:lnTo>
                    <a:pt x="456" y="160"/>
                  </a:lnTo>
                  <a:lnTo>
                    <a:pt x="448" y="144"/>
                  </a:lnTo>
                  <a:lnTo>
                    <a:pt x="456" y="120"/>
                  </a:lnTo>
                  <a:lnTo>
                    <a:pt x="464" y="88"/>
                  </a:lnTo>
                  <a:lnTo>
                    <a:pt x="456" y="56"/>
                  </a:lnTo>
                  <a:lnTo>
                    <a:pt x="448" y="40"/>
                  </a:lnTo>
                  <a:lnTo>
                    <a:pt x="440" y="24"/>
                  </a:lnTo>
                  <a:lnTo>
                    <a:pt x="408" y="8"/>
                  </a:lnTo>
                  <a:lnTo>
                    <a:pt x="376" y="0"/>
                  </a:lnTo>
                  <a:lnTo>
                    <a:pt x="336" y="8"/>
                  </a:lnTo>
                  <a:lnTo>
                    <a:pt x="304" y="24"/>
                  </a:lnTo>
                  <a:lnTo>
                    <a:pt x="288" y="56"/>
                  </a:lnTo>
                  <a:lnTo>
                    <a:pt x="280" y="88"/>
                  </a:lnTo>
                  <a:lnTo>
                    <a:pt x="288" y="120"/>
                  </a:lnTo>
                  <a:lnTo>
                    <a:pt x="280" y="128"/>
                  </a:lnTo>
                  <a:lnTo>
                    <a:pt x="272" y="136"/>
                  </a:lnTo>
                  <a:lnTo>
                    <a:pt x="72" y="112"/>
                  </a:lnTo>
                  <a:lnTo>
                    <a:pt x="0" y="696"/>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92" name="Freeform 12"/>
            <p:cNvSpPr/>
            <p:nvPr/>
          </p:nvSpPr>
          <p:spPr bwMode="auto">
            <a:xfrm>
              <a:off x="1294" y="1650"/>
              <a:ext cx="670" cy="623"/>
            </a:xfrm>
            <a:custGeom>
              <a:avLst/>
              <a:gdLst/>
              <a:ahLst/>
              <a:cxnLst>
                <a:cxn ang="0">
                  <a:pos x="400" y="832"/>
                </a:cxn>
                <a:cxn ang="0">
                  <a:pos x="400" y="832"/>
                </a:cxn>
                <a:cxn ang="0">
                  <a:pos x="0" y="400"/>
                </a:cxn>
                <a:cxn ang="0">
                  <a:pos x="152" y="264"/>
                </a:cxn>
                <a:cxn ang="0">
                  <a:pos x="160" y="256"/>
                </a:cxn>
                <a:cxn ang="0">
                  <a:pos x="184" y="288"/>
                </a:cxn>
                <a:cxn ang="0">
                  <a:pos x="200" y="320"/>
                </a:cxn>
                <a:cxn ang="0">
                  <a:pos x="232" y="336"/>
                </a:cxn>
                <a:cxn ang="0">
                  <a:pos x="272" y="336"/>
                </a:cxn>
                <a:cxn ang="0">
                  <a:pos x="288" y="336"/>
                </a:cxn>
                <a:cxn ang="0">
                  <a:pos x="320" y="320"/>
                </a:cxn>
                <a:cxn ang="0">
                  <a:pos x="344" y="280"/>
                </a:cxn>
                <a:cxn ang="0">
                  <a:pos x="352" y="248"/>
                </a:cxn>
                <a:cxn ang="0">
                  <a:pos x="344" y="216"/>
                </a:cxn>
                <a:cxn ang="0">
                  <a:pos x="328" y="184"/>
                </a:cxn>
                <a:cxn ang="0">
                  <a:pos x="296" y="168"/>
                </a:cxn>
                <a:cxn ang="0">
                  <a:pos x="280" y="144"/>
                </a:cxn>
                <a:cxn ang="0">
                  <a:pos x="288" y="144"/>
                </a:cxn>
                <a:cxn ang="0">
                  <a:pos x="440" y="0"/>
                </a:cxn>
                <a:cxn ang="0">
                  <a:pos x="576" y="160"/>
                </a:cxn>
                <a:cxn ang="0">
                  <a:pos x="584" y="160"/>
                </a:cxn>
                <a:cxn ang="0">
                  <a:pos x="608" y="144"/>
                </a:cxn>
                <a:cxn ang="0">
                  <a:pos x="616" y="120"/>
                </a:cxn>
                <a:cxn ang="0">
                  <a:pos x="648" y="96"/>
                </a:cxn>
                <a:cxn ang="0">
                  <a:pos x="680" y="96"/>
                </a:cxn>
                <a:cxn ang="0">
                  <a:pos x="712" y="96"/>
                </a:cxn>
                <a:cxn ang="0">
                  <a:pos x="744" y="112"/>
                </a:cxn>
                <a:cxn ang="0">
                  <a:pos x="768" y="144"/>
                </a:cxn>
                <a:cxn ang="0">
                  <a:pos x="776" y="184"/>
                </a:cxn>
                <a:cxn ang="0">
                  <a:pos x="776" y="224"/>
                </a:cxn>
                <a:cxn ang="0">
                  <a:pos x="752" y="248"/>
                </a:cxn>
                <a:cxn ang="0">
                  <a:pos x="728" y="272"/>
                </a:cxn>
                <a:cxn ang="0">
                  <a:pos x="704" y="272"/>
                </a:cxn>
                <a:cxn ang="0">
                  <a:pos x="704" y="288"/>
                </a:cxn>
                <a:cxn ang="0">
                  <a:pos x="704" y="296"/>
                </a:cxn>
                <a:cxn ang="0">
                  <a:pos x="832" y="432"/>
                </a:cxn>
                <a:cxn ang="0">
                  <a:pos x="400" y="832"/>
                </a:cxn>
              </a:cxnLst>
              <a:rect l="0" t="0" r="r" b="b"/>
              <a:pathLst>
                <a:path w="833" h="833">
                  <a:moveTo>
                    <a:pt x="400" y="832"/>
                  </a:moveTo>
                  <a:lnTo>
                    <a:pt x="400" y="832"/>
                  </a:lnTo>
                  <a:lnTo>
                    <a:pt x="0" y="400"/>
                  </a:lnTo>
                  <a:lnTo>
                    <a:pt x="152" y="264"/>
                  </a:lnTo>
                  <a:lnTo>
                    <a:pt x="160" y="256"/>
                  </a:lnTo>
                  <a:lnTo>
                    <a:pt x="184" y="288"/>
                  </a:lnTo>
                  <a:lnTo>
                    <a:pt x="200" y="320"/>
                  </a:lnTo>
                  <a:lnTo>
                    <a:pt x="232" y="336"/>
                  </a:lnTo>
                  <a:lnTo>
                    <a:pt x="272" y="336"/>
                  </a:lnTo>
                  <a:lnTo>
                    <a:pt x="288" y="336"/>
                  </a:lnTo>
                  <a:lnTo>
                    <a:pt x="320" y="320"/>
                  </a:lnTo>
                  <a:lnTo>
                    <a:pt x="344" y="280"/>
                  </a:lnTo>
                  <a:lnTo>
                    <a:pt x="352" y="248"/>
                  </a:lnTo>
                  <a:lnTo>
                    <a:pt x="344" y="216"/>
                  </a:lnTo>
                  <a:lnTo>
                    <a:pt x="328" y="184"/>
                  </a:lnTo>
                  <a:lnTo>
                    <a:pt x="296" y="168"/>
                  </a:lnTo>
                  <a:lnTo>
                    <a:pt x="280" y="144"/>
                  </a:lnTo>
                  <a:lnTo>
                    <a:pt x="288" y="144"/>
                  </a:lnTo>
                  <a:lnTo>
                    <a:pt x="440" y="0"/>
                  </a:lnTo>
                  <a:lnTo>
                    <a:pt x="576" y="160"/>
                  </a:lnTo>
                  <a:lnTo>
                    <a:pt x="584" y="160"/>
                  </a:lnTo>
                  <a:lnTo>
                    <a:pt x="608" y="144"/>
                  </a:lnTo>
                  <a:lnTo>
                    <a:pt x="616" y="120"/>
                  </a:lnTo>
                  <a:lnTo>
                    <a:pt x="648" y="96"/>
                  </a:lnTo>
                  <a:lnTo>
                    <a:pt x="680" y="96"/>
                  </a:lnTo>
                  <a:lnTo>
                    <a:pt x="712" y="96"/>
                  </a:lnTo>
                  <a:lnTo>
                    <a:pt x="744" y="112"/>
                  </a:lnTo>
                  <a:lnTo>
                    <a:pt x="768" y="144"/>
                  </a:lnTo>
                  <a:lnTo>
                    <a:pt x="776" y="184"/>
                  </a:lnTo>
                  <a:lnTo>
                    <a:pt x="776" y="224"/>
                  </a:lnTo>
                  <a:lnTo>
                    <a:pt x="752" y="248"/>
                  </a:lnTo>
                  <a:lnTo>
                    <a:pt x="728" y="272"/>
                  </a:lnTo>
                  <a:lnTo>
                    <a:pt x="704" y="272"/>
                  </a:lnTo>
                  <a:lnTo>
                    <a:pt x="704" y="288"/>
                  </a:lnTo>
                  <a:lnTo>
                    <a:pt x="704" y="296"/>
                  </a:lnTo>
                  <a:lnTo>
                    <a:pt x="832" y="432"/>
                  </a:lnTo>
                  <a:lnTo>
                    <a:pt x="400" y="832"/>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grpSp>
      <p:grpSp>
        <p:nvGrpSpPr>
          <p:cNvPr id="312326" name="Group 13"/>
          <p:cNvGrpSpPr/>
          <p:nvPr/>
        </p:nvGrpSpPr>
        <p:grpSpPr bwMode="auto">
          <a:xfrm>
            <a:off x="8160802" y="344373"/>
            <a:ext cx="2440285" cy="2245925"/>
            <a:chOff x="3408" y="623"/>
            <a:chExt cx="1449" cy="1415"/>
          </a:xfrm>
        </p:grpSpPr>
        <p:sp>
          <p:nvSpPr>
            <p:cNvPr id="3" name="Rectangle 14"/>
            <p:cNvSpPr>
              <a:spLocks noChangeArrowheads="1"/>
            </p:cNvSpPr>
            <p:nvPr/>
          </p:nvSpPr>
          <p:spPr bwMode="auto">
            <a:xfrm>
              <a:off x="3408" y="623"/>
              <a:ext cx="485" cy="477"/>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1" name="Rectangle 15"/>
            <p:cNvSpPr>
              <a:spLocks noChangeArrowheads="1"/>
            </p:cNvSpPr>
            <p:nvPr/>
          </p:nvSpPr>
          <p:spPr bwMode="auto">
            <a:xfrm>
              <a:off x="3890" y="623"/>
              <a:ext cx="485" cy="477"/>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2" name="Rectangle 16"/>
            <p:cNvSpPr>
              <a:spLocks noChangeArrowheads="1"/>
            </p:cNvSpPr>
            <p:nvPr/>
          </p:nvSpPr>
          <p:spPr bwMode="auto">
            <a:xfrm>
              <a:off x="4371" y="623"/>
              <a:ext cx="486" cy="477"/>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3" name="Rectangle 17"/>
            <p:cNvSpPr>
              <a:spLocks noChangeArrowheads="1"/>
            </p:cNvSpPr>
            <p:nvPr/>
          </p:nvSpPr>
          <p:spPr bwMode="auto">
            <a:xfrm>
              <a:off x="3408" y="1102"/>
              <a:ext cx="485" cy="476"/>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4" name="Rectangle 18"/>
            <p:cNvSpPr>
              <a:spLocks noChangeArrowheads="1"/>
            </p:cNvSpPr>
            <p:nvPr/>
          </p:nvSpPr>
          <p:spPr bwMode="auto">
            <a:xfrm>
              <a:off x="3890" y="1102"/>
              <a:ext cx="485" cy="476"/>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5" name="Rectangle 19"/>
            <p:cNvSpPr>
              <a:spLocks noChangeArrowheads="1"/>
            </p:cNvSpPr>
            <p:nvPr/>
          </p:nvSpPr>
          <p:spPr bwMode="auto">
            <a:xfrm>
              <a:off x="4371" y="1102"/>
              <a:ext cx="486" cy="476"/>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6" name="Rectangle 20"/>
            <p:cNvSpPr>
              <a:spLocks noChangeArrowheads="1"/>
            </p:cNvSpPr>
            <p:nvPr/>
          </p:nvSpPr>
          <p:spPr bwMode="auto">
            <a:xfrm>
              <a:off x="3408" y="1561"/>
              <a:ext cx="485" cy="477"/>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7" name="Rectangle 21"/>
            <p:cNvSpPr>
              <a:spLocks noChangeArrowheads="1"/>
            </p:cNvSpPr>
            <p:nvPr/>
          </p:nvSpPr>
          <p:spPr bwMode="auto">
            <a:xfrm>
              <a:off x="3890" y="1561"/>
              <a:ext cx="485" cy="477"/>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8" name="Rectangle 22"/>
            <p:cNvSpPr>
              <a:spLocks noChangeArrowheads="1"/>
            </p:cNvSpPr>
            <p:nvPr/>
          </p:nvSpPr>
          <p:spPr bwMode="auto">
            <a:xfrm>
              <a:off x="4371" y="1561"/>
              <a:ext cx="486" cy="477"/>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9" name="Arc 23"/>
            <p:cNvSpPr/>
            <p:nvPr/>
          </p:nvSpPr>
          <p:spPr bwMode="auto">
            <a:xfrm>
              <a:off x="3880" y="783"/>
              <a:ext cx="82" cy="141"/>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0" name="Arc 24"/>
            <p:cNvSpPr/>
            <p:nvPr/>
          </p:nvSpPr>
          <p:spPr bwMode="auto">
            <a:xfrm>
              <a:off x="4363" y="1275"/>
              <a:ext cx="82" cy="141"/>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1" name="Arc 25"/>
            <p:cNvSpPr/>
            <p:nvPr/>
          </p:nvSpPr>
          <p:spPr bwMode="auto">
            <a:xfrm rot="10800000">
              <a:off x="3818" y="1745"/>
              <a:ext cx="82" cy="142"/>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2" name="Arc 26"/>
            <p:cNvSpPr/>
            <p:nvPr/>
          </p:nvSpPr>
          <p:spPr bwMode="auto">
            <a:xfrm rot="-5400000">
              <a:off x="4596" y="997"/>
              <a:ext cx="80" cy="144"/>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3" name="Arc 27"/>
            <p:cNvSpPr/>
            <p:nvPr/>
          </p:nvSpPr>
          <p:spPr bwMode="auto">
            <a:xfrm rot="5400000">
              <a:off x="4595" y="1522"/>
              <a:ext cx="83" cy="144"/>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4" name="Arc 28"/>
            <p:cNvSpPr/>
            <p:nvPr/>
          </p:nvSpPr>
          <p:spPr bwMode="auto">
            <a:xfrm rot="5400000">
              <a:off x="3616" y="1062"/>
              <a:ext cx="80" cy="144"/>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5" name="Arc 29"/>
            <p:cNvSpPr/>
            <p:nvPr/>
          </p:nvSpPr>
          <p:spPr bwMode="auto">
            <a:xfrm rot="-5400000">
              <a:off x="4095" y="998"/>
              <a:ext cx="80" cy="145"/>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6" name="Arc 30"/>
            <p:cNvSpPr/>
            <p:nvPr/>
          </p:nvSpPr>
          <p:spPr bwMode="auto">
            <a:xfrm rot="10800000">
              <a:off x="4298" y="790"/>
              <a:ext cx="81" cy="141"/>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7" name="Arc 31"/>
            <p:cNvSpPr/>
            <p:nvPr/>
          </p:nvSpPr>
          <p:spPr bwMode="auto">
            <a:xfrm rot="5400000">
              <a:off x="4079" y="1523"/>
              <a:ext cx="83" cy="144"/>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8" name="Arc 32"/>
            <p:cNvSpPr/>
            <p:nvPr/>
          </p:nvSpPr>
          <p:spPr bwMode="auto">
            <a:xfrm>
              <a:off x="4363" y="1731"/>
              <a:ext cx="82" cy="141"/>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9" name="Arc 33"/>
            <p:cNvSpPr/>
            <p:nvPr/>
          </p:nvSpPr>
          <p:spPr bwMode="auto">
            <a:xfrm rot="-5400000">
              <a:off x="3595" y="1456"/>
              <a:ext cx="80" cy="145"/>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grpSp>
      <p:sp>
        <p:nvSpPr>
          <p:cNvPr id="312327" name="AutoShape 34"/>
          <p:cNvSpPr>
            <a:spLocks noChangeAspect="1" noChangeArrowheads="1" noTextEdit="1"/>
          </p:cNvSpPr>
          <p:nvPr/>
        </p:nvSpPr>
        <p:spPr bwMode="auto">
          <a:xfrm>
            <a:off x="6704271" y="4273527"/>
            <a:ext cx="3891497" cy="1979581"/>
          </a:xfrm>
          <a:prstGeom prst="rect">
            <a:avLst/>
          </a:prstGeom>
          <a:noFill/>
          <a:ln w="9525">
            <a:noFill/>
            <a:miter lim="800000"/>
          </a:ln>
        </p:spPr>
        <p:txBody>
          <a:bodyPr lIns="82897" tIns="41448" rIns="82897" bIns="41448"/>
          <a:lstStyle/>
          <a:p>
            <a:endParaRPr lang="en-GB" sz="1815"/>
          </a:p>
        </p:txBody>
      </p:sp>
      <p:sp>
        <p:nvSpPr>
          <p:cNvPr id="312328" name="Freeform 35"/>
          <p:cNvSpPr/>
          <p:nvPr/>
        </p:nvSpPr>
        <p:spPr bwMode="auto">
          <a:xfrm>
            <a:off x="7799878" y="4283604"/>
            <a:ext cx="1600941" cy="656502"/>
          </a:xfrm>
          <a:custGeom>
            <a:avLst/>
            <a:gdLst>
              <a:gd name="T0" fmla="*/ 2147483647 w 951"/>
              <a:gd name="T1" fmla="*/ 0 h 414"/>
              <a:gd name="T2" fmla="*/ 2147483647 w 951"/>
              <a:gd name="T3" fmla="*/ 2147483647 h 414"/>
              <a:gd name="T4" fmla="*/ 2147483647 w 951"/>
              <a:gd name="T5" fmla="*/ 2147483647 h 414"/>
              <a:gd name="T6" fmla="*/ 2147483647 w 951"/>
              <a:gd name="T7" fmla="*/ 2147483647 h 414"/>
              <a:gd name="T8" fmla="*/ 2147483647 w 951"/>
              <a:gd name="T9" fmla="*/ 2147483647 h 414"/>
              <a:gd name="T10" fmla="*/ 2147483647 w 951"/>
              <a:gd name="T11" fmla="*/ 2147483647 h 414"/>
              <a:gd name="T12" fmla="*/ 2147483647 w 951"/>
              <a:gd name="T13" fmla="*/ 2147483647 h 414"/>
              <a:gd name="T14" fmla="*/ 2147483647 w 951"/>
              <a:gd name="T15" fmla="*/ 2147483647 h 414"/>
              <a:gd name="T16" fmla="*/ 2147483647 w 951"/>
              <a:gd name="T17" fmla="*/ 2147483647 h 414"/>
              <a:gd name="T18" fmla="*/ 2147483647 w 951"/>
              <a:gd name="T19" fmla="*/ 2147483647 h 414"/>
              <a:gd name="T20" fmla="*/ 2147483647 w 951"/>
              <a:gd name="T21" fmla="*/ 2147483647 h 414"/>
              <a:gd name="T22" fmla="*/ 2147483647 w 951"/>
              <a:gd name="T23" fmla="*/ 2147483647 h 414"/>
              <a:gd name="T24" fmla="*/ 2147483647 w 951"/>
              <a:gd name="T25" fmla="*/ 2147483647 h 414"/>
              <a:gd name="T26" fmla="*/ 2147483647 w 951"/>
              <a:gd name="T27" fmla="*/ 2147483647 h 414"/>
              <a:gd name="T28" fmla="*/ 0 w 951"/>
              <a:gd name="T29" fmla="*/ 2147483647 h 414"/>
              <a:gd name="T30" fmla="*/ 2147483647 w 951"/>
              <a:gd name="T31" fmla="*/ 2147483647 h 414"/>
              <a:gd name="T32" fmla="*/ 2147483647 w 951"/>
              <a:gd name="T33" fmla="*/ 2147483647 h 414"/>
              <a:gd name="T34" fmla="*/ 2147483647 w 951"/>
              <a:gd name="T35" fmla="*/ 2147483647 h 414"/>
              <a:gd name="T36" fmla="*/ 2147483647 w 951"/>
              <a:gd name="T37" fmla="*/ 2147483647 h 414"/>
              <a:gd name="T38" fmla="*/ 2147483647 w 951"/>
              <a:gd name="T39" fmla="*/ 2147483647 h 414"/>
              <a:gd name="T40" fmla="*/ 2147483647 w 951"/>
              <a:gd name="T41" fmla="*/ 2147483647 h 414"/>
              <a:gd name="T42" fmla="*/ 2147483647 w 951"/>
              <a:gd name="T43" fmla="*/ 2147483647 h 414"/>
              <a:gd name="T44" fmla="*/ 2147483647 w 951"/>
              <a:gd name="T45" fmla="*/ 2147483647 h 414"/>
              <a:gd name="T46" fmla="*/ 2147483647 w 951"/>
              <a:gd name="T47" fmla="*/ 2147483647 h 414"/>
              <a:gd name="T48" fmla="*/ 2147483647 w 951"/>
              <a:gd name="T49" fmla="*/ 2147483647 h 414"/>
              <a:gd name="T50" fmla="*/ 2147483647 w 951"/>
              <a:gd name="T51" fmla="*/ 2147483647 h 414"/>
              <a:gd name="T52" fmla="*/ 2147483647 w 951"/>
              <a:gd name="T53" fmla="*/ 2147483647 h 414"/>
              <a:gd name="T54" fmla="*/ 2147483647 w 951"/>
              <a:gd name="T55" fmla="*/ 2147483647 h 414"/>
              <a:gd name="T56" fmla="*/ 2147483647 w 951"/>
              <a:gd name="T57" fmla="*/ 2147483647 h 414"/>
              <a:gd name="T58" fmla="*/ 2147483647 w 951"/>
              <a:gd name="T59" fmla="*/ 2147483647 h 414"/>
              <a:gd name="T60" fmla="*/ 2147483647 w 951"/>
              <a:gd name="T61" fmla="*/ 2147483647 h 414"/>
              <a:gd name="T62" fmla="*/ 2147483647 w 951"/>
              <a:gd name="T63" fmla="*/ 2147483647 h 414"/>
              <a:gd name="T64" fmla="*/ 2147483647 w 951"/>
              <a:gd name="T65" fmla="*/ 2147483647 h 414"/>
              <a:gd name="T66" fmla="*/ 2147483647 w 951"/>
              <a:gd name="T67" fmla="*/ 2147483647 h 414"/>
              <a:gd name="T68" fmla="*/ 2147483647 w 951"/>
              <a:gd name="T69" fmla="*/ 2147483647 h 414"/>
              <a:gd name="T70" fmla="*/ 2147483647 w 951"/>
              <a:gd name="T71" fmla="*/ 2147483647 h 414"/>
              <a:gd name="T72" fmla="*/ 2147483647 w 951"/>
              <a:gd name="T73" fmla="*/ 2147483647 h 414"/>
              <a:gd name="T74" fmla="*/ 2147483647 w 951"/>
              <a:gd name="T75" fmla="*/ 2147483647 h 414"/>
              <a:gd name="T76" fmla="*/ 2147483647 w 951"/>
              <a:gd name="T77" fmla="*/ 2147483647 h 414"/>
              <a:gd name="T78" fmla="*/ 2147483647 w 951"/>
              <a:gd name="T79" fmla="*/ 2147483647 h 414"/>
              <a:gd name="T80" fmla="*/ 2147483647 w 951"/>
              <a:gd name="T81" fmla="*/ 2147483647 h 414"/>
              <a:gd name="T82" fmla="*/ 2147483647 w 951"/>
              <a:gd name="T83" fmla="*/ 2147483647 h 414"/>
              <a:gd name="T84" fmla="*/ 2147483647 w 951"/>
              <a:gd name="T85" fmla="*/ 2147483647 h 414"/>
              <a:gd name="T86" fmla="*/ 2147483647 w 951"/>
              <a:gd name="T87" fmla="*/ 2147483647 h 414"/>
              <a:gd name="T88" fmla="*/ 2147483647 w 951"/>
              <a:gd name="T89" fmla="*/ 2147483647 h 414"/>
              <a:gd name="T90" fmla="*/ 2147483647 w 951"/>
              <a:gd name="T91" fmla="*/ 2147483647 h 414"/>
              <a:gd name="T92" fmla="*/ 2147483647 w 951"/>
              <a:gd name="T93" fmla="*/ 2147483647 h 414"/>
              <a:gd name="T94" fmla="*/ 2147483647 w 951"/>
              <a:gd name="T95" fmla="*/ 2147483647 h 414"/>
              <a:gd name="T96" fmla="*/ 2147483647 w 951"/>
              <a:gd name="T97" fmla="*/ 2147483647 h 414"/>
              <a:gd name="T98" fmla="*/ 2147483647 w 951"/>
              <a:gd name="T99" fmla="*/ 2147483647 h 414"/>
              <a:gd name="T100" fmla="*/ 2147483647 w 951"/>
              <a:gd name="T101" fmla="*/ 2147483647 h 414"/>
              <a:gd name="T102" fmla="*/ 2147483647 w 951"/>
              <a:gd name="T103" fmla="*/ 2147483647 h 414"/>
              <a:gd name="T104" fmla="*/ 2147483647 w 951"/>
              <a:gd name="T105" fmla="*/ 2147483647 h 414"/>
              <a:gd name="T106" fmla="*/ 2147483647 w 951"/>
              <a:gd name="T107" fmla="*/ 2147483647 h 414"/>
              <a:gd name="T108" fmla="*/ 2147483647 w 951"/>
              <a:gd name="T109" fmla="*/ 2147483647 h 414"/>
              <a:gd name="T110" fmla="*/ 2147483647 w 951"/>
              <a:gd name="T111" fmla="*/ 2147483647 h 414"/>
              <a:gd name="T112" fmla="*/ 2147483647 w 951"/>
              <a:gd name="T113" fmla="*/ 2147483647 h 414"/>
              <a:gd name="T114" fmla="*/ 2147483647 w 951"/>
              <a:gd name="T115" fmla="*/ 2147483647 h 414"/>
              <a:gd name="T116" fmla="*/ 2147483647 w 951"/>
              <a:gd name="T117" fmla="*/ 2147483647 h 414"/>
              <a:gd name="T118" fmla="*/ 2147483647 w 951"/>
              <a:gd name="T119" fmla="*/ 2147483647 h 414"/>
              <a:gd name="T120" fmla="*/ 2147483647 w 951"/>
              <a:gd name="T121" fmla="*/ 2147483647 h 414"/>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951"/>
              <a:gd name="T184" fmla="*/ 0 h 414"/>
              <a:gd name="T185" fmla="*/ 951 w 951"/>
              <a:gd name="T186" fmla="*/ 414 h 414"/>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951" h="414">
                <a:moveTo>
                  <a:pt x="798" y="13"/>
                </a:moveTo>
                <a:lnTo>
                  <a:pt x="805" y="0"/>
                </a:lnTo>
                <a:lnTo>
                  <a:pt x="173" y="0"/>
                </a:lnTo>
                <a:lnTo>
                  <a:pt x="166" y="7"/>
                </a:lnTo>
                <a:lnTo>
                  <a:pt x="160" y="13"/>
                </a:lnTo>
                <a:lnTo>
                  <a:pt x="160" y="25"/>
                </a:lnTo>
                <a:lnTo>
                  <a:pt x="166" y="32"/>
                </a:lnTo>
                <a:lnTo>
                  <a:pt x="173" y="44"/>
                </a:lnTo>
                <a:lnTo>
                  <a:pt x="179" y="50"/>
                </a:lnTo>
                <a:lnTo>
                  <a:pt x="179" y="57"/>
                </a:lnTo>
                <a:lnTo>
                  <a:pt x="185" y="69"/>
                </a:lnTo>
                <a:lnTo>
                  <a:pt x="192" y="75"/>
                </a:lnTo>
                <a:lnTo>
                  <a:pt x="198" y="82"/>
                </a:lnTo>
                <a:lnTo>
                  <a:pt x="198" y="94"/>
                </a:lnTo>
                <a:lnTo>
                  <a:pt x="198" y="101"/>
                </a:lnTo>
                <a:lnTo>
                  <a:pt x="198" y="107"/>
                </a:lnTo>
                <a:lnTo>
                  <a:pt x="198" y="119"/>
                </a:lnTo>
                <a:lnTo>
                  <a:pt x="198" y="126"/>
                </a:lnTo>
                <a:lnTo>
                  <a:pt x="192" y="132"/>
                </a:lnTo>
                <a:lnTo>
                  <a:pt x="192" y="138"/>
                </a:lnTo>
                <a:lnTo>
                  <a:pt x="185" y="144"/>
                </a:lnTo>
                <a:lnTo>
                  <a:pt x="179" y="151"/>
                </a:lnTo>
                <a:lnTo>
                  <a:pt x="173" y="151"/>
                </a:lnTo>
                <a:lnTo>
                  <a:pt x="160" y="157"/>
                </a:lnTo>
                <a:lnTo>
                  <a:pt x="153" y="157"/>
                </a:lnTo>
                <a:lnTo>
                  <a:pt x="141" y="151"/>
                </a:lnTo>
                <a:lnTo>
                  <a:pt x="134" y="144"/>
                </a:lnTo>
                <a:lnTo>
                  <a:pt x="121" y="144"/>
                </a:lnTo>
                <a:lnTo>
                  <a:pt x="109" y="138"/>
                </a:lnTo>
                <a:lnTo>
                  <a:pt x="102" y="132"/>
                </a:lnTo>
                <a:lnTo>
                  <a:pt x="96" y="126"/>
                </a:lnTo>
                <a:lnTo>
                  <a:pt x="90" y="119"/>
                </a:lnTo>
                <a:lnTo>
                  <a:pt x="77" y="119"/>
                </a:lnTo>
                <a:lnTo>
                  <a:pt x="70" y="113"/>
                </a:lnTo>
                <a:lnTo>
                  <a:pt x="64" y="113"/>
                </a:lnTo>
                <a:lnTo>
                  <a:pt x="51" y="113"/>
                </a:lnTo>
                <a:lnTo>
                  <a:pt x="45" y="119"/>
                </a:lnTo>
                <a:lnTo>
                  <a:pt x="38" y="126"/>
                </a:lnTo>
                <a:lnTo>
                  <a:pt x="26" y="132"/>
                </a:lnTo>
                <a:lnTo>
                  <a:pt x="19" y="138"/>
                </a:lnTo>
                <a:lnTo>
                  <a:pt x="13" y="144"/>
                </a:lnTo>
                <a:lnTo>
                  <a:pt x="7" y="157"/>
                </a:lnTo>
                <a:lnTo>
                  <a:pt x="7" y="169"/>
                </a:lnTo>
                <a:lnTo>
                  <a:pt x="0" y="176"/>
                </a:lnTo>
                <a:lnTo>
                  <a:pt x="0" y="188"/>
                </a:lnTo>
                <a:lnTo>
                  <a:pt x="0" y="201"/>
                </a:lnTo>
                <a:lnTo>
                  <a:pt x="7" y="213"/>
                </a:lnTo>
                <a:lnTo>
                  <a:pt x="13" y="220"/>
                </a:lnTo>
                <a:lnTo>
                  <a:pt x="13" y="232"/>
                </a:lnTo>
                <a:lnTo>
                  <a:pt x="19" y="238"/>
                </a:lnTo>
                <a:lnTo>
                  <a:pt x="32" y="245"/>
                </a:lnTo>
                <a:lnTo>
                  <a:pt x="38" y="251"/>
                </a:lnTo>
                <a:lnTo>
                  <a:pt x="51" y="257"/>
                </a:lnTo>
                <a:lnTo>
                  <a:pt x="64" y="263"/>
                </a:lnTo>
                <a:lnTo>
                  <a:pt x="77" y="263"/>
                </a:lnTo>
                <a:lnTo>
                  <a:pt x="96" y="270"/>
                </a:lnTo>
                <a:lnTo>
                  <a:pt x="115" y="270"/>
                </a:lnTo>
                <a:lnTo>
                  <a:pt x="128" y="263"/>
                </a:lnTo>
                <a:lnTo>
                  <a:pt x="141" y="263"/>
                </a:lnTo>
                <a:lnTo>
                  <a:pt x="153" y="270"/>
                </a:lnTo>
                <a:lnTo>
                  <a:pt x="160" y="270"/>
                </a:lnTo>
                <a:lnTo>
                  <a:pt x="173" y="282"/>
                </a:lnTo>
                <a:lnTo>
                  <a:pt x="173" y="289"/>
                </a:lnTo>
                <a:lnTo>
                  <a:pt x="179" y="301"/>
                </a:lnTo>
                <a:lnTo>
                  <a:pt x="173" y="307"/>
                </a:lnTo>
                <a:lnTo>
                  <a:pt x="173" y="320"/>
                </a:lnTo>
                <a:lnTo>
                  <a:pt x="166" y="332"/>
                </a:lnTo>
                <a:lnTo>
                  <a:pt x="160" y="345"/>
                </a:lnTo>
                <a:lnTo>
                  <a:pt x="153" y="357"/>
                </a:lnTo>
                <a:lnTo>
                  <a:pt x="147" y="364"/>
                </a:lnTo>
                <a:lnTo>
                  <a:pt x="141" y="383"/>
                </a:lnTo>
                <a:lnTo>
                  <a:pt x="147" y="383"/>
                </a:lnTo>
                <a:lnTo>
                  <a:pt x="166" y="383"/>
                </a:lnTo>
                <a:lnTo>
                  <a:pt x="179" y="389"/>
                </a:lnTo>
                <a:lnTo>
                  <a:pt x="192" y="389"/>
                </a:lnTo>
                <a:lnTo>
                  <a:pt x="211" y="389"/>
                </a:lnTo>
                <a:lnTo>
                  <a:pt x="230" y="395"/>
                </a:lnTo>
                <a:lnTo>
                  <a:pt x="243" y="395"/>
                </a:lnTo>
                <a:lnTo>
                  <a:pt x="268" y="395"/>
                </a:lnTo>
                <a:lnTo>
                  <a:pt x="307" y="395"/>
                </a:lnTo>
                <a:lnTo>
                  <a:pt x="319" y="395"/>
                </a:lnTo>
                <a:lnTo>
                  <a:pt x="332" y="395"/>
                </a:lnTo>
                <a:lnTo>
                  <a:pt x="345" y="389"/>
                </a:lnTo>
                <a:lnTo>
                  <a:pt x="358" y="389"/>
                </a:lnTo>
                <a:lnTo>
                  <a:pt x="370" y="383"/>
                </a:lnTo>
                <a:lnTo>
                  <a:pt x="377" y="376"/>
                </a:lnTo>
                <a:lnTo>
                  <a:pt x="383" y="370"/>
                </a:lnTo>
                <a:lnTo>
                  <a:pt x="383" y="364"/>
                </a:lnTo>
                <a:lnTo>
                  <a:pt x="383" y="357"/>
                </a:lnTo>
                <a:lnTo>
                  <a:pt x="383" y="345"/>
                </a:lnTo>
                <a:lnTo>
                  <a:pt x="377" y="332"/>
                </a:lnTo>
                <a:lnTo>
                  <a:pt x="377" y="326"/>
                </a:lnTo>
                <a:lnTo>
                  <a:pt x="377" y="314"/>
                </a:lnTo>
                <a:lnTo>
                  <a:pt x="377" y="307"/>
                </a:lnTo>
                <a:lnTo>
                  <a:pt x="390" y="301"/>
                </a:lnTo>
                <a:lnTo>
                  <a:pt x="396" y="295"/>
                </a:lnTo>
                <a:lnTo>
                  <a:pt x="409" y="289"/>
                </a:lnTo>
                <a:lnTo>
                  <a:pt x="422" y="282"/>
                </a:lnTo>
                <a:lnTo>
                  <a:pt x="434" y="282"/>
                </a:lnTo>
                <a:lnTo>
                  <a:pt x="453" y="276"/>
                </a:lnTo>
                <a:lnTo>
                  <a:pt x="466" y="276"/>
                </a:lnTo>
                <a:lnTo>
                  <a:pt x="479" y="276"/>
                </a:lnTo>
                <a:lnTo>
                  <a:pt x="492" y="276"/>
                </a:lnTo>
                <a:lnTo>
                  <a:pt x="505" y="282"/>
                </a:lnTo>
                <a:lnTo>
                  <a:pt x="517" y="282"/>
                </a:lnTo>
                <a:lnTo>
                  <a:pt x="530" y="289"/>
                </a:lnTo>
                <a:lnTo>
                  <a:pt x="543" y="295"/>
                </a:lnTo>
                <a:lnTo>
                  <a:pt x="549" y="307"/>
                </a:lnTo>
                <a:lnTo>
                  <a:pt x="556" y="314"/>
                </a:lnTo>
                <a:lnTo>
                  <a:pt x="556" y="320"/>
                </a:lnTo>
                <a:lnTo>
                  <a:pt x="556" y="332"/>
                </a:lnTo>
                <a:lnTo>
                  <a:pt x="549" y="339"/>
                </a:lnTo>
                <a:lnTo>
                  <a:pt x="543" y="351"/>
                </a:lnTo>
                <a:lnTo>
                  <a:pt x="536" y="357"/>
                </a:lnTo>
                <a:lnTo>
                  <a:pt x="536" y="370"/>
                </a:lnTo>
                <a:lnTo>
                  <a:pt x="536" y="383"/>
                </a:lnTo>
                <a:lnTo>
                  <a:pt x="536" y="389"/>
                </a:lnTo>
                <a:lnTo>
                  <a:pt x="543" y="395"/>
                </a:lnTo>
                <a:lnTo>
                  <a:pt x="556" y="401"/>
                </a:lnTo>
                <a:lnTo>
                  <a:pt x="562" y="408"/>
                </a:lnTo>
                <a:lnTo>
                  <a:pt x="575" y="408"/>
                </a:lnTo>
                <a:lnTo>
                  <a:pt x="587" y="408"/>
                </a:lnTo>
                <a:lnTo>
                  <a:pt x="607" y="414"/>
                </a:lnTo>
                <a:lnTo>
                  <a:pt x="626" y="414"/>
                </a:lnTo>
                <a:lnTo>
                  <a:pt x="639" y="408"/>
                </a:lnTo>
                <a:lnTo>
                  <a:pt x="664" y="408"/>
                </a:lnTo>
                <a:lnTo>
                  <a:pt x="683" y="401"/>
                </a:lnTo>
                <a:lnTo>
                  <a:pt x="702" y="401"/>
                </a:lnTo>
                <a:lnTo>
                  <a:pt x="722" y="395"/>
                </a:lnTo>
                <a:lnTo>
                  <a:pt x="747" y="395"/>
                </a:lnTo>
                <a:lnTo>
                  <a:pt x="773" y="389"/>
                </a:lnTo>
                <a:lnTo>
                  <a:pt x="811" y="383"/>
                </a:lnTo>
                <a:lnTo>
                  <a:pt x="805" y="370"/>
                </a:lnTo>
                <a:lnTo>
                  <a:pt x="798" y="364"/>
                </a:lnTo>
                <a:lnTo>
                  <a:pt x="798" y="351"/>
                </a:lnTo>
                <a:lnTo>
                  <a:pt x="792" y="345"/>
                </a:lnTo>
                <a:lnTo>
                  <a:pt x="785" y="332"/>
                </a:lnTo>
                <a:lnTo>
                  <a:pt x="785" y="314"/>
                </a:lnTo>
                <a:lnTo>
                  <a:pt x="785" y="301"/>
                </a:lnTo>
                <a:lnTo>
                  <a:pt x="792" y="289"/>
                </a:lnTo>
                <a:lnTo>
                  <a:pt x="792" y="276"/>
                </a:lnTo>
                <a:lnTo>
                  <a:pt x="805" y="263"/>
                </a:lnTo>
                <a:lnTo>
                  <a:pt x="811" y="251"/>
                </a:lnTo>
                <a:lnTo>
                  <a:pt x="824" y="238"/>
                </a:lnTo>
                <a:lnTo>
                  <a:pt x="836" y="232"/>
                </a:lnTo>
                <a:lnTo>
                  <a:pt x="849" y="226"/>
                </a:lnTo>
                <a:lnTo>
                  <a:pt x="862" y="220"/>
                </a:lnTo>
                <a:lnTo>
                  <a:pt x="875" y="213"/>
                </a:lnTo>
                <a:lnTo>
                  <a:pt x="888" y="207"/>
                </a:lnTo>
                <a:lnTo>
                  <a:pt x="900" y="201"/>
                </a:lnTo>
                <a:lnTo>
                  <a:pt x="913" y="195"/>
                </a:lnTo>
                <a:lnTo>
                  <a:pt x="919" y="188"/>
                </a:lnTo>
                <a:lnTo>
                  <a:pt x="932" y="182"/>
                </a:lnTo>
                <a:lnTo>
                  <a:pt x="939" y="169"/>
                </a:lnTo>
                <a:lnTo>
                  <a:pt x="945" y="163"/>
                </a:lnTo>
                <a:lnTo>
                  <a:pt x="945" y="151"/>
                </a:lnTo>
                <a:lnTo>
                  <a:pt x="951" y="138"/>
                </a:lnTo>
                <a:lnTo>
                  <a:pt x="945" y="126"/>
                </a:lnTo>
                <a:lnTo>
                  <a:pt x="939" y="113"/>
                </a:lnTo>
                <a:lnTo>
                  <a:pt x="932" y="107"/>
                </a:lnTo>
                <a:lnTo>
                  <a:pt x="926" y="101"/>
                </a:lnTo>
                <a:lnTo>
                  <a:pt x="913" y="94"/>
                </a:lnTo>
                <a:lnTo>
                  <a:pt x="900" y="94"/>
                </a:lnTo>
                <a:lnTo>
                  <a:pt x="888" y="101"/>
                </a:lnTo>
                <a:lnTo>
                  <a:pt x="875" y="107"/>
                </a:lnTo>
                <a:lnTo>
                  <a:pt x="868" y="113"/>
                </a:lnTo>
                <a:lnTo>
                  <a:pt x="862" y="126"/>
                </a:lnTo>
                <a:lnTo>
                  <a:pt x="856" y="132"/>
                </a:lnTo>
                <a:lnTo>
                  <a:pt x="843" y="138"/>
                </a:lnTo>
                <a:lnTo>
                  <a:pt x="830" y="138"/>
                </a:lnTo>
                <a:lnTo>
                  <a:pt x="817" y="138"/>
                </a:lnTo>
                <a:lnTo>
                  <a:pt x="805" y="138"/>
                </a:lnTo>
                <a:lnTo>
                  <a:pt x="798" y="132"/>
                </a:lnTo>
                <a:lnTo>
                  <a:pt x="792" y="126"/>
                </a:lnTo>
                <a:lnTo>
                  <a:pt x="785" y="113"/>
                </a:lnTo>
                <a:lnTo>
                  <a:pt x="779" y="101"/>
                </a:lnTo>
                <a:lnTo>
                  <a:pt x="779" y="94"/>
                </a:lnTo>
                <a:lnTo>
                  <a:pt x="773" y="82"/>
                </a:lnTo>
                <a:lnTo>
                  <a:pt x="779" y="69"/>
                </a:lnTo>
                <a:lnTo>
                  <a:pt x="779" y="57"/>
                </a:lnTo>
                <a:lnTo>
                  <a:pt x="785" y="44"/>
                </a:lnTo>
                <a:lnTo>
                  <a:pt x="785" y="32"/>
                </a:lnTo>
                <a:lnTo>
                  <a:pt x="792" y="19"/>
                </a:lnTo>
                <a:lnTo>
                  <a:pt x="798" y="13"/>
                </a:lnTo>
                <a:close/>
              </a:path>
            </a:pathLst>
          </a:custGeom>
          <a:solidFill>
            <a:srgbClr val="E5EFFF"/>
          </a:solidFill>
          <a:ln w="9525">
            <a:solidFill>
              <a:srgbClr val="000000"/>
            </a:solidFill>
            <a:prstDash val="solid"/>
            <a:round/>
          </a:ln>
        </p:spPr>
        <p:txBody>
          <a:bodyPr lIns="82897" tIns="41448" rIns="82897" bIns="41448"/>
          <a:lstStyle/>
          <a:p>
            <a:endParaRPr lang="en-GB" sz="1815"/>
          </a:p>
        </p:txBody>
      </p:sp>
      <p:sp>
        <p:nvSpPr>
          <p:cNvPr id="312329" name="Freeform 36"/>
          <p:cNvSpPr/>
          <p:nvPr/>
        </p:nvSpPr>
        <p:spPr bwMode="auto">
          <a:xfrm>
            <a:off x="9101364" y="4849404"/>
            <a:ext cx="1278450" cy="836463"/>
          </a:xfrm>
          <a:custGeom>
            <a:avLst/>
            <a:gdLst>
              <a:gd name="T0" fmla="*/ 2147483647 w 759"/>
              <a:gd name="T1" fmla="*/ 2147483647 h 527"/>
              <a:gd name="T2" fmla="*/ 2147483647 w 759"/>
              <a:gd name="T3" fmla="*/ 2147483647 h 527"/>
              <a:gd name="T4" fmla="*/ 2147483647 w 759"/>
              <a:gd name="T5" fmla="*/ 2147483647 h 527"/>
              <a:gd name="T6" fmla="*/ 2147483647 w 759"/>
              <a:gd name="T7" fmla="*/ 2147483647 h 527"/>
              <a:gd name="T8" fmla="*/ 2147483647 w 759"/>
              <a:gd name="T9" fmla="*/ 2147483647 h 527"/>
              <a:gd name="T10" fmla="*/ 2147483647 w 759"/>
              <a:gd name="T11" fmla="*/ 2147483647 h 527"/>
              <a:gd name="T12" fmla="*/ 2147483647 w 759"/>
              <a:gd name="T13" fmla="*/ 2147483647 h 527"/>
              <a:gd name="T14" fmla="*/ 2147483647 w 759"/>
              <a:gd name="T15" fmla="*/ 2147483647 h 527"/>
              <a:gd name="T16" fmla="*/ 2147483647 w 759"/>
              <a:gd name="T17" fmla="*/ 2147483647 h 527"/>
              <a:gd name="T18" fmla="*/ 2147483647 w 759"/>
              <a:gd name="T19" fmla="*/ 2147483647 h 527"/>
              <a:gd name="T20" fmla="*/ 2147483647 w 759"/>
              <a:gd name="T21" fmla="*/ 2147483647 h 527"/>
              <a:gd name="T22" fmla="*/ 2147483647 w 759"/>
              <a:gd name="T23" fmla="*/ 2147483647 h 527"/>
              <a:gd name="T24" fmla="*/ 2147483647 w 759"/>
              <a:gd name="T25" fmla="*/ 2147483647 h 527"/>
              <a:gd name="T26" fmla="*/ 2147483647 w 759"/>
              <a:gd name="T27" fmla="*/ 2147483647 h 527"/>
              <a:gd name="T28" fmla="*/ 2147483647 w 759"/>
              <a:gd name="T29" fmla="*/ 2147483647 h 527"/>
              <a:gd name="T30" fmla="*/ 2147483647 w 759"/>
              <a:gd name="T31" fmla="*/ 2147483647 h 527"/>
              <a:gd name="T32" fmla="*/ 2147483647 w 759"/>
              <a:gd name="T33" fmla="*/ 2147483647 h 527"/>
              <a:gd name="T34" fmla="*/ 2147483647 w 759"/>
              <a:gd name="T35" fmla="*/ 2147483647 h 527"/>
              <a:gd name="T36" fmla="*/ 2147483647 w 759"/>
              <a:gd name="T37" fmla="*/ 0 h 527"/>
              <a:gd name="T38" fmla="*/ 2147483647 w 759"/>
              <a:gd name="T39" fmla="*/ 0 h 527"/>
              <a:gd name="T40" fmla="*/ 2147483647 w 759"/>
              <a:gd name="T41" fmla="*/ 2147483647 h 527"/>
              <a:gd name="T42" fmla="*/ 2147483647 w 759"/>
              <a:gd name="T43" fmla="*/ 2147483647 h 527"/>
              <a:gd name="T44" fmla="*/ 2147483647 w 759"/>
              <a:gd name="T45" fmla="*/ 2147483647 h 527"/>
              <a:gd name="T46" fmla="*/ 2147483647 w 759"/>
              <a:gd name="T47" fmla="*/ 2147483647 h 527"/>
              <a:gd name="T48" fmla="*/ 2147483647 w 759"/>
              <a:gd name="T49" fmla="*/ 2147483647 h 527"/>
              <a:gd name="T50" fmla="*/ 2147483647 w 759"/>
              <a:gd name="T51" fmla="*/ 2147483647 h 527"/>
              <a:gd name="T52" fmla="*/ 2147483647 w 759"/>
              <a:gd name="T53" fmla="*/ 2147483647 h 527"/>
              <a:gd name="T54" fmla="*/ 2147483647 w 759"/>
              <a:gd name="T55" fmla="*/ 2147483647 h 527"/>
              <a:gd name="T56" fmla="*/ 2147483647 w 759"/>
              <a:gd name="T57" fmla="*/ 2147483647 h 527"/>
              <a:gd name="T58" fmla="*/ 2147483647 w 759"/>
              <a:gd name="T59" fmla="*/ 2147483647 h 527"/>
              <a:gd name="T60" fmla="*/ 2147483647 w 759"/>
              <a:gd name="T61" fmla="*/ 2147483647 h 527"/>
              <a:gd name="T62" fmla="*/ 2147483647 w 759"/>
              <a:gd name="T63" fmla="*/ 0 h 527"/>
              <a:gd name="T64" fmla="*/ 2147483647 w 759"/>
              <a:gd name="T65" fmla="*/ 2147483647 h 527"/>
              <a:gd name="T66" fmla="*/ 2147483647 w 759"/>
              <a:gd name="T67" fmla="*/ 2147483647 h 527"/>
              <a:gd name="T68" fmla="*/ 2147483647 w 759"/>
              <a:gd name="T69" fmla="*/ 2147483647 h 527"/>
              <a:gd name="T70" fmla="*/ 2147483647 w 759"/>
              <a:gd name="T71" fmla="*/ 2147483647 h 527"/>
              <a:gd name="T72" fmla="*/ 2147483647 w 759"/>
              <a:gd name="T73" fmla="*/ 2147483647 h 527"/>
              <a:gd name="T74" fmla="*/ 0 w 759"/>
              <a:gd name="T75" fmla="*/ 2147483647 h 527"/>
              <a:gd name="T76" fmla="*/ 2147483647 w 759"/>
              <a:gd name="T77" fmla="*/ 2147483647 h 527"/>
              <a:gd name="T78" fmla="*/ 2147483647 w 759"/>
              <a:gd name="T79" fmla="*/ 2147483647 h 527"/>
              <a:gd name="T80" fmla="*/ 2147483647 w 759"/>
              <a:gd name="T81" fmla="*/ 2147483647 h 527"/>
              <a:gd name="T82" fmla="*/ 2147483647 w 759"/>
              <a:gd name="T83" fmla="*/ 2147483647 h 527"/>
              <a:gd name="T84" fmla="*/ 2147483647 w 759"/>
              <a:gd name="T85" fmla="*/ 2147483647 h 527"/>
              <a:gd name="T86" fmla="*/ 2147483647 w 759"/>
              <a:gd name="T87" fmla="*/ 2147483647 h 527"/>
              <a:gd name="T88" fmla="*/ 2147483647 w 759"/>
              <a:gd name="T89" fmla="*/ 2147483647 h 527"/>
              <a:gd name="T90" fmla="*/ 2147483647 w 759"/>
              <a:gd name="T91" fmla="*/ 2147483647 h 527"/>
              <a:gd name="T92" fmla="*/ 2147483647 w 759"/>
              <a:gd name="T93" fmla="*/ 2147483647 h 527"/>
              <a:gd name="T94" fmla="*/ 2147483647 w 759"/>
              <a:gd name="T95" fmla="*/ 2147483647 h 527"/>
              <a:gd name="T96" fmla="*/ 2147483647 w 759"/>
              <a:gd name="T97" fmla="*/ 2147483647 h 527"/>
              <a:gd name="T98" fmla="*/ 2147483647 w 759"/>
              <a:gd name="T99" fmla="*/ 2147483647 h 527"/>
              <a:gd name="T100" fmla="*/ 2147483647 w 759"/>
              <a:gd name="T101" fmla="*/ 2147483647 h 527"/>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759"/>
              <a:gd name="T154" fmla="*/ 0 h 527"/>
              <a:gd name="T155" fmla="*/ 759 w 759"/>
              <a:gd name="T156" fmla="*/ 527 h 527"/>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759" h="527">
                <a:moveTo>
                  <a:pt x="32" y="427"/>
                </a:moveTo>
                <a:lnTo>
                  <a:pt x="38" y="427"/>
                </a:lnTo>
                <a:lnTo>
                  <a:pt x="51" y="420"/>
                </a:lnTo>
                <a:lnTo>
                  <a:pt x="63" y="427"/>
                </a:lnTo>
                <a:lnTo>
                  <a:pt x="76" y="427"/>
                </a:lnTo>
                <a:lnTo>
                  <a:pt x="83" y="427"/>
                </a:lnTo>
                <a:lnTo>
                  <a:pt x="95" y="433"/>
                </a:lnTo>
                <a:lnTo>
                  <a:pt x="108" y="433"/>
                </a:lnTo>
                <a:lnTo>
                  <a:pt x="121" y="433"/>
                </a:lnTo>
                <a:lnTo>
                  <a:pt x="134" y="433"/>
                </a:lnTo>
                <a:lnTo>
                  <a:pt x="140" y="433"/>
                </a:lnTo>
                <a:lnTo>
                  <a:pt x="153" y="433"/>
                </a:lnTo>
                <a:lnTo>
                  <a:pt x="166" y="427"/>
                </a:lnTo>
                <a:lnTo>
                  <a:pt x="178" y="427"/>
                </a:lnTo>
                <a:lnTo>
                  <a:pt x="185" y="420"/>
                </a:lnTo>
                <a:lnTo>
                  <a:pt x="198" y="414"/>
                </a:lnTo>
                <a:lnTo>
                  <a:pt x="210" y="414"/>
                </a:lnTo>
                <a:lnTo>
                  <a:pt x="223" y="408"/>
                </a:lnTo>
                <a:lnTo>
                  <a:pt x="229" y="408"/>
                </a:lnTo>
                <a:lnTo>
                  <a:pt x="242" y="401"/>
                </a:lnTo>
                <a:lnTo>
                  <a:pt x="255" y="408"/>
                </a:lnTo>
                <a:lnTo>
                  <a:pt x="268" y="408"/>
                </a:lnTo>
                <a:lnTo>
                  <a:pt x="274" y="414"/>
                </a:lnTo>
                <a:lnTo>
                  <a:pt x="281" y="420"/>
                </a:lnTo>
                <a:lnTo>
                  <a:pt x="287" y="433"/>
                </a:lnTo>
                <a:lnTo>
                  <a:pt x="281" y="439"/>
                </a:lnTo>
                <a:lnTo>
                  <a:pt x="281" y="452"/>
                </a:lnTo>
                <a:lnTo>
                  <a:pt x="274" y="470"/>
                </a:lnTo>
                <a:lnTo>
                  <a:pt x="274" y="477"/>
                </a:lnTo>
                <a:lnTo>
                  <a:pt x="274" y="489"/>
                </a:lnTo>
                <a:lnTo>
                  <a:pt x="274" y="502"/>
                </a:lnTo>
                <a:lnTo>
                  <a:pt x="287" y="508"/>
                </a:lnTo>
                <a:lnTo>
                  <a:pt x="293" y="514"/>
                </a:lnTo>
                <a:lnTo>
                  <a:pt x="306" y="521"/>
                </a:lnTo>
                <a:lnTo>
                  <a:pt x="312" y="521"/>
                </a:lnTo>
                <a:lnTo>
                  <a:pt x="332" y="521"/>
                </a:lnTo>
                <a:lnTo>
                  <a:pt x="344" y="527"/>
                </a:lnTo>
                <a:lnTo>
                  <a:pt x="364" y="527"/>
                </a:lnTo>
                <a:lnTo>
                  <a:pt x="383" y="527"/>
                </a:lnTo>
                <a:lnTo>
                  <a:pt x="395" y="521"/>
                </a:lnTo>
                <a:lnTo>
                  <a:pt x="408" y="521"/>
                </a:lnTo>
                <a:lnTo>
                  <a:pt x="421" y="514"/>
                </a:lnTo>
                <a:lnTo>
                  <a:pt x="434" y="508"/>
                </a:lnTo>
                <a:lnTo>
                  <a:pt x="447" y="502"/>
                </a:lnTo>
                <a:lnTo>
                  <a:pt x="453" y="495"/>
                </a:lnTo>
                <a:lnTo>
                  <a:pt x="459" y="483"/>
                </a:lnTo>
                <a:lnTo>
                  <a:pt x="466" y="477"/>
                </a:lnTo>
                <a:lnTo>
                  <a:pt x="466" y="458"/>
                </a:lnTo>
                <a:lnTo>
                  <a:pt x="466" y="445"/>
                </a:lnTo>
                <a:lnTo>
                  <a:pt x="466" y="433"/>
                </a:lnTo>
                <a:lnTo>
                  <a:pt x="472" y="427"/>
                </a:lnTo>
                <a:lnTo>
                  <a:pt x="478" y="414"/>
                </a:lnTo>
                <a:lnTo>
                  <a:pt x="485" y="408"/>
                </a:lnTo>
                <a:lnTo>
                  <a:pt x="498" y="401"/>
                </a:lnTo>
                <a:lnTo>
                  <a:pt x="504" y="395"/>
                </a:lnTo>
                <a:lnTo>
                  <a:pt x="523" y="395"/>
                </a:lnTo>
                <a:lnTo>
                  <a:pt x="536" y="395"/>
                </a:lnTo>
                <a:lnTo>
                  <a:pt x="549" y="389"/>
                </a:lnTo>
                <a:lnTo>
                  <a:pt x="561" y="389"/>
                </a:lnTo>
                <a:lnTo>
                  <a:pt x="581" y="389"/>
                </a:lnTo>
                <a:lnTo>
                  <a:pt x="600" y="389"/>
                </a:lnTo>
                <a:lnTo>
                  <a:pt x="612" y="389"/>
                </a:lnTo>
                <a:lnTo>
                  <a:pt x="625" y="395"/>
                </a:lnTo>
                <a:lnTo>
                  <a:pt x="638" y="395"/>
                </a:lnTo>
                <a:lnTo>
                  <a:pt x="651" y="395"/>
                </a:lnTo>
                <a:lnTo>
                  <a:pt x="664" y="395"/>
                </a:lnTo>
                <a:lnTo>
                  <a:pt x="759" y="401"/>
                </a:lnTo>
                <a:lnTo>
                  <a:pt x="664" y="32"/>
                </a:lnTo>
                <a:lnTo>
                  <a:pt x="644" y="26"/>
                </a:lnTo>
                <a:lnTo>
                  <a:pt x="638" y="19"/>
                </a:lnTo>
                <a:lnTo>
                  <a:pt x="625" y="13"/>
                </a:lnTo>
                <a:lnTo>
                  <a:pt x="612" y="7"/>
                </a:lnTo>
                <a:lnTo>
                  <a:pt x="600" y="7"/>
                </a:lnTo>
                <a:lnTo>
                  <a:pt x="581" y="0"/>
                </a:lnTo>
                <a:lnTo>
                  <a:pt x="568" y="0"/>
                </a:lnTo>
                <a:lnTo>
                  <a:pt x="549" y="0"/>
                </a:lnTo>
                <a:lnTo>
                  <a:pt x="529" y="0"/>
                </a:lnTo>
                <a:lnTo>
                  <a:pt x="510" y="0"/>
                </a:lnTo>
                <a:lnTo>
                  <a:pt x="491" y="0"/>
                </a:lnTo>
                <a:lnTo>
                  <a:pt x="472" y="0"/>
                </a:lnTo>
                <a:lnTo>
                  <a:pt x="453" y="0"/>
                </a:lnTo>
                <a:lnTo>
                  <a:pt x="440" y="7"/>
                </a:lnTo>
                <a:lnTo>
                  <a:pt x="427" y="7"/>
                </a:lnTo>
                <a:lnTo>
                  <a:pt x="415" y="13"/>
                </a:lnTo>
                <a:lnTo>
                  <a:pt x="402" y="13"/>
                </a:lnTo>
                <a:lnTo>
                  <a:pt x="395" y="19"/>
                </a:lnTo>
                <a:lnTo>
                  <a:pt x="389" y="26"/>
                </a:lnTo>
                <a:lnTo>
                  <a:pt x="389" y="32"/>
                </a:lnTo>
                <a:lnTo>
                  <a:pt x="389" y="38"/>
                </a:lnTo>
                <a:lnTo>
                  <a:pt x="389" y="44"/>
                </a:lnTo>
                <a:lnTo>
                  <a:pt x="395" y="51"/>
                </a:lnTo>
                <a:lnTo>
                  <a:pt x="402" y="57"/>
                </a:lnTo>
                <a:lnTo>
                  <a:pt x="402" y="69"/>
                </a:lnTo>
                <a:lnTo>
                  <a:pt x="395" y="76"/>
                </a:lnTo>
                <a:lnTo>
                  <a:pt x="389" y="82"/>
                </a:lnTo>
                <a:lnTo>
                  <a:pt x="376" y="88"/>
                </a:lnTo>
                <a:lnTo>
                  <a:pt x="370" y="94"/>
                </a:lnTo>
                <a:lnTo>
                  <a:pt x="357" y="101"/>
                </a:lnTo>
                <a:lnTo>
                  <a:pt x="351" y="107"/>
                </a:lnTo>
                <a:lnTo>
                  <a:pt x="338" y="113"/>
                </a:lnTo>
                <a:lnTo>
                  <a:pt x="332" y="113"/>
                </a:lnTo>
                <a:lnTo>
                  <a:pt x="319" y="113"/>
                </a:lnTo>
                <a:lnTo>
                  <a:pt x="306" y="120"/>
                </a:lnTo>
                <a:lnTo>
                  <a:pt x="300" y="120"/>
                </a:lnTo>
                <a:lnTo>
                  <a:pt x="287" y="120"/>
                </a:lnTo>
                <a:lnTo>
                  <a:pt x="274" y="120"/>
                </a:lnTo>
                <a:lnTo>
                  <a:pt x="261" y="113"/>
                </a:lnTo>
                <a:lnTo>
                  <a:pt x="255" y="113"/>
                </a:lnTo>
                <a:lnTo>
                  <a:pt x="242" y="107"/>
                </a:lnTo>
                <a:lnTo>
                  <a:pt x="236" y="107"/>
                </a:lnTo>
                <a:lnTo>
                  <a:pt x="229" y="101"/>
                </a:lnTo>
                <a:lnTo>
                  <a:pt x="229" y="94"/>
                </a:lnTo>
                <a:lnTo>
                  <a:pt x="223" y="88"/>
                </a:lnTo>
                <a:lnTo>
                  <a:pt x="229" y="82"/>
                </a:lnTo>
                <a:lnTo>
                  <a:pt x="229" y="69"/>
                </a:lnTo>
                <a:lnTo>
                  <a:pt x="236" y="63"/>
                </a:lnTo>
                <a:lnTo>
                  <a:pt x="242" y="57"/>
                </a:lnTo>
                <a:lnTo>
                  <a:pt x="249" y="44"/>
                </a:lnTo>
                <a:lnTo>
                  <a:pt x="255" y="32"/>
                </a:lnTo>
                <a:lnTo>
                  <a:pt x="255" y="26"/>
                </a:lnTo>
                <a:lnTo>
                  <a:pt x="255" y="19"/>
                </a:lnTo>
                <a:lnTo>
                  <a:pt x="249" y="13"/>
                </a:lnTo>
                <a:lnTo>
                  <a:pt x="242" y="7"/>
                </a:lnTo>
                <a:lnTo>
                  <a:pt x="229" y="0"/>
                </a:lnTo>
                <a:lnTo>
                  <a:pt x="223" y="0"/>
                </a:lnTo>
                <a:lnTo>
                  <a:pt x="210" y="0"/>
                </a:lnTo>
                <a:lnTo>
                  <a:pt x="178" y="0"/>
                </a:lnTo>
                <a:lnTo>
                  <a:pt x="159" y="0"/>
                </a:lnTo>
                <a:lnTo>
                  <a:pt x="140" y="0"/>
                </a:lnTo>
                <a:lnTo>
                  <a:pt x="121" y="7"/>
                </a:lnTo>
                <a:lnTo>
                  <a:pt x="95" y="13"/>
                </a:lnTo>
                <a:lnTo>
                  <a:pt x="76" y="13"/>
                </a:lnTo>
                <a:lnTo>
                  <a:pt x="57" y="19"/>
                </a:lnTo>
                <a:lnTo>
                  <a:pt x="44" y="19"/>
                </a:lnTo>
                <a:lnTo>
                  <a:pt x="38" y="26"/>
                </a:lnTo>
                <a:lnTo>
                  <a:pt x="38" y="32"/>
                </a:lnTo>
                <a:lnTo>
                  <a:pt x="44" y="44"/>
                </a:lnTo>
                <a:lnTo>
                  <a:pt x="44" y="51"/>
                </a:lnTo>
                <a:lnTo>
                  <a:pt x="44" y="63"/>
                </a:lnTo>
                <a:lnTo>
                  <a:pt x="44" y="69"/>
                </a:lnTo>
                <a:lnTo>
                  <a:pt x="38" y="82"/>
                </a:lnTo>
                <a:lnTo>
                  <a:pt x="38" y="88"/>
                </a:lnTo>
                <a:lnTo>
                  <a:pt x="32" y="101"/>
                </a:lnTo>
                <a:lnTo>
                  <a:pt x="32" y="107"/>
                </a:lnTo>
                <a:lnTo>
                  <a:pt x="25" y="120"/>
                </a:lnTo>
                <a:lnTo>
                  <a:pt x="19" y="132"/>
                </a:lnTo>
                <a:lnTo>
                  <a:pt x="12" y="145"/>
                </a:lnTo>
                <a:lnTo>
                  <a:pt x="12" y="157"/>
                </a:lnTo>
                <a:lnTo>
                  <a:pt x="6" y="163"/>
                </a:lnTo>
                <a:lnTo>
                  <a:pt x="6" y="176"/>
                </a:lnTo>
                <a:lnTo>
                  <a:pt x="0" y="188"/>
                </a:lnTo>
                <a:lnTo>
                  <a:pt x="0" y="201"/>
                </a:lnTo>
                <a:lnTo>
                  <a:pt x="0" y="207"/>
                </a:lnTo>
                <a:lnTo>
                  <a:pt x="6" y="220"/>
                </a:lnTo>
                <a:lnTo>
                  <a:pt x="12" y="226"/>
                </a:lnTo>
                <a:lnTo>
                  <a:pt x="19" y="232"/>
                </a:lnTo>
                <a:lnTo>
                  <a:pt x="25" y="239"/>
                </a:lnTo>
                <a:lnTo>
                  <a:pt x="38" y="239"/>
                </a:lnTo>
                <a:lnTo>
                  <a:pt x="51" y="232"/>
                </a:lnTo>
                <a:lnTo>
                  <a:pt x="63" y="226"/>
                </a:lnTo>
                <a:lnTo>
                  <a:pt x="76" y="220"/>
                </a:lnTo>
                <a:lnTo>
                  <a:pt x="83" y="214"/>
                </a:lnTo>
                <a:lnTo>
                  <a:pt x="89" y="201"/>
                </a:lnTo>
                <a:lnTo>
                  <a:pt x="89" y="188"/>
                </a:lnTo>
                <a:lnTo>
                  <a:pt x="95" y="182"/>
                </a:lnTo>
                <a:lnTo>
                  <a:pt x="102" y="170"/>
                </a:lnTo>
                <a:lnTo>
                  <a:pt x="108" y="163"/>
                </a:lnTo>
                <a:lnTo>
                  <a:pt x="115" y="157"/>
                </a:lnTo>
                <a:lnTo>
                  <a:pt x="127" y="157"/>
                </a:lnTo>
                <a:lnTo>
                  <a:pt x="134" y="157"/>
                </a:lnTo>
                <a:lnTo>
                  <a:pt x="146" y="157"/>
                </a:lnTo>
                <a:lnTo>
                  <a:pt x="159" y="157"/>
                </a:lnTo>
                <a:lnTo>
                  <a:pt x="166" y="157"/>
                </a:lnTo>
                <a:lnTo>
                  <a:pt x="178" y="163"/>
                </a:lnTo>
                <a:lnTo>
                  <a:pt x="185" y="170"/>
                </a:lnTo>
                <a:lnTo>
                  <a:pt x="191" y="182"/>
                </a:lnTo>
                <a:lnTo>
                  <a:pt x="198" y="195"/>
                </a:lnTo>
                <a:lnTo>
                  <a:pt x="198" y="201"/>
                </a:lnTo>
                <a:lnTo>
                  <a:pt x="198" y="214"/>
                </a:lnTo>
                <a:lnTo>
                  <a:pt x="198" y="226"/>
                </a:lnTo>
                <a:lnTo>
                  <a:pt x="191" y="239"/>
                </a:lnTo>
                <a:lnTo>
                  <a:pt x="185" y="245"/>
                </a:lnTo>
                <a:lnTo>
                  <a:pt x="172" y="257"/>
                </a:lnTo>
                <a:lnTo>
                  <a:pt x="166" y="264"/>
                </a:lnTo>
                <a:lnTo>
                  <a:pt x="159" y="276"/>
                </a:lnTo>
                <a:lnTo>
                  <a:pt x="146" y="282"/>
                </a:lnTo>
                <a:lnTo>
                  <a:pt x="140" y="289"/>
                </a:lnTo>
                <a:lnTo>
                  <a:pt x="127" y="295"/>
                </a:lnTo>
                <a:lnTo>
                  <a:pt x="115" y="295"/>
                </a:lnTo>
                <a:lnTo>
                  <a:pt x="108" y="295"/>
                </a:lnTo>
                <a:lnTo>
                  <a:pt x="95" y="301"/>
                </a:lnTo>
                <a:lnTo>
                  <a:pt x="89" y="301"/>
                </a:lnTo>
                <a:lnTo>
                  <a:pt x="76" y="307"/>
                </a:lnTo>
                <a:lnTo>
                  <a:pt x="63" y="314"/>
                </a:lnTo>
                <a:lnTo>
                  <a:pt x="57" y="320"/>
                </a:lnTo>
                <a:lnTo>
                  <a:pt x="44" y="326"/>
                </a:lnTo>
                <a:lnTo>
                  <a:pt x="38" y="339"/>
                </a:lnTo>
                <a:lnTo>
                  <a:pt x="32" y="345"/>
                </a:lnTo>
                <a:lnTo>
                  <a:pt x="32" y="358"/>
                </a:lnTo>
                <a:lnTo>
                  <a:pt x="25" y="370"/>
                </a:lnTo>
                <a:lnTo>
                  <a:pt x="25" y="376"/>
                </a:lnTo>
                <a:lnTo>
                  <a:pt x="25" y="389"/>
                </a:lnTo>
                <a:lnTo>
                  <a:pt x="25" y="401"/>
                </a:lnTo>
                <a:lnTo>
                  <a:pt x="25" y="414"/>
                </a:lnTo>
                <a:lnTo>
                  <a:pt x="32" y="427"/>
                </a:lnTo>
                <a:close/>
              </a:path>
            </a:pathLst>
          </a:custGeom>
          <a:solidFill>
            <a:srgbClr val="C5CAD3"/>
          </a:solidFill>
          <a:ln w="9525">
            <a:solidFill>
              <a:srgbClr val="000000"/>
            </a:solidFill>
            <a:prstDash val="solid"/>
            <a:round/>
          </a:ln>
        </p:spPr>
        <p:txBody>
          <a:bodyPr lIns="82897" tIns="41448" rIns="82897" bIns="41448"/>
          <a:lstStyle/>
          <a:p>
            <a:endParaRPr lang="en-GB" sz="1815"/>
          </a:p>
        </p:txBody>
      </p:sp>
      <p:sp>
        <p:nvSpPr>
          <p:cNvPr id="312330" name="Freeform 37"/>
          <p:cNvSpPr/>
          <p:nvPr/>
        </p:nvSpPr>
        <p:spPr bwMode="auto">
          <a:xfrm>
            <a:off x="7907858" y="4721274"/>
            <a:ext cx="1527517" cy="885413"/>
          </a:xfrm>
          <a:custGeom>
            <a:avLst/>
            <a:gdLst>
              <a:gd name="T0" fmla="*/ 2147483647 w 907"/>
              <a:gd name="T1" fmla="*/ 2147483647 h 558"/>
              <a:gd name="T2" fmla="*/ 2147483647 w 907"/>
              <a:gd name="T3" fmla="*/ 2147483647 h 558"/>
              <a:gd name="T4" fmla="*/ 2147483647 w 907"/>
              <a:gd name="T5" fmla="*/ 2147483647 h 558"/>
              <a:gd name="T6" fmla="*/ 2147483647 w 907"/>
              <a:gd name="T7" fmla="*/ 2147483647 h 558"/>
              <a:gd name="T8" fmla="*/ 2147483647 w 907"/>
              <a:gd name="T9" fmla="*/ 2147483647 h 558"/>
              <a:gd name="T10" fmla="*/ 2147483647 w 907"/>
              <a:gd name="T11" fmla="*/ 2147483647 h 558"/>
              <a:gd name="T12" fmla="*/ 2147483647 w 907"/>
              <a:gd name="T13" fmla="*/ 2147483647 h 558"/>
              <a:gd name="T14" fmla="*/ 2147483647 w 907"/>
              <a:gd name="T15" fmla="*/ 2147483647 h 558"/>
              <a:gd name="T16" fmla="*/ 2147483647 w 907"/>
              <a:gd name="T17" fmla="*/ 2147483647 h 558"/>
              <a:gd name="T18" fmla="*/ 2147483647 w 907"/>
              <a:gd name="T19" fmla="*/ 2147483647 h 558"/>
              <a:gd name="T20" fmla="*/ 2147483647 w 907"/>
              <a:gd name="T21" fmla="*/ 2147483647 h 558"/>
              <a:gd name="T22" fmla="*/ 2147483647 w 907"/>
              <a:gd name="T23" fmla="*/ 2147483647 h 558"/>
              <a:gd name="T24" fmla="*/ 2147483647 w 907"/>
              <a:gd name="T25" fmla="*/ 2147483647 h 558"/>
              <a:gd name="T26" fmla="*/ 2147483647 w 907"/>
              <a:gd name="T27" fmla="*/ 2147483647 h 558"/>
              <a:gd name="T28" fmla="*/ 2147483647 w 907"/>
              <a:gd name="T29" fmla="*/ 2147483647 h 558"/>
              <a:gd name="T30" fmla="*/ 2147483647 w 907"/>
              <a:gd name="T31" fmla="*/ 2147483647 h 558"/>
              <a:gd name="T32" fmla="*/ 2147483647 w 907"/>
              <a:gd name="T33" fmla="*/ 2147483647 h 558"/>
              <a:gd name="T34" fmla="*/ 2147483647 w 907"/>
              <a:gd name="T35" fmla="*/ 2147483647 h 558"/>
              <a:gd name="T36" fmla="*/ 2147483647 w 907"/>
              <a:gd name="T37" fmla="*/ 2147483647 h 558"/>
              <a:gd name="T38" fmla="*/ 2147483647 w 907"/>
              <a:gd name="T39" fmla="*/ 2147483647 h 558"/>
              <a:gd name="T40" fmla="*/ 2147483647 w 907"/>
              <a:gd name="T41" fmla="*/ 2147483647 h 558"/>
              <a:gd name="T42" fmla="*/ 2147483647 w 907"/>
              <a:gd name="T43" fmla="*/ 2147483647 h 558"/>
              <a:gd name="T44" fmla="*/ 2147483647 w 907"/>
              <a:gd name="T45" fmla="*/ 2147483647 h 558"/>
              <a:gd name="T46" fmla="*/ 2147483647 w 907"/>
              <a:gd name="T47" fmla="*/ 2147483647 h 558"/>
              <a:gd name="T48" fmla="*/ 2147483647 w 907"/>
              <a:gd name="T49" fmla="*/ 2147483647 h 558"/>
              <a:gd name="T50" fmla="*/ 2147483647 w 907"/>
              <a:gd name="T51" fmla="*/ 2147483647 h 558"/>
              <a:gd name="T52" fmla="*/ 2147483647 w 907"/>
              <a:gd name="T53" fmla="*/ 2147483647 h 558"/>
              <a:gd name="T54" fmla="*/ 2147483647 w 907"/>
              <a:gd name="T55" fmla="*/ 2147483647 h 558"/>
              <a:gd name="T56" fmla="*/ 2147483647 w 907"/>
              <a:gd name="T57" fmla="*/ 2147483647 h 558"/>
              <a:gd name="T58" fmla="*/ 2147483647 w 907"/>
              <a:gd name="T59" fmla="*/ 2147483647 h 558"/>
              <a:gd name="T60" fmla="*/ 2147483647 w 907"/>
              <a:gd name="T61" fmla="*/ 2147483647 h 558"/>
              <a:gd name="T62" fmla="*/ 2147483647 w 907"/>
              <a:gd name="T63" fmla="*/ 2147483647 h 558"/>
              <a:gd name="T64" fmla="*/ 2147483647 w 907"/>
              <a:gd name="T65" fmla="*/ 2147483647 h 558"/>
              <a:gd name="T66" fmla="*/ 2147483647 w 907"/>
              <a:gd name="T67" fmla="*/ 2147483647 h 558"/>
              <a:gd name="T68" fmla="*/ 2147483647 w 907"/>
              <a:gd name="T69" fmla="*/ 2147483647 h 558"/>
              <a:gd name="T70" fmla="*/ 2147483647 w 907"/>
              <a:gd name="T71" fmla="*/ 2147483647 h 558"/>
              <a:gd name="T72" fmla="*/ 2147483647 w 907"/>
              <a:gd name="T73" fmla="*/ 2147483647 h 558"/>
              <a:gd name="T74" fmla="*/ 2147483647 w 907"/>
              <a:gd name="T75" fmla="*/ 2147483647 h 558"/>
              <a:gd name="T76" fmla="*/ 2147483647 w 907"/>
              <a:gd name="T77" fmla="*/ 2147483647 h 558"/>
              <a:gd name="T78" fmla="*/ 2147483647 w 907"/>
              <a:gd name="T79" fmla="*/ 2147483647 h 558"/>
              <a:gd name="T80" fmla="*/ 2147483647 w 907"/>
              <a:gd name="T81" fmla="*/ 2147483647 h 558"/>
              <a:gd name="T82" fmla="*/ 2147483647 w 907"/>
              <a:gd name="T83" fmla="*/ 2147483647 h 558"/>
              <a:gd name="T84" fmla="*/ 2147483647 w 907"/>
              <a:gd name="T85" fmla="*/ 2147483647 h 558"/>
              <a:gd name="T86" fmla="*/ 2147483647 w 907"/>
              <a:gd name="T87" fmla="*/ 2147483647 h 558"/>
              <a:gd name="T88" fmla="*/ 2147483647 w 907"/>
              <a:gd name="T89" fmla="*/ 2147483647 h 558"/>
              <a:gd name="T90" fmla="*/ 2147483647 w 907"/>
              <a:gd name="T91" fmla="*/ 0 h 558"/>
              <a:gd name="T92" fmla="*/ 2147483647 w 907"/>
              <a:gd name="T93" fmla="*/ 2147483647 h 558"/>
              <a:gd name="T94" fmla="*/ 2147483647 w 907"/>
              <a:gd name="T95" fmla="*/ 2147483647 h 558"/>
              <a:gd name="T96" fmla="*/ 2147483647 w 907"/>
              <a:gd name="T97" fmla="*/ 2147483647 h 558"/>
              <a:gd name="T98" fmla="*/ 2147483647 w 907"/>
              <a:gd name="T99" fmla="*/ 2147483647 h 558"/>
              <a:gd name="T100" fmla="*/ 2147483647 w 907"/>
              <a:gd name="T101" fmla="*/ 2147483647 h 558"/>
              <a:gd name="T102" fmla="*/ 2147483647 w 907"/>
              <a:gd name="T103" fmla="*/ 2147483647 h 558"/>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907"/>
              <a:gd name="T157" fmla="*/ 0 h 558"/>
              <a:gd name="T158" fmla="*/ 907 w 907"/>
              <a:gd name="T159" fmla="*/ 558 h 558"/>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907" h="558">
                <a:moveTo>
                  <a:pt x="747" y="113"/>
                </a:moveTo>
                <a:lnTo>
                  <a:pt x="747" y="125"/>
                </a:lnTo>
                <a:lnTo>
                  <a:pt x="753" y="138"/>
                </a:lnTo>
                <a:lnTo>
                  <a:pt x="753" y="144"/>
                </a:lnTo>
                <a:lnTo>
                  <a:pt x="753" y="157"/>
                </a:lnTo>
                <a:lnTo>
                  <a:pt x="747" y="169"/>
                </a:lnTo>
                <a:lnTo>
                  <a:pt x="741" y="182"/>
                </a:lnTo>
                <a:lnTo>
                  <a:pt x="734" y="194"/>
                </a:lnTo>
                <a:lnTo>
                  <a:pt x="734" y="207"/>
                </a:lnTo>
                <a:lnTo>
                  <a:pt x="728" y="219"/>
                </a:lnTo>
                <a:lnTo>
                  <a:pt x="721" y="232"/>
                </a:lnTo>
                <a:lnTo>
                  <a:pt x="715" y="238"/>
                </a:lnTo>
                <a:lnTo>
                  <a:pt x="715" y="257"/>
                </a:lnTo>
                <a:lnTo>
                  <a:pt x="709" y="269"/>
                </a:lnTo>
                <a:lnTo>
                  <a:pt x="709" y="276"/>
                </a:lnTo>
                <a:lnTo>
                  <a:pt x="709" y="288"/>
                </a:lnTo>
                <a:lnTo>
                  <a:pt x="715" y="301"/>
                </a:lnTo>
                <a:lnTo>
                  <a:pt x="721" y="313"/>
                </a:lnTo>
                <a:lnTo>
                  <a:pt x="728" y="320"/>
                </a:lnTo>
                <a:lnTo>
                  <a:pt x="741" y="320"/>
                </a:lnTo>
                <a:lnTo>
                  <a:pt x="753" y="320"/>
                </a:lnTo>
                <a:lnTo>
                  <a:pt x="766" y="313"/>
                </a:lnTo>
                <a:lnTo>
                  <a:pt x="779" y="307"/>
                </a:lnTo>
                <a:lnTo>
                  <a:pt x="785" y="301"/>
                </a:lnTo>
                <a:lnTo>
                  <a:pt x="792" y="295"/>
                </a:lnTo>
                <a:lnTo>
                  <a:pt x="798" y="282"/>
                </a:lnTo>
                <a:lnTo>
                  <a:pt x="798" y="269"/>
                </a:lnTo>
                <a:lnTo>
                  <a:pt x="804" y="257"/>
                </a:lnTo>
                <a:lnTo>
                  <a:pt x="811" y="251"/>
                </a:lnTo>
                <a:lnTo>
                  <a:pt x="824" y="244"/>
                </a:lnTo>
                <a:lnTo>
                  <a:pt x="830" y="238"/>
                </a:lnTo>
                <a:lnTo>
                  <a:pt x="843" y="238"/>
                </a:lnTo>
                <a:lnTo>
                  <a:pt x="849" y="238"/>
                </a:lnTo>
                <a:lnTo>
                  <a:pt x="862" y="238"/>
                </a:lnTo>
                <a:lnTo>
                  <a:pt x="875" y="238"/>
                </a:lnTo>
                <a:lnTo>
                  <a:pt x="881" y="244"/>
                </a:lnTo>
                <a:lnTo>
                  <a:pt x="894" y="251"/>
                </a:lnTo>
                <a:lnTo>
                  <a:pt x="900" y="257"/>
                </a:lnTo>
                <a:lnTo>
                  <a:pt x="907" y="269"/>
                </a:lnTo>
                <a:lnTo>
                  <a:pt x="907" y="276"/>
                </a:lnTo>
                <a:lnTo>
                  <a:pt x="907" y="288"/>
                </a:lnTo>
                <a:lnTo>
                  <a:pt x="907" y="295"/>
                </a:lnTo>
                <a:lnTo>
                  <a:pt x="900" y="307"/>
                </a:lnTo>
                <a:lnTo>
                  <a:pt x="900" y="313"/>
                </a:lnTo>
                <a:lnTo>
                  <a:pt x="894" y="320"/>
                </a:lnTo>
                <a:lnTo>
                  <a:pt x="887" y="332"/>
                </a:lnTo>
                <a:lnTo>
                  <a:pt x="881" y="345"/>
                </a:lnTo>
                <a:lnTo>
                  <a:pt x="868" y="351"/>
                </a:lnTo>
                <a:lnTo>
                  <a:pt x="862" y="363"/>
                </a:lnTo>
                <a:lnTo>
                  <a:pt x="849" y="370"/>
                </a:lnTo>
                <a:lnTo>
                  <a:pt x="836" y="370"/>
                </a:lnTo>
                <a:lnTo>
                  <a:pt x="830" y="376"/>
                </a:lnTo>
                <a:lnTo>
                  <a:pt x="817" y="376"/>
                </a:lnTo>
                <a:lnTo>
                  <a:pt x="804" y="382"/>
                </a:lnTo>
                <a:lnTo>
                  <a:pt x="792" y="382"/>
                </a:lnTo>
                <a:lnTo>
                  <a:pt x="785" y="388"/>
                </a:lnTo>
                <a:lnTo>
                  <a:pt x="772" y="395"/>
                </a:lnTo>
                <a:lnTo>
                  <a:pt x="766" y="401"/>
                </a:lnTo>
                <a:lnTo>
                  <a:pt x="760" y="407"/>
                </a:lnTo>
                <a:lnTo>
                  <a:pt x="753" y="414"/>
                </a:lnTo>
                <a:lnTo>
                  <a:pt x="747" y="426"/>
                </a:lnTo>
                <a:lnTo>
                  <a:pt x="741" y="432"/>
                </a:lnTo>
                <a:lnTo>
                  <a:pt x="734" y="445"/>
                </a:lnTo>
                <a:lnTo>
                  <a:pt x="734" y="457"/>
                </a:lnTo>
                <a:lnTo>
                  <a:pt x="734" y="470"/>
                </a:lnTo>
                <a:lnTo>
                  <a:pt x="734" y="482"/>
                </a:lnTo>
                <a:lnTo>
                  <a:pt x="734" y="495"/>
                </a:lnTo>
                <a:lnTo>
                  <a:pt x="741" y="508"/>
                </a:lnTo>
                <a:lnTo>
                  <a:pt x="734" y="501"/>
                </a:lnTo>
                <a:lnTo>
                  <a:pt x="721" y="501"/>
                </a:lnTo>
                <a:lnTo>
                  <a:pt x="715" y="495"/>
                </a:lnTo>
                <a:lnTo>
                  <a:pt x="709" y="495"/>
                </a:lnTo>
                <a:lnTo>
                  <a:pt x="696" y="495"/>
                </a:lnTo>
                <a:lnTo>
                  <a:pt x="683" y="495"/>
                </a:lnTo>
                <a:lnTo>
                  <a:pt x="670" y="495"/>
                </a:lnTo>
                <a:lnTo>
                  <a:pt x="658" y="501"/>
                </a:lnTo>
                <a:lnTo>
                  <a:pt x="645" y="501"/>
                </a:lnTo>
                <a:lnTo>
                  <a:pt x="626" y="508"/>
                </a:lnTo>
                <a:lnTo>
                  <a:pt x="613" y="514"/>
                </a:lnTo>
                <a:lnTo>
                  <a:pt x="594" y="520"/>
                </a:lnTo>
                <a:lnTo>
                  <a:pt x="581" y="520"/>
                </a:lnTo>
                <a:lnTo>
                  <a:pt x="568" y="526"/>
                </a:lnTo>
                <a:lnTo>
                  <a:pt x="555" y="533"/>
                </a:lnTo>
                <a:lnTo>
                  <a:pt x="543" y="539"/>
                </a:lnTo>
                <a:lnTo>
                  <a:pt x="523" y="545"/>
                </a:lnTo>
                <a:lnTo>
                  <a:pt x="504" y="551"/>
                </a:lnTo>
                <a:lnTo>
                  <a:pt x="492" y="558"/>
                </a:lnTo>
                <a:lnTo>
                  <a:pt x="472" y="558"/>
                </a:lnTo>
                <a:lnTo>
                  <a:pt x="460" y="558"/>
                </a:lnTo>
                <a:lnTo>
                  <a:pt x="441" y="558"/>
                </a:lnTo>
                <a:lnTo>
                  <a:pt x="428" y="558"/>
                </a:lnTo>
                <a:lnTo>
                  <a:pt x="415" y="551"/>
                </a:lnTo>
                <a:lnTo>
                  <a:pt x="402" y="545"/>
                </a:lnTo>
                <a:lnTo>
                  <a:pt x="396" y="539"/>
                </a:lnTo>
                <a:lnTo>
                  <a:pt x="396" y="526"/>
                </a:lnTo>
                <a:lnTo>
                  <a:pt x="396" y="520"/>
                </a:lnTo>
                <a:lnTo>
                  <a:pt x="396" y="508"/>
                </a:lnTo>
                <a:lnTo>
                  <a:pt x="402" y="501"/>
                </a:lnTo>
                <a:lnTo>
                  <a:pt x="409" y="495"/>
                </a:lnTo>
                <a:lnTo>
                  <a:pt x="421" y="482"/>
                </a:lnTo>
                <a:lnTo>
                  <a:pt x="428" y="476"/>
                </a:lnTo>
                <a:lnTo>
                  <a:pt x="441" y="470"/>
                </a:lnTo>
                <a:lnTo>
                  <a:pt x="460" y="464"/>
                </a:lnTo>
                <a:lnTo>
                  <a:pt x="472" y="464"/>
                </a:lnTo>
                <a:lnTo>
                  <a:pt x="479" y="457"/>
                </a:lnTo>
                <a:lnTo>
                  <a:pt x="498" y="451"/>
                </a:lnTo>
                <a:lnTo>
                  <a:pt x="511" y="445"/>
                </a:lnTo>
                <a:lnTo>
                  <a:pt x="517" y="439"/>
                </a:lnTo>
                <a:lnTo>
                  <a:pt x="523" y="432"/>
                </a:lnTo>
                <a:lnTo>
                  <a:pt x="530" y="426"/>
                </a:lnTo>
                <a:lnTo>
                  <a:pt x="523" y="420"/>
                </a:lnTo>
                <a:lnTo>
                  <a:pt x="523" y="414"/>
                </a:lnTo>
                <a:lnTo>
                  <a:pt x="511" y="407"/>
                </a:lnTo>
                <a:lnTo>
                  <a:pt x="504" y="401"/>
                </a:lnTo>
                <a:lnTo>
                  <a:pt x="498" y="401"/>
                </a:lnTo>
                <a:lnTo>
                  <a:pt x="485" y="401"/>
                </a:lnTo>
                <a:lnTo>
                  <a:pt x="466" y="401"/>
                </a:lnTo>
                <a:lnTo>
                  <a:pt x="453" y="401"/>
                </a:lnTo>
                <a:lnTo>
                  <a:pt x="441" y="401"/>
                </a:lnTo>
                <a:lnTo>
                  <a:pt x="428" y="401"/>
                </a:lnTo>
                <a:lnTo>
                  <a:pt x="415" y="407"/>
                </a:lnTo>
                <a:lnTo>
                  <a:pt x="402" y="407"/>
                </a:lnTo>
                <a:lnTo>
                  <a:pt x="389" y="414"/>
                </a:lnTo>
                <a:lnTo>
                  <a:pt x="370" y="420"/>
                </a:lnTo>
                <a:lnTo>
                  <a:pt x="364" y="426"/>
                </a:lnTo>
                <a:lnTo>
                  <a:pt x="345" y="439"/>
                </a:lnTo>
                <a:lnTo>
                  <a:pt x="332" y="445"/>
                </a:lnTo>
                <a:lnTo>
                  <a:pt x="313" y="451"/>
                </a:lnTo>
                <a:lnTo>
                  <a:pt x="300" y="464"/>
                </a:lnTo>
                <a:lnTo>
                  <a:pt x="287" y="470"/>
                </a:lnTo>
                <a:lnTo>
                  <a:pt x="268" y="476"/>
                </a:lnTo>
                <a:lnTo>
                  <a:pt x="255" y="482"/>
                </a:lnTo>
                <a:lnTo>
                  <a:pt x="236" y="489"/>
                </a:lnTo>
                <a:lnTo>
                  <a:pt x="217" y="495"/>
                </a:lnTo>
                <a:lnTo>
                  <a:pt x="198" y="495"/>
                </a:lnTo>
                <a:lnTo>
                  <a:pt x="179" y="501"/>
                </a:lnTo>
                <a:lnTo>
                  <a:pt x="160" y="501"/>
                </a:lnTo>
                <a:lnTo>
                  <a:pt x="140" y="501"/>
                </a:lnTo>
                <a:lnTo>
                  <a:pt x="121" y="501"/>
                </a:lnTo>
                <a:lnTo>
                  <a:pt x="109" y="501"/>
                </a:lnTo>
                <a:lnTo>
                  <a:pt x="115" y="495"/>
                </a:lnTo>
                <a:lnTo>
                  <a:pt x="121" y="482"/>
                </a:lnTo>
                <a:lnTo>
                  <a:pt x="134" y="476"/>
                </a:lnTo>
                <a:lnTo>
                  <a:pt x="140" y="464"/>
                </a:lnTo>
                <a:lnTo>
                  <a:pt x="153" y="451"/>
                </a:lnTo>
                <a:lnTo>
                  <a:pt x="166" y="445"/>
                </a:lnTo>
                <a:lnTo>
                  <a:pt x="172" y="432"/>
                </a:lnTo>
                <a:lnTo>
                  <a:pt x="179" y="420"/>
                </a:lnTo>
                <a:lnTo>
                  <a:pt x="185" y="407"/>
                </a:lnTo>
                <a:lnTo>
                  <a:pt x="185" y="395"/>
                </a:lnTo>
                <a:lnTo>
                  <a:pt x="192" y="388"/>
                </a:lnTo>
                <a:lnTo>
                  <a:pt x="185" y="370"/>
                </a:lnTo>
                <a:lnTo>
                  <a:pt x="185" y="363"/>
                </a:lnTo>
                <a:lnTo>
                  <a:pt x="179" y="357"/>
                </a:lnTo>
                <a:lnTo>
                  <a:pt x="172" y="351"/>
                </a:lnTo>
                <a:lnTo>
                  <a:pt x="166" y="345"/>
                </a:lnTo>
                <a:lnTo>
                  <a:pt x="160" y="345"/>
                </a:lnTo>
                <a:lnTo>
                  <a:pt x="147" y="345"/>
                </a:lnTo>
                <a:lnTo>
                  <a:pt x="140" y="345"/>
                </a:lnTo>
                <a:lnTo>
                  <a:pt x="128" y="351"/>
                </a:lnTo>
                <a:lnTo>
                  <a:pt x="121" y="357"/>
                </a:lnTo>
                <a:lnTo>
                  <a:pt x="115" y="370"/>
                </a:lnTo>
                <a:lnTo>
                  <a:pt x="109" y="376"/>
                </a:lnTo>
                <a:lnTo>
                  <a:pt x="102" y="388"/>
                </a:lnTo>
                <a:lnTo>
                  <a:pt x="96" y="395"/>
                </a:lnTo>
                <a:lnTo>
                  <a:pt x="89" y="401"/>
                </a:lnTo>
                <a:lnTo>
                  <a:pt x="77" y="407"/>
                </a:lnTo>
                <a:lnTo>
                  <a:pt x="70" y="407"/>
                </a:lnTo>
                <a:lnTo>
                  <a:pt x="57" y="407"/>
                </a:lnTo>
                <a:lnTo>
                  <a:pt x="45" y="407"/>
                </a:lnTo>
                <a:lnTo>
                  <a:pt x="32" y="407"/>
                </a:lnTo>
                <a:lnTo>
                  <a:pt x="26" y="401"/>
                </a:lnTo>
                <a:lnTo>
                  <a:pt x="13" y="395"/>
                </a:lnTo>
                <a:lnTo>
                  <a:pt x="6" y="382"/>
                </a:lnTo>
                <a:lnTo>
                  <a:pt x="6" y="376"/>
                </a:lnTo>
                <a:lnTo>
                  <a:pt x="0" y="363"/>
                </a:lnTo>
                <a:lnTo>
                  <a:pt x="0" y="351"/>
                </a:lnTo>
                <a:lnTo>
                  <a:pt x="6" y="345"/>
                </a:lnTo>
                <a:lnTo>
                  <a:pt x="6" y="332"/>
                </a:lnTo>
                <a:lnTo>
                  <a:pt x="13" y="326"/>
                </a:lnTo>
                <a:lnTo>
                  <a:pt x="26" y="313"/>
                </a:lnTo>
                <a:lnTo>
                  <a:pt x="38" y="307"/>
                </a:lnTo>
                <a:lnTo>
                  <a:pt x="45" y="301"/>
                </a:lnTo>
                <a:lnTo>
                  <a:pt x="57" y="295"/>
                </a:lnTo>
                <a:lnTo>
                  <a:pt x="70" y="288"/>
                </a:lnTo>
                <a:lnTo>
                  <a:pt x="83" y="282"/>
                </a:lnTo>
                <a:lnTo>
                  <a:pt x="89" y="276"/>
                </a:lnTo>
                <a:lnTo>
                  <a:pt x="96" y="263"/>
                </a:lnTo>
                <a:lnTo>
                  <a:pt x="102" y="251"/>
                </a:lnTo>
                <a:lnTo>
                  <a:pt x="102" y="238"/>
                </a:lnTo>
                <a:lnTo>
                  <a:pt x="102" y="226"/>
                </a:lnTo>
                <a:lnTo>
                  <a:pt x="102" y="213"/>
                </a:lnTo>
                <a:lnTo>
                  <a:pt x="96" y="201"/>
                </a:lnTo>
                <a:lnTo>
                  <a:pt x="89" y="182"/>
                </a:lnTo>
                <a:lnTo>
                  <a:pt x="83" y="169"/>
                </a:lnTo>
                <a:lnTo>
                  <a:pt x="77" y="157"/>
                </a:lnTo>
                <a:lnTo>
                  <a:pt x="70" y="138"/>
                </a:lnTo>
                <a:lnTo>
                  <a:pt x="70" y="125"/>
                </a:lnTo>
                <a:lnTo>
                  <a:pt x="77" y="113"/>
                </a:lnTo>
                <a:lnTo>
                  <a:pt x="77" y="107"/>
                </a:lnTo>
                <a:lnTo>
                  <a:pt x="83" y="107"/>
                </a:lnTo>
                <a:lnTo>
                  <a:pt x="96" y="107"/>
                </a:lnTo>
                <a:lnTo>
                  <a:pt x="115" y="107"/>
                </a:lnTo>
                <a:lnTo>
                  <a:pt x="128" y="113"/>
                </a:lnTo>
                <a:lnTo>
                  <a:pt x="147" y="113"/>
                </a:lnTo>
                <a:lnTo>
                  <a:pt x="160" y="113"/>
                </a:lnTo>
                <a:lnTo>
                  <a:pt x="179" y="119"/>
                </a:lnTo>
                <a:lnTo>
                  <a:pt x="198" y="119"/>
                </a:lnTo>
                <a:lnTo>
                  <a:pt x="236" y="119"/>
                </a:lnTo>
                <a:lnTo>
                  <a:pt x="255" y="119"/>
                </a:lnTo>
                <a:lnTo>
                  <a:pt x="268" y="119"/>
                </a:lnTo>
                <a:lnTo>
                  <a:pt x="281" y="113"/>
                </a:lnTo>
                <a:lnTo>
                  <a:pt x="294" y="113"/>
                </a:lnTo>
                <a:lnTo>
                  <a:pt x="306" y="107"/>
                </a:lnTo>
                <a:lnTo>
                  <a:pt x="313" y="100"/>
                </a:lnTo>
                <a:lnTo>
                  <a:pt x="319" y="94"/>
                </a:lnTo>
                <a:lnTo>
                  <a:pt x="319" y="88"/>
                </a:lnTo>
                <a:lnTo>
                  <a:pt x="319" y="81"/>
                </a:lnTo>
                <a:lnTo>
                  <a:pt x="319" y="69"/>
                </a:lnTo>
                <a:lnTo>
                  <a:pt x="313" y="56"/>
                </a:lnTo>
                <a:lnTo>
                  <a:pt x="306" y="44"/>
                </a:lnTo>
                <a:lnTo>
                  <a:pt x="306" y="38"/>
                </a:lnTo>
                <a:lnTo>
                  <a:pt x="313" y="31"/>
                </a:lnTo>
                <a:lnTo>
                  <a:pt x="319" y="19"/>
                </a:lnTo>
                <a:lnTo>
                  <a:pt x="332" y="13"/>
                </a:lnTo>
                <a:lnTo>
                  <a:pt x="345" y="13"/>
                </a:lnTo>
                <a:lnTo>
                  <a:pt x="358" y="6"/>
                </a:lnTo>
                <a:lnTo>
                  <a:pt x="370" y="6"/>
                </a:lnTo>
                <a:lnTo>
                  <a:pt x="389" y="0"/>
                </a:lnTo>
                <a:lnTo>
                  <a:pt x="402" y="0"/>
                </a:lnTo>
                <a:lnTo>
                  <a:pt x="415" y="0"/>
                </a:lnTo>
                <a:lnTo>
                  <a:pt x="428" y="0"/>
                </a:lnTo>
                <a:lnTo>
                  <a:pt x="441" y="6"/>
                </a:lnTo>
                <a:lnTo>
                  <a:pt x="453" y="6"/>
                </a:lnTo>
                <a:lnTo>
                  <a:pt x="466" y="13"/>
                </a:lnTo>
                <a:lnTo>
                  <a:pt x="479" y="19"/>
                </a:lnTo>
                <a:lnTo>
                  <a:pt x="485" y="25"/>
                </a:lnTo>
                <a:lnTo>
                  <a:pt x="492" y="38"/>
                </a:lnTo>
                <a:lnTo>
                  <a:pt x="492" y="44"/>
                </a:lnTo>
                <a:lnTo>
                  <a:pt x="485" y="50"/>
                </a:lnTo>
                <a:lnTo>
                  <a:pt x="485" y="63"/>
                </a:lnTo>
                <a:lnTo>
                  <a:pt x="479" y="75"/>
                </a:lnTo>
                <a:lnTo>
                  <a:pt x="472" y="81"/>
                </a:lnTo>
                <a:lnTo>
                  <a:pt x="466" y="94"/>
                </a:lnTo>
                <a:lnTo>
                  <a:pt x="466" y="100"/>
                </a:lnTo>
                <a:lnTo>
                  <a:pt x="472" y="113"/>
                </a:lnTo>
                <a:lnTo>
                  <a:pt x="479" y="119"/>
                </a:lnTo>
                <a:lnTo>
                  <a:pt x="485" y="125"/>
                </a:lnTo>
                <a:lnTo>
                  <a:pt x="498" y="125"/>
                </a:lnTo>
                <a:lnTo>
                  <a:pt x="511" y="132"/>
                </a:lnTo>
                <a:lnTo>
                  <a:pt x="523" y="132"/>
                </a:lnTo>
                <a:lnTo>
                  <a:pt x="543" y="132"/>
                </a:lnTo>
                <a:lnTo>
                  <a:pt x="562" y="132"/>
                </a:lnTo>
                <a:lnTo>
                  <a:pt x="575" y="132"/>
                </a:lnTo>
                <a:lnTo>
                  <a:pt x="600" y="132"/>
                </a:lnTo>
                <a:lnTo>
                  <a:pt x="619" y="125"/>
                </a:lnTo>
                <a:lnTo>
                  <a:pt x="638" y="125"/>
                </a:lnTo>
                <a:lnTo>
                  <a:pt x="658" y="119"/>
                </a:lnTo>
                <a:lnTo>
                  <a:pt x="683" y="113"/>
                </a:lnTo>
                <a:lnTo>
                  <a:pt x="709" y="113"/>
                </a:lnTo>
                <a:lnTo>
                  <a:pt x="747" y="100"/>
                </a:lnTo>
                <a:lnTo>
                  <a:pt x="747" y="113"/>
                </a:lnTo>
                <a:close/>
              </a:path>
            </a:pathLst>
          </a:custGeom>
          <a:solidFill>
            <a:srgbClr val="FFFFFF"/>
          </a:solidFill>
          <a:ln w="9525">
            <a:solidFill>
              <a:srgbClr val="000000"/>
            </a:solidFill>
            <a:prstDash val="solid"/>
            <a:round/>
          </a:ln>
        </p:spPr>
        <p:txBody>
          <a:bodyPr lIns="82897" tIns="41448" rIns="82897" bIns="41448"/>
          <a:lstStyle/>
          <a:p>
            <a:endParaRPr lang="en-GB" sz="1815"/>
          </a:p>
        </p:txBody>
      </p:sp>
      <p:sp>
        <p:nvSpPr>
          <p:cNvPr id="312331" name="Freeform 38"/>
          <p:cNvSpPr/>
          <p:nvPr/>
        </p:nvSpPr>
        <p:spPr bwMode="auto">
          <a:xfrm>
            <a:off x="7015250" y="4283607"/>
            <a:ext cx="1118643" cy="784634"/>
          </a:xfrm>
          <a:custGeom>
            <a:avLst/>
            <a:gdLst>
              <a:gd name="T0" fmla="*/ 2147483647 w 664"/>
              <a:gd name="T1" fmla="*/ 0 h 495"/>
              <a:gd name="T2" fmla="*/ 2147483647 w 664"/>
              <a:gd name="T3" fmla="*/ 2147483647 h 495"/>
              <a:gd name="T4" fmla="*/ 2147483647 w 664"/>
              <a:gd name="T5" fmla="*/ 2147483647 h 495"/>
              <a:gd name="T6" fmla="*/ 2147483647 w 664"/>
              <a:gd name="T7" fmla="*/ 2147483647 h 495"/>
              <a:gd name="T8" fmla="*/ 2147483647 w 664"/>
              <a:gd name="T9" fmla="*/ 2147483647 h 495"/>
              <a:gd name="T10" fmla="*/ 2147483647 w 664"/>
              <a:gd name="T11" fmla="*/ 2147483647 h 495"/>
              <a:gd name="T12" fmla="*/ 2147483647 w 664"/>
              <a:gd name="T13" fmla="*/ 2147483647 h 495"/>
              <a:gd name="T14" fmla="*/ 2147483647 w 664"/>
              <a:gd name="T15" fmla="*/ 2147483647 h 495"/>
              <a:gd name="T16" fmla="*/ 2147483647 w 664"/>
              <a:gd name="T17" fmla="*/ 2147483647 h 495"/>
              <a:gd name="T18" fmla="*/ 2147483647 w 664"/>
              <a:gd name="T19" fmla="*/ 2147483647 h 495"/>
              <a:gd name="T20" fmla="*/ 2147483647 w 664"/>
              <a:gd name="T21" fmla="*/ 2147483647 h 495"/>
              <a:gd name="T22" fmla="*/ 2147483647 w 664"/>
              <a:gd name="T23" fmla="*/ 2147483647 h 495"/>
              <a:gd name="T24" fmla="*/ 2147483647 w 664"/>
              <a:gd name="T25" fmla="*/ 2147483647 h 495"/>
              <a:gd name="T26" fmla="*/ 2147483647 w 664"/>
              <a:gd name="T27" fmla="*/ 2147483647 h 495"/>
              <a:gd name="T28" fmla="*/ 2147483647 w 664"/>
              <a:gd name="T29" fmla="*/ 2147483647 h 495"/>
              <a:gd name="T30" fmla="*/ 2147483647 w 664"/>
              <a:gd name="T31" fmla="*/ 2147483647 h 495"/>
              <a:gd name="T32" fmla="*/ 2147483647 w 664"/>
              <a:gd name="T33" fmla="*/ 2147483647 h 495"/>
              <a:gd name="T34" fmla="*/ 2147483647 w 664"/>
              <a:gd name="T35" fmla="*/ 2147483647 h 495"/>
              <a:gd name="T36" fmla="*/ 2147483647 w 664"/>
              <a:gd name="T37" fmla="*/ 2147483647 h 495"/>
              <a:gd name="T38" fmla="*/ 2147483647 w 664"/>
              <a:gd name="T39" fmla="*/ 2147483647 h 495"/>
              <a:gd name="T40" fmla="*/ 2147483647 w 664"/>
              <a:gd name="T41" fmla="*/ 2147483647 h 495"/>
              <a:gd name="T42" fmla="*/ 2147483647 w 664"/>
              <a:gd name="T43" fmla="*/ 2147483647 h 495"/>
              <a:gd name="T44" fmla="*/ 2147483647 w 664"/>
              <a:gd name="T45" fmla="*/ 2147483647 h 495"/>
              <a:gd name="T46" fmla="*/ 2147483647 w 664"/>
              <a:gd name="T47" fmla="*/ 2147483647 h 495"/>
              <a:gd name="T48" fmla="*/ 2147483647 w 664"/>
              <a:gd name="T49" fmla="*/ 2147483647 h 495"/>
              <a:gd name="T50" fmla="*/ 2147483647 w 664"/>
              <a:gd name="T51" fmla="*/ 2147483647 h 495"/>
              <a:gd name="T52" fmla="*/ 2147483647 w 664"/>
              <a:gd name="T53" fmla="*/ 2147483647 h 495"/>
              <a:gd name="T54" fmla="*/ 2147483647 w 664"/>
              <a:gd name="T55" fmla="*/ 2147483647 h 495"/>
              <a:gd name="T56" fmla="*/ 2147483647 w 664"/>
              <a:gd name="T57" fmla="*/ 2147483647 h 495"/>
              <a:gd name="T58" fmla="*/ 2147483647 w 664"/>
              <a:gd name="T59" fmla="*/ 2147483647 h 495"/>
              <a:gd name="T60" fmla="*/ 2147483647 w 664"/>
              <a:gd name="T61" fmla="*/ 2147483647 h 495"/>
              <a:gd name="T62" fmla="*/ 2147483647 w 664"/>
              <a:gd name="T63" fmla="*/ 2147483647 h 495"/>
              <a:gd name="T64" fmla="*/ 2147483647 w 664"/>
              <a:gd name="T65" fmla="*/ 2147483647 h 495"/>
              <a:gd name="T66" fmla="*/ 2147483647 w 664"/>
              <a:gd name="T67" fmla="*/ 2147483647 h 495"/>
              <a:gd name="T68" fmla="*/ 2147483647 w 664"/>
              <a:gd name="T69" fmla="*/ 2147483647 h 495"/>
              <a:gd name="T70" fmla="*/ 2147483647 w 664"/>
              <a:gd name="T71" fmla="*/ 2147483647 h 495"/>
              <a:gd name="T72" fmla="*/ 2147483647 w 664"/>
              <a:gd name="T73" fmla="*/ 2147483647 h 495"/>
              <a:gd name="T74" fmla="*/ 2147483647 w 664"/>
              <a:gd name="T75" fmla="*/ 2147483647 h 495"/>
              <a:gd name="T76" fmla="*/ 2147483647 w 664"/>
              <a:gd name="T77" fmla="*/ 2147483647 h 495"/>
              <a:gd name="T78" fmla="*/ 2147483647 w 664"/>
              <a:gd name="T79" fmla="*/ 2147483647 h 495"/>
              <a:gd name="T80" fmla="*/ 2147483647 w 664"/>
              <a:gd name="T81" fmla="*/ 2147483647 h 495"/>
              <a:gd name="T82" fmla="*/ 2147483647 w 664"/>
              <a:gd name="T83" fmla="*/ 2147483647 h 495"/>
              <a:gd name="T84" fmla="*/ 0 w 664"/>
              <a:gd name="T85" fmla="*/ 2147483647 h 495"/>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664"/>
              <a:gd name="T130" fmla="*/ 0 h 495"/>
              <a:gd name="T131" fmla="*/ 664 w 664"/>
              <a:gd name="T132" fmla="*/ 495 h 495"/>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664" h="495">
                <a:moveTo>
                  <a:pt x="0" y="408"/>
                </a:moveTo>
                <a:lnTo>
                  <a:pt x="90" y="0"/>
                </a:lnTo>
                <a:lnTo>
                  <a:pt x="639" y="0"/>
                </a:lnTo>
                <a:lnTo>
                  <a:pt x="632" y="7"/>
                </a:lnTo>
                <a:lnTo>
                  <a:pt x="626" y="13"/>
                </a:lnTo>
                <a:lnTo>
                  <a:pt x="626" y="25"/>
                </a:lnTo>
                <a:lnTo>
                  <a:pt x="632" y="32"/>
                </a:lnTo>
                <a:lnTo>
                  <a:pt x="639" y="44"/>
                </a:lnTo>
                <a:lnTo>
                  <a:pt x="645" y="50"/>
                </a:lnTo>
                <a:lnTo>
                  <a:pt x="645" y="57"/>
                </a:lnTo>
                <a:lnTo>
                  <a:pt x="651" y="69"/>
                </a:lnTo>
                <a:lnTo>
                  <a:pt x="658" y="75"/>
                </a:lnTo>
                <a:lnTo>
                  <a:pt x="664" y="82"/>
                </a:lnTo>
                <a:lnTo>
                  <a:pt x="664" y="94"/>
                </a:lnTo>
                <a:lnTo>
                  <a:pt x="664" y="101"/>
                </a:lnTo>
                <a:lnTo>
                  <a:pt x="664" y="107"/>
                </a:lnTo>
                <a:lnTo>
                  <a:pt x="664" y="119"/>
                </a:lnTo>
                <a:lnTo>
                  <a:pt x="664" y="126"/>
                </a:lnTo>
                <a:lnTo>
                  <a:pt x="658" y="132"/>
                </a:lnTo>
                <a:lnTo>
                  <a:pt x="658" y="138"/>
                </a:lnTo>
                <a:lnTo>
                  <a:pt x="651" y="144"/>
                </a:lnTo>
                <a:lnTo>
                  <a:pt x="645" y="151"/>
                </a:lnTo>
                <a:lnTo>
                  <a:pt x="639" y="151"/>
                </a:lnTo>
                <a:lnTo>
                  <a:pt x="626" y="157"/>
                </a:lnTo>
                <a:lnTo>
                  <a:pt x="619" y="157"/>
                </a:lnTo>
                <a:lnTo>
                  <a:pt x="607" y="151"/>
                </a:lnTo>
                <a:lnTo>
                  <a:pt x="600" y="144"/>
                </a:lnTo>
                <a:lnTo>
                  <a:pt x="587" y="144"/>
                </a:lnTo>
                <a:lnTo>
                  <a:pt x="575" y="138"/>
                </a:lnTo>
                <a:lnTo>
                  <a:pt x="568" y="132"/>
                </a:lnTo>
                <a:lnTo>
                  <a:pt x="562" y="126"/>
                </a:lnTo>
                <a:lnTo>
                  <a:pt x="556" y="119"/>
                </a:lnTo>
                <a:lnTo>
                  <a:pt x="543" y="119"/>
                </a:lnTo>
                <a:lnTo>
                  <a:pt x="536" y="113"/>
                </a:lnTo>
                <a:lnTo>
                  <a:pt x="530" y="113"/>
                </a:lnTo>
                <a:lnTo>
                  <a:pt x="517" y="113"/>
                </a:lnTo>
                <a:lnTo>
                  <a:pt x="511" y="119"/>
                </a:lnTo>
                <a:lnTo>
                  <a:pt x="504" y="126"/>
                </a:lnTo>
                <a:lnTo>
                  <a:pt x="492" y="132"/>
                </a:lnTo>
                <a:lnTo>
                  <a:pt x="485" y="138"/>
                </a:lnTo>
                <a:lnTo>
                  <a:pt x="479" y="144"/>
                </a:lnTo>
                <a:lnTo>
                  <a:pt x="473" y="157"/>
                </a:lnTo>
                <a:lnTo>
                  <a:pt x="473" y="169"/>
                </a:lnTo>
                <a:lnTo>
                  <a:pt x="466" y="176"/>
                </a:lnTo>
                <a:lnTo>
                  <a:pt x="466" y="188"/>
                </a:lnTo>
                <a:lnTo>
                  <a:pt x="466" y="201"/>
                </a:lnTo>
                <a:lnTo>
                  <a:pt x="473" y="213"/>
                </a:lnTo>
                <a:lnTo>
                  <a:pt x="479" y="220"/>
                </a:lnTo>
                <a:lnTo>
                  <a:pt x="479" y="232"/>
                </a:lnTo>
                <a:lnTo>
                  <a:pt x="485" y="238"/>
                </a:lnTo>
                <a:lnTo>
                  <a:pt x="498" y="245"/>
                </a:lnTo>
                <a:lnTo>
                  <a:pt x="504" y="251"/>
                </a:lnTo>
                <a:lnTo>
                  <a:pt x="517" y="257"/>
                </a:lnTo>
                <a:lnTo>
                  <a:pt x="530" y="263"/>
                </a:lnTo>
                <a:lnTo>
                  <a:pt x="543" y="263"/>
                </a:lnTo>
                <a:lnTo>
                  <a:pt x="562" y="270"/>
                </a:lnTo>
                <a:lnTo>
                  <a:pt x="581" y="270"/>
                </a:lnTo>
                <a:lnTo>
                  <a:pt x="594" y="263"/>
                </a:lnTo>
                <a:lnTo>
                  <a:pt x="607" y="263"/>
                </a:lnTo>
                <a:lnTo>
                  <a:pt x="619" y="270"/>
                </a:lnTo>
                <a:lnTo>
                  <a:pt x="626" y="270"/>
                </a:lnTo>
                <a:lnTo>
                  <a:pt x="639" y="282"/>
                </a:lnTo>
                <a:lnTo>
                  <a:pt x="639" y="289"/>
                </a:lnTo>
                <a:lnTo>
                  <a:pt x="645" y="301"/>
                </a:lnTo>
                <a:lnTo>
                  <a:pt x="639" y="307"/>
                </a:lnTo>
                <a:lnTo>
                  <a:pt x="639" y="320"/>
                </a:lnTo>
                <a:lnTo>
                  <a:pt x="632" y="332"/>
                </a:lnTo>
                <a:lnTo>
                  <a:pt x="626" y="345"/>
                </a:lnTo>
                <a:lnTo>
                  <a:pt x="619" y="357"/>
                </a:lnTo>
                <a:lnTo>
                  <a:pt x="613" y="364"/>
                </a:lnTo>
                <a:lnTo>
                  <a:pt x="607" y="376"/>
                </a:lnTo>
                <a:lnTo>
                  <a:pt x="562" y="376"/>
                </a:lnTo>
                <a:lnTo>
                  <a:pt x="543" y="376"/>
                </a:lnTo>
                <a:lnTo>
                  <a:pt x="524" y="376"/>
                </a:lnTo>
                <a:lnTo>
                  <a:pt x="498" y="376"/>
                </a:lnTo>
                <a:lnTo>
                  <a:pt x="479" y="370"/>
                </a:lnTo>
                <a:lnTo>
                  <a:pt x="453" y="370"/>
                </a:lnTo>
                <a:lnTo>
                  <a:pt x="434" y="370"/>
                </a:lnTo>
                <a:lnTo>
                  <a:pt x="415" y="370"/>
                </a:lnTo>
                <a:lnTo>
                  <a:pt x="402" y="370"/>
                </a:lnTo>
                <a:lnTo>
                  <a:pt x="396" y="376"/>
                </a:lnTo>
                <a:lnTo>
                  <a:pt x="390" y="376"/>
                </a:lnTo>
                <a:lnTo>
                  <a:pt x="383" y="383"/>
                </a:lnTo>
                <a:lnTo>
                  <a:pt x="377" y="395"/>
                </a:lnTo>
                <a:lnTo>
                  <a:pt x="383" y="401"/>
                </a:lnTo>
                <a:lnTo>
                  <a:pt x="383" y="408"/>
                </a:lnTo>
                <a:lnTo>
                  <a:pt x="390" y="414"/>
                </a:lnTo>
                <a:lnTo>
                  <a:pt x="396" y="426"/>
                </a:lnTo>
                <a:lnTo>
                  <a:pt x="396" y="433"/>
                </a:lnTo>
                <a:lnTo>
                  <a:pt x="396" y="445"/>
                </a:lnTo>
                <a:lnTo>
                  <a:pt x="396" y="451"/>
                </a:lnTo>
                <a:lnTo>
                  <a:pt x="390" y="464"/>
                </a:lnTo>
                <a:lnTo>
                  <a:pt x="383" y="470"/>
                </a:lnTo>
                <a:lnTo>
                  <a:pt x="370" y="477"/>
                </a:lnTo>
                <a:lnTo>
                  <a:pt x="364" y="483"/>
                </a:lnTo>
                <a:lnTo>
                  <a:pt x="351" y="489"/>
                </a:lnTo>
                <a:lnTo>
                  <a:pt x="338" y="489"/>
                </a:lnTo>
                <a:lnTo>
                  <a:pt x="326" y="495"/>
                </a:lnTo>
                <a:lnTo>
                  <a:pt x="319" y="495"/>
                </a:lnTo>
                <a:lnTo>
                  <a:pt x="307" y="495"/>
                </a:lnTo>
                <a:lnTo>
                  <a:pt x="294" y="495"/>
                </a:lnTo>
                <a:lnTo>
                  <a:pt x="287" y="495"/>
                </a:lnTo>
                <a:lnTo>
                  <a:pt x="275" y="495"/>
                </a:lnTo>
                <a:lnTo>
                  <a:pt x="268" y="489"/>
                </a:lnTo>
                <a:lnTo>
                  <a:pt x="262" y="489"/>
                </a:lnTo>
                <a:lnTo>
                  <a:pt x="249" y="483"/>
                </a:lnTo>
                <a:lnTo>
                  <a:pt x="243" y="477"/>
                </a:lnTo>
                <a:lnTo>
                  <a:pt x="236" y="470"/>
                </a:lnTo>
                <a:lnTo>
                  <a:pt x="230" y="464"/>
                </a:lnTo>
                <a:lnTo>
                  <a:pt x="224" y="458"/>
                </a:lnTo>
                <a:lnTo>
                  <a:pt x="224" y="451"/>
                </a:lnTo>
                <a:lnTo>
                  <a:pt x="217" y="439"/>
                </a:lnTo>
                <a:lnTo>
                  <a:pt x="211" y="433"/>
                </a:lnTo>
                <a:lnTo>
                  <a:pt x="198" y="420"/>
                </a:lnTo>
                <a:lnTo>
                  <a:pt x="192" y="414"/>
                </a:lnTo>
                <a:lnTo>
                  <a:pt x="185" y="408"/>
                </a:lnTo>
                <a:lnTo>
                  <a:pt x="173" y="401"/>
                </a:lnTo>
                <a:lnTo>
                  <a:pt x="160" y="401"/>
                </a:lnTo>
                <a:lnTo>
                  <a:pt x="153" y="395"/>
                </a:lnTo>
                <a:lnTo>
                  <a:pt x="134" y="395"/>
                </a:lnTo>
                <a:lnTo>
                  <a:pt x="121" y="395"/>
                </a:lnTo>
                <a:lnTo>
                  <a:pt x="109" y="389"/>
                </a:lnTo>
                <a:lnTo>
                  <a:pt x="96" y="389"/>
                </a:lnTo>
                <a:lnTo>
                  <a:pt x="77" y="395"/>
                </a:lnTo>
                <a:lnTo>
                  <a:pt x="64" y="395"/>
                </a:lnTo>
                <a:lnTo>
                  <a:pt x="51" y="395"/>
                </a:lnTo>
                <a:lnTo>
                  <a:pt x="38" y="401"/>
                </a:lnTo>
                <a:lnTo>
                  <a:pt x="19" y="401"/>
                </a:lnTo>
                <a:lnTo>
                  <a:pt x="0" y="408"/>
                </a:lnTo>
                <a:close/>
              </a:path>
            </a:pathLst>
          </a:custGeom>
          <a:solidFill>
            <a:schemeClr val="accent3"/>
          </a:solidFill>
          <a:ln w="9525">
            <a:solidFill>
              <a:schemeClr val="tx1"/>
            </a:solidFill>
            <a:prstDash val="solid"/>
            <a:round/>
          </a:ln>
        </p:spPr>
        <p:txBody>
          <a:bodyPr lIns="82897" tIns="41448" rIns="82897" bIns="41448"/>
          <a:lstStyle/>
          <a:p>
            <a:endParaRPr lang="en-GB" sz="1815"/>
          </a:p>
        </p:txBody>
      </p:sp>
      <p:sp>
        <p:nvSpPr>
          <p:cNvPr id="312332" name="Freeform 39"/>
          <p:cNvSpPr/>
          <p:nvPr/>
        </p:nvSpPr>
        <p:spPr bwMode="auto">
          <a:xfrm>
            <a:off x="9101369" y="4283605"/>
            <a:ext cx="1118643" cy="757280"/>
          </a:xfrm>
          <a:custGeom>
            <a:avLst/>
            <a:gdLst>
              <a:gd name="T0" fmla="*/ 110428745 w 664"/>
              <a:gd name="T1" fmla="*/ 0 h 477"/>
              <a:gd name="T2" fmla="*/ 2147483647 w 664"/>
              <a:gd name="T3" fmla="*/ 1192097228 h 477"/>
              <a:gd name="T4" fmla="*/ 2147483647 w 664"/>
              <a:gd name="T5" fmla="*/ 1152259368 h 477"/>
              <a:gd name="T6" fmla="*/ 2111958243 w 664"/>
              <a:gd name="T7" fmla="*/ 1115485016 h 477"/>
              <a:gd name="T8" fmla="*/ 2004979206 w 664"/>
              <a:gd name="T9" fmla="*/ 1094033457 h 477"/>
              <a:gd name="T10" fmla="*/ 1894550026 w 664"/>
              <a:gd name="T11" fmla="*/ 1094033457 h 477"/>
              <a:gd name="T12" fmla="*/ 1759964274 w 664"/>
              <a:gd name="T13" fmla="*/ 1094033457 h 477"/>
              <a:gd name="T14" fmla="*/ 1628830058 w 664"/>
              <a:gd name="T15" fmla="*/ 1094033457 h 477"/>
              <a:gd name="T16" fmla="*/ 1518399485 w 664"/>
              <a:gd name="T17" fmla="*/ 1115485016 h 477"/>
              <a:gd name="T18" fmla="*/ 1432127805 w 664"/>
              <a:gd name="T19" fmla="*/ 1133871317 h 477"/>
              <a:gd name="T20" fmla="*/ 1363110090 w 664"/>
              <a:gd name="T21" fmla="*/ 1152259368 h 477"/>
              <a:gd name="T22" fmla="*/ 1342404590 w 664"/>
              <a:gd name="T23" fmla="*/ 1192097228 h 477"/>
              <a:gd name="T24" fmla="*/ 1342404590 w 664"/>
              <a:gd name="T25" fmla="*/ 1228871579 h 477"/>
              <a:gd name="T26" fmla="*/ 1387265269 w 664"/>
              <a:gd name="T27" fmla="*/ 1268711189 h 477"/>
              <a:gd name="T28" fmla="*/ 1363110090 w 664"/>
              <a:gd name="T29" fmla="*/ 1326937100 h 477"/>
              <a:gd name="T30" fmla="*/ 1297542053 w 664"/>
              <a:gd name="T31" fmla="*/ 1363711452 h 477"/>
              <a:gd name="T32" fmla="*/ 1231975874 w 664"/>
              <a:gd name="T33" fmla="*/ 1403549311 h 477"/>
              <a:gd name="T34" fmla="*/ 1166407837 w 664"/>
              <a:gd name="T35" fmla="*/ 1440323663 h 477"/>
              <a:gd name="T36" fmla="*/ 1100839800 w 664"/>
              <a:gd name="T37" fmla="*/ 1440323663 h 477"/>
              <a:gd name="T38" fmla="*/ 1035273621 w 664"/>
              <a:gd name="T39" fmla="*/ 1461775222 h 477"/>
              <a:gd name="T40" fmla="*/ 945550174 w 664"/>
              <a:gd name="T41" fmla="*/ 1461775222 h 477"/>
              <a:gd name="T42" fmla="*/ 879982137 w 664"/>
              <a:gd name="T43" fmla="*/ 1440323663 h 477"/>
              <a:gd name="T44" fmla="*/ 814414100 w 664"/>
              <a:gd name="T45" fmla="*/ 1421937362 h 477"/>
              <a:gd name="T46" fmla="*/ 790258922 w 664"/>
              <a:gd name="T47" fmla="*/ 1382097752 h 477"/>
              <a:gd name="T48" fmla="*/ 790258922 w 664"/>
              <a:gd name="T49" fmla="*/ 1345323401 h 477"/>
              <a:gd name="T50" fmla="*/ 814414100 w 664"/>
              <a:gd name="T51" fmla="*/ 1287097490 h 477"/>
              <a:gd name="T52" fmla="*/ 859276637 w 664"/>
              <a:gd name="T53" fmla="*/ 1228871579 h 477"/>
              <a:gd name="T54" fmla="*/ 879982137 w 664"/>
              <a:gd name="T55" fmla="*/ 1192097228 h 477"/>
              <a:gd name="T56" fmla="*/ 879982137 w 664"/>
              <a:gd name="T57" fmla="*/ 1152259368 h 477"/>
              <a:gd name="T58" fmla="*/ 835119600 w 664"/>
              <a:gd name="T59" fmla="*/ 1115485016 h 477"/>
              <a:gd name="T60" fmla="*/ 769553421 w 664"/>
              <a:gd name="T61" fmla="*/ 1094033457 h 477"/>
              <a:gd name="T62" fmla="*/ 614262169 w 664"/>
              <a:gd name="T63" fmla="*/ 1094033457 h 477"/>
              <a:gd name="T64" fmla="*/ 483127837 w 664"/>
              <a:gd name="T65" fmla="*/ 1094033457 h 477"/>
              <a:gd name="T66" fmla="*/ 327836585 w 664"/>
              <a:gd name="T67" fmla="*/ 1133871317 h 477"/>
              <a:gd name="T68" fmla="*/ 196702311 w 664"/>
              <a:gd name="T69" fmla="*/ 1152259368 h 477"/>
              <a:gd name="T70" fmla="*/ 131134274 w 664"/>
              <a:gd name="T71" fmla="*/ 1173710927 h 477"/>
              <a:gd name="T72" fmla="*/ 86273566 w 664"/>
              <a:gd name="T73" fmla="*/ 1115485016 h 477"/>
              <a:gd name="T74" fmla="*/ 65568066 w 664"/>
              <a:gd name="T75" fmla="*/ 1057259106 h 477"/>
              <a:gd name="T76" fmla="*/ 41411015 w 664"/>
              <a:gd name="T77" fmla="*/ 962258843 h 477"/>
              <a:gd name="T78" fmla="*/ 65568066 w 664"/>
              <a:gd name="T79" fmla="*/ 885646413 h 477"/>
              <a:gd name="T80" fmla="*/ 110428745 w 664"/>
              <a:gd name="T81" fmla="*/ 805968943 h 477"/>
              <a:gd name="T82" fmla="*/ 175996811 w 664"/>
              <a:gd name="T83" fmla="*/ 729354982 h 477"/>
              <a:gd name="T84" fmla="*/ 262268548 w 664"/>
              <a:gd name="T85" fmla="*/ 692580630 h 477"/>
              <a:gd name="T86" fmla="*/ 351993621 w 664"/>
              <a:gd name="T87" fmla="*/ 652742770 h 477"/>
              <a:gd name="T88" fmla="*/ 438265300 w 664"/>
              <a:gd name="T89" fmla="*/ 615968419 h 477"/>
              <a:gd name="T90" fmla="*/ 503833453 w 664"/>
              <a:gd name="T91" fmla="*/ 576128809 h 477"/>
              <a:gd name="T92" fmla="*/ 572851168 w 664"/>
              <a:gd name="T93" fmla="*/ 517902898 h 477"/>
              <a:gd name="T94" fmla="*/ 593556669 w 664"/>
              <a:gd name="T95" fmla="*/ 462742246 h 477"/>
              <a:gd name="T96" fmla="*/ 593556669 w 664"/>
              <a:gd name="T97" fmla="*/ 386129925 h 477"/>
              <a:gd name="T98" fmla="*/ 548694132 w 664"/>
              <a:gd name="T99" fmla="*/ 327904015 h 477"/>
              <a:gd name="T100" fmla="*/ 483127837 w 664"/>
              <a:gd name="T101" fmla="*/ 288064404 h 477"/>
              <a:gd name="T102" fmla="*/ 396854300 w 664"/>
              <a:gd name="T103" fmla="*/ 309515964 h 477"/>
              <a:gd name="T104" fmla="*/ 327836585 w 664"/>
              <a:gd name="T105" fmla="*/ 346290315 h 477"/>
              <a:gd name="T106" fmla="*/ 286425584 w 664"/>
              <a:gd name="T107" fmla="*/ 404516226 h 477"/>
              <a:gd name="T108" fmla="*/ 196702311 w 664"/>
              <a:gd name="T109" fmla="*/ 422904277 h 477"/>
              <a:gd name="T110" fmla="*/ 110428745 w 664"/>
              <a:gd name="T111" fmla="*/ 422904277 h 477"/>
              <a:gd name="T112" fmla="*/ 65568066 w 664"/>
              <a:gd name="T113" fmla="*/ 386129925 h 477"/>
              <a:gd name="T114" fmla="*/ 20705508 w 664"/>
              <a:gd name="T115" fmla="*/ 309515964 h 477"/>
              <a:gd name="T116" fmla="*/ 0 w 664"/>
              <a:gd name="T117" fmla="*/ 251290053 h 477"/>
              <a:gd name="T118" fmla="*/ 20705508 w 664"/>
              <a:gd name="T119" fmla="*/ 174677787 h 477"/>
              <a:gd name="T120" fmla="*/ 41411015 w 664"/>
              <a:gd name="T121" fmla="*/ 98063798 h 477"/>
              <a:gd name="T122" fmla="*/ 86273566 w 664"/>
              <a:gd name="T123" fmla="*/ 39837873 h 477"/>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664"/>
              <a:gd name="T187" fmla="*/ 0 h 477"/>
              <a:gd name="T188" fmla="*/ 664 w 664"/>
              <a:gd name="T189" fmla="*/ 477 h 477"/>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664" h="477">
                <a:moveTo>
                  <a:pt x="25" y="13"/>
                </a:moveTo>
                <a:lnTo>
                  <a:pt x="32" y="0"/>
                </a:lnTo>
                <a:lnTo>
                  <a:pt x="549" y="0"/>
                </a:lnTo>
                <a:lnTo>
                  <a:pt x="664" y="389"/>
                </a:lnTo>
                <a:lnTo>
                  <a:pt x="644" y="383"/>
                </a:lnTo>
                <a:lnTo>
                  <a:pt x="638" y="376"/>
                </a:lnTo>
                <a:lnTo>
                  <a:pt x="625" y="370"/>
                </a:lnTo>
                <a:lnTo>
                  <a:pt x="612" y="364"/>
                </a:lnTo>
                <a:lnTo>
                  <a:pt x="600" y="364"/>
                </a:lnTo>
                <a:lnTo>
                  <a:pt x="581" y="357"/>
                </a:lnTo>
                <a:lnTo>
                  <a:pt x="568" y="357"/>
                </a:lnTo>
                <a:lnTo>
                  <a:pt x="549" y="357"/>
                </a:lnTo>
                <a:lnTo>
                  <a:pt x="529" y="357"/>
                </a:lnTo>
                <a:lnTo>
                  <a:pt x="510" y="357"/>
                </a:lnTo>
                <a:lnTo>
                  <a:pt x="491" y="357"/>
                </a:lnTo>
                <a:lnTo>
                  <a:pt x="472" y="357"/>
                </a:lnTo>
                <a:lnTo>
                  <a:pt x="453" y="357"/>
                </a:lnTo>
                <a:lnTo>
                  <a:pt x="440" y="364"/>
                </a:lnTo>
                <a:lnTo>
                  <a:pt x="427" y="364"/>
                </a:lnTo>
                <a:lnTo>
                  <a:pt x="415" y="370"/>
                </a:lnTo>
                <a:lnTo>
                  <a:pt x="402" y="370"/>
                </a:lnTo>
                <a:lnTo>
                  <a:pt x="395" y="376"/>
                </a:lnTo>
                <a:lnTo>
                  <a:pt x="389" y="383"/>
                </a:lnTo>
                <a:lnTo>
                  <a:pt x="389" y="389"/>
                </a:lnTo>
                <a:lnTo>
                  <a:pt x="389" y="395"/>
                </a:lnTo>
                <a:lnTo>
                  <a:pt x="389" y="401"/>
                </a:lnTo>
                <a:lnTo>
                  <a:pt x="395" y="408"/>
                </a:lnTo>
                <a:lnTo>
                  <a:pt x="402" y="414"/>
                </a:lnTo>
                <a:lnTo>
                  <a:pt x="402" y="426"/>
                </a:lnTo>
                <a:lnTo>
                  <a:pt x="395" y="433"/>
                </a:lnTo>
                <a:lnTo>
                  <a:pt x="389" y="439"/>
                </a:lnTo>
                <a:lnTo>
                  <a:pt x="376" y="445"/>
                </a:lnTo>
                <a:lnTo>
                  <a:pt x="370" y="451"/>
                </a:lnTo>
                <a:lnTo>
                  <a:pt x="357" y="458"/>
                </a:lnTo>
                <a:lnTo>
                  <a:pt x="351" y="464"/>
                </a:lnTo>
                <a:lnTo>
                  <a:pt x="338" y="470"/>
                </a:lnTo>
                <a:lnTo>
                  <a:pt x="332" y="470"/>
                </a:lnTo>
                <a:lnTo>
                  <a:pt x="319" y="470"/>
                </a:lnTo>
                <a:lnTo>
                  <a:pt x="306" y="477"/>
                </a:lnTo>
                <a:lnTo>
                  <a:pt x="300" y="477"/>
                </a:lnTo>
                <a:lnTo>
                  <a:pt x="287" y="477"/>
                </a:lnTo>
                <a:lnTo>
                  <a:pt x="274" y="477"/>
                </a:lnTo>
                <a:lnTo>
                  <a:pt x="261" y="470"/>
                </a:lnTo>
                <a:lnTo>
                  <a:pt x="255" y="470"/>
                </a:lnTo>
                <a:lnTo>
                  <a:pt x="242" y="464"/>
                </a:lnTo>
                <a:lnTo>
                  <a:pt x="236" y="464"/>
                </a:lnTo>
                <a:lnTo>
                  <a:pt x="229" y="458"/>
                </a:lnTo>
                <a:lnTo>
                  <a:pt x="229" y="451"/>
                </a:lnTo>
                <a:lnTo>
                  <a:pt x="223" y="445"/>
                </a:lnTo>
                <a:lnTo>
                  <a:pt x="229" y="439"/>
                </a:lnTo>
                <a:lnTo>
                  <a:pt x="229" y="426"/>
                </a:lnTo>
                <a:lnTo>
                  <a:pt x="236" y="420"/>
                </a:lnTo>
                <a:lnTo>
                  <a:pt x="242" y="414"/>
                </a:lnTo>
                <a:lnTo>
                  <a:pt x="249" y="401"/>
                </a:lnTo>
                <a:lnTo>
                  <a:pt x="255" y="389"/>
                </a:lnTo>
                <a:lnTo>
                  <a:pt x="255" y="383"/>
                </a:lnTo>
                <a:lnTo>
                  <a:pt x="255" y="376"/>
                </a:lnTo>
                <a:lnTo>
                  <a:pt x="249" y="370"/>
                </a:lnTo>
                <a:lnTo>
                  <a:pt x="242" y="364"/>
                </a:lnTo>
                <a:lnTo>
                  <a:pt x="229" y="357"/>
                </a:lnTo>
                <a:lnTo>
                  <a:pt x="223" y="357"/>
                </a:lnTo>
                <a:lnTo>
                  <a:pt x="210" y="357"/>
                </a:lnTo>
                <a:lnTo>
                  <a:pt x="178" y="357"/>
                </a:lnTo>
                <a:lnTo>
                  <a:pt x="159" y="357"/>
                </a:lnTo>
                <a:lnTo>
                  <a:pt x="140" y="357"/>
                </a:lnTo>
                <a:lnTo>
                  <a:pt x="121" y="364"/>
                </a:lnTo>
                <a:lnTo>
                  <a:pt x="95" y="370"/>
                </a:lnTo>
                <a:lnTo>
                  <a:pt x="76" y="370"/>
                </a:lnTo>
                <a:lnTo>
                  <a:pt x="57" y="376"/>
                </a:lnTo>
                <a:lnTo>
                  <a:pt x="44" y="376"/>
                </a:lnTo>
                <a:lnTo>
                  <a:pt x="38" y="383"/>
                </a:lnTo>
                <a:lnTo>
                  <a:pt x="32" y="370"/>
                </a:lnTo>
                <a:lnTo>
                  <a:pt x="25" y="364"/>
                </a:lnTo>
                <a:lnTo>
                  <a:pt x="25" y="351"/>
                </a:lnTo>
                <a:lnTo>
                  <a:pt x="19" y="345"/>
                </a:lnTo>
                <a:lnTo>
                  <a:pt x="12" y="332"/>
                </a:lnTo>
                <a:lnTo>
                  <a:pt x="12" y="314"/>
                </a:lnTo>
                <a:lnTo>
                  <a:pt x="12" y="301"/>
                </a:lnTo>
                <a:lnTo>
                  <a:pt x="19" y="289"/>
                </a:lnTo>
                <a:lnTo>
                  <a:pt x="19" y="276"/>
                </a:lnTo>
                <a:lnTo>
                  <a:pt x="32" y="263"/>
                </a:lnTo>
                <a:lnTo>
                  <a:pt x="38" y="251"/>
                </a:lnTo>
                <a:lnTo>
                  <a:pt x="51" y="238"/>
                </a:lnTo>
                <a:lnTo>
                  <a:pt x="63" y="232"/>
                </a:lnTo>
                <a:lnTo>
                  <a:pt x="76" y="226"/>
                </a:lnTo>
                <a:lnTo>
                  <a:pt x="89" y="220"/>
                </a:lnTo>
                <a:lnTo>
                  <a:pt x="102" y="213"/>
                </a:lnTo>
                <a:lnTo>
                  <a:pt x="115" y="207"/>
                </a:lnTo>
                <a:lnTo>
                  <a:pt x="127" y="201"/>
                </a:lnTo>
                <a:lnTo>
                  <a:pt x="140" y="195"/>
                </a:lnTo>
                <a:lnTo>
                  <a:pt x="146" y="188"/>
                </a:lnTo>
                <a:lnTo>
                  <a:pt x="159" y="182"/>
                </a:lnTo>
                <a:lnTo>
                  <a:pt x="166" y="169"/>
                </a:lnTo>
                <a:lnTo>
                  <a:pt x="172" y="163"/>
                </a:lnTo>
                <a:lnTo>
                  <a:pt x="172" y="151"/>
                </a:lnTo>
                <a:lnTo>
                  <a:pt x="178" y="138"/>
                </a:lnTo>
                <a:lnTo>
                  <a:pt x="172" y="126"/>
                </a:lnTo>
                <a:lnTo>
                  <a:pt x="166" y="113"/>
                </a:lnTo>
                <a:lnTo>
                  <a:pt x="159" y="107"/>
                </a:lnTo>
                <a:lnTo>
                  <a:pt x="153" y="101"/>
                </a:lnTo>
                <a:lnTo>
                  <a:pt x="140" y="94"/>
                </a:lnTo>
                <a:lnTo>
                  <a:pt x="127" y="94"/>
                </a:lnTo>
                <a:lnTo>
                  <a:pt x="115" y="101"/>
                </a:lnTo>
                <a:lnTo>
                  <a:pt x="102" y="107"/>
                </a:lnTo>
                <a:lnTo>
                  <a:pt x="95" y="113"/>
                </a:lnTo>
                <a:lnTo>
                  <a:pt x="89" y="126"/>
                </a:lnTo>
                <a:lnTo>
                  <a:pt x="83" y="132"/>
                </a:lnTo>
                <a:lnTo>
                  <a:pt x="70" y="138"/>
                </a:lnTo>
                <a:lnTo>
                  <a:pt x="57" y="138"/>
                </a:lnTo>
                <a:lnTo>
                  <a:pt x="44" y="138"/>
                </a:lnTo>
                <a:lnTo>
                  <a:pt x="32" y="138"/>
                </a:lnTo>
                <a:lnTo>
                  <a:pt x="25" y="132"/>
                </a:lnTo>
                <a:lnTo>
                  <a:pt x="19" y="126"/>
                </a:lnTo>
                <a:lnTo>
                  <a:pt x="12" y="113"/>
                </a:lnTo>
                <a:lnTo>
                  <a:pt x="6" y="101"/>
                </a:lnTo>
                <a:lnTo>
                  <a:pt x="6" y="94"/>
                </a:lnTo>
                <a:lnTo>
                  <a:pt x="0" y="82"/>
                </a:lnTo>
                <a:lnTo>
                  <a:pt x="6" y="69"/>
                </a:lnTo>
                <a:lnTo>
                  <a:pt x="6" y="57"/>
                </a:lnTo>
                <a:lnTo>
                  <a:pt x="12" y="44"/>
                </a:lnTo>
                <a:lnTo>
                  <a:pt x="12" y="32"/>
                </a:lnTo>
                <a:lnTo>
                  <a:pt x="19" y="19"/>
                </a:lnTo>
                <a:lnTo>
                  <a:pt x="25" y="13"/>
                </a:lnTo>
                <a:close/>
              </a:path>
            </a:pathLst>
          </a:custGeom>
          <a:solidFill>
            <a:schemeClr val="accent5"/>
          </a:solidFill>
          <a:ln w="9525">
            <a:solidFill>
              <a:srgbClr val="000000"/>
            </a:solidFill>
            <a:prstDash val="solid"/>
            <a:round/>
          </a:ln>
        </p:spPr>
        <p:txBody>
          <a:bodyPr lIns="82897" tIns="41448" rIns="82897" bIns="41448"/>
          <a:lstStyle/>
          <a:p>
            <a:pPr>
              <a:defRPr/>
            </a:pPr>
            <a:endParaRPr lang="en-GB" sz="1815"/>
          </a:p>
        </p:txBody>
      </p:sp>
      <p:sp>
        <p:nvSpPr>
          <p:cNvPr id="312333" name="Freeform 40"/>
          <p:cNvSpPr/>
          <p:nvPr/>
        </p:nvSpPr>
        <p:spPr bwMode="auto">
          <a:xfrm>
            <a:off x="6854005" y="4871000"/>
            <a:ext cx="1377788" cy="855179"/>
          </a:xfrm>
          <a:custGeom>
            <a:avLst/>
            <a:gdLst>
              <a:gd name="T0" fmla="*/ 44841637 w 818"/>
              <a:gd name="T1" fmla="*/ 1343653479 h 539"/>
              <a:gd name="T2" fmla="*/ 244907362 w 818"/>
              <a:gd name="T3" fmla="*/ 1303864850 h 539"/>
              <a:gd name="T4" fmla="*/ 486365681 w 818"/>
              <a:gd name="T5" fmla="*/ 1245710086 h 539"/>
              <a:gd name="T6" fmla="*/ 707128697 w 818"/>
              <a:gd name="T7" fmla="*/ 1187557072 h 539"/>
              <a:gd name="T8" fmla="*/ 838206495 w 818"/>
              <a:gd name="T9" fmla="*/ 1187557072 h 539"/>
              <a:gd name="T10" fmla="*/ 993428871 w 818"/>
              <a:gd name="T11" fmla="*/ 1208981314 h 539"/>
              <a:gd name="T12" fmla="*/ 1058967770 w 818"/>
              <a:gd name="T13" fmla="*/ 1267136078 h 539"/>
              <a:gd name="T14" fmla="*/ 1058967770 w 818"/>
              <a:gd name="T15" fmla="*/ 1343653479 h 539"/>
              <a:gd name="T16" fmla="*/ 969284292 w 818"/>
              <a:gd name="T17" fmla="*/ 1438535265 h 539"/>
              <a:gd name="T18" fmla="*/ 969284292 w 818"/>
              <a:gd name="T19" fmla="*/ 1515052666 h 539"/>
              <a:gd name="T20" fmla="*/ 1034821566 w 818"/>
              <a:gd name="T21" fmla="*/ 1609936202 h 539"/>
              <a:gd name="T22" fmla="*/ 1169348291 w 818"/>
              <a:gd name="T23" fmla="*/ 1649724830 h 539"/>
              <a:gd name="T24" fmla="*/ 1279730669 w 818"/>
              <a:gd name="T25" fmla="*/ 1631360444 h 539"/>
              <a:gd name="T26" fmla="*/ 1410808467 w 818"/>
              <a:gd name="T27" fmla="*/ 1591571816 h 539"/>
              <a:gd name="T28" fmla="*/ 1497042785 w 818"/>
              <a:gd name="T29" fmla="*/ 1515052666 h 539"/>
              <a:gd name="T30" fmla="*/ 1521188988 w 818"/>
              <a:gd name="T31" fmla="*/ 1420170879 h 539"/>
              <a:gd name="T32" fmla="*/ 1586727887 w 818"/>
              <a:gd name="T33" fmla="*/ 1343653479 h 539"/>
              <a:gd name="T34" fmla="*/ 1741950031 w 818"/>
              <a:gd name="T35" fmla="*/ 1303864850 h 539"/>
              <a:gd name="T36" fmla="*/ 1917871308 w 818"/>
              <a:gd name="T37" fmla="*/ 1267136078 h 539"/>
              <a:gd name="T38" fmla="*/ 2147483647 w 818"/>
              <a:gd name="T39" fmla="*/ 1227345700 h 539"/>
              <a:gd name="T40" fmla="*/ 2147483647 w 818"/>
              <a:gd name="T41" fmla="*/ 1227345700 h 539"/>
              <a:gd name="T42" fmla="*/ 2147483647 w 818"/>
              <a:gd name="T43" fmla="*/ 1150828300 h 539"/>
              <a:gd name="T44" fmla="*/ 2147483647 w 818"/>
              <a:gd name="T45" fmla="*/ 1074310899 h 539"/>
              <a:gd name="T46" fmla="*/ 2147483647 w 818"/>
              <a:gd name="T47" fmla="*/ 997793499 h 539"/>
              <a:gd name="T48" fmla="*/ 2147483647 w 818"/>
              <a:gd name="T49" fmla="*/ 921274349 h 539"/>
              <a:gd name="T50" fmla="*/ 2147483647 w 818"/>
              <a:gd name="T51" fmla="*/ 804968101 h 539"/>
              <a:gd name="T52" fmla="*/ 2147483647 w 818"/>
              <a:gd name="T53" fmla="*/ 768239329 h 539"/>
              <a:gd name="T54" fmla="*/ 2147483647 w 818"/>
              <a:gd name="T55" fmla="*/ 786603715 h 539"/>
              <a:gd name="T56" fmla="*/ 2147483647 w 818"/>
              <a:gd name="T57" fmla="*/ 881485502 h 539"/>
              <a:gd name="T58" fmla="*/ 2147483647 w 818"/>
              <a:gd name="T59" fmla="*/ 958003121 h 539"/>
              <a:gd name="T60" fmla="*/ 2147483647 w 818"/>
              <a:gd name="T61" fmla="*/ 958003121 h 539"/>
              <a:gd name="T62" fmla="*/ 2147483647 w 818"/>
              <a:gd name="T63" fmla="*/ 921274349 h 539"/>
              <a:gd name="T64" fmla="*/ 2147483647 w 818"/>
              <a:gd name="T65" fmla="*/ 863121115 h 539"/>
              <a:gd name="T66" fmla="*/ 2147483647 w 818"/>
              <a:gd name="T67" fmla="*/ 768239329 h 539"/>
              <a:gd name="T68" fmla="*/ 2147483647 w 818"/>
              <a:gd name="T69" fmla="*/ 670295937 h 539"/>
              <a:gd name="T70" fmla="*/ 2147483647 w 818"/>
              <a:gd name="T71" fmla="*/ 615202778 h 539"/>
              <a:gd name="T72" fmla="*/ 2147483647 w 818"/>
              <a:gd name="T73" fmla="*/ 557049764 h 539"/>
              <a:gd name="T74" fmla="*/ 2147483647 w 818"/>
              <a:gd name="T75" fmla="*/ 440743626 h 539"/>
              <a:gd name="T76" fmla="*/ 2147483647 w 818"/>
              <a:gd name="T77" fmla="*/ 327495703 h 539"/>
              <a:gd name="T78" fmla="*/ 2147483647 w 818"/>
              <a:gd name="T79" fmla="*/ 211189620 h 539"/>
              <a:gd name="T80" fmla="*/ 2147483647 w 818"/>
              <a:gd name="T81" fmla="*/ 94881814 h 539"/>
              <a:gd name="T82" fmla="*/ 2147483647 w 818"/>
              <a:gd name="T83" fmla="*/ 18364393 h 539"/>
              <a:gd name="T84" fmla="*/ 2048947713 w 818"/>
              <a:gd name="T85" fmla="*/ 18364393 h 539"/>
              <a:gd name="T86" fmla="*/ 1828186206 w 818"/>
              <a:gd name="T87" fmla="*/ 0 h 539"/>
              <a:gd name="T88" fmla="*/ 1697108409 w 818"/>
              <a:gd name="T89" fmla="*/ 18364393 h 539"/>
              <a:gd name="T90" fmla="*/ 1631569510 w 818"/>
              <a:gd name="T91" fmla="*/ 76517428 h 539"/>
              <a:gd name="T92" fmla="*/ 1676411132 w 818"/>
              <a:gd name="T93" fmla="*/ 134672219 h 539"/>
              <a:gd name="T94" fmla="*/ 1697108409 w 818"/>
              <a:gd name="T95" fmla="*/ 229554060 h 539"/>
              <a:gd name="T96" fmla="*/ 1652266786 w 818"/>
              <a:gd name="T97" fmla="*/ 306071461 h 539"/>
              <a:gd name="T98" fmla="*/ 1541884408 w 818"/>
              <a:gd name="T99" fmla="*/ 364224475 h 539"/>
              <a:gd name="T100" fmla="*/ 1431503886 w 818"/>
              <a:gd name="T101" fmla="*/ 382588862 h 539"/>
              <a:gd name="T102" fmla="*/ 1321123365 w 818"/>
              <a:gd name="T103" fmla="*/ 382588862 h 539"/>
              <a:gd name="T104" fmla="*/ 1234887190 w 818"/>
              <a:gd name="T105" fmla="*/ 364224475 h 539"/>
              <a:gd name="T106" fmla="*/ 1145203945 w 818"/>
              <a:gd name="T107" fmla="*/ 306071461 h 539"/>
              <a:gd name="T108" fmla="*/ 1103811249 w 818"/>
              <a:gd name="T109" fmla="*/ 247918447 h 539"/>
              <a:gd name="T110" fmla="*/ 1014126147 w 818"/>
              <a:gd name="T111" fmla="*/ 153034856 h 539"/>
              <a:gd name="T112" fmla="*/ 927889740 w 818"/>
              <a:gd name="T113" fmla="*/ 94881814 h 539"/>
              <a:gd name="T114" fmla="*/ 793363015 w 818"/>
              <a:gd name="T115" fmla="*/ 76517428 h 539"/>
              <a:gd name="T116" fmla="*/ 662287075 w 818"/>
              <a:gd name="T117" fmla="*/ 58153042 h 539"/>
              <a:gd name="T118" fmla="*/ 507063074 w 818"/>
              <a:gd name="T119" fmla="*/ 76517428 h 539"/>
              <a:gd name="T120" fmla="*/ 331143537 w 818"/>
              <a:gd name="T121" fmla="*/ 116307833 h 5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818"/>
              <a:gd name="T184" fmla="*/ 0 h 539"/>
              <a:gd name="T185" fmla="*/ 818 w 818"/>
              <a:gd name="T186" fmla="*/ 539 h 5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818" h="539">
                <a:moveTo>
                  <a:pt x="96" y="38"/>
                </a:moveTo>
                <a:lnTo>
                  <a:pt x="0" y="439"/>
                </a:lnTo>
                <a:lnTo>
                  <a:pt x="13" y="439"/>
                </a:lnTo>
                <a:lnTo>
                  <a:pt x="26" y="439"/>
                </a:lnTo>
                <a:lnTo>
                  <a:pt x="51" y="432"/>
                </a:lnTo>
                <a:lnTo>
                  <a:pt x="71" y="426"/>
                </a:lnTo>
                <a:lnTo>
                  <a:pt x="90" y="426"/>
                </a:lnTo>
                <a:lnTo>
                  <a:pt x="115" y="420"/>
                </a:lnTo>
                <a:lnTo>
                  <a:pt x="141" y="407"/>
                </a:lnTo>
                <a:lnTo>
                  <a:pt x="160" y="401"/>
                </a:lnTo>
                <a:lnTo>
                  <a:pt x="186" y="395"/>
                </a:lnTo>
                <a:lnTo>
                  <a:pt x="205" y="388"/>
                </a:lnTo>
                <a:lnTo>
                  <a:pt x="217" y="388"/>
                </a:lnTo>
                <a:lnTo>
                  <a:pt x="230" y="388"/>
                </a:lnTo>
                <a:lnTo>
                  <a:pt x="243" y="388"/>
                </a:lnTo>
                <a:lnTo>
                  <a:pt x="262" y="388"/>
                </a:lnTo>
                <a:lnTo>
                  <a:pt x="275" y="388"/>
                </a:lnTo>
                <a:lnTo>
                  <a:pt x="288" y="395"/>
                </a:lnTo>
                <a:lnTo>
                  <a:pt x="294" y="401"/>
                </a:lnTo>
                <a:lnTo>
                  <a:pt x="300" y="407"/>
                </a:lnTo>
                <a:lnTo>
                  <a:pt x="307" y="414"/>
                </a:lnTo>
                <a:lnTo>
                  <a:pt x="307" y="420"/>
                </a:lnTo>
                <a:lnTo>
                  <a:pt x="307" y="426"/>
                </a:lnTo>
                <a:lnTo>
                  <a:pt x="307" y="439"/>
                </a:lnTo>
                <a:lnTo>
                  <a:pt x="294" y="451"/>
                </a:lnTo>
                <a:lnTo>
                  <a:pt x="288" y="464"/>
                </a:lnTo>
                <a:lnTo>
                  <a:pt x="281" y="470"/>
                </a:lnTo>
                <a:lnTo>
                  <a:pt x="281" y="482"/>
                </a:lnTo>
                <a:lnTo>
                  <a:pt x="281" y="489"/>
                </a:lnTo>
                <a:lnTo>
                  <a:pt x="281" y="495"/>
                </a:lnTo>
                <a:lnTo>
                  <a:pt x="288" y="508"/>
                </a:lnTo>
                <a:lnTo>
                  <a:pt x="294" y="514"/>
                </a:lnTo>
                <a:lnTo>
                  <a:pt x="300" y="526"/>
                </a:lnTo>
                <a:lnTo>
                  <a:pt x="313" y="526"/>
                </a:lnTo>
                <a:lnTo>
                  <a:pt x="326" y="533"/>
                </a:lnTo>
                <a:lnTo>
                  <a:pt x="339" y="539"/>
                </a:lnTo>
                <a:lnTo>
                  <a:pt x="345" y="539"/>
                </a:lnTo>
                <a:lnTo>
                  <a:pt x="358" y="539"/>
                </a:lnTo>
                <a:lnTo>
                  <a:pt x="371" y="533"/>
                </a:lnTo>
                <a:lnTo>
                  <a:pt x="383" y="533"/>
                </a:lnTo>
                <a:lnTo>
                  <a:pt x="396" y="526"/>
                </a:lnTo>
                <a:lnTo>
                  <a:pt x="409" y="520"/>
                </a:lnTo>
                <a:lnTo>
                  <a:pt x="415" y="514"/>
                </a:lnTo>
                <a:lnTo>
                  <a:pt x="428" y="501"/>
                </a:lnTo>
                <a:lnTo>
                  <a:pt x="434" y="495"/>
                </a:lnTo>
                <a:lnTo>
                  <a:pt x="441" y="482"/>
                </a:lnTo>
                <a:lnTo>
                  <a:pt x="441" y="476"/>
                </a:lnTo>
                <a:lnTo>
                  <a:pt x="441" y="464"/>
                </a:lnTo>
                <a:lnTo>
                  <a:pt x="447" y="451"/>
                </a:lnTo>
                <a:lnTo>
                  <a:pt x="447" y="445"/>
                </a:lnTo>
                <a:lnTo>
                  <a:pt x="460" y="439"/>
                </a:lnTo>
                <a:lnTo>
                  <a:pt x="466" y="432"/>
                </a:lnTo>
                <a:lnTo>
                  <a:pt x="486" y="432"/>
                </a:lnTo>
                <a:lnTo>
                  <a:pt x="505" y="426"/>
                </a:lnTo>
                <a:lnTo>
                  <a:pt x="517" y="420"/>
                </a:lnTo>
                <a:lnTo>
                  <a:pt x="530" y="414"/>
                </a:lnTo>
                <a:lnTo>
                  <a:pt x="556" y="414"/>
                </a:lnTo>
                <a:lnTo>
                  <a:pt x="588" y="407"/>
                </a:lnTo>
                <a:lnTo>
                  <a:pt x="626" y="401"/>
                </a:lnTo>
                <a:lnTo>
                  <a:pt x="664" y="401"/>
                </a:lnTo>
                <a:lnTo>
                  <a:pt x="703" y="401"/>
                </a:lnTo>
                <a:lnTo>
                  <a:pt x="735" y="407"/>
                </a:lnTo>
                <a:lnTo>
                  <a:pt x="741" y="401"/>
                </a:lnTo>
                <a:lnTo>
                  <a:pt x="747" y="395"/>
                </a:lnTo>
                <a:lnTo>
                  <a:pt x="754" y="388"/>
                </a:lnTo>
                <a:lnTo>
                  <a:pt x="760" y="376"/>
                </a:lnTo>
                <a:lnTo>
                  <a:pt x="766" y="370"/>
                </a:lnTo>
                <a:lnTo>
                  <a:pt x="779" y="363"/>
                </a:lnTo>
                <a:lnTo>
                  <a:pt x="786" y="351"/>
                </a:lnTo>
                <a:lnTo>
                  <a:pt x="792" y="345"/>
                </a:lnTo>
                <a:lnTo>
                  <a:pt x="798" y="338"/>
                </a:lnTo>
                <a:lnTo>
                  <a:pt x="805" y="326"/>
                </a:lnTo>
                <a:lnTo>
                  <a:pt x="805" y="320"/>
                </a:lnTo>
                <a:lnTo>
                  <a:pt x="811" y="307"/>
                </a:lnTo>
                <a:lnTo>
                  <a:pt x="811" y="301"/>
                </a:lnTo>
                <a:lnTo>
                  <a:pt x="818" y="288"/>
                </a:lnTo>
                <a:lnTo>
                  <a:pt x="811" y="276"/>
                </a:lnTo>
                <a:lnTo>
                  <a:pt x="805" y="263"/>
                </a:lnTo>
                <a:lnTo>
                  <a:pt x="798" y="257"/>
                </a:lnTo>
                <a:lnTo>
                  <a:pt x="792" y="257"/>
                </a:lnTo>
                <a:lnTo>
                  <a:pt x="786" y="251"/>
                </a:lnTo>
                <a:lnTo>
                  <a:pt x="779" y="251"/>
                </a:lnTo>
                <a:lnTo>
                  <a:pt x="766" y="251"/>
                </a:lnTo>
                <a:lnTo>
                  <a:pt x="760" y="257"/>
                </a:lnTo>
                <a:lnTo>
                  <a:pt x="747" y="269"/>
                </a:lnTo>
                <a:lnTo>
                  <a:pt x="741" y="276"/>
                </a:lnTo>
                <a:lnTo>
                  <a:pt x="735" y="288"/>
                </a:lnTo>
                <a:lnTo>
                  <a:pt x="722" y="301"/>
                </a:lnTo>
                <a:lnTo>
                  <a:pt x="715" y="307"/>
                </a:lnTo>
                <a:lnTo>
                  <a:pt x="703" y="313"/>
                </a:lnTo>
                <a:lnTo>
                  <a:pt x="690" y="313"/>
                </a:lnTo>
                <a:lnTo>
                  <a:pt x="677" y="313"/>
                </a:lnTo>
                <a:lnTo>
                  <a:pt x="671" y="313"/>
                </a:lnTo>
                <a:lnTo>
                  <a:pt x="658" y="313"/>
                </a:lnTo>
                <a:lnTo>
                  <a:pt x="652" y="307"/>
                </a:lnTo>
                <a:lnTo>
                  <a:pt x="645" y="301"/>
                </a:lnTo>
                <a:lnTo>
                  <a:pt x="639" y="294"/>
                </a:lnTo>
                <a:lnTo>
                  <a:pt x="632" y="288"/>
                </a:lnTo>
                <a:lnTo>
                  <a:pt x="632" y="282"/>
                </a:lnTo>
                <a:lnTo>
                  <a:pt x="626" y="269"/>
                </a:lnTo>
                <a:lnTo>
                  <a:pt x="626" y="257"/>
                </a:lnTo>
                <a:lnTo>
                  <a:pt x="632" y="251"/>
                </a:lnTo>
                <a:lnTo>
                  <a:pt x="632" y="238"/>
                </a:lnTo>
                <a:lnTo>
                  <a:pt x="639" y="232"/>
                </a:lnTo>
                <a:lnTo>
                  <a:pt x="652" y="219"/>
                </a:lnTo>
                <a:lnTo>
                  <a:pt x="658" y="213"/>
                </a:lnTo>
                <a:lnTo>
                  <a:pt x="671" y="213"/>
                </a:lnTo>
                <a:lnTo>
                  <a:pt x="683" y="201"/>
                </a:lnTo>
                <a:lnTo>
                  <a:pt x="696" y="194"/>
                </a:lnTo>
                <a:lnTo>
                  <a:pt x="709" y="188"/>
                </a:lnTo>
                <a:lnTo>
                  <a:pt x="715" y="182"/>
                </a:lnTo>
                <a:lnTo>
                  <a:pt x="722" y="169"/>
                </a:lnTo>
                <a:lnTo>
                  <a:pt x="728" y="157"/>
                </a:lnTo>
                <a:lnTo>
                  <a:pt x="728" y="144"/>
                </a:lnTo>
                <a:lnTo>
                  <a:pt x="728" y="132"/>
                </a:lnTo>
                <a:lnTo>
                  <a:pt x="728" y="119"/>
                </a:lnTo>
                <a:lnTo>
                  <a:pt x="722" y="107"/>
                </a:lnTo>
                <a:lnTo>
                  <a:pt x="715" y="94"/>
                </a:lnTo>
                <a:lnTo>
                  <a:pt x="709" y="88"/>
                </a:lnTo>
                <a:lnTo>
                  <a:pt x="703" y="69"/>
                </a:lnTo>
                <a:lnTo>
                  <a:pt x="703" y="56"/>
                </a:lnTo>
                <a:lnTo>
                  <a:pt x="696" y="44"/>
                </a:lnTo>
                <a:lnTo>
                  <a:pt x="696" y="31"/>
                </a:lnTo>
                <a:lnTo>
                  <a:pt x="696" y="25"/>
                </a:lnTo>
                <a:lnTo>
                  <a:pt x="696" y="13"/>
                </a:lnTo>
                <a:lnTo>
                  <a:pt x="677" y="6"/>
                </a:lnTo>
                <a:lnTo>
                  <a:pt x="645" y="6"/>
                </a:lnTo>
                <a:lnTo>
                  <a:pt x="620" y="6"/>
                </a:lnTo>
                <a:lnTo>
                  <a:pt x="594" y="6"/>
                </a:lnTo>
                <a:lnTo>
                  <a:pt x="575" y="0"/>
                </a:lnTo>
                <a:lnTo>
                  <a:pt x="549" y="0"/>
                </a:lnTo>
                <a:lnTo>
                  <a:pt x="530" y="0"/>
                </a:lnTo>
                <a:lnTo>
                  <a:pt x="511" y="0"/>
                </a:lnTo>
                <a:lnTo>
                  <a:pt x="498" y="0"/>
                </a:lnTo>
                <a:lnTo>
                  <a:pt x="492" y="6"/>
                </a:lnTo>
                <a:lnTo>
                  <a:pt x="486" y="6"/>
                </a:lnTo>
                <a:lnTo>
                  <a:pt x="479" y="13"/>
                </a:lnTo>
                <a:lnTo>
                  <a:pt x="473" y="25"/>
                </a:lnTo>
                <a:lnTo>
                  <a:pt x="479" y="31"/>
                </a:lnTo>
                <a:lnTo>
                  <a:pt x="479" y="38"/>
                </a:lnTo>
                <a:lnTo>
                  <a:pt x="486" y="44"/>
                </a:lnTo>
                <a:lnTo>
                  <a:pt x="492" y="56"/>
                </a:lnTo>
                <a:lnTo>
                  <a:pt x="492" y="63"/>
                </a:lnTo>
                <a:lnTo>
                  <a:pt x="492" y="75"/>
                </a:lnTo>
                <a:lnTo>
                  <a:pt x="492" y="81"/>
                </a:lnTo>
                <a:lnTo>
                  <a:pt x="486" y="94"/>
                </a:lnTo>
                <a:lnTo>
                  <a:pt x="479" y="100"/>
                </a:lnTo>
                <a:lnTo>
                  <a:pt x="466" y="107"/>
                </a:lnTo>
                <a:lnTo>
                  <a:pt x="460" y="113"/>
                </a:lnTo>
                <a:lnTo>
                  <a:pt x="447" y="119"/>
                </a:lnTo>
                <a:lnTo>
                  <a:pt x="434" y="119"/>
                </a:lnTo>
                <a:lnTo>
                  <a:pt x="422" y="125"/>
                </a:lnTo>
                <a:lnTo>
                  <a:pt x="415" y="125"/>
                </a:lnTo>
                <a:lnTo>
                  <a:pt x="403" y="125"/>
                </a:lnTo>
                <a:lnTo>
                  <a:pt x="390" y="125"/>
                </a:lnTo>
                <a:lnTo>
                  <a:pt x="383" y="125"/>
                </a:lnTo>
                <a:lnTo>
                  <a:pt x="371" y="125"/>
                </a:lnTo>
                <a:lnTo>
                  <a:pt x="364" y="119"/>
                </a:lnTo>
                <a:lnTo>
                  <a:pt x="358" y="119"/>
                </a:lnTo>
                <a:lnTo>
                  <a:pt x="345" y="113"/>
                </a:lnTo>
                <a:lnTo>
                  <a:pt x="339" y="107"/>
                </a:lnTo>
                <a:lnTo>
                  <a:pt x="332" y="100"/>
                </a:lnTo>
                <a:lnTo>
                  <a:pt x="326" y="94"/>
                </a:lnTo>
                <a:lnTo>
                  <a:pt x="320" y="88"/>
                </a:lnTo>
                <a:lnTo>
                  <a:pt x="320" y="81"/>
                </a:lnTo>
                <a:lnTo>
                  <a:pt x="313" y="69"/>
                </a:lnTo>
                <a:lnTo>
                  <a:pt x="307" y="63"/>
                </a:lnTo>
                <a:lnTo>
                  <a:pt x="294" y="50"/>
                </a:lnTo>
                <a:lnTo>
                  <a:pt x="288" y="44"/>
                </a:lnTo>
                <a:lnTo>
                  <a:pt x="281" y="38"/>
                </a:lnTo>
                <a:lnTo>
                  <a:pt x="269" y="31"/>
                </a:lnTo>
                <a:lnTo>
                  <a:pt x="256" y="31"/>
                </a:lnTo>
                <a:lnTo>
                  <a:pt x="249" y="25"/>
                </a:lnTo>
                <a:lnTo>
                  <a:pt x="230" y="25"/>
                </a:lnTo>
                <a:lnTo>
                  <a:pt x="217" y="25"/>
                </a:lnTo>
                <a:lnTo>
                  <a:pt x="205" y="19"/>
                </a:lnTo>
                <a:lnTo>
                  <a:pt x="192" y="19"/>
                </a:lnTo>
                <a:lnTo>
                  <a:pt x="173" y="25"/>
                </a:lnTo>
                <a:lnTo>
                  <a:pt x="160" y="25"/>
                </a:lnTo>
                <a:lnTo>
                  <a:pt x="147" y="25"/>
                </a:lnTo>
                <a:lnTo>
                  <a:pt x="134" y="31"/>
                </a:lnTo>
                <a:lnTo>
                  <a:pt x="115" y="31"/>
                </a:lnTo>
                <a:lnTo>
                  <a:pt x="96" y="38"/>
                </a:lnTo>
                <a:close/>
              </a:path>
            </a:pathLst>
          </a:custGeom>
          <a:solidFill>
            <a:schemeClr val="tx2">
              <a:lumMod val="60000"/>
              <a:lumOff val="40000"/>
            </a:schemeClr>
          </a:solidFill>
          <a:ln w="9525">
            <a:solidFill>
              <a:srgbClr val="000000"/>
            </a:solidFill>
            <a:prstDash val="solid"/>
            <a:round/>
          </a:ln>
        </p:spPr>
        <p:txBody>
          <a:bodyPr lIns="82897" tIns="41448" rIns="82897" bIns="41448"/>
          <a:lstStyle/>
          <a:p>
            <a:pPr>
              <a:defRPr/>
            </a:pPr>
            <a:endParaRPr lang="en-GB" sz="1815"/>
          </a:p>
        </p:txBody>
      </p:sp>
      <p:grpSp>
        <p:nvGrpSpPr>
          <p:cNvPr id="312334" name="Group 41"/>
          <p:cNvGrpSpPr/>
          <p:nvPr/>
        </p:nvGrpSpPr>
        <p:grpSpPr bwMode="auto">
          <a:xfrm>
            <a:off x="7907858" y="5357620"/>
            <a:ext cx="1321641" cy="881094"/>
            <a:chOff x="3704" y="3442"/>
            <a:chExt cx="785" cy="555"/>
          </a:xfrm>
        </p:grpSpPr>
        <p:sp>
          <p:nvSpPr>
            <p:cNvPr id="312348" name="Rectangle 42"/>
            <p:cNvSpPr>
              <a:spLocks noChangeArrowheads="1"/>
            </p:cNvSpPr>
            <p:nvPr/>
          </p:nvSpPr>
          <p:spPr bwMode="auto">
            <a:xfrm>
              <a:off x="3784" y="3928"/>
              <a:ext cx="638" cy="69"/>
            </a:xfrm>
            <a:prstGeom prst="rect">
              <a:avLst/>
            </a:prstGeom>
            <a:solidFill>
              <a:schemeClr val="accent1"/>
            </a:solidFill>
            <a:ln w="9525">
              <a:solidFill>
                <a:srgbClr val="000000"/>
              </a:solidFill>
              <a:miter lim="800000"/>
            </a:ln>
          </p:spPr>
          <p:txBody>
            <a:bodyPr/>
            <a:lstStyle/>
            <a:p>
              <a:endParaRPr lang="en-US" sz="1815"/>
            </a:p>
          </p:txBody>
        </p:sp>
        <p:sp>
          <p:nvSpPr>
            <p:cNvPr id="312349" name="Freeform 43"/>
            <p:cNvSpPr/>
            <p:nvPr/>
          </p:nvSpPr>
          <p:spPr bwMode="auto">
            <a:xfrm>
              <a:off x="3704" y="3442"/>
              <a:ext cx="785" cy="483"/>
            </a:xfrm>
            <a:custGeom>
              <a:avLst/>
              <a:gdLst>
                <a:gd name="T0" fmla="*/ 696 w 785"/>
                <a:gd name="T1" fmla="*/ 94 h 483"/>
                <a:gd name="T2" fmla="*/ 645 w 785"/>
                <a:gd name="T3" fmla="*/ 100 h 483"/>
                <a:gd name="T4" fmla="*/ 581 w 785"/>
                <a:gd name="T5" fmla="*/ 125 h 483"/>
                <a:gd name="T6" fmla="*/ 511 w 785"/>
                <a:gd name="T7" fmla="*/ 150 h 483"/>
                <a:gd name="T8" fmla="*/ 447 w 785"/>
                <a:gd name="T9" fmla="*/ 157 h 483"/>
                <a:gd name="T10" fmla="*/ 402 w 785"/>
                <a:gd name="T11" fmla="*/ 144 h 483"/>
                <a:gd name="T12" fmla="*/ 396 w 785"/>
                <a:gd name="T13" fmla="*/ 119 h 483"/>
                <a:gd name="T14" fmla="*/ 415 w 785"/>
                <a:gd name="T15" fmla="*/ 88 h 483"/>
                <a:gd name="T16" fmla="*/ 453 w 785"/>
                <a:gd name="T17" fmla="*/ 63 h 483"/>
                <a:gd name="T18" fmla="*/ 504 w 785"/>
                <a:gd name="T19" fmla="*/ 44 h 483"/>
                <a:gd name="T20" fmla="*/ 523 w 785"/>
                <a:gd name="T21" fmla="*/ 19 h 483"/>
                <a:gd name="T22" fmla="*/ 498 w 785"/>
                <a:gd name="T23" fmla="*/ 0 h 483"/>
                <a:gd name="T24" fmla="*/ 434 w 785"/>
                <a:gd name="T25" fmla="*/ 0 h 483"/>
                <a:gd name="T26" fmla="*/ 377 w 785"/>
                <a:gd name="T27" fmla="*/ 19 h 483"/>
                <a:gd name="T28" fmla="*/ 306 w 785"/>
                <a:gd name="T29" fmla="*/ 56 h 483"/>
                <a:gd name="T30" fmla="*/ 243 w 785"/>
                <a:gd name="T31" fmla="*/ 88 h 483"/>
                <a:gd name="T32" fmla="*/ 172 w 785"/>
                <a:gd name="T33" fmla="*/ 100 h 483"/>
                <a:gd name="T34" fmla="*/ 109 w 785"/>
                <a:gd name="T35" fmla="*/ 100 h 483"/>
                <a:gd name="T36" fmla="*/ 128 w 785"/>
                <a:gd name="T37" fmla="*/ 163 h 483"/>
                <a:gd name="T38" fmla="*/ 147 w 785"/>
                <a:gd name="T39" fmla="*/ 219 h 483"/>
                <a:gd name="T40" fmla="*/ 128 w 785"/>
                <a:gd name="T41" fmla="*/ 251 h 483"/>
                <a:gd name="T42" fmla="*/ 102 w 785"/>
                <a:gd name="T43" fmla="*/ 257 h 483"/>
                <a:gd name="T44" fmla="*/ 70 w 785"/>
                <a:gd name="T45" fmla="*/ 244 h 483"/>
                <a:gd name="T46" fmla="*/ 32 w 785"/>
                <a:gd name="T47" fmla="*/ 238 h 483"/>
                <a:gd name="T48" fmla="*/ 6 w 785"/>
                <a:gd name="T49" fmla="*/ 263 h 483"/>
                <a:gd name="T50" fmla="*/ 0 w 785"/>
                <a:gd name="T51" fmla="*/ 301 h 483"/>
                <a:gd name="T52" fmla="*/ 26 w 785"/>
                <a:gd name="T53" fmla="*/ 345 h 483"/>
                <a:gd name="T54" fmla="*/ 64 w 785"/>
                <a:gd name="T55" fmla="*/ 363 h 483"/>
                <a:gd name="T56" fmla="*/ 121 w 785"/>
                <a:gd name="T57" fmla="*/ 363 h 483"/>
                <a:gd name="T58" fmla="*/ 140 w 785"/>
                <a:gd name="T59" fmla="*/ 382 h 483"/>
                <a:gd name="T60" fmla="*/ 121 w 785"/>
                <a:gd name="T61" fmla="*/ 432 h 483"/>
                <a:gd name="T62" fmla="*/ 89 w 785"/>
                <a:gd name="T63" fmla="*/ 470 h 483"/>
                <a:gd name="T64" fmla="*/ 728 w 785"/>
                <a:gd name="T65" fmla="*/ 464 h 483"/>
                <a:gd name="T66" fmla="*/ 747 w 785"/>
                <a:gd name="T67" fmla="*/ 426 h 483"/>
                <a:gd name="T68" fmla="*/ 772 w 785"/>
                <a:gd name="T69" fmla="*/ 401 h 483"/>
                <a:gd name="T70" fmla="*/ 785 w 785"/>
                <a:gd name="T71" fmla="*/ 363 h 483"/>
                <a:gd name="T72" fmla="*/ 766 w 785"/>
                <a:gd name="T73" fmla="*/ 338 h 483"/>
                <a:gd name="T74" fmla="*/ 721 w 785"/>
                <a:gd name="T75" fmla="*/ 332 h 483"/>
                <a:gd name="T76" fmla="*/ 677 w 785"/>
                <a:gd name="T77" fmla="*/ 345 h 483"/>
                <a:gd name="T78" fmla="*/ 626 w 785"/>
                <a:gd name="T79" fmla="*/ 345 h 483"/>
                <a:gd name="T80" fmla="*/ 594 w 785"/>
                <a:gd name="T81" fmla="*/ 320 h 483"/>
                <a:gd name="T82" fmla="*/ 600 w 785"/>
                <a:gd name="T83" fmla="*/ 282 h 483"/>
                <a:gd name="T84" fmla="*/ 632 w 785"/>
                <a:gd name="T85" fmla="*/ 257 h 483"/>
                <a:gd name="T86" fmla="*/ 677 w 785"/>
                <a:gd name="T87" fmla="*/ 251 h 483"/>
                <a:gd name="T88" fmla="*/ 721 w 785"/>
                <a:gd name="T89" fmla="*/ 232 h 483"/>
                <a:gd name="T90" fmla="*/ 741 w 785"/>
                <a:gd name="T91" fmla="*/ 201 h 483"/>
                <a:gd name="T92" fmla="*/ 741 w 785"/>
                <a:gd name="T93" fmla="*/ 150 h 483"/>
                <a:gd name="T94" fmla="*/ 728 w 785"/>
                <a:gd name="T95" fmla="*/ 100 h 483"/>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85"/>
                <a:gd name="T145" fmla="*/ 0 h 483"/>
                <a:gd name="T146" fmla="*/ 785 w 785"/>
                <a:gd name="T147" fmla="*/ 483 h 483"/>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85" h="483">
                  <a:moveTo>
                    <a:pt x="728" y="100"/>
                  </a:moveTo>
                  <a:lnTo>
                    <a:pt x="721" y="94"/>
                  </a:lnTo>
                  <a:lnTo>
                    <a:pt x="709" y="94"/>
                  </a:lnTo>
                  <a:lnTo>
                    <a:pt x="696" y="94"/>
                  </a:lnTo>
                  <a:lnTo>
                    <a:pt x="683" y="94"/>
                  </a:lnTo>
                  <a:lnTo>
                    <a:pt x="670" y="94"/>
                  </a:lnTo>
                  <a:lnTo>
                    <a:pt x="658" y="100"/>
                  </a:lnTo>
                  <a:lnTo>
                    <a:pt x="645" y="100"/>
                  </a:lnTo>
                  <a:lnTo>
                    <a:pt x="626" y="107"/>
                  </a:lnTo>
                  <a:lnTo>
                    <a:pt x="613" y="113"/>
                  </a:lnTo>
                  <a:lnTo>
                    <a:pt x="594" y="119"/>
                  </a:lnTo>
                  <a:lnTo>
                    <a:pt x="581" y="125"/>
                  </a:lnTo>
                  <a:lnTo>
                    <a:pt x="562" y="132"/>
                  </a:lnTo>
                  <a:lnTo>
                    <a:pt x="549" y="138"/>
                  </a:lnTo>
                  <a:lnTo>
                    <a:pt x="530" y="144"/>
                  </a:lnTo>
                  <a:lnTo>
                    <a:pt x="511" y="150"/>
                  </a:lnTo>
                  <a:lnTo>
                    <a:pt x="492" y="157"/>
                  </a:lnTo>
                  <a:lnTo>
                    <a:pt x="479" y="157"/>
                  </a:lnTo>
                  <a:lnTo>
                    <a:pt x="460" y="157"/>
                  </a:lnTo>
                  <a:lnTo>
                    <a:pt x="447" y="157"/>
                  </a:lnTo>
                  <a:lnTo>
                    <a:pt x="434" y="157"/>
                  </a:lnTo>
                  <a:lnTo>
                    <a:pt x="421" y="157"/>
                  </a:lnTo>
                  <a:lnTo>
                    <a:pt x="415" y="150"/>
                  </a:lnTo>
                  <a:lnTo>
                    <a:pt x="402" y="144"/>
                  </a:lnTo>
                  <a:lnTo>
                    <a:pt x="402" y="138"/>
                  </a:lnTo>
                  <a:lnTo>
                    <a:pt x="396" y="132"/>
                  </a:lnTo>
                  <a:lnTo>
                    <a:pt x="396" y="125"/>
                  </a:lnTo>
                  <a:lnTo>
                    <a:pt x="396" y="119"/>
                  </a:lnTo>
                  <a:lnTo>
                    <a:pt x="396" y="113"/>
                  </a:lnTo>
                  <a:lnTo>
                    <a:pt x="402" y="100"/>
                  </a:lnTo>
                  <a:lnTo>
                    <a:pt x="402" y="94"/>
                  </a:lnTo>
                  <a:lnTo>
                    <a:pt x="415" y="88"/>
                  </a:lnTo>
                  <a:lnTo>
                    <a:pt x="421" y="81"/>
                  </a:lnTo>
                  <a:lnTo>
                    <a:pt x="428" y="75"/>
                  </a:lnTo>
                  <a:lnTo>
                    <a:pt x="441" y="69"/>
                  </a:lnTo>
                  <a:lnTo>
                    <a:pt x="453" y="63"/>
                  </a:lnTo>
                  <a:lnTo>
                    <a:pt x="466" y="63"/>
                  </a:lnTo>
                  <a:lnTo>
                    <a:pt x="479" y="56"/>
                  </a:lnTo>
                  <a:lnTo>
                    <a:pt x="492" y="50"/>
                  </a:lnTo>
                  <a:lnTo>
                    <a:pt x="504" y="44"/>
                  </a:lnTo>
                  <a:lnTo>
                    <a:pt x="517" y="44"/>
                  </a:lnTo>
                  <a:lnTo>
                    <a:pt x="523" y="38"/>
                  </a:lnTo>
                  <a:lnTo>
                    <a:pt x="530" y="25"/>
                  </a:lnTo>
                  <a:lnTo>
                    <a:pt x="523" y="19"/>
                  </a:lnTo>
                  <a:lnTo>
                    <a:pt x="517" y="13"/>
                  </a:lnTo>
                  <a:lnTo>
                    <a:pt x="517" y="6"/>
                  </a:lnTo>
                  <a:lnTo>
                    <a:pt x="504" y="0"/>
                  </a:lnTo>
                  <a:lnTo>
                    <a:pt x="498" y="0"/>
                  </a:lnTo>
                  <a:lnTo>
                    <a:pt x="485" y="0"/>
                  </a:lnTo>
                  <a:lnTo>
                    <a:pt x="472" y="0"/>
                  </a:lnTo>
                  <a:lnTo>
                    <a:pt x="453" y="0"/>
                  </a:lnTo>
                  <a:lnTo>
                    <a:pt x="434" y="0"/>
                  </a:lnTo>
                  <a:lnTo>
                    <a:pt x="421" y="0"/>
                  </a:lnTo>
                  <a:lnTo>
                    <a:pt x="409" y="6"/>
                  </a:lnTo>
                  <a:lnTo>
                    <a:pt x="389" y="13"/>
                  </a:lnTo>
                  <a:lnTo>
                    <a:pt x="377" y="19"/>
                  </a:lnTo>
                  <a:lnTo>
                    <a:pt x="358" y="25"/>
                  </a:lnTo>
                  <a:lnTo>
                    <a:pt x="345" y="38"/>
                  </a:lnTo>
                  <a:lnTo>
                    <a:pt x="332" y="44"/>
                  </a:lnTo>
                  <a:lnTo>
                    <a:pt x="306" y="56"/>
                  </a:lnTo>
                  <a:lnTo>
                    <a:pt x="294" y="69"/>
                  </a:lnTo>
                  <a:lnTo>
                    <a:pt x="281" y="75"/>
                  </a:lnTo>
                  <a:lnTo>
                    <a:pt x="262" y="81"/>
                  </a:lnTo>
                  <a:lnTo>
                    <a:pt x="243" y="88"/>
                  </a:lnTo>
                  <a:lnTo>
                    <a:pt x="223" y="94"/>
                  </a:lnTo>
                  <a:lnTo>
                    <a:pt x="204" y="94"/>
                  </a:lnTo>
                  <a:lnTo>
                    <a:pt x="185" y="100"/>
                  </a:lnTo>
                  <a:lnTo>
                    <a:pt x="172" y="100"/>
                  </a:lnTo>
                  <a:lnTo>
                    <a:pt x="153" y="100"/>
                  </a:lnTo>
                  <a:lnTo>
                    <a:pt x="140" y="100"/>
                  </a:lnTo>
                  <a:lnTo>
                    <a:pt x="121" y="100"/>
                  </a:lnTo>
                  <a:lnTo>
                    <a:pt x="109" y="100"/>
                  </a:lnTo>
                  <a:lnTo>
                    <a:pt x="109" y="113"/>
                  </a:lnTo>
                  <a:lnTo>
                    <a:pt x="115" y="132"/>
                  </a:lnTo>
                  <a:lnTo>
                    <a:pt x="121" y="144"/>
                  </a:lnTo>
                  <a:lnTo>
                    <a:pt x="128" y="163"/>
                  </a:lnTo>
                  <a:lnTo>
                    <a:pt x="134" y="182"/>
                  </a:lnTo>
                  <a:lnTo>
                    <a:pt x="140" y="194"/>
                  </a:lnTo>
                  <a:lnTo>
                    <a:pt x="140" y="207"/>
                  </a:lnTo>
                  <a:lnTo>
                    <a:pt x="147" y="219"/>
                  </a:lnTo>
                  <a:lnTo>
                    <a:pt x="140" y="232"/>
                  </a:lnTo>
                  <a:lnTo>
                    <a:pt x="140" y="238"/>
                  </a:lnTo>
                  <a:lnTo>
                    <a:pt x="134" y="244"/>
                  </a:lnTo>
                  <a:lnTo>
                    <a:pt x="128" y="251"/>
                  </a:lnTo>
                  <a:lnTo>
                    <a:pt x="121" y="257"/>
                  </a:lnTo>
                  <a:lnTo>
                    <a:pt x="115" y="257"/>
                  </a:lnTo>
                  <a:lnTo>
                    <a:pt x="109" y="263"/>
                  </a:lnTo>
                  <a:lnTo>
                    <a:pt x="102" y="257"/>
                  </a:lnTo>
                  <a:lnTo>
                    <a:pt x="96" y="257"/>
                  </a:lnTo>
                  <a:lnTo>
                    <a:pt x="83" y="257"/>
                  </a:lnTo>
                  <a:lnTo>
                    <a:pt x="77" y="251"/>
                  </a:lnTo>
                  <a:lnTo>
                    <a:pt x="70" y="244"/>
                  </a:lnTo>
                  <a:lnTo>
                    <a:pt x="64" y="244"/>
                  </a:lnTo>
                  <a:lnTo>
                    <a:pt x="51" y="238"/>
                  </a:lnTo>
                  <a:lnTo>
                    <a:pt x="45" y="238"/>
                  </a:lnTo>
                  <a:lnTo>
                    <a:pt x="32" y="238"/>
                  </a:lnTo>
                  <a:lnTo>
                    <a:pt x="26" y="238"/>
                  </a:lnTo>
                  <a:lnTo>
                    <a:pt x="13" y="244"/>
                  </a:lnTo>
                  <a:lnTo>
                    <a:pt x="13" y="251"/>
                  </a:lnTo>
                  <a:lnTo>
                    <a:pt x="6" y="263"/>
                  </a:lnTo>
                  <a:lnTo>
                    <a:pt x="0" y="269"/>
                  </a:lnTo>
                  <a:lnTo>
                    <a:pt x="0" y="276"/>
                  </a:lnTo>
                  <a:lnTo>
                    <a:pt x="0" y="288"/>
                  </a:lnTo>
                  <a:lnTo>
                    <a:pt x="0" y="301"/>
                  </a:lnTo>
                  <a:lnTo>
                    <a:pt x="6" y="307"/>
                  </a:lnTo>
                  <a:lnTo>
                    <a:pt x="13" y="320"/>
                  </a:lnTo>
                  <a:lnTo>
                    <a:pt x="13" y="332"/>
                  </a:lnTo>
                  <a:lnTo>
                    <a:pt x="26" y="345"/>
                  </a:lnTo>
                  <a:lnTo>
                    <a:pt x="32" y="351"/>
                  </a:lnTo>
                  <a:lnTo>
                    <a:pt x="45" y="357"/>
                  </a:lnTo>
                  <a:lnTo>
                    <a:pt x="51" y="357"/>
                  </a:lnTo>
                  <a:lnTo>
                    <a:pt x="64" y="363"/>
                  </a:lnTo>
                  <a:lnTo>
                    <a:pt x="77" y="363"/>
                  </a:lnTo>
                  <a:lnTo>
                    <a:pt x="89" y="363"/>
                  </a:lnTo>
                  <a:lnTo>
                    <a:pt x="102" y="363"/>
                  </a:lnTo>
                  <a:lnTo>
                    <a:pt x="121" y="363"/>
                  </a:lnTo>
                  <a:lnTo>
                    <a:pt x="134" y="363"/>
                  </a:lnTo>
                  <a:lnTo>
                    <a:pt x="140" y="370"/>
                  </a:lnTo>
                  <a:lnTo>
                    <a:pt x="140" y="376"/>
                  </a:lnTo>
                  <a:lnTo>
                    <a:pt x="140" y="382"/>
                  </a:lnTo>
                  <a:lnTo>
                    <a:pt x="134" y="395"/>
                  </a:lnTo>
                  <a:lnTo>
                    <a:pt x="134" y="407"/>
                  </a:lnTo>
                  <a:lnTo>
                    <a:pt x="128" y="414"/>
                  </a:lnTo>
                  <a:lnTo>
                    <a:pt x="121" y="432"/>
                  </a:lnTo>
                  <a:lnTo>
                    <a:pt x="115" y="439"/>
                  </a:lnTo>
                  <a:lnTo>
                    <a:pt x="109" y="451"/>
                  </a:lnTo>
                  <a:lnTo>
                    <a:pt x="96" y="464"/>
                  </a:lnTo>
                  <a:lnTo>
                    <a:pt x="89" y="470"/>
                  </a:lnTo>
                  <a:lnTo>
                    <a:pt x="77" y="483"/>
                  </a:lnTo>
                  <a:lnTo>
                    <a:pt x="728" y="483"/>
                  </a:lnTo>
                  <a:lnTo>
                    <a:pt x="728" y="470"/>
                  </a:lnTo>
                  <a:lnTo>
                    <a:pt x="728" y="464"/>
                  </a:lnTo>
                  <a:lnTo>
                    <a:pt x="734" y="451"/>
                  </a:lnTo>
                  <a:lnTo>
                    <a:pt x="734" y="445"/>
                  </a:lnTo>
                  <a:lnTo>
                    <a:pt x="741" y="439"/>
                  </a:lnTo>
                  <a:lnTo>
                    <a:pt x="747" y="426"/>
                  </a:lnTo>
                  <a:lnTo>
                    <a:pt x="753" y="420"/>
                  </a:lnTo>
                  <a:lnTo>
                    <a:pt x="760" y="414"/>
                  </a:lnTo>
                  <a:lnTo>
                    <a:pt x="766" y="407"/>
                  </a:lnTo>
                  <a:lnTo>
                    <a:pt x="772" y="401"/>
                  </a:lnTo>
                  <a:lnTo>
                    <a:pt x="779" y="395"/>
                  </a:lnTo>
                  <a:lnTo>
                    <a:pt x="785" y="389"/>
                  </a:lnTo>
                  <a:lnTo>
                    <a:pt x="785" y="376"/>
                  </a:lnTo>
                  <a:lnTo>
                    <a:pt x="785" y="363"/>
                  </a:lnTo>
                  <a:lnTo>
                    <a:pt x="779" y="357"/>
                  </a:lnTo>
                  <a:lnTo>
                    <a:pt x="779" y="351"/>
                  </a:lnTo>
                  <a:lnTo>
                    <a:pt x="772" y="345"/>
                  </a:lnTo>
                  <a:lnTo>
                    <a:pt x="766" y="338"/>
                  </a:lnTo>
                  <a:lnTo>
                    <a:pt x="760" y="332"/>
                  </a:lnTo>
                  <a:lnTo>
                    <a:pt x="747" y="332"/>
                  </a:lnTo>
                  <a:lnTo>
                    <a:pt x="734" y="332"/>
                  </a:lnTo>
                  <a:lnTo>
                    <a:pt x="721" y="332"/>
                  </a:lnTo>
                  <a:lnTo>
                    <a:pt x="715" y="332"/>
                  </a:lnTo>
                  <a:lnTo>
                    <a:pt x="702" y="338"/>
                  </a:lnTo>
                  <a:lnTo>
                    <a:pt x="689" y="338"/>
                  </a:lnTo>
                  <a:lnTo>
                    <a:pt x="677" y="345"/>
                  </a:lnTo>
                  <a:lnTo>
                    <a:pt x="664" y="345"/>
                  </a:lnTo>
                  <a:lnTo>
                    <a:pt x="645" y="345"/>
                  </a:lnTo>
                  <a:lnTo>
                    <a:pt x="632" y="345"/>
                  </a:lnTo>
                  <a:lnTo>
                    <a:pt x="626" y="345"/>
                  </a:lnTo>
                  <a:lnTo>
                    <a:pt x="613" y="338"/>
                  </a:lnTo>
                  <a:lnTo>
                    <a:pt x="606" y="338"/>
                  </a:lnTo>
                  <a:lnTo>
                    <a:pt x="594" y="332"/>
                  </a:lnTo>
                  <a:lnTo>
                    <a:pt x="594" y="320"/>
                  </a:lnTo>
                  <a:lnTo>
                    <a:pt x="587" y="313"/>
                  </a:lnTo>
                  <a:lnTo>
                    <a:pt x="587" y="301"/>
                  </a:lnTo>
                  <a:lnTo>
                    <a:pt x="594" y="288"/>
                  </a:lnTo>
                  <a:lnTo>
                    <a:pt x="600" y="282"/>
                  </a:lnTo>
                  <a:lnTo>
                    <a:pt x="606" y="276"/>
                  </a:lnTo>
                  <a:lnTo>
                    <a:pt x="613" y="269"/>
                  </a:lnTo>
                  <a:lnTo>
                    <a:pt x="619" y="263"/>
                  </a:lnTo>
                  <a:lnTo>
                    <a:pt x="632" y="257"/>
                  </a:lnTo>
                  <a:lnTo>
                    <a:pt x="638" y="257"/>
                  </a:lnTo>
                  <a:lnTo>
                    <a:pt x="651" y="251"/>
                  </a:lnTo>
                  <a:lnTo>
                    <a:pt x="664" y="251"/>
                  </a:lnTo>
                  <a:lnTo>
                    <a:pt x="677" y="251"/>
                  </a:lnTo>
                  <a:lnTo>
                    <a:pt x="689" y="244"/>
                  </a:lnTo>
                  <a:lnTo>
                    <a:pt x="702" y="244"/>
                  </a:lnTo>
                  <a:lnTo>
                    <a:pt x="715" y="238"/>
                  </a:lnTo>
                  <a:lnTo>
                    <a:pt x="721" y="232"/>
                  </a:lnTo>
                  <a:lnTo>
                    <a:pt x="728" y="226"/>
                  </a:lnTo>
                  <a:lnTo>
                    <a:pt x="734" y="219"/>
                  </a:lnTo>
                  <a:lnTo>
                    <a:pt x="741" y="213"/>
                  </a:lnTo>
                  <a:lnTo>
                    <a:pt x="741" y="201"/>
                  </a:lnTo>
                  <a:lnTo>
                    <a:pt x="741" y="188"/>
                  </a:lnTo>
                  <a:lnTo>
                    <a:pt x="741" y="175"/>
                  </a:lnTo>
                  <a:lnTo>
                    <a:pt x="741" y="163"/>
                  </a:lnTo>
                  <a:lnTo>
                    <a:pt x="741" y="150"/>
                  </a:lnTo>
                  <a:lnTo>
                    <a:pt x="734" y="132"/>
                  </a:lnTo>
                  <a:lnTo>
                    <a:pt x="734" y="113"/>
                  </a:lnTo>
                  <a:lnTo>
                    <a:pt x="741" y="107"/>
                  </a:lnTo>
                  <a:lnTo>
                    <a:pt x="728" y="100"/>
                  </a:lnTo>
                  <a:close/>
                </a:path>
              </a:pathLst>
            </a:custGeom>
            <a:solidFill>
              <a:schemeClr val="accent1"/>
            </a:solidFill>
            <a:ln w="9525">
              <a:solidFill>
                <a:srgbClr val="000000"/>
              </a:solidFill>
              <a:prstDash val="solid"/>
              <a:round/>
            </a:ln>
          </p:spPr>
          <p:txBody>
            <a:bodyPr/>
            <a:lstStyle/>
            <a:p>
              <a:endParaRPr lang="en-GB" sz="1815"/>
            </a:p>
          </p:txBody>
        </p:sp>
      </p:grpSp>
      <p:grpSp>
        <p:nvGrpSpPr>
          <p:cNvPr id="312335" name="Group 44"/>
          <p:cNvGrpSpPr/>
          <p:nvPr/>
        </p:nvGrpSpPr>
        <p:grpSpPr bwMode="auto">
          <a:xfrm>
            <a:off x="6714349" y="5485753"/>
            <a:ext cx="1429618" cy="752961"/>
            <a:chOff x="2995" y="3523"/>
            <a:chExt cx="849" cy="474"/>
          </a:xfrm>
        </p:grpSpPr>
        <p:sp>
          <p:nvSpPr>
            <p:cNvPr id="312346" name="Freeform 45"/>
            <p:cNvSpPr/>
            <p:nvPr/>
          </p:nvSpPr>
          <p:spPr bwMode="auto">
            <a:xfrm>
              <a:off x="2995" y="3523"/>
              <a:ext cx="849" cy="402"/>
            </a:xfrm>
            <a:custGeom>
              <a:avLst/>
              <a:gdLst>
                <a:gd name="T0" fmla="*/ 77 w 849"/>
                <a:gd name="T1" fmla="*/ 51 h 402"/>
                <a:gd name="T2" fmla="*/ 103 w 849"/>
                <a:gd name="T3" fmla="*/ 51 h 402"/>
                <a:gd name="T4" fmla="*/ 147 w 849"/>
                <a:gd name="T5" fmla="*/ 38 h 402"/>
                <a:gd name="T6" fmla="*/ 198 w 849"/>
                <a:gd name="T7" fmla="*/ 32 h 402"/>
                <a:gd name="T8" fmla="*/ 243 w 849"/>
                <a:gd name="T9" fmla="*/ 13 h 402"/>
                <a:gd name="T10" fmla="*/ 288 w 849"/>
                <a:gd name="T11" fmla="*/ 0 h 402"/>
                <a:gd name="T12" fmla="*/ 313 w 849"/>
                <a:gd name="T13" fmla="*/ 0 h 402"/>
                <a:gd name="T14" fmla="*/ 345 w 849"/>
                <a:gd name="T15" fmla="*/ 0 h 402"/>
                <a:gd name="T16" fmla="*/ 364 w 849"/>
                <a:gd name="T17" fmla="*/ 7 h 402"/>
                <a:gd name="T18" fmla="*/ 383 w 849"/>
                <a:gd name="T19" fmla="*/ 19 h 402"/>
                <a:gd name="T20" fmla="*/ 390 w 849"/>
                <a:gd name="T21" fmla="*/ 32 h 402"/>
                <a:gd name="T22" fmla="*/ 383 w 849"/>
                <a:gd name="T23" fmla="*/ 51 h 402"/>
                <a:gd name="T24" fmla="*/ 371 w 849"/>
                <a:gd name="T25" fmla="*/ 76 h 402"/>
                <a:gd name="T26" fmla="*/ 364 w 849"/>
                <a:gd name="T27" fmla="*/ 94 h 402"/>
                <a:gd name="T28" fmla="*/ 364 w 849"/>
                <a:gd name="T29" fmla="*/ 113 h 402"/>
                <a:gd name="T30" fmla="*/ 371 w 849"/>
                <a:gd name="T31" fmla="*/ 126 h 402"/>
                <a:gd name="T32" fmla="*/ 390 w 849"/>
                <a:gd name="T33" fmla="*/ 145 h 402"/>
                <a:gd name="T34" fmla="*/ 415 w 849"/>
                <a:gd name="T35" fmla="*/ 151 h 402"/>
                <a:gd name="T36" fmla="*/ 441 w 849"/>
                <a:gd name="T37" fmla="*/ 151 h 402"/>
                <a:gd name="T38" fmla="*/ 460 w 849"/>
                <a:gd name="T39" fmla="*/ 145 h 402"/>
                <a:gd name="T40" fmla="*/ 486 w 849"/>
                <a:gd name="T41" fmla="*/ 132 h 402"/>
                <a:gd name="T42" fmla="*/ 505 w 849"/>
                <a:gd name="T43" fmla="*/ 120 h 402"/>
                <a:gd name="T44" fmla="*/ 517 w 849"/>
                <a:gd name="T45" fmla="*/ 101 h 402"/>
                <a:gd name="T46" fmla="*/ 524 w 849"/>
                <a:gd name="T47" fmla="*/ 76 h 402"/>
                <a:gd name="T48" fmla="*/ 530 w 849"/>
                <a:gd name="T49" fmla="*/ 57 h 402"/>
                <a:gd name="T50" fmla="*/ 549 w 849"/>
                <a:gd name="T51" fmla="*/ 44 h 402"/>
                <a:gd name="T52" fmla="*/ 581 w 849"/>
                <a:gd name="T53" fmla="*/ 38 h 402"/>
                <a:gd name="T54" fmla="*/ 613 w 849"/>
                <a:gd name="T55" fmla="*/ 26 h 402"/>
                <a:gd name="T56" fmla="*/ 671 w 849"/>
                <a:gd name="T57" fmla="*/ 19 h 402"/>
                <a:gd name="T58" fmla="*/ 747 w 849"/>
                <a:gd name="T59" fmla="*/ 13 h 402"/>
                <a:gd name="T60" fmla="*/ 818 w 849"/>
                <a:gd name="T61" fmla="*/ 19 h 402"/>
                <a:gd name="T62" fmla="*/ 824 w 849"/>
                <a:gd name="T63" fmla="*/ 44 h 402"/>
                <a:gd name="T64" fmla="*/ 837 w 849"/>
                <a:gd name="T65" fmla="*/ 82 h 402"/>
                <a:gd name="T66" fmla="*/ 843 w 849"/>
                <a:gd name="T67" fmla="*/ 113 h 402"/>
                <a:gd name="T68" fmla="*/ 849 w 849"/>
                <a:gd name="T69" fmla="*/ 138 h 402"/>
                <a:gd name="T70" fmla="*/ 849 w 849"/>
                <a:gd name="T71" fmla="*/ 157 h 402"/>
                <a:gd name="T72" fmla="*/ 837 w 849"/>
                <a:gd name="T73" fmla="*/ 170 h 402"/>
                <a:gd name="T74" fmla="*/ 824 w 849"/>
                <a:gd name="T75" fmla="*/ 176 h 402"/>
                <a:gd name="T76" fmla="*/ 805 w 849"/>
                <a:gd name="T77" fmla="*/ 176 h 402"/>
                <a:gd name="T78" fmla="*/ 786 w 849"/>
                <a:gd name="T79" fmla="*/ 163 h 402"/>
                <a:gd name="T80" fmla="*/ 766 w 849"/>
                <a:gd name="T81" fmla="*/ 157 h 402"/>
                <a:gd name="T82" fmla="*/ 747 w 849"/>
                <a:gd name="T83" fmla="*/ 151 h 402"/>
                <a:gd name="T84" fmla="*/ 728 w 849"/>
                <a:gd name="T85" fmla="*/ 157 h 402"/>
                <a:gd name="T86" fmla="*/ 715 w 849"/>
                <a:gd name="T87" fmla="*/ 170 h 402"/>
                <a:gd name="T88" fmla="*/ 709 w 849"/>
                <a:gd name="T89" fmla="*/ 188 h 402"/>
                <a:gd name="T90" fmla="*/ 709 w 849"/>
                <a:gd name="T91" fmla="*/ 207 h 402"/>
                <a:gd name="T92" fmla="*/ 715 w 849"/>
                <a:gd name="T93" fmla="*/ 232 h 402"/>
                <a:gd name="T94" fmla="*/ 728 w 849"/>
                <a:gd name="T95" fmla="*/ 257 h 402"/>
                <a:gd name="T96" fmla="*/ 741 w 849"/>
                <a:gd name="T97" fmla="*/ 270 h 402"/>
                <a:gd name="T98" fmla="*/ 760 w 849"/>
                <a:gd name="T99" fmla="*/ 282 h 402"/>
                <a:gd name="T100" fmla="*/ 786 w 849"/>
                <a:gd name="T101" fmla="*/ 289 h 402"/>
                <a:gd name="T102" fmla="*/ 818 w 849"/>
                <a:gd name="T103" fmla="*/ 289 h 402"/>
                <a:gd name="T104" fmla="*/ 837 w 849"/>
                <a:gd name="T105" fmla="*/ 282 h 402"/>
                <a:gd name="T106" fmla="*/ 849 w 849"/>
                <a:gd name="T107" fmla="*/ 295 h 402"/>
                <a:gd name="T108" fmla="*/ 849 w 849"/>
                <a:gd name="T109" fmla="*/ 301 h 402"/>
                <a:gd name="T110" fmla="*/ 837 w 849"/>
                <a:gd name="T111" fmla="*/ 326 h 402"/>
                <a:gd name="T112" fmla="*/ 830 w 849"/>
                <a:gd name="T113" fmla="*/ 351 h 402"/>
                <a:gd name="T114" fmla="*/ 811 w 849"/>
                <a:gd name="T115" fmla="*/ 376 h 402"/>
                <a:gd name="T116" fmla="*/ 792 w 849"/>
                <a:gd name="T117" fmla="*/ 395 h 402"/>
                <a:gd name="T118" fmla="*/ 0 w 849"/>
                <a:gd name="T119" fmla="*/ 402 h 402"/>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849"/>
                <a:gd name="T181" fmla="*/ 0 h 402"/>
                <a:gd name="T182" fmla="*/ 849 w 849"/>
                <a:gd name="T183" fmla="*/ 402 h 402"/>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849" h="402">
                  <a:moveTo>
                    <a:pt x="0" y="402"/>
                  </a:moveTo>
                  <a:lnTo>
                    <a:pt x="77" y="51"/>
                  </a:lnTo>
                  <a:lnTo>
                    <a:pt x="90" y="51"/>
                  </a:lnTo>
                  <a:lnTo>
                    <a:pt x="103" y="51"/>
                  </a:lnTo>
                  <a:lnTo>
                    <a:pt x="128" y="44"/>
                  </a:lnTo>
                  <a:lnTo>
                    <a:pt x="147" y="38"/>
                  </a:lnTo>
                  <a:lnTo>
                    <a:pt x="173" y="38"/>
                  </a:lnTo>
                  <a:lnTo>
                    <a:pt x="198" y="32"/>
                  </a:lnTo>
                  <a:lnTo>
                    <a:pt x="224" y="19"/>
                  </a:lnTo>
                  <a:lnTo>
                    <a:pt x="243" y="13"/>
                  </a:lnTo>
                  <a:lnTo>
                    <a:pt x="269" y="7"/>
                  </a:lnTo>
                  <a:lnTo>
                    <a:pt x="288" y="0"/>
                  </a:lnTo>
                  <a:lnTo>
                    <a:pt x="300" y="0"/>
                  </a:lnTo>
                  <a:lnTo>
                    <a:pt x="313" y="0"/>
                  </a:lnTo>
                  <a:lnTo>
                    <a:pt x="326" y="0"/>
                  </a:lnTo>
                  <a:lnTo>
                    <a:pt x="345" y="0"/>
                  </a:lnTo>
                  <a:lnTo>
                    <a:pt x="352" y="0"/>
                  </a:lnTo>
                  <a:lnTo>
                    <a:pt x="364" y="7"/>
                  </a:lnTo>
                  <a:lnTo>
                    <a:pt x="377" y="13"/>
                  </a:lnTo>
                  <a:lnTo>
                    <a:pt x="383" y="19"/>
                  </a:lnTo>
                  <a:lnTo>
                    <a:pt x="390" y="26"/>
                  </a:lnTo>
                  <a:lnTo>
                    <a:pt x="390" y="32"/>
                  </a:lnTo>
                  <a:lnTo>
                    <a:pt x="390" y="38"/>
                  </a:lnTo>
                  <a:lnTo>
                    <a:pt x="383" y="51"/>
                  </a:lnTo>
                  <a:lnTo>
                    <a:pt x="377" y="63"/>
                  </a:lnTo>
                  <a:lnTo>
                    <a:pt x="371" y="76"/>
                  </a:lnTo>
                  <a:lnTo>
                    <a:pt x="364" y="88"/>
                  </a:lnTo>
                  <a:lnTo>
                    <a:pt x="364" y="94"/>
                  </a:lnTo>
                  <a:lnTo>
                    <a:pt x="358" y="101"/>
                  </a:lnTo>
                  <a:lnTo>
                    <a:pt x="364" y="113"/>
                  </a:lnTo>
                  <a:lnTo>
                    <a:pt x="364" y="120"/>
                  </a:lnTo>
                  <a:lnTo>
                    <a:pt x="371" y="126"/>
                  </a:lnTo>
                  <a:lnTo>
                    <a:pt x="383" y="138"/>
                  </a:lnTo>
                  <a:lnTo>
                    <a:pt x="390" y="145"/>
                  </a:lnTo>
                  <a:lnTo>
                    <a:pt x="403" y="145"/>
                  </a:lnTo>
                  <a:lnTo>
                    <a:pt x="415" y="151"/>
                  </a:lnTo>
                  <a:lnTo>
                    <a:pt x="428" y="151"/>
                  </a:lnTo>
                  <a:lnTo>
                    <a:pt x="441" y="151"/>
                  </a:lnTo>
                  <a:lnTo>
                    <a:pt x="454" y="145"/>
                  </a:lnTo>
                  <a:lnTo>
                    <a:pt x="460" y="145"/>
                  </a:lnTo>
                  <a:lnTo>
                    <a:pt x="473" y="138"/>
                  </a:lnTo>
                  <a:lnTo>
                    <a:pt x="486" y="132"/>
                  </a:lnTo>
                  <a:lnTo>
                    <a:pt x="498" y="126"/>
                  </a:lnTo>
                  <a:lnTo>
                    <a:pt x="505" y="120"/>
                  </a:lnTo>
                  <a:lnTo>
                    <a:pt x="511" y="107"/>
                  </a:lnTo>
                  <a:lnTo>
                    <a:pt x="517" y="101"/>
                  </a:lnTo>
                  <a:lnTo>
                    <a:pt x="524" y="88"/>
                  </a:lnTo>
                  <a:lnTo>
                    <a:pt x="524" y="76"/>
                  </a:lnTo>
                  <a:lnTo>
                    <a:pt x="530" y="63"/>
                  </a:lnTo>
                  <a:lnTo>
                    <a:pt x="530" y="57"/>
                  </a:lnTo>
                  <a:lnTo>
                    <a:pt x="537" y="51"/>
                  </a:lnTo>
                  <a:lnTo>
                    <a:pt x="549" y="44"/>
                  </a:lnTo>
                  <a:lnTo>
                    <a:pt x="569" y="44"/>
                  </a:lnTo>
                  <a:lnTo>
                    <a:pt x="581" y="38"/>
                  </a:lnTo>
                  <a:lnTo>
                    <a:pt x="600" y="32"/>
                  </a:lnTo>
                  <a:lnTo>
                    <a:pt x="613" y="26"/>
                  </a:lnTo>
                  <a:lnTo>
                    <a:pt x="639" y="26"/>
                  </a:lnTo>
                  <a:lnTo>
                    <a:pt x="671" y="19"/>
                  </a:lnTo>
                  <a:lnTo>
                    <a:pt x="703" y="13"/>
                  </a:lnTo>
                  <a:lnTo>
                    <a:pt x="747" y="13"/>
                  </a:lnTo>
                  <a:lnTo>
                    <a:pt x="786" y="13"/>
                  </a:lnTo>
                  <a:lnTo>
                    <a:pt x="818" y="19"/>
                  </a:lnTo>
                  <a:lnTo>
                    <a:pt x="818" y="32"/>
                  </a:lnTo>
                  <a:lnTo>
                    <a:pt x="824" y="44"/>
                  </a:lnTo>
                  <a:lnTo>
                    <a:pt x="824" y="57"/>
                  </a:lnTo>
                  <a:lnTo>
                    <a:pt x="837" y="82"/>
                  </a:lnTo>
                  <a:lnTo>
                    <a:pt x="843" y="101"/>
                  </a:lnTo>
                  <a:lnTo>
                    <a:pt x="843" y="113"/>
                  </a:lnTo>
                  <a:lnTo>
                    <a:pt x="849" y="126"/>
                  </a:lnTo>
                  <a:lnTo>
                    <a:pt x="849" y="138"/>
                  </a:lnTo>
                  <a:lnTo>
                    <a:pt x="849" y="145"/>
                  </a:lnTo>
                  <a:lnTo>
                    <a:pt x="849" y="157"/>
                  </a:lnTo>
                  <a:lnTo>
                    <a:pt x="843" y="163"/>
                  </a:lnTo>
                  <a:lnTo>
                    <a:pt x="837" y="170"/>
                  </a:lnTo>
                  <a:lnTo>
                    <a:pt x="830" y="170"/>
                  </a:lnTo>
                  <a:lnTo>
                    <a:pt x="824" y="176"/>
                  </a:lnTo>
                  <a:lnTo>
                    <a:pt x="811" y="176"/>
                  </a:lnTo>
                  <a:lnTo>
                    <a:pt x="805" y="176"/>
                  </a:lnTo>
                  <a:lnTo>
                    <a:pt x="792" y="170"/>
                  </a:lnTo>
                  <a:lnTo>
                    <a:pt x="786" y="163"/>
                  </a:lnTo>
                  <a:lnTo>
                    <a:pt x="773" y="163"/>
                  </a:lnTo>
                  <a:lnTo>
                    <a:pt x="766" y="157"/>
                  </a:lnTo>
                  <a:lnTo>
                    <a:pt x="754" y="157"/>
                  </a:lnTo>
                  <a:lnTo>
                    <a:pt x="747" y="151"/>
                  </a:lnTo>
                  <a:lnTo>
                    <a:pt x="741" y="151"/>
                  </a:lnTo>
                  <a:lnTo>
                    <a:pt x="728" y="157"/>
                  </a:lnTo>
                  <a:lnTo>
                    <a:pt x="722" y="163"/>
                  </a:lnTo>
                  <a:lnTo>
                    <a:pt x="715" y="170"/>
                  </a:lnTo>
                  <a:lnTo>
                    <a:pt x="709" y="182"/>
                  </a:lnTo>
                  <a:lnTo>
                    <a:pt x="709" y="188"/>
                  </a:lnTo>
                  <a:lnTo>
                    <a:pt x="709" y="195"/>
                  </a:lnTo>
                  <a:lnTo>
                    <a:pt x="709" y="207"/>
                  </a:lnTo>
                  <a:lnTo>
                    <a:pt x="709" y="220"/>
                  </a:lnTo>
                  <a:lnTo>
                    <a:pt x="715" y="232"/>
                  </a:lnTo>
                  <a:lnTo>
                    <a:pt x="722" y="245"/>
                  </a:lnTo>
                  <a:lnTo>
                    <a:pt x="728" y="257"/>
                  </a:lnTo>
                  <a:lnTo>
                    <a:pt x="741" y="270"/>
                  </a:lnTo>
                  <a:lnTo>
                    <a:pt x="747" y="276"/>
                  </a:lnTo>
                  <a:lnTo>
                    <a:pt x="760" y="282"/>
                  </a:lnTo>
                  <a:lnTo>
                    <a:pt x="773" y="282"/>
                  </a:lnTo>
                  <a:lnTo>
                    <a:pt x="786" y="289"/>
                  </a:lnTo>
                  <a:lnTo>
                    <a:pt x="798" y="289"/>
                  </a:lnTo>
                  <a:lnTo>
                    <a:pt x="818" y="289"/>
                  </a:lnTo>
                  <a:lnTo>
                    <a:pt x="824" y="282"/>
                  </a:lnTo>
                  <a:lnTo>
                    <a:pt x="837" y="282"/>
                  </a:lnTo>
                  <a:lnTo>
                    <a:pt x="843" y="289"/>
                  </a:lnTo>
                  <a:lnTo>
                    <a:pt x="849" y="295"/>
                  </a:lnTo>
                  <a:lnTo>
                    <a:pt x="849" y="301"/>
                  </a:lnTo>
                  <a:lnTo>
                    <a:pt x="843" y="314"/>
                  </a:lnTo>
                  <a:lnTo>
                    <a:pt x="837" y="326"/>
                  </a:lnTo>
                  <a:lnTo>
                    <a:pt x="837" y="333"/>
                  </a:lnTo>
                  <a:lnTo>
                    <a:pt x="830" y="351"/>
                  </a:lnTo>
                  <a:lnTo>
                    <a:pt x="818" y="364"/>
                  </a:lnTo>
                  <a:lnTo>
                    <a:pt x="811" y="376"/>
                  </a:lnTo>
                  <a:lnTo>
                    <a:pt x="805" y="389"/>
                  </a:lnTo>
                  <a:lnTo>
                    <a:pt x="792" y="395"/>
                  </a:lnTo>
                  <a:lnTo>
                    <a:pt x="786" y="402"/>
                  </a:lnTo>
                  <a:lnTo>
                    <a:pt x="0" y="402"/>
                  </a:lnTo>
                  <a:close/>
                </a:path>
              </a:pathLst>
            </a:custGeom>
            <a:solidFill>
              <a:schemeClr val="accent2"/>
            </a:solidFill>
            <a:ln w="9525">
              <a:solidFill>
                <a:srgbClr val="000000"/>
              </a:solidFill>
              <a:prstDash val="solid"/>
              <a:round/>
            </a:ln>
          </p:spPr>
          <p:txBody>
            <a:bodyPr/>
            <a:lstStyle/>
            <a:p>
              <a:endParaRPr lang="en-GB" sz="1815"/>
            </a:p>
          </p:txBody>
        </p:sp>
        <p:sp>
          <p:nvSpPr>
            <p:cNvPr id="312347" name="Rectangle 46"/>
            <p:cNvSpPr>
              <a:spLocks noChangeArrowheads="1"/>
            </p:cNvSpPr>
            <p:nvPr/>
          </p:nvSpPr>
          <p:spPr bwMode="auto">
            <a:xfrm>
              <a:off x="2998" y="3928"/>
              <a:ext cx="786" cy="69"/>
            </a:xfrm>
            <a:prstGeom prst="rect">
              <a:avLst/>
            </a:prstGeom>
            <a:solidFill>
              <a:schemeClr val="accent2"/>
            </a:solidFill>
            <a:ln w="9525">
              <a:solidFill>
                <a:srgbClr val="000000"/>
              </a:solidFill>
              <a:miter lim="800000"/>
            </a:ln>
          </p:spPr>
          <p:txBody>
            <a:bodyPr/>
            <a:lstStyle/>
            <a:p>
              <a:endParaRPr lang="en-US" sz="1815"/>
            </a:p>
          </p:txBody>
        </p:sp>
      </p:grpSp>
      <p:grpSp>
        <p:nvGrpSpPr>
          <p:cNvPr id="312336" name="Group 47"/>
          <p:cNvGrpSpPr/>
          <p:nvPr/>
        </p:nvGrpSpPr>
        <p:grpSpPr bwMode="auto">
          <a:xfrm>
            <a:off x="8896928" y="5467033"/>
            <a:ext cx="1677245" cy="771677"/>
            <a:chOff x="4291" y="3511"/>
            <a:chExt cx="996" cy="486"/>
          </a:xfrm>
          <a:solidFill>
            <a:schemeClr val="accent6"/>
          </a:solidFill>
        </p:grpSpPr>
        <p:sp>
          <p:nvSpPr>
            <p:cNvPr id="312344" name="Freeform 48"/>
            <p:cNvSpPr/>
            <p:nvPr/>
          </p:nvSpPr>
          <p:spPr bwMode="auto">
            <a:xfrm>
              <a:off x="4291" y="3511"/>
              <a:ext cx="996" cy="414"/>
            </a:xfrm>
            <a:custGeom>
              <a:avLst/>
              <a:gdLst>
                <a:gd name="T0" fmla="*/ 173 w 996"/>
                <a:gd name="T1" fmla="*/ 31 h 414"/>
                <a:gd name="T2" fmla="*/ 205 w 996"/>
                <a:gd name="T3" fmla="*/ 38 h 414"/>
                <a:gd name="T4" fmla="*/ 243 w 996"/>
                <a:gd name="T5" fmla="*/ 44 h 414"/>
                <a:gd name="T6" fmla="*/ 275 w 996"/>
                <a:gd name="T7" fmla="*/ 44 h 414"/>
                <a:gd name="T8" fmla="*/ 307 w 996"/>
                <a:gd name="T9" fmla="*/ 31 h 414"/>
                <a:gd name="T10" fmla="*/ 345 w 996"/>
                <a:gd name="T11" fmla="*/ 19 h 414"/>
                <a:gd name="T12" fmla="*/ 377 w 996"/>
                <a:gd name="T13" fmla="*/ 19 h 414"/>
                <a:gd name="T14" fmla="*/ 403 w 996"/>
                <a:gd name="T15" fmla="*/ 31 h 414"/>
                <a:gd name="T16" fmla="*/ 403 w 996"/>
                <a:gd name="T17" fmla="*/ 63 h 414"/>
                <a:gd name="T18" fmla="*/ 396 w 996"/>
                <a:gd name="T19" fmla="*/ 100 h 414"/>
                <a:gd name="T20" fmla="*/ 415 w 996"/>
                <a:gd name="T21" fmla="*/ 125 h 414"/>
                <a:gd name="T22" fmla="*/ 454 w 996"/>
                <a:gd name="T23" fmla="*/ 132 h 414"/>
                <a:gd name="T24" fmla="*/ 505 w 996"/>
                <a:gd name="T25" fmla="*/ 138 h 414"/>
                <a:gd name="T26" fmla="*/ 543 w 996"/>
                <a:gd name="T27" fmla="*/ 125 h 414"/>
                <a:gd name="T28" fmla="*/ 575 w 996"/>
                <a:gd name="T29" fmla="*/ 106 h 414"/>
                <a:gd name="T30" fmla="*/ 588 w 996"/>
                <a:gd name="T31" fmla="*/ 69 h 414"/>
                <a:gd name="T32" fmla="*/ 594 w 996"/>
                <a:gd name="T33" fmla="*/ 38 h 414"/>
                <a:gd name="T34" fmla="*/ 620 w 996"/>
                <a:gd name="T35" fmla="*/ 12 h 414"/>
                <a:gd name="T36" fmla="*/ 658 w 996"/>
                <a:gd name="T37" fmla="*/ 6 h 414"/>
                <a:gd name="T38" fmla="*/ 703 w 996"/>
                <a:gd name="T39" fmla="*/ 0 h 414"/>
                <a:gd name="T40" fmla="*/ 747 w 996"/>
                <a:gd name="T41" fmla="*/ 6 h 414"/>
                <a:gd name="T42" fmla="*/ 786 w 996"/>
                <a:gd name="T43" fmla="*/ 6 h 414"/>
                <a:gd name="T44" fmla="*/ 141 w 996"/>
                <a:gd name="T45" fmla="*/ 414 h 414"/>
                <a:gd name="T46" fmla="*/ 147 w 996"/>
                <a:gd name="T47" fmla="*/ 382 h 414"/>
                <a:gd name="T48" fmla="*/ 160 w 996"/>
                <a:gd name="T49" fmla="*/ 357 h 414"/>
                <a:gd name="T50" fmla="*/ 179 w 996"/>
                <a:gd name="T51" fmla="*/ 338 h 414"/>
                <a:gd name="T52" fmla="*/ 198 w 996"/>
                <a:gd name="T53" fmla="*/ 320 h 414"/>
                <a:gd name="T54" fmla="*/ 192 w 996"/>
                <a:gd name="T55" fmla="*/ 288 h 414"/>
                <a:gd name="T56" fmla="*/ 179 w 996"/>
                <a:gd name="T57" fmla="*/ 269 h 414"/>
                <a:gd name="T58" fmla="*/ 147 w 996"/>
                <a:gd name="T59" fmla="*/ 263 h 414"/>
                <a:gd name="T60" fmla="*/ 115 w 996"/>
                <a:gd name="T61" fmla="*/ 269 h 414"/>
                <a:gd name="T62" fmla="*/ 77 w 996"/>
                <a:gd name="T63" fmla="*/ 276 h 414"/>
                <a:gd name="T64" fmla="*/ 39 w 996"/>
                <a:gd name="T65" fmla="*/ 276 h 414"/>
                <a:gd name="T66" fmla="*/ 7 w 996"/>
                <a:gd name="T67" fmla="*/ 263 h 414"/>
                <a:gd name="T68" fmla="*/ 0 w 996"/>
                <a:gd name="T69" fmla="*/ 232 h 414"/>
                <a:gd name="T70" fmla="*/ 19 w 996"/>
                <a:gd name="T71" fmla="*/ 207 h 414"/>
                <a:gd name="T72" fmla="*/ 45 w 996"/>
                <a:gd name="T73" fmla="*/ 188 h 414"/>
                <a:gd name="T74" fmla="*/ 77 w 996"/>
                <a:gd name="T75" fmla="*/ 182 h 414"/>
                <a:gd name="T76" fmla="*/ 115 w 996"/>
                <a:gd name="T77" fmla="*/ 175 h 414"/>
                <a:gd name="T78" fmla="*/ 141 w 996"/>
                <a:gd name="T79" fmla="*/ 157 h 414"/>
                <a:gd name="T80" fmla="*/ 154 w 996"/>
                <a:gd name="T81" fmla="*/ 132 h 414"/>
                <a:gd name="T82" fmla="*/ 154 w 996"/>
                <a:gd name="T83" fmla="*/ 94 h 414"/>
                <a:gd name="T84" fmla="*/ 147 w 996"/>
                <a:gd name="T85" fmla="*/ 50 h 414"/>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996"/>
                <a:gd name="T130" fmla="*/ 0 h 414"/>
                <a:gd name="T131" fmla="*/ 996 w 996"/>
                <a:gd name="T132" fmla="*/ 414 h 414"/>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996" h="414">
                  <a:moveTo>
                    <a:pt x="154" y="38"/>
                  </a:moveTo>
                  <a:lnTo>
                    <a:pt x="160" y="38"/>
                  </a:lnTo>
                  <a:lnTo>
                    <a:pt x="173" y="31"/>
                  </a:lnTo>
                  <a:lnTo>
                    <a:pt x="185" y="38"/>
                  </a:lnTo>
                  <a:lnTo>
                    <a:pt x="198" y="38"/>
                  </a:lnTo>
                  <a:lnTo>
                    <a:pt x="205" y="38"/>
                  </a:lnTo>
                  <a:lnTo>
                    <a:pt x="217" y="44"/>
                  </a:lnTo>
                  <a:lnTo>
                    <a:pt x="230" y="44"/>
                  </a:lnTo>
                  <a:lnTo>
                    <a:pt x="243" y="44"/>
                  </a:lnTo>
                  <a:lnTo>
                    <a:pt x="256" y="44"/>
                  </a:lnTo>
                  <a:lnTo>
                    <a:pt x="262" y="44"/>
                  </a:lnTo>
                  <a:lnTo>
                    <a:pt x="275" y="44"/>
                  </a:lnTo>
                  <a:lnTo>
                    <a:pt x="288" y="38"/>
                  </a:lnTo>
                  <a:lnTo>
                    <a:pt x="300" y="38"/>
                  </a:lnTo>
                  <a:lnTo>
                    <a:pt x="307" y="31"/>
                  </a:lnTo>
                  <a:lnTo>
                    <a:pt x="320" y="25"/>
                  </a:lnTo>
                  <a:lnTo>
                    <a:pt x="332" y="25"/>
                  </a:lnTo>
                  <a:lnTo>
                    <a:pt x="345" y="19"/>
                  </a:lnTo>
                  <a:lnTo>
                    <a:pt x="351" y="19"/>
                  </a:lnTo>
                  <a:lnTo>
                    <a:pt x="364" y="12"/>
                  </a:lnTo>
                  <a:lnTo>
                    <a:pt x="377" y="19"/>
                  </a:lnTo>
                  <a:lnTo>
                    <a:pt x="390" y="19"/>
                  </a:lnTo>
                  <a:lnTo>
                    <a:pt x="396" y="25"/>
                  </a:lnTo>
                  <a:lnTo>
                    <a:pt x="403" y="31"/>
                  </a:lnTo>
                  <a:lnTo>
                    <a:pt x="409" y="44"/>
                  </a:lnTo>
                  <a:lnTo>
                    <a:pt x="403" y="50"/>
                  </a:lnTo>
                  <a:lnTo>
                    <a:pt x="403" y="63"/>
                  </a:lnTo>
                  <a:lnTo>
                    <a:pt x="396" y="81"/>
                  </a:lnTo>
                  <a:lnTo>
                    <a:pt x="396" y="88"/>
                  </a:lnTo>
                  <a:lnTo>
                    <a:pt x="396" y="100"/>
                  </a:lnTo>
                  <a:lnTo>
                    <a:pt x="396" y="113"/>
                  </a:lnTo>
                  <a:lnTo>
                    <a:pt x="409" y="119"/>
                  </a:lnTo>
                  <a:lnTo>
                    <a:pt x="415" y="125"/>
                  </a:lnTo>
                  <a:lnTo>
                    <a:pt x="428" y="132"/>
                  </a:lnTo>
                  <a:lnTo>
                    <a:pt x="434" y="132"/>
                  </a:lnTo>
                  <a:lnTo>
                    <a:pt x="454" y="132"/>
                  </a:lnTo>
                  <a:lnTo>
                    <a:pt x="466" y="138"/>
                  </a:lnTo>
                  <a:lnTo>
                    <a:pt x="486" y="138"/>
                  </a:lnTo>
                  <a:lnTo>
                    <a:pt x="505" y="138"/>
                  </a:lnTo>
                  <a:lnTo>
                    <a:pt x="517" y="132"/>
                  </a:lnTo>
                  <a:lnTo>
                    <a:pt x="530" y="132"/>
                  </a:lnTo>
                  <a:lnTo>
                    <a:pt x="543" y="125"/>
                  </a:lnTo>
                  <a:lnTo>
                    <a:pt x="556" y="119"/>
                  </a:lnTo>
                  <a:lnTo>
                    <a:pt x="569" y="113"/>
                  </a:lnTo>
                  <a:lnTo>
                    <a:pt x="575" y="106"/>
                  </a:lnTo>
                  <a:lnTo>
                    <a:pt x="581" y="94"/>
                  </a:lnTo>
                  <a:lnTo>
                    <a:pt x="588" y="88"/>
                  </a:lnTo>
                  <a:lnTo>
                    <a:pt x="588" y="69"/>
                  </a:lnTo>
                  <a:lnTo>
                    <a:pt x="588" y="56"/>
                  </a:lnTo>
                  <a:lnTo>
                    <a:pt x="588" y="44"/>
                  </a:lnTo>
                  <a:lnTo>
                    <a:pt x="594" y="38"/>
                  </a:lnTo>
                  <a:lnTo>
                    <a:pt x="600" y="25"/>
                  </a:lnTo>
                  <a:lnTo>
                    <a:pt x="607" y="19"/>
                  </a:lnTo>
                  <a:lnTo>
                    <a:pt x="620" y="12"/>
                  </a:lnTo>
                  <a:lnTo>
                    <a:pt x="626" y="6"/>
                  </a:lnTo>
                  <a:lnTo>
                    <a:pt x="645" y="6"/>
                  </a:lnTo>
                  <a:lnTo>
                    <a:pt x="658" y="6"/>
                  </a:lnTo>
                  <a:lnTo>
                    <a:pt x="671" y="0"/>
                  </a:lnTo>
                  <a:lnTo>
                    <a:pt x="683" y="0"/>
                  </a:lnTo>
                  <a:lnTo>
                    <a:pt x="703" y="0"/>
                  </a:lnTo>
                  <a:lnTo>
                    <a:pt x="722" y="0"/>
                  </a:lnTo>
                  <a:lnTo>
                    <a:pt x="734" y="0"/>
                  </a:lnTo>
                  <a:lnTo>
                    <a:pt x="747" y="6"/>
                  </a:lnTo>
                  <a:lnTo>
                    <a:pt x="760" y="6"/>
                  </a:lnTo>
                  <a:lnTo>
                    <a:pt x="773" y="6"/>
                  </a:lnTo>
                  <a:lnTo>
                    <a:pt x="786" y="6"/>
                  </a:lnTo>
                  <a:lnTo>
                    <a:pt x="881" y="12"/>
                  </a:lnTo>
                  <a:lnTo>
                    <a:pt x="996" y="414"/>
                  </a:lnTo>
                  <a:lnTo>
                    <a:pt x="141" y="414"/>
                  </a:lnTo>
                  <a:lnTo>
                    <a:pt x="141" y="401"/>
                  </a:lnTo>
                  <a:lnTo>
                    <a:pt x="141" y="395"/>
                  </a:lnTo>
                  <a:lnTo>
                    <a:pt x="147" y="382"/>
                  </a:lnTo>
                  <a:lnTo>
                    <a:pt x="147" y="376"/>
                  </a:lnTo>
                  <a:lnTo>
                    <a:pt x="154" y="370"/>
                  </a:lnTo>
                  <a:lnTo>
                    <a:pt x="160" y="357"/>
                  </a:lnTo>
                  <a:lnTo>
                    <a:pt x="166" y="351"/>
                  </a:lnTo>
                  <a:lnTo>
                    <a:pt x="173" y="345"/>
                  </a:lnTo>
                  <a:lnTo>
                    <a:pt x="179" y="338"/>
                  </a:lnTo>
                  <a:lnTo>
                    <a:pt x="185" y="332"/>
                  </a:lnTo>
                  <a:lnTo>
                    <a:pt x="192" y="326"/>
                  </a:lnTo>
                  <a:lnTo>
                    <a:pt x="198" y="320"/>
                  </a:lnTo>
                  <a:lnTo>
                    <a:pt x="198" y="307"/>
                  </a:lnTo>
                  <a:lnTo>
                    <a:pt x="198" y="294"/>
                  </a:lnTo>
                  <a:lnTo>
                    <a:pt x="192" y="288"/>
                  </a:lnTo>
                  <a:lnTo>
                    <a:pt x="192" y="282"/>
                  </a:lnTo>
                  <a:lnTo>
                    <a:pt x="185" y="276"/>
                  </a:lnTo>
                  <a:lnTo>
                    <a:pt x="179" y="269"/>
                  </a:lnTo>
                  <a:lnTo>
                    <a:pt x="173" y="263"/>
                  </a:lnTo>
                  <a:lnTo>
                    <a:pt x="160" y="263"/>
                  </a:lnTo>
                  <a:lnTo>
                    <a:pt x="147" y="263"/>
                  </a:lnTo>
                  <a:lnTo>
                    <a:pt x="134" y="263"/>
                  </a:lnTo>
                  <a:lnTo>
                    <a:pt x="128" y="263"/>
                  </a:lnTo>
                  <a:lnTo>
                    <a:pt x="115" y="269"/>
                  </a:lnTo>
                  <a:lnTo>
                    <a:pt x="102" y="269"/>
                  </a:lnTo>
                  <a:lnTo>
                    <a:pt x="90" y="276"/>
                  </a:lnTo>
                  <a:lnTo>
                    <a:pt x="77" y="276"/>
                  </a:lnTo>
                  <a:lnTo>
                    <a:pt x="58" y="276"/>
                  </a:lnTo>
                  <a:lnTo>
                    <a:pt x="45" y="276"/>
                  </a:lnTo>
                  <a:lnTo>
                    <a:pt x="39" y="276"/>
                  </a:lnTo>
                  <a:lnTo>
                    <a:pt x="26" y="269"/>
                  </a:lnTo>
                  <a:lnTo>
                    <a:pt x="19" y="269"/>
                  </a:lnTo>
                  <a:lnTo>
                    <a:pt x="7" y="263"/>
                  </a:lnTo>
                  <a:lnTo>
                    <a:pt x="7" y="251"/>
                  </a:lnTo>
                  <a:lnTo>
                    <a:pt x="0" y="244"/>
                  </a:lnTo>
                  <a:lnTo>
                    <a:pt x="0" y="232"/>
                  </a:lnTo>
                  <a:lnTo>
                    <a:pt x="7" y="219"/>
                  </a:lnTo>
                  <a:lnTo>
                    <a:pt x="13" y="213"/>
                  </a:lnTo>
                  <a:lnTo>
                    <a:pt x="19" y="207"/>
                  </a:lnTo>
                  <a:lnTo>
                    <a:pt x="26" y="200"/>
                  </a:lnTo>
                  <a:lnTo>
                    <a:pt x="32" y="194"/>
                  </a:lnTo>
                  <a:lnTo>
                    <a:pt x="45" y="188"/>
                  </a:lnTo>
                  <a:lnTo>
                    <a:pt x="51" y="188"/>
                  </a:lnTo>
                  <a:lnTo>
                    <a:pt x="64" y="182"/>
                  </a:lnTo>
                  <a:lnTo>
                    <a:pt x="77" y="182"/>
                  </a:lnTo>
                  <a:lnTo>
                    <a:pt x="90" y="182"/>
                  </a:lnTo>
                  <a:lnTo>
                    <a:pt x="102" y="175"/>
                  </a:lnTo>
                  <a:lnTo>
                    <a:pt x="115" y="175"/>
                  </a:lnTo>
                  <a:lnTo>
                    <a:pt x="128" y="169"/>
                  </a:lnTo>
                  <a:lnTo>
                    <a:pt x="134" y="163"/>
                  </a:lnTo>
                  <a:lnTo>
                    <a:pt x="141" y="157"/>
                  </a:lnTo>
                  <a:lnTo>
                    <a:pt x="147" y="150"/>
                  </a:lnTo>
                  <a:lnTo>
                    <a:pt x="154" y="144"/>
                  </a:lnTo>
                  <a:lnTo>
                    <a:pt x="154" y="132"/>
                  </a:lnTo>
                  <a:lnTo>
                    <a:pt x="154" y="119"/>
                  </a:lnTo>
                  <a:lnTo>
                    <a:pt x="154" y="106"/>
                  </a:lnTo>
                  <a:lnTo>
                    <a:pt x="154" y="94"/>
                  </a:lnTo>
                  <a:lnTo>
                    <a:pt x="154" y="81"/>
                  </a:lnTo>
                  <a:lnTo>
                    <a:pt x="154" y="69"/>
                  </a:lnTo>
                  <a:lnTo>
                    <a:pt x="147" y="50"/>
                  </a:lnTo>
                  <a:lnTo>
                    <a:pt x="154" y="44"/>
                  </a:lnTo>
                  <a:lnTo>
                    <a:pt x="154" y="38"/>
                  </a:lnTo>
                  <a:close/>
                </a:path>
              </a:pathLst>
            </a:custGeom>
            <a:grpFill/>
            <a:ln w="9525">
              <a:solidFill>
                <a:srgbClr val="000000"/>
              </a:solidFill>
              <a:prstDash val="solid"/>
              <a:round/>
            </a:ln>
          </p:spPr>
          <p:txBody>
            <a:bodyPr/>
            <a:lstStyle/>
            <a:p>
              <a:endParaRPr lang="en-GB" sz="1815"/>
            </a:p>
          </p:txBody>
        </p:sp>
        <p:sp>
          <p:nvSpPr>
            <p:cNvPr id="312345" name="Rectangle 49"/>
            <p:cNvSpPr>
              <a:spLocks noChangeArrowheads="1"/>
            </p:cNvSpPr>
            <p:nvPr/>
          </p:nvSpPr>
          <p:spPr bwMode="auto">
            <a:xfrm>
              <a:off x="4428" y="3928"/>
              <a:ext cx="856" cy="69"/>
            </a:xfrm>
            <a:prstGeom prst="rect">
              <a:avLst/>
            </a:prstGeom>
            <a:grpFill/>
            <a:ln w="9525">
              <a:solidFill>
                <a:srgbClr val="000000"/>
              </a:solidFill>
              <a:miter lim="800000"/>
            </a:ln>
          </p:spPr>
          <p:txBody>
            <a:bodyPr/>
            <a:lstStyle/>
            <a:p>
              <a:endParaRPr lang="en-US" sz="1815"/>
            </a:p>
          </p:txBody>
        </p:sp>
      </p:grpSp>
      <p:grpSp>
        <p:nvGrpSpPr>
          <p:cNvPr id="312337" name="Group 50"/>
          <p:cNvGrpSpPr/>
          <p:nvPr/>
        </p:nvGrpSpPr>
        <p:grpSpPr bwMode="auto">
          <a:xfrm>
            <a:off x="1489680" y="294457"/>
            <a:ext cx="4291733" cy="1754004"/>
            <a:chOff x="325" y="2388"/>
            <a:chExt cx="2549" cy="1105"/>
          </a:xfrm>
        </p:grpSpPr>
        <p:sp>
          <p:nvSpPr>
            <p:cNvPr id="312338" name="Freeform 51"/>
            <p:cNvSpPr/>
            <p:nvPr/>
          </p:nvSpPr>
          <p:spPr bwMode="gray">
            <a:xfrm>
              <a:off x="326" y="3296"/>
              <a:ext cx="1084" cy="176"/>
            </a:xfrm>
            <a:custGeom>
              <a:avLst/>
              <a:gdLst>
                <a:gd name="T0" fmla="*/ 0 w 1427"/>
                <a:gd name="T1" fmla="*/ 29 h 1028"/>
                <a:gd name="T2" fmla="*/ 0 w 1427"/>
                <a:gd name="T3" fmla="*/ 781 h 1028"/>
                <a:gd name="T4" fmla="*/ 659 w 1427"/>
                <a:gd name="T5" fmla="*/ 781 h 1028"/>
                <a:gd name="T6" fmla="*/ 637 w 1427"/>
                <a:gd name="T7" fmla="*/ 724 h 1028"/>
                <a:gd name="T8" fmla="*/ 611 w 1427"/>
                <a:gd name="T9" fmla="*/ 657 h 1028"/>
                <a:gd name="T10" fmla="*/ 607 w 1427"/>
                <a:gd name="T11" fmla="*/ 581 h 1028"/>
                <a:gd name="T12" fmla="*/ 615 w 1427"/>
                <a:gd name="T13" fmla="*/ 510 h 1028"/>
                <a:gd name="T14" fmla="*/ 663 w 1427"/>
                <a:gd name="T15" fmla="*/ 505 h 1028"/>
                <a:gd name="T16" fmla="*/ 709 w 1427"/>
                <a:gd name="T17" fmla="*/ 536 h 1028"/>
                <a:gd name="T18" fmla="*/ 738 w 1427"/>
                <a:gd name="T19" fmla="*/ 541 h 1028"/>
                <a:gd name="T20" fmla="*/ 782 w 1427"/>
                <a:gd name="T21" fmla="*/ 510 h 1028"/>
                <a:gd name="T22" fmla="*/ 813 w 1427"/>
                <a:gd name="T23" fmla="*/ 472 h 1028"/>
                <a:gd name="T24" fmla="*/ 823 w 1427"/>
                <a:gd name="T25" fmla="*/ 419 h 1028"/>
                <a:gd name="T26" fmla="*/ 816 w 1427"/>
                <a:gd name="T27" fmla="*/ 376 h 1028"/>
                <a:gd name="T28" fmla="*/ 793 w 1427"/>
                <a:gd name="T29" fmla="*/ 343 h 1028"/>
                <a:gd name="T30" fmla="*/ 738 w 1427"/>
                <a:gd name="T31" fmla="*/ 319 h 1028"/>
                <a:gd name="T32" fmla="*/ 693 w 1427"/>
                <a:gd name="T33" fmla="*/ 323 h 1028"/>
                <a:gd name="T34" fmla="*/ 652 w 1427"/>
                <a:gd name="T35" fmla="*/ 323 h 1028"/>
                <a:gd name="T36" fmla="*/ 626 w 1427"/>
                <a:gd name="T37" fmla="*/ 319 h 1028"/>
                <a:gd name="T38" fmla="*/ 611 w 1427"/>
                <a:gd name="T39" fmla="*/ 290 h 1028"/>
                <a:gd name="T40" fmla="*/ 618 w 1427"/>
                <a:gd name="T41" fmla="*/ 205 h 1028"/>
                <a:gd name="T42" fmla="*/ 634 w 1427"/>
                <a:gd name="T43" fmla="*/ 128 h 1028"/>
                <a:gd name="T44" fmla="*/ 641 w 1427"/>
                <a:gd name="T45" fmla="*/ 24 h 1028"/>
                <a:gd name="T46" fmla="*/ 563 w 1427"/>
                <a:gd name="T47" fmla="*/ 4 h 1028"/>
                <a:gd name="T48" fmla="*/ 499 w 1427"/>
                <a:gd name="T49" fmla="*/ 0 h 1028"/>
                <a:gd name="T50" fmla="*/ 450 w 1427"/>
                <a:gd name="T51" fmla="*/ 0 h 1028"/>
                <a:gd name="T52" fmla="*/ 414 w 1427"/>
                <a:gd name="T53" fmla="*/ 0 h 1028"/>
                <a:gd name="T54" fmla="*/ 373 w 1427"/>
                <a:gd name="T55" fmla="*/ 19 h 1028"/>
                <a:gd name="T56" fmla="*/ 381 w 1427"/>
                <a:gd name="T57" fmla="*/ 48 h 1028"/>
                <a:gd name="T58" fmla="*/ 409 w 1427"/>
                <a:gd name="T59" fmla="*/ 114 h 1028"/>
                <a:gd name="T60" fmla="*/ 417 w 1427"/>
                <a:gd name="T61" fmla="*/ 172 h 1028"/>
                <a:gd name="T62" fmla="*/ 402 w 1427"/>
                <a:gd name="T63" fmla="*/ 228 h 1028"/>
                <a:gd name="T64" fmla="*/ 387 w 1427"/>
                <a:gd name="T65" fmla="*/ 267 h 1028"/>
                <a:gd name="T66" fmla="*/ 321 w 1427"/>
                <a:gd name="T67" fmla="*/ 278 h 1028"/>
                <a:gd name="T68" fmla="*/ 282 w 1427"/>
                <a:gd name="T69" fmla="*/ 268 h 1028"/>
                <a:gd name="T70" fmla="*/ 253 w 1427"/>
                <a:gd name="T71" fmla="*/ 219 h 1028"/>
                <a:gd name="T72" fmla="*/ 238 w 1427"/>
                <a:gd name="T73" fmla="*/ 188 h 1028"/>
                <a:gd name="T74" fmla="*/ 238 w 1427"/>
                <a:gd name="T75" fmla="*/ 139 h 1028"/>
                <a:gd name="T76" fmla="*/ 242 w 1427"/>
                <a:gd name="T77" fmla="*/ 94 h 1028"/>
                <a:gd name="T78" fmla="*/ 231 w 1427"/>
                <a:gd name="T79" fmla="*/ 38 h 1028"/>
                <a:gd name="T80" fmla="*/ 190 w 1427"/>
                <a:gd name="T81" fmla="*/ 15 h 1028"/>
                <a:gd name="T82" fmla="*/ 138 w 1427"/>
                <a:gd name="T83" fmla="*/ 10 h 1028"/>
                <a:gd name="T84" fmla="*/ 78 w 1427"/>
                <a:gd name="T85" fmla="*/ 10 h 1028"/>
                <a:gd name="T86" fmla="*/ 33 w 1427"/>
                <a:gd name="T87" fmla="*/ 10 h 1028"/>
                <a:gd name="T88" fmla="*/ 0 w 1427"/>
                <a:gd name="T89" fmla="*/ 29 h 1028"/>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1427"/>
                <a:gd name="T136" fmla="*/ 0 h 1028"/>
                <a:gd name="T137" fmla="*/ 1427 w 1427"/>
                <a:gd name="T138" fmla="*/ 1028 h 1028"/>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1427" h="1028">
                  <a:moveTo>
                    <a:pt x="0" y="38"/>
                  </a:moveTo>
                  <a:lnTo>
                    <a:pt x="0" y="1028"/>
                  </a:lnTo>
                  <a:lnTo>
                    <a:pt x="1143" y="1028"/>
                  </a:lnTo>
                  <a:lnTo>
                    <a:pt x="1104" y="953"/>
                  </a:lnTo>
                  <a:lnTo>
                    <a:pt x="1059" y="865"/>
                  </a:lnTo>
                  <a:lnTo>
                    <a:pt x="1052" y="765"/>
                  </a:lnTo>
                  <a:lnTo>
                    <a:pt x="1065" y="671"/>
                  </a:lnTo>
                  <a:lnTo>
                    <a:pt x="1149" y="664"/>
                  </a:lnTo>
                  <a:lnTo>
                    <a:pt x="1230" y="706"/>
                  </a:lnTo>
                  <a:lnTo>
                    <a:pt x="1280" y="712"/>
                  </a:lnTo>
                  <a:lnTo>
                    <a:pt x="1356" y="671"/>
                  </a:lnTo>
                  <a:lnTo>
                    <a:pt x="1408" y="621"/>
                  </a:lnTo>
                  <a:lnTo>
                    <a:pt x="1427" y="552"/>
                  </a:lnTo>
                  <a:lnTo>
                    <a:pt x="1414" y="495"/>
                  </a:lnTo>
                  <a:lnTo>
                    <a:pt x="1375" y="451"/>
                  </a:lnTo>
                  <a:lnTo>
                    <a:pt x="1278" y="420"/>
                  </a:lnTo>
                  <a:lnTo>
                    <a:pt x="1201" y="426"/>
                  </a:lnTo>
                  <a:lnTo>
                    <a:pt x="1130" y="426"/>
                  </a:lnTo>
                  <a:lnTo>
                    <a:pt x="1085" y="420"/>
                  </a:lnTo>
                  <a:lnTo>
                    <a:pt x="1059" y="382"/>
                  </a:lnTo>
                  <a:lnTo>
                    <a:pt x="1072" y="270"/>
                  </a:lnTo>
                  <a:lnTo>
                    <a:pt x="1098" y="169"/>
                  </a:lnTo>
                  <a:lnTo>
                    <a:pt x="1111" y="31"/>
                  </a:lnTo>
                  <a:lnTo>
                    <a:pt x="975" y="6"/>
                  </a:lnTo>
                  <a:lnTo>
                    <a:pt x="865" y="0"/>
                  </a:lnTo>
                  <a:lnTo>
                    <a:pt x="781" y="0"/>
                  </a:lnTo>
                  <a:lnTo>
                    <a:pt x="717" y="0"/>
                  </a:lnTo>
                  <a:lnTo>
                    <a:pt x="646" y="25"/>
                  </a:lnTo>
                  <a:lnTo>
                    <a:pt x="659" y="63"/>
                  </a:lnTo>
                  <a:lnTo>
                    <a:pt x="710" y="150"/>
                  </a:lnTo>
                  <a:lnTo>
                    <a:pt x="723" y="226"/>
                  </a:lnTo>
                  <a:lnTo>
                    <a:pt x="697" y="301"/>
                  </a:lnTo>
                  <a:lnTo>
                    <a:pt x="672" y="351"/>
                  </a:lnTo>
                  <a:lnTo>
                    <a:pt x="556" y="366"/>
                  </a:lnTo>
                  <a:lnTo>
                    <a:pt x="488" y="352"/>
                  </a:lnTo>
                  <a:lnTo>
                    <a:pt x="439" y="288"/>
                  </a:lnTo>
                  <a:lnTo>
                    <a:pt x="412" y="248"/>
                  </a:lnTo>
                  <a:lnTo>
                    <a:pt x="412" y="182"/>
                  </a:lnTo>
                  <a:lnTo>
                    <a:pt x="418" y="124"/>
                  </a:lnTo>
                  <a:lnTo>
                    <a:pt x="400" y="50"/>
                  </a:lnTo>
                  <a:lnTo>
                    <a:pt x="329" y="19"/>
                  </a:lnTo>
                  <a:lnTo>
                    <a:pt x="239" y="13"/>
                  </a:lnTo>
                  <a:lnTo>
                    <a:pt x="136" y="13"/>
                  </a:lnTo>
                  <a:lnTo>
                    <a:pt x="58" y="13"/>
                  </a:lnTo>
                  <a:lnTo>
                    <a:pt x="0" y="38"/>
                  </a:lnTo>
                  <a:close/>
                </a:path>
              </a:pathLst>
            </a:custGeom>
            <a:solidFill>
              <a:srgbClr val="FFFFFF"/>
            </a:solidFill>
            <a:ln w="19050" cap="flat" cmpd="sng">
              <a:solidFill>
                <a:schemeClr val="accent5"/>
              </a:solidFill>
              <a:prstDash val="solid"/>
              <a:round/>
            </a:ln>
          </p:spPr>
          <p:txBody>
            <a:bodyPr lIns="0" tIns="0" rIns="0" bIns="0">
              <a:spAutoFit/>
            </a:bodyPr>
            <a:lstStyle/>
            <a:p>
              <a:pPr>
                <a:defRPr/>
              </a:pPr>
              <a:endParaRPr lang="en-GB" sz="1815"/>
            </a:p>
          </p:txBody>
        </p:sp>
        <p:sp>
          <p:nvSpPr>
            <p:cNvPr id="312339" name="Freeform 52"/>
            <p:cNvSpPr/>
            <p:nvPr/>
          </p:nvSpPr>
          <p:spPr bwMode="gray">
            <a:xfrm>
              <a:off x="1679" y="2389"/>
              <a:ext cx="1195" cy="176"/>
            </a:xfrm>
            <a:custGeom>
              <a:avLst/>
              <a:gdLst>
                <a:gd name="T0" fmla="*/ 213 w 1758"/>
                <a:gd name="T1" fmla="*/ 0 h 1750"/>
                <a:gd name="T2" fmla="*/ 812 w 1758"/>
                <a:gd name="T3" fmla="*/ 0 h 1750"/>
                <a:gd name="T4" fmla="*/ 812 w 1758"/>
                <a:gd name="T5" fmla="*/ 653 h 1750"/>
                <a:gd name="T6" fmla="*/ 776 w 1758"/>
                <a:gd name="T7" fmla="*/ 636 h 1750"/>
                <a:gd name="T8" fmla="*/ 727 w 1758"/>
                <a:gd name="T9" fmla="*/ 636 h 1750"/>
                <a:gd name="T10" fmla="*/ 647 w 1758"/>
                <a:gd name="T11" fmla="*/ 642 h 1750"/>
                <a:gd name="T12" fmla="*/ 607 w 1758"/>
                <a:gd name="T13" fmla="*/ 657 h 1750"/>
                <a:gd name="T14" fmla="*/ 597 w 1758"/>
                <a:gd name="T15" fmla="*/ 705 h 1750"/>
                <a:gd name="T16" fmla="*/ 602 w 1758"/>
                <a:gd name="T17" fmla="*/ 769 h 1750"/>
                <a:gd name="T18" fmla="*/ 593 w 1758"/>
                <a:gd name="T19" fmla="*/ 791 h 1750"/>
                <a:gd name="T20" fmla="*/ 575 w 1758"/>
                <a:gd name="T21" fmla="*/ 820 h 1750"/>
                <a:gd name="T22" fmla="*/ 553 w 1758"/>
                <a:gd name="T23" fmla="*/ 850 h 1750"/>
                <a:gd name="T24" fmla="*/ 519 w 1758"/>
                <a:gd name="T25" fmla="*/ 852 h 1750"/>
                <a:gd name="T26" fmla="*/ 483 w 1758"/>
                <a:gd name="T27" fmla="*/ 852 h 1750"/>
                <a:gd name="T28" fmla="*/ 458 w 1758"/>
                <a:gd name="T29" fmla="*/ 832 h 1750"/>
                <a:gd name="T30" fmla="*/ 439 w 1758"/>
                <a:gd name="T31" fmla="*/ 780 h 1750"/>
                <a:gd name="T32" fmla="*/ 445 w 1758"/>
                <a:gd name="T33" fmla="*/ 728 h 1750"/>
                <a:gd name="T34" fmla="*/ 466 w 1758"/>
                <a:gd name="T35" fmla="*/ 673 h 1750"/>
                <a:gd name="T36" fmla="*/ 477 w 1758"/>
                <a:gd name="T37" fmla="*/ 647 h 1750"/>
                <a:gd name="T38" fmla="*/ 439 w 1758"/>
                <a:gd name="T39" fmla="*/ 634 h 1750"/>
                <a:gd name="T40" fmla="*/ 408 w 1758"/>
                <a:gd name="T41" fmla="*/ 630 h 1750"/>
                <a:gd name="T42" fmla="*/ 333 w 1758"/>
                <a:gd name="T43" fmla="*/ 634 h 1750"/>
                <a:gd name="T44" fmla="*/ 235 w 1758"/>
                <a:gd name="T45" fmla="*/ 653 h 1750"/>
                <a:gd name="T46" fmla="*/ 239 w 1758"/>
                <a:gd name="T47" fmla="*/ 648 h 1750"/>
                <a:gd name="T48" fmla="*/ 242 w 1758"/>
                <a:gd name="T49" fmla="*/ 455 h 1750"/>
                <a:gd name="T50" fmla="*/ 208 w 1758"/>
                <a:gd name="T51" fmla="*/ 405 h 1750"/>
                <a:gd name="T52" fmla="*/ 173 w 1758"/>
                <a:gd name="T53" fmla="*/ 392 h 1750"/>
                <a:gd name="T54" fmla="*/ 114 w 1758"/>
                <a:gd name="T55" fmla="*/ 402 h 1750"/>
                <a:gd name="T56" fmla="*/ 63 w 1758"/>
                <a:gd name="T57" fmla="*/ 405 h 1750"/>
                <a:gd name="T58" fmla="*/ 38 w 1758"/>
                <a:gd name="T59" fmla="*/ 384 h 1750"/>
                <a:gd name="T60" fmla="*/ 9 w 1758"/>
                <a:gd name="T61" fmla="*/ 355 h 1750"/>
                <a:gd name="T62" fmla="*/ 0 w 1758"/>
                <a:gd name="T63" fmla="*/ 305 h 1750"/>
                <a:gd name="T64" fmla="*/ 5 w 1758"/>
                <a:gd name="T65" fmla="*/ 273 h 1750"/>
                <a:gd name="T66" fmla="*/ 29 w 1758"/>
                <a:gd name="T67" fmla="*/ 233 h 1750"/>
                <a:gd name="T68" fmla="*/ 77 w 1758"/>
                <a:gd name="T69" fmla="*/ 207 h 1750"/>
                <a:gd name="T70" fmla="*/ 152 w 1758"/>
                <a:gd name="T71" fmla="*/ 222 h 1750"/>
                <a:gd name="T72" fmla="*/ 197 w 1758"/>
                <a:gd name="T73" fmla="*/ 195 h 1750"/>
                <a:gd name="T74" fmla="*/ 219 w 1758"/>
                <a:gd name="T75" fmla="*/ 156 h 1750"/>
                <a:gd name="T76" fmla="*/ 226 w 1758"/>
                <a:gd name="T77" fmla="*/ 107 h 1750"/>
                <a:gd name="T78" fmla="*/ 224 w 1758"/>
                <a:gd name="T79" fmla="*/ 57 h 1750"/>
                <a:gd name="T80" fmla="*/ 213 w 1758"/>
                <a:gd name="T81" fmla="*/ 0 h 175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758"/>
                <a:gd name="T124" fmla="*/ 0 h 1750"/>
                <a:gd name="T125" fmla="*/ 1758 w 1758"/>
                <a:gd name="T126" fmla="*/ 1750 h 175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758" h="1750">
                  <a:moveTo>
                    <a:pt x="462" y="0"/>
                  </a:moveTo>
                  <a:lnTo>
                    <a:pt x="1758" y="0"/>
                  </a:lnTo>
                  <a:lnTo>
                    <a:pt x="1758" y="1341"/>
                  </a:lnTo>
                  <a:lnTo>
                    <a:pt x="1678" y="1307"/>
                  </a:lnTo>
                  <a:lnTo>
                    <a:pt x="1573" y="1307"/>
                  </a:lnTo>
                  <a:lnTo>
                    <a:pt x="1401" y="1319"/>
                  </a:lnTo>
                  <a:lnTo>
                    <a:pt x="1314" y="1348"/>
                  </a:lnTo>
                  <a:lnTo>
                    <a:pt x="1291" y="1449"/>
                  </a:lnTo>
                  <a:lnTo>
                    <a:pt x="1303" y="1579"/>
                  </a:lnTo>
                  <a:lnTo>
                    <a:pt x="1285" y="1625"/>
                  </a:lnTo>
                  <a:lnTo>
                    <a:pt x="1245" y="1684"/>
                  </a:lnTo>
                  <a:lnTo>
                    <a:pt x="1198" y="1745"/>
                  </a:lnTo>
                  <a:lnTo>
                    <a:pt x="1124" y="1750"/>
                  </a:lnTo>
                  <a:lnTo>
                    <a:pt x="1044" y="1750"/>
                  </a:lnTo>
                  <a:lnTo>
                    <a:pt x="991" y="1709"/>
                  </a:lnTo>
                  <a:lnTo>
                    <a:pt x="951" y="1602"/>
                  </a:lnTo>
                  <a:lnTo>
                    <a:pt x="962" y="1496"/>
                  </a:lnTo>
                  <a:lnTo>
                    <a:pt x="1009" y="1383"/>
                  </a:lnTo>
                  <a:lnTo>
                    <a:pt x="1031" y="1330"/>
                  </a:lnTo>
                  <a:lnTo>
                    <a:pt x="951" y="1301"/>
                  </a:lnTo>
                  <a:lnTo>
                    <a:pt x="882" y="1294"/>
                  </a:lnTo>
                  <a:lnTo>
                    <a:pt x="721" y="1301"/>
                  </a:lnTo>
                  <a:lnTo>
                    <a:pt x="507" y="1342"/>
                  </a:lnTo>
                  <a:lnTo>
                    <a:pt x="516" y="1331"/>
                  </a:lnTo>
                  <a:lnTo>
                    <a:pt x="523" y="935"/>
                  </a:lnTo>
                  <a:lnTo>
                    <a:pt x="450" y="833"/>
                  </a:lnTo>
                  <a:lnTo>
                    <a:pt x="375" y="805"/>
                  </a:lnTo>
                  <a:lnTo>
                    <a:pt x="247" y="826"/>
                  </a:lnTo>
                  <a:lnTo>
                    <a:pt x="136" y="832"/>
                  </a:lnTo>
                  <a:lnTo>
                    <a:pt x="82" y="790"/>
                  </a:lnTo>
                  <a:lnTo>
                    <a:pt x="19" y="730"/>
                  </a:lnTo>
                  <a:lnTo>
                    <a:pt x="0" y="627"/>
                  </a:lnTo>
                  <a:lnTo>
                    <a:pt x="11" y="561"/>
                  </a:lnTo>
                  <a:lnTo>
                    <a:pt x="63" y="479"/>
                  </a:lnTo>
                  <a:lnTo>
                    <a:pt x="167" y="426"/>
                  </a:lnTo>
                  <a:lnTo>
                    <a:pt x="328" y="456"/>
                  </a:lnTo>
                  <a:lnTo>
                    <a:pt x="426" y="402"/>
                  </a:lnTo>
                  <a:lnTo>
                    <a:pt x="473" y="319"/>
                  </a:lnTo>
                  <a:lnTo>
                    <a:pt x="490" y="219"/>
                  </a:lnTo>
                  <a:lnTo>
                    <a:pt x="484" y="118"/>
                  </a:lnTo>
                  <a:lnTo>
                    <a:pt x="462" y="0"/>
                  </a:lnTo>
                  <a:close/>
                </a:path>
              </a:pathLst>
            </a:custGeom>
            <a:solidFill>
              <a:srgbClr val="FFFFFF"/>
            </a:solidFill>
            <a:ln w="19050" cap="flat" cmpd="sng">
              <a:solidFill>
                <a:schemeClr val="accent5"/>
              </a:solidFill>
              <a:prstDash val="solid"/>
              <a:round/>
            </a:ln>
          </p:spPr>
          <p:txBody>
            <a:bodyPr lIns="0" tIns="0" rIns="0" bIns="0">
              <a:spAutoFit/>
            </a:bodyPr>
            <a:lstStyle/>
            <a:p>
              <a:pPr>
                <a:defRPr/>
              </a:pPr>
              <a:endParaRPr lang="en-GB" sz="1815"/>
            </a:p>
          </p:txBody>
        </p:sp>
        <p:sp>
          <p:nvSpPr>
            <p:cNvPr id="312340" name="Freeform 53"/>
            <p:cNvSpPr/>
            <p:nvPr/>
          </p:nvSpPr>
          <p:spPr bwMode="gray">
            <a:xfrm flipH="1">
              <a:off x="325" y="2388"/>
              <a:ext cx="1195" cy="176"/>
            </a:xfrm>
            <a:custGeom>
              <a:avLst/>
              <a:gdLst>
                <a:gd name="T0" fmla="*/ 213 w 1758"/>
                <a:gd name="T1" fmla="*/ 0 h 1750"/>
                <a:gd name="T2" fmla="*/ 812 w 1758"/>
                <a:gd name="T3" fmla="*/ 0 h 1750"/>
                <a:gd name="T4" fmla="*/ 812 w 1758"/>
                <a:gd name="T5" fmla="*/ 653 h 1750"/>
                <a:gd name="T6" fmla="*/ 776 w 1758"/>
                <a:gd name="T7" fmla="*/ 636 h 1750"/>
                <a:gd name="T8" fmla="*/ 727 w 1758"/>
                <a:gd name="T9" fmla="*/ 636 h 1750"/>
                <a:gd name="T10" fmla="*/ 647 w 1758"/>
                <a:gd name="T11" fmla="*/ 642 h 1750"/>
                <a:gd name="T12" fmla="*/ 607 w 1758"/>
                <a:gd name="T13" fmla="*/ 657 h 1750"/>
                <a:gd name="T14" fmla="*/ 597 w 1758"/>
                <a:gd name="T15" fmla="*/ 705 h 1750"/>
                <a:gd name="T16" fmla="*/ 602 w 1758"/>
                <a:gd name="T17" fmla="*/ 769 h 1750"/>
                <a:gd name="T18" fmla="*/ 593 w 1758"/>
                <a:gd name="T19" fmla="*/ 791 h 1750"/>
                <a:gd name="T20" fmla="*/ 575 w 1758"/>
                <a:gd name="T21" fmla="*/ 820 h 1750"/>
                <a:gd name="T22" fmla="*/ 553 w 1758"/>
                <a:gd name="T23" fmla="*/ 850 h 1750"/>
                <a:gd name="T24" fmla="*/ 519 w 1758"/>
                <a:gd name="T25" fmla="*/ 852 h 1750"/>
                <a:gd name="T26" fmla="*/ 483 w 1758"/>
                <a:gd name="T27" fmla="*/ 852 h 1750"/>
                <a:gd name="T28" fmla="*/ 458 w 1758"/>
                <a:gd name="T29" fmla="*/ 832 h 1750"/>
                <a:gd name="T30" fmla="*/ 439 w 1758"/>
                <a:gd name="T31" fmla="*/ 780 h 1750"/>
                <a:gd name="T32" fmla="*/ 445 w 1758"/>
                <a:gd name="T33" fmla="*/ 728 h 1750"/>
                <a:gd name="T34" fmla="*/ 466 w 1758"/>
                <a:gd name="T35" fmla="*/ 673 h 1750"/>
                <a:gd name="T36" fmla="*/ 477 w 1758"/>
                <a:gd name="T37" fmla="*/ 647 h 1750"/>
                <a:gd name="T38" fmla="*/ 439 w 1758"/>
                <a:gd name="T39" fmla="*/ 634 h 1750"/>
                <a:gd name="T40" fmla="*/ 408 w 1758"/>
                <a:gd name="T41" fmla="*/ 630 h 1750"/>
                <a:gd name="T42" fmla="*/ 333 w 1758"/>
                <a:gd name="T43" fmla="*/ 634 h 1750"/>
                <a:gd name="T44" fmla="*/ 235 w 1758"/>
                <a:gd name="T45" fmla="*/ 653 h 1750"/>
                <a:gd name="T46" fmla="*/ 239 w 1758"/>
                <a:gd name="T47" fmla="*/ 648 h 1750"/>
                <a:gd name="T48" fmla="*/ 242 w 1758"/>
                <a:gd name="T49" fmla="*/ 455 h 1750"/>
                <a:gd name="T50" fmla="*/ 208 w 1758"/>
                <a:gd name="T51" fmla="*/ 405 h 1750"/>
                <a:gd name="T52" fmla="*/ 173 w 1758"/>
                <a:gd name="T53" fmla="*/ 392 h 1750"/>
                <a:gd name="T54" fmla="*/ 114 w 1758"/>
                <a:gd name="T55" fmla="*/ 402 h 1750"/>
                <a:gd name="T56" fmla="*/ 63 w 1758"/>
                <a:gd name="T57" fmla="*/ 405 h 1750"/>
                <a:gd name="T58" fmla="*/ 38 w 1758"/>
                <a:gd name="T59" fmla="*/ 384 h 1750"/>
                <a:gd name="T60" fmla="*/ 9 w 1758"/>
                <a:gd name="T61" fmla="*/ 355 h 1750"/>
                <a:gd name="T62" fmla="*/ 0 w 1758"/>
                <a:gd name="T63" fmla="*/ 305 h 1750"/>
                <a:gd name="T64" fmla="*/ 5 w 1758"/>
                <a:gd name="T65" fmla="*/ 273 h 1750"/>
                <a:gd name="T66" fmla="*/ 29 w 1758"/>
                <a:gd name="T67" fmla="*/ 233 h 1750"/>
                <a:gd name="T68" fmla="*/ 77 w 1758"/>
                <a:gd name="T69" fmla="*/ 207 h 1750"/>
                <a:gd name="T70" fmla="*/ 152 w 1758"/>
                <a:gd name="T71" fmla="*/ 222 h 1750"/>
                <a:gd name="T72" fmla="*/ 197 w 1758"/>
                <a:gd name="T73" fmla="*/ 195 h 1750"/>
                <a:gd name="T74" fmla="*/ 219 w 1758"/>
                <a:gd name="T75" fmla="*/ 156 h 1750"/>
                <a:gd name="T76" fmla="*/ 226 w 1758"/>
                <a:gd name="T77" fmla="*/ 107 h 1750"/>
                <a:gd name="T78" fmla="*/ 224 w 1758"/>
                <a:gd name="T79" fmla="*/ 57 h 1750"/>
                <a:gd name="T80" fmla="*/ 213 w 1758"/>
                <a:gd name="T81" fmla="*/ 0 h 175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758"/>
                <a:gd name="T124" fmla="*/ 0 h 1750"/>
                <a:gd name="T125" fmla="*/ 1758 w 1758"/>
                <a:gd name="T126" fmla="*/ 1750 h 175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758" h="1750">
                  <a:moveTo>
                    <a:pt x="462" y="0"/>
                  </a:moveTo>
                  <a:lnTo>
                    <a:pt x="1758" y="0"/>
                  </a:lnTo>
                  <a:lnTo>
                    <a:pt x="1758" y="1341"/>
                  </a:lnTo>
                  <a:lnTo>
                    <a:pt x="1678" y="1307"/>
                  </a:lnTo>
                  <a:lnTo>
                    <a:pt x="1573" y="1307"/>
                  </a:lnTo>
                  <a:lnTo>
                    <a:pt x="1401" y="1319"/>
                  </a:lnTo>
                  <a:lnTo>
                    <a:pt x="1314" y="1348"/>
                  </a:lnTo>
                  <a:lnTo>
                    <a:pt x="1291" y="1449"/>
                  </a:lnTo>
                  <a:lnTo>
                    <a:pt x="1303" y="1579"/>
                  </a:lnTo>
                  <a:lnTo>
                    <a:pt x="1285" y="1625"/>
                  </a:lnTo>
                  <a:lnTo>
                    <a:pt x="1245" y="1684"/>
                  </a:lnTo>
                  <a:lnTo>
                    <a:pt x="1198" y="1745"/>
                  </a:lnTo>
                  <a:lnTo>
                    <a:pt x="1124" y="1750"/>
                  </a:lnTo>
                  <a:lnTo>
                    <a:pt x="1044" y="1750"/>
                  </a:lnTo>
                  <a:lnTo>
                    <a:pt x="991" y="1709"/>
                  </a:lnTo>
                  <a:lnTo>
                    <a:pt x="951" y="1602"/>
                  </a:lnTo>
                  <a:lnTo>
                    <a:pt x="962" y="1496"/>
                  </a:lnTo>
                  <a:lnTo>
                    <a:pt x="1009" y="1383"/>
                  </a:lnTo>
                  <a:lnTo>
                    <a:pt x="1031" y="1330"/>
                  </a:lnTo>
                  <a:lnTo>
                    <a:pt x="951" y="1301"/>
                  </a:lnTo>
                  <a:lnTo>
                    <a:pt x="882" y="1294"/>
                  </a:lnTo>
                  <a:lnTo>
                    <a:pt x="721" y="1301"/>
                  </a:lnTo>
                  <a:lnTo>
                    <a:pt x="507" y="1342"/>
                  </a:lnTo>
                  <a:lnTo>
                    <a:pt x="516" y="1331"/>
                  </a:lnTo>
                  <a:lnTo>
                    <a:pt x="523" y="935"/>
                  </a:lnTo>
                  <a:lnTo>
                    <a:pt x="450" y="833"/>
                  </a:lnTo>
                  <a:lnTo>
                    <a:pt x="375" y="805"/>
                  </a:lnTo>
                  <a:lnTo>
                    <a:pt x="247" y="826"/>
                  </a:lnTo>
                  <a:lnTo>
                    <a:pt x="136" y="832"/>
                  </a:lnTo>
                  <a:lnTo>
                    <a:pt x="82" y="790"/>
                  </a:lnTo>
                  <a:lnTo>
                    <a:pt x="19" y="730"/>
                  </a:lnTo>
                  <a:lnTo>
                    <a:pt x="0" y="627"/>
                  </a:lnTo>
                  <a:lnTo>
                    <a:pt x="11" y="561"/>
                  </a:lnTo>
                  <a:lnTo>
                    <a:pt x="63" y="479"/>
                  </a:lnTo>
                  <a:lnTo>
                    <a:pt x="167" y="426"/>
                  </a:lnTo>
                  <a:lnTo>
                    <a:pt x="328" y="456"/>
                  </a:lnTo>
                  <a:lnTo>
                    <a:pt x="426" y="402"/>
                  </a:lnTo>
                  <a:lnTo>
                    <a:pt x="473" y="319"/>
                  </a:lnTo>
                  <a:lnTo>
                    <a:pt x="490" y="219"/>
                  </a:lnTo>
                  <a:lnTo>
                    <a:pt x="484" y="118"/>
                  </a:lnTo>
                  <a:lnTo>
                    <a:pt x="462" y="0"/>
                  </a:lnTo>
                  <a:close/>
                </a:path>
              </a:pathLst>
            </a:custGeom>
            <a:solidFill>
              <a:srgbClr val="FFFFFF"/>
            </a:solidFill>
            <a:ln w="19050" cap="flat" cmpd="sng">
              <a:solidFill>
                <a:schemeClr val="accent5"/>
              </a:solidFill>
              <a:prstDash val="solid"/>
              <a:round/>
            </a:ln>
          </p:spPr>
          <p:txBody>
            <a:bodyPr lIns="0" tIns="0" rIns="0" bIns="0">
              <a:spAutoFit/>
            </a:bodyPr>
            <a:lstStyle/>
            <a:p>
              <a:pPr>
                <a:defRPr/>
              </a:pPr>
              <a:endParaRPr lang="en-GB" sz="1815"/>
            </a:p>
          </p:txBody>
        </p:sp>
        <p:sp>
          <p:nvSpPr>
            <p:cNvPr id="312341" name="Freeform 54"/>
            <p:cNvSpPr/>
            <p:nvPr/>
          </p:nvSpPr>
          <p:spPr bwMode="gray">
            <a:xfrm>
              <a:off x="1158" y="2391"/>
              <a:ext cx="883" cy="176"/>
            </a:xfrm>
            <a:custGeom>
              <a:avLst/>
              <a:gdLst>
                <a:gd name="T0" fmla="*/ 639 w 1163"/>
                <a:gd name="T1" fmla="*/ 0 h 1413"/>
                <a:gd name="T2" fmla="*/ 650 w 1163"/>
                <a:gd name="T3" fmla="*/ 106 h 1413"/>
                <a:gd name="T4" fmla="*/ 639 w 1163"/>
                <a:gd name="T5" fmla="*/ 204 h 1413"/>
                <a:gd name="T6" fmla="*/ 569 w 1163"/>
                <a:gd name="T7" fmla="*/ 277 h 1413"/>
                <a:gd name="T8" fmla="*/ 496 w 1163"/>
                <a:gd name="T9" fmla="*/ 257 h 1413"/>
                <a:gd name="T10" fmla="*/ 415 w 1163"/>
                <a:gd name="T11" fmla="*/ 307 h 1413"/>
                <a:gd name="T12" fmla="*/ 403 w 1163"/>
                <a:gd name="T13" fmla="*/ 398 h 1413"/>
                <a:gd name="T14" fmla="*/ 441 w 1163"/>
                <a:gd name="T15" fmla="*/ 478 h 1413"/>
                <a:gd name="T16" fmla="*/ 516 w 1163"/>
                <a:gd name="T17" fmla="*/ 497 h 1413"/>
                <a:gd name="T18" fmla="*/ 607 w 1163"/>
                <a:gd name="T19" fmla="*/ 481 h 1413"/>
                <a:gd name="T20" fmla="*/ 665 w 1163"/>
                <a:gd name="T21" fmla="*/ 564 h 1413"/>
                <a:gd name="T22" fmla="*/ 664 w 1163"/>
                <a:gd name="T23" fmla="*/ 690 h 1413"/>
                <a:gd name="T24" fmla="*/ 664 w 1163"/>
                <a:gd name="T25" fmla="*/ 800 h 1413"/>
                <a:gd name="T26" fmla="*/ 535 w 1163"/>
                <a:gd name="T27" fmla="*/ 842 h 1413"/>
                <a:gd name="T28" fmla="*/ 459 w 1163"/>
                <a:gd name="T29" fmla="*/ 887 h 1413"/>
                <a:gd name="T30" fmla="*/ 484 w 1163"/>
                <a:gd name="T31" fmla="*/ 989 h 1413"/>
                <a:gd name="T32" fmla="*/ 445 w 1163"/>
                <a:gd name="T33" fmla="*/ 1060 h 1413"/>
                <a:gd name="T34" fmla="*/ 341 w 1163"/>
                <a:gd name="T35" fmla="*/ 1054 h 1413"/>
                <a:gd name="T36" fmla="*/ 317 w 1163"/>
                <a:gd name="T37" fmla="*/ 956 h 1413"/>
                <a:gd name="T38" fmla="*/ 354 w 1163"/>
                <a:gd name="T39" fmla="*/ 857 h 1413"/>
                <a:gd name="T40" fmla="*/ 207 w 1163"/>
                <a:gd name="T41" fmla="*/ 828 h 1413"/>
                <a:gd name="T42" fmla="*/ 11 w 1163"/>
                <a:gd name="T43" fmla="*/ 816 h 1413"/>
                <a:gd name="T44" fmla="*/ 8 w 1163"/>
                <a:gd name="T45" fmla="*/ 667 h 1413"/>
                <a:gd name="T46" fmla="*/ 14 w 1163"/>
                <a:gd name="T47" fmla="*/ 545 h 1413"/>
                <a:gd name="T48" fmla="*/ 61 w 1163"/>
                <a:gd name="T49" fmla="*/ 489 h 1413"/>
                <a:gd name="T50" fmla="*/ 125 w 1163"/>
                <a:gd name="T51" fmla="*/ 489 h 1413"/>
                <a:gd name="T52" fmla="*/ 206 w 1163"/>
                <a:gd name="T53" fmla="*/ 500 h 1413"/>
                <a:gd name="T54" fmla="*/ 267 w 1163"/>
                <a:gd name="T55" fmla="*/ 422 h 1413"/>
                <a:gd name="T56" fmla="*/ 249 w 1163"/>
                <a:gd name="T57" fmla="*/ 292 h 1413"/>
                <a:gd name="T58" fmla="*/ 160 w 1163"/>
                <a:gd name="T59" fmla="*/ 263 h 1413"/>
                <a:gd name="T60" fmla="*/ 104 w 1163"/>
                <a:gd name="T61" fmla="*/ 275 h 1413"/>
                <a:gd name="T62" fmla="*/ 35 w 1163"/>
                <a:gd name="T63" fmla="*/ 213 h 1413"/>
                <a:gd name="T64" fmla="*/ 20 w 1163"/>
                <a:gd name="T65" fmla="*/ 109 h 1413"/>
                <a:gd name="T66" fmla="*/ 35 w 1163"/>
                <a:gd name="T67" fmla="*/ 0 h 1413"/>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163"/>
                <a:gd name="T103" fmla="*/ 0 h 1413"/>
                <a:gd name="T104" fmla="*/ 1163 w 1163"/>
                <a:gd name="T105" fmla="*/ 1413 h 1413"/>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163" h="1413">
                  <a:moveTo>
                    <a:pt x="60" y="0"/>
                  </a:moveTo>
                  <a:lnTo>
                    <a:pt x="1108" y="0"/>
                  </a:lnTo>
                  <a:lnTo>
                    <a:pt x="1123" y="79"/>
                  </a:lnTo>
                  <a:lnTo>
                    <a:pt x="1128" y="140"/>
                  </a:lnTo>
                  <a:lnTo>
                    <a:pt x="1128" y="199"/>
                  </a:lnTo>
                  <a:lnTo>
                    <a:pt x="1108" y="269"/>
                  </a:lnTo>
                  <a:lnTo>
                    <a:pt x="1066" y="325"/>
                  </a:lnTo>
                  <a:lnTo>
                    <a:pt x="988" y="365"/>
                  </a:lnTo>
                  <a:lnTo>
                    <a:pt x="917" y="355"/>
                  </a:lnTo>
                  <a:lnTo>
                    <a:pt x="860" y="339"/>
                  </a:lnTo>
                  <a:lnTo>
                    <a:pt x="800" y="355"/>
                  </a:lnTo>
                  <a:lnTo>
                    <a:pt x="720" y="404"/>
                  </a:lnTo>
                  <a:lnTo>
                    <a:pt x="695" y="465"/>
                  </a:lnTo>
                  <a:lnTo>
                    <a:pt x="699" y="524"/>
                  </a:lnTo>
                  <a:lnTo>
                    <a:pt x="725" y="589"/>
                  </a:lnTo>
                  <a:lnTo>
                    <a:pt x="765" y="630"/>
                  </a:lnTo>
                  <a:lnTo>
                    <a:pt x="836" y="654"/>
                  </a:lnTo>
                  <a:lnTo>
                    <a:pt x="896" y="654"/>
                  </a:lnTo>
                  <a:lnTo>
                    <a:pt x="997" y="640"/>
                  </a:lnTo>
                  <a:lnTo>
                    <a:pt x="1052" y="634"/>
                  </a:lnTo>
                  <a:lnTo>
                    <a:pt x="1092" y="659"/>
                  </a:lnTo>
                  <a:lnTo>
                    <a:pt x="1154" y="743"/>
                  </a:lnTo>
                  <a:lnTo>
                    <a:pt x="1163" y="815"/>
                  </a:lnTo>
                  <a:lnTo>
                    <a:pt x="1153" y="909"/>
                  </a:lnTo>
                  <a:lnTo>
                    <a:pt x="1153" y="1009"/>
                  </a:lnTo>
                  <a:lnTo>
                    <a:pt x="1153" y="1054"/>
                  </a:lnTo>
                  <a:lnTo>
                    <a:pt x="1062" y="1079"/>
                  </a:lnTo>
                  <a:lnTo>
                    <a:pt x="928" y="1109"/>
                  </a:lnTo>
                  <a:lnTo>
                    <a:pt x="780" y="1129"/>
                  </a:lnTo>
                  <a:lnTo>
                    <a:pt x="796" y="1169"/>
                  </a:lnTo>
                  <a:lnTo>
                    <a:pt x="820" y="1224"/>
                  </a:lnTo>
                  <a:lnTo>
                    <a:pt x="840" y="1303"/>
                  </a:lnTo>
                  <a:lnTo>
                    <a:pt x="812" y="1379"/>
                  </a:lnTo>
                  <a:lnTo>
                    <a:pt x="772" y="1397"/>
                  </a:lnTo>
                  <a:lnTo>
                    <a:pt x="670" y="1413"/>
                  </a:lnTo>
                  <a:lnTo>
                    <a:pt x="592" y="1389"/>
                  </a:lnTo>
                  <a:lnTo>
                    <a:pt x="546" y="1325"/>
                  </a:lnTo>
                  <a:lnTo>
                    <a:pt x="550" y="1259"/>
                  </a:lnTo>
                  <a:lnTo>
                    <a:pt x="582" y="1201"/>
                  </a:lnTo>
                  <a:lnTo>
                    <a:pt x="614" y="1129"/>
                  </a:lnTo>
                  <a:lnTo>
                    <a:pt x="554" y="1114"/>
                  </a:lnTo>
                  <a:lnTo>
                    <a:pt x="360" y="1091"/>
                  </a:lnTo>
                  <a:lnTo>
                    <a:pt x="138" y="1075"/>
                  </a:lnTo>
                  <a:lnTo>
                    <a:pt x="18" y="1075"/>
                  </a:lnTo>
                  <a:lnTo>
                    <a:pt x="15" y="974"/>
                  </a:lnTo>
                  <a:lnTo>
                    <a:pt x="15" y="879"/>
                  </a:lnTo>
                  <a:lnTo>
                    <a:pt x="0" y="779"/>
                  </a:lnTo>
                  <a:lnTo>
                    <a:pt x="25" y="719"/>
                  </a:lnTo>
                  <a:lnTo>
                    <a:pt x="55" y="675"/>
                  </a:lnTo>
                  <a:lnTo>
                    <a:pt x="105" y="644"/>
                  </a:lnTo>
                  <a:lnTo>
                    <a:pt x="155" y="640"/>
                  </a:lnTo>
                  <a:lnTo>
                    <a:pt x="216" y="644"/>
                  </a:lnTo>
                  <a:lnTo>
                    <a:pt x="296" y="664"/>
                  </a:lnTo>
                  <a:lnTo>
                    <a:pt x="357" y="659"/>
                  </a:lnTo>
                  <a:lnTo>
                    <a:pt x="427" y="620"/>
                  </a:lnTo>
                  <a:lnTo>
                    <a:pt x="463" y="555"/>
                  </a:lnTo>
                  <a:lnTo>
                    <a:pt x="478" y="480"/>
                  </a:lnTo>
                  <a:lnTo>
                    <a:pt x="432" y="385"/>
                  </a:lnTo>
                  <a:lnTo>
                    <a:pt x="350" y="349"/>
                  </a:lnTo>
                  <a:lnTo>
                    <a:pt x="278" y="347"/>
                  </a:lnTo>
                  <a:lnTo>
                    <a:pt x="230" y="357"/>
                  </a:lnTo>
                  <a:lnTo>
                    <a:pt x="180" y="363"/>
                  </a:lnTo>
                  <a:lnTo>
                    <a:pt x="120" y="335"/>
                  </a:lnTo>
                  <a:lnTo>
                    <a:pt x="60" y="280"/>
                  </a:lnTo>
                  <a:lnTo>
                    <a:pt x="35" y="215"/>
                  </a:lnTo>
                  <a:lnTo>
                    <a:pt x="35" y="144"/>
                  </a:lnTo>
                  <a:lnTo>
                    <a:pt x="45" y="60"/>
                  </a:lnTo>
                  <a:lnTo>
                    <a:pt x="60" y="0"/>
                  </a:lnTo>
                  <a:close/>
                </a:path>
              </a:pathLst>
            </a:custGeom>
            <a:solidFill>
              <a:srgbClr val="FFFFFF"/>
            </a:solidFill>
            <a:ln w="19050" cap="flat" cmpd="sng">
              <a:solidFill>
                <a:schemeClr val="accent5"/>
              </a:solidFill>
              <a:prstDash val="solid"/>
              <a:round/>
              <a:headEnd type="none" w="med" len="med"/>
              <a:tailEnd type="none" w="med" len="med"/>
            </a:ln>
          </p:spPr>
          <p:txBody>
            <a:bodyPr lIns="0" tIns="0" rIns="0" bIns="0">
              <a:spAutoFit/>
            </a:bodyPr>
            <a:lstStyle/>
            <a:p>
              <a:pPr>
                <a:defRPr/>
              </a:pPr>
              <a:endParaRPr lang="en-GB" sz="1815"/>
            </a:p>
          </p:txBody>
        </p:sp>
        <p:sp>
          <p:nvSpPr>
            <p:cNvPr id="312342" name="Freeform 55"/>
            <p:cNvSpPr/>
            <p:nvPr/>
          </p:nvSpPr>
          <p:spPr bwMode="gray">
            <a:xfrm>
              <a:off x="1971" y="3287"/>
              <a:ext cx="897" cy="176"/>
            </a:xfrm>
            <a:custGeom>
              <a:avLst/>
              <a:gdLst>
                <a:gd name="T0" fmla="*/ 681 w 1182"/>
                <a:gd name="T1" fmla="*/ 31 h 1038"/>
                <a:gd name="T2" fmla="*/ 681 w 1182"/>
                <a:gd name="T3" fmla="*/ 789 h 1038"/>
                <a:gd name="T4" fmla="*/ 56 w 1182"/>
                <a:gd name="T5" fmla="*/ 789 h 1038"/>
                <a:gd name="T6" fmla="*/ 33 w 1182"/>
                <a:gd name="T7" fmla="*/ 731 h 1038"/>
                <a:gd name="T8" fmla="*/ 9 w 1182"/>
                <a:gd name="T9" fmla="*/ 671 h 1038"/>
                <a:gd name="T10" fmla="*/ 0 w 1182"/>
                <a:gd name="T11" fmla="*/ 609 h 1038"/>
                <a:gd name="T12" fmla="*/ 5 w 1182"/>
                <a:gd name="T13" fmla="*/ 550 h 1038"/>
                <a:gd name="T14" fmla="*/ 14 w 1182"/>
                <a:gd name="T15" fmla="*/ 526 h 1038"/>
                <a:gd name="T16" fmla="*/ 38 w 1182"/>
                <a:gd name="T17" fmla="*/ 511 h 1038"/>
                <a:gd name="T18" fmla="*/ 77 w 1182"/>
                <a:gd name="T19" fmla="*/ 525 h 1038"/>
                <a:gd name="T20" fmla="*/ 116 w 1182"/>
                <a:gd name="T21" fmla="*/ 542 h 1038"/>
                <a:gd name="T22" fmla="*/ 153 w 1182"/>
                <a:gd name="T23" fmla="*/ 540 h 1038"/>
                <a:gd name="T24" fmla="*/ 182 w 1182"/>
                <a:gd name="T25" fmla="*/ 520 h 1038"/>
                <a:gd name="T26" fmla="*/ 182 w 1182"/>
                <a:gd name="T27" fmla="*/ 515 h 1038"/>
                <a:gd name="T28" fmla="*/ 202 w 1182"/>
                <a:gd name="T29" fmla="*/ 482 h 1038"/>
                <a:gd name="T30" fmla="*/ 218 w 1182"/>
                <a:gd name="T31" fmla="*/ 423 h 1038"/>
                <a:gd name="T32" fmla="*/ 206 w 1182"/>
                <a:gd name="T33" fmla="*/ 377 h 1038"/>
                <a:gd name="T34" fmla="*/ 183 w 1182"/>
                <a:gd name="T35" fmla="*/ 347 h 1038"/>
                <a:gd name="T36" fmla="*/ 152 w 1182"/>
                <a:gd name="T37" fmla="*/ 332 h 1038"/>
                <a:gd name="T38" fmla="*/ 108 w 1182"/>
                <a:gd name="T39" fmla="*/ 330 h 1038"/>
                <a:gd name="T40" fmla="*/ 54 w 1182"/>
                <a:gd name="T41" fmla="*/ 335 h 1038"/>
                <a:gd name="T42" fmla="*/ 11 w 1182"/>
                <a:gd name="T43" fmla="*/ 310 h 1038"/>
                <a:gd name="T44" fmla="*/ 7 w 1182"/>
                <a:gd name="T45" fmla="*/ 255 h 1038"/>
                <a:gd name="T46" fmla="*/ 17 w 1182"/>
                <a:gd name="T47" fmla="*/ 213 h 1038"/>
                <a:gd name="T48" fmla="*/ 33 w 1182"/>
                <a:gd name="T49" fmla="*/ 129 h 1038"/>
                <a:gd name="T50" fmla="*/ 40 w 1182"/>
                <a:gd name="T51" fmla="*/ 27 h 1038"/>
                <a:gd name="T52" fmla="*/ 121 w 1182"/>
                <a:gd name="T53" fmla="*/ 14 h 1038"/>
                <a:gd name="T54" fmla="*/ 196 w 1182"/>
                <a:gd name="T55" fmla="*/ 0 h 1038"/>
                <a:gd name="T56" fmla="*/ 269 w 1182"/>
                <a:gd name="T57" fmla="*/ 7 h 1038"/>
                <a:gd name="T58" fmla="*/ 310 w 1182"/>
                <a:gd name="T59" fmla="*/ 20 h 1038"/>
                <a:gd name="T60" fmla="*/ 284 w 1182"/>
                <a:gd name="T61" fmla="*/ 95 h 1038"/>
                <a:gd name="T62" fmla="*/ 271 w 1182"/>
                <a:gd name="T63" fmla="*/ 142 h 1038"/>
                <a:gd name="T64" fmla="*/ 271 w 1182"/>
                <a:gd name="T65" fmla="*/ 196 h 1038"/>
                <a:gd name="T66" fmla="*/ 279 w 1182"/>
                <a:gd name="T67" fmla="*/ 230 h 1038"/>
                <a:gd name="T68" fmla="*/ 287 w 1182"/>
                <a:gd name="T69" fmla="*/ 257 h 1038"/>
                <a:gd name="T70" fmla="*/ 315 w 1182"/>
                <a:gd name="T71" fmla="*/ 284 h 1038"/>
                <a:gd name="T72" fmla="*/ 351 w 1182"/>
                <a:gd name="T73" fmla="*/ 284 h 1038"/>
                <a:gd name="T74" fmla="*/ 395 w 1182"/>
                <a:gd name="T75" fmla="*/ 280 h 1038"/>
                <a:gd name="T76" fmla="*/ 417 w 1182"/>
                <a:gd name="T77" fmla="*/ 247 h 1038"/>
                <a:gd name="T78" fmla="*/ 442 w 1182"/>
                <a:gd name="T79" fmla="*/ 200 h 1038"/>
                <a:gd name="T80" fmla="*/ 448 w 1182"/>
                <a:gd name="T81" fmla="*/ 152 h 1038"/>
                <a:gd name="T82" fmla="*/ 442 w 1182"/>
                <a:gd name="T83" fmla="*/ 112 h 1038"/>
                <a:gd name="T84" fmla="*/ 448 w 1182"/>
                <a:gd name="T85" fmla="*/ 61 h 1038"/>
                <a:gd name="T86" fmla="*/ 463 w 1182"/>
                <a:gd name="T87" fmla="*/ 27 h 1038"/>
                <a:gd name="T88" fmla="*/ 548 w 1182"/>
                <a:gd name="T89" fmla="*/ 7 h 1038"/>
                <a:gd name="T90" fmla="*/ 618 w 1182"/>
                <a:gd name="T91" fmla="*/ 10 h 1038"/>
                <a:gd name="T92" fmla="*/ 681 w 1182"/>
                <a:gd name="T93" fmla="*/ 31 h 1038"/>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1182"/>
                <a:gd name="T142" fmla="*/ 0 h 1038"/>
                <a:gd name="T143" fmla="*/ 1182 w 1182"/>
                <a:gd name="T144" fmla="*/ 1038 h 1038"/>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1182" h="1038">
                  <a:moveTo>
                    <a:pt x="1182" y="41"/>
                  </a:moveTo>
                  <a:lnTo>
                    <a:pt x="1182" y="1038"/>
                  </a:lnTo>
                  <a:lnTo>
                    <a:pt x="97" y="1038"/>
                  </a:lnTo>
                  <a:lnTo>
                    <a:pt x="57" y="962"/>
                  </a:lnTo>
                  <a:lnTo>
                    <a:pt x="16" y="883"/>
                  </a:lnTo>
                  <a:lnTo>
                    <a:pt x="0" y="802"/>
                  </a:lnTo>
                  <a:lnTo>
                    <a:pt x="8" y="724"/>
                  </a:lnTo>
                  <a:lnTo>
                    <a:pt x="24" y="692"/>
                  </a:lnTo>
                  <a:lnTo>
                    <a:pt x="66" y="672"/>
                  </a:lnTo>
                  <a:lnTo>
                    <a:pt x="133" y="691"/>
                  </a:lnTo>
                  <a:lnTo>
                    <a:pt x="201" y="713"/>
                  </a:lnTo>
                  <a:lnTo>
                    <a:pt x="266" y="710"/>
                  </a:lnTo>
                  <a:lnTo>
                    <a:pt x="316" y="684"/>
                  </a:lnTo>
                  <a:lnTo>
                    <a:pt x="316" y="678"/>
                  </a:lnTo>
                  <a:lnTo>
                    <a:pt x="350" y="634"/>
                  </a:lnTo>
                  <a:lnTo>
                    <a:pt x="378" y="556"/>
                  </a:lnTo>
                  <a:lnTo>
                    <a:pt x="358" y="495"/>
                  </a:lnTo>
                  <a:lnTo>
                    <a:pt x="318" y="456"/>
                  </a:lnTo>
                  <a:lnTo>
                    <a:pt x="264" y="437"/>
                  </a:lnTo>
                  <a:lnTo>
                    <a:pt x="187" y="433"/>
                  </a:lnTo>
                  <a:lnTo>
                    <a:pt x="93" y="441"/>
                  </a:lnTo>
                  <a:lnTo>
                    <a:pt x="20" y="408"/>
                  </a:lnTo>
                  <a:lnTo>
                    <a:pt x="12" y="336"/>
                  </a:lnTo>
                  <a:lnTo>
                    <a:pt x="30" y="280"/>
                  </a:lnTo>
                  <a:lnTo>
                    <a:pt x="57" y="170"/>
                  </a:lnTo>
                  <a:lnTo>
                    <a:pt x="70" y="36"/>
                  </a:lnTo>
                  <a:lnTo>
                    <a:pt x="210" y="18"/>
                  </a:lnTo>
                  <a:lnTo>
                    <a:pt x="340" y="0"/>
                  </a:lnTo>
                  <a:lnTo>
                    <a:pt x="466" y="9"/>
                  </a:lnTo>
                  <a:lnTo>
                    <a:pt x="538" y="26"/>
                  </a:lnTo>
                  <a:lnTo>
                    <a:pt x="493" y="125"/>
                  </a:lnTo>
                  <a:lnTo>
                    <a:pt x="471" y="187"/>
                  </a:lnTo>
                  <a:lnTo>
                    <a:pt x="471" y="258"/>
                  </a:lnTo>
                  <a:lnTo>
                    <a:pt x="484" y="303"/>
                  </a:lnTo>
                  <a:lnTo>
                    <a:pt x="498" y="338"/>
                  </a:lnTo>
                  <a:lnTo>
                    <a:pt x="547" y="374"/>
                  </a:lnTo>
                  <a:lnTo>
                    <a:pt x="610" y="374"/>
                  </a:lnTo>
                  <a:lnTo>
                    <a:pt x="686" y="368"/>
                  </a:lnTo>
                  <a:lnTo>
                    <a:pt x="723" y="325"/>
                  </a:lnTo>
                  <a:lnTo>
                    <a:pt x="768" y="263"/>
                  </a:lnTo>
                  <a:lnTo>
                    <a:pt x="777" y="200"/>
                  </a:lnTo>
                  <a:lnTo>
                    <a:pt x="768" y="147"/>
                  </a:lnTo>
                  <a:lnTo>
                    <a:pt x="777" y="80"/>
                  </a:lnTo>
                  <a:lnTo>
                    <a:pt x="804" y="36"/>
                  </a:lnTo>
                  <a:lnTo>
                    <a:pt x="952" y="9"/>
                  </a:lnTo>
                  <a:lnTo>
                    <a:pt x="1074" y="13"/>
                  </a:lnTo>
                  <a:lnTo>
                    <a:pt x="1182" y="41"/>
                  </a:lnTo>
                  <a:close/>
                </a:path>
              </a:pathLst>
            </a:custGeom>
            <a:solidFill>
              <a:srgbClr val="FFFFFF"/>
            </a:solidFill>
            <a:ln w="19050" cap="flat" cmpd="sng">
              <a:solidFill>
                <a:schemeClr val="accent5"/>
              </a:solidFill>
              <a:prstDash val="solid"/>
              <a:round/>
            </a:ln>
          </p:spPr>
          <p:txBody>
            <a:bodyPr lIns="0" tIns="0" rIns="0" bIns="0">
              <a:spAutoFit/>
            </a:bodyPr>
            <a:lstStyle/>
            <a:p>
              <a:pPr>
                <a:defRPr/>
              </a:pPr>
              <a:endParaRPr lang="en-GB" sz="1815"/>
            </a:p>
          </p:txBody>
        </p:sp>
        <p:sp>
          <p:nvSpPr>
            <p:cNvPr id="312343" name="Freeform 56"/>
            <p:cNvSpPr/>
            <p:nvPr/>
          </p:nvSpPr>
          <p:spPr bwMode="gray">
            <a:xfrm>
              <a:off x="1120" y="3317"/>
              <a:ext cx="1147" cy="176"/>
            </a:xfrm>
            <a:custGeom>
              <a:avLst/>
              <a:gdLst>
                <a:gd name="T0" fmla="*/ 50 w 1661"/>
                <a:gd name="T1" fmla="*/ 685 h 1113"/>
                <a:gd name="T2" fmla="*/ 13 w 1661"/>
                <a:gd name="T3" fmla="*/ 596 h 1113"/>
                <a:gd name="T4" fmla="*/ 6 w 1661"/>
                <a:gd name="T5" fmla="*/ 496 h 1113"/>
                <a:gd name="T6" fmla="*/ 24 w 1661"/>
                <a:gd name="T7" fmla="*/ 438 h 1113"/>
                <a:gd name="T8" fmla="*/ 81 w 1661"/>
                <a:gd name="T9" fmla="*/ 458 h 1113"/>
                <a:gd name="T10" fmla="*/ 158 w 1661"/>
                <a:gd name="T11" fmla="*/ 449 h 1113"/>
                <a:gd name="T12" fmla="*/ 201 w 1661"/>
                <a:gd name="T13" fmla="*/ 373 h 1113"/>
                <a:gd name="T14" fmla="*/ 182 w 1661"/>
                <a:gd name="T15" fmla="*/ 305 h 1113"/>
                <a:gd name="T16" fmla="*/ 106 w 1661"/>
                <a:gd name="T17" fmla="*/ 270 h 1113"/>
                <a:gd name="T18" fmla="*/ 32 w 1661"/>
                <a:gd name="T19" fmla="*/ 278 h 1113"/>
                <a:gd name="T20" fmla="*/ 2 w 1661"/>
                <a:gd name="T21" fmla="*/ 226 h 1113"/>
                <a:gd name="T22" fmla="*/ 26 w 1661"/>
                <a:gd name="T23" fmla="*/ 62 h 1113"/>
                <a:gd name="T24" fmla="*/ 108 w 1661"/>
                <a:gd name="T25" fmla="*/ 13 h 1113"/>
                <a:gd name="T26" fmla="*/ 277 w 1661"/>
                <a:gd name="T27" fmla="*/ 31 h 1113"/>
                <a:gd name="T28" fmla="*/ 330 w 1661"/>
                <a:gd name="T29" fmla="*/ 96 h 1113"/>
                <a:gd name="T30" fmla="*/ 311 w 1661"/>
                <a:gd name="T31" fmla="*/ 178 h 1113"/>
                <a:gd name="T32" fmla="*/ 343 w 1661"/>
                <a:gd name="T33" fmla="*/ 230 h 1113"/>
                <a:gd name="T34" fmla="*/ 427 w 1661"/>
                <a:gd name="T35" fmla="*/ 230 h 1113"/>
                <a:gd name="T36" fmla="*/ 462 w 1661"/>
                <a:gd name="T37" fmla="*/ 185 h 1113"/>
                <a:gd name="T38" fmla="*/ 441 w 1661"/>
                <a:gd name="T39" fmla="*/ 79 h 1113"/>
                <a:gd name="T40" fmla="*/ 517 w 1661"/>
                <a:gd name="T41" fmla="*/ 34 h 1113"/>
                <a:gd name="T42" fmla="*/ 628 w 1661"/>
                <a:gd name="T43" fmla="*/ 0 h 1113"/>
                <a:gd name="T44" fmla="*/ 613 w 1661"/>
                <a:gd name="T45" fmla="*/ 147 h 1113"/>
                <a:gd name="T46" fmla="*/ 599 w 1661"/>
                <a:gd name="T47" fmla="*/ 230 h 1113"/>
                <a:gd name="T48" fmla="*/ 618 w 1661"/>
                <a:gd name="T49" fmla="*/ 267 h 1113"/>
                <a:gd name="T50" fmla="*/ 686 w 1661"/>
                <a:gd name="T51" fmla="*/ 274 h 1113"/>
                <a:gd name="T52" fmla="*/ 750 w 1661"/>
                <a:gd name="T53" fmla="*/ 278 h 1113"/>
                <a:gd name="T54" fmla="*/ 790 w 1661"/>
                <a:gd name="T55" fmla="*/ 332 h 1113"/>
                <a:gd name="T56" fmla="*/ 776 w 1661"/>
                <a:gd name="T57" fmla="*/ 411 h 1113"/>
                <a:gd name="T58" fmla="*/ 731 w 1661"/>
                <a:gd name="T59" fmla="*/ 465 h 1113"/>
                <a:gd name="T60" fmla="*/ 673 w 1661"/>
                <a:gd name="T61" fmla="*/ 455 h 1113"/>
                <a:gd name="T62" fmla="*/ 620 w 1661"/>
                <a:gd name="T63" fmla="*/ 435 h 1113"/>
                <a:gd name="T64" fmla="*/ 594 w 1661"/>
                <a:gd name="T65" fmla="*/ 513 h 1113"/>
                <a:gd name="T66" fmla="*/ 605 w 1661"/>
                <a:gd name="T67" fmla="*/ 589 h 1113"/>
                <a:gd name="T68" fmla="*/ 642 w 1661"/>
                <a:gd name="T69" fmla="*/ 688 h 1113"/>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1661"/>
                <a:gd name="T106" fmla="*/ 0 h 1113"/>
                <a:gd name="T107" fmla="*/ 1661 w 1661"/>
                <a:gd name="T108" fmla="*/ 1113 h 1113"/>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1661" h="1113">
                  <a:moveTo>
                    <a:pt x="1346" y="1113"/>
                  </a:moveTo>
                  <a:lnTo>
                    <a:pt x="105" y="1108"/>
                  </a:lnTo>
                  <a:lnTo>
                    <a:pt x="61" y="1030"/>
                  </a:lnTo>
                  <a:lnTo>
                    <a:pt x="27" y="964"/>
                  </a:lnTo>
                  <a:lnTo>
                    <a:pt x="0" y="903"/>
                  </a:lnTo>
                  <a:lnTo>
                    <a:pt x="11" y="803"/>
                  </a:lnTo>
                  <a:lnTo>
                    <a:pt x="16" y="731"/>
                  </a:lnTo>
                  <a:lnTo>
                    <a:pt x="50" y="709"/>
                  </a:lnTo>
                  <a:lnTo>
                    <a:pt x="122" y="714"/>
                  </a:lnTo>
                  <a:lnTo>
                    <a:pt x="171" y="742"/>
                  </a:lnTo>
                  <a:lnTo>
                    <a:pt x="254" y="764"/>
                  </a:lnTo>
                  <a:lnTo>
                    <a:pt x="332" y="726"/>
                  </a:lnTo>
                  <a:lnTo>
                    <a:pt x="393" y="670"/>
                  </a:lnTo>
                  <a:lnTo>
                    <a:pt x="421" y="604"/>
                  </a:lnTo>
                  <a:lnTo>
                    <a:pt x="415" y="543"/>
                  </a:lnTo>
                  <a:lnTo>
                    <a:pt x="382" y="493"/>
                  </a:lnTo>
                  <a:lnTo>
                    <a:pt x="310" y="454"/>
                  </a:lnTo>
                  <a:lnTo>
                    <a:pt x="221" y="438"/>
                  </a:lnTo>
                  <a:lnTo>
                    <a:pt x="166" y="449"/>
                  </a:lnTo>
                  <a:lnTo>
                    <a:pt x="66" y="449"/>
                  </a:lnTo>
                  <a:lnTo>
                    <a:pt x="22" y="415"/>
                  </a:lnTo>
                  <a:lnTo>
                    <a:pt x="5" y="366"/>
                  </a:lnTo>
                  <a:lnTo>
                    <a:pt x="44" y="216"/>
                  </a:lnTo>
                  <a:lnTo>
                    <a:pt x="55" y="100"/>
                  </a:lnTo>
                  <a:lnTo>
                    <a:pt x="72" y="17"/>
                  </a:lnTo>
                  <a:lnTo>
                    <a:pt x="227" y="22"/>
                  </a:lnTo>
                  <a:lnTo>
                    <a:pt x="410" y="33"/>
                  </a:lnTo>
                  <a:lnTo>
                    <a:pt x="581" y="50"/>
                  </a:lnTo>
                  <a:lnTo>
                    <a:pt x="725" y="78"/>
                  </a:lnTo>
                  <a:lnTo>
                    <a:pt x="692" y="155"/>
                  </a:lnTo>
                  <a:lnTo>
                    <a:pt x="659" y="227"/>
                  </a:lnTo>
                  <a:lnTo>
                    <a:pt x="653" y="288"/>
                  </a:lnTo>
                  <a:lnTo>
                    <a:pt x="675" y="332"/>
                  </a:lnTo>
                  <a:lnTo>
                    <a:pt x="720" y="371"/>
                  </a:lnTo>
                  <a:lnTo>
                    <a:pt x="792" y="393"/>
                  </a:lnTo>
                  <a:lnTo>
                    <a:pt x="897" y="371"/>
                  </a:lnTo>
                  <a:lnTo>
                    <a:pt x="936" y="366"/>
                  </a:lnTo>
                  <a:lnTo>
                    <a:pt x="969" y="299"/>
                  </a:lnTo>
                  <a:lnTo>
                    <a:pt x="969" y="227"/>
                  </a:lnTo>
                  <a:lnTo>
                    <a:pt x="925" y="127"/>
                  </a:lnTo>
                  <a:lnTo>
                    <a:pt x="902" y="78"/>
                  </a:lnTo>
                  <a:lnTo>
                    <a:pt x="1085" y="55"/>
                  </a:lnTo>
                  <a:lnTo>
                    <a:pt x="1224" y="22"/>
                  </a:lnTo>
                  <a:lnTo>
                    <a:pt x="1318" y="0"/>
                  </a:lnTo>
                  <a:lnTo>
                    <a:pt x="1307" y="133"/>
                  </a:lnTo>
                  <a:lnTo>
                    <a:pt x="1285" y="238"/>
                  </a:lnTo>
                  <a:lnTo>
                    <a:pt x="1262" y="310"/>
                  </a:lnTo>
                  <a:lnTo>
                    <a:pt x="1257" y="371"/>
                  </a:lnTo>
                  <a:lnTo>
                    <a:pt x="1268" y="415"/>
                  </a:lnTo>
                  <a:lnTo>
                    <a:pt x="1296" y="432"/>
                  </a:lnTo>
                  <a:lnTo>
                    <a:pt x="1351" y="449"/>
                  </a:lnTo>
                  <a:lnTo>
                    <a:pt x="1440" y="443"/>
                  </a:lnTo>
                  <a:lnTo>
                    <a:pt x="1506" y="438"/>
                  </a:lnTo>
                  <a:lnTo>
                    <a:pt x="1573" y="449"/>
                  </a:lnTo>
                  <a:lnTo>
                    <a:pt x="1622" y="493"/>
                  </a:lnTo>
                  <a:lnTo>
                    <a:pt x="1656" y="537"/>
                  </a:lnTo>
                  <a:lnTo>
                    <a:pt x="1661" y="609"/>
                  </a:lnTo>
                  <a:lnTo>
                    <a:pt x="1628" y="665"/>
                  </a:lnTo>
                  <a:lnTo>
                    <a:pt x="1589" y="720"/>
                  </a:lnTo>
                  <a:lnTo>
                    <a:pt x="1534" y="753"/>
                  </a:lnTo>
                  <a:lnTo>
                    <a:pt x="1490" y="753"/>
                  </a:lnTo>
                  <a:lnTo>
                    <a:pt x="1412" y="737"/>
                  </a:lnTo>
                  <a:lnTo>
                    <a:pt x="1351" y="709"/>
                  </a:lnTo>
                  <a:lnTo>
                    <a:pt x="1301" y="703"/>
                  </a:lnTo>
                  <a:lnTo>
                    <a:pt x="1257" y="742"/>
                  </a:lnTo>
                  <a:lnTo>
                    <a:pt x="1246" y="831"/>
                  </a:lnTo>
                  <a:lnTo>
                    <a:pt x="1246" y="886"/>
                  </a:lnTo>
                  <a:lnTo>
                    <a:pt x="1268" y="953"/>
                  </a:lnTo>
                  <a:lnTo>
                    <a:pt x="1301" y="1014"/>
                  </a:lnTo>
                  <a:lnTo>
                    <a:pt x="1346" y="1113"/>
                  </a:lnTo>
                  <a:close/>
                </a:path>
              </a:pathLst>
            </a:custGeom>
            <a:solidFill>
              <a:srgbClr val="FFFFFF"/>
            </a:solidFill>
            <a:ln w="19050" cap="flat" cmpd="sng">
              <a:solidFill>
                <a:schemeClr val="accent5"/>
              </a:solidFill>
              <a:prstDash val="solid"/>
              <a:round/>
              <a:headEnd type="none" w="med" len="med"/>
              <a:tailEnd type="none" w="med" len="med"/>
            </a:ln>
          </p:spPr>
          <p:txBody>
            <a:bodyPr lIns="0" tIns="0" rIns="0" bIns="0">
              <a:spAutoFit/>
            </a:bodyPr>
            <a:lstStyle/>
            <a:p>
              <a:pPr>
                <a:defRPr/>
              </a:pPr>
              <a:endParaRPr lang="en-GB" sz="1815"/>
            </a:p>
          </p:txBody>
        </p:sp>
      </p:grpSp>
      <p:grpSp>
        <p:nvGrpSpPr>
          <p:cNvPr id="59" name="Group 25"/>
          <p:cNvGrpSpPr/>
          <p:nvPr/>
        </p:nvGrpSpPr>
        <p:grpSpPr bwMode="auto">
          <a:xfrm>
            <a:off x="1864889" y="2472313"/>
            <a:ext cx="3282993" cy="3802800"/>
            <a:chOff x="482" y="863"/>
            <a:chExt cx="2186" cy="2686"/>
          </a:xfrm>
          <a:solidFill>
            <a:schemeClr val="accent5"/>
          </a:solidFill>
        </p:grpSpPr>
        <p:sp>
          <p:nvSpPr>
            <p:cNvPr id="60" name="Freeform 26"/>
            <p:cNvSpPr/>
            <p:nvPr/>
          </p:nvSpPr>
          <p:spPr bwMode="auto">
            <a:xfrm>
              <a:off x="609" y="863"/>
              <a:ext cx="1027" cy="1700"/>
            </a:xfrm>
            <a:custGeom>
              <a:avLst/>
              <a:gdLst>
                <a:gd name="T0" fmla="*/ 345 w 1027"/>
                <a:gd name="T1" fmla="*/ 102 h 1700"/>
                <a:gd name="T2" fmla="*/ 376 w 1027"/>
                <a:gd name="T3" fmla="*/ 31 h 1700"/>
                <a:gd name="T4" fmla="*/ 476 w 1027"/>
                <a:gd name="T5" fmla="*/ 0 h 1700"/>
                <a:gd name="T6" fmla="*/ 590 w 1027"/>
                <a:gd name="T7" fmla="*/ 30 h 1700"/>
                <a:gd name="T8" fmla="*/ 640 w 1027"/>
                <a:gd name="T9" fmla="*/ 113 h 1700"/>
                <a:gd name="T10" fmla="*/ 627 w 1027"/>
                <a:gd name="T11" fmla="*/ 187 h 1700"/>
                <a:gd name="T12" fmla="*/ 594 w 1027"/>
                <a:gd name="T13" fmla="*/ 277 h 1700"/>
                <a:gd name="T14" fmla="*/ 598 w 1027"/>
                <a:gd name="T15" fmla="*/ 325 h 1700"/>
                <a:gd name="T16" fmla="*/ 638 w 1027"/>
                <a:gd name="T17" fmla="*/ 387 h 1700"/>
                <a:gd name="T18" fmla="*/ 812 w 1027"/>
                <a:gd name="T19" fmla="*/ 448 h 1700"/>
                <a:gd name="T20" fmla="*/ 991 w 1027"/>
                <a:gd name="T21" fmla="*/ 625 h 1700"/>
                <a:gd name="T22" fmla="*/ 941 w 1027"/>
                <a:gd name="T23" fmla="*/ 780 h 1700"/>
                <a:gd name="T24" fmla="*/ 923 w 1027"/>
                <a:gd name="T25" fmla="*/ 802 h 1700"/>
                <a:gd name="T26" fmla="*/ 877 w 1027"/>
                <a:gd name="T27" fmla="*/ 811 h 1700"/>
                <a:gd name="T28" fmla="*/ 837 w 1027"/>
                <a:gd name="T29" fmla="*/ 802 h 1700"/>
                <a:gd name="T30" fmla="*/ 779 w 1027"/>
                <a:gd name="T31" fmla="*/ 758 h 1700"/>
                <a:gd name="T32" fmla="*/ 691 w 1027"/>
                <a:gd name="T33" fmla="*/ 725 h 1700"/>
                <a:gd name="T34" fmla="*/ 615 w 1027"/>
                <a:gd name="T35" fmla="*/ 777 h 1700"/>
                <a:gd name="T36" fmla="*/ 587 w 1027"/>
                <a:gd name="T37" fmla="*/ 869 h 1700"/>
                <a:gd name="T38" fmla="*/ 596 w 1027"/>
                <a:gd name="T39" fmla="*/ 941 h 1700"/>
                <a:gd name="T40" fmla="*/ 653 w 1027"/>
                <a:gd name="T41" fmla="*/ 985 h 1700"/>
                <a:gd name="T42" fmla="*/ 720 w 1027"/>
                <a:gd name="T43" fmla="*/ 991 h 1700"/>
                <a:gd name="T44" fmla="*/ 799 w 1027"/>
                <a:gd name="T45" fmla="*/ 978 h 1700"/>
                <a:gd name="T46" fmla="*/ 852 w 1027"/>
                <a:gd name="T47" fmla="*/ 1022 h 1700"/>
                <a:gd name="T48" fmla="*/ 838 w 1027"/>
                <a:gd name="T49" fmla="*/ 1224 h 1700"/>
                <a:gd name="T50" fmla="*/ 738 w 1027"/>
                <a:gd name="T51" fmla="*/ 1276 h 1700"/>
                <a:gd name="T52" fmla="*/ 673 w 1027"/>
                <a:gd name="T53" fmla="*/ 1287 h 1700"/>
                <a:gd name="T54" fmla="*/ 634 w 1027"/>
                <a:gd name="T55" fmla="*/ 1318 h 1700"/>
                <a:gd name="T56" fmla="*/ 618 w 1027"/>
                <a:gd name="T57" fmla="*/ 1387 h 1700"/>
                <a:gd name="T58" fmla="*/ 657 w 1027"/>
                <a:gd name="T59" fmla="*/ 1494 h 1700"/>
                <a:gd name="T60" fmla="*/ 662 w 1027"/>
                <a:gd name="T61" fmla="*/ 1569 h 1700"/>
                <a:gd name="T62" fmla="*/ 635 w 1027"/>
                <a:gd name="T63" fmla="*/ 1627 h 1700"/>
                <a:gd name="T64" fmla="*/ 585 w 1027"/>
                <a:gd name="T65" fmla="*/ 1677 h 1700"/>
                <a:gd name="T66" fmla="*/ 479 w 1027"/>
                <a:gd name="T67" fmla="*/ 1698 h 1700"/>
                <a:gd name="T68" fmla="*/ 367 w 1027"/>
                <a:gd name="T69" fmla="*/ 1654 h 1700"/>
                <a:gd name="T70" fmla="*/ 332 w 1027"/>
                <a:gd name="T71" fmla="*/ 1559 h 1700"/>
                <a:gd name="T72" fmla="*/ 343 w 1027"/>
                <a:gd name="T73" fmla="*/ 1485 h 1700"/>
                <a:gd name="T74" fmla="*/ 368 w 1027"/>
                <a:gd name="T75" fmla="*/ 1392 h 1700"/>
                <a:gd name="T76" fmla="*/ 322 w 1027"/>
                <a:gd name="T77" fmla="*/ 1294 h 1700"/>
                <a:gd name="T78" fmla="*/ 209 w 1027"/>
                <a:gd name="T79" fmla="*/ 1272 h 1700"/>
                <a:gd name="T80" fmla="*/ 21 w 1027"/>
                <a:gd name="T81" fmla="*/ 1131 h 1700"/>
                <a:gd name="T82" fmla="*/ 0 w 1027"/>
                <a:gd name="T83" fmla="*/ 1009 h 1700"/>
                <a:gd name="T84" fmla="*/ 30 w 1027"/>
                <a:gd name="T85" fmla="*/ 923 h 1700"/>
                <a:gd name="T86" fmla="*/ 103 w 1027"/>
                <a:gd name="T87" fmla="*/ 924 h 1700"/>
                <a:gd name="T88" fmla="*/ 204 w 1027"/>
                <a:gd name="T89" fmla="*/ 939 h 1700"/>
                <a:gd name="T90" fmla="*/ 261 w 1027"/>
                <a:gd name="T91" fmla="*/ 917 h 1700"/>
                <a:gd name="T92" fmla="*/ 303 w 1027"/>
                <a:gd name="T93" fmla="*/ 873 h 1700"/>
                <a:gd name="T94" fmla="*/ 325 w 1027"/>
                <a:gd name="T95" fmla="*/ 825 h 1700"/>
                <a:gd name="T96" fmla="*/ 331 w 1027"/>
                <a:gd name="T97" fmla="*/ 763 h 1700"/>
                <a:gd name="T98" fmla="*/ 309 w 1027"/>
                <a:gd name="T99" fmla="*/ 687 h 1700"/>
                <a:gd name="T100" fmla="*/ 251 w 1027"/>
                <a:gd name="T101" fmla="*/ 640 h 1700"/>
                <a:gd name="T102" fmla="*/ 177 w 1027"/>
                <a:gd name="T103" fmla="*/ 637 h 1700"/>
                <a:gd name="T104" fmla="*/ 114 w 1027"/>
                <a:gd name="T105" fmla="*/ 659 h 1700"/>
                <a:gd name="T106" fmla="*/ 67 w 1027"/>
                <a:gd name="T107" fmla="*/ 652 h 1700"/>
                <a:gd name="T108" fmla="*/ 48 w 1027"/>
                <a:gd name="T109" fmla="*/ 624 h 1700"/>
                <a:gd name="T110" fmla="*/ 49 w 1027"/>
                <a:gd name="T111" fmla="*/ 365 h 1700"/>
                <a:gd name="T112" fmla="*/ 210 w 1027"/>
                <a:gd name="T113" fmla="*/ 404 h 1700"/>
                <a:gd name="T114" fmla="*/ 316 w 1027"/>
                <a:gd name="T115" fmla="*/ 410 h 1700"/>
                <a:gd name="T116" fmla="*/ 366 w 1027"/>
                <a:gd name="T117" fmla="*/ 390 h 1700"/>
                <a:gd name="T118" fmla="*/ 391 w 1027"/>
                <a:gd name="T119" fmla="*/ 349 h 1700"/>
                <a:gd name="T120" fmla="*/ 393 w 1027"/>
                <a:gd name="T121" fmla="*/ 274 h 1700"/>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027"/>
                <a:gd name="T184" fmla="*/ 0 h 1700"/>
                <a:gd name="T185" fmla="*/ 1027 w 1027"/>
                <a:gd name="T186" fmla="*/ 1700 h 1700"/>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027" h="1700">
                  <a:moveTo>
                    <a:pt x="363" y="205"/>
                  </a:moveTo>
                  <a:lnTo>
                    <a:pt x="358" y="184"/>
                  </a:lnTo>
                  <a:lnTo>
                    <a:pt x="352" y="162"/>
                  </a:lnTo>
                  <a:lnTo>
                    <a:pt x="351" y="156"/>
                  </a:lnTo>
                  <a:lnTo>
                    <a:pt x="350" y="150"/>
                  </a:lnTo>
                  <a:lnTo>
                    <a:pt x="349" y="144"/>
                  </a:lnTo>
                  <a:lnTo>
                    <a:pt x="348" y="138"/>
                  </a:lnTo>
                  <a:lnTo>
                    <a:pt x="347" y="132"/>
                  </a:lnTo>
                  <a:lnTo>
                    <a:pt x="346" y="126"/>
                  </a:lnTo>
                  <a:lnTo>
                    <a:pt x="345" y="120"/>
                  </a:lnTo>
                  <a:lnTo>
                    <a:pt x="345" y="114"/>
                  </a:lnTo>
                  <a:lnTo>
                    <a:pt x="345" y="108"/>
                  </a:lnTo>
                  <a:lnTo>
                    <a:pt x="345" y="102"/>
                  </a:lnTo>
                  <a:lnTo>
                    <a:pt x="345" y="96"/>
                  </a:lnTo>
                  <a:lnTo>
                    <a:pt x="346" y="91"/>
                  </a:lnTo>
                  <a:lnTo>
                    <a:pt x="347" y="85"/>
                  </a:lnTo>
                  <a:lnTo>
                    <a:pt x="348" y="79"/>
                  </a:lnTo>
                  <a:lnTo>
                    <a:pt x="349" y="73"/>
                  </a:lnTo>
                  <a:lnTo>
                    <a:pt x="351" y="67"/>
                  </a:lnTo>
                  <a:lnTo>
                    <a:pt x="353" y="62"/>
                  </a:lnTo>
                  <a:lnTo>
                    <a:pt x="356" y="56"/>
                  </a:lnTo>
                  <a:lnTo>
                    <a:pt x="359" y="51"/>
                  </a:lnTo>
                  <a:lnTo>
                    <a:pt x="363" y="46"/>
                  </a:lnTo>
                  <a:lnTo>
                    <a:pt x="366" y="41"/>
                  </a:lnTo>
                  <a:lnTo>
                    <a:pt x="371" y="36"/>
                  </a:lnTo>
                  <a:lnTo>
                    <a:pt x="376" y="31"/>
                  </a:lnTo>
                  <a:lnTo>
                    <a:pt x="381" y="26"/>
                  </a:lnTo>
                  <a:lnTo>
                    <a:pt x="387" y="22"/>
                  </a:lnTo>
                  <a:lnTo>
                    <a:pt x="393" y="18"/>
                  </a:lnTo>
                  <a:lnTo>
                    <a:pt x="400" y="15"/>
                  </a:lnTo>
                  <a:lnTo>
                    <a:pt x="407" y="12"/>
                  </a:lnTo>
                  <a:lnTo>
                    <a:pt x="415" y="9"/>
                  </a:lnTo>
                  <a:lnTo>
                    <a:pt x="423" y="7"/>
                  </a:lnTo>
                  <a:lnTo>
                    <a:pt x="431" y="5"/>
                  </a:lnTo>
                  <a:lnTo>
                    <a:pt x="440" y="3"/>
                  </a:lnTo>
                  <a:lnTo>
                    <a:pt x="448" y="2"/>
                  </a:lnTo>
                  <a:lnTo>
                    <a:pt x="457" y="1"/>
                  </a:lnTo>
                  <a:lnTo>
                    <a:pt x="467" y="0"/>
                  </a:lnTo>
                  <a:lnTo>
                    <a:pt x="476" y="0"/>
                  </a:lnTo>
                  <a:lnTo>
                    <a:pt x="485" y="0"/>
                  </a:lnTo>
                  <a:lnTo>
                    <a:pt x="495" y="1"/>
                  </a:lnTo>
                  <a:lnTo>
                    <a:pt x="504" y="2"/>
                  </a:lnTo>
                  <a:lnTo>
                    <a:pt x="513" y="3"/>
                  </a:lnTo>
                  <a:lnTo>
                    <a:pt x="523" y="5"/>
                  </a:lnTo>
                  <a:lnTo>
                    <a:pt x="532" y="7"/>
                  </a:lnTo>
                  <a:lnTo>
                    <a:pt x="541" y="9"/>
                  </a:lnTo>
                  <a:lnTo>
                    <a:pt x="550" y="12"/>
                  </a:lnTo>
                  <a:lnTo>
                    <a:pt x="558" y="15"/>
                  </a:lnTo>
                  <a:lnTo>
                    <a:pt x="567" y="18"/>
                  </a:lnTo>
                  <a:lnTo>
                    <a:pt x="575" y="22"/>
                  </a:lnTo>
                  <a:lnTo>
                    <a:pt x="582" y="26"/>
                  </a:lnTo>
                  <a:lnTo>
                    <a:pt x="590" y="30"/>
                  </a:lnTo>
                  <a:lnTo>
                    <a:pt x="597" y="35"/>
                  </a:lnTo>
                  <a:lnTo>
                    <a:pt x="603" y="40"/>
                  </a:lnTo>
                  <a:lnTo>
                    <a:pt x="609" y="46"/>
                  </a:lnTo>
                  <a:lnTo>
                    <a:pt x="615" y="51"/>
                  </a:lnTo>
                  <a:lnTo>
                    <a:pt x="619" y="57"/>
                  </a:lnTo>
                  <a:lnTo>
                    <a:pt x="623" y="64"/>
                  </a:lnTo>
                  <a:lnTo>
                    <a:pt x="627" y="70"/>
                  </a:lnTo>
                  <a:lnTo>
                    <a:pt x="630" y="78"/>
                  </a:lnTo>
                  <a:lnTo>
                    <a:pt x="633" y="86"/>
                  </a:lnTo>
                  <a:lnTo>
                    <a:pt x="636" y="93"/>
                  </a:lnTo>
                  <a:lnTo>
                    <a:pt x="638" y="100"/>
                  </a:lnTo>
                  <a:lnTo>
                    <a:pt x="639" y="106"/>
                  </a:lnTo>
                  <a:lnTo>
                    <a:pt x="640" y="113"/>
                  </a:lnTo>
                  <a:lnTo>
                    <a:pt x="641" y="119"/>
                  </a:lnTo>
                  <a:lnTo>
                    <a:pt x="641" y="125"/>
                  </a:lnTo>
                  <a:lnTo>
                    <a:pt x="641" y="131"/>
                  </a:lnTo>
                  <a:lnTo>
                    <a:pt x="641" y="137"/>
                  </a:lnTo>
                  <a:lnTo>
                    <a:pt x="640" y="143"/>
                  </a:lnTo>
                  <a:lnTo>
                    <a:pt x="639" y="149"/>
                  </a:lnTo>
                  <a:lnTo>
                    <a:pt x="638" y="154"/>
                  </a:lnTo>
                  <a:lnTo>
                    <a:pt x="637" y="160"/>
                  </a:lnTo>
                  <a:lnTo>
                    <a:pt x="635" y="165"/>
                  </a:lnTo>
                  <a:lnTo>
                    <a:pt x="633" y="171"/>
                  </a:lnTo>
                  <a:lnTo>
                    <a:pt x="631" y="176"/>
                  </a:lnTo>
                  <a:lnTo>
                    <a:pt x="629" y="182"/>
                  </a:lnTo>
                  <a:lnTo>
                    <a:pt x="627" y="187"/>
                  </a:lnTo>
                  <a:lnTo>
                    <a:pt x="624" y="193"/>
                  </a:lnTo>
                  <a:lnTo>
                    <a:pt x="619" y="204"/>
                  </a:lnTo>
                  <a:lnTo>
                    <a:pt x="614" y="216"/>
                  </a:lnTo>
                  <a:lnTo>
                    <a:pt x="612" y="222"/>
                  </a:lnTo>
                  <a:lnTo>
                    <a:pt x="609" y="228"/>
                  </a:lnTo>
                  <a:lnTo>
                    <a:pt x="606" y="234"/>
                  </a:lnTo>
                  <a:lnTo>
                    <a:pt x="604" y="241"/>
                  </a:lnTo>
                  <a:lnTo>
                    <a:pt x="602" y="247"/>
                  </a:lnTo>
                  <a:lnTo>
                    <a:pt x="599" y="254"/>
                  </a:lnTo>
                  <a:lnTo>
                    <a:pt x="597" y="261"/>
                  </a:lnTo>
                  <a:lnTo>
                    <a:pt x="595" y="268"/>
                  </a:lnTo>
                  <a:lnTo>
                    <a:pt x="594" y="273"/>
                  </a:lnTo>
                  <a:lnTo>
                    <a:pt x="594" y="277"/>
                  </a:lnTo>
                  <a:lnTo>
                    <a:pt x="593" y="281"/>
                  </a:lnTo>
                  <a:lnTo>
                    <a:pt x="593" y="285"/>
                  </a:lnTo>
                  <a:lnTo>
                    <a:pt x="592" y="288"/>
                  </a:lnTo>
                  <a:lnTo>
                    <a:pt x="592" y="292"/>
                  </a:lnTo>
                  <a:lnTo>
                    <a:pt x="592" y="296"/>
                  </a:lnTo>
                  <a:lnTo>
                    <a:pt x="593" y="300"/>
                  </a:lnTo>
                  <a:lnTo>
                    <a:pt x="593" y="304"/>
                  </a:lnTo>
                  <a:lnTo>
                    <a:pt x="594" y="307"/>
                  </a:lnTo>
                  <a:lnTo>
                    <a:pt x="594" y="311"/>
                  </a:lnTo>
                  <a:lnTo>
                    <a:pt x="595" y="315"/>
                  </a:lnTo>
                  <a:lnTo>
                    <a:pt x="596" y="318"/>
                  </a:lnTo>
                  <a:lnTo>
                    <a:pt x="597" y="322"/>
                  </a:lnTo>
                  <a:lnTo>
                    <a:pt x="598" y="325"/>
                  </a:lnTo>
                  <a:lnTo>
                    <a:pt x="600" y="329"/>
                  </a:lnTo>
                  <a:lnTo>
                    <a:pt x="601" y="332"/>
                  </a:lnTo>
                  <a:lnTo>
                    <a:pt x="603" y="336"/>
                  </a:lnTo>
                  <a:lnTo>
                    <a:pt x="604" y="339"/>
                  </a:lnTo>
                  <a:lnTo>
                    <a:pt x="606" y="343"/>
                  </a:lnTo>
                  <a:lnTo>
                    <a:pt x="609" y="349"/>
                  </a:lnTo>
                  <a:lnTo>
                    <a:pt x="613" y="355"/>
                  </a:lnTo>
                  <a:lnTo>
                    <a:pt x="617" y="362"/>
                  </a:lnTo>
                  <a:lnTo>
                    <a:pt x="621" y="368"/>
                  </a:lnTo>
                  <a:lnTo>
                    <a:pt x="626" y="374"/>
                  </a:lnTo>
                  <a:lnTo>
                    <a:pt x="630" y="380"/>
                  </a:lnTo>
                  <a:lnTo>
                    <a:pt x="633" y="383"/>
                  </a:lnTo>
                  <a:lnTo>
                    <a:pt x="638" y="387"/>
                  </a:lnTo>
                  <a:lnTo>
                    <a:pt x="645" y="391"/>
                  </a:lnTo>
                  <a:lnTo>
                    <a:pt x="653" y="395"/>
                  </a:lnTo>
                  <a:lnTo>
                    <a:pt x="663" y="399"/>
                  </a:lnTo>
                  <a:lnTo>
                    <a:pt x="674" y="403"/>
                  </a:lnTo>
                  <a:lnTo>
                    <a:pt x="686" y="408"/>
                  </a:lnTo>
                  <a:lnTo>
                    <a:pt x="700" y="413"/>
                  </a:lnTo>
                  <a:lnTo>
                    <a:pt x="714" y="418"/>
                  </a:lnTo>
                  <a:lnTo>
                    <a:pt x="729" y="423"/>
                  </a:lnTo>
                  <a:lnTo>
                    <a:pt x="745" y="428"/>
                  </a:lnTo>
                  <a:lnTo>
                    <a:pt x="761" y="433"/>
                  </a:lnTo>
                  <a:lnTo>
                    <a:pt x="778" y="438"/>
                  </a:lnTo>
                  <a:lnTo>
                    <a:pt x="795" y="443"/>
                  </a:lnTo>
                  <a:lnTo>
                    <a:pt x="812" y="448"/>
                  </a:lnTo>
                  <a:lnTo>
                    <a:pt x="830" y="454"/>
                  </a:lnTo>
                  <a:lnTo>
                    <a:pt x="864" y="463"/>
                  </a:lnTo>
                  <a:lnTo>
                    <a:pt x="897" y="473"/>
                  </a:lnTo>
                  <a:lnTo>
                    <a:pt x="928" y="481"/>
                  </a:lnTo>
                  <a:lnTo>
                    <a:pt x="955" y="488"/>
                  </a:lnTo>
                  <a:lnTo>
                    <a:pt x="996" y="499"/>
                  </a:lnTo>
                  <a:lnTo>
                    <a:pt x="1012" y="503"/>
                  </a:lnTo>
                  <a:lnTo>
                    <a:pt x="1027" y="509"/>
                  </a:lnTo>
                  <a:lnTo>
                    <a:pt x="1025" y="516"/>
                  </a:lnTo>
                  <a:lnTo>
                    <a:pt x="1019" y="534"/>
                  </a:lnTo>
                  <a:lnTo>
                    <a:pt x="1011" y="561"/>
                  </a:lnTo>
                  <a:lnTo>
                    <a:pt x="1001" y="592"/>
                  </a:lnTo>
                  <a:lnTo>
                    <a:pt x="991" y="625"/>
                  </a:lnTo>
                  <a:lnTo>
                    <a:pt x="982" y="656"/>
                  </a:lnTo>
                  <a:lnTo>
                    <a:pt x="974" y="682"/>
                  </a:lnTo>
                  <a:lnTo>
                    <a:pt x="968" y="700"/>
                  </a:lnTo>
                  <a:lnTo>
                    <a:pt x="967" y="707"/>
                  </a:lnTo>
                  <a:lnTo>
                    <a:pt x="965" y="713"/>
                  </a:lnTo>
                  <a:lnTo>
                    <a:pt x="962" y="720"/>
                  </a:lnTo>
                  <a:lnTo>
                    <a:pt x="960" y="727"/>
                  </a:lnTo>
                  <a:lnTo>
                    <a:pt x="956" y="740"/>
                  </a:lnTo>
                  <a:lnTo>
                    <a:pt x="951" y="753"/>
                  </a:lnTo>
                  <a:lnTo>
                    <a:pt x="947" y="764"/>
                  </a:lnTo>
                  <a:lnTo>
                    <a:pt x="944" y="772"/>
                  </a:lnTo>
                  <a:lnTo>
                    <a:pt x="942" y="778"/>
                  </a:lnTo>
                  <a:lnTo>
                    <a:pt x="941" y="780"/>
                  </a:lnTo>
                  <a:lnTo>
                    <a:pt x="940" y="781"/>
                  </a:lnTo>
                  <a:lnTo>
                    <a:pt x="939" y="784"/>
                  </a:lnTo>
                  <a:lnTo>
                    <a:pt x="938" y="786"/>
                  </a:lnTo>
                  <a:lnTo>
                    <a:pt x="937" y="788"/>
                  </a:lnTo>
                  <a:lnTo>
                    <a:pt x="936" y="791"/>
                  </a:lnTo>
                  <a:lnTo>
                    <a:pt x="934" y="793"/>
                  </a:lnTo>
                  <a:lnTo>
                    <a:pt x="932" y="795"/>
                  </a:lnTo>
                  <a:lnTo>
                    <a:pt x="931" y="796"/>
                  </a:lnTo>
                  <a:lnTo>
                    <a:pt x="929" y="797"/>
                  </a:lnTo>
                  <a:lnTo>
                    <a:pt x="928" y="799"/>
                  </a:lnTo>
                  <a:lnTo>
                    <a:pt x="926" y="800"/>
                  </a:lnTo>
                  <a:lnTo>
                    <a:pt x="924" y="801"/>
                  </a:lnTo>
                  <a:lnTo>
                    <a:pt x="923" y="802"/>
                  </a:lnTo>
                  <a:lnTo>
                    <a:pt x="920" y="804"/>
                  </a:lnTo>
                  <a:lnTo>
                    <a:pt x="918" y="805"/>
                  </a:lnTo>
                  <a:lnTo>
                    <a:pt x="916" y="806"/>
                  </a:lnTo>
                  <a:lnTo>
                    <a:pt x="913" y="807"/>
                  </a:lnTo>
                  <a:lnTo>
                    <a:pt x="911" y="807"/>
                  </a:lnTo>
                  <a:lnTo>
                    <a:pt x="907" y="808"/>
                  </a:lnTo>
                  <a:lnTo>
                    <a:pt x="904" y="809"/>
                  </a:lnTo>
                  <a:lnTo>
                    <a:pt x="901" y="809"/>
                  </a:lnTo>
                  <a:lnTo>
                    <a:pt x="898" y="810"/>
                  </a:lnTo>
                  <a:lnTo>
                    <a:pt x="893" y="810"/>
                  </a:lnTo>
                  <a:lnTo>
                    <a:pt x="887" y="811"/>
                  </a:lnTo>
                  <a:lnTo>
                    <a:pt x="882" y="811"/>
                  </a:lnTo>
                  <a:lnTo>
                    <a:pt x="877" y="811"/>
                  </a:lnTo>
                  <a:lnTo>
                    <a:pt x="874" y="811"/>
                  </a:lnTo>
                  <a:lnTo>
                    <a:pt x="871" y="811"/>
                  </a:lnTo>
                  <a:lnTo>
                    <a:pt x="868" y="811"/>
                  </a:lnTo>
                  <a:lnTo>
                    <a:pt x="866" y="811"/>
                  </a:lnTo>
                  <a:lnTo>
                    <a:pt x="862" y="810"/>
                  </a:lnTo>
                  <a:lnTo>
                    <a:pt x="860" y="810"/>
                  </a:lnTo>
                  <a:lnTo>
                    <a:pt x="857" y="809"/>
                  </a:lnTo>
                  <a:lnTo>
                    <a:pt x="853" y="809"/>
                  </a:lnTo>
                  <a:lnTo>
                    <a:pt x="850" y="808"/>
                  </a:lnTo>
                  <a:lnTo>
                    <a:pt x="847" y="807"/>
                  </a:lnTo>
                  <a:lnTo>
                    <a:pt x="844" y="805"/>
                  </a:lnTo>
                  <a:lnTo>
                    <a:pt x="840" y="804"/>
                  </a:lnTo>
                  <a:lnTo>
                    <a:pt x="837" y="802"/>
                  </a:lnTo>
                  <a:lnTo>
                    <a:pt x="833" y="800"/>
                  </a:lnTo>
                  <a:lnTo>
                    <a:pt x="830" y="798"/>
                  </a:lnTo>
                  <a:lnTo>
                    <a:pt x="826" y="796"/>
                  </a:lnTo>
                  <a:lnTo>
                    <a:pt x="822" y="793"/>
                  </a:lnTo>
                  <a:lnTo>
                    <a:pt x="818" y="791"/>
                  </a:lnTo>
                  <a:lnTo>
                    <a:pt x="814" y="788"/>
                  </a:lnTo>
                  <a:lnTo>
                    <a:pt x="809" y="785"/>
                  </a:lnTo>
                  <a:lnTo>
                    <a:pt x="805" y="781"/>
                  </a:lnTo>
                  <a:lnTo>
                    <a:pt x="801" y="777"/>
                  </a:lnTo>
                  <a:lnTo>
                    <a:pt x="796" y="773"/>
                  </a:lnTo>
                  <a:lnTo>
                    <a:pt x="791" y="769"/>
                  </a:lnTo>
                  <a:lnTo>
                    <a:pt x="785" y="763"/>
                  </a:lnTo>
                  <a:lnTo>
                    <a:pt x="779" y="758"/>
                  </a:lnTo>
                  <a:lnTo>
                    <a:pt x="772" y="753"/>
                  </a:lnTo>
                  <a:lnTo>
                    <a:pt x="766" y="748"/>
                  </a:lnTo>
                  <a:lnTo>
                    <a:pt x="759" y="744"/>
                  </a:lnTo>
                  <a:lnTo>
                    <a:pt x="752" y="740"/>
                  </a:lnTo>
                  <a:lnTo>
                    <a:pt x="746" y="737"/>
                  </a:lnTo>
                  <a:lnTo>
                    <a:pt x="739" y="734"/>
                  </a:lnTo>
                  <a:lnTo>
                    <a:pt x="732" y="731"/>
                  </a:lnTo>
                  <a:lnTo>
                    <a:pt x="725" y="729"/>
                  </a:lnTo>
                  <a:lnTo>
                    <a:pt x="718" y="727"/>
                  </a:lnTo>
                  <a:lnTo>
                    <a:pt x="711" y="726"/>
                  </a:lnTo>
                  <a:lnTo>
                    <a:pt x="704" y="725"/>
                  </a:lnTo>
                  <a:lnTo>
                    <a:pt x="697" y="725"/>
                  </a:lnTo>
                  <a:lnTo>
                    <a:pt x="691" y="725"/>
                  </a:lnTo>
                  <a:lnTo>
                    <a:pt x="684" y="725"/>
                  </a:lnTo>
                  <a:lnTo>
                    <a:pt x="677" y="727"/>
                  </a:lnTo>
                  <a:lnTo>
                    <a:pt x="671" y="728"/>
                  </a:lnTo>
                  <a:lnTo>
                    <a:pt x="665" y="731"/>
                  </a:lnTo>
                  <a:lnTo>
                    <a:pt x="658" y="733"/>
                  </a:lnTo>
                  <a:lnTo>
                    <a:pt x="652" y="737"/>
                  </a:lnTo>
                  <a:lnTo>
                    <a:pt x="646" y="741"/>
                  </a:lnTo>
                  <a:lnTo>
                    <a:pt x="640" y="745"/>
                  </a:lnTo>
                  <a:lnTo>
                    <a:pt x="635" y="750"/>
                  </a:lnTo>
                  <a:lnTo>
                    <a:pt x="629" y="756"/>
                  </a:lnTo>
                  <a:lnTo>
                    <a:pt x="624" y="762"/>
                  </a:lnTo>
                  <a:lnTo>
                    <a:pt x="619" y="769"/>
                  </a:lnTo>
                  <a:lnTo>
                    <a:pt x="615" y="777"/>
                  </a:lnTo>
                  <a:lnTo>
                    <a:pt x="610" y="785"/>
                  </a:lnTo>
                  <a:lnTo>
                    <a:pt x="606" y="794"/>
                  </a:lnTo>
                  <a:lnTo>
                    <a:pt x="603" y="804"/>
                  </a:lnTo>
                  <a:lnTo>
                    <a:pt x="599" y="815"/>
                  </a:lnTo>
                  <a:lnTo>
                    <a:pt x="597" y="821"/>
                  </a:lnTo>
                  <a:lnTo>
                    <a:pt x="596" y="827"/>
                  </a:lnTo>
                  <a:lnTo>
                    <a:pt x="594" y="833"/>
                  </a:lnTo>
                  <a:lnTo>
                    <a:pt x="593" y="839"/>
                  </a:lnTo>
                  <a:lnTo>
                    <a:pt x="591" y="845"/>
                  </a:lnTo>
                  <a:lnTo>
                    <a:pt x="590" y="851"/>
                  </a:lnTo>
                  <a:lnTo>
                    <a:pt x="589" y="857"/>
                  </a:lnTo>
                  <a:lnTo>
                    <a:pt x="588" y="863"/>
                  </a:lnTo>
                  <a:lnTo>
                    <a:pt x="587" y="869"/>
                  </a:lnTo>
                  <a:lnTo>
                    <a:pt x="587" y="875"/>
                  </a:lnTo>
                  <a:lnTo>
                    <a:pt x="586" y="881"/>
                  </a:lnTo>
                  <a:lnTo>
                    <a:pt x="586" y="887"/>
                  </a:lnTo>
                  <a:lnTo>
                    <a:pt x="586" y="893"/>
                  </a:lnTo>
                  <a:lnTo>
                    <a:pt x="586" y="898"/>
                  </a:lnTo>
                  <a:lnTo>
                    <a:pt x="586" y="904"/>
                  </a:lnTo>
                  <a:lnTo>
                    <a:pt x="587" y="909"/>
                  </a:lnTo>
                  <a:lnTo>
                    <a:pt x="588" y="915"/>
                  </a:lnTo>
                  <a:lnTo>
                    <a:pt x="589" y="920"/>
                  </a:lnTo>
                  <a:lnTo>
                    <a:pt x="590" y="926"/>
                  </a:lnTo>
                  <a:lnTo>
                    <a:pt x="592" y="931"/>
                  </a:lnTo>
                  <a:lnTo>
                    <a:pt x="594" y="936"/>
                  </a:lnTo>
                  <a:lnTo>
                    <a:pt x="596" y="941"/>
                  </a:lnTo>
                  <a:lnTo>
                    <a:pt x="598" y="945"/>
                  </a:lnTo>
                  <a:lnTo>
                    <a:pt x="601" y="950"/>
                  </a:lnTo>
                  <a:lnTo>
                    <a:pt x="604" y="954"/>
                  </a:lnTo>
                  <a:lnTo>
                    <a:pt x="608" y="958"/>
                  </a:lnTo>
                  <a:lnTo>
                    <a:pt x="612" y="962"/>
                  </a:lnTo>
                  <a:lnTo>
                    <a:pt x="616" y="966"/>
                  </a:lnTo>
                  <a:lnTo>
                    <a:pt x="621" y="969"/>
                  </a:lnTo>
                  <a:lnTo>
                    <a:pt x="626" y="973"/>
                  </a:lnTo>
                  <a:lnTo>
                    <a:pt x="631" y="976"/>
                  </a:lnTo>
                  <a:lnTo>
                    <a:pt x="637" y="978"/>
                  </a:lnTo>
                  <a:lnTo>
                    <a:pt x="643" y="981"/>
                  </a:lnTo>
                  <a:lnTo>
                    <a:pt x="648" y="983"/>
                  </a:lnTo>
                  <a:lnTo>
                    <a:pt x="653" y="985"/>
                  </a:lnTo>
                  <a:lnTo>
                    <a:pt x="659" y="987"/>
                  </a:lnTo>
                  <a:lnTo>
                    <a:pt x="664" y="988"/>
                  </a:lnTo>
                  <a:lnTo>
                    <a:pt x="669" y="990"/>
                  </a:lnTo>
                  <a:lnTo>
                    <a:pt x="675" y="991"/>
                  </a:lnTo>
                  <a:lnTo>
                    <a:pt x="680" y="992"/>
                  </a:lnTo>
                  <a:lnTo>
                    <a:pt x="686" y="992"/>
                  </a:lnTo>
                  <a:lnTo>
                    <a:pt x="692" y="993"/>
                  </a:lnTo>
                  <a:lnTo>
                    <a:pt x="697" y="993"/>
                  </a:lnTo>
                  <a:lnTo>
                    <a:pt x="703" y="993"/>
                  </a:lnTo>
                  <a:lnTo>
                    <a:pt x="708" y="992"/>
                  </a:lnTo>
                  <a:lnTo>
                    <a:pt x="714" y="992"/>
                  </a:lnTo>
                  <a:lnTo>
                    <a:pt x="717" y="991"/>
                  </a:lnTo>
                  <a:lnTo>
                    <a:pt x="720" y="991"/>
                  </a:lnTo>
                  <a:lnTo>
                    <a:pt x="722" y="990"/>
                  </a:lnTo>
                  <a:lnTo>
                    <a:pt x="725" y="989"/>
                  </a:lnTo>
                  <a:lnTo>
                    <a:pt x="736" y="986"/>
                  </a:lnTo>
                  <a:lnTo>
                    <a:pt x="747" y="983"/>
                  </a:lnTo>
                  <a:lnTo>
                    <a:pt x="753" y="982"/>
                  </a:lnTo>
                  <a:lnTo>
                    <a:pt x="759" y="981"/>
                  </a:lnTo>
                  <a:lnTo>
                    <a:pt x="765" y="980"/>
                  </a:lnTo>
                  <a:lnTo>
                    <a:pt x="770" y="979"/>
                  </a:lnTo>
                  <a:lnTo>
                    <a:pt x="776" y="978"/>
                  </a:lnTo>
                  <a:lnTo>
                    <a:pt x="782" y="978"/>
                  </a:lnTo>
                  <a:lnTo>
                    <a:pt x="788" y="977"/>
                  </a:lnTo>
                  <a:lnTo>
                    <a:pt x="793" y="977"/>
                  </a:lnTo>
                  <a:lnTo>
                    <a:pt x="799" y="978"/>
                  </a:lnTo>
                  <a:lnTo>
                    <a:pt x="804" y="978"/>
                  </a:lnTo>
                  <a:lnTo>
                    <a:pt x="810" y="979"/>
                  </a:lnTo>
                  <a:lnTo>
                    <a:pt x="815" y="981"/>
                  </a:lnTo>
                  <a:lnTo>
                    <a:pt x="820" y="983"/>
                  </a:lnTo>
                  <a:lnTo>
                    <a:pt x="824" y="985"/>
                  </a:lnTo>
                  <a:lnTo>
                    <a:pt x="829" y="988"/>
                  </a:lnTo>
                  <a:lnTo>
                    <a:pt x="833" y="991"/>
                  </a:lnTo>
                  <a:lnTo>
                    <a:pt x="837" y="995"/>
                  </a:lnTo>
                  <a:lnTo>
                    <a:pt x="841" y="999"/>
                  </a:lnTo>
                  <a:lnTo>
                    <a:pt x="844" y="1004"/>
                  </a:lnTo>
                  <a:lnTo>
                    <a:pt x="847" y="1009"/>
                  </a:lnTo>
                  <a:lnTo>
                    <a:pt x="850" y="1015"/>
                  </a:lnTo>
                  <a:lnTo>
                    <a:pt x="852" y="1022"/>
                  </a:lnTo>
                  <a:lnTo>
                    <a:pt x="854" y="1029"/>
                  </a:lnTo>
                  <a:lnTo>
                    <a:pt x="856" y="1037"/>
                  </a:lnTo>
                  <a:lnTo>
                    <a:pt x="857" y="1046"/>
                  </a:lnTo>
                  <a:lnTo>
                    <a:pt x="858" y="1055"/>
                  </a:lnTo>
                  <a:lnTo>
                    <a:pt x="858" y="1066"/>
                  </a:lnTo>
                  <a:lnTo>
                    <a:pt x="858" y="1077"/>
                  </a:lnTo>
                  <a:lnTo>
                    <a:pt x="857" y="1086"/>
                  </a:lnTo>
                  <a:lnTo>
                    <a:pt x="856" y="1098"/>
                  </a:lnTo>
                  <a:lnTo>
                    <a:pt x="854" y="1111"/>
                  </a:lnTo>
                  <a:lnTo>
                    <a:pt x="852" y="1126"/>
                  </a:lnTo>
                  <a:lnTo>
                    <a:pt x="848" y="1159"/>
                  </a:lnTo>
                  <a:lnTo>
                    <a:pt x="843" y="1193"/>
                  </a:lnTo>
                  <a:lnTo>
                    <a:pt x="838" y="1224"/>
                  </a:lnTo>
                  <a:lnTo>
                    <a:pt x="834" y="1251"/>
                  </a:lnTo>
                  <a:lnTo>
                    <a:pt x="831" y="1269"/>
                  </a:lnTo>
                  <a:lnTo>
                    <a:pt x="830" y="1276"/>
                  </a:lnTo>
                  <a:lnTo>
                    <a:pt x="828" y="1276"/>
                  </a:lnTo>
                  <a:lnTo>
                    <a:pt x="823" y="1276"/>
                  </a:lnTo>
                  <a:lnTo>
                    <a:pt x="815" y="1276"/>
                  </a:lnTo>
                  <a:lnTo>
                    <a:pt x="805" y="1276"/>
                  </a:lnTo>
                  <a:lnTo>
                    <a:pt x="793" y="1276"/>
                  </a:lnTo>
                  <a:lnTo>
                    <a:pt x="779" y="1276"/>
                  </a:lnTo>
                  <a:lnTo>
                    <a:pt x="766" y="1276"/>
                  </a:lnTo>
                  <a:lnTo>
                    <a:pt x="752" y="1276"/>
                  </a:lnTo>
                  <a:lnTo>
                    <a:pt x="745" y="1276"/>
                  </a:lnTo>
                  <a:lnTo>
                    <a:pt x="738" y="1276"/>
                  </a:lnTo>
                  <a:lnTo>
                    <a:pt x="732" y="1276"/>
                  </a:lnTo>
                  <a:lnTo>
                    <a:pt x="726" y="1276"/>
                  </a:lnTo>
                  <a:lnTo>
                    <a:pt x="720" y="1277"/>
                  </a:lnTo>
                  <a:lnTo>
                    <a:pt x="714" y="1277"/>
                  </a:lnTo>
                  <a:lnTo>
                    <a:pt x="709" y="1278"/>
                  </a:lnTo>
                  <a:lnTo>
                    <a:pt x="704" y="1279"/>
                  </a:lnTo>
                  <a:lnTo>
                    <a:pt x="699" y="1279"/>
                  </a:lnTo>
                  <a:lnTo>
                    <a:pt x="694" y="1280"/>
                  </a:lnTo>
                  <a:lnTo>
                    <a:pt x="689" y="1282"/>
                  </a:lnTo>
                  <a:lnTo>
                    <a:pt x="685" y="1283"/>
                  </a:lnTo>
                  <a:lnTo>
                    <a:pt x="681" y="1284"/>
                  </a:lnTo>
                  <a:lnTo>
                    <a:pt x="677" y="1286"/>
                  </a:lnTo>
                  <a:lnTo>
                    <a:pt x="673" y="1287"/>
                  </a:lnTo>
                  <a:lnTo>
                    <a:pt x="669" y="1289"/>
                  </a:lnTo>
                  <a:lnTo>
                    <a:pt x="666" y="1291"/>
                  </a:lnTo>
                  <a:lnTo>
                    <a:pt x="662" y="1293"/>
                  </a:lnTo>
                  <a:lnTo>
                    <a:pt x="659" y="1295"/>
                  </a:lnTo>
                  <a:lnTo>
                    <a:pt x="656" y="1297"/>
                  </a:lnTo>
                  <a:lnTo>
                    <a:pt x="653" y="1299"/>
                  </a:lnTo>
                  <a:lnTo>
                    <a:pt x="650" y="1301"/>
                  </a:lnTo>
                  <a:lnTo>
                    <a:pt x="647" y="1304"/>
                  </a:lnTo>
                  <a:lnTo>
                    <a:pt x="644" y="1306"/>
                  </a:lnTo>
                  <a:lnTo>
                    <a:pt x="641" y="1309"/>
                  </a:lnTo>
                  <a:lnTo>
                    <a:pt x="639" y="1312"/>
                  </a:lnTo>
                  <a:lnTo>
                    <a:pt x="637" y="1315"/>
                  </a:lnTo>
                  <a:lnTo>
                    <a:pt x="634" y="1318"/>
                  </a:lnTo>
                  <a:lnTo>
                    <a:pt x="632" y="1321"/>
                  </a:lnTo>
                  <a:lnTo>
                    <a:pt x="629" y="1324"/>
                  </a:lnTo>
                  <a:lnTo>
                    <a:pt x="627" y="1327"/>
                  </a:lnTo>
                  <a:lnTo>
                    <a:pt x="625" y="1331"/>
                  </a:lnTo>
                  <a:lnTo>
                    <a:pt x="622" y="1336"/>
                  </a:lnTo>
                  <a:lnTo>
                    <a:pt x="620" y="1342"/>
                  </a:lnTo>
                  <a:lnTo>
                    <a:pt x="618" y="1348"/>
                  </a:lnTo>
                  <a:lnTo>
                    <a:pt x="617" y="1354"/>
                  </a:lnTo>
                  <a:lnTo>
                    <a:pt x="616" y="1361"/>
                  </a:lnTo>
                  <a:lnTo>
                    <a:pt x="616" y="1367"/>
                  </a:lnTo>
                  <a:lnTo>
                    <a:pt x="616" y="1374"/>
                  </a:lnTo>
                  <a:lnTo>
                    <a:pt x="617" y="1380"/>
                  </a:lnTo>
                  <a:lnTo>
                    <a:pt x="618" y="1387"/>
                  </a:lnTo>
                  <a:lnTo>
                    <a:pt x="619" y="1394"/>
                  </a:lnTo>
                  <a:lnTo>
                    <a:pt x="621" y="1401"/>
                  </a:lnTo>
                  <a:lnTo>
                    <a:pt x="623" y="1408"/>
                  </a:lnTo>
                  <a:lnTo>
                    <a:pt x="626" y="1416"/>
                  </a:lnTo>
                  <a:lnTo>
                    <a:pt x="628" y="1423"/>
                  </a:lnTo>
                  <a:lnTo>
                    <a:pt x="631" y="1430"/>
                  </a:lnTo>
                  <a:lnTo>
                    <a:pt x="634" y="1437"/>
                  </a:lnTo>
                  <a:lnTo>
                    <a:pt x="640" y="1452"/>
                  </a:lnTo>
                  <a:lnTo>
                    <a:pt x="646" y="1466"/>
                  </a:lnTo>
                  <a:lnTo>
                    <a:pt x="648" y="1473"/>
                  </a:lnTo>
                  <a:lnTo>
                    <a:pt x="651" y="1480"/>
                  </a:lnTo>
                  <a:lnTo>
                    <a:pt x="654" y="1487"/>
                  </a:lnTo>
                  <a:lnTo>
                    <a:pt x="657" y="1494"/>
                  </a:lnTo>
                  <a:lnTo>
                    <a:pt x="659" y="1501"/>
                  </a:lnTo>
                  <a:lnTo>
                    <a:pt x="661" y="1508"/>
                  </a:lnTo>
                  <a:lnTo>
                    <a:pt x="663" y="1514"/>
                  </a:lnTo>
                  <a:lnTo>
                    <a:pt x="664" y="1521"/>
                  </a:lnTo>
                  <a:lnTo>
                    <a:pt x="665" y="1527"/>
                  </a:lnTo>
                  <a:lnTo>
                    <a:pt x="666" y="1533"/>
                  </a:lnTo>
                  <a:lnTo>
                    <a:pt x="666" y="1539"/>
                  </a:lnTo>
                  <a:lnTo>
                    <a:pt x="666" y="1545"/>
                  </a:lnTo>
                  <a:lnTo>
                    <a:pt x="666" y="1550"/>
                  </a:lnTo>
                  <a:lnTo>
                    <a:pt x="665" y="1554"/>
                  </a:lnTo>
                  <a:lnTo>
                    <a:pt x="664" y="1559"/>
                  </a:lnTo>
                  <a:lnTo>
                    <a:pt x="663" y="1564"/>
                  </a:lnTo>
                  <a:lnTo>
                    <a:pt x="662" y="1569"/>
                  </a:lnTo>
                  <a:lnTo>
                    <a:pt x="661" y="1574"/>
                  </a:lnTo>
                  <a:lnTo>
                    <a:pt x="660" y="1578"/>
                  </a:lnTo>
                  <a:lnTo>
                    <a:pt x="658" y="1583"/>
                  </a:lnTo>
                  <a:lnTo>
                    <a:pt x="656" y="1588"/>
                  </a:lnTo>
                  <a:lnTo>
                    <a:pt x="654" y="1592"/>
                  </a:lnTo>
                  <a:lnTo>
                    <a:pt x="652" y="1597"/>
                  </a:lnTo>
                  <a:lnTo>
                    <a:pt x="650" y="1601"/>
                  </a:lnTo>
                  <a:lnTo>
                    <a:pt x="648" y="1605"/>
                  </a:lnTo>
                  <a:lnTo>
                    <a:pt x="646" y="1610"/>
                  </a:lnTo>
                  <a:lnTo>
                    <a:pt x="643" y="1614"/>
                  </a:lnTo>
                  <a:lnTo>
                    <a:pt x="641" y="1618"/>
                  </a:lnTo>
                  <a:lnTo>
                    <a:pt x="638" y="1622"/>
                  </a:lnTo>
                  <a:lnTo>
                    <a:pt x="635" y="1627"/>
                  </a:lnTo>
                  <a:lnTo>
                    <a:pt x="632" y="1631"/>
                  </a:lnTo>
                  <a:lnTo>
                    <a:pt x="628" y="1635"/>
                  </a:lnTo>
                  <a:lnTo>
                    <a:pt x="625" y="1639"/>
                  </a:lnTo>
                  <a:lnTo>
                    <a:pt x="622" y="1643"/>
                  </a:lnTo>
                  <a:lnTo>
                    <a:pt x="618" y="1647"/>
                  </a:lnTo>
                  <a:lnTo>
                    <a:pt x="614" y="1651"/>
                  </a:lnTo>
                  <a:lnTo>
                    <a:pt x="610" y="1655"/>
                  </a:lnTo>
                  <a:lnTo>
                    <a:pt x="606" y="1659"/>
                  </a:lnTo>
                  <a:lnTo>
                    <a:pt x="602" y="1662"/>
                  </a:lnTo>
                  <a:lnTo>
                    <a:pt x="598" y="1666"/>
                  </a:lnTo>
                  <a:lnTo>
                    <a:pt x="594" y="1670"/>
                  </a:lnTo>
                  <a:lnTo>
                    <a:pt x="589" y="1673"/>
                  </a:lnTo>
                  <a:lnTo>
                    <a:pt x="585" y="1677"/>
                  </a:lnTo>
                  <a:lnTo>
                    <a:pt x="580" y="1681"/>
                  </a:lnTo>
                  <a:lnTo>
                    <a:pt x="574" y="1685"/>
                  </a:lnTo>
                  <a:lnTo>
                    <a:pt x="567" y="1689"/>
                  </a:lnTo>
                  <a:lnTo>
                    <a:pt x="559" y="1692"/>
                  </a:lnTo>
                  <a:lnTo>
                    <a:pt x="552" y="1694"/>
                  </a:lnTo>
                  <a:lnTo>
                    <a:pt x="543" y="1696"/>
                  </a:lnTo>
                  <a:lnTo>
                    <a:pt x="535" y="1698"/>
                  </a:lnTo>
                  <a:lnTo>
                    <a:pt x="526" y="1699"/>
                  </a:lnTo>
                  <a:lnTo>
                    <a:pt x="517" y="1700"/>
                  </a:lnTo>
                  <a:lnTo>
                    <a:pt x="508" y="1700"/>
                  </a:lnTo>
                  <a:lnTo>
                    <a:pt x="498" y="1700"/>
                  </a:lnTo>
                  <a:lnTo>
                    <a:pt x="489" y="1699"/>
                  </a:lnTo>
                  <a:lnTo>
                    <a:pt x="479" y="1698"/>
                  </a:lnTo>
                  <a:lnTo>
                    <a:pt x="469" y="1697"/>
                  </a:lnTo>
                  <a:lnTo>
                    <a:pt x="460" y="1695"/>
                  </a:lnTo>
                  <a:lnTo>
                    <a:pt x="450" y="1693"/>
                  </a:lnTo>
                  <a:lnTo>
                    <a:pt x="440" y="1690"/>
                  </a:lnTo>
                  <a:lnTo>
                    <a:pt x="431" y="1687"/>
                  </a:lnTo>
                  <a:lnTo>
                    <a:pt x="422" y="1684"/>
                  </a:lnTo>
                  <a:lnTo>
                    <a:pt x="413" y="1681"/>
                  </a:lnTo>
                  <a:lnTo>
                    <a:pt x="404" y="1677"/>
                  </a:lnTo>
                  <a:lnTo>
                    <a:pt x="396" y="1673"/>
                  </a:lnTo>
                  <a:lnTo>
                    <a:pt x="388" y="1668"/>
                  </a:lnTo>
                  <a:lnTo>
                    <a:pt x="380" y="1664"/>
                  </a:lnTo>
                  <a:lnTo>
                    <a:pt x="373" y="1659"/>
                  </a:lnTo>
                  <a:lnTo>
                    <a:pt x="367" y="1654"/>
                  </a:lnTo>
                  <a:lnTo>
                    <a:pt x="361" y="1649"/>
                  </a:lnTo>
                  <a:lnTo>
                    <a:pt x="355" y="1644"/>
                  </a:lnTo>
                  <a:lnTo>
                    <a:pt x="351" y="1639"/>
                  </a:lnTo>
                  <a:lnTo>
                    <a:pt x="347" y="1633"/>
                  </a:lnTo>
                  <a:lnTo>
                    <a:pt x="343" y="1627"/>
                  </a:lnTo>
                  <a:lnTo>
                    <a:pt x="341" y="1621"/>
                  </a:lnTo>
                  <a:lnTo>
                    <a:pt x="339" y="1616"/>
                  </a:lnTo>
                  <a:lnTo>
                    <a:pt x="337" y="1605"/>
                  </a:lnTo>
                  <a:lnTo>
                    <a:pt x="335" y="1594"/>
                  </a:lnTo>
                  <a:lnTo>
                    <a:pt x="334" y="1585"/>
                  </a:lnTo>
                  <a:lnTo>
                    <a:pt x="333" y="1576"/>
                  </a:lnTo>
                  <a:lnTo>
                    <a:pt x="332" y="1567"/>
                  </a:lnTo>
                  <a:lnTo>
                    <a:pt x="332" y="1559"/>
                  </a:lnTo>
                  <a:lnTo>
                    <a:pt x="331" y="1552"/>
                  </a:lnTo>
                  <a:lnTo>
                    <a:pt x="331" y="1545"/>
                  </a:lnTo>
                  <a:lnTo>
                    <a:pt x="331" y="1538"/>
                  </a:lnTo>
                  <a:lnTo>
                    <a:pt x="332" y="1531"/>
                  </a:lnTo>
                  <a:lnTo>
                    <a:pt x="332" y="1525"/>
                  </a:lnTo>
                  <a:lnTo>
                    <a:pt x="333" y="1520"/>
                  </a:lnTo>
                  <a:lnTo>
                    <a:pt x="334" y="1514"/>
                  </a:lnTo>
                  <a:lnTo>
                    <a:pt x="335" y="1509"/>
                  </a:lnTo>
                  <a:lnTo>
                    <a:pt x="337" y="1504"/>
                  </a:lnTo>
                  <a:lnTo>
                    <a:pt x="338" y="1499"/>
                  </a:lnTo>
                  <a:lnTo>
                    <a:pt x="339" y="1494"/>
                  </a:lnTo>
                  <a:lnTo>
                    <a:pt x="341" y="1490"/>
                  </a:lnTo>
                  <a:lnTo>
                    <a:pt x="343" y="1485"/>
                  </a:lnTo>
                  <a:lnTo>
                    <a:pt x="345" y="1481"/>
                  </a:lnTo>
                  <a:lnTo>
                    <a:pt x="348" y="1472"/>
                  </a:lnTo>
                  <a:lnTo>
                    <a:pt x="352" y="1462"/>
                  </a:lnTo>
                  <a:lnTo>
                    <a:pt x="354" y="1458"/>
                  </a:lnTo>
                  <a:lnTo>
                    <a:pt x="355" y="1453"/>
                  </a:lnTo>
                  <a:lnTo>
                    <a:pt x="357" y="1448"/>
                  </a:lnTo>
                  <a:lnTo>
                    <a:pt x="359" y="1442"/>
                  </a:lnTo>
                  <a:lnTo>
                    <a:pt x="360" y="1436"/>
                  </a:lnTo>
                  <a:lnTo>
                    <a:pt x="362" y="1431"/>
                  </a:lnTo>
                  <a:lnTo>
                    <a:pt x="363" y="1424"/>
                  </a:lnTo>
                  <a:lnTo>
                    <a:pt x="365" y="1418"/>
                  </a:lnTo>
                  <a:lnTo>
                    <a:pt x="367" y="1405"/>
                  </a:lnTo>
                  <a:lnTo>
                    <a:pt x="368" y="1392"/>
                  </a:lnTo>
                  <a:lnTo>
                    <a:pt x="368" y="1381"/>
                  </a:lnTo>
                  <a:lnTo>
                    <a:pt x="368" y="1370"/>
                  </a:lnTo>
                  <a:lnTo>
                    <a:pt x="367" y="1360"/>
                  </a:lnTo>
                  <a:lnTo>
                    <a:pt x="365" y="1350"/>
                  </a:lnTo>
                  <a:lnTo>
                    <a:pt x="362" y="1342"/>
                  </a:lnTo>
                  <a:lnTo>
                    <a:pt x="359" y="1334"/>
                  </a:lnTo>
                  <a:lnTo>
                    <a:pt x="356" y="1326"/>
                  </a:lnTo>
                  <a:lnTo>
                    <a:pt x="351" y="1319"/>
                  </a:lnTo>
                  <a:lnTo>
                    <a:pt x="346" y="1313"/>
                  </a:lnTo>
                  <a:lnTo>
                    <a:pt x="341" y="1308"/>
                  </a:lnTo>
                  <a:lnTo>
                    <a:pt x="335" y="1303"/>
                  </a:lnTo>
                  <a:lnTo>
                    <a:pt x="329" y="1298"/>
                  </a:lnTo>
                  <a:lnTo>
                    <a:pt x="322" y="1294"/>
                  </a:lnTo>
                  <a:lnTo>
                    <a:pt x="315" y="1290"/>
                  </a:lnTo>
                  <a:lnTo>
                    <a:pt x="307" y="1287"/>
                  </a:lnTo>
                  <a:lnTo>
                    <a:pt x="300" y="1284"/>
                  </a:lnTo>
                  <a:lnTo>
                    <a:pt x="291" y="1282"/>
                  </a:lnTo>
                  <a:lnTo>
                    <a:pt x="283" y="1280"/>
                  </a:lnTo>
                  <a:lnTo>
                    <a:pt x="274" y="1278"/>
                  </a:lnTo>
                  <a:lnTo>
                    <a:pt x="265" y="1277"/>
                  </a:lnTo>
                  <a:lnTo>
                    <a:pt x="256" y="1275"/>
                  </a:lnTo>
                  <a:lnTo>
                    <a:pt x="247" y="1274"/>
                  </a:lnTo>
                  <a:lnTo>
                    <a:pt x="237" y="1274"/>
                  </a:lnTo>
                  <a:lnTo>
                    <a:pt x="228" y="1273"/>
                  </a:lnTo>
                  <a:lnTo>
                    <a:pt x="218" y="1273"/>
                  </a:lnTo>
                  <a:lnTo>
                    <a:pt x="209" y="1272"/>
                  </a:lnTo>
                  <a:lnTo>
                    <a:pt x="189" y="1272"/>
                  </a:lnTo>
                  <a:lnTo>
                    <a:pt x="170" y="1272"/>
                  </a:lnTo>
                  <a:lnTo>
                    <a:pt x="164" y="1272"/>
                  </a:lnTo>
                  <a:lnTo>
                    <a:pt x="157" y="1272"/>
                  </a:lnTo>
                  <a:lnTo>
                    <a:pt x="148" y="1273"/>
                  </a:lnTo>
                  <a:lnTo>
                    <a:pt x="139" y="1273"/>
                  </a:lnTo>
                  <a:lnTo>
                    <a:pt x="120" y="1274"/>
                  </a:lnTo>
                  <a:lnTo>
                    <a:pt x="100" y="1276"/>
                  </a:lnTo>
                  <a:lnTo>
                    <a:pt x="81" y="1277"/>
                  </a:lnTo>
                  <a:lnTo>
                    <a:pt x="65" y="1278"/>
                  </a:lnTo>
                  <a:lnTo>
                    <a:pt x="54" y="1279"/>
                  </a:lnTo>
                  <a:lnTo>
                    <a:pt x="50" y="1279"/>
                  </a:lnTo>
                  <a:lnTo>
                    <a:pt x="21" y="1131"/>
                  </a:lnTo>
                  <a:lnTo>
                    <a:pt x="19" y="1119"/>
                  </a:lnTo>
                  <a:lnTo>
                    <a:pt x="16" y="1107"/>
                  </a:lnTo>
                  <a:lnTo>
                    <a:pt x="13" y="1093"/>
                  </a:lnTo>
                  <a:lnTo>
                    <a:pt x="10" y="1078"/>
                  </a:lnTo>
                  <a:lnTo>
                    <a:pt x="8" y="1071"/>
                  </a:lnTo>
                  <a:lnTo>
                    <a:pt x="7" y="1063"/>
                  </a:lnTo>
                  <a:lnTo>
                    <a:pt x="5" y="1056"/>
                  </a:lnTo>
                  <a:lnTo>
                    <a:pt x="4" y="1048"/>
                  </a:lnTo>
                  <a:lnTo>
                    <a:pt x="3" y="1040"/>
                  </a:lnTo>
                  <a:lnTo>
                    <a:pt x="2" y="1032"/>
                  </a:lnTo>
                  <a:lnTo>
                    <a:pt x="1" y="1024"/>
                  </a:lnTo>
                  <a:lnTo>
                    <a:pt x="1" y="1017"/>
                  </a:lnTo>
                  <a:lnTo>
                    <a:pt x="0" y="1009"/>
                  </a:lnTo>
                  <a:lnTo>
                    <a:pt x="0" y="1001"/>
                  </a:lnTo>
                  <a:lnTo>
                    <a:pt x="0" y="994"/>
                  </a:lnTo>
                  <a:lnTo>
                    <a:pt x="1" y="986"/>
                  </a:lnTo>
                  <a:lnTo>
                    <a:pt x="2" y="979"/>
                  </a:lnTo>
                  <a:lnTo>
                    <a:pt x="3" y="972"/>
                  </a:lnTo>
                  <a:lnTo>
                    <a:pt x="5" y="965"/>
                  </a:lnTo>
                  <a:lnTo>
                    <a:pt x="7" y="958"/>
                  </a:lnTo>
                  <a:lnTo>
                    <a:pt x="9" y="951"/>
                  </a:lnTo>
                  <a:lnTo>
                    <a:pt x="12" y="945"/>
                  </a:lnTo>
                  <a:lnTo>
                    <a:pt x="16" y="939"/>
                  </a:lnTo>
                  <a:lnTo>
                    <a:pt x="20" y="933"/>
                  </a:lnTo>
                  <a:lnTo>
                    <a:pt x="25" y="928"/>
                  </a:lnTo>
                  <a:lnTo>
                    <a:pt x="30" y="923"/>
                  </a:lnTo>
                  <a:lnTo>
                    <a:pt x="36" y="919"/>
                  </a:lnTo>
                  <a:lnTo>
                    <a:pt x="43" y="914"/>
                  </a:lnTo>
                  <a:lnTo>
                    <a:pt x="45" y="913"/>
                  </a:lnTo>
                  <a:lnTo>
                    <a:pt x="47" y="913"/>
                  </a:lnTo>
                  <a:lnTo>
                    <a:pt x="50" y="913"/>
                  </a:lnTo>
                  <a:lnTo>
                    <a:pt x="54" y="913"/>
                  </a:lnTo>
                  <a:lnTo>
                    <a:pt x="57" y="913"/>
                  </a:lnTo>
                  <a:lnTo>
                    <a:pt x="61" y="913"/>
                  </a:lnTo>
                  <a:lnTo>
                    <a:pt x="66" y="914"/>
                  </a:lnTo>
                  <a:lnTo>
                    <a:pt x="71" y="915"/>
                  </a:lnTo>
                  <a:lnTo>
                    <a:pt x="81" y="918"/>
                  </a:lnTo>
                  <a:lnTo>
                    <a:pt x="92" y="921"/>
                  </a:lnTo>
                  <a:lnTo>
                    <a:pt x="103" y="924"/>
                  </a:lnTo>
                  <a:lnTo>
                    <a:pt x="116" y="928"/>
                  </a:lnTo>
                  <a:lnTo>
                    <a:pt x="129" y="931"/>
                  </a:lnTo>
                  <a:lnTo>
                    <a:pt x="142" y="934"/>
                  </a:lnTo>
                  <a:lnTo>
                    <a:pt x="148" y="936"/>
                  </a:lnTo>
                  <a:lnTo>
                    <a:pt x="155" y="937"/>
                  </a:lnTo>
                  <a:lnTo>
                    <a:pt x="161" y="938"/>
                  </a:lnTo>
                  <a:lnTo>
                    <a:pt x="168" y="939"/>
                  </a:lnTo>
                  <a:lnTo>
                    <a:pt x="174" y="940"/>
                  </a:lnTo>
                  <a:lnTo>
                    <a:pt x="180" y="940"/>
                  </a:lnTo>
                  <a:lnTo>
                    <a:pt x="186" y="941"/>
                  </a:lnTo>
                  <a:lnTo>
                    <a:pt x="192" y="940"/>
                  </a:lnTo>
                  <a:lnTo>
                    <a:pt x="198" y="940"/>
                  </a:lnTo>
                  <a:lnTo>
                    <a:pt x="204" y="939"/>
                  </a:lnTo>
                  <a:lnTo>
                    <a:pt x="210" y="938"/>
                  </a:lnTo>
                  <a:lnTo>
                    <a:pt x="215" y="937"/>
                  </a:lnTo>
                  <a:lnTo>
                    <a:pt x="222" y="935"/>
                  </a:lnTo>
                  <a:lnTo>
                    <a:pt x="229" y="933"/>
                  </a:lnTo>
                  <a:lnTo>
                    <a:pt x="232" y="932"/>
                  </a:lnTo>
                  <a:lnTo>
                    <a:pt x="235" y="931"/>
                  </a:lnTo>
                  <a:lnTo>
                    <a:pt x="238" y="930"/>
                  </a:lnTo>
                  <a:lnTo>
                    <a:pt x="242" y="929"/>
                  </a:lnTo>
                  <a:lnTo>
                    <a:pt x="245" y="927"/>
                  </a:lnTo>
                  <a:lnTo>
                    <a:pt x="249" y="926"/>
                  </a:lnTo>
                  <a:lnTo>
                    <a:pt x="252" y="923"/>
                  </a:lnTo>
                  <a:lnTo>
                    <a:pt x="256" y="920"/>
                  </a:lnTo>
                  <a:lnTo>
                    <a:pt x="261" y="917"/>
                  </a:lnTo>
                  <a:lnTo>
                    <a:pt x="266" y="913"/>
                  </a:lnTo>
                  <a:lnTo>
                    <a:pt x="272" y="908"/>
                  </a:lnTo>
                  <a:lnTo>
                    <a:pt x="278" y="903"/>
                  </a:lnTo>
                  <a:lnTo>
                    <a:pt x="280" y="900"/>
                  </a:lnTo>
                  <a:lnTo>
                    <a:pt x="283" y="898"/>
                  </a:lnTo>
                  <a:lnTo>
                    <a:pt x="286" y="895"/>
                  </a:lnTo>
                  <a:lnTo>
                    <a:pt x="289" y="892"/>
                  </a:lnTo>
                  <a:lnTo>
                    <a:pt x="291" y="889"/>
                  </a:lnTo>
                  <a:lnTo>
                    <a:pt x="294" y="886"/>
                  </a:lnTo>
                  <a:lnTo>
                    <a:pt x="296" y="883"/>
                  </a:lnTo>
                  <a:lnTo>
                    <a:pt x="299" y="879"/>
                  </a:lnTo>
                  <a:lnTo>
                    <a:pt x="301" y="876"/>
                  </a:lnTo>
                  <a:lnTo>
                    <a:pt x="303" y="873"/>
                  </a:lnTo>
                  <a:lnTo>
                    <a:pt x="306" y="870"/>
                  </a:lnTo>
                  <a:lnTo>
                    <a:pt x="308" y="866"/>
                  </a:lnTo>
                  <a:lnTo>
                    <a:pt x="310" y="863"/>
                  </a:lnTo>
                  <a:lnTo>
                    <a:pt x="311" y="859"/>
                  </a:lnTo>
                  <a:lnTo>
                    <a:pt x="313" y="856"/>
                  </a:lnTo>
                  <a:lnTo>
                    <a:pt x="315" y="852"/>
                  </a:lnTo>
                  <a:lnTo>
                    <a:pt x="317" y="848"/>
                  </a:lnTo>
                  <a:lnTo>
                    <a:pt x="318" y="844"/>
                  </a:lnTo>
                  <a:lnTo>
                    <a:pt x="320" y="841"/>
                  </a:lnTo>
                  <a:lnTo>
                    <a:pt x="321" y="837"/>
                  </a:lnTo>
                  <a:lnTo>
                    <a:pt x="323" y="833"/>
                  </a:lnTo>
                  <a:lnTo>
                    <a:pt x="324" y="829"/>
                  </a:lnTo>
                  <a:lnTo>
                    <a:pt x="325" y="825"/>
                  </a:lnTo>
                  <a:lnTo>
                    <a:pt x="326" y="821"/>
                  </a:lnTo>
                  <a:lnTo>
                    <a:pt x="327" y="817"/>
                  </a:lnTo>
                  <a:lnTo>
                    <a:pt x="328" y="813"/>
                  </a:lnTo>
                  <a:lnTo>
                    <a:pt x="329" y="809"/>
                  </a:lnTo>
                  <a:lnTo>
                    <a:pt x="329" y="805"/>
                  </a:lnTo>
                  <a:lnTo>
                    <a:pt x="330" y="801"/>
                  </a:lnTo>
                  <a:lnTo>
                    <a:pt x="331" y="796"/>
                  </a:lnTo>
                  <a:lnTo>
                    <a:pt x="331" y="792"/>
                  </a:lnTo>
                  <a:lnTo>
                    <a:pt x="331" y="788"/>
                  </a:lnTo>
                  <a:lnTo>
                    <a:pt x="332" y="782"/>
                  </a:lnTo>
                  <a:lnTo>
                    <a:pt x="332" y="775"/>
                  </a:lnTo>
                  <a:lnTo>
                    <a:pt x="332" y="769"/>
                  </a:lnTo>
                  <a:lnTo>
                    <a:pt x="331" y="763"/>
                  </a:lnTo>
                  <a:lnTo>
                    <a:pt x="331" y="757"/>
                  </a:lnTo>
                  <a:lnTo>
                    <a:pt x="330" y="750"/>
                  </a:lnTo>
                  <a:lnTo>
                    <a:pt x="329" y="744"/>
                  </a:lnTo>
                  <a:lnTo>
                    <a:pt x="328" y="738"/>
                  </a:lnTo>
                  <a:lnTo>
                    <a:pt x="327" y="732"/>
                  </a:lnTo>
                  <a:lnTo>
                    <a:pt x="325" y="726"/>
                  </a:lnTo>
                  <a:lnTo>
                    <a:pt x="324" y="720"/>
                  </a:lnTo>
                  <a:lnTo>
                    <a:pt x="322" y="714"/>
                  </a:lnTo>
                  <a:lnTo>
                    <a:pt x="320" y="709"/>
                  </a:lnTo>
                  <a:lnTo>
                    <a:pt x="317" y="703"/>
                  </a:lnTo>
                  <a:lnTo>
                    <a:pt x="315" y="698"/>
                  </a:lnTo>
                  <a:lnTo>
                    <a:pt x="312" y="692"/>
                  </a:lnTo>
                  <a:lnTo>
                    <a:pt x="309" y="687"/>
                  </a:lnTo>
                  <a:lnTo>
                    <a:pt x="306" y="682"/>
                  </a:lnTo>
                  <a:lnTo>
                    <a:pt x="302" y="677"/>
                  </a:lnTo>
                  <a:lnTo>
                    <a:pt x="299" y="673"/>
                  </a:lnTo>
                  <a:lnTo>
                    <a:pt x="295" y="669"/>
                  </a:lnTo>
                  <a:lnTo>
                    <a:pt x="291" y="664"/>
                  </a:lnTo>
                  <a:lnTo>
                    <a:pt x="287" y="661"/>
                  </a:lnTo>
                  <a:lnTo>
                    <a:pt x="282" y="657"/>
                  </a:lnTo>
                  <a:lnTo>
                    <a:pt x="278" y="653"/>
                  </a:lnTo>
                  <a:lnTo>
                    <a:pt x="273" y="650"/>
                  </a:lnTo>
                  <a:lnTo>
                    <a:pt x="267" y="647"/>
                  </a:lnTo>
                  <a:lnTo>
                    <a:pt x="262" y="645"/>
                  </a:lnTo>
                  <a:lnTo>
                    <a:pt x="257" y="642"/>
                  </a:lnTo>
                  <a:lnTo>
                    <a:pt x="251" y="640"/>
                  </a:lnTo>
                  <a:lnTo>
                    <a:pt x="245" y="639"/>
                  </a:lnTo>
                  <a:lnTo>
                    <a:pt x="239" y="638"/>
                  </a:lnTo>
                  <a:lnTo>
                    <a:pt x="231" y="636"/>
                  </a:lnTo>
                  <a:lnTo>
                    <a:pt x="224" y="635"/>
                  </a:lnTo>
                  <a:lnTo>
                    <a:pt x="217" y="634"/>
                  </a:lnTo>
                  <a:lnTo>
                    <a:pt x="211" y="634"/>
                  </a:lnTo>
                  <a:lnTo>
                    <a:pt x="205" y="634"/>
                  </a:lnTo>
                  <a:lnTo>
                    <a:pt x="200" y="634"/>
                  </a:lnTo>
                  <a:lnTo>
                    <a:pt x="195" y="634"/>
                  </a:lnTo>
                  <a:lnTo>
                    <a:pt x="190" y="634"/>
                  </a:lnTo>
                  <a:lnTo>
                    <a:pt x="185" y="635"/>
                  </a:lnTo>
                  <a:lnTo>
                    <a:pt x="181" y="636"/>
                  </a:lnTo>
                  <a:lnTo>
                    <a:pt x="177" y="637"/>
                  </a:lnTo>
                  <a:lnTo>
                    <a:pt x="173" y="638"/>
                  </a:lnTo>
                  <a:lnTo>
                    <a:pt x="170" y="639"/>
                  </a:lnTo>
                  <a:lnTo>
                    <a:pt x="166" y="640"/>
                  </a:lnTo>
                  <a:lnTo>
                    <a:pt x="163" y="641"/>
                  </a:lnTo>
                  <a:lnTo>
                    <a:pt x="160" y="643"/>
                  </a:lnTo>
                  <a:lnTo>
                    <a:pt x="148" y="648"/>
                  </a:lnTo>
                  <a:lnTo>
                    <a:pt x="136" y="653"/>
                  </a:lnTo>
                  <a:lnTo>
                    <a:pt x="133" y="655"/>
                  </a:lnTo>
                  <a:lnTo>
                    <a:pt x="129" y="656"/>
                  </a:lnTo>
                  <a:lnTo>
                    <a:pt x="126" y="657"/>
                  </a:lnTo>
                  <a:lnTo>
                    <a:pt x="122" y="657"/>
                  </a:lnTo>
                  <a:lnTo>
                    <a:pt x="118" y="658"/>
                  </a:lnTo>
                  <a:lnTo>
                    <a:pt x="114" y="659"/>
                  </a:lnTo>
                  <a:lnTo>
                    <a:pt x="110" y="659"/>
                  </a:lnTo>
                  <a:lnTo>
                    <a:pt x="105" y="659"/>
                  </a:lnTo>
                  <a:lnTo>
                    <a:pt x="101" y="659"/>
                  </a:lnTo>
                  <a:lnTo>
                    <a:pt x="96" y="659"/>
                  </a:lnTo>
                  <a:lnTo>
                    <a:pt x="92" y="658"/>
                  </a:lnTo>
                  <a:lnTo>
                    <a:pt x="88" y="658"/>
                  </a:lnTo>
                  <a:lnTo>
                    <a:pt x="84" y="657"/>
                  </a:lnTo>
                  <a:lnTo>
                    <a:pt x="81" y="657"/>
                  </a:lnTo>
                  <a:lnTo>
                    <a:pt x="78" y="656"/>
                  </a:lnTo>
                  <a:lnTo>
                    <a:pt x="75" y="655"/>
                  </a:lnTo>
                  <a:lnTo>
                    <a:pt x="72" y="654"/>
                  </a:lnTo>
                  <a:lnTo>
                    <a:pt x="69" y="653"/>
                  </a:lnTo>
                  <a:lnTo>
                    <a:pt x="67" y="652"/>
                  </a:lnTo>
                  <a:lnTo>
                    <a:pt x="64" y="650"/>
                  </a:lnTo>
                  <a:lnTo>
                    <a:pt x="62" y="649"/>
                  </a:lnTo>
                  <a:lnTo>
                    <a:pt x="60" y="647"/>
                  </a:lnTo>
                  <a:lnTo>
                    <a:pt x="58" y="645"/>
                  </a:lnTo>
                  <a:lnTo>
                    <a:pt x="56" y="643"/>
                  </a:lnTo>
                  <a:lnTo>
                    <a:pt x="55" y="641"/>
                  </a:lnTo>
                  <a:lnTo>
                    <a:pt x="54" y="639"/>
                  </a:lnTo>
                  <a:lnTo>
                    <a:pt x="52" y="637"/>
                  </a:lnTo>
                  <a:lnTo>
                    <a:pt x="51" y="634"/>
                  </a:lnTo>
                  <a:lnTo>
                    <a:pt x="50" y="632"/>
                  </a:lnTo>
                  <a:lnTo>
                    <a:pt x="49" y="629"/>
                  </a:lnTo>
                  <a:lnTo>
                    <a:pt x="49" y="626"/>
                  </a:lnTo>
                  <a:lnTo>
                    <a:pt x="48" y="624"/>
                  </a:lnTo>
                  <a:lnTo>
                    <a:pt x="47" y="621"/>
                  </a:lnTo>
                  <a:lnTo>
                    <a:pt x="47" y="617"/>
                  </a:lnTo>
                  <a:lnTo>
                    <a:pt x="47" y="614"/>
                  </a:lnTo>
                  <a:lnTo>
                    <a:pt x="46" y="610"/>
                  </a:lnTo>
                  <a:lnTo>
                    <a:pt x="46" y="603"/>
                  </a:lnTo>
                  <a:lnTo>
                    <a:pt x="46" y="595"/>
                  </a:lnTo>
                  <a:lnTo>
                    <a:pt x="46" y="578"/>
                  </a:lnTo>
                  <a:lnTo>
                    <a:pt x="46" y="548"/>
                  </a:lnTo>
                  <a:lnTo>
                    <a:pt x="47" y="509"/>
                  </a:lnTo>
                  <a:lnTo>
                    <a:pt x="47" y="466"/>
                  </a:lnTo>
                  <a:lnTo>
                    <a:pt x="48" y="425"/>
                  </a:lnTo>
                  <a:lnTo>
                    <a:pt x="48" y="390"/>
                  </a:lnTo>
                  <a:lnTo>
                    <a:pt x="49" y="365"/>
                  </a:lnTo>
                  <a:lnTo>
                    <a:pt x="49" y="355"/>
                  </a:lnTo>
                  <a:lnTo>
                    <a:pt x="70" y="362"/>
                  </a:lnTo>
                  <a:lnTo>
                    <a:pt x="96" y="371"/>
                  </a:lnTo>
                  <a:lnTo>
                    <a:pt x="109" y="375"/>
                  </a:lnTo>
                  <a:lnTo>
                    <a:pt x="123" y="380"/>
                  </a:lnTo>
                  <a:lnTo>
                    <a:pt x="138" y="385"/>
                  </a:lnTo>
                  <a:lnTo>
                    <a:pt x="152" y="389"/>
                  </a:lnTo>
                  <a:lnTo>
                    <a:pt x="167" y="393"/>
                  </a:lnTo>
                  <a:lnTo>
                    <a:pt x="182" y="398"/>
                  </a:lnTo>
                  <a:lnTo>
                    <a:pt x="189" y="399"/>
                  </a:lnTo>
                  <a:lnTo>
                    <a:pt x="196" y="401"/>
                  </a:lnTo>
                  <a:lnTo>
                    <a:pt x="203" y="403"/>
                  </a:lnTo>
                  <a:lnTo>
                    <a:pt x="210" y="404"/>
                  </a:lnTo>
                  <a:lnTo>
                    <a:pt x="216" y="406"/>
                  </a:lnTo>
                  <a:lnTo>
                    <a:pt x="223" y="407"/>
                  </a:lnTo>
                  <a:lnTo>
                    <a:pt x="230" y="408"/>
                  </a:lnTo>
                  <a:lnTo>
                    <a:pt x="236" y="409"/>
                  </a:lnTo>
                  <a:lnTo>
                    <a:pt x="242" y="410"/>
                  </a:lnTo>
                  <a:lnTo>
                    <a:pt x="247" y="411"/>
                  </a:lnTo>
                  <a:lnTo>
                    <a:pt x="253" y="411"/>
                  </a:lnTo>
                  <a:lnTo>
                    <a:pt x="258" y="411"/>
                  </a:lnTo>
                  <a:lnTo>
                    <a:pt x="276" y="411"/>
                  </a:lnTo>
                  <a:lnTo>
                    <a:pt x="294" y="411"/>
                  </a:lnTo>
                  <a:lnTo>
                    <a:pt x="303" y="411"/>
                  </a:lnTo>
                  <a:lnTo>
                    <a:pt x="312" y="410"/>
                  </a:lnTo>
                  <a:lnTo>
                    <a:pt x="316" y="410"/>
                  </a:lnTo>
                  <a:lnTo>
                    <a:pt x="320" y="409"/>
                  </a:lnTo>
                  <a:lnTo>
                    <a:pt x="324" y="408"/>
                  </a:lnTo>
                  <a:lnTo>
                    <a:pt x="328" y="408"/>
                  </a:lnTo>
                  <a:lnTo>
                    <a:pt x="332" y="407"/>
                  </a:lnTo>
                  <a:lnTo>
                    <a:pt x="336" y="405"/>
                  </a:lnTo>
                  <a:lnTo>
                    <a:pt x="340" y="404"/>
                  </a:lnTo>
                  <a:lnTo>
                    <a:pt x="344" y="403"/>
                  </a:lnTo>
                  <a:lnTo>
                    <a:pt x="348" y="401"/>
                  </a:lnTo>
                  <a:lnTo>
                    <a:pt x="351" y="399"/>
                  </a:lnTo>
                  <a:lnTo>
                    <a:pt x="355" y="397"/>
                  </a:lnTo>
                  <a:lnTo>
                    <a:pt x="359" y="395"/>
                  </a:lnTo>
                  <a:lnTo>
                    <a:pt x="362" y="392"/>
                  </a:lnTo>
                  <a:lnTo>
                    <a:pt x="366" y="390"/>
                  </a:lnTo>
                  <a:lnTo>
                    <a:pt x="369" y="387"/>
                  </a:lnTo>
                  <a:lnTo>
                    <a:pt x="372" y="384"/>
                  </a:lnTo>
                  <a:lnTo>
                    <a:pt x="375" y="380"/>
                  </a:lnTo>
                  <a:lnTo>
                    <a:pt x="378" y="376"/>
                  </a:lnTo>
                  <a:lnTo>
                    <a:pt x="381" y="372"/>
                  </a:lnTo>
                  <a:lnTo>
                    <a:pt x="384" y="368"/>
                  </a:lnTo>
                  <a:lnTo>
                    <a:pt x="386" y="366"/>
                  </a:lnTo>
                  <a:lnTo>
                    <a:pt x="387" y="363"/>
                  </a:lnTo>
                  <a:lnTo>
                    <a:pt x="388" y="361"/>
                  </a:lnTo>
                  <a:lnTo>
                    <a:pt x="389" y="358"/>
                  </a:lnTo>
                  <a:lnTo>
                    <a:pt x="390" y="355"/>
                  </a:lnTo>
                  <a:lnTo>
                    <a:pt x="391" y="352"/>
                  </a:lnTo>
                  <a:lnTo>
                    <a:pt x="391" y="349"/>
                  </a:lnTo>
                  <a:lnTo>
                    <a:pt x="392" y="347"/>
                  </a:lnTo>
                  <a:lnTo>
                    <a:pt x="393" y="341"/>
                  </a:lnTo>
                  <a:lnTo>
                    <a:pt x="394" y="334"/>
                  </a:lnTo>
                  <a:lnTo>
                    <a:pt x="394" y="328"/>
                  </a:lnTo>
                  <a:lnTo>
                    <a:pt x="394" y="322"/>
                  </a:lnTo>
                  <a:lnTo>
                    <a:pt x="395" y="316"/>
                  </a:lnTo>
                  <a:lnTo>
                    <a:pt x="394" y="310"/>
                  </a:lnTo>
                  <a:lnTo>
                    <a:pt x="394" y="304"/>
                  </a:lnTo>
                  <a:lnTo>
                    <a:pt x="394" y="298"/>
                  </a:lnTo>
                  <a:lnTo>
                    <a:pt x="394" y="288"/>
                  </a:lnTo>
                  <a:lnTo>
                    <a:pt x="393" y="279"/>
                  </a:lnTo>
                  <a:lnTo>
                    <a:pt x="393" y="277"/>
                  </a:lnTo>
                  <a:lnTo>
                    <a:pt x="393" y="274"/>
                  </a:lnTo>
                  <a:lnTo>
                    <a:pt x="393" y="272"/>
                  </a:lnTo>
                  <a:lnTo>
                    <a:pt x="392" y="269"/>
                  </a:lnTo>
                  <a:lnTo>
                    <a:pt x="391" y="264"/>
                  </a:lnTo>
                  <a:lnTo>
                    <a:pt x="389" y="258"/>
                  </a:lnTo>
                  <a:lnTo>
                    <a:pt x="386" y="252"/>
                  </a:lnTo>
                  <a:lnTo>
                    <a:pt x="384" y="246"/>
                  </a:lnTo>
                  <a:lnTo>
                    <a:pt x="381" y="240"/>
                  </a:lnTo>
                  <a:lnTo>
                    <a:pt x="378" y="234"/>
                  </a:lnTo>
                  <a:lnTo>
                    <a:pt x="372" y="223"/>
                  </a:lnTo>
                  <a:lnTo>
                    <a:pt x="367" y="213"/>
                  </a:lnTo>
                  <a:lnTo>
                    <a:pt x="364" y="207"/>
                  </a:lnTo>
                  <a:lnTo>
                    <a:pt x="363" y="205"/>
                  </a:lnTo>
                  <a:close/>
                </a:path>
              </a:pathLst>
            </a:custGeom>
            <a:grpFill/>
            <a:ln w="19050" cmpd="sng">
              <a:solidFill>
                <a:schemeClr val="bg1"/>
              </a:solidFill>
              <a:round/>
            </a:ln>
          </p:spPr>
          <p:txBody>
            <a:bodyPr/>
            <a:lstStyle/>
            <a:p>
              <a:endParaRPr lang="en-GB" sz="1815"/>
            </a:p>
          </p:txBody>
        </p:sp>
        <p:sp>
          <p:nvSpPr>
            <p:cNvPr id="61" name="Freeform 27"/>
            <p:cNvSpPr/>
            <p:nvPr/>
          </p:nvSpPr>
          <p:spPr bwMode="auto">
            <a:xfrm>
              <a:off x="1487" y="1772"/>
              <a:ext cx="998" cy="1777"/>
            </a:xfrm>
            <a:custGeom>
              <a:avLst/>
              <a:gdLst>
                <a:gd name="T0" fmla="*/ 667 w 998"/>
                <a:gd name="T1" fmla="*/ 133 h 1777"/>
                <a:gd name="T2" fmla="*/ 640 w 998"/>
                <a:gd name="T3" fmla="*/ 59 h 1777"/>
                <a:gd name="T4" fmla="*/ 555 w 998"/>
                <a:gd name="T5" fmla="*/ 7 h 1777"/>
                <a:gd name="T6" fmla="*/ 434 w 998"/>
                <a:gd name="T7" fmla="*/ 11 h 1777"/>
                <a:gd name="T8" fmla="*/ 341 w 998"/>
                <a:gd name="T9" fmla="*/ 96 h 1777"/>
                <a:gd name="T10" fmla="*/ 332 w 998"/>
                <a:gd name="T11" fmla="*/ 176 h 1777"/>
                <a:gd name="T12" fmla="*/ 369 w 998"/>
                <a:gd name="T13" fmla="*/ 282 h 1777"/>
                <a:gd name="T14" fmla="*/ 385 w 998"/>
                <a:gd name="T15" fmla="*/ 328 h 1777"/>
                <a:gd name="T16" fmla="*/ 368 w 998"/>
                <a:gd name="T17" fmla="*/ 369 h 1777"/>
                <a:gd name="T18" fmla="*/ 263 w 998"/>
                <a:gd name="T19" fmla="*/ 392 h 1777"/>
                <a:gd name="T20" fmla="*/ 84 w 998"/>
                <a:gd name="T21" fmla="*/ 372 h 1777"/>
                <a:gd name="T22" fmla="*/ 35 w 998"/>
                <a:gd name="T23" fmla="*/ 624 h 1777"/>
                <a:gd name="T24" fmla="*/ 39 w 998"/>
                <a:gd name="T25" fmla="*/ 734 h 1777"/>
                <a:gd name="T26" fmla="*/ 77 w 998"/>
                <a:gd name="T27" fmla="*/ 769 h 1777"/>
                <a:gd name="T28" fmla="*/ 147 w 998"/>
                <a:gd name="T29" fmla="*/ 751 h 1777"/>
                <a:gd name="T30" fmla="*/ 249 w 998"/>
                <a:gd name="T31" fmla="*/ 720 h 1777"/>
                <a:gd name="T32" fmla="*/ 325 w 998"/>
                <a:gd name="T33" fmla="*/ 738 h 1777"/>
                <a:gd name="T34" fmla="*/ 377 w 998"/>
                <a:gd name="T35" fmla="*/ 839 h 1777"/>
                <a:gd name="T36" fmla="*/ 383 w 998"/>
                <a:gd name="T37" fmla="*/ 911 h 1777"/>
                <a:gd name="T38" fmla="*/ 343 w 998"/>
                <a:gd name="T39" fmla="*/ 971 h 1777"/>
                <a:gd name="T40" fmla="*/ 276 w 998"/>
                <a:gd name="T41" fmla="*/ 1002 h 1777"/>
                <a:gd name="T42" fmla="*/ 210 w 998"/>
                <a:gd name="T43" fmla="*/ 995 h 1777"/>
                <a:gd name="T44" fmla="*/ 118 w 998"/>
                <a:gd name="T45" fmla="*/ 952 h 1777"/>
                <a:gd name="T46" fmla="*/ 29 w 998"/>
                <a:gd name="T47" fmla="*/ 984 h 1777"/>
                <a:gd name="T48" fmla="*/ 0 w 998"/>
                <a:gd name="T49" fmla="*/ 1101 h 1777"/>
                <a:gd name="T50" fmla="*/ 52 w 998"/>
                <a:gd name="T51" fmla="*/ 1443 h 1777"/>
                <a:gd name="T52" fmla="*/ 247 w 998"/>
                <a:gd name="T53" fmla="*/ 1413 h 1777"/>
                <a:gd name="T54" fmla="*/ 355 w 998"/>
                <a:gd name="T55" fmla="*/ 1403 h 1777"/>
                <a:gd name="T56" fmla="*/ 393 w 998"/>
                <a:gd name="T57" fmla="*/ 1443 h 1777"/>
                <a:gd name="T58" fmla="*/ 394 w 998"/>
                <a:gd name="T59" fmla="*/ 1494 h 1777"/>
                <a:gd name="T60" fmla="*/ 363 w 998"/>
                <a:gd name="T61" fmla="*/ 1596 h 1777"/>
                <a:gd name="T62" fmla="*/ 368 w 998"/>
                <a:gd name="T63" fmla="*/ 1686 h 1777"/>
                <a:gd name="T64" fmla="*/ 418 w 998"/>
                <a:gd name="T65" fmla="*/ 1755 h 1777"/>
                <a:gd name="T66" fmla="*/ 547 w 998"/>
                <a:gd name="T67" fmla="*/ 1769 h 1777"/>
                <a:gd name="T68" fmla="*/ 626 w 998"/>
                <a:gd name="T69" fmla="*/ 1703 h 1777"/>
                <a:gd name="T70" fmla="*/ 638 w 998"/>
                <a:gd name="T71" fmla="*/ 1614 h 1777"/>
                <a:gd name="T72" fmla="*/ 604 w 998"/>
                <a:gd name="T73" fmla="*/ 1547 h 1777"/>
                <a:gd name="T74" fmla="*/ 595 w 998"/>
                <a:gd name="T75" fmla="*/ 1451 h 1777"/>
                <a:gd name="T76" fmla="*/ 657 w 998"/>
                <a:gd name="T77" fmla="*/ 1378 h 1777"/>
                <a:gd name="T78" fmla="*/ 765 w 998"/>
                <a:gd name="T79" fmla="*/ 1390 h 1777"/>
                <a:gd name="T80" fmla="*/ 988 w 998"/>
                <a:gd name="T81" fmla="*/ 1134 h 1777"/>
                <a:gd name="T82" fmla="*/ 974 w 998"/>
                <a:gd name="T83" fmla="*/ 1071 h 1777"/>
                <a:gd name="T84" fmla="*/ 923 w 998"/>
                <a:gd name="T85" fmla="*/ 1030 h 1777"/>
                <a:gd name="T86" fmla="*/ 845 w 998"/>
                <a:gd name="T87" fmla="*/ 1039 h 1777"/>
                <a:gd name="T88" fmla="*/ 740 w 998"/>
                <a:gd name="T89" fmla="*/ 1065 h 1777"/>
                <a:gd name="T90" fmla="*/ 680 w 998"/>
                <a:gd name="T91" fmla="*/ 1048 h 1777"/>
                <a:gd name="T92" fmla="*/ 633 w 998"/>
                <a:gd name="T93" fmla="*/ 1005 h 1777"/>
                <a:gd name="T94" fmla="*/ 609 w 998"/>
                <a:gd name="T95" fmla="*/ 958 h 1777"/>
                <a:gd name="T96" fmla="*/ 600 w 998"/>
                <a:gd name="T97" fmla="*/ 900 h 1777"/>
                <a:gd name="T98" fmla="*/ 624 w 998"/>
                <a:gd name="T99" fmla="*/ 807 h 1777"/>
                <a:gd name="T100" fmla="*/ 684 w 998"/>
                <a:gd name="T101" fmla="*/ 738 h 1777"/>
                <a:gd name="T102" fmla="*/ 774 w 998"/>
                <a:gd name="T103" fmla="*/ 733 h 1777"/>
                <a:gd name="T104" fmla="*/ 874 w 998"/>
                <a:gd name="T105" fmla="*/ 778 h 1777"/>
                <a:gd name="T106" fmla="*/ 943 w 998"/>
                <a:gd name="T107" fmla="*/ 781 h 1777"/>
                <a:gd name="T108" fmla="*/ 969 w 998"/>
                <a:gd name="T109" fmla="*/ 764 h 1777"/>
                <a:gd name="T110" fmla="*/ 995 w 998"/>
                <a:gd name="T111" fmla="*/ 678 h 1777"/>
                <a:gd name="T112" fmla="*/ 970 w 998"/>
                <a:gd name="T113" fmla="*/ 463 h 1777"/>
                <a:gd name="T114" fmla="*/ 760 w 998"/>
                <a:gd name="T115" fmla="*/ 427 h 1777"/>
                <a:gd name="T116" fmla="*/ 672 w 998"/>
                <a:gd name="T117" fmla="*/ 420 h 1777"/>
                <a:gd name="T118" fmla="*/ 641 w 998"/>
                <a:gd name="T119" fmla="*/ 382 h 1777"/>
                <a:gd name="T120" fmla="*/ 625 w 998"/>
                <a:gd name="T121" fmla="*/ 340 h 1777"/>
                <a:gd name="T122" fmla="*/ 629 w 998"/>
                <a:gd name="T123" fmla="*/ 276 h 1777"/>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998"/>
                <a:gd name="T187" fmla="*/ 0 h 1777"/>
                <a:gd name="T188" fmla="*/ 998 w 998"/>
                <a:gd name="T189" fmla="*/ 1777 h 1777"/>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998" h="1777">
                  <a:moveTo>
                    <a:pt x="658" y="209"/>
                  </a:moveTo>
                  <a:lnTo>
                    <a:pt x="661" y="199"/>
                  </a:lnTo>
                  <a:lnTo>
                    <a:pt x="663" y="189"/>
                  </a:lnTo>
                  <a:lnTo>
                    <a:pt x="664" y="184"/>
                  </a:lnTo>
                  <a:lnTo>
                    <a:pt x="664" y="178"/>
                  </a:lnTo>
                  <a:lnTo>
                    <a:pt x="665" y="173"/>
                  </a:lnTo>
                  <a:lnTo>
                    <a:pt x="666" y="167"/>
                  </a:lnTo>
                  <a:lnTo>
                    <a:pt x="666" y="162"/>
                  </a:lnTo>
                  <a:lnTo>
                    <a:pt x="667" y="156"/>
                  </a:lnTo>
                  <a:lnTo>
                    <a:pt x="667" y="150"/>
                  </a:lnTo>
                  <a:lnTo>
                    <a:pt x="667" y="144"/>
                  </a:lnTo>
                  <a:lnTo>
                    <a:pt x="667" y="139"/>
                  </a:lnTo>
                  <a:lnTo>
                    <a:pt x="667" y="133"/>
                  </a:lnTo>
                  <a:lnTo>
                    <a:pt x="666" y="127"/>
                  </a:lnTo>
                  <a:lnTo>
                    <a:pt x="666" y="121"/>
                  </a:lnTo>
                  <a:lnTo>
                    <a:pt x="665" y="115"/>
                  </a:lnTo>
                  <a:lnTo>
                    <a:pt x="664" y="109"/>
                  </a:lnTo>
                  <a:lnTo>
                    <a:pt x="662" y="104"/>
                  </a:lnTo>
                  <a:lnTo>
                    <a:pt x="661" y="98"/>
                  </a:lnTo>
                  <a:lnTo>
                    <a:pt x="659" y="92"/>
                  </a:lnTo>
                  <a:lnTo>
                    <a:pt x="656" y="87"/>
                  </a:lnTo>
                  <a:lnTo>
                    <a:pt x="654" y="81"/>
                  </a:lnTo>
                  <a:lnTo>
                    <a:pt x="651" y="75"/>
                  </a:lnTo>
                  <a:lnTo>
                    <a:pt x="648" y="70"/>
                  </a:lnTo>
                  <a:lnTo>
                    <a:pt x="644" y="65"/>
                  </a:lnTo>
                  <a:lnTo>
                    <a:pt x="640" y="59"/>
                  </a:lnTo>
                  <a:lnTo>
                    <a:pt x="636" y="54"/>
                  </a:lnTo>
                  <a:lnTo>
                    <a:pt x="631" y="49"/>
                  </a:lnTo>
                  <a:lnTo>
                    <a:pt x="626" y="44"/>
                  </a:lnTo>
                  <a:lnTo>
                    <a:pt x="620" y="39"/>
                  </a:lnTo>
                  <a:lnTo>
                    <a:pt x="614" y="34"/>
                  </a:lnTo>
                  <a:lnTo>
                    <a:pt x="608" y="30"/>
                  </a:lnTo>
                  <a:lnTo>
                    <a:pt x="602" y="26"/>
                  </a:lnTo>
                  <a:lnTo>
                    <a:pt x="595" y="22"/>
                  </a:lnTo>
                  <a:lnTo>
                    <a:pt x="588" y="19"/>
                  </a:lnTo>
                  <a:lnTo>
                    <a:pt x="580" y="15"/>
                  </a:lnTo>
                  <a:lnTo>
                    <a:pt x="572" y="12"/>
                  </a:lnTo>
                  <a:lnTo>
                    <a:pt x="564" y="10"/>
                  </a:lnTo>
                  <a:lnTo>
                    <a:pt x="555" y="7"/>
                  </a:lnTo>
                  <a:lnTo>
                    <a:pt x="547" y="5"/>
                  </a:lnTo>
                  <a:lnTo>
                    <a:pt x="538" y="3"/>
                  </a:lnTo>
                  <a:lnTo>
                    <a:pt x="528" y="2"/>
                  </a:lnTo>
                  <a:lnTo>
                    <a:pt x="519" y="1"/>
                  </a:lnTo>
                  <a:lnTo>
                    <a:pt x="510" y="0"/>
                  </a:lnTo>
                  <a:lnTo>
                    <a:pt x="500" y="0"/>
                  </a:lnTo>
                  <a:lnTo>
                    <a:pt x="491" y="0"/>
                  </a:lnTo>
                  <a:lnTo>
                    <a:pt x="481" y="1"/>
                  </a:lnTo>
                  <a:lnTo>
                    <a:pt x="472" y="2"/>
                  </a:lnTo>
                  <a:lnTo>
                    <a:pt x="462" y="3"/>
                  </a:lnTo>
                  <a:lnTo>
                    <a:pt x="453" y="5"/>
                  </a:lnTo>
                  <a:lnTo>
                    <a:pt x="443" y="8"/>
                  </a:lnTo>
                  <a:lnTo>
                    <a:pt x="434" y="11"/>
                  </a:lnTo>
                  <a:lnTo>
                    <a:pt x="425" y="14"/>
                  </a:lnTo>
                  <a:lnTo>
                    <a:pt x="416" y="18"/>
                  </a:lnTo>
                  <a:lnTo>
                    <a:pt x="407" y="23"/>
                  </a:lnTo>
                  <a:lnTo>
                    <a:pt x="399" y="28"/>
                  </a:lnTo>
                  <a:lnTo>
                    <a:pt x="391" y="34"/>
                  </a:lnTo>
                  <a:lnTo>
                    <a:pt x="383" y="40"/>
                  </a:lnTo>
                  <a:lnTo>
                    <a:pt x="375" y="47"/>
                  </a:lnTo>
                  <a:lnTo>
                    <a:pt x="368" y="55"/>
                  </a:lnTo>
                  <a:lnTo>
                    <a:pt x="361" y="63"/>
                  </a:lnTo>
                  <a:lnTo>
                    <a:pt x="355" y="72"/>
                  </a:lnTo>
                  <a:lnTo>
                    <a:pt x="349" y="81"/>
                  </a:lnTo>
                  <a:lnTo>
                    <a:pt x="344" y="89"/>
                  </a:lnTo>
                  <a:lnTo>
                    <a:pt x="341" y="96"/>
                  </a:lnTo>
                  <a:lnTo>
                    <a:pt x="338" y="103"/>
                  </a:lnTo>
                  <a:lnTo>
                    <a:pt x="335" y="110"/>
                  </a:lnTo>
                  <a:lnTo>
                    <a:pt x="333" y="116"/>
                  </a:lnTo>
                  <a:lnTo>
                    <a:pt x="332" y="123"/>
                  </a:lnTo>
                  <a:lnTo>
                    <a:pt x="330" y="129"/>
                  </a:lnTo>
                  <a:lnTo>
                    <a:pt x="329" y="135"/>
                  </a:lnTo>
                  <a:lnTo>
                    <a:pt x="329" y="141"/>
                  </a:lnTo>
                  <a:lnTo>
                    <a:pt x="329" y="147"/>
                  </a:lnTo>
                  <a:lnTo>
                    <a:pt x="329" y="153"/>
                  </a:lnTo>
                  <a:lnTo>
                    <a:pt x="329" y="159"/>
                  </a:lnTo>
                  <a:lnTo>
                    <a:pt x="330" y="165"/>
                  </a:lnTo>
                  <a:lnTo>
                    <a:pt x="331" y="171"/>
                  </a:lnTo>
                  <a:lnTo>
                    <a:pt x="332" y="176"/>
                  </a:lnTo>
                  <a:lnTo>
                    <a:pt x="334" y="182"/>
                  </a:lnTo>
                  <a:lnTo>
                    <a:pt x="336" y="188"/>
                  </a:lnTo>
                  <a:lnTo>
                    <a:pt x="337" y="193"/>
                  </a:lnTo>
                  <a:lnTo>
                    <a:pt x="339" y="199"/>
                  </a:lnTo>
                  <a:lnTo>
                    <a:pt x="341" y="205"/>
                  </a:lnTo>
                  <a:lnTo>
                    <a:pt x="346" y="217"/>
                  </a:lnTo>
                  <a:lnTo>
                    <a:pt x="351" y="229"/>
                  </a:lnTo>
                  <a:lnTo>
                    <a:pt x="356" y="241"/>
                  </a:lnTo>
                  <a:lnTo>
                    <a:pt x="360" y="254"/>
                  </a:lnTo>
                  <a:lnTo>
                    <a:pt x="363" y="261"/>
                  </a:lnTo>
                  <a:lnTo>
                    <a:pt x="365" y="268"/>
                  </a:lnTo>
                  <a:lnTo>
                    <a:pt x="367" y="275"/>
                  </a:lnTo>
                  <a:lnTo>
                    <a:pt x="369" y="282"/>
                  </a:lnTo>
                  <a:lnTo>
                    <a:pt x="370" y="285"/>
                  </a:lnTo>
                  <a:lnTo>
                    <a:pt x="371" y="288"/>
                  </a:lnTo>
                  <a:lnTo>
                    <a:pt x="372" y="291"/>
                  </a:lnTo>
                  <a:lnTo>
                    <a:pt x="373" y="294"/>
                  </a:lnTo>
                  <a:lnTo>
                    <a:pt x="375" y="299"/>
                  </a:lnTo>
                  <a:lnTo>
                    <a:pt x="377" y="305"/>
                  </a:lnTo>
                  <a:lnTo>
                    <a:pt x="380" y="310"/>
                  </a:lnTo>
                  <a:lnTo>
                    <a:pt x="382" y="315"/>
                  </a:lnTo>
                  <a:lnTo>
                    <a:pt x="383" y="318"/>
                  </a:lnTo>
                  <a:lnTo>
                    <a:pt x="383" y="320"/>
                  </a:lnTo>
                  <a:lnTo>
                    <a:pt x="384" y="323"/>
                  </a:lnTo>
                  <a:lnTo>
                    <a:pt x="384" y="326"/>
                  </a:lnTo>
                  <a:lnTo>
                    <a:pt x="385" y="328"/>
                  </a:lnTo>
                  <a:lnTo>
                    <a:pt x="385" y="331"/>
                  </a:lnTo>
                  <a:lnTo>
                    <a:pt x="385" y="334"/>
                  </a:lnTo>
                  <a:lnTo>
                    <a:pt x="385" y="337"/>
                  </a:lnTo>
                  <a:lnTo>
                    <a:pt x="384" y="340"/>
                  </a:lnTo>
                  <a:lnTo>
                    <a:pt x="384" y="343"/>
                  </a:lnTo>
                  <a:lnTo>
                    <a:pt x="383" y="346"/>
                  </a:lnTo>
                  <a:lnTo>
                    <a:pt x="382" y="349"/>
                  </a:lnTo>
                  <a:lnTo>
                    <a:pt x="380" y="352"/>
                  </a:lnTo>
                  <a:lnTo>
                    <a:pt x="378" y="355"/>
                  </a:lnTo>
                  <a:lnTo>
                    <a:pt x="376" y="358"/>
                  </a:lnTo>
                  <a:lnTo>
                    <a:pt x="374" y="362"/>
                  </a:lnTo>
                  <a:lnTo>
                    <a:pt x="371" y="365"/>
                  </a:lnTo>
                  <a:lnTo>
                    <a:pt x="368" y="369"/>
                  </a:lnTo>
                  <a:lnTo>
                    <a:pt x="364" y="372"/>
                  </a:lnTo>
                  <a:lnTo>
                    <a:pt x="360" y="376"/>
                  </a:lnTo>
                  <a:lnTo>
                    <a:pt x="355" y="380"/>
                  </a:lnTo>
                  <a:lnTo>
                    <a:pt x="349" y="383"/>
                  </a:lnTo>
                  <a:lnTo>
                    <a:pt x="343" y="385"/>
                  </a:lnTo>
                  <a:lnTo>
                    <a:pt x="335" y="387"/>
                  </a:lnTo>
                  <a:lnTo>
                    <a:pt x="326" y="389"/>
                  </a:lnTo>
                  <a:lnTo>
                    <a:pt x="317" y="391"/>
                  </a:lnTo>
                  <a:lnTo>
                    <a:pt x="307" y="392"/>
                  </a:lnTo>
                  <a:lnTo>
                    <a:pt x="297" y="392"/>
                  </a:lnTo>
                  <a:lnTo>
                    <a:pt x="286" y="392"/>
                  </a:lnTo>
                  <a:lnTo>
                    <a:pt x="274" y="392"/>
                  </a:lnTo>
                  <a:lnTo>
                    <a:pt x="263" y="392"/>
                  </a:lnTo>
                  <a:lnTo>
                    <a:pt x="251" y="392"/>
                  </a:lnTo>
                  <a:lnTo>
                    <a:pt x="239" y="391"/>
                  </a:lnTo>
                  <a:lnTo>
                    <a:pt x="226" y="390"/>
                  </a:lnTo>
                  <a:lnTo>
                    <a:pt x="214" y="389"/>
                  </a:lnTo>
                  <a:lnTo>
                    <a:pt x="201" y="388"/>
                  </a:lnTo>
                  <a:lnTo>
                    <a:pt x="189" y="387"/>
                  </a:lnTo>
                  <a:lnTo>
                    <a:pt x="177" y="385"/>
                  </a:lnTo>
                  <a:lnTo>
                    <a:pt x="165" y="384"/>
                  </a:lnTo>
                  <a:lnTo>
                    <a:pt x="154" y="382"/>
                  </a:lnTo>
                  <a:lnTo>
                    <a:pt x="132" y="380"/>
                  </a:lnTo>
                  <a:lnTo>
                    <a:pt x="113" y="377"/>
                  </a:lnTo>
                  <a:lnTo>
                    <a:pt x="96" y="374"/>
                  </a:lnTo>
                  <a:lnTo>
                    <a:pt x="84" y="372"/>
                  </a:lnTo>
                  <a:lnTo>
                    <a:pt x="79" y="372"/>
                  </a:lnTo>
                  <a:lnTo>
                    <a:pt x="75" y="372"/>
                  </a:lnTo>
                  <a:lnTo>
                    <a:pt x="72" y="371"/>
                  </a:lnTo>
                  <a:lnTo>
                    <a:pt x="71" y="372"/>
                  </a:lnTo>
                  <a:lnTo>
                    <a:pt x="55" y="378"/>
                  </a:lnTo>
                  <a:lnTo>
                    <a:pt x="55" y="388"/>
                  </a:lnTo>
                  <a:lnTo>
                    <a:pt x="52" y="414"/>
                  </a:lnTo>
                  <a:lnTo>
                    <a:pt x="49" y="452"/>
                  </a:lnTo>
                  <a:lnTo>
                    <a:pt x="45" y="497"/>
                  </a:lnTo>
                  <a:lnTo>
                    <a:pt x="41" y="544"/>
                  </a:lnTo>
                  <a:lnTo>
                    <a:pt x="37" y="588"/>
                  </a:lnTo>
                  <a:lnTo>
                    <a:pt x="36" y="607"/>
                  </a:lnTo>
                  <a:lnTo>
                    <a:pt x="35" y="624"/>
                  </a:lnTo>
                  <a:lnTo>
                    <a:pt x="34" y="637"/>
                  </a:lnTo>
                  <a:lnTo>
                    <a:pt x="34" y="647"/>
                  </a:lnTo>
                  <a:lnTo>
                    <a:pt x="34" y="660"/>
                  </a:lnTo>
                  <a:lnTo>
                    <a:pt x="34" y="673"/>
                  </a:lnTo>
                  <a:lnTo>
                    <a:pt x="34" y="686"/>
                  </a:lnTo>
                  <a:lnTo>
                    <a:pt x="34" y="698"/>
                  </a:lnTo>
                  <a:lnTo>
                    <a:pt x="35" y="704"/>
                  </a:lnTo>
                  <a:lnTo>
                    <a:pt x="35" y="709"/>
                  </a:lnTo>
                  <a:lnTo>
                    <a:pt x="35" y="714"/>
                  </a:lnTo>
                  <a:lnTo>
                    <a:pt x="36" y="720"/>
                  </a:lnTo>
                  <a:lnTo>
                    <a:pt x="37" y="725"/>
                  </a:lnTo>
                  <a:lnTo>
                    <a:pt x="38" y="729"/>
                  </a:lnTo>
                  <a:lnTo>
                    <a:pt x="39" y="734"/>
                  </a:lnTo>
                  <a:lnTo>
                    <a:pt x="40" y="738"/>
                  </a:lnTo>
                  <a:lnTo>
                    <a:pt x="42" y="742"/>
                  </a:lnTo>
                  <a:lnTo>
                    <a:pt x="44" y="746"/>
                  </a:lnTo>
                  <a:lnTo>
                    <a:pt x="46" y="750"/>
                  </a:lnTo>
                  <a:lnTo>
                    <a:pt x="48" y="753"/>
                  </a:lnTo>
                  <a:lnTo>
                    <a:pt x="50" y="756"/>
                  </a:lnTo>
                  <a:lnTo>
                    <a:pt x="53" y="759"/>
                  </a:lnTo>
                  <a:lnTo>
                    <a:pt x="56" y="761"/>
                  </a:lnTo>
                  <a:lnTo>
                    <a:pt x="60" y="763"/>
                  </a:lnTo>
                  <a:lnTo>
                    <a:pt x="64" y="765"/>
                  </a:lnTo>
                  <a:lnTo>
                    <a:pt x="68" y="766"/>
                  </a:lnTo>
                  <a:lnTo>
                    <a:pt x="72" y="768"/>
                  </a:lnTo>
                  <a:lnTo>
                    <a:pt x="77" y="769"/>
                  </a:lnTo>
                  <a:lnTo>
                    <a:pt x="82" y="769"/>
                  </a:lnTo>
                  <a:lnTo>
                    <a:pt x="88" y="769"/>
                  </a:lnTo>
                  <a:lnTo>
                    <a:pt x="94" y="769"/>
                  </a:lnTo>
                  <a:lnTo>
                    <a:pt x="100" y="768"/>
                  </a:lnTo>
                  <a:lnTo>
                    <a:pt x="105" y="768"/>
                  </a:lnTo>
                  <a:lnTo>
                    <a:pt x="110" y="767"/>
                  </a:lnTo>
                  <a:lnTo>
                    <a:pt x="115" y="765"/>
                  </a:lnTo>
                  <a:lnTo>
                    <a:pt x="119" y="764"/>
                  </a:lnTo>
                  <a:lnTo>
                    <a:pt x="124" y="762"/>
                  </a:lnTo>
                  <a:lnTo>
                    <a:pt x="128" y="760"/>
                  </a:lnTo>
                  <a:lnTo>
                    <a:pt x="133" y="758"/>
                  </a:lnTo>
                  <a:lnTo>
                    <a:pt x="137" y="756"/>
                  </a:lnTo>
                  <a:lnTo>
                    <a:pt x="147" y="751"/>
                  </a:lnTo>
                  <a:lnTo>
                    <a:pt x="157" y="747"/>
                  </a:lnTo>
                  <a:lnTo>
                    <a:pt x="162" y="744"/>
                  </a:lnTo>
                  <a:lnTo>
                    <a:pt x="168" y="742"/>
                  </a:lnTo>
                  <a:lnTo>
                    <a:pt x="174" y="740"/>
                  </a:lnTo>
                  <a:lnTo>
                    <a:pt x="180" y="738"/>
                  </a:lnTo>
                  <a:lnTo>
                    <a:pt x="195" y="734"/>
                  </a:lnTo>
                  <a:lnTo>
                    <a:pt x="209" y="730"/>
                  </a:lnTo>
                  <a:lnTo>
                    <a:pt x="216" y="728"/>
                  </a:lnTo>
                  <a:lnTo>
                    <a:pt x="223" y="726"/>
                  </a:lnTo>
                  <a:lnTo>
                    <a:pt x="229" y="724"/>
                  </a:lnTo>
                  <a:lnTo>
                    <a:pt x="236" y="723"/>
                  </a:lnTo>
                  <a:lnTo>
                    <a:pt x="243" y="721"/>
                  </a:lnTo>
                  <a:lnTo>
                    <a:pt x="249" y="720"/>
                  </a:lnTo>
                  <a:lnTo>
                    <a:pt x="256" y="720"/>
                  </a:lnTo>
                  <a:lnTo>
                    <a:pt x="262" y="719"/>
                  </a:lnTo>
                  <a:lnTo>
                    <a:pt x="268" y="719"/>
                  </a:lnTo>
                  <a:lnTo>
                    <a:pt x="275" y="719"/>
                  </a:lnTo>
                  <a:lnTo>
                    <a:pt x="281" y="719"/>
                  </a:lnTo>
                  <a:lnTo>
                    <a:pt x="287" y="720"/>
                  </a:lnTo>
                  <a:lnTo>
                    <a:pt x="293" y="721"/>
                  </a:lnTo>
                  <a:lnTo>
                    <a:pt x="298" y="723"/>
                  </a:lnTo>
                  <a:lnTo>
                    <a:pt x="304" y="725"/>
                  </a:lnTo>
                  <a:lnTo>
                    <a:pt x="309" y="728"/>
                  </a:lnTo>
                  <a:lnTo>
                    <a:pt x="315" y="731"/>
                  </a:lnTo>
                  <a:lnTo>
                    <a:pt x="320" y="734"/>
                  </a:lnTo>
                  <a:lnTo>
                    <a:pt x="325" y="738"/>
                  </a:lnTo>
                  <a:lnTo>
                    <a:pt x="330" y="743"/>
                  </a:lnTo>
                  <a:lnTo>
                    <a:pt x="336" y="749"/>
                  </a:lnTo>
                  <a:lnTo>
                    <a:pt x="340" y="754"/>
                  </a:lnTo>
                  <a:lnTo>
                    <a:pt x="345" y="761"/>
                  </a:lnTo>
                  <a:lnTo>
                    <a:pt x="349" y="768"/>
                  </a:lnTo>
                  <a:lnTo>
                    <a:pt x="354" y="776"/>
                  </a:lnTo>
                  <a:lnTo>
                    <a:pt x="358" y="785"/>
                  </a:lnTo>
                  <a:lnTo>
                    <a:pt x="362" y="795"/>
                  </a:lnTo>
                  <a:lnTo>
                    <a:pt x="366" y="805"/>
                  </a:lnTo>
                  <a:lnTo>
                    <a:pt x="370" y="816"/>
                  </a:lnTo>
                  <a:lnTo>
                    <a:pt x="374" y="828"/>
                  </a:lnTo>
                  <a:lnTo>
                    <a:pt x="376" y="833"/>
                  </a:lnTo>
                  <a:lnTo>
                    <a:pt x="377" y="839"/>
                  </a:lnTo>
                  <a:lnTo>
                    <a:pt x="379" y="845"/>
                  </a:lnTo>
                  <a:lnTo>
                    <a:pt x="380" y="851"/>
                  </a:lnTo>
                  <a:lnTo>
                    <a:pt x="381" y="856"/>
                  </a:lnTo>
                  <a:lnTo>
                    <a:pt x="382" y="862"/>
                  </a:lnTo>
                  <a:lnTo>
                    <a:pt x="383" y="868"/>
                  </a:lnTo>
                  <a:lnTo>
                    <a:pt x="384" y="873"/>
                  </a:lnTo>
                  <a:lnTo>
                    <a:pt x="384" y="879"/>
                  </a:lnTo>
                  <a:lnTo>
                    <a:pt x="385" y="884"/>
                  </a:lnTo>
                  <a:lnTo>
                    <a:pt x="385" y="890"/>
                  </a:lnTo>
                  <a:lnTo>
                    <a:pt x="385" y="895"/>
                  </a:lnTo>
                  <a:lnTo>
                    <a:pt x="384" y="901"/>
                  </a:lnTo>
                  <a:lnTo>
                    <a:pt x="384" y="906"/>
                  </a:lnTo>
                  <a:lnTo>
                    <a:pt x="383" y="911"/>
                  </a:lnTo>
                  <a:lnTo>
                    <a:pt x="382" y="916"/>
                  </a:lnTo>
                  <a:lnTo>
                    <a:pt x="380" y="921"/>
                  </a:lnTo>
                  <a:lnTo>
                    <a:pt x="379" y="926"/>
                  </a:lnTo>
                  <a:lnTo>
                    <a:pt x="377" y="931"/>
                  </a:lnTo>
                  <a:lnTo>
                    <a:pt x="374" y="936"/>
                  </a:lnTo>
                  <a:lnTo>
                    <a:pt x="372" y="941"/>
                  </a:lnTo>
                  <a:lnTo>
                    <a:pt x="369" y="946"/>
                  </a:lnTo>
                  <a:lnTo>
                    <a:pt x="365" y="950"/>
                  </a:lnTo>
                  <a:lnTo>
                    <a:pt x="362" y="955"/>
                  </a:lnTo>
                  <a:lnTo>
                    <a:pt x="358" y="959"/>
                  </a:lnTo>
                  <a:lnTo>
                    <a:pt x="353" y="963"/>
                  </a:lnTo>
                  <a:lnTo>
                    <a:pt x="349" y="967"/>
                  </a:lnTo>
                  <a:lnTo>
                    <a:pt x="343" y="971"/>
                  </a:lnTo>
                  <a:lnTo>
                    <a:pt x="338" y="975"/>
                  </a:lnTo>
                  <a:lnTo>
                    <a:pt x="333" y="979"/>
                  </a:lnTo>
                  <a:lnTo>
                    <a:pt x="328" y="982"/>
                  </a:lnTo>
                  <a:lnTo>
                    <a:pt x="323" y="985"/>
                  </a:lnTo>
                  <a:lnTo>
                    <a:pt x="317" y="988"/>
                  </a:lnTo>
                  <a:lnTo>
                    <a:pt x="312" y="990"/>
                  </a:lnTo>
                  <a:lnTo>
                    <a:pt x="307" y="992"/>
                  </a:lnTo>
                  <a:lnTo>
                    <a:pt x="302" y="995"/>
                  </a:lnTo>
                  <a:lnTo>
                    <a:pt x="297" y="996"/>
                  </a:lnTo>
                  <a:lnTo>
                    <a:pt x="292" y="998"/>
                  </a:lnTo>
                  <a:lnTo>
                    <a:pt x="286" y="999"/>
                  </a:lnTo>
                  <a:lnTo>
                    <a:pt x="281" y="1001"/>
                  </a:lnTo>
                  <a:lnTo>
                    <a:pt x="276" y="1002"/>
                  </a:lnTo>
                  <a:lnTo>
                    <a:pt x="271" y="1003"/>
                  </a:lnTo>
                  <a:lnTo>
                    <a:pt x="266" y="1003"/>
                  </a:lnTo>
                  <a:lnTo>
                    <a:pt x="261" y="1003"/>
                  </a:lnTo>
                  <a:lnTo>
                    <a:pt x="256" y="1004"/>
                  </a:lnTo>
                  <a:lnTo>
                    <a:pt x="251" y="1003"/>
                  </a:lnTo>
                  <a:lnTo>
                    <a:pt x="246" y="1003"/>
                  </a:lnTo>
                  <a:lnTo>
                    <a:pt x="241" y="1003"/>
                  </a:lnTo>
                  <a:lnTo>
                    <a:pt x="235" y="1002"/>
                  </a:lnTo>
                  <a:lnTo>
                    <a:pt x="230" y="1001"/>
                  </a:lnTo>
                  <a:lnTo>
                    <a:pt x="225" y="999"/>
                  </a:lnTo>
                  <a:lnTo>
                    <a:pt x="220" y="998"/>
                  </a:lnTo>
                  <a:lnTo>
                    <a:pt x="215" y="996"/>
                  </a:lnTo>
                  <a:lnTo>
                    <a:pt x="210" y="995"/>
                  </a:lnTo>
                  <a:lnTo>
                    <a:pt x="205" y="993"/>
                  </a:lnTo>
                  <a:lnTo>
                    <a:pt x="201" y="990"/>
                  </a:lnTo>
                  <a:lnTo>
                    <a:pt x="196" y="988"/>
                  </a:lnTo>
                  <a:lnTo>
                    <a:pt x="191" y="985"/>
                  </a:lnTo>
                  <a:lnTo>
                    <a:pt x="186" y="982"/>
                  </a:lnTo>
                  <a:lnTo>
                    <a:pt x="181" y="979"/>
                  </a:lnTo>
                  <a:lnTo>
                    <a:pt x="171" y="973"/>
                  </a:lnTo>
                  <a:lnTo>
                    <a:pt x="162" y="968"/>
                  </a:lnTo>
                  <a:lnTo>
                    <a:pt x="153" y="964"/>
                  </a:lnTo>
                  <a:lnTo>
                    <a:pt x="144" y="960"/>
                  </a:lnTo>
                  <a:lnTo>
                    <a:pt x="135" y="957"/>
                  </a:lnTo>
                  <a:lnTo>
                    <a:pt x="126" y="954"/>
                  </a:lnTo>
                  <a:lnTo>
                    <a:pt x="118" y="952"/>
                  </a:lnTo>
                  <a:lnTo>
                    <a:pt x="109" y="951"/>
                  </a:lnTo>
                  <a:lnTo>
                    <a:pt x="101" y="950"/>
                  </a:lnTo>
                  <a:lnTo>
                    <a:pt x="93" y="950"/>
                  </a:lnTo>
                  <a:lnTo>
                    <a:pt x="86" y="951"/>
                  </a:lnTo>
                  <a:lnTo>
                    <a:pt x="78" y="952"/>
                  </a:lnTo>
                  <a:lnTo>
                    <a:pt x="71" y="954"/>
                  </a:lnTo>
                  <a:lnTo>
                    <a:pt x="64" y="957"/>
                  </a:lnTo>
                  <a:lnTo>
                    <a:pt x="58" y="960"/>
                  </a:lnTo>
                  <a:lnTo>
                    <a:pt x="51" y="964"/>
                  </a:lnTo>
                  <a:lnTo>
                    <a:pt x="45" y="968"/>
                  </a:lnTo>
                  <a:lnTo>
                    <a:pt x="40" y="973"/>
                  </a:lnTo>
                  <a:lnTo>
                    <a:pt x="34" y="978"/>
                  </a:lnTo>
                  <a:lnTo>
                    <a:pt x="29" y="984"/>
                  </a:lnTo>
                  <a:lnTo>
                    <a:pt x="25" y="991"/>
                  </a:lnTo>
                  <a:lnTo>
                    <a:pt x="20" y="998"/>
                  </a:lnTo>
                  <a:lnTo>
                    <a:pt x="16" y="1005"/>
                  </a:lnTo>
                  <a:lnTo>
                    <a:pt x="13" y="1013"/>
                  </a:lnTo>
                  <a:lnTo>
                    <a:pt x="10" y="1022"/>
                  </a:lnTo>
                  <a:lnTo>
                    <a:pt x="7" y="1031"/>
                  </a:lnTo>
                  <a:lnTo>
                    <a:pt x="5" y="1041"/>
                  </a:lnTo>
                  <a:lnTo>
                    <a:pt x="3" y="1051"/>
                  </a:lnTo>
                  <a:lnTo>
                    <a:pt x="1" y="1061"/>
                  </a:lnTo>
                  <a:lnTo>
                    <a:pt x="0" y="1072"/>
                  </a:lnTo>
                  <a:lnTo>
                    <a:pt x="0" y="1084"/>
                  </a:lnTo>
                  <a:lnTo>
                    <a:pt x="0" y="1096"/>
                  </a:lnTo>
                  <a:lnTo>
                    <a:pt x="0" y="1101"/>
                  </a:lnTo>
                  <a:lnTo>
                    <a:pt x="1" y="1107"/>
                  </a:lnTo>
                  <a:lnTo>
                    <a:pt x="1" y="1114"/>
                  </a:lnTo>
                  <a:lnTo>
                    <a:pt x="2" y="1123"/>
                  </a:lnTo>
                  <a:lnTo>
                    <a:pt x="5" y="1144"/>
                  </a:lnTo>
                  <a:lnTo>
                    <a:pt x="9" y="1169"/>
                  </a:lnTo>
                  <a:lnTo>
                    <a:pt x="13" y="1196"/>
                  </a:lnTo>
                  <a:lnTo>
                    <a:pt x="17" y="1225"/>
                  </a:lnTo>
                  <a:lnTo>
                    <a:pt x="22" y="1255"/>
                  </a:lnTo>
                  <a:lnTo>
                    <a:pt x="26" y="1286"/>
                  </a:lnTo>
                  <a:lnTo>
                    <a:pt x="36" y="1345"/>
                  </a:lnTo>
                  <a:lnTo>
                    <a:pt x="44" y="1395"/>
                  </a:lnTo>
                  <a:lnTo>
                    <a:pt x="50" y="1430"/>
                  </a:lnTo>
                  <a:lnTo>
                    <a:pt x="52" y="1443"/>
                  </a:lnTo>
                  <a:lnTo>
                    <a:pt x="57" y="1443"/>
                  </a:lnTo>
                  <a:lnTo>
                    <a:pt x="70" y="1440"/>
                  </a:lnTo>
                  <a:lnTo>
                    <a:pt x="89" y="1436"/>
                  </a:lnTo>
                  <a:lnTo>
                    <a:pt x="111" y="1432"/>
                  </a:lnTo>
                  <a:lnTo>
                    <a:pt x="136" y="1428"/>
                  </a:lnTo>
                  <a:lnTo>
                    <a:pt x="160" y="1424"/>
                  </a:lnTo>
                  <a:lnTo>
                    <a:pt x="171" y="1422"/>
                  </a:lnTo>
                  <a:lnTo>
                    <a:pt x="181" y="1421"/>
                  </a:lnTo>
                  <a:lnTo>
                    <a:pt x="190" y="1420"/>
                  </a:lnTo>
                  <a:lnTo>
                    <a:pt x="198" y="1419"/>
                  </a:lnTo>
                  <a:lnTo>
                    <a:pt x="215" y="1417"/>
                  </a:lnTo>
                  <a:lnTo>
                    <a:pt x="231" y="1415"/>
                  </a:lnTo>
                  <a:lnTo>
                    <a:pt x="247" y="1413"/>
                  </a:lnTo>
                  <a:lnTo>
                    <a:pt x="261" y="1411"/>
                  </a:lnTo>
                  <a:lnTo>
                    <a:pt x="288" y="1407"/>
                  </a:lnTo>
                  <a:lnTo>
                    <a:pt x="311" y="1403"/>
                  </a:lnTo>
                  <a:lnTo>
                    <a:pt x="316" y="1403"/>
                  </a:lnTo>
                  <a:lnTo>
                    <a:pt x="321" y="1402"/>
                  </a:lnTo>
                  <a:lnTo>
                    <a:pt x="326" y="1402"/>
                  </a:lnTo>
                  <a:lnTo>
                    <a:pt x="331" y="1402"/>
                  </a:lnTo>
                  <a:lnTo>
                    <a:pt x="336" y="1401"/>
                  </a:lnTo>
                  <a:lnTo>
                    <a:pt x="340" y="1401"/>
                  </a:lnTo>
                  <a:lnTo>
                    <a:pt x="344" y="1402"/>
                  </a:lnTo>
                  <a:lnTo>
                    <a:pt x="348" y="1402"/>
                  </a:lnTo>
                  <a:lnTo>
                    <a:pt x="352" y="1402"/>
                  </a:lnTo>
                  <a:lnTo>
                    <a:pt x="355" y="1403"/>
                  </a:lnTo>
                  <a:lnTo>
                    <a:pt x="358" y="1404"/>
                  </a:lnTo>
                  <a:lnTo>
                    <a:pt x="361" y="1405"/>
                  </a:lnTo>
                  <a:lnTo>
                    <a:pt x="364" y="1406"/>
                  </a:lnTo>
                  <a:lnTo>
                    <a:pt x="366" y="1408"/>
                  </a:lnTo>
                  <a:lnTo>
                    <a:pt x="369" y="1410"/>
                  </a:lnTo>
                  <a:lnTo>
                    <a:pt x="371" y="1412"/>
                  </a:lnTo>
                  <a:lnTo>
                    <a:pt x="375" y="1417"/>
                  </a:lnTo>
                  <a:lnTo>
                    <a:pt x="379" y="1422"/>
                  </a:lnTo>
                  <a:lnTo>
                    <a:pt x="383" y="1426"/>
                  </a:lnTo>
                  <a:lnTo>
                    <a:pt x="386" y="1431"/>
                  </a:lnTo>
                  <a:lnTo>
                    <a:pt x="388" y="1435"/>
                  </a:lnTo>
                  <a:lnTo>
                    <a:pt x="391" y="1439"/>
                  </a:lnTo>
                  <a:lnTo>
                    <a:pt x="393" y="1443"/>
                  </a:lnTo>
                  <a:lnTo>
                    <a:pt x="395" y="1447"/>
                  </a:lnTo>
                  <a:lnTo>
                    <a:pt x="396" y="1451"/>
                  </a:lnTo>
                  <a:lnTo>
                    <a:pt x="397" y="1455"/>
                  </a:lnTo>
                  <a:lnTo>
                    <a:pt x="398" y="1459"/>
                  </a:lnTo>
                  <a:lnTo>
                    <a:pt x="398" y="1462"/>
                  </a:lnTo>
                  <a:lnTo>
                    <a:pt x="399" y="1466"/>
                  </a:lnTo>
                  <a:lnTo>
                    <a:pt x="399" y="1470"/>
                  </a:lnTo>
                  <a:lnTo>
                    <a:pt x="398" y="1474"/>
                  </a:lnTo>
                  <a:lnTo>
                    <a:pt x="398" y="1478"/>
                  </a:lnTo>
                  <a:lnTo>
                    <a:pt x="397" y="1482"/>
                  </a:lnTo>
                  <a:lnTo>
                    <a:pt x="396" y="1485"/>
                  </a:lnTo>
                  <a:lnTo>
                    <a:pt x="395" y="1490"/>
                  </a:lnTo>
                  <a:lnTo>
                    <a:pt x="394" y="1494"/>
                  </a:lnTo>
                  <a:lnTo>
                    <a:pt x="391" y="1502"/>
                  </a:lnTo>
                  <a:lnTo>
                    <a:pt x="388" y="1511"/>
                  </a:lnTo>
                  <a:lnTo>
                    <a:pt x="384" y="1521"/>
                  </a:lnTo>
                  <a:lnTo>
                    <a:pt x="380" y="1532"/>
                  </a:lnTo>
                  <a:lnTo>
                    <a:pt x="376" y="1543"/>
                  </a:lnTo>
                  <a:lnTo>
                    <a:pt x="372" y="1556"/>
                  </a:lnTo>
                  <a:lnTo>
                    <a:pt x="370" y="1561"/>
                  </a:lnTo>
                  <a:lnTo>
                    <a:pt x="369" y="1566"/>
                  </a:lnTo>
                  <a:lnTo>
                    <a:pt x="367" y="1572"/>
                  </a:lnTo>
                  <a:lnTo>
                    <a:pt x="366" y="1577"/>
                  </a:lnTo>
                  <a:lnTo>
                    <a:pt x="365" y="1583"/>
                  </a:lnTo>
                  <a:lnTo>
                    <a:pt x="364" y="1590"/>
                  </a:lnTo>
                  <a:lnTo>
                    <a:pt x="363" y="1596"/>
                  </a:lnTo>
                  <a:lnTo>
                    <a:pt x="363" y="1603"/>
                  </a:lnTo>
                  <a:lnTo>
                    <a:pt x="362" y="1610"/>
                  </a:lnTo>
                  <a:lnTo>
                    <a:pt x="362" y="1616"/>
                  </a:lnTo>
                  <a:lnTo>
                    <a:pt x="362" y="1623"/>
                  </a:lnTo>
                  <a:lnTo>
                    <a:pt x="361" y="1630"/>
                  </a:lnTo>
                  <a:lnTo>
                    <a:pt x="362" y="1637"/>
                  </a:lnTo>
                  <a:lnTo>
                    <a:pt x="362" y="1645"/>
                  </a:lnTo>
                  <a:lnTo>
                    <a:pt x="362" y="1652"/>
                  </a:lnTo>
                  <a:lnTo>
                    <a:pt x="363" y="1659"/>
                  </a:lnTo>
                  <a:lnTo>
                    <a:pt x="364" y="1666"/>
                  </a:lnTo>
                  <a:lnTo>
                    <a:pt x="365" y="1673"/>
                  </a:lnTo>
                  <a:lnTo>
                    <a:pt x="366" y="1680"/>
                  </a:lnTo>
                  <a:lnTo>
                    <a:pt x="368" y="1686"/>
                  </a:lnTo>
                  <a:lnTo>
                    <a:pt x="370" y="1693"/>
                  </a:lnTo>
                  <a:lnTo>
                    <a:pt x="372" y="1699"/>
                  </a:lnTo>
                  <a:lnTo>
                    <a:pt x="374" y="1706"/>
                  </a:lnTo>
                  <a:lnTo>
                    <a:pt x="377" y="1712"/>
                  </a:lnTo>
                  <a:lnTo>
                    <a:pt x="379" y="1717"/>
                  </a:lnTo>
                  <a:lnTo>
                    <a:pt x="382" y="1723"/>
                  </a:lnTo>
                  <a:lnTo>
                    <a:pt x="386" y="1728"/>
                  </a:lnTo>
                  <a:lnTo>
                    <a:pt x="389" y="1733"/>
                  </a:lnTo>
                  <a:lnTo>
                    <a:pt x="393" y="1737"/>
                  </a:lnTo>
                  <a:lnTo>
                    <a:pt x="398" y="1742"/>
                  </a:lnTo>
                  <a:lnTo>
                    <a:pt x="402" y="1745"/>
                  </a:lnTo>
                  <a:lnTo>
                    <a:pt x="407" y="1749"/>
                  </a:lnTo>
                  <a:lnTo>
                    <a:pt x="418" y="1755"/>
                  </a:lnTo>
                  <a:lnTo>
                    <a:pt x="429" y="1761"/>
                  </a:lnTo>
                  <a:lnTo>
                    <a:pt x="440" y="1766"/>
                  </a:lnTo>
                  <a:lnTo>
                    <a:pt x="451" y="1769"/>
                  </a:lnTo>
                  <a:lnTo>
                    <a:pt x="461" y="1772"/>
                  </a:lnTo>
                  <a:lnTo>
                    <a:pt x="472" y="1775"/>
                  </a:lnTo>
                  <a:lnTo>
                    <a:pt x="482" y="1776"/>
                  </a:lnTo>
                  <a:lnTo>
                    <a:pt x="492" y="1777"/>
                  </a:lnTo>
                  <a:lnTo>
                    <a:pt x="502" y="1777"/>
                  </a:lnTo>
                  <a:lnTo>
                    <a:pt x="511" y="1777"/>
                  </a:lnTo>
                  <a:lnTo>
                    <a:pt x="520" y="1775"/>
                  </a:lnTo>
                  <a:lnTo>
                    <a:pt x="529" y="1774"/>
                  </a:lnTo>
                  <a:lnTo>
                    <a:pt x="538" y="1772"/>
                  </a:lnTo>
                  <a:lnTo>
                    <a:pt x="547" y="1769"/>
                  </a:lnTo>
                  <a:lnTo>
                    <a:pt x="555" y="1766"/>
                  </a:lnTo>
                  <a:lnTo>
                    <a:pt x="563" y="1762"/>
                  </a:lnTo>
                  <a:lnTo>
                    <a:pt x="570" y="1758"/>
                  </a:lnTo>
                  <a:lnTo>
                    <a:pt x="578" y="1753"/>
                  </a:lnTo>
                  <a:lnTo>
                    <a:pt x="584" y="1749"/>
                  </a:lnTo>
                  <a:lnTo>
                    <a:pt x="591" y="1744"/>
                  </a:lnTo>
                  <a:lnTo>
                    <a:pt x="597" y="1738"/>
                  </a:lnTo>
                  <a:lnTo>
                    <a:pt x="603" y="1733"/>
                  </a:lnTo>
                  <a:lnTo>
                    <a:pt x="608" y="1727"/>
                  </a:lnTo>
                  <a:lnTo>
                    <a:pt x="613" y="1721"/>
                  </a:lnTo>
                  <a:lnTo>
                    <a:pt x="618" y="1715"/>
                  </a:lnTo>
                  <a:lnTo>
                    <a:pt x="622" y="1709"/>
                  </a:lnTo>
                  <a:lnTo>
                    <a:pt x="626" y="1703"/>
                  </a:lnTo>
                  <a:lnTo>
                    <a:pt x="629" y="1696"/>
                  </a:lnTo>
                  <a:lnTo>
                    <a:pt x="632" y="1690"/>
                  </a:lnTo>
                  <a:lnTo>
                    <a:pt x="634" y="1684"/>
                  </a:lnTo>
                  <a:lnTo>
                    <a:pt x="636" y="1678"/>
                  </a:lnTo>
                  <a:lnTo>
                    <a:pt x="637" y="1672"/>
                  </a:lnTo>
                  <a:lnTo>
                    <a:pt x="639" y="1663"/>
                  </a:lnTo>
                  <a:lnTo>
                    <a:pt x="640" y="1654"/>
                  </a:lnTo>
                  <a:lnTo>
                    <a:pt x="640" y="1646"/>
                  </a:lnTo>
                  <a:lnTo>
                    <a:pt x="640" y="1639"/>
                  </a:lnTo>
                  <a:lnTo>
                    <a:pt x="640" y="1632"/>
                  </a:lnTo>
                  <a:lnTo>
                    <a:pt x="640" y="1625"/>
                  </a:lnTo>
                  <a:lnTo>
                    <a:pt x="639" y="1619"/>
                  </a:lnTo>
                  <a:lnTo>
                    <a:pt x="638" y="1614"/>
                  </a:lnTo>
                  <a:lnTo>
                    <a:pt x="636" y="1608"/>
                  </a:lnTo>
                  <a:lnTo>
                    <a:pt x="635" y="1603"/>
                  </a:lnTo>
                  <a:lnTo>
                    <a:pt x="633" y="1598"/>
                  </a:lnTo>
                  <a:lnTo>
                    <a:pt x="631" y="1593"/>
                  </a:lnTo>
                  <a:lnTo>
                    <a:pt x="629" y="1589"/>
                  </a:lnTo>
                  <a:lnTo>
                    <a:pt x="626" y="1584"/>
                  </a:lnTo>
                  <a:lnTo>
                    <a:pt x="624" y="1580"/>
                  </a:lnTo>
                  <a:lnTo>
                    <a:pt x="621" y="1576"/>
                  </a:lnTo>
                  <a:lnTo>
                    <a:pt x="616" y="1568"/>
                  </a:lnTo>
                  <a:lnTo>
                    <a:pt x="611" y="1560"/>
                  </a:lnTo>
                  <a:lnTo>
                    <a:pt x="609" y="1556"/>
                  </a:lnTo>
                  <a:lnTo>
                    <a:pt x="606" y="1552"/>
                  </a:lnTo>
                  <a:lnTo>
                    <a:pt x="604" y="1547"/>
                  </a:lnTo>
                  <a:lnTo>
                    <a:pt x="602" y="1543"/>
                  </a:lnTo>
                  <a:lnTo>
                    <a:pt x="600" y="1538"/>
                  </a:lnTo>
                  <a:lnTo>
                    <a:pt x="598" y="1534"/>
                  </a:lnTo>
                  <a:lnTo>
                    <a:pt x="596" y="1529"/>
                  </a:lnTo>
                  <a:lnTo>
                    <a:pt x="595" y="1523"/>
                  </a:lnTo>
                  <a:lnTo>
                    <a:pt x="593" y="1518"/>
                  </a:lnTo>
                  <a:lnTo>
                    <a:pt x="593" y="1512"/>
                  </a:lnTo>
                  <a:lnTo>
                    <a:pt x="592" y="1505"/>
                  </a:lnTo>
                  <a:lnTo>
                    <a:pt x="592" y="1499"/>
                  </a:lnTo>
                  <a:lnTo>
                    <a:pt x="592" y="1485"/>
                  </a:lnTo>
                  <a:lnTo>
                    <a:pt x="592" y="1473"/>
                  </a:lnTo>
                  <a:lnTo>
                    <a:pt x="594" y="1461"/>
                  </a:lnTo>
                  <a:lnTo>
                    <a:pt x="595" y="1451"/>
                  </a:lnTo>
                  <a:lnTo>
                    <a:pt x="597" y="1441"/>
                  </a:lnTo>
                  <a:lnTo>
                    <a:pt x="600" y="1432"/>
                  </a:lnTo>
                  <a:lnTo>
                    <a:pt x="603" y="1423"/>
                  </a:lnTo>
                  <a:lnTo>
                    <a:pt x="607" y="1416"/>
                  </a:lnTo>
                  <a:lnTo>
                    <a:pt x="611" y="1409"/>
                  </a:lnTo>
                  <a:lnTo>
                    <a:pt x="615" y="1403"/>
                  </a:lnTo>
                  <a:lnTo>
                    <a:pt x="620" y="1398"/>
                  </a:lnTo>
                  <a:lnTo>
                    <a:pt x="626" y="1393"/>
                  </a:lnTo>
                  <a:lnTo>
                    <a:pt x="631" y="1389"/>
                  </a:lnTo>
                  <a:lnTo>
                    <a:pt x="637" y="1385"/>
                  </a:lnTo>
                  <a:lnTo>
                    <a:pt x="643" y="1382"/>
                  </a:lnTo>
                  <a:lnTo>
                    <a:pt x="650" y="1380"/>
                  </a:lnTo>
                  <a:lnTo>
                    <a:pt x="657" y="1378"/>
                  </a:lnTo>
                  <a:lnTo>
                    <a:pt x="664" y="1377"/>
                  </a:lnTo>
                  <a:lnTo>
                    <a:pt x="672" y="1376"/>
                  </a:lnTo>
                  <a:lnTo>
                    <a:pt x="679" y="1375"/>
                  </a:lnTo>
                  <a:lnTo>
                    <a:pt x="687" y="1375"/>
                  </a:lnTo>
                  <a:lnTo>
                    <a:pt x="695" y="1376"/>
                  </a:lnTo>
                  <a:lnTo>
                    <a:pt x="703" y="1377"/>
                  </a:lnTo>
                  <a:lnTo>
                    <a:pt x="712" y="1378"/>
                  </a:lnTo>
                  <a:lnTo>
                    <a:pt x="720" y="1379"/>
                  </a:lnTo>
                  <a:lnTo>
                    <a:pt x="729" y="1381"/>
                  </a:lnTo>
                  <a:lnTo>
                    <a:pt x="738" y="1383"/>
                  </a:lnTo>
                  <a:lnTo>
                    <a:pt x="747" y="1385"/>
                  </a:lnTo>
                  <a:lnTo>
                    <a:pt x="756" y="1388"/>
                  </a:lnTo>
                  <a:lnTo>
                    <a:pt x="765" y="1390"/>
                  </a:lnTo>
                  <a:lnTo>
                    <a:pt x="774" y="1393"/>
                  </a:lnTo>
                  <a:lnTo>
                    <a:pt x="784" y="1396"/>
                  </a:lnTo>
                  <a:lnTo>
                    <a:pt x="802" y="1402"/>
                  </a:lnTo>
                  <a:lnTo>
                    <a:pt x="828" y="1411"/>
                  </a:lnTo>
                  <a:lnTo>
                    <a:pt x="858" y="1421"/>
                  </a:lnTo>
                  <a:lnTo>
                    <a:pt x="889" y="1431"/>
                  </a:lnTo>
                  <a:lnTo>
                    <a:pt x="918" y="1440"/>
                  </a:lnTo>
                  <a:lnTo>
                    <a:pt x="942" y="1448"/>
                  </a:lnTo>
                  <a:lnTo>
                    <a:pt x="959" y="1454"/>
                  </a:lnTo>
                  <a:lnTo>
                    <a:pt x="965" y="1456"/>
                  </a:lnTo>
                  <a:lnTo>
                    <a:pt x="988" y="1145"/>
                  </a:lnTo>
                  <a:lnTo>
                    <a:pt x="988" y="1140"/>
                  </a:lnTo>
                  <a:lnTo>
                    <a:pt x="988" y="1134"/>
                  </a:lnTo>
                  <a:lnTo>
                    <a:pt x="988" y="1129"/>
                  </a:lnTo>
                  <a:lnTo>
                    <a:pt x="988" y="1124"/>
                  </a:lnTo>
                  <a:lnTo>
                    <a:pt x="987" y="1118"/>
                  </a:lnTo>
                  <a:lnTo>
                    <a:pt x="987" y="1113"/>
                  </a:lnTo>
                  <a:lnTo>
                    <a:pt x="986" y="1108"/>
                  </a:lnTo>
                  <a:lnTo>
                    <a:pt x="985" y="1103"/>
                  </a:lnTo>
                  <a:lnTo>
                    <a:pt x="984" y="1098"/>
                  </a:lnTo>
                  <a:lnTo>
                    <a:pt x="983" y="1093"/>
                  </a:lnTo>
                  <a:lnTo>
                    <a:pt x="982" y="1089"/>
                  </a:lnTo>
                  <a:lnTo>
                    <a:pt x="980" y="1084"/>
                  </a:lnTo>
                  <a:lnTo>
                    <a:pt x="978" y="1080"/>
                  </a:lnTo>
                  <a:lnTo>
                    <a:pt x="976" y="1075"/>
                  </a:lnTo>
                  <a:lnTo>
                    <a:pt x="974" y="1071"/>
                  </a:lnTo>
                  <a:lnTo>
                    <a:pt x="971" y="1067"/>
                  </a:lnTo>
                  <a:lnTo>
                    <a:pt x="968" y="1063"/>
                  </a:lnTo>
                  <a:lnTo>
                    <a:pt x="966" y="1059"/>
                  </a:lnTo>
                  <a:lnTo>
                    <a:pt x="962" y="1056"/>
                  </a:lnTo>
                  <a:lnTo>
                    <a:pt x="959" y="1052"/>
                  </a:lnTo>
                  <a:lnTo>
                    <a:pt x="955" y="1049"/>
                  </a:lnTo>
                  <a:lnTo>
                    <a:pt x="951" y="1045"/>
                  </a:lnTo>
                  <a:lnTo>
                    <a:pt x="947" y="1042"/>
                  </a:lnTo>
                  <a:lnTo>
                    <a:pt x="943" y="1040"/>
                  </a:lnTo>
                  <a:lnTo>
                    <a:pt x="938" y="1037"/>
                  </a:lnTo>
                  <a:lnTo>
                    <a:pt x="933" y="1035"/>
                  </a:lnTo>
                  <a:lnTo>
                    <a:pt x="928" y="1032"/>
                  </a:lnTo>
                  <a:lnTo>
                    <a:pt x="923" y="1030"/>
                  </a:lnTo>
                  <a:lnTo>
                    <a:pt x="917" y="1028"/>
                  </a:lnTo>
                  <a:lnTo>
                    <a:pt x="911" y="1027"/>
                  </a:lnTo>
                  <a:lnTo>
                    <a:pt x="905" y="1025"/>
                  </a:lnTo>
                  <a:lnTo>
                    <a:pt x="899" y="1024"/>
                  </a:lnTo>
                  <a:lnTo>
                    <a:pt x="896" y="1024"/>
                  </a:lnTo>
                  <a:lnTo>
                    <a:pt x="893" y="1024"/>
                  </a:lnTo>
                  <a:lnTo>
                    <a:pt x="890" y="1025"/>
                  </a:lnTo>
                  <a:lnTo>
                    <a:pt x="886" y="1025"/>
                  </a:lnTo>
                  <a:lnTo>
                    <a:pt x="882" y="1026"/>
                  </a:lnTo>
                  <a:lnTo>
                    <a:pt x="878" y="1028"/>
                  </a:lnTo>
                  <a:lnTo>
                    <a:pt x="873" y="1029"/>
                  </a:lnTo>
                  <a:lnTo>
                    <a:pt x="868" y="1031"/>
                  </a:lnTo>
                  <a:lnTo>
                    <a:pt x="845" y="1039"/>
                  </a:lnTo>
                  <a:lnTo>
                    <a:pt x="820" y="1048"/>
                  </a:lnTo>
                  <a:lnTo>
                    <a:pt x="813" y="1050"/>
                  </a:lnTo>
                  <a:lnTo>
                    <a:pt x="806" y="1053"/>
                  </a:lnTo>
                  <a:lnTo>
                    <a:pt x="799" y="1055"/>
                  </a:lnTo>
                  <a:lnTo>
                    <a:pt x="793" y="1057"/>
                  </a:lnTo>
                  <a:lnTo>
                    <a:pt x="786" y="1058"/>
                  </a:lnTo>
                  <a:lnTo>
                    <a:pt x="779" y="1060"/>
                  </a:lnTo>
                  <a:lnTo>
                    <a:pt x="772" y="1062"/>
                  </a:lnTo>
                  <a:lnTo>
                    <a:pt x="765" y="1063"/>
                  </a:lnTo>
                  <a:lnTo>
                    <a:pt x="759" y="1064"/>
                  </a:lnTo>
                  <a:lnTo>
                    <a:pt x="752" y="1065"/>
                  </a:lnTo>
                  <a:lnTo>
                    <a:pt x="746" y="1065"/>
                  </a:lnTo>
                  <a:lnTo>
                    <a:pt x="740" y="1065"/>
                  </a:lnTo>
                  <a:lnTo>
                    <a:pt x="734" y="1065"/>
                  </a:lnTo>
                  <a:lnTo>
                    <a:pt x="728" y="1064"/>
                  </a:lnTo>
                  <a:lnTo>
                    <a:pt x="722" y="1063"/>
                  </a:lnTo>
                  <a:lnTo>
                    <a:pt x="717" y="1062"/>
                  </a:lnTo>
                  <a:lnTo>
                    <a:pt x="709" y="1060"/>
                  </a:lnTo>
                  <a:lnTo>
                    <a:pt x="703" y="1058"/>
                  </a:lnTo>
                  <a:lnTo>
                    <a:pt x="700" y="1057"/>
                  </a:lnTo>
                  <a:lnTo>
                    <a:pt x="697" y="1057"/>
                  </a:lnTo>
                  <a:lnTo>
                    <a:pt x="694" y="1055"/>
                  </a:lnTo>
                  <a:lnTo>
                    <a:pt x="690" y="1054"/>
                  </a:lnTo>
                  <a:lnTo>
                    <a:pt x="687" y="1053"/>
                  </a:lnTo>
                  <a:lnTo>
                    <a:pt x="683" y="1051"/>
                  </a:lnTo>
                  <a:lnTo>
                    <a:pt x="680" y="1048"/>
                  </a:lnTo>
                  <a:lnTo>
                    <a:pt x="675" y="1045"/>
                  </a:lnTo>
                  <a:lnTo>
                    <a:pt x="671" y="1042"/>
                  </a:lnTo>
                  <a:lnTo>
                    <a:pt x="666" y="1038"/>
                  </a:lnTo>
                  <a:lnTo>
                    <a:pt x="660" y="1034"/>
                  </a:lnTo>
                  <a:lnTo>
                    <a:pt x="654" y="1028"/>
                  </a:lnTo>
                  <a:lnTo>
                    <a:pt x="651" y="1026"/>
                  </a:lnTo>
                  <a:lnTo>
                    <a:pt x="649" y="1023"/>
                  </a:lnTo>
                  <a:lnTo>
                    <a:pt x="646" y="1020"/>
                  </a:lnTo>
                  <a:lnTo>
                    <a:pt x="643" y="1017"/>
                  </a:lnTo>
                  <a:lnTo>
                    <a:pt x="640" y="1014"/>
                  </a:lnTo>
                  <a:lnTo>
                    <a:pt x="638" y="1011"/>
                  </a:lnTo>
                  <a:lnTo>
                    <a:pt x="635" y="1008"/>
                  </a:lnTo>
                  <a:lnTo>
                    <a:pt x="633" y="1005"/>
                  </a:lnTo>
                  <a:lnTo>
                    <a:pt x="631" y="1001"/>
                  </a:lnTo>
                  <a:lnTo>
                    <a:pt x="628" y="998"/>
                  </a:lnTo>
                  <a:lnTo>
                    <a:pt x="626" y="995"/>
                  </a:lnTo>
                  <a:lnTo>
                    <a:pt x="624" y="991"/>
                  </a:lnTo>
                  <a:lnTo>
                    <a:pt x="622" y="988"/>
                  </a:lnTo>
                  <a:lnTo>
                    <a:pt x="620" y="984"/>
                  </a:lnTo>
                  <a:lnTo>
                    <a:pt x="618" y="981"/>
                  </a:lnTo>
                  <a:lnTo>
                    <a:pt x="617" y="977"/>
                  </a:lnTo>
                  <a:lnTo>
                    <a:pt x="615" y="973"/>
                  </a:lnTo>
                  <a:lnTo>
                    <a:pt x="613" y="970"/>
                  </a:lnTo>
                  <a:lnTo>
                    <a:pt x="612" y="966"/>
                  </a:lnTo>
                  <a:lnTo>
                    <a:pt x="610" y="962"/>
                  </a:lnTo>
                  <a:lnTo>
                    <a:pt x="609" y="958"/>
                  </a:lnTo>
                  <a:lnTo>
                    <a:pt x="608" y="954"/>
                  </a:lnTo>
                  <a:lnTo>
                    <a:pt x="607" y="950"/>
                  </a:lnTo>
                  <a:lnTo>
                    <a:pt x="606" y="946"/>
                  </a:lnTo>
                  <a:lnTo>
                    <a:pt x="605" y="942"/>
                  </a:lnTo>
                  <a:lnTo>
                    <a:pt x="604" y="938"/>
                  </a:lnTo>
                  <a:lnTo>
                    <a:pt x="603" y="934"/>
                  </a:lnTo>
                  <a:lnTo>
                    <a:pt x="602" y="930"/>
                  </a:lnTo>
                  <a:lnTo>
                    <a:pt x="602" y="926"/>
                  </a:lnTo>
                  <a:lnTo>
                    <a:pt x="601" y="922"/>
                  </a:lnTo>
                  <a:lnTo>
                    <a:pt x="601" y="917"/>
                  </a:lnTo>
                  <a:lnTo>
                    <a:pt x="601" y="913"/>
                  </a:lnTo>
                  <a:lnTo>
                    <a:pt x="600" y="907"/>
                  </a:lnTo>
                  <a:lnTo>
                    <a:pt x="600" y="900"/>
                  </a:lnTo>
                  <a:lnTo>
                    <a:pt x="601" y="894"/>
                  </a:lnTo>
                  <a:lnTo>
                    <a:pt x="601" y="887"/>
                  </a:lnTo>
                  <a:lnTo>
                    <a:pt x="602" y="880"/>
                  </a:lnTo>
                  <a:lnTo>
                    <a:pt x="603" y="872"/>
                  </a:lnTo>
                  <a:lnTo>
                    <a:pt x="604" y="865"/>
                  </a:lnTo>
                  <a:lnTo>
                    <a:pt x="606" y="858"/>
                  </a:lnTo>
                  <a:lnTo>
                    <a:pt x="608" y="851"/>
                  </a:lnTo>
                  <a:lnTo>
                    <a:pt x="610" y="843"/>
                  </a:lnTo>
                  <a:lnTo>
                    <a:pt x="612" y="836"/>
                  </a:lnTo>
                  <a:lnTo>
                    <a:pt x="615" y="829"/>
                  </a:lnTo>
                  <a:lnTo>
                    <a:pt x="618" y="822"/>
                  </a:lnTo>
                  <a:lnTo>
                    <a:pt x="621" y="814"/>
                  </a:lnTo>
                  <a:lnTo>
                    <a:pt x="624" y="807"/>
                  </a:lnTo>
                  <a:lnTo>
                    <a:pt x="628" y="801"/>
                  </a:lnTo>
                  <a:lnTo>
                    <a:pt x="631" y="794"/>
                  </a:lnTo>
                  <a:lnTo>
                    <a:pt x="635" y="787"/>
                  </a:lnTo>
                  <a:lnTo>
                    <a:pt x="639" y="781"/>
                  </a:lnTo>
                  <a:lnTo>
                    <a:pt x="643" y="775"/>
                  </a:lnTo>
                  <a:lnTo>
                    <a:pt x="648" y="769"/>
                  </a:lnTo>
                  <a:lnTo>
                    <a:pt x="653" y="764"/>
                  </a:lnTo>
                  <a:lnTo>
                    <a:pt x="657" y="758"/>
                  </a:lnTo>
                  <a:lnTo>
                    <a:pt x="662" y="754"/>
                  </a:lnTo>
                  <a:lnTo>
                    <a:pt x="668" y="749"/>
                  </a:lnTo>
                  <a:lnTo>
                    <a:pt x="673" y="745"/>
                  </a:lnTo>
                  <a:lnTo>
                    <a:pt x="679" y="741"/>
                  </a:lnTo>
                  <a:lnTo>
                    <a:pt x="684" y="738"/>
                  </a:lnTo>
                  <a:lnTo>
                    <a:pt x="690" y="735"/>
                  </a:lnTo>
                  <a:lnTo>
                    <a:pt x="696" y="732"/>
                  </a:lnTo>
                  <a:lnTo>
                    <a:pt x="702" y="730"/>
                  </a:lnTo>
                  <a:lnTo>
                    <a:pt x="709" y="729"/>
                  </a:lnTo>
                  <a:lnTo>
                    <a:pt x="716" y="728"/>
                  </a:lnTo>
                  <a:lnTo>
                    <a:pt x="724" y="727"/>
                  </a:lnTo>
                  <a:lnTo>
                    <a:pt x="731" y="727"/>
                  </a:lnTo>
                  <a:lnTo>
                    <a:pt x="739" y="727"/>
                  </a:lnTo>
                  <a:lnTo>
                    <a:pt x="746" y="728"/>
                  </a:lnTo>
                  <a:lnTo>
                    <a:pt x="753" y="728"/>
                  </a:lnTo>
                  <a:lnTo>
                    <a:pt x="760" y="730"/>
                  </a:lnTo>
                  <a:lnTo>
                    <a:pt x="767" y="731"/>
                  </a:lnTo>
                  <a:lnTo>
                    <a:pt x="774" y="733"/>
                  </a:lnTo>
                  <a:lnTo>
                    <a:pt x="780" y="735"/>
                  </a:lnTo>
                  <a:lnTo>
                    <a:pt x="787" y="737"/>
                  </a:lnTo>
                  <a:lnTo>
                    <a:pt x="794" y="740"/>
                  </a:lnTo>
                  <a:lnTo>
                    <a:pt x="800" y="742"/>
                  </a:lnTo>
                  <a:lnTo>
                    <a:pt x="806" y="745"/>
                  </a:lnTo>
                  <a:lnTo>
                    <a:pt x="812" y="748"/>
                  </a:lnTo>
                  <a:lnTo>
                    <a:pt x="818" y="751"/>
                  </a:lnTo>
                  <a:lnTo>
                    <a:pt x="830" y="757"/>
                  </a:lnTo>
                  <a:lnTo>
                    <a:pt x="842" y="763"/>
                  </a:lnTo>
                  <a:lnTo>
                    <a:pt x="853" y="768"/>
                  </a:lnTo>
                  <a:lnTo>
                    <a:pt x="863" y="774"/>
                  </a:lnTo>
                  <a:lnTo>
                    <a:pt x="869" y="776"/>
                  </a:lnTo>
                  <a:lnTo>
                    <a:pt x="874" y="778"/>
                  </a:lnTo>
                  <a:lnTo>
                    <a:pt x="879" y="780"/>
                  </a:lnTo>
                  <a:lnTo>
                    <a:pt x="884" y="781"/>
                  </a:lnTo>
                  <a:lnTo>
                    <a:pt x="889" y="783"/>
                  </a:lnTo>
                  <a:lnTo>
                    <a:pt x="894" y="783"/>
                  </a:lnTo>
                  <a:lnTo>
                    <a:pt x="899" y="784"/>
                  </a:lnTo>
                  <a:lnTo>
                    <a:pt x="904" y="784"/>
                  </a:lnTo>
                  <a:lnTo>
                    <a:pt x="913" y="784"/>
                  </a:lnTo>
                  <a:lnTo>
                    <a:pt x="921" y="784"/>
                  </a:lnTo>
                  <a:lnTo>
                    <a:pt x="928" y="783"/>
                  </a:lnTo>
                  <a:lnTo>
                    <a:pt x="934" y="783"/>
                  </a:lnTo>
                  <a:lnTo>
                    <a:pt x="937" y="782"/>
                  </a:lnTo>
                  <a:lnTo>
                    <a:pt x="940" y="782"/>
                  </a:lnTo>
                  <a:lnTo>
                    <a:pt x="943" y="781"/>
                  </a:lnTo>
                  <a:lnTo>
                    <a:pt x="945" y="780"/>
                  </a:lnTo>
                  <a:lnTo>
                    <a:pt x="948" y="780"/>
                  </a:lnTo>
                  <a:lnTo>
                    <a:pt x="950" y="779"/>
                  </a:lnTo>
                  <a:lnTo>
                    <a:pt x="952" y="778"/>
                  </a:lnTo>
                  <a:lnTo>
                    <a:pt x="954" y="777"/>
                  </a:lnTo>
                  <a:lnTo>
                    <a:pt x="956" y="776"/>
                  </a:lnTo>
                  <a:lnTo>
                    <a:pt x="958" y="774"/>
                  </a:lnTo>
                  <a:lnTo>
                    <a:pt x="960" y="773"/>
                  </a:lnTo>
                  <a:lnTo>
                    <a:pt x="962" y="771"/>
                  </a:lnTo>
                  <a:lnTo>
                    <a:pt x="964" y="770"/>
                  </a:lnTo>
                  <a:lnTo>
                    <a:pt x="965" y="768"/>
                  </a:lnTo>
                  <a:lnTo>
                    <a:pt x="967" y="766"/>
                  </a:lnTo>
                  <a:lnTo>
                    <a:pt x="969" y="764"/>
                  </a:lnTo>
                  <a:lnTo>
                    <a:pt x="973" y="759"/>
                  </a:lnTo>
                  <a:lnTo>
                    <a:pt x="976" y="754"/>
                  </a:lnTo>
                  <a:lnTo>
                    <a:pt x="980" y="749"/>
                  </a:lnTo>
                  <a:lnTo>
                    <a:pt x="984" y="742"/>
                  </a:lnTo>
                  <a:lnTo>
                    <a:pt x="986" y="739"/>
                  </a:lnTo>
                  <a:lnTo>
                    <a:pt x="988" y="735"/>
                  </a:lnTo>
                  <a:lnTo>
                    <a:pt x="989" y="729"/>
                  </a:lnTo>
                  <a:lnTo>
                    <a:pt x="990" y="722"/>
                  </a:lnTo>
                  <a:lnTo>
                    <a:pt x="992" y="715"/>
                  </a:lnTo>
                  <a:lnTo>
                    <a:pt x="993" y="707"/>
                  </a:lnTo>
                  <a:lnTo>
                    <a:pt x="993" y="698"/>
                  </a:lnTo>
                  <a:lnTo>
                    <a:pt x="994" y="688"/>
                  </a:lnTo>
                  <a:lnTo>
                    <a:pt x="995" y="678"/>
                  </a:lnTo>
                  <a:lnTo>
                    <a:pt x="996" y="667"/>
                  </a:lnTo>
                  <a:lnTo>
                    <a:pt x="996" y="655"/>
                  </a:lnTo>
                  <a:lnTo>
                    <a:pt x="997" y="644"/>
                  </a:lnTo>
                  <a:lnTo>
                    <a:pt x="997" y="620"/>
                  </a:lnTo>
                  <a:lnTo>
                    <a:pt x="998" y="595"/>
                  </a:lnTo>
                  <a:lnTo>
                    <a:pt x="998" y="571"/>
                  </a:lnTo>
                  <a:lnTo>
                    <a:pt x="998" y="548"/>
                  </a:lnTo>
                  <a:lnTo>
                    <a:pt x="998" y="527"/>
                  </a:lnTo>
                  <a:lnTo>
                    <a:pt x="998" y="508"/>
                  </a:lnTo>
                  <a:lnTo>
                    <a:pt x="997" y="480"/>
                  </a:lnTo>
                  <a:lnTo>
                    <a:pt x="997" y="469"/>
                  </a:lnTo>
                  <a:lnTo>
                    <a:pt x="984" y="466"/>
                  </a:lnTo>
                  <a:lnTo>
                    <a:pt x="970" y="463"/>
                  </a:lnTo>
                  <a:lnTo>
                    <a:pt x="955" y="459"/>
                  </a:lnTo>
                  <a:lnTo>
                    <a:pt x="939" y="456"/>
                  </a:lnTo>
                  <a:lnTo>
                    <a:pt x="922" y="453"/>
                  </a:lnTo>
                  <a:lnTo>
                    <a:pt x="904" y="449"/>
                  </a:lnTo>
                  <a:lnTo>
                    <a:pt x="886" y="446"/>
                  </a:lnTo>
                  <a:lnTo>
                    <a:pt x="868" y="442"/>
                  </a:lnTo>
                  <a:lnTo>
                    <a:pt x="850" y="439"/>
                  </a:lnTo>
                  <a:lnTo>
                    <a:pt x="832" y="436"/>
                  </a:lnTo>
                  <a:lnTo>
                    <a:pt x="815" y="433"/>
                  </a:lnTo>
                  <a:lnTo>
                    <a:pt x="798" y="431"/>
                  </a:lnTo>
                  <a:lnTo>
                    <a:pt x="782" y="429"/>
                  </a:lnTo>
                  <a:lnTo>
                    <a:pt x="767" y="427"/>
                  </a:lnTo>
                  <a:lnTo>
                    <a:pt x="760" y="427"/>
                  </a:lnTo>
                  <a:lnTo>
                    <a:pt x="754" y="426"/>
                  </a:lnTo>
                  <a:lnTo>
                    <a:pt x="747" y="426"/>
                  </a:lnTo>
                  <a:lnTo>
                    <a:pt x="742" y="426"/>
                  </a:lnTo>
                  <a:lnTo>
                    <a:pt x="726" y="425"/>
                  </a:lnTo>
                  <a:lnTo>
                    <a:pt x="712" y="425"/>
                  </a:lnTo>
                  <a:lnTo>
                    <a:pt x="701" y="424"/>
                  </a:lnTo>
                  <a:lnTo>
                    <a:pt x="691" y="424"/>
                  </a:lnTo>
                  <a:lnTo>
                    <a:pt x="687" y="423"/>
                  </a:lnTo>
                  <a:lnTo>
                    <a:pt x="684" y="423"/>
                  </a:lnTo>
                  <a:lnTo>
                    <a:pt x="680" y="422"/>
                  </a:lnTo>
                  <a:lnTo>
                    <a:pt x="677" y="421"/>
                  </a:lnTo>
                  <a:lnTo>
                    <a:pt x="675" y="421"/>
                  </a:lnTo>
                  <a:lnTo>
                    <a:pt x="672" y="420"/>
                  </a:lnTo>
                  <a:lnTo>
                    <a:pt x="670" y="419"/>
                  </a:lnTo>
                  <a:lnTo>
                    <a:pt x="668" y="418"/>
                  </a:lnTo>
                  <a:lnTo>
                    <a:pt x="666" y="416"/>
                  </a:lnTo>
                  <a:lnTo>
                    <a:pt x="664" y="415"/>
                  </a:lnTo>
                  <a:lnTo>
                    <a:pt x="662" y="414"/>
                  </a:lnTo>
                  <a:lnTo>
                    <a:pt x="661" y="412"/>
                  </a:lnTo>
                  <a:lnTo>
                    <a:pt x="659" y="410"/>
                  </a:lnTo>
                  <a:lnTo>
                    <a:pt x="658" y="408"/>
                  </a:lnTo>
                  <a:lnTo>
                    <a:pt x="656" y="405"/>
                  </a:lnTo>
                  <a:lnTo>
                    <a:pt x="654" y="403"/>
                  </a:lnTo>
                  <a:lnTo>
                    <a:pt x="651" y="397"/>
                  </a:lnTo>
                  <a:lnTo>
                    <a:pt x="646" y="390"/>
                  </a:lnTo>
                  <a:lnTo>
                    <a:pt x="641" y="382"/>
                  </a:lnTo>
                  <a:lnTo>
                    <a:pt x="635" y="373"/>
                  </a:lnTo>
                  <a:lnTo>
                    <a:pt x="633" y="371"/>
                  </a:lnTo>
                  <a:lnTo>
                    <a:pt x="632" y="368"/>
                  </a:lnTo>
                  <a:lnTo>
                    <a:pt x="631" y="366"/>
                  </a:lnTo>
                  <a:lnTo>
                    <a:pt x="630" y="363"/>
                  </a:lnTo>
                  <a:lnTo>
                    <a:pt x="629" y="361"/>
                  </a:lnTo>
                  <a:lnTo>
                    <a:pt x="628" y="358"/>
                  </a:lnTo>
                  <a:lnTo>
                    <a:pt x="627" y="355"/>
                  </a:lnTo>
                  <a:lnTo>
                    <a:pt x="627" y="352"/>
                  </a:lnTo>
                  <a:lnTo>
                    <a:pt x="626" y="349"/>
                  </a:lnTo>
                  <a:lnTo>
                    <a:pt x="626" y="346"/>
                  </a:lnTo>
                  <a:lnTo>
                    <a:pt x="626" y="343"/>
                  </a:lnTo>
                  <a:lnTo>
                    <a:pt x="625" y="340"/>
                  </a:lnTo>
                  <a:lnTo>
                    <a:pt x="625" y="334"/>
                  </a:lnTo>
                  <a:lnTo>
                    <a:pt x="625" y="328"/>
                  </a:lnTo>
                  <a:lnTo>
                    <a:pt x="625" y="321"/>
                  </a:lnTo>
                  <a:lnTo>
                    <a:pt x="626" y="315"/>
                  </a:lnTo>
                  <a:lnTo>
                    <a:pt x="626" y="309"/>
                  </a:lnTo>
                  <a:lnTo>
                    <a:pt x="627" y="303"/>
                  </a:lnTo>
                  <a:lnTo>
                    <a:pt x="627" y="298"/>
                  </a:lnTo>
                  <a:lnTo>
                    <a:pt x="627" y="292"/>
                  </a:lnTo>
                  <a:lnTo>
                    <a:pt x="628" y="288"/>
                  </a:lnTo>
                  <a:lnTo>
                    <a:pt x="628" y="283"/>
                  </a:lnTo>
                  <a:lnTo>
                    <a:pt x="628" y="281"/>
                  </a:lnTo>
                  <a:lnTo>
                    <a:pt x="628" y="279"/>
                  </a:lnTo>
                  <a:lnTo>
                    <a:pt x="629" y="276"/>
                  </a:lnTo>
                  <a:lnTo>
                    <a:pt x="629" y="274"/>
                  </a:lnTo>
                  <a:lnTo>
                    <a:pt x="631" y="268"/>
                  </a:lnTo>
                  <a:lnTo>
                    <a:pt x="633" y="263"/>
                  </a:lnTo>
                  <a:lnTo>
                    <a:pt x="635" y="257"/>
                  </a:lnTo>
                  <a:lnTo>
                    <a:pt x="637" y="250"/>
                  </a:lnTo>
                  <a:lnTo>
                    <a:pt x="640" y="244"/>
                  </a:lnTo>
                  <a:lnTo>
                    <a:pt x="643" y="238"/>
                  </a:lnTo>
                  <a:lnTo>
                    <a:pt x="649" y="227"/>
                  </a:lnTo>
                  <a:lnTo>
                    <a:pt x="654" y="218"/>
                  </a:lnTo>
                  <a:lnTo>
                    <a:pt x="657" y="212"/>
                  </a:lnTo>
                  <a:lnTo>
                    <a:pt x="658" y="209"/>
                  </a:lnTo>
                  <a:close/>
                </a:path>
              </a:pathLst>
            </a:custGeom>
            <a:grpFill/>
            <a:ln w="19050" cmpd="sng">
              <a:solidFill>
                <a:schemeClr val="bg1"/>
              </a:solidFill>
              <a:round/>
            </a:ln>
          </p:spPr>
          <p:txBody>
            <a:bodyPr/>
            <a:lstStyle/>
            <a:p>
              <a:endParaRPr lang="en-GB" sz="1815"/>
            </a:p>
          </p:txBody>
        </p:sp>
        <p:sp>
          <p:nvSpPr>
            <p:cNvPr id="62" name="Freeform 28"/>
            <p:cNvSpPr/>
            <p:nvPr/>
          </p:nvSpPr>
          <p:spPr bwMode="auto">
            <a:xfrm>
              <a:off x="1194" y="1019"/>
              <a:ext cx="1474" cy="1219"/>
            </a:xfrm>
            <a:custGeom>
              <a:avLst/>
              <a:gdLst>
                <a:gd name="T0" fmla="*/ 593 w 1474"/>
                <a:gd name="T1" fmla="*/ 378 h 1219"/>
                <a:gd name="T2" fmla="*/ 674 w 1474"/>
                <a:gd name="T3" fmla="*/ 367 h 1219"/>
                <a:gd name="T4" fmla="*/ 721 w 1474"/>
                <a:gd name="T5" fmla="*/ 326 h 1219"/>
                <a:gd name="T6" fmla="*/ 731 w 1474"/>
                <a:gd name="T7" fmla="*/ 220 h 1219"/>
                <a:gd name="T8" fmla="*/ 703 w 1474"/>
                <a:gd name="T9" fmla="*/ 109 h 1219"/>
                <a:gd name="T10" fmla="*/ 761 w 1474"/>
                <a:gd name="T11" fmla="*/ 13 h 1219"/>
                <a:gd name="T12" fmla="*/ 896 w 1474"/>
                <a:gd name="T13" fmla="*/ 23 h 1219"/>
                <a:gd name="T14" fmla="*/ 965 w 1474"/>
                <a:gd name="T15" fmla="*/ 115 h 1219"/>
                <a:gd name="T16" fmla="*/ 927 w 1474"/>
                <a:gd name="T17" fmla="*/ 232 h 1219"/>
                <a:gd name="T18" fmla="*/ 887 w 1474"/>
                <a:gd name="T19" fmla="*/ 306 h 1219"/>
                <a:gd name="T20" fmla="*/ 905 w 1474"/>
                <a:gd name="T21" fmla="*/ 361 h 1219"/>
                <a:gd name="T22" fmla="*/ 974 w 1474"/>
                <a:gd name="T23" fmla="*/ 392 h 1219"/>
                <a:gd name="T24" fmla="*/ 1053 w 1474"/>
                <a:gd name="T25" fmla="*/ 373 h 1219"/>
                <a:gd name="T26" fmla="*/ 1169 w 1474"/>
                <a:gd name="T27" fmla="*/ 542 h 1219"/>
                <a:gd name="T28" fmla="*/ 1210 w 1474"/>
                <a:gd name="T29" fmla="*/ 613 h 1219"/>
                <a:gd name="T30" fmla="*/ 1277 w 1474"/>
                <a:gd name="T31" fmla="*/ 612 h 1219"/>
                <a:gd name="T32" fmla="*/ 1378 w 1474"/>
                <a:gd name="T33" fmla="*/ 579 h 1219"/>
                <a:gd name="T34" fmla="*/ 1456 w 1474"/>
                <a:gd name="T35" fmla="*/ 631 h 1219"/>
                <a:gd name="T36" fmla="*/ 1472 w 1474"/>
                <a:gd name="T37" fmla="*/ 732 h 1219"/>
                <a:gd name="T38" fmla="*/ 1428 w 1474"/>
                <a:gd name="T39" fmla="*/ 793 h 1219"/>
                <a:gd name="T40" fmla="*/ 1356 w 1474"/>
                <a:gd name="T41" fmla="*/ 787 h 1219"/>
                <a:gd name="T42" fmla="*/ 1300 w 1474"/>
                <a:gd name="T43" fmla="*/ 761 h 1219"/>
                <a:gd name="T44" fmla="*/ 1251 w 1474"/>
                <a:gd name="T45" fmla="*/ 778 h 1219"/>
                <a:gd name="T46" fmla="*/ 1230 w 1474"/>
                <a:gd name="T47" fmla="*/ 807 h 1219"/>
                <a:gd name="T48" fmla="*/ 1223 w 1474"/>
                <a:gd name="T49" fmla="*/ 868 h 1219"/>
                <a:gd name="T50" fmla="*/ 1260 w 1474"/>
                <a:gd name="T51" fmla="*/ 1125 h 1219"/>
                <a:gd name="T52" fmla="*/ 1221 w 1474"/>
                <a:gd name="T53" fmla="*/ 1209 h 1219"/>
                <a:gd name="T54" fmla="*/ 1044 w 1474"/>
                <a:gd name="T55" fmla="*/ 1179 h 1219"/>
                <a:gd name="T56" fmla="*/ 968 w 1474"/>
                <a:gd name="T57" fmla="*/ 1172 h 1219"/>
                <a:gd name="T58" fmla="*/ 923 w 1474"/>
                <a:gd name="T59" fmla="*/ 1123 h 1219"/>
                <a:gd name="T60" fmla="*/ 913 w 1474"/>
                <a:gd name="T61" fmla="*/ 1051 h 1219"/>
                <a:gd name="T62" fmla="*/ 925 w 1474"/>
                <a:gd name="T63" fmla="*/ 1013 h 1219"/>
                <a:gd name="T64" fmla="*/ 933 w 1474"/>
                <a:gd name="T65" fmla="*/ 998 h 1219"/>
                <a:gd name="T66" fmla="*/ 959 w 1474"/>
                <a:gd name="T67" fmla="*/ 915 h 1219"/>
                <a:gd name="T68" fmla="*/ 946 w 1474"/>
                <a:gd name="T69" fmla="*/ 840 h 1219"/>
                <a:gd name="T70" fmla="*/ 819 w 1474"/>
                <a:gd name="T71" fmla="*/ 754 h 1219"/>
                <a:gd name="T72" fmla="*/ 668 w 1474"/>
                <a:gd name="T73" fmla="*/ 805 h 1219"/>
                <a:gd name="T74" fmla="*/ 629 w 1474"/>
                <a:gd name="T75" fmla="*/ 919 h 1219"/>
                <a:gd name="T76" fmla="*/ 663 w 1474"/>
                <a:gd name="T77" fmla="*/ 1013 h 1219"/>
                <a:gd name="T78" fmla="*/ 681 w 1474"/>
                <a:gd name="T79" fmla="*/ 1081 h 1219"/>
                <a:gd name="T80" fmla="*/ 655 w 1474"/>
                <a:gd name="T81" fmla="*/ 1132 h 1219"/>
                <a:gd name="T82" fmla="*/ 618 w 1474"/>
                <a:gd name="T83" fmla="*/ 1147 h 1219"/>
                <a:gd name="T84" fmla="*/ 452 w 1474"/>
                <a:gd name="T85" fmla="*/ 1136 h 1219"/>
                <a:gd name="T86" fmla="*/ 276 w 1474"/>
                <a:gd name="T87" fmla="*/ 1119 h 1219"/>
                <a:gd name="T88" fmla="*/ 250 w 1474"/>
                <a:gd name="T89" fmla="*/ 1077 h 1219"/>
                <a:gd name="T90" fmla="*/ 263 w 1474"/>
                <a:gd name="T91" fmla="*/ 985 h 1219"/>
                <a:gd name="T92" fmla="*/ 273 w 1474"/>
                <a:gd name="T93" fmla="*/ 897 h 1219"/>
                <a:gd name="T94" fmla="*/ 236 w 1474"/>
                <a:gd name="T95" fmla="*/ 832 h 1219"/>
                <a:gd name="T96" fmla="*/ 167 w 1474"/>
                <a:gd name="T97" fmla="*/ 830 h 1219"/>
                <a:gd name="T98" fmla="*/ 93 w 1474"/>
                <a:gd name="T99" fmla="*/ 839 h 1219"/>
                <a:gd name="T100" fmla="*/ 49 w 1474"/>
                <a:gd name="T101" fmla="*/ 823 h 1219"/>
                <a:gd name="T102" fmla="*/ 16 w 1474"/>
                <a:gd name="T103" fmla="*/ 795 h 1219"/>
                <a:gd name="T104" fmla="*/ 5 w 1474"/>
                <a:gd name="T105" fmla="*/ 685 h 1219"/>
                <a:gd name="T106" fmla="*/ 68 w 1474"/>
                <a:gd name="T107" fmla="*/ 580 h 1219"/>
                <a:gd name="T108" fmla="*/ 162 w 1474"/>
                <a:gd name="T109" fmla="*/ 575 h 1219"/>
                <a:gd name="T110" fmla="*/ 242 w 1474"/>
                <a:gd name="T111" fmla="*/ 635 h 1219"/>
                <a:gd name="T112" fmla="*/ 317 w 1474"/>
                <a:gd name="T113" fmla="*/ 652 h 1219"/>
                <a:gd name="T114" fmla="*/ 356 w 1474"/>
                <a:gd name="T115" fmla="*/ 627 h 1219"/>
                <a:gd name="T116" fmla="*/ 406 w 1474"/>
                <a:gd name="T117" fmla="*/ 474 h 1219"/>
                <a:gd name="T118" fmla="*/ 442 w 1474"/>
                <a:gd name="T119" fmla="*/ 356 h 121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1474"/>
                <a:gd name="T181" fmla="*/ 0 h 1219"/>
                <a:gd name="T182" fmla="*/ 1474 w 1474"/>
                <a:gd name="T183" fmla="*/ 1219 h 1219"/>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1474" h="1219">
                  <a:moveTo>
                    <a:pt x="446" y="342"/>
                  </a:moveTo>
                  <a:lnTo>
                    <a:pt x="459" y="346"/>
                  </a:lnTo>
                  <a:lnTo>
                    <a:pt x="478" y="351"/>
                  </a:lnTo>
                  <a:lnTo>
                    <a:pt x="501" y="357"/>
                  </a:lnTo>
                  <a:lnTo>
                    <a:pt x="525" y="364"/>
                  </a:lnTo>
                  <a:lnTo>
                    <a:pt x="538" y="367"/>
                  </a:lnTo>
                  <a:lnTo>
                    <a:pt x="550" y="370"/>
                  </a:lnTo>
                  <a:lnTo>
                    <a:pt x="562" y="372"/>
                  </a:lnTo>
                  <a:lnTo>
                    <a:pt x="573" y="375"/>
                  </a:lnTo>
                  <a:lnTo>
                    <a:pt x="579" y="375"/>
                  </a:lnTo>
                  <a:lnTo>
                    <a:pt x="584" y="376"/>
                  </a:lnTo>
                  <a:lnTo>
                    <a:pt x="588" y="377"/>
                  </a:lnTo>
                  <a:lnTo>
                    <a:pt x="593" y="378"/>
                  </a:lnTo>
                  <a:lnTo>
                    <a:pt x="597" y="378"/>
                  </a:lnTo>
                  <a:lnTo>
                    <a:pt x="601" y="378"/>
                  </a:lnTo>
                  <a:lnTo>
                    <a:pt x="604" y="378"/>
                  </a:lnTo>
                  <a:lnTo>
                    <a:pt x="607" y="378"/>
                  </a:lnTo>
                  <a:lnTo>
                    <a:pt x="616" y="377"/>
                  </a:lnTo>
                  <a:lnTo>
                    <a:pt x="625" y="376"/>
                  </a:lnTo>
                  <a:lnTo>
                    <a:pt x="633" y="375"/>
                  </a:lnTo>
                  <a:lnTo>
                    <a:pt x="641" y="374"/>
                  </a:lnTo>
                  <a:lnTo>
                    <a:pt x="649" y="373"/>
                  </a:lnTo>
                  <a:lnTo>
                    <a:pt x="656" y="372"/>
                  </a:lnTo>
                  <a:lnTo>
                    <a:pt x="662" y="370"/>
                  </a:lnTo>
                  <a:lnTo>
                    <a:pt x="669" y="369"/>
                  </a:lnTo>
                  <a:lnTo>
                    <a:pt x="674" y="367"/>
                  </a:lnTo>
                  <a:lnTo>
                    <a:pt x="680" y="365"/>
                  </a:lnTo>
                  <a:lnTo>
                    <a:pt x="685" y="363"/>
                  </a:lnTo>
                  <a:lnTo>
                    <a:pt x="689" y="361"/>
                  </a:lnTo>
                  <a:lnTo>
                    <a:pt x="694" y="358"/>
                  </a:lnTo>
                  <a:lnTo>
                    <a:pt x="698" y="356"/>
                  </a:lnTo>
                  <a:lnTo>
                    <a:pt x="701" y="353"/>
                  </a:lnTo>
                  <a:lnTo>
                    <a:pt x="705" y="350"/>
                  </a:lnTo>
                  <a:lnTo>
                    <a:pt x="708" y="346"/>
                  </a:lnTo>
                  <a:lnTo>
                    <a:pt x="711" y="343"/>
                  </a:lnTo>
                  <a:lnTo>
                    <a:pt x="714" y="339"/>
                  </a:lnTo>
                  <a:lnTo>
                    <a:pt x="717" y="335"/>
                  </a:lnTo>
                  <a:lnTo>
                    <a:pt x="719" y="330"/>
                  </a:lnTo>
                  <a:lnTo>
                    <a:pt x="721" y="326"/>
                  </a:lnTo>
                  <a:lnTo>
                    <a:pt x="724" y="321"/>
                  </a:lnTo>
                  <a:lnTo>
                    <a:pt x="726" y="315"/>
                  </a:lnTo>
                  <a:lnTo>
                    <a:pt x="728" y="310"/>
                  </a:lnTo>
                  <a:lnTo>
                    <a:pt x="730" y="304"/>
                  </a:lnTo>
                  <a:lnTo>
                    <a:pt x="731" y="298"/>
                  </a:lnTo>
                  <a:lnTo>
                    <a:pt x="733" y="291"/>
                  </a:lnTo>
                  <a:lnTo>
                    <a:pt x="737" y="276"/>
                  </a:lnTo>
                  <a:lnTo>
                    <a:pt x="741" y="260"/>
                  </a:lnTo>
                  <a:lnTo>
                    <a:pt x="740" y="258"/>
                  </a:lnTo>
                  <a:lnTo>
                    <a:pt x="739" y="252"/>
                  </a:lnTo>
                  <a:lnTo>
                    <a:pt x="737" y="243"/>
                  </a:lnTo>
                  <a:lnTo>
                    <a:pt x="734" y="232"/>
                  </a:lnTo>
                  <a:lnTo>
                    <a:pt x="731" y="220"/>
                  </a:lnTo>
                  <a:lnTo>
                    <a:pt x="728" y="208"/>
                  </a:lnTo>
                  <a:lnTo>
                    <a:pt x="726" y="203"/>
                  </a:lnTo>
                  <a:lnTo>
                    <a:pt x="725" y="198"/>
                  </a:lnTo>
                  <a:lnTo>
                    <a:pt x="723" y="194"/>
                  </a:lnTo>
                  <a:lnTo>
                    <a:pt x="722" y="191"/>
                  </a:lnTo>
                  <a:lnTo>
                    <a:pt x="717" y="180"/>
                  </a:lnTo>
                  <a:lnTo>
                    <a:pt x="713" y="170"/>
                  </a:lnTo>
                  <a:lnTo>
                    <a:pt x="709" y="159"/>
                  </a:lnTo>
                  <a:lnTo>
                    <a:pt x="707" y="149"/>
                  </a:lnTo>
                  <a:lnTo>
                    <a:pt x="705" y="139"/>
                  </a:lnTo>
                  <a:lnTo>
                    <a:pt x="704" y="129"/>
                  </a:lnTo>
                  <a:lnTo>
                    <a:pt x="703" y="119"/>
                  </a:lnTo>
                  <a:lnTo>
                    <a:pt x="703" y="109"/>
                  </a:lnTo>
                  <a:lnTo>
                    <a:pt x="704" y="99"/>
                  </a:lnTo>
                  <a:lnTo>
                    <a:pt x="706" y="90"/>
                  </a:lnTo>
                  <a:lnTo>
                    <a:pt x="708" y="81"/>
                  </a:lnTo>
                  <a:lnTo>
                    <a:pt x="710" y="72"/>
                  </a:lnTo>
                  <a:lnTo>
                    <a:pt x="714" y="64"/>
                  </a:lnTo>
                  <a:lnTo>
                    <a:pt x="718" y="56"/>
                  </a:lnTo>
                  <a:lnTo>
                    <a:pt x="722" y="48"/>
                  </a:lnTo>
                  <a:lnTo>
                    <a:pt x="727" y="41"/>
                  </a:lnTo>
                  <a:lnTo>
                    <a:pt x="733" y="34"/>
                  </a:lnTo>
                  <a:lnTo>
                    <a:pt x="739" y="28"/>
                  </a:lnTo>
                  <a:lnTo>
                    <a:pt x="746" y="22"/>
                  </a:lnTo>
                  <a:lnTo>
                    <a:pt x="753" y="17"/>
                  </a:lnTo>
                  <a:lnTo>
                    <a:pt x="761" y="13"/>
                  </a:lnTo>
                  <a:lnTo>
                    <a:pt x="769" y="9"/>
                  </a:lnTo>
                  <a:lnTo>
                    <a:pt x="778" y="6"/>
                  </a:lnTo>
                  <a:lnTo>
                    <a:pt x="787" y="3"/>
                  </a:lnTo>
                  <a:lnTo>
                    <a:pt x="796" y="1"/>
                  </a:lnTo>
                  <a:lnTo>
                    <a:pt x="806" y="0"/>
                  </a:lnTo>
                  <a:lnTo>
                    <a:pt x="817" y="0"/>
                  </a:lnTo>
                  <a:lnTo>
                    <a:pt x="827" y="1"/>
                  </a:lnTo>
                  <a:lnTo>
                    <a:pt x="839" y="2"/>
                  </a:lnTo>
                  <a:lnTo>
                    <a:pt x="850" y="4"/>
                  </a:lnTo>
                  <a:lnTo>
                    <a:pt x="862" y="7"/>
                  </a:lnTo>
                  <a:lnTo>
                    <a:pt x="874" y="11"/>
                  </a:lnTo>
                  <a:lnTo>
                    <a:pt x="886" y="17"/>
                  </a:lnTo>
                  <a:lnTo>
                    <a:pt x="896" y="23"/>
                  </a:lnTo>
                  <a:lnTo>
                    <a:pt x="906" y="29"/>
                  </a:lnTo>
                  <a:lnTo>
                    <a:pt x="915" y="35"/>
                  </a:lnTo>
                  <a:lnTo>
                    <a:pt x="923" y="42"/>
                  </a:lnTo>
                  <a:lnTo>
                    <a:pt x="931" y="48"/>
                  </a:lnTo>
                  <a:lnTo>
                    <a:pt x="937" y="55"/>
                  </a:lnTo>
                  <a:lnTo>
                    <a:pt x="943" y="62"/>
                  </a:lnTo>
                  <a:lnTo>
                    <a:pt x="948" y="69"/>
                  </a:lnTo>
                  <a:lnTo>
                    <a:pt x="953" y="76"/>
                  </a:lnTo>
                  <a:lnTo>
                    <a:pt x="957" y="84"/>
                  </a:lnTo>
                  <a:lnTo>
                    <a:pt x="960" y="91"/>
                  </a:lnTo>
                  <a:lnTo>
                    <a:pt x="962" y="99"/>
                  </a:lnTo>
                  <a:lnTo>
                    <a:pt x="964" y="107"/>
                  </a:lnTo>
                  <a:lnTo>
                    <a:pt x="965" y="115"/>
                  </a:lnTo>
                  <a:lnTo>
                    <a:pt x="966" y="123"/>
                  </a:lnTo>
                  <a:lnTo>
                    <a:pt x="965" y="132"/>
                  </a:lnTo>
                  <a:lnTo>
                    <a:pt x="965" y="140"/>
                  </a:lnTo>
                  <a:lnTo>
                    <a:pt x="963" y="149"/>
                  </a:lnTo>
                  <a:lnTo>
                    <a:pt x="961" y="158"/>
                  </a:lnTo>
                  <a:lnTo>
                    <a:pt x="959" y="167"/>
                  </a:lnTo>
                  <a:lnTo>
                    <a:pt x="956" y="176"/>
                  </a:lnTo>
                  <a:lnTo>
                    <a:pt x="952" y="185"/>
                  </a:lnTo>
                  <a:lnTo>
                    <a:pt x="948" y="194"/>
                  </a:lnTo>
                  <a:lnTo>
                    <a:pt x="944" y="203"/>
                  </a:lnTo>
                  <a:lnTo>
                    <a:pt x="938" y="213"/>
                  </a:lnTo>
                  <a:lnTo>
                    <a:pt x="933" y="222"/>
                  </a:lnTo>
                  <a:lnTo>
                    <a:pt x="927" y="232"/>
                  </a:lnTo>
                  <a:lnTo>
                    <a:pt x="921" y="242"/>
                  </a:lnTo>
                  <a:lnTo>
                    <a:pt x="913" y="251"/>
                  </a:lnTo>
                  <a:lnTo>
                    <a:pt x="906" y="261"/>
                  </a:lnTo>
                  <a:lnTo>
                    <a:pt x="898" y="271"/>
                  </a:lnTo>
                  <a:lnTo>
                    <a:pt x="897" y="274"/>
                  </a:lnTo>
                  <a:lnTo>
                    <a:pt x="895" y="277"/>
                  </a:lnTo>
                  <a:lnTo>
                    <a:pt x="893" y="280"/>
                  </a:lnTo>
                  <a:lnTo>
                    <a:pt x="891" y="284"/>
                  </a:lnTo>
                  <a:lnTo>
                    <a:pt x="890" y="288"/>
                  </a:lnTo>
                  <a:lnTo>
                    <a:pt x="889" y="292"/>
                  </a:lnTo>
                  <a:lnTo>
                    <a:pt x="888" y="297"/>
                  </a:lnTo>
                  <a:lnTo>
                    <a:pt x="887" y="301"/>
                  </a:lnTo>
                  <a:lnTo>
                    <a:pt x="887" y="306"/>
                  </a:lnTo>
                  <a:lnTo>
                    <a:pt x="887" y="310"/>
                  </a:lnTo>
                  <a:lnTo>
                    <a:pt x="886" y="315"/>
                  </a:lnTo>
                  <a:lnTo>
                    <a:pt x="887" y="319"/>
                  </a:lnTo>
                  <a:lnTo>
                    <a:pt x="887" y="324"/>
                  </a:lnTo>
                  <a:lnTo>
                    <a:pt x="888" y="328"/>
                  </a:lnTo>
                  <a:lnTo>
                    <a:pt x="888" y="330"/>
                  </a:lnTo>
                  <a:lnTo>
                    <a:pt x="889" y="332"/>
                  </a:lnTo>
                  <a:lnTo>
                    <a:pt x="890" y="333"/>
                  </a:lnTo>
                  <a:lnTo>
                    <a:pt x="890" y="335"/>
                  </a:lnTo>
                  <a:lnTo>
                    <a:pt x="894" y="343"/>
                  </a:lnTo>
                  <a:lnTo>
                    <a:pt x="897" y="349"/>
                  </a:lnTo>
                  <a:lnTo>
                    <a:pt x="901" y="355"/>
                  </a:lnTo>
                  <a:lnTo>
                    <a:pt x="905" y="361"/>
                  </a:lnTo>
                  <a:lnTo>
                    <a:pt x="909" y="366"/>
                  </a:lnTo>
                  <a:lnTo>
                    <a:pt x="914" y="370"/>
                  </a:lnTo>
                  <a:lnTo>
                    <a:pt x="919" y="374"/>
                  </a:lnTo>
                  <a:lnTo>
                    <a:pt x="924" y="378"/>
                  </a:lnTo>
                  <a:lnTo>
                    <a:pt x="929" y="381"/>
                  </a:lnTo>
                  <a:lnTo>
                    <a:pt x="934" y="384"/>
                  </a:lnTo>
                  <a:lnTo>
                    <a:pt x="940" y="386"/>
                  </a:lnTo>
                  <a:lnTo>
                    <a:pt x="945" y="388"/>
                  </a:lnTo>
                  <a:lnTo>
                    <a:pt x="951" y="389"/>
                  </a:lnTo>
                  <a:lnTo>
                    <a:pt x="956" y="391"/>
                  </a:lnTo>
                  <a:lnTo>
                    <a:pt x="963" y="391"/>
                  </a:lnTo>
                  <a:lnTo>
                    <a:pt x="968" y="392"/>
                  </a:lnTo>
                  <a:lnTo>
                    <a:pt x="974" y="392"/>
                  </a:lnTo>
                  <a:lnTo>
                    <a:pt x="980" y="392"/>
                  </a:lnTo>
                  <a:lnTo>
                    <a:pt x="987" y="392"/>
                  </a:lnTo>
                  <a:lnTo>
                    <a:pt x="993" y="391"/>
                  </a:lnTo>
                  <a:lnTo>
                    <a:pt x="999" y="390"/>
                  </a:lnTo>
                  <a:lnTo>
                    <a:pt x="1005" y="389"/>
                  </a:lnTo>
                  <a:lnTo>
                    <a:pt x="1011" y="387"/>
                  </a:lnTo>
                  <a:lnTo>
                    <a:pt x="1017" y="386"/>
                  </a:lnTo>
                  <a:lnTo>
                    <a:pt x="1023" y="384"/>
                  </a:lnTo>
                  <a:lnTo>
                    <a:pt x="1029" y="382"/>
                  </a:lnTo>
                  <a:lnTo>
                    <a:pt x="1036" y="380"/>
                  </a:lnTo>
                  <a:lnTo>
                    <a:pt x="1042" y="378"/>
                  </a:lnTo>
                  <a:lnTo>
                    <a:pt x="1047" y="375"/>
                  </a:lnTo>
                  <a:lnTo>
                    <a:pt x="1053" y="373"/>
                  </a:lnTo>
                  <a:lnTo>
                    <a:pt x="1059" y="370"/>
                  </a:lnTo>
                  <a:lnTo>
                    <a:pt x="1064" y="367"/>
                  </a:lnTo>
                  <a:lnTo>
                    <a:pt x="1120" y="327"/>
                  </a:lnTo>
                  <a:lnTo>
                    <a:pt x="1122" y="335"/>
                  </a:lnTo>
                  <a:lnTo>
                    <a:pt x="1126" y="356"/>
                  </a:lnTo>
                  <a:lnTo>
                    <a:pt x="1133" y="386"/>
                  </a:lnTo>
                  <a:lnTo>
                    <a:pt x="1140" y="422"/>
                  </a:lnTo>
                  <a:lnTo>
                    <a:pt x="1149" y="460"/>
                  </a:lnTo>
                  <a:lnTo>
                    <a:pt x="1157" y="495"/>
                  </a:lnTo>
                  <a:lnTo>
                    <a:pt x="1160" y="510"/>
                  </a:lnTo>
                  <a:lnTo>
                    <a:pt x="1163" y="523"/>
                  </a:lnTo>
                  <a:lnTo>
                    <a:pt x="1166" y="534"/>
                  </a:lnTo>
                  <a:lnTo>
                    <a:pt x="1169" y="542"/>
                  </a:lnTo>
                  <a:lnTo>
                    <a:pt x="1171" y="548"/>
                  </a:lnTo>
                  <a:lnTo>
                    <a:pt x="1173" y="554"/>
                  </a:lnTo>
                  <a:lnTo>
                    <a:pt x="1176" y="560"/>
                  </a:lnTo>
                  <a:lnTo>
                    <a:pt x="1179" y="566"/>
                  </a:lnTo>
                  <a:lnTo>
                    <a:pt x="1181" y="572"/>
                  </a:lnTo>
                  <a:lnTo>
                    <a:pt x="1184" y="578"/>
                  </a:lnTo>
                  <a:lnTo>
                    <a:pt x="1187" y="583"/>
                  </a:lnTo>
                  <a:lnTo>
                    <a:pt x="1190" y="588"/>
                  </a:lnTo>
                  <a:lnTo>
                    <a:pt x="1195" y="598"/>
                  </a:lnTo>
                  <a:lnTo>
                    <a:pt x="1199" y="605"/>
                  </a:lnTo>
                  <a:lnTo>
                    <a:pt x="1202" y="609"/>
                  </a:lnTo>
                  <a:lnTo>
                    <a:pt x="1203" y="611"/>
                  </a:lnTo>
                  <a:lnTo>
                    <a:pt x="1210" y="613"/>
                  </a:lnTo>
                  <a:lnTo>
                    <a:pt x="1217" y="615"/>
                  </a:lnTo>
                  <a:lnTo>
                    <a:pt x="1223" y="616"/>
                  </a:lnTo>
                  <a:lnTo>
                    <a:pt x="1229" y="617"/>
                  </a:lnTo>
                  <a:lnTo>
                    <a:pt x="1235" y="618"/>
                  </a:lnTo>
                  <a:lnTo>
                    <a:pt x="1241" y="618"/>
                  </a:lnTo>
                  <a:lnTo>
                    <a:pt x="1246" y="618"/>
                  </a:lnTo>
                  <a:lnTo>
                    <a:pt x="1251" y="618"/>
                  </a:lnTo>
                  <a:lnTo>
                    <a:pt x="1255" y="617"/>
                  </a:lnTo>
                  <a:lnTo>
                    <a:pt x="1260" y="617"/>
                  </a:lnTo>
                  <a:lnTo>
                    <a:pt x="1264" y="616"/>
                  </a:lnTo>
                  <a:lnTo>
                    <a:pt x="1269" y="615"/>
                  </a:lnTo>
                  <a:lnTo>
                    <a:pt x="1273" y="614"/>
                  </a:lnTo>
                  <a:lnTo>
                    <a:pt x="1277" y="612"/>
                  </a:lnTo>
                  <a:lnTo>
                    <a:pt x="1281" y="611"/>
                  </a:lnTo>
                  <a:lnTo>
                    <a:pt x="1285" y="609"/>
                  </a:lnTo>
                  <a:lnTo>
                    <a:pt x="1302" y="601"/>
                  </a:lnTo>
                  <a:lnTo>
                    <a:pt x="1320" y="593"/>
                  </a:lnTo>
                  <a:lnTo>
                    <a:pt x="1325" y="591"/>
                  </a:lnTo>
                  <a:lnTo>
                    <a:pt x="1331" y="589"/>
                  </a:lnTo>
                  <a:lnTo>
                    <a:pt x="1336" y="587"/>
                  </a:lnTo>
                  <a:lnTo>
                    <a:pt x="1342" y="585"/>
                  </a:lnTo>
                  <a:lnTo>
                    <a:pt x="1348" y="583"/>
                  </a:lnTo>
                  <a:lnTo>
                    <a:pt x="1355" y="582"/>
                  </a:lnTo>
                  <a:lnTo>
                    <a:pt x="1362" y="580"/>
                  </a:lnTo>
                  <a:lnTo>
                    <a:pt x="1369" y="579"/>
                  </a:lnTo>
                  <a:lnTo>
                    <a:pt x="1378" y="579"/>
                  </a:lnTo>
                  <a:lnTo>
                    <a:pt x="1386" y="579"/>
                  </a:lnTo>
                  <a:lnTo>
                    <a:pt x="1394" y="580"/>
                  </a:lnTo>
                  <a:lnTo>
                    <a:pt x="1401" y="582"/>
                  </a:lnTo>
                  <a:lnTo>
                    <a:pt x="1409" y="585"/>
                  </a:lnTo>
                  <a:lnTo>
                    <a:pt x="1415" y="588"/>
                  </a:lnTo>
                  <a:lnTo>
                    <a:pt x="1422" y="592"/>
                  </a:lnTo>
                  <a:lnTo>
                    <a:pt x="1428" y="596"/>
                  </a:lnTo>
                  <a:lnTo>
                    <a:pt x="1433" y="601"/>
                  </a:lnTo>
                  <a:lnTo>
                    <a:pt x="1439" y="606"/>
                  </a:lnTo>
                  <a:lnTo>
                    <a:pt x="1444" y="612"/>
                  </a:lnTo>
                  <a:lnTo>
                    <a:pt x="1448" y="618"/>
                  </a:lnTo>
                  <a:lnTo>
                    <a:pt x="1453" y="625"/>
                  </a:lnTo>
                  <a:lnTo>
                    <a:pt x="1456" y="631"/>
                  </a:lnTo>
                  <a:lnTo>
                    <a:pt x="1460" y="638"/>
                  </a:lnTo>
                  <a:lnTo>
                    <a:pt x="1463" y="646"/>
                  </a:lnTo>
                  <a:lnTo>
                    <a:pt x="1466" y="653"/>
                  </a:lnTo>
                  <a:lnTo>
                    <a:pt x="1468" y="661"/>
                  </a:lnTo>
                  <a:lnTo>
                    <a:pt x="1470" y="669"/>
                  </a:lnTo>
                  <a:lnTo>
                    <a:pt x="1472" y="677"/>
                  </a:lnTo>
                  <a:lnTo>
                    <a:pt x="1473" y="685"/>
                  </a:lnTo>
                  <a:lnTo>
                    <a:pt x="1474" y="693"/>
                  </a:lnTo>
                  <a:lnTo>
                    <a:pt x="1474" y="701"/>
                  </a:lnTo>
                  <a:lnTo>
                    <a:pt x="1474" y="709"/>
                  </a:lnTo>
                  <a:lnTo>
                    <a:pt x="1474" y="717"/>
                  </a:lnTo>
                  <a:lnTo>
                    <a:pt x="1473" y="725"/>
                  </a:lnTo>
                  <a:lnTo>
                    <a:pt x="1472" y="732"/>
                  </a:lnTo>
                  <a:lnTo>
                    <a:pt x="1470" y="740"/>
                  </a:lnTo>
                  <a:lnTo>
                    <a:pt x="1468" y="747"/>
                  </a:lnTo>
                  <a:lnTo>
                    <a:pt x="1466" y="754"/>
                  </a:lnTo>
                  <a:lnTo>
                    <a:pt x="1463" y="760"/>
                  </a:lnTo>
                  <a:lnTo>
                    <a:pt x="1460" y="766"/>
                  </a:lnTo>
                  <a:lnTo>
                    <a:pt x="1457" y="771"/>
                  </a:lnTo>
                  <a:lnTo>
                    <a:pt x="1454" y="776"/>
                  </a:lnTo>
                  <a:lnTo>
                    <a:pt x="1450" y="780"/>
                  </a:lnTo>
                  <a:lnTo>
                    <a:pt x="1446" y="783"/>
                  </a:lnTo>
                  <a:lnTo>
                    <a:pt x="1442" y="786"/>
                  </a:lnTo>
                  <a:lnTo>
                    <a:pt x="1437" y="789"/>
                  </a:lnTo>
                  <a:lnTo>
                    <a:pt x="1433" y="791"/>
                  </a:lnTo>
                  <a:lnTo>
                    <a:pt x="1428" y="793"/>
                  </a:lnTo>
                  <a:lnTo>
                    <a:pt x="1423" y="794"/>
                  </a:lnTo>
                  <a:lnTo>
                    <a:pt x="1418" y="795"/>
                  </a:lnTo>
                  <a:lnTo>
                    <a:pt x="1412" y="796"/>
                  </a:lnTo>
                  <a:lnTo>
                    <a:pt x="1407" y="796"/>
                  </a:lnTo>
                  <a:lnTo>
                    <a:pt x="1401" y="796"/>
                  </a:lnTo>
                  <a:lnTo>
                    <a:pt x="1396" y="796"/>
                  </a:lnTo>
                  <a:lnTo>
                    <a:pt x="1390" y="796"/>
                  </a:lnTo>
                  <a:lnTo>
                    <a:pt x="1384" y="795"/>
                  </a:lnTo>
                  <a:lnTo>
                    <a:pt x="1378" y="794"/>
                  </a:lnTo>
                  <a:lnTo>
                    <a:pt x="1373" y="792"/>
                  </a:lnTo>
                  <a:lnTo>
                    <a:pt x="1367" y="791"/>
                  </a:lnTo>
                  <a:lnTo>
                    <a:pt x="1361" y="789"/>
                  </a:lnTo>
                  <a:lnTo>
                    <a:pt x="1356" y="787"/>
                  </a:lnTo>
                  <a:lnTo>
                    <a:pt x="1350" y="785"/>
                  </a:lnTo>
                  <a:lnTo>
                    <a:pt x="1345" y="783"/>
                  </a:lnTo>
                  <a:lnTo>
                    <a:pt x="1340" y="781"/>
                  </a:lnTo>
                  <a:lnTo>
                    <a:pt x="1335" y="779"/>
                  </a:lnTo>
                  <a:lnTo>
                    <a:pt x="1330" y="776"/>
                  </a:lnTo>
                  <a:lnTo>
                    <a:pt x="1325" y="774"/>
                  </a:lnTo>
                  <a:lnTo>
                    <a:pt x="1320" y="771"/>
                  </a:lnTo>
                  <a:lnTo>
                    <a:pt x="1316" y="769"/>
                  </a:lnTo>
                  <a:lnTo>
                    <a:pt x="1312" y="766"/>
                  </a:lnTo>
                  <a:lnTo>
                    <a:pt x="1309" y="764"/>
                  </a:lnTo>
                  <a:lnTo>
                    <a:pt x="1305" y="761"/>
                  </a:lnTo>
                  <a:lnTo>
                    <a:pt x="1304" y="761"/>
                  </a:lnTo>
                  <a:lnTo>
                    <a:pt x="1300" y="761"/>
                  </a:lnTo>
                  <a:lnTo>
                    <a:pt x="1297" y="762"/>
                  </a:lnTo>
                  <a:lnTo>
                    <a:pt x="1294" y="762"/>
                  </a:lnTo>
                  <a:lnTo>
                    <a:pt x="1290" y="763"/>
                  </a:lnTo>
                  <a:lnTo>
                    <a:pt x="1286" y="763"/>
                  </a:lnTo>
                  <a:lnTo>
                    <a:pt x="1282" y="764"/>
                  </a:lnTo>
                  <a:lnTo>
                    <a:pt x="1277" y="766"/>
                  </a:lnTo>
                  <a:lnTo>
                    <a:pt x="1273" y="767"/>
                  </a:lnTo>
                  <a:lnTo>
                    <a:pt x="1268" y="769"/>
                  </a:lnTo>
                  <a:lnTo>
                    <a:pt x="1263" y="771"/>
                  </a:lnTo>
                  <a:lnTo>
                    <a:pt x="1258" y="773"/>
                  </a:lnTo>
                  <a:lnTo>
                    <a:pt x="1256" y="775"/>
                  </a:lnTo>
                  <a:lnTo>
                    <a:pt x="1253" y="776"/>
                  </a:lnTo>
                  <a:lnTo>
                    <a:pt x="1251" y="778"/>
                  </a:lnTo>
                  <a:lnTo>
                    <a:pt x="1249" y="780"/>
                  </a:lnTo>
                  <a:lnTo>
                    <a:pt x="1247" y="781"/>
                  </a:lnTo>
                  <a:lnTo>
                    <a:pt x="1245" y="784"/>
                  </a:lnTo>
                  <a:lnTo>
                    <a:pt x="1243" y="785"/>
                  </a:lnTo>
                  <a:lnTo>
                    <a:pt x="1241" y="788"/>
                  </a:lnTo>
                  <a:lnTo>
                    <a:pt x="1239" y="790"/>
                  </a:lnTo>
                  <a:lnTo>
                    <a:pt x="1238" y="792"/>
                  </a:lnTo>
                  <a:lnTo>
                    <a:pt x="1236" y="794"/>
                  </a:lnTo>
                  <a:lnTo>
                    <a:pt x="1234" y="797"/>
                  </a:lnTo>
                  <a:lnTo>
                    <a:pt x="1233" y="799"/>
                  </a:lnTo>
                  <a:lnTo>
                    <a:pt x="1232" y="802"/>
                  </a:lnTo>
                  <a:lnTo>
                    <a:pt x="1231" y="804"/>
                  </a:lnTo>
                  <a:lnTo>
                    <a:pt x="1230" y="807"/>
                  </a:lnTo>
                  <a:lnTo>
                    <a:pt x="1228" y="812"/>
                  </a:lnTo>
                  <a:lnTo>
                    <a:pt x="1226" y="818"/>
                  </a:lnTo>
                  <a:lnTo>
                    <a:pt x="1225" y="823"/>
                  </a:lnTo>
                  <a:lnTo>
                    <a:pt x="1224" y="829"/>
                  </a:lnTo>
                  <a:lnTo>
                    <a:pt x="1223" y="834"/>
                  </a:lnTo>
                  <a:lnTo>
                    <a:pt x="1223" y="839"/>
                  </a:lnTo>
                  <a:lnTo>
                    <a:pt x="1223" y="844"/>
                  </a:lnTo>
                  <a:lnTo>
                    <a:pt x="1222" y="849"/>
                  </a:lnTo>
                  <a:lnTo>
                    <a:pt x="1222" y="853"/>
                  </a:lnTo>
                  <a:lnTo>
                    <a:pt x="1222" y="858"/>
                  </a:lnTo>
                  <a:lnTo>
                    <a:pt x="1222" y="860"/>
                  </a:lnTo>
                  <a:lnTo>
                    <a:pt x="1223" y="864"/>
                  </a:lnTo>
                  <a:lnTo>
                    <a:pt x="1223" y="868"/>
                  </a:lnTo>
                  <a:lnTo>
                    <a:pt x="1224" y="874"/>
                  </a:lnTo>
                  <a:lnTo>
                    <a:pt x="1226" y="888"/>
                  </a:lnTo>
                  <a:lnTo>
                    <a:pt x="1228" y="905"/>
                  </a:lnTo>
                  <a:lnTo>
                    <a:pt x="1234" y="946"/>
                  </a:lnTo>
                  <a:lnTo>
                    <a:pt x="1241" y="991"/>
                  </a:lnTo>
                  <a:lnTo>
                    <a:pt x="1248" y="1037"/>
                  </a:lnTo>
                  <a:lnTo>
                    <a:pt x="1254" y="1077"/>
                  </a:lnTo>
                  <a:lnTo>
                    <a:pt x="1256" y="1094"/>
                  </a:lnTo>
                  <a:lnTo>
                    <a:pt x="1258" y="1108"/>
                  </a:lnTo>
                  <a:lnTo>
                    <a:pt x="1259" y="1114"/>
                  </a:lnTo>
                  <a:lnTo>
                    <a:pt x="1259" y="1119"/>
                  </a:lnTo>
                  <a:lnTo>
                    <a:pt x="1260" y="1122"/>
                  </a:lnTo>
                  <a:lnTo>
                    <a:pt x="1260" y="1125"/>
                  </a:lnTo>
                  <a:lnTo>
                    <a:pt x="1260" y="1135"/>
                  </a:lnTo>
                  <a:lnTo>
                    <a:pt x="1260" y="1149"/>
                  </a:lnTo>
                  <a:lnTo>
                    <a:pt x="1261" y="1164"/>
                  </a:lnTo>
                  <a:lnTo>
                    <a:pt x="1262" y="1180"/>
                  </a:lnTo>
                  <a:lnTo>
                    <a:pt x="1263" y="1195"/>
                  </a:lnTo>
                  <a:lnTo>
                    <a:pt x="1264" y="1207"/>
                  </a:lnTo>
                  <a:lnTo>
                    <a:pt x="1265" y="1216"/>
                  </a:lnTo>
                  <a:lnTo>
                    <a:pt x="1265" y="1219"/>
                  </a:lnTo>
                  <a:lnTo>
                    <a:pt x="1264" y="1219"/>
                  </a:lnTo>
                  <a:lnTo>
                    <a:pt x="1256" y="1217"/>
                  </a:lnTo>
                  <a:lnTo>
                    <a:pt x="1247" y="1215"/>
                  </a:lnTo>
                  <a:lnTo>
                    <a:pt x="1221" y="1209"/>
                  </a:lnTo>
                  <a:lnTo>
                    <a:pt x="1194" y="1202"/>
                  </a:lnTo>
                  <a:lnTo>
                    <a:pt x="1180" y="1199"/>
                  </a:lnTo>
                  <a:lnTo>
                    <a:pt x="1167" y="1196"/>
                  </a:lnTo>
                  <a:lnTo>
                    <a:pt x="1153" y="1194"/>
                  </a:lnTo>
                  <a:lnTo>
                    <a:pt x="1140" y="1191"/>
                  </a:lnTo>
                  <a:lnTo>
                    <a:pt x="1126" y="1189"/>
                  </a:lnTo>
                  <a:lnTo>
                    <a:pt x="1113" y="1186"/>
                  </a:lnTo>
                  <a:lnTo>
                    <a:pt x="1099" y="1184"/>
                  </a:lnTo>
                  <a:lnTo>
                    <a:pt x="1085" y="1183"/>
                  </a:lnTo>
                  <a:lnTo>
                    <a:pt x="1071" y="1181"/>
                  </a:lnTo>
                  <a:lnTo>
                    <a:pt x="1058" y="1180"/>
                  </a:lnTo>
                  <a:lnTo>
                    <a:pt x="1051" y="1180"/>
                  </a:lnTo>
                  <a:lnTo>
                    <a:pt x="1044" y="1179"/>
                  </a:lnTo>
                  <a:lnTo>
                    <a:pt x="1037" y="1179"/>
                  </a:lnTo>
                  <a:lnTo>
                    <a:pt x="1031" y="1179"/>
                  </a:lnTo>
                  <a:lnTo>
                    <a:pt x="1023" y="1179"/>
                  </a:lnTo>
                  <a:lnTo>
                    <a:pt x="1016" y="1179"/>
                  </a:lnTo>
                  <a:lnTo>
                    <a:pt x="1011" y="1179"/>
                  </a:lnTo>
                  <a:lnTo>
                    <a:pt x="1005" y="1178"/>
                  </a:lnTo>
                  <a:lnTo>
                    <a:pt x="1000" y="1178"/>
                  </a:lnTo>
                  <a:lnTo>
                    <a:pt x="994" y="1177"/>
                  </a:lnTo>
                  <a:lnTo>
                    <a:pt x="989" y="1177"/>
                  </a:lnTo>
                  <a:lnTo>
                    <a:pt x="983" y="1176"/>
                  </a:lnTo>
                  <a:lnTo>
                    <a:pt x="978" y="1175"/>
                  </a:lnTo>
                  <a:lnTo>
                    <a:pt x="972" y="1174"/>
                  </a:lnTo>
                  <a:lnTo>
                    <a:pt x="968" y="1172"/>
                  </a:lnTo>
                  <a:lnTo>
                    <a:pt x="963" y="1170"/>
                  </a:lnTo>
                  <a:lnTo>
                    <a:pt x="958" y="1168"/>
                  </a:lnTo>
                  <a:lnTo>
                    <a:pt x="954" y="1165"/>
                  </a:lnTo>
                  <a:lnTo>
                    <a:pt x="950" y="1162"/>
                  </a:lnTo>
                  <a:lnTo>
                    <a:pt x="946" y="1159"/>
                  </a:lnTo>
                  <a:lnTo>
                    <a:pt x="943" y="1155"/>
                  </a:lnTo>
                  <a:lnTo>
                    <a:pt x="939" y="1151"/>
                  </a:lnTo>
                  <a:lnTo>
                    <a:pt x="936" y="1147"/>
                  </a:lnTo>
                  <a:lnTo>
                    <a:pt x="933" y="1143"/>
                  </a:lnTo>
                  <a:lnTo>
                    <a:pt x="930" y="1138"/>
                  </a:lnTo>
                  <a:lnTo>
                    <a:pt x="927" y="1133"/>
                  </a:lnTo>
                  <a:lnTo>
                    <a:pt x="925" y="1128"/>
                  </a:lnTo>
                  <a:lnTo>
                    <a:pt x="923" y="1123"/>
                  </a:lnTo>
                  <a:lnTo>
                    <a:pt x="921" y="1118"/>
                  </a:lnTo>
                  <a:lnTo>
                    <a:pt x="919" y="1112"/>
                  </a:lnTo>
                  <a:lnTo>
                    <a:pt x="917" y="1107"/>
                  </a:lnTo>
                  <a:lnTo>
                    <a:pt x="916" y="1101"/>
                  </a:lnTo>
                  <a:lnTo>
                    <a:pt x="914" y="1096"/>
                  </a:lnTo>
                  <a:lnTo>
                    <a:pt x="913" y="1090"/>
                  </a:lnTo>
                  <a:lnTo>
                    <a:pt x="913" y="1084"/>
                  </a:lnTo>
                  <a:lnTo>
                    <a:pt x="912" y="1078"/>
                  </a:lnTo>
                  <a:lnTo>
                    <a:pt x="912" y="1073"/>
                  </a:lnTo>
                  <a:lnTo>
                    <a:pt x="912" y="1067"/>
                  </a:lnTo>
                  <a:lnTo>
                    <a:pt x="912" y="1062"/>
                  </a:lnTo>
                  <a:lnTo>
                    <a:pt x="912" y="1056"/>
                  </a:lnTo>
                  <a:lnTo>
                    <a:pt x="913" y="1051"/>
                  </a:lnTo>
                  <a:lnTo>
                    <a:pt x="913" y="1046"/>
                  </a:lnTo>
                  <a:lnTo>
                    <a:pt x="914" y="1041"/>
                  </a:lnTo>
                  <a:lnTo>
                    <a:pt x="916" y="1036"/>
                  </a:lnTo>
                  <a:lnTo>
                    <a:pt x="917" y="1031"/>
                  </a:lnTo>
                  <a:lnTo>
                    <a:pt x="919" y="1027"/>
                  </a:lnTo>
                  <a:lnTo>
                    <a:pt x="920" y="1025"/>
                  </a:lnTo>
                  <a:lnTo>
                    <a:pt x="920" y="1024"/>
                  </a:lnTo>
                  <a:lnTo>
                    <a:pt x="921" y="1022"/>
                  </a:lnTo>
                  <a:lnTo>
                    <a:pt x="922" y="1020"/>
                  </a:lnTo>
                  <a:lnTo>
                    <a:pt x="923" y="1018"/>
                  </a:lnTo>
                  <a:lnTo>
                    <a:pt x="924" y="1017"/>
                  </a:lnTo>
                  <a:lnTo>
                    <a:pt x="924" y="1015"/>
                  </a:lnTo>
                  <a:lnTo>
                    <a:pt x="925" y="1013"/>
                  </a:lnTo>
                  <a:lnTo>
                    <a:pt x="927" y="1010"/>
                  </a:lnTo>
                  <a:lnTo>
                    <a:pt x="928" y="1008"/>
                  </a:lnTo>
                  <a:lnTo>
                    <a:pt x="929" y="1005"/>
                  </a:lnTo>
                  <a:lnTo>
                    <a:pt x="930" y="1004"/>
                  </a:lnTo>
                  <a:lnTo>
                    <a:pt x="930" y="1003"/>
                  </a:lnTo>
                  <a:lnTo>
                    <a:pt x="931" y="1002"/>
                  </a:lnTo>
                  <a:lnTo>
                    <a:pt x="932" y="1000"/>
                  </a:lnTo>
                  <a:lnTo>
                    <a:pt x="933" y="998"/>
                  </a:lnTo>
                  <a:lnTo>
                    <a:pt x="934" y="996"/>
                  </a:lnTo>
                  <a:lnTo>
                    <a:pt x="937" y="988"/>
                  </a:lnTo>
                  <a:lnTo>
                    <a:pt x="941" y="981"/>
                  </a:lnTo>
                  <a:lnTo>
                    <a:pt x="944" y="974"/>
                  </a:lnTo>
                  <a:lnTo>
                    <a:pt x="947" y="967"/>
                  </a:lnTo>
                  <a:lnTo>
                    <a:pt x="949" y="959"/>
                  </a:lnTo>
                  <a:lnTo>
                    <a:pt x="951" y="952"/>
                  </a:lnTo>
                  <a:lnTo>
                    <a:pt x="954" y="945"/>
                  </a:lnTo>
                  <a:lnTo>
                    <a:pt x="955" y="938"/>
                  </a:lnTo>
                  <a:lnTo>
                    <a:pt x="957" y="930"/>
                  </a:lnTo>
                  <a:lnTo>
                    <a:pt x="958" y="923"/>
                  </a:lnTo>
                  <a:lnTo>
                    <a:pt x="958" y="919"/>
                  </a:lnTo>
                  <a:lnTo>
                    <a:pt x="959" y="915"/>
                  </a:lnTo>
                  <a:lnTo>
                    <a:pt x="959" y="912"/>
                  </a:lnTo>
                  <a:lnTo>
                    <a:pt x="959" y="908"/>
                  </a:lnTo>
                  <a:lnTo>
                    <a:pt x="959" y="904"/>
                  </a:lnTo>
                  <a:lnTo>
                    <a:pt x="959" y="900"/>
                  </a:lnTo>
                  <a:lnTo>
                    <a:pt x="959" y="896"/>
                  </a:lnTo>
                  <a:lnTo>
                    <a:pt x="959" y="892"/>
                  </a:lnTo>
                  <a:lnTo>
                    <a:pt x="959" y="888"/>
                  </a:lnTo>
                  <a:lnTo>
                    <a:pt x="958" y="884"/>
                  </a:lnTo>
                  <a:lnTo>
                    <a:pt x="958" y="880"/>
                  </a:lnTo>
                  <a:lnTo>
                    <a:pt x="957" y="876"/>
                  </a:lnTo>
                  <a:lnTo>
                    <a:pt x="954" y="863"/>
                  </a:lnTo>
                  <a:lnTo>
                    <a:pt x="951" y="851"/>
                  </a:lnTo>
                  <a:lnTo>
                    <a:pt x="946" y="840"/>
                  </a:lnTo>
                  <a:lnTo>
                    <a:pt x="940" y="829"/>
                  </a:lnTo>
                  <a:lnTo>
                    <a:pt x="933" y="819"/>
                  </a:lnTo>
                  <a:lnTo>
                    <a:pt x="926" y="810"/>
                  </a:lnTo>
                  <a:lnTo>
                    <a:pt x="918" y="801"/>
                  </a:lnTo>
                  <a:lnTo>
                    <a:pt x="909" y="793"/>
                  </a:lnTo>
                  <a:lnTo>
                    <a:pt x="899" y="785"/>
                  </a:lnTo>
                  <a:lnTo>
                    <a:pt x="889" y="779"/>
                  </a:lnTo>
                  <a:lnTo>
                    <a:pt x="878" y="773"/>
                  </a:lnTo>
                  <a:lnTo>
                    <a:pt x="867" y="767"/>
                  </a:lnTo>
                  <a:lnTo>
                    <a:pt x="855" y="763"/>
                  </a:lnTo>
                  <a:lnTo>
                    <a:pt x="843" y="759"/>
                  </a:lnTo>
                  <a:lnTo>
                    <a:pt x="831" y="756"/>
                  </a:lnTo>
                  <a:lnTo>
                    <a:pt x="819" y="754"/>
                  </a:lnTo>
                  <a:lnTo>
                    <a:pt x="806" y="753"/>
                  </a:lnTo>
                  <a:lnTo>
                    <a:pt x="794" y="752"/>
                  </a:lnTo>
                  <a:lnTo>
                    <a:pt x="781" y="753"/>
                  </a:lnTo>
                  <a:lnTo>
                    <a:pt x="768" y="754"/>
                  </a:lnTo>
                  <a:lnTo>
                    <a:pt x="756" y="756"/>
                  </a:lnTo>
                  <a:lnTo>
                    <a:pt x="744" y="759"/>
                  </a:lnTo>
                  <a:lnTo>
                    <a:pt x="732" y="763"/>
                  </a:lnTo>
                  <a:lnTo>
                    <a:pt x="720" y="767"/>
                  </a:lnTo>
                  <a:lnTo>
                    <a:pt x="708" y="773"/>
                  </a:lnTo>
                  <a:lnTo>
                    <a:pt x="698" y="780"/>
                  </a:lnTo>
                  <a:lnTo>
                    <a:pt x="687" y="787"/>
                  </a:lnTo>
                  <a:lnTo>
                    <a:pt x="677" y="796"/>
                  </a:lnTo>
                  <a:lnTo>
                    <a:pt x="668" y="805"/>
                  </a:lnTo>
                  <a:lnTo>
                    <a:pt x="659" y="816"/>
                  </a:lnTo>
                  <a:lnTo>
                    <a:pt x="652" y="827"/>
                  </a:lnTo>
                  <a:lnTo>
                    <a:pt x="645" y="839"/>
                  </a:lnTo>
                  <a:lnTo>
                    <a:pt x="641" y="848"/>
                  </a:lnTo>
                  <a:lnTo>
                    <a:pt x="637" y="857"/>
                  </a:lnTo>
                  <a:lnTo>
                    <a:pt x="635" y="865"/>
                  </a:lnTo>
                  <a:lnTo>
                    <a:pt x="632" y="873"/>
                  </a:lnTo>
                  <a:lnTo>
                    <a:pt x="631" y="881"/>
                  </a:lnTo>
                  <a:lnTo>
                    <a:pt x="630" y="889"/>
                  </a:lnTo>
                  <a:lnTo>
                    <a:pt x="629" y="897"/>
                  </a:lnTo>
                  <a:lnTo>
                    <a:pt x="629" y="904"/>
                  </a:lnTo>
                  <a:lnTo>
                    <a:pt x="629" y="912"/>
                  </a:lnTo>
                  <a:lnTo>
                    <a:pt x="629" y="919"/>
                  </a:lnTo>
                  <a:lnTo>
                    <a:pt x="630" y="926"/>
                  </a:lnTo>
                  <a:lnTo>
                    <a:pt x="631" y="933"/>
                  </a:lnTo>
                  <a:lnTo>
                    <a:pt x="633" y="940"/>
                  </a:lnTo>
                  <a:lnTo>
                    <a:pt x="635" y="946"/>
                  </a:lnTo>
                  <a:lnTo>
                    <a:pt x="637" y="953"/>
                  </a:lnTo>
                  <a:lnTo>
                    <a:pt x="639" y="959"/>
                  </a:lnTo>
                  <a:lnTo>
                    <a:pt x="641" y="965"/>
                  </a:lnTo>
                  <a:lnTo>
                    <a:pt x="644" y="972"/>
                  </a:lnTo>
                  <a:lnTo>
                    <a:pt x="648" y="979"/>
                  </a:lnTo>
                  <a:lnTo>
                    <a:pt x="651" y="987"/>
                  </a:lnTo>
                  <a:lnTo>
                    <a:pt x="655" y="996"/>
                  </a:lnTo>
                  <a:lnTo>
                    <a:pt x="659" y="1004"/>
                  </a:lnTo>
                  <a:lnTo>
                    <a:pt x="663" y="1013"/>
                  </a:lnTo>
                  <a:lnTo>
                    <a:pt x="668" y="1022"/>
                  </a:lnTo>
                  <a:lnTo>
                    <a:pt x="671" y="1032"/>
                  </a:lnTo>
                  <a:lnTo>
                    <a:pt x="673" y="1036"/>
                  </a:lnTo>
                  <a:lnTo>
                    <a:pt x="674" y="1041"/>
                  </a:lnTo>
                  <a:lnTo>
                    <a:pt x="676" y="1046"/>
                  </a:lnTo>
                  <a:lnTo>
                    <a:pt x="677" y="1050"/>
                  </a:lnTo>
                  <a:lnTo>
                    <a:pt x="678" y="1055"/>
                  </a:lnTo>
                  <a:lnTo>
                    <a:pt x="679" y="1059"/>
                  </a:lnTo>
                  <a:lnTo>
                    <a:pt x="680" y="1064"/>
                  </a:lnTo>
                  <a:lnTo>
                    <a:pt x="681" y="1069"/>
                  </a:lnTo>
                  <a:lnTo>
                    <a:pt x="681" y="1073"/>
                  </a:lnTo>
                  <a:lnTo>
                    <a:pt x="681" y="1077"/>
                  </a:lnTo>
                  <a:lnTo>
                    <a:pt x="681" y="1081"/>
                  </a:lnTo>
                  <a:lnTo>
                    <a:pt x="681" y="1086"/>
                  </a:lnTo>
                  <a:lnTo>
                    <a:pt x="680" y="1090"/>
                  </a:lnTo>
                  <a:lnTo>
                    <a:pt x="679" y="1094"/>
                  </a:lnTo>
                  <a:lnTo>
                    <a:pt x="678" y="1097"/>
                  </a:lnTo>
                  <a:lnTo>
                    <a:pt x="676" y="1101"/>
                  </a:lnTo>
                  <a:lnTo>
                    <a:pt x="674" y="1105"/>
                  </a:lnTo>
                  <a:lnTo>
                    <a:pt x="672" y="1109"/>
                  </a:lnTo>
                  <a:lnTo>
                    <a:pt x="669" y="1113"/>
                  </a:lnTo>
                  <a:lnTo>
                    <a:pt x="667" y="1117"/>
                  </a:lnTo>
                  <a:lnTo>
                    <a:pt x="664" y="1121"/>
                  </a:lnTo>
                  <a:lnTo>
                    <a:pt x="661" y="1125"/>
                  </a:lnTo>
                  <a:lnTo>
                    <a:pt x="658" y="1128"/>
                  </a:lnTo>
                  <a:lnTo>
                    <a:pt x="655" y="1132"/>
                  </a:lnTo>
                  <a:lnTo>
                    <a:pt x="652" y="1135"/>
                  </a:lnTo>
                  <a:lnTo>
                    <a:pt x="649" y="1137"/>
                  </a:lnTo>
                  <a:lnTo>
                    <a:pt x="645" y="1140"/>
                  </a:lnTo>
                  <a:lnTo>
                    <a:pt x="642" y="1142"/>
                  </a:lnTo>
                  <a:lnTo>
                    <a:pt x="640" y="1143"/>
                  </a:lnTo>
                  <a:lnTo>
                    <a:pt x="638" y="1144"/>
                  </a:lnTo>
                  <a:lnTo>
                    <a:pt x="637" y="1145"/>
                  </a:lnTo>
                  <a:lnTo>
                    <a:pt x="635" y="1145"/>
                  </a:lnTo>
                  <a:lnTo>
                    <a:pt x="633" y="1146"/>
                  </a:lnTo>
                  <a:lnTo>
                    <a:pt x="631" y="1146"/>
                  </a:lnTo>
                  <a:lnTo>
                    <a:pt x="629" y="1147"/>
                  </a:lnTo>
                  <a:lnTo>
                    <a:pt x="627" y="1147"/>
                  </a:lnTo>
                  <a:lnTo>
                    <a:pt x="618" y="1147"/>
                  </a:lnTo>
                  <a:lnTo>
                    <a:pt x="610" y="1147"/>
                  </a:lnTo>
                  <a:lnTo>
                    <a:pt x="601" y="1147"/>
                  </a:lnTo>
                  <a:lnTo>
                    <a:pt x="593" y="1147"/>
                  </a:lnTo>
                  <a:lnTo>
                    <a:pt x="584" y="1147"/>
                  </a:lnTo>
                  <a:lnTo>
                    <a:pt x="576" y="1147"/>
                  </a:lnTo>
                  <a:lnTo>
                    <a:pt x="567" y="1146"/>
                  </a:lnTo>
                  <a:lnTo>
                    <a:pt x="558" y="1146"/>
                  </a:lnTo>
                  <a:lnTo>
                    <a:pt x="541" y="1145"/>
                  </a:lnTo>
                  <a:lnTo>
                    <a:pt x="523" y="1144"/>
                  </a:lnTo>
                  <a:lnTo>
                    <a:pt x="506" y="1142"/>
                  </a:lnTo>
                  <a:lnTo>
                    <a:pt x="488" y="1140"/>
                  </a:lnTo>
                  <a:lnTo>
                    <a:pt x="470" y="1138"/>
                  </a:lnTo>
                  <a:lnTo>
                    <a:pt x="452" y="1136"/>
                  </a:lnTo>
                  <a:lnTo>
                    <a:pt x="434" y="1134"/>
                  </a:lnTo>
                  <a:lnTo>
                    <a:pt x="416" y="1132"/>
                  </a:lnTo>
                  <a:lnTo>
                    <a:pt x="379" y="1127"/>
                  </a:lnTo>
                  <a:lnTo>
                    <a:pt x="341" y="1122"/>
                  </a:lnTo>
                  <a:lnTo>
                    <a:pt x="334" y="1121"/>
                  </a:lnTo>
                  <a:lnTo>
                    <a:pt x="327" y="1120"/>
                  </a:lnTo>
                  <a:lnTo>
                    <a:pt x="320" y="1120"/>
                  </a:lnTo>
                  <a:lnTo>
                    <a:pt x="314" y="1119"/>
                  </a:lnTo>
                  <a:lnTo>
                    <a:pt x="307" y="1119"/>
                  </a:lnTo>
                  <a:lnTo>
                    <a:pt x="301" y="1119"/>
                  </a:lnTo>
                  <a:lnTo>
                    <a:pt x="295" y="1119"/>
                  </a:lnTo>
                  <a:lnTo>
                    <a:pt x="288" y="1119"/>
                  </a:lnTo>
                  <a:lnTo>
                    <a:pt x="276" y="1119"/>
                  </a:lnTo>
                  <a:lnTo>
                    <a:pt x="263" y="1120"/>
                  </a:lnTo>
                  <a:lnTo>
                    <a:pt x="250" y="1120"/>
                  </a:lnTo>
                  <a:lnTo>
                    <a:pt x="237" y="1121"/>
                  </a:lnTo>
                  <a:lnTo>
                    <a:pt x="239" y="1116"/>
                  </a:lnTo>
                  <a:lnTo>
                    <a:pt x="241" y="1112"/>
                  </a:lnTo>
                  <a:lnTo>
                    <a:pt x="243" y="1107"/>
                  </a:lnTo>
                  <a:lnTo>
                    <a:pt x="244" y="1103"/>
                  </a:lnTo>
                  <a:lnTo>
                    <a:pt x="246" y="1098"/>
                  </a:lnTo>
                  <a:lnTo>
                    <a:pt x="247" y="1094"/>
                  </a:lnTo>
                  <a:lnTo>
                    <a:pt x="248" y="1090"/>
                  </a:lnTo>
                  <a:lnTo>
                    <a:pt x="249" y="1086"/>
                  </a:lnTo>
                  <a:lnTo>
                    <a:pt x="250" y="1081"/>
                  </a:lnTo>
                  <a:lnTo>
                    <a:pt x="250" y="1077"/>
                  </a:lnTo>
                  <a:lnTo>
                    <a:pt x="251" y="1073"/>
                  </a:lnTo>
                  <a:lnTo>
                    <a:pt x="251" y="1068"/>
                  </a:lnTo>
                  <a:lnTo>
                    <a:pt x="252" y="1059"/>
                  </a:lnTo>
                  <a:lnTo>
                    <a:pt x="252" y="1049"/>
                  </a:lnTo>
                  <a:lnTo>
                    <a:pt x="252" y="1043"/>
                  </a:lnTo>
                  <a:lnTo>
                    <a:pt x="253" y="1036"/>
                  </a:lnTo>
                  <a:lnTo>
                    <a:pt x="254" y="1029"/>
                  </a:lnTo>
                  <a:lnTo>
                    <a:pt x="254" y="1023"/>
                  </a:lnTo>
                  <a:lnTo>
                    <a:pt x="255" y="1017"/>
                  </a:lnTo>
                  <a:lnTo>
                    <a:pt x="257" y="1010"/>
                  </a:lnTo>
                  <a:lnTo>
                    <a:pt x="258" y="1004"/>
                  </a:lnTo>
                  <a:lnTo>
                    <a:pt x="260" y="998"/>
                  </a:lnTo>
                  <a:lnTo>
                    <a:pt x="263" y="985"/>
                  </a:lnTo>
                  <a:lnTo>
                    <a:pt x="266" y="972"/>
                  </a:lnTo>
                  <a:lnTo>
                    <a:pt x="267" y="966"/>
                  </a:lnTo>
                  <a:lnTo>
                    <a:pt x="269" y="960"/>
                  </a:lnTo>
                  <a:lnTo>
                    <a:pt x="270" y="954"/>
                  </a:lnTo>
                  <a:lnTo>
                    <a:pt x="271" y="947"/>
                  </a:lnTo>
                  <a:lnTo>
                    <a:pt x="272" y="941"/>
                  </a:lnTo>
                  <a:lnTo>
                    <a:pt x="273" y="935"/>
                  </a:lnTo>
                  <a:lnTo>
                    <a:pt x="274" y="929"/>
                  </a:lnTo>
                  <a:lnTo>
                    <a:pt x="274" y="922"/>
                  </a:lnTo>
                  <a:lnTo>
                    <a:pt x="274" y="916"/>
                  </a:lnTo>
                  <a:lnTo>
                    <a:pt x="274" y="910"/>
                  </a:lnTo>
                  <a:lnTo>
                    <a:pt x="274" y="904"/>
                  </a:lnTo>
                  <a:lnTo>
                    <a:pt x="273" y="897"/>
                  </a:lnTo>
                  <a:lnTo>
                    <a:pt x="272" y="891"/>
                  </a:lnTo>
                  <a:lnTo>
                    <a:pt x="270" y="884"/>
                  </a:lnTo>
                  <a:lnTo>
                    <a:pt x="268" y="878"/>
                  </a:lnTo>
                  <a:lnTo>
                    <a:pt x="266" y="871"/>
                  </a:lnTo>
                  <a:lnTo>
                    <a:pt x="263" y="865"/>
                  </a:lnTo>
                  <a:lnTo>
                    <a:pt x="260" y="858"/>
                  </a:lnTo>
                  <a:lnTo>
                    <a:pt x="255" y="852"/>
                  </a:lnTo>
                  <a:lnTo>
                    <a:pt x="251" y="845"/>
                  </a:lnTo>
                  <a:lnTo>
                    <a:pt x="248" y="842"/>
                  </a:lnTo>
                  <a:lnTo>
                    <a:pt x="246" y="839"/>
                  </a:lnTo>
                  <a:lnTo>
                    <a:pt x="243" y="836"/>
                  </a:lnTo>
                  <a:lnTo>
                    <a:pt x="239" y="834"/>
                  </a:lnTo>
                  <a:lnTo>
                    <a:pt x="236" y="832"/>
                  </a:lnTo>
                  <a:lnTo>
                    <a:pt x="232" y="830"/>
                  </a:lnTo>
                  <a:lnTo>
                    <a:pt x="228" y="829"/>
                  </a:lnTo>
                  <a:lnTo>
                    <a:pt x="224" y="828"/>
                  </a:lnTo>
                  <a:lnTo>
                    <a:pt x="220" y="827"/>
                  </a:lnTo>
                  <a:lnTo>
                    <a:pt x="216" y="826"/>
                  </a:lnTo>
                  <a:lnTo>
                    <a:pt x="211" y="826"/>
                  </a:lnTo>
                  <a:lnTo>
                    <a:pt x="206" y="826"/>
                  </a:lnTo>
                  <a:lnTo>
                    <a:pt x="202" y="826"/>
                  </a:lnTo>
                  <a:lnTo>
                    <a:pt x="197" y="826"/>
                  </a:lnTo>
                  <a:lnTo>
                    <a:pt x="192" y="826"/>
                  </a:lnTo>
                  <a:lnTo>
                    <a:pt x="187" y="827"/>
                  </a:lnTo>
                  <a:lnTo>
                    <a:pt x="177" y="828"/>
                  </a:lnTo>
                  <a:lnTo>
                    <a:pt x="167" y="830"/>
                  </a:lnTo>
                  <a:lnTo>
                    <a:pt x="156" y="832"/>
                  </a:lnTo>
                  <a:lnTo>
                    <a:pt x="146" y="834"/>
                  </a:lnTo>
                  <a:lnTo>
                    <a:pt x="136" y="836"/>
                  </a:lnTo>
                  <a:lnTo>
                    <a:pt x="127" y="837"/>
                  </a:lnTo>
                  <a:lnTo>
                    <a:pt x="122" y="838"/>
                  </a:lnTo>
                  <a:lnTo>
                    <a:pt x="117" y="839"/>
                  </a:lnTo>
                  <a:lnTo>
                    <a:pt x="113" y="839"/>
                  </a:lnTo>
                  <a:lnTo>
                    <a:pt x="108" y="840"/>
                  </a:lnTo>
                  <a:lnTo>
                    <a:pt x="105" y="840"/>
                  </a:lnTo>
                  <a:lnTo>
                    <a:pt x="102" y="840"/>
                  </a:lnTo>
                  <a:lnTo>
                    <a:pt x="99" y="840"/>
                  </a:lnTo>
                  <a:lnTo>
                    <a:pt x="96" y="840"/>
                  </a:lnTo>
                  <a:lnTo>
                    <a:pt x="93" y="839"/>
                  </a:lnTo>
                  <a:lnTo>
                    <a:pt x="89" y="839"/>
                  </a:lnTo>
                  <a:lnTo>
                    <a:pt x="86" y="838"/>
                  </a:lnTo>
                  <a:lnTo>
                    <a:pt x="83" y="837"/>
                  </a:lnTo>
                  <a:lnTo>
                    <a:pt x="79" y="836"/>
                  </a:lnTo>
                  <a:lnTo>
                    <a:pt x="76" y="835"/>
                  </a:lnTo>
                  <a:lnTo>
                    <a:pt x="72" y="834"/>
                  </a:lnTo>
                  <a:lnTo>
                    <a:pt x="69" y="833"/>
                  </a:lnTo>
                  <a:lnTo>
                    <a:pt x="66" y="831"/>
                  </a:lnTo>
                  <a:lnTo>
                    <a:pt x="62" y="830"/>
                  </a:lnTo>
                  <a:lnTo>
                    <a:pt x="59" y="828"/>
                  </a:lnTo>
                  <a:lnTo>
                    <a:pt x="56" y="826"/>
                  </a:lnTo>
                  <a:lnTo>
                    <a:pt x="52" y="825"/>
                  </a:lnTo>
                  <a:lnTo>
                    <a:pt x="49" y="823"/>
                  </a:lnTo>
                  <a:lnTo>
                    <a:pt x="46" y="821"/>
                  </a:lnTo>
                  <a:lnTo>
                    <a:pt x="43" y="819"/>
                  </a:lnTo>
                  <a:lnTo>
                    <a:pt x="40" y="817"/>
                  </a:lnTo>
                  <a:lnTo>
                    <a:pt x="37" y="815"/>
                  </a:lnTo>
                  <a:lnTo>
                    <a:pt x="34" y="813"/>
                  </a:lnTo>
                  <a:lnTo>
                    <a:pt x="32" y="811"/>
                  </a:lnTo>
                  <a:lnTo>
                    <a:pt x="29" y="809"/>
                  </a:lnTo>
                  <a:lnTo>
                    <a:pt x="26" y="806"/>
                  </a:lnTo>
                  <a:lnTo>
                    <a:pt x="24" y="804"/>
                  </a:lnTo>
                  <a:lnTo>
                    <a:pt x="22" y="802"/>
                  </a:lnTo>
                  <a:lnTo>
                    <a:pt x="20" y="800"/>
                  </a:lnTo>
                  <a:lnTo>
                    <a:pt x="18" y="798"/>
                  </a:lnTo>
                  <a:lnTo>
                    <a:pt x="16" y="795"/>
                  </a:lnTo>
                  <a:lnTo>
                    <a:pt x="15" y="793"/>
                  </a:lnTo>
                  <a:lnTo>
                    <a:pt x="11" y="786"/>
                  </a:lnTo>
                  <a:lnTo>
                    <a:pt x="8" y="778"/>
                  </a:lnTo>
                  <a:lnTo>
                    <a:pt x="5" y="770"/>
                  </a:lnTo>
                  <a:lnTo>
                    <a:pt x="3" y="761"/>
                  </a:lnTo>
                  <a:lnTo>
                    <a:pt x="1" y="752"/>
                  </a:lnTo>
                  <a:lnTo>
                    <a:pt x="0" y="743"/>
                  </a:lnTo>
                  <a:lnTo>
                    <a:pt x="0" y="733"/>
                  </a:lnTo>
                  <a:lnTo>
                    <a:pt x="0" y="724"/>
                  </a:lnTo>
                  <a:lnTo>
                    <a:pt x="0" y="714"/>
                  </a:lnTo>
                  <a:lnTo>
                    <a:pt x="1" y="705"/>
                  </a:lnTo>
                  <a:lnTo>
                    <a:pt x="3" y="695"/>
                  </a:lnTo>
                  <a:lnTo>
                    <a:pt x="5" y="685"/>
                  </a:lnTo>
                  <a:lnTo>
                    <a:pt x="7" y="675"/>
                  </a:lnTo>
                  <a:lnTo>
                    <a:pt x="10" y="666"/>
                  </a:lnTo>
                  <a:lnTo>
                    <a:pt x="14" y="656"/>
                  </a:lnTo>
                  <a:lnTo>
                    <a:pt x="17" y="647"/>
                  </a:lnTo>
                  <a:lnTo>
                    <a:pt x="21" y="638"/>
                  </a:lnTo>
                  <a:lnTo>
                    <a:pt x="26" y="629"/>
                  </a:lnTo>
                  <a:lnTo>
                    <a:pt x="31" y="621"/>
                  </a:lnTo>
                  <a:lnTo>
                    <a:pt x="36" y="613"/>
                  </a:lnTo>
                  <a:lnTo>
                    <a:pt x="42" y="605"/>
                  </a:lnTo>
                  <a:lnTo>
                    <a:pt x="48" y="598"/>
                  </a:lnTo>
                  <a:lnTo>
                    <a:pt x="54" y="591"/>
                  </a:lnTo>
                  <a:lnTo>
                    <a:pt x="61" y="585"/>
                  </a:lnTo>
                  <a:lnTo>
                    <a:pt x="68" y="580"/>
                  </a:lnTo>
                  <a:lnTo>
                    <a:pt x="76" y="575"/>
                  </a:lnTo>
                  <a:lnTo>
                    <a:pt x="83" y="571"/>
                  </a:lnTo>
                  <a:lnTo>
                    <a:pt x="91" y="567"/>
                  </a:lnTo>
                  <a:lnTo>
                    <a:pt x="99" y="565"/>
                  </a:lnTo>
                  <a:lnTo>
                    <a:pt x="108" y="563"/>
                  </a:lnTo>
                  <a:lnTo>
                    <a:pt x="116" y="562"/>
                  </a:lnTo>
                  <a:lnTo>
                    <a:pt x="126" y="562"/>
                  </a:lnTo>
                  <a:lnTo>
                    <a:pt x="132" y="563"/>
                  </a:lnTo>
                  <a:lnTo>
                    <a:pt x="138" y="565"/>
                  </a:lnTo>
                  <a:lnTo>
                    <a:pt x="145" y="567"/>
                  </a:lnTo>
                  <a:lnTo>
                    <a:pt x="151" y="569"/>
                  </a:lnTo>
                  <a:lnTo>
                    <a:pt x="156" y="571"/>
                  </a:lnTo>
                  <a:lnTo>
                    <a:pt x="162" y="575"/>
                  </a:lnTo>
                  <a:lnTo>
                    <a:pt x="168" y="578"/>
                  </a:lnTo>
                  <a:lnTo>
                    <a:pt x="173" y="581"/>
                  </a:lnTo>
                  <a:lnTo>
                    <a:pt x="179" y="585"/>
                  </a:lnTo>
                  <a:lnTo>
                    <a:pt x="184" y="589"/>
                  </a:lnTo>
                  <a:lnTo>
                    <a:pt x="189" y="593"/>
                  </a:lnTo>
                  <a:lnTo>
                    <a:pt x="195" y="597"/>
                  </a:lnTo>
                  <a:lnTo>
                    <a:pt x="205" y="606"/>
                  </a:lnTo>
                  <a:lnTo>
                    <a:pt x="215" y="615"/>
                  </a:lnTo>
                  <a:lnTo>
                    <a:pt x="221" y="619"/>
                  </a:lnTo>
                  <a:lnTo>
                    <a:pt x="226" y="623"/>
                  </a:lnTo>
                  <a:lnTo>
                    <a:pt x="231" y="627"/>
                  </a:lnTo>
                  <a:lnTo>
                    <a:pt x="236" y="631"/>
                  </a:lnTo>
                  <a:lnTo>
                    <a:pt x="242" y="635"/>
                  </a:lnTo>
                  <a:lnTo>
                    <a:pt x="247" y="638"/>
                  </a:lnTo>
                  <a:lnTo>
                    <a:pt x="253" y="641"/>
                  </a:lnTo>
                  <a:lnTo>
                    <a:pt x="259" y="645"/>
                  </a:lnTo>
                  <a:lnTo>
                    <a:pt x="265" y="647"/>
                  </a:lnTo>
                  <a:lnTo>
                    <a:pt x="271" y="649"/>
                  </a:lnTo>
                  <a:lnTo>
                    <a:pt x="277" y="651"/>
                  </a:lnTo>
                  <a:lnTo>
                    <a:pt x="283" y="653"/>
                  </a:lnTo>
                  <a:lnTo>
                    <a:pt x="290" y="654"/>
                  </a:lnTo>
                  <a:lnTo>
                    <a:pt x="296" y="654"/>
                  </a:lnTo>
                  <a:lnTo>
                    <a:pt x="304" y="654"/>
                  </a:lnTo>
                  <a:lnTo>
                    <a:pt x="311" y="654"/>
                  </a:lnTo>
                  <a:lnTo>
                    <a:pt x="314" y="653"/>
                  </a:lnTo>
                  <a:lnTo>
                    <a:pt x="317" y="652"/>
                  </a:lnTo>
                  <a:lnTo>
                    <a:pt x="321" y="651"/>
                  </a:lnTo>
                  <a:lnTo>
                    <a:pt x="325" y="650"/>
                  </a:lnTo>
                  <a:lnTo>
                    <a:pt x="328" y="649"/>
                  </a:lnTo>
                  <a:lnTo>
                    <a:pt x="332" y="647"/>
                  </a:lnTo>
                  <a:lnTo>
                    <a:pt x="335" y="646"/>
                  </a:lnTo>
                  <a:lnTo>
                    <a:pt x="338" y="644"/>
                  </a:lnTo>
                  <a:lnTo>
                    <a:pt x="341" y="642"/>
                  </a:lnTo>
                  <a:lnTo>
                    <a:pt x="344" y="639"/>
                  </a:lnTo>
                  <a:lnTo>
                    <a:pt x="347" y="637"/>
                  </a:lnTo>
                  <a:lnTo>
                    <a:pt x="350" y="635"/>
                  </a:lnTo>
                  <a:lnTo>
                    <a:pt x="352" y="632"/>
                  </a:lnTo>
                  <a:lnTo>
                    <a:pt x="355" y="629"/>
                  </a:lnTo>
                  <a:lnTo>
                    <a:pt x="356" y="627"/>
                  </a:lnTo>
                  <a:lnTo>
                    <a:pt x="356" y="626"/>
                  </a:lnTo>
                  <a:lnTo>
                    <a:pt x="357" y="624"/>
                  </a:lnTo>
                  <a:lnTo>
                    <a:pt x="358" y="623"/>
                  </a:lnTo>
                  <a:lnTo>
                    <a:pt x="363" y="610"/>
                  </a:lnTo>
                  <a:lnTo>
                    <a:pt x="367" y="598"/>
                  </a:lnTo>
                  <a:lnTo>
                    <a:pt x="371" y="586"/>
                  </a:lnTo>
                  <a:lnTo>
                    <a:pt x="376" y="574"/>
                  </a:lnTo>
                  <a:lnTo>
                    <a:pt x="380" y="561"/>
                  </a:lnTo>
                  <a:lnTo>
                    <a:pt x="383" y="549"/>
                  </a:lnTo>
                  <a:lnTo>
                    <a:pt x="387" y="537"/>
                  </a:lnTo>
                  <a:lnTo>
                    <a:pt x="391" y="524"/>
                  </a:lnTo>
                  <a:lnTo>
                    <a:pt x="398" y="499"/>
                  </a:lnTo>
                  <a:lnTo>
                    <a:pt x="406" y="474"/>
                  </a:lnTo>
                  <a:lnTo>
                    <a:pt x="413" y="449"/>
                  </a:lnTo>
                  <a:lnTo>
                    <a:pt x="421" y="424"/>
                  </a:lnTo>
                  <a:lnTo>
                    <a:pt x="423" y="416"/>
                  </a:lnTo>
                  <a:lnTo>
                    <a:pt x="425" y="409"/>
                  </a:lnTo>
                  <a:lnTo>
                    <a:pt x="428" y="401"/>
                  </a:lnTo>
                  <a:lnTo>
                    <a:pt x="430" y="394"/>
                  </a:lnTo>
                  <a:lnTo>
                    <a:pt x="432" y="387"/>
                  </a:lnTo>
                  <a:lnTo>
                    <a:pt x="434" y="381"/>
                  </a:lnTo>
                  <a:lnTo>
                    <a:pt x="436" y="375"/>
                  </a:lnTo>
                  <a:lnTo>
                    <a:pt x="438" y="369"/>
                  </a:lnTo>
                  <a:lnTo>
                    <a:pt x="439" y="364"/>
                  </a:lnTo>
                  <a:lnTo>
                    <a:pt x="441" y="360"/>
                  </a:lnTo>
                  <a:lnTo>
                    <a:pt x="442" y="356"/>
                  </a:lnTo>
                  <a:lnTo>
                    <a:pt x="443" y="354"/>
                  </a:lnTo>
                  <a:lnTo>
                    <a:pt x="443" y="351"/>
                  </a:lnTo>
                  <a:lnTo>
                    <a:pt x="444" y="350"/>
                  </a:lnTo>
                  <a:lnTo>
                    <a:pt x="446" y="342"/>
                  </a:lnTo>
                  <a:close/>
                </a:path>
              </a:pathLst>
            </a:custGeom>
            <a:grpFill/>
            <a:ln w="19050" cmpd="sng">
              <a:solidFill>
                <a:schemeClr val="bg1"/>
              </a:solidFill>
              <a:round/>
            </a:ln>
          </p:spPr>
          <p:txBody>
            <a:bodyPr/>
            <a:lstStyle/>
            <a:p>
              <a:endParaRPr lang="en-GB" sz="1815"/>
            </a:p>
          </p:txBody>
        </p:sp>
        <p:sp>
          <p:nvSpPr>
            <p:cNvPr id="63" name="Freeform 29"/>
            <p:cNvSpPr/>
            <p:nvPr/>
          </p:nvSpPr>
          <p:spPr bwMode="auto">
            <a:xfrm>
              <a:off x="482" y="2133"/>
              <a:ext cx="1390" cy="1246"/>
            </a:xfrm>
            <a:custGeom>
              <a:avLst/>
              <a:gdLst>
                <a:gd name="T0" fmla="*/ 175 w 1390"/>
                <a:gd name="T1" fmla="*/ 7 h 1246"/>
                <a:gd name="T2" fmla="*/ 222 w 1390"/>
                <a:gd name="T3" fmla="*/ 3 h 1246"/>
                <a:gd name="T4" fmla="*/ 282 w 1390"/>
                <a:gd name="T5" fmla="*/ 0 h 1246"/>
                <a:gd name="T6" fmla="*/ 389 w 1390"/>
                <a:gd name="T7" fmla="*/ 4 h 1246"/>
                <a:gd name="T8" fmla="*/ 484 w 1390"/>
                <a:gd name="T9" fmla="*/ 47 h 1246"/>
                <a:gd name="T10" fmla="*/ 501 w 1390"/>
                <a:gd name="T11" fmla="*/ 160 h 1246"/>
                <a:gd name="T12" fmla="*/ 472 w 1390"/>
                <a:gd name="T13" fmla="*/ 237 h 1246"/>
                <a:gd name="T14" fmla="*/ 464 w 1390"/>
                <a:gd name="T15" fmla="*/ 332 h 1246"/>
                <a:gd name="T16" fmla="*/ 542 w 1390"/>
                <a:gd name="T17" fmla="*/ 408 h 1246"/>
                <a:gd name="T18" fmla="*/ 657 w 1390"/>
                <a:gd name="T19" fmla="*/ 426 h 1246"/>
                <a:gd name="T20" fmla="*/ 741 w 1390"/>
                <a:gd name="T21" fmla="*/ 380 h 1246"/>
                <a:gd name="T22" fmla="*/ 782 w 1390"/>
                <a:gd name="T23" fmla="*/ 304 h 1246"/>
                <a:gd name="T24" fmla="*/ 781 w 1390"/>
                <a:gd name="T25" fmla="*/ 221 h 1246"/>
                <a:gd name="T26" fmla="*/ 750 w 1390"/>
                <a:gd name="T27" fmla="*/ 135 h 1246"/>
                <a:gd name="T28" fmla="*/ 746 w 1390"/>
                <a:gd name="T29" fmla="*/ 67 h 1246"/>
                <a:gd name="T30" fmla="*/ 773 w 1390"/>
                <a:gd name="T31" fmla="*/ 29 h 1246"/>
                <a:gd name="T32" fmla="*/ 805 w 1390"/>
                <a:gd name="T33" fmla="*/ 8 h 1246"/>
                <a:gd name="T34" fmla="*/ 873 w 1390"/>
                <a:gd name="T35" fmla="*/ 1 h 1246"/>
                <a:gd name="T36" fmla="*/ 917 w 1390"/>
                <a:gd name="T37" fmla="*/ 1 h 1246"/>
                <a:gd name="T38" fmla="*/ 944 w 1390"/>
                <a:gd name="T39" fmla="*/ 1 h 1246"/>
                <a:gd name="T40" fmla="*/ 1059 w 1390"/>
                <a:gd name="T41" fmla="*/ 53 h 1246"/>
                <a:gd name="T42" fmla="*/ 1046 w 1390"/>
                <a:gd name="T43" fmla="*/ 205 h 1246"/>
                <a:gd name="T44" fmla="*/ 1042 w 1390"/>
                <a:gd name="T45" fmla="*/ 302 h 1246"/>
                <a:gd name="T46" fmla="*/ 1043 w 1390"/>
                <a:gd name="T47" fmla="*/ 373 h 1246"/>
                <a:gd name="T48" fmla="*/ 1110 w 1390"/>
                <a:gd name="T49" fmla="*/ 402 h 1246"/>
                <a:gd name="T50" fmla="*/ 1152 w 1390"/>
                <a:gd name="T51" fmla="*/ 391 h 1246"/>
                <a:gd name="T52" fmla="*/ 1184 w 1390"/>
                <a:gd name="T53" fmla="*/ 376 h 1246"/>
                <a:gd name="T54" fmla="*/ 1248 w 1390"/>
                <a:gd name="T55" fmla="*/ 360 h 1246"/>
                <a:gd name="T56" fmla="*/ 1323 w 1390"/>
                <a:gd name="T57" fmla="*/ 371 h 1246"/>
                <a:gd name="T58" fmla="*/ 1378 w 1390"/>
                <a:gd name="T59" fmla="*/ 448 h 1246"/>
                <a:gd name="T60" fmla="*/ 1390 w 1390"/>
                <a:gd name="T61" fmla="*/ 522 h 1246"/>
                <a:gd name="T62" fmla="*/ 1373 w 1390"/>
                <a:gd name="T63" fmla="*/ 588 h 1246"/>
                <a:gd name="T64" fmla="*/ 1319 w 1390"/>
                <a:gd name="T65" fmla="*/ 632 h 1246"/>
                <a:gd name="T66" fmla="*/ 1248 w 1390"/>
                <a:gd name="T67" fmla="*/ 646 h 1246"/>
                <a:gd name="T68" fmla="*/ 1199 w 1390"/>
                <a:gd name="T69" fmla="*/ 627 h 1246"/>
                <a:gd name="T70" fmla="*/ 1081 w 1390"/>
                <a:gd name="T71" fmla="*/ 594 h 1246"/>
                <a:gd name="T72" fmla="*/ 1011 w 1390"/>
                <a:gd name="T73" fmla="*/ 682 h 1246"/>
                <a:gd name="T74" fmla="*/ 1020 w 1390"/>
                <a:gd name="T75" fmla="*/ 816 h 1246"/>
                <a:gd name="T76" fmla="*/ 839 w 1390"/>
                <a:gd name="T77" fmla="*/ 829 h 1246"/>
                <a:gd name="T78" fmla="*/ 689 w 1390"/>
                <a:gd name="T79" fmla="*/ 860 h 1246"/>
                <a:gd name="T80" fmla="*/ 664 w 1390"/>
                <a:gd name="T81" fmla="*/ 960 h 1246"/>
                <a:gd name="T82" fmla="*/ 712 w 1390"/>
                <a:gd name="T83" fmla="*/ 1125 h 1246"/>
                <a:gd name="T84" fmla="*/ 668 w 1390"/>
                <a:gd name="T85" fmla="*/ 1217 h 1246"/>
                <a:gd name="T86" fmla="*/ 557 w 1390"/>
                <a:gd name="T87" fmla="*/ 1244 h 1246"/>
                <a:gd name="T88" fmla="*/ 438 w 1390"/>
                <a:gd name="T89" fmla="*/ 1191 h 1246"/>
                <a:gd name="T90" fmla="*/ 456 w 1390"/>
                <a:gd name="T91" fmla="*/ 1101 h 1246"/>
                <a:gd name="T92" fmla="*/ 452 w 1390"/>
                <a:gd name="T93" fmla="*/ 998 h 1246"/>
                <a:gd name="T94" fmla="*/ 443 w 1390"/>
                <a:gd name="T95" fmla="*/ 956 h 1246"/>
                <a:gd name="T96" fmla="*/ 393 w 1390"/>
                <a:gd name="T97" fmla="*/ 912 h 1246"/>
                <a:gd name="T98" fmla="*/ 253 w 1390"/>
                <a:gd name="T99" fmla="*/ 932 h 1246"/>
                <a:gd name="T100" fmla="*/ 97 w 1390"/>
                <a:gd name="T101" fmla="*/ 963 h 1246"/>
                <a:gd name="T102" fmla="*/ 43 w 1390"/>
                <a:gd name="T103" fmla="*/ 629 h 1246"/>
                <a:gd name="T104" fmla="*/ 182 w 1390"/>
                <a:gd name="T105" fmla="*/ 678 h 1246"/>
                <a:gd name="T106" fmla="*/ 270 w 1390"/>
                <a:gd name="T107" fmla="*/ 668 h 1246"/>
                <a:gd name="T108" fmla="*/ 329 w 1390"/>
                <a:gd name="T109" fmla="*/ 609 h 1246"/>
                <a:gd name="T110" fmla="*/ 334 w 1390"/>
                <a:gd name="T111" fmla="*/ 498 h 1246"/>
                <a:gd name="T112" fmla="*/ 303 w 1390"/>
                <a:gd name="T113" fmla="*/ 411 h 1246"/>
                <a:gd name="T114" fmla="*/ 212 w 1390"/>
                <a:gd name="T115" fmla="*/ 362 h 1246"/>
                <a:gd name="T116" fmla="*/ 149 w 1390"/>
                <a:gd name="T117" fmla="*/ 357 h 1246"/>
                <a:gd name="T118" fmla="*/ 73 w 1390"/>
                <a:gd name="T119" fmla="*/ 377 h 1246"/>
                <a:gd name="T120" fmla="*/ 36 w 1390"/>
                <a:gd name="T121" fmla="*/ 368 h 1246"/>
                <a:gd name="T122" fmla="*/ 12 w 1390"/>
                <a:gd name="T123" fmla="*/ 293 h 124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390"/>
                <a:gd name="T187" fmla="*/ 0 h 1246"/>
                <a:gd name="T188" fmla="*/ 1390 w 1390"/>
                <a:gd name="T189" fmla="*/ 1246 h 124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390" h="1246">
                  <a:moveTo>
                    <a:pt x="0" y="60"/>
                  </a:moveTo>
                  <a:lnTo>
                    <a:pt x="5" y="58"/>
                  </a:lnTo>
                  <a:lnTo>
                    <a:pt x="19" y="53"/>
                  </a:lnTo>
                  <a:lnTo>
                    <a:pt x="40" y="45"/>
                  </a:lnTo>
                  <a:lnTo>
                    <a:pt x="64" y="36"/>
                  </a:lnTo>
                  <a:lnTo>
                    <a:pt x="90" y="27"/>
                  </a:lnTo>
                  <a:lnTo>
                    <a:pt x="115" y="18"/>
                  </a:lnTo>
                  <a:lnTo>
                    <a:pt x="136" y="10"/>
                  </a:lnTo>
                  <a:lnTo>
                    <a:pt x="152" y="5"/>
                  </a:lnTo>
                  <a:lnTo>
                    <a:pt x="152" y="8"/>
                  </a:lnTo>
                  <a:lnTo>
                    <a:pt x="173" y="7"/>
                  </a:lnTo>
                  <a:lnTo>
                    <a:pt x="174" y="7"/>
                  </a:lnTo>
                  <a:lnTo>
                    <a:pt x="175" y="7"/>
                  </a:lnTo>
                  <a:lnTo>
                    <a:pt x="177" y="7"/>
                  </a:lnTo>
                  <a:lnTo>
                    <a:pt x="179" y="7"/>
                  </a:lnTo>
                  <a:lnTo>
                    <a:pt x="181" y="6"/>
                  </a:lnTo>
                  <a:lnTo>
                    <a:pt x="184" y="6"/>
                  </a:lnTo>
                  <a:lnTo>
                    <a:pt x="188" y="6"/>
                  </a:lnTo>
                  <a:lnTo>
                    <a:pt x="191" y="6"/>
                  </a:lnTo>
                  <a:lnTo>
                    <a:pt x="195" y="5"/>
                  </a:lnTo>
                  <a:lnTo>
                    <a:pt x="199" y="5"/>
                  </a:lnTo>
                  <a:lnTo>
                    <a:pt x="203" y="5"/>
                  </a:lnTo>
                  <a:lnTo>
                    <a:pt x="208" y="4"/>
                  </a:lnTo>
                  <a:lnTo>
                    <a:pt x="212" y="4"/>
                  </a:lnTo>
                  <a:lnTo>
                    <a:pt x="217" y="4"/>
                  </a:lnTo>
                  <a:lnTo>
                    <a:pt x="222" y="3"/>
                  </a:lnTo>
                  <a:lnTo>
                    <a:pt x="227" y="3"/>
                  </a:lnTo>
                  <a:lnTo>
                    <a:pt x="232" y="3"/>
                  </a:lnTo>
                  <a:lnTo>
                    <a:pt x="237" y="2"/>
                  </a:lnTo>
                  <a:lnTo>
                    <a:pt x="242" y="2"/>
                  </a:lnTo>
                  <a:lnTo>
                    <a:pt x="247" y="2"/>
                  </a:lnTo>
                  <a:lnTo>
                    <a:pt x="252" y="2"/>
                  </a:lnTo>
                  <a:lnTo>
                    <a:pt x="257" y="1"/>
                  </a:lnTo>
                  <a:lnTo>
                    <a:pt x="262" y="1"/>
                  </a:lnTo>
                  <a:lnTo>
                    <a:pt x="266" y="1"/>
                  </a:lnTo>
                  <a:lnTo>
                    <a:pt x="271" y="1"/>
                  </a:lnTo>
                  <a:lnTo>
                    <a:pt x="275" y="0"/>
                  </a:lnTo>
                  <a:lnTo>
                    <a:pt x="279" y="0"/>
                  </a:lnTo>
                  <a:lnTo>
                    <a:pt x="282" y="0"/>
                  </a:lnTo>
                  <a:lnTo>
                    <a:pt x="286" y="0"/>
                  </a:lnTo>
                  <a:lnTo>
                    <a:pt x="289" y="0"/>
                  </a:lnTo>
                  <a:lnTo>
                    <a:pt x="291" y="0"/>
                  </a:lnTo>
                  <a:lnTo>
                    <a:pt x="301" y="0"/>
                  </a:lnTo>
                  <a:lnTo>
                    <a:pt x="310" y="0"/>
                  </a:lnTo>
                  <a:lnTo>
                    <a:pt x="320" y="0"/>
                  </a:lnTo>
                  <a:lnTo>
                    <a:pt x="330" y="0"/>
                  </a:lnTo>
                  <a:lnTo>
                    <a:pt x="340" y="1"/>
                  </a:lnTo>
                  <a:lnTo>
                    <a:pt x="350" y="1"/>
                  </a:lnTo>
                  <a:lnTo>
                    <a:pt x="360" y="2"/>
                  </a:lnTo>
                  <a:lnTo>
                    <a:pt x="369" y="2"/>
                  </a:lnTo>
                  <a:lnTo>
                    <a:pt x="379" y="3"/>
                  </a:lnTo>
                  <a:lnTo>
                    <a:pt x="389" y="4"/>
                  </a:lnTo>
                  <a:lnTo>
                    <a:pt x="398" y="6"/>
                  </a:lnTo>
                  <a:lnTo>
                    <a:pt x="407" y="7"/>
                  </a:lnTo>
                  <a:lnTo>
                    <a:pt x="416" y="9"/>
                  </a:lnTo>
                  <a:lnTo>
                    <a:pt x="424" y="12"/>
                  </a:lnTo>
                  <a:lnTo>
                    <a:pt x="433" y="14"/>
                  </a:lnTo>
                  <a:lnTo>
                    <a:pt x="440" y="17"/>
                  </a:lnTo>
                  <a:lnTo>
                    <a:pt x="448" y="20"/>
                  </a:lnTo>
                  <a:lnTo>
                    <a:pt x="455" y="24"/>
                  </a:lnTo>
                  <a:lnTo>
                    <a:pt x="462" y="28"/>
                  </a:lnTo>
                  <a:lnTo>
                    <a:pt x="468" y="32"/>
                  </a:lnTo>
                  <a:lnTo>
                    <a:pt x="474" y="37"/>
                  </a:lnTo>
                  <a:lnTo>
                    <a:pt x="479" y="42"/>
                  </a:lnTo>
                  <a:lnTo>
                    <a:pt x="484" y="47"/>
                  </a:lnTo>
                  <a:lnTo>
                    <a:pt x="488" y="53"/>
                  </a:lnTo>
                  <a:lnTo>
                    <a:pt x="492" y="59"/>
                  </a:lnTo>
                  <a:lnTo>
                    <a:pt x="493" y="60"/>
                  </a:lnTo>
                  <a:lnTo>
                    <a:pt x="504" y="94"/>
                  </a:lnTo>
                  <a:lnTo>
                    <a:pt x="505" y="102"/>
                  </a:lnTo>
                  <a:lnTo>
                    <a:pt x="506" y="113"/>
                  </a:lnTo>
                  <a:lnTo>
                    <a:pt x="506" y="126"/>
                  </a:lnTo>
                  <a:lnTo>
                    <a:pt x="506" y="131"/>
                  </a:lnTo>
                  <a:lnTo>
                    <a:pt x="505" y="137"/>
                  </a:lnTo>
                  <a:lnTo>
                    <a:pt x="505" y="143"/>
                  </a:lnTo>
                  <a:lnTo>
                    <a:pt x="504" y="148"/>
                  </a:lnTo>
                  <a:lnTo>
                    <a:pt x="502" y="154"/>
                  </a:lnTo>
                  <a:lnTo>
                    <a:pt x="501" y="160"/>
                  </a:lnTo>
                  <a:lnTo>
                    <a:pt x="499" y="165"/>
                  </a:lnTo>
                  <a:lnTo>
                    <a:pt x="498" y="171"/>
                  </a:lnTo>
                  <a:lnTo>
                    <a:pt x="496" y="177"/>
                  </a:lnTo>
                  <a:lnTo>
                    <a:pt x="494" y="182"/>
                  </a:lnTo>
                  <a:lnTo>
                    <a:pt x="491" y="188"/>
                  </a:lnTo>
                  <a:lnTo>
                    <a:pt x="489" y="194"/>
                  </a:lnTo>
                  <a:lnTo>
                    <a:pt x="487" y="200"/>
                  </a:lnTo>
                  <a:lnTo>
                    <a:pt x="484" y="206"/>
                  </a:lnTo>
                  <a:lnTo>
                    <a:pt x="482" y="212"/>
                  </a:lnTo>
                  <a:lnTo>
                    <a:pt x="479" y="218"/>
                  </a:lnTo>
                  <a:lnTo>
                    <a:pt x="477" y="224"/>
                  </a:lnTo>
                  <a:lnTo>
                    <a:pt x="475" y="230"/>
                  </a:lnTo>
                  <a:lnTo>
                    <a:pt x="472" y="237"/>
                  </a:lnTo>
                  <a:lnTo>
                    <a:pt x="470" y="243"/>
                  </a:lnTo>
                  <a:lnTo>
                    <a:pt x="468" y="250"/>
                  </a:lnTo>
                  <a:lnTo>
                    <a:pt x="466" y="256"/>
                  </a:lnTo>
                  <a:lnTo>
                    <a:pt x="464" y="263"/>
                  </a:lnTo>
                  <a:lnTo>
                    <a:pt x="463" y="270"/>
                  </a:lnTo>
                  <a:lnTo>
                    <a:pt x="462" y="277"/>
                  </a:lnTo>
                  <a:lnTo>
                    <a:pt x="461" y="285"/>
                  </a:lnTo>
                  <a:lnTo>
                    <a:pt x="460" y="292"/>
                  </a:lnTo>
                  <a:lnTo>
                    <a:pt x="460" y="300"/>
                  </a:lnTo>
                  <a:lnTo>
                    <a:pt x="461" y="308"/>
                  </a:lnTo>
                  <a:lnTo>
                    <a:pt x="461" y="315"/>
                  </a:lnTo>
                  <a:lnTo>
                    <a:pt x="462" y="324"/>
                  </a:lnTo>
                  <a:lnTo>
                    <a:pt x="464" y="332"/>
                  </a:lnTo>
                  <a:lnTo>
                    <a:pt x="467" y="340"/>
                  </a:lnTo>
                  <a:lnTo>
                    <a:pt x="470" y="348"/>
                  </a:lnTo>
                  <a:lnTo>
                    <a:pt x="474" y="355"/>
                  </a:lnTo>
                  <a:lnTo>
                    <a:pt x="479" y="362"/>
                  </a:lnTo>
                  <a:lnTo>
                    <a:pt x="484" y="369"/>
                  </a:lnTo>
                  <a:lnTo>
                    <a:pt x="490" y="375"/>
                  </a:lnTo>
                  <a:lnTo>
                    <a:pt x="497" y="381"/>
                  </a:lnTo>
                  <a:lnTo>
                    <a:pt x="504" y="386"/>
                  </a:lnTo>
                  <a:lnTo>
                    <a:pt x="511" y="391"/>
                  </a:lnTo>
                  <a:lnTo>
                    <a:pt x="518" y="396"/>
                  </a:lnTo>
                  <a:lnTo>
                    <a:pt x="526" y="400"/>
                  </a:lnTo>
                  <a:lnTo>
                    <a:pt x="534" y="404"/>
                  </a:lnTo>
                  <a:lnTo>
                    <a:pt x="542" y="408"/>
                  </a:lnTo>
                  <a:lnTo>
                    <a:pt x="550" y="411"/>
                  </a:lnTo>
                  <a:lnTo>
                    <a:pt x="559" y="414"/>
                  </a:lnTo>
                  <a:lnTo>
                    <a:pt x="568" y="417"/>
                  </a:lnTo>
                  <a:lnTo>
                    <a:pt x="577" y="419"/>
                  </a:lnTo>
                  <a:lnTo>
                    <a:pt x="586" y="421"/>
                  </a:lnTo>
                  <a:lnTo>
                    <a:pt x="595" y="423"/>
                  </a:lnTo>
                  <a:lnTo>
                    <a:pt x="604" y="425"/>
                  </a:lnTo>
                  <a:lnTo>
                    <a:pt x="613" y="426"/>
                  </a:lnTo>
                  <a:lnTo>
                    <a:pt x="621" y="426"/>
                  </a:lnTo>
                  <a:lnTo>
                    <a:pt x="630" y="427"/>
                  </a:lnTo>
                  <a:lnTo>
                    <a:pt x="639" y="427"/>
                  </a:lnTo>
                  <a:lnTo>
                    <a:pt x="648" y="426"/>
                  </a:lnTo>
                  <a:lnTo>
                    <a:pt x="657" y="426"/>
                  </a:lnTo>
                  <a:lnTo>
                    <a:pt x="665" y="424"/>
                  </a:lnTo>
                  <a:lnTo>
                    <a:pt x="673" y="423"/>
                  </a:lnTo>
                  <a:lnTo>
                    <a:pt x="681" y="421"/>
                  </a:lnTo>
                  <a:lnTo>
                    <a:pt x="689" y="418"/>
                  </a:lnTo>
                  <a:lnTo>
                    <a:pt x="697" y="415"/>
                  </a:lnTo>
                  <a:lnTo>
                    <a:pt x="704" y="411"/>
                  </a:lnTo>
                  <a:lnTo>
                    <a:pt x="710" y="407"/>
                  </a:lnTo>
                  <a:lnTo>
                    <a:pt x="715" y="403"/>
                  </a:lnTo>
                  <a:lnTo>
                    <a:pt x="721" y="399"/>
                  </a:lnTo>
                  <a:lnTo>
                    <a:pt x="726" y="394"/>
                  </a:lnTo>
                  <a:lnTo>
                    <a:pt x="731" y="389"/>
                  </a:lnTo>
                  <a:lnTo>
                    <a:pt x="736" y="385"/>
                  </a:lnTo>
                  <a:lnTo>
                    <a:pt x="741" y="380"/>
                  </a:lnTo>
                  <a:lnTo>
                    <a:pt x="745" y="374"/>
                  </a:lnTo>
                  <a:lnTo>
                    <a:pt x="749" y="369"/>
                  </a:lnTo>
                  <a:lnTo>
                    <a:pt x="754" y="364"/>
                  </a:lnTo>
                  <a:lnTo>
                    <a:pt x="757" y="358"/>
                  </a:lnTo>
                  <a:lnTo>
                    <a:pt x="761" y="353"/>
                  </a:lnTo>
                  <a:lnTo>
                    <a:pt x="765" y="347"/>
                  </a:lnTo>
                  <a:lnTo>
                    <a:pt x="768" y="341"/>
                  </a:lnTo>
                  <a:lnTo>
                    <a:pt x="771" y="335"/>
                  </a:lnTo>
                  <a:lnTo>
                    <a:pt x="774" y="329"/>
                  </a:lnTo>
                  <a:lnTo>
                    <a:pt x="776" y="323"/>
                  </a:lnTo>
                  <a:lnTo>
                    <a:pt x="779" y="317"/>
                  </a:lnTo>
                  <a:lnTo>
                    <a:pt x="781" y="310"/>
                  </a:lnTo>
                  <a:lnTo>
                    <a:pt x="782" y="304"/>
                  </a:lnTo>
                  <a:lnTo>
                    <a:pt x="784" y="298"/>
                  </a:lnTo>
                  <a:lnTo>
                    <a:pt x="785" y="291"/>
                  </a:lnTo>
                  <a:lnTo>
                    <a:pt x="787" y="285"/>
                  </a:lnTo>
                  <a:lnTo>
                    <a:pt x="787" y="279"/>
                  </a:lnTo>
                  <a:lnTo>
                    <a:pt x="788" y="272"/>
                  </a:lnTo>
                  <a:lnTo>
                    <a:pt x="788" y="266"/>
                  </a:lnTo>
                  <a:lnTo>
                    <a:pt x="788" y="260"/>
                  </a:lnTo>
                  <a:lnTo>
                    <a:pt x="788" y="253"/>
                  </a:lnTo>
                  <a:lnTo>
                    <a:pt x="787" y="247"/>
                  </a:lnTo>
                  <a:lnTo>
                    <a:pt x="786" y="241"/>
                  </a:lnTo>
                  <a:lnTo>
                    <a:pt x="785" y="235"/>
                  </a:lnTo>
                  <a:lnTo>
                    <a:pt x="783" y="229"/>
                  </a:lnTo>
                  <a:lnTo>
                    <a:pt x="781" y="221"/>
                  </a:lnTo>
                  <a:lnTo>
                    <a:pt x="778" y="215"/>
                  </a:lnTo>
                  <a:lnTo>
                    <a:pt x="776" y="208"/>
                  </a:lnTo>
                  <a:lnTo>
                    <a:pt x="773" y="201"/>
                  </a:lnTo>
                  <a:lnTo>
                    <a:pt x="771" y="194"/>
                  </a:lnTo>
                  <a:lnTo>
                    <a:pt x="768" y="187"/>
                  </a:lnTo>
                  <a:lnTo>
                    <a:pt x="766" y="180"/>
                  </a:lnTo>
                  <a:lnTo>
                    <a:pt x="763" y="174"/>
                  </a:lnTo>
                  <a:lnTo>
                    <a:pt x="760" y="167"/>
                  </a:lnTo>
                  <a:lnTo>
                    <a:pt x="758" y="160"/>
                  </a:lnTo>
                  <a:lnTo>
                    <a:pt x="756" y="154"/>
                  </a:lnTo>
                  <a:lnTo>
                    <a:pt x="754" y="147"/>
                  </a:lnTo>
                  <a:lnTo>
                    <a:pt x="752" y="141"/>
                  </a:lnTo>
                  <a:lnTo>
                    <a:pt x="750" y="135"/>
                  </a:lnTo>
                  <a:lnTo>
                    <a:pt x="748" y="129"/>
                  </a:lnTo>
                  <a:lnTo>
                    <a:pt x="746" y="123"/>
                  </a:lnTo>
                  <a:lnTo>
                    <a:pt x="745" y="117"/>
                  </a:lnTo>
                  <a:lnTo>
                    <a:pt x="744" y="111"/>
                  </a:lnTo>
                  <a:lnTo>
                    <a:pt x="743" y="105"/>
                  </a:lnTo>
                  <a:lnTo>
                    <a:pt x="742" y="100"/>
                  </a:lnTo>
                  <a:lnTo>
                    <a:pt x="742" y="95"/>
                  </a:lnTo>
                  <a:lnTo>
                    <a:pt x="742" y="90"/>
                  </a:lnTo>
                  <a:lnTo>
                    <a:pt x="742" y="85"/>
                  </a:lnTo>
                  <a:lnTo>
                    <a:pt x="743" y="80"/>
                  </a:lnTo>
                  <a:lnTo>
                    <a:pt x="743" y="76"/>
                  </a:lnTo>
                  <a:lnTo>
                    <a:pt x="744" y="71"/>
                  </a:lnTo>
                  <a:lnTo>
                    <a:pt x="746" y="67"/>
                  </a:lnTo>
                  <a:lnTo>
                    <a:pt x="747" y="63"/>
                  </a:lnTo>
                  <a:lnTo>
                    <a:pt x="749" y="59"/>
                  </a:lnTo>
                  <a:lnTo>
                    <a:pt x="751" y="56"/>
                  </a:lnTo>
                  <a:lnTo>
                    <a:pt x="754" y="52"/>
                  </a:lnTo>
                  <a:lnTo>
                    <a:pt x="758" y="48"/>
                  </a:lnTo>
                  <a:lnTo>
                    <a:pt x="759" y="46"/>
                  </a:lnTo>
                  <a:lnTo>
                    <a:pt x="762" y="43"/>
                  </a:lnTo>
                  <a:lnTo>
                    <a:pt x="764" y="41"/>
                  </a:lnTo>
                  <a:lnTo>
                    <a:pt x="766" y="38"/>
                  </a:lnTo>
                  <a:lnTo>
                    <a:pt x="768" y="36"/>
                  </a:lnTo>
                  <a:lnTo>
                    <a:pt x="770" y="34"/>
                  </a:lnTo>
                  <a:lnTo>
                    <a:pt x="772" y="31"/>
                  </a:lnTo>
                  <a:lnTo>
                    <a:pt x="773" y="29"/>
                  </a:lnTo>
                  <a:lnTo>
                    <a:pt x="775" y="27"/>
                  </a:lnTo>
                  <a:lnTo>
                    <a:pt x="777" y="25"/>
                  </a:lnTo>
                  <a:lnTo>
                    <a:pt x="779" y="24"/>
                  </a:lnTo>
                  <a:lnTo>
                    <a:pt x="781" y="22"/>
                  </a:lnTo>
                  <a:lnTo>
                    <a:pt x="783" y="20"/>
                  </a:lnTo>
                  <a:lnTo>
                    <a:pt x="785" y="18"/>
                  </a:lnTo>
                  <a:lnTo>
                    <a:pt x="788" y="17"/>
                  </a:lnTo>
                  <a:lnTo>
                    <a:pt x="790" y="15"/>
                  </a:lnTo>
                  <a:lnTo>
                    <a:pt x="793" y="14"/>
                  </a:lnTo>
                  <a:lnTo>
                    <a:pt x="795" y="12"/>
                  </a:lnTo>
                  <a:lnTo>
                    <a:pt x="798" y="11"/>
                  </a:lnTo>
                  <a:lnTo>
                    <a:pt x="802" y="9"/>
                  </a:lnTo>
                  <a:lnTo>
                    <a:pt x="805" y="8"/>
                  </a:lnTo>
                  <a:lnTo>
                    <a:pt x="809" y="7"/>
                  </a:lnTo>
                  <a:lnTo>
                    <a:pt x="813" y="6"/>
                  </a:lnTo>
                  <a:lnTo>
                    <a:pt x="817" y="5"/>
                  </a:lnTo>
                  <a:lnTo>
                    <a:pt x="822" y="4"/>
                  </a:lnTo>
                  <a:lnTo>
                    <a:pt x="827" y="3"/>
                  </a:lnTo>
                  <a:lnTo>
                    <a:pt x="833" y="2"/>
                  </a:lnTo>
                  <a:lnTo>
                    <a:pt x="839" y="2"/>
                  </a:lnTo>
                  <a:lnTo>
                    <a:pt x="845" y="1"/>
                  </a:lnTo>
                  <a:lnTo>
                    <a:pt x="851" y="1"/>
                  </a:lnTo>
                  <a:lnTo>
                    <a:pt x="859" y="1"/>
                  </a:lnTo>
                  <a:lnTo>
                    <a:pt x="867" y="1"/>
                  </a:lnTo>
                  <a:lnTo>
                    <a:pt x="870" y="1"/>
                  </a:lnTo>
                  <a:lnTo>
                    <a:pt x="873" y="1"/>
                  </a:lnTo>
                  <a:lnTo>
                    <a:pt x="877" y="1"/>
                  </a:lnTo>
                  <a:lnTo>
                    <a:pt x="881" y="1"/>
                  </a:lnTo>
                  <a:lnTo>
                    <a:pt x="884" y="1"/>
                  </a:lnTo>
                  <a:lnTo>
                    <a:pt x="888" y="1"/>
                  </a:lnTo>
                  <a:lnTo>
                    <a:pt x="891" y="1"/>
                  </a:lnTo>
                  <a:lnTo>
                    <a:pt x="895" y="1"/>
                  </a:lnTo>
                  <a:lnTo>
                    <a:pt x="898" y="1"/>
                  </a:lnTo>
                  <a:lnTo>
                    <a:pt x="902" y="1"/>
                  </a:lnTo>
                  <a:lnTo>
                    <a:pt x="905" y="1"/>
                  </a:lnTo>
                  <a:lnTo>
                    <a:pt x="908" y="1"/>
                  </a:lnTo>
                  <a:lnTo>
                    <a:pt x="911" y="1"/>
                  </a:lnTo>
                  <a:lnTo>
                    <a:pt x="914" y="1"/>
                  </a:lnTo>
                  <a:lnTo>
                    <a:pt x="917" y="1"/>
                  </a:lnTo>
                  <a:lnTo>
                    <a:pt x="920" y="1"/>
                  </a:lnTo>
                  <a:lnTo>
                    <a:pt x="923" y="1"/>
                  </a:lnTo>
                  <a:lnTo>
                    <a:pt x="926" y="1"/>
                  </a:lnTo>
                  <a:lnTo>
                    <a:pt x="928" y="1"/>
                  </a:lnTo>
                  <a:lnTo>
                    <a:pt x="930" y="1"/>
                  </a:lnTo>
                  <a:lnTo>
                    <a:pt x="933" y="1"/>
                  </a:lnTo>
                  <a:lnTo>
                    <a:pt x="935" y="1"/>
                  </a:lnTo>
                  <a:lnTo>
                    <a:pt x="937" y="1"/>
                  </a:lnTo>
                  <a:lnTo>
                    <a:pt x="938" y="1"/>
                  </a:lnTo>
                  <a:lnTo>
                    <a:pt x="940" y="1"/>
                  </a:lnTo>
                  <a:lnTo>
                    <a:pt x="941" y="1"/>
                  </a:lnTo>
                  <a:lnTo>
                    <a:pt x="943" y="1"/>
                  </a:lnTo>
                  <a:lnTo>
                    <a:pt x="944" y="1"/>
                  </a:lnTo>
                  <a:lnTo>
                    <a:pt x="945" y="1"/>
                  </a:lnTo>
                  <a:lnTo>
                    <a:pt x="946" y="1"/>
                  </a:lnTo>
                  <a:lnTo>
                    <a:pt x="963" y="0"/>
                  </a:lnTo>
                  <a:lnTo>
                    <a:pt x="963" y="1"/>
                  </a:lnTo>
                  <a:lnTo>
                    <a:pt x="1063" y="5"/>
                  </a:lnTo>
                  <a:lnTo>
                    <a:pt x="1063" y="6"/>
                  </a:lnTo>
                  <a:lnTo>
                    <a:pt x="1063" y="12"/>
                  </a:lnTo>
                  <a:lnTo>
                    <a:pt x="1062" y="18"/>
                  </a:lnTo>
                  <a:lnTo>
                    <a:pt x="1061" y="26"/>
                  </a:lnTo>
                  <a:lnTo>
                    <a:pt x="1061" y="34"/>
                  </a:lnTo>
                  <a:lnTo>
                    <a:pt x="1060" y="43"/>
                  </a:lnTo>
                  <a:lnTo>
                    <a:pt x="1059" y="53"/>
                  </a:lnTo>
                  <a:lnTo>
                    <a:pt x="1058" y="63"/>
                  </a:lnTo>
                  <a:lnTo>
                    <a:pt x="1057" y="74"/>
                  </a:lnTo>
                  <a:lnTo>
                    <a:pt x="1056" y="85"/>
                  </a:lnTo>
                  <a:lnTo>
                    <a:pt x="1055" y="97"/>
                  </a:lnTo>
                  <a:lnTo>
                    <a:pt x="1054" y="109"/>
                  </a:lnTo>
                  <a:lnTo>
                    <a:pt x="1053" y="121"/>
                  </a:lnTo>
                  <a:lnTo>
                    <a:pt x="1052" y="133"/>
                  </a:lnTo>
                  <a:lnTo>
                    <a:pt x="1051" y="145"/>
                  </a:lnTo>
                  <a:lnTo>
                    <a:pt x="1050" y="158"/>
                  </a:lnTo>
                  <a:lnTo>
                    <a:pt x="1049" y="170"/>
                  </a:lnTo>
                  <a:lnTo>
                    <a:pt x="1048" y="182"/>
                  </a:lnTo>
                  <a:lnTo>
                    <a:pt x="1047" y="193"/>
                  </a:lnTo>
                  <a:lnTo>
                    <a:pt x="1046" y="205"/>
                  </a:lnTo>
                  <a:lnTo>
                    <a:pt x="1046" y="215"/>
                  </a:lnTo>
                  <a:lnTo>
                    <a:pt x="1045" y="226"/>
                  </a:lnTo>
                  <a:lnTo>
                    <a:pt x="1044" y="235"/>
                  </a:lnTo>
                  <a:lnTo>
                    <a:pt x="1044" y="244"/>
                  </a:lnTo>
                  <a:lnTo>
                    <a:pt x="1043" y="253"/>
                  </a:lnTo>
                  <a:lnTo>
                    <a:pt x="1043" y="260"/>
                  </a:lnTo>
                  <a:lnTo>
                    <a:pt x="1043" y="267"/>
                  </a:lnTo>
                  <a:lnTo>
                    <a:pt x="1042" y="273"/>
                  </a:lnTo>
                  <a:lnTo>
                    <a:pt x="1042" y="277"/>
                  </a:lnTo>
                  <a:lnTo>
                    <a:pt x="1042" y="284"/>
                  </a:lnTo>
                  <a:lnTo>
                    <a:pt x="1042" y="290"/>
                  </a:lnTo>
                  <a:lnTo>
                    <a:pt x="1042" y="296"/>
                  </a:lnTo>
                  <a:lnTo>
                    <a:pt x="1042" y="302"/>
                  </a:lnTo>
                  <a:lnTo>
                    <a:pt x="1041" y="308"/>
                  </a:lnTo>
                  <a:lnTo>
                    <a:pt x="1041" y="313"/>
                  </a:lnTo>
                  <a:lnTo>
                    <a:pt x="1040" y="324"/>
                  </a:lnTo>
                  <a:lnTo>
                    <a:pt x="1040" y="329"/>
                  </a:lnTo>
                  <a:lnTo>
                    <a:pt x="1039" y="334"/>
                  </a:lnTo>
                  <a:lnTo>
                    <a:pt x="1039" y="339"/>
                  </a:lnTo>
                  <a:lnTo>
                    <a:pt x="1039" y="344"/>
                  </a:lnTo>
                  <a:lnTo>
                    <a:pt x="1039" y="349"/>
                  </a:lnTo>
                  <a:lnTo>
                    <a:pt x="1039" y="353"/>
                  </a:lnTo>
                  <a:lnTo>
                    <a:pt x="1040" y="358"/>
                  </a:lnTo>
                  <a:lnTo>
                    <a:pt x="1040" y="363"/>
                  </a:lnTo>
                  <a:lnTo>
                    <a:pt x="1042" y="368"/>
                  </a:lnTo>
                  <a:lnTo>
                    <a:pt x="1043" y="373"/>
                  </a:lnTo>
                  <a:lnTo>
                    <a:pt x="1046" y="378"/>
                  </a:lnTo>
                  <a:lnTo>
                    <a:pt x="1049" y="383"/>
                  </a:lnTo>
                  <a:lnTo>
                    <a:pt x="1053" y="388"/>
                  </a:lnTo>
                  <a:lnTo>
                    <a:pt x="1057" y="392"/>
                  </a:lnTo>
                  <a:lnTo>
                    <a:pt x="1062" y="395"/>
                  </a:lnTo>
                  <a:lnTo>
                    <a:pt x="1067" y="398"/>
                  </a:lnTo>
                  <a:lnTo>
                    <a:pt x="1073" y="400"/>
                  </a:lnTo>
                  <a:lnTo>
                    <a:pt x="1078" y="401"/>
                  </a:lnTo>
                  <a:lnTo>
                    <a:pt x="1084" y="402"/>
                  </a:lnTo>
                  <a:lnTo>
                    <a:pt x="1090" y="403"/>
                  </a:lnTo>
                  <a:lnTo>
                    <a:pt x="1096" y="403"/>
                  </a:lnTo>
                  <a:lnTo>
                    <a:pt x="1103" y="403"/>
                  </a:lnTo>
                  <a:lnTo>
                    <a:pt x="1110" y="402"/>
                  </a:lnTo>
                  <a:lnTo>
                    <a:pt x="1117" y="402"/>
                  </a:lnTo>
                  <a:lnTo>
                    <a:pt x="1120" y="401"/>
                  </a:lnTo>
                  <a:lnTo>
                    <a:pt x="1123" y="401"/>
                  </a:lnTo>
                  <a:lnTo>
                    <a:pt x="1126" y="400"/>
                  </a:lnTo>
                  <a:lnTo>
                    <a:pt x="1130" y="399"/>
                  </a:lnTo>
                  <a:lnTo>
                    <a:pt x="1133" y="398"/>
                  </a:lnTo>
                  <a:lnTo>
                    <a:pt x="1136" y="398"/>
                  </a:lnTo>
                  <a:lnTo>
                    <a:pt x="1138" y="397"/>
                  </a:lnTo>
                  <a:lnTo>
                    <a:pt x="1141" y="396"/>
                  </a:lnTo>
                  <a:lnTo>
                    <a:pt x="1144" y="395"/>
                  </a:lnTo>
                  <a:lnTo>
                    <a:pt x="1146" y="394"/>
                  </a:lnTo>
                  <a:lnTo>
                    <a:pt x="1149" y="393"/>
                  </a:lnTo>
                  <a:lnTo>
                    <a:pt x="1152" y="391"/>
                  </a:lnTo>
                  <a:lnTo>
                    <a:pt x="1154" y="390"/>
                  </a:lnTo>
                  <a:lnTo>
                    <a:pt x="1156" y="389"/>
                  </a:lnTo>
                  <a:lnTo>
                    <a:pt x="1159" y="388"/>
                  </a:lnTo>
                  <a:lnTo>
                    <a:pt x="1161" y="387"/>
                  </a:lnTo>
                  <a:lnTo>
                    <a:pt x="1165" y="385"/>
                  </a:lnTo>
                  <a:lnTo>
                    <a:pt x="1168" y="383"/>
                  </a:lnTo>
                  <a:lnTo>
                    <a:pt x="1170" y="382"/>
                  </a:lnTo>
                  <a:lnTo>
                    <a:pt x="1172" y="381"/>
                  </a:lnTo>
                  <a:lnTo>
                    <a:pt x="1175" y="380"/>
                  </a:lnTo>
                  <a:lnTo>
                    <a:pt x="1177" y="379"/>
                  </a:lnTo>
                  <a:lnTo>
                    <a:pt x="1180" y="378"/>
                  </a:lnTo>
                  <a:lnTo>
                    <a:pt x="1182" y="377"/>
                  </a:lnTo>
                  <a:lnTo>
                    <a:pt x="1184" y="376"/>
                  </a:lnTo>
                  <a:lnTo>
                    <a:pt x="1187" y="375"/>
                  </a:lnTo>
                  <a:lnTo>
                    <a:pt x="1189" y="374"/>
                  </a:lnTo>
                  <a:lnTo>
                    <a:pt x="1192" y="373"/>
                  </a:lnTo>
                  <a:lnTo>
                    <a:pt x="1195" y="372"/>
                  </a:lnTo>
                  <a:lnTo>
                    <a:pt x="1198" y="371"/>
                  </a:lnTo>
                  <a:lnTo>
                    <a:pt x="1201" y="370"/>
                  </a:lnTo>
                  <a:lnTo>
                    <a:pt x="1207" y="368"/>
                  </a:lnTo>
                  <a:lnTo>
                    <a:pt x="1214" y="366"/>
                  </a:lnTo>
                  <a:lnTo>
                    <a:pt x="1221" y="365"/>
                  </a:lnTo>
                  <a:lnTo>
                    <a:pt x="1228" y="363"/>
                  </a:lnTo>
                  <a:lnTo>
                    <a:pt x="1235" y="362"/>
                  </a:lnTo>
                  <a:lnTo>
                    <a:pt x="1242" y="361"/>
                  </a:lnTo>
                  <a:lnTo>
                    <a:pt x="1248" y="360"/>
                  </a:lnTo>
                  <a:lnTo>
                    <a:pt x="1255" y="359"/>
                  </a:lnTo>
                  <a:lnTo>
                    <a:pt x="1261" y="358"/>
                  </a:lnTo>
                  <a:lnTo>
                    <a:pt x="1268" y="358"/>
                  </a:lnTo>
                  <a:lnTo>
                    <a:pt x="1274" y="358"/>
                  </a:lnTo>
                  <a:lnTo>
                    <a:pt x="1280" y="359"/>
                  </a:lnTo>
                  <a:lnTo>
                    <a:pt x="1286" y="359"/>
                  </a:lnTo>
                  <a:lnTo>
                    <a:pt x="1292" y="360"/>
                  </a:lnTo>
                  <a:lnTo>
                    <a:pt x="1297" y="361"/>
                  </a:lnTo>
                  <a:lnTo>
                    <a:pt x="1303" y="362"/>
                  </a:lnTo>
                  <a:lnTo>
                    <a:pt x="1308" y="364"/>
                  </a:lnTo>
                  <a:lnTo>
                    <a:pt x="1313" y="366"/>
                  </a:lnTo>
                  <a:lnTo>
                    <a:pt x="1319" y="369"/>
                  </a:lnTo>
                  <a:lnTo>
                    <a:pt x="1323" y="371"/>
                  </a:lnTo>
                  <a:lnTo>
                    <a:pt x="1328" y="375"/>
                  </a:lnTo>
                  <a:lnTo>
                    <a:pt x="1333" y="378"/>
                  </a:lnTo>
                  <a:lnTo>
                    <a:pt x="1338" y="382"/>
                  </a:lnTo>
                  <a:lnTo>
                    <a:pt x="1343" y="387"/>
                  </a:lnTo>
                  <a:lnTo>
                    <a:pt x="1347" y="392"/>
                  </a:lnTo>
                  <a:lnTo>
                    <a:pt x="1352" y="397"/>
                  </a:lnTo>
                  <a:lnTo>
                    <a:pt x="1356" y="403"/>
                  </a:lnTo>
                  <a:lnTo>
                    <a:pt x="1360" y="410"/>
                  </a:lnTo>
                  <a:lnTo>
                    <a:pt x="1364" y="417"/>
                  </a:lnTo>
                  <a:lnTo>
                    <a:pt x="1368" y="425"/>
                  </a:lnTo>
                  <a:lnTo>
                    <a:pt x="1372" y="434"/>
                  </a:lnTo>
                  <a:lnTo>
                    <a:pt x="1376" y="443"/>
                  </a:lnTo>
                  <a:lnTo>
                    <a:pt x="1378" y="448"/>
                  </a:lnTo>
                  <a:lnTo>
                    <a:pt x="1380" y="454"/>
                  </a:lnTo>
                  <a:lnTo>
                    <a:pt x="1381" y="459"/>
                  </a:lnTo>
                  <a:lnTo>
                    <a:pt x="1383" y="465"/>
                  </a:lnTo>
                  <a:lnTo>
                    <a:pt x="1384" y="470"/>
                  </a:lnTo>
                  <a:lnTo>
                    <a:pt x="1385" y="476"/>
                  </a:lnTo>
                  <a:lnTo>
                    <a:pt x="1386" y="482"/>
                  </a:lnTo>
                  <a:lnTo>
                    <a:pt x="1387" y="488"/>
                  </a:lnTo>
                  <a:lnTo>
                    <a:pt x="1388" y="493"/>
                  </a:lnTo>
                  <a:lnTo>
                    <a:pt x="1389" y="499"/>
                  </a:lnTo>
                  <a:lnTo>
                    <a:pt x="1390" y="505"/>
                  </a:lnTo>
                  <a:lnTo>
                    <a:pt x="1390" y="511"/>
                  </a:lnTo>
                  <a:lnTo>
                    <a:pt x="1390" y="516"/>
                  </a:lnTo>
                  <a:lnTo>
                    <a:pt x="1390" y="522"/>
                  </a:lnTo>
                  <a:lnTo>
                    <a:pt x="1390" y="528"/>
                  </a:lnTo>
                  <a:lnTo>
                    <a:pt x="1390" y="533"/>
                  </a:lnTo>
                  <a:lnTo>
                    <a:pt x="1389" y="539"/>
                  </a:lnTo>
                  <a:lnTo>
                    <a:pt x="1388" y="544"/>
                  </a:lnTo>
                  <a:lnTo>
                    <a:pt x="1387" y="549"/>
                  </a:lnTo>
                  <a:lnTo>
                    <a:pt x="1386" y="555"/>
                  </a:lnTo>
                  <a:lnTo>
                    <a:pt x="1385" y="560"/>
                  </a:lnTo>
                  <a:lnTo>
                    <a:pt x="1383" y="565"/>
                  </a:lnTo>
                  <a:lnTo>
                    <a:pt x="1382" y="570"/>
                  </a:lnTo>
                  <a:lnTo>
                    <a:pt x="1380" y="575"/>
                  </a:lnTo>
                  <a:lnTo>
                    <a:pt x="1377" y="579"/>
                  </a:lnTo>
                  <a:lnTo>
                    <a:pt x="1375" y="584"/>
                  </a:lnTo>
                  <a:lnTo>
                    <a:pt x="1373" y="588"/>
                  </a:lnTo>
                  <a:lnTo>
                    <a:pt x="1370" y="592"/>
                  </a:lnTo>
                  <a:lnTo>
                    <a:pt x="1367" y="597"/>
                  </a:lnTo>
                  <a:lnTo>
                    <a:pt x="1363" y="601"/>
                  </a:lnTo>
                  <a:lnTo>
                    <a:pt x="1360" y="605"/>
                  </a:lnTo>
                  <a:lnTo>
                    <a:pt x="1356" y="608"/>
                  </a:lnTo>
                  <a:lnTo>
                    <a:pt x="1352" y="612"/>
                  </a:lnTo>
                  <a:lnTo>
                    <a:pt x="1348" y="615"/>
                  </a:lnTo>
                  <a:lnTo>
                    <a:pt x="1344" y="618"/>
                  </a:lnTo>
                  <a:lnTo>
                    <a:pt x="1339" y="621"/>
                  </a:lnTo>
                  <a:lnTo>
                    <a:pt x="1334" y="624"/>
                  </a:lnTo>
                  <a:lnTo>
                    <a:pt x="1329" y="627"/>
                  </a:lnTo>
                  <a:lnTo>
                    <a:pt x="1324" y="629"/>
                  </a:lnTo>
                  <a:lnTo>
                    <a:pt x="1319" y="632"/>
                  </a:lnTo>
                  <a:lnTo>
                    <a:pt x="1314" y="634"/>
                  </a:lnTo>
                  <a:lnTo>
                    <a:pt x="1308" y="636"/>
                  </a:lnTo>
                  <a:lnTo>
                    <a:pt x="1302" y="638"/>
                  </a:lnTo>
                  <a:lnTo>
                    <a:pt x="1297" y="639"/>
                  </a:lnTo>
                  <a:lnTo>
                    <a:pt x="1291" y="641"/>
                  </a:lnTo>
                  <a:lnTo>
                    <a:pt x="1285" y="642"/>
                  </a:lnTo>
                  <a:lnTo>
                    <a:pt x="1280" y="643"/>
                  </a:lnTo>
                  <a:lnTo>
                    <a:pt x="1274" y="644"/>
                  </a:lnTo>
                  <a:lnTo>
                    <a:pt x="1269" y="645"/>
                  </a:lnTo>
                  <a:lnTo>
                    <a:pt x="1263" y="646"/>
                  </a:lnTo>
                  <a:lnTo>
                    <a:pt x="1258" y="646"/>
                  </a:lnTo>
                  <a:lnTo>
                    <a:pt x="1253" y="646"/>
                  </a:lnTo>
                  <a:lnTo>
                    <a:pt x="1248" y="646"/>
                  </a:lnTo>
                  <a:lnTo>
                    <a:pt x="1244" y="646"/>
                  </a:lnTo>
                  <a:lnTo>
                    <a:pt x="1239" y="646"/>
                  </a:lnTo>
                  <a:lnTo>
                    <a:pt x="1235" y="646"/>
                  </a:lnTo>
                  <a:lnTo>
                    <a:pt x="1231" y="645"/>
                  </a:lnTo>
                  <a:lnTo>
                    <a:pt x="1228" y="645"/>
                  </a:lnTo>
                  <a:lnTo>
                    <a:pt x="1225" y="644"/>
                  </a:lnTo>
                  <a:lnTo>
                    <a:pt x="1222" y="643"/>
                  </a:lnTo>
                  <a:lnTo>
                    <a:pt x="1220" y="643"/>
                  </a:lnTo>
                  <a:lnTo>
                    <a:pt x="1219" y="642"/>
                  </a:lnTo>
                  <a:lnTo>
                    <a:pt x="1218" y="641"/>
                  </a:lnTo>
                  <a:lnTo>
                    <a:pt x="1217" y="641"/>
                  </a:lnTo>
                  <a:lnTo>
                    <a:pt x="1208" y="634"/>
                  </a:lnTo>
                  <a:lnTo>
                    <a:pt x="1199" y="627"/>
                  </a:lnTo>
                  <a:lnTo>
                    <a:pt x="1190" y="621"/>
                  </a:lnTo>
                  <a:lnTo>
                    <a:pt x="1180" y="615"/>
                  </a:lnTo>
                  <a:lnTo>
                    <a:pt x="1171" y="610"/>
                  </a:lnTo>
                  <a:lnTo>
                    <a:pt x="1162" y="605"/>
                  </a:lnTo>
                  <a:lnTo>
                    <a:pt x="1153" y="601"/>
                  </a:lnTo>
                  <a:lnTo>
                    <a:pt x="1143" y="598"/>
                  </a:lnTo>
                  <a:lnTo>
                    <a:pt x="1134" y="595"/>
                  </a:lnTo>
                  <a:lnTo>
                    <a:pt x="1125" y="593"/>
                  </a:lnTo>
                  <a:lnTo>
                    <a:pt x="1116" y="592"/>
                  </a:lnTo>
                  <a:lnTo>
                    <a:pt x="1107" y="591"/>
                  </a:lnTo>
                  <a:lnTo>
                    <a:pt x="1098" y="591"/>
                  </a:lnTo>
                  <a:lnTo>
                    <a:pt x="1089" y="592"/>
                  </a:lnTo>
                  <a:lnTo>
                    <a:pt x="1081" y="594"/>
                  </a:lnTo>
                  <a:lnTo>
                    <a:pt x="1072" y="596"/>
                  </a:lnTo>
                  <a:lnTo>
                    <a:pt x="1064" y="600"/>
                  </a:lnTo>
                  <a:lnTo>
                    <a:pt x="1057" y="604"/>
                  </a:lnTo>
                  <a:lnTo>
                    <a:pt x="1050" y="609"/>
                  </a:lnTo>
                  <a:lnTo>
                    <a:pt x="1043" y="614"/>
                  </a:lnTo>
                  <a:lnTo>
                    <a:pt x="1037" y="621"/>
                  </a:lnTo>
                  <a:lnTo>
                    <a:pt x="1031" y="628"/>
                  </a:lnTo>
                  <a:lnTo>
                    <a:pt x="1026" y="635"/>
                  </a:lnTo>
                  <a:lnTo>
                    <a:pt x="1022" y="644"/>
                  </a:lnTo>
                  <a:lnTo>
                    <a:pt x="1018" y="652"/>
                  </a:lnTo>
                  <a:lnTo>
                    <a:pt x="1015" y="662"/>
                  </a:lnTo>
                  <a:lnTo>
                    <a:pt x="1013" y="671"/>
                  </a:lnTo>
                  <a:lnTo>
                    <a:pt x="1011" y="682"/>
                  </a:lnTo>
                  <a:lnTo>
                    <a:pt x="1009" y="692"/>
                  </a:lnTo>
                  <a:lnTo>
                    <a:pt x="1008" y="704"/>
                  </a:lnTo>
                  <a:lnTo>
                    <a:pt x="1008" y="715"/>
                  </a:lnTo>
                  <a:lnTo>
                    <a:pt x="1008" y="727"/>
                  </a:lnTo>
                  <a:lnTo>
                    <a:pt x="1009" y="733"/>
                  </a:lnTo>
                  <a:lnTo>
                    <a:pt x="1009" y="740"/>
                  </a:lnTo>
                  <a:lnTo>
                    <a:pt x="1010" y="748"/>
                  </a:lnTo>
                  <a:lnTo>
                    <a:pt x="1011" y="757"/>
                  </a:lnTo>
                  <a:lnTo>
                    <a:pt x="1013" y="767"/>
                  </a:lnTo>
                  <a:lnTo>
                    <a:pt x="1014" y="778"/>
                  </a:lnTo>
                  <a:lnTo>
                    <a:pt x="1016" y="790"/>
                  </a:lnTo>
                  <a:lnTo>
                    <a:pt x="1018" y="802"/>
                  </a:lnTo>
                  <a:lnTo>
                    <a:pt x="1020" y="816"/>
                  </a:lnTo>
                  <a:lnTo>
                    <a:pt x="1022" y="830"/>
                  </a:lnTo>
                  <a:lnTo>
                    <a:pt x="1024" y="843"/>
                  </a:lnTo>
                  <a:lnTo>
                    <a:pt x="987" y="843"/>
                  </a:lnTo>
                  <a:lnTo>
                    <a:pt x="978" y="843"/>
                  </a:lnTo>
                  <a:lnTo>
                    <a:pt x="967" y="842"/>
                  </a:lnTo>
                  <a:lnTo>
                    <a:pt x="956" y="841"/>
                  </a:lnTo>
                  <a:lnTo>
                    <a:pt x="944" y="840"/>
                  </a:lnTo>
                  <a:lnTo>
                    <a:pt x="919" y="837"/>
                  </a:lnTo>
                  <a:lnTo>
                    <a:pt x="893" y="834"/>
                  </a:lnTo>
                  <a:lnTo>
                    <a:pt x="880" y="833"/>
                  </a:lnTo>
                  <a:lnTo>
                    <a:pt x="866" y="831"/>
                  </a:lnTo>
                  <a:lnTo>
                    <a:pt x="853" y="830"/>
                  </a:lnTo>
                  <a:lnTo>
                    <a:pt x="839" y="829"/>
                  </a:lnTo>
                  <a:lnTo>
                    <a:pt x="825" y="829"/>
                  </a:lnTo>
                  <a:lnTo>
                    <a:pt x="812" y="828"/>
                  </a:lnTo>
                  <a:lnTo>
                    <a:pt x="799" y="828"/>
                  </a:lnTo>
                  <a:lnTo>
                    <a:pt x="786" y="829"/>
                  </a:lnTo>
                  <a:lnTo>
                    <a:pt x="773" y="830"/>
                  </a:lnTo>
                  <a:lnTo>
                    <a:pt x="760" y="831"/>
                  </a:lnTo>
                  <a:lnTo>
                    <a:pt x="749" y="833"/>
                  </a:lnTo>
                  <a:lnTo>
                    <a:pt x="737" y="836"/>
                  </a:lnTo>
                  <a:lnTo>
                    <a:pt x="726" y="839"/>
                  </a:lnTo>
                  <a:lnTo>
                    <a:pt x="716" y="843"/>
                  </a:lnTo>
                  <a:lnTo>
                    <a:pt x="706" y="848"/>
                  </a:lnTo>
                  <a:lnTo>
                    <a:pt x="698" y="853"/>
                  </a:lnTo>
                  <a:lnTo>
                    <a:pt x="689" y="860"/>
                  </a:lnTo>
                  <a:lnTo>
                    <a:pt x="682" y="867"/>
                  </a:lnTo>
                  <a:lnTo>
                    <a:pt x="676" y="876"/>
                  </a:lnTo>
                  <a:lnTo>
                    <a:pt x="671" y="885"/>
                  </a:lnTo>
                  <a:lnTo>
                    <a:pt x="667" y="896"/>
                  </a:lnTo>
                  <a:lnTo>
                    <a:pt x="663" y="907"/>
                  </a:lnTo>
                  <a:lnTo>
                    <a:pt x="662" y="920"/>
                  </a:lnTo>
                  <a:lnTo>
                    <a:pt x="661" y="934"/>
                  </a:lnTo>
                  <a:lnTo>
                    <a:pt x="661" y="937"/>
                  </a:lnTo>
                  <a:lnTo>
                    <a:pt x="661" y="940"/>
                  </a:lnTo>
                  <a:lnTo>
                    <a:pt x="662" y="943"/>
                  </a:lnTo>
                  <a:lnTo>
                    <a:pt x="662" y="947"/>
                  </a:lnTo>
                  <a:lnTo>
                    <a:pt x="663" y="953"/>
                  </a:lnTo>
                  <a:lnTo>
                    <a:pt x="664" y="960"/>
                  </a:lnTo>
                  <a:lnTo>
                    <a:pt x="666" y="967"/>
                  </a:lnTo>
                  <a:lnTo>
                    <a:pt x="668" y="974"/>
                  </a:lnTo>
                  <a:lnTo>
                    <a:pt x="670" y="980"/>
                  </a:lnTo>
                  <a:lnTo>
                    <a:pt x="672" y="987"/>
                  </a:lnTo>
                  <a:lnTo>
                    <a:pt x="676" y="999"/>
                  </a:lnTo>
                  <a:lnTo>
                    <a:pt x="679" y="1009"/>
                  </a:lnTo>
                  <a:lnTo>
                    <a:pt x="681" y="1015"/>
                  </a:lnTo>
                  <a:lnTo>
                    <a:pt x="682" y="1017"/>
                  </a:lnTo>
                  <a:lnTo>
                    <a:pt x="709" y="1090"/>
                  </a:lnTo>
                  <a:lnTo>
                    <a:pt x="711" y="1099"/>
                  </a:lnTo>
                  <a:lnTo>
                    <a:pt x="712" y="1108"/>
                  </a:lnTo>
                  <a:lnTo>
                    <a:pt x="712" y="1116"/>
                  </a:lnTo>
                  <a:lnTo>
                    <a:pt x="712" y="1125"/>
                  </a:lnTo>
                  <a:lnTo>
                    <a:pt x="711" y="1133"/>
                  </a:lnTo>
                  <a:lnTo>
                    <a:pt x="710" y="1142"/>
                  </a:lnTo>
                  <a:lnTo>
                    <a:pt x="709" y="1150"/>
                  </a:lnTo>
                  <a:lnTo>
                    <a:pt x="707" y="1158"/>
                  </a:lnTo>
                  <a:lnTo>
                    <a:pt x="704" y="1166"/>
                  </a:lnTo>
                  <a:lnTo>
                    <a:pt x="701" y="1173"/>
                  </a:lnTo>
                  <a:lnTo>
                    <a:pt x="698" y="1180"/>
                  </a:lnTo>
                  <a:lnTo>
                    <a:pt x="694" y="1187"/>
                  </a:lnTo>
                  <a:lnTo>
                    <a:pt x="690" y="1194"/>
                  </a:lnTo>
                  <a:lnTo>
                    <a:pt x="685" y="1201"/>
                  </a:lnTo>
                  <a:lnTo>
                    <a:pt x="680" y="1207"/>
                  </a:lnTo>
                  <a:lnTo>
                    <a:pt x="674" y="1212"/>
                  </a:lnTo>
                  <a:lnTo>
                    <a:pt x="668" y="1217"/>
                  </a:lnTo>
                  <a:lnTo>
                    <a:pt x="662" y="1223"/>
                  </a:lnTo>
                  <a:lnTo>
                    <a:pt x="655" y="1227"/>
                  </a:lnTo>
                  <a:lnTo>
                    <a:pt x="648" y="1231"/>
                  </a:lnTo>
                  <a:lnTo>
                    <a:pt x="640" y="1235"/>
                  </a:lnTo>
                  <a:lnTo>
                    <a:pt x="632" y="1238"/>
                  </a:lnTo>
                  <a:lnTo>
                    <a:pt x="624" y="1241"/>
                  </a:lnTo>
                  <a:lnTo>
                    <a:pt x="616" y="1243"/>
                  </a:lnTo>
                  <a:lnTo>
                    <a:pt x="607" y="1245"/>
                  </a:lnTo>
                  <a:lnTo>
                    <a:pt x="597" y="1246"/>
                  </a:lnTo>
                  <a:lnTo>
                    <a:pt x="588" y="1246"/>
                  </a:lnTo>
                  <a:lnTo>
                    <a:pt x="578" y="1246"/>
                  </a:lnTo>
                  <a:lnTo>
                    <a:pt x="568" y="1245"/>
                  </a:lnTo>
                  <a:lnTo>
                    <a:pt x="557" y="1244"/>
                  </a:lnTo>
                  <a:lnTo>
                    <a:pt x="546" y="1242"/>
                  </a:lnTo>
                  <a:lnTo>
                    <a:pt x="535" y="1239"/>
                  </a:lnTo>
                  <a:lnTo>
                    <a:pt x="519" y="1235"/>
                  </a:lnTo>
                  <a:lnTo>
                    <a:pt x="505" y="1231"/>
                  </a:lnTo>
                  <a:lnTo>
                    <a:pt x="493" y="1226"/>
                  </a:lnTo>
                  <a:lnTo>
                    <a:pt x="482" y="1222"/>
                  </a:lnTo>
                  <a:lnTo>
                    <a:pt x="472" y="1218"/>
                  </a:lnTo>
                  <a:lnTo>
                    <a:pt x="463" y="1213"/>
                  </a:lnTo>
                  <a:lnTo>
                    <a:pt x="456" y="1209"/>
                  </a:lnTo>
                  <a:lnTo>
                    <a:pt x="450" y="1205"/>
                  </a:lnTo>
                  <a:lnTo>
                    <a:pt x="445" y="1200"/>
                  </a:lnTo>
                  <a:lnTo>
                    <a:pt x="441" y="1195"/>
                  </a:lnTo>
                  <a:lnTo>
                    <a:pt x="438" y="1191"/>
                  </a:lnTo>
                  <a:lnTo>
                    <a:pt x="436" y="1186"/>
                  </a:lnTo>
                  <a:lnTo>
                    <a:pt x="435" y="1181"/>
                  </a:lnTo>
                  <a:lnTo>
                    <a:pt x="434" y="1176"/>
                  </a:lnTo>
                  <a:lnTo>
                    <a:pt x="434" y="1171"/>
                  </a:lnTo>
                  <a:lnTo>
                    <a:pt x="435" y="1166"/>
                  </a:lnTo>
                  <a:lnTo>
                    <a:pt x="436" y="1160"/>
                  </a:lnTo>
                  <a:lnTo>
                    <a:pt x="438" y="1155"/>
                  </a:lnTo>
                  <a:lnTo>
                    <a:pt x="439" y="1149"/>
                  </a:lnTo>
                  <a:lnTo>
                    <a:pt x="441" y="1143"/>
                  </a:lnTo>
                  <a:lnTo>
                    <a:pt x="446" y="1130"/>
                  </a:lnTo>
                  <a:lnTo>
                    <a:pt x="451" y="1116"/>
                  </a:lnTo>
                  <a:lnTo>
                    <a:pt x="453" y="1109"/>
                  </a:lnTo>
                  <a:lnTo>
                    <a:pt x="456" y="1101"/>
                  </a:lnTo>
                  <a:lnTo>
                    <a:pt x="457" y="1094"/>
                  </a:lnTo>
                  <a:lnTo>
                    <a:pt x="459" y="1086"/>
                  </a:lnTo>
                  <a:lnTo>
                    <a:pt x="460" y="1077"/>
                  </a:lnTo>
                  <a:lnTo>
                    <a:pt x="461" y="1068"/>
                  </a:lnTo>
                  <a:lnTo>
                    <a:pt x="461" y="1059"/>
                  </a:lnTo>
                  <a:lnTo>
                    <a:pt x="460" y="1049"/>
                  </a:lnTo>
                  <a:lnTo>
                    <a:pt x="460" y="1044"/>
                  </a:lnTo>
                  <a:lnTo>
                    <a:pt x="459" y="1039"/>
                  </a:lnTo>
                  <a:lnTo>
                    <a:pt x="458" y="1033"/>
                  </a:lnTo>
                  <a:lnTo>
                    <a:pt x="457" y="1028"/>
                  </a:lnTo>
                  <a:lnTo>
                    <a:pt x="456" y="1017"/>
                  </a:lnTo>
                  <a:lnTo>
                    <a:pt x="454" y="1007"/>
                  </a:lnTo>
                  <a:lnTo>
                    <a:pt x="452" y="998"/>
                  </a:lnTo>
                  <a:lnTo>
                    <a:pt x="451" y="990"/>
                  </a:lnTo>
                  <a:lnTo>
                    <a:pt x="450" y="986"/>
                  </a:lnTo>
                  <a:lnTo>
                    <a:pt x="450" y="983"/>
                  </a:lnTo>
                  <a:lnTo>
                    <a:pt x="450" y="980"/>
                  </a:lnTo>
                  <a:lnTo>
                    <a:pt x="450" y="977"/>
                  </a:lnTo>
                  <a:lnTo>
                    <a:pt x="450" y="976"/>
                  </a:lnTo>
                  <a:lnTo>
                    <a:pt x="449" y="975"/>
                  </a:lnTo>
                  <a:lnTo>
                    <a:pt x="449" y="973"/>
                  </a:lnTo>
                  <a:lnTo>
                    <a:pt x="449" y="971"/>
                  </a:lnTo>
                  <a:lnTo>
                    <a:pt x="448" y="968"/>
                  </a:lnTo>
                  <a:lnTo>
                    <a:pt x="446" y="964"/>
                  </a:lnTo>
                  <a:lnTo>
                    <a:pt x="445" y="960"/>
                  </a:lnTo>
                  <a:lnTo>
                    <a:pt x="443" y="956"/>
                  </a:lnTo>
                  <a:lnTo>
                    <a:pt x="441" y="952"/>
                  </a:lnTo>
                  <a:lnTo>
                    <a:pt x="438" y="948"/>
                  </a:lnTo>
                  <a:lnTo>
                    <a:pt x="436" y="944"/>
                  </a:lnTo>
                  <a:lnTo>
                    <a:pt x="433" y="940"/>
                  </a:lnTo>
                  <a:lnTo>
                    <a:pt x="430" y="936"/>
                  </a:lnTo>
                  <a:lnTo>
                    <a:pt x="427" y="932"/>
                  </a:lnTo>
                  <a:lnTo>
                    <a:pt x="424" y="929"/>
                  </a:lnTo>
                  <a:lnTo>
                    <a:pt x="421" y="926"/>
                  </a:lnTo>
                  <a:lnTo>
                    <a:pt x="418" y="923"/>
                  </a:lnTo>
                  <a:lnTo>
                    <a:pt x="415" y="921"/>
                  </a:lnTo>
                  <a:lnTo>
                    <a:pt x="408" y="917"/>
                  </a:lnTo>
                  <a:lnTo>
                    <a:pt x="401" y="914"/>
                  </a:lnTo>
                  <a:lnTo>
                    <a:pt x="393" y="912"/>
                  </a:lnTo>
                  <a:lnTo>
                    <a:pt x="385" y="911"/>
                  </a:lnTo>
                  <a:lnTo>
                    <a:pt x="375" y="910"/>
                  </a:lnTo>
                  <a:lnTo>
                    <a:pt x="366" y="910"/>
                  </a:lnTo>
                  <a:lnTo>
                    <a:pt x="356" y="910"/>
                  </a:lnTo>
                  <a:lnTo>
                    <a:pt x="345" y="911"/>
                  </a:lnTo>
                  <a:lnTo>
                    <a:pt x="335" y="913"/>
                  </a:lnTo>
                  <a:lnTo>
                    <a:pt x="324" y="915"/>
                  </a:lnTo>
                  <a:lnTo>
                    <a:pt x="312" y="917"/>
                  </a:lnTo>
                  <a:lnTo>
                    <a:pt x="301" y="920"/>
                  </a:lnTo>
                  <a:lnTo>
                    <a:pt x="289" y="922"/>
                  </a:lnTo>
                  <a:lnTo>
                    <a:pt x="277" y="925"/>
                  </a:lnTo>
                  <a:lnTo>
                    <a:pt x="265" y="929"/>
                  </a:lnTo>
                  <a:lnTo>
                    <a:pt x="253" y="932"/>
                  </a:lnTo>
                  <a:lnTo>
                    <a:pt x="229" y="939"/>
                  </a:lnTo>
                  <a:lnTo>
                    <a:pt x="205" y="946"/>
                  </a:lnTo>
                  <a:lnTo>
                    <a:pt x="193" y="949"/>
                  </a:lnTo>
                  <a:lnTo>
                    <a:pt x="182" y="952"/>
                  </a:lnTo>
                  <a:lnTo>
                    <a:pt x="171" y="955"/>
                  </a:lnTo>
                  <a:lnTo>
                    <a:pt x="160" y="957"/>
                  </a:lnTo>
                  <a:lnTo>
                    <a:pt x="150" y="959"/>
                  </a:lnTo>
                  <a:lnTo>
                    <a:pt x="140" y="961"/>
                  </a:lnTo>
                  <a:lnTo>
                    <a:pt x="130" y="962"/>
                  </a:lnTo>
                  <a:lnTo>
                    <a:pt x="121" y="963"/>
                  </a:lnTo>
                  <a:lnTo>
                    <a:pt x="113" y="964"/>
                  </a:lnTo>
                  <a:lnTo>
                    <a:pt x="105" y="963"/>
                  </a:lnTo>
                  <a:lnTo>
                    <a:pt x="97" y="963"/>
                  </a:lnTo>
                  <a:lnTo>
                    <a:pt x="91" y="961"/>
                  </a:lnTo>
                  <a:lnTo>
                    <a:pt x="86" y="960"/>
                  </a:lnTo>
                  <a:lnTo>
                    <a:pt x="80" y="958"/>
                  </a:lnTo>
                  <a:lnTo>
                    <a:pt x="74" y="957"/>
                  </a:lnTo>
                  <a:lnTo>
                    <a:pt x="68" y="955"/>
                  </a:lnTo>
                  <a:lnTo>
                    <a:pt x="56" y="953"/>
                  </a:lnTo>
                  <a:lnTo>
                    <a:pt x="45" y="950"/>
                  </a:lnTo>
                  <a:lnTo>
                    <a:pt x="35" y="948"/>
                  </a:lnTo>
                  <a:lnTo>
                    <a:pt x="26" y="947"/>
                  </a:lnTo>
                  <a:lnTo>
                    <a:pt x="21" y="946"/>
                  </a:lnTo>
                  <a:lnTo>
                    <a:pt x="19" y="945"/>
                  </a:lnTo>
                  <a:lnTo>
                    <a:pt x="37" y="627"/>
                  </a:lnTo>
                  <a:lnTo>
                    <a:pt x="43" y="629"/>
                  </a:lnTo>
                  <a:lnTo>
                    <a:pt x="57" y="634"/>
                  </a:lnTo>
                  <a:lnTo>
                    <a:pt x="77" y="642"/>
                  </a:lnTo>
                  <a:lnTo>
                    <a:pt x="102" y="651"/>
                  </a:lnTo>
                  <a:lnTo>
                    <a:pt x="114" y="656"/>
                  </a:lnTo>
                  <a:lnTo>
                    <a:pt x="127" y="660"/>
                  </a:lnTo>
                  <a:lnTo>
                    <a:pt x="139" y="665"/>
                  </a:lnTo>
                  <a:lnTo>
                    <a:pt x="150" y="669"/>
                  </a:lnTo>
                  <a:lnTo>
                    <a:pt x="161" y="672"/>
                  </a:lnTo>
                  <a:lnTo>
                    <a:pt x="169" y="675"/>
                  </a:lnTo>
                  <a:lnTo>
                    <a:pt x="173" y="676"/>
                  </a:lnTo>
                  <a:lnTo>
                    <a:pt x="177" y="677"/>
                  </a:lnTo>
                  <a:lnTo>
                    <a:pt x="180" y="677"/>
                  </a:lnTo>
                  <a:lnTo>
                    <a:pt x="182" y="678"/>
                  </a:lnTo>
                  <a:lnTo>
                    <a:pt x="189" y="678"/>
                  </a:lnTo>
                  <a:lnTo>
                    <a:pt x="196" y="679"/>
                  </a:lnTo>
                  <a:lnTo>
                    <a:pt x="203" y="679"/>
                  </a:lnTo>
                  <a:lnTo>
                    <a:pt x="210" y="679"/>
                  </a:lnTo>
                  <a:lnTo>
                    <a:pt x="217" y="679"/>
                  </a:lnTo>
                  <a:lnTo>
                    <a:pt x="224" y="679"/>
                  </a:lnTo>
                  <a:lnTo>
                    <a:pt x="231" y="678"/>
                  </a:lnTo>
                  <a:lnTo>
                    <a:pt x="238" y="677"/>
                  </a:lnTo>
                  <a:lnTo>
                    <a:pt x="245" y="675"/>
                  </a:lnTo>
                  <a:lnTo>
                    <a:pt x="251" y="674"/>
                  </a:lnTo>
                  <a:lnTo>
                    <a:pt x="258" y="672"/>
                  </a:lnTo>
                  <a:lnTo>
                    <a:pt x="264" y="670"/>
                  </a:lnTo>
                  <a:lnTo>
                    <a:pt x="270" y="668"/>
                  </a:lnTo>
                  <a:lnTo>
                    <a:pt x="276" y="665"/>
                  </a:lnTo>
                  <a:lnTo>
                    <a:pt x="282" y="662"/>
                  </a:lnTo>
                  <a:lnTo>
                    <a:pt x="288" y="658"/>
                  </a:lnTo>
                  <a:lnTo>
                    <a:pt x="293" y="655"/>
                  </a:lnTo>
                  <a:lnTo>
                    <a:pt x="298" y="651"/>
                  </a:lnTo>
                  <a:lnTo>
                    <a:pt x="303" y="647"/>
                  </a:lnTo>
                  <a:lnTo>
                    <a:pt x="308" y="642"/>
                  </a:lnTo>
                  <a:lnTo>
                    <a:pt x="312" y="637"/>
                  </a:lnTo>
                  <a:lnTo>
                    <a:pt x="316" y="632"/>
                  </a:lnTo>
                  <a:lnTo>
                    <a:pt x="320" y="627"/>
                  </a:lnTo>
                  <a:lnTo>
                    <a:pt x="323" y="621"/>
                  </a:lnTo>
                  <a:lnTo>
                    <a:pt x="327" y="615"/>
                  </a:lnTo>
                  <a:lnTo>
                    <a:pt x="329" y="609"/>
                  </a:lnTo>
                  <a:lnTo>
                    <a:pt x="332" y="602"/>
                  </a:lnTo>
                  <a:lnTo>
                    <a:pt x="334" y="595"/>
                  </a:lnTo>
                  <a:lnTo>
                    <a:pt x="335" y="587"/>
                  </a:lnTo>
                  <a:lnTo>
                    <a:pt x="336" y="579"/>
                  </a:lnTo>
                  <a:lnTo>
                    <a:pt x="337" y="571"/>
                  </a:lnTo>
                  <a:lnTo>
                    <a:pt x="337" y="563"/>
                  </a:lnTo>
                  <a:lnTo>
                    <a:pt x="337" y="549"/>
                  </a:lnTo>
                  <a:lnTo>
                    <a:pt x="337" y="535"/>
                  </a:lnTo>
                  <a:lnTo>
                    <a:pt x="336" y="528"/>
                  </a:lnTo>
                  <a:lnTo>
                    <a:pt x="336" y="520"/>
                  </a:lnTo>
                  <a:lnTo>
                    <a:pt x="335" y="513"/>
                  </a:lnTo>
                  <a:lnTo>
                    <a:pt x="335" y="506"/>
                  </a:lnTo>
                  <a:lnTo>
                    <a:pt x="334" y="498"/>
                  </a:lnTo>
                  <a:lnTo>
                    <a:pt x="333" y="491"/>
                  </a:lnTo>
                  <a:lnTo>
                    <a:pt x="332" y="484"/>
                  </a:lnTo>
                  <a:lnTo>
                    <a:pt x="330" y="477"/>
                  </a:lnTo>
                  <a:lnTo>
                    <a:pt x="329" y="469"/>
                  </a:lnTo>
                  <a:lnTo>
                    <a:pt x="327" y="462"/>
                  </a:lnTo>
                  <a:lnTo>
                    <a:pt x="325" y="456"/>
                  </a:lnTo>
                  <a:lnTo>
                    <a:pt x="323" y="449"/>
                  </a:lnTo>
                  <a:lnTo>
                    <a:pt x="320" y="442"/>
                  </a:lnTo>
                  <a:lnTo>
                    <a:pt x="317" y="435"/>
                  </a:lnTo>
                  <a:lnTo>
                    <a:pt x="314" y="429"/>
                  </a:lnTo>
                  <a:lnTo>
                    <a:pt x="311" y="423"/>
                  </a:lnTo>
                  <a:lnTo>
                    <a:pt x="308" y="417"/>
                  </a:lnTo>
                  <a:lnTo>
                    <a:pt x="303" y="411"/>
                  </a:lnTo>
                  <a:lnTo>
                    <a:pt x="299" y="406"/>
                  </a:lnTo>
                  <a:lnTo>
                    <a:pt x="295" y="401"/>
                  </a:lnTo>
                  <a:lnTo>
                    <a:pt x="290" y="396"/>
                  </a:lnTo>
                  <a:lnTo>
                    <a:pt x="284" y="391"/>
                  </a:lnTo>
                  <a:lnTo>
                    <a:pt x="278" y="387"/>
                  </a:lnTo>
                  <a:lnTo>
                    <a:pt x="272" y="382"/>
                  </a:lnTo>
                  <a:lnTo>
                    <a:pt x="266" y="379"/>
                  </a:lnTo>
                  <a:lnTo>
                    <a:pt x="259" y="376"/>
                  </a:lnTo>
                  <a:lnTo>
                    <a:pt x="251" y="373"/>
                  </a:lnTo>
                  <a:lnTo>
                    <a:pt x="244" y="370"/>
                  </a:lnTo>
                  <a:lnTo>
                    <a:pt x="230" y="366"/>
                  </a:lnTo>
                  <a:lnTo>
                    <a:pt x="218" y="363"/>
                  </a:lnTo>
                  <a:lnTo>
                    <a:pt x="212" y="362"/>
                  </a:lnTo>
                  <a:lnTo>
                    <a:pt x="206" y="361"/>
                  </a:lnTo>
                  <a:lnTo>
                    <a:pt x="201" y="360"/>
                  </a:lnTo>
                  <a:lnTo>
                    <a:pt x="195" y="359"/>
                  </a:lnTo>
                  <a:lnTo>
                    <a:pt x="190" y="358"/>
                  </a:lnTo>
                  <a:lnTo>
                    <a:pt x="185" y="357"/>
                  </a:lnTo>
                  <a:lnTo>
                    <a:pt x="180" y="357"/>
                  </a:lnTo>
                  <a:lnTo>
                    <a:pt x="176" y="357"/>
                  </a:lnTo>
                  <a:lnTo>
                    <a:pt x="171" y="356"/>
                  </a:lnTo>
                  <a:lnTo>
                    <a:pt x="166" y="356"/>
                  </a:lnTo>
                  <a:lnTo>
                    <a:pt x="162" y="356"/>
                  </a:lnTo>
                  <a:lnTo>
                    <a:pt x="157" y="356"/>
                  </a:lnTo>
                  <a:lnTo>
                    <a:pt x="153" y="357"/>
                  </a:lnTo>
                  <a:lnTo>
                    <a:pt x="149" y="357"/>
                  </a:lnTo>
                  <a:lnTo>
                    <a:pt x="144" y="358"/>
                  </a:lnTo>
                  <a:lnTo>
                    <a:pt x="140" y="358"/>
                  </a:lnTo>
                  <a:lnTo>
                    <a:pt x="135" y="359"/>
                  </a:lnTo>
                  <a:lnTo>
                    <a:pt x="130" y="360"/>
                  </a:lnTo>
                  <a:lnTo>
                    <a:pt x="126" y="361"/>
                  </a:lnTo>
                  <a:lnTo>
                    <a:pt x="121" y="362"/>
                  </a:lnTo>
                  <a:lnTo>
                    <a:pt x="111" y="365"/>
                  </a:lnTo>
                  <a:lnTo>
                    <a:pt x="101" y="368"/>
                  </a:lnTo>
                  <a:lnTo>
                    <a:pt x="90" y="372"/>
                  </a:lnTo>
                  <a:lnTo>
                    <a:pt x="77" y="375"/>
                  </a:lnTo>
                  <a:lnTo>
                    <a:pt x="76" y="376"/>
                  </a:lnTo>
                  <a:lnTo>
                    <a:pt x="74" y="376"/>
                  </a:lnTo>
                  <a:lnTo>
                    <a:pt x="73" y="377"/>
                  </a:lnTo>
                  <a:lnTo>
                    <a:pt x="71" y="377"/>
                  </a:lnTo>
                  <a:lnTo>
                    <a:pt x="68" y="377"/>
                  </a:lnTo>
                  <a:lnTo>
                    <a:pt x="65" y="377"/>
                  </a:lnTo>
                  <a:lnTo>
                    <a:pt x="61" y="377"/>
                  </a:lnTo>
                  <a:lnTo>
                    <a:pt x="58" y="376"/>
                  </a:lnTo>
                  <a:lnTo>
                    <a:pt x="54" y="376"/>
                  </a:lnTo>
                  <a:lnTo>
                    <a:pt x="51" y="375"/>
                  </a:lnTo>
                  <a:lnTo>
                    <a:pt x="46" y="373"/>
                  </a:lnTo>
                  <a:lnTo>
                    <a:pt x="41" y="372"/>
                  </a:lnTo>
                  <a:lnTo>
                    <a:pt x="38" y="371"/>
                  </a:lnTo>
                  <a:lnTo>
                    <a:pt x="37" y="370"/>
                  </a:lnTo>
                  <a:lnTo>
                    <a:pt x="36" y="368"/>
                  </a:lnTo>
                  <a:lnTo>
                    <a:pt x="34" y="365"/>
                  </a:lnTo>
                  <a:lnTo>
                    <a:pt x="32" y="361"/>
                  </a:lnTo>
                  <a:lnTo>
                    <a:pt x="29" y="356"/>
                  </a:lnTo>
                  <a:lnTo>
                    <a:pt x="26" y="350"/>
                  </a:lnTo>
                  <a:lnTo>
                    <a:pt x="23" y="343"/>
                  </a:lnTo>
                  <a:lnTo>
                    <a:pt x="19" y="335"/>
                  </a:lnTo>
                  <a:lnTo>
                    <a:pt x="18" y="333"/>
                  </a:lnTo>
                  <a:lnTo>
                    <a:pt x="17" y="329"/>
                  </a:lnTo>
                  <a:lnTo>
                    <a:pt x="16" y="324"/>
                  </a:lnTo>
                  <a:lnTo>
                    <a:pt x="15" y="317"/>
                  </a:lnTo>
                  <a:lnTo>
                    <a:pt x="14" y="310"/>
                  </a:lnTo>
                  <a:lnTo>
                    <a:pt x="13" y="302"/>
                  </a:lnTo>
                  <a:lnTo>
                    <a:pt x="12" y="293"/>
                  </a:lnTo>
                  <a:lnTo>
                    <a:pt x="11" y="283"/>
                  </a:lnTo>
                  <a:lnTo>
                    <a:pt x="9" y="262"/>
                  </a:lnTo>
                  <a:lnTo>
                    <a:pt x="8" y="239"/>
                  </a:lnTo>
                  <a:lnTo>
                    <a:pt x="7" y="214"/>
                  </a:lnTo>
                  <a:lnTo>
                    <a:pt x="5" y="189"/>
                  </a:lnTo>
                  <a:lnTo>
                    <a:pt x="3" y="141"/>
                  </a:lnTo>
                  <a:lnTo>
                    <a:pt x="1" y="100"/>
                  </a:lnTo>
                  <a:lnTo>
                    <a:pt x="0" y="71"/>
                  </a:lnTo>
                  <a:lnTo>
                    <a:pt x="0" y="60"/>
                  </a:lnTo>
                  <a:close/>
                </a:path>
              </a:pathLst>
            </a:custGeom>
            <a:grpFill/>
            <a:ln w="19050" cmpd="sng">
              <a:solidFill>
                <a:schemeClr val="bg1"/>
              </a:solidFill>
              <a:round/>
            </a:ln>
          </p:spPr>
          <p:txBody>
            <a:bodyPr/>
            <a:lstStyle/>
            <a:p>
              <a:endParaRPr lang="en-GB" sz="1815"/>
            </a:p>
          </p:txBody>
        </p:sp>
      </p:grpSp>
      <p:sp>
        <p:nvSpPr>
          <p:cNvPr id="4" name="Footer Placeholder 3"/>
          <p:cNvSpPr>
            <a:spLocks noGrp="1"/>
          </p:cNvSpPr>
          <p:nvPr>
            <p:ph type="ftr" sz="quarter" idx="4294967295"/>
          </p:nvPr>
        </p:nvSpPr>
        <p:spPr>
          <a:xfrm>
            <a:off x="711200" y="6324866"/>
            <a:ext cx="7010400" cy="152406"/>
          </a:xfrm>
          <a:prstGeom prst="rect">
            <a:avLst/>
          </a:prstGeom>
        </p:spPr>
        <p:txBody>
          <a:bodyPr/>
          <a:lstStyle/>
          <a:p>
            <a:endParaRPr lang="en-GB" sz="1000" dirty="0">
              <a:solidFill>
                <a:srgbClr val="000000"/>
              </a:solidFill>
            </a:endParaRPr>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Other shapes</a:t>
            </a:r>
            <a:br>
              <a:rPr lang="en-GB" dirty="0" smtClean="0"/>
            </a:br>
            <a:r>
              <a:rPr lang="en-GB" b="0" i="0" dirty="0" smtClean="0"/>
              <a:t>Jigsaw puzzle pieces</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61" name="Freeform 27"/>
          <p:cNvSpPr/>
          <p:nvPr/>
        </p:nvSpPr>
        <p:spPr bwMode="blackWhite">
          <a:xfrm>
            <a:off x="4077991" y="2726679"/>
            <a:ext cx="1263858" cy="1187160"/>
          </a:xfrm>
          <a:custGeom>
            <a:avLst/>
            <a:gdLst>
              <a:gd name="T0" fmla="*/ 1270 w 504"/>
              <a:gd name="T1" fmla="*/ 65 h 502"/>
              <a:gd name="T2" fmla="*/ 1298 w 504"/>
              <a:gd name="T3" fmla="*/ 174 h 502"/>
              <a:gd name="T4" fmla="*/ 1178 w 504"/>
              <a:gd name="T5" fmla="*/ 350 h 502"/>
              <a:gd name="T6" fmla="*/ 1178 w 504"/>
              <a:gd name="T7" fmla="*/ 497 h 502"/>
              <a:gd name="T8" fmla="*/ 1270 w 504"/>
              <a:gd name="T9" fmla="*/ 652 h 502"/>
              <a:gd name="T10" fmla="*/ 1451 w 504"/>
              <a:gd name="T11" fmla="*/ 759 h 502"/>
              <a:gd name="T12" fmla="*/ 1641 w 504"/>
              <a:gd name="T13" fmla="*/ 775 h 502"/>
              <a:gd name="T14" fmla="*/ 1837 w 504"/>
              <a:gd name="T15" fmla="*/ 759 h 502"/>
              <a:gd name="T16" fmla="*/ 1998 w 504"/>
              <a:gd name="T17" fmla="*/ 652 h 502"/>
              <a:gd name="T18" fmla="*/ 2102 w 504"/>
              <a:gd name="T19" fmla="*/ 497 h 502"/>
              <a:gd name="T20" fmla="*/ 2102 w 504"/>
              <a:gd name="T21" fmla="*/ 350 h 502"/>
              <a:gd name="T22" fmla="*/ 1983 w 504"/>
              <a:gd name="T23" fmla="*/ 174 h 502"/>
              <a:gd name="T24" fmla="*/ 2011 w 504"/>
              <a:gd name="T25" fmla="*/ 65 h 502"/>
              <a:gd name="T26" fmla="*/ 3280 w 504"/>
              <a:gd name="T27" fmla="*/ 0 h 502"/>
              <a:gd name="T28" fmla="*/ 3196 w 504"/>
              <a:gd name="T29" fmla="*/ 1071 h 502"/>
              <a:gd name="T30" fmla="*/ 3064 w 504"/>
              <a:gd name="T31" fmla="*/ 1092 h 502"/>
              <a:gd name="T32" fmla="*/ 2858 w 504"/>
              <a:gd name="T33" fmla="*/ 1006 h 502"/>
              <a:gd name="T34" fmla="*/ 2681 w 504"/>
              <a:gd name="T35" fmla="*/ 1006 h 502"/>
              <a:gd name="T36" fmla="*/ 2500 w 504"/>
              <a:gd name="T37" fmla="*/ 1083 h 502"/>
              <a:gd name="T38" fmla="*/ 2373 w 504"/>
              <a:gd name="T39" fmla="*/ 1219 h 502"/>
              <a:gd name="T40" fmla="*/ 2349 w 504"/>
              <a:gd name="T41" fmla="*/ 1382 h 502"/>
              <a:gd name="T42" fmla="*/ 2373 w 504"/>
              <a:gd name="T43" fmla="*/ 1557 h 502"/>
              <a:gd name="T44" fmla="*/ 2500 w 504"/>
              <a:gd name="T45" fmla="*/ 1692 h 502"/>
              <a:gd name="T46" fmla="*/ 2681 w 504"/>
              <a:gd name="T47" fmla="*/ 1772 h 502"/>
              <a:gd name="T48" fmla="*/ 2858 w 504"/>
              <a:gd name="T49" fmla="*/ 1780 h 502"/>
              <a:gd name="T50" fmla="*/ 3064 w 504"/>
              <a:gd name="T51" fmla="*/ 1680 h 502"/>
              <a:gd name="T52" fmla="*/ 3196 w 504"/>
              <a:gd name="T53" fmla="*/ 1703 h 502"/>
              <a:gd name="T54" fmla="*/ 3280 w 504"/>
              <a:gd name="T55" fmla="*/ 2729 h 502"/>
              <a:gd name="T56" fmla="*/ 2102 w 504"/>
              <a:gd name="T57" fmla="*/ 2742 h 502"/>
              <a:gd name="T58" fmla="*/ 1983 w 504"/>
              <a:gd name="T59" fmla="*/ 2599 h 502"/>
              <a:gd name="T60" fmla="*/ 2063 w 504"/>
              <a:gd name="T61" fmla="*/ 2457 h 502"/>
              <a:gd name="T62" fmla="*/ 2102 w 504"/>
              <a:gd name="T63" fmla="*/ 2319 h 502"/>
              <a:gd name="T64" fmla="*/ 2063 w 504"/>
              <a:gd name="T65" fmla="*/ 2168 h 502"/>
              <a:gd name="T66" fmla="*/ 1914 w 504"/>
              <a:gd name="T67" fmla="*/ 2016 h 502"/>
              <a:gd name="T68" fmla="*/ 1757 w 504"/>
              <a:gd name="T69" fmla="*/ 1953 h 502"/>
              <a:gd name="T70" fmla="*/ 1524 w 504"/>
              <a:gd name="T71" fmla="*/ 1953 h 502"/>
              <a:gd name="T72" fmla="*/ 1359 w 504"/>
              <a:gd name="T73" fmla="*/ 2016 h 502"/>
              <a:gd name="T74" fmla="*/ 1202 w 504"/>
              <a:gd name="T75" fmla="*/ 2168 h 502"/>
              <a:gd name="T76" fmla="*/ 1178 w 504"/>
              <a:gd name="T77" fmla="*/ 2319 h 502"/>
              <a:gd name="T78" fmla="*/ 1202 w 504"/>
              <a:gd name="T79" fmla="*/ 2457 h 502"/>
              <a:gd name="T80" fmla="*/ 1298 w 504"/>
              <a:gd name="T81" fmla="*/ 2599 h 502"/>
              <a:gd name="T82" fmla="*/ 1193 w 504"/>
              <a:gd name="T83" fmla="*/ 2729 h 502"/>
              <a:gd name="T84" fmla="*/ 0 w 504"/>
              <a:gd name="T85" fmla="*/ 0 h 502"/>
              <a:gd name="T86" fmla="*/ 1193 w 504"/>
              <a:gd name="T87" fmla="*/ 0 h 502"/>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504"/>
              <a:gd name="T133" fmla="*/ 0 h 502"/>
              <a:gd name="T134" fmla="*/ 504 w 504"/>
              <a:gd name="T135" fmla="*/ 502 h 502"/>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504" h="502">
                <a:moveTo>
                  <a:pt x="183" y="0"/>
                </a:moveTo>
                <a:lnTo>
                  <a:pt x="195" y="12"/>
                </a:lnTo>
                <a:lnTo>
                  <a:pt x="199" y="24"/>
                </a:lnTo>
                <a:lnTo>
                  <a:pt x="199" y="32"/>
                </a:lnTo>
                <a:lnTo>
                  <a:pt x="185" y="52"/>
                </a:lnTo>
                <a:lnTo>
                  <a:pt x="181" y="64"/>
                </a:lnTo>
                <a:lnTo>
                  <a:pt x="181" y="77"/>
                </a:lnTo>
                <a:lnTo>
                  <a:pt x="181" y="91"/>
                </a:lnTo>
                <a:lnTo>
                  <a:pt x="185" y="103"/>
                </a:lnTo>
                <a:lnTo>
                  <a:pt x="195" y="119"/>
                </a:lnTo>
                <a:lnTo>
                  <a:pt x="209" y="131"/>
                </a:lnTo>
                <a:lnTo>
                  <a:pt x="223" y="139"/>
                </a:lnTo>
                <a:lnTo>
                  <a:pt x="234" y="142"/>
                </a:lnTo>
                <a:lnTo>
                  <a:pt x="252" y="142"/>
                </a:lnTo>
                <a:lnTo>
                  <a:pt x="270" y="142"/>
                </a:lnTo>
                <a:lnTo>
                  <a:pt x="282" y="139"/>
                </a:lnTo>
                <a:lnTo>
                  <a:pt x="294" y="131"/>
                </a:lnTo>
                <a:lnTo>
                  <a:pt x="307" y="119"/>
                </a:lnTo>
                <a:lnTo>
                  <a:pt x="317" y="103"/>
                </a:lnTo>
                <a:lnTo>
                  <a:pt x="323" y="91"/>
                </a:lnTo>
                <a:lnTo>
                  <a:pt x="323" y="77"/>
                </a:lnTo>
                <a:lnTo>
                  <a:pt x="323" y="64"/>
                </a:lnTo>
                <a:lnTo>
                  <a:pt x="317" y="52"/>
                </a:lnTo>
                <a:lnTo>
                  <a:pt x="305" y="32"/>
                </a:lnTo>
                <a:lnTo>
                  <a:pt x="305" y="24"/>
                </a:lnTo>
                <a:lnTo>
                  <a:pt x="309" y="12"/>
                </a:lnTo>
                <a:lnTo>
                  <a:pt x="321" y="0"/>
                </a:lnTo>
                <a:lnTo>
                  <a:pt x="504" y="0"/>
                </a:lnTo>
                <a:lnTo>
                  <a:pt x="504" y="188"/>
                </a:lnTo>
                <a:lnTo>
                  <a:pt x="491" y="196"/>
                </a:lnTo>
                <a:lnTo>
                  <a:pt x="479" y="200"/>
                </a:lnTo>
                <a:lnTo>
                  <a:pt x="471" y="200"/>
                </a:lnTo>
                <a:lnTo>
                  <a:pt x="451" y="188"/>
                </a:lnTo>
                <a:lnTo>
                  <a:pt x="439" y="184"/>
                </a:lnTo>
                <a:lnTo>
                  <a:pt x="426" y="184"/>
                </a:lnTo>
                <a:lnTo>
                  <a:pt x="412" y="184"/>
                </a:lnTo>
                <a:lnTo>
                  <a:pt x="400" y="188"/>
                </a:lnTo>
                <a:lnTo>
                  <a:pt x="384" y="198"/>
                </a:lnTo>
                <a:lnTo>
                  <a:pt x="372" y="212"/>
                </a:lnTo>
                <a:lnTo>
                  <a:pt x="365" y="223"/>
                </a:lnTo>
                <a:lnTo>
                  <a:pt x="361" y="237"/>
                </a:lnTo>
                <a:lnTo>
                  <a:pt x="361" y="253"/>
                </a:lnTo>
                <a:lnTo>
                  <a:pt x="361" y="273"/>
                </a:lnTo>
                <a:lnTo>
                  <a:pt x="365" y="285"/>
                </a:lnTo>
                <a:lnTo>
                  <a:pt x="372" y="296"/>
                </a:lnTo>
                <a:lnTo>
                  <a:pt x="384" y="310"/>
                </a:lnTo>
                <a:lnTo>
                  <a:pt x="400" y="320"/>
                </a:lnTo>
                <a:lnTo>
                  <a:pt x="412" y="324"/>
                </a:lnTo>
                <a:lnTo>
                  <a:pt x="426" y="326"/>
                </a:lnTo>
                <a:lnTo>
                  <a:pt x="439" y="326"/>
                </a:lnTo>
                <a:lnTo>
                  <a:pt x="451" y="320"/>
                </a:lnTo>
                <a:lnTo>
                  <a:pt x="471" y="308"/>
                </a:lnTo>
                <a:lnTo>
                  <a:pt x="479" y="308"/>
                </a:lnTo>
                <a:lnTo>
                  <a:pt x="491" y="312"/>
                </a:lnTo>
                <a:lnTo>
                  <a:pt x="504" y="322"/>
                </a:lnTo>
                <a:lnTo>
                  <a:pt x="504" y="500"/>
                </a:lnTo>
                <a:lnTo>
                  <a:pt x="327" y="500"/>
                </a:lnTo>
                <a:lnTo>
                  <a:pt x="323" y="502"/>
                </a:lnTo>
                <a:lnTo>
                  <a:pt x="309" y="490"/>
                </a:lnTo>
                <a:lnTo>
                  <a:pt x="305" y="476"/>
                </a:lnTo>
                <a:lnTo>
                  <a:pt x="305" y="470"/>
                </a:lnTo>
                <a:lnTo>
                  <a:pt x="317" y="450"/>
                </a:lnTo>
                <a:lnTo>
                  <a:pt x="323" y="437"/>
                </a:lnTo>
                <a:lnTo>
                  <a:pt x="323" y="425"/>
                </a:lnTo>
                <a:lnTo>
                  <a:pt x="323" y="411"/>
                </a:lnTo>
                <a:lnTo>
                  <a:pt x="317" y="397"/>
                </a:lnTo>
                <a:lnTo>
                  <a:pt x="307" y="383"/>
                </a:lnTo>
                <a:lnTo>
                  <a:pt x="294" y="369"/>
                </a:lnTo>
                <a:lnTo>
                  <a:pt x="282" y="364"/>
                </a:lnTo>
                <a:lnTo>
                  <a:pt x="270" y="358"/>
                </a:lnTo>
                <a:lnTo>
                  <a:pt x="252" y="358"/>
                </a:lnTo>
                <a:lnTo>
                  <a:pt x="234" y="358"/>
                </a:lnTo>
                <a:lnTo>
                  <a:pt x="223" y="364"/>
                </a:lnTo>
                <a:lnTo>
                  <a:pt x="209" y="369"/>
                </a:lnTo>
                <a:lnTo>
                  <a:pt x="195" y="383"/>
                </a:lnTo>
                <a:lnTo>
                  <a:pt x="185" y="397"/>
                </a:lnTo>
                <a:lnTo>
                  <a:pt x="181" y="411"/>
                </a:lnTo>
                <a:lnTo>
                  <a:pt x="181" y="425"/>
                </a:lnTo>
                <a:lnTo>
                  <a:pt x="181" y="437"/>
                </a:lnTo>
                <a:lnTo>
                  <a:pt x="185" y="450"/>
                </a:lnTo>
                <a:lnTo>
                  <a:pt x="199" y="470"/>
                </a:lnTo>
                <a:lnTo>
                  <a:pt x="199" y="476"/>
                </a:lnTo>
                <a:lnTo>
                  <a:pt x="195" y="490"/>
                </a:lnTo>
                <a:lnTo>
                  <a:pt x="183" y="500"/>
                </a:lnTo>
                <a:lnTo>
                  <a:pt x="0" y="500"/>
                </a:lnTo>
                <a:lnTo>
                  <a:pt x="0" y="0"/>
                </a:lnTo>
                <a:lnTo>
                  <a:pt x="177" y="0"/>
                </a:lnTo>
                <a:lnTo>
                  <a:pt x="183" y="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62" name="Freeform 28"/>
          <p:cNvSpPr/>
          <p:nvPr/>
        </p:nvSpPr>
        <p:spPr bwMode="blackWhite">
          <a:xfrm>
            <a:off x="4073962" y="1536833"/>
            <a:ext cx="1657387" cy="1534982"/>
          </a:xfrm>
          <a:custGeom>
            <a:avLst/>
            <a:gdLst>
              <a:gd name="T0" fmla="*/ 0 w 650"/>
              <a:gd name="T1" fmla="*/ 2770 h 649"/>
              <a:gd name="T2" fmla="*/ 0 w 650"/>
              <a:gd name="T3" fmla="*/ 0 h 649"/>
              <a:gd name="T4" fmla="*/ 3450 w 650"/>
              <a:gd name="T5" fmla="*/ 0 h 649"/>
              <a:gd name="T6" fmla="*/ 3450 w 650"/>
              <a:gd name="T7" fmla="*/ 1018 h 649"/>
              <a:gd name="T8" fmla="*/ 3558 w 650"/>
              <a:gd name="T9" fmla="*/ 1064 h 649"/>
              <a:gd name="T10" fmla="*/ 3639 w 650"/>
              <a:gd name="T11" fmla="*/ 1085 h 649"/>
              <a:gd name="T12" fmla="*/ 3694 w 650"/>
              <a:gd name="T13" fmla="*/ 1085 h 649"/>
              <a:gd name="T14" fmla="*/ 3831 w 650"/>
              <a:gd name="T15" fmla="*/ 1020 h 649"/>
              <a:gd name="T16" fmla="*/ 3907 w 650"/>
              <a:gd name="T17" fmla="*/ 995 h 649"/>
              <a:gd name="T18" fmla="*/ 4004 w 650"/>
              <a:gd name="T19" fmla="*/ 995 h 649"/>
              <a:gd name="T20" fmla="*/ 4099 w 650"/>
              <a:gd name="T21" fmla="*/ 995 h 649"/>
              <a:gd name="T22" fmla="*/ 4180 w 650"/>
              <a:gd name="T23" fmla="*/ 1020 h 649"/>
              <a:gd name="T24" fmla="*/ 4289 w 650"/>
              <a:gd name="T25" fmla="*/ 1076 h 649"/>
              <a:gd name="T26" fmla="*/ 4365 w 650"/>
              <a:gd name="T27" fmla="*/ 1154 h 649"/>
              <a:gd name="T28" fmla="*/ 4420 w 650"/>
              <a:gd name="T29" fmla="*/ 1219 h 649"/>
              <a:gd name="T30" fmla="*/ 4448 w 650"/>
              <a:gd name="T31" fmla="*/ 1284 h 649"/>
              <a:gd name="T32" fmla="*/ 4448 w 650"/>
              <a:gd name="T33" fmla="*/ 1383 h 649"/>
              <a:gd name="T34" fmla="*/ 4448 w 650"/>
              <a:gd name="T35" fmla="*/ 1476 h 649"/>
              <a:gd name="T36" fmla="*/ 4420 w 650"/>
              <a:gd name="T37" fmla="*/ 1541 h 649"/>
              <a:gd name="T38" fmla="*/ 4365 w 650"/>
              <a:gd name="T39" fmla="*/ 1617 h 649"/>
              <a:gd name="T40" fmla="*/ 4289 w 650"/>
              <a:gd name="T41" fmla="*/ 1694 h 649"/>
              <a:gd name="T42" fmla="*/ 4180 w 650"/>
              <a:gd name="T43" fmla="*/ 1749 h 649"/>
              <a:gd name="T44" fmla="*/ 4099 w 650"/>
              <a:gd name="T45" fmla="*/ 1772 h 649"/>
              <a:gd name="T46" fmla="*/ 4004 w 650"/>
              <a:gd name="T47" fmla="*/ 1772 h 649"/>
              <a:gd name="T48" fmla="*/ 3907 w 650"/>
              <a:gd name="T49" fmla="*/ 1772 h 649"/>
              <a:gd name="T50" fmla="*/ 3831 w 650"/>
              <a:gd name="T51" fmla="*/ 1749 h 649"/>
              <a:gd name="T52" fmla="*/ 3694 w 650"/>
              <a:gd name="T53" fmla="*/ 1682 h 649"/>
              <a:gd name="T54" fmla="*/ 3639 w 650"/>
              <a:gd name="T55" fmla="*/ 1682 h 649"/>
              <a:gd name="T56" fmla="*/ 3558 w 650"/>
              <a:gd name="T57" fmla="*/ 1703 h 649"/>
              <a:gd name="T58" fmla="*/ 3450 w 650"/>
              <a:gd name="T59" fmla="*/ 1759 h 649"/>
              <a:gd name="T60" fmla="*/ 3450 w 650"/>
              <a:gd name="T61" fmla="*/ 2770 h 649"/>
              <a:gd name="T62" fmla="*/ 2195 w 650"/>
              <a:gd name="T63" fmla="*/ 2770 h 649"/>
              <a:gd name="T64" fmla="*/ 2210 w 650"/>
              <a:gd name="T65" fmla="*/ 2758 h 649"/>
              <a:gd name="T66" fmla="*/ 2126 w 650"/>
              <a:gd name="T67" fmla="*/ 2825 h 649"/>
              <a:gd name="T68" fmla="*/ 2086 w 650"/>
              <a:gd name="T69" fmla="*/ 2901 h 649"/>
              <a:gd name="T70" fmla="*/ 2102 w 650"/>
              <a:gd name="T71" fmla="*/ 2934 h 649"/>
              <a:gd name="T72" fmla="*/ 2170 w 650"/>
              <a:gd name="T73" fmla="*/ 3043 h 649"/>
              <a:gd name="T74" fmla="*/ 2210 w 650"/>
              <a:gd name="T75" fmla="*/ 3114 h 649"/>
              <a:gd name="T76" fmla="*/ 2223 w 650"/>
              <a:gd name="T77" fmla="*/ 3179 h 649"/>
              <a:gd name="T78" fmla="*/ 2210 w 650"/>
              <a:gd name="T79" fmla="*/ 3256 h 649"/>
              <a:gd name="T80" fmla="*/ 2170 w 650"/>
              <a:gd name="T81" fmla="*/ 3322 h 649"/>
              <a:gd name="T82" fmla="*/ 2115 w 650"/>
              <a:gd name="T83" fmla="*/ 3410 h 649"/>
              <a:gd name="T84" fmla="*/ 2026 w 650"/>
              <a:gd name="T85" fmla="*/ 3487 h 649"/>
              <a:gd name="T86" fmla="*/ 1942 w 650"/>
              <a:gd name="T87" fmla="*/ 3517 h 649"/>
              <a:gd name="T88" fmla="*/ 1860 w 650"/>
              <a:gd name="T89" fmla="*/ 3545 h 649"/>
              <a:gd name="T90" fmla="*/ 1722 w 650"/>
              <a:gd name="T91" fmla="*/ 3545 h 649"/>
              <a:gd name="T92" fmla="*/ 1600 w 650"/>
              <a:gd name="T93" fmla="*/ 3545 h 649"/>
              <a:gd name="T94" fmla="*/ 1524 w 650"/>
              <a:gd name="T95" fmla="*/ 3517 h 649"/>
              <a:gd name="T96" fmla="*/ 1445 w 650"/>
              <a:gd name="T97" fmla="*/ 3487 h 649"/>
              <a:gd name="T98" fmla="*/ 1348 w 650"/>
              <a:gd name="T99" fmla="*/ 3410 h 649"/>
              <a:gd name="T100" fmla="*/ 1280 w 650"/>
              <a:gd name="T101" fmla="*/ 3322 h 649"/>
              <a:gd name="T102" fmla="*/ 1251 w 650"/>
              <a:gd name="T103" fmla="*/ 3256 h 649"/>
              <a:gd name="T104" fmla="*/ 1240 w 650"/>
              <a:gd name="T105" fmla="*/ 3179 h 649"/>
              <a:gd name="T106" fmla="*/ 1240 w 650"/>
              <a:gd name="T107" fmla="*/ 3114 h 649"/>
              <a:gd name="T108" fmla="*/ 1280 w 650"/>
              <a:gd name="T109" fmla="*/ 3043 h 649"/>
              <a:gd name="T110" fmla="*/ 1363 w 650"/>
              <a:gd name="T111" fmla="*/ 2934 h 649"/>
              <a:gd name="T112" fmla="*/ 1363 w 650"/>
              <a:gd name="T113" fmla="*/ 2901 h 649"/>
              <a:gd name="T114" fmla="*/ 1333 w 650"/>
              <a:gd name="T115" fmla="*/ 2825 h 649"/>
              <a:gd name="T116" fmla="*/ 1251 w 650"/>
              <a:gd name="T117" fmla="*/ 2770 h 649"/>
              <a:gd name="T118" fmla="*/ 0 w 650"/>
              <a:gd name="T119" fmla="*/ 2770 h 64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650"/>
              <a:gd name="T181" fmla="*/ 0 h 649"/>
              <a:gd name="T182" fmla="*/ 650 w 650"/>
              <a:gd name="T183" fmla="*/ 649 h 649"/>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650" h="649">
                <a:moveTo>
                  <a:pt x="0" y="507"/>
                </a:moveTo>
                <a:lnTo>
                  <a:pt x="0" y="0"/>
                </a:lnTo>
                <a:lnTo>
                  <a:pt x="504" y="0"/>
                </a:lnTo>
                <a:lnTo>
                  <a:pt x="504" y="186"/>
                </a:lnTo>
                <a:lnTo>
                  <a:pt x="520" y="195"/>
                </a:lnTo>
                <a:lnTo>
                  <a:pt x="532" y="199"/>
                </a:lnTo>
                <a:lnTo>
                  <a:pt x="540" y="199"/>
                </a:lnTo>
                <a:lnTo>
                  <a:pt x="560" y="187"/>
                </a:lnTo>
                <a:lnTo>
                  <a:pt x="571" y="182"/>
                </a:lnTo>
                <a:lnTo>
                  <a:pt x="585" y="182"/>
                </a:lnTo>
                <a:lnTo>
                  <a:pt x="599" y="182"/>
                </a:lnTo>
                <a:lnTo>
                  <a:pt x="611" y="187"/>
                </a:lnTo>
                <a:lnTo>
                  <a:pt x="627" y="197"/>
                </a:lnTo>
                <a:lnTo>
                  <a:pt x="638" y="211"/>
                </a:lnTo>
                <a:lnTo>
                  <a:pt x="646" y="223"/>
                </a:lnTo>
                <a:lnTo>
                  <a:pt x="650" y="235"/>
                </a:lnTo>
                <a:lnTo>
                  <a:pt x="650" y="253"/>
                </a:lnTo>
                <a:lnTo>
                  <a:pt x="650" y="270"/>
                </a:lnTo>
                <a:lnTo>
                  <a:pt x="646" y="282"/>
                </a:lnTo>
                <a:lnTo>
                  <a:pt x="638" y="296"/>
                </a:lnTo>
                <a:lnTo>
                  <a:pt x="627" y="310"/>
                </a:lnTo>
                <a:lnTo>
                  <a:pt x="611" y="320"/>
                </a:lnTo>
                <a:lnTo>
                  <a:pt x="599" y="324"/>
                </a:lnTo>
                <a:lnTo>
                  <a:pt x="585" y="324"/>
                </a:lnTo>
                <a:lnTo>
                  <a:pt x="571" y="324"/>
                </a:lnTo>
                <a:lnTo>
                  <a:pt x="560" y="320"/>
                </a:lnTo>
                <a:lnTo>
                  <a:pt x="540" y="308"/>
                </a:lnTo>
                <a:lnTo>
                  <a:pt x="532" y="308"/>
                </a:lnTo>
                <a:lnTo>
                  <a:pt x="520" y="312"/>
                </a:lnTo>
                <a:lnTo>
                  <a:pt x="504" y="322"/>
                </a:lnTo>
                <a:lnTo>
                  <a:pt x="504" y="507"/>
                </a:lnTo>
                <a:lnTo>
                  <a:pt x="321" y="507"/>
                </a:lnTo>
                <a:lnTo>
                  <a:pt x="323" y="505"/>
                </a:lnTo>
                <a:lnTo>
                  <a:pt x="311" y="517"/>
                </a:lnTo>
                <a:lnTo>
                  <a:pt x="305" y="531"/>
                </a:lnTo>
                <a:lnTo>
                  <a:pt x="307" y="537"/>
                </a:lnTo>
                <a:lnTo>
                  <a:pt x="317" y="557"/>
                </a:lnTo>
                <a:lnTo>
                  <a:pt x="323" y="570"/>
                </a:lnTo>
                <a:lnTo>
                  <a:pt x="325" y="582"/>
                </a:lnTo>
                <a:lnTo>
                  <a:pt x="323" y="596"/>
                </a:lnTo>
                <a:lnTo>
                  <a:pt x="317" y="608"/>
                </a:lnTo>
                <a:lnTo>
                  <a:pt x="309" y="624"/>
                </a:lnTo>
                <a:lnTo>
                  <a:pt x="296" y="638"/>
                </a:lnTo>
                <a:lnTo>
                  <a:pt x="284" y="644"/>
                </a:lnTo>
                <a:lnTo>
                  <a:pt x="272" y="649"/>
                </a:lnTo>
                <a:lnTo>
                  <a:pt x="252" y="649"/>
                </a:lnTo>
                <a:lnTo>
                  <a:pt x="234" y="649"/>
                </a:lnTo>
                <a:lnTo>
                  <a:pt x="223" y="644"/>
                </a:lnTo>
                <a:lnTo>
                  <a:pt x="211" y="638"/>
                </a:lnTo>
                <a:lnTo>
                  <a:pt x="197" y="624"/>
                </a:lnTo>
                <a:lnTo>
                  <a:pt x="187" y="608"/>
                </a:lnTo>
                <a:lnTo>
                  <a:pt x="183" y="596"/>
                </a:lnTo>
                <a:lnTo>
                  <a:pt x="181" y="582"/>
                </a:lnTo>
                <a:lnTo>
                  <a:pt x="181" y="570"/>
                </a:lnTo>
                <a:lnTo>
                  <a:pt x="187" y="557"/>
                </a:lnTo>
                <a:lnTo>
                  <a:pt x="199" y="537"/>
                </a:lnTo>
                <a:lnTo>
                  <a:pt x="199" y="531"/>
                </a:lnTo>
                <a:lnTo>
                  <a:pt x="195" y="517"/>
                </a:lnTo>
                <a:lnTo>
                  <a:pt x="183" y="507"/>
                </a:lnTo>
                <a:lnTo>
                  <a:pt x="0" y="507"/>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63" name="Freeform 29"/>
          <p:cNvSpPr/>
          <p:nvPr/>
        </p:nvSpPr>
        <p:spPr bwMode="blackWhite">
          <a:xfrm>
            <a:off x="5337820" y="1536833"/>
            <a:ext cx="1273260" cy="1534982"/>
          </a:xfrm>
          <a:custGeom>
            <a:avLst/>
            <a:gdLst>
              <a:gd name="T0" fmla="*/ 3224 w 507"/>
              <a:gd name="T1" fmla="*/ 1064 h 649"/>
              <a:gd name="T2" fmla="*/ 3091 w 507"/>
              <a:gd name="T3" fmla="*/ 1085 h 649"/>
              <a:gd name="T4" fmla="*/ 2878 w 507"/>
              <a:gd name="T5" fmla="*/ 995 h 649"/>
              <a:gd name="T6" fmla="*/ 2706 w 507"/>
              <a:gd name="T7" fmla="*/ 995 h 649"/>
              <a:gd name="T8" fmla="*/ 2517 w 507"/>
              <a:gd name="T9" fmla="*/ 1064 h 649"/>
              <a:gd name="T10" fmla="*/ 2399 w 507"/>
              <a:gd name="T11" fmla="*/ 1206 h 649"/>
              <a:gd name="T12" fmla="*/ 2360 w 507"/>
              <a:gd name="T13" fmla="*/ 1383 h 649"/>
              <a:gd name="T14" fmla="*/ 2399 w 507"/>
              <a:gd name="T15" fmla="*/ 1541 h 649"/>
              <a:gd name="T16" fmla="*/ 2517 w 507"/>
              <a:gd name="T17" fmla="*/ 1682 h 649"/>
              <a:gd name="T18" fmla="*/ 2706 w 507"/>
              <a:gd name="T19" fmla="*/ 1759 h 649"/>
              <a:gd name="T20" fmla="*/ 2878 w 507"/>
              <a:gd name="T21" fmla="*/ 1772 h 649"/>
              <a:gd name="T22" fmla="*/ 3080 w 507"/>
              <a:gd name="T23" fmla="*/ 1671 h 649"/>
              <a:gd name="T24" fmla="*/ 3224 w 507"/>
              <a:gd name="T25" fmla="*/ 1694 h 649"/>
              <a:gd name="T26" fmla="*/ 3315 w 507"/>
              <a:gd name="T27" fmla="*/ 1759 h 649"/>
              <a:gd name="T28" fmla="*/ 2119 w 507"/>
              <a:gd name="T29" fmla="*/ 2770 h 649"/>
              <a:gd name="T30" fmla="*/ 2014 w 507"/>
              <a:gd name="T31" fmla="*/ 2901 h 649"/>
              <a:gd name="T32" fmla="*/ 2090 w 507"/>
              <a:gd name="T33" fmla="*/ 3043 h 649"/>
              <a:gd name="T34" fmla="*/ 2133 w 507"/>
              <a:gd name="T35" fmla="*/ 3179 h 649"/>
              <a:gd name="T36" fmla="*/ 2090 w 507"/>
              <a:gd name="T37" fmla="*/ 3322 h 649"/>
              <a:gd name="T38" fmla="*/ 1933 w 507"/>
              <a:gd name="T39" fmla="*/ 3487 h 649"/>
              <a:gd name="T40" fmla="*/ 1780 w 507"/>
              <a:gd name="T41" fmla="*/ 3545 h 649"/>
              <a:gd name="T42" fmla="*/ 1548 w 507"/>
              <a:gd name="T43" fmla="*/ 3545 h 649"/>
              <a:gd name="T44" fmla="*/ 1382 w 507"/>
              <a:gd name="T45" fmla="*/ 3487 h 649"/>
              <a:gd name="T46" fmla="*/ 1242 w 507"/>
              <a:gd name="T47" fmla="*/ 3322 h 649"/>
              <a:gd name="T48" fmla="*/ 1202 w 507"/>
              <a:gd name="T49" fmla="*/ 3179 h 649"/>
              <a:gd name="T50" fmla="*/ 1242 w 507"/>
              <a:gd name="T51" fmla="*/ 3043 h 649"/>
              <a:gd name="T52" fmla="*/ 1314 w 507"/>
              <a:gd name="T53" fmla="*/ 2901 h 649"/>
              <a:gd name="T54" fmla="*/ 1202 w 507"/>
              <a:gd name="T55" fmla="*/ 2758 h 649"/>
              <a:gd name="T56" fmla="*/ 13 w 507"/>
              <a:gd name="T57" fmla="*/ 2770 h 649"/>
              <a:gd name="T58" fmla="*/ 105 w 507"/>
              <a:gd name="T59" fmla="*/ 1703 h 649"/>
              <a:gd name="T60" fmla="*/ 234 w 507"/>
              <a:gd name="T61" fmla="*/ 1682 h 649"/>
              <a:gd name="T62" fmla="*/ 438 w 507"/>
              <a:gd name="T63" fmla="*/ 1772 h 649"/>
              <a:gd name="T64" fmla="*/ 623 w 507"/>
              <a:gd name="T65" fmla="*/ 1772 h 649"/>
              <a:gd name="T66" fmla="*/ 804 w 507"/>
              <a:gd name="T67" fmla="*/ 1694 h 649"/>
              <a:gd name="T68" fmla="*/ 929 w 507"/>
              <a:gd name="T69" fmla="*/ 1541 h 649"/>
              <a:gd name="T70" fmla="*/ 954 w 507"/>
              <a:gd name="T71" fmla="*/ 1383 h 649"/>
              <a:gd name="T72" fmla="*/ 929 w 507"/>
              <a:gd name="T73" fmla="*/ 1219 h 649"/>
              <a:gd name="T74" fmla="*/ 804 w 507"/>
              <a:gd name="T75" fmla="*/ 1076 h 649"/>
              <a:gd name="T76" fmla="*/ 623 w 507"/>
              <a:gd name="T77" fmla="*/ 995 h 649"/>
              <a:gd name="T78" fmla="*/ 438 w 507"/>
              <a:gd name="T79" fmla="*/ 995 h 649"/>
              <a:gd name="T80" fmla="*/ 234 w 507"/>
              <a:gd name="T81" fmla="*/ 1085 h 649"/>
              <a:gd name="T82" fmla="*/ 0 w 507"/>
              <a:gd name="T83" fmla="*/ 1018 h 649"/>
              <a:gd name="T84" fmla="*/ 13 w 507"/>
              <a:gd name="T85" fmla="*/ 0 h 649"/>
              <a:gd name="T86" fmla="*/ 3315 w 507"/>
              <a:gd name="T87" fmla="*/ 983 h 649"/>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507"/>
              <a:gd name="T133" fmla="*/ 0 h 649"/>
              <a:gd name="T134" fmla="*/ 507 w 507"/>
              <a:gd name="T135" fmla="*/ 649 h 649"/>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507" h="649">
                <a:moveTo>
                  <a:pt x="507" y="178"/>
                </a:moveTo>
                <a:lnTo>
                  <a:pt x="493" y="195"/>
                </a:lnTo>
                <a:lnTo>
                  <a:pt x="479" y="199"/>
                </a:lnTo>
                <a:lnTo>
                  <a:pt x="473" y="199"/>
                </a:lnTo>
                <a:lnTo>
                  <a:pt x="454" y="187"/>
                </a:lnTo>
                <a:lnTo>
                  <a:pt x="440" y="182"/>
                </a:lnTo>
                <a:lnTo>
                  <a:pt x="428" y="182"/>
                </a:lnTo>
                <a:lnTo>
                  <a:pt x="414" y="182"/>
                </a:lnTo>
                <a:lnTo>
                  <a:pt x="400" y="187"/>
                </a:lnTo>
                <a:lnTo>
                  <a:pt x="385" y="195"/>
                </a:lnTo>
                <a:lnTo>
                  <a:pt x="373" y="209"/>
                </a:lnTo>
                <a:lnTo>
                  <a:pt x="367" y="221"/>
                </a:lnTo>
                <a:lnTo>
                  <a:pt x="361" y="235"/>
                </a:lnTo>
                <a:lnTo>
                  <a:pt x="361" y="253"/>
                </a:lnTo>
                <a:lnTo>
                  <a:pt x="361" y="270"/>
                </a:lnTo>
                <a:lnTo>
                  <a:pt x="367" y="282"/>
                </a:lnTo>
                <a:lnTo>
                  <a:pt x="373" y="294"/>
                </a:lnTo>
                <a:lnTo>
                  <a:pt x="385" y="308"/>
                </a:lnTo>
                <a:lnTo>
                  <a:pt x="400" y="318"/>
                </a:lnTo>
                <a:lnTo>
                  <a:pt x="414" y="322"/>
                </a:lnTo>
                <a:lnTo>
                  <a:pt x="428" y="324"/>
                </a:lnTo>
                <a:lnTo>
                  <a:pt x="440" y="324"/>
                </a:lnTo>
                <a:lnTo>
                  <a:pt x="454" y="318"/>
                </a:lnTo>
                <a:lnTo>
                  <a:pt x="471" y="306"/>
                </a:lnTo>
                <a:lnTo>
                  <a:pt x="479" y="306"/>
                </a:lnTo>
                <a:lnTo>
                  <a:pt x="493" y="310"/>
                </a:lnTo>
                <a:lnTo>
                  <a:pt x="507" y="324"/>
                </a:lnTo>
                <a:lnTo>
                  <a:pt x="507" y="322"/>
                </a:lnTo>
                <a:lnTo>
                  <a:pt x="507" y="507"/>
                </a:lnTo>
                <a:lnTo>
                  <a:pt x="324" y="507"/>
                </a:lnTo>
                <a:lnTo>
                  <a:pt x="312" y="517"/>
                </a:lnTo>
                <a:lnTo>
                  <a:pt x="308" y="531"/>
                </a:lnTo>
                <a:lnTo>
                  <a:pt x="308" y="537"/>
                </a:lnTo>
                <a:lnTo>
                  <a:pt x="320" y="557"/>
                </a:lnTo>
                <a:lnTo>
                  <a:pt x="326" y="570"/>
                </a:lnTo>
                <a:lnTo>
                  <a:pt x="326" y="582"/>
                </a:lnTo>
                <a:lnTo>
                  <a:pt x="326" y="596"/>
                </a:lnTo>
                <a:lnTo>
                  <a:pt x="320" y="608"/>
                </a:lnTo>
                <a:lnTo>
                  <a:pt x="312" y="624"/>
                </a:lnTo>
                <a:lnTo>
                  <a:pt x="296" y="638"/>
                </a:lnTo>
                <a:lnTo>
                  <a:pt x="284" y="644"/>
                </a:lnTo>
                <a:lnTo>
                  <a:pt x="272" y="649"/>
                </a:lnTo>
                <a:lnTo>
                  <a:pt x="255" y="649"/>
                </a:lnTo>
                <a:lnTo>
                  <a:pt x="237" y="649"/>
                </a:lnTo>
                <a:lnTo>
                  <a:pt x="225" y="644"/>
                </a:lnTo>
                <a:lnTo>
                  <a:pt x="211" y="638"/>
                </a:lnTo>
                <a:lnTo>
                  <a:pt x="198" y="624"/>
                </a:lnTo>
                <a:lnTo>
                  <a:pt x="190" y="608"/>
                </a:lnTo>
                <a:lnTo>
                  <a:pt x="184" y="596"/>
                </a:lnTo>
                <a:lnTo>
                  <a:pt x="184" y="582"/>
                </a:lnTo>
                <a:lnTo>
                  <a:pt x="184" y="570"/>
                </a:lnTo>
                <a:lnTo>
                  <a:pt x="190" y="557"/>
                </a:lnTo>
                <a:lnTo>
                  <a:pt x="201" y="537"/>
                </a:lnTo>
                <a:lnTo>
                  <a:pt x="201" y="531"/>
                </a:lnTo>
                <a:lnTo>
                  <a:pt x="198" y="517"/>
                </a:lnTo>
                <a:lnTo>
                  <a:pt x="184" y="505"/>
                </a:lnTo>
                <a:lnTo>
                  <a:pt x="180" y="507"/>
                </a:lnTo>
                <a:lnTo>
                  <a:pt x="2" y="507"/>
                </a:lnTo>
                <a:lnTo>
                  <a:pt x="2" y="322"/>
                </a:lnTo>
                <a:lnTo>
                  <a:pt x="16" y="312"/>
                </a:lnTo>
                <a:lnTo>
                  <a:pt x="28" y="308"/>
                </a:lnTo>
                <a:lnTo>
                  <a:pt x="36" y="308"/>
                </a:lnTo>
                <a:lnTo>
                  <a:pt x="56" y="320"/>
                </a:lnTo>
                <a:lnTo>
                  <a:pt x="67" y="324"/>
                </a:lnTo>
                <a:lnTo>
                  <a:pt x="81" y="324"/>
                </a:lnTo>
                <a:lnTo>
                  <a:pt x="95" y="324"/>
                </a:lnTo>
                <a:lnTo>
                  <a:pt x="107" y="320"/>
                </a:lnTo>
                <a:lnTo>
                  <a:pt x="123" y="310"/>
                </a:lnTo>
                <a:lnTo>
                  <a:pt x="136" y="296"/>
                </a:lnTo>
                <a:lnTo>
                  <a:pt x="142" y="282"/>
                </a:lnTo>
                <a:lnTo>
                  <a:pt x="146" y="270"/>
                </a:lnTo>
                <a:lnTo>
                  <a:pt x="146" y="253"/>
                </a:lnTo>
                <a:lnTo>
                  <a:pt x="146" y="235"/>
                </a:lnTo>
                <a:lnTo>
                  <a:pt x="142" y="223"/>
                </a:lnTo>
                <a:lnTo>
                  <a:pt x="136" y="211"/>
                </a:lnTo>
                <a:lnTo>
                  <a:pt x="123" y="197"/>
                </a:lnTo>
                <a:lnTo>
                  <a:pt x="107" y="187"/>
                </a:lnTo>
                <a:lnTo>
                  <a:pt x="95" y="182"/>
                </a:lnTo>
                <a:lnTo>
                  <a:pt x="81" y="182"/>
                </a:lnTo>
                <a:lnTo>
                  <a:pt x="67" y="182"/>
                </a:lnTo>
                <a:lnTo>
                  <a:pt x="56" y="187"/>
                </a:lnTo>
                <a:lnTo>
                  <a:pt x="36" y="199"/>
                </a:lnTo>
                <a:lnTo>
                  <a:pt x="28" y="199"/>
                </a:lnTo>
                <a:lnTo>
                  <a:pt x="0" y="186"/>
                </a:lnTo>
                <a:lnTo>
                  <a:pt x="2" y="178"/>
                </a:lnTo>
                <a:lnTo>
                  <a:pt x="2" y="0"/>
                </a:lnTo>
                <a:lnTo>
                  <a:pt x="507" y="0"/>
                </a:lnTo>
                <a:lnTo>
                  <a:pt x="507" y="180"/>
                </a:lnTo>
                <a:lnTo>
                  <a:pt x="507" y="178"/>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64" name="Freeform 30"/>
          <p:cNvSpPr/>
          <p:nvPr/>
        </p:nvSpPr>
        <p:spPr bwMode="blackWhite">
          <a:xfrm>
            <a:off x="6244413" y="1536833"/>
            <a:ext cx="1995848" cy="1189847"/>
          </a:xfrm>
          <a:custGeom>
            <a:avLst/>
            <a:gdLst>
              <a:gd name="T0" fmla="*/ 4227 w 796"/>
              <a:gd name="T1" fmla="*/ 2750 h 503"/>
              <a:gd name="T2" fmla="*/ 2959 w 796"/>
              <a:gd name="T3" fmla="*/ 2677 h 503"/>
              <a:gd name="T4" fmla="*/ 2935 w 796"/>
              <a:gd name="T5" fmla="*/ 2556 h 503"/>
              <a:gd name="T6" fmla="*/ 3039 w 796"/>
              <a:gd name="T7" fmla="*/ 2383 h 503"/>
              <a:gd name="T8" fmla="*/ 3039 w 796"/>
              <a:gd name="T9" fmla="*/ 2246 h 503"/>
              <a:gd name="T10" fmla="*/ 2948 w 796"/>
              <a:gd name="T11" fmla="*/ 2082 h 503"/>
              <a:gd name="T12" fmla="*/ 2785 w 796"/>
              <a:gd name="T13" fmla="*/ 1983 h 503"/>
              <a:gd name="T14" fmla="*/ 2576 w 796"/>
              <a:gd name="T15" fmla="*/ 1952 h 503"/>
              <a:gd name="T16" fmla="*/ 2388 w 796"/>
              <a:gd name="T17" fmla="*/ 1983 h 503"/>
              <a:gd name="T18" fmla="*/ 2220 w 796"/>
              <a:gd name="T19" fmla="*/ 2082 h 503"/>
              <a:gd name="T20" fmla="*/ 2126 w 796"/>
              <a:gd name="T21" fmla="*/ 2246 h 503"/>
              <a:gd name="T22" fmla="*/ 2115 w 796"/>
              <a:gd name="T23" fmla="*/ 2383 h 503"/>
              <a:gd name="T24" fmla="*/ 2231 w 796"/>
              <a:gd name="T25" fmla="*/ 2568 h 503"/>
              <a:gd name="T26" fmla="*/ 2207 w 796"/>
              <a:gd name="T27" fmla="*/ 2677 h 503"/>
              <a:gd name="T28" fmla="*/ 2102 w 796"/>
              <a:gd name="T29" fmla="*/ 2750 h 503"/>
              <a:gd name="T30" fmla="*/ 952 w 796"/>
              <a:gd name="T31" fmla="*/ 1737 h 503"/>
              <a:gd name="T32" fmla="*/ 767 w 796"/>
              <a:gd name="T33" fmla="*/ 1659 h 503"/>
              <a:gd name="T34" fmla="*/ 607 w 796"/>
              <a:gd name="T35" fmla="*/ 1728 h 503"/>
              <a:gd name="T36" fmla="*/ 435 w 796"/>
              <a:gd name="T37" fmla="*/ 1760 h 503"/>
              <a:gd name="T38" fmla="*/ 254 w 796"/>
              <a:gd name="T39" fmla="*/ 1728 h 503"/>
              <a:gd name="T40" fmla="*/ 77 w 796"/>
              <a:gd name="T41" fmla="*/ 1594 h 503"/>
              <a:gd name="T42" fmla="*/ 0 w 796"/>
              <a:gd name="T43" fmla="*/ 1464 h 503"/>
              <a:gd name="T44" fmla="*/ 0 w 796"/>
              <a:gd name="T45" fmla="*/ 1362 h 503"/>
              <a:gd name="T46" fmla="*/ 39 w 796"/>
              <a:gd name="T47" fmla="*/ 1198 h 503"/>
              <a:gd name="T48" fmla="*/ 170 w 796"/>
              <a:gd name="T49" fmla="*/ 1055 h 503"/>
              <a:gd name="T50" fmla="*/ 345 w 796"/>
              <a:gd name="T51" fmla="*/ 983 h 503"/>
              <a:gd name="T52" fmla="*/ 526 w 796"/>
              <a:gd name="T53" fmla="*/ 983 h 503"/>
              <a:gd name="T54" fmla="*/ 728 w 796"/>
              <a:gd name="T55" fmla="*/ 1064 h 503"/>
              <a:gd name="T56" fmla="*/ 857 w 796"/>
              <a:gd name="T57" fmla="*/ 1043 h 503"/>
              <a:gd name="T58" fmla="*/ 952 w 796"/>
              <a:gd name="T59" fmla="*/ 0 h 503"/>
              <a:gd name="T60" fmla="*/ 4227 w 796"/>
              <a:gd name="T61" fmla="*/ 962 h 503"/>
              <a:gd name="T62" fmla="*/ 4322 w 796"/>
              <a:gd name="T63" fmla="*/ 1055 h 503"/>
              <a:gd name="T64" fmla="*/ 4451 w 796"/>
              <a:gd name="T65" fmla="*/ 1076 h 503"/>
              <a:gd name="T66" fmla="*/ 4667 w 796"/>
              <a:gd name="T67" fmla="*/ 983 h 503"/>
              <a:gd name="T68" fmla="*/ 4833 w 796"/>
              <a:gd name="T69" fmla="*/ 983 h 503"/>
              <a:gd name="T70" fmla="*/ 5029 w 796"/>
              <a:gd name="T71" fmla="*/ 1055 h 503"/>
              <a:gd name="T72" fmla="*/ 5141 w 796"/>
              <a:gd name="T73" fmla="*/ 1207 h 503"/>
              <a:gd name="T74" fmla="*/ 5179 w 796"/>
              <a:gd name="T75" fmla="*/ 1372 h 503"/>
              <a:gd name="T76" fmla="*/ 5141 w 796"/>
              <a:gd name="T77" fmla="*/ 1529 h 503"/>
              <a:gd name="T78" fmla="*/ 5029 w 796"/>
              <a:gd name="T79" fmla="*/ 1684 h 503"/>
              <a:gd name="T80" fmla="*/ 4833 w 796"/>
              <a:gd name="T81" fmla="*/ 1749 h 503"/>
              <a:gd name="T82" fmla="*/ 4667 w 796"/>
              <a:gd name="T83" fmla="*/ 1760 h 503"/>
              <a:gd name="T84" fmla="*/ 4464 w 796"/>
              <a:gd name="T85" fmla="*/ 1659 h 503"/>
              <a:gd name="T86" fmla="*/ 4322 w 796"/>
              <a:gd name="T87" fmla="*/ 1684 h 503"/>
              <a:gd name="T88" fmla="*/ 4227 w 796"/>
              <a:gd name="T89" fmla="*/ 1793 h 503"/>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796"/>
              <a:gd name="T136" fmla="*/ 0 h 503"/>
              <a:gd name="T137" fmla="*/ 796 w 796"/>
              <a:gd name="T138" fmla="*/ 503 h 503"/>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796" h="503">
                <a:moveTo>
                  <a:pt x="650" y="328"/>
                </a:moveTo>
                <a:lnTo>
                  <a:pt x="650" y="503"/>
                </a:lnTo>
                <a:lnTo>
                  <a:pt x="467" y="503"/>
                </a:lnTo>
                <a:lnTo>
                  <a:pt x="455" y="490"/>
                </a:lnTo>
                <a:lnTo>
                  <a:pt x="451" y="476"/>
                </a:lnTo>
                <a:lnTo>
                  <a:pt x="451" y="468"/>
                </a:lnTo>
                <a:lnTo>
                  <a:pt x="463" y="450"/>
                </a:lnTo>
                <a:lnTo>
                  <a:pt x="467" y="436"/>
                </a:lnTo>
                <a:lnTo>
                  <a:pt x="467" y="422"/>
                </a:lnTo>
                <a:lnTo>
                  <a:pt x="467" y="411"/>
                </a:lnTo>
                <a:lnTo>
                  <a:pt x="463" y="397"/>
                </a:lnTo>
                <a:lnTo>
                  <a:pt x="453" y="381"/>
                </a:lnTo>
                <a:lnTo>
                  <a:pt x="440" y="369"/>
                </a:lnTo>
                <a:lnTo>
                  <a:pt x="428" y="363"/>
                </a:lnTo>
                <a:lnTo>
                  <a:pt x="416" y="357"/>
                </a:lnTo>
                <a:lnTo>
                  <a:pt x="396" y="357"/>
                </a:lnTo>
                <a:lnTo>
                  <a:pt x="378" y="357"/>
                </a:lnTo>
                <a:lnTo>
                  <a:pt x="367" y="363"/>
                </a:lnTo>
                <a:lnTo>
                  <a:pt x="355" y="369"/>
                </a:lnTo>
                <a:lnTo>
                  <a:pt x="341" y="381"/>
                </a:lnTo>
                <a:lnTo>
                  <a:pt x="331" y="397"/>
                </a:lnTo>
                <a:lnTo>
                  <a:pt x="327" y="411"/>
                </a:lnTo>
                <a:lnTo>
                  <a:pt x="325" y="422"/>
                </a:lnTo>
                <a:lnTo>
                  <a:pt x="325" y="436"/>
                </a:lnTo>
                <a:lnTo>
                  <a:pt x="331" y="450"/>
                </a:lnTo>
                <a:lnTo>
                  <a:pt x="343" y="470"/>
                </a:lnTo>
                <a:lnTo>
                  <a:pt x="343" y="476"/>
                </a:lnTo>
                <a:lnTo>
                  <a:pt x="339" y="490"/>
                </a:lnTo>
                <a:lnTo>
                  <a:pt x="325" y="501"/>
                </a:lnTo>
                <a:lnTo>
                  <a:pt x="323" y="503"/>
                </a:lnTo>
                <a:lnTo>
                  <a:pt x="146" y="503"/>
                </a:lnTo>
                <a:lnTo>
                  <a:pt x="146" y="318"/>
                </a:lnTo>
                <a:lnTo>
                  <a:pt x="132" y="308"/>
                </a:lnTo>
                <a:lnTo>
                  <a:pt x="118" y="304"/>
                </a:lnTo>
                <a:lnTo>
                  <a:pt x="112" y="304"/>
                </a:lnTo>
                <a:lnTo>
                  <a:pt x="93" y="316"/>
                </a:lnTo>
                <a:lnTo>
                  <a:pt x="81" y="320"/>
                </a:lnTo>
                <a:lnTo>
                  <a:pt x="67" y="322"/>
                </a:lnTo>
                <a:lnTo>
                  <a:pt x="53" y="320"/>
                </a:lnTo>
                <a:lnTo>
                  <a:pt x="39" y="316"/>
                </a:lnTo>
                <a:lnTo>
                  <a:pt x="26" y="306"/>
                </a:lnTo>
                <a:lnTo>
                  <a:pt x="12" y="292"/>
                </a:lnTo>
                <a:lnTo>
                  <a:pt x="6" y="278"/>
                </a:lnTo>
                <a:lnTo>
                  <a:pt x="0" y="268"/>
                </a:lnTo>
                <a:lnTo>
                  <a:pt x="0" y="251"/>
                </a:lnTo>
                <a:lnTo>
                  <a:pt x="0" y="249"/>
                </a:lnTo>
                <a:lnTo>
                  <a:pt x="0" y="231"/>
                </a:lnTo>
                <a:lnTo>
                  <a:pt x="6" y="219"/>
                </a:lnTo>
                <a:lnTo>
                  <a:pt x="12" y="207"/>
                </a:lnTo>
                <a:lnTo>
                  <a:pt x="26" y="193"/>
                </a:lnTo>
                <a:lnTo>
                  <a:pt x="39" y="184"/>
                </a:lnTo>
                <a:lnTo>
                  <a:pt x="53" y="180"/>
                </a:lnTo>
                <a:lnTo>
                  <a:pt x="67" y="178"/>
                </a:lnTo>
                <a:lnTo>
                  <a:pt x="81" y="180"/>
                </a:lnTo>
                <a:lnTo>
                  <a:pt x="93" y="184"/>
                </a:lnTo>
                <a:lnTo>
                  <a:pt x="112" y="195"/>
                </a:lnTo>
                <a:lnTo>
                  <a:pt x="118" y="195"/>
                </a:lnTo>
                <a:lnTo>
                  <a:pt x="132" y="191"/>
                </a:lnTo>
                <a:lnTo>
                  <a:pt x="146" y="176"/>
                </a:lnTo>
                <a:lnTo>
                  <a:pt x="146" y="0"/>
                </a:lnTo>
                <a:lnTo>
                  <a:pt x="650" y="0"/>
                </a:lnTo>
                <a:lnTo>
                  <a:pt x="650" y="176"/>
                </a:lnTo>
                <a:lnTo>
                  <a:pt x="650" y="180"/>
                </a:lnTo>
                <a:lnTo>
                  <a:pt x="664" y="193"/>
                </a:lnTo>
                <a:lnTo>
                  <a:pt x="678" y="197"/>
                </a:lnTo>
                <a:lnTo>
                  <a:pt x="684" y="197"/>
                </a:lnTo>
                <a:lnTo>
                  <a:pt x="704" y="186"/>
                </a:lnTo>
                <a:lnTo>
                  <a:pt x="717" y="180"/>
                </a:lnTo>
                <a:lnTo>
                  <a:pt x="731" y="180"/>
                </a:lnTo>
                <a:lnTo>
                  <a:pt x="743" y="180"/>
                </a:lnTo>
                <a:lnTo>
                  <a:pt x="757" y="186"/>
                </a:lnTo>
                <a:lnTo>
                  <a:pt x="773" y="193"/>
                </a:lnTo>
                <a:lnTo>
                  <a:pt x="784" y="207"/>
                </a:lnTo>
                <a:lnTo>
                  <a:pt x="790" y="221"/>
                </a:lnTo>
                <a:lnTo>
                  <a:pt x="796" y="233"/>
                </a:lnTo>
                <a:lnTo>
                  <a:pt x="796" y="251"/>
                </a:lnTo>
                <a:lnTo>
                  <a:pt x="796" y="268"/>
                </a:lnTo>
                <a:lnTo>
                  <a:pt x="790" y="280"/>
                </a:lnTo>
                <a:lnTo>
                  <a:pt x="784" y="292"/>
                </a:lnTo>
                <a:lnTo>
                  <a:pt x="773" y="308"/>
                </a:lnTo>
                <a:lnTo>
                  <a:pt x="757" y="316"/>
                </a:lnTo>
                <a:lnTo>
                  <a:pt x="743" y="320"/>
                </a:lnTo>
                <a:lnTo>
                  <a:pt x="731" y="322"/>
                </a:lnTo>
                <a:lnTo>
                  <a:pt x="717" y="322"/>
                </a:lnTo>
                <a:lnTo>
                  <a:pt x="704" y="316"/>
                </a:lnTo>
                <a:lnTo>
                  <a:pt x="686" y="304"/>
                </a:lnTo>
                <a:lnTo>
                  <a:pt x="678" y="304"/>
                </a:lnTo>
                <a:lnTo>
                  <a:pt x="664" y="308"/>
                </a:lnTo>
                <a:lnTo>
                  <a:pt x="650" y="322"/>
                </a:lnTo>
                <a:lnTo>
                  <a:pt x="650" y="328"/>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65" name="Freeform 31"/>
          <p:cNvSpPr/>
          <p:nvPr/>
        </p:nvSpPr>
        <p:spPr bwMode="blackWhite">
          <a:xfrm>
            <a:off x="7874938" y="1536833"/>
            <a:ext cx="1631868" cy="1524239"/>
          </a:xfrm>
          <a:custGeom>
            <a:avLst/>
            <a:gdLst>
              <a:gd name="T0" fmla="*/ 3386 w 651"/>
              <a:gd name="T1" fmla="*/ 1679 h 645"/>
              <a:gd name="T2" fmla="*/ 3511 w 651"/>
              <a:gd name="T3" fmla="*/ 1656 h 645"/>
              <a:gd name="T4" fmla="*/ 3720 w 651"/>
              <a:gd name="T5" fmla="*/ 1756 h 645"/>
              <a:gd name="T6" fmla="*/ 3880 w 651"/>
              <a:gd name="T7" fmla="*/ 1744 h 645"/>
              <a:gd name="T8" fmla="*/ 4076 w 651"/>
              <a:gd name="T9" fmla="*/ 1679 h 645"/>
              <a:gd name="T10" fmla="*/ 4209 w 651"/>
              <a:gd name="T11" fmla="*/ 1527 h 645"/>
              <a:gd name="T12" fmla="*/ 4233 w 651"/>
              <a:gd name="T13" fmla="*/ 1369 h 645"/>
              <a:gd name="T14" fmla="*/ 4209 w 651"/>
              <a:gd name="T15" fmla="*/ 1205 h 645"/>
              <a:gd name="T16" fmla="*/ 4076 w 651"/>
              <a:gd name="T17" fmla="*/ 1052 h 645"/>
              <a:gd name="T18" fmla="*/ 3880 w 651"/>
              <a:gd name="T19" fmla="*/ 982 h 645"/>
              <a:gd name="T20" fmla="*/ 3720 w 651"/>
              <a:gd name="T21" fmla="*/ 982 h 645"/>
              <a:gd name="T22" fmla="*/ 3511 w 651"/>
              <a:gd name="T23" fmla="*/ 1075 h 645"/>
              <a:gd name="T24" fmla="*/ 3386 w 651"/>
              <a:gd name="T25" fmla="*/ 1052 h 645"/>
              <a:gd name="T26" fmla="*/ 3296 w 651"/>
              <a:gd name="T27" fmla="*/ 961 h 645"/>
              <a:gd name="T28" fmla="*/ 0 w 651"/>
              <a:gd name="T29" fmla="*/ 0 h 645"/>
              <a:gd name="T30" fmla="*/ 91 w 651"/>
              <a:gd name="T31" fmla="*/ 1052 h 645"/>
              <a:gd name="T32" fmla="*/ 220 w 651"/>
              <a:gd name="T33" fmla="*/ 1075 h 645"/>
              <a:gd name="T34" fmla="*/ 435 w 651"/>
              <a:gd name="T35" fmla="*/ 982 h 645"/>
              <a:gd name="T36" fmla="*/ 607 w 651"/>
              <a:gd name="T37" fmla="*/ 982 h 645"/>
              <a:gd name="T38" fmla="*/ 788 w 651"/>
              <a:gd name="T39" fmla="*/ 1052 h 645"/>
              <a:gd name="T40" fmla="*/ 909 w 651"/>
              <a:gd name="T41" fmla="*/ 1205 h 645"/>
              <a:gd name="T42" fmla="*/ 948 w 651"/>
              <a:gd name="T43" fmla="*/ 1369 h 645"/>
              <a:gd name="T44" fmla="*/ 909 w 651"/>
              <a:gd name="T45" fmla="*/ 1527 h 645"/>
              <a:gd name="T46" fmla="*/ 788 w 651"/>
              <a:gd name="T47" fmla="*/ 1679 h 645"/>
              <a:gd name="T48" fmla="*/ 607 w 651"/>
              <a:gd name="T49" fmla="*/ 1744 h 645"/>
              <a:gd name="T50" fmla="*/ 435 w 651"/>
              <a:gd name="T51" fmla="*/ 1756 h 645"/>
              <a:gd name="T52" fmla="*/ 220 w 651"/>
              <a:gd name="T53" fmla="*/ 1656 h 645"/>
              <a:gd name="T54" fmla="*/ 91 w 651"/>
              <a:gd name="T55" fmla="*/ 1679 h 645"/>
              <a:gd name="T56" fmla="*/ 0 w 651"/>
              <a:gd name="T57" fmla="*/ 2740 h 645"/>
              <a:gd name="T58" fmla="*/ 1185 w 651"/>
              <a:gd name="T59" fmla="*/ 2740 h 645"/>
              <a:gd name="T60" fmla="*/ 1292 w 651"/>
              <a:gd name="T61" fmla="*/ 2870 h 645"/>
              <a:gd name="T62" fmla="*/ 1222 w 651"/>
              <a:gd name="T63" fmla="*/ 3025 h 645"/>
              <a:gd name="T64" fmla="*/ 1185 w 651"/>
              <a:gd name="T65" fmla="*/ 3162 h 645"/>
              <a:gd name="T66" fmla="*/ 1222 w 651"/>
              <a:gd name="T67" fmla="*/ 3301 h 645"/>
              <a:gd name="T68" fmla="*/ 1372 w 651"/>
              <a:gd name="T69" fmla="*/ 3456 h 645"/>
              <a:gd name="T70" fmla="*/ 1529 w 651"/>
              <a:gd name="T71" fmla="*/ 3514 h 645"/>
              <a:gd name="T72" fmla="*/ 1756 w 651"/>
              <a:gd name="T73" fmla="*/ 3514 h 645"/>
              <a:gd name="T74" fmla="*/ 1922 w 651"/>
              <a:gd name="T75" fmla="*/ 3456 h 645"/>
              <a:gd name="T76" fmla="*/ 2070 w 651"/>
              <a:gd name="T77" fmla="*/ 3301 h 645"/>
              <a:gd name="T78" fmla="*/ 2107 w 651"/>
              <a:gd name="T79" fmla="*/ 3162 h 645"/>
              <a:gd name="T80" fmla="*/ 2070 w 651"/>
              <a:gd name="T81" fmla="*/ 3025 h 645"/>
              <a:gd name="T82" fmla="*/ 1990 w 651"/>
              <a:gd name="T83" fmla="*/ 2870 h 645"/>
              <a:gd name="T84" fmla="*/ 2094 w 651"/>
              <a:gd name="T85" fmla="*/ 2740 h 645"/>
              <a:gd name="T86" fmla="*/ 3296 w 651"/>
              <a:gd name="T87" fmla="*/ 1786 h 645"/>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651"/>
              <a:gd name="T133" fmla="*/ 0 h 645"/>
              <a:gd name="T134" fmla="*/ 651 w 651"/>
              <a:gd name="T135" fmla="*/ 645 h 645"/>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651" h="645">
                <a:moveTo>
                  <a:pt x="507" y="318"/>
                </a:moveTo>
                <a:lnTo>
                  <a:pt x="521" y="308"/>
                </a:lnTo>
                <a:lnTo>
                  <a:pt x="532" y="304"/>
                </a:lnTo>
                <a:lnTo>
                  <a:pt x="540" y="304"/>
                </a:lnTo>
                <a:lnTo>
                  <a:pt x="560" y="316"/>
                </a:lnTo>
                <a:lnTo>
                  <a:pt x="572" y="322"/>
                </a:lnTo>
                <a:lnTo>
                  <a:pt x="586" y="322"/>
                </a:lnTo>
                <a:lnTo>
                  <a:pt x="597" y="320"/>
                </a:lnTo>
                <a:lnTo>
                  <a:pt x="611" y="316"/>
                </a:lnTo>
                <a:lnTo>
                  <a:pt x="627" y="308"/>
                </a:lnTo>
                <a:lnTo>
                  <a:pt x="639" y="292"/>
                </a:lnTo>
                <a:lnTo>
                  <a:pt x="647" y="280"/>
                </a:lnTo>
                <a:lnTo>
                  <a:pt x="651" y="268"/>
                </a:lnTo>
                <a:lnTo>
                  <a:pt x="651" y="251"/>
                </a:lnTo>
                <a:lnTo>
                  <a:pt x="651" y="233"/>
                </a:lnTo>
                <a:lnTo>
                  <a:pt x="647" y="221"/>
                </a:lnTo>
                <a:lnTo>
                  <a:pt x="639" y="207"/>
                </a:lnTo>
                <a:lnTo>
                  <a:pt x="627" y="193"/>
                </a:lnTo>
                <a:lnTo>
                  <a:pt x="611" y="186"/>
                </a:lnTo>
                <a:lnTo>
                  <a:pt x="597" y="180"/>
                </a:lnTo>
                <a:lnTo>
                  <a:pt x="586" y="180"/>
                </a:lnTo>
                <a:lnTo>
                  <a:pt x="572" y="180"/>
                </a:lnTo>
                <a:lnTo>
                  <a:pt x="560" y="186"/>
                </a:lnTo>
                <a:lnTo>
                  <a:pt x="540" y="197"/>
                </a:lnTo>
                <a:lnTo>
                  <a:pt x="532" y="197"/>
                </a:lnTo>
                <a:lnTo>
                  <a:pt x="521" y="193"/>
                </a:lnTo>
                <a:lnTo>
                  <a:pt x="507" y="180"/>
                </a:lnTo>
                <a:lnTo>
                  <a:pt x="507" y="176"/>
                </a:lnTo>
                <a:lnTo>
                  <a:pt x="507" y="0"/>
                </a:lnTo>
                <a:lnTo>
                  <a:pt x="0" y="0"/>
                </a:lnTo>
                <a:lnTo>
                  <a:pt x="0" y="184"/>
                </a:lnTo>
                <a:lnTo>
                  <a:pt x="14" y="193"/>
                </a:lnTo>
                <a:lnTo>
                  <a:pt x="28" y="197"/>
                </a:lnTo>
                <a:lnTo>
                  <a:pt x="34" y="197"/>
                </a:lnTo>
                <a:lnTo>
                  <a:pt x="54" y="186"/>
                </a:lnTo>
                <a:lnTo>
                  <a:pt x="67" y="180"/>
                </a:lnTo>
                <a:lnTo>
                  <a:pt x="79" y="180"/>
                </a:lnTo>
                <a:lnTo>
                  <a:pt x="93" y="180"/>
                </a:lnTo>
                <a:lnTo>
                  <a:pt x="107" y="186"/>
                </a:lnTo>
                <a:lnTo>
                  <a:pt x="121" y="193"/>
                </a:lnTo>
                <a:lnTo>
                  <a:pt x="134" y="207"/>
                </a:lnTo>
                <a:lnTo>
                  <a:pt x="140" y="221"/>
                </a:lnTo>
                <a:lnTo>
                  <a:pt x="146" y="233"/>
                </a:lnTo>
                <a:lnTo>
                  <a:pt x="146" y="251"/>
                </a:lnTo>
                <a:lnTo>
                  <a:pt x="146" y="268"/>
                </a:lnTo>
                <a:lnTo>
                  <a:pt x="140" y="280"/>
                </a:lnTo>
                <a:lnTo>
                  <a:pt x="134" y="292"/>
                </a:lnTo>
                <a:lnTo>
                  <a:pt x="121" y="308"/>
                </a:lnTo>
                <a:lnTo>
                  <a:pt x="107" y="316"/>
                </a:lnTo>
                <a:lnTo>
                  <a:pt x="93" y="320"/>
                </a:lnTo>
                <a:lnTo>
                  <a:pt x="79" y="322"/>
                </a:lnTo>
                <a:lnTo>
                  <a:pt x="67" y="322"/>
                </a:lnTo>
                <a:lnTo>
                  <a:pt x="54" y="316"/>
                </a:lnTo>
                <a:lnTo>
                  <a:pt x="34" y="304"/>
                </a:lnTo>
                <a:lnTo>
                  <a:pt x="28" y="304"/>
                </a:lnTo>
                <a:lnTo>
                  <a:pt x="14" y="308"/>
                </a:lnTo>
                <a:lnTo>
                  <a:pt x="0" y="318"/>
                </a:lnTo>
                <a:lnTo>
                  <a:pt x="0" y="503"/>
                </a:lnTo>
                <a:lnTo>
                  <a:pt x="178" y="503"/>
                </a:lnTo>
                <a:lnTo>
                  <a:pt x="182" y="503"/>
                </a:lnTo>
                <a:lnTo>
                  <a:pt x="195" y="515"/>
                </a:lnTo>
                <a:lnTo>
                  <a:pt x="199" y="527"/>
                </a:lnTo>
                <a:lnTo>
                  <a:pt x="199" y="535"/>
                </a:lnTo>
                <a:lnTo>
                  <a:pt x="188" y="555"/>
                </a:lnTo>
                <a:lnTo>
                  <a:pt x="182" y="567"/>
                </a:lnTo>
                <a:lnTo>
                  <a:pt x="182" y="580"/>
                </a:lnTo>
                <a:lnTo>
                  <a:pt x="184" y="594"/>
                </a:lnTo>
                <a:lnTo>
                  <a:pt x="188" y="606"/>
                </a:lnTo>
                <a:lnTo>
                  <a:pt x="197" y="622"/>
                </a:lnTo>
                <a:lnTo>
                  <a:pt x="211" y="634"/>
                </a:lnTo>
                <a:lnTo>
                  <a:pt x="223" y="642"/>
                </a:lnTo>
                <a:lnTo>
                  <a:pt x="235" y="645"/>
                </a:lnTo>
                <a:lnTo>
                  <a:pt x="253" y="645"/>
                </a:lnTo>
                <a:lnTo>
                  <a:pt x="270" y="645"/>
                </a:lnTo>
                <a:lnTo>
                  <a:pt x="284" y="642"/>
                </a:lnTo>
                <a:lnTo>
                  <a:pt x="296" y="634"/>
                </a:lnTo>
                <a:lnTo>
                  <a:pt x="310" y="622"/>
                </a:lnTo>
                <a:lnTo>
                  <a:pt x="318" y="606"/>
                </a:lnTo>
                <a:lnTo>
                  <a:pt x="324" y="594"/>
                </a:lnTo>
                <a:lnTo>
                  <a:pt x="324" y="580"/>
                </a:lnTo>
                <a:lnTo>
                  <a:pt x="324" y="567"/>
                </a:lnTo>
                <a:lnTo>
                  <a:pt x="318" y="555"/>
                </a:lnTo>
                <a:lnTo>
                  <a:pt x="308" y="535"/>
                </a:lnTo>
                <a:lnTo>
                  <a:pt x="306" y="527"/>
                </a:lnTo>
                <a:lnTo>
                  <a:pt x="310" y="515"/>
                </a:lnTo>
                <a:lnTo>
                  <a:pt x="322" y="503"/>
                </a:lnTo>
                <a:lnTo>
                  <a:pt x="507" y="503"/>
                </a:lnTo>
                <a:lnTo>
                  <a:pt x="507" y="328"/>
                </a:lnTo>
                <a:lnTo>
                  <a:pt x="507" y="318"/>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66" name="Freeform 32"/>
          <p:cNvSpPr/>
          <p:nvPr/>
        </p:nvSpPr>
        <p:spPr bwMode="blackWhite">
          <a:xfrm>
            <a:off x="9146854" y="1536833"/>
            <a:ext cx="1259829" cy="1189847"/>
          </a:xfrm>
          <a:custGeom>
            <a:avLst/>
            <a:gdLst>
              <a:gd name="T0" fmla="*/ 2134 w 502"/>
              <a:gd name="T1" fmla="*/ 2750 h 503"/>
              <a:gd name="T2" fmla="*/ 3276 w 502"/>
              <a:gd name="T3" fmla="*/ 2750 h 503"/>
              <a:gd name="T4" fmla="*/ 3276 w 502"/>
              <a:gd name="T5" fmla="*/ 0 h 503"/>
              <a:gd name="T6" fmla="*/ 0 w 502"/>
              <a:gd name="T7" fmla="*/ 0 h 503"/>
              <a:gd name="T8" fmla="*/ 0 w 502"/>
              <a:gd name="T9" fmla="*/ 1006 h 503"/>
              <a:gd name="T10" fmla="*/ 77 w 502"/>
              <a:gd name="T11" fmla="*/ 1055 h 503"/>
              <a:gd name="T12" fmla="*/ 164 w 502"/>
              <a:gd name="T13" fmla="*/ 1076 h 503"/>
              <a:gd name="T14" fmla="*/ 202 w 502"/>
              <a:gd name="T15" fmla="*/ 1076 h 503"/>
              <a:gd name="T16" fmla="*/ 333 w 502"/>
              <a:gd name="T17" fmla="*/ 1018 h 503"/>
              <a:gd name="T18" fmla="*/ 422 w 502"/>
              <a:gd name="T19" fmla="*/ 983 h 503"/>
              <a:gd name="T20" fmla="*/ 518 w 502"/>
              <a:gd name="T21" fmla="*/ 983 h 503"/>
              <a:gd name="T22" fmla="*/ 587 w 502"/>
              <a:gd name="T23" fmla="*/ 983 h 503"/>
              <a:gd name="T24" fmla="*/ 676 w 502"/>
              <a:gd name="T25" fmla="*/ 1018 h 503"/>
              <a:gd name="T26" fmla="*/ 768 w 502"/>
              <a:gd name="T27" fmla="*/ 1055 h 503"/>
              <a:gd name="T28" fmla="*/ 863 w 502"/>
              <a:gd name="T29" fmla="*/ 1133 h 503"/>
              <a:gd name="T30" fmla="*/ 901 w 502"/>
              <a:gd name="T31" fmla="*/ 1207 h 503"/>
              <a:gd name="T32" fmla="*/ 940 w 502"/>
              <a:gd name="T33" fmla="*/ 1272 h 503"/>
              <a:gd name="T34" fmla="*/ 940 w 502"/>
              <a:gd name="T35" fmla="*/ 1372 h 503"/>
              <a:gd name="T36" fmla="*/ 940 w 502"/>
              <a:gd name="T37" fmla="*/ 1464 h 503"/>
              <a:gd name="T38" fmla="*/ 901 w 502"/>
              <a:gd name="T39" fmla="*/ 1529 h 503"/>
              <a:gd name="T40" fmla="*/ 863 w 502"/>
              <a:gd name="T41" fmla="*/ 1594 h 503"/>
              <a:gd name="T42" fmla="*/ 768 w 502"/>
              <a:gd name="T43" fmla="*/ 1684 h 503"/>
              <a:gd name="T44" fmla="*/ 676 w 502"/>
              <a:gd name="T45" fmla="*/ 1728 h 503"/>
              <a:gd name="T46" fmla="*/ 587 w 502"/>
              <a:gd name="T47" fmla="*/ 1749 h 503"/>
              <a:gd name="T48" fmla="*/ 518 w 502"/>
              <a:gd name="T49" fmla="*/ 1760 h 503"/>
              <a:gd name="T50" fmla="*/ 422 w 502"/>
              <a:gd name="T51" fmla="*/ 1760 h 503"/>
              <a:gd name="T52" fmla="*/ 333 w 502"/>
              <a:gd name="T53" fmla="*/ 1728 h 503"/>
              <a:gd name="T54" fmla="*/ 217 w 502"/>
              <a:gd name="T55" fmla="*/ 1659 h 503"/>
              <a:gd name="T56" fmla="*/ 164 w 502"/>
              <a:gd name="T57" fmla="*/ 1659 h 503"/>
              <a:gd name="T58" fmla="*/ 77 w 502"/>
              <a:gd name="T59" fmla="*/ 1684 h 503"/>
              <a:gd name="T60" fmla="*/ 0 w 502"/>
              <a:gd name="T61" fmla="*/ 1737 h 503"/>
              <a:gd name="T62" fmla="*/ 0 w 502"/>
              <a:gd name="T63" fmla="*/ 2750 h 503"/>
              <a:gd name="T64" fmla="*/ 1194 w 502"/>
              <a:gd name="T65" fmla="*/ 2750 h 503"/>
              <a:gd name="T66" fmla="*/ 1181 w 502"/>
              <a:gd name="T67" fmla="*/ 2750 h 503"/>
              <a:gd name="T68" fmla="*/ 1271 w 502"/>
              <a:gd name="T69" fmla="*/ 2669 h 503"/>
              <a:gd name="T70" fmla="*/ 1299 w 502"/>
              <a:gd name="T71" fmla="*/ 2600 h 503"/>
              <a:gd name="T72" fmla="*/ 1299 w 502"/>
              <a:gd name="T73" fmla="*/ 2556 h 503"/>
              <a:gd name="T74" fmla="*/ 1218 w 502"/>
              <a:gd name="T75" fmla="*/ 2448 h 503"/>
              <a:gd name="T76" fmla="*/ 1181 w 502"/>
              <a:gd name="T77" fmla="*/ 2383 h 503"/>
              <a:gd name="T78" fmla="*/ 1181 w 502"/>
              <a:gd name="T79" fmla="*/ 2306 h 503"/>
              <a:gd name="T80" fmla="*/ 1181 w 502"/>
              <a:gd name="T81" fmla="*/ 2233 h 503"/>
              <a:gd name="T82" fmla="*/ 1218 w 502"/>
              <a:gd name="T83" fmla="*/ 2160 h 503"/>
              <a:gd name="T84" fmla="*/ 1271 w 502"/>
              <a:gd name="T85" fmla="*/ 2082 h 503"/>
              <a:gd name="T86" fmla="*/ 1366 w 502"/>
              <a:gd name="T87" fmla="*/ 2005 h 503"/>
              <a:gd name="T88" fmla="*/ 1448 w 502"/>
              <a:gd name="T89" fmla="*/ 1973 h 503"/>
              <a:gd name="T90" fmla="*/ 1527 w 502"/>
              <a:gd name="T91" fmla="*/ 1952 h 503"/>
              <a:gd name="T92" fmla="*/ 1644 w 502"/>
              <a:gd name="T93" fmla="*/ 1952 h 503"/>
              <a:gd name="T94" fmla="*/ 1764 w 502"/>
              <a:gd name="T95" fmla="*/ 1952 h 503"/>
              <a:gd name="T96" fmla="*/ 1840 w 502"/>
              <a:gd name="T97" fmla="*/ 1973 h 503"/>
              <a:gd name="T98" fmla="*/ 1910 w 502"/>
              <a:gd name="T99" fmla="*/ 2005 h 503"/>
              <a:gd name="T100" fmla="*/ 2014 w 502"/>
              <a:gd name="T101" fmla="*/ 2082 h 503"/>
              <a:gd name="T102" fmla="*/ 2067 w 502"/>
              <a:gd name="T103" fmla="*/ 2160 h 503"/>
              <a:gd name="T104" fmla="*/ 2110 w 502"/>
              <a:gd name="T105" fmla="*/ 2233 h 503"/>
              <a:gd name="T106" fmla="*/ 2110 w 502"/>
              <a:gd name="T107" fmla="*/ 2306 h 503"/>
              <a:gd name="T108" fmla="*/ 2110 w 502"/>
              <a:gd name="T109" fmla="*/ 2383 h 503"/>
              <a:gd name="T110" fmla="*/ 2067 w 502"/>
              <a:gd name="T111" fmla="*/ 2448 h 503"/>
              <a:gd name="T112" fmla="*/ 1990 w 502"/>
              <a:gd name="T113" fmla="*/ 2556 h 503"/>
              <a:gd name="T114" fmla="*/ 1990 w 502"/>
              <a:gd name="T115" fmla="*/ 2600 h 503"/>
              <a:gd name="T116" fmla="*/ 2014 w 502"/>
              <a:gd name="T117" fmla="*/ 2669 h 503"/>
              <a:gd name="T118" fmla="*/ 2110 w 502"/>
              <a:gd name="T119" fmla="*/ 2737 h 503"/>
              <a:gd name="T120" fmla="*/ 2134 w 502"/>
              <a:gd name="T121" fmla="*/ 2750 h 50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502"/>
              <a:gd name="T184" fmla="*/ 0 h 503"/>
              <a:gd name="T185" fmla="*/ 502 w 502"/>
              <a:gd name="T186" fmla="*/ 503 h 503"/>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502" h="503">
                <a:moveTo>
                  <a:pt x="327" y="503"/>
                </a:moveTo>
                <a:lnTo>
                  <a:pt x="502" y="503"/>
                </a:lnTo>
                <a:lnTo>
                  <a:pt x="502" y="0"/>
                </a:lnTo>
                <a:lnTo>
                  <a:pt x="0" y="0"/>
                </a:lnTo>
                <a:lnTo>
                  <a:pt x="0" y="184"/>
                </a:lnTo>
                <a:lnTo>
                  <a:pt x="12" y="193"/>
                </a:lnTo>
                <a:lnTo>
                  <a:pt x="25" y="197"/>
                </a:lnTo>
                <a:lnTo>
                  <a:pt x="31" y="197"/>
                </a:lnTo>
                <a:lnTo>
                  <a:pt x="51" y="186"/>
                </a:lnTo>
                <a:lnTo>
                  <a:pt x="65" y="180"/>
                </a:lnTo>
                <a:lnTo>
                  <a:pt x="79" y="180"/>
                </a:lnTo>
                <a:lnTo>
                  <a:pt x="90" y="180"/>
                </a:lnTo>
                <a:lnTo>
                  <a:pt x="104" y="186"/>
                </a:lnTo>
                <a:lnTo>
                  <a:pt x="118" y="193"/>
                </a:lnTo>
                <a:lnTo>
                  <a:pt x="132" y="207"/>
                </a:lnTo>
                <a:lnTo>
                  <a:pt x="138" y="221"/>
                </a:lnTo>
                <a:lnTo>
                  <a:pt x="144" y="233"/>
                </a:lnTo>
                <a:lnTo>
                  <a:pt x="144" y="251"/>
                </a:lnTo>
                <a:lnTo>
                  <a:pt x="144" y="268"/>
                </a:lnTo>
                <a:lnTo>
                  <a:pt x="138" y="280"/>
                </a:lnTo>
                <a:lnTo>
                  <a:pt x="132" y="292"/>
                </a:lnTo>
                <a:lnTo>
                  <a:pt x="118" y="308"/>
                </a:lnTo>
                <a:lnTo>
                  <a:pt x="104" y="316"/>
                </a:lnTo>
                <a:lnTo>
                  <a:pt x="90" y="320"/>
                </a:lnTo>
                <a:lnTo>
                  <a:pt x="79" y="322"/>
                </a:lnTo>
                <a:lnTo>
                  <a:pt x="65" y="322"/>
                </a:lnTo>
                <a:lnTo>
                  <a:pt x="51" y="316"/>
                </a:lnTo>
                <a:lnTo>
                  <a:pt x="33" y="304"/>
                </a:lnTo>
                <a:lnTo>
                  <a:pt x="25" y="304"/>
                </a:lnTo>
                <a:lnTo>
                  <a:pt x="12" y="308"/>
                </a:lnTo>
                <a:lnTo>
                  <a:pt x="0" y="318"/>
                </a:lnTo>
                <a:lnTo>
                  <a:pt x="0" y="503"/>
                </a:lnTo>
                <a:lnTo>
                  <a:pt x="183" y="503"/>
                </a:lnTo>
                <a:lnTo>
                  <a:pt x="181" y="503"/>
                </a:lnTo>
                <a:lnTo>
                  <a:pt x="195" y="488"/>
                </a:lnTo>
                <a:lnTo>
                  <a:pt x="199" y="476"/>
                </a:lnTo>
                <a:lnTo>
                  <a:pt x="199" y="468"/>
                </a:lnTo>
                <a:lnTo>
                  <a:pt x="187" y="448"/>
                </a:lnTo>
                <a:lnTo>
                  <a:pt x="181" y="436"/>
                </a:lnTo>
                <a:lnTo>
                  <a:pt x="181" y="422"/>
                </a:lnTo>
                <a:lnTo>
                  <a:pt x="181" y="409"/>
                </a:lnTo>
                <a:lnTo>
                  <a:pt x="187" y="395"/>
                </a:lnTo>
                <a:lnTo>
                  <a:pt x="195" y="381"/>
                </a:lnTo>
                <a:lnTo>
                  <a:pt x="209" y="367"/>
                </a:lnTo>
                <a:lnTo>
                  <a:pt x="222" y="361"/>
                </a:lnTo>
                <a:lnTo>
                  <a:pt x="234" y="357"/>
                </a:lnTo>
                <a:lnTo>
                  <a:pt x="252" y="357"/>
                </a:lnTo>
                <a:lnTo>
                  <a:pt x="270" y="357"/>
                </a:lnTo>
                <a:lnTo>
                  <a:pt x="282" y="361"/>
                </a:lnTo>
                <a:lnTo>
                  <a:pt x="293" y="367"/>
                </a:lnTo>
                <a:lnTo>
                  <a:pt x="309" y="381"/>
                </a:lnTo>
                <a:lnTo>
                  <a:pt x="317" y="395"/>
                </a:lnTo>
                <a:lnTo>
                  <a:pt x="323" y="409"/>
                </a:lnTo>
                <a:lnTo>
                  <a:pt x="323" y="422"/>
                </a:lnTo>
                <a:lnTo>
                  <a:pt x="323" y="436"/>
                </a:lnTo>
                <a:lnTo>
                  <a:pt x="317" y="448"/>
                </a:lnTo>
                <a:lnTo>
                  <a:pt x="305" y="468"/>
                </a:lnTo>
                <a:lnTo>
                  <a:pt x="305" y="476"/>
                </a:lnTo>
                <a:lnTo>
                  <a:pt x="309" y="488"/>
                </a:lnTo>
                <a:lnTo>
                  <a:pt x="323" y="501"/>
                </a:lnTo>
                <a:lnTo>
                  <a:pt x="327" y="503"/>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67" name="Freeform 33"/>
          <p:cNvSpPr/>
          <p:nvPr/>
        </p:nvSpPr>
        <p:spPr bwMode="blackWhite">
          <a:xfrm>
            <a:off x="4979212" y="2726679"/>
            <a:ext cx="1997191" cy="1532297"/>
          </a:xfrm>
          <a:custGeom>
            <a:avLst/>
            <a:gdLst>
              <a:gd name="T0" fmla="*/ 4237 w 796"/>
              <a:gd name="T1" fmla="*/ 2742 h 648"/>
              <a:gd name="T2" fmla="*/ 4326 w 796"/>
              <a:gd name="T3" fmla="*/ 1703 h 648"/>
              <a:gd name="T4" fmla="*/ 4454 w 796"/>
              <a:gd name="T5" fmla="*/ 1680 h 648"/>
              <a:gd name="T6" fmla="*/ 4672 w 796"/>
              <a:gd name="T7" fmla="*/ 1780 h 648"/>
              <a:gd name="T8" fmla="*/ 4844 w 796"/>
              <a:gd name="T9" fmla="*/ 1770 h 648"/>
              <a:gd name="T10" fmla="*/ 5033 w 796"/>
              <a:gd name="T11" fmla="*/ 1692 h 648"/>
              <a:gd name="T12" fmla="*/ 5165 w 796"/>
              <a:gd name="T13" fmla="*/ 1557 h 648"/>
              <a:gd name="T14" fmla="*/ 5190 w 796"/>
              <a:gd name="T15" fmla="*/ 1380 h 648"/>
              <a:gd name="T16" fmla="*/ 5165 w 796"/>
              <a:gd name="T17" fmla="*/ 1218 h 648"/>
              <a:gd name="T18" fmla="*/ 5033 w 796"/>
              <a:gd name="T19" fmla="*/ 1083 h 648"/>
              <a:gd name="T20" fmla="*/ 4844 w 796"/>
              <a:gd name="T21" fmla="*/ 1005 h 648"/>
              <a:gd name="T22" fmla="*/ 4672 w 796"/>
              <a:gd name="T23" fmla="*/ 1005 h 648"/>
              <a:gd name="T24" fmla="*/ 4467 w 796"/>
              <a:gd name="T25" fmla="*/ 1092 h 648"/>
              <a:gd name="T26" fmla="*/ 4326 w 796"/>
              <a:gd name="T27" fmla="*/ 1069 h 648"/>
              <a:gd name="T28" fmla="*/ 4237 w 796"/>
              <a:gd name="T29" fmla="*/ 0 h 648"/>
              <a:gd name="T30" fmla="*/ 3056 w 796"/>
              <a:gd name="T31" fmla="*/ 0 h 648"/>
              <a:gd name="T32" fmla="*/ 2942 w 796"/>
              <a:gd name="T33" fmla="*/ 130 h 648"/>
              <a:gd name="T34" fmla="*/ 3019 w 796"/>
              <a:gd name="T35" fmla="*/ 285 h 648"/>
              <a:gd name="T36" fmla="*/ 3056 w 796"/>
              <a:gd name="T37" fmla="*/ 421 h 648"/>
              <a:gd name="T38" fmla="*/ 3019 w 796"/>
              <a:gd name="T39" fmla="*/ 562 h 648"/>
              <a:gd name="T40" fmla="*/ 2862 w 796"/>
              <a:gd name="T41" fmla="*/ 717 h 648"/>
              <a:gd name="T42" fmla="*/ 2705 w 796"/>
              <a:gd name="T43" fmla="*/ 775 h 648"/>
              <a:gd name="T44" fmla="*/ 2477 w 796"/>
              <a:gd name="T45" fmla="*/ 775 h 648"/>
              <a:gd name="T46" fmla="*/ 2307 w 796"/>
              <a:gd name="T47" fmla="*/ 717 h 648"/>
              <a:gd name="T48" fmla="*/ 2171 w 796"/>
              <a:gd name="T49" fmla="*/ 562 h 648"/>
              <a:gd name="T50" fmla="*/ 2131 w 796"/>
              <a:gd name="T51" fmla="*/ 421 h 648"/>
              <a:gd name="T52" fmla="*/ 2171 w 796"/>
              <a:gd name="T53" fmla="*/ 285 h 648"/>
              <a:gd name="T54" fmla="*/ 2244 w 796"/>
              <a:gd name="T55" fmla="*/ 130 h 648"/>
              <a:gd name="T56" fmla="*/ 2131 w 796"/>
              <a:gd name="T57" fmla="*/ 0 h 648"/>
              <a:gd name="T58" fmla="*/ 945 w 796"/>
              <a:gd name="T59" fmla="*/ 0 h 648"/>
              <a:gd name="T60" fmla="*/ 861 w 796"/>
              <a:gd name="T61" fmla="*/ 1069 h 648"/>
              <a:gd name="T62" fmla="*/ 729 w 796"/>
              <a:gd name="T63" fmla="*/ 1092 h 648"/>
              <a:gd name="T64" fmla="*/ 519 w 796"/>
              <a:gd name="T65" fmla="*/ 1005 h 648"/>
              <a:gd name="T66" fmla="*/ 346 w 796"/>
              <a:gd name="T67" fmla="*/ 1005 h 648"/>
              <a:gd name="T68" fmla="*/ 164 w 796"/>
              <a:gd name="T69" fmla="*/ 1083 h 648"/>
              <a:gd name="T70" fmla="*/ 39 w 796"/>
              <a:gd name="T71" fmla="*/ 1218 h 648"/>
              <a:gd name="T72" fmla="*/ 0 w 796"/>
              <a:gd name="T73" fmla="*/ 1380 h 648"/>
              <a:gd name="T74" fmla="*/ 39 w 796"/>
              <a:gd name="T75" fmla="*/ 1557 h 648"/>
              <a:gd name="T76" fmla="*/ 164 w 796"/>
              <a:gd name="T77" fmla="*/ 1692 h 648"/>
              <a:gd name="T78" fmla="*/ 346 w 796"/>
              <a:gd name="T79" fmla="*/ 1770 h 648"/>
              <a:gd name="T80" fmla="*/ 519 w 796"/>
              <a:gd name="T81" fmla="*/ 1780 h 648"/>
              <a:gd name="T82" fmla="*/ 729 w 796"/>
              <a:gd name="T83" fmla="*/ 1680 h 648"/>
              <a:gd name="T84" fmla="*/ 861 w 796"/>
              <a:gd name="T85" fmla="*/ 1703 h 648"/>
              <a:gd name="T86" fmla="*/ 945 w 796"/>
              <a:gd name="T87" fmla="*/ 1801 h 648"/>
              <a:gd name="T88" fmla="*/ 2146 w 796"/>
              <a:gd name="T89" fmla="*/ 2729 h 648"/>
              <a:gd name="T90" fmla="*/ 2244 w 796"/>
              <a:gd name="T91" fmla="*/ 2886 h 648"/>
              <a:gd name="T92" fmla="*/ 2171 w 796"/>
              <a:gd name="T93" fmla="*/ 3029 h 648"/>
              <a:gd name="T94" fmla="*/ 2131 w 796"/>
              <a:gd name="T95" fmla="*/ 3171 h 648"/>
              <a:gd name="T96" fmla="*/ 2171 w 796"/>
              <a:gd name="T97" fmla="*/ 3321 h 648"/>
              <a:gd name="T98" fmla="*/ 2320 w 796"/>
              <a:gd name="T99" fmla="*/ 3472 h 648"/>
              <a:gd name="T100" fmla="*/ 2477 w 796"/>
              <a:gd name="T101" fmla="*/ 3537 h 648"/>
              <a:gd name="T102" fmla="*/ 2705 w 796"/>
              <a:gd name="T103" fmla="*/ 3537 h 648"/>
              <a:gd name="T104" fmla="*/ 2875 w 796"/>
              <a:gd name="T105" fmla="*/ 3472 h 648"/>
              <a:gd name="T106" fmla="*/ 3032 w 796"/>
              <a:gd name="T107" fmla="*/ 3321 h 648"/>
              <a:gd name="T108" fmla="*/ 3056 w 796"/>
              <a:gd name="T109" fmla="*/ 3171 h 648"/>
              <a:gd name="T110" fmla="*/ 3032 w 796"/>
              <a:gd name="T111" fmla="*/ 3029 h 648"/>
              <a:gd name="T112" fmla="*/ 2952 w 796"/>
              <a:gd name="T113" fmla="*/ 2886 h 648"/>
              <a:gd name="T114" fmla="*/ 3056 w 796"/>
              <a:gd name="T115" fmla="*/ 2742 h 648"/>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796"/>
              <a:gd name="T175" fmla="*/ 0 h 648"/>
              <a:gd name="T176" fmla="*/ 796 w 796"/>
              <a:gd name="T177" fmla="*/ 648 h 648"/>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796" h="648">
                <a:moveTo>
                  <a:pt x="473" y="500"/>
                </a:moveTo>
                <a:lnTo>
                  <a:pt x="650" y="502"/>
                </a:lnTo>
                <a:lnTo>
                  <a:pt x="650" y="322"/>
                </a:lnTo>
                <a:lnTo>
                  <a:pt x="664" y="312"/>
                </a:lnTo>
                <a:lnTo>
                  <a:pt x="677" y="308"/>
                </a:lnTo>
                <a:lnTo>
                  <a:pt x="683" y="308"/>
                </a:lnTo>
                <a:lnTo>
                  <a:pt x="703" y="320"/>
                </a:lnTo>
                <a:lnTo>
                  <a:pt x="717" y="326"/>
                </a:lnTo>
                <a:lnTo>
                  <a:pt x="731" y="326"/>
                </a:lnTo>
                <a:lnTo>
                  <a:pt x="743" y="324"/>
                </a:lnTo>
                <a:lnTo>
                  <a:pt x="756" y="320"/>
                </a:lnTo>
                <a:lnTo>
                  <a:pt x="772" y="310"/>
                </a:lnTo>
                <a:lnTo>
                  <a:pt x="784" y="296"/>
                </a:lnTo>
                <a:lnTo>
                  <a:pt x="792" y="285"/>
                </a:lnTo>
                <a:lnTo>
                  <a:pt x="796" y="273"/>
                </a:lnTo>
                <a:lnTo>
                  <a:pt x="796" y="253"/>
                </a:lnTo>
                <a:lnTo>
                  <a:pt x="796" y="237"/>
                </a:lnTo>
                <a:lnTo>
                  <a:pt x="792" y="223"/>
                </a:lnTo>
                <a:lnTo>
                  <a:pt x="784" y="212"/>
                </a:lnTo>
                <a:lnTo>
                  <a:pt x="772" y="198"/>
                </a:lnTo>
                <a:lnTo>
                  <a:pt x="756" y="188"/>
                </a:lnTo>
                <a:lnTo>
                  <a:pt x="743" y="184"/>
                </a:lnTo>
                <a:lnTo>
                  <a:pt x="731" y="184"/>
                </a:lnTo>
                <a:lnTo>
                  <a:pt x="717" y="184"/>
                </a:lnTo>
                <a:lnTo>
                  <a:pt x="703" y="188"/>
                </a:lnTo>
                <a:lnTo>
                  <a:pt x="685" y="200"/>
                </a:lnTo>
                <a:lnTo>
                  <a:pt x="677" y="200"/>
                </a:lnTo>
                <a:lnTo>
                  <a:pt x="664" y="196"/>
                </a:lnTo>
                <a:lnTo>
                  <a:pt x="650" y="188"/>
                </a:lnTo>
                <a:lnTo>
                  <a:pt x="650" y="0"/>
                </a:lnTo>
                <a:lnTo>
                  <a:pt x="473" y="0"/>
                </a:lnTo>
                <a:lnTo>
                  <a:pt x="469" y="0"/>
                </a:lnTo>
                <a:lnTo>
                  <a:pt x="455" y="12"/>
                </a:lnTo>
                <a:lnTo>
                  <a:pt x="451" y="24"/>
                </a:lnTo>
                <a:lnTo>
                  <a:pt x="451" y="32"/>
                </a:lnTo>
                <a:lnTo>
                  <a:pt x="463" y="52"/>
                </a:lnTo>
                <a:lnTo>
                  <a:pt x="469" y="64"/>
                </a:lnTo>
                <a:lnTo>
                  <a:pt x="469" y="77"/>
                </a:lnTo>
                <a:lnTo>
                  <a:pt x="469" y="91"/>
                </a:lnTo>
                <a:lnTo>
                  <a:pt x="463" y="103"/>
                </a:lnTo>
                <a:lnTo>
                  <a:pt x="455" y="119"/>
                </a:lnTo>
                <a:lnTo>
                  <a:pt x="439" y="131"/>
                </a:lnTo>
                <a:lnTo>
                  <a:pt x="427" y="139"/>
                </a:lnTo>
                <a:lnTo>
                  <a:pt x="415" y="142"/>
                </a:lnTo>
                <a:lnTo>
                  <a:pt x="398" y="142"/>
                </a:lnTo>
                <a:lnTo>
                  <a:pt x="380" y="142"/>
                </a:lnTo>
                <a:lnTo>
                  <a:pt x="368" y="139"/>
                </a:lnTo>
                <a:lnTo>
                  <a:pt x="354" y="131"/>
                </a:lnTo>
                <a:lnTo>
                  <a:pt x="341" y="119"/>
                </a:lnTo>
                <a:lnTo>
                  <a:pt x="333" y="103"/>
                </a:lnTo>
                <a:lnTo>
                  <a:pt x="327" y="91"/>
                </a:lnTo>
                <a:lnTo>
                  <a:pt x="327" y="77"/>
                </a:lnTo>
                <a:lnTo>
                  <a:pt x="327" y="64"/>
                </a:lnTo>
                <a:lnTo>
                  <a:pt x="333" y="52"/>
                </a:lnTo>
                <a:lnTo>
                  <a:pt x="344" y="32"/>
                </a:lnTo>
                <a:lnTo>
                  <a:pt x="344" y="24"/>
                </a:lnTo>
                <a:lnTo>
                  <a:pt x="341" y="12"/>
                </a:lnTo>
                <a:lnTo>
                  <a:pt x="327" y="0"/>
                </a:lnTo>
                <a:lnTo>
                  <a:pt x="329" y="0"/>
                </a:lnTo>
                <a:lnTo>
                  <a:pt x="145" y="0"/>
                </a:lnTo>
                <a:lnTo>
                  <a:pt x="145" y="188"/>
                </a:lnTo>
                <a:lnTo>
                  <a:pt x="132" y="196"/>
                </a:lnTo>
                <a:lnTo>
                  <a:pt x="120" y="200"/>
                </a:lnTo>
                <a:lnTo>
                  <a:pt x="112" y="200"/>
                </a:lnTo>
                <a:lnTo>
                  <a:pt x="92" y="188"/>
                </a:lnTo>
                <a:lnTo>
                  <a:pt x="80" y="184"/>
                </a:lnTo>
                <a:lnTo>
                  <a:pt x="67" y="184"/>
                </a:lnTo>
                <a:lnTo>
                  <a:pt x="53" y="184"/>
                </a:lnTo>
                <a:lnTo>
                  <a:pt x="39" y="188"/>
                </a:lnTo>
                <a:lnTo>
                  <a:pt x="25" y="198"/>
                </a:lnTo>
                <a:lnTo>
                  <a:pt x="11" y="212"/>
                </a:lnTo>
                <a:lnTo>
                  <a:pt x="6" y="223"/>
                </a:lnTo>
                <a:lnTo>
                  <a:pt x="0" y="237"/>
                </a:lnTo>
                <a:lnTo>
                  <a:pt x="0" y="253"/>
                </a:lnTo>
                <a:lnTo>
                  <a:pt x="0" y="273"/>
                </a:lnTo>
                <a:lnTo>
                  <a:pt x="6" y="285"/>
                </a:lnTo>
                <a:lnTo>
                  <a:pt x="11" y="296"/>
                </a:lnTo>
                <a:lnTo>
                  <a:pt x="25" y="310"/>
                </a:lnTo>
                <a:lnTo>
                  <a:pt x="39" y="320"/>
                </a:lnTo>
                <a:lnTo>
                  <a:pt x="53" y="324"/>
                </a:lnTo>
                <a:lnTo>
                  <a:pt x="67" y="326"/>
                </a:lnTo>
                <a:lnTo>
                  <a:pt x="80" y="326"/>
                </a:lnTo>
                <a:lnTo>
                  <a:pt x="92" y="320"/>
                </a:lnTo>
                <a:lnTo>
                  <a:pt x="112" y="308"/>
                </a:lnTo>
                <a:lnTo>
                  <a:pt x="120" y="308"/>
                </a:lnTo>
                <a:lnTo>
                  <a:pt x="132" y="312"/>
                </a:lnTo>
                <a:lnTo>
                  <a:pt x="145" y="324"/>
                </a:lnTo>
                <a:lnTo>
                  <a:pt x="145" y="330"/>
                </a:lnTo>
                <a:lnTo>
                  <a:pt x="145" y="500"/>
                </a:lnTo>
                <a:lnTo>
                  <a:pt x="329" y="500"/>
                </a:lnTo>
                <a:lnTo>
                  <a:pt x="341" y="516"/>
                </a:lnTo>
                <a:lnTo>
                  <a:pt x="344" y="529"/>
                </a:lnTo>
                <a:lnTo>
                  <a:pt x="344" y="535"/>
                </a:lnTo>
                <a:lnTo>
                  <a:pt x="333" y="555"/>
                </a:lnTo>
                <a:lnTo>
                  <a:pt x="327" y="569"/>
                </a:lnTo>
                <a:lnTo>
                  <a:pt x="327" y="581"/>
                </a:lnTo>
                <a:lnTo>
                  <a:pt x="329" y="595"/>
                </a:lnTo>
                <a:lnTo>
                  <a:pt x="333" y="608"/>
                </a:lnTo>
                <a:lnTo>
                  <a:pt x="342" y="622"/>
                </a:lnTo>
                <a:lnTo>
                  <a:pt x="356" y="636"/>
                </a:lnTo>
                <a:lnTo>
                  <a:pt x="368" y="642"/>
                </a:lnTo>
                <a:lnTo>
                  <a:pt x="380" y="648"/>
                </a:lnTo>
                <a:lnTo>
                  <a:pt x="398" y="648"/>
                </a:lnTo>
                <a:lnTo>
                  <a:pt x="415" y="648"/>
                </a:lnTo>
                <a:lnTo>
                  <a:pt x="429" y="642"/>
                </a:lnTo>
                <a:lnTo>
                  <a:pt x="441" y="636"/>
                </a:lnTo>
                <a:lnTo>
                  <a:pt x="455" y="622"/>
                </a:lnTo>
                <a:lnTo>
                  <a:pt x="465" y="608"/>
                </a:lnTo>
                <a:lnTo>
                  <a:pt x="469" y="595"/>
                </a:lnTo>
                <a:lnTo>
                  <a:pt x="469" y="581"/>
                </a:lnTo>
                <a:lnTo>
                  <a:pt x="469" y="569"/>
                </a:lnTo>
                <a:lnTo>
                  <a:pt x="465" y="555"/>
                </a:lnTo>
                <a:lnTo>
                  <a:pt x="453" y="535"/>
                </a:lnTo>
                <a:lnTo>
                  <a:pt x="453" y="529"/>
                </a:lnTo>
                <a:lnTo>
                  <a:pt x="457" y="516"/>
                </a:lnTo>
                <a:lnTo>
                  <a:pt x="469" y="502"/>
                </a:lnTo>
                <a:lnTo>
                  <a:pt x="473" y="50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68" name="Freeform 34"/>
          <p:cNvSpPr/>
          <p:nvPr/>
        </p:nvSpPr>
        <p:spPr bwMode="blackWhite">
          <a:xfrm>
            <a:off x="6611079" y="2380200"/>
            <a:ext cx="1263858" cy="1878776"/>
          </a:xfrm>
          <a:custGeom>
            <a:avLst/>
            <a:gdLst>
              <a:gd name="T0" fmla="*/ 1255 w 504"/>
              <a:gd name="T1" fmla="*/ 726 h 794"/>
              <a:gd name="T2" fmla="*/ 1283 w 504"/>
              <a:gd name="T3" fmla="*/ 618 h 794"/>
              <a:gd name="T4" fmla="*/ 1165 w 504"/>
              <a:gd name="T5" fmla="*/ 432 h 794"/>
              <a:gd name="T6" fmla="*/ 1178 w 504"/>
              <a:gd name="T7" fmla="*/ 294 h 794"/>
              <a:gd name="T8" fmla="*/ 1270 w 504"/>
              <a:gd name="T9" fmla="*/ 143 h 794"/>
              <a:gd name="T10" fmla="*/ 1440 w 504"/>
              <a:gd name="T11" fmla="*/ 33 h 794"/>
              <a:gd name="T12" fmla="*/ 1628 w 504"/>
              <a:gd name="T13" fmla="*/ 0 h 794"/>
              <a:gd name="T14" fmla="*/ 1837 w 504"/>
              <a:gd name="T15" fmla="*/ 33 h 794"/>
              <a:gd name="T16" fmla="*/ 1998 w 504"/>
              <a:gd name="T17" fmla="*/ 143 h 794"/>
              <a:gd name="T18" fmla="*/ 2087 w 504"/>
              <a:gd name="T19" fmla="*/ 294 h 794"/>
              <a:gd name="T20" fmla="*/ 2087 w 504"/>
              <a:gd name="T21" fmla="*/ 432 h 794"/>
              <a:gd name="T22" fmla="*/ 1983 w 504"/>
              <a:gd name="T23" fmla="*/ 618 h 794"/>
              <a:gd name="T24" fmla="*/ 2011 w 504"/>
              <a:gd name="T25" fmla="*/ 726 h 794"/>
              <a:gd name="T26" fmla="*/ 3280 w 504"/>
              <a:gd name="T27" fmla="*/ 798 h 794"/>
              <a:gd name="T28" fmla="*/ 3208 w 504"/>
              <a:gd name="T29" fmla="*/ 1871 h 794"/>
              <a:gd name="T30" fmla="*/ 3064 w 504"/>
              <a:gd name="T31" fmla="*/ 1894 h 794"/>
              <a:gd name="T32" fmla="*/ 2858 w 504"/>
              <a:gd name="T33" fmla="*/ 1804 h 794"/>
              <a:gd name="T34" fmla="*/ 2694 w 504"/>
              <a:gd name="T35" fmla="*/ 1804 h 794"/>
              <a:gd name="T36" fmla="*/ 2500 w 504"/>
              <a:gd name="T37" fmla="*/ 1882 h 794"/>
              <a:gd name="T38" fmla="*/ 2381 w 504"/>
              <a:gd name="T39" fmla="*/ 2017 h 794"/>
              <a:gd name="T40" fmla="*/ 2349 w 504"/>
              <a:gd name="T41" fmla="*/ 2183 h 794"/>
              <a:gd name="T42" fmla="*/ 2381 w 504"/>
              <a:gd name="T43" fmla="*/ 2356 h 794"/>
              <a:gd name="T44" fmla="*/ 2500 w 504"/>
              <a:gd name="T45" fmla="*/ 2493 h 794"/>
              <a:gd name="T46" fmla="*/ 2694 w 504"/>
              <a:gd name="T47" fmla="*/ 2571 h 794"/>
              <a:gd name="T48" fmla="*/ 2858 w 504"/>
              <a:gd name="T49" fmla="*/ 2583 h 794"/>
              <a:gd name="T50" fmla="*/ 3079 w 504"/>
              <a:gd name="T51" fmla="*/ 2484 h 794"/>
              <a:gd name="T52" fmla="*/ 3208 w 504"/>
              <a:gd name="T53" fmla="*/ 2506 h 794"/>
              <a:gd name="T54" fmla="*/ 3280 w 504"/>
              <a:gd name="T55" fmla="*/ 3533 h 794"/>
              <a:gd name="T56" fmla="*/ 2115 w 504"/>
              <a:gd name="T57" fmla="*/ 3554 h 794"/>
              <a:gd name="T58" fmla="*/ 1998 w 504"/>
              <a:gd name="T59" fmla="*/ 3691 h 794"/>
              <a:gd name="T60" fmla="*/ 2078 w 504"/>
              <a:gd name="T61" fmla="*/ 3834 h 794"/>
              <a:gd name="T62" fmla="*/ 2115 w 504"/>
              <a:gd name="T63" fmla="*/ 3977 h 794"/>
              <a:gd name="T64" fmla="*/ 2078 w 504"/>
              <a:gd name="T65" fmla="*/ 4127 h 794"/>
              <a:gd name="T66" fmla="*/ 1921 w 504"/>
              <a:gd name="T67" fmla="*/ 4278 h 794"/>
              <a:gd name="T68" fmla="*/ 1770 w 504"/>
              <a:gd name="T69" fmla="*/ 4343 h 794"/>
              <a:gd name="T70" fmla="*/ 1537 w 504"/>
              <a:gd name="T71" fmla="*/ 4343 h 794"/>
              <a:gd name="T72" fmla="*/ 1374 w 504"/>
              <a:gd name="T73" fmla="*/ 4278 h 794"/>
              <a:gd name="T74" fmla="*/ 1217 w 504"/>
              <a:gd name="T75" fmla="*/ 4127 h 794"/>
              <a:gd name="T76" fmla="*/ 1193 w 504"/>
              <a:gd name="T77" fmla="*/ 3977 h 794"/>
              <a:gd name="T78" fmla="*/ 1217 w 504"/>
              <a:gd name="T79" fmla="*/ 3834 h 794"/>
              <a:gd name="T80" fmla="*/ 1307 w 504"/>
              <a:gd name="T81" fmla="*/ 3691 h 794"/>
              <a:gd name="T82" fmla="*/ 1193 w 504"/>
              <a:gd name="T83" fmla="*/ 3533 h 794"/>
              <a:gd name="T84" fmla="*/ 0 w 504"/>
              <a:gd name="T85" fmla="*/ 2604 h 794"/>
              <a:gd name="T86" fmla="*/ 91 w 504"/>
              <a:gd name="T87" fmla="*/ 2506 h 794"/>
              <a:gd name="T88" fmla="*/ 226 w 504"/>
              <a:gd name="T89" fmla="*/ 2484 h 794"/>
              <a:gd name="T90" fmla="*/ 435 w 504"/>
              <a:gd name="T91" fmla="*/ 2583 h 794"/>
              <a:gd name="T92" fmla="*/ 607 w 504"/>
              <a:gd name="T93" fmla="*/ 2571 h 794"/>
              <a:gd name="T94" fmla="*/ 795 w 504"/>
              <a:gd name="T95" fmla="*/ 2493 h 794"/>
              <a:gd name="T96" fmla="*/ 924 w 504"/>
              <a:gd name="T97" fmla="*/ 2356 h 794"/>
              <a:gd name="T98" fmla="*/ 952 w 504"/>
              <a:gd name="T99" fmla="*/ 2183 h 794"/>
              <a:gd name="T100" fmla="*/ 924 w 504"/>
              <a:gd name="T101" fmla="*/ 2017 h 794"/>
              <a:gd name="T102" fmla="*/ 795 w 504"/>
              <a:gd name="T103" fmla="*/ 1882 h 794"/>
              <a:gd name="T104" fmla="*/ 607 w 504"/>
              <a:gd name="T105" fmla="*/ 1804 h 794"/>
              <a:gd name="T106" fmla="*/ 435 w 504"/>
              <a:gd name="T107" fmla="*/ 1804 h 794"/>
              <a:gd name="T108" fmla="*/ 226 w 504"/>
              <a:gd name="T109" fmla="*/ 1894 h 794"/>
              <a:gd name="T110" fmla="*/ 91 w 504"/>
              <a:gd name="T111" fmla="*/ 1871 h 794"/>
              <a:gd name="T112" fmla="*/ 0 w 504"/>
              <a:gd name="T113" fmla="*/ 798 h 794"/>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504"/>
              <a:gd name="T172" fmla="*/ 0 h 794"/>
              <a:gd name="T173" fmla="*/ 504 w 504"/>
              <a:gd name="T174" fmla="*/ 794 h 794"/>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504" h="794">
                <a:moveTo>
                  <a:pt x="177" y="146"/>
                </a:moveTo>
                <a:lnTo>
                  <a:pt x="193" y="133"/>
                </a:lnTo>
                <a:lnTo>
                  <a:pt x="197" y="119"/>
                </a:lnTo>
                <a:lnTo>
                  <a:pt x="197" y="113"/>
                </a:lnTo>
                <a:lnTo>
                  <a:pt x="185" y="93"/>
                </a:lnTo>
                <a:lnTo>
                  <a:pt x="179" y="79"/>
                </a:lnTo>
                <a:lnTo>
                  <a:pt x="179" y="67"/>
                </a:lnTo>
                <a:lnTo>
                  <a:pt x="181" y="54"/>
                </a:lnTo>
                <a:lnTo>
                  <a:pt x="185" y="40"/>
                </a:lnTo>
                <a:lnTo>
                  <a:pt x="195" y="26"/>
                </a:lnTo>
                <a:lnTo>
                  <a:pt x="209" y="12"/>
                </a:lnTo>
                <a:lnTo>
                  <a:pt x="221" y="6"/>
                </a:lnTo>
                <a:lnTo>
                  <a:pt x="232" y="0"/>
                </a:lnTo>
                <a:lnTo>
                  <a:pt x="250" y="0"/>
                </a:lnTo>
                <a:lnTo>
                  <a:pt x="270" y="0"/>
                </a:lnTo>
                <a:lnTo>
                  <a:pt x="282" y="6"/>
                </a:lnTo>
                <a:lnTo>
                  <a:pt x="294" y="12"/>
                </a:lnTo>
                <a:lnTo>
                  <a:pt x="307" y="26"/>
                </a:lnTo>
                <a:lnTo>
                  <a:pt x="317" y="40"/>
                </a:lnTo>
                <a:lnTo>
                  <a:pt x="321" y="54"/>
                </a:lnTo>
                <a:lnTo>
                  <a:pt x="321" y="67"/>
                </a:lnTo>
                <a:lnTo>
                  <a:pt x="321" y="79"/>
                </a:lnTo>
                <a:lnTo>
                  <a:pt x="317" y="93"/>
                </a:lnTo>
                <a:lnTo>
                  <a:pt x="305" y="113"/>
                </a:lnTo>
                <a:lnTo>
                  <a:pt x="305" y="119"/>
                </a:lnTo>
                <a:lnTo>
                  <a:pt x="309" y="133"/>
                </a:lnTo>
                <a:lnTo>
                  <a:pt x="321" y="146"/>
                </a:lnTo>
                <a:lnTo>
                  <a:pt x="504" y="146"/>
                </a:lnTo>
                <a:lnTo>
                  <a:pt x="504" y="334"/>
                </a:lnTo>
                <a:lnTo>
                  <a:pt x="493" y="342"/>
                </a:lnTo>
                <a:lnTo>
                  <a:pt x="479" y="346"/>
                </a:lnTo>
                <a:lnTo>
                  <a:pt x="471" y="346"/>
                </a:lnTo>
                <a:lnTo>
                  <a:pt x="453" y="334"/>
                </a:lnTo>
                <a:lnTo>
                  <a:pt x="439" y="330"/>
                </a:lnTo>
                <a:lnTo>
                  <a:pt x="428" y="330"/>
                </a:lnTo>
                <a:lnTo>
                  <a:pt x="414" y="330"/>
                </a:lnTo>
                <a:lnTo>
                  <a:pt x="400" y="334"/>
                </a:lnTo>
                <a:lnTo>
                  <a:pt x="384" y="344"/>
                </a:lnTo>
                <a:lnTo>
                  <a:pt x="372" y="358"/>
                </a:lnTo>
                <a:lnTo>
                  <a:pt x="366" y="369"/>
                </a:lnTo>
                <a:lnTo>
                  <a:pt x="361" y="383"/>
                </a:lnTo>
                <a:lnTo>
                  <a:pt x="361" y="399"/>
                </a:lnTo>
                <a:lnTo>
                  <a:pt x="361" y="419"/>
                </a:lnTo>
                <a:lnTo>
                  <a:pt x="366" y="431"/>
                </a:lnTo>
                <a:lnTo>
                  <a:pt x="372" y="442"/>
                </a:lnTo>
                <a:lnTo>
                  <a:pt x="384" y="456"/>
                </a:lnTo>
                <a:lnTo>
                  <a:pt x="400" y="466"/>
                </a:lnTo>
                <a:lnTo>
                  <a:pt x="414" y="470"/>
                </a:lnTo>
                <a:lnTo>
                  <a:pt x="428" y="472"/>
                </a:lnTo>
                <a:lnTo>
                  <a:pt x="439" y="472"/>
                </a:lnTo>
                <a:lnTo>
                  <a:pt x="453" y="466"/>
                </a:lnTo>
                <a:lnTo>
                  <a:pt x="473" y="454"/>
                </a:lnTo>
                <a:lnTo>
                  <a:pt x="479" y="454"/>
                </a:lnTo>
                <a:lnTo>
                  <a:pt x="493" y="458"/>
                </a:lnTo>
                <a:lnTo>
                  <a:pt x="504" y="468"/>
                </a:lnTo>
                <a:lnTo>
                  <a:pt x="504" y="646"/>
                </a:lnTo>
                <a:lnTo>
                  <a:pt x="329" y="646"/>
                </a:lnTo>
                <a:lnTo>
                  <a:pt x="325" y="650"/>
                </a:lnTo>
                <a:lnTo>
                  <a:pt x="311" y="662"/>
                </a:lnTo>
                <a:lnTo>
                  <a:pt x="307" y="675"/>
                </a:lnTo>
                <a:lnTo>
                  <a:pt x="307" y="681"/>
                </a:lnTo>
                <a:lnTo>
                  <a:pt x="319" y="701"/>
                </a:lnTo>
                <a:lnTo>
                  <a:pt x="325" y="715"/>
                </a:lnTo>
                <a:lnTo>
                  <a:pt x="325" y="727"/>
                </a:lnTo>
                <a:lnTo>
                  <a:pt x="323" y="741"/>
                </a:lnTo>
                <a:lnTo>
                  <a:pt x="319" y="754"/>
                </a:lnTo>
                <a:lnTo>
                  <a:pt x="309" y="768"/>
                </a:lnTo>
                <a:lnTo>
                  <a:pt x="295" y="782"/>
                </a:lnTo>
                <a:lnTo>
                  <a:pt x="284" y="788"/>
                </a:lnTo>
                <a:lnTo>
                  <a:pt x="272" y="794"/>
                </a:lnTo>
                <a:lnTo>
                  <a:pt x="254" y="794"/>
                </a:lnTo>
                <a:lnTo>
                  <a:pt x="236" y="794"/>
                </a:lnTo>
                <a:lnTo>
                  <a:pt x="223" y="788"/>
                </a:lnTo>
                <a:lnTo>
                  <a:pt x="211" y="782"/>
                </a:lnTo>
                <a:lnTo>
                  <a:pt x="197" y="768"/>
                </a:lnTo>
                <a:lnTo>
                  <a:pt x="187" y="754"/>
                </a:lnTo>
                <a:lnTo>
                  <a:pt x="183" y="741"/>
                </a:lnTo>
                <a:lnTo>
                  <a:pt x="183" y="727"/>
                </a:lnTo>
                <a:lnTo>
                  <a:pt x="183" y="715"/>
                </a:lnTo>
                <a:lnTo>
                  <a:pt x="187" y="701"/>
                </a:lnTo>
                <a:lnTo>
                  <a:pt x="201" y="681"/>
                </a:lnTo>
                <a:lnTo>
                  <a:pt x="201" y="675"/>
                </a:lnTo>
                <a:lnTo>
                  <a:pt x="197" y="662"/>
                </a:lnTo>
                <a:lnTo>
                  <a:pt x="183" y="646"/>
                </a:lnTo>
                <a:lnTo>
                  <a:pt x="0" y="646"/>
                </a:lnTo>
                <a:lnTo>
                  <a:pt x="0" y="476"/>
                </a:lnTo>
                <a:lnTo>
                  <a:pt x="2" y="472"/>
                </a:lnTo>
                <a:lnTo>
                  <a:pt x="14" y="458"/>
                </a:lnTo>
                <a:lnTo>
                  <a:pt x="27" y="454"/>
                </a:lnTo>
                <a:lnTo>
                  <a:pt x="35" y="454"/>
                </a:lnTo>
                <a:lnTo>
                  <a:pt x="55" y="466"/>
                </a:lnTo>
                <a:lnTo>
                  <a:pt x="67" y="472"/>
                </a:lnTo>
                <a:lnTo>
                  <a:pt x="81" y="472"/>
                </a:lnTo>
                <a:lnTo>
                  <a:pt x="93" y="470"/>
                </a:lnTo>
                <a:lnTo>
                  <a:pt x="106" y="466"/>
                </a:lnTo>
                <a:lnTo>
                  <a:pt x="122" y="456"/>
                </a:lnTo>
                <a:lnTo>
                  <a:pt x="134" y="442"/>
                </a:lnTo>
                <a:lnTo>
                  <a:pt x="142" y="431"/>
                </a:lnTo>
                <a:lnTo>
                  <a:pt x="146" y="419"/>
                </a:lnTo>
                <a:lnTo>
                  <a:pt x="146" y="399"/>
                </a:lnTo>
                <a:lnTo>
                  <a:pt x="146" y="383"/>
                </a:lnTo>
                <a:lnTo>
                  <a:pt x="142" y="369"/>
                </a:lnTo>
                <a:lnTo>
                  <a:pt x="134" y="358"/>
                </a:lnTo>
                <a:lnTo>
                  <a:pt x="122" y="344"/>
                </a:lnTo>
                <a:lnTo>
                  <a:pt x="106" y="334"/>
                </a:lnTo>
                <a:lnTo>
                  <a:pt x="93" y="330"/>
                </a:lnTo>
                <a:lnTo>
                  <a:pt x="81" y="330"/>
                </a:lnTo>
                <a:lnTo>
                  <a:pt x="67" y="330"/>
                </a:lnTo>
                <a:lnTo>
                  <a:pt x="55" y="334"/>
                </a:lnTo>
                <a:lnTo>
                  <a:pt x="35" y="346"/>
                </a:lnTo>
                <a:lnTo>
                  <a:pt x="27" y="346"/>
                </a:lnTo>
                <a:lnTo>
                  <a:pt x="14" y="342"/>
                </a:lnTo>
                <a:lnTo>
                  <a:pt x="0" y="334"/>
                </a:lnTo>
                <a:lnTo>
                  <a:pt x="0" y="146"/>
                </a:lnTo>
                <a:lnTo>
                  <a:pt x="177" y="146"/>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69" name="Freeform 35"/>
          <p:cNvSpPr/>
          <p:nvPr/>
        </p:nvSpPr>
        <p:spPr bwMode="blackWhite">
          <a:xfrm>
            <a:off x="7516329" y="2726679"/>
            <a:ext cx="1630524" cy="1187160"/>
          </a:xfrm>
          <a:custGeom>
            <a:avLst/>
            <a:gdLst>
              <a:gd name="T0" fmla="*/ 2202 w 650"/>
              <a:gd name="T1" fmla="*/ 56 h 502"/>
              <a:gd name="T2" fmla="*/ 2228 w 650"/>
              <a:gd name="T3" fmla="*/ 174 h 502"/>
              <a:gd name="T4" fmla="*/ 2118 w 650"/>
              <a:gd name="T5" fmla="*/ 350 h 502"/>
              <a:gd name="T6" fmla="*/ 2131 w 650"/>
              <a:gd name="T7" fmla="*/ 486 h 502"/>
              <a:gd name="T8" fmla="*/ 2215 w 650"/>
              <a:gd name="T9" fmla="*/ 652 h 502"/>
              <a:gd name="T10" fmla="*/ 2387 w 650"/>
              <a:gd name="T11" fmla="*/ 759 h 502"/>
              <a:gd name="T12" fmla="*/ 2581 w 650"/>
              <a:gd name="T13" fmla="*/ 775 h 502"/>
              <a:gd name="T14" fmla="*/ 2783 w 650"/>
              <a:gd name="T15" fmla="*/ 759 h 502"/>
              <a:gd name="T16" fmla="*/ 2951 w 650"/>
              <a:gd name="T17" fmla="*/ 652 h 502"/>
              <a:gd name="T18" fmla="*/ 3042 w 650"/>
              <a:gd name="T19" fmla="*/ 486 h 502"/>
              <a:gd name="T20" fmla="*/ 3042 w 650"/>
              <a:gd name="T21" fmla="*/ 350 h 502"/>
              <a:gd name="T22" fmla="*/ 2938 w 650"/>
              <a:gd name="T23" fmla="*/ 174 h 502"/>
              <a:gd name="T24" fmla="*/ 2951 w 650"/>
              <a:gd name="T25" fmla="*/ 56 h 502"/>
              <a:gd name="T26" fmla="*/ 3028 w 650"/>
              <a:gd name="T27" fmla="*/ 0 h 502"/>
              <a:gd name="T28" fmla="*/ 4234 w 650"/>
              <a:gd name="T29" fmla="*/ 970 h 502"/>
              <a:gd name="T30" fmla="*/ 4064 w 650"/>
              <a:gd name="T31" fmla="*/ 1092 h 502"/>
              <a:gd name="T32" fmla="*/ 3903 w 650"/>
              <a:gd name="T33" fmla="*/ 1027 h 502"/>
              <a:gd name="T34" fmla="*/ 3719 w 650"/>
              <a:gd name="T35" fmla="*/ 993 h 502"/>
              <a:gd name="T36" fmla="*/ 3550 w 650"/>
              <a:gd name="T37" fmla="*/ 1027 h 502"/>
              <a:gd name="T38" fmla="*/ 3373 w 650"/>
              <a:gd name="T39" fmla="*/ 1157 h 502"/>
              <a:gd name="T40" fmla="*/ 3296 w 650"/>
              <a:gd name="T41" fmla="*/ 1284 h 502"/>
              <a:gd name="T42" fmla="*/ 3296 w 650"/>
              <a:gd name="T43" fmla="*/ 1479 h 502"/>
              <a:gd name="T44" fmla="*/ 3373 w 650"/>
              <a:gd name="T45" fmla="*/ 1615 h 502"/>
              <a:gd name="T46" fmla="*/ 3550 w 650"/>
              <a:gd name="T47" fmla="*/ 1736 h 502"/>
              <a:gd name="T48" fmla="*/ 3719 w 650"/>
              <a:gd name="T49" fmla="*/ 1772 h 502"/>
              <a:gd name="T50" fmla="*/ 3903 w 650"/>
              <a:gd name="T51" fmla="*/ 1736 h 502"/>
              <a:gd name="T52" fmla="*/ 4064 w 650"/>
              <a:gd name="T53" fmla="*/ 1671 h 502"/>
              <a:gd name="T54" fmla="*/ 4234 w 650"/>
              <a:gd name="T55" fmla="*/ 1757 h 502"/>
              <a:gd name="T56" fmla="*/ 3028 w 650"/>
              <a:gd name="T57" fmla="*/ 2729 h 502"/>
              <a:gd name="T58" fmla="*/ 2951 w 650"/>
              <a:gd name="T59" fmla="*/ 2664 h 502"/>
              <a:gd name="T60" fmla="*/ 2927 w 650"/>
              <a:gd name="T61" fmla="*/ 2555 h 502"/>
              <a:gd name="T62" fmla="*/ 3042 w 650"/>
              <a:gd name="T63" fmla="*/ 2388 h 502"/>
              <a:gd name="T64" fmla="*/ 3042 w 650"/>
              <a:gd name="T65" fmla="*/ 2233 h 502"/>
              <a:gd name="T66" fmla="*/ 2951 w 650"/>
              <a:gd name="T67" fmla="*/ 2081 h 502"/>
              <a:gd name="T68" fmla="*/ 2770 w 650"/>
              <a:gd name="T69" fmla="*/ 1976 h 502"/>
              <a:gd name="T70" fmla="*/ 2581 w 650"/>
              <a:gd name="T71" fmla="*/ 1953 h 502"/>
              <a:gd name="T72" fmla="*/ 2387 w 650"/>
              <a:gd name="T73" fmla="*/ 1976 h 502"/>
              <a:gd name="T74" fmla="*/ 2202 w 650"/>
              <a:gd name="T75" fmla="*/ 2081 h 502"/>
              <a:gd name="T76" fmla="*/ 2118 w 650"/>
              <a:gd name="T77" fmla="*/ 2233 h 502"/>
              <a:gd name="T78" fmla="*/ 2118 w 650"/>
              <a:gd name="T79" fmla="*/ 2388 h 502"/>
              <a:gd name="T80" fmla="*/ 2228 w 650"/>
              <a:gd name="T81" fmla="*/ 2555 h 502"/>
              <a:gd name="T82" fmla="*/ 2202 w 650"/>
              <a:gd name="T83" fmla="*/ 2664 h 502"/>
              <a:gd name="T84" fmla="*/ 932 w 650"/>
              <a:gd name="T85" fmla="*/ 2729 h 502"/>
              <a:gd name="T86" fmla="*/ 932 w 650"/>
              <a:gd name="T87" fmla="*/ 1772 h 502"/>
              <a:gd name="T88" fmla="*/ 768 w 650"/>
              <a:gd name="T89" fmla="*/ 1680 h 502"/>
              <a:gd name="T90" fmla="*/ 600 w 650"/>
              <a:gd name="T91" fmla="*/ 1749 h 502"/>
              <a:gd name="T92" fmla="*/ 422 w 650"/>
              <a:gd name="T93" fmla="*/ 1780 h 502"/>
              <a:gd name="T94" fmla="*/ 254 w 650"/>
              <a:gd name="T95" fmla="*/ 1749 h 502"/>
              <a:gd name="T96" fmla="*/ 73 w 650"/>
              <a:gd name="T97" fmla="*/ 1615 h 502"/>
              <a:gd name="T98" fmla="*/ 0 w 650"/>
              <a:gd name="T99" fmla="*/ 1492 h 502"/>
              <a:gd name="T100" fmla="*/ 0 w 650"/>
              <a:gd name="T101" fmla="*/ 1293 h 502"/>
              <a:gd name="T102" fmla="*/ 73 w 650"/>
              <a:gd name="T103" fmla="*/ 1157 h 502"/>
              <a:gd name="T104" fmla="*/ 254 w 650"/>
              <a:gd name="T105" fmla="*/ 1027 h 502"/>
              <a:gd name="T106" fmla="*/ 422 w 650"/>
              <a:gd name="T107" fmla="*/ 1006 h 502"/>
              <a:gd name="T108" fmla="*/ 600 w 650"/>
              <a:gd name="T109" fmla="*/ 1027 h 502"/>
              <a:gd name="T110" fmla="*/ 768 w 650"/>
              <a:gd name="T111" fmla="*/ 1092 h 502"/>
              <a:gd name="T112" fmla="*/ 932 w 650"/>
              <a:gd name="T113" fmla="*/ 1027 h 502"/>
              <a:gd name="T114" fmla="*/ 2094 w 650"/>
              <a:gd name="T115" fmla="*/ 0 h 502"/>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50"/>
              <a:gd name="T175" fmla="*/ 0 h 502"/>
              <a:gd name="T176" fmla="*/ 650 w 650"/>
              <a:gd name="T177" fmla="*/ 502 h 502"/>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50" h="502">
                <a:moveTo>
                  <a:pt x="327" y="0"/>
                </a:moveTo>
                <a:lnTo>
                  <a:pt x="338" y="10"/>
                </a:lnTo>
                <a:lnTo>
                  <a:pt x="342" y="24"/>
                </a:lnTo>
                <a:lnTo>
                  <a:pt x="342" y="32"/>
                </a:lnTo>
                <a:lnTo>
                  <a:pt x="331" y="52"/>
                </a:lnTo>
                <a:lnTo>
                  <a:pt x="325" y="64"/>
                </a:lnTo>
                <a:lnTo>
                  <a:pt x="325" y="77"/>
                </a:lnTo>
                <a:lnTo>
                  <a:pt x="327" y="89"/>
                </a:lnTo>
                <a:lnTo>
                  <a:pt x="331" y="103"/>
                </a:lnTo>
                <a:lnTo>
                  <a:pt x="340" y="119"/>
                </a:lnTo>
                <a:lnTo>
                  <a:pt x="354" y="131"/>
                </a:lnTo>
                <a:lnTo>
                  <a:pt x="366" y="139"/>
                </a:lnTo>
                <a:lnTo>
                  <a:pt x="378" y="142"/>
                </a:lnTo>
                <a:lnTo>
                  <a:pt x="396" y="142"/>
                </a:lnTo>
                <a:lnTo>
                  <a:pt x="413" y="142"/>
                </a:lnTo>
                <a:lnTo>
                  <a:pt x="427" y="139"/>
                </a:lnTo>
                <a:lnTo>
                  <a:pt x="439" y="131"/>
                </a:lnTo>
                <a:lnTo>
                  <a:pt x="453" y="119"/>
                </a:lnTo>
                <a:lnTo>
                  <a:pt x="461" y="103"/>
                </a:lnTo>
                <a:lnTo>
                  <a:pt x="467" y="89"/>
                </a:lnTo>
                <a:lnTo>
                  <a:pt x="467" y="77"/>
                </a:lnTo>
                <a:lnTo>
                  <a:pt x="467" y="64"/>
                </a:lnTo>
                <a:lnTo>
                  <a:pt x="461" y="52"/>
                </a:lnTo>
                <a:lnTo>
                  <a:pt x="451" y="32"/>
                </a:lnTo>
                <a:lnTo>
                  <a:pt x="449" y="24"/>
                </a:lnTo>
                <a:lnTo>
                  <a:pt x="453" y="10"/>
                </a:lnTo>
                <a:lnTo>
                  <a:pt x="469" y="0"/>
                </a:lnTo>
                <a:lnTo>
                  <a:pt x="465" y="0"/>
                </a:lnTo>
                <a:lnTo>
                  <a:pt x="650" y="0"/>
                </a:lnTo>
                <a:lnTo>
                  <a:pt x="650" y="178"/>
                </a:lnTo>
                <a:lnTo>
                  <a:pt x="638" y="196"/>
                </a:lnTo>
                <a:lnTo>
                  <a:pt x="624" y="200"/>
                </a:lnTo>
                <a:lnTo>
                  <a:pt x="616" y="200"/>
                </a:lnTo>
                <a:lnTo>
                  <a:pt x="599" y="188"/>
                </a:lnTo>
                <a:lnTo>
                  <a:pt x="585" y="182"/>
                </a:lnTo>
                <a:lnTo>
                  <a:pt x="571" y="182"/>
                </a:lnTo>
                <a:lnTo>
                  <a:pt x="559" y="184"/>
                </a:lnTo>
                <a:lnTo>
                  <a:pt x="545" y="188"/>
                </a:lnTo>
                <a:lnTo>
                  <a:pt x="530" y="198"/>
                </a:lnTo>
                <a:lnTo>
                  <a:pt x="518" y="212"/>
                </a:lnTo>
                <a:lnTo>
                  <a:pt x="510" y="223"/>
                </a:lnTo>
                <a:lnTo>
                  <a:pt x="506" y="235"/>
                </a:lnTo>
                <a:lnTo>
                  <a:pt x="506" y="253"/>
                </a:lnTo>
                <a:lnTo>
                  <a:pt x="506" y="271"/>
                </a:lnTo>
                <a:lnTo>
                  <a:pt x="510" y="283"/>
                </a:lnTo>
                <a:lnTo>
                  <a:pt x="518" y="296"/>
                </a:lnTo>
                <a:lnTo>
                  <a:pt x="530" y="310"/>
                </a:lnTo>
                <a:lnTo>
                  <a:pt x="545" y="318"/>
                </a:lnTo>
                <a:lnTo>
                  <a:pt x="559" y="324"/>
                </a:lnTo>
                <a:lnTo>
                  <a:pt x="571" y="324"/>
                </a:lnTo>
                <a:lnTo>
                  <a:pt x="585" y="324"/>
                </a:lnTo>
                <a:lnTo>
                  <a:pt x="599" y="318"/>
                </a:lnTo>
                <a:lnTo>
                  <a:pt x="616" y="306"/>
                </a:lnTo>
                <a:lnTo>
                  <a:pt x="624" y="306"/>
                </a:lnTo>
                <a:lnTo>
                  <a:pt x="636" y="314"/>
                </a:lnTo>
                <a:lnTo>
                  <a:pt x="650" y="322"/>
                </a:lnTo>
                <a:lnTo>
                  <a:pt x="650" y="500"/>
                </a:lnTo>
                <a:lnTo>
                  <a:pt x="465" y="500"/>
                </a:lnTo>
                <a:lnTo>
                  <a:pt x="467" y="502"/>
                </a:lnTo>
                <a:lnTo>
                  <a:pt x="453" y="488"/>
                </a:lnTo>
                <a:lnTo>
                  <a:pt x="449" y="476"/>
                </a:lnTo>
                <a:lnTo>
                  <a:pt x="449" y="468"/>
                </a:lnTo>
                <a:lnTo>
                  <a:pt x="461" y="450"/>
                </a:lnTo>
                <a:lnTo>
                  <a:pt x="467" y="437"/>
                </a:lnTo>
                <a:lnTo>
                  <a:pt x="467" y="423"/>
                </a:lnTo>
                <a:lnTo>
                  <a:pt x="467" y="409"/>
                </a:lnTo>
                <a:lnTo>
                  <a:pt x="461" y="397"/>
                </a:lnTo>
                <a:lnTo>
                  <a:pt x="453" y="381"/>
                </a:lnTo>
                <a:lnTo>
                  <a:pt x="439" y="369"/>
                </a:lnTo>
                <a:lnTo>
                  <a:pt x="425" y="362"/>
                </a:lnTo>
                <a:lnTo>
                  <a:pt x="413" y="358"/>
                </a:lnTo>
                <a:lnTo>
                  <a:pt x="396" y="358"/>
                </a:lnTo>
                <a:lnTo>
                  <a:pt x="378" y="358"/>
                </a:lnTo>
                <a:lnTo>
                  <a:pt x="366" y="362"/>
                </a:lnTo>
                <a:lnTo>
                  <a:pt x="352" y="369"/>
                </a:lnTo>
                <a:lnTo>
                  <a:pt x="338" y="381"/>
                </a:lnTo>
                <a:lnTo>
                  <a:pt x="331" y="397"/>
                </a:lnTo>
                <a:lnTo>
                  <a:pt x="325" y="409"/>
                </a:lnTo>
                <a:lnTo>
                  <a:pt x="325" y="423"/>
                </a:lnTo>
                <a:lnTo>
                  <a:pt x="325" y="437"/>
                </a:lnTo>
                <a:lnTo>
                  <a:pt x="331" y="450"/>
                </a:lnTo>
                <a:lnTo>
                  <a:pt x="342" y="468"/>
                </a:lnTo>
                <a:lnTo>
                  <a:pt x="342" y="476"/>
                </a:lnTo>
                <a:lnTo>
                  <a:pt x="338" y="488"/>
                </a:lnTo>
                <a:lnTo>
                  <a:pt x="327" y="500"/>
                </a:lnTo>
                <a:lnTo>
                  <a:pt x="143" y="500"/>
                </a:lnTo>
                <a:lnTo>
                  <a:pt x="143" y="330"/>
                </a:lnTo>
                <a:lnTo>
                  <a:pt x="143" y="324"/>
                </a:lnTo>
                <a:lnTo>
                  <a:pt x="132" y="312"/>
                </a:lnTo>
                <a:lnTo>
                  <a:pt x="118" y="308"/>
                </a:lnTo>
                <a:lnTo>
                  <a:pt x="110" y="308"/>
                </a:lnTo>
                <a:lnTo>
                  <a:pt x="92" y="320"/>
                </a:lnTo>
                <a:lnTo>
                  <a:pt x="78" y="326"/>
                </a:lnTo>
                <a:lnTo>
                  <a:pt x="65" y="326"/>
                </a:lnTo>
                <a:lnTo>
                  <a:pt x="53" y="324"/>
                </a:lnTo>
                <a:lnTo>
                  <a:pt x="39" y="320"/>
                </a:lnTo>
                <a:lnTo>
                  <a:pt x="23" y="310"/>
                </a:lnTo>
                <a:lnTo>
                  <a:pt x="11" y="296"/>
                </a:lnTo>
                <a:lnTo>
                  <a:pt x="3" y="285"/>
                </a:lnTo>
                <a:lnTo>
                  <a:pt x="0" y="273"/>
                </a:lnTo>
                <a:lnTo>
                  <a:pt x="0" y="253"/>
                </a:lnTo>
                <a:lnTo>
                  <a:pt x="0" y="237"/>
                </a:lnTo>
                <a:lnTo>
                  <a:pt x="3" y="223"/>
                </a:lnTo>
                <a:lnTo>
                  <a:pt x="11" y="212"/>
                </a:lnTo>
                <a:lnTo>
                  <a:pt x="23" y="198"/>
                </a:lnTo>
                <a:lnTo>
                  <a:pt x="39" y="188"/>
                </a:lnTo>
                <a:lnTo>
                  <a:pt x="53" y="184"/>
                </a:lnTo>
                <a:lnTo>
                  <a:pt x="65" y="184"/>
                </a:lnTo>
                <a:lnTo>
                  <a:pt x="78" y="184"/>
                </a:lnTo>
                <a:lnTo>
                  <a:pt x="92" y="188"/>
                </a:lnTo>
                <a:lnTo>
                  <a:pt x="110" y="200"/>
                </a:lnTo>
                <a:lnTo>
                  <a:pt x="118" y="200"/>
                </a:lnTo>
                <a:lnTo>
                  <a:pt x="132" y="196"/>
                </a:lnTo>
                <a:lnTo>
                  <a:pt x="143" y="188"/>
                </a:lnTo>
                <a:lnTo>
                  <a:pt x="143" y="0"/>
                </a:lnTo>
                <a:lnTo>
                  <a:pt x="321" y="0"/>
                </a:lnTo>
                <a:lnTo>
                  <a:pt x="327" y="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70" name="Freeform 36"/>
          <p:cNvSpPr/>
          <p:nvPr/>
        </p:nvSpPr>
        <p:spPr bwMode="blackWhite">
          <a:xfrm>
            <a:off x="8785560" y="2380200"/>
            <a:ext cx="1621123" cy="1528268"/>
          </a:xfrm>
          <a:custGeom>
            <a:avLst/>
            <a:gdLst>
              <a:gd name="T0" fmla="*/ 2954 w 646"/>
              <a:gd name="T1" fmla="*/ 3467 h 646"/>
              <a:gd name="T2" fmla="*/ 2930 w 646"/>
              <a:gd name="T3" fmla="*/ 3358 h 646"/>
              <a:gd name="T4" fmla="*/ 3047 w 646"/>
              <a:gd name="T5" fmla="*/ 3174 h 646"/>
              <a:gd name="T6" fmla="*/ 3047 w 646"/>
              <a:gd name="T7" fmla="*/ 3035 h 646"/>
              <a:gd name="T8" fmla="*/ 2954 w 646"/>
              <a:gd name="T9" fmla="*/ 2880 h 646"/>
              <a:gd name="T10" fmla="*/ 2778 w 646"/>
              <a:gd name="T11" fmla="*/ 2778 h 646"/>
              <a:gd name="T12" fmla="*/ 2584 w 646"/>
              <a:gd name="T13" fmla="*/ 2743 h 646"/>
              <a:gd name="T14" fmla="*/ 2388 w 646"/>
              <a:gd name="T15" fmla="*/ 2778 h 646"/>
              <a:gd name="T16" fmla="*/ 2223 w 646"/>
              <a:gd name="T17" fmla="*/ 2880 h 646"/>
              <a:gd name="T18" fmla="*/ 2134 w 646"/>
              <a:gd name="T19" fmla="*/ 3035 h 646"/>
              <a:gd name="T20" fmla="*/ 2119 w 646"/>
              <a:gd name="T21" fmla="*/ 3174 h 646"/>
              <a:gd name="T22" fmla="*/ 2238 w 646"/>
              <a:gd name="T23" fmla="*/ 3358 h 646"/>
              <a:gd name="T24" fmla="*/ 2210 w 646"/>
              <a:gd name="T25" fmla="*/ 3467 h 646"/>
              <a:gd name="T26" fmla="*/ 940 w 646"/>
              <a:gd name="T27" fmla="*/ 3532 h 646"/>
              <a:gd name="T28" fmla="*/ 940 w 646"/>
              <a:gd name="T29" fmla="*/ 2570 h 646"/>
              <a:gd name="T30" fmla="*/ 768 w 646"/>
              <a:gd name="T31" fmla="*/ 2470 h 646"/>
              <a:gd name="T32" fmla="*/ 594 w 646"/>
              <a:gd name="T33" fmla="*/ 2535 h 646"/>
              <a:gd name="T34" fmla="*/ 422 w 646"/>
              <a:gd name="T35" fmla="*/ 2570 h 646"/>
              <a:gd name="T36" fmla="*/ 254 w 646"/>
              <a:gd name="T37" fmla="*/ 2535 h 646"/>
              <a:gd name="T38" fmla="*/ 77 w 646"/>
              <a:gd name="T39" fmla="*/ 2417 h 646"/>
              <a:gd name="T40" fmla="*/ 0 w 646"/>
              <a:gd name="T41" fmla="*/ 2281 h 646"/>
              <a:gd name="T42" fmla="*/ 0 w 646"/>
              <a:gd name="T43" fmla="*/ 2082 h 646"/>
              <a:gd name="T44" fmla="*/ 77 w 646"/>
              <a:gd name="T45" fmla="*/ 1959 h 646"/>
              <a:gd name="T46" fmla="*/ 254 w 646"/>
              <a:gd name="T47" fmla="*/ 1825 h 646"/>
              <a:gd name="T48" fmla="*/ 422 w 646"/>
              <a:gd name="T49" fmla="*/ 1793 h 646"/>
              <a:gd name="T50" fmla="*/ 594 w 646"/>
              <a:gd name="T51" fmla="*/ 1825 h 646"/>
              <a:gd name="T52" fmla="*/ 768 w 646"/>
              <a:gd name="T53" fmla="*/ 1894 h 646"/>
              <a:gd name="T54" fmla="*/ 940 w 646"/>
              <a:gd name="T55" fmla="*/ 1793 h 646"/>
              <a:gd name="T56" fmla="*/ 940 w 646"/>
              <a:gd name="T57" fmla="*/ 798 h 646"/>
              <a:gd name="T58" fmla="*/ 2210 w 646"/>
              <a:gd name="T59" fmla="*/ 717 h 646"/>
              <a:gd name="T60" fmla="*/ 2238 w 646"/>
              <a:gd name="T61" fmla="*/ 608 h 646"/>
              <a:gd name="T62" fmla="*/ 2119 w 646"/>
              <a:gd name="T63" fmla="*/ 432 h 646"/>
              <a:gd name="T64" fmla="*/ 2119 w 646"/>
              <a:gd name="T65" fmla="*/ 285 h 646"/>
              <a:gd name="T66" fmla="*/ 2210 w 646"/>
              <a:gd name="T67" fmla="*/ 130 h 646"/>
              <a:gd name="T68" fmla="*/ 2388 w 646"/>
              <a:gd name="T69" fmla="*/ 21 h 646"/>
              <a:gd name="T70" fmla="*/ 2584 w 646"/>
              <a:gd name="T71" fmla="*/ 0 h 646"/>
              <a:gd name="T72" fmla="*/ 2778 w 646"/>
              <a:gd name="T73" fmla="*/ 21 h 646"/>
              <a:gd name="T74" fmla="*/ 2954 w 646"/>
              <a:gd name="T75" fmla="*/ 130 h 646"/>
              <a:gd name="T76" fmla="*/ 3047 w 646"/>
              <a:gd name="T77" fmla="*/ 285 h 646"/>
              <a:gd name="T78" fmla="*/ 3047 w 646"/>
              <a:gd name="T79" fmla="*/ 432 h 646"/>
              <a:gd name="T80" fmla="*/ 2930 w 646"/>
              <a:gd name="T81" fmla="*/ 608 h 646"/>
              <a:gd name="T82" fmla="*/ 2954 w 646"/>
              <a:gd name="T83" fmla="*/ 717 h 646"/>
              <a:gd name="T84" fmla="*/ 4213 w 646"/>
              <a:gd name="T85" fmla="*/ 798 h 646"/>
              <a:gd name="T86" fmla="*/ 3072 w 646"/>
              <a:gd name="T87" fmla="*/ 3532 h 64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646"/>
              <a:gd name="T133" fmla="*/ 0 h 646"/>
              <a:gd name="T134" fmla="*/ 646 w 646"/>
              <a:gd name="T135" fmla="*/ 646 h 64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646" h="646">
                <a:moveTo>
                  <a:pt x="471" y="646"/>
                </a:moveTo>
                <a:lnTo>
                  <a:pt x="453" y="634"/>
                </a:lnTo>
                <a:lnTo>
                  <a:pt x="449" y="620"/>
                </a:lnTo>
                <a:lnTo>
                  <a:pt x="449" y="614"/>
                </a:lnTo>
                <a:lnTo>
                  <a:pt x="461" y="594"/>
                </a:lnTo>
                <a:lnTo>
                  <a:pt x="467" y="581"/>
                </a:lnTo>
                <a:lnTo>
                  <a:pt x="467" y="569"/>
                </a:lnTo>
                <a:lnTo>
                  <a:pt x="467" y="555"/>
                </a:lnTo>
                <a:lnTo>
                  <a:pt x="461" y="543"/>
                </a:lnTo>
                <a:lnTo>
                  <a:pt x="453" y="527"/>
                </a:lnTo>
                <a:lnTo>
                  <a:pt x="439" y="514"/>
                </a:lnTo>
                <a:lnTo>
                  <a:pt x="426" y="508"/>
                </a:lnTo>
                <a:lnTo>
                  <a:pt x="414" y="502"/>
                </a:lnTo>
                <a:lnTo>
                  <a:pt x="396" y="502"/>
                </a:lnTo>
                <a:lnTo>
                  <a:pt x="378" y="502"/>
                </a:lnTo>
                <a:lnTo>
                  <a:pt x="366" y="508"/>
                </a:lnTo>
                <a:lnTo>
                  <a:pt x="355" y="514"/>
                </a:lnTo>
                <a:lnTo>
                  <a:pt x="341" y="527"/>
                </a:lnTo>
                <a:lnTo>
                  <a:pt x="331" y="543"/>
                </a:lnTo>
                <a:lnTo>
                  <a:pt x="327" y="555"/>
                </a:lnTo>
                <a:lnTo>
                  <a:pt x="325" y="569"/>
                </a:lnTo>
                <a:lnTo>
                  <a:pt x="325" y="581"/>
                </a:lnTo>
                <a:lnTo>
                  <a:pt x="331" y="594"/>
                </a:lnTo>
                <a:lnTo>
                  <a:pt x="343" y="614"/>
                </a:lnTo>
                <a:lnTo>
                  <a:pt x="343" y="620"/>
                </a:lnTo>
                <a:lnTo>
                  <a:pt x="339" y="634"/>
                </a:lnTo>
                <a:lnTo>
                  <a:pt x="327" y="646"/>
                </a:lnTo>
                <a:lnTo>
                  <a:pt x="144" y="646"/>
                </a:lnTo>
                <a:lnTo>
                  <a:pt x="144" y="468"/>
                </a:lnTo>
                <a:lnTo>
                  <a:pt x="144" y="470"/>
                </a:lnTo>
                <a:lnTo>
                  <a:pt x="132" y="456"/>
                </a:lnTo>
                <a:lnTo>
                  <a:pt x="118" y="452"/>
                </a:lnTo>
                <a:lnTo>
                  <a:pt x="110" y="452"/>
                </a:lnTo>
                <a:lnTo>
                  <a:pt x="91" y="464"/>
                </a:lnTo>
                <a:lnTo>
                  <a:pt x="79" y="470"/>
                </a:lnTo>
                <a:lnTo>
                  <a:pt x="65" y="470"/>
                </a:lnTo>
                <a:lnTo>
                  <a:pt x="53" y="470"/>
                </a:lnTo>
                <a:lnTo>
                  <a:pt x="39" y="464"/>
                </a:lnTo>
                <a:lnTo>
                  <a:pt x="24" y="456"/>
                </a:lnTo>
                <a:lnTo>
                  <a:pt x="12" y="442"/>
                </a:lnTo>
                <a:lnTo>
                  <a:pt x="4" y="429"/>
                </a:lnTo>
                <a:lnTo>
                  <a:pt x="0" y="417"/>
                </a:lnTo>
                <a:lnTo>
                  <a:pt x="0" y="399"/>
                </a:lnTo>
                <a:lnTo>
                  <a:pt x="0" y="381"/>
                </a:lnTo>
                <a:lnTo>
                  <a:pt x="4" y="369"/>
                </a:lnTo>
                <a:lnTo>
                  <a:pt x="12" y="358"/>
                </a:lnTo>
                <a:lnTo>
                  <a:pt x="24" y="344"/>
                </a:lnTo>
                <a:lnTo>
                  <a:pt x="39" y="334"/>
                </a:lnTo>
                <a:lnTo>
                  <a:pt x="53" y="330"/>
                </a:lnTo>
                <a:lnTo>
                  <a:pt x="65" y="328"/>
                </a:lnTo>
                <a:lnTo>
                  <a:pt x="79" y="328"/>
                </a:lnTo>
                <a:lnTo>
                  <a:pt x="91" y="334"/>
                </a:lnTo>
                <a:lnTo>
                  <a:pt x="110" y="346"/>
                </a:lnTo>
                <a:lnTo>
                  <a:pt x="118" y="346"/>
                </a:lnTo>
                <a:lnTo>
                  <a:pt x="132" y="342"/>
                </a:lnTo>
                <a:lnTo>
                  <a:pt x="144" y="328"/>
                </a:lnTo>
                <a:lnTo>
                  <a:pt x="144" y="324"/>
                </a:lnTo>
                <a:lnTo>
                  <a:pt x="144" y="146"/>
                </a:lnTo>
                <a:lnTo>
                  <a:pt x="327" y="146"/>
                </a:lnTo>
                <a:lnTo>
                  <a:pt x="339" y="131"/>
                </a:lnTo>
                <a:lnTo>
                  <a:pt x="343" y="119"/>
                </a:lnTo>
                <a:lnTo>
                  <a:pt x="343" y="111"/>
                </a:lnTo>
                <a:lnTo>
                  <a:pt x="331" y="91"/>
                </a:lnTo>
                <a:lnTo>
                  <a:pt x="325" y="79"/>
                </a:lnTo>
                <a:lnTo>
                  <a:pt x="325" y="65"/>
                </a:lnTo>
                <a:lnTo>
                  <a:pt x="325" y="52"/>
                </a:lnTo>
                <a:lnTo>
                  <a:pt x="331" y="38"/>
                </a:lnTo>
                <a:lnTo>
                  <a:pt x="339" y="24"/>
                </a:lnTo>
                <a:lnTo>
                  <a:pt x="353" y="12"/>
                </a:lnTo>
                <a:lnTo>
                  <a:pt x="366" y="4"/>
                </a:lnTo>
                <a:lnTo>
                  <a:pt x="378" y="0"/>
                </a:lnTo>
                <a:lnTo>
                  <a:pt x="396" y="0"/>
                </a:lnTo>
                <a:lnTo>
                  <a:pt x="414" y="0"/>
                </a:lnTo>
                <a:lnTo>
                  <a:pt x="426" y="4"/>
                </a:lnTo>
                <a:lnTo>
                  <a:pt x="437" y="12"/>
                </a:lnTo>
                <a:lnTo>
                  <a:pt x="453" y="24"/>
                </a:lnTo>
                <a:lnTo>
                  <a:pt x="461" y="38"/>
                </a:lnTo>
                <a:lnTo>
                  <a:pt x="467" y="52"/>
                </a:lnTo>
                <a:lnTo>
                  <a:pt x="467" y="65"/>
                </a:lnTo>
                <a:lnTo>
                  <a:pt x="467" y="79"/>
                </a:lnTo>
                <a:lnTo>
                  <a:pt x="461" y="91"/>
                </a:lnTo>
                <a:lnTo>
                  <a:pt x="449" y="111"/>
                </a:lnTo>
                <a:lnTo>
                  <a:pt x="449" y="119"/>
                </a:lnTo>
                <a:lnTo>
                  <a:pt x="453" y="131"/>
                </a:lnTo>
                <a:lnTo>
                  <a:pt x="465" y="146"/>
                </a:lnTo>
                <a:lnTo>
                  <a:pt x="646" y="146"/>
                </a:lnTo>
                <a:lnTo>
                  <a:pt x="646" y="646"/>
                </a:lnTo>
                <a:lnTo>
                  <a:pt x="471" y="646"/>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71" name="Freeform 37"/>
          <p:cNvSpPr/>
          <p:nvPr/>
        </p:nvSpPr>
        <p:spPr bwMode="blackWhite">
          <a:xfrm>
            <a:off x="4077991" y="3578104"/>
            <a:ext cx="1626495" cy="1874746"/>
          </a:xfrm>
          <a:custGeom>
            <a:avLst/>
            <a:gdLst>
              <a:gd name="T0" fmla="*/ 3289 w 648"/>
              <a:gd name="T1" fmla="*/ 762 h 793"/>
              <a:gd name="T2" fmla="*/ 3381 w 648"/>
              <a:gd name="T3" fmla="*/ 1817 h 793"/>
              <a:gd name="T4" fmla="*/ 3510 w 648"/>
              <a:gd name="T5" fmla="*/ 1838 h 793"/>
              <a:gd name="T6" fmla="*/ 3726 w 648"/>
              <a:gd name="T7" fmla="*/ 1752 h 793"/>
              <a:gd name="T8" fmla="*/ 3898 w 648"/>
              <a:gd name="T9" fmla="*/ 1752 h 793"/>
              <a:gd name="T10" fmla="*/ 4080 w 648"/>
              <a:gd name="T11" fmla="*/ 1829 h 793"/>
              <a:gd name="T12" fmla="*/ 4205 w 648"/>
              <a:gd name="T13" fmla="*/ 1980 h 793"/>
              <a:gd name="T14" fmla="*/ 4229 w 648"/>
              <a:gd name="T15" fmla="*/ 2139 h 793"/>
              <a:gd name="T16" fmla="*/ 4205 w 648"/>
              <a:gd name="T17" fmla="*/ 2303 h 793"/>
              <a:gd name="T18" fmla="*/ 4080 w 648"/>
              <a:gd name="T19" fmla="*/ 2445 h 793"/>
              <a:gd name="T20" fmla="*/ 3898 w 648"/>
              <a:gd name="T21" fmla="*/ 2519 h 793"/>
              <a:gd name="T22" fmla="*/ 3726 w 648"/>
              <a:gd name="T23" fmla="*/ 2531 h 793"/>
              <a:gd name="T24" fmla="*/ 3510 w 648"/>
              <a:gd name="T25" fmla="*/ 2433 h 793"/>
              <a:gd name="T26" fmla="*/ 3381 w 648"/>
              <a:gd name="T27" fmla="*/ 2454 h 793"/>
              <a:gd name="T28" fmla="*/ 3289 w 648"/>
              <a:gd name="T29" fmla="*/ 3517 h 793"/>
              <a:gd name="T30" fmla="*/ 2110 w 648"/>
              <a:gd name="T31" fmla="*/ 3530 h 793"/>
              <a:gd name="T32" fmla="*/ 1990 w 648"/>
              <a:gd name="T33" fmla="*/ 3681 h 793"/>
              <a:gd name="T34" fmla="*/ 2067 w 648"/>
              <a:gd name="T35" fmla="*/ 3818 h 793"/>
              <a:gd name="T36" fmla="*/ 2110 w 648"/>
              <a:gd name="T37" fmla="*/ 3973 h 793"/>
              <a:gd name="T38" fmla="*/ 2067 w 648"/>
              <a:gd name="T39" fmla="*/ 4112 h 793"/>
              <a:gd name="T40" fmla="*/ 1917 w 648"/>
              <a:gd name="T41" fmla="*/ 4262 h 793"/>
              <a:gd name="T42" fmla="*/ 1764 w 648"/>
              <a:gd name="T43" fmla="*/ 4327 h 793"/>
              <a:gd name="T44" fmla="*/ 1631 w 648"/>
              <a:gd name="T45" fmla="*/ 4327 h 793"/>
              <a:gd name="T46" fmla="*/ 1443 w 648"/>
              <a:gd name="T47" fmla="*/ 4292 h 793"/>
              <a:gd name="T48" fmla="*/ 1271 w 648"/>
              <a:gd name="T49" fmla="*/ 4190 h 793"/>
              <a:gd name="T50" fmla="*/ 1181 w 648"/>
              <a:gd name="T51" fmla="*/ 4038 h 793"/>
              <a:gd name="T52" fmla="*/ 1181 w 648"/>
              <a:gd name="T53" fmla="*/ 3896 h 793"/>
              <a:gd name="T54" fmla="*/ 1299 w 648"/>
              <a:gd name="T55" fmla="*/ 3716 h 793"/>
              <a:gd name="T56" fmla="*/ 1271 w 648"/>
              <a:gd name="T57" fmla="*/ 3607 h 793"/>
              <a:gd name="T58" fmla="*/ 0 w 648"/>
              <a:gd name="T59" fmla="*/ 3517 h 793"/>
              <a:gd name="T60" fmla="*/ 1157 w 648"/>
              <a:gd name="T61" fmla="*/ 762 h 793"/>
              <a:gd name="T62" fmla="*/ 1271 w 648"/>
              <a:gd name="T63" fmla="*/ 709 h 793"/>
              <a:gd name="T64" fmla="*/ 1299 w 648"/>
              <a:gd name="T65" fmla="*/ 602 h 793"/>
              <a:gd name="T66" fmla="*/ 1181 w 648"/>
              <a:gd name="T67" fmla="*/ 431 h 793"/>
              <a:gd name="T68" fmla="*/ 1181 w 648"/>
              <a:gd name="T69" fmla="*/ 278 h 793"/>
              <a:gd name="T70" fmla="*/ 1271 w 648"/>
              <a:gd name="T71" fmla="*/ 123 h 793"/>
              <a:gd name="T72" fmla="*/ 1456 w 648"/>
              <a:gd name="T73" fmla="*/ 21 h 793"/>
              <a:gd name="T74" fmla="*/ 1645 w 648"/>
              <a:gd name="T75" fmla="*/ 0 h 793"/>
              <a:gd name="T76" fmla="*/ 1841 w 648"/>
              <a:gd name="T77" fmla="*/ 21 h 793"/>
              <a:gd name="T78" fmla="*/ 2005 w 648"/>
              <a:gd name="T79" fmla="*/ 123 h 793"/>
              <a:gd name="T80" fmla="*/ 2110 w 648"/>
              <a:gd name="T81" fmla="*/ 278 h 793"/>
              <a:gd name="T82" fmla="*/ 2110 w 648"/>
              <a:gd name="T83" fmla="*/ 431 h 793"/>
              <a:gd name="T84" fmla="*/ 1990 w 648"/>
              <a:gd name="T85" fmla="*/ 602 h 793"/>
              <a:gd name="T86" fmla="*/ 2015 w 648"/>
              <a:gd name="T87" fmla="*/ 709 h 793"/>
              <a:gd name="T88" fmla="*/ 2134 w 648"/>
              <a:gd name="T89" fmla="*/ 762 h 793"/>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648"/>
              <a:gd name="T136" fmla="*/ 0 h 793"/>
              <a:gd name="T137" fmla="*/ 648 w 648"/>
              <a:gd name="T138" fmla="*/ 793 h 793"/>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648" h="793">
                <a:moveTo>
                  <a:pt x="327" y="140"/>
                </a:moveTo>
                <a:lnTo>
                  <a:pt x="504" y="140"/>
                </a:lnTo>
                <a:lnTo>
                  <a:pt x="504" y="325"/>
                </a:lnTo>
                <a:lnTo>
                  <a:pt x="518" y="333"/>
                </a:lnTo>
                <a:lnTo>
                  <a:pt x="532" y="339"/>
                </a:lnTo>
                <a:lnTo>
                  <a:pt x="538" y="337"/>
                </a:lnTo>
                <a:lnTo>
                  <a:pt x="558" y="327"/>
                </a:lnTo>
                <a:lnTo>
                  <a:pt x="571" y="321"/>
                </a:lnTo>
                <a:lnTo>
                  <a:pt x="583" y="321"/>
                </a:lnTo>
                <a:lnTo>
                  <a:pt x="597" y="321"/>
                </a:lnTo>
                <a:lnTo>
                  <a:pt x="611" y="327"/>
                </a:lnTo>
                <a:lnTo>
                  <a:pt x="625" y="335"/>
                </a:lnTo>
                <a:lnTo>
                  <a:pt x="638" y="349"/>
                </a:lnTo>
                <a:lnTo>
                  <a:pt x="644" y="363"/>
                </a:lnTo>
                <a:lnTo>
                  <a:pt x="648" y="375"/>
                </a:lnTo>
                <a:lnTo>
                  <a:pt x="648" y="392"/>
                </a:lnTo>
                <a:lnTo>
                  <a:pt x="648" y="410"/>
                </a:lnTo>
                <a:lnTo>
                  <a:pt x="644" y="422"/>
                </a:lnTo>
                <a:lnTo>
                  <a:pt x="638" y="434"/>
                </a:lnTo>
                <a:lnTo>
                  <a:pt x="625" y="448"/>
                </a:lnTo>
                <a:lnTo>
                  <a:pt x="611" y="458"/>
                </a:lnTo>
                <a:lnTo>
                  <a:pt x="597" y="462"/>
                </a:lnTo>
                <a:lnTo>
                  <a:pt x="583" y="464"/>
                </a:lnTo>
                <a:lnTo>
                  <a:pt x="571" y="464"/>
                </a:lnTo>
                <a:lnTo>
                  <a:pt x="558" y="458"/>
                </a:lnTo>
                <a:lnTo>
                  <a:pt x="538" y="446"/>
                </a:lnTo>
                <a:lnTo>
                  <a:pt x="532" y="446"/>
                </a:lnTo>
                <a:lnTo>
                  <a:pt x="518" y="450"/>
                </a:lnTo>
                <a:lnTo>
                  <a:pt x="504" y="460"/>
                </a:lnTo>
                <a:lnTo>
                  <a:pt x="504" y="645"/>
                </a:lnTo>
                <a:lnTo>
                  <a:pt x="321" y="645"/>
                </a:lnTo>
                <a:lnTo>
                  <a:pt x="323" y="647"/>
                </a:lnTo>
                <a:lnTo>
                  <a:pt x="309" y="661"/>
                </a:lnTo>
                <a:lnTo>
                  <a:pt x="305" y="675"/>
                </a:lnTo>
                <a:lnTo>
                  <a:pt x="305" y="683"/>
                </a:lnTo>
                <a:lnTo>
                  <a:pt x="317" y="700"/>
                </a:lnTo>
                <a:lnTo>
                  <a:pt x="323" y="714"/>
                </a:lnTo>
                <a:lnTo>
                  <a:pt x="323" y="728"/>
                </a:lnTo>
                <a:lnTo>
                  <a:pt x="321" y="740"/>
                </a:lnTo>
                <a:lnTo>
                  <a:pt x="317" y="754"/>
                </a:lnTo>
                <a:lnTo>
                  <a:pt x="307" y="768"/>
                </a:lnTo>
                <a:lnTo>
                  <a:pt x="294" y="781"/>
                </a:lnTo>
                <a:lnTo>
                  <a:pt x="282" y="787"/>
                </a:lnTo>
                <a:lnTo>
                  <a:pt x="270" y="793"/>
                </a:lnTo>
                <a:lnTo>
                  <a:pt x="252" y="793"/>
                </a:lnTo>
                <a:lnTo>
                  <a:pt x="250" y="793"/>
                </a:lnTo>
                <a:lnTo>
                  <a:pt x="234" y="793"/>
                </a:lnTo>
                <a:lnTo>
                  <a:pt x="221" y="787"/>
                </a:lnTo>
                <a:lnTo>
                  <a:pt x="209" y="781"/>
                </a:lnTo>
                <a:lnTo>
                  <a:pt x="195" y="768"/>
                </a:lnTo>
                <a:lnTo>
                  <a:pt x="185" y="754"/>
                </a:lnTo>
                <a:lnTo>
                  <a:pt x="181" y="740"/>
                </a:lnTo>
                <a:lnTo>
                  <a:pt x="179" y="728"/>
                </a:lnTo>
                <a:lnTo>
                  <a:pt x="181" y="714"/>
                </a:lnTo>
                <a:lnTo>
                  <a:pt x="185" y="700"/>
                </a:lnTo>
                <a:lnTo>
                  <a:pt x="199" y="681"/>
                </a:lnTo>
                <a:lnTo>
                  <a:pt x="199" y="675"/>
                </a:lnTo>
                <a:lnTo>
                  <a:pt x="195" y="661"/>
                </a:lnTo>
                <a:lnTo>
                  <a:pt x="183" y="645"/>
                </a:lnTo>
                <a:lnTo>
                  <a:pt x="0" y="645"/>
                </a:lnTo>
                <a:lnTo>
                  <a:pt x="0" y="140"/>
                </a:lnTo>
                <a:lnTo>
                  <a:pt x="177" y="140"/>
                </a:lnTo>
                <a:lnTo>
                  <a:pt x="181" y="142"/>
                </a:lnTo>
                <a:lnTo>
                  <a:pt x="195" y="130"/>
                </a:lnTo>
                <a:lnTo>
                  <a:pt x="199" y="118"/>
                </a:lnTo>
                <a:lnTo>
                  <a:pt x="199" y="110"/>
                </a:lnTo>
                <a:lnTo>
                  <a:pt x="185" y="90"/>
                </a:lnTo>
                <a:lnTo>
                  <a:pt x="181" y="79"/>
                </a:lnTo>
                <a:lnTo>
                  <a:pt x="181" y="65"/>
                </a:lnTo>
                <a:lnTo>
                  <a:pt x="181" y="51"/>
                </a:lnTo>
                <a:lnTo>
                  <a:pt x="185" y="39"/>
                </a:lnTo>
                <a:lnTo>
                  <a:pt x="195" y="23"/>
                </a:lnTo>
                <a:lnTo>
                  <a:pt x="209" y="9"/>
                </a:lnTo>
                <a:lnTo>
                  <a:pt x="223" y="4"/>
                </a:lnTo>
                <a:lnTo>
                  <a:pt x="234" y="0"/>
                </a:lnTo>
                <a:lnTo>
                  <a:pt x="252" y="0"/>
                </a:lnTo>
                <a:lnTo>
                  <a:pt x="270" y="0"/>
                </a:lnTo>
                <a:lnTo>
                  <a:pt x="282" y="4"/>
                </a:lnTo>
                <a:lnTo>
                  <a:pt x="294" y="9"/>
                </a:lnTo>
                <a:lnTo>
                  <a:pt x="307" y="23"/>
                </a:lnTo>
                <a:lnTo>
                  <a:pt x="317" y="39"/>
                </a:lnTo>
                <a:lnTo>
                  <a:pt x="323" y="51"/>
                </a:lnTo>
                <a:lnTo>
                  <a:pt x="323" y="65"/>
                </a:lnTo>
                <a:lnTo>
                  <a:pt x="323" y="79"/>
                </a:lnTo>
                <a:lnTo>
                  <a:pt x="317" y="90"/>
                </a:lnTo>
                <a:lnTo>
                  <a:pt x="305" y="110"/>
                </a:lnTo>
                <a:lnTo>
                  <a:pt x="305" y="118"/>
                </a:lnTo>
                <a:lnTo>
                  <a:pt x="309" y="130"/>
                </a:lnTo>
                <a:lnTo>
                  <a:pt x="323" y="142"/>
                </a:lnTo>
                <a:lnTo>
                  <a:pt x="327" y="14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72" name="Freeform 38"/>
          <p:cNvSpPr/>
          <p:nvPr/>
        </p:nvSpPr>
        <p:spPr bwMode="blackWhite">
          <a:xfrm>
            <a:off x="5341849" y="3908467"/>
            <a:ext cx="1269231" cy="1199247"/>
          </a:xfrm>
          <a:custGeom>
            <a:avLst/>
            <a:gdLst>
              <a:gd name="T0" fmla="*/ 3308 w 505"/>
              <a:gd name="T1" fmla="*/ 2758 h 507"/>
              <a:gd name="T2" fmla="*/ 3219 w 505"/>
              <a:gd name="T3" fmla="*/ 1694 h 507"/>
              <a:gd name="T4" fmla="*/ 3086 w 505"/>
              <a:gd name="T5" fmla="*/ 1672 h 507"/>
              <a:gd name="T6" fmla="*/ 2882 w 505"/>
              <a:gd name="T7" fmla="*/ 1772 h 507"/>
              <a:gd name="T8" fmla="*/ 2700 w 505"/>
              <a:gd name="T9" fmla="*/ 1760 h 507"/>
              <a:gd name="T10" fmla="*/ 2521 w 505"/>
              <a:gd name="T11" fmla="*/ 1682 h 507"/>
              <a:gd name="T12" fmla="*/ 2392 w 505"/>
              <a:gd name="T13" fmla="*/ 1541 h 507"/>
              <a:gd name="T14" fmla="*/ 2354 w 505"/>
              <a:gd name="T15" fmla="*/ 1377 h 507"/>
              <a:gd name="T16" fmla="*/ 2392 w 505"/>
              <a:gd name="T17" fmla="*/ 1219 h 507"/>
              <a:gd name="T18" fmla="*/ 2521 w 505"/>
              <a:gd name="T19" fmla="*/ 1064 h 507"/>
              <a:gd name="T20" fmla="*/ 2700 w 505"/>
              <a:gd name="T21" fmla="*/ 990 h 507"/>
              <a:gd name="T22" fmla="*/ 2882 w 505"/>
              <a:gd name="T23" fmla="*/ 990 h 507"/>
              <a:gd name="T24" fmla="*/ 3086 w 505"/>
              <a:gd name="T25" fmla="*/ 1076 h 507"/>
              <a:gd name="T26" fmla="*/ 3219 w 505"/>
              <a:gd name="T27" fmla="*/ 1055 h 507"/>
              <a:gd name="T28" fmla="*/ 3308 w 505"/>
              <a:gd name="T29" fmla="*/ 0 h 507"/>
              <a:gd name="T30" fmla="*/ 2122 w 505"/>
              <a:gd name="T31" fmla="*/ 12 h 507"/>
              <a:gd name="T32" fmla="*/ 2017 w 505"/>
              <a:gd name="T33" fmla="*/ 159 h 507"/>
              <a:gd name="T34" fmla="*/ 2098 w 505"/>
              <a:gd name="T35" fmla="*/ 301 h 507"/>
              <a:gd name="T36" fmla="*/ 2122 w 505"/>
              <a:gd name="T37" fmla="*/ 444 h 507"/>
              <a:gd name="T38" fmla="*/ 2098 w 505"/>
              <a:gd name="T39" fmla="*/ 590 h 507"/>
              <a:gd name="T40" fmla="*/ 1941 w 505"/>
              <a:gd name="T41" fmla="*/ 745 h 507"/>
              <a:gd name="T42" fmla="*/ 1768 w 505"/>
              <a:gd name="T43" fmla="*/ 810 h 507"/>
              <a:gd name="T44" fmla="*/ 1540 w 505"/>
              <a:gd name="T45" fmla="*/ 810 h 507"/>
              <a:gd name="T46" fmla="*/ 1383 w 505"/>
              <a:gd name="T47" fmla="*/ 745 h 507"/>
              <a:gd name="T48" fmla="*/ 1233 w 505"/>
              <a:gd name="T49" fmla="*/ 590 h 507"/>
              <a:gd name="T50" fmla="*/ 1194 w 505"/>
              <a:gd name="T51" fmla="*/ 444 h 507"/>
              <a:gd name="T52" fmla="*/ 1233 w 505"/>
              <a:gd name="T53" fmla="*/ 301 h 507"/>
              <a:gd name="T54" fmla="*/ 1302 w 505"/>
              <a:gd name="T55" fmla="*/ 159 h 507"/>
              <a:gd name="T56" fmla="*/ 1194 w 505"/>
              <a:gd name="T57" fmla="*/ 12 h 507"/>
              <a:gd name="T58" fmla="*/ 0 w 505"/>
              <a:gd name="T59" fmla="*/ 0 h 507"/>
              <a:gd name="T60" fmla="*/ 92 w 505"/>
              <a:gd name="T61" fmla="*/ 1055 h 507"/>
              <a:gd name="T62" fmla="*/ 225 w 505"/>
              <a:gd name="T63" fmla="*/ 1076 h 507"/>
              <a:gd name="T64" fmla="*/ 427 w 505"/>
              <a:gd name="T65" fmla="*/ 990 h 507"/>
              <a:gd name="T66" fmla="*/ 610 w 505"/>
              <a:gd name="T67" fmla="*/ 990 h 507"/>
              <a:gd name="T68" fmla="*/ 792 w 505"/>
              <a:gd name="T69" fmla="*/ 1064 h 507"/>
              <a:gd name="T70" fmla="*/ 917 w 505"/>
              <a:gd name="T71" fmla="*/ 1219 h 507"/>
              <a:gd name="T72" fmla="*/ 941 w 505"/>
              <a:gd name="T73" fmla="*/ 1377 h 507"/>
              <a:gd name="T74" fmla="*/ 917 w 505"/>
              <a:gd name="T75" fmla="*/ 1541 h 507"/>
              <a:gd name="T76" fmla="*/ 792 w 505"/>
              <a:gd name="T77" fmla="*/ 1682 h 507"/>
              <a:gd name="T78" fmla="*/ 610 w 505"/>
              <a:gd name="T79" fmla="*/ 1760 h 507"/>
              <a:gd name="T80" fmla="*/ 427 w 505"/>
              <a:gd name="T81" fmla="*/ 1772 h 507"/>
              <a:gd name="T82" fmla="*/ 225 w 505"/>
              <a:gd name="T83" fmla="*/ 1672 h 507"/>
              <a:gd name="T84" fmla="*/ 92 w 505"/>
              <a:gd name="T85" fmla="*/ 1694 h 507"/>
              <a:gd name="T86" fmla="*/ 0 w 505"/>
              <a:gd name="T87" fmla="*/ 1749 h 507"/>
              <a:gd name="T88" fmla="*/ 1205 w 505"/>
              <a:gd name="T89" fmla="*/ 2758 h 507"/>
              <a:gd name="T90" fmla="*/ 1317 w 505"/>
              <a:gd name="T91" fmla="*/ 2628 h 507"/>
              <a:gd name="T92" fmla="*/ 1233 w 505"/>
              <a:gd name="T93" fmla="*/ 2482 h 507"/>
              <a:gd name="T94" fmla="*/ 1194 w 505"/>
              <a:gd name="T95" fmla="*/ 2339 h 507"/>
              <a:gd name="T96" fmla="*/ 1233 w 505"/>
              <a:gd name="T97" fmla="*/ 2196 h 507"/>
              <a:gd name="T98" fmla="*/ 1383 w 505"/>
              <a:gd name="T99" fmla="*/ 2050 h 507"/>
              <a:gd name="T100" fmla="*/ 1551 w 505"/>
              <a:gd name="T101" fmla="*/ 1982 h 507"/>
              <a:gd name="T102" fmla="*/ 1781 w 505"/>
              <a:gd name="T103" fmla="*/ 1982 h 507"/>
              <a:gd name="T104" fmla="*/ 1941 w 505"/>
              <a:gd name="T105" fmla="*/ 2050 h 507"/>
              <a:gd name="T106" fmla="*/ 2098 w 505"/>
              <a:gd name="T107" fmla="*/ 2196 h 507"/>
              <a:gd name="T108" fmla="*/ 2135 w 505"/>
              <a:gd name="T109" fmla="*/ 2339 h 507"/>
              <a:gd name="T110" fmla="*/ 2098 w 505"/>
              <a:gd name="T111" fmla="*/ 2482 h 507"/>
              <a:gd name="T112" fmla="*/ 2017 w 505"/>
              <a:gd name="T113" fmla="*/ 2628 h 507"/>
              <a:gd name="T114" fmla="*/ 2122 w 505"/>
              <a:gd name="T115" fmla="*/ 2771 h 507"/>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505"/>
              <a:gd name="T175" fmla="*/ 0 h 507"/>
              <a:gd name="T176" fmla="*/ 505 w 505"/>
              <a:gd name="T177" fmla="*/ 507 h 507"/>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505" h="507">
                <a:moveTo>
                  <a:pt x="328" y="505"/>
                </a:moveTo>
                <a:lnTo>
                  <a:pt x="505" y="505"/>
                </a:lnTo>
                <a:lnTo>
                  <a:pt x="505" y="320"/>
                </a:lnTo>
                <a:lnTo>
                  <a:pt x="491" y="310"/>
                </a:lnTo>
                <a:lnTo>
                  <a:pt x="477" y="306"/>
                </a:lnTo>
                <a:lnTo>
                  <a:pt x="471" y="306"/>
                </a:lnTo>
                <a:lnTo>
                  <a:pt x="452" y="318"/>
                </a:lnTo>
                <a:lnTo>
                  <a:pt x="440" y="324"/>
                </a:lnTo>
                <a:lnTo>
                  <a:pt x="426" y="324"/>
                </a:lnTo>
                <a:lnTo>
                  <a:pt x="412" y="322"/>
                </a:lnTo>
                <a:lnTo>
                  <a:pt x="398" y="318"/>
                </a:lnTo>
                <a:lnTo>
                  <a:pt x="385" y="308"/>
                </a:lnTo>
                <a:lnTo>
                  <a:pt x="371" y="294"/>
                </a:lnTo>
                <a:lnTo>
                  <a:pt x="365" y="282"/>
                </a:lnTo>
                <a:lnTo>
                  <a:pt x="359" y="270"/>
                </a:lnTo>
                <a:lnTo>
                  <a:pt x="359" y="252"/>
                </a:lnTo>
                <a:lnTo>
                  <a:pt x="359" y="235"/>
                </a:lnTo>
                <a:lnTo>
                  <a:pt x="365" y="223"/>
                </a:lnTo>
                <a:lnTo>
                  <a:pt x="371" y="209"/>
                </a:lnTo>
                <a:lnTo>
                  <a:pt x="385" y="195"/>
                </a:lnTo>
                <a:lnTo>
                  <a:pt x="398" y="187"/>
                </a:lnTo>
                <a:lnTo>
                  <a:pt x="412" y="181"/>
                </a:lnTo>
                <a:lnTo>
                  <a:pt x="426" y="181"/>
                </a:lnTo>
                <a:lnTo>
                  <a:pt x="440" y="181"/>
                </a:lnTo>
                <a:lnTo>
                  <a:pt x="452" y="187"/>
                </a:lnTo>
                <a:lnTo>
                  <a:pt x="471" y="197"/>
                </a:lnTo>
                <a:lnTo>
                  <a:pt x="477" y="199"/>
                </a:lnTo>
                <a:lnTo>
                  <a:pt x="491" y="193"/>
                </a:lnTo>
                <a:lnTo>
                  <a:pt x="505" y="185"/>
                </a:lnTo>
                <a:lnTo>
                  <a:pt x="505" y="0"/>
                </a:lnTo>
                <a:lnTo>
                  <a:pt x="328" y="0"/>
                </a:lnTo>
                <a:lnTo>
                  <a:pt x="324" y="2"/>
                </a:lnTo>
                <a:lnTo>
                  <a:pt x="312" y="16"/>
                </a:lnTo>
                <a:lnTo>
                  <a:pt x="308" y="29"/>
                </a:lnTo>
                <a:lnTo>
                  <a:pt x="308" y="35"/>
                </a:lnTo>
                <a:lnTo>
                  <a:pt x="320" y="55"/>
                </a:lnTo>
                <a:lnTo>
                  <a:pt x="324" y="69"/>
                </a:lnTo>
                <a:lnTo>
                  <a:pt x="324" y="81"/>
                </a:lnTo>
                <a:lnTo>
                  <a:pt x="324" y="95"/>
                </a:lnTo>
                <a:lnTo>
                  <a:pt x="320" y="108"/>
                </a:lnTo>
                <a:lnTo>
                  <a:pt x="310" y="122"/>
                </a:lnTo>
                <a:lnTo>
                  <a:pt x="296" y="136"/>
                </a:lnTo>
                <a:lnTo>
                  <a:pt x="284" y="142"/>
                </a:lnTo>
                <a:lnTo>
                  <a:pt x="270" y="148"/>
                </a:lnTo>
                <a:lnTo>
                  <a:pt x="253" y="148"/>
                </a:lnTo>
                <a:lnTo>
                  <a:pt x="235" y="148"/>
                </a:lnTo>
                <a:lnTo>
                  <a:pt x="223" y="142"/>
                </a:lnTo>
                <a:lnTo>
                  <a:pt x="211" y="136"/>
                </a:lnTo>
                <a:lnTo>
                  <a:pt x="197" y="122"/>
                </a:lnTo>
                <a:lnTo>
                  <a:pt x="188" y="108"/>
                </a:lnTo>
                <a:lnTo>
                  <a:pt x="184" y="95"/>
                </a:lnTo>
                <a:lnTo>
                  <a:pt x="182" y="81"/>
                </a:lnTo>
                <a:lnTo>
                  <a:pt x="182" y="69"/>
                </a:lnTo>
                <a:lnTo>
                  <a:pt x="188" y="55"/>
                </a:lnTo>
                <a:lnTo>
                  <a:pt x="199" y="35"/>
                </a:lnTo>
                <a:lnTo>
                  <a:pt x="199" y="29"/>
                </a:lnTo>
                <a:lnTo>
                  <a:pt x="196" y="16"/>
                </a:lnTo>
                <a:lnTo>
                  <a:pt x="182" y="2"/>
                </a:lnTo>
                <a:lnTo>
                  <a:pt x="178" y="0"/>
                </a:lnTo>
                <a:lnTo>
                  <a:pt x="0" y="0"/>
                </a:lnTo>
                <a:lnTo>
                  <a:pt x="0" y="185"/>
                </a:lnTo>
                <a:lnTo>
                  <a:pt x="14" y="193"/>
                </a:lnTo>
                <a:lnTo>
                  <a:pt x="26" y="199"/>
                </a:lnTo>
                <a:lnTo>
                  <a:pt x="34" y="197"/>
                </a:lnTo>
                <a:lnTo>
                  <a:pt x="54" y="187"/>
                </a:lnTo>
                <a:lnTo>
                  <a:pt x="65" y="181"/>
                </a:lnTo>
                <a:lnTo>
                  <a:pt x="79" y="181"/>
                </a:lnTo>
                <a:lnTo>
                  <a:pt x="93" y="181"/>
                </a:lnTo>
                <a:lnTo>
                  <a:pt x="105" y="187"/>
                </a:lnTo>
                <a:lnTo>
                  <a:pt x="121" y="195"/>
                </a:lnTo>
                <a:lnTo>
                  <a:pt x="134" y="209"/>
                </a:lnTo>
                <a:lnTo>
                  <a:pt x="140" y="223"/>
                </a:lnTo>
                <a:lnTo>
                  <a:pt x="144" y="235"/>
                </a:lnTo>
                <a:lnTo>
                  <a:pt x="144" y="252"/>
                </a:lnTo>
                <a:lnTo>
                  <a:pt x="144" y="270"/>
                </a:lnTo>
                <a:lnTo>
                  <a:pt x="140" y="282"/>
                </a:lnTo>
                <a:lnTo>
                  <a:pt x="134" y="294"/>
                </a:lnTo>
                <a:lnTo>
                  <a:pt x="121" y="308"/>
                </a:lnTo>
                <a:lnTo>
                  <a:pt x="105" y="318"/>
                </a:lnTo>
                <a:lnTo>
                  <a:pt x="93" y="322"/>
                </a:lnTo>
                <a:lnTo>
                  <a:pt x="79" y="324"/>
                </a:lnTo>
                <a:lnTo>
                  <a:pt x="65" y="324"/>
                </a:lnTo>
                <a:lnTo>
                  <a:pt x="54" y="318"/>
                </a:lnTo>
                <a:lnTo>
                  <a:pt x="34" y="306"/>
                </a:lnTo>
                <a:lnTo>
                  <a:pt x="26" y="306"/>
                </a:lnTo>
                <a:lnTo>
                  <a:pt x="14" y="310"/>
                </a:lnTo>
                <a:lnTo>
                  <a:pt x="0" y="324"/>
                </a:lnTo>
                <a:lnTo>
                  <a:pt x="0" y="320"/>
                </a:lnTo>
                <a:lnTo>
                  <a:pt x="0" y="505"/>
                </a:lnTo>
                <a:lnTo>
                  <a:pt x="184" y="505"/>
                </a:lnTo>
                <a:lnTo>
                  <a:pt x="196" y="493"/>
                </a:lnTo>
                <a:lnTo>
                  <a:pt x="201" y="481"/>
                </a:lnTo>
                <a:lnTo>
                  <a:pt x="201" y="474"/>
                </a:lnTo>
                <a:lnTo>
                  <a:pt x="188" y="454"/>
                </a:lnTo>
                <a:lnTo>
                  <a:pt x="184" y="442"/>
                </a:lnTo>
                <a:lnTo>
                  <a:pt x="182" y="428"/>
                </a:lnTo>
                <a:lnTo>
                  <a:pt x="184" y="414"/>
                </a:lnTo>
                <a:lnTo>
                  <a:pt x="188" y="402"/>
                </a:lnTo>
                <a:lnTo>
                  <a:pt x="197" y="387"/>
                </a:lnTo>
                <a:lnTo>
                  <a:pt x="211" y="375"/>
                </a:lnTo>
                <a:lnTo>
                  <a:pt x="223" y="367"/>
                </a:lnTo>
                <a:lnTo>
                  <a:pt x="237" y="363"/>
                </a:lnTo>
                <a:lnTo>
                  <a:pt x="253" y="363"/>
                </a:lnTo>
                <a:lnTo>
                  <a:pt x="272" y="363"/>
                </a:lnTo>
                <a:lnTo>
                  <a:pt x="284" y="367"/>
                </a:lnTo>
                <a:lnTo>
                  <a:pt x="296" y="375"/>
                </a:lnTo>
                <a:lnTo>
                  <a:pt x="310" y="387"/>
                </a:lnTo>
                <a:lnTo>
                  <a:pt x="320" y="402"/>
                </a:lnTo>
                <a:lnTo>
                  <a:pt x="324" y="414"/>
                </a:lnTo>
                <a:lnTo>
                  <a:pt x="326" y="428"/>
                </a:lnTo>
                <a:lnTo>
                  <a:pt x="324" y="442"/>
                </a:lnTo>
                <a:lnTo>
                  <a:pt x="320" y="454"/>
                </a:lnTo>
                <a:lnTo>
                  <a:pt x="308" y="474"/>
                </a:lnTo>
                <a:lnTo>
                  <a:pt x="308" y="481"/>
                </a:lnTo>
                <a:lnTo>
                  <a:pt x="312" y="493"/>
                </a:lnTo>
                <a:lnTo>
                  <a:pt x="324" y="507"/>
                </a:lnTo>
                <a:lnTo>
                  <a:pt x="328" y="505"/>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73" name="Freeform 39"/>
          <p:cNvSpPr/>
          <p:nvPr/>
        </p:nvSpPr>
        <p:spPr bwMode="blackWhite">
          <a:xfrm>
            <a:off x="6248443" y="3908467"/>
            <a:ext cx="1626495" cy="1544383"/>
          </a:xfrm>
          <a:custGeom>
            <a:avLst/>
            <a:gdLst>
              <a:gd name="T0" fmla="*/ 4229 w 648"/>
              <a:gd name="T1" fmla="*/ 0 h 653"/>
              <a:gd name="T2" fmla="*/ 4156 w 648"/>
              <a:gd name="T3" fmla="*/ 1055 h 653"/>
              <a:gd name="T4" fmla="*/ 4012 w 648"/>
              <a:gd name="T5" fmla="*/ 1076 h 653"/>
              <a:gd name="T6" fmla="*/ 3807 w 648"/>
              <a:gd name="T7" fmla="*/ 990 h 653"/>
              <a:gd name="T8" fmla="*/ 3642 w 648"/>
              <a:gd name="T9" fmla="*/ 990 h 653"/>
              <a:gd name="T10" fmla="*/ 3448 w 648"/>
              <a:gd name="T11" fmla="*/ 1064 h 653"/>
              <a:gd name="T12" fmla="*/ 3315 w 648"/>
              <a:gd name="T13" fmla="*/ 1219 h 653"/>
              <a:gd name="T14" fmla="*/ 3297 w 648"/>
              <a:gd name="T15" fmla="*/ 1377 h 653"/>
              <a:gd name="T16" fmla="*/ 3315 w 648"/>
              <a:gd name="T17" fmla="*/ 1541 h 653"/>
              <a:gd name="T18" fmla="*/ 3448 w 648"/>
              <a:gd name="T19" fmla="*/ 1682 h 653"/>
              <a:gd name="T20" fmla="*/ 3642 w 648"/>
              <a:gd name="T21" fmla="*/ 1759 h 653"/>
              <a:gd name="T22" fmla="*/ 3807 w 648"/>
              <a:gd name="T23" fmla="*/ 1772 h 653"/>
              <a:gd name="T24" fmla="*/ 4012 w 648"/>
              <a:gd name="T25" fmla="*/ 1671 h 653"/>
              <a:gd name="T26" fmla="*/ 4156 w 648"/>
              <a:gd name="T27" fmla="*/ 1694 h 653"/>
              <a:gd name="T28" fmla="*/ 4229 w 648"/>
              <a:gd name="T29" fmla="*/ 2758 h 653"/>
              <a:gd name="T30" fmla="*/ 3059 w 648"/>
              <a:gd name="T31" fmla="*/ 2770 h 653"/>
              <a:gd name="T32" fmla="*/ 2943 w 648"/>
              <a:gd name="T33" fmla="*/ 2922 h 653"/>
              <a:gd name="T34" fmla="*/ 3022 w 648"/>
              <a:gd name="T35" fmla="*/ 3057 h 653"/>
              <a:gd name="T36" fmla="*/ 3059 w 648"/>
              <a:gd name="T37" fmla="*/ 3200 h 653"/>
              <a:gd name="T38" fmla="*/ 3022 w 648"/>
              <a:gd name="T39" fmla="*/ 3353 h 653"/>
              <a:gd name="T40" fmla="*/ 2878 w 648"/>
              <a:gd name="T41" fmla="*/ 3501 h 653"/>
              <a:gd name="T42" fmla="*/ 2714 w 648"/>
              <a:gd name="T43" fmla="*/ 3566 h 653"/>
              <a:gd name="T44" fmla="*/ 2480 w 648"/>
              <a:gd name="T45" fmla="*/ 3566 h 653"/>
              <a:gd name="T46" fmla="*/ 2330 w 648"/>
              <a:gd name="T47" fmla="*/ 3501 h 653"/>
              <a:gd name="T48" fmla="*/ 2172 w 648"/>
              <a:gd name="T49" fmla="*/ 3353 h 653"/>
              <a:gd name="T50" fmla="*/ 2134 w 648"/>
              <a:gd name="T51" fmla="*/ 3200 h 653"/>
              <a:gd name="T52" fmla="*/ 2172 w 648"/>
              <a:gd name="T53" fmla="*/ 3057 h 653"/>
              <a:gd name="T54" fmla="*/ 2252 w 648"/>
              <a:gd name="T55" fmla="*/ 2922 h 653"/>
              <a:gd name="T56" fmla="*/ 2134 w 648"/>
              <a:gd name="T57" fmla="*/ 2758 h 653"/>
              <a:gd name="T58" fmla="*/ 940 w 648"/>
              <a:gd name="T59" fmla="*/ 1749 h 653"/>
              <a:gd name="T60" fmla="*/ 848 w 648"/>
              <a:gd name="T61" fmla="*/ 1694 h 653"/>
              <a:gd name="T62" fmla="*/ 719 w 648"/>
              <a:gd name="T63" fmla="*/ 1671 h 653"/>
              <a:gd name="T64" fmla="*/ 518 w 648"/>
              <a:gd name="T65" fmla="*/ 1772 h 653"/>
              <a:gd name="T66" fmla="*/ 333 w 648"/>
              <a:gd name="T67" fmla="*/ 1759 h 653"/>
              <a:gd name="T68" fmla="*/ 157 w 648"/>
              <a:gd name="T69" fmla="*/ 1682 h 653"/>
              <a:gd name="T70" fmla="*/ 24 w 648"/>
              <a:gd name="T71" fmla="*/ 1541 h 653"/>
              <a:gd name="T72" fmla="*/ 0 w 648"/>
              <a:gd name="T73" fmla="*/ 1377 h 653"/>
              <a:gd name="T74" fmla="*/ 24 w 648"/>
              <a:gd name="T75" fmla="*/ 1219 h 653"/>
              <a:gd name="T76" fmla="*/ 157 w 648"/>
              <a:gd name="T77" fmla="*/ 1064 h 653"/>
              <a:gd name="T78" fmla="*/ 333 w 648"/>
              <a:gd name="T79" fmla="*/ 990 h 653"/>
              <a:gd name="T80" fmla="*/ 518 w 648"/>
              <a:gd name="T81" fmla="*/ 990 h 653"/>
              <a:gd name="T82" fmla="*/ 719 w 648"/>
              <a:gd name="T83" fmla="*/ 1076 h 653"/>
              <a:gd name="T84" fmla="*/ 848 w 648"/>
              <a:gd name="T85" fmla="*/ 1055 h 653"/>
              <a:gd name="T86" fmla="*/ 940 w 648"/>
              <a:gd name="T87" fmla="*/ 0 h 653"/>
              <a:gd name="T88" fmla="*/ 2134 w 648"/>
              <a:gd name="T89" fmla="*/ 12 h 653"/>
              <a:gd name="T90" fmla="*/ 2252 w 648"/>
              <a:gd name="T91" fmla="*/ 158 h 653"/>
              <a:gd name="T92" fmla="*/ 2162 w 648"/>
              <a:gd name="T93" fmla="*/ 301 h 653"/>
              <a:gd name="T94" fmla="*/ 2134 w 648"/>
              <a:gd name="T95" fmla="*/ 444 h 653"/>
              <a:gd name="T96" fmla="*/ 2162 w 648"/>
              <a:gd name="T97" fmla="*/ 590 h 653"/>
              <a:gd name="T98" fmla="*/ 2315 w 648"/>
              <a:gd name="T99" fmla="*/ 745 h 653"/>
              <a:gd name="T100" fmla="*/ 2480 w 648"/>
              <a:gd name="T101" fmla="*/ 810 h 653"/>
              <a:gd name="T102" fmla="*/ 2714 w 648"/>
              <a:gd name="T103" fmla="*/ 810 h 653"/>
              <a:gd name="T104" fmla="*/ 2863 w 648"/>
              <a:gd name="T105" fmla="*/ 745 h 653"/>
              <a:gd name="T106" fmla="*/ 3022 w 648"/>
              <a:gd name="T107" fmla="*/ 590 h 653"/>
              <a:gd name="T108" fmla="*/ 3059 w 648"/>
              <a:gd name="T109" fmla="*/ 444 h 653"/>
              <a:gd name="T110" fmla="*/ 3022 w 648"/>
              <a:gd name="T111" fmla="*/ 301 h 653"/>
              <a:gd name="T112" fmla="*/ 2943 w 648"/>
              <a:gd name="T113" fmla="*/ 158 h 653"/>
              <a:gd name="T114" fmla="*/ 3059 w 648"/>
              <a:gd name="T115" fmla="*/ 12 h 653"/>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48"/>
              <a:gd name="T175" fmla="*/ 0 h 653"/>
              <a:gd name="T176" fmla="*/ 648 w 648"/>
              <a:gd name="T177" fmla="*/ 653 h 653"/>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48" h="653">
                <a:moveTo>
                  <a:pt x="473" y="0"/>
                </a:moveTo>
                <a:lnTo>
                  <a:pt x="648" y="0"/>
                </a:lnTo>
                <a:lnTo>
                  <a:pt x="648" y="185"/>
                </a:lnTo>
                <a:lnTo>
                  <a:pt x="637" y="193"/>
                </a:lnTo>
                <a:lnTo>
                  <a:pt x="623" y="199"/>
                </a:lnTo>
                <a:lnTo>
                  <a:pt x="615" y="197"/>
                </a:lnTo>
                <a:lnTo>
                  <a:pt x="597" y="187"/>
                </a:lnTo>
                <a:lnTo>
                  <a:pt x="583" y="181"/>
                </a:lnTo>
                <a:lnTo>
                  <a:pt x="570" y="181"/>
                </a:lnTo>
                <a:lnTo>
                  <a:pt x="558" y="181"/>
                </a:lnTo>
                <a:lnTo>
                  <a:pt x="544" y="187"/>
                </a:lnTo>
                <a:lnTo>
                  <a:pt x="528" y="195"/>
                </a:lnTo>
                <a:lnTo>
                  <a:pt x="516" y="209"/>
                </a:lnTo>
                <a:lnTo>
                  <a:pt x="508" y="223"/>
                </a:lnTo>
                <a:lnTo>
                  <a:pt x="505" y="235"/>
                </a:lnTo>
                <a:lnTo>
                  <a:pt x="505" y="252"/>
                </a:lnTo>
                <a:lnTo>
                  <a:pt x="505" y="270"/>
                </a:lnTo>
                <a:lnTo>
                  <a:pt x="508" y="282"/>
                </a:lnTo>
                <a:lnTo>
                  <a:pt x="516" y="294"/>
                </a:lnTo>
                <a:lnTo>
                  <a:pt x="528" y="308"/>
                </a:lnTo>
                <a:lnTo>
                  <a:pt x="544" y="318"/>
                </a:lnTo>
                <a:lnTo>
                  <a:pt x="558" y="322"/>
                </a:lnTo>
                <a:lnTo>
                  <a:pt x="570" y="324"/>
                </a:lnTo>
                <a:lnTo>
                  <a:pt x="583" y="324"/>
                </a:lnTo>
                <a:lnTo>
                  <a:pt x="597" y="318"/>
                </a:lnTo>
                <a:lnTo>
                  <a:pt x="615" y="306"/>
                </a:lnTo>
                <a:lnTo>
                  <a:pt x="623" y="306"/>
                </a:lnTo>
                <a:lnTo>
                  <a:pt x="637" y="310"/>
                </a:lnTo>
                <a:lnTo>
                  <a:pt x="648" y="320"/>
                </a:lnTo>
                <a:lnTo>
                  <a:pt x="648" y="505"/>
                </a:lnTo>
                <a:lnTo>
                  <a:pt x="473" y="505"/>
                </a:lnTo>
                <a:lnTo>
                  <a:pt x="469" y="507"/>
                </a:lnTo>
                <a:lnTo>
                  <a:pt x="455" y="521"/>
                </a:lnTo>
                <a:lnTo>
                  <a:pt x="451" y="535"/>
                </a:lnTo>
                <a:lnTo>
                  <a:pt x="451" y="541"/>
                </a:lnTo>
                <a:lnTo>
                  <a:pt x="463" y="560"/>
                </a:lnTo>
                <a:lnTo>
                  <a:pt x="469" y="572"/>
                </a:lnTo>
                <a:lnTo>
                  <a:pt x="469" y="586"/>
                </a:lnTo>
                <a:lnTo>
                  <a:pt x="469" y="600"/>
                </a:lnTo>
                <a:lnTo>
                  <a:pt x="463" y="614"/>
                </a:lnTo>
                <a:lnTo>
                  <a:pt x="455" y="628"/>
                </a:lnTo>
                <a:lnTo>
                  <a:pt x="441" y="641"/>
                </a:lnTo>
                <a:lnTo>
                  <a:pt x="428" y="647"/>
                </a:lnTo>
                <a:lnTo>
                  <a:pt x="416" y="653"/>
                </a:lnTo>
                <a:lnTo>
                  <a:pt x="398" y="653"/>
                </a:lnTo>
                <a:lnTo>
                  <a:pt x="380" y="653"/>
                </a:lnTo>
                <a:lnTo>
                  <a:pt x="369" y="647"/>
                </a:lnTo>
                <a:lnTo>
                  <a:pt x="357" y="641"/>
                </a:lnTo>
                <a:lnTo>
                  <a:pt x="343" y="628"/>
                </a:lnTo>
                <a:lnTo>
                  <a:pt x="333" y="614"/>
                </a:lnTo>
                <a:lnTo>
                  <a:pt x="327" y="600"/>
                </a:lnTo>
                <a:lnTo>
                  <a:pt x="327" y="586"/>
                </a:lnTo>
                <a:lnTo>
                  <a:pt x="327" y="572"/>
                </a:lnTo>
                <a:lnTo>
                  <a:pt x="333" y="560"/>
                </a:lnTo>
                <a:lnTo>
                  <a:pt x="345" y="541"/>
                </a:lnTo>
                <a:lnTo>
                  <a:pt x="345" y="535"/>
                </a:lnTo>
                <a:lnTo>
                  <a:pt x="341" y="521"/>
                </a:lnTo>
                <a:lnTo>
                  <a:pt x="327" y="505"/>
                </a:lnTo>
                <a:lnTo>
                  <a:pt x="144" y="505"/>
                </a:lnTo>
                <a:lnTo>
                  <a:pt x="144" y="320"/>
                </a:lnTo>
                <a:lnTo>
                  <a:pt x="144" y="324"/>
                </a:lnTo>
                <a:lnTo>
                  <a:pt x="130" y="310"/>
                </a:lnTo>
                <a:lnTo>
                  <a:pt x="118" y="306"/>
                </a:lnTo>
                <a:lnTo>
                  <a:pt x="110" y="306"/>
                </a:lnTo>
                <a:lnTo>
                  <a:pt x="91" y="318"/>
                </a:lnTo>
                <a:lnTo>
                  <a:pt x="79" y="324"/>
                </a:lnTo>
                <a:lnTo>
                  <a:pt x="65" y="324"/>
                </a:lnTo>
                <a:lnTo>
                  <a:pt x="51" y="322"/>
                </a:lnTo>
                <a:lnTo>
                  <a:pt x="39" y="318"/>
                </a:lnTo>
                <a:lnTo>
                  <a:pt x="24" y="308"/>
                </a:lnTo>
                <a:lnTo>
                  <a:pt x="10" y="294"/>
                </a:lnTo>
                <a:lnTo>
                  <a:pt x="4" y="282"/>
                </a:lnTo>
                <a:lnTo>
                  <a:pt x="0" y="270"/>
                </a:lnTo>
                <a:lnTo>
                  <a:pt x="0" y="252"/>
                </a:lnTo>
                <a:lnTo>
                  <a:pt x="0" y="235"/>
                </a:lnTo>
                <a:lnTo>
                  <a:pt x="4" y="223"/>
                </a:lnTo>
                <a:lnTo>
                  <a:pt x="10" y="209"/>
                </a:lnTo>
                <a:lnTo>
                  <a:pt x="24" y="195"/>
                </a:lnTo>
                <a:lnTo>
                  <a:pt x="39" y="187"/>
                </a:lnTo>
                <a:lnTo>
                  <a:pt x="51" y="181"/>
                </a:lnTo>
                <a:lnTo>
                  <a:pt x="65" y="181"/>
                </a:lnTo>
                <a:lnTo>
                  <a:pt x="79" y="181"/>
                </a:lnTo>
                <a:lnTo>
                  <a:pt x="91" y="187"/>
                </a:lnTo>
                <a:lnTo>
                  <a:pt x="110" y="197"/>
                </a:lnTo>
                <a:lnTo>
                  <a:pt x="118" y="199"/>
                </a:lnTo>
                <a:lnTo>
                  <a:pt x="130" y="193"/>
                </a:lnTo>
                <a:lnTo>
                  <a:pt x="144" y="185"/>
                </a:lnTo>
                <a:lnTo>
                  <a:pt x="144" y="0"/>
                </a:lnTo>
                <a:lnTo>
                  <a:pt x="321" y="0"/>
                </a:lnTo>
                <a:lnTo>
                  <a:pt x="327" y="2"/>
                </a:lnTo>
                <a:lnTo>
                  <a:pt x="341" y="16"/>
                </a:lnTo>
                <a:lnTo>
                  <a:pt x="345" y="29"/>
                </a:lnTo>
                <a:lnTo>
                  <a:pt x="345" y="35"/>
                </a:lnTo>
                <a:lnTo>
                  <a:pt x="331" y="55"/>
                </a:lnTo>
                <a:lnTo>
                  <a:pt x="327" y="69"/>
                </a:lnTo>
                <a:lnTo>
                  <a:pt x="327" y="81"/>
                </a:lnTo>
                <a:lnTo>
                  <a:pt x="327" y="95"/>
                </a:lnTo>
                <a:lnTo>
                  <a:pt x="331" y="108"/>
                </a:lnTo>
                <a:lnTo>
                  <a:pt x="341" y="122"/>
                </a:lnTo>
                <a:lnTo>
                  <a:pt x="355" y="136"/>
                </a:lnTo>
                <a:lnTo>
                  <a:pt x="367" y="142"/>
                </a:lnTo>
                <a:lnTo>
                  <a:pt x="380" y="148"/>
                </a:lnTo>
                <a:lnTo>
                  <a:pt x="398" y="148"/>
                </a:lnTo>
                <a:lnTo>
                  <a:pt x="416" y="148"/>
                </a:lnTo>
                <a:lnTo>
                  <a:pt x="428" y="142"/>
                </a:lnTo>
                <a:lnTo>
                  <a:pt x="439" y="136"/>
                </a:lnTo>
                <a:lnTo>
                  <a:pt x="453" y="122"/>
                </a:lnTo>
                <a:lnTo>
                  <a:pt x="463" y="108"/>
                </a:lnTo>
                <a:lnTo>
                  <a:pt x="467" y="95"/>
                </a:lnTo>
                <a:lnTo>
                  <a:pt x="469" y="81"/>
                </a:lnTo>
                <a:lnTo>
                  <a:pt x="469" y="69"/>
                </a:lnTo>
                <a:lnTo>
                  <a:pt x="463" y="55"/>
                </a:lnTo>
                <a:lnTo>
                  <a:pt x="451" y="35"/>
                </a:lnTo>
                <a:lnTo>
                  <a:pt x="451" y="29"/>
                </a:lnTo>
                <a:lnTo>
                  <a:pt x="455" y="16"/>
                </a:lnTo>
                <a:lnTo>
                  <a:pt x="469" y="2"/>
                </a:lnTo>
                <a:lnTo>
                  <a:pt x="473" y="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74" name="Freeform 40"/>
          <p:cNvSpPr/>
          <p:nvPr/>
        </p:nvSpPr>
        <p:spPr bwMode="blackWhite">
          <a:xfrm>
            <a:off x="7516329" y="3572732"/>
            <a:ext cx="1990475" cy="1880118"/>
          </a:xfrm>
          <a:custGeom>
            <a:avLst/>
            <a:gdLst>
              <a:gd name="T0" fmla="*/ 4226 w 794"/>
              <a:gd name="T1" fmla="*/ 775 h 795"/>
              <a:gd name="T2" fmla="*/ 4306 w 794"/>
              <a:gd name="T3" fmla="*/ 1830 h 795"/>
              <a:gd name="T4" fmla="*/ 4442 w 794"/>
              <a:gd name="T5" fmla="*/ 1851 h 795"/>
              <a:gd name="T6" fmla="*/ 4651 w 794"/>
              <a:gd name="T7" fmla="*/ 1765 h 795"/>
              <a:gd name="T8" fmla="*/ 4812 w 794"/>
              <a:gd name="T9" fmla="*/ 1765 h 795"/>
              <a:gd name="T10" fmla="*/ 4993 w 794"/>
              <a:gd name="T11" fmla="*/ 1838 h 795"/>
              <a:gd name="T12" fmla="*/ 5125 w 794"/>
              <a:gd name="T13" fmla="*/ 1993 h 795"/>
              <a:gd name="T14" fmla="*/ 5163 w 794"/>
              <a:gd name="T15" fmla="*/ 2152 h 795"/>
              <a:gd name="T16" fmla="*/ 5125 w 794"/>
              <a:gd name="T17" fmla="*/ 2316 h 795"/>
              <a:gd name="T18" fmla="*/ 4993 w 794"/>
              <a:gd name="T19" fmla="*/ 2457 h 795"/>
              <a:gd name="T20" fmla="*/ 4812 w 794"/>
              <a:gd name="T21" fmla="*/ 2534 h 795"/>
              <a:gd name="T22" fmla="*/ 4651 w 794"/>
              <a:gd name="T23" fmla="*/ 2546 h 795"/>
              <a:gd name="T24" fmla="*/ 4427 w 794"/>
              <a:gd name="T25" fmla="*/ 2446 h 795"/>
              <a:gd name="T26" fmla="*/ 4306 w 794"/>
              <a:gd name="T27" fmla="*/ 2469 h 795"/>
              <a:gd name="T28" fmla="*/ 4226 w 794"/>
              <a:gd name="T29" fmla="*/ 3533 h 795"/>
              <a:gd name="T30" fmla="*/ 3039 w 794"/>
              <a:gd name="T31" fmla="*/ 3545 h 795"/>
              <a:gd name="T32" fmla="*/ 2934 w 794"/>
              <a:gd name="T33" fmla="*/ 3696 h 795"/>
              <a:gd name="T34" fmla="*/ 2996 w 794"/>
              <a:gd name="T35" fmla="*/ 3846 h 795"/>
              <a:gd name="T36" fmla="*/ 3048 w 794"/>
              <a:gd name="T37" fmla="*/ 3989 h 795"/>
              <a:gd name="T38" fmla="*/ 2996 w 794"/>
              <a:gd name="T39" fmla="*/ 4128 h 795"/>
              <a:gd name="T40" fmla="*/ 2854 w 794"/>
              <a:gd name="T41" fmla="*/ 4276 h 795"/>
              <a:gd name="T42" fmla="*/ 2686 w 794"/>
              <a:gd name="T43" fmla="*/ 4341 h 795"/>
              <a:gd name="T44" fmla="*/ 2460 w 794"/>
              <a:gd name="T45" fmla="*/ 4341 h 795"/>
              <a:gd name="T46" fmla="*/ 2303 w 794"/>
              <a:gd name="T47" fmla="*/ 4276 h 795"/>
              <a:gd name="T48" fmla="*/ 2152 w 794"/>
              <a:gd name="T49" fmla="*/ 4128 h 795"/>
              <a:gd name="T50" fmla="*/ 2115 w 794"/>
              <a:gd name="T51" fmla="*/ 3989 h 795"/>
              <a:gd name="T52" fmla="*/ 2152 w 794"/>
              <a:gd name="T53" fmla="*/ 3846 h 795"/>
              <a:gd name="T54" fmla="*/ 2223 w 794"/>
              <a:gd name="T55" fmla="*/ 3696 h 795"/>
              <a:gd name="T56" fmla="*/ 2126 w 794"/>
              <a:gd name="T57" fmla="*/ 3533 h 795"/>
              <a:gd name="T58" fmla="*/ 930 w 794"/>
              <a:gd name="T59" fmla="*/ 2524 h 795"/>
              <a:gd name="T60" fmla="*/ 857 w 794"/>
              <a:gd name="T61" fmla="*/ 2469 h 795"/>
              <a:gd name="T62" fmla="*/ 728 w 794"/>
              <a:gd name="T63" fmla="*/ 2446 h 795"/>
              <a:gd name="T64" fmla="*/ 510 w 794"/>
              <a:gd name="T65" fmla="*/ 2546 h 795"/>
              <a:gd name="T66" fmla="*/ 345 w 794"/>
              <a:gd name="T67" fmla="*/ 2534 h 795"/>
              <a:gd name="T68" fmla="*/ 149 w 794"/>
              <a:gd name="T69" fmla="*/ 2457 h 795"/>
              <a:gd name="T70" fmla="*/ 32 w 794"/>
              <a:gd name="T71" fmla="*/ 2316 h 795"/>
              <a:gd name="T72" fmla="*/ 0 w 794"/>
              <a:gd name="T73" fmla="*/ 2152 h 795"/>
              <a:gd name="T74" fmla="*/ 32 w 794"/>
              <a:gd name="T75" fmla="*/ 1993 h 795"/>
              <a:gd name="T76" fmla="*/ 149 w 794"/>
              <a:gd name="T77" fmla="*/ 1838 h 795"/>
              <a:gd name="T78" fmla="*/ 345 w 794"/>
              <a:gd name="T79" fmla="*/ 1765 h 795"/>
              <a:gd name="T80" fmla="*/ 510 w 794"/>
              <a:gd name="T81" fmla="*/ 1765 h 795"/>
              <a:gd name="T82" fmla="*/ 715 w 794"/>
              <a:gd name="T83" fmla="*/ 1851 h 795"/>
              <a:gd name="T84" fmla="*/ 857 w 794"/>
              <a:gd name="T85" fmla="*/ 1830 h 795"/>
              <a:gd name="T86" fmla="*/ 930 w 794"/>
              <a:gd name="T87" fmla="*/ 775 h 795"/>
              <a:gd name="T88" fmla="*/ 2115 w 794"/>
              <a:gd name="T89" fmla="*/ 787 h 795"/>
              <a:gd name="T90" fmla="*/ 2223 w 794"/>
              <a:gd name="T91" fmla="*/ 645 h 795"/>
              <a:gd name="T92" fmla="*/ 2152 w 794"/>
              <a:gd name="T93" fmla="*/ 502 h 795"/>
              <a:gd name="T94" fmla="*/ 2115 w 794"/>
              <a:gd name="T95" fmla="*/ 354 h 795"/>
              <a:gd name="T96" fmla="*/ 2152 w 794"/>
              <a:gd name="T97" fmla="*/ 215 h 795"/>
              <a:gd name="T98" fmla="*/ 2288 w 794"/>
              <a:gd name="T99" fmla="*/ 58 h 795"/>
              <a:gd name="T100" fmla="*/ 2460 w 794"/>
              <a:gd name="T101" fmla="*/ 0 h 795"/>
              <a:gd name="T102" fmla="*/ 2686 w 794"/>
              <a:gd name="T103" fmla="*/ 0 h 795"/>
              <a:gd name="T104" fmla="*/ 2854 w 794"/>
              <a:gd name="T105" fmla="*/ 58 h 795"/>
              <a:gd name="T106" fmla="*/ 2996 w 794"/>
              <a:gd name="T107" fmla="*/ 215 h 795"/>
              <a:gd name="T108" fmla="*/ 3039 w 794"/>
              <a:gd name="T109" fmla="*/ 354 h 795"/>
              <a:gd name="T110" fmla="*/ 2996 w 794"/>
              <a:gd name="T111" fmla="*/ 502 h 795"/>
              <a:gd name="T112" fmla="*/ 2919 w 794"/>
              <a:gd name="T113" fmla="*/ 645 h 795"/>
              <a:gd name="T114" fmla="*/ 3039 w 794"/>
              <a:gd name="T115" fmla="*/ 787 h 795"/>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794"/>
              <a:gd name="T175" fmla="*/ 0 h 795"/>
              <a:gd name="T176" fmla="*/ 794 w 794"/>
              <a:gd name="T177" fmla="*/ 795 h 795"/>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794" h="795">
                <a:moveTo>
                  <a:pt x="465" y="142"/>
                </a:moveTo>
                <a:lnTo>
                  <a:pt x="650" y="142"/>
                </a:lnTo>
                <a:lnTo>
                  <a:pt x="650" y="317"/>
                </a:lnTo>
                <a:lnTo>
                  <a:pt x="662" y="335"/>
                </a:lnTo>
                <a:lnTo>
                  <a:pt x="675" y="341"/>
                </a:lnTo>
                <a:lnTo>
                  <a:pt x="683" y="339"/>
                </a:lnTo>
                <a:lnTo>
                  <a:pt x="701" y="329"/>
                </a:lnTo>
                <a:lnTo>
                  <a:pt x="715" y="323"/>
                </a:lnTo>
                <a:lnTo>
                  <a:pt x="729" y="323"/>
                </a:lnTo>
                <a:lnTo>
                  <a:pt x="740" y="323"/>
                </a:lnTo>
                <a:lnTo>
                  <a:pt x="754" y="329"/>
                </a:lnTo>
                <a:lnTo>
                  <a:pt x="768" y="337"/>
                </a:lnTo>
                <a:lnTo>
                  <a:pt x="782" y="351"/>
                </a:lnTo>
                <a:lnTo>
                  <a:pt x="788" y="365"/>
                </a:lnTo>
                <a:lnTo>
                  <a:pt x="794" y="377"/>
                </a:lnTo>
                <a:lnTo>
                  <a:pt x="794" y="394"/>
                </a:lnTo>
                <a:lnTo>
                  <a:pt x="794" y="412"/>
                </a:lnTo>
                <a:lnTo>
                  <a:pt x="788" y="424"/>
                </a:lnTo>
                <a:lnTo>
                  <a:pt x="782" y="436"/>
                </a:lnTo>
                <a:lnTo>
                  <a:pt x="768" y="450"/>
                </a:lnTo>
                <a:lnTo>
                  <a:pt x="754" y="460"/>
                </a:lnTo>
                <a:lnTo>
                  <a:pt x="740" y="464"/>
                </a:lnTo>
                <a:lnTo>
                  <a:pt x="729" y="466"/>
                </a:lnTo>
                <a:lnTo>
                  <a:pt x="715" y="466"/>
                </a:lnTo>
                <a:lnTo>
                  <a:pt x="701" y="460"/>
                </a:lnTo>
                <a:lnTo>
                  <a:pt x="681" y="448"/>
                </a:lnTo>
                <a:lnTo>
                  <a:pt x="675" y="448"/>
                </a:lnTo>
                <a:lnTo>
                  <a:pt x="662" y="452"/>
                </a:lnTo>
                <a:lnTo>
                  <a:pt x="650" y="462"/>
                </a:lnTo>
                <a:lnTo>
                  <a:pt x="650" y="647"/>
                </a:lnTo>
                <a:lnTo>
                  <a:pt x="472" y="647"/>
                </a:lnTo>
                <a:lnTo>
                  <a:pt x="467" y="649"/>
                </a:lnTo>
                <a:lnTo>
                  <a:pt x="455" y="665"/>
                </a:lnTo>
                <a:lnTo>
                  <a:pt x="451" y="677"/>
                </a:lnTo>
                <a:lnTo>
                  <a:pt x="451" y="685"/>
                </a:lnTo>
                <a:lnTo>
                  <a:pt x="461" y="704"/>
                </a:lnTo>
                <a:lnTo>
                  <a:pt x="467" y="716"/>
                </a:lnTo>
                <a:lnTo>
                  <a:pt x="469" y="730"/>
                </a:lnTo>
                <a:lnTo>
                  <a:pt x="467" y="742"/>
                </a:lnTo>
                <a:lnTo>
                  <a:pt x="461" y="756"/>
                </a:lnTo>
                <a:lnTo>
                  <a:pt x="453" y="772"/>
                </a:lnTo>
                <a:lnTo>
                  <a:pt x="439" y="783"/>
                </a:lnTo>
                <a:lnTo>
                  <a:pt x="427" y="791"/>
                </a:lnTo>
                <a:lnTo>
                  <a:pt x="413" y="795"/>
                </a:lnTo>
                <a:lnTo>
                  <a:pt x="396" y="795"/>
                </a:lnTo>
                <a:lnTo>
                  <a:pt x="378" y="795"/>
                </a:lnTo>
                <a:lnTo>
                  <a:pt x="366" y="791"/>
                </a:lnTo>
                <a:lnTo>
                  <a:pt x="354" y="783"/>
                </a:lnTo>
                <a:lnTo>
                  <a:pt x="340" y="772"/>
                </a:lnTo>
                <a:lnTo>
                  <a:pt x="331" y="756"/>
                </a:lnTo>
                <a:lnTo>
                  <a:pt x="327" y="742"/>
                </a:lnTo>
                <a:lnTo>
                  <a:pt x="325" y="730"/>
                </a:lnTo>
                <a:lnTo>
                  <a:pt x="325" y="716"/>
                </a:lnTo>
                <a:lnTo>
                  <a:pt x="331" y="704"/>
                </a:lnTo>
                <a:lnTo>
                  <a:pt x="342" y="685"/>
                </a:lnTo>
                <a:lnTo>
                  <a:pt x="342" y="677"/>
                </a:lnTo>
                <a:lnTo>
                  <a:pt x="338" y="665"/>
                </a:lnTo>
                <a:lnTo>
                  <a:pt x="327" y="647"/>
                </a:lnTo>
                <a:lnTo>
                  <a:pt x="143" y="647"/>
                </a:lnTo>
                <a:lnTo>
                  <a:pt x="143" y="462"/>
                </a:lnTo>
                <a:lnTo>
                  <a:pt x="145" y="466"/>
                </a:lnTo>
                <a:lnTo>
                  <a:pt x="132" y="452"/>
                </a:lnTo>
                <a:lnTo>
                  <a:pt x="118" y="448"/>
                </a:lnTo>
                <a:lnTo>
                  <a:pt x="112" y="448"/>
                </a:lnTo>
                <a:lnTo>
                  <a:pt x="92" y="460"/>
                </a:lnTo>
                <a:lnTo>
                  <a:pt x="78" y="466"/>
                </a:lnTo>
                <a:lnTo>
                  <a:pt x="67" y="466"/>
                </a:lnTo>
                <a:lnTo>
                  <a:pt x="53" y="464"/>
                </a:lnTo>
                <a:lnTo>
                  <a:pt x="39" y="460"/>
                </a:lnTo>
                <a:lnTo>
                  <a:pt x="23" y="450"/>
                </a:lnTo>
                <a:lnTo>
                  <a:pt x="11" y="436"/>
                </a:lnTo>
                <a:lnTo>
                  <a:pt x="5" y="424"/>
                </a:lnTo>
                <a:lnTo>
                  <a:pt x="0" y="412"/>
                </a:lnTo>
                <a:lnTo>
                  <a:pt x="0" y="394"/>
                </a:lnTo>
                <a:lnTo>
                  <a:pt x="0" y="377"/>
                </a:lnTo>
                <a:lnTo>
                  <a:pt x="5" y="365"/>
                </a:lnTo>
                <a:lnTo>
                  <a:pt x="11" y="351"/>
                </a:lnTo>
                <a:lnTo>
                  <a:pt x="23" y="337"/>
                </a:lnTo>
                <a:lnTo>
                  <a:pt x="39" y="329"/>
                </a:lnTo>
                <a:lnTo>
                  <a:pt x="53" y="323"/>
                </a:lnTo>
                <a:lnTo>
                  <a:pt x="67" y="323"/>
                </a:lnTo>
                <a:lnTo>
                  <a:pt x="78" y="323"/>
                </a:lnTo>
                <a:lnTo>
                  <a:pt x="92" y="329"/>
                </a:lnTo>
                <a:lnTo>
                  <a:pt x="110" y="339"/>
                </a:lnTo>
                <a:lnTo>
                  <a:pt x="118" y="341"/>
                </a:lnTo>
                <a:lnTo>
                  <a:pt x="132" y="335"/>
                </a:lnTo>
                <a:lnTo>
                  <a:pt x="143" y="327"/>
                </a:lnTo>
                <a:lnTo>
                  <a:pt x="143" y="142"/>
                </a:lnTo>
                <a:lnTo>
                  <a:pt x="327" y="142"/>
                </a:lnTo>
                <a:lnTo>
                  <a:pt x="325" y="144"/>
                </a:lnTo>
                <a:lnTo>
                  <a:pt x="338" y="132"/>
                </a:lnTo>
                <a:lnTo>
                  <a:pt x="342" y="118"/>
                </a:lnTo>
                <a:lnTo>
                  <a:pt x="342" y="112"/>
                </a:lnTo>
                <a:lnTo>
                  <a:pt x="331" y="92"/>
                </a:lnTo>
                <a:lnTo>
                  <a:pt x="325" y="79"/>
                </a:lnTo>
                <a:lnTo>
                  <a:pt x="325" y="65"/>
                </a:lnTo>
                <a:lnTo>
                  <a:pt x="325" y="53"/>
                </a:lnTo>
                <a:lnTo>
                  <a:pt x="331" y="39"/>
                </a:lnTo>
                <a:lnTo>
                  <a:pt x="338" y="23"/>
                </a:lnTo>
                <a:lnTo>
                  <a:pt x="352" y="11"/>
                </a:lnTo>
                <a:lnTo>
                  <a:pt x="366" y="4"/>
                </a:lnTo>
                <a:lnTo>
                  <a:pt x="378" y="0"/>
                </a:lnTo>
                <a:lnTo>
                  <a:pt x="396" y="0"/>
                </a:lnTo>
                <a:lnTo>
                  <a:pt x="413" y="0"/>
                </a:lnTo>
                <a:lnTo>
                  <a:pt x="425" y="4"/>
                </a:lnTo>
                <a:lnTo>
                  <a:pt x="439" y="11"/>
                </a:lnTo>
                <a:lnTo>
                  <a:pt x="453" y="23"/>
                </a:lnTo>
                <a:lnTo>
                  <a:pt x="461" y="39"/>
                </a:lnTo>
                <a:lnTo>
                  <a:pt x="467" y="53"/>
                </a:lnTo>
                <a:lnTo>
                  <a:pt x="467" y="65"/>
                </a:lnTo>
                <a:lnTo>
                  <a:pt x="467" y="79"/>
                </a:lnTo>
                <a:lnTo>
                  <a:pt x="461" y="92"/>
                </a:lnTo>
                <a:lnTo>
                  <a:pt x="449" y="110"/>
                </a:lnTo>
                <a:lnTo>
                  <a:pt x="449" y="118"/>
                </a:lnTo>
                <a:lnTo>
                  <a:pt x="453" y="132"/>
                </a:lnTo>
                <a:lnTo>
                  <a:pt x="467" y="144"/>
                </a:lnTo>
                <a:lnTo>
                  <a:pt x="465" y="142"/>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75" name="Freeform 41"/>
          <p:cNvSpPr/>
          <p:nvPr/>
        </p:nvSpPr>
        <p:spPr bwMode="blackWhite">
          <a:xfrm>
            <a:off x="9141482" y="3572732"/>
            <a:ext cx="1265201" cy="1530953"/>
          </a:xfrm>
          <a:custGeom>
            <a:avLst/>
            <a:gdLst>
              <a:gd name="T0" fmla="*/ 13 w 504"/>
              <a:gd name="T1" fmla="*/ 3540 h 647"/>
              <a:gd name="T2" fmla="*/ 1286 w 504"/>
              <a:gd name="T3" fmla="*/ 3475 h 647"/>
              <a:gd name="T4" fmla="*/ 1314 w 504"/>
              <a:gd name="T5" fmla="*/ 3369 h 647"/>
              <a:gd name="T6" fmla="*/ 1194 w 504"/>
              <a:gd name="T7" fmla="*/ 3182 h 647"/>
              <a:gd name="T8" fmla="*/ 1209 w 504"/>
              <a:gd name="T9" fmla="*/ 3043 h 647"/>
              <a:gd name="T10" fmla="*/ 1299 w 504"/>
              <a:gd name="T11" fmla="*/ 2893 h 647"/>
              <a:gd name="T12" fmla="*/ 1463 w 504"/>
              <a:gd name="T13" fmla="*/ 2784 h 647"/>
              <a:gd name="T14" fmla="*/ 1660 w 504"/>
              <a:gd name="T15" fmla="*/ 2750 h 647"/>
              <a:gd name="T16" fmla="*/ 1869 w 504"/>
              <a:gd name="T17" fmla="*/ 2784 h 647"/>
              <a:gd name="T18" fmla="*/ 2030 w 504"/>
              <a:gd name="T19" fmla="*/ 2893 h 647"/>
              <a:gd name="T20" fmla="*/ 2121 w 504"/>
              <a:gd name="T21" fmla="*/ 3043 h 647"/>
              <a:gd name="T22" fmla="*/ 2121 w 504"/>
              <a:gd name="T23" fmla="*/ 3182 h 647"/>
              <a:gd name="T24" fmla="*/ 2019 w 504"/>
              <a:gd name="T25" fmla="*/ 3369 h 647"/>
              <a:gd name="T26" fmla="*/ 2043 w 504"/>
              <a:gd name="T27" fmla="*/ 3475 h 647"/>
              <a:gd name="T28" fmla="*/ 3291 w 504"/>
              <a:gd name="T29" fmla="*/ 3540 h 647"/>
              <a:gd name="T30" fmla="*/ 2148 w 504"/>
              <a:gd name="T31" fmla="*/ 775 h 647"/>
              <a:gd name="T32" fmla="*/ 2030 w 504"/>
              <a:gd name="T33" fmla="*/ 710 h 647"/>
              <a:gd name="T34" fmla="*/ 2005 w 504"/>
              <a:gd name="T35" fmla="*/ 603 h 647"/>
              <a:gd name="T36" fmla="*/ 2121 w 504"/>
              <a:gd name="T37" fmla="*/ 432 h 647"/>
              <a:gd name="T38" fmla="*/ 2121 w 504"/>
              <a:gd name="T39" fmla="*/ 280 h 647"/>
              <a:gd name="T40" fmla="*/ 2030 w 504"/>
              <a:gd name="T41" fmla="*/ 127 h 647"/>
              <a:gd name="T42" fmla="*/ 1854 w 504"/>
              <a:gd name="T43" fmla="*/ 21 h 647"/>
              <a:gd name="T44" fmla="*/ 1660 w 504"/>
              <a:gd name="T45" fmla="*/ 0 h 647"/>
              <a:gd name="T46" fmla="*/ 1463 w 504"/>
              <a:gd name="T47" fmla="*/ 21 h 647"/>
              <a:gd name="T48" fmla="*/ 1299 w 504"/>
              <a:gd name="T49" fmla="*/ 127 h 647"/>
              <a:gd name="T50" fmla="*/ 1209 w 504"/>
              <a:gd name="T51" fmla="*/ 280 h 647"/>
              <a:gd name="T52" fmla="*/ 1194 w 504"/>
              <a:gd name="T53" fmla="*/ 432 h 647"/>
              <a:gd name="T54" fmla="*/ 1314 w 504"/>
              <a:gd name="T55" fmla="*/ 603 h 647"/>
              <a:gd name="T56" fmla="*/ 1286 w 504"/>
              <a:gd name="T57" fmla="*/ 710 h 647"/>
              <a:gd name="T58" fmla="*/ 1209 w 504"/>
              <a:gd name="T59" fmla="*/ 775 h 647"/>
              <a:gd name="T60" fmla="*/ 13 w 504"/>
              <a:gd name="T61" fmla="*/ 1788 h 647"/>
              <a:gd name="T62" fmla="*/ 174 w 504"/>
              <a:gd name="T63" fmla="*/ 1866 h 647"/>
              <a:gd name="T64" fmla="*/ 346 w 504"/>
              <a:gd name="T65" fmla="*/ 1801 h 647"/>
              <a:gd name="T66" fmla="*/ 527 w 504"/>
              <a:gd name="T67" fmla="*/ 1767 h 647"/>
              <a:gd name="T68" fmla="*/ 692 w 504"/>
              <a:gd name="T69" fmla="*/ 1801 h 647"/>
              <a:gd name="T70" fmla="*/ 873 w 504"/>
              <a:gd name="T71" fmla="*/ 1919 h 647"/>
              <a:gd name="T72" fmla="*/ 953 w 504"/>
              <a:gd name="T73" fmla="*/ 2062 h 647"/>
              <a:gd name="T74" fmla="*/ 953 w 504"/>
              <a:gd name="T75" fmla="*/ 2254 h 647"/>
              <a:gd name="T76" fmla="*/ 873 w 504"/>
              <a:gd name="T77" fmla="*/ 2384 h 647"/>
              <a:gd name="T78" fmla="*/ 692 w 504"/>
              <a:gd name="T79" fmla="*/ 2518 h 647"/>
              <a:gd name="T80" fmla="*/ 527 w 504"/>
              <a:gd name="T81" fmla="*/ 2550 h 647"/>
              <a:gd name="T82" fmla="*/ 346 w 504"/>
              <a:gd name="T83" fmla="*/ 2518 h 647"/>
              <a:gd name="T84" fmla="*/ 174 w 504"/>
              <a:gd name="T85" fmla="*/ 2449 h 647"/>
              <a:gd name="T86" fmla="*/ 0 w 504"/>
              <a:gd name="T87" fmla="*/ 2550 h 647"/>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504"/>
              <a:gd name="T133" fmla="*/ 0 h 647"/>
              <a:gd name="T134" fmla="*/ 504 w 504"/>
              <a:gd name="T135" fmla="*/ 647 h 647"/>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504" h="647">
                <a:moveTo>
                  <a:pt x="2" y="469"/>
                </a:moveTo>
                <a:lnTo>
                  <a:pt x="2" y="647"/>
                </a:lnTo>
                <a:lnTo>
                  <a:pt x="185" y="647"/>
                </a:lnTo>
                <a:lnTo>
                  <a:pt x="197" y="635"/>
                </a:lnTo>
                <a:lnTo>
                  <a:pt x="201" y="621"/>
                </a:lnTo>
                <a:lnTo>
                  <a:pt x="201" y="616"/>
                </a:lnTo>
                <a:lnTo>
                  <a:pt x="189" y="596"/>
                </a:lnTo>
                <a:lnTo>
                  <a:pt x="183" y="582"/>
                </a:lnTo>
                <a:lnTo>
                  <a:pt x="183" y="570"/>
                </a:lnTo>
                <a:lnTo>
                  <a:pt x="185" y="556"/>
                </a:lnTo>
                <a:lnTo>
                  <a:pt x="189" y="543"/>
                </a:lnTo>
                <a:lnTo>
                  <a:pt x="199" y="529"/>
                </a:lnTo>
                <a:lnTo>
                  <a:pt x="213" y="515"/>
                </a:lnTo>
                <a:lnTo>
                  <a:pt x="224" y="509"/>
                </a:lnTo>
                <a:lnTo>
                  <a:pt x="236" y="503"/>
                </a:lnTo>
                <a:lnTo>
                  <a:pt x="254" y="503"/>
                </a:lnTo>
                <a:lnTo>
                  <a:pt x="272" y="503"/>
                </a:lnTo>
                <a:lnTo>
                  <a:pt x="286" y="509"/>
                </a:lnTo>
                <a:lnTo>
                  <a:pt x="297" y="515"/>
                </a:lnTo>
                <a:lnTo>
                  <a:pt x="311" y="529"/>
                </a:lnTo>
                <a:lnTo>
                  <a:pt x="319" y="543"/>
                </a:lnTo>
                <a:lnTo>
                  <a:pt x="325" y="556"/>
                </a:lnTo>
                <a:lnTo>
                  <a:pt x="325" y="570"/>
                </a:lnTo>
                <a:lnTo>
                  <a:pt x="325" y="582"/>
                </a:lnTo>
                <a:lnTo>
                  <a:pt x="319" y="596"/>
                </a:lnTo>
                <a:lnTo>
                  <a:pt x="309" y="616"/>
                </a:lnTo>
                <a:lnTo>
                  <a:pt x="307" y="621"/>
                </a:lnTo>
                <a:lnTo>
                  <a:pt x="313" y="635"/>
                </a:lnTo>
                <a:lnTo>
                  <a:pt x="329" y="647"/>
                </a:lnTo>
                <a:lnTo>
                  <a:pt x="504" y="647"/>
                </a:lnTo>
                <a:lnTo>
                  <a:pt x="504" y="142"/>
                </a:lnTo>
                <a:lnTo>
                  <a:pt x="329" y="142"/>
                </a:lnTo>
                <a:lnTo>
                  <a:pt x="325" y="144"/>
                </a:lnTo>
                <a:lnTo>
                  <a:pt x="311" y="130"/>
                </a:lnTo>
                <a:lnTo>
                  <a:pt x="307" y="118"/>
                </a:lnTo>
                <a:lnTo>
                  <a:pt x="307" y="110"/>
                </a:lnTo>
                <a:lnTo>
                  <a:pt x="319" y="90"/>
                </a:lnTo>
                <a:lnTo>
                  <a:pt x="325" y="79"/>
                </a:lnTo>
                <a:lnTo>
                  <a:pt x="325" y="65"/>
                </a:lnTo>
                <a:lnTo>
                  <a:pt x="325" y="51"/>
                </a:lnTo>
                <a:lnTo>
                  <a:pt x="319" y="39"/>
                </a:lnTo>
                <a:lnTo>
                  <a:pt x="311" y="23"/>
                </a:lnTo>
                <a:lnTo>
                  <a:pt x="297" y="10"/>
                </a:lnTo>
                <a:lnTo>
                  <a:pt x="284" y="4"/>
                </a:lnTo>
                <a:lnTo>
                  <a:pt x="272" y="0"/>
                </a:lnTo>
                <a:lnTo>
                  <a:pt x="254" y="0"/>
                </a:lnTo>
                <a:lnTo>
                  <a:pt x="236" y="0"/>
                </a:lnTo>
                <a:lnTo>
                  <a:pt x="224" y="4"/>
                </a:lnTo>
                <a:lnTo>
                  <a:pt x="213" y="10"/>
                </a:lnTo>
                <a:lnTo>
                  <a:pt x="199" y="23"/>
                </a:lnTo>
                <a:lnTo>
                  <a:pt x="189" y="39"/>
                </a:lnTo>
                <a:lnTo>
                  <a:pt x="185" y="51"/>
                </a:lnTo>
                <a:lnTo>
                  <a:pt x="183" y="65"/>
                </a:lnTo>
                <a:lnTo>
                  <a:pt x="183" y="79"/>
                </a:lnTo>
                <a:lnTo>
                  <a:pt x="189" y="90"/>
                </a:lnTo>
                <a:lnTo>
                  <a:pt x="201" y="110"/>
                </a:lnTo>
                <a:lnTo>
                  <a:pt x="201" y="118"/>
                </a:lnTo>
                <a:lnTo>
                  <a:pt x="197" y="130"/>
                </a:lnTo>
                <a:lnTo>
                  <a:pt x="183" y="144"/>
                </a:lnTo>
                <a:lnTo>
                  <a:pt x="185" y="142"/>
                </a:lnTo>
                <a:lnTo>
                  <a:pt x="2" y="142"/>
                </a:lnTo>
                <a:lnTo>
                  <a:pt x="2" y="327"/>
                </a:lnTo>
                <a:lnTo>
                  <a:pt x="14" y="335"/>
                </a:lnTo>
                <a:lnTo>
                  <a:pt x="27" y="341"/>
                </a:lnTo>
                <a:lnTo>
                  <a:pt x="33" y="339"/>
                </a:lnTo>
                <a:lnTo>
                  <a:pt x="53" y="329"/>
                </a:lnTo>
                <a:lnTo>
                  <a:pt x="67" y="323"/>
                </a:lnTo>
                <a:lnTo>
                  <a:pt x="81" y="323"/>
                </a:lnTo>
                <a:lnTo>
                  <a:pt x="92" y="323"/>
                </a:lnTo>
                <a:lnTo>
                  <a:pt x="106" y="329"/>
                </a:lnTo>
                <a:lnTo>
                  <a:pt x="120" y="337"/>
                </a:lnTo>
                <a:lnTo>
                  <a:pt x="134" y="351"/>
                </a:lnTo>
                <a:lnTo>
                  <a:pt x="140" y="365"/>
                </a:lnTo>
                <a:lnTo>
                  <a:pt x="146" y="377"/>
                </a:lnTo>
                <a:lnTo>
                  <a:pt x="146" y="394"/>
                </a:lnTo>
                <a:lnTo>
                  <a:pt x="146" y="412"/>
                </a:lnTo>
                <a:lnTo>
                  <a:pt x="140" y="424"/>
                </a:lnTo>
                <a:lnTo>
                  <a:pt x="134" y="436"/>
                </a:lnTo>
                <a:lnTo>
                  <a:pt x="120" y="450"/>
                </a:lnTo>
                <a:lnTo>
                  <a:pt x="106" y="460"/>
                </a:lnTo>
                <a:lnTo>
                  <a:pt x="92" y="464"/>
                </a:lnTo>
                <a:lnTo>
                  <a:pt x="81" y="466"/>
                </a:lnTo>
                <a:lnTo>
                  <a:pt x="67" y="466"/>
                </a:lnTo>
                <a:lnTo>
                  <a:pt x="53" y="460"/>
                </a:lnTo>
                <a:lnTo>
                  <a:pt x="33" y="448"/>
                </a:lnTo>
                <a:lnTo>
                  <a:pt x="27" y="448"/>
                </a:lnTo>
                <a:lnTo>
                  <a:pt x="14" y="452"/>
                </a:lnTo>
                <a:lnTo>
                  <a:pt x="0" y="466"/>
                </a:lnTo>
                <a:lnTo>
                  <a:pt x="2" y="469"/>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76" name="Freeform 42"/>
          <p:cNvSpPr/>
          <p:nvPr/>
        </p:nvSpPr>
        <p:spPr bwMode="blackWhite">
          <a:xfrm>
            <a:off x="4077991" y="5103685"/>
            <a:ext cx="1631868" cy="1199247"/>
          </a:xfrm>
          <a:custGeom>
            <a:avLst/>
            <a:gdLst>
              <a:gd name="T0" fmla="*/ 3305 w 650"/>
              <a:gd name="T1" fmla="*/ 0 h 507"/>
              <a:gd name="T2" fmla="*/ 3305 w 650"/>
              <a:gd name="T3" fmla="*/ 1018 h 507"/>
              <a:gd name="T4" fmla="*/ 3396 w 650"/>
              <a:gd name="T5" fmla="*/ 1071 h 507"/>
              <a:gd name="T6" fmla="*/ 3473 w 650"/>
              <a:gd name="T7" fmla="*/ 1104 h 507"/>
              <a:gd name="T8" fmla="*/ 3525 w 650"/>
              <a:gd name="T9" fmla="*/ 1104 h 507"/>
              <a:gd name="T10" fmla="*/ 3658 w 650"/>
              <a:gd name="T11" fmla="*/ 1039 h 507"/>
              <a:gd name="T12" fmla="*/ 3727 w 650"/>
              <a:gd name="T13" fmla="*/ 1006 h 507"/>
              <a:gd name="T14" fmla="*/ 3823 w 650"/>
              <a:gd name="T15" fmla="*/ 1006 h 507"/>
              <a:gd name="T16" fmla="*/ 3914 w 650"/>
              <a:gd name="T17" fmla="*/ 1018 h 507"/>
              <a:gd name="T18" fmla="*/ 3991 w 650"/>
              <a:gd name="T19" fmla="*/ 1039 h 507"/>
              <a:gd name="T20" fmla="*/ 4095 w 650"/>
              <a:gd name="T21" fmla="*/ 1092 h 507"/>
              <a:gd name="T22" fmla="*/ 4168 w 650"/>
              <a:gd name="T23" fmla="*/ 1164 h 507"/>
              <a:gd name="T24" fmla="*/ 4221 w 650"/>
              <a:gd name="T25" fmla="*/ 1228 h 507"/>
              <a:gd name="T26" fmla="*/ 4245 w 650"/>
              <a:gd name="T27" fmla="*/ 1293 h 507"/>
              <a:gd name="T28" fmla="*/ 4245 w 650"/>
              <a:gd name="T29" fmla="*/ 1393 h 507"/>
              <a:gd name="T30" fmla="*/ 4245 w 650"/>
              <a:gd name="T31" fmla="*/ 1492 h 507"/>
              <a:gd name="T32" fmla="*/ 4221 w 650"/>
              <a:gd name="T33" fmla="*/ 1552 h 507"/>
              <a:gd name="T34" fmla="*/ 4168 w 650"/>
              <a:gd name="T35" fmla="*/ 1617 h 507"/>
              <a:gd name="T36" fmla="*/ 4095 w 650"/>
              <a:gd name="T37" fmla="*/ 1707 h 507"/>
              <a:gd name="T38" fmla="*/ 3991 w 650"/>
              <a:gd name="T39" fmla="*/ 1749 h 507"/>
              <a:gd name="T40" fmla="*/ 3914 w 650"/>
              <a:gd name="T41" fmla="*/ 1772 h 507"/>
              <a:gd name="T42" fmla="*/ 3823 w 650"/>
              <a:gd name="T43" fmla="*/ 1781 h 507"/>
              <a:gd name="T44" fmla="*/ 3727 w 650"/>
              <a:gd name="T45" fmla="*/ 1781 h 507"/>
              <a:gd name="T46" fmla="*/ 3658 w 650"/>
              <a:gd name="T47" fmla="*/ 1749 h 507"/>
              <a:gd name="T48" fmla="*/ 3525 w 650"/>
              <a:gd name="T49" fmla="*/ 1682 h 507"/>
              <a:gd name="T50" fmla="*/ 3473 w 650"/>
              <a:gd name="T51" fmla="*/ 1682 h 507"/>
              <a:gd name="T52" fmla="*/ 3396 w 650"/>
              <a:gd name="T53" fmla="*/ 1716 h 507"/>
              <a:gd name="T54" fmla="*/ 3305 w 650"/>
              <a:gd name="T55" fmla="*/ 1802 h 507"/>
              <a:gd name="T56" fmla="*/ 3305 w 650"/>
              <a:gd name="T57" fmla="*/ 2771 h 507"/>
              <a:gd name="T58" fmla="*/ 0 w 650"/>
              <a:gd name="T59" fmla="*/ 2771 h 507"/>
              <a:gd name="T60" fmla="*/ 0 w 650"/>
              <a:gd name="T61" fmla="*/ 0 h 507"/>
              <a:gd name="T62" fmla="*/ 1157 w 650"/>
              <a:gd name="T63" fmla="*/ 0 h 507"/>
              <a:gd name="T64" fmla="*/ 1181 w 650"/>
              <a:gd name="T65" fmla="*/ 12 h 507"/>
              <a:gd name="T66" fmla="*/ 1271 w 650"/>
              <a:gd name="T67" fmla="*/ 86 h 507"/>
              <a:gd name="T68" fmla="*/ 1299 w 650"/>
              <a:gd name="T69" fmla="*/ 164 h 507"/>
              <a:gd name="T70" fmla="*/ 1299 w 650"/>
              <a:gd name="T71" fmla="*/ 196 h 507"/>
              <a:gd name="T72" fmla="*/ 1222 w 650"/>
              <a:gd name="T73" fmla="*/ 301 h 507"/>
              <a:gd name="T74" fmla="*/ 1181 w 650"/>
              <a:gd name="T75" fmla="*/ 379 h 507"/>
              <a:gd name="T76" fmla="*/ 1181 w 650"/>
              <a:gd name="T77" fmla="*/ 453 h 507"/>
              <a:gd name="T78" fmla="*/ 1194 w 650"/>
              <a:gd name="T79" fmla="*/ 518 h 507"/>
              <a:gd name="T80" fmla="*/ 1222 w 650"/>
              <a:gd name="T81" fmla="*/ 595 h 507"/>
              <a:gd name="T82" fmla="*/ 1271 w 650"/>
              <a:gd name="T83" fmla="*/ 673 h 507"/>
              <a:gd name="T84" fmla="*/ 1376 w 650"/>
              <a:gd name="T85" fmla="*/ 745 h 507"/>
              <a:gd name="T86" fmla="*/ 1456 w 650"/>
              <a:gd name="T87" fmla="*/ 775 h 507"/>
              <a:gd name="T88" fmla="*/ 1527 w 650"/>
              <a:gd name="T89" fmla="*/ 810 h 507"/>
              <a:gd name="T90" fmla="*/ 1645 w 650"/>
              <a:gd name="T91" fmla="*/ 810 h 507"/>
              <a:gd name="T92" fmla="*/ 1765 w 650"/>
              <a:gd name="T93" fmla="*/ 810 h 507"/>
              <a:gd name="T94" fmla="*/ 1841 w 650"/>
              <a:gd name="T95" fmla="*/ 775 h 507"/>
              <a:gd name="T96" fmla="*/ 1933 w 650"/>
              <a:gd name="T97" fmla="*/ 745 h 507"/>
              <a:gd name="T98" fmla="*/ 2019 w 650"/>
              <a:gd name="T99" fmla="*/ 673 h 507"/>
              <a:gd name="T100" fmla="*/ 2071 w 650"/>
              <a:gd name="T101" fmla="*/ 595 h 507"/>
              <a:gd name="T102" fmla="*/ 2110 w 650"/>
              <a:gd name="T103" fmla="*/ 518 h 507"/>
              <a:gd name="T104" fmla="*/ 2110 w 650"/>
              <a:gd name="T105" fmla="*/ 453 h 507"/>
              <a:gd name="T106" fmla="*/ 2110 w 650"/>
              <a:gd name="T107" fmla="*/ 379 h 507"/>
              <a:gd name="T108" fmla="*/ 2071 w 650"/>
              <a:gd name="T109" fmla="*/ 301 h 507"/>
              <a:gd name="T110" fmla="*/ 2006 w 650"/>
              <a:gd name="T111" fmla="*/ 208 h 507"/>
              <a:gd name="T112" fmla="*/ 2006 w 650"/>
              <a:gd name="T113" fmla="*/ 164 h 507"/>
              <a:gd name="T114" fmla="*/ 2030 w 650"/>
              <a:gd name="T115" fmla="*/ 86 h 507"/>
              <a:gd name="T116" fmla="*/ 2110 w 650"/>
              <a:gd name="T117" fmla="*/ 0 h 507"/>
              <a:gd name="T118" fmla="*/ 3305 w 650"/>
              <a:gd name="T119" fmla="*/ 0 h 507"/>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650"/>
              <a:gd name="T181" fmla="*/ 0 h 507"/>
              <a:gd name="T182" fmla="*/ 650 w 650"/>
              <a:gd name="T183" fmla="*/ 507 h 507"/>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650" h="507">
                <a:moveTo>
                  <a:pt x="506" y="0"/>
                </a:moveTo>
                <a:lnTo>
                  <a:pt x="506" y="186"/>
                </a:lnTo>
                <a:lnTo>
                  <a:pt x="520" y="196"/>
                </a:lnTo>
                <a:lnTo>
                  <a:pt x="532" y="202"/>
                </a:lnTo>
                <a:lnTo>
                  <a:pt x="540" y="202"/>
                </a:lnTo>
                <a:lnTo>
                  <a:pt x="560" y="190"/>
                </a:lnTo>
                <a:lnTo>
                  <a:pt x="571" y="184"/>
                </a:lnTo>
                <a:lnTo>
                  <a:pt x="585" y="184"/>
                </a:lnTo>
                <a:lnTo>
                  <a:pt x="599" y="186"/>
                </a:lnTo>
                <a:lnTo>
                  <a:pt x="611" y="190"/>
                </a:lnTo>
                <a:lnTo>
                  <a:pt x="627" y="200"/>
                </a:lnTo>
                <a:lnTo>
                  <a:pt x="638" y="213"/>
                </a:lnTo>
                <a:lnTo>
                  <a:pt x="646" y="225"/>
                </a:lnTo>
                <a:lnTo>
                  <a:pt x="650" y="237"/>
                </a:lnTo>
                <a:lnTo>
                  <a:pt x="650" y="255"/>
                </a:lnTo>
                <a:lnTo>
                  <a:pt x="650" y="273"/>
                </a:lnTo>
                <a:lnTo>
                  <a:pt x="646" y="284"/>
                </a:lnTo>
                <a:lnTo>
                  <a:pt x="638" y="296"/>
                </a:lnTo>
                <a:lnTo>
                  <a:pt x="627" y="312"/>
                </a:lnTo>
                <a:lnTo>
                  <a:pt x="611" y="320"/>
                </a:lnTo>
                <a:lnTo>
                  <a:pt x="599" y="324"/>
                </a:lnTo>
                <a:lnTo>
                  <a:pt x="585" y="326"/>
                </a:lnTo>
                <a:lnTo>
                  <a:pt x="571" y="326"/>
                </a:lnTo>
                <a:lnTo>
                  <a:pt x="560" y="320"/>
                </a:lnTo>
                <a:lnTo>
                  <a:pt x="540" y="308"/>
                </a:lnTo>
                <a:lnTo>
                  <a:pt x="532" y="308"/>
                </a:lnTo>
                <a:lnTo>
                  <a:pt x="520" y="314"/>
                </a:lnTo>
                <a:lnTo>
                  <a:pt x="506" y="330"/>
                </a:lnTo>
                <a:lnTo>
                  <a:pt x="506" y="507"/>
                </a:lnTo>
                <a:lnTo>
                  <a:pt x="0" y="507"/>
                </a:lnTo>
                <a:lnTo>
                  <a:pt x="0" y="0"/>
                </a:lnTo>
                <a:lnTo>
                  <a:pt x="177" y="0"/>
                </a:lnTo>
                <a:lnTo>
                  <a:pt x="181" y="2"/>
                </a:lnTo>
                <a:lnTo>
                  <a:pt x="195" y="16"/>
                </a:lnTo>
                <a:lnTo>
                  <a:pt x="199" y="30"/>
                </a:lnTo>
                <a:lnTo>
                  <a:pt x="199" y="36"/>
                </a:lnTo>
                <a:lnTo>
                  <a:pt x="187" y="55"/>
                </a:lnTo>
                <a:lnTo>
                  <a:pt x="181" y="69"/>
                </a:lnTo>
                <a:lnTo>
                  <a:pt x="181" y="83"/>
                </a:lnTo>
                <a:lnTo>
                  <a:pt x="183" y="95"/>
                </a:lnTo>
                <a:lnTo>
                  <a:pt x="187" y="109"/>
                </a:lnTo>
                <a:lnTo>
                  <a:pt x="195" y="123"/>
                </a:lnTo>
                <a:lnTo>
                  <a:pt x="211" y="136"/>
                </a:lnTo>
                <a:lnTo>
                  <a:pt x="223" y="142"/>
                </a:lnTo>
                <a:lnTo>
                  <a:pt x="234" y="148"/>
                </a:lnTo>
                <a:lnTo>
                  <a:pt x="252" y="148"/>
                </a:lnTo>
                <a:lnTo>
                  <a:pt x="270" y="148"/>
                </a:lnTo>
                <a:lnTo>
                  <a:pt x="282" y="142"/>
                </a:lnTo>
                <a:lnTo>
                  <a:pt x="296" y="136"/>
                </a:lnTo>
                <a:lnTo>
                  <a:pt x="309" y="123"/>
                </a:lnTo>
                <a:lnTo>
                  <a:pt x="317" y="109"/>
                </a:lnTo>
                <a:lnTo>
                  <a:pt x="323" y="95"/>
                </a:lnTo>
                <a:lnTo>
                  <a:pt x="323" y="83"/>
                </a:lnTo>
                <a:lnTo>
                  <a:pt x="323" y="69"/>
                </a:lnTo>
                <a:lnTo>
                  <a:pt x="317" y="55"/>
                </a:lnTo>
                <a:lnTo>
                  <a:pt x="307" y="38"/>
                </a:lnTo>
                <a:lnTo>
                  <a:pt x="307" y="30"/>
                </a:lnTo>
                <a:lnTo>
                  <a:pt x="311" y="16"/>
                </a:lnTo>
                <a:lnTo>
                  <a:pt x="323" y="0"/>
                </a:lnTo>
                <a:lnTo>
                  <a:pt x="506" y="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77" name="Freeform 43"/>
          <p:cNvSpPr/>
          <p:nvPr/>
        </p:nvSpPr>
        <p:spPr bwMode="blackWhite">
          <a:xfrm>
            <a:off x="5341849" y="4766607"/>
            <a:ext cx="1269231" cy="1536326"/>
          </a:xfrm>
          <a:custGeom>
            <a:avLst/>
            <a:gdLst>
              <a:gd name="T0" fmla="*/ 3308 w 505"/>
              <a:gd name="T1" fmla="*/ 777 h 649"/>
              <a:gd name="T2" fmla="*/ 3219 w 505"/>
              <a:gd name="T3" fmla="*/ 1853 h 649"/>
              <a:gd name="T4" fmla="*/ 3086 w 505"/>
              <a:gd name="T5" fmla="*/ 1874 h 649"/>
              <a:gd name="T6" fmla="*/ 2882 w 505"/>
              <a:gd name="T7" fmla="*/ 1787 h 649"/>
              <a:gd name="T8" fmla="*/ 2713 w 505"/>
              <a:gd name="T9" fmla="*/ 1787 h 649"/>
              <a:gd name="T10" fmla="*/ 2521 w 505"/>
              <a:gd name="T11" fmla="*/ 1861 h 649"/>
              <a:gd name="T12" fmla="*/ 2392 w 505"/>
              <a:gd name="T13" fmla="*/ 2009 h 649"/>
              <a:gd name="T14" fmla="*/ 2367 w 505"/>
              <a:gd name="T15" fmla="*/ 2175 h 649"/>
              <a:gd name="T16" fmla="*/ 2392 w 505"/>
              <a:gd name="T17" fmla="*/ 2334 h 649"/>
              <a:gd name="T18" fmla="*/ 2521 w 505"/>
              <a:gd name="T19" fmla="*/ 2477 h 649"/>
              <a:gd name="T20" fmla="*/ 2713 w 505"/>
              <a:gd name="T21" fmla="*/ 2551 h 649"/>
              <a:gd name="T22" fmla="*/ 2882 w 505"/>
              <a:gd name="T23" fmla="*/ 2563 h 649"/>
              <a:gd name="T24" fmla="*/ 3086 w 505"/>
              <a:gd name="T25" fmla="*/ 2464 h 649"/>
              <a:gd name="T26" fmla="*/ 3219 w 505"/>
              <a:gd name="T27" fmla="*/ 2485 h 649"/>
              <a:gd name="T28" fmla="*/ 3308 w 505"/>
              <a:gd name="T29" fmla="*/ 3555 h 649"/>
              <a:gd name="T30" fmla="*/ 0 w 505"/>
              <a:gd name="T31" fmla="*/ 2586 h 649"/>
              <a:gd name="T32" fmla="*/ 92 w 505"/>
              <a:gd name="T33" fmla="*/ 2485 h 649"/>
              <a:gd name="T34" fmla="*/ 225 w 505"/>
              <a:gd name="T35" fmla="*/ 2464 h 649"/>
              <a:gd name="T36" fmla="*/ 438 w 505"/>
              <a:gd name="T37" fmla="*/ 2563 h 649"/>
              <a:gd name="T38" fmla="*/ 610 w 505"/>
              <a:gd name="T39" fmla="*/ 2551 h 649"/>
              <a:gd name="T40" fmla="*/ 805 w 505"/>
              <a:gd name="T41" fmla="*/ 2477 h 649"/>
              <a:gd name="T42" fmla="*/ 917 w 505"/>
              <a:gd name="T43" fmla="*/ 2334 h 649"/>
              <a:gd name="T44" fmla="*/ 956 w 505"/>
              <a:gd name="T45" fmla="*/ 2175 h 649"/>
              <a:gd name="T46" fmla="*/ 917 w 505"/>
              <a:gd name="T47" fmla="*/ 2009 h 649"/>
              <a:gd name="T48" fmla="*/ 805 w 505"/>
              <a:gd name="T49" fmla="*/ 1861 h 649"/>
              <a:gd name="T50" fmla="*/ 610 w 505"/>
              <a:gd name="T51" fmla="*/ 1787 h 649"/>
              <a:gd name="T52" fmla="*/ 438 w 505"/>
              <a:gd name="T53" fmla="*/ 1787 h 649"/>
              <a:gd name="T54" fmla="*/ 234 w 505"/>
              <a:gd name="T55" fmla="*/ 1874 h 649"/>
              <a:gd name="T56" fmla="*/ 92 w 505"/>
              <a:gd name="T57" fmla="*/ 1853 h 649"/>
              <a:gd name="T58" fmla="*/ 0 w 505"/>
              <a:gd name="T59" fmla="*/ 777 h 649"/>
              <a:gd name="T60" fmla="*/ 1205 w 505"/>
              <a:gd name="T61" fmla="*/ 790 h 649"/>
              <a:gd name="T62" fmla="*/ 1317 w 505"/>
              <a:gd name="T63" fmla="*/ 647 h 649"/>
              <a:gd name="T64" fmla="*/ 1233 w 505"/>
              <a:gd name="T65" fmla="*/ 509 h 649"/>
              <a:gd name="T66" fmla="*/ 1194 w 505"/>
              <a:gd name="T67" fmla="*/ 358 h 649"/>
              <a:gd name="T68" fmla="*/ 1233 w 505"/>
              <a:gd name="T69" fmla="*/ 215 h 649"/>
              <a:gd name="T70" fmla="*/ 1383 w 505"/>
              <a:gd name="T71" fmla="*/ 65 h 649"/>
              <a:gd name="T72" fmla="*/ 1551 w 505"/>
              <a:gd name="T73" fmla="*/ 0 h 649"/>
              <a:gd name="T74" fmla="*/ 1781 w 505"/>
              <a:gd name="T75" fmla="*/ 0 h 649"/>
              <a:gd name="T76" fmla="*/ 1941 w 505"/>
              <a:gd name="T77" fmla="*/ 65 h 649"/>
              <a:gd name="T78" fmla="*/ 2098 w 505"/>
              <a:gd name="T79" fmla="*/ 215 h 649"/>
              <a:gd name="T80" fmla="*/ 2135 w 505"/>
              <a:gd name="T81" fmla="*/ 358 h 649"/>
              <a:gd name="T82" fmla="*/ 2098 w 505"/>
              <a:gd name="T83" fmla="*/ 509 h 649"/>
              <a:gd name="T84" fmla="*/ 2017 w 505"/>
              <a:gd name="T85" fmla="*/ 647 h 649"/>
              <a:gd name="T86" fmla="*/ 2122 w 505"/>
              <a:gd name="T87" fmla="*/ 790 h 649"/>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505"/>
              <a:gd name="T133" fmla="*/ 0 h 649"/>
              <a:gd name="T134" fmla="*/ 505 w 505"/>
              <a:gd name="T135" fmla="*/ 649 h 649"/>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505" h="649">
                <a:moveTo>
                  <a:pt x="328" y="142"/>
                </a:moveTo>
                <a:lnTo>
                  <a:pt x="505" y="142"/>
                </a:lnTo>
                <a:lnTo>
                  <a:pt x="505" y="328"/>
                </a:lnTo>
                <a:lnTo>
                  <a:pt x="491" y="338"/>
                </a:lnTo>
                <a:lnTo>
                  <a:pt x="479" y="344"/>
                </a:lnTo>
                <a:lnTo>
                  <a:pt x="471" y="342"/>
                </a:lnTo>
                <a:lnTo>
                  <a:pt x="454" y="330"/>
                </a:lnTo>
                <a:lnTo>
                  <a:pt x="440" y="326"/>
                </a:lnTo>
                <a:lnTo>
                  <a:pt x="426" y="326"/>
                </a:lnTo>
                <a:lnTo>
                  <a:pt x="414" y="326"/>
                </a:lnTo>
                <a:lnTo>
                  <a:pt x="400" y="330"/>
                </a:lnTo>
                <a:lnTo>
                  <a:pt x="385" y="340"/>
                </a:lnTo>
                <a:lnTo>
                  <a:pt x="373" y="355"/>
                </a:lnTo>
                <a:lnTo>
                  <a:pt x="365" y="367"/>
                </a:lnTo>
                <a:lnTo>
                  <a:pt x="361" y="379"/>
                </a:lnTo>
                <a:lnTo>
                  <a:pt x="361" y="397"/>
                </a:lnTo>
                <a:lnTo>
                  <a:pt x="361" y="415"/>
                </a:lnTo>
                <a:lnTo>
                  <a:pt x="365" y="426"/>
                </a:lnTo>
                <a:lnTo>
                  <a:pt x="373" y="438"/>
                </a:lnTo>
                <a:lnTo>
                  <a:pt x="385" y="452"/>
                </a:lnTo>
                <a:lnTo>
                  <a:pt x="400" y="462"/>
                </a:lnTo>
                <a:lnTo>
                  <a:pt x="414" y="466"/>
                </a:lnTo>
                <a:lnTo>
                  <a:pt x="426" y="468"/>
                </a:lnTo>
                <a:lnTo>
                  <a:pt x="440" y="468"/>
                </a:lnTo>
                <a:lnTo>
                  <a:pt x="454" y="462"/>
                </a:lnTo>
                <a:lnTo>
                  <a:pt x="471" y="450"/>
                </a:lnTo>
                <a:lnTo>
                  <a:pt x="479" y="450"/>
                </a:lnTo>
                <a:lnTo>
                  <a:pt x="491" y="454"/>
                </a:lnTo>
                <a:lnTo>
                  <a:pt x="505" y="472"/>
                </a:lnTo>
                <a:lnTo>
                  <a:pt x="505" y="649"/>
                </a:lnTo>
                <a:lnTo>
                  <a:pt x="0" y="649"/>
                </a:lnTo>
                <a:lnTo>
                  <a:pt x="0" y="472"/>
                </a:lnTo>
                <a:lnTo>
                  <a:pt x="0" y="468"/>
                </a:lnTo>
                <a:lnTo>
                  <a:pt x="14" y="454"/>
                </a:lnTo>
                <a:lnTo>
                  <a:pt x="28" y="450"/>
                </a:lnTo>
                <a:lnTo>
                  <a:pt x="34" y="450"/>
                </a:lnTo>
                <a:lnTo>
                  <a:pt x="54" y="462"/>
                </a:lnTo>
                <a:lnTo>
                  <a:pt x="67" y="468"/>
                </a:lnTo>
                <a:lnTo>
                  <a:pt x="79" y="468"/>
                </a:lnTo>
                <a:lnTo>
                  <a:pt x="93" y="466"/>
                </a:lnTo>
                <a:lnTo>
                  <a:pt x="107" y="462"/>
                </a:lnTo>
                <a:lnTo>
                  <a:pt x="123" y="452"/>
                </a:lnTo>
                <a:lnTo>
                  <a:pt x="134" y="438"/>
                </a:lnTo>
                <a:lnTo>
                  <a:pt x="140" y="426"/>
                </a:lnTo>
                <a:lnTo>
                  <a:pt x="146" y="415"/>
                </a:lnTo>
                <a:lnTo>
                  <a:pt x="146" y="397"/>
                </a:lnTo>
                <a:lnTo>
                  <a:pt x="146" y="379"/>
                </a:lnTo>
                <a:lnTo>
                  <a:pt x="140" y="367"/>
                </a:lnTo>
                <a:lnTo>
                  <a:pt x="134" y="355"/>
                </a:lnTo>
                <a:lnTo>
                  <a:pt x="123" y="340"/>
                </a:lnTo>
                <a:lnTo>
                  <a:pt x="107" y="330"/>
                </a:lnTo>
                <a:lnTo>
                  <a:pt x="93" y="326"/>
                </a:lnTo>
                <a:lnTo>
                  <a:pt x="79" y="326"/>
                </a:lnTo>
                <a:lnTo>
                  <a:pt x="67" y="326"/>
                </a:lnTo>
                <a:lnTo>
                  <a:pt x="54" y="330"/>
                </a:lnTo>
                <a:lnTo>
                  <a:pt x="36" y="342"/>
                </a:lnTo>
                <a:lnTo>
                  <a:pt x="28" y="344"/>
                </a:lnTo>
                <a:lnTo>
                  <a:pt x="14" y="338"/>
                </a:lnTo>
                <a:lnTo>
                  <a:pt x="0" y="328"/>
                </a:lnTo>
                <a:lnTo>
                  <a:pt x="0" y="142"/>
                </a:lnTo>
                <a:lnTo>
                  <a:pt x="184" y="142"/>
                </a:lnTo>
                <a:lnTo>
                  <a:pt x="184" y="144"/>
                </a:lnTo>
                <a:lnTo>
                  <a:pt x="196" y="132"/>
                </a:lnTo>
                <a:lnTo>
                  <a:pt x="201" y="118"/>
                </a:lnTo>
                <a:lnTo>
                  <a:pt x="201" y="111"/>
                </a:lnTo>
                <a:lnTo>
                  <a:pt x="188" y="93"/>
                </a:lnTo>
                <a:lnTo>
                  <a:pt x="184" y="79"/>
                </a:lnTo>
                <a:lnTo>
                  <a:pt x="182" y="65"/>
                </a:lnTo>
                <a:lnTo>
                  <a:pt x="184" y="53"/>
                </a:lnTo>
                <a:lnTo>
                  <a:pt x="188" y="39"/>
                </a:lnTo>
                <a:lnTo>
                  <a:pt x="197" y="24"/>
                </a:lnTo>
                <a:lnTo>
                  <a:pt x="211" y="12"/>
                </a:lnTo>
                <a:lnTo>
                  <a:pt x="223" y="4"/>
                </a:lnTo>
                <a:lnTo>
                  <a:pt x="237" y="0"/>
                </a:lnTo>
                <a:lnTo>
                  <a:pt x="253" y="0"/>
                </a:lnTo>
                <a:lnTo>
                  <a:pt x="272" y="0"/>
                </a:lnTo>
                <a:lnTo>
                  <a:pt x="284" y="4"/>
                </a:lnTo>
                <a:lnTo>
                  <a:pt x="296" y="12"/>
                </a:lnTo>
                <a:lnTo>
                  <a:pt x="310" y="24"/>
                </a:lnTo>
                <a:lnTo>
                  <a:pt x="320" y="39"/>
                </a:lnTo>
                <a:lnTo>
                  <a:pt x="324" y="53"/>
                </a:lnTo>
                <a:lnTo>
                  <a:pt x="326" y="65"/>
                </a:lnTo>
                <a:lnTo>
                  <a:pt x="324" y="79"/>
                </a:lnTo>
                <a:lnTo>
                  <a:pt x="320" y="93"/>
                </a:lnTo>
                <a:lnTo>
                  <a:pt x="308" y="111"/>
                </a:lnTo>
                <a:lnTo>
                  <a:pt x="308" y="118"/>
                </a:lnTo>
                <a:lnTo>
                  <a:pt x="312" y="132"/>
                </a:lnTo>
                <a:lnTo>
                  <a:pt x="324" y="144"/>
                </a:lnTo>
                <a:lnTo>
                  <a:pt x="328" y="142"/>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78" name="Freeform 44"/>
          <p:cNvSpPr/>
          <p:nvPr/>
        </p:nvSpPr>
        <p:spPr bwMode="blackWhite">
          <a:xfrm>
            <a:off x="6248443" y="5103685"/>
            <a:ext cx="1626495" cy="1199247"/>
          </a:xfrm>
          <a:custGeom>
            <a:avLst/>
            <a:gdLst>
              <a:gd name="T0" fmla="*/ 4229 w 648"/>
              <a:gd name="T1" fmla="*/ 0 h 507"/>
              <a:gd name="T2" fmla="*/ 4145 w 648"/>
              <a:gd name="T3" fmla="*/ 1071 h 507"/>
              <a:gd name="T4" fmla="*/ 4012 w 648"/>
              <a:gd name="T5" fmla="*/ 1092 h 507"/>
              <a:gd name="T6" fmla="*/ 3807 w 648"/>
              <a:gd name="T7" fmla="*/ 1006 h 507"/>
              <a:gd name="T8" fmla="*/ 3629 w 648"/>
              <a:gd name="T9" fmla="*/ 1006 h 507"/>
              <a:gd name="T10" fmla="*/ 3448 w 648"/>
              <a:gd name="T11" fmla="*/ 1083 h 507"/>
              <a:gd name="T12" fmla="*/ 3315 w 648"/>
              <a:gd name="T13" fmla="*/ 1228 h 507"/>
              <a:gd name="T14" fmla="*/ 3297 w 648"/>
              <a:gd name="T15" fmla="*/ 1393 h 507"/>
              <a:gd name="T16" fmla="*/ 3315 w 648"/>
              <a:gd name="T17" fmla="*/ 1552 h 507"/>
              <a:gd name="T18" fmla="*/ 3448 w 648"/>
              <a:gd name="T19" fmla="*/ 1694 h 507"/>
              <a:gd name="T20" fmla="*/ 3629 w 648"/>
              <a:gd name="T21" fmla="*/ 1772 h 507"/>
              <a:gd name="T22" fmla="*/ 3807 w 648"/>
              <a:gd name="T23" fmla="*/ 1781 h 507"/>
              <a:gd name="T24" fmla="*/ 4012 w 648"/>
              <a:gd name="T25" fmla="*/ 1682 h 507"/>
              <a:gd name="T26" fmla="*/ 4145 w 648"/>
              <a:gd name="T27" fmla="*/ 1707 h 507"/>
              <a:gd name="T28" fmla="*/ 4229 w 648"/>
              <a:gd name="T29" fmla="*/ 2771 h 507"/>
              <a:gd name="T30" fmla="*/ 940 w 648"/>
              <a:gd name="T31" fmla="*/ 1802 h 507"/>
              <a:gd name="T32" fmla="*/ 848 w 648"/>
              <a:gd name="T33" fmla="*/ 1707 h 507"/>
              <a:gd name="T34" fmla="*/ 719 w 648"/>
              <a:gd name="T35" fmla="*/ 1682 h 507"/>
              <a:gd name="T36" fmla="*/ 518 w 648"/>
              <a:gd name="T37" fmla="*/ 1781 h 507"/>
              <a:gd name="T38" fmla="*/ 333 w 648"/>
              <a:gd name="T39" fmla="*/ 1772 h 507"/>
              <a:gd name="T40" fmla="*/ 157 w 648"/>
              <a:gd name="T41" fmla="*/ 1694 h 507"/>
              <a:gd name="T42" fmla="*/ 24 w 648"/>
              <a:gd name="T43" fmla="*/ 1552 h 507"/>
              <a:gd name="T44" fmla="*/ 0 w 648"/>
              <a:gd name="T45" fmla="*/ 1393 h 507"/>
              <a:gd name="T46" fmla="*/ 24 w 648"/>
              <a:gd name="T47" fmla="*/ 1228 h 507"/>
              <a:gd name="T48" fmla="*/ 157 w 648"/>
              <a:gd name="T49" fmla="*/ 1083 h 507"/>
              <a:gd name="T50" fmla="*/ 333 w 648"/>
              <a:gd name="T51" fmla="*/ 1006 h 507"/>
              <a:gd name="T52" fmla="*/ 518 w 648"/>
              <a:gd name="T53" fmla="*/ 1006 h 507"/>
              <a:gd name="T54" fmla="*/ 719 w 648"/>
              <a:gd name="T55" fmla="*/ 1092 h 507"/>
              <a:gd name="T56" fmla="*/ 848 w 648"/>
              <a:gd name="T57" fmla="*/ 1071 h 507"/>
              <a:gd name="T58" fmla="*/ 940 w 648"/>
              <a:gd name="T59" fmla="*/ 0 h 507"/>
              <a:gd name="T60" fmla="*/ 2134 w 648"/>
              <a:gd name="T61" fmla="*/ 12 h 507"/>
              <a:gd name="T62" fmla="*/ 2252 w 648"/>
              <a:gd name="T63" fmla="*/ 151 h 507"/>
              <a:gd name="T64" fmla="*/ 2172 w 648"/>
              <a:gd name="T65" fmla="*/ 301 h 507"/>
              <a:gd name="T66" fmla="*/ 2134 w 648"/>
              <a:gd name="T67" fmla="*/ 444 h 507"/>
              <a:gd name="T68" fmla="*/ 2172 w 648"/>
              <a:gd name="T69" fmla="*/ 595 h 507"/>
              <a:gd name="T70" fmla="*/ 2330 w 648"/>
              <a:gd name="T71" fmla="*/ 745 h 507"/>
              <a:gd name="T72" fmla="*/ 2480 w 648"/>
              <a:gd name="T73" fmla="*/ 810 h 507"/>
              <a:gd name="T74" fmla="*/ 2714 w 648"/>
              <a:gd name="T75" fmla="*/ 810 h 507"/>
              <a:gd name="T76" fmla="*/ 2878 w 648"/>
              <a:gd name="T77" fmla="*/ 745 h 507"/>
              <a:gd name="T78" fmla="*/ 3022 w 648"/>
              <a:gd name="T79" fmla="*/ 595 h 507"/>
              <a:gd name="T80" fmla="*/ 3059 w 648"/>
              <a:gd name="T81" fmla="*/ 444 h 507"/>
              <a:gd name="T82" fmla="*/ 3022 w 648"/>
              <a:gd name="T83" fmla="*/ 301 h 507"/>
              <a:gd name="T84" fmla="*/ 2943 w 648"/>
              <a:gd name="T85" fmla="*/ 151 h 507"/>
              <a:gd name="T86" fmla="*/ 3059 w 648"/>
              <a:gd name="T87" fmla="*/ 12 h 507"/>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648"/>
              <a:gd name="T133" fmla="*/ 0 h 507"/>
              <a:gd name="T134" fmla="*/ 648 w 648"/>
              <a:gd name="T135" fmla="*/ 507 h 507"/>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648" h="507">
                <a:moveTo>
                  <a:pt x="473" y="0"/>
                </a:moveTo>
                <a:lnTo>
                  <a:pt x="648" y="0"/>
                </a:lnTo>
                <a:lnTo>
                  <a:pt x="648" y="186"/>
                </a:lnTo>
                <a:lnTo>
                  <a:pt x="635" y="196"/>
                </a:lnTo>
                <a:lnTo>
                  <a:pt x="623" y="202"/>
                </a:lnTo>
                <a:lnTo>
                  <a:pt x="615" y="200"/>
                </a:lnTo>
                <a:lnTo>
                  <a:pt x="597" y="188"/>
                </a:lnTo>
                <a:lnTo>
                  <a:pt x="583" y="184"/>
                </a:lnTo>
                <a:lnTo>
                  <a:pt x="570" y="184"/>
                </a:lnTo>
                <a:lnTo>
                  <a:pt x="556" y="184"/>
                </a:lnTo>
                <a:lnTo>
                  <a:pt x="542" y="188"/>
                </a:lnTo>
                <a:lnTo>
                  <a:pt x="528" y="198"/>
                </a:lnTo>
                <a:lnTo>
                  <a:pt x="514" y="213"/>
                </a:lnTo>
                <a:lnTo>
                  <a:pt x="508" y="225"/>
                </a:lnTo>
                <a:lnTo>
                  <a:pt x="505" y="237"/>
                </a:lnTo>
                <a:lnTo>
                  <a:pt x="505" y="255"/>
                </a:lnTo>
                <a:lnTo>
                  <a:pt x="505" y="273"/>
                </a:lnTo>
                <a:lnTo>
                  <a:pt x="508" y="284"/>
                </a:lnTo>
                <a:lnTo>
                  <a:pt x="514" y="296"/>
                </a:lnTo>
                <a:lnTo>
                  <a:pt x="528" y="310"/>
                </a:lnTo>
                <a:lnTo>
                  <a:pt x="542" y="320"/>
                </a:lnTo>
                <a:lnTo>
                  <a:pt x="556" y="324"/>
                </a:lnTo>
                <a:lnTo>
                  <a:pt x="570" y="326"/>
                </a:lnTo>
                <a:lnTo>
                  <a:pt x="583" y="326"/>
                </a:lnTo>
                <a:lnTo>
                  <a:pt x="597" y="320"/>
                </a:lnTo>
                <a:lnTo>
                  <a:pt x="615" y="308"/>
                </a:lnTo>
                <a:lnTo>
                  <a:pt x="623" y="308"/>
                </a:lnTo>
                <a:lnTo>
                  <a:pt x="635" y="312"/>
                </a:lnTo>
                <a:lnTo>
                  <a:pt x="648" y="330"/>
                </a:lnTo>
                <a:lnTo>
                  <a:pt x="648" y="507"/>
                </a:lnTo>
                <a:lnTo>
                  <a:pt x="144" y="507"/>
                </a:lnTo>
                <a:lnTo>
                  <a:pt x="144" y="330"/>
                </a:lnTo>
                <a:lnTo>
                  <a:pt x="144" y="326"/>
                </a:lnTo>
                <a:lnTo>
                  <a:pt x="130" y="312"/>
                </a:lnTo>
                <a:lnTo>
                  <a:pt x="118" y="308"/>
                </a:lnTo>
                <a:lnTo>
                  <a:pt x="110" y="308"/>
                </a:lnTo>
                <a:lnTo>
                  <a:pt x="91" y="320"/>
                </a:lnTo>
                <a:lnTo>
                  <a:pt x="79" y="326"/>
                </a:lnTo>
                <a:lnTo>
                  <a:pt x="65" y="326"/>
                </a:lnTo>
                <a:lnTo>
                  <a:pt x="51" y="324"/>
                </a:lnTo>
                <a:lnTo>
                  <a:pt x="39" y="320"/>
                </a:lnTo>
                <a:lnTo>
                  <a:pt x="24" y="310"/>
                </a:lnTo>
                <a:lnTo>
                  <a:pt x="10" y="296"/>
                </a:lnTo>
                <a:lnTo>
                  <a:pt x="4" y="284"/>
                </a:lnTo>
                <a:lnTo>
                  <a:pt x="0" y="273"/>
                </a:lnTo>
                <a:lnTo>
                  <a:pt x="0" y="255"/>
                </a:lnTo>
                <a:lnTo>
                  <a:pt x="0" y="237"/>
                </a:lnTo>
                <a:lnTo>
                  <a:pt x="4" y="225"/>
                </a:lnTo>
                <a:lnTo>
                  <a:pt x="10" y="213"/>
                </a:lnTo>
                <a:lnTo>
                  <a:pt x="24" y="198"/>
                </a:lnTo>
                <a:lnTo>
                  <a:pt x="39" y="188"/>
                </a:lnTo>
                <a:lnTo>
                  <a:pt x="51" y="184"/>
                </a:lnTo>
                <a:lnTo>
                  <a:pt x="65" y="184"/>
                </a:lnTo>
                <a:lnTo>
                  <a:pt x="79" y="184"/>
                </a:lnTo>
                <a:lnTo>
                  <a:pt x="91" y="188"/>
                </a:lnTo>
                <a:lnTo>
                  <a:pt x="110" y="200"/>
                </a:lnTo>
                <a:lnTo>
                  <a:pt x="118" y="202"/>
                </a:lnTo>
                <a:lnTo>
                  <a:pt x="130" y="196"/>
                </a:lnTo>
                <a:lnTo>
                  <a:pt x="144" y="186"/>
                </a:lnTo>
                <a:lnTo>
                  <a:pt x="144" y="0"/>
                </a:lnTo>
                <a:lnTo>
                  <a:pt x="327" y="0"/>
                </a:lnTo>
                <a:lnTo>
                  <a:pt x="327" y="2"/>
                </a:lnTo>
                <a:lnTo>
                  <a:pt x="341" y="16"/>
                </a:lnTo>
                <a:lnTo>
                  <a:pt x="345" y="28"/>
                </a:lnTo>
                <a:lnTo>
                  <a:pt x="345" y="36"/>
                </a:lnTo>
                <a:lnTo>
                  <a:pt x="333" y="55"/>
                </a:lnTo>
                <a:lnTo>
                  <a:pt x="327" y="67"/>
                </a:lnTo>
                <a:lnTo>
                  <a:pt x="327" y="81"/>
                </a:lnTo>
                <a:lnTo>
                  <a:pt x="327" y="95"/>
                </a:lnTo>
                <a:lnTo>
                  <a:pt x="333" y="109"/>
                </a:lnTo>
                <a:lnTo>
                  <a:pt x="343" y="123"/>
                </a:lnTo>
                <a:lnTo>
                  <a:pt x="357" y="136"/>
                </a:lnTo>
                <a:lnTo>
                  <a:pt x="369" y="142"/>
                </a:lnTo>
                <a:lnTo>
                  <a:pt x="380" y="148"/>
                </a:lnTo>
                <a:lnTo>
                  <a:pt x="398" y="148"/>
                </a:lnTo>
                <a:lnTo>
                  <a:pt x="416" y="148"/>
                </a:lnTo>
                <a:lnTo>
                  <a:pt x="428" y="142"/>
                </a:lnTo>
                <a:lnTo>
                  <a:pt x="441" y="136"/>
                </a:lnTo>
                <a:lnTo>
                  <a:pt x="455" y="123"/>
                </a:lnTo>
                <a:lnTo>
                  <a:pt x="463" y="109"/>
                </a:lnTo>
                <a:lnTo>
                  <a:pt x="469" y="95"/>
                </a:lnTo>
                <a:lnTo>
                  <a:pt x="469" y="81"/>
                </a:lnTo>
                <a:lnTo>
                  <a:pt x="469" y="67"/>
                </a:lnTo>
                <a:lnTo>
                  <a:pt x="463" y="55"/>
                </a:lnTo>
                <a:lnTo>
                  <a:pt x="451" y="36"/>
                </a:lnTo>
                <a:lnTo>
                  <a:pt x="451" y="28"/>
                </a:lnTo>
                <a:lnTo>
                  <a:pt x="455" y="16"/>
                </a:lnTo>
                <a:lnTo>
                  <a:pt x="469" y="2"/>
                </a:lnTo>
                <a:lnTo>
                  <a:pt x="473" y="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79" name="Freeform 45"/>
          <p:cNvSpPr/>
          <p:nvPr/>
        </p:nvSpPr>
        <p:spPr bwMode="blackWhite">
          <a:xfrm>
            <a:off x="7510957" y="5103685"/>
            <a:ext cx="1995848" cy="1199247"/>
          </a:xfrm>
          <a:custGeom>
            <a:avLst/>
            <a:gdLst>
              <a:gd name="T0" fmla="*/ 4241 w 796"/>
              <a:gd name="T1" fmla="*/ 0 h 507"/>
              <a:gd name="T2" fmla="*/ 4322 w 796"/>
              <a:gd name="T3" fmla="*/ 1071 h 507"/>
              <a:gd name="T4" fmla="*/ 4443 w 796"/>
              <a:gd name="T5" fmla="*/ 1092 h 507"/>
              <a:gd name="T6" fmla="*/ 4667 w 796"/>
              <a:gd name="T7" fmla="*/ 1006 h 507"/>
              <a:gd name="T8" fmla="*/ 4828 w 796"/>
              <a:gd name="T9" fmla="*/ 1006 h 507"/>
              <a:gd name="T10" fmla="*/ 5009 w 796"/>
              <a:gd name="T11" fmla="*/ 1083 h 507"/>
              <a:gd name="T12" fmla="*/ 5141 w 796"/>
              <a:gd name="T13" fmla="*/ 1228 h 507"/>
              <a:gd name="T14" fmla="*/ 5179 w 796"/>
              <a:gd name="T15" fmla="*/ 1393 h 507"/>
              <a:gd name="T16" fmla="*/ 5141 w 796"/>
              <a:gd name="T17" fmla="*/ 1552 h 507"/>
              <a:gd name="T18" fmla="*/ 5009 w 796"/>
              <a:gd name="T19" fmla="*/ 1694 h 507"/>
              <a:gd name="T20" fmla="*/ 4828 w 796"/>
              <a:gd name="T21" fmla="*/ 1772 h 507"/>
              <a:gd name="T22" fmla="*/ 4667 w 796"/>
              <a:gd name="T23" fmla="*/ 1781 h 507"/>
              <a:gd name="T24" fmla="*/ 4443 w 796"/>
              <a:gd name="T25" fmla="*/ 1682 h 507"/>
              <a:gd name="T26" fmla="*/ 4322 w 796"/>
              <a:gd name="T27" fmla="*/ 1707 h 507"/>
              <a:gd name="T28" fmla="*/ 4241 w 796"/>
              <a:gd name="T29" fmla="*/ 2771 h 507"/>
              <a:gd name="T30" fmla="*/ 945 w 796"/>
              <a:gd name="T31" fmla="*/ 1802 h 507"/>
              <a:gd name="T32" fmla="*/ 857 w 796"/>
              <a:gd name="T33" fmla="*/ 1707 h 507"/>
              <a:gd name="T34" fmla="*/ 728 w 796"/>
              <a:gd name="T35" fmla="*/ 1682 h 507"/>
              <a:gd name="T36" fmla="*/ 519 w 796"/>
              <a:gd name="T37" fmla="*/ 1781 h 507"/>
              <a:gd name="T38" fmla="*/ 345 w 796"/>
              <a:gd name="T39" fmla="*/ 1772 h 507"/>
              <a:gd name="T40" fmla="*/ 164 w 796"/>
              <a:gd name="T41" fmla="*/ 1694 h 507"/>
              <a:gd name="T42" fmla="*/ 32 w 796"/>
              <a:gd name="T43" fmla="*/ 1552 h 507"/>
              <a:gd name="T44" fmla="*/ 0 w 796"/>
              <a:gd name="T45" fmla="*/ 1393 h 507"/>
              <a:gd name="T46" fmla="*/ 32 w 796"/>
              <a:gd name="T47" fmla="*/ 1228 h 507"/>
              <a:gd name="T48" fmla="*/ 164 w 796"/>
              <a:gd name="T49" fmla="*/ 1083 h 507"/>
              <a:gd name="T50" fmla="*/ 345 w 796"/>
              <a:gd name="T51" fmla="*/ 1006 h 507"/>
              <a:gd name="T52" fmla="*/ 519 w 796"/>
              <a:gd name="T53" fmla="*/ 1006 h 507"/>
              <a:gd name="T54" fmla="*/ 728 w 796"/>
              <a:gd name="T55" fmla="*/ 1092 h 507"/>
              <a:gd name="T56" fmla="*/ 857 w 796"/>
              <a:gd name="T57" fmla="*/ 1071 h 507"/>
              <a:gd name="T58" fmla="*/ 945 w 796"/>
              <a:gd name="T59" fmla="*/ 0 h 507"/>
              <a:gd name="T60" fmla="*/ 2126 w 796"/>
              <a:gd name="T61" fmla="*/ 12 h 507"/>
              <a:gd name="T62" fmla="*/ 2238 w 796"/>
              <a:gd name="T63" fmla="*/ 164 h 507"/>
              <a:gd name="T64" fmla="*/ 2167 w 796"/>
              <a:gd name="T65" fmla="*/ 301 h 507"/>
              <a:gd name="T66" fmla="*/ 2126 w 796"/>
              <a:gd name="T67" fmla="*/ 453 h 507"/>
              <a:gd name="T68" fmla="*/ 2167 w 796"/>
              <a:gd name="T69" fmla="*/ 595 h 507"/>
              <a:gd name="T70" fmla="*/ 2317 w 796"/>
              <a:gd name="T71" fmla="*/ 745 h 507"/>
              <a:gd name="T72" fmla="*/ 2472 w 796"/>
              <a:gd name="T73" fmla="*/ 810 h 507"/>
              <a:gd name="T74" fmla="*/ 2701 w 796"/>
              <a:gd name="T75" fmla="*/ 810 h 507"/>
              <a:gd name="T76" fmla="*/ 2867 w 796"/>
              <a:gd name="T77" fmla="*/ 745 h 507"/>
              <a:gd name="T78" fmla="*/ 3011 w 796"/>
              <a:gd name="T79" fmla="*/ 595 h 507"/>
              <a:gd name="T80" fmla="*/ 3063 w 796"/>
              <a:gd name="T81" fmla="*/ 453 h 507"/>
              <a:gd name="T82" fmla="*/ 3011 w 796"/>
              <a:gd name="T83" fmla="*/ 301 h 507"/>
              <a:gd name="T84" fmla="*/ 2948 w 796"/>
              <a:gd name="T85" fmla="*/ 164 h 507"/>
              <a:gd name="T86" fmla="*/ 3052 w 796"/>
              <a:gd name="T87" fmla="*/ 12 h 507"/>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796"/>
              <a:gd name="T133" fmla="*/ 0 h 507"/>
              <a:gd name="T134" fmla="*/ 796 w 796"/>
              <a:gd name="T135" fmla="*/ 507 h 507"/>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796" h="507">
                <a:moveTo>
                  <a:pt x="474" y="0"/>
                </a:moveTo>
                <a:lnTo>
                  <a:pt x="652" y="0"/>
                </a:lnTo>
                <a:lnTo>
                  <a:pt x="652" y="186"/>
                </a:lnTo>
                <a:lnTo>
                  <a:pt x="664" y="196"/>
                </a:lnTo>
                <a:lnTo>
                  <a:pt x="677" y="202"/>
                </a:lnTo>
                <a:lnTo>
                  <a:pt x="683" y="200"/>
                </a:lnTo>
                <a:lnTo>
                  <a:pt x="703" y="188"/>
                </a:lnTo>
                <a:lnTo>
                  <a:pt x="717" y="184"/>
                </a:lnTo>
                <a:lnTo>
                  <a:pt x="731" y="184"/>
                </a:lnTo>
                <a:lnTo>
                  <a:pt x="742" y="184"/>
                </a:lnTo>
                <a:lnTo>
                  <a:pt x="756" y="188"/>
                </a:lnTo>
                <a:lnTo>
                  <a:pt x="770" y="198"/>
                </a:lnTo>
                <a:lnTo>
                  <a:pt x="784" y="213"/>
                </a:lnTo>
                <a:lnTo>
                  <a:pt x="790" y="225"/>
                </a:lnTo>
                <a:lnTo>
                  <a:pt x="796" y="237"/>
                </a:lnTo>
                <a:lnTo>
                  <a:pt x="796" y="255"/>
                </a:lnTo>
                <a:lnTo>
                  <a:pt x="796" y="273"/>
                </a:lnTo>
                <a:lnTo>
                  <a:pt x="790" y="284"/>
                </a:lnTo>
                <a:lnTo>
                  <a:pt x="784" y="296"/>
                </a:lnTo>
                <a:lnTo>
                  <a:pt x="770" y="310"/>
                </a:lnTo>
                <a:lnTo>
                  <a:pt x="756" y="320"/>
                </a:lnTo>
                <a:lnTo>
                  <a:pt x="742" y="324"/>
                </a:lnTo>
                <a:lnTo>
                  <a:pt x="731" y="326"/>
                </a:lnTo>
                <a:lnTo>
                  <a:pt x="717" y="326"/>
                </a:lnTo>
                <a:lnTo>
                  <a:pt x="703" y="320"/>
                </a:lnTo>
                <a:lnTo>
                  <a:pt x="683" y="308"/>
                </a:lnTo>
                <a:lnTo>
                  <a:pt x="677" y="308"/>
                </a:lnTo>
                <a:lnTo>
                  <a:pt x="664" y="312"/>
                </a:lnTo>
                <a:lnTo>
                  <a:pt x="652" y="330"/>
                </a:lnTo>
                <a:lnTo>
                  <a:pt x="652" y="507"/>
                </a:lnTo>
                <a:lnTo>
                  <a:pt x="145" y="507"/>
                </a:lnTo>
                <a:lnTo>
                  <a:pt x="145" y="330"/>
                </a:lnTo>
                <a:lnTo>
                  <a:pt x="145" y="326"/>
                </a:lnTo>
                <a:lnTo>
                  <a:pt x="132" y="312"/>
                </a:lnTo>
                <a:lnTo>
                  <a:pt x="118" y="308"/>
                </a:lnTo>
                <a:lnTo>
                  <a:pt x="112" y="308"/>
                </a:lnTo>
                <a:lnTo>
                  <a:pt x="92" y="320"/>
                </a:lnTo>
                <a:lnTo>
                  <a:pt x="80" y="326"/>
                </a:lnTo>
                <a:lnTo>
                  <a:pt x="67" y="326"/>
                </a:lnTo>
                <a:lnTo>
                  <a:pt x="53" y="324"/>
                </a:lnTo>
                <a:lnTo>
                  <a:pt x="39" y="320"/>
                </a:lnTo>
                <a:lnTo>
                  <a:pt x="25" y="310"/>
                </a:lnTo>
                <a:lnTo>
                  <a:pt x="11" y="296"/>
                </a:lnTo>
                <a:lnTo>
                  <a:pt x="5" y="284"/>
                </a:lnTo>
                <a:lnTo>
                  <a:pt x="0" y="273"/>
                </a:lnTo>
                <a:lnTo>
                  <a:pt x="0" y="255"/>
                </a:lnTo>
                <a:lnTo>
                  <a:pt x="0" y="237"/>
                </a:lnTo>
                <a:lnTo>
                  <a:pt x="5" y="225"/>
                </a:lnTo>
                <a:lnTo>
                  <a:pt x="11" y="213"/>
                </a:lnTo>
                <a:lnTo>
                  <a:pt x="25" y="198"/>
                </a:lnTo>
                <a:lnTo>
                  <a:pt x="39" y="188"/>
                </a:lnTo>
                <a:lnTo>
                  <a:pt x="53" y="184"/>
                </a:lnTo>
                <a:lnTo>
                  <a:pt x="67" y="184"/>
                </a:lnTo>
                <a:lnTo>
                  <a:pt x="80" y="184"/>
                </a:lnTo>
                <a:lnTo>
                  <a:pt x="92" y="188"/>
                </a:lnTo>
                <a:lnTo>
                  <a:pt x="112" y="200"/>
                </a:lnTo>
                <a:lnTo>
                  <a:pt x="118" y="202"/>
                </a:lnTo>
                <a:lnTo>
                  <a:pt x="132" y="196"/>
                </a:lnTo>
                <a:lnTo>
                  <a:pt x="145" y="186"/>
                </a:lnTo>
                <a:lnTo>
                  <a:pt x="145" y="0"/>
                </a:lnTo>
                <a:lnTo>
                  <a:pt x="323" y="0"/>
                </a:lnTo>
                <a:lnTo>
                  <a:pt x="327" y="2"/>
                </a:lnTo>
                <a:lnTo>
                  <a:pt x="340" y="16"/>
                </a:lnTo>
                <a:lnTo>
                  <a:pt x="344" y="30"/>
                </a:lnTo>
                <a:lnTo>
                  <a:pt x="344" y="36"/>
                </a:lnTo>
                <a:lnTo>
                  <a:pt x="333" y="55"/>
                </a:lnTo>
                <a:lnTo>
                  <a:pt x="327" y="69"/>
                </a:lnTo>
                <a:lnTo>
                  <a:pt x="327" y="83"/>
                </a:lnTo>
                <a:lnTo>
                  <a:pt x="329" y="95"/>
                </a:lnTo>
                <a:lnTo>
                  <a:pt x="333" y="109"/>
                </a:lnTo>
                <a:lnTo>
                  <a:pt x="342" y="123"/>
                </a:lnTo>
                <a:lnTo>
                  <a:pt x="356" y="136"/>
                </a:lnTo>
                <a:lnTo>
                  <a:pt x="368" y="142"/>
                </a:lnTo>
                <a:lnTo>
                  <a:pt x="380" y="148"/>
                </a:lnTo>
                <a:lnTo>
                  <a:pt x="398" y="148"/>
                </a:lnTo>
                <a:lnTo>
                  <a:pt x="415" y="148"/>
                </a:lnTo>
                <a:lnTo>
                  <a:pt x="429" y="142"/>
                </a:lnTo>
                <a:lnTo>
                  <a:pt x="441" y="136"/>
                </a:lnTo>
                <a:lnTo>
                  <a:pt x="455" y="123"/>
                </a:lnTo>
                <a:lnTo>
                  <a:pt x="463" y="109"/>
                </a:lnTo>
                <a:lnTo>
                  <a:pt x="469" y="95"/>
                </a:lnTo>
                <a:lnTo>
                  <a:pt x="471" y="83"/>
                </a:lnTo>
                <a:lnTo>
                  <a:pt x="469" y="69"/>
                </a:lnTo>
                <a:lnTo>
                  <a:pt x="463" y="55"/>
                </a:lnTo>
                <a:lnTo>
                  <a:pt x="453" y="38"/>
                </a:lnTo>
                <a:lnTo>
                  <a:pt x="453" y="30"/>
                </a:lnTo>
                <a:lnTo>
                  <a:pt x="457" y="16"/>
                </a:lnTo>
                <a:lnTo>
                  <a:pt x="469" y="2"/>
                </a:lnTo>
                <a:lnTo>
                  <a:pt x="474" y="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90" name="Freeform 46"/>
          <p:cNvSpPr/>
          <p:nvPr/>
        </p:nvSpPr>
        <p:spPr bwMode="blackWhite">
          <a:xfrm>
            <a:off x="9146854" y="4766607"/>
            <a:ext cx="1259829" cy="1536326"/>
          </a:xfrm>
          <a:custGeom>
            <a:avLst/>
            <a:gdLst>
              <a:gd name="T0" fmla="*/ 2134 w 502"/>
              <a:gd name="T1" fmla="*/ 777 h 649"/>
              <a:gd name="T2" fmla="*/ 3276 w 502"/>
              <a:gd name="T3" fmla="*/ 777 h 649"/>
              <a:gd name="T4" fmla="*/ 3276 w 502"/>
              <a:gd name="T5" fmla="*/ 3555 h 649"/>
              <a:gd name="T6" fmla="*/ 0 w 502"/>
              <a:gd name="T7" fmla="*/ 3555 h 649"/>
              <a:gd name="T8" fmla="*/ 0 w 502"/>
              <a:gd name="T9" fmla="*/ 2586 h 649"/>
              <a:gd name="T10" fmla="*/ 77 w 502"/>
              <a:gd name="T11" fmla="*/ 2485 h 649"/>
              <a:gd name="T12" fmla="*/ 164 w 502"/>
              <a:gd name="T13" fmla="*/ 2464 h 649"/>
              <a:gd name="T14" fmla="*/ 202 w 502"/>
              <a:gd name="T15" fmla="*/ 2464 h 649"/>
              <a:gd name="T16" fmla="*/ 333 w 502"/>
              <a:gd name="T17" fmla="*/ 2529 h 649"/>
              <a:gd name="T18" fmla="*/ 422 w 502"/>
              <a:gd name="T19" fmla="*/ 2563 h 649"/>
              <a:gd name="T20" fmla="*/ 518 w 502"/>
              <a:gd name="T21" fmla="*/ 2563 h 649"/>
              <a:gd name="T22" fmla="*/ 587 w 502"/>
              <a:gd name="T23" fmla="*/ 2551 h 649"/>
              <a:gd name="T24" fmla="*/ 676 w 502"/>
              <a:gd name="T25" fmla="*/ 2529 h 649"/>
              <a:gd name="T26" fmla="*/ 768 w 502"/>
              <a:gd name="T27" fmla="*/ 2477 h 649"/>
              <a:gd name="T28" fmla="*/ 863 w 502"/>
              <a:gd name="T29" fmla="*/ 2399 h 649"/>
              <a:gd name="T30" fmla="*/ 901 w 502"/>
              <a:gd name="T31" fmla="*/ 2334 h 649"/>
              <a:gd name="T32" fmla="*/ 940 w 502"/>
              <a:gd name="T33" fmla="*/ 2274 h 649"/>
              <a:gd name="T34" fmla="*/ 940 w 502"/>
              <a:gd name="T35" fmla="*/ 2175 h 649"/>
              <a:gd name="T36" fmla="*/ 940 w 502"/>
              <a:gd name="T37" fmla="*/ 2075 h 649"/>
              <a:gd name="T38" fmla="*/ 901 w 502"/>
              <a:gd name="T39" fmla="*/ 2009 h 649"/>
              <a:gd name="T40" fmla="*/ 863 w 502"/>
              <a:gd name="T41" fmla="*/ 1944 h 649"/>
              <a:gd name="T42" fmla="*/ 768 w 502"/>
              <a:gd name="T43" fmla="*/ 1861 h 649"/>
              <a:gd name="T44" fmla="*/ 676 w 502"/>
              <a:gd name="T45" fmla="*/ 1809 h 649"/>
              <a:gd name="T46" fmla="*/ 587 w 502"/>
              <a:gd name="T47" fmla="*/ 1787 h 649"/>
              <a:gd name="T48" fmla="*/ 518 w 502"/>
              <a:gd name="T49" fmla="*/ 1787 h 649"/>
              <a:gd name="T50" fmla="*/ 422 w 502"/>
              <a:gd name="T51" fmla="*/ 1787 h 649"/>
              <a:gd name="T52" fmla="*/ 333 w 502"/>
              <a:gd name="T53" fmla="*/ 1809 h 649"/>
              <a:gd name="T54" fmla="*/ 217 w 502"/>
              <a:gd name="T55" fmla="*/ 1874 h 649"/>
              <a:gd name="T56" fmla="*/ 164 w 502"/>
              <a:gd name="T57" fmla="*/ 1883 h 649"/>
              <a:gd name="T58" fmla="*/ 77 w 502"/>
              <a:gd name="T59" fmla="*/ 1853 h 649"/>
              <a:gd name="T60" fmla="*/ 0 w 502"/>
              <a:gd name="T61" fmla="*/ 1796 h 649"/>
              <a:gd name="T62" fmla="*/ 0 w 502"/>
              <a:gd name="T63" fmla="*/ 777 h 649"/>
              <a:gd name="T64" fmla="*/ 1194 w 502"/>
              <a:gd name="T65" fmla="*/ 777 h 649"/>
              <a:gd name="T66" fmla="*/ 1181 w 502"/>
              <a:gd name="T67" fmla="*/ 790 h 649"/>
              <a:gd name="T68" fmla="*/ 1271 w 502"/>
              <a:gd name="T69" fmla="*/ 712 h 649"/>
              <a:gd name="T70" fmla="*/ 1299 w 502"/>
              <a:gd name="T71" fmla="*/ 635 h 649"/>
              <a:gd name="T72" fmla="*/ 1299 w 502"/>
              <a:gd name="T73" fmla="*/ 608 h 649"/>
              <a:gd name="T74" fmla="*/ 1218 w 502"/>
              <a:gd name="T75" fmla="*/ 497 h 649"/>
              <a:gd name="T76" fmla="*/ 1181 w 502"/>
              <a:gd name="T77" fmla="*/ 432 h 649"/>
              <a:gd name="T78" fmla="*/ 1181 w 502"/>
              <a:gd name="T79" fmla="*/ 358 h 649"/>
              <a:gd name="T80" fmla="*/ 1194 w 502"/>
              <a:gd name="T81" fmla="*/ 280 h 649"/>
              <a:gd name="T82" fmla="*/ 1218 w 502"/>
              <a:gd name="T83" fmla="*/ 208 h 649"/>
              <a:gd name="T84" fmla="*/ 1286 w 502"/>
              <a:gd name="T85" fmla="*/ 130 h 649"/>
              <a:gd name="T86" fmla="*/ 1375 w 502"/>
              <a:gd name="T87" fmla="*/ 56 h 649"/>
              <a:gd name="T88" fmla="*/ 1448 w 502"/>
              <a:gd name="T89" fmla="*/ 21 h 649"/>
              <a:gd name="T90" fmla="*/ 1527 w 502"/>
              <a:gd name="T91" fmla="*/ 0 h 649"/>
              <a:gd name="T92" fmla="*/ 1644 w 502"/>
              <a:gd name="T93" fmla="*/ 0 h 649"/>
              <a:gd name="T94" fmla="*/ 1764 w 502"/>
              <a:gd name="T95" fmla="*/ 0 h 649"/>
              <a:gd name="T96" fmla="*/ 1854 w 502"/>
              <a:gd name="T97" fmla="*/ 21 h 649"/>
              <a:gd name="T98" fmla="*/ 1925 w 502"/>
              <a:gd name="T99" fmla="*/ 56 h 649"/>
              <a:gd name="T100" fmla="*/ 2014 w 502"/>
              <a:gd name="T101" fmla="*/ 130 h 649"/>
              <a:gd name="T102" fmla="*/ 2067 w 502"/>
              <a:gd name="T103" fmla="*/ 208 h 649"/>
              <a:gd name="T104" fmla="*/ 2110 w 502"/>
              <a:gd name="T105" fmla="*/ 280 h 649"/>
              <a:gd name="T106" fmla="*/ 2110 w 502"/>
              <a:gd name="T107" fmla="*/ 358 h 649"/>
              <a:gd name="T108" fmla="*/ 2110 w 502"/>
              <a:gd name="T109" fmla="*/ 432 h 649"/>
              <a:gd name="T110" fmla="*/ 2067 w 502"/>
              <a:gd name="T111" fmla="*/ 497 h 649"/>
              <a:gd name="T112" fmla="*/ 2005 w 502"/>
              <a:gd name="T113" fmla="*/ 608 h 649"/>
              <a:gd name="T114" fmla="*/ 1990 w 502"/>
              <a:gd name="T115" fmla="*/ 635 h 649"/>
              <a:gd name="T116" fmla="*/ 2029 w 502"/>
              <a:gd name="T117" fmla="*/ 712 h 649"/>
              <a:gd name="T118" fmla="*/ 2110 w 502"/>
              <a:gd name="T119" fmla="*/ 790 h 649"/>
              <a:gd name="T120" fmla="*/ 2134 w 502"/>
              <a:gd name="T121" fmla="*/ 777 h 64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502"/>
              <a:gd name="T184" fmla="*/ 0 h 649"/>
              <a:gd name="T185" fmla="*/ 502 w 502"/>
              <a:gd name="T186" fmla="*/ 649 h 64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502" h="649">
                <a:moveTo>
                  <a:pt x="327" y="142"/>
                </a:moveTo>
                <a:lnTo>
                  <a:pt x="502" y="142"/>
                </a:lnTo>
                <a:lnTo>
                  <a:pt x="502" y="649"/>
                </a:lnTo>
                <a:lnTo>
                  <a:pt x="0" y="649"/>
                </a:lnTo>
                <a:lnTo>
                  <a:pt x="0" y="472"/>
                </a:lnTo>
                <a:lnTo>
                  <a:pt x="12" y="454"/>
                </a:lnTo>
                <a:lnTo>
                  <a:pt x="25" y="450"/>
                </a:lnTo>
                <a:lnTo>
                  <a:pt x="31" y="450"/>
                </a:lnTo>
                <a:lnTo>
                  <a:pt x="51" y="462"/>
                </a:lnTo>
                <a:lnTo>
                  <a:pt x="65" y="468"/>
                </a:lnTo>
                <a:lnTo>
                  <a:pt x="79" y="468"/>
                </a:lnTo>
                <a:lnTo>
                  <a:pt x="90" y="466"/>
                </a:lnTo>
                <a:lnTo>
                  <a:pt x="104" y="462"/>
                </a:lnTo>
                <a:lnTo>
                  <a:pt x="118" y="452"/>
                </a:lnTo>
                <a:lnTo>
                  <a:pt x="132" y="438"/>
                </a:lnTo>
                <a:lnTo>
                  <a:pt x="138" y="426"/>
                </a:lnTo>
                <a:lnTo>
                  <a:pt x="144" y="415"/>
                </a:lnTo>
                <a:lnTo>
                  <a:pt x="144" y="397"/>
                </a:lnTo>
                <a:lnTo>
                  <a:pt x="144" y="379"/>
                </a:lnTo>
                <a:lnTo>
                  <a:pt x="138" y="367"/>
                </a:lnTo>
                <a:lnTo>
                  <a:pt x="132" y="355"/>
                </a:lnTo>
                <a:lnTo>
                  <a:pt x="118" y="340"/>
                </a:lnTo>
                <a:lnTo>
                  <a:pt x="104" y="330"/>
                </a:lnTo>
                <a:lnTo>
                  <a:pt x="90" y="326"/>
                </a:lnTo>
                <a:lnTo>
                  <a:pt x="79" y="326"/>
                </a:lnTo>
                <a:lnTo>
                  <a:pt x="65" y="326"/>
                </a:lnTo>
                <a:lnTo>
                  <a:pt x="51" y="330"/>
                </a:lnTo>
                <a:lnTo>
                  <a:pt x="33" y="342"/>
                </a:lnTo>
                <a:lnTo>
                  <a:pt x="25" y="344"/>
                </a:lnTo>
                <a:lnTo>
                  <a:pt x="12" y="338"/>
                </a:lnTo>
                <a:lnTo>
                  <a:pt x="0" y="328"/>
                </a:lnTo>
                <a:lnTo>
                  <a:pt x="0" y="142"/>
                </a:lnTo>
                <a:lnTo>
                  <a:pt x="183" y="142"/>
                </a:lnTo>
                <a:lnTo>
                  <a:pt x="181" y="144"/>
                </a:lnTo>
                <a:lnTo>
                  <a:pt x="195" y="130"/>
                </a:lnTo>
                <a:lnTo>
                  <a:pt x="199" y="116"/>
                </a:lnTo>
                <a:lnTo>
                  <a:pt x="199" y="111"/>
                </a:lnTo>
                <a:lnTo>
                  <a:pt x="187" y="91"/>
                </a:lnTo>
                <a:lnTo>
                  <a:pt x="181" y="79"/>
                </a:lnTo>
                <a:lnTo>
                  <a:pt x="181" y="65"/>
                </a:lnTo>
                <a:lnTo>
                  <a:pt x="183" y="51"/>
                </a:lnTo>
                <a:lnTo>
                  <a:pt x="187" y="38"/>
                </a:lnTo>
                <a:lnTo>
                  <a:pt x="197" y="24"/>
                </a:lnTo>
                <a:lnTo>
                  <a:pt x="211" y="10"/>
                </a:lnTo>
                <a:lnTo>
                  <a:pt x="222" y="4"/>
                </a:lnTo>
                <a:lnTo>
                  <a:pt x="234" y="0"/>
                </a:lnTo>
                <a:lnTo>
                  <a:pt x="252" y="0"/>
                </a:lnTo>
                <a:lnTo>
                  <a:pt x="270" y="0"/>
                </a:lnTo>
                <a:lnTo>
                  <a:pt x="284" y="4"/>
                </a:lnTo>
                <a:lnTo>
                  <a:pt x="295" y="10"/>
                </a:lnTo>
                <a:lnTo>
                  <a:pt x="309" y="24"/>
                </a:lnTo>
                <a:lnTo>
                  <a:pt x="317" y="38"/>
                </a:lnTo>
                <a:lnTo>
                  <a:pt x="323" y="51"/>
                </a:lnTo>
                <a:lnTo>
                  <a:pt x="323" y="65"/>
                </a:lnTo>
                <a:lnTo>
                  <a:pt x="323" y="79"/>
                </a:lnTo>
                <a:lnTo>
                  <a:pt x="317" y="91"/>
                </a:lnTo>
                <a:lnTo>
                  <a:pt x="307" y="111"/>
                </a:lnTo>
                <a:lnTo>
                  <a:pt x="305" y="116"/>
                </a:lnTo>
                <a:lnTo>
                  <a:pt x="311" y="130"/>
                </a:lnTo>
                <a:lnTo>
                  <a:pt x="323" y="144"/>
                </a:lnTo>
                <a:lnTo>
                  <a:pt x="327" y="142"/>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26" name="Freeform 28"/>
          <p:cNvSpPr/>
          <p:nvPr/>
        </p:nvSpPr>
        <p:spPr bwMode="blackWhite">
          <a:xfrm>
            <a:off x="1770242" y="4331106"/>
            <a:ext cx="1331068" cy="1232763"/>
          </a:xfrm>
          <a:custGeom>
            <a:avLst/>
            <a:gdLst>
              <a:gd name="T0" fmla="*/ 0 w 650"/>
              <a:gd name="T1" fmla="*/ 2770 h 649"/>
              <a:gd name="T2" fmla="*/ 0 w 650"/>
              <a:gd name="T3" fmla="*/ 0 h 649"/>
              <a:gd name="T4" fmla="*/ 3450 w 650"/>
              <a:gd name="T5" fmla="*/ 0 h 649"/>
              <a:gd name="T6" fmla="*/ 3450 w 650"/>
              <a:gd name="T7" fmla="*/ 1018 h 649"/>
              <a:gd name="T8" fmla="*/ 3558 w 650"/>
              <a:gd name="T9" fmla="*/ 1064 h 649"/>
              <a:gd name="T10" fmla="*/ 3639 w 650"/>
              <a:gd name="T11" fmla="*/ 1085 h 649"/>
              <a:gd name="T12" fmla="*/ 3694 w 650"/>
              <a:gd name="T13" fmla="*/ 1085 h 649"/>
              <a:gd name="T14" fmla="*/ 3831 w 650"/>
              <a:gd name="T15" fmla="*/ 1020 h 649"/>
              <a:gd name="T16" fmla="*/ 3907 w 650"/>
              <a:gd name="T17" fmla="*/ 995 h 649"/>
              <a:gd name="T18" fmla="*/ 4004 w 650"/>
              <a:gd name="T19" fmla="*/ 995 h 649"/>
              <a:gd name="T20" fmla="*/ 4099 w 650"/>
              <a:gd name="T21" fmla="*/ 995 h 649"/>
              <a:gd name="T22" fmla="*/ 4180 w 650"/>
              <a:gd name="T23" fmla="*/ 1020 h 649"/>
              <a:gd name="T24" fmla="*/ 4289 w 650"/>
              <a:gd name="T25" fmla="*/ 1076 h 649"/>
              <a:gd name="T26" fmla="*/ 4365 w 650"/>
              <a:gd name="T27" fmla="*/ 1154 h 649"/>
              <a:gd name="T28" fmla="*/ 4420 w 650"/>
              <a:gd name="T29" fmla="*/ 1219 h 649"/>
              <a:gd name="T30" fmla="*/ 4448 w 650"/>
              <a:gd name="T31" fmla="*/ 1284 h 649"/>
              <a:gd name="T32" fmla="*/ 4448 w 650"/>
              <a:gd name="T33" fmla="*/ 1383 h 649"/>
              <a:gd name="T34" fmla="*/ 4448 w 650"/>
              <a:gd name="T35" fmla="*/ 1476 h 649"/>
              <a:gd name="T36" fmla="*/ 4420 w 650"/>
              <a:gd name="T37" fmla="*/ 1541 h 649"/>
              <a:gd name="T38" fmla="*/ 4365 w 650"/>
              <a:gd name="T39" fmla="*/ 1617 h 649"/>
              <a:gd name="T40" fmla="*/ 4289 w 650"/>
              <a:gd name="T41" fmla="*/ 1694 h 649"/>
              <a:gd name="T42" fmla="*/ 4180 w 650"/>
              <a:gd name="T43" fmla="*/ 1749 h 649"/>
              <a:gd name="T44" fmla="*/ 4099 w 650"/>
              <a:gd name="T45" fmla="*/ 1772 h 649"/>
              <a:gd name="T46" fmla="*/ 4004 w 650"/>
              <a:gd name="T47" fmla="*/ 1772 h 649"/>
              <a:gd name="T48" fmla="*/ 3907 w 650"/>
              <a:gd name="T49" fmla="*/ 1772 h 649"/>
              <a:gd name="T50" fmla="*/ 3831 w 650"/>
              <a:gd name="T51" fmla="*/ 1749 h 649"/>
              <a:gd name="T52" fmla="*/ 3694 w 650"/>
              <a:gd name="T53" fmla="*/ 1682 h 649"/>
              <a:gd name="T54" fmla="*/ 3639 w 650"/>
              <a:gd name="T55" fmla="*/ 1682 h 649"/>
              <a:gd name="T56" fmla="*/ 3558 w 650"/>
              <a:gd name="T57" fmla="*/ 1703 h 649"/>
              <a:gd name="T58" fmla="*/ 3450 w 650"/>
              <a:gd name="T59" fmla="*/ 1759 h 649"/>
              <a:gd name="T60" fmla="*/ 3450 w 650"/>
              <a:gd name="T61" fmla="*/ 2770 h 649"/>
              <a:gd name="T62" fmla="*/ 2195 w 650"/>
              <a:gd name="T63" fmla="*/ 2770 h 649"/>
              <a:gd name="T64" fmla="*/ 2210 w 650"/>
              <a:gd name="T65" fmla="*/ 2758 h 649"/>
              <a:gd name="T66" fmla="*/ 2126 w 650"/>
              <a:gd name="T67" fmla="*/ 2825 h 649"/>
              <a:gd name="T68" fmla="*/ 2086 w 650"/>
              <a:gd name="T69" fmla="*/ 2901 h 649"/>
              <a:gd name="T70" fmla="*/ 2102 w 650"/>
              <a:gd name="T71" fmla="*/ 2934 h 649"/>
              <a:gd name="T72" fmla="*/ 2170 w 650"/>
              <a:gd name="T73" fmla="*/ 3043 h 649"/>
              <a:gd name="T74" fmla="*/ 2210 w 650"/>
              <a:gd name="T75" fmla="*/ 3114 h 649"/>
              <a:gd name="T76" fmla="*/ 2223 w 650"/>
              <a:gd name="T77" fmla="*/ 3179 h 649"/>
              <a:gd name="T78" fmla="*/ 2210 w 650"/>
              <a:gd name="T79" fmla="*/ 3256 h 649"/>
              <a:gd name="T80" fmla="*/ 2170 w 650"/>
              <a:gd name="T81" fmla="*/ 3322 h 649"/>
              <a:gd name="T82" fmla="*/ 2115 w 650"/>
              <a:gd name="T83" fmla="*/ 3410 h 649"/>
              <a:gd name="T84" fmla="*/ 2026 w 650"/>
              <a:gd name="T85" fmla="*/ 3487 h 649"/>
              <a:gd name="T86" fmla="*/ 1942 w 650"/>
              <a:gd name="T87" fmla="*/ 3517 h 649"/>
              <a:gd name="T88" fmla="*/ 1860 w 650"/>
              <a:gd name="T89" fmla="*/ 3545 h 649"/>
              <a:gd name="T90" fmla="*/ 1722 w 650"/>
              <a:gd name="T91" fmla="*/ 3545 h 649"/>
              <a:gd name="T92" fmla="*/ 1600 w 650"/>
              <a:gd name="T93" fmla="*/ 3545 h 649"/>
              <a:gd name="T94" fmla="*/ 1524 w 650"/>
              <a:gd name="T95" fmla="*/ 3517 h 649"/>
              <a:gd name="T96" fmla="*/ 1445 w 650"/>
              <a:gd name="T97" fmla="*/ 3487 h 649"/>
              <a:gd name="T98" fmla="*/ 1348 w 650"/>
              <a:gd name="T99" fmla="*/ 3410 h 649"/>
              <a:gd name="T100" fmla="*/ 1280 w 650"/>
              <a:gd name="T101" fmla="*/ 3322 h 649"/>
              <a:gd name="T102" fmla="*/ 1251 w 650"/>
              <a:gd name="T103" fmla="*/ 3256 h 649"/>
              <a:gd name="T104" fmla="*/ 1240 w 650"/>
              <a:gd name="T105" fmla="*/ 3179 h 649"/>
              <a:gd name="T106" fmla="*/ 1240 w 650"/>
              <a:gd name="T107" fmla="*/ 3114 h 649"/>
              <a:gd name="T108" fmla="*/ 1280 w 650"/>
              <a:gd name="T109" fmla="*/ 3043 h 649"/>
              <a:gd name="T110" fmla="*/ 1363 w 650"/>
              <a:gd name="T111" fmla="*/ 2934 h 649"/>
              <a:gd name="T112" fmla="*/ 1363 w 650"/>
              <a:gd name="T113" fmla="*/ 2901 h 649"/>
              <a:gd name="T114" fmla="*/ 1333 w 650"/>
              <a:gd name="T115" fmla="*/ 2825 h 649"/>
              <a:gd name="T116" fmla="*/ 1251 w 650"/>
              <a:gd name="T117" fmla="*/ 2770 h 649"/>
              <a:gd name="T118" fmla="*/ 0 w 650"/>
              <a:gd name="T119" fmla="*/ 2770 h 64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650"/>
              <a:gd name="T181" fmla="*/ 0 h 649"/>
              <a:gd name="T182" fmla="*/ 650 w 650"/>
              <a:gd name="T183" fmla="*/ 649 h 649"/>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650" h="649">
                <a:moveTo>
                  <a:pt x="0" y="507"/>
                </a:moveTo>
                <a:lnTo>
                  <a:pt x="0" y="0"/>
                </a:lnTo>
                <a:lnTo>
                  <a:pt x="504" y="0"/>
                </a:lnTo>
                <a:lnTo>
                  <a:pt x="504" y="186"/>
                </a:lnTo>
                <a:lnTo>
                  <a:pt x="520" y="195"/>
                </a:lnTo>
                <a:lnTo>
                  <a:pt x="532" y="199"/>
                </a:lnTo>
                <a:lnTo>
                  <a:pt x="540" y="199"/>
                </a:lnTo>
                <a:lnTo>
                  <a:pt x="560" y="187"/>
                </a:lnTo>
                <a:lnTo>
                  <a:pt x="571" y="182"/>
                </a:lnTo>
                <a:lnTo>
                  <a:pt x="585" y="182"/>
                </a:lnTo>
                <a:lnTo>
                  <a:pt x="599" y="182"/>
                </a:lnTo>
                <a:lnTo>
                  <a:pt x="611" y="187"/>
                </a:lnTo>
                <a:lnTo>
                  <a:pt x="627" y="197"/>
                </a:lnTo>
                <a:lnTo>
                  <a:pt x="638" y="211"/>
                </a:lnTo>
                <a:lnTo>
                  <a:pt x="646" y="223"/>
                </a:lnTo>
                <a:lnTo>
                  <a:pt x="650" y="235"/>
                </a:lnTo>
                <a:lnTo>
                  <a:pt x="650" y="253"/>
                </a:lnTo>
                <a:lnTo>
                  <a:pt x="650" y="270"/>
                </a:lnTo>
                <a:lnTo>
                  <a:pt x="646" y="282"/>
                </a:lnTo>
                <a:lnTo>
                  <a:pt x="638" y="296"/>
                </a:lnTo>
                <a:lnTo>
                  <a:pt x="627" y="310"/>
                </a:lnTo>
                <a:lnTo>
                  <a:pt x="611" y="320"/>
                </a:lnTo>
                <a:lnTo>
                  <a:pt x="599" y="324"/>
                </a:lnTo>
                <a:lnTo>
                  <a:pt x="585" y="324"/>
                </a:lnTo>
                <a:lnTo>
                  <a:pt x="571" y="324"/>
                </a:lnTo>
                <a:lnTo>
                  <a:pt x="560" y="320"/>
                </a:lnTo>
                <a:lnTo>
                  <a:pt x="540" y="308"/>
                </a:lnTo>
                <a:lnTo>
                  <a:pt x="532" y="308"/>
                </a:lnTo>
                <a:lnTo>
                  <a:pt x="520" y="312"/>
                </a:lnTo>
                <a:lnTo>
                  <a:pt x="504" y="322"/>
                </a:lnTo>
                <a:lnTo>
                  <a:pt x="504" y="507"/>
                </a:lnTo>
                <a:lnTo>
                  <a:pt x="321" y="507"/>
                </a:lnTo>
                <a:lnTo>
                  <a:pt x="323" y="505"/>
                </a:lnTo>
                <a:lnTo>
                  <a:pt x="311" y="517"/>
                </a:lnTo>
                <a:lnTo>
                  <a:pt x="305" y="531"/>
                </a:lnTo>
                <a:lnTo>
                  <a:pt x="307" y="537"/>
                </a:lnTo>
                <a:lnTo>
                  <a:pt x="317" y="557"/>
                </a:lnTo>
                <a:lnTo>
                  <a:pt x="323" y="570"/>
                </a:lnTo>
                <a:lnTo>
                  <a:pt x="325" y="582"/>
                </a:lnTo>
                <a:lnTo>
                  <a:pt x="323" y="596"/>
                </a:lnTo>
                <a:lnTo>
                  <a:pt x="317" y="608"/>
                </a:lnTo>
                <a:lnTo>
                  <a:pt x="309" y="624"/>
                </a:lnTo>
                <a:lnTo>
                  <a:pt x="296" y="638"/>
                </a:lnTo>
                <a:lnTo>
                  <a:pt x="284" y="644"/>
                </a:lnTo>
                <a:lnTo>
                  <a:pt x="272" y="649"/>
                </a:lnTo>
                <a:lnTo>
                  <a:pt x="252" y="649"/>
                </a:lnTo>
                <a:lnTo>
                  <a:pt x="234" y="649"/>
                </a:lnTo>
                <a:lnTo>
                  <a:pt x="223" y="644"/>
                </a:lnTo>
                <a:lnTo>
                  <a:pt x="211" y="638"/>
                </a:lnTo>
                <a:lnTo>
                  <a:pt x="197" y="624"/>
                </a:lnTo>
                <a:lnTo>
                  <a:pt x="187" y="608"/>
                </a:lnTo>
                <a:lnTo>
                  <a:pt x="183" y="596"/>
                </a:lnTo>
                <a:lnTo>
                  <a:pt x="181" y="582"/>
                </a:lnTo>
                <a:lnTo>
                  <a:pt x="181" y="570"/>
                </a:lnTo>
                <a:lnTo>
                  <a:pt x="187" y="557"/>
                </a:lnTo>
                <a:lnTo>
                  <a:pt x="199" y="537"/>
                </a:lnTo>
                <a:lnTo>
                  <a:pt x="199" y="531"/>
                </a:lnTo>
                <a:lnTo>
                  <a:pt x="195" y="517"/>
                </a:lnTo>
                <a:lnTo>
                  <a:pt x="183" y="507"/>
                </a:lnTo>
                <a:lnTo>
                  <a:pt x="0" y="507"/>
                </a:lnTo>
                <a:close/>
              </a:path>
            </a:pathLst>
          </a:custGeom>
          <a:solidFill>
            <a:schemeClr val="accent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27" name="Freeform 32"/>
          <p:cNvSpPr/>
          <p:nvPr/>
        </p:nvSpPr>
        <p:spPr bwMode="blackWhite">
          <a:xfrm>
            <a:off x="2786567" y="4331106"/>
            <a:ext cx="1011783" cy="955580"/>
          </a:xfrm>
          <a:custGeom>
            <a:avLst/>
            <a:gdLst>
              <a:gd name="T0" fmla="*/ 2134 w 502"/>
              <a:gd name="T1" fmla="*/ 2750 h 503"/>
              <a:gd name="T2" fmla="*/ 3276 w 502"/>
              <a:gd name="T3" fmla="*/ 2750 h 503"/>
              <a:gd name="T4" fmla="*/ 3276 w 502"/>
              <a:gd name="T5" fmla="*/ 0 h 503"/>
              <a:gd name="T6" fmla="*/ 0 w 502"/>
              <a:gd name="T7" fmla="*/ 0 h 503"/>
              <a:gd name="T8" fmla="*/ 0 w 502"/>
              <a:gd name="T9" fmla="*/ 1006 h 503"/>
              <a:gd name="T10" fmla="*/ 77 w 502"/>
              <a:gd name="T11" fmla="*/ 1055 h 503"/>
              <a:gd name="T12" fmla="*/ 164 w 502"/>
              <a:gd name="T13" fmla="*/ 1076 h 503"/>
              <a:gd name="T14" fmla="*/ 202 w 502"/>
              <a:gd name="T15" fmla="*/ 1076 h 503"/>
              <a:gd name="T16" fmla="*/ 333 w 502"/>
              <a:gd name="T17" fmla="*/ 1018 h 503"/>
              <a:gd name="T18" fmla="*/ 422 w 502"/>
              <a:gd name="T19" fmla="*/ 983 h 503"/>
              <a:gd name="T20" fmla="*/ 518 w 502"/>
              <a:gd name="T21" fmla="*/ 983 h 503"/>
              <a:gd name="T22" fmla="*/ 587 w 502"/>
              <a:gd name="T23" fmla="*/ 983 h 503"/>
              <a:gd name="T24" fmla="*/ 676 w 502"/>
              <a:gd name="T25" fmla="*/ 1018 h 503"/>
              <a:gd name="T26" fmla="*/ 768 w 502"/>
              <a:gd name="T27" fmla="*/ 1055 h 503"/>
              <a:gd name="T28" fmla="*/ 863 w 502"/>
              <a:gd name="T29" fmla="*/ 1133 h 503"/>
              <a:gd name="T30" fmla="*/ 901 w 502"/>
              <a:gd name="T31" fmla="*/ 1207 h 503"/>
              <a:gd name="T32" fmla="*/ 940 w 502"/>
              <a:gd name="T33" fmla="*/ 1272 h 503"/>
              <a:gd name="T34" fmla="*/ 940 w 502"/>
              <a:gd name="T35" fmla="*/ 1372 h 503"/>
              <a:gd name="T36" fmla="*/ 940 w 502"/>
              <a:gd name="T37" fmla="*/ 1464 h 503"/>
              <a:gd name="T38" fmla="*/ 901 w 502"/>
              <a:gd name="T39" fmla="*/ 1529 h 503"/>
              <a:gd name="T40" fmla="*/ 863 w 502"/>
              <a:gd name="T41" fmla="*/ 1594 h 503"/>
              <a:gd name="T42" fmla="*/ 768 w 502"/>
              <a:gd name="T43" fmla="*/ 1684 h 503"/>
              <a:gd name="T44" fmla="*/ 676 w 502"/>
              <a:gd name="T45" fmla="*/ 1728 h 503"/>
              <a:gd name="T46" fmla="*/ 587 w 502"/>
              <a:gd name="T47" fmla="*/ 1749 h 503"/>
              <a:gd name="T48" fmla="*/ 518 w 502"/>
              <a:gd name="T49" fmla="*/ 1760 h 503"/>
              <a:gd name="T50" fmla="*/ 422 w 502"/>
              <a:gd name="T51" fmla="*/ 1760 h 503"/>
              <a:gd name="T52" fmla="*/ 333 w 502"/>
              <a:gd name="T53" fmla="*/ 1728 h 503"/>
              <a:gd name="T54" fmla="*/ 217 w 502"/>
              <a:gd name="T55" fmla="*/ 1659 h 503"/>
              <a:gd name="T56" fmla="*/ 164 w 502"/>
              <a:gd name="T57" fmla="*/ 1659 h 503"/>
              <a:gd name="T58" fmla="*/ 77 w 502"/>
              <a:gd name="T59" fmla="*/ 1684 h 503"/>
              <a:gd name="T60" fmla="*/ 0 w 502"/>
              <a:gd name="T61" fmla="*/ 1737 h 503"/>
              <a:gd name="T62" fmla="*/ 0 w 502"/>
              <a:gd name="T63" fmla="*/ 2750 h 503"/>
              <a:gd name="T64" fmla="*/ 1194 w 502"/>
              <a:gd name="T65" fmla="*/ 2750 h 503"/>
              <a:gd name="T66" fmla="*/ 1181 w 502"/>
              <a:gd name="T67" fmla="*/ 2750 h 503"/>
              <a:gd name="T68" fmla="*/ 1271 w 502"/>
              <a:gd name="T69" fmla="*/ 2669 h 503"/>
              <a:gd name="T70" fmla="*/ 1299 w 502"/>
              <a:gd name="T71" fmla="*/ 2600 h 503"/>
              <a:gd name="T72" fmla="*/ 1299 w 502"/>
              <a:gd name="T73" fmla="*/ 2556 h 503"/>
              <a:gd name="T74" fmla="*/ 1218 w 502"/>
              <a:gd name="T75" fmla="*/ 2448 h 503"/>
              <a:gd name="T76" fmla="*/ 1181 w 502"/>
              <a:gd name="T77" fmla="*/ 2383 h 503"/>
              <a:gd name="T78" fmla="*/ 1181 w 502"/>
              <a:gd name="T79" fmla="*/ 2306 h 503"/>
              <a:gd name="T80" fmla="*/ 1181 w 502"/>
              <a:gd name="T81" fmla="*/ 2233 h 503"/>
              <a:gd name="T82" fmla="*/ 1218 w 502"/>
              <a:gd name="T83" fmla="*/ 2160 h 503"/>
              <a:gd name="T84" fmla="*/ 1271 w 502"/>
              <a:gd name="T85" fmla="*/ 2082 h 503"/>
              <a:gd name="T86" fmla="*/ 1366 w 502"/>
              <a:gd name="T87" fmla="*/ 2005 h 503"/>
              <a:gd name="T88" fmla="*/ 1448 w 502"/>
              <a:gd name="T89" fmla="*/ 1973 h 503"/>
              <a:gd name="T90" fmla="*/ 1527 w 502"/>
              <a:gd name="T91" fmla="*/ 1952 h 503"/>
              <a:gd name="T92" fmla="*/ 1644 w 502"/>
              <a:gd name="T93" fmla="*/ 1952 h 503"/>
              <a:gd name="T94" fmla="*/ 1764 w 502"/>
              <a:gd name="T95" fmla="*/ 1952 h 503"/>
              <a:gd name="T96" fmla="*/ 1840 w 502"/>
              <a:gd name="T97" fmla="*/ 1973 h 503"/>
              <a:gd name="T98" fmla="*/ 1910 w 502"/>
              <a:gd name="T99" fmla="*/ 2005 h 503"/>
              <a:gd name="T100" fmla="*/ 2014 w 502"/>
              <a:gd name="T101" fmla="*/ 2082 h 503"/>
              <a:gd name="T102" fmla="*/ 2067 w 502"/>
              <a:gd name="T103" fmla="*/ 2160 h 503"/>
              <a:gd name="T104" fmla="*/ 2110 w 502"/>
              <a:gd name="T105" fmla="*/ 2233 h 503"/>
              <a:gd name="T106" fmla="*/ 2110 w 502"/>
              <a:gd name="T107" fmla="*/ 2306 h 503"/>
              <a:gd name="T108" fmla="*/ 2110 w 502"/>
              <a:gd name="T109" fmla="*/ 2383 h 503"/>
              <a:gd name="T110" fmla="*/ 2067 w 502"/>
              <a:gd name="T111" fmla="*/ 2448 h 503"/>
              <a:gd name="T112" fmla="*/ 1990 w 502"/>
              <a:gd name="T113" fmla="*/ 2556 h 503"/>
              <a:gd name="T114" fmla="*/ 1990 w 502"/>
              <a:gd name="T115" fmla="*/ 2600 h 503"/>
              <a:gd name="T116" fmla="*/ 2014 w 502"/>
              <a:gd name="T117" fmla="*/ 2669 h 503"/>
              <a:gd name="T118" fmla="*/ 2110 w 502"/>
              <a:gd name="T119" fmla="*/ 2737 h 503"/>
              <a:gd name="T120" fmla="*/ 2134 w 502"/>
              <a:gd name="T121" fmla="*/ 2750 h 50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502"/>
              <a:gd name="T184" fmla="*/ 0 h 503"/>
              <a:gd name="T185" fmla="*/ 502 w 502"/>
              <a:gd name="T186" fmla="*/ 503 h 503"/>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502" h="503">
                <a:moveTo>
                  <a:pt x="327" y="503"/>
                </a:moveTo>
                <a:lnTo>
                  <a:pt x="502" y="503"/>
                </a:lnTo>
                <a:lnTo>
                  <a:pt x="502" y="0"/>
                </a:lnTo>
                <a:lnTo>
                  <a:pt x="0" y="0"/>
                </a:lnTo>
                <a:lnTo>
                  <a:pt x="0" y="184"/>
                </a:lnTo>
                <a:lnTo>
                  <a:pt x="12" y="193"/>
                </a:lnTo>
                <a:lnTo>
                  <a:pt x="25" y="197"/>
                </a:lnTo>
                <a:lnTo>
                  <a:pt x="31" y="197"/>
                </a:lnTo>
                <a:lnTo>
                  <a:pt x="51" y="186"/>
                </a:lnTo>
                <a:lnTo>
                  <a:pt x="65" y="180"/>
                </a:lnTo>
                <a:lnTo>
                  <a:pt x="79" y="180"/>
                </a:lnTo>
                <a:lnTo>
                  <a:pt x="90" y="180"/>
                </a:lnTo>
                <a:lnTo>
                  <a:pt x="104" y="186"/>
                </a:lnTo>
                <a:lnTo>
                  <a:pt x="118" y="193"/>
                </a:lnTo>
                <a:lnTo>
                  <a:pt x="132" y="207"/>
                </a:lnTo>
                <a:lnTo>
                  <a:pt x="138" y="221"/>
                </a:lnTo>
                <a:lnTo>
                  <a:pt x="144" y="233"/>
                </a:lnTo>
                <a:lnTo>
                  <a:pt x="144" y="251"/>
                </a:lnTo>
                <a:lnTo>
                  <a:pt x="144" y="268"/>
                </a:lnTo>
                <a:lnTo>
                  <a:pt x="138" y="280"/>
                </a:lnTo>
                <a:lnTo>
                  <a:pt x="132" y="292"/>
                </a:lnTo>
                <a:lnTo>
                  <a:pt x="118" y="308"/>
                </a:lnTo>
                <a:lnTo>
                  <a:pt x="104" y="316"/>
                </a:lnTo>
                <a:lnTo>
                  <a:pt x="90" y="320"/>
                </a:lnTo>
                <a:lnTo>
                  <a:pt x="79" y="322"/>
                </a:lnTo>
                <a:lnTo>
                  <a:pt x="65" y="322"/>
                </a:lnTo>
                <a:lnTo>
                  <a:pt x="51" y="316"/>
                </a:lnTo>
                <a:lnTo>
                  <a:pt x="33" y="304"/>
                </a:lnTo>
                <a:lnTo>
                  <a:pt x="25" y="304"/>
                </a:lnTo>
                <a:lnTo>
                  <a:pt x="12" y="308"/>
                </a:lnTo>
                <a:lnTo>
                  <a:pt x="0" y="318"/>
                </a:lnTo>
                <a:lnTo>
                  <a:pt x="0" y="503"/>
                </a:lnTo>
                <a:lnTo>
                  <a:pt x="183" y="503"/>
                </a:lnTo>
                <a:lnTo>
                  <a:pt x="181" y="503"/>
                </a:lnTo>
                <a:lnTo>
                  <a:pt x="195" y="488"/>
                </a:lnTo>
                <a:lnTo>
                  <a:pt x="199" y="476"/>
                </a:lnTo>
                <a:lnTo>
                  <a:pt x="199" y="468"/>
                </a:lnTo>
                <a:lnTo>
                  <a:pt x="187" y="448"/>
                </a:lnTo>
                <a:lnTo>
                  <a:pt x="181" y="436"/>
                </a:lnTo>
                <a:lnTo>
                  <a:pt x="181" y="422"/>
                </a:lnTo>
                <a:lnTo>
                  <a:pt x="181" y="409"/>
                </a:lnTo>
                <a:lnTo>
                  <a:pt x="187" y="395"/>
                </a:lnTo>
                <a:lnTo>
                  <a:pt x="195" y="381"/>
                </a:lnTo>
                <a:lnTo>
                  <a:pt x="209" y="367"/>
                </a:lnTo>
                <a:lnTo>
                  <a:pt x="222" y="361"/>
                </a:lnTo>
                <a:lnTo>
                  <a:pt x="234" y="357"/>
                </a:lnTo>
                <a:lnTo>
                  <a:pt x="252" y="357"/>
                </a:lnTo>
                <a:lnTo>
                  <a:pt x="270" y="357"/>
                </a:lnTo>
                <a:lnTo>
                  <a:pt x="282" y="361"/>
                </a:lnTo>
                <a:lnTo>
                  <a:pt x="293" y="367"/>
                </a:lnTo>
                <a:lnTo>
                  <a:pt x="309" y="381"/>
                </a:lnTo>
                <a:lnTo>
                  <a:pt x="317" y="395"/>
                </a:lnTo>
                <a:lnTo>
                  <a:pt x="323" y="409"/>
                </a:lnTo>
                <a:lnTo>
                  <a:pt x="323" y="422"/>
                </a:lnTo>
                <a:lnTo>
                  <a:pt x="323" y="436"/>
                </a:lnTo>
                <a:lnTo>
                  <a:pt x="317" y="448"/>
                </a:lnTo>
                <a:lnTo>
                  <a:pt x="305" y="468"/>
                </a:lnTo>
                <a:lnTo>
                  <a:pt x="305" y="476"/>
                </a:lnTo>
                <a:lnTo>
                  <a:pt x="309" y="488"/>
                </a:lnTo>
                <a:lnTo>
                  <a:pt x="323" y="501"/>
                </a:lnTo>
                <a:lnTo>
                  <a:pt x="327" y="503"/>
                </a:lnTo>
                <a:close/>
              </a:path>
            </a:pathLst>
          </a:custGeom>
          <a:solidFill>
            <a:schemeClr val="accent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28" name="Freeform 42"/>
          <p:cNvSpPr/>
          <p:nvPr/>
        </p:nvSpPr>
        <p:spPr bwMode="blackWhite">
          <a:xfrm>
            <a:off x="1770242" y="5274489"/>
            <a:ext cx="1310572" cy="963130"/>
          </a:xfrm>
          <a:custGeom>
            <a:avLst/>
            <a:gdLst>
              <a:gd name="T0" fmla="*/ 3305 w 650"/>
              <a:gd name="T1" fmla="*/ 0 h 507"/>
              <a:gd name="T2" fmla="*/ 3305 w 650"/>
              <a:gd name="T3" fmla="*/ 1018 h 507"/>
              <a:gd name="T4" fmla="*/ 3396 w 650"/>
              <a:gd name="T5" fmla="*/ 1071 h 507"/>
              <a:gd name="T6" fmla="*/ 3473 w 650"/>
              <a:gd name="T7" fmla="*/ 1104 h 507"/>
              <a:gd name="T8" fmla="*/ 3525 w 650"/>
              <a:gd name="T9" fmla="*/ 1104 h 507"/>
              <a:gd name="T10" fmla="*/ 3658 w 650"/>
              <a:gd name="T11" fmla="*/ 1039 h 507"/>
              <a:gd name="T12" fmla="*/ 3727 w 650"/>
              <a:gd name="T13" fmla="*/ 1006 h 507"/>
              <a:gd name="T14" fmla="*/ 3823 w 650"/>
              <a:gd name="T15" fmla="*/ 1006 h 507"/>
              <a:gd name="T16" fmla="*/ 3914 w 650"/>
              <a:gd name="T17" fmla="*/ 1018 h 507"/>
              <a:gd name="T18" fmla="*/ 3991 w 650"/>
              <a:gd name="T19" fmla="*/ 1039 h 507"/>
              <a:gd name="T20" fmla="*/ 4095 w 650"/>
              <a:gd name="T21" fmla="*/ 1092 h 507"/>
              <a:gd name="T22" fmla="*/ 4168 w 650"/>
              <a:gd name="T23" fmla="*/ 1164 h 507"/>
              <a:gd name="T24" fmla="*/ 4221 w 650"/>
              <a:gd name="T25" fmla="*/ 1228 h 507"/>
              <a:gd name="T26" fmla="*/ 4245 w 650"/>
              <a:gd name="T27" fmla="*/ 1293 h 507"/>
              <a:gd name="T28" fmla="*/ 4245 w 650"/>
              <a:gd name="T29" fmla="*/ 1393 h 507"/>
              <a:gd name="T30" fmla="*/ 4245 w 650"/>
              <a:gd name="T31" fmla="*/ 1492 h 507"/>
              <a:gd name="T32" fmla="*/ 4221 w 650"/>
              <a:gd name="T33" fmla="*/ 1552 h 507"/>
              <a:gd name="T34" fmla="*/ 4168 w 650"/>
              <a:gd name="T35" fmla="*/ 1617 h 507"/>
              <a:gd name="T36" fmla="*/ 4095 w 650"/>
              <a:gd name="T37" fmla="*/ 1707 h 507"/>
              <a:gd name="T38" fmla="*/ 3991 w 650"/>
              <a:gd name="T39" fmla="*/ 1749 h 507"/>
              <a:gd name="T40" fmla="*/ 3914 w 650"/>
              <a:gd name="T41" fmla="*/ 1772 h 507"/>
              <a:gd name="T42" fmla="*/ 3823 w 650"/>
              <a:gd name="T43" fmla="*/ 1781 h 507"/>
              <a:gd name="T44" fmla="*/ 3727 w 650"/>
              <a:gd name="T45" fmla="*/ 1781 h 507"/>
              <a:gd name="T46" fmla="*/ 3658 w 650"/>
              <a:gd name="T47" fmla="*/ 1749 h 507"/>
              <a:gd name="T48" fmla="*/ 3525 w 650"/>
              <a:gd name="T49" fmla="*/ 1682 h 507"/>
              <a:gd name="T50" fmla="*/ 3473 w 650"/>
              <a:gd name="T51" fmla="*/ 1682 h 507"/>
              <a:gd name="T52" fmla="*/ 3396 w 650"/>
              <a:gd name="T53" fmla="*/ 1716 h 507"/>
              <a:gd name="T54" fmla="*/ 3305 w 650"/>
              <a:gd name="T55" fmla="*/ 1802 h 507"/>
              <a:gd name="T56" fmla="*/ 3305 w 650"/>
              <a:gd name="T57" fmla="*/ 2771 h 507"/>
              <a:gd name="T58" fmla="*/ 0 w 650"/>
              <a:gd name="T59" fmla="*/ 2771 h 507"/>
              <a:gd name="T60" fmla="*/ 0 w 650"/>
              <a:gd name="T61" fmla="*/ 0 h 507"/>
              <a:gd name="T62" fmla="*/ 1157 w 650"/>
              <a:gd name="T63" fmla="*/ 0 h 507"/>
              <a:gd name="T64" fmla="*/ 1181 w 650"/>
              <a:gd name="T65" fmla="*/ 12 h 507"/>
              <a:gd name="T66" fmla="*/ 1271 w 650"/>
              <a:gd name="T67" fmla="*/ 86 h 507"/>
              <a:gd name="T68" fmla="*/ 1299 w 650"/>
              <a:gd name="T69" fmla="*/ 164 h 507"/>
              <a:gd name="T70" fmla="*/ 1299 w 650"/>
              <a:gd name="T71" fmla="*/ 196 h 507"/>
              <a:gd name="T72" fmla="*/ 1222 w 650"/>
              <a:gd name="T73" fmla="*/ 301 h 507"/>
              <a:gd name="T74" fmla="*/ 1181 w 650"/>
              <a:gd name="T75" fmla="*/ 379 h 507"/>
              <a:gd name="T76" fmla="*/ 1181 w 650"/>
              <a:gd name="T77" fmla="*/ 453 h 507"/>
              <a:gd name="T78" fmla="*/ 1194 w 650"/>
              <a:gd name="T79" fmla="*/ 518 h 507"/>
              <a:gd name="T80" fmla="*/ 1222 w 650"/>
              <a:gd name="T81" fmla="*/ 595 h 507"/>
              <a:gd name="T82" fmla="*/ 1271 w 650"/>
              <a:gd name="T83" fmla="*/ 673 h 507"/>
              <a:gd name="T84" fmla="*/ 1376 w 650"/>
              <a:gd name="T85" fmla="*/ 745 h 507"/>
              <a:gd name="T86" fmla="*/ 1456 w 650"/>
              <a:gd name="T87" fmla="*/ 775 h 507"/>
              <a:gd name="T88" fmla="*/ 1527 w 650"/>
              <a:gd name="T89" fmla="*/ 810 h 507"/>
              <a:gd name="T90" fmla="*/ 1645 w 650"/>
              <a:gd name="T91" fmla="*/ 810 h 507"/>
              <a:gd name="T92" fmla="*/ 1765 w 650"/>
              <a:gd name="T93" fmla="*/ 810 h 507"/>
              <a:gd name="T94" fmla="*/ 1841 w 650"/>
              <a:gd name="T95" fmla="*/ 775 h 507"/>
              <a:gd name="T96" fmla="*/ 1933 w 650"/>
              <a:gd name="T97" fmla="*/ 745 h 507"/>
              <a:gd name="T98" fmla="*/ 2019 w 650"/>
              <a:gd name="T99" fmla="*/ 673 h 507"/>
              <a:gd name="T100" fmla="*/ 2071 w 650"/>
              <a:gd name="T101" fmla="*/ 595 h 507"/>
              <a:gd name="T102" fmla="*/ 2110 w 650"/>
              <a:gd name="T103" fmla="*/ 518 h 507"/>
              <a:gd name="T104" fmla="*/ 2110 w 650"/>
              <a:gd name="T105" fmla="*/ 453 h 507"/>
              <a:gd name="T106" fmla="*/ 2110 w 650"/>
              <a:gd name="T107" fmla="*/ 379 h 507"/>
              <a:gd name="T108" fmla="*/ 2071 w 650"/>
              <a:gd name="T109" fmla="*/ 301 h 507"/>
              <a:gd name="T110" fmla="*/ 2006 w 650"/>
              <a:gd name="T111" fmla="*/ 208 h 507"/>
              <a:gd name="T112" fmla="*/ 2006 w 650"/>
              <a:gd name="T113" fmla="*/ 164 h 507"/>
              <a:gd name="T114" fmla="*/ 2030 w 650"/>
              <a:gd name="T115" fmla="*/ 86 h 507"/>
              <a:gd name="T116" fmla="*/ 2110 w 650"/>
              <a:gd name="T117" fmla="*/ 0 h 507"/>
              <a:gd name="T118" fmla="*/ 3305 w 650"/>
              <a:gd name="T119" fmla="*/ 0 h 507"/>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650"/>
              <a:gd name="T181" fmla="*/ 0 h 507"/>
              <a:gd name="T182" fmla="*/ 650 w 650"/>
              <a:gd name="T183" fmla="*/ 507 h 507"/>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650" h="507">
                <a:moveTo>
                  <a:pt x="506" y="0"/>
                </a:moveTo>
                <a:lnTo>
                  <a:pt x="506" y="186"/>
                </a:lnTo>
                <a:lnTo>
                  <a:pt x="520" y="196"/>
                </a:lnTo>
                <a:lnTo>
                  <a:pt x="532" y="202"/>
                </a:lnTo>
                <a:lnTo>
                  <a:pt x="540" y="202"/>
                </a:lnTo>
                <a:lnTo>
                  <a:pt x="560" y="190"/>
                </a:lnTo>
                <a:lnTo>
                  <a:pt x="571" y="184"/>
                </a:lnTo>
                <a:lnTo>
                  <a:pt x="585" y="184"/>
                </a:lnTo>
                <a:lnTo>
                  <a:pt x="599" y="186"/>
                </a:lnTo>
                <a:lnTo>
                  <a:pt x="611" y="190"/>
                </a:lnTo>
                <a:lnTo>
                  <a:pt x="627" y="200"/>
                </a:lnTo>
                <a:lnTo>
                  <a:pt x="638" y="213"/>
                </a:lnTo>
                <a:lnTo>
                  <a:pt x="646" y="225"/>
                </a:lnTo>
                <a:lnTo>
                  <a:pt x="650" y="237"/>
                </a:lnTo>
                <a:lnTo>
                  <a:pt x="650" y="255"/>
                </a:lnTo>
                <a:lnTo>
                  <a:pt x="650" y="273"/>
                </a:lnTo>
                <a:lnTo>
                  <a:pt x="646" y="284"/>
                </a:lnTo>
                <a:lnTo>
                  <a:pt x="638" y="296"/>
                </a:lnTo>
                <a:lnTo>
                  <a:pt x="627" y="312"/>
                </a:lnTo>
                <a:lnTo>
                  <a:pt x="611" y="320"/>
                </a:lnTo>
                <a:lnTo>
                  <a:pt x="599" y="324"/>
                </a:lnTo>
                <a:lnTo>
                  <a:pt x="585" y="326"/>
                </a:lnTo>
                <a:lnTo>
                  <a:pt x="571" y="326"/>
                </a:lnTo>
                <a:lnTo>
                  <a:pt x="560" y="320"/>
                </a:lnTo>
                <a:lnTo>
                  <a:pt x="540" y="308"/>
                </a:lnTo>
                <a:lnTo>
                  <a:pt x="532" y="308"/>
                </a:lnTo>
                <a:lnTo>
                  <a:pt x="520" y="314"/>
                </a:lnTo>
                <a:lnTo>
                  <a:pt x="506" y="330"/>
                </a:lnTo>
                <a:lnTo>
                  <a:pt x="506" y="507"/>
                </a:lnTo>
                <a:lnTo>
                  <a:pt x="0" y="507"/>
                </a:lnTo>
                <a:lnTo>
                  <a:pt x="0" y="0"/>
                </a:lnTo>
                <a:lnTo>
                  <a:pt x="177" y="0"/>
                </a:lnTo>
                <a:lnTo>
                  <a:pt x="181" y="2"/>
                </a:lnTo>
                <a:lnTo>
                  <a:pt x="195" y="16"/>
                </a:lnTo>
                <a:lnTo>
                  <a:pt x="199" y="30"/>
                </a:lnTo>
                <a:lnTo>
                  <a:pt x="199" y="36"/>
                </a:lnTo>
                <a:lnTo>
                  <a:pt x="187" y="55"/>
                </a:lnTo>
                <a:lnTo>
                  <a:pt x="181" y="69"/>
                </a:lnTo>
                <a:lnTo>
                  <a:pt x="181" y="83"/>
                </a:lnTo>
                <a:lnTo>
                  <a:pt x="183" y="95"/>
                </a:lnTo>
                <a:lnTo>
                  <a:pt x="187" y="109"/>
                </a:lnTo>
                <a:lnTo>
                  <a:pt x="195" y="123"/>
                </a:lnTo>
                <a:lnTo>
                  <a:pt x="211" y="136"/>
                </a:lnTo>
                <a:lnTo>
                  <a:pt x="223" y="142"/>
                </a:lnTo>
                <a:lnTo>
                  <a:pt x="234" y="148"/>
                </a:lnTo>
                <a:lnTo>
                  <a:pt x="252" y="148"/>
                </a:lnTo>
                <a:lnTo>
                  <a:pt x="270" y="148"/>
                </a:lnTo>
                <a:lnTo>
                  <a:pt x="282" y="142"/>
                </a:lnTo>
                <a:lnTo>
                  <a:pt x="296" y="136"/>
                </a:lnTo>
                <a:lnTo>
                  <a:pt x="309" y="123"/>
                </a:lnTo>
                <a:lnTo>
                  <a:pt x="317" y="109"/>
                </a:lnTo>
                <a:lnTo>
                  <a:pt x="323" y="95"/>
                </a:lnTo>
                <a:lnTo>
                  <a:pt x="323" y="83"/>
                </a:lnTo>
                <a:lnTo>
                  <a:pt x="323" y="69"/>
                </a:lnTo>
                <a:lnTo>
                  <a:pt x="317" y="55"/>
                </a:lnTo>
                <a:lnTo>
                  <a:pt x="307" y="38"/>
                </a:lnTo>
                <a:lnTo>
                  <a:pt x="307" y="30"/>
                </a:lnTo>
                <a:lnTo>
                  <a:pt x="311" y="16"/>
                </a:lnTo>
                <a:lnTo>
                  <a:pt x="323" y="0"/>
                </a:lnTo>
                <a:lnTo>
                  <a:pt x="506" y="0"/>
                </a:lnTo>
                <a:close/>
              </a:path>
            </a:pathLst>
          </a:custGeom>
          <a:solidFill>
            <a:schemeClr val="accent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29" name="Freeform 46"/>
          <p:cNvSpPr/>
          <p:nvPr/>
        </p:nvSpPr>
        <p:spPr bwMode="blackWhite">
          <a:xfrm>
            <a:off x="2786567" y="5003777"/>
            <a:ext cx="1011783" cy="1233842"/>
          </a:xfrm>
          <a:custGeom>
            <a:avLst/>
            <a:gdLst>
              <a:gd name="T0" fmla="*/ 2134 w 502"/>
              <a:gd name="T1" fmla="*/ 777 h 649"/>
              <a:gd name="T2" fmla="*/ 3276 w 502"/>
              <a:gd name="T3" fmla="*/ 777 h 649"/>
              <a:gd name="T4" fmla="*/ 3276 w 502"/>
              <a:gd name="T5" fmla="*/ 3555 h 649"/>
              <a:gd name="T6" fmla="*/ 0 w 502"/>
              <a:gd name="T7" fmla="*/ 3555 h 649"/>
              <a:gd name="T8" fmla="*/ 0 w 502"/>
              <a:gd name="T9" fmla="*/ 2586 h 649"/>
              <a:gd name="T10" fmla="*/ 77 w 502"/>
              <a:gd name="T11" fmla="*/ 2485 h 649"/>
              <a:gd name="T12" fmla="*/ 164 w 502"/>
              <a:gd name="T13" fmla="*/ 2464 h 649"/>
              <a:gd name="T14" fmla="*/ 202 w 502"/>
              <a:gd name="T15" fmla="*/ 2464 h 649"/>
              <a:gd name="T16" fmla="*/ 333 w 502"/>
              <a:gd name="T17" fmla="*/ 2529 h 649"/>
              <a:gd name="T18" fmla="*/ 422 w 502"/>
              <a:gd name="T19" fmla="*/ 2563 h 649"/>
              <a:gd name="T20" fmla="*/ 518 w 502"/>
              <a:gd name="T21" fmla="*/ 2563 h 649"/>
              <a:gd name="T22" fmla="*/ 587 w 502"/>
              <a:gd name="T23" fmla="*/ 2551 h 649"/>
              <a:gd name="T24" fmla="*/ 676 w 502"/>
              <a:gd name="T25" fmla="*/ 2529 h 649"/>
              <a:gd name="T26" fmla="*/ 768 w 502"/>
              <a:gd name="T27" fmla="*/ 2477 h 649"/>
              <a:gd name="T28" fmla="*/ 863 w 502"/>
              <a:gd name="T29" fmla="*/ 2399 h 649"/>
              <a:gd name="T30" fmla="*/ 901 w 502"/>
              <a:gd name="T31" fmla="*/ 2334 h 649"/>
              <a:gd name="T32" fmla="*/ 940 w 502"/>
              <a:gd name="T33" fmla="*/ 2274 h 649"/>
              <a:gd name="T34" fmla="*/ 940 w 502"/>
              <a:gd name="T35" fmla="*/ 2175 h 649"/>
              <a:gd name="T36" fmla="*/ 940 w 502"/>
              <a:gd name="T37" fmla="*/ 2075 h 649"/>
              <a:gd name="T38" fmla="*/ 901 w 502"/>
              <a:gd name="T39" fmla="*/ 2009 h 649"/>
              <a:gd name="T40" fmla="*/ 863 w 502"/>
              <a:gd name="T41" fmla="*/ 1944 h 649"/>
              <a:gd name="T42" fmla="*/ 768 w 502"/>
              <a:gd name="T43" fmla="*/ 1861 h 649"/>
              <a:gd name="T44" fmla="*/ 676 w 502"/>
              <a:gd name="T45" fmla="*/ 1809 h 649"/>
              <a:gd name="T46" fmla="*/ 587 w 502"/>
              <a:gd name="T47" fmla="*/ 1787 h 649"/>
              <a:gd name="T48" fmla="*/ 518 w 502"/>
              <a:gd name="T49" fmla="*/ 1787 h 649"/>
              <a:gd name="T50" fmla="*/ 422 w 502"/>
              <a:gd name="T51" fmla="*/ 1787 h 649"/>
              <a:gd name="T52" fmla="*/ 333 w 502"/>
              <a:gd name="T53" fmla="*/ 1809 h 649"/>
              <a:gd name="T54" fmla="*/ 217 w 502"/>
              <a:gd name="T55" fmla="*/ 1874 h 649"/>
              <a:gd name="T56" fmla="*/ 164 w 502"/>
              <a:gd name="T57" fmla="*/ 1883 h 649"/>
              <a:gd name="T58" fmla="*/ 77 w 502"/>
              <a:gd name="T59" fmla="*/ 1853 h 649"/>
              <a:gd name="T60" fmla="*/ 0 w 502"/>
              <a:gd name="T61" fmla="*/ 1796 h 649"/>
              <a:gd name="T62" fmla="*/ 0 w 502"/>
              <a:gd name="T63" fmla="*/ 777 h 649"/>
              <a:gd name="T64" fmla="*/ 1194 w 502"/>
              <a:gd name="T65" fmla="*/ 777 h 649"/>
              <a:gd name="T66" fmla="*/ 1181 w 502"/>
              <a:gd name="T67" fmla="*/ 790 h 649"/>
              <a:gd name="T68" fmla="*/ 1271 w 502"/>
              <a:gd name="T69" fmla="*/ 712 h 649"/>
              <a:gd name="T70" fmla="*/ 1299 w 502"/>
              <a:gd name="T71" fmla="*/ 635 h 649"/>
              <a:gd name="T72" fmla="*/ 1299 w 502"/>
              <a:gd name="T73" fmla="*/ 608 h 649"/>
              <a:gd name="T74" fmla="*/ 1218 w 502"/>
              <a:gd name="T75" fmla="*/ 497 h 649"/>
              <a:gd name="T76" fmla="*/ 1181 w 502"/>
              <a:gd name="T77" fmla="*/ 432 h 649"/>
              <a:gd name="T78" fmla="*/ 1181 w 502"/>
              <a:gd name="T79" fmla="*/ 358 h 649"/>
              <a:gd name="T80" fmla="*/ 1194 w 502"/>
              <a:gd name="T81" fmla="*/ 280 h 649"/>
              <a:gd name="T82" fmla="*/ 1218 w 502"/>
              <a:gd name="T83" fmla="*/ 208 h 649"/>
              <a:gd name="T84" fmla="*/ 1286 w 502"/>
              <a:gd name="T85" fmla="*/ 130 h 649"/>
              <a:gd name="T86" fmla="*/ 1375 w 502"/>
              <a:gd name="T87" fmla="*/ 56 h 649"/>
              <a:gd name="T88" fmla="*/ 1448 w 502"/>
              <a:gd name="T89" fmla="*/ 21 h 649"/>
              <a:gd name="T90" fmla="*/ 1527 w 502"/>
              <a:gd name="T91" fmla="*/ 0 h 649"/>
              <a:gd name="T92" fmla="*/ 1644 w 502"/>
              <a:gd name="T93" fmla="*/ 0 h 649"/>
              <a:gd name="T94" fmla="*/ 1764 w 502"/>
              <a:gd name="T95" fmla="*/ 0 h 649"/>
              <a:gd name="T96" fmla="*/ 1854 w 502"/>
              <a:gd name="T97" fmla="*/ 21 h 649"/>
              <a:gd name="T98" fmla="*/ 1925 w 502"/>
              <a:gd name="T99" fmla="*/ 56 h 649"/>
              <a:gd name="T100" fmla="*/ 2014 w 502"/>
              <a:gd name="T101" fmla="*/ 130 h 649"/>
              <a:gd name="T102" fmla="*/ 2067 w 502"/>
              <a:gd name="T103" fmla="*/ 208 h 649"/>
              <a:gd name="T104" fmla="*/ 2110 w 502"/>
              <a:gd name="T105" fmla="*/ 280 h 649"/>
              <a:gd name="T106" fmla="*/ 2110 w 502"/>
              <a:gd name="T107" fmla="*/ 358 h 649"/>
              <a:gd name="T108" fmla="*/ 2110 w 502"/>
              <a:gd name="T109" fmla="*/ 432 h 649"/>
              <a:gd name="T110" fmla="*/ 2067 w 502"/>
              <a:gd name="T111" fmla="*/ 497 h 649"/>
              <a:gd name="T112" fmla="*/ 2005 w 502"/>
              <a:gd name="T113" fmla="*/ 608 h 649"/>
              <a:gd name="T114" fmla="*/ 1990 w 502"/>
              <a:gd name="T115" fmla="*/ 635 h 649"/>
              <a:gd name="T116" fmla="*/ 2029 w 502"/>
              <a:gd name="T117" fmla="*/ 712 h 649"/>
              <a:gd name="T118" fmla="*/ 2110 w 502"/>
              <a:gd name="T119" fmla="*/ 790 h 649"/>
              <a:gd name="T120" fmla="*/ 2134 w 502"/>
              <a:gd name="T121" fmla="*/ 777 h 64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502"/>
              <a:gd name="T184" fmla="*/ 0 h 649"/>
              <a:gd name="T185" fmla="*/ 502 w 502"/>
              <a:gd name="T186" fmla="*/ 649 h 64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502" h="649">
                <a:moveTo>
                  <a:pt x="327" y="142"/>
                </a:moveTo>
                <a:lnTo>
                  <a:pt x="502" y="142"/>
                </a:lnTo>
                <a:lnTo>
                  <a:pt x="502" y="649"/>
                </a:lnTo>
                <a:lnTo>
                  <a:pt x="0" y="649"/>
                </a:lnTo>
                <a:lnTo>
                  <a:pt x="0" y="472"/>
                </a:lnTo>
                <a:lnTo>
                  <a:pt x="12" y="454"/>
                </a:lnTo>
                <a:lnTo>
                  <a:pt x="25" y="450"/>
                </a:lnTo>
                <a:lnTo>
                  <a:pt x="31" y="450"/>
                </a:lnTo>
                <a:lnTo>
                  <a:pt x="51" y="462"/>
                </a:lnTo>
                <a:lnTo>
                  <a:pt x="65" y="468"/>
                </a:lnTo>
                <a:lnTo>
                  <a:pt x="79" y="468"/>
                </a:lnTo>
                <a:lnTo>
                  <a:pt x="90" y="466"/>
                </a:lnTo>
                <a:lnTo>
                  <a:pt x="104" y="462"/>
                </a:lnTo>
                <a:lnTo>
                  <a:pt x="118" y="452"/>
                </a:lnTo>
                <a:lnTo>
                  <a:pt x="132" y="438"/>
                </a:lnTo>
                <a:lnTo>
                  <a:pt x="138" y="426"/>
                </a:lnTo>
                <a:lnTo>
                  <a:pt x="144" y="415"/>
                </a:lnTo>
                <a:lnTo>
                  <a:pt x="144" y="397"/>
                </a:lnTo>
                <a:lnTo>
                  <a:pt x="144" y="379"/>
                </a:lnTo>
                <a:lnTo>
                  <a:pt x="138" y="367"/>
                </a:lnTo>
                <a:lnTo>
                  <a:pt x="132" y="355"/>
                </a:lnTo>
                <a:lnTo>
                  <a:pt x="118" y="340"/>
                </a:lnTo>
                <a:lnTo>
                  <a:pt x="104" y="330"/>
                </a:lnTo>
                <a:lnTo>
                  <a:pt x="90" y="326"/>
                </a:lnTo>
                <a:lnTo>
                  <a:pt x="79" y="326"/>
                </a:lnTo>
                <a:lnTo>
                  <a:pt x="65" y="326"/>
                </a:lnTo>
                <a:lnTo>
                  <a:pt x="51" y="330"/>
                </a:lnTo>
                <a:lnTo>
                  <a:pt x="33" y="342"/>
                </a:lnTo>
                <a:lnTo>
                  <a:pt x="25" y="344"/>
                </a:lnTo>
                <a:lnTo>
                  <a:pt x="12" y="338"/>
                </a:lnTo>
                <a:lnTo>
                  <a:pt x="0" y="328"/>
                </a:lnTo>
                <a:lnTo>
                  <a:pt x="0" y="142"/>
                </a:lnTo>
                <a:lnTo>
                  <a:pt x="183" y="142"/>
                </a:lnTo>
                <a:lnTo>
                  <a:pt x="181" y="144"/>
                </a:lnTo>
                <a:lnTo>
                  <a:pt x="195" y="130"/>
                </a:lnTo>
                <a:lnTo>
                  <a:pt x="199" y="116"/>
                </a:lnTo>
                <a:lnTo>
                  <a:pt x="199" y="111"/>
                </a:lnTo>
                <a:lnTo>
                  <a:pt x="187" y="91"/>
                </a:lnTo>
                <a:lnTo>
                  <a:pt x="181" y="79"/>
                </a:lnTo>
                <a:lnTo>
                  <a:pt x="181" y="65"/>
                </a:lnTo>
                <a:lnTo>
                  <a:pt x="183" y="51"/>
                </a:lnTo>
                <a:lnTo>
                  <a:pt x="187" y="38"/>
                </a:lnTo>
                <a:lnTo>
                  <a:pt x="197" y="24"/>
                </a:lnTo>
                <a:lnTo>
                  <a:pt x="211" y="10"/>
                </a:lnTo>
                <a:lnTo>
                  <a:pt x="222" y="4"/>
                </a:lnTo>
                <a:lnTo>
                  <a:pt x="234" y="0"/>
                </a:lnTo>
                <a:lnTo>
                  <a:pt x="252" y="0"/>
                </a:lnTo>
                <a:lnTo>
                  <a:pt x="270" y="0"/>
                </a:lnTo>
                <a:lnTo>
                  <a:pt x="284" y="4"/>
                </a:lnTo>
                <a:lnTo>
                  <a:pt x="295" y="10"/>
                </a:lnTo>
                <a:lnTo>
                  <a:pt x="309" y="24"/>
                </a:lnTo>
                <a:lnTo>
                  <a:pt x="317" y="38"/>
                </a:lnTo>
                <a:lnTo>
                  <a:pt x="323" y="51"/>
                </a:lnTo>
                <a:lnTo>
                  <a:pt x="323" y="65"/>
                </a:lnTo>
                <a:lnTo>
                  <a:pt x="323" y="79"/>
                </a:lnTo>
                <a:lnTo>
                  <a:pt x="317" y="91"/>
                </a:lnTo>
                <a:lnTo>
                  <a:pt x="307" y="111"/>
                </a:lnTo>
                <a:lnTo>
                  <a:pt x="305" y="116"/>
                </a:lnTo>
                <a:lnTo>
                  <a:pt x="311" y="130"/>
                </a:lnTo>
                <a:lnTo>
                  <a:pt x="323" y="144"/>
                </a:lnTo>
                <a:lnTo>
                  <a:pt x="327" y="142"/>
                </a:lnTo>
                <a:close/>
              </a:path>
            </a:pathLst>
          </a:custGeom>
          <a:solidFill>
            <a:schemeClr val="accent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smtClean="0">
              <a:ln>
                <a:noFill/>
              </a:ln>
              <a:solidFill>
                <a:sysClr val="windowText" lastClr="000000"/>
              </a:solidFill>
              <a:effectLst/>
              <a:uLnTx/>
              <a:uFillTx/>
            </a:endParaRPr>
          </a:p>
        </p:txBody>
      </p:sp>
      <p:sp>
        <p:nvSpPr>
          <p:cNvPr id="31" name="Rectangle 18"/>
          <p:cNvSpPr txBox="1">
            <a:spLocks noChangeArrowheads="1"/>
          </p:cNvSpPr>
          <p:nvPr/>
        </p:nvSpPr>
        <p:spPr>
          <a:xfrm>
            <a:off x="1720004" y="1880611"/>
            <a:ext cx="2025952" cy="1287279"/>
          </a:xfrm>
          <a:prstGeom prst="rect">
            <a:avLst/>
          </a:prstGeom>
          <a:solidFill>
            <a:schemeClr val="bg1"/>
          </a:solidFill>
          <a:ln cap="flat" algn="ctr">
            <a:solidFill>
              <a:schemeClr val="bg2"/>
            </a:solidFill>
          </a:ln>
        </p:spPr>
        <p:txBody>
          <a:bodyPr lIns="48979" tIns="48979" rIns="48979" bIns="48979"/>
          <a:lstStyle/>
          <a:p>
            <a:pPr marL="0" marR="0" lvl="0" indent="0" algn="l" defTabSz="1018540" rtl="0" eaLnBrk="1" fontAlgn="auto" latinLnBrk="0" hangingPunct="1">
              <a:lnSpc>
                <a:spcPct val="100000"/>
              </a:lnSpc>
              <a:spcBef>
                <a:spcPts val="0"/>
              </a:spcBef>
              <a:spcAft>
                <a:spcPts val="600"/>
              </a:spcAft>
              <a:buClr>
                <a:schemeClr val="tx1"/>
              </a:buClr>
              <a:buSzTx/>
              <a:buFontTx/>
              <a:buNone/>
              <a:defRPr/>
            </a:pPr>
            <a:r>
              <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rPr>
              <a:t>Can be edited to different layouts, e.g. four pieces+</a:t>
            </a:r>
            <a:endPar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endParaRPr>
          </a:p>
          <a:p>
            <a:pPr marL="0" marR="0" lvl="0" indent="0" algn="l" defTabSz="1018540" rtl="0" eaLnBrk="1" fontAlgn="auto" latinLnBrk="0" hangingPunct="1">
              <a:lnSpc>
                <a:spcPct val="100000"/>
              </a:lnSpc>
              <a:spcBef>
                <a:spcPts val="0"/>
              </a:spcBef>
              <a:spcAft>
                <a:spcPts val="600"/>
              </a:spcAft>
              <a:buClr>
                <a:schemeClr val="tx1"/>
              </a:buClr>
              <a:buSzTx/>
              <a:buFontTx/>
              <a:buNone/>
              <a:defRPr/>
            </a:pPr>
            <a:r>
              <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rPr>
              <a:t>Objects can be ungrouped and </a:t>
            </a:r>
            <a:r>
              <a:rPr kumimoji="0" lang="en-GB" sz="1000" b="0" i="0" u="none" strike="noStrike" kern="1200" cap="none" spc="0" normalizeH="0" baseline="0" noProof="0" err="1" smtClean="0">
                <a:ln>
                  <a:noFill/>
                </a:ln>
                <a:solidFill>
                  <a:schemeClr val="tx1"/>
                </a:solidFill>
                <a:effectLst/>
                <a:uLnTx/>
                <a:uFillTx/>
                <a:latin typeface="腾讯体 W7" panose="020C08030202040F0204" pitchFamily="18" charset="-122"/>
                <a:ea typeface="+mn-ea"/>
                <a:cs typeface="+mn-cs"/>
              </a:rPr>
              <a:t>recoloured</a:t>
            </a:r>
            <a:r>
              <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rPr>
              <a:t> and resized. Use shift to constrain proportions when resizing</a:t>
            </a:r>
            <a:endPar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Other shapes</a:t>
            </a:r>
            <a:br>
              <a:rPr lang="en-GB" dirty="0" smtClean="0"/>
            </a:br>
            <a:r>
              <a:rPr lang="en-GB" b="0" i="0" dirty="0" smtClean="0"/>
              <a:t>Jigsaw puzzle pieces</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4" name="Group 30"/>
          <p:cNvGrpSpPr/>
          <p:nvPr/>
        </p:nvGrpSpPr>
        <p:grpSpPr bwMode="auto">
          <a:xfrm>
            <a:off x="7428951" y="2685251"/>
            <a:ext cx="2977732" cy="2908617"/>
            <a:chOff x="3819" y="1272"/>
            <a:chExt cx="2319" cy="2265"/>
          </a:xfrm>
        </p:grpSpPr>
        <p:sp>
          <p:nvSpPr>
            <p:cNvPr id="22" name="Freeform 31"/>
            <p:cNvSpPr/>
            <p:nvPr/>
          </p:nvSpPr>
          <p:spPr bwMode="auto">
            <a:xfrm>
              <a:off x="3819" y="2256"/>
              <a:ext cx="1654" cy="1281"/>
            </a:xfrm>
            <a:custGeom>
              <a:avLst/>
              <a:gdLst>
                <a:gd name="T0" fmla="*/ 135 w 1414"/>
                <a:gd name="T1" fmla="*/ 110 h 1162"/>
                <a:gd name="T2" fmla="*/ 199 w 1414"/>
                <a:gd name="T3" fmla="*/ 97 h 1162"/>
                <a:gd name="T4" fmla="*/ 259 w 1414"/>
                <a:gd name="T5" fmla="*/ 88 h 1162"/>
                <a:gd name="T6" fmla="*/ 370 w 1414"/>
                <a:gd name="T7" fmla="*/ 79 h 1162"/>
                <a:gd name="T8" fmla="*/ 556 w 1414"/>
                <a:gd name="T9" fmla="*/ 94 h 1162"/>
                <a:gd name="T10" fmla="*/ 667 w 1414"/>
                <a:gd name="T11" fmla="*/ 147 h 1162"/>
                <a:gd name="T12" fmla="*/ 712 w 1414"/>
                <a:gd name="T13" fmla="*/ 229 h 1162"/>
                <a:gd name="T14" fmla="*/ 710 w 1414"/>
                <a:gd name="T15" fmla="*/ 327 h 1162"/>
                <a:gd name="T16" fmla="*/ 683 w 1414"/>
                <a:gd name="T17" fmla="*/ 430 h 1162"/>
                <a:gd name="T18" fmla="*/ 667 w 1414"/>
                <a:gd name="T19" fmla="*/ 541 h 1162"/>
                <a:gd name="T20" fmla="*/ 726 w 1414"/>
                <a:gd name="T21" fmla="*/ 633 h 1162"/>
                <a:gd name="T22" fmla="*/ 838 w 1414"/>
                <a:gd name="T23" fmla="*/ 688 h 1162"/>
                <a:gd name="T24" fmla="*/ 973 w 1414"/>
                <a:gd name="T25" fmla="*/ 692 h 1162"/>
                <a:gd name="T26" fmla="*/ 1103 w 1414"/>
                <a:gd name="T27" fmla="*/ 644 h 1162"/>
                <a:gd name="T28" fmla="*/ 1194 w 1414"/>
                <a:gd name="T29" fmla="*/ 545 h 1162"/>
                <a:gd name="T30" fmla="*/ 1201 w 1414"/>
                <a:gd name="T31" fmla="*/ 449 h 1162"/>
                <a:gd name="T32" fmla="*/ 1169 w 1414"/>
                <a:gd name="T33" fmla="*/ 355 h 1162"/>
                <a:gd name="T34" fmla="*/ 1121 w 1414"/>
                <a:gd name="T35" fmla="*/ 266 h 1162"/>
                <a:gd name="T36" fmla="*/ 1088 w 1414"/>
                <a:gd name="T37" fmla="*/ 189 h 1162"/>
                <a:gd name="T38" fmla="*/ 1097 w 1414"/>
                <a:gd name="T39" fmla="*/ 127 h 1162"/>
                <a:gd name="T40" fmla="*/ 1169 w 1414"/>
                <a:gd name="T41" fmla="*/ 74 h 1162"/>
                <a:gd name="T42" fmla="*/ 1266 w 1414"/>
                <a:gd name="T43" fmla="*/ 37 h 1162"/>
                <a:gd name="T44" fmla="*/ 1377 w 1414"/>
                <a:gd name="T45" fmla="*/ 14 h 1162"/>
                <a:gd name="T46" fmla="*/ 1490 w 1414"/>
                <a:gd name="T47" fmla="*/ 2 h 1162"/>
                <a:gd name="T48" fmla="*/ 1596 w 1414"/>
                <a:gd name="T49" fmla="*/ 0 h 1162"/>
                <a:gd name="T50" fmla="*/ 1643 w 1414"/>
                <a:gd name="T51" fmla="*/ 379 h 1162"/>
                <a:gd name="T52" fmla="*/ 1643 w 1414"/>
                <a:gd name="T53" fmla="*/ 470 h 1162"/>
                <a:gd name="T54" fmla="*/ 1649 w 1414"/>
                <a:gd name="T55" fmla="*/ 507 h 1162"/>
                <a:gd name="T56" fmla="*/ 1658 w 1414"/>
                <a:gd name="T57" fmla="*/ 534 h 1162"/>
                <a:gd name="T58" fmla="*/ 1696 w 1414"/>
                <a:gd name="T59" fmla="*/ 603 h 1162"/>
                <a:gd name="T60" fmla="*/ 1738 w 1414"/>
                <a:gd name="T61" fmla="*/ 614 h 1162"/>
                <a:gd name="T62" fmla="*/ 1773 w 1414"/>
                <a:gd name="T63" fmla="*/ 613 h 1162"/>
                <a:gd name="T64" fmla="*/ 1807 w 1414"/>
                <a:gd name="T65" fmla="*/ 602 h 1162"/>
                <a:gd name="T66" fmla="*/ 1865 w 1414"/>
                <a:gd name="T67" fmla="*/ 574 h 1162"/>
                <a:gd name="T68" fmla="*/ 1914 w 1414"/>
                <a:gd name="T69" fmla="*/ 559 h 1162"/>
                <a:gd name="T70" fmla="*/ 1953 w 1414"/>
                <a:gd name="T71" fmla="*/ 549 h 1162"/>
                <a:gd name="T72" fmla="*/ 1997 w 1414"/>
                <a:gd name="T73" fmla="*/ 545 h 1162"/>
                <a:gd name="T74" fmla="*/ 2038 w 1414"/>
                <a:gd name="T75" fmla="*/ 542 h 1162"/>
                <a:gd name="T76" fmla="*/ 2079 w 1414"/>
                <a:gd name="T77" fmla="*/ 547 h 1162"/>
                <a:gd name="T78" fmla="*/ 2129 w 1414"/>
                <a:gd name="T79" fmla="*/ 564 h 1162"/>
                <a:gd name="T80" fmla="*/ 2194 w 1414"/>
                <a:gd name="T81" fmla="*/ 610 h 1162"/>
                <a:gd name="T82" fmla="*/ 2242 w 1414"/>
                <a:gd name="T83" fmla="*/ 675 h 1162"/>
                <a:gd name="T84" fmla="*/ 2263 w 1414"/>
                <a:gd name="T85" fmla="*/ 757 h 1162"/>
                <a:gd name="T86" fmla="*/ 2246 w 1414"/>
                <a:gd name="T87" fmla="*/ 854 h 1162"/>
                <a:gd name="T88" fmla="*/ 2179 w 1414"/>
                <a:gd name="T89" fmla="*/ 966 h 1162"/>
                <a:gd name="T90" fmla="*/ 2121 w 1414"/>
                <a:gd name="T91" fmla="*/ 993 h 1162"/>
                <a:gd name="T92" fmla="*/ 2058 w 1414"/>
                <a:gd name="T93" fmla="*/ 997 h 1162"/>
                <a:gd name="T94" fmla="*/ 1998 w 1414"/>
                <a:gd name="T95" fmla="*/ 984 h 1162"/>
                <a:gd name="T96" fmla="*/ 1936 w 1414"/>
                <a:gd name="T97" fmla="*/ 964 h 1162"/>
                <a:gd name="T98" fmla="*/ 1845 w 1414"/>
                <a:gd name="T99" fmla="*/ 925 h 1162"/>
                <a:gd name="T100" fmla="*/ 1790 w 1414"/>
                <a:gd name="T101" fmla="*/ 915 h 1162"/>
                <a:gd name="T102" fmla="*/ 1739 w 1414"/>
                <a:gd name="T103" fmla="*/ 925 h 1162"/>
                <a:gd name="T104" fmla="*/ 1698 w 1414"/>
                <a:gd name="T105" fmla="*/ 954 h 1162"/>
                <a:gd name="T106" fmla="*/ 1662 w 1414"/>
                <a:gd name="T107" fmla="*/ 1005 h 1162"/>
                <a:gd name="T108" fmla="*/ 1639 w 1414"/>
                <a:gd name="T109" fmla="*/ 1078 h 1162"/>
                <a:gd name="T110" fmla="*/ 1720 w 1414"/>
                <a:gd name="T111" fmla="*/ 1352 h 1162"/>
                <a:gd name="T112" fmla="*/ 1769 w 1414"/>
                <a:gd name="T113" fmla="*/ 1517 h 1162"/>
                <a:gd name="T114" fmla="*/ 1 w 1414"/>
                <a:gd name="T115" fmla="*/ 1554 h 1162"/>
                <a:gd name="T116" fmla="*/ 7 w 1414"/>
                <a:gd name="T117" fmla="*/ 1546 h 1162"/>
                <a:gd name="T118" fmla="*/ 8 w 1414"/>
                <a:gd name="T119" fmla="*/ 1441 h 1162"/>
                <a:gd name="T120" fmla="*/ 6 w 1414"/>
                <a:gd name="T121" fmla="*/ 797 h 116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414"/>
                <a:gd name="T184" fmla="*/ 0 h 1162"/>
                <a:gd name="T185" fmla="*/ 1414 w 1414"/>
                <a:gd name="T186" fmla="*/ 1162 h 116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414" h="1162">
                  <a:moveTo>
                    <a:pt x="3" y="112"/>
                  </a:moveTo>
                  <a:lnTo>
                    <a:pt x="24" y="104"/>
                  </a:lnTo>
                  <a:lnTo>
                    <a:pt x="44" y="97"/>
                  </a:lnTo>
                  <a:lnTo>
                    <a:pt x="61" y="91"/>
                  </a:lnTo>
                  <a:lnTo>
                    <a:pt x="77" y="86"/>
                  </a:lnTo>
                  <a:lnTo>
                    <a:pt x="84" y="83"/>
                  </a:lnTo>
                  <a:lnTo>
                    <a:pt x="91" y="81"/>
                  </a:lnTo>
                  <a:lnTo>
                    <a:pt x="98" y="79"/>
                  </a:lnTo>
                  <a:lnTo>
                    <a:pt x="105" y="77"/>
                  </a:lnTo>
                  <a:lnTo>
                    <a:pt x="111" y="76"/>
                  </a:lnTo>
                  <a:lnTo>
                    <a:pt x="118" y="74"/>
                  </a:lnTo>
                  <a:lnTo>
                    <a:pt x="124" y="73"/>
                  </a:lnTo>
                  <a:lnTo>
                    <a:pt x="130" y="71"/>
                  </a:lnTo>
                  <a:lnTo>
                    <a:pt x="137" y="70"/>
                  </a:lnTo>
                  <a:lnTo>
                    <a:pt x="143" y="69"/>
                  </a:lnTo>
                  <a:lnTo>
                    <a:pt x="149" y="68"/>
                  </a:lnTo>
                  <a:lnTo>
                    <a:pt x="156" y="67"/>
                  </a:lnTo>
                  <a:lnTo>
                    <a:pt x="162" y="66"/>
                  </a:lnTo>
                  <a:lnTo>
                    <a:pt x="169" y="65"/>
                  </a:lnTo>
                  <a:lnTo>
                    <a:pt x="175" y="64"/>
                  </a:lnTo>
                  <a:lnTo>
                    <a:pt x="182" y="63"/>
                  </a:lnTo>
                  <a:lnTo>
                    <a:pt x="197" y="62"/>
                  </a:lnTo>
                  <a:lnTo>
                    <a:pt x="213" y="61"/>
                  </a:lnTo>
                  <a:lnTo>
                    <a:pt x="231" y="59"/>
                  </a:lnTo>
                  <a:lnTo>
                    <a:pt x="251" y="58"/>
                  </a:lnTo>
                  <a:lnTo>
                    <a:pt x="273" y="58"/>
                  </a:lnTo>
                  <a:lnTo>
                    <a:pt x="294" y="60"/>
                  </a:lnTo>
                  <a:lnTo>
                    <a:pt x="313" y="63"/>
                  </a:lnTo>
                  <a:lnTo>
                    <a:pt x="331" y="66"/>
                  </a:lnTo>
                  <a:lnTo>
                    <a:pt x="347" y="70"/>
                  </a:lnTo>
                  <a:lnTo>
                    <a:pt x="362" y="75"/>
                  </a:lnTo>
                  <a:lnTo>
                    <a:pt x="375" y="81"/>
                  </a:lnTo>
                  <a:lnTo>
                    <a:pt x="388" y="87"/>
                  </a:lnTo>
                  <a:lnTo>
                    <a:pt x="398" y="94"/>
                  </a:lnTo>
                  <a:lnTo>
                    <a:pt x="408" y="102"/>
                  </a:lnTo>
                  <a:lnTo>
                    <a:pt x="416" y="110"/>
                  </a:lnTo>
                  <a:lnTo>
                    <a:pt x="423" y="119"/>
                  </a:lnTo>
                  <a:lnTo>
                    <a:pt x="430" y="129"/>
                  </a:lnTo>
                  <a:lnTo>
                    <a:pt x="435" y="138"/>
                  </a:lnTo>
                  <a:lnTo>
                    <a:pt x="439" y="149"/>
                  </a:lnTo>
                  <a:lnTo>
                    <a:pt x="442" y="160"/>
                  </a:lnTo>
                  <a:lnTo>
                    <a:pt x="445" y="171"/>
                  </a:lnTo>
                  <a:lnTo>
                    <a:pt x="446" y="182"/>
                  </a:lnTo>
                  <a:lnTo>
                    <a:pt x="447" y="194"/>
                  </a:lnTo>
                  <a:lnTo>
                    <a:pt x="447" y="206"/>
                  </a:lnTo>
                  <a:lnTo>
                    <a:pt x="447" y="218"/>
                  </a:lnTo>
                  <a:lnTo>
                    <a:pt x="446" y="231"/>
                  </a:lnTo>
                  <a:lnTo>
                    <a:pt x="444" y="244"/>
                  </a:lnTo>
                  <a:lnTo>
                    <a:pt x="442" y="256"/>
                  </a:lnTo>
                  <a:lnTo>
                    <a:pt x="440" y="269"/>
                  </a:lnTo>
                  <a:lnTo>
                    <a:pt x="437" y="282"/>
                  </a:lnTo>
                  <a:lnTo>
                    <a:pt x="434" y="295"/>
                  </a:lnTo>
                  <a:lnTo>
                    <a:pt x="430" y="308"/>
                  </a:lnTo>
                  <a:lnTo>
                    <a:pt x="427" y="321"/>
                  </a:lnTo>
                  <a:lnTo>
                    <a:pt x="423" y="334"/>
                  </a:lnTo>
                  <a:lnTo>
                    <a:pt x="419" y="347"/>
                  </a:lnTo>
                  <a:lnTo>
                    <a:pt x="415" y="359"/>
                  </a:lnTo>
                  <a:lnTo>
                    <a:pt x="414" y="375"/>
                  </a:lnTo>
                  <a:lnTo>
                    <a:pt x="414" y="390"/>
                  </a:lnTo>
                  <a:lnTo>
                    <a:pt x="416" y="404"/>
                  </a:lnTo>
                  <a:lnTo>
                    <a:pt x="419" y="417"/>
                  </a:lnTo>
                  <a:lnTo>
                    <a:pt x="424" y="430"/>
                  </a:lnTo>
                  <a:lnTo>
                    <a:pt x="430" y="442"/>
                  </a:lnTo>
                  <a:lnTo>
                    <a:pt x="437" y="453"/>
                  </a:lnTo>
                  <a:lnTo>
                    <a:pt x="445" y="464"/>
                  </a:lnTo>
                  <a:lnTo>
                    <a:pt x="454" y="473"/>
                  </a:lnTo>
                  <a:lnTo>
                    <a:pt x="463" y="482"/>
                  </a:lnTo>
                  <a:lnTo>
                    <a:pt x="474" y="490"/>
                  </a:lnTo>
                  <a:lnTo>
                    <a:pt x="486" y="497"/>
                  </a:lnTo>
                  <a:lnTo>
                    <a:pt x="498" y="503"/>
                  </a:lnTo>
                  <a:lnTo>
                    <a:pt x="510" y="508"/>
                  </a:lnTo>
                  <a:lnTo>
                    <a:pt x="523" y="513"/>
                  </a:lnTo>
                  <a:lnTo>
                    <a:pt x="537" y="516"/>
                  </a:lnTo>
                  <a:lnTo>
                    <a:pt x="551" y="518"/>
                  </a:lnTo>
                  <a:lnTo>
                    <a:pt x="565" y="520"/>
                  </a:lnTo>
                  <a:lnTo>
                    <a:pt x="579" y="520"/>
                  </a:lnTo>
                  <a:lnTo>
                    <a:pt x="594" y="519"/>
                  </a:lnTo>
                  <a:lnTo>
                    <a:pt x="608" y="517"/>
                  </a:lnTo>
                  <a:lnTo>
                    <a:pt x="622" y="514"/>
                  </a:lnTo>
                  <a:lnTo>
                    <a:pt x="636" y="510"/>
                  </a:lnTo>
                  <a:lnTo>
                    <a:pt x="650" y="504"/>
                  </a:lnTo>
                  <a:lnTo>
                    <a:pt x="663" y="498"/>
                  </a:lnTo>
                  <a:lnTo>
                    <a:pt x="676" y="490"/>
                  </a:lnTo>
                  <a:lnTo>
                    <a:pt x="689" y="481"/>
                  </a:lnTo>
                  <a:lnTo>
                    <a:pt x="701" y="471"/>
                  </a:lnTo>
                  <a:lnTo>
                    <a:pt x="712" y="459"/>
                  </a:lnTo>
                  <a:lnTo>
                    <a:pt x="723" y="447"/>
                  </a:lnTo>
                  <a:lnTo>
                    <a:pt x="732" y="433"/>
                  </a:lnTo>
                  <a:lnTo>
                    <a:pt x="741" y="417"/>
                  </a:lnTo>
                  <a:lnTo>
                    <a:pt x="746" y="406"/>
                  </a:lnTo>
                  <a:lnTo>
                    <a:pt x="749" y="394"/>
                  </a:lnTo>
                  <a:lnTo>
                    <a:pt x="751" y="382"/>
                  </a:lnTo>
                  <a:lnTo>
                    <a:pt x="753" y="370"/>
                  </a:lnTo>
                  <a:lnTo>
                    <a:pt x="753" y="358"/>
                  </a:lnTo>
                  <a:lnTo>
                    <a:pt x="753" y="347"/>
                  </a:lnTo>
                  <a:lnTo>
                    <a:pt x="751" y="335"/>
                  </a:lnTo>
                  <a:lnTo>
                    <a:pt x="749" y="323"/>
                  </a:lnTo>
                  <a:lnTo>
                    <a:pt x="746" y="311"/>
                  </a:lnTo>
                  <a:lnTo>
                    <a:pt x="743" y="299"/>
                  </a:lnTo>
                  <a:lnTo>
                    <a:pt x="739" y="288"/>
                  </a:lnTo>
                  <a:lnTo>
                    <a:pt x="735" y="276"/>
                  </a:lnTo>
                  <a:lnTo>
                    <a:pt x="730" y="265"/>
                  </a:lnTo>
                  <a:lnTo>
                    <a:pt x="725" y="253"/>
                  </a:lnTo>
                  <a:lnTo>
                    <a:pt x="720" y="242"/>
                  </a:lnTo>
                  <a:lnTo>
                    <a:pt x="715" y="231"/>
                  </a:lnTo>
                  <a:lnTo>
                    <a:pt x="710" y="220"/>
                  </a:lnTo>
                  <a:lnTo>
                    <a:pt x="705" y="210"/>
                  </a:lnTo>
                  <a:lnTo>
                    <a:pt x="700" y="199"/>
                  </a:lnTo>
                  <a:lnTo>
                    <a:pt x="696" y="189"/>
                  </a:lnTo>
                  <a:lnTo>
                    <a:pt x="692" y="179"/>
                  </a:lnTo>
                  <a:lnTo>
                    <a:pt x="688" y="169"/>
                  </a:lnTo>
                  <a:lnTo>
                    <a:pt x="684" y="159"/>
                  </a:lnTo>
                  <a:lnTo>
                    <a:pt x="682" y="150"/>
                  </a:lnTo>
                  <a:lnTo>
                    <a:pt x="680" y="141"/>
                  </a:lnTo>
                  <a:lnTo>
                    <a:pt x="678" y="132"/>
                  </a:lnTo>
                  <a:lnTo>
                    <a:pt x="678" y="124"/>
                  </a:lnTo>
                  <a:lnTo>
                    <a:pt x="679" y="116"/>
                  </a:lnTo>
                  <a:lnTo>
                    <a:pt x="680" y="108"/>
                  </a:lnTo>
                  <a:lnTo>
                    <a:pt x="683" y="101"/>
                  </a:lnTo>
                  <a:lnTo>
                    <a:pt x="686" y="94"/>
                  </a:lnTo>
                  <a:lnTo>
                    <a:pt x="691" y="88"/>
                  </a:lnTo>
                  <a:lnTo>
                    <a:pt x="698" y="80"/>
                  </a:lnTo>
                  <a:lnTo>
                    <a:pt x="705" y="73"/>
                  </a:lnTo>
                  <a:lnTo>
                    <a:pt x="713" y="67"/>
                  </a:lnTo>
                  <a:lnTo>
                    <a:pt x="721" y="61"/>
                  </a:lnTo>
                  <a:lnTo>
                    <a:pt x="730" y="55"/>
                  </a:lnTo>
                  <a:lnTo>
                    <a:pt x="739" y="50"/>
                  </a:lnTo>
                  <a:lnTo>
                    <a:pt x="749" y="45"/>
                  </a:lnTo>
                  <a:lnTo>
                    <a:pt x="759" y="40"/>
                  </a:lnTo>
                  <a:lnTo>
                    <a:pt x="769" y="36"/>
                  </a:lnTo>
                  <a:lnTo>
                    <a:pt x="780" y="31"/>
                  </a:lnTo>
                  <a:lnTo>
                    <a:pt x="791" y="28"/>
                  </a:lnTo>
                  <a:lnTo>
                    <a:pt x="802" y="24"/>
                  </a:lnTo>
                  <a:lnTo>
                    <a:pt x="813" y="21"/>
                  </a:lnTo>
                  <a:lnTo>
                    <a:pt x="825" y="18"/>
                  </a:lnTo>
                  <a:lnTo>
                    <a:pt x="836" y="15"/>
                  </a:lnTo>
                  <a:lnTo>
                    <a:pt x="848" y="13"/>
                  </a:lnTo>
                  <a:lnTo>
                    <a:pt x="860" y="11"/>
                  </a:lnTo>
                  <a:lnTo>
                    <a:pt x="872" y="9"/>
                  </a:lnTo>
                  <a:lnTo>
                    <a:pt x="884" y="7"/>
                  </a:lnTo>
                  <a:lnTo>
                    <a:pt x="896" y="6"/>
                  </a:lnTo>
                  <a:lnTo>
                    <a:pt x="907" y="4"/>
                  </a:lnTo>
                  <a:lnTo>
                    <a:pt x="919" y="3"/>
                  </a:lnTo>
                  <a:lnTo>
                    <a:pt x="931" y="2"/>
                  </a:lnTo>
                  <a:lnTo>
                    <a:pt x="943" y="1"/>
                  </a:lnTo>
                  <a:lnTo>
                    <a:pt x="954" y="1"/>
                  </a:lnTo>
                  <a:lnTo>
                    <a:pt x="965" y="0"/>
                  </a:lnTo>
                  <a:lnTo>
                    <a:pt x="976" y="0"/>
                  </a:lnTo>
                  <a:lnTo>
                    <a:pt x="987" y="0"/>
                  </a:lnTo>
                  <a:lnTo>
                    <a:pt x="997" y="0"/>
                  </a:lnTo>
                  <a:lnTo>
                    <a:pt x="1008" y="0"/>
                  </a:lnTo>
                  <a:lnTo>
                    <a:pt x="1017" y="0"/>
                  </a:lnTo>
                  <a:lnTo>
                    <a:pt x="1027" y="1"/>
                  </a:lnTo>
                  <a:lnTo>
                    <a:pt x="1027" y="2"/>
                  </a:lnTo>
                  <a:lnTo>
                    <a:pt x="1026" y="8"/>
                  </a:lnTo>
                  <a:lnTo>
                    <a:pt x="1027" y="283"/>
                  </a:lnTo>
                  <a:lnTo>
                    <a:pt x="1026" y="304"/>
                  </a:lnTo>
                  <a:lnTo>
                    <a:pt x="1026" y="321"/>
                  </a:lnTo>
                  <a:lnTo>
                    <a:pt x="1026" y="329"/>
                  </a:lnTo>
                  <a:lnTo>
                    <a:pt x="1026" y="337"/>
                  </a:lnTo>
                  <a:lnTo>
                    <a:pt x="1027" y="344"/>
                  </a:lnTo>
                  <a:lnTo>
                    <a:pt x="1027" y="350"/>
                  </a:lnTo>
                  <a:lnTo>
                    <a:pt x="1027" y="355"/>
                  </a:lnTo>
                  <a:lnTo>
                    <a:pt x="1028" y="361"/>
                  </a:lnTo>
                  <a:lnTo>
                    <a:pt x="1028" y="366"/>
                  </a:lnTo>
                  <a:lnTo>
                    <a:pt x="1028" y="370"/>
                  </a:lnTo>
                  <a:lnTo>
                    <a:pt x="1029" y="374"/>
                  </a:lnTo>
                  <a:lnTo>
                    <a:pt x="1030" y="378"/>
                  </a:lnTo>
                  <a:lnTo>
                    <a:pt x="1030" y="382"/>
                  </a:lnTo>
                  <a:lnTo>
                    <a:pt x="1031" y="385"/>
                  </a:lnTo>
                  <a:lnTo>
                    <a:pt x="1032" y="388"/>
                  </a:lnTo>
                  <a:lnTo>
                    <a:pt x="1033" y="391"/>
                  </a:lnTo>
                  <a:lnTo>
                    <a:pt x="1034" y="395"/>
                  </a:lnTo>
                  <a:lnTo>
                    <a:pt x="1035" y="398"/>
                  </a:lnTo>
                  <a:lnTo>
                    <a:pt x="1038" y="404"/>
                  </a:lnTo>
                  <a:lnTo>
                    <a:pt x="1042" y="411"/>
                  </a:lnTo>
                  <a:lnTo>
                    <a:pt x="1045" y="419"/>
                  </a:lnTo>
                  <a:lnTo>
                    <a:pt x="1050" y="427"/>
                  </a:lnTo>
                  <a:lnTo>
                    <a:pt x="1054" y="438"/>
                  </a:lnTo>
                  <a:lnTo>
                    <a:pt x="1060" y="450"/>
                  </a:lnTo>
                  <a:lnTo>
                    <a:pt x="1064" y="452"/>
                  </a:lnTo>
                  <a:lnTo>
                    <a:pt x="1069" y="454"/>
                  </a:lnTo>
                  <a:lnTo>
                    <a:pt x="1073" y="455"/>
                  </a:lnTo>
                  <a:lnTo>
                    <a:pt x="1077" y="457"/>
                  </a:lnTo>
                  <a:lnTo>
                    <a:pt x="1081" y="458"/>
                  </a:lnTo>
                  <a:lnTo>
                    <a:pt x="1086" y="458"/>
                  </a:lnTo>
                  <a:lnTo>
                    <a:pt x="1089" y="458"/>
                  </a:lnTo>
                  <a:lnTo>
                    <a:pt x="1093" y="459"/>
                  </a:lnTo>
                  <a:lnTo>
                    <a:pt x="1097" y="458"/>
                  </a:lnTo>
                  <a:lnTo>
                    <a:pt x="1101" y="458"/>
                  </a:lnTo>
                  <a:lnTo>
                    <a:pt x="1105" y="457"/>
                  </a:lnTo>
                  <a:lnTo>
                    <a:pt x="1108" y="457"/>
                  </a:lnTo>
                  <a:lnTo>
                    <a:pt x="1112" y="456"/>
                  </a:lnTo>
                  <a:lnTo>
                    <a:pt x="1115" y="455"/>
                  </a:lnTo>
                  <a:lnTo>
                    <a:pt x="1119" y="453"/>
                  </a:lnTo>
                  <a:lnTo>
                    <a:pt x="1122" y="452"/>
                  </a:lnTo>
                  <a:lnTo>
                    <a:pt x="1126" y="450"/>
                  </a:lnTo>
                  <a:lnTo>
                    <a:pt x="1129" y="449"/>
                  </a:lnTo>
                  <a:lnTo>
                    <a:pt x="1133" y="447"/>
                  </a:lnTo>
                  <a:lnTo>
                    <a:pt x="1136" y="445"/>
                  </a:lnTo>
                  <a:lnTo>
                    <a:pt x="1143" y="441"/>
                  </a:lnTo>
                  <a:lnTo>
                    <a:pt x="1150" y="437"/>
                  </a:lnTo>
                  <a:lnTo>
                    <a:pt x="1157" y="433"/>
                  </a:lnTo>
                  <a:lnTo>
                    <a:pt x="1165" y="429"/>
                  </a:lnTo>
                  <a:lnTo>
                    <a:pt x="1169" y="428"/>
                  </a:lnTo>
                  <a:lnTo>
                    <a:pt x="1172" y="426"/>
                  </a:lnTo>
                  <a:lnTo>
                    <a:pt x="1176" y="424"/>
                  </a:lnTo>
                  <a:lnTo>
                    <a:pt x="1180" y="422"/>
                  </a:lnTo>
                  <a:lnTo>
                    <a:pt x="1188" y="419"/>
                  </a:lnTo>
                  <a:lnTo>
                    <a:pt x="1196" y="417"/>
                  </a:lnTo>
                  <a:lnTo>
                    <a:pt x="1200" y="415"/>
                  </a:lnTo>
                  <a:lnTo>
                    <a:pt x="1204" y="414"/>
                  </a:lnTo>
                  <a:lnTo>
                    <a:pt x="1209" y="413"/>
                  </a:lnTo>
                  <a:lnTo>
                    <a:pt x="1213" y="412"/>
                  </a:lnTo>
                  <a:lnTo>
                    <a:pt x="1217" y="411"/>
                  </a:lnTo>
                  <a:lnTo>
                    <a:pt x="1221" y="410"/>
                  </a:lnTo>
                  <a:lnTo>
                    <a:pt x="1226" y="409"/>
                  </a:lnTo>
                  <a:lnTo>
                    <a:pt x="1230" y="408"/>
                  </a:lnTo>
                  <a:lnTo>
                    <a:pt x="1234" y="407"/>
                  </a:lnTo>
                  <a:lnTo>
                    <a:pt x="1239" y="407"/>
                  </a:lnTo>
                  <a:lnTo>
                    <a:pt x="1243" y="406"/>
                  </a:lnTo>
                  <a:lnTo>
                    <a:pt x="1247" y="406"/>
                  </a:lnTo>
                  <a:lnTo>
                    <a:pt x="1252" y="405"/>
                  </a:lnTo>
                  <a:lnTo>
                    <a:pt x="1256" y="405"/>
                  </a:lnTo>
                  <a:lnTo>
                    <a:pt x="1260" y="405"/>
                  </a:lnTo>
                  <a:lnTo>
                    <a:pt x="1265" y="405"/>
                  </a:lnTo>
                  <a:lnTo>
                    <a:pt x="1269" y="405"/>
                  </a:lnTo>
                  <a:lnTo>
                    <a:pt x="1273" y="405"/>
                  </a:lnTo>
                  <a:lnTo>
                    <a:pt x="1278" y="405"/>
                  </a:lnTo>
                  <a:lnTo>
                    <a:pt x="1282" y="406"/>
                  </a:lnTo>
                  <a:lnTo>
                    <a:pt x="1286" y="406"/>
                  </a:lnTo>
                  <a:lnTo>
                    <a:pt x="1291" y="407"/>
                  </a:lnTo>
                  <a:lnTo>
                    <a:pt x="1295" y="407"/>
                  </a:lnTo>
                  <a:lnTo>
                    <a:pt x="1299" y="408"/>
                  </a:lnTo>
                  <a:lnTo>
                    <a:pt x="1303" y="409"/>
                  </a:lnTo>
                  <a:lnTo>
                    <a:pt x="1307" y="411"/>
                  </a:lnTo>
                  <a:lnTo>
                    <a:pt x="1311" y="412"/>
                  </a:lnTo>
                  <a:lnTo>
                    <a:pt x="1315" y="413"/>
                  </a:lnTo>
                  <a:lnTo>
                    <a:pt x="1323" y="417"/>
                  </a:lnTo>
                  <a:lnTo>
                    <a:pt x="1330" y="421"/>
                  </a:lnTo>
                  <a:lnTo>
                    <a:pt x="1337" y="426"/>
                  </a:lnTo>
                  <a:lnTo>
                    <a:pt x="1344" y="431"/>
                  </a:lnTo>
                  <a:lnTo>
                    <a:pt x="1351" y="436"/>
                  </a:lnTo>
                  <a:lnTo>
                    <a:pt x="1358" y="442"/>
                  </a:lnTo>
                  <a:lnTo>
                    <a:pt x="1365" y="448"/>
                  </a:lnTo>
                  <a:lnTo>
                    <a:pt x="1371" y="455"/>
                  </a:lnTo>
                  <a:lnTo>
                    <a:pt x="1377" y="462"/>
                  </a:lnTo>
                  <a:lnTo>
                    <a:pt x="1382" y="470"/>
                  </a:lnTo>
                  <a:lnTo>
                    <a:pt x="1388" y="478"/>
                  </a:lnTo>
                  <a:lnTo>
                    <a:pt x="1393" y="486"/>
                  </a:lnTo>
                  <a:lnTo>
                    <a:pt x="1397" y="494"/>
                  </a:lnTo>
                  <a:lnTo>
                    <a:pt x="1401" y="503"/>
                  </a:lnTo>
                  <a:lnTo>
                    <a:pt x="1405" y="513"/>
                  </a:lnTo>
                  <a:lnTo>
                    <a:pt x="1408" y="523"/>
                  </a:lnTo>
                  <a:lnTo>
                    <a:pt x="1410" y="533"/>
                  </a:lnTo>
                  <a:lnTo>
                    <a:pt x="1412" y="543"/>
                  </a:lnTo>
                  <a:lnTo>
                    <a:pt x="1413" y="554"/>
                  </a:lnTo>
                  <a:lnTo>
                    <a:pt x="1414" y="565"/>
                  </a:lnTo>
                  <a:lnTo>
                    <a:pt x="1414" y="576"/>
                  </a:lnTo>
                  <a:lnTo>
                    <a:pt x="1413" y="588"/>
                  </a:lnTo>
                  <a:lnTo>
                    <a:pt x="1412" y="600"/>
                  </a:lnTo>
                  <a:lnTo>
                    <a:pt x="1410" y="612"/>
                  </a:lnTo>
                  <a:lnTo>
                    <a:pt x="1407" y="625"/>
                  </a:lnTo>
                  <a:lnTo>
                    <a:pt x="1403" y="638"/>
                  </a:lnTo>
                  <a:lnTo>
                    <a:pt x="1399" y="651"/>
                  </a:lnTo>
                  <a:lnTo>
                    <a:pt x="1393" y="664"/>
                  </a:lnTo>
                  <a:lnTo>
                    <a:pt x="1387" y="678"/>
                  </a:lnTo>
                  <a:lnTo>
                    <a:pt x="1380" y="692"/>
                  </a:lnTo>
                  <a:lnTo>
                    <a:pt x="1372" y="707"/>
                  </a:lnTo>
                  <a:lnTo>
                    <a:pt x="1362" y="721"/>
                  </a:lnTo>
                  <a:lnTo>
                    <a:pt x="1356" y="726"/>
                  </a:lnTo>
                  <a:lnTo>
                    <a:pt x="1350" y="730"/>
                  </a:lnTo>
                  <a:lnTo>
                    <a:pt x="1344" y="733"/>
                  </a:lnTo>
                  <a:lnTo>
                    <a:pt x="1338" y="736"/>
                  </a:lnTo>
                  <a:lnTo>
                    <a:pt x="1331" y="739"/>
                  </a:lnTo>
                  <a:lnTo>
                    <a:pt x="1325" y="741"/>
                  </a:lnTo>
                  <a:lnTo>
                    <a:pt x="1319" y="742"/>
                  </a:lnTo>
                  <a:lnTo>
                    <a:pt x="1312" y="743"/>
                  </a:lnTo>
                  <a:lnTo>
                    <a:pt x="1306" y="744"/>
                  </a:lnTo>
                  <a:lnTo>
                    <a:pt x="1299" y="744"/>
                  </a:lnTo>
                  <a:lnTo>
                    <a:pt x="1293" y="744"/>
                  </a:lnTo>
                  <a:lnTo>
                    <a:pt x="1286" y="744"/>
                  </a:lnTo>
                  <a:lnTo>
                    <a:pt x="1280" y="743"/>
                  </a:lnTo>
                  <a:lnTo>
                    <a:pt x="1273" y="742"/>
                  </a:lnTo>
                  <a:lnTo>
                    <a:pt x="1267" y="740"/>
                  </a:lnTo>
                  <a:lnTo>
                    <a:pt x="1261" y="739"/>
                  </a:lnTo>
                  <a:lnTo>
                    <a:pt x="1254" y="737"/>
                  </a:lnTo>
                  <a:lnTo>
                    <a:pt x="1248" y="735"/>
                  </a:lnTo>
                  <a:lnTo>
                    <a:pt x="1242" y="733"/>
                  </a:lnTo>
                  <a:lnTo>
                    <a:pt x="1235" y="730"/>
                  </a:lnTo>
                  <a:lnTo>
                    <a:pt x="1229" y="728"/>
                  </a:lnTo>
                  <a:lnTo>
                    <a:pt x="1223" y="725"/>
                  </a:lnTo>
                  <a:lnTo>
                    <a:pt x="1216" y="722"/>
                  </a:lnTo>
                  <a:lnTo>
                    <a:pt x="1210" y="719"/>
                  </a:lnTo>
                  <a:lnTo>
                    <a:pt x="1198" y="713"/>
                  </a:lnTo>
                  <a:lnTo>
                    <a:pt x="1187" y="707"/>
                  </a:lnTo>
                  <a:lnTo>
                    <a:pt x="1175" y="701"/>
                  </a:lnTo>
                  <a:lnTo>
                    <a:pt x="1164" y="696"/>
                  </a:lnTo>
                  <a:lnTo>
                    <a:pt x="1158" y="693"/>
                  </a:lnTo>
                  <a:lnTo>
                    <a:pt x="1152" y="690"/>
                  </a:lnTo>
                  <a:lnTo>
                    <a:pt x="1146" y="688"/>
                  </a:lnTo>
                  <a:lnTo>
                    <a:pt x="1141" y="686"/>
                  </a:lnTo>
                  <a:lnTo>
                    <a:pt x="1135" y="685"/>
                  </a:lnTo>
                  <a:lnTo>
                    <a:pt x="1129" y="684"/>
                  </a:lnTo>
                  <a:lnTo>
                    <a:pt x="1124" y="683"/>
                  </a:lnTo>
                  <a:lnTo>
                    <a:pt x="1118" y="683"/>
                  </a:lnTo>
                  <a:lnTo>
                    <a:pt x="1113" y="683"/>
                  </a:lnTo>
                  <a:lnTo>
                    <a:pt x="1107" y="684"/>
                  </a:lnTo>
                  <a:lnTo>
                    <a:pt x="1102" y="685"/>
                  </a:lnTo>
                  <a:lnTo>
                    <a:pt x="1097" y="686"/>
                  </a:lnTo>
                  <a:lnTo>
                    <a:pt x="1092" y="688"/>
                  </a:lnTo>
                  <a:lnTo>
                    <a:pt x="1087" y="690"/>
                  </a:lnTo>
                  <a:lnTo>
                    <a:pt x="1082" y="693"/>
                  </a:lnTo>
                  <a:lnTo>
                    <a:pt x="1078" y="696"/>
                  </a:lnTo>
                  <a:lnTo>
                    <a:pt x="1073" y="699"/>
                  </a:lnTo>
                  <a:lnTo>
                    <a:pt x="1069" y="703"/>
                  </a:lnTo>
                  <a:lnTo>
                    <a:pt x="1065" y="707"/>
                  </a:lnTo>
                  <a:lnTo>
                    <a:pt x="1061" y="712"/>
                  </a:lnTo>
                  <a:lnTo>
                    <a:pt x="1057" y="717"/>
                  </a:lnTo>
                  <a:lnTo>
                    <a:pt x="1053" y="723"/>
                  </a:lnTo>
                  <a:lnTo>
                    <a:pt x="1049" y="729"/>
                  </a:lnTo>
                  <a:lnTo>
                    <a:pt x="1046" y="735"/>
                  </a:lnTo>
                  <a:lnTo>
                    <a:pt x="1043" y="743"/>
                  </a:lnTo>
                  <a:lnTo>
                    <a:pt x="1039" y="750"/>
                  </a:lnTo>
                  <a:lnTo>
                    <a:pt x="1036" y="758"/>
                  </a:lnTo>
                  <a:lnTo>
                    <a:pt x="1034" y="766"/>
                  </a:lnTo>
                  <a:lnTo>
                    <a:pt x="1031" y="775"/>
                  </a:lnTo>
                  <a:lnTo>
                    <a:pt x="1028" y="785"/>
                  </a:lnTo>
                  <a:lnTo>
                    <a:pt x="1026" y="795"/>
                  </a:lnTo>
                  <a:lnTo>
                    <a:pt x="1024" y="805"/>
                  </a:lnTo>
                  <a:lnTo>
                    <a:pt x="1030" y="829"/>
                  </a:lnTo>
                  <a:lnTo>
                    <a:pt x="1036" y="855"/>
                  </a:lnTo>
                  <a:lnTo>
                    <a:pt x="1042" y="880"/>
                  </a:lnTo>
                  <a:lnTo>
                    <a:pt x="1049" y="906"/>
                  </a:lnTo>
                  <a:lnTo>
                    <a:pt x="1062" y="958"/>
                  </a:lnTo>
                  <a:lnTo>
                    <a:pt x="1075" y="1009"/>
                  </a:lnTo>
                  <a:lnTo>
                    <a:pt x="1081" y="1033"/>
                  </a:lnTo>
                  <a:lnTo>
                    <a:pt x="1087" y="1056"/>
                  </a:lnTo>
                  <a:lnTo>
                    <a:pt x="1092" y="1077"/>
                  </a:lnTo>
                  <a:lnTo>
                    <a:pt x="1097" y="1098"/>
                  </a:lnTo>
                  <a:lnTo>
                    <a:pt x="1101" y="1116"/>
                  </a:lnTo>
                  <a:lnTo>
                    <a:pt x="1105" y="1132"/>
                  </a:lnTo>
                  <a:lnTo>
                    <a:pt x="1106" y="1140"/>
                  </a:lnTo>
                  <a:lnTo>
                    <a:pt x="1108" y="1147"/>
                  </a:lnTo>
                  <a:lnTo>
                    <a:pt x="1109" y="1153"/>
                  </a:lnTo>
                  <a:lnTo>
                    <a:pt x="1110" y="1158"/>
                  </a:lnTo>
                  <a:lnTo>
                    <a:pt x="0" y="1158"/>
                  </a:lnTo>
                  <a:lnTo>
                    <a:pt x="1" y="1160"/>
                  </a:lnTo>
                  <a:lnTo>
                    <a:pt x="2" y="1161"/>
                  </a:lnTo>
                  <a:lnTo>
                    <a:pt x="2" y="1162"/>
                  </a:lnTo>
                  <a:lnTo>
                    <a:pt x="3" y="1162"/>
                  </a:lnTo>
                  <a:lnTo>
                    <a:pt x="3" y="1161"/>
                  </a:lnTo>
                  <a:lnTo>
                    <a:pt x="4" y="1158"/>
                  </a:lnTo>
                  <a:lnTo>
                    <a:pt x="4" y="1154"/>
                  </a:lnTo>
                  <a:lnTo>
                    <a:pt x="4" y="1149"/>
                  </a:lnTo>
                  <a:lnTo>
                    <a:pt x="5" y="1142"/>
                  </a:lnTo>
                  <a:lnTo>
                    <a:pt x="5" y="1134"/>
                  </a:lnTo>
                  <a:lnTo>
                    <a:pt x="5" y="1123"/>
                  </a:lnTo>
                  <a:lnTo>
                    <a:pt x="5" y="1110"/>
                  </a:lnTo>
                  <a:lnTo>
                    <a:pt x="5" y="1076"/>
                  </a:lnTo>
                  <a:lnTo>
                    <a:pt x="4" y="1032"/>
                  </a:lnTo>
                  <a:lnTo>
                    <a:pt x="4" y="975"/>
                  </a:lnTo>
                  <a:lnTo>
                    <a:pt x="4" y="904"/>
                  </a:lnTo>
                  <a:lnTo>
                    <a:pt x="3" y="818"/>
                  </a:lnTo>
                  <a:lnTo>
                    <a:pt x="3" y="716"/>
                  </a:lnTo>
                  <a:lnTo>
                    <a:pt x="3" y="595"/>
                  </a:lnTo>
                  <a:lnTo>
                    <a:pt x="3" y="455"/>
                  </a:lnTo>
                  <a:lnTo>
                    <a:pt x="3" y="295"/>
                  </a:lnTo>
                  <a:lnTo>
                    <a:pt x="3" y="112"/>
                  </a:lnTo>
                  <a:close/>
                </a:path>
              </a:pathLst>
            </a:custGeom>
            <a:solidFill>
              <a:schemeClr val="accent1"/>
            </a:solidFill>
            <a:ln w="19050" cmpd="sng">
              <a:solidFill>
                <a:schemeClr val="bg1"/>
              </a:solidFill>
              <a:round/>
            </a:ln>
          </p:spPr>
          <p:txBody>
            <a:bodyPr/>
            <a:lstStyle/>
            <a:p>
              <a:endParaRPr lang="en-GB" sz="1815"/>
            </a:p>
          </p:txBody>
        </p:sp>
        <p:sp>
          <p:nvSpPr>
            <p:cNvPr id="23" name="Freeform 32"/>
            <p:cNvSpPr/>
            <p:nvPr/>
          </p:nvSpPr>
          <p:spPr bwMode="auto">
            <a:xfrm>
              <a:off x="3819" y="1272"/>
              <a:ext cx="1208" cy="1559"/>
            </a:xfrm>
            <a:custGeom>
              <a:avLst/>
              <a:gdLst>
                <a:gd name="T0" fmla="*/ 1622 w 1033"/>
                <a:gd name="T1" fmla="*/ 4 h 1414"/>
                <a:gd name="T2" fmla="*/ 1624 w 1033"/>
                <a:gd name="T3" fmla="*/ 149 h 1414"/>
                <a:gd name="T4" fmla="*/ 1588 w 1033"/>
                <a:gd name="T5" fmla="*/ 316 h 1414"/>
                <a:gd name="T6" fmla="*/ 1580 w 1033"/>
                <a:gd name="T7" fmla="*/ 363 h 1414"/>
                <a:gd name="T8" fmla="*/ 1575 w 1033"/>
                <a:gd name="T9" fmla="*/ 420 h 1414"/>
                <a:gd name="T10" fmla="*/ 1558 w 1033"/>
                <a:gd name="T11" fmla="*/ 458 h 1414"/>
                <a:gd name="T12" fmla="*/ 1517 w 1033"/>
                <a:gd name="T13" fmla="*/ 475 h 1414"/>
                <a:gd name="T14" fmla="*/ 1469 w 1033"/>
                <a:gd name="T15" fmla="*/ 473 h 1414"/>
                <a:gd name="T16" fmla="*/ 1438 w 1033"/>
                <a:gd name="T17" fmla="*/ 465 h 1414"/>
                <a:gd name="T18" fmla="*/ 1413 w 1033"/>
                <a:gd name="T19" fmla="*/ 453 h 1414"/>
                <a:gd name="T20" fmla="*/ 1361 w 1033"/>
                <a:gd name="T21" fmla="*/ 419 h 1414"/>
                <a:gd name="T22" fmla="*/ 1258 w 1033"/>
                <a:gd name="T23" fmla="*/ 357 h 1414"/>
                <a:gd name="T24" fmla="*/ 1160 w 1033"/>
                <a:gd name="T25" fmla="*/ 343 h 1414"/>
                <a:gd name="T26" fmla="*/ 1074 w 1033"/>
                <a:gd name="T27" fmla="*/ 377 h 1414"/>
                <a:gd name="T28" fmla="*/ 1001 w 1033"/>
                <a:gd name="T29" fmla="*/ 453 h 1414"/>
                <a:gd name="T30" fmla="*/ 954 w 1033"/>
                <a:gd name="T31" fmla="*/ 548 h 1414"/>
                <a:gd name="T32" fmla="*/ 945 w 1033"/>
                <a:gd name="T33" fmla="*/ 617 h 1414"/>
                <a:gd name="T34" fmla="*/ 955 w 1033"/>
                <a:gd name="T35" fmla="*/ 687 h 1414"/>
                <a:gd name="T36" fmla="*/ 993 w 1033"/>
                <a:gd name="T37" fmla="*/ 749 h 1414"/>
                <a:gd name="T38" fmla="*/ 1055 w 1033"/>
                <a:gd name="T39" fmla="*/ 795 h 1414"/>
                <a:gd name="T40" fmla="*/ 1124 w 1033"/>
                <a:gd name="T41" fmla="*/ 820 h 1414"/>
                <a:gd name="T42" fmla="*/ 1162 w 1033"/>
                <a:gd name="T43" fmla="*/ 827 h 1414"/>
                <a:gd name="T44" fmla="*/ 1200 w 1033"/>
                <a:gd name="T45" fmla="*/ 827 h 1414"/>
                <a:gd name="T46" fmla="*/ 1241 w 1033"/>
                <a:gd name="T47" fmla="*/ 821 h 1414"/>
                <a:gd name="T48" fmla="*/ 1332 w 1033"/>
                <a:gd name="T49" fmla="*/ 807 h 1414"/>
                <a:gd name="T50" fmla="*/ 1396 w 1033"/>
                <a:gd name="T51" fmla="*/ 814 h 1414"/>
                <a:gd name="T52" fmla="*/ 1443 w 1033"/>
                <a:gd name="T53" fmla="*/ 852 h 1414"/>
                <a:gd name="T54" fmla="*/ 1463 w 1033"/>
                <a:gd name="T55" fmla="*/ 934 h 1414"/>
                <a:gd name="T56" fmla="*/ 1459 w 1033"/>
                <a:gd name="T57" fmla="*/ 1017 h 1414"/>
                <a:gd name="T58" fmla="*/ 1435 w 1033"/>
                <a:gd name="T59" fmla="*/ 1176 h 1414"/>
                <a:gd name="T60" fmla="*/ 1431 w 1033"/>
                <a:gd name="T61" fmla="*/ 1206 h 1414"/>
                <a:gd name="T62" fmla="*/ 1380 w 1033"/>
                <a:gd name="T63" fmla="*/ 1213 h 1414"/>
                <a:gd name="T64" fmla="*/ 1299 w 1033"/>
                <a:gd name="T65" fmla="*/ 1228 h 1414"/>
                <a:gd name="T66" fmla="*/ 1208 w 1033"/>
                <a:gd name="T67" fmla="*/ 1256 h 1414"/>
                <a:gd name="T68" fmla="*/ 1127 w 1033"/>
                <a:gd name="T69" fmla="*/ 1305 h 1414"/>
                <a:gd name="T70" fmla="*/ 1095 w 1033"/>
                <a:gd name="T71" fmla="*/ 1359 h 1414"/>
                <a:gd name="T72" fmla="*/ 1100 w 1033"/>
                <a:gd name="T73" fmla="*/ 1415 h 1414"/>
                <a:gd name="T74" fmla="*/ 1131 w 1033"/>
                <a:gd name="T75" fmla="*/ 1480 h 1414"/>
                <a:gd name="T76" fmla="*/ 1180 w 1033"/>
                <a:gd name="T77" fmla="*/ 1581 h 1414"/>
                <a:gd name="T78" fmla="*/ 1204 w 1033"/>
                <a:gd name="T79" fmla="*/ 1662 h 1414"/>
                <a:gd name="T80" fmla="*/ 1200 w 1033"/>
                <a:gd name="T81" fmla="*/ 1727 h 1414"/>
                <a:gd name="T82" fmla="*/ 1172 w 1033"/>
                <a:gd name="T83" fmla="*/ 1782 h 1414"/>
                <a:gd name="T84" fmla="*/ 1125 w 1033"/>
                <a:gd name="T85" fmla="*/ 1832 h 1414"/>
                <a:gd name="T86" fmla="*/ 1064 w 1033"/>
                <a:gd name="T87" fmla="*/ 1872 h 1414"/>
                <a:gd name="T88" fmla="*/ 978 w 1033"/>
                <a:gd name="T89" fmla="*/ 1894 h 1414"/>
                <a:gd name="T90" fmla="*/ 870 w 1033"/>
                <a:gd name="T91" fmla="*/ 1890 h 1414"/>
                <a:gd name="T92" fmla="*/ 766 w 1033"/>
                <a:gd name="T93" fmla="*/ 1861 h 1414"/>
                <a:gd name="T94" fmla="*/ 689 w 1033"/>
                <a:gd name="T95" fmla="*/ 1815 h 1414"/>
                <a:gd name="T96" fmla="*/ 661 w 1033"/>
                <a:gd name="T97" fmla="*/ 1750 h 1414"/>
                <a:gd name="T98" fmla="*/ 661 w 1033"/>
                <a:gd name="T99" fmla="*/ 1688 h 1414"/>
                <a:gd name="T100" fmla="*/ 677 w 1033"/>
                <a:gd name="T101" fmla="*/ 1632 h 1414"/>
                <a:gd name="T102" fmla="*/ 699 w 1033"/>
                <a:gd name="T103" fmla="*/ 1569 h 1414"/>
                <a:gd name="T104" fmla="*/ 707 w 1033"/>
                <a:gd name="T105" fmla="*/ 1475 h 1414"/>
                <a:gd name="T106" fmla="*/ 607 w 1033"/>
                <a:gd name="T107" fmla="*/ 1315 h 1414"/>
                <a:gd name="T108" fmla="*/ 399 w 1033"/>
                <a:gd name="T109" fmla="*/ 1276 h 1414"/>
                <a:gd name="T110" fmla="*/ 174 w 1033"/>
                <a:gd name="T111" fmla="*/ 1302 h 1414"/>
                <a:gd name="T112" fmla="*/ 1597 w 1033"/>
                <a:gd name="T113" fmla="*/ 0 h 1414"/>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033"/>
                <a:gd name="T172" fmla="*/ 0 h 1414"/>
                <a:gd name="T173" fmla="*/ 1033 w 1033"/>
                <a:gd name="T174" fmla="*/ 1414 h 1414"/>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033" h="1414">
                  <a:moveTo>
                    <a:pt x="999" y="0"/>
                  </a:moveTo>
                  <a:lnTo>
                    <a:pt x="1002" y="1"/>
                  </a:lnTo>
                  <a:lnTo>
                    <a:pt x="1006" y="2"/>
                  </a:lnTo>
                  <a:lnTo>
                    <a:pt x="1008" y="2"/>
                  </a:lnTo>
                  <a:lnTo>
                    <a:pt x="1011" y="3"/>
                  </a:lnTo>
                  <a:lnTo>
                    <a:pt x="1012" y="4"/>
                  </a:lnTo>
                  <a:lnTo>
                    <a:pt x="1014" y="4"/>
                  </a:lnTo>
                  <a:lnTo>
                    <a:pt x="1015" y="4"/>
                  </a:lnTo>
                  <a:lnTo>
                    <a:pt x="1033" y="11"/>
                  </a:lnTo>
                  <a:lnTo>
                    <a:pt x="1032" y="19"/>
                  </a:lnTo>
                  <a:lnTo>
                    <a:pt x="1028" y="41"/>
                  </a:lnTo>
                  <a:lnTo>
                    <a:pt x="1023" y="73"/>
                  </a:lnTo>
                  <a:lnTo>
                    <a:pt x="1016" y="111"/>
                  </a:lnTo>
                  <a:lnTo>
                    <a:pt x="1010" y="150"/>
                  </a:lnTo>
                  <a:lnTo>
                    <a:pt x="1003" y="188"/>
                  </a:lnTo>
                  <a:lnTo>
                    <a:pt x="1000" y="204"/>
                  </a:lnTo>
                  <a:lnTo>
                    <a:pt x="997" y="219"/>
                  </a:lnTo>
                  <a:lnTo>
                    <a:pt x="996" y="226"/>
                  </a:lnTo>
                  <a:lnTo>
                    <a:pt x="994" y="231"/>
                  </a:lnTo>
                  <a:lnTo>
                    <a:pt x="993" y="236"/>
                  </a:lnTo>
                  <a:lnTo>
                    <a:pt x="992" y="241"/>
                  </a:lnTo>
                  <a:lnTo>
                    <a:pt x="991" y="245"/>
                  </a:lnTo>
                  <a:lnTo>
                    <a:pt x="990" y="250"/>
                  </a:lnTo>
                  <a:lnTo>
                    <a:pt x="989" y="255"/>
                  </a:lnTo>
                  <a:lnTo>
                    <a:pt x="989" y="260"/>
                  </a:lnTo>
                  <a:lnTo>
                    <a:pt x="988" y="265"/>
                  </a:lnTo>
                  <a:lnTo>
                    <a:pt x="988" y="270"/>
                  </a:lnTo>
                  <a:lnTo>
                    <a:pt x="988" y="275"/>
                  </a:lnTo>
                  <a:lnTo>
                    <a:pt x="987" y="280"/>
                  </a:lnTo>
                  <a:lnTo>
                    <a:pt x="987" y="290"/>
                  </a:lnTo>
                  <a:lnTo>
                    <a:pt x="986" y="300"/>
                  </a:lnTo>
                  <a:lnTo>
                    <a:pt x="986" y="304"/>
                  </a:lnTo>
                  <a:lnTo>
                    <a:pt x="985" y="309"/>
                  </a:lnTo>
                  <a:lnTo>
                    <a:pt x="985" y="314"/>
                  </a:lnTo>
                  <a:lnTo>
                    <a:pt x="984" y="318"/>
                  </a:lnTo>
                  <a:lnTo>
                    <a:pt x="983" y="323"/>
                  </a:lnTo>
                  <a:lnTo>
                    <a:pt x="982" y="327"/>
                  </a:lnTo>
                  <a:lnTo>
                    <a:pt x="980" y="331"/>
                  </a:lnTo>
                  <a:lnTo>
                    <a:pt x="978" y="334"/>
                  </a:lnTo>
                  <a:lnTo>
                    <a:pt x="977" y="338"/>
                  </a:lnTo>
                  <a:lnTo>
                    <a:pt x="974" y="341"/>
                  </a:lnTo>
                  <a:lnTo>
                    <a:pt x="972" y="344"/>
                  </a:lnTo>
                  <a:lnTo>
                    <a:pt x="969" y="347"/>
                  </a:lnTo>
                  <a:lnTo>
                    <a:pt x="966" y="349"/>
                  </a:lnTo>
                  <a:lnTo>
                    <a:pt x="962" y="351"/>
                  </a:lnTo>
                  <a:lnTo>
                    <a:pt x="958" y="353"/>
                  </a:lnTo>
                  <a:lnTo>
                    <a:pt x="953" y="354"/>
                  </a:lnTo>
                  <a:lnTo>
                    <a:pt x="948" y="355"/>
                  </a:lnTo>
                  <a:lnTo>
                    <a:pt x="943" y="355"/>
                  </a:lnTo>
                  <a:lnTo>
                    <a:pt x="937" y="355"/>
                  </a:lnTo>
                  <a:lnTo>
                    <a:pt x="930" y="355"/>
                  </a:lnTo>
                  <a:lnTo>
                    <a:pt x="927" y="354"/>
                  </a:lnTo>
                  <a:lnTo>
                    <a:pt x="924" y="354"/>
                  </a:lnTo>
                  <a:lnTo>
                    <a:pt x="921" y="353"/>
                  </a:lnTo>
                  <a:lnTo>
                    <a:pt x="918" y="353"/>
                  </a:lnTo>
                  <a:lnTo>
                    <a:pt x="916" y="352"/>
                  </a:lnTo>
                  <a:lnTo>
                    <a:pt x="913" y="352"/>
                  </a:lnTo>
                  <a:lnTo>
                    <a:pt x="910" y="351"/>
                  </a:lnTo>
                  <a:lnTo>
                    <a:pt x="907" y="350"/>
                  </a:lnTo>
                  <a:lnTo>
                    <a:pt x="905" y="349"/>
                  </a:lnTo>
                  <a:lnTo>
                    <a:pt x="902" y="348"/>
                  </a:lnTo>
                  <a:lnTo>
                    <a:pt x="900" y="347"/>
                  </a:lnTo>
                  <a:lnTo>
                    <a:pt x="897" y="346"/>
                  </a:lnTo>
                  <a:lnTo>
                    <a:pt x="895" y="345"/>
                  </a:lnTo>
                  <a:lnTo>
                    <a:pt x="892" y="344"/>
                  </a:lnTo>
                  <a:lnTo>
                    <a:pt x="890" y="342"/>
                  </a:lnTo>
                  <a:lnTo>
                    <a:pt x="888" y="341"/>
                  </a:lnTo>
                  <a:lnTo>
                    <a:pt x="885" y="340"/>
                  </a:lnTo>
                  <a:lnTo>
                    <a:pt x="883" y="338"/>
                  </a:lnTo>
                  <a:lnTo>
                    <a:pt x="880" y="336"/>
                  </a:lnTo>
                  <a:lnTo>
                    <a:pt x="878" y="335"/>
                  </a:lnTo>
                  <a:lnTo>
                    <a:pt x="873" y="331"/>
                  </a:lnTo>
                  <a:lnTo>
                    <a:pt x="868" y="327"/>
                  </a:lnTo>
                  <a:lnTo>
                    <a:pt x="862" y="323"/>
                  </a:lnTo>
                  <a:lnTo>
                    <a:pt x="857" y="318"/>
                  </a:lnTo>
                  <a:lnTo>
                    <a:pt x="851" y="313"/>
                  </a:lnTo>
                  <a:lnTo>
                    <a:pt x="845" y="307"/>
                  </a:lnTo>
                  <a:lnTo>
                    <a:pt x="835" y="298"/>
                  </a:lnTo>
                  <a:lnTo>
                    <a:pt x="826" y="290"/>
                  </a:lnTo>
                  <a:lnTo>
                    <a:pt x="816" y="283"/>
                  </a:lnTo>
                  <a:lnTo>
                    <a:pt x="806" y="277"/>
                  </a:lnTo>
                  <a:lnTo>
                    <a:pt x="797" y="271"/>
                  </a:lnTo>
                  <a:lnTo>
                    <a:pt x="787" y="267"/>
                  </a:lnTo>
                  <a:lnTo>
                    <a:pt x="778" y="263"/>
                  </a:lnTo>
                  <a:lnTo>
                    <a:pt x="769" y="260"/>
                  </a:lnTo>
                  <a:lnTo>
                    <a:pt x="760" y="258"/>
                  </a:lnTo>
                  <a:lnTo>
                    <a:pt x="751" y="256"/>
                  </a:lnTo>
                  <a:lnTo>
                    <a:pt x="742" y="255"/>
                  </a:lnTo>
                  <a:lnTo>
                    <a:pt x="734" y="255"/>
                  </a:lnTo>
                  <a:lnTo>
                    <a:pt x="725" y="256"/>
                  </a:lnTo>
                  <a:lnTo>
                    <a:pt x="717" y="258"/>
                  </a:lnTo>
                  <a:lnTo>
                    <a:pt x="709" y="260"/>
                  </a:lnTo>
                  <a:lnTo>
                    <a:pt x="701" y="263"/>
                  </a:lnTo>
                  <a:lnTo>
                    <a:pt x="693" y="266"/>
                  </a:lnTo>
                  <a:lnTo>
                    <a:pt x="686" y="271"/>
                  </a:lnTo>
                  <a:lnTo>
                    <a:pt x="678" y="276"/>
                  </a:lnTo>
                  <a:lnTo>
                    <a:pt x="671" y="281"/>
                  </a:lnTo>
                  <a:lnTo>
                    <a:pt x="664" y="288"/>
                  </a:lnTo>
                  <a:lnTo>
                    <a:pt x="657" y="294"/>
                  </a:lnTo>
                  <a:lnTo>
                    <a:pt x="651" y="302"/>
                  </a:lnTo>
                  <a:lnTo>
                    <a:pt x="644" y="310"/>
                  </a:lnTo>
                  <a:lnTo>
                    <a:pt x="638" y="319"/>
                  </a:lnTo>
                  <a:lnTo>
                    <a:pt x="632" y="328"/>
                  </a:lnTo>
                  <a:lnTo>
                    <a:pt x="626" y="338"/>
                  </a:lnTo>
                  <a:lnTo>
                    <a:pt x="621" y="348"/>
                  </a:lnTo>
                  <a:lnTo>
                    <a:pt x="616" y="359"/>
                  </a:lnTo>
                  <a:lnTo>
                    <a:pt x="611" y="370"/>
                  </a:lnTo>
                  <a:lnTo>
                    <a:pt x="606" y="382"/>
                  </a:lnTo>
                  <a:lnTo>
                    <a:pt x="601" y="395"/>
                  </a:lnTo>
                  <a:lnTo>
                    <a:pt x="599" y="402"/>
                  </a:lnTo>
                  <a:lnTo>
                    <a:pt x="597" y="409"/>
                  </a:lnTo>
                  <a:lnTo>
                    <a:pt x="595" y="416"/>
                  </a:lnTo>
                  <a:lnTo>
                    <a:pt x="594" y="423"/>
                  </a:lnTo>
                  <a:lnTo>
                    <a:pt x="593" y="431"/>
                  </a:lnTo>
                  <a:lnTo>
                    <a:pt x="592" y="438"/>
                  </a:lnTo>
                  <a:lnTo>
                    <a:pt x="591" y="446"/>
                  </a:lnTo>
                  <a:lnTo>
                    <a:pt x="591" y="453"/>
                  </a:lnTo>
                  <a:lnTo>
                    <a:pt x="591" y="461"/>
                  </a:lnTo>
                  <a:lnTo>
                    <a:pt x="591" y="468"/>
                  </a:lnTo>
                  <a:lnTo>
                    <a:pt x="591" y="476"/>
                  </a:lnTo>
                  <a:lnTo>
                    <a:pt x="592" y="483"/>
                  </a:lnTo>
                  <a:lnTo>
                    <a:pt x="593" y="491"/>
                  </a:lnTo>
                  <a:lnTo>
                    <a:pt x="595" y="498"/>
                  </a:lnTo>
                  <a:lnTo>
                    <a:pt x="596" y="505"/>
                  </a:lnTo>
                  <a:lnTo>
                    <a:pt x="598" y="512"/>
                  </a:lnTo>
                  <a:lnTo>
                    <a:pt x="601" y="520"/>
                  </a:lnTo>
                  <a:lnTo>
                    <a:pt x="603" y="527"/>
                  </a:lnTo>
                  <a:lnTo>
                    <a:pt x="606" y="533"/>
                  </a:lnTo>
                  <a:lnTo>
                    <a:pt x="610" y="540"/>
                  </a:lnTo>
                  <a:lnTo>
                    <a:pt x="613" y="546"/>
                  </a:lnTo>
                  <a:lnTo>
                    <a:pt x="617" y="553"/>
                  </a:lnTo>
                  <a:lnTo>
                    <a:pt x="621" y="559"/>
                  </a:lnTo>
                  <a:lnTo>
                    <a:pt x="626" y="564"/>
                  </a:lnTo>
                  <a:lnTo>
                    <a:pt x="630" y="570"/>
                  </a:lnTo>
                  <a:lnTo>
                    <a:pt x="635" y="575"/>
                  </a:lnTo>
                  <a:lnTo>
                    <a:pt x="641" y="580"/>
                  </a:lnTo>
                  <a:lnTo>
                    <a:pt x="647" y="585"/>
                  </a:lnTo>
                  <a:lnTo>
                    <a:pt x="653" y="589"/>
                  </a:lnTo>
                  <a:lnTo>
                    <a:pt x="659" y="593"/>
                  </a:lnTo>
                  <a:lnTo>
                    <a:pt x="666" y="597"/>
                  </a:lnTo>
                  <a:lnTo>
                    <a:pt x="673" y="600"/>
                  </a:lnTo>
                  <a:lnTo>
                    <a:pt x="679" y="603"/>
                  </a:lnTo>
                  <a:lnTo>
                    <a:pt x="685" y="605"/>
                  </a:lnTo>
                  <a:lnTo>
                    <a:pt x="691" y="608"/>
                  </a:lnTo>
                  <a:lnTo>
                    <a:pt x="697" y="610"/>
                  </a:lnTo>
                  <a:lnTo>
                    <a:pt x="703" y="612"/>
                  </a:lnTo>
                  <a:lnTo>
                    <a:pt x="709" y="613"/>
                  </a:lnTo>
                  <a:lnTo>
                    <a:pt x="712" y="614"/>
                  </a:lnTo>
                  <a:lnTo>
                    <a:pt x="715" y="615"/>
                  </a:lnTo>
                  <a:lnTo>
                    <a:pt x="718" y="615"/>
                  </a:lnTo>
                  <a:lnTo>
                    <a:pt x="721" y="616"/>
                  </a:lnTo>
                  <a:lnTo>
                    <a:pt x="724" y="616"/>
                  </a:lnTo>
                  <a:lnTo>
                    <a:pt x="727" y="617"/>
                  </a:lnTo>
                  <a:lnTo>
                    <a:pt x="730" y="617"/>
                  </a:lnTo>
                  <a:lnTo>
                    <a:pt x="733" y="617"/>
                  </a:lnTo>
                  <a:lnTo>
                    <a:pt x="736" y="618"/>
                  </a:lnTo>
                  <a:lnTo>
                    <a:pt x="740" y="618"/>
                  </a:lnTo>
                  <a:lnTo>
                    <a:pt x="743" y="618"/>
                  </a:lnTo>
                  <a:lnTo>
                    <a:pt x="746" y="618"/>
                  </a:lnTo>
                  <a:lnTo>
                    <a:pt x="750" y="617"/>
                  </a:lnTo>
                  <a:lnTo>
                    <a:pt x="753" y="617"/>
                  </a:lnTo>
                  <a:lnTo>
                    <a:pt x="757" y="617"/>
                  </a:lnTo>
                  <a:lnTo>
                    <a:pt x="760" y="616"/>
                  </a:lnTo>
                  <a:lnTo>
                    <a:pt x="764" y="616"/>
                  </a:lnTo>
                  <a:lnTo>
                    <a:pt x="768" y="615"/>
                  </a:lnTo>
                  <a:lnTo>
                    <a:pt x="772" y="614"/>
                  </a:lnTo>
                  <a:lnTo>
                    <a:pt x="776" y="613"/>
                  </a:lnTo>
                  <a:lnTo>
                    <a:pt x="788" y="610"/>
                  </a:lnTo>
                  <a:lnTo>
                    <a:pt x="801" y="607"/>
                  </a:lnTo>
                  <a:lnTo>
                    <a:pt x="807" y="606"/>
                  </a:lnTo>
                  <a:lnTo>
                    <a:pt x="814" y="605"/>
                  </a:lnTo>
                  <a:lnTo>
                    <a:pt x="820" y="604"/>
                  </a:lnTo>
                  <a:lnTo>
                    <a:pt x="827" y="603"/>
                  </a:lnTo>
                  <a:lnTo>
                    <a:pt x="833" y="602"/>
                  </a:lnTo>
                  <a:lnTo>
                    <a:pt x="839" y="602"/>
                  </a:lnTo>
                  <a:lnTo>
                    <a:pt x="845" y="602"/>
                  </a:lnTo>
                  <a:lnTo>
                    <a:pt x="851" y="602"/>
                  </a:lnTo>
                  <a:lnTo>
                    <a:pt x="856" y="603"/>
                  </a:lnTo>
                  <a:lnTo>
                    <a:pt x="862" y="604"/>
                  </a:lnTo>
                  <a:lnTo>
                    <a:pt x="867" y="605"/>
                  </a:lnTo>
                  <a:lnTo>
                    <a:pt x="873" y="607"/>
                  </a:lnTo>
                  <a:lnTo>
                    <a:pt x="878" y="610"/>
                  </a:lnTo>
                  <a:lnTo>
                    <a:pt x="882" y="613"/>
                  </a:lnTo>
                  <a:lnTo>
                    <a:pt x="887" y="616"/>
                  </a:lnTo>
                  <a:lnTo>
                    <a:pt x="891" y="620"/>
                  </a:lnTo>
                  <a:lnTo>
                    <a:pt x="895" y="624"/>
                  </a:lnTo>
                  <a:lnTo>
                    <a:pt x="899" y="630"/>
                  </a:lnTo>
                  <a:lnTo>
                    <a:pt x="902" y="636"/>
                  </a:lnTo>
                  <a:lnTo>
                    <a:pt x="905" y="642"/>
                  </a:lnTo>
                  <a:lnTo>
                    <a:pt x="908" y="649"/>
                  </a:lnTo>
                  <a:lnTo>
                    <a:pt x="910" y="657"/>
                  </a:lnTo>
                  <a:lnTo>
                    <a:pt x="912" y="666"/>
                  </a:lnTo>
                  <a:lnTo>
                    <a:pt x="913" y="676"/>
                  </a:lnTo>
                  <a:lnTo>
                    <a:pt x="914" y="686"/>
                  </a:lnTo>
                  <a:lnTo>
                    <a:pt x="915" y="697"/>
                  </a:lnTo>
                  <a:lnTo>
                    <a:pt x="915" y="710"/>
                  </a:lnTo>
                  <a:lnTo>
                    <a:pt x="915" y="723"/>
                  </a:lnTo>
                  <a:lnTo>
                    <a:pt x="915" y="728"/>
                  </a:lnTo>
                  <a:lnTo>
                    <a:pt x="915" y="733"/>
                  </a:lnTo>
                  <a:lnTo>
                    <a:pt x="914" y="739"/>
                  </a:lnTo>
                  <a:lnTo>
                    <a:pt x="914" y="745"/>
                  </a:lnTo>
                  <a:lnTo>
                    <a:pt x="912" y="758"/>
                  </a:lnTo>
                  <a:lnTo>
                    <a:pt x="911" y="772"/>
                  </a:lnTo>
                  <a:lnTo>
                    <a:pt x="909" y="786"/>
                  </a:lnTo>
                  <a:lnTo>
                    <a:pt x="907" y="801"/>
                  </a:lnTo>
                  <a:lnTo>
                    <a:pt x="906" y="815"/>
                  </a:lnTo>
                  <a:lnTo>
                    <a:pt x="904" y="829"/>
                  </a:lnTo>
                  <a:lnTo>
                    <a:pt x="900" y="856"/>
                  </a:lnTo>
                  <a:lnTo>
                    <a:pt x="897" y="878"/>
                  </a:lnTo>
                  <a:lnTo>
                    <a:pt x="896" y="887"/>
                  </a:lnTo>
                  <a:lnTo>
                    <a:pt x="896" y="893"/>
                  </a:lnTo>
                  <a:lnTo>
                    <a:pt x="896" y="896"/>
                  </a:lnTo>
                  <a:lnTo>
                    <a:pt x="895" y="898"/>
                  </a:lnTo>
                  <a:lnTo>
                    <a:pt x="895" y="899"/>
                  </a:lnTo>
                  <a:lnTo>
                    <a:pt x="896" y="899"/>
                  </a:lnTo>
                  <a:lnTo>
                    <a:pt x="895" y="900"/>
                  </a:lnTo>
                  <a:lnTo>
                    <a:pt x="893" y="900"/>
                  </a:lnTo>
                  <a:lnTo>
                    <a:pt x="890" y="901"/>
                  </a:lnTo>
                  <a:lnTo>
                    <a:pt x="883" y="902"/>
                  </a:lnTo>
                  <a:lnTo>
                    <a:pt x="874" y="903"/>
                  </a:lnTo>
                  <a:lnTo>
                    <a:pt x="869" y="904"/>
                  </a:lnTo>
                  <a:lnTo>
                    <a:pt x="863" y="905"/>
                  </a:lnTo>
                  <a:lnTo>
                    <a:pt x="857" y="906"/>
                  </a:lnTo>
                  <a:lnTo>
                    <a:pt x="850" y="907"/>
                  </a:lnTo>
                  <a:lnTo>
                    <a:pt x="843" y="908"/>
                  </a:lnTo>
                  <a:lnTo>
                    <a:pt x="836" y="910"/>
                  </a:lnTo>
                  <a:lnTo>
                    <a:pt x="828" y="912"/>
                  </a:lnTo>
                  <a:lnTo>
                    <a:pt x="820" y="913"/>
                  </a:lnTo>
                  <a:lnTo>
                    <a:pt x="812" y="916"/>
                  </a:lnTo>
                  <a:lnTo>
                    <a:pt x="804" y="918"/>
                  </a:lnTo>
                  <a:lnTo>
                    <a:pt x="796" y="921"/>
                  </a:lnTo>
                  <a:lnTo>
                    <a:pt x="788" y="923"/>
                  </a:lnTo>
                  <a:lnTo>
                    <a:pt x="779" y="927"/>
                  </a:lnTo>
                  <a:lnTo>
                    <a:pt x="771" y="930"/>
                  </a:lnTo>
                  <a:lnTo>
                    <a:pt x="763" y="934"/>
                  </a:lnTo>
                  <a:lnTo>
                    <a:pt x="755" y="937"/>
                  </a:lnTo>
                  <a:lnTo>
                    <a:pt x="747" y="942"/>
                  </a:lnTo>
                  <a:lnTo>
                    <a:pt x="739" y="946"/>
                  </a:lnTo>
                  <a:lnTo>
                    <a:pt x="732" y="951"/>
                  </a:lnTo>
                  <a:lnTo>
                    <a:pt x="725" y="956"/>
                  </a:lnTo>
                  <a:lnTo>
                    <a:pt x="718" y="962"/>
                  </a:lnTo>
                  <a:lnTo>
                    <a:pt x="711" y="968"/>
                  </a:lnTo>
                  <a:lnTo>
                    <a:pt x="705" y="974"/>
                  </a:lnTo>
                  <a:lnTo>
                    <a:pt x="699" y="981"/>
                  </a:lnTo>
                  <a:lnTo>
                    <a:pt x="695" y="987"/>
                  </a:lnTo>
                  <a:lnTo>
                    <a:pt x="692" y="992"/>
                  </a:lnTo>
                  <a:lnTo>
                    <a:pt x="689" y="998"/>
                  </a:lnTo>
                  <a:lnTo>
                    <a:pt x="687" y="1003"/>
                  </a:lnTo>
                  <a:lnTo>
                    <a:pt x="685" y="1009"/>
                  </a:lnTo>
                  <a:lnTo>
                    <a:pt x="684" y="1014"/>
                  </a:lnTo>
                  <a:lnTo>
                    <a:pt x="683" y="1020"/>
                  </a:lnTo>
                  <a:lnTo>
                    <a:pt x="683" y="1026"/>
                  </a:lnTo>
                  <a:lnTo>
                    <a:pt x="683" y="1031"/>
                  </a:lnTo>
                  <a:lnTo>
                    <a:pt x="684" y="1037"/>
                  </a:lnTo>
                  <a:lnTo>
                    <a:pt x="685" y="1043"/>
                  </a:lnTo>
                  <a:lnTo>
                    <a:pt x="686" y="1050"/>
                  </a:lnTo>
                  <a:lnTo>
                    <a:pt x="688" y="1056"/>
                  </a:lnTo>
                  <a:lnTo>
                    <a:pt x="690" y="1062"/>
                  </a:lnTo>
                  <a:lnTo>
                    <a:pt x="692" y="1069"/>
                  </a:lnTo>
                  <a:lnTo>
                    <a:pt x="695" y="1075"/>
                  </a:lnTo>
                  <a:lnTo>
                    <a:pt x="697" y="1082"/>
                  </a:lnTo>
                  <a:lnTo>
                    <a:pt x="700" y="1089"/>
                  </a:lnTo>
                  <a:lnTo>
                    <a:pt x="703" y="1097"/>
                  </a:lnTo>
                  <a:lnTo>
                    <a:pt x="707" y="1104"/>
                  </a:lnTo>
                  <a:lnTo>
                    <a:pt x="714" y="1119"/>
                  </a:lnTo>
                  <a:lnTo>
                    <a:pt x="721" y="1135"/>
                  </a:lnTo>
                  <a:lnTo>
                    <a:pt x="724" y="1144"/>
                  </a:lnTo>
                  <a:lnTo>
                    <a:pt x="728" y="1152"/>
                  </a:lnTo>
                  <a:lnTo>
                    <a:pt x="731" y="1161"/>
                  </a:lnTo>
                  <a:lnTo>
                    <a:pt x="735" y="1171"/>
                  </a:lnTo>
                  <a:lnTo>
                    <a:pt x="738" y="1180"/>
                  </a:lnTo>
                  <a:lnTo>
                    <a:pt x="742" y="1190"/>
                  </a:lnTo>
                  <a:lnTo>
                    <a:pt x="745" y="1200"/>
                  </a:lnTo>
                  <a:lnTo>
                    <a:pt x="748" y="1210"/>
                  </a:lnTo>
                  <a:lnTo>
                    <a:pt x="750" y="1218"/>
                  </a:lnTo>
                  <a:lnTo>
                    <a:pt x="751" y="1225"/>
                  </a:lnTo>
                  <a:lnTo>
                    <a:pt x="752" y="1233"/>
                  </a:lnTo>
                  <a:lnTo>
                    <a:pt x="753" y="1240"/>
                  </a:lnTo>
                  <a:lnTo>
                    <a:pt x="754" y="1247"/>
                  </a:lnTo>
                  <a:lnTo>
                    <a:pt x="754" y="1254"/>
                  </a:lnTo>
                  <a:lnTo>
                    <a:pt x="754" y="1261"/>
                  </a:lnTo>
                  <a:lnTo>
                    <a:pt x="753" y="1268"/>
                  </a:lnTo>
                  <a:lnTo>
                    <a:pt x="753" y="1275"/>
                  </a:lnTo>
                  <a:lnTo>
                    <a:pt x="751" y="1282"/>
                  </a:lnTo>
                  <a:lnTo>
                    <a:pt x="750" y="1288"/>
                  </a:lnTo>
                  <a:lnTo>
                    <a:pt x="748" y="1294"/>
                  </a:lnTo>
                  <a:lnTo>
                    <a:pt x="746" y="1301"/>
                  </a:lnTo>
                  <a:lnTo>
                    <a:pt x="744" y="1307"/>
                  </a:lnTo>
                  <a:lnTo>
                    <a:pt x="742" y="1313"/>
                  </a:lnTo>
                  <a:lnTo>
                    <a:pt x="739" y="1319"/>
                  </a:lnTo>
                  <a:lnTo>
                    <a:pt x="736" y="1325"/>
                  </a:lnTo>
                  <a:lnTo>
                    <a:pt x="733" y="1330"/>
                  </a:lnTo>
                  <a:lnTo>
                    <a:pt x="729" y="1336"/>
                  </a:lnTo>
                  <a:lnTo>
                    <a:pt x="725" y="1341"/>
                  </a:lnTo>
                  <a:lnTo>
                    <a:pt x="722" y="1347"/>
                  </a:lnTo>
                  <a:lnTo>
                    <a:pt x="717" y="1352"/>
                  </a:lnTo>
                  <a:lnTo>
                    <a:pt x="713" y="1357"/>
                  </a:lnTo>
                  <a:lnTo>
                    <a:pt x="708" y="1362"/>
                  </a:lnTo>
                  <a:lnTo>
                    <a:pt x="704" y="1367"/>
                  </a:lnTo>
                  <a:lnTo>
                    <a:pt x="699" y="1371"/>
                  </a:lnTo>
                  <a:lnTo>
                    <a:pt x="693" y="1376"/>
                  </a:lnTo>
                  <a:lnTo>
                    <a:pt x="688" y="1380"/>
                  </a:lnTo>
                  <a:lnTo>
                    <a:pt x="683" y="1385"/>
                  </a:lnTo>
                  <a:lnTo>
                    <a:pt x="677" y="1389"/>
                  </a:lnTo>
                  <a:lnTo>
                    <a:pt x="671" y="1393"/>
                  </a:lnTo>
                  <a:lnTo>
                    <a:pt x="665" y="1397"/>
                  </a:lnTo>
                  <a:lnTo>
                    <a:pt x="659" y="1400"/>
                  </a:lnTo>
                  <a:lnTo>
                    <a:pt x="652" y="1403"/>
                  </a:lnTo>
                  <a:lnTo>
                    <a:pt x="645" y="1406"/>
                  </a:lnTo>
                  <a:lnTo>
                    <a:pt x="637" y="1409"/>
                  </a:lnTo>
                  <a:lnTo>
                    <a:pt x="629" y="1411"/>
                  </a:lnTo>
                  <a:lnTo>
                    <a:pt x="620" y="1412"/>
                  </a:lnTo>
                  <a:lnTo>
                    <a:pt x="611" y="1413"/>
                  </a:lnTo>
                  <a:lnTo>
                    <a:pt x="602" y="1414"/>
                  </a:lnTo>
                  <a:lnTo>
                    <a:pt x="593" y="1414"/>
                  </a:lnTo>
                  <a:lnTo>
                    <a:pt x="583" y="1414"/>
                  </a:lnTo>
                  <a:lnTo>
                    <a:pt x="574" y="1413"/>
                  </a:lnTo>
                  <a:lnTo>
                    <a:pt x="564" y="1413"/>
                  </a:lnTo>
                  <a:lnTo>
                    <a:pt x="554" y="1411"/>
                  </a:lnTo>
                  <a:lnTo>
                    <a:pt x="544" y="1410"/>
                  </a:lnTo>
                  <a:lnTo>
                    <a:pt x="534" y="1408"/>
                  </a:lnTo>
                  <a:lnTo>
                    <a:pt x="525" y="1406"/>
                  </a:lnTo>
                  <a:lnTo>
                    <a:pt x="515" y="1403"/>
                  </a:lnTo>
                  <a:lnTo>
                    <a:pt x="506" y="1400"/>
                  </a:lnTo>
                  <a:lnTo>
                    <a:pt x="496" y="1397"/>
                  </a:lnTo>
                  <a:lnTo>
                    <a:pt x="487" y="1393"/>
                  </a:lnTo>
                  <a:lnTo>
                    <a:pt x="479" y="1389"/>
                  </a:lnTo>
                  <a:lnTo>
                    <a:pt x="471" y="1385"/>
                  </a:lnTo>
                  <a:lnTo>
                    <a:pt x="463" y="1381"/>
                  </a:lnTo>
                  <a:lnTo>
                    <a:pt x="455" y="1376"/>
                  </a:lnTo>
                  <a:lnTo>
                    <a:pt x="448" y="1371"/>
                  </a:lnTo>
                  <a:lnTo>
                    <a:pt x="442" y="1365"/>
                  </a:lnTo>
                  <a:lnTo>
                    <a:pt x="436" y="1360"/>
                  </a:lnTo>
                  <a:lnTo>
                    <a:pt x="431" y="1354"/>
                  </a:lnTo>
                  <a:lnTo>
                    <a:pt x="427" y="1348"/>
                  </a:lnTo>
                  <a:lnTo>
                    <a:pt x="423" y="1341"/>
                  </a:lnTo>
                  <a:lnTo>
                    <a:pt x="420" y="1335"/>
                  </a:lnTo>
                  <a:lnTo>
                    <a:pt x="418" y="1328"/>
                  </a:lnTo>
                  <a:lnTo>
                    <a:pt x="416" y="1320"/>
                  </a:lnTo>
                  <a:lnTo>
                    <a:pt x="414" y="1312"/>
                  </a:lnTo>
                  <a:lnTo>
                    <a:pt x="413" y="1305"/>
                  </a:lnTo>
                  <a:lnTo>
                    <a:pt x="412" y="1298"/>
                  </a:lnTo>
                  <a:lnTo>
                    <a:pt x="412" y="1291"/>
                  </a:lnTo>
                  <a:lnTo>
                    <a:pt x="412" y="1284"/>
                  </a:lnTo>
                  <a:lnTo>
                    <a:pt x="411" y="1278"/>
                  </a:lnTo>
                  <a:lnTo>
                    <a:pt x="412" y="1272"/>
                  </a:lnTo>
                  <a:lnTo>
                    <a:pt x="412" y="1266"/>
                  </a:lnTo>
                  <a:lnTo>
                    <a:pt x="413" y="1260"/>
                  </a:lnTo>
                  <a:lnTo>
                    <a:pt x="414" y="1255"/>
                  </a:lnTo>
                  <a:lnTo>
                    <a:pt x="415" y="1249"/>
                  </a:lnTo>
                  <a:lnTo>
                    <a:pt x="416" y="1244"/>
                  </a:lnTo>
                  <a:lnTo>
                    <a:pt x="417" y="1238"/>
                  </a:lnTo>
                  <a:lnTo>
                    <a:pt x="419" y="1233"/>
                  </a:lnTo>
                  <a:lnTo>
                    <a:pt x="420" y="1228"/>
                  </a:lnTo>
                  <a:lnTo>
                    <a:pt x="423" y="1217"/>
                  </a:lnTo>
                  <a:lnTo>
                    <a:pt x="427" y="1207"/>
                  </a:lnTo>
                  <a:lnTo>
                    <a:pt x="429" y="1201"/>
                  </a:lnTo>
                  <a:lnTo>
                    <a:pt x="430" y="1195"/>
                  </a:lnTo>
                  <a:lnTo>
                    <a:pt x="432" y="1190"/>
                  </a:lnTo>
                  <a:lnTo>
                    <a:pt x="433" y="1184"/>
                  </a:lnTo>
                  <a:lnTo>
                    <a:pt x="435" y="1178"/>
                  </a:lnTo>
                  <a:lnTo>
                    <a:pt x="437" y="1171"/>
                  </a:lnTo>
                  <a:lnTo>
                    <a:pt x="438" y="1165"/>
                  </a:lnTo>
                  <a:lnTo>
                    <a:pt x="439" y="1158"/>
                  </a:lnTo>
                  <a:lnTo>
                    <a:pt x="440" y="1151"/>
                  </a:lnTo>
                  <a:lnTo>
                    <a:pt x="441" y="1143"/>
                  </a:lnTo>
                  <a:lnTo>
                    <a:pt x="442" y="1136"/>
                  </a:lnTo>
                  <a:lnTo>
                    <a:pt x="442" y="1128"/>
                  </a:lnTo>
                  <a:lnTo>
                    <a:pt x="442" y="1101"/>
                  </a:lnTo>
                  <a:lnTo>
                    <a:pt x="440" y="1076"/>
                  </a:lnTo>
                  <a:lnTo>
                    <a:pt x="435" y="1055"/>
                  </a:lnTo>
                  <a:lnTo>
                    <a:pt x="428" y="1035"/>
                  </a:lnTo>
                  <a:lnTo>
                    <a:pt x="418" y="1019"/>
                  </a:lnTo>
                  <a:lnTo>
                    <a:pt x="407" y="1004"/>
                  </a:lnTo>
                  <a:lnTo>
                    <a:pt x="394" y="991"/>
                  </a:lnTo>
                  <a:lnTo>
                    <a:pt x="380" y="981"/>
                  </a:lnTo>
                  <a:lnTo>
                    <a:pt x="364" y="972"/>
                  </a:lnTo>
                  <a:lnTo>
                    <a:pt x="347" y="965"/>
                  </a:lnTo>
                  <a:lnTo>
                    <a:pt x="329" y="959"/>
                  </a:lnTo>
                  <a:lnTo>
                    <a:pt x="310" y="955"/>
                  </a:lnTo>
                  <a:lnTo>
                    <a:pt x="291" y="953"/>
                  </a:lnTo>
                  <a:lnTo>
                    <a:pt x="270" y="952"/>
                  </a:lnTo>
                  <a:lnTo>
                    <a:pt x="250" y="951"/>
                  </a:lnTo>
                  <a:lnTo>
                    <a:pt x="229" y="952"/>
                  </a:lnTo>
                  <a:lnTo>
                    <a:pt x="208" y="954"/>
                  </a:lnTo>
                  <a:lnTo>
                    <a:pt x="188" y="956"/>
                  </a:lnTo>
                  <a:lnTo>
                    <a:pt x="167" y="959"/>
                  </a:lnTo>
                  <a:lnTo>
                    <a:pt x="147" y="963"/>
                  </a:lnTo>
                  <a:lnTo>
                    <a:pt x="128" y="967"/>
                  </a:lnTo>
                  <a:lnTo>
                    <a:pt x="109" y="971"/>
                  </a:lnTo>
                  <a:lnTo>
                    <a:pt x="92" y="975"/>
                  </a:lnTo>
                  <a:lnTo>
                    <a:pt x="75" y="980"/>
                  </a:lnTo>
                  <a:lnTo>
                    <a:pt x="24" y="995"/>
                  </a:lnTo>
                  <a:lnTo>
                    <a:pt x="4" y="1001"/>
                  </a:lnTo>
                  <a:lnTo>
                    <a:pt x="0" y="989"/>
                  </a:lnTo>
                  <a:lnTo>
                    <a:pt x="0" y="0"/>
                  </a:lnTo>
                  <a:lnTo>
                    <a:pt x="999" y="0"/>
                  </a:lnTo>
                  <a:close/>
                </a:path>
              </a:pathLst>
            </a:custGeom>
            <a:solidFill>
              <a:schemeClr val="accent1"/>
            </a:solidFill>
            <a:ln w="19050" cmpd="sng">
              <a:solidFill>
                <a:schemeClr val="bg1"/>
              </a:solidFill>
              <a:round/>
            </a:ln>
          </p:spPr>
          <p:txBody>
            <a:bodyPr/>
            <a:lstStyle/>
            <a:p>
              <a:endParaRPr lang="en-GB" sz="1815"/>
            </a:p>
          </p:txBody>
        </p:sp>
        <p:sp>
          <p:nvSpPr>
            <p:cNvPr id="27" name="Freeform 33"/>
            <p:cNvSpPr/>
            <p:nvPr/>
          </p:nvSpPr>
          <p:spPr bwMode="auto">
            <a:xfrm>
              <a:off x="4506" y="1272"/>
              <a:ext cx="1632" cy="1070"/>
            </a:xfrm>
            <a:custGeom>
              <a:avLst/>
              <a:gdLst>
                <a:gd name="T0" fmla="*/ 725 w 1396"/>
                <a:gd name="T1" fmla="*/ 0 h 970"/>
                <a:gd name="T2" fmla="*/ 2160 w 1396"/>
                <a:gd name="T3" fmla="*/ 1287 h 970"/>
                <a:gd name="T4" fmla="*/ 2028 w 1396"/>
                <a:gd name="T5" fmla="*/ 1263 h 970"/>
                <a:gd name="T6" fmla="*/ 1918 w 1396"/>
                <a:gd name="T7" fmla="*/ 1251 h 970"/>
                <a:gd name="T8" fmla="*/ 1737 w 1396"/>
                <a:gd name="T9" fmla="*/ 1244 h 970"/>
                <a:gd name="T10" fmla="*/ 1689 w 1396"/>
                <a:gd name="T11" fmla="*/ 1240 h 970"/>
                <a:gd name="T12" fmla="*/ 1638 w 1396"/>
                <a:gd name="T13" fmla="*/ 1169 h 970"/>
                <a:gd name="T14" fmla="*/ 1617 w 1396"/>
                <a:gd name="T15" fmla="*/ 1059 h 970"/>
                <a:gd name="T16" fmla="*/ 1643 w 1396"/>
                <a:gd name="T17" fmla="*/ 960 h 970"/>
                <a:gd name="T18" fmla="*/ 1673 w 1396"/>
                <a:gd name="T19" fmla="*/ 869 h 970"/>
                <a:gd name="T20" fmla="*/ 1667 w 1396"/>
                <a:gd name="T21" fmla="*/ 781 h 970"/>
                <a:gd name="T22" fmla="*/ 1578 w 1396"/>
                <a:gd name="T23" fmla="*/ 662 h 970"/>
                <a:gd name="T24" fmla="*/ 1448 w 1396"/>
                <a:gd name="T25" fmla="*/ 607 h 970"/>
                <a:gd name="T26" fmla="*/ 1312 w 1396"/>
                <a:gd name="T27" fmla="*/ 612 h 970"/>
                <a:gd name="T28" fmla="*/ 1194 w 1396"/>
                <a:gd name="T29" fmla="*/ 676 h 970"/>
                <a:gd name="T30" fmla="*/ 1141 w 1396"/>
                <a:gd name="T31" fmla="*/ 758 h 970"/>
                <a:gd name="T32" fmla="*/ 1137 w 1396"/>
                <a:gd name="T33" fmla="*/ 807 h 970"/>
                <a:gd name="T34" fmla="*/ 1146 w 1396"/>
                <a:gd name="T35" fmla="*/ 863 h 970"/>
                <a:gd name="T36" fmla="*/ 1163 w 1396"/>
                <a:gd name="T37" fmla="*/ 917 h 970"/>
                <a:gd name="T38" fmla="*/ 1203 w 1396"/>
                <a:gd name="T39" fmla="*/ 1004 h 970"/>
                <a:gd name="T40" fmla="*/ 1238 w 1396"/>
                <a:gd name="T41" fmla="*/ 1070 h 970"/>
                <a:gd name="T42" fmla="*/ 1254 w 1396"/>
                <a:gd name="T43" fmla="*/ 1119 h 970"/>
                <a:gd name="T44" fmla="*/ 1251 w 1396"/>
                <a:gd name="T45" fmla="*/ 1164 h 970"/>
                <a:gd name="T46" fmla="*/ 1220 w 1396"/>
                <a:gd name="T47" fmla="*/ 1207 h 970"/>
                <a:gd name="T48" fmla="*/ 1189 w 1396"/>
                <a:gd name="T49" fmla="*/ 1234 h 970"/>
                <a:gd name="T50" fmla="*/ 1164 w 1396"/>
                <a:gd name="T51" fmla="*/ 1246 h 970"/>
                <a:gd name="T52" fmla="*/ 1105 w 1396"/>
                <a:gd name="T53" fmla="*/ 1251 h 970"/>
                <a:gd name="T54" fmla="*/ 983 w 1396"/>
                <a:gd name="T55" fmla="*/ 1250 h 970"/>
                <a:gd name="T56" fmla="*/ 890 w 1396"/>
                <a:gd name="T57" fmla="*/ 1237 h 970"/>
                <a:gd name="T58" fmla="*/ 779 w 1396"/>
                <a:gd name="T59" fmla="*/ 1215 h 970"/>
                <a:gd name="T60" fmla="*/ 671 w 1396"/>
                <a:gd name="T61" fmla="*/ 1206 h 970"/>
                <a:gd name="T62" fmla="*/ 514 w 1396"/>
                <a:gd name="T63" fmla="*/ 1202 h 970"/>
                <a:gd name="T64" fmla="*/ 495 w 1396"/>
                <a:gd name="T65" fmla="*/ 1123 h 970"/>
                <a:gd name="T66" fmla="*/ 518 w 1396"/>
                <a:gd name="T67" fmla="*/ 1020 h 970"/>
                <a:gd name="T68" fmla="*/ 524 w 1396"/>
                <a:gd name="T69" fmla="*/ 946 h 970"/>
                <a:gd name="T70" fmla="*/ 498 w 1396"/>
                <a:gd name="T71" fmla="*/ 870 h 970"/>
                <a:gd name="T72" fmla="*/ 451 w 1396"/>
                <a:gd name="T73" fmla="*/ 818 h 970"/>
                <a:gd name="T74" fmla="*/ 406 w 1396"/>
                <a:gd name="T75" fmla="*/ 810 h 970"/>
                <a:gd name="T76" fmla="*/ 351 w 1396"/>
                <a:gd name="T77" fmla="*/ 816 h 970"/>
                <a:gd name="T78" fmla="*/ 277 w 1396"/>
                <a:gd name="T79" fmla="*/ 833 h 970"/>
                <a:gd name="T80" fmla="*/ 227 w 1396"/>
                <a:gd name="T81" fmla="*/ 838 h 970"/>
                <a:gd name="T82" fmla="*/ 179 w 1396"/>
                <a:gd name="T83" fmla="*/ 830 h 970"/>
                <a:gd name="T84" fmla="*/ 126 w 1396"/>
                <a:gd name="T85" fmla="*/ 811 h 970"/>
                <a:gd name="T86" fmla="*/ 79 w 1396"/>
                <a:gd name="T87" fmla="*/ 784 h 970"/>
                <a:gd name="T88" fmla="*/ 46 w 1396"/>
                <a:gd name="T89" fmla="*/ 758 h 970"/>
                <a:gd name="T90" fmla="*/ 7 w 1396"/>
                <a:gd name="T91" fmla="*/ 680 h 970"/>
                <a:gd name="T92" fmla="*/ 7 w 1396"/>
                <a:gd name="T93" fmla="*/ 565 h 970"/>
                <a:gd name="T94" fmla="*/ 54 w 1396"/>
                <a:gd name="T95" fmla="*/ 457 h 970"/>
                <a:gd name="T96" fmla="*/ 134 w 1396"/>
                <a:gd name="T97" fmla="*/ 375 h 970"/>
                <a:gd name="T98" fmla="*/ 236 w 1396"/>
                <a:gd name="T99" fmla="*/ 341 h 970"/>
                <a:gd name="T100" fmla="*/ 304 w 1396"/>
                <a:gd name="T101" fmla="*/ 342 h 970"/>
                <a:gd name="T102" fmla="*/ 357 w 1396"/>
                <a:gd name="T103" fmla="*/ 362 h 970"/>
                <a:gd name="T104" fmla="*/ 428 w 1396"/>
                <a:gd name="T105" fmla="*/ 406 h 970"/>
                <a:gd name="T106" fmla="*/ 523 w 1396"/>
                <a:gd name="T107" fmla="*/ 468 h 970"/>
                <a:gd name="T108" fmla="*/ 542 w 1396"/>
                <a:gd name="T109" fmla="*/ 474 h 970"/>
                <a:gd name="T110" fmla="*/ 566 w 1396"/>
                <a:gd name="T111" fmla="*/ 479 h 970"/>
                <a:gd name="T112" fmla="*/ 585 w 1396"/>
                <a:gd name="T113" fmla="*/ 474 h 970"/>
                <a:gd name="T114" fmla="*/ 601 w 1396"/>
                <a:gd name="T115" fmla="*/ 466 h 970"/>
                <a:gd name="T116" fmla="*/ 616 w 1396"/>
                <a:gd name="T117" fmla="*/ 430 h 970"/>
                <a:gd name="T118" fmla="*/ 634 w 1396"/>
                <a:gd name="T119" fmla="*/ 365 h 970"/>
                <a:gd name="T120" fmla="*/ 655 w 1396"/>
                <a:gd name="T121" fmla="*/ 282 h 970"/>
                <a:gd name="T122" fmla="*/ 684 w 1396"/>
                <a:gd name="T123" fmla="*/ 103 h 970"/>
                <a:gd name="T124" fmla="*/ 700 w 1396"/>
                <a:gd name="T125" fmla="*/ 31 h 970"/>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396"/>
                <a:gd name="T190" fmla="*/ 0 h 970"/>
                <a:gd name="T191" fmla="*/ 1396 w 1396"/>
                <a:gd name="T192" fmla="*/ 970 h 970"/>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396" h="970">
                  <a:moveTo>
                    <a:pt x="449" y="0"/>
                  </a:moveTo>
                  <a:lnTo>
                    <a:pt x="449" y="0"/>
                  </a:lnTo>
                  <a:lnTo>
                    <a:pt x="450" y="0"/>
                  </a:lnTo>
                  <a:lnTo>
                    <a:pt x="451" y="0"/>
                  </a:lnTo>
                  <a:lnTo>
                    <a:pt x="452" y="0"/>
                  </a:lnTo>
                  <a:lnTo>
                    <a:pt x="453" y="0"/>
                  </a:lnTo>
                  <a:lnTo>
                    <a:pt x="454" y="0"/>
                  </a:lnTo>
                  <a:lnTo>
                    <a:pt x="1396" y="0"/>
                  </a:lnTo>
                  <a:lnTo>
                    <a:pt x="1396" y="970"/>
                  </a:lnTo>
                  <a:lnTo>
                    <a:pt x="1381" y="966"/>
                  </a:lnTo>
                  <a:lnTo>
                    <a:pt x="1362" y="961"/>
                  </a:lnTo>
                  <a:lnTo>
                    <a:pt x="1352" y="959"/>
                  </a:lnTo>
                  <a:lnTo>
                    <a:pt x="1341" y="956"/>
                  </a:lnTo>
                  <a:lnTo>
                    <a:pt x="1330" y="954"/>
                  </a:lnTo>
                  <a:lnTo>
                    <a:pt x="1319" y="951"/>
                  </a:lnTo>
                  <a:lnTo>
                    <a:pt x="1306" y="948"/>
                  </a:lnTo>
                  <a:lnTo>
                    <a:pt x="1294" y="946"/>
                  </a:lnTo>
                  <a:lnTo>
                    <a:pt x="1282" y="943"/>
                  </a:lnTo>
                  <a:lnTo>
                    <a:pt x="1269" y="941"/>
                  </a:lnTo>
                  <a:lnTo>
                    <a:pt x="1256" y="939"/>
                  </a:lnTo>
                  <a:lnTo>
                    <a:pt x="1243" y="937"/>
                  </a:lnTo>
                  <a:lnTo>
                    <a:pt x="1236" y="936"/>
                  </a:lnTo>
                  <a:lnTo>
                    <a:pt x="1229" y="935"/>
                  </a:lnTo>
                  <a:lnTo>
                    <a:pt x="1223" y="934"/>
                  </a:lnTo>
                  <a:lnTo>
                    <a:pt x="1216" y="933"/>
                  </a:lnTo>
                  <a:lnTo>
                    <a:pt x="1201" y="932"/>
                  </a:lnTo>
                  <a:lnTo>
                    <a:pt x="1187" y="931"/>
                  </a:lnTo>
                  <a:lnTo>
                    <a:pt x="1172" y="930"/>
                  </a:lnTo>
                  <a:lnTo>
                    <a:pt x="1158" y="930"/>
                  </a:lnTo>
                  <a:lnTo>
                    <a:pt x="1131" y="929"/>
                  </a:lnTo>
                  <a:lnTo>
                    <a:pt x="1107" y="928"/>
                  </a:lnTo>
                  <a:lnTo>
                    <a:pt x="1097" y="928"/>
                  </a:lnTo>
                  <a:lnTo>
                    <a:pt x="1087" y="927"/>
                  </a:lnTo>
                  <a:lnTo>
                    <a:pt x="1078" y="927"/>
                  </a:lnTo>
                  <a:lnTo>
                    <a:pt x="1070" y="926"/>
                  </a:lnTo>
                  <a:lnTo>
                    <a:pt x="1067" y="926"/>
                  </a:lnTo>
                  <a:lnTo>
                    <a:pt x="1064" y="926"/>
                  </a:lnTo>
                  <a:lnTo>
                    <a:pt x="1061" y="925"/>
                  </a:lnTo>
                  <a:lnTo>
                    <a:pt x="1059" y="925"/>
                  </a:lnTo>
                  <a:lnTo>
                    <a:pt x="1057" y="924"/>
                  </a:lnTo>
                  <a:lnTo>
                    <a:pt x="1055" y="923"/>
                  </a:lnTo>
                  <a:lnTo>
                    <a:pt x="1054" y="923"/>
                  </a:lnTo>
                  <a:lnTo>
                    <a:pt x="1053" y="922"/>
                  </a:lnTo>
                  <a:lnTo>
                    <a:pt x="1044" y="909"/>
                  </a:lnTo>
                  <a:lnTo>
                    <a:pt x="1036" y="896"/>
                  </a:lnTo>
                  <a:lnTo>
                    <a:pt x="1030" y="883"/>
                  </a:lnTo>
                  <a:lnTo>
                    <a:pt x="1025" y="871"/>
                  </a:lnTo>
                  <a:lnTo>
                    <a:pt x="1020" y="858"/>
                  </a:lnTo>
                  <a:lnTo>
                    <a:pt x="1017" y="846"/>
                  </a:lnTo>
                  <a:lnTo>
                    <a:pt x="1014" y="834"/>
                  </a:lnTo>
                  <a:lnTo>
                    <a:pt x="1013" y="823"/>
                  </a:lnTo>
                  <a:lnTo>
                    <a:pt x="1012" y="811"/>
                  </a:lnTo>
                  <a:lnTo>
                    <a:pt x="1012" y="800"/>
                  </a:lnTo>
                  <a:lnTo>
                    <a:pt x="1012" y="789"/>
                  </a:lnTo>
                  <a:lnTo>
                    <a:pt x="1014" y="778"/>
                  </a:lnTo>
                  <a:lnTo>
                    <a:pt x="1015" y="767"/>
                  </a:lnTo>
                  <a:lnTo>
                    <a:pt x="1017" y="757"/>
                  </a:lnTo>
                  <a:lnTo>
                    <a:pt x="1020" y="746"/>
                  </a:lnTo>
                  <a:lnTo>
                    <a:pt x="1022" y="736"/>
                  </a:lnTo>
                  <a:lnTo>
                    <a:pt x="1025" y="726"/>
                  </a:lnTo>
                  <a:lnTo>
                    <a:pt x="1028" y="715"/>
                  </a:lnTo>
                  <a:lnTo>
                    <a:pt x="1031" y="705"/>
                  </a:lnTo>
                  <a:lnTo>
                    <a:pt x="1034" y="695"/>
                  </a:lnTo>
                  <a:lnTo>
                    <a:pt x="1037" y="686"/>
                  </a:lnTo>
                  <a:lnTo>
                    <a:pt x="1040" y="676"/>
                  </a:lnTo>
                  <a:lnTo>
                    <a:pt x="1043" y="666"/>
                  </a:lnTo>
                  <a:lnTo>
                    <a:pt x="1045" y="657"/>
                  </a:lnTo>
                  <a:lnTo>
                    <a:pt x="1047" y="647"/>
                  </a:lnTo>
                  <a:lnTo>
                    <a:pt x="1048" y="638"/>
                  </a:lnTo>
                  <a:lnTo>
                    <a:pt x="1049" y="629"/>
                  </a:lnTo>
                  <a:lnTo>
                    <a:pt x="1050" y="619"/>
                  </a:lnTo>
                  <a:lnTo>
                    <a:pt x="1050" y="610"/>
                  </a:lnTo>
                  <a:lnTo>
                    <a:pt x="1049" y="601"/>
                  </a:lnTo>
                  <a:lnTo>
                    <a:pt x="1047" y="591"/>
                  </a:lnTo>
                  <a:lnTo>
                    <a:pt x="1044" y="582"/>
                  </a:lnTo>
                  <a:lnTo>
                    <a:pt x="1039" y="567"/>
                  </a:lnTo>
                  <a:lnTo>
                    <a:pt x="1032" y="552"/>
                  </a:lnTo>
                  <a:lnTo>
                    <a:pt x="1024" y="538"/>
                  </a:lnTo>
                  <a:lnTo>
                    <a:pt x="1016" y="525"/>
                  </a:lnTo>
                  <a:lnTo>
                    <a:pt x="1007" y="514"/>
                  </a:lnTo>
                  <a:lnTo>
                    <a:pt x="998" y="503"/>
                  </a:lnTo>
                  <a:lnTo>
                    <a:pt x="988" y="493"/>
                  </a:lnTo>
                  <a:lnTo>
                    <a:pt x="978" y="484"/>
                  </a:lnTo>
                  <a:lnTo>
                    <a:pt x="967" y="477"/>
                  </a:lnTo>
                  <a:lnTo>
                    <a:pt x="955" y="470"/>
                  </a:lnTo>
                  <a:lnTo>
                    <a:pt x="944" y="464"/>
                  </a:lnTo>
                  <a:lnTo>
                    <a:pt x="932" y="459"/>
                  </a:lnTo>
                  <a:lnTo>
                    <a:pt x="920" y="455"/>
                  </a:lnTo>
                  <a:lnTo>
                    <a:pt x="907" y="452"/>
                  </a:lnTo>
                  <a:lnTo>
                    <a:pt x="895" y="450"/>
                  </a:lnTo>
                  <a:lnTo>
                    <a:pt x="882" y="449"/>
                  </a:lnTo>
                  <a:lnTo>
                    <a:pt x="870" y="448"/>
                  </a:lnTo>
                  <a:lnTo>
                    <a:pt x="857" y="449"/>
                  </a:lnTo>
                  <a:lnTo>
                    <a:pt x="845" y="451"/>
                  </a:lnTo>
                  <a:lnTo>
                    <a:pt x="833" y="453"/>
                  </a:lnTo>
                  <a:lnTo>
                    <a:pt x="821" y="456"/>
                  </a:lnTo>
                  <a:lnTo>
                    <a:pt x="809" y="461"/>
                  </a:lnTo>
                  <a:lnTo>
                    <a:pt x="798" y="466"/>
                  </a:lnTo>
                  <a:lnTo>
                    <a:pt x="787" y="472"/>
                  </a:lnTo>
                  <a:lnTo>
                    <a:pt x="776" y="479"/>
                  </a:lnTo>
                  <a:lnTo>
                    <a:pt x="766" y="486"/>
                  </a:lnTo>
                  <a:lnTo>
                    <a:pt x="756" y="495"/>
                  </a:lnTo>
                  <a:lnTo>
                    <a:pt x="747" y="504"/>
                  </a:lnTo>
                  <a:lnTo>
                    <a:pt x="739" y="514"/>
                  </a:lnTo>
                  <a:lnTo>
                    <a:pt x="731" y="526"/>
                  </a:lnTo>
                  <a:lnTo>
                    <a:pt x="724" y="538"/>
                  </a:lnTo>
                  <a:lnTo>
                    <a:pt x="718" y="550"/>
                  </a:lnTo>
                  <a:lnTo>
                    <a:pt x="716" y="555"/>
                  </a:lnTo>
                  <a:lnTo>
                    <a:pt x="715" y="560"/>
                  </a:lnTo>
                  <a:lnTo>
                    <a:pt x="714" y="565"/>
                  </a:lnTo>
                  <a:lnTo>
                    <a:pt x="713" y="570"/>
                  </a:lnTo>
                  <a:lnTo>
                    <a:pt x="712" y="575"/>
                  </a:lnTo>
                  <a:lnTo>
                    <a:pt x="712" y="580"/>
                  </a:lnTo>
                  <a:lnTo>
                    <a:pt x="711" y="585"/>
                  </a:lnTo>
                  <a:lnTo>
                    <a:pt x="711" y="591"/>
                  </a:lnTo>
                  <a:lnTo>
                    <a:pt x="711" y="596"/>
                  </a:lnTo>
                  <a:lnTo>
                    <a:pt x="712" y="602"/>
                  </a:lnTo>
                  <a:lnTo>
                    <a:pt x="712" y="608"/>
                  </a:lnTo>
                  <a:lnTo>
                    <a:pt x="713" y="613"/>
                  </a:lnTo>
                  <a:lnTo>
                    <a:pt x="713" y="619"/>
                  </a:lnTo>
                  <a:lnTo>
                    <a:pt x="714" y="625"/>
                  </a:lnTo>
                  <a:lnTo>
                    <a:pt x="715" y="631"/>
                  </a:lnTo>
                  <a:lnTo>
                    <a:pt x="716" y="637"/>
                  </a:lnTo>
                  <a:lnTo>
                    <a:pt x="717" y="643"/>
                  </a:lnTo>
                  <a:lnTo>
                    <a:pt x="718" y="648"/>
                  </a:lnTo>
                  <a:lnTo>
                    <a:pt x="720" y="654"/>
                  </a:lnTo>
                  <a:lnTo>
                    <a:pt x="721" y="660"/>
                  </a:lnTo>
                  <a:lnTo>
                    <a:pt x="723" y="666"/>
                  </a:lnTo>
                  <a:lnTo>
                    <a:pt x="724" y="671"/>
                  </a:lnTo>
                  <a:lnTo>
                    <a:pt x="726" y="677"/>
                  </a:lnTo>
                  <a:lnTo>
                    <a:pt x="728" y="683"/>
                  </a:lnTo>
                  <a:lnTo>
                    <a:pt x="731" y="693"/>
                  </a:lnTo>
                  <a:lnTo>
                    <a:pt x="735" y="704"/>
                  </a:lnTo>
                  <a:lnTo>
                    <a:pt x="738" y="714"/>
                  </a:lnTo>
                  <a:lnTo>
                    <a:pt x="742" y="723"/>
                  </a:lnTo>
                  <a:lnTo>
                    <a:pt x="745" y="731"/>
                  </a:lnTo>
                  <a:lnTo>
                    <a:pt x="749" y="739"/>
                  </a:lnTo>
                  <a:lnTo>
                    <a:pt x="753" y="748"/>
                  </a:lnTo>
                  <a:lnTo>
                    <a:pt x="757" y="757"/>
                  </a:lnTo>
                  <a:lnTo>
                    <a:pt x="762" y="767"/>
                  </a:lnTo>
                  <a:lnTo>
                    <a:pt x="767" y="777"/>
                  </a:lnTo>
                  <a:lnTo>
                    <a:pt x="769" y="782"/>
                  </a:lnTo>
                  <a:lnTo>
                    <a:pt x="771" y="787"/>
                  </a:lnTo>
                  <a:lnTo>
                    <a:pt x="773" y="792"/>
                  </a:lnTo>
                  <a:lnTo>
                    <a:pt x="775" y="797"/>
                  </a:lnTo>
                  <a:lnTo>
                    <a:pt x="777" y="803"/>
                  </a:lnTo>
                  <a:lnTo>
                    <a:pt x="779" y="808"/>
                  </a:lnTo>
                  <a:lnTo>
                    <a:pt x="780" y="813"/>
                  </a:lnTo>
                  <a:lnTo>
                    <a:pt x="781" y="818"/>
                  </a:lnTo>
                  <a:lnTo>
                    <a:pt x="783" y="823"/>
                  </a:lnTo>
                  <a:lnTo>
                    <a:pt x="784" y="828"/>
                  </a:lnTo>
                  <a:lnTo>
                    <a:pt x="785" y="833"/>
                  </a:lnTo>
                  <a:lnTo>
                    <a:pt x="785" y="838"/>
                  </a:lnTo>
                  <a:lnTo>
                    <a:pt x="786" y="843"/>
                  </a:lnTo>
                  <a:lnTo>
                    <a:pt x="786" y="848"/>
                  </a:lnTo>
                  <a:lnTo>
                    <a:pt x="785" y="853"/>
                  </a:lnTo>
                  <a:lnTo>
                    <a:pt x="785" y="858"/>
                  </a:lnTo>
                  <a:lnTo>
                    <a:pt x="784" y="862"/>
                  </a:lnTo>
                  <a:lnTo>
                    <a:pt x="783" y="867"/>
                  </a:lnTo>
                  <a:lnTo>
                    <a:pt x="782" y="871"/>
                  </a:lnTo>
                  <a:lnTo>
                    <a:pt x="780" y="875"/>
                  </a:lnTo>
                  <a:lnTo>
                    <a:pt x="777" y="880"/>
                  </a:lnTo>
                  <a:lnTo>
                    <a:pt x="774" y="885"/>
                  </a:lnTo>
                  <a:lnTo>
                    <a:pt x="771" y="889"/>
                  </a:lnTo>
                  <a:lnTo>
                    <a:pt x="768" y="894"/>
                  </a:lnTo>
                  <a:lnTo>
                    <a:pt x="764" y="899"/>
                  </a:lnTo>
                  <a:lnTo>
                    <a:pt x="760" y="903"/>
                  </a:lnTo>
                  <a:lnTo>
                    <a:pt x="757" y="907"/>
                  </a:lnTo>
                  <a:lnTo>
                    <a:pt x="753" y="911"/>
                  </a:lnTo>
                  <a:lnTo>
                    <a:pt x="751" y="913"/>
                  </a:lnTo>
                  <a:lnTo>
                    <a:pt x="748" y="915"/>
                  </a:lnTo>
                  <a:lnTo>
                    <a:pt x="746" y="917"/>
                  </a:lnTo>
                  <a:lnTo>
                    <a:pt x="744" y="919"/>
                  </a:lnTo>
                  <a:lnTo>
                    <a:pt x="742" y="920"/>
                  </a:lnTo>
                  <a:lnTo>
                    <a:pt x="740" y="922"/>
                  </a:lnTo>
                  <a:lnTo>
                    <a:pt x="738" y="923"/>
                  </a:lnTo>
                  <a:lnTo>
                    <a:pt x="736" y="924"/>
                  </a:lnTo>
                  <a:lnTo>
                    <a:pt x="733" y="926"/>
                  </a:lnTo>
                  <a:lnTo>
                    <a:pt x="731" y="927"/>
                  </a:lnTo>
                  <a:lnTo>
                    <a:pt x="729" y="928"/>
                  </a:lnTo>
                  <a:lnTo>
                    <a:pt x="727" y="928"/>
                  </a:lnTo>
                  <a:lnTo>
                    <a:pt x="724" y="929"/>
                  </a:lnTo>
                  <a:lnTo>
                    <a:pt x="722" y="930"/>
                  </a:lnTo>
                  <a:lnTo>
                    <a:pt x="720" y="930"/>
                  </a:lnTo>
                  <a:lnTo>
                    <a:pt x="718" y="930"/>
                  </a:lnTo>
                  <a:lnTo>
                    <a:pt x="704" y="932"/>
                  </a:lnTo>
                  <a:lnTo>
                    <a:pt x="691" y="932"/>
                  </a:lnTo>
                  <a:lnTo>
                    <a:pt x="678" y="933"/>
                  </a:lnTo>
                  <a:lnTo>
                    <a:pt x="666" y="933"/>
                  </a:lnTo>
                  <a:lnTo>
                    <a:pt x="655" y="933"/>
                  </a:lnTo>
                  <a:lnTo>
                    <a:pt x="644" y="933"/>
                  </a:lnTo>
                  <a:lnTo>
                    <a:pt x="634" y="932"/>
                  </a:lnTo>
                  <a:lnTo>
                    <a:pt x="624" y="931"/>
                  </a:lnTo>
                  <a:lnTo>
                    <a:pt x="615" y="931"/>
                  </a:lnTo>
                  <a:lnTo>
                    <a:pt x="606" y="929"/>
                  </a:lnTo>
                  <a:lnTo>
                    <a:pt x="597" y="928"/>
                  </a:lnTo>
                  <a:lnTo>
                    <a:pt x="589" y="927"/>
                  </a:lnTo>
                  <a:lnTo>
                    <a:pt x="581" y="926"/>
                  </a:lnTo>
                  <a:lnTo>
                    <a:pt x="573" y="924"/>
                  </a:lnTo>
                  <a:lnTo>
                    <a:pt x="565" y="922"/>
                  </a:lnTo>
                  <a:lnTo>
                    <a:pt x="557" y="921"/>
                  </a:lnTo>
                  <a:lnTo>
                    <a:pt x="543" y="917"/>
                  </a:lnTo>
                  <a:lnTo>
                    <a:pt x="528" y="914"/>
                  </a:lnTo>
                  <a:lnTo>
                    <a:pt x="520" y="912"/>
                  </a:lnTo>
                  <a:lnTo>
                    <a:pt x="513" y="910"/>
                  </a:lnTo>
                  <a:lnTo>
                    <a:pt x="505" y="908"/>
                  </a:lnTo>
                  <a:lnTo>
                    <a:pt x="497" y="907"/>
                  </a:lnTo>
                  <a:lnTo>
                    <a:pt x="488" y="905"/>
                  </a:lnTo>
                  <a:lnTo>
                    <a:pt x="480" y="904"/>
                  </a:lnTo>
                  <a:lnTo>
                    <a:pt x="471" y="902"/>
                  </a:lnTo>
                  <a:lnTo>
                    <a:pt x="462" y="901"/>
                  </a:lnTo>
                  <a:lnTo>
                    <a:pt x="452" y="900"/>
                  </a:lnTo>
                  <a:lnTo>
                    <a:pt x="442" y="899"/>
                  </a:lnTo>
                  <a:lnTo>
                    <a:pt x="431" y="898"/>
                  </a:lnTo>
                  <a:lnTo>
                    <a:pt x="420" y="898"/>
                  </a:lnTo>
                  <a:lnTo>
                    <a:pt x="404" y="897"/>
                  </a:lnTo>
                  <a:lnTo>
                    <a:pt x="389" y="897"/>
                  </a:lnTo>
                  <a:lnTo>
                    <a:pt x="375" y="896"/>
                  </a:lnTo>
                  <a:lnTo>
                    <a:pt x="362" y="896"/>
                  </a:lnTo>
                  <a:lnTo>
                    <a:pt x="349" y="896"/>
                  </a:lnTo>
                  <a:lnTo>
                    <a:pt x="336" y="896"/>
                  </a:lnTo>
                  <a:lnTo>
                    <a:pt x="322" y="896"/>
                  </a:lnTo>
                  <a:lnTo>
                    <a:pt x="307" y="896"/>
                  </a:lnTo>
                  <a:lnTo>
                    <a:pt x="306" y="886"/>
                  </a:lnTo>
                  <a:lnTo>
                    <a:pt x="306" y="876"/>
                  </a:lnTo>
                  <a:lnTo>
                    <a:pt x="307" y="866"/>
                  </a:lnTo>
                  <a:lnTo>
                    <a:pt x="308" y="856"/>
                  </a:lnTo>
                  <a:lnTo>
                    <a:pt x="309" y="847"/>
                  </a:lnTo>
                  <a:lnTo>
                    <a:pt x="310" y="837"/>
                  </a:lnTo>
                  <a:lnTo>
                    <a:pt x="311" y="828"/>
                  </a:lnTo>
                  <a:lnTo>
                    <a:pt x="313" y="820"/>
                  </a:lnTo>
                  <a:lnTo>
                    <a:pt x="316" y="802"/>
                  </a:lnTo>
                  <a:lnTo>
                    <a:pt x="319" y="785"/>
                  </a:lnTo>
                  <a:lnTo>
                    <a:pt x="321" y="777"/>
                  </a:lnTo>
                  <a:lnTo>
                    <a:pt x="323" y="769"/>
                  </a:lnTo>
                  <a:lnTo>
                    <a:pt x="324" y="761"/>
                  </a:lnTo>
                  <a:lnTo>
                    <a:pt x="325" y="752"/>
                  </a:lnTo>
                  <a:lnTo>
                    <a:pt x="327" y="745"/>
                  </a:lnTo>
                  <a:lnTo>
                    <a:pt x="327" y="737"/>
                  </a:lnTo>
                  <a:lnTo>
                    <a:pt x="328" y="729"/>
                  </a:lnTo>
                  <a:lnTo>
                    <a:pt x="328" y="721"/>
                  </a:lnTo>
                  <a:lnTo>
                    <a:pt x="328" y="713"/>
                  </a:lnTo>
                  <a:lnTo>
                    <a:pt x="328" y="705"/>
                  </a:lnTo>
                  <a:lnTo>
                    <a:pt x="327" y="697"/>
                  </a:lnTo>
                  <a:lnTo>
                    <a:pt x="326" y="689"/>
                  </a:lnTo>
                  <a:lnTo>
                    <a:pt x="324" y="681"/>
                  </a:lnTo>
                  <a:lnTo>
                    <a:pt x="322" y="673"/>
                  </a:lnTo>
                  <a:lnTo>
                    <a:pt x="319" y="665"/>
                  </a:lnTo>
                  <a:lnTo>
                    <a:pt x="315" y="656"/>
                  </a:lnTo>
                  <a:lnTo>
                    <a:pt x="311" y="648"/>
                  </a:lnTo>
                  <a:lnTo>
                    <a:pt x="307" y="639"/>
                  </a:lnTo>
                  <a:lnTo>
                    <a:pt x="301" y="631"/>
                  </a:lnTo>
                  <a:lnTo>
                    <a:pt x="295" y="622"/>
                  </a:lnTo>
                  <a:lnTo>
                    <a:pt x="292" y="619"/>
                  </a:lnTo>
                  <a:lnTo>
                    <a:pt x="289" y="615"/>
                  </a:lnTo>
                  <a:lnTo>
                    <a:pt x="286" y="612"/>
                  </a:lnTo>
                  <a:lnTo>
                    <a:pt x="282" y="610"/>
                  </a:lnTo>
                  <a:lnTo>
                    <a:pt x="278" y="608"/>
                  </a:lnTo>
                  <a:lnTo>
                    <a:pt x="275" y="606"/>
                  </a:lnTo>
                  <a:lnTo>
                    <a:pt x="271" y="605"/>
                  </a:lnTo>
                  <a:lnTo>
                    <a:pt x="267" y="604"/>
                  </a:lnTo>
                  <a:lnTo>
                    <a:pt x="263" y="603"/>
                  </a:lnTo>
                  <a:lnTo>
                    <a:pt x="258" y="603"/>
                  </a:lnTo>
                  <a:lnTo>
                    <a:pt x="254" y="603"/>
                  </a:lnTo>
                  <a:lnTo>
                    <a:pt x="249" y="603"/>
                  </a:lnTo>
                  <a:lnTo>
                    <a:pt x="245" y="603"/>
                  </a:lnTo>
                  <a:lnTo>
                    <a:pt x="240" y="604"/>
                  </a:lnTo>
                  <a:lnTo>
                    <a:pt x="235" y="605"/>
                  </a:lnTo>
                  <a:lnTo>
                    <a:pt x="230" y="605"/>
                  </a:lnTo>
                  <a:lnTo>
                    <a:pt x="225" y="607"/>
                  </a:lnTo>
                  <a:lnTo>
                    <a:pt x="220" y="608"/>
                  </a:lnTo>
                  <a:lnTo>
                    <a:pt x="215" y="609"/>
                  </a:lnTo>
                  <a:lnTo>
                    <a:pt x="210" y="610"/>
                  </a:lnTo>
                  <a:lnTo>
                    <a:pt x="200" y="613"/>
                  </a:lnTo>
                  <a:lnTo>
                    <a:pt x="190" y="616"/>
                  </a:lnTo>
                  <a:lnTo>
                    <a:pt x="184" y="618"/>
                  </a:lnTo>
                  <a:lnTo>
                    <a:pt x="179" y="619"/>
                  </a:lnTo>
                  <a:lnTo>
                    <a:pt x="174" y="620"/>
                  </a:lnTo>
                  <a:lnTo>
                    <a:pt x="169" y="621"/>
                  </a:lnTo>
                  <a:lnTo>
                    <a:pt x="164" y="622"/>
                  </a:lnTo>
                  <a:lnTo>
                    <a:pt x="159" y="623"/>
                  </a:lnTo>
                  <a:lnTo>
                    <a:pt x="154" y="624"/>
                  </a:lnTo>
                  <a:lnTo>
                    <a:pt x="149" y="625"/>
                  </a:lnTo>
                  <a:lnTo>
                    <a:pt x="145" y="625"/>
                  </a:lnTo>
                  <a:lnTo>
                    <a:pt x="142" y="625"/>
                  </a:lnTo>
                  <a:lnTo>
                    <a:pt x="138" y="624"/>
                  </a:lnTo>
                  <a:lnTo>
                    <a:pt x="134" y="624"/>
                  </a:lnTo>
                  <a:lnTo>
                    <a:pt x="130" y="623"/>
                  </a:lnTo>
                  <a:lnTo>
                    <a:pt x="125" y="622"/>
                  </a:lnTo>
                  <a:lnTo>
                    <a:pt x="121" y="621"/>
                  </a:lnTo>
                  <a:lnTo>
                    <a:pt x="117" y="620"/>
                  </a:lnTo>
                  <a:lnTo>
                    <a:pt x="112" y="618"/>
                  </a:lnTo>
                  <a:lnTo>
                    <a:pt x="107" y="617"/>
                  </a:lnTo>
                  <a:lnTo>
                    <a:pt x="103" y="615"/>
                  </a:lnTo>
                  <a:lnTo>
                    <a:pt x="98" y="613"/>
                  </a:lnTo>
                  <a:lnTo>
                    <a:pt x="93" y="611"/>
                  </a:lnTo>
                  <a:lnTo>
                    <a:pt x="89" y="609"/>
                  </a:lnTo>
                  <a:lnTo>
                    <a:pt x="84" y="606"/>
                  </a:lnTo>
                  <a:lnTo>
                    <a:pt x="79" y="604"/>
                  </a:lnTo>
                  <a:lnTo>
                    <a:pt x="75" y="601"/>
                  </a:lnTo>
                  <a:lnTo>
                    <a:pt x="70" y="599"/>
                  </a:lnTo>
                  <a:lnTo>
                    <a:pt x="66" y="596"/>
                  </a:lnTo>
                  <a:lnTo>
                    <a:pt x="62" y="593"/>
                  </a:lnTo>
                  <a:lnTo>
                    <a:pt x="57" y="591"/>
                  </a:lnTo>
                  <a:lnTo>
                    <a:pt x="53" y="588"/>
                  </a:lnTo>
                  <a:lnTo>
                    <a:pt x="50" y="585"/>
                  </a:lnTo>
                  <a:lnTo>
                    <a:pt x="46" y="582"/>
                  </a:lnTo>
                  <a:lnTo>
                    <a:pt x="42" y="579"/>
                  </a:lnTo>
                  <a:lnTo>
                    <a:pt x="39" y="576"/>
                  </a:lnTo>
                  <a:lnTo>
                    <a:pt x="36" y="574"/>
                  </a:lnTo>
                  <a:lnTo>
                    <a:pt x="33" y="571"/>
                  </a:lnTo>
                  <a:lnTo>
                    <a:pt x="30" y="568"/>
                  </a:lnTo>
                  <a:lnTo>
                    <a:pt x="28" y="565"/>
                  </a:lnTo>
                  <a:lnTo>
                    <a:pt x="26" y="563"/>
                  </a:lnTo>
                  <a:lnTo>
                    <a:pt x="24" y="560"/>
                  </a:lnTo>
                  <a:lnTo>
                    <a:pt x="19" y="550"/>
                  </a:lnTo>
                  <a:lnTo>
                    <a:pt x="14" y="539"/>
                  </a:lnTo>
                  <a:lnTo>
                    <a:pt x="10" y="529"/>
                  </a:lnTo>
                  <a:lnTo>
                    <a:pt x="6" y="517"/>
                  </a:lnTo>
                  <a:lnTo>
                    <a:pt x="4" y="506"/>
                  </a:lnTo>
                  <a:lnTo>
                    <a:pt x="2" y="494"/>
                  </a:lnTo>
                  <a:lnTo>
                    <a:pt x="1" y="482"/>
                  </a:lnTo>
                  <a:lnTo>
                    <a:pt x="0" y="470"/>
                  </a:lnTo>
                  <a:lnTo>
                    <a:pt x="0" y="458"/>
                  </a:lnTo>
                  <a:lnTo>
                    <a:pt x="1" y="446"/>
                  </a:lnTo>
                  <a:lnTo>
                    <a:pt x="2" y="433"/>
                  </a:lnTo>
                  <a:lnTo>
                    <a:pt x="4" y="421"/>
                  </a:lnTo>
                  <a:lnTo>
                    <a:pt x="6" y="409"/>
                  </a:lnTo>
                  <a:lnTo>
                    <a:pt x="9" y="397"/>
                  </a:lnTo>
                  <a:lnTo>
                    <a:pt x="13" y="385"/>
                  </a:lnTo>
                  <a:lnTo>
                    <a:pt x="17" y="374"/>
                  </a:lnTo>
                  <a:lnTo>
                    <a:pt x="22" y="362"/>
                  </a:lnTo>
                  <a:lnTo>
                    <a:pt x="27" y="351"/>
                  </a:lnTo>
                  <a:lnTo>
                    <a:pt x="33" y="340"/>
                  </a:lnTo>
                  <a:lnTo>
                    <a:pt x="39" y="330"/>
                  </a:lnTo>
                  <a:lnTo>
                    <a:pt x="45" y="320"/>
                  </a:lnTo>
                  <a:lnTo>
                    <a:pt x="52" y="311"/>
                  </a:lnTo>
                  <a:lnTo>
                    <a:pt x="59" y="302"/>
                  </a:lnTo>
                  <a:lnTo>
                    <a:pt x="67" y="294"/>
                  </a:lnTo>
                  <a:lnTo>
                    <a:pt x="75" y="286"/>
                  </a:lnTo>
                  <a:lnTo>
                    <a:pt x="84" y="279"/>
                  </a:lnTo>
                  <a:lnTo>
                    <a:pt x="92" y="273"/>
                  </a:lnTo>
                  <a:lnTo>
                    <a:pt x="102" y="268"/>
                  </a:lnTo>
                  <a:lnTo>
                    <a:pt x="111" y="263"/>
                  </a:lnTo>
                  <a:lnTo>
                    <a:pt x="121" y="259"/>
                  </a:lnTo>
                  <a:lnTo>
                    <a:pt x="131" y="256"/>
                  </a:lnTo>
                  <a:lnTo>
                    <a:pt x="141" y="255"/>
                  </a:lnTo>
                  <a:lnTo>
                    <a:pt x="148" y="254"/>
                  </a:lnTo>
                  <a:lnTo>
                    <a:pt x="155" y="253"/>
                  </a:lnTo>
                  <a:lnTo>
                    <a:pt x="162" y="253"/>
                  </a:lnTo>
                  <a:lnTo>
                    <a:pt x="168" y="253"/>
                  </a:lnTo>
                  <a:lnTo>
                    <a:pt x="174" y="253"/>
                  </a:lnTo>
                  <a:lnTo>
                    <a:pt x="180" y="253"/>
                  </a:lnTo>
                  <a:lnTo>
                    <a:pt x="185" y="254"/>
                  </a:lnTo>
                  <a:lnTo>
                    <a:pt x="190" y="255"/>
                  </a:lnTo>
                  <a:lnTo>
                    <a:pt x="195" y="256"/>
                  </a:lnTo>
                  <a:lnTo>
                    <a:pt x="200" y="258"/>
                  </a:lnTo>
                  <a:lnTo>
                    <a:pt x="205" y="260"/>
                  </a:lnTo>
                  <a:lnTo>
                    <a:pt x="209" y="261"/>
                  </a:lnTo>
                  <a:lnTo>
                    <a:pt x="214" y="264"/>
                  </a:lnTo>
                  <a:lnTo>
                    <a:pt x="218" y="266"/>
                  </a:lnTo>
                  <a:lnTo>
                    <a:pt x="223" y="269"/>
                  </a:lnTo>
                  <a:lnTo>
                    <a:pt x="227" y="272"/>
                  </a:lnTo>
                  <a:lnTo>
                    <a:pt x="232" y="275"/>
                  </a:lnTo>
                  <a:lnTo>
                    <a:pt x="237" y="278"/>
                  </a:lnTo>
                  <a:lnTo>
                    <a:pt x="241" y="282"/>
                  </a:lnTo>
                  <a:lnTo>
                    <a:pt x="246" y="286"/>
                  </a:lnTo>
                  <a:lnTo>
                    <a:pt x="256" y="294"/>
                  </a:lnTo>
                  <a:lnTo>
                    <a:pt x="268" y="303"/>
                  </a:lnTo>
                  <a:lnTo>
                    <a:pt x="280" y="313"/>
                  </a:lnTo>
                  <a:lnTo>
                    <a:pt x="294" y="324"/>
                  </a:lnTo>
                  <a:lnTo>
                    <a:pt x="301" y="329"/>
                  </a:lnTo>
                  <a:lnTo>
                    <a:pt x="309" y="335"/>
                  </a:lnTo>
                  <a:lnTo>
                    <a:pt x="317" y="341"/>
                  </a:lnTo>
                  <a:lnTo>
                    <a:pt x="326" y="347"/>
                  </a:lnTo>
                  <a:lnTo>
                    <a:pt x="327" y="348"/>
                  </a:lnTo>
                  <a:lnTo>
                    <a:pt x="329" y="349"/>
                  </a:lnTo>
                  <a:lnTo>
                    <a:pt x="331" y="350"/>
                  </a:lnTo>
                  <a:lnTo>
                    <a:pt x="333" y="351"/>
                  </a:lnTo>
                  <a:lnTo>
                    <a:pt x="334" y="352"/>
                  </a:lnTo>
                  <a:lnTo>
                    <a:pt x="336" y="353"/>
                  </a:lnTo>
                  <a:lnTo>
                    <a:pt x="338" y="353"/>
                  </a:lnTo>
                  <a:lnTo>
                    <a:pt x="340" y="354"/>
                  </a:lnTo>
                  <a:lnTo>
                    <a:pt x="342" y="355"/>
                  </a:lnTo>
                  <a:lnTo>
                    <a:pt x="344" y="355"/>
                  </a:lnTo>
                  <a:lnTo>
                    <a:pt x="346" y="356"/>
                  </a:lnTo>
                  <a:lnTo>
                    <a:pt x="348" y="356"/>
                  </a:lnTo>
                  <a:lnTo>
                    <a:pt x="350" y="356"/>
                  </a:lnTo>
                  <a:lnTo>
                    <a:pt x="352" y="356"/>
                  </a:lnTo>
                  <a:lnTo>
                    <a:pt x="354" y="356"/>
                  </a:lnTo>
                  <a:lnTo>
                    <a:pt x="356" y="356"/>
                  </a:lnTo>
                  <a:lnTo>
                    <a:pt x="357" y="356"/>
                  </a:lnTo>
                  <a:lnTo>
                    <a:pt x="359" y="356"/>
                  </a:lnTo>
                  <a:lnTo>
                    <a:pt x="361" y="356"/>
                  </a:lnTo>
                  <a:lnTo>
                    <a:pt x="363" y="355"/>
                  </a:lnTo>
                  <a:lnTo>
                    <a:pt x="365" y="355"/>
                  </a:lnTo>
                  <a:lnTo>
                    <a:pt x="366" y="354"/>
                  </a:lnTo>
                  <a:lnTo>
                    <a:pt x="368" y="354"/>
                  </a:lnTo>
                  <a:lnTo>
                    <a:pt x="369" y="353"/>
                  </a:lnTo>
                  <a:lnTo>
                    <a:pt x="371" y="352"/>
                  </a:lnTo>
                  <a:lnTo>
                    <a:pt x="372" y="351"/>
                  </a:lnTo>
                  <a:lnTo>
                    <a:pt x="373" y="349"/>
                  </a:lnTo>
                  <a:lnTo>
                    <a:pt x="375" y="348"/>
                  </a:lnTo>
                  <a:lnTo>
                    <a:pt x="376" y="347"/>
                  </a:lnTo>
                  <a:lnTo>
                    <a:pt x="377" y="345"/>
                  </a:lnTo>
                  <a:lnTo>
                    <a:pt x="378" y="343"/>
                  </a:lnTo>
                  <a:lnTo>
                    <a:pt x="379" y="342"/>
                  </a:lnTo>
                  <a:lnTo>
                    <a:pt x="381" y="336"/>
                  </a:lnTo>
                  <a:lnTo>
                    <a:pt x="383" y="330"/>
                  </a:lnTo>
                  <a:lnTo>
                    <a:pt x="384" y="325"/>
                  </a:lnTo>
                  <a:lnTo>
                    <a:pt x="386" y="321"/>
                  </a:lnTo>
                  <a:lnTo>
                    <a:pt x="387" y="316"/>
                  </a:lnTo>
                  <a:lnTo>
                    <a:pt x="388" y="312"/>
                  </a:lnTo>
                  <a:lnTo>
                    <a:pt x="389" y="307"/>
                  </a:lnTo>
                  <a:lnTo>
                    <a:pt x="390" y="303"/>
                  </a:lnTo>
                  <a:lnTo>
                    <a:pt x="392" y="294"/>
                  </a:lnTo>
                  <a:lnTo>
                    <a:pt x="394" y="284"/>
                  </a:lnTo>
                  <a:lnTo>
                    <a:pt x="397" y="272"/>
                  </a:lnTo>
                  <a:lnTo>
                    <a:pt x="400" y="258"/>
                  </a:lnTo>
                  <a:lnTo>
                    <a:pt x="402" y="250"/>
                  </a:lnTo>
                  <a:lnTo>
                    <a:pt x="404" y="243"/>
                  </a:lnTo>
                  <a:lnTo>
                    <a:pt x="405" y="235"/>
                  </a:lnTo>
                  <a:lnTo>
                    <a:pt x="407" y="227"/>
                  </a:lnTo>
                  <a:lnTo>
                    <a:pt x="408" y="219"/>
                  </a:lnTo>
                  <a:lnTo>
                    <a:pt x="410" y="210"/>
                  </a:lnTo>
                  <a:lnTo>
                    <a:pt x="411" y="201"/>
                  </a:lnTo>
                  <a:lnTo>
                    <a:pt x="412" y="193"/>
                  </a:lnTo>
                  <a:lnTo>
                    <a:pt x="417" y="157"/>
                  </a:lnTo>
                  <a:lnTo>
                    <a:pt x="422" y="120"/>
                  </a:lnTo>
                  <a:lnTo>
                    <a:pt x="424" y="102"/>
                  </a:lnTo>
                  <a:lnTo>
                    <a:pt x="427" y="85"/>
                  </a:lnTo>
                  <a:lnTo>
                    <a:pt x="428" y="76"/>
                  </a:lnTo>
                  <a:lnTo>
                    <a:pt x="429" y="68"/>
                  </a:lnTo>
                  <a:lnTo>
                    <a:pt x="430" y="60"/>
                  </a:lnTo>
                  <a:lnTo>
                    <a:pt x="432" y="52"/>
                  </a:lnTo>
                  <a:lnTo>
                    <a:pt x="433" y="44"/>
                  </a:lnTo>
                  <a:lnTo>
                    <a:pt x="435" y="37"/>
                  </a:lnTo>
                  <a:lnTo>
                    <a:pt x="437" y="30"/>
                  </a:lnTo>
                  <a:lnTo>
                    <a:pt x="438" y="23"/>
                  </a:lnTo>
                  <a:lnTo>
                    <a:pt x="440" y="17"/>
                  </a:lnTo>
                  <a:lnTo>
                    <a:pt x="442" y="11"/>
                  </a:lnTo>
                  <a:lnTo>
                    <a:pt x="444" y="5"/>
                  </a:lnTo>
                  <a:lnTo>
                    <a:pt x="446" y="0"/>
                  </a:lnTo>
                  <a:lnTo>
                    <a:pt x="449" y="0"/>
                  </a:lnTo>
                  <a:close/>
                </a:path>
              </a:pathLst>
            </a:custGeom>
            <a:solidFill>
              <a:schemeClr val="accent1"/>
            </a:solidFill>
            <a:ln w="19050" cmpd="sng">
              <a:solidFill>
                <a:schemeClr val="bg1"/>
              </a:solidFill>
              <a:round/>
            </a:ln>
          </p:spPr>
          <p:txBody>
            <a:bodyPr/>
            <a:lstStyle/>
            <a:p>
              <a:endParaRPr lang="en-GB" sz="1815"/>
            </a:p>
          </p:txBody>
        </p:sp>
        <p:sp>
          <p:nvSpPr>
            <p:cNvPr id="28" name="Freeform 34"/>
            <p:cNvSpPr/>
            <p:nvPr/>
          </p:nvSpPr>
          <p:spPr bwMode="auto">
            <a:xfrm>
              <a:off x="5015" y="1764"/>
              <a:ext cx="1120" cy="1770"/>
            </a:xfrm>
            <a:custGeom>
              <a:avLst/>
              <a:gdLst>
                <a:gd name="T0" fmla="*/ 987 w 957"/>
                <a:gd name="T1" fmla="*/ 291 h 1605"/>
                <a:gd name="T2" fmla="*/ 988 w 957"/>
                <a:gd name="T3" fmla="*/ 221 h 1605"/>
                <a:gd name="T4" fmla="*/ 962 w 957"/>
                <a:gd name="T5" fmla="*/ 144 h 1605"/>
                <a:gd name="T6" fmla="*/ 914 w 957"/>
                <a:gd name="T7" fmla="*/ 78 h 1605"/>
                <a:gd name="T8" fmla="*/ 806 w 957"/>
                <a:gd name="T9" fmla="*/ 13 h 1605"/>
                <a:gd name="T10" fmla="*/ 674 w 957"/>
                <a:gd name="T11" fmla="*/ 1 h 1605"/>
                <a:gd name="T12" fmla="*/ 549 w 957"/>
                <a:gd name="T13" fmla="*/ 35 h 1605"/>
                <a:gd name="T14" fmla="*/ 469 w 957"/>
                <a:gd name="T15" fmla="*/ 98 h 1605"/>
                <a:gd name="T16" fmla="*/ 434 w 957"/>
                <a:gd name="T17" fmla="*/ 178 h 1605"/>
                <a:gd name="T18" fmla="*/ 432 w 957"/>
                <a:gd name="T19" fmla="*/ 259 h 1605"/>
                <a:gd name="T20" fmla="*/ 465 w 957"/>
                <a:gd name="T21" fmla="*/ 355 h 1605"/>
                <a:gd name="T22" fmla="*/ 540 w 957"/>
                <a:gd name="T23" fmla="*/ 478 h 1605"/>
                <a:gd name="T24" fmla="*/ 562 w 957"/>
                <a:gd name="T25" fmla="*/ 522 h 1605"/>
                <a:gd name="T26" fmla="*/ 556 w 957"/>
                <a:gd name="T27" fmla="*/ 553 h 1605"/>
                <a:gd name="T28" fmla="*/ 540 w 957"/>
                <a:gd name="T29" fmla="*/ 582 h 1605"/>
                <a:gd name="T30" fmla="*/ 517 w 957"/>
                <a:gd name="T31" fmla="*/ 605 h 1605"/>
                <a:gd name="T32" fmla="*/ 421 w 957"/>
                <a:gd name="T33" fmla="*/ 644 h 1605"/>
                <a:gd name="T34" fmla="*/ 284 w 957"/>
                <a:gd name="T35" fmla="*/ 642 h 1605"/>
                <a:gd name="T36" fmla="*/ 106 w 957"/>
                <a:gd name="T37" fmla="*/ 614 h 1605"/>
                <a:gd name="T38" fmla="*/ 1 w 957"/>
                <a:gd name="T39" fmla="*/ 624 h 1605"/>
                <a:gd name="T40" fmla="*/ 0 w 957"/>
                <a:gd name="T41" fmla="*/ 1022 h 1605"/>
                <a:gd name="T42" fmla="*/ 6 w 957"/>
                <a:gd name="T43" fmla="*/ 1109 h 1605"/>
                <a:gd name="T44" fmla="*/ 25 w 957"/>
                <a:gd name="T45" fmla="*/ 1174 h 1605"/>
                <a:gd name="T46" fmla="*/ 69 w 957"/>
                <a:gd name="T47" fmla="*/ 1215 h 1605"/>
                <a:gd name="T48" fmla="*/ 126 w 957"/>
                <a:gd name="T49" fmla="*/ 1217 h 1605"/>
                <a:gd name="T50" fmla="*/ 170 w 957"/>
                <a:gd name="T51" fmla="*/ 1200 h 1605"/>
                <a:gd name="T52" fmla="*/ 225 w 957"/>
                <a:gd name="T53" fmla="*/ 1174 h 1605"/>
                <a:gd name="T54" fmla="*/ 284 w 957"/>
                <a:gd name="T55" fmla="*/ 1159 h 1605"/>
                <a:gd name="T56" fmla="*/ 384 w 957"/>
                <a:gd name="T57" fmla="*/ 1147 h 1605"/>
                <a:gd name="T58" fmla="*/ 474 w 957"/>
                <a:gd name="T59" fmla="*/ 1158 h 1605"/>
                <a:gd name="T60" fmla="*/ 552 w 957"/>
                <a:gd name="T61" fmla="*/ 1209 h 1605"/>
                <a:gd name="T62" fmla="*/ 598 w 957"/>
                <a:gd name="T63" fmla="*/ 1291 h 1605"/>
                <a:gd name="T64" fmla="*/ 613 w 957"/>
                <a:gd name="T65" fmla="*/ 1358 h 1605"/>
                <a:gd name="T66" fmla="*/ 612 w 957"/>
                <a:gd name="T67" fmla="*/ 1425 h 1605"/>
                <a:gd name="T68" fmla="*/ 593 w 957"/>
                <a:gd name="T69" fmla="*/ 1491 h 1605"/>
                <a:gd name="T70" fmla="*/ 545 w 957"/>
                <a:gd name="T71" fmla="*/ 1554 h 1605"/>
                <a:gd name="T72" fmla="*/ 468 w 957"/>
                <a:gd name="T73" fmla="*/ 1588 h 1605"/>
                <a:gd name="T74" fmla="*/ 379 w 957"/>
                <a:gd name="T75" fmla="*/ 1586 h 1605"/>
                <a:gd name="T76" fmla="*/ 290 w 957"/>
                <a:gd name="T77" fmla="*/ 1560 h 1605"/>
                <a:gd name="T78" fmla="*/ 228 w 957"/>
                <a:gd name="T79" fmla="*/ 1531 h 1605"/>
                <a:gd name="T80" fmla="*/ 198 w 957"/>
                <a:gd name="T81" fmla="*/ 1513 h 1605"/>
                <a:gd name="T82" fmla="*/ 123 w 957"/>
                <a:gd name="T83" fmla="*/ 1505 h 1605"/>
                <a:gd name="T84" fmla="*/ 59 w 957"/>
                <a:gd name="T85" fmla="*/ 1538 h 1605"/>
                <a:gd name="T86" fmla="*/ 18 w 957"/>
                <a:gd name="T87" fmla="*/ 1601 h 1605"/>
                <a:gd name="T88" fmla="*/ 2 w 957"/>
                <a:gd name="T89" fmla="*/ 1687 h 1605"/>
                <a:gd name="T90" fmla="*/ 25 w 957"/>
                <a:gd name="T91" fmla="*/ 1796 h 1605"/>
                <a:gd name="T92" fmla="*/ 1534 w 957"/>
                <a:gd name="T93" fmla="*/ 2153 h 1605"/>
                <a:gd name="T94" fmla="*/ 1375 w 957"/>
                <a:gd name="T95" fmla="*/ 669 h 1605"/>
                <a:gd name="T96" fmla="*/ 1236 w 957"/>
                <a:gd name="T97" fmla="*/ 651 h 1605"/>
                <a:gd name="T98" fmla="*/ 1113 w 957"/>
                <a:gd name="T99" fmla="*/ 647 h 1605"/>
                <a:gd name="T100" fmla="*/ 1045 w 957"/>
                <a:gd name="T101" fmla="*/ 643 h 1605"/>
                <a:gd name="T102" fmla="*/ 998 w 957"/>
                <a:gd name="T103" fmla="*/ 626 h 1605"/>
                <a:gd name="T104" fmla="*/ 962 w 957"/>
                <a:gd name="T105" fmla="*/ 584 h 1605"/>
                <a:gd name="T106" fmla="*/ 940 w 957"/>
                <a:gd name="T107" fmla="*/ 540 h 1605"/>
                <a:gd name="T108" fmla="*/ 932 w 957"/>
                <a:gd name="T109" fmla="*/ 485 h 1605"/>
                <a:gd name="T110" fmla="*/ 933 w 957"/>
                <a:gd name="T111" fmla="*/ 422 h 1605"/>
                <a:gd name="T112" fmla="*/ 948 w 957"/>
                <a:gd name="T113" fmla="*/ 376 h 1605"/>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957"/>
                <a:gd name="T172" fmla="*/ 0 h 1605"/>
                <a:gd name="T173" fmla="*/ 957 w 957"/>
                <a:gd name="T174" fmla="*/ 1605 h 1605"/>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957" h="1605">
                  <a:moveTo>
                    <a:pt x="601" y="256"/>
                  </a:moveTo>
                  <a:lnTo>
                    <a:pt x="604" y="251"/>
                  </a:lnTo>
                  <a:lnTo>
                    <a:pt x="607" y="246"/>
                  </a:lnTo>
                  <a:lnTo>
                    <a:pt x="609" y="240"/>
                  </a:lnTo>
                  <a:lnTo>
                    <a:pt x="611" y="235"/>
                  </a:lnTo>
                  <a:lnTo>
                    <a:pt x="613" y="229"/>
                  </a:lnTo>
                  <a:lnTo>
                    <a:pt x="614" y="223"/>
                  </a:lnTo>
                  <a:lnTo>
                    <a:pt x="615" y="217"/>
                  </a:lnTo>
                  <a:lnTo>
                    <a:pt x="617" y="211"/>
                  </a:lnTo>
                  <a:lnTo>
                    <a:pt x="617" y="204"/>
                  </a:lnTo>
                  <a:lnTo>
                    <a:pt x="618" y="198"/>
                  </a:lnTo>
                  <a:lnTo>
                    <a:pt x="618" y="191"/>
                  </a:lnTo>
                  <a:lnTo>
                    <a:pt x="618" y="185"/>
                  </a:lnTo>
                  <a:lnTo>
                    <a:pt x="617" y="178"/>
                  </a:lnTo>
                  <a:lnTo>
                    <a:pt x="617" y="171"/>
                  </a:lnTo>
                  <a:lnTo>
                    <a:pt x="616" y="164"/>
                  </a:lnTo>
                  <a:lnTo>
                    <a:pt x="615" y="157"/>
                  </a:lnTo>
                  <a:lnTo>
                    <a:pt x="613" y="150"/>
                  </a:lnTo>
                  <a:lnTo>
                    <a:pt x="612" y="143"/>
                  </a:lnTo>
                  <a:lnTo>
                    <a:pt x="610" y="136"/>
                  </a:lnTo>
                  <a:lnTo>
                    <a:pt x="608" y="129"/>
                  </a:lnTo>
                  <a:lnTo>
                    <a:pt x="605" y="122"/>
                  </a:lnTo>
                  <a:lnTo>
                    <a:pt x="603" y="115"/>
                  </a:lnTo>
                  <a:lnTo>
                    <a:pt x="600" y="108"/>
                  </a:lnTo>
                  <a:lnTo>
                    <a:pt x="597" y="102"/>
                  </a:lnTo>
                  <a:lnTo>
                    <a:pt x="594" y="95"/>
                  </a:lnTo>
                  <a:lnTo>
                    <a:pt x="591" y="88"/>
                  </a:lnTo>
                  <a:lnTo>
                    <a:pt x="587" y="82"/>
                  </a:lnTo>
                  <a:lnTo>
                    <a:pt x="583" y="76"/>
                  </a:lnTo>
                  <a:lnTo>
                    <a:pt x="579" y="69"/>
                  </a:lnTo>
                  <a:lnTo>
                    <a:pt x="575" y="64"/>
                  </a:lnTo>
                  <a:lnTo>
                    <a:pt x="570" y="58"/>
                  </a:lnTo>
                  <a:lnTo>
                    <a:pt x="566" y="52"/>
                  </a:lnTo>
                  <a:lnTo>
                    <a:pt x="558" y="44"/>
                  </a:lnTo>
                  <a:lnTo>
                    <a:pt x="550" y="36"/>
                  </a:lnTo>
                  <a:lnTo>
                    <a:pt x="541" y="29"/>
                  </a:lnTo>
                  <a:lnTo>
                    <a:pt x="532" y="23"/>
                  </a:lnTo>
                  <a:lnTo>
                    <a:pt x="522" y="18"/>
                  </a:lnTo>
                  <a:lnTo>
                    <a:pt x="513" y="13"/>
                  </a:lnTo>
                  <a:lnTo>
                    <a:pt x="503" y="10"/>
                  </a:lnTo>
                  <a:lnTo>
                    <a:pt x="493" y="6"/>
                  </a:lnTo>
                  <a:lnTo>
                    <a:pt x="483" y="4"/>
                  </a:lnTo>
                  <a:lnTo>
                    <a:pt x="472" y="2"/>
                  </a:lnTo>
                  <a:lnTo>
                    <a:pt x="462" y="1"/>
                  </a:lnTo>
                  <a:lnTo>
                    <a:pt x="451" y="0"/>
                  </a:lnTo>
                  <a:lnTo>
                    <a:pt x="441" y="0"/>
                  </a:lnTo>
                  <a:lnTo>
                    <a:pt x="430" y="0"/>
                  </a:lnTo>
                  <a:lnTo>
                    <a:pt x="420" y="1"/>
                  </a:lnTo>
                  <a:lnTo>
                    <a:pt x="410" y="3"/>
                  </a:lnTo>
                  <a:lnTo>
                    <a:pt x="399" y="5"/>
                  </a:lnTo>
                  <a:lnTo>
                    <a:pt x="389" y="7"/>
                  </a:lnTo>
                  <a:lnTo>
                    <a:pt x="380" y="10"/>
                  </a:lnTo>
                  <a:lnTo>
                    <a:pt x="370" y="14"/>
                  </a:lnTo>
                  <a:lnTo>
                    <a:pt x="361" y="17"/>
                  </a:lnTo>
                  <a:lnTo>
                    <a:pt x="352" y="21"/>
                  </a:lnTo>
                  <a:lnTo>
                    <a:pt x="343" y="26"/>
                  </a:lnTo>
                  <a:lnTo>
                    <a:pt x="335" y="31"/>
                  </a:lnTo>
                  <a:lnTo>
                    <a:pt x="328" y="36"/>
                  </a:lnTo>
                  <a:lnTo>
                    <a:pt x="320" y="42"/>
                  </a:lnTo>
                  <a:lnTo>
                    <a:pt x="314" y="47"/>
                  </a:lnTo>
                  <a:lnTo>
                    <a:pt x="308" y="53"/>
                  </a:lnTo>
                  <a:lnTo>
                    <a:pt x="302" y="59"/>
                  </a:lnTo>
                  <a:lnTo>
                    <a:pt x="297" y="66"/>
                  </a:lnTo>
                  <a:lnTo>
                    <a:pt x="293" y="73"/>
                  </a:lnTo>
                  <a:lnTo>
                    <a:pt x="289" y="80"/>
                  </a:lnTo>
                  <a:lnTo>
                    <a:pt x="286" y="87"/>
                  </a:lnTo>
                  <a:lnTo>
                    <a:pt x="283" y="95"/>
                  </a:lnTo>
                  <a:lnTo>
                    <a:pt x="280" y="102"/>
                  </a:lnTo>
                  <a:lnTo>
                    <a:pt x="277" y="110"/>
                  </a:lnTo>
                  <a:lnTo>
                    <a:pt x="275" y="117"/>
                  </a:lnTo>
                  <a:lnTo>
                    <a:pt x="273" y="125"/>
                  </a:lnTo>
                  <a:lnTo>
                    <a:pt x="271" y="132"/>
                  </a:lnTo>
                  <a:lnTo>
                    <a:pt x="270" y="140"/>
                  </a:lnTo>
                  <a:lnTo>
                    <a:pt x="269" y="147"/>
                  </a:lnTo>
                  <a:lnTo>
                    <a:pt x="268" y="154"/>
                  </a:lnTo>
                  <a:lnTo>
                    <a:pt x="268" y="162"/>
                  </a:lnTo>
                  <a:lnTo>
                    <a:pt x="267" y="170"/>
                  </a:lnTo>
                  <a:lnTo>
                    <a:pt x="268" y="177"/>
                  </a:lnTo>
                  <a:lnTo>
                    <a:pt x="268" y="185"/>
                  </a:lnTo>
                  <a:lnTo>
                    <a:pt x="269" y="193"/>
                  </a:lnTo>
                  <a:lnTo>
                    <a:pt x="271" y="202"/>
                  </a:lnTo>
                  <a:lnTo>
                    <a:pt x="272" y="210"/>
                  </a:lnTo>
                  <a:lnTo>
                    <a:pt x="274" y="219"/>
                  </a:lnTo>
                  <a:lnTo>
                    <a:pt x="277" y="227"/>
                  </a:lnTo>
                  <a:lnTo>
                    <a:pt x="280" y="236"/>
                  </a:lnTo>
                  <a:lnTo>
                    <a:pt x="283" y="245"/>
                  </a:lnTo>
                  <a:lnTo>
                    <a:pt x="286" y="255"/>
                  </a:lnTo>
                  <a:lnTo>
                    <a:pt x="290" y="265"/>
                  </a:lnTo>
                  <a:lnTo>
                    <a:pt x="295" y="275"/>
                  </a:lnTo>
                  <a:lnTo>
                    <a:pt x="299" y="285"/>
                  </a:lnTo>
                  <a:lnTo>
                    <a:pt x="305" y="296"/>
                  </a:lnTo>
                  <a:lnTo>
                    <a:pt x="310" y="307"/>
                  </a:lnTo>
                  <a:lnTo>
                    <a:pt x="316" y="319"/>
                  </a:lnTo>
                  <a:lnTo>
                    <a:pt x="323" y="331"/>
                  </a:lnTo>
                  <a:lnTo>
                    <a:pt x="330" y="343"/>
                  </a:lnTo>
                  <a:lnTo>
                    <a:pt x="337" y="356"/>
                  </a:lnTo>
                  <a:lnTo>
                    <a:pt x="345" y="369"/>
                  </a:lnTo>
                  <a:lnTo>
                    <a:pt x="346" y="372"/>
                  </a:lnTo>
                  <a:lnTo>
                    <a:pt x="347" y="374"/>
                  </a:lnTo>
                  <a:lnTo>
                    <a:pt x="348" y="377"/>
                  </a:lnTo>
                  <a:lnTo>
                    <a:pt x="349" y="380"/>
                  </a:lnTo>
                  <a:lnTo>
                    <a:pt x="350" y="383"/>
                  </a:lnTo>
                  <a:lnTo>
                    <a:pt x="350" y="386"/>
                  </a:lnTo>
                  <a:lnTo>
                    <a:pt x="350" y="389"/>
                  </a:lnTo>
                  <a:lnTo>
                    <a:pt x="351" y="391"/>
                  </a:lnTo>
                  <a:lnTo>
                    <a:pt x="350" y="394"/>
                  </a:lnTo>
                  <a:lnTo>
                    <a:pt x="350" y="397"/>
                  </a:lnTo>
                  <a:lnTo>
                    <a:pt x="350" y="400"/>
                  </a:lnTo>
                  <a:lnTo>
                    <a:pt x="349" y="403"/>
                  </a:lnTo>
                  <a:lnTo>
                    <a:pt x="349" y="406"/>
                  </a:lnTo>
                  <a:lnTo>
                    <a:pt x="348" y="409"/>
                  </a:lnTo>
                  <a:lnTo>
                    <a:pt x="347" y="412"/>
                  </a:lnTo>
                  <a:lnTo>
                    <a:pt x="346" y="415"/>
                  </a:lnTo>
                  <a:lnTo>
                    <a:pt x="345" y="418"/>
                  </a:lnTo>
                  <a:lnTo>
                    <a:pt x="344" y="421"/>
                  </a:lnTo>
                  <a:lnTo>
                    <a:pt x="342" y="424"/>
                  </a:lnTo>
                  <a:lnTo>
                    <a:pt x="341" y="426"/>
                  </a:lnTo>
                  <a:lnTo>
                    <a:pt x="340" y="429"/>
                  </a:lnTo>
                  <a:lnTo>
                    <a:pt x="338" y="432"/>
                  </a:lnTo>
                  <a:lnTo>
                    <a:pt x="337" y="434"/>
                  </a:lnTo>
                  <a:lnTo>
                    <a:pt x="335" y="437"/>
                  </a:lnTo>
                  <a:lnTo>
                    <a:pt x="333" y="439"/>
                  </a:lnTo>
                  <a:lnTo>
                    <a:pt x="332" y="442"/>
                  </a:lnTo>
                  <a:lnTo>
                    <a:pt x="330" y="444"/>
                  </a:lnTo>
                  <a:lnTo>
                    <a:pt x="328" y="446"/>
                  </a:lnTo>
                  <a:lnTo>
                    <a:pt x="326" y="448"/>
                  </a:lnTo>
                  <a:lnTo>
                    <a:pt x="325" y="450"/>
                  </a:lnTo>
                  <a:lnTo>
                    <a:pt x="323" y="452"/>
                  </a:lnTo>
                  <a:lnTo>
                    <a:pt x="321" y="454"/>
                  </a:lnTo>
                  <a:lnTo>
                    <a:pt x="314" y="460"/>
                  </a:lnTo>
                  <a:lnTo>
                    <a:pt x="307" y="465"/>
                  </a:lnTo>
                  <a:lnTo>
                    <a:pt x="299" y="470"/>
                  </a:lnTo>
                  <a:lnTo>
                    <a:pt x="290" y="474"/>
                  </a:lnTo>
                  <a:lnTo>
                    <a:pt x="282" y="477"/>
                  </a:lnTo>
                  <a:lnTo>
                    <a:pt x="272" y="479"/>
                  </a:lnTo>
                  <a:lnTo>
                    <a:pt x="263" y="481"/>
                  </a:lnTo>
                  <a:lnTo>
                    <a:pt x="253" y="482"/>
                  </a:lnTo>
                  <a:lnTo>
                    <a:pt x="243" y="483"/>
                  </a:lnTo>
                  <a:lnTo>
                    <a:pt x="233" y="483"/>
                  </a:lnTo>
                  <a:lnTo>
                    <a:pt x="222" y="483"/>
                  </a:lnTo>
                  <a:lnTo>
                    <a:pt x="211" y="482"/>
                  </a:lnTo>
                  <a:lnTo>
                    <a:pt x="200" y="482"/>
                  </a:lnTo>
                  <a:lnTo>
                    <a:pt x="189" y="480"/>
                  </a:lnTo>
                  <a:lnTo>
                    <a:pt x="178" y="479"/>
                  </a:lnTo>
                  <a:lnTo>
                    <a:pt x="166" y="477"/>
                  </a:lnTo>
                  <a:lnTo>
                    <a:pt x="155" y="475"/>
                  </a:lnTo>
                  <a:lnTo>
                    <a:pt x="144" y="473"/>
                  </a:lnTo>
                  <a:lnTo>
                    <a:pt x="132" y="471"/>
                  </a:lnTo>
                  <a:lnTo>
                    <a:pt x="121" y="469"/>
                  </a:lnTo>
                  <a:lnTo>
                    <a:pt x="99" y="464"/>
                  </a:lnTo>
                  <a:lnTo>
                    <a:pt x="77" y="460"/>
                  </a:lnTo>
                  <a:lnTo>
                    <a:pt x="67" y="458"/>
                  </a:lnTo>
                  <a:lnTo>
                    <a:pt x="56" y="457"/>
                  </a:lnTo>
                  <a:lnTo>
                    <a:pt x="46" y="456"/>
                  </a:lnTo>
                  <a:lnTo>
                    <a:pt x="36" y="454"/>
                  </a:lnTo>
                  <a:lnTo>
                    <a:pt x="27" y="454"/>
                  </a:lnTo>
                  <a:lnTo>
                    <a:pt x="18" y="453"/>
                  </a:lnTo>
                  <a:lnTo>
                    <a:pt x="9" y="453"/>
                  </a:lnTo>
                  <a:lnTo>
                    <a:pt x="1" y="454"/>
                  </a:lnTo>
                  <a:lnTo>
                    <a:pt x="1" y="465"/>
                  </a:lnTo>
                  <a:lnTo>
                    <a:pt x="1" y="495"/>
                  </a:lnTo>
                  <a:lnTo>
                    <a:pt x="1" y="537"/>
                  </a:lnTo>
                  <a:lnTo>
                    <a:pt x="1" y="586"/>
                  </a:lnTo>
                  <a:lnTo>
                    <a:pt x="0" y="638"/>
                  </a:lnTo>
                  <a:lnTo>
                    <a:pt x="0" y="686"/>
                  </a:lnTo>
                  <a:lnTo>
                    <a:pt x="0" y="725"/>
                  </a:lnTo>
                  <a:lnTo>
                    <a:pt x="0" y="749"/>
                  </a:lnTo>
                  <a:lnTo>
                    <a:pt x="0" y="763"/>
                  </a:lnTo>
                  <a:lnTo>
                    <a:pt x="0" y="777"/>
                  </a:lnTo>
                  <a:lnTo>
                    <a:pt x="0" y="784"/>
                  </a:lnTo>
                  <a:lnTo>
                    <a:pt x="1" y="791"/>
                  </a:lnTo>
                  <a:lnTo>
                    <a:pt x="1" y="799"/>
                  </a:lnTo>
                  <a:lnTo>
                    <a:pt x="1" y="806"/>
                  </a:lnTo>
                  <a:lnTo>
                    <a:pt x="2" y="813"/>
                  </a:lnTo>
                  <a:lnTo>
                    <a:pt x="2" y="820"/>
                  </a:lnTo>
                  <a:lnTo>
                    <a:pt x="3" y="827"/>
                  </a:lnTo>
                  <a:lnTo>
                    <a:pt x="4" y="834"/>
                  </a:lnTo>
                  <a:lnTo>
                    <a:pt x="5" y="840"/>
                  </a:lnTo>
                  <a:lnTo>
                    <a:pt x="6" y="847"/>
                  </a:lnTo>
                  <a:lnTo>
                    <a:pt x="7" y="853"/>
                  </a:lnTo>
                  <a:lnTo>
                    <a:pt x="9" y="859"/>
                  </a:lnTo>
                  <a:lnTo>
                    <a:pt x="11" y="865"/>
                  </a:lnTo>
                  <a:lnTo>
                    <a:pt x="13" y="871"/>
                  </a:lnTo>
                  <a:lnTo>
                    <a:pt x="15" y="876"/>
                  </a:lnTo>
                  <a:lnTo>
                    <a:pt x="17" y="881"/>
                  </a:lnTo>
                  <a:lnTo>
                    <a:pt x="20" y="886"/>
                  </a:lnTo>
                  <a:lnTo>
                    <a:pt x="23" y="890"/>
                  </a:lnTo>
                  <a:lnTo>
                    <a:pt x="26" y="894"/>
                  </a:lnTo>
                  <a:lnTo>
                    <a:pt x="30" y="898"/>
                  </a:lnTo>
                  <a:lnTo>
                    <a:pt x="34" y="901"/>
                  </a:lnTo>
                  <a:lnTo>
                    <a:pt x="38" y="903"/>
                  </a:lnTo>
                  <a:lnTo>
                    <a:pt x="43" y="906"/>
                  </a:lnTo>
                  <a:lnTo>
                    <a:pt x="48" y="907"/>
                  </a:lnTo>
                  <a:lnTo>
                    <a:pt x="53" y="909"/>
                  </a:lnTo>
                  <a:lnTo>
                    <a:pt x="59" y="909"/>
                  </a:lnTo>
                  <a:lnTo>
                    <a:pt x="65" y="909"/>
                  </a:lnTo>
                  <a:lnTo>
                    <a:pt x="71" y="909"/>
                  </a:lnTo>
                  <a:lnTo>
                    <a:pt x="74" y="909"/>
                  </a:lnTo>
                  <a:lnTo>
                    <a:pt x="76" y="908"/>
                  </a:lnTo>
                  <a:lnTo>
                    <a:pt x="79" y="908"/>
                  </a:lnTo>
                  <a:lnTo>
                    <a:pt x="81" y="907"/>
                  </a:lnTo>
                  <a:lnTo>
                    <a:pt x="84" y="906"/>
                  </a:lnTo>
                  <a:lnTo>
                    <a:pt x="86" y="905"/>
                  </a:lnTo>
                  <a:lnTo>
                    <a:pt x="89" y="904"/>
                  </a:lnTo>
                  <a:lnTo>
                    <a:pt x="91" y="903"/>
                  </a:lnTo>
                  <a:lnTo>
                    <a:pt x="96" y="901"/>
                  </a:lnTo>
                  <a:lnTo>
                    <a:pt x="101" y="898"/>
                  </a:lnTo>
                  <a:lnTo>
                    <a:pt x="106" y="895"/>
                  </a:lnTo>
                  <a:lnTo>
                    <a:pt x="111" y="893"/>
                  </a:lnTo>
                  <a:lnTo>
                    <a:pt x="116" y="890"/>
                  </a:lnTo>
                  <a:lnTo>
                    <a:pt x="121" y="886"/>
                  </a:lnTo>
                  <a:lnTo>
                    <a:pt x="126" y="883"/>
                  </a:lnTo>
                  <a:lnTo>
                    <a:pt x="132" y="881"/>
                  </a:lnTo>
                  <a:lnTo>
                    <a:pt x="135" y="879"/>
                  </a:lnTo>
                  <a:lnTo>
                    <a:pt x="138" y="878"/>
                  </a:lnTo>
                  <a:lnTo>
                    <a:pt x="140" y="876"/>
                  </a:lnTo>
                  <a:lnTo>
                    <a:pt x="144" y="875"/>
                  </a:lnTo>
                  <a:lnTo>
                    <a:pt x="147" y="874"/>
                  </a:lnTo>
                  <a:lnTo>
                    <a:pt x="150" y="873"/>
                  </a:lnTo>
                  <a:lnTo>
                    <a:pt x="153" y="872"/>
                  </a:lnTo>
                  <a:lnTo>
                    <a:pt x="156" y="871"/>
                  </a:lnTo>
                  <a:lnTo>
                    <a:pt x="164" y="868"/>
                  </a:lnTo>
                  <a:lnTo>
                    <a:pt x="171" y="866"/>
                  </a:lnTo>
                  <a:lnTo>
                    <a:pt x="178" y="864"/>
                  </a:lnTo>
                  <a:lnTo>
                    <a:pt x="186" y="863"/>
                  </a:lnTo>
                  <a:lnTo>
                    <a:pt x="193" y="861"/>
                  </a:lnTo>
                  <a:lnTo>
                    <a:pt x="201" y="859"/>
                  </a:lnTo>
                  <a:lnTo>
                    <a:pt x="209" y="858"/>
                  </a:lnTo>
                  <a:lnTo>
                    <a:pt x="216" y="857"/>
                  </a:lnTo>
                  <a:lnTo>
                    <a:pt x="224" y="856"/>
                  </a:lnTo>
                  <a:lnTo>
                    <a:pt x="231" y="855"/>
                  </a:lnTo>
                  <a:lnTo>
                    <a:pt x="239" y="855"/>
                  </a:lnTo>
                  <a:lnTo>
                    <a:pt x="246" y="854"/>
                  </a:lnTo>
                  <a:lnTo>
                    <a:pt x="253" y="855"/>
                  </a:lnTo>
                  <a:lnTo>
                    <a:pt x="261" y="855"/>
                  </a:lnTo>
                  <a:lnTo>
                    <a:pt x="268" y="856"/>
                  </a:lnTo>
                  <a:lnTo>
                    <a:pt x="275" y="857"/>
                  </a:lnTo>
                  <a:lnTo>
                    <a:pt x="282" y="858"/>
                  </a:lnTo>
                  <a:lnTo>
                    <a:pt x="289" y="861"/>
                  </a:lnTo>
                  <a:lnTo>
                    <a:pt x="296" y="863"/>
                  </a:lnTo>
                  <a:lnTo>
                    <a:pt x="303" y="866"/>
                  </a:lnTo>
                  <a:lnTo>
                    <a:pt x="309" y="869"/>
                  </a:lnTo>
                  <a:lnTo>
                    <a:pt x="315" y="873"/>
                  </a:lnTo>
                  <a:lnTo>
                    <a:pt x="322" y="878"/>
                  </a:lnTo>
                  <a:lnTo>
                    <a:pt x="328" y="883"/>
                  </a:lnTo>
                  <a:lnTo>
                    <a:pt x="333" y="888"/>
                  </a:lnTo>
                  <a:lnTo>
                    <a:pt x="339" y="894"/>
                  </a:lnTo>
                  <a:lnTo>
                    <a:pt x="344" y="901"/>
                  </a:lnTo>
                  <a:lnTo>
                    <a:pt x="349" y="909"/>
                  </a:lnTo>
                  <a:lnTo>
                    <a:pt x="354" y="917"/>
                  </a:lnTo>
                  <a:lnTo>
                    <a:pt x="359" y="926"/>
                  </a:lnTo>
                  <a:lnTo>
                    <a:pt x="363" y="935"/>
                  </a:lnTo>
                  <a:lnTo>
                    <a:pt x="367" y="945"/>
                  </a:lnTo>
                  <a:lnTo>
                    <a:pt x="369" y="951"/>
                  </a:lnTo>
                  <a:lnTo>
                    <a:pt x="371" y="957"/>
                  </a:lnTo>
                  <a:lnTo>
                    <a:pt x="373" y="963"/>
                  </a:lnTo>
                  <a:lnTo>
                    <a:pt x="375" y="969"/>
                  </a:lnTo>
                  <a:lnTo>
                    <a:pt x="376" y="975"/>
                  </a:lnTo>
                  <a:lnTo>
                    <a:pt x="378" y="981"/>
                  </a:lnTo>
                  <a:lnTo>
                    <a:pt x="379" y="987"/>
                  </a:lnTo>
                  <a:lnTo>
                    <a:pt x="380" y="994"/>
                  </a:lnTo>
                  <a:lnTo>
                    <a:pt x="381" y="1000"/>
                  </a:lnTo>
                  <a:lnTo>
                    <a:pt x="382" y="1006"/>
                  </a:lnTo>
                  <a:lnTo>
                    <a:pt x="383" y="1012"/>
                  </a:lnTo>
                  <a:lnTo>
                    <a:pt x="383" y="1019"/>
                  </a:lnTo>
                  <a:lnTo>
                    <a:pt x="384" y="1025"/>
                  </a:lnTo>
                  <a:lnTo>
                    <a:pt x="384" y="1031"/>
                  </a:lnTo>
                  <a:lnTo>
                    <a:pt x="384" y="1038"/>
                  </a:lnTo>
                  <a:lnTo>
                    <a:pt x="384" y="1044"/>
                  </a:lnTo>
                  <a:lnTo>
                    <a:pt x="384" y="1050"/>
                  </a:lnTo>
                  <a:lnTo>
                    <a:pt x="383" y="1057"/>
                  </a:lnTo>
                  <a:lnTo>
                    <a:pt x="382" y="1063"/>
                  </a:lnTo>
                  <a:lnTo>
                    <a:pt x="382" y="1069"/>
                  </a:lnTo>
                  <a:lnTo>
                    <a:pt x="381" y="1075"/>
                  </a:lnTo>
                  <a:lnTo>
                    <a:pt x="379" y="1082"/>
                  </a:lnTo>
                  <a:lnTo>
                    <a:pt x="378" y="1088"/>
                  </a:lnTo>
                  <a:lnTo>
                    <a:pt x="376" y="1094"/>
                  </a:lnTo>
                  <a:lnTo>
                    <a:pt x="374" y="1100"/>
                  </a:lnTo>
                  <a:lnTo>
                    <a:pt x="372" y="1106"/>
                  </a:lnTo>
                  <a:lnTo>
                    <a:pt x="370" y="1112"/>
                  </a:lnTo>
                  <a:lnTo>
                    <a:pt x="367" y="1118"/>
                  </a:lnTo>
                  <a:lnTo>
                    <a:pt x="365" y="1124"/>
                  </a:lnTo>
                  <a:lnTo>
                    <a:pt x="361" y="1130"/>
                  </a:lnTo>
                  <a:lnTo>
                    <a:pt x="358" y="1135"/>
                  </a:lnTo>
                  <a:lnTo>
                    <a:pt x="355" y="1141"/>
                  </a:lnTo>
                  <a:lnTo>
                    <a:pt x="350" y="1148"/>
                  </a:lnTo>
                  <a:lnTo>
                    <a:pt x="345" y="1154"/>
                  </a:lnTo>
                  <a:lnTo>
                    <a:pt x="340" y="1159"/>
                  </a:lnTo>
                  <a:lnTo>
                    <a:pt x="334" y="1164"/>
                  </a:lnTo>
                  <a:lnTo>
                    <a:pt x="329" y="1169"/>
                  </a:lnTo>
                  <a:lnTo>
                    <a:pt x="323" y="1172"/>
                  </a:lnTo>
                  <a:lnTo>
                    <a:pt x="317" y="1176"/>
                  </a:lnTo>
                  <a:lnTo>
                    <a:pt x="311" y="1179"/>
                  </a:lnTo>
                  <a:lnTo>
                    <a:pt x="305" y="1181"/>
                  </a:lnTo>
                  <a:lnTo>
                    <a:pt x="298" y="1183"/>
                  </a:lnTo>
                  <a:lnTo>
                    <a:pt x="292" y="1184"/>
                  </a:lnTo>
                  <a:lnTo>
                    <a:pt x="285" y="1185"/>
                  </a:lnTo>
                  <a:lnTo>
                    <a:pt x="279" y="1186"/>
                  </a:lnTo>
                  <a:lnTo>
                    <a:pt x="272" y="1186"/>
                  </a:lnTo>
                  <a:lnTo>
                    <a:pt x="265" y="1186"/>
                  </a:lnTo>
                  <a:lnTo>
                    <a:pt x="258" y="1186"/>
                  </a:lnTo>
                  <a:lnTo>
                    <a:pt x="251" y="1185"/>
                  </a:lnTo>
                  <a:lnTo>
                    <a:pt x="244" y="1184"/>
                  </a:lnTo>
                  <a:lnTo>
                    <a:pt x="237" y="1182"/>
                  </a:lnTo>
                  <a:lnTo>
                    <a:pt x="230" y="1181"/>
                  </a:lnTo>
                  <a:lnTo>
                    <a:pt x="223" y="1179"/>
                  </a:lnTo>
                  <a:lnTo>
                    <a:pt x="216" y="1176"/>
                  </a:lnTo>
                  <a:lnTo>
                    <a:pt x="209" y="1174"/>
                  </a:lnTo>
                  <a:lnTo>
                    <a:pt x="202" y="1171"/>
                  </a:lnTo>
                  <a:lnTo>
                    <a:pt x="195" y="1169"/>
                  </a:lnTo>
                  <a:lnTo>
                    <a:pt x="188" y="1166"/>
                  </a:lnTo>
                  <a:lnTo>
                    <a:pt x="181" y="1163"/>
                  </a:lnTo>
                  <a:lnTo>
                    <a:pt x="174" y="1159"/>
                  </a:lnTo>
                  <a:lnTo>
                    <a:pt x="168" y="1156"/>
                  </a:lnTo>
                  <a:lnTo>
                    <a:pt x="161" y="1153"/>
                  </a:lnTo>
                  <a:lnTo>
                    <a:pt x="155" y="1149"/>
                  </a:lnTo>
                  <a:lnTo>
                    <a:pt x="148" y="1146"/>
                  </a:lnTo>
                  <a:lnTo>
                    <a:pt x="146" y="1145"/>
                  </a:lnTo>
                  <a:lnTo>
                    <a:pt x="144" y="1143"/>
                  </a:lnTo>
                  <a:lnTo>
                    <a:pt x="143" y="1142"/>
                  </a:lnTo>
                  <a:lnTo>
                    <a:pt x="141" y="1141"/>
                  </a:lnTo>
                  <a:lnTo>
                    <a:pt x="137" y="1138"/>
                  </a:lnTo>
                  <a:lnTo>
                    <a:pt x="134" y="1136"/>
                  </a:lnTo>
                  <a:lnTo>
                    <a:pt x="131" y="1133"/>
                  </a:lnTo>
                  <a:lnTo>
                    <a:pt x="128" y="1131"/>
                  </a:lnTo>
                  <a:lnTo>
                    <a:pt x="126" y="1130"/>
                  </a:lnTo>
                  <a:lnTo>
                    <a:pt x="124" y="1129"/>
                  </a:lnTo>
                  <a:lnTo>
                    <a:pt x="123" y="1128"/>
                  </a:lnTo>
                  <a:lnTo>
                    <a:pt x="121" y="1127"/>
                  </a:lnTo>
                  <a:lnTo>
                    <a:pt x="114" y="1125"/>
                  </a:lnTo>
                  <a:lnTo>
                    <a:pt x="107" y="1123"/>
                  </a:lnTo>
                  <a:lnTo>
                    <a:pt x="101" y="1122"/>
                  </a:lnTo>
                  <a:lnTo>
                    <a:pt x="95" y="1122"/>
                  </a:lnTo>
                  <a:lnTo>
                    <a:pt x="89" y="1122"/>
                  </a:lnTo>
                  <a:lnTo>
                    <a:pt x="83" y="1122"/>
                  </a:lnTo>
                  <a:lnTo>
                    <a:pt x="77" y="1123"/>
                  </a:lnTo>
                  <a:lnTo>
                    <a:pt x="71" y="1124"/>
                  </a:lnTo>
                  <a:lnTo>
                    <a:pt x="66" y="1126"/>
                  </a:lnTo>
                  <a:lnTo>
                    <a:pt x="61" y="1128"/>
                  </a:lnTo>
                  <a:lnTo>
                    <a:pt x="55" y="1131"/>
                  </a:lnTo>
                  <a:lnTo>
                    <a:pt x="51" y="1134"/>
                  </a:lnTo>
                  <a:lnTo>
                    <a:pt x="46" y="1138"/>
                  </a:lnTo>
                  <a:lnTo>
                    <a:pt x="41" y="1142"/>
                  </a:lnTo>
                  <a:lnTo>
                    <a:pt x="37" y="1147"/>
                  </a:lnTo>
                  <a:lnTo>
                    <a:pt x="33" y="1151"/>
                  </a:lnTo>
                  <a:lnTo>
                    <a:pt x="29" y="1156"/>
                  </a:lnTo>
                  <a:lnTo>
                    <a:pt x="25" y="1162"/>
                  </a:lnTo>
                  <a:lnTo>
                    <a:pt x="22" y="1168"/>
                  </a:lnTo>
                  <a:lnTo>
                    <a:pt x="19" y="1174"/>
                  </a:lnTo>
                  <a:lnTo>
                    <a:pt x="16" y="1180"/>
                  </a:lnTo>
                  <a:lnTo>
                    <a:pt x="13" y="1187"/>
                  </a:lnTo>
                  <a:lnTo>
                    <a:pt x="11" y="1194"/>
                  </a:lnTo>
                  <a:lnTo>
                    <a:pt x="9" y="1201"/>
                  </a:lnTo>
                  <a:lnTo>
                    <a:pt x="7" y="1209"/>
                  </a:lnTo>
                  <a:lnTo>
                    <a:pt x="5" y="1216"/>
                  </a:lnTo>
                  <a:lnTo>
                    <a:pt x="4" y="1224"/>
                  </a:lnTo>
                  <a:lnTo>
                    <a:pt x="3" y="1232"/>
                  </a:lnTo>
                  <a:lnTo>
                    <a:pt x="2" y="1241"/>
                  </a:lnTo>
                  <a:lnTo>
                    <a:pt x="2" y="1249"/>
                  </a:lnTo>
                  <a:lnTo>
                    <a:pt x="2" y="1258"/>
                  </a:lnTo>
                  <a:lnTo>
                    <a:pt x="2" y="1267"/>
                  </a:lnTo>
                  <a:lnTo>
                    <a:pt x="2" y="1270"/>
                  </a:lnTo>
                  <a:lnTo>
                    <a:pt x="3" y="1275"/>
                  </a:lnTo>
                  <a:lnTo>
                    <a:pt x="4" y="1280"/>
                  </a:lnTo>
                  <a:lnTo>
                    <a:pt x="5" y="1287"/>
                  </a:lnTo>
                  <a:lnTo>
                    <a:pt x="8" y="1301"/>
                  </a:lnTo>
                  <a:lnTo>
                    <a:pt x="11" y="1319"/>
                  </a:lnTo>
                  <a:lnTo>
                    <a:pt x="15" y="1339"/>
                  </a:lnTo>
                  <a:lnTo>
                    <a:pt x="20" y="1361"/>
                  </a:lnTo>
                  <a:lnTo>
                    <a:pt x="26" y="1385"/>
                  </a:lnTo>
                  <a:lnTo>
                    <a:pt x="31" y="1410"/>
                  </a:lnTo>
                  <a:lnTo>
                    <a:pt x="44" y="1462"/>
                  </a:lnTo>
                  <a:lnTo>
                    <a:pt x="56" y="1514"/>
                  </a:lnTo>
                  <a:lnTo>
                    <a:pt x="68" y="1562"/>
                  </a:lnTo>
                  <a:lnTo>
                    <a:pt x="79" y="1605"/>
                  </a:lnTo>
                  <a:lnTo>
                    <a:pt x="957" y="1605"/>
                  </a:lnTo>
                  <a:lnTo>
                    <a:pt x="957" y="522"/>
                  </a:lnTo>
                  <a:lnTo>
                    <a:pt x="942" y="518"/>
                  </a:lnTo>
                  <a:lnTo>
                    <a:pt x="928" y="515"/>
                  </a:lnTo>
                  <a:lnTo>
                    <a:pt x="913" y="511"/>
                  </a:lnTo>
                  <a:lnTo>
                    <a:pt x="899" y="508"/>
                  </a:lnTo>
                  <a:lnTo>
                    <a:pt x="885" y="505"/>
                  </a:lnTo>
                  <a:lnTo>
                    <a:pt x="871" y="502"/>
                  </a:lnTo>
                  <a:lnTo>
                    <a:pt x="858" y="499"/>
                  </a:lnTo>
                  <a:lnTo>
                    <a:pt x="845" y="497"/>
                  </a:lnTo>
                  <a:lnTo>
                    <a:pt x="832" y="494"/>
                  </a:lnTo>
                  <a:lnTo>
                    <a:pt x="820" y="492"/>
                  </a:lnTo>
                  <a:lnTo>
                    <a:pt x="809" y="490"/>
                  </a:lnTo>
                  <a:lnTo>
                    <a:pt x="799" y="488"/>
                  </a:lnTo>
                  <a:lnTo>
                    <a:pt x="789" y="487"/>
                  </a:lnTo>
                  <a:lnTo>
                    <a:pt x="780" y="486"/>
                  </a:lnTo>
                  <a:lnTo>
                    <a:pt x="771" y="485"/>
                  </a:lnTo>
                  <a:lnTo>
                    <a:pt x="764" y="484"/>
                  </a:lnTo>
                  <a:lnTo>
                    <a:pt x="756" y="483"/>
                  </a:lnTo>
                  <a:lnTo>
                    <a:pt x="748" y="483"/>
                  </a:lnTo>
                  <a:lnTo>
                    <a:pt x="741" y="482"/>
                  </a:lnTo>
                  <a:lnTo>
                    <a:pt x="733" y="482"/>
                  </a:lnTo>
                  <a:lnTo>
                    <a:pt x="720" y="482"/>
                  </a:lnTo>
                  <a:lnTo>
                    <a:pt x="707" y="482"/>
                  </a:lnTo>
                  <a:lnTo>
                    <a:pt x="695" y="482"/>
                  </a:lnTo>
                  <a:lnTo>
                    <a:pt x="684" y="482"/>
                  </a:lnTo>
                  <a:lnTo>
                    <a:pt x="679" y="482"/>
                  </a:lnTo>
                  <a:lnTo>
                    <a:pt x="674" y="482"/>
                  </a:lnTo>
                  <a:lnTo>
                    <a:pt x="669" y="482"/>
                  </a:lnTo>
                  <a:lnTo>
                    <a:pt x="665" y="482"/>
                  </a:lnTo>
                  <a:lnTo>
                    <a:pt x="660" y="481"/>
                  </a:lnTo>
                  <a:lnTo>
                    <a:pt x="656" y="481"/>
                  </a:lnTo>
                  <a:lnTo>
                    <a:pt x="652" y="480"/>
                  </a:lnTo>
                  <a:lnTo>
                    <a:pt x="648" y="480"/>
                  </a:lnTo>
                  <a:lnTo>
                    <a:pt x="644" y="478"/>
                  </a:lnTo>
                  <a:lnTo>
                    <a:pt x="640" y="477"/>
                  </a:lnTo>
                  <a:lnTo>
                    <a:pt x="636" y="476"/>
                  </a:lnTo>
                  <a:lnTo>
                    <a:pt x="633" y="474"/>
                  </a:lnTo>
                  <a:lnTo>
                    <a:pt x="629" y="472"/>
                  </a:lnTo>
                  <a:lnTo>
                    <a:pt x="626" y="470"/>
                  </a:lnTo>
                  <a:lnTo>
                    <a:pt x="623" y="467"/>
                  </a:lnTo>
                  <a:lnTo>
                    <a:pt x="620" y="465"/>
                  </a:lnTo>
                  <a:lnTo>
                    <a:pt x="617" y="461"/>
                  </a:lnTo>
                  <a:lnTo>
                    <a:pt x="614" y="458"/>
                  </a:lnTo>
                  <a:lnTo>
                    <a:pt x="611" y="454"/>
                  </a:lnTo>
                  <a:lnTo>
                    <a:pt x="608" y="450"/>
                  </a:lnTo>
                  <a:lnTo>
                    <a:pt x="605" y="445"/>
                  </a:lnTo>
                  <a:lnTo>
                    <a:pt x="603" y="441"/>
                  </a:lnTo>
                  <a:lnTo>
                    <a:pt x="600" y="436"/>
                  </a:lnTo>
                  <a:lnTo>
                    <a:pt x="598" y="432"/>
                  </a:lnTo>
                  <a:lnTo>
                    <a:pt x="596" y="428"/>
                  </a:lnTo>
                  <a:lnTo>
                    <a:pt x="594" y="423"/>
                  </a:lnTo>
                  <a:lnTo>
                    <a:pt x="592" y="419"/>
                  </a:lnTo>
                  <a:lnTo>
                    <a:pt x="590" y="415"/>
                  </a:lnTo>
                  <a:lnTo>
                    <a:pt x="589" y="411"/>
                  </a:lnTo>
                  <a:lnTo>
                    <a:pt x="588" y="407"/>
                  </a:lnTo>
                  <a:lnTo>
                    <a:pt x="586" y="403"/>
                  </a:lnTo>
                  <a:lnTo>
                    <a:pt x="586" y="399"/>
                  </a:lnTo>
                  <a:lnTo>
                    <a:pt x="585" y="395"/>
                  </a:lnTo>
                  <a:lnTo>
                    <a:pt x="584" y="391"/>
                  </a:lnTo>
                  <a:lnTo>
                    <a:pt x="584" y="387"/>
                  </a:lnTo>
                  <a:lnTo>
                    <a:pt x="584" y="383"/>
                  </a:lnTo>
                  <a:lnTo>
                    <a:pt x="583" y="376"/>
                  </a:lnTo>
                  <a:lnTo>
                    <a:pt x="582" y="369"/>
                  </a:lnTo>
                  <a:lnTo>
                    <a:pt x="581" y="362"/>
                  </a:lnTo>
                  <a:lnTo>
                    <a:pt x="580" y="356"/>
                  </a:lnTo>
                  <a:lnTo>
                    <a:pt x="580" y="349"/>
                  </a:lnTo>
                  <a:lnTo>
                    <a:pt x="580" y="343"/>
                  </a:lnTo>
                  <a:lnTo>
                    <a:pt x="580" y="337"/>
                  </a:lnTo>
                  <a:lnTo>
                    <a:pt x="580" y="331"/>
                  </a:lnTo>
                  <a:lnTo>
                    <a:pt x="581" y="326"/>
                  </a:lnTo>
                  <a:lnTo>
                    <a:pt x="581" y="320"/>
                  </a:lnTo>
                  <a:lnTo>
                    <a:pt x="582" y="315"/>
                  </a:lnTo>
                  <a:lnTo>
                    <a:pt x="583" y="310"/>
                  </a:lnTo>
                  <a:lnTo>
                    <a:pt x="584" y="305"/>
                  </a:lnTo>
                  <a:lnTo>
                    <a:pt x="585" y="300"/>
                  </a:lnTo>
                  <a:lnTo>
                    <a:pt x="586" y="295"/>
                  </a:lnTo>
                  <a:lnTo>
                    <a:pt x="587" y="291"/>
                  </a:lnTo>
                  <a:lnTo>
                    <a:pt x="588" y="287"/>
                  </a:lnTo>
                  <a:lnTo>
                    <a:pt x="589" y="283"/>
                  </a:lnTo>
                  <a:lnTo>
                    <a:pt x="591" y="280"/>
                  </a:lnTo>
                  <a:lnTo>
                    <a:pt x="592" y="276"/>
                  </a:lnTo>
                  <a:lnTo>
                    <a:pt x="594" y="270"/>
                  </a:lnTo>
                  <a:lnTo>
                    <a:pt x="596" y="265"/>
                  </a:lnTo>
                  <a:lnTo>
                    <a:pt x="600" y="258"/>
                  </a:lnTo>
                  <a:lnTo>
                    <a:pt x="601" y="256"/>
                  </a:lnTo>
                  <a:close/>
                </a:path>
              </a:pathLst>
            </a:custGeom>
            <a:solidFill>
              <a:schemeClr val="accent1"/>
            </a:solidFill>
            <a:ln w="19050" cmpd="sng">
              <a:solidFill>
                <a:schemeClr val="bg1"/>
              </a:solidFill>
              <a:round/>
            </a:ln>
          </p:spPr>
          <p:txBody>
            <a:bodyPr/>
            <a:lstStyle/>
            <a:p>
              <a:endParaRPr lang="en-GB" sz="1815"/>
            </a:p>
          </p:txBody>
        </p:sp>
      </p:grpSp>
      <p:sp>
        <p:nvSpPr>
          <p:cNvPr id="30" name="Rectangle 18"/>
          <p:cNvSpPr txBox="1">
            <a:spLocks noChangeArrowheads="1"/>
          </p:cNvSpPr>
          <p:nvPr/>
        </p:nvSpPr>
        <p:spPr>
          <a:xfrm>
            <a:off x="1720004" y="1880611"/>
            <a:ext cx="2025952" cy="1287279"/>
          </a:xfrm>
          <a:prstGeom prst="rect">
            <a:avLst/>
          </a:prstGeom>
          <a:solidFill>
            <a:schemeClr val="bg1"/>
          </a:solidFill>
          <a:ln cap="flat" algn="ctr">
            <a:solidFill>
              <a:schemeClr val="bg2"/>
            </a:solidFill>
          </a:ln>
        </p:spPr>
        <p:txBody>
          <a:bodyPr lIns="48979" tIns="48979" rIns="48979" bIns="48979"/>
          <a:lstStyle/>
          <a:p>
            <a:pPr marL="0" marR="0" lvl="0" indent="0" algn="l" defTabSz="1018540" rtl="0" eaLnBrk="1" fontAlgn="auto" latinLnBrk="0" hangingPunct="1">
              <a:lnSpc>
                <a:spcPct val="100000"/>
              </a:lnSpc>
              <a:spcBef>
                <a:spcPts val="0"/>
              </a:spcBef>
              <a:spcAft>
                <a:spcPts val="600"/>
              </a:spcAft>
              <a:buClr>
                <a:schemeClr val="tx1"/>
              </a:buClr>
              <a:buSzTx/>
              <a:buFontTx/>
              <a:buNone/>
              <a:defRPr/>
            </a:pPr>
            <a:r>
              <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rPr>
              <a:t>Can be edited to different layouts, e.g. four pieces+</a:t>
            </a:r>
            <a:endPar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endParaRPr>
          </a:p>
          <a:p>
            <a:pPr marL="0" marR="0" lvl="0" indent="0" algn="l" defTabSz="1018540" rtl="0" eaLnBrk="1" fontAlgn="auto" latinLnBrk="0" hangingPunct="1">
              <a:lnSpc>
                <a:spcPct val="100000"/>
              </a:lnSpc>
              <a:spcBef>
                <a:spcPts val="0"/>
              </a:spcBef>
              <a:spcAft>
                <a:spcPts val="600"/>
              </a:spcAft>
              <a:buClr>
                <a:schemeClr val="tx1"/>
              </a:buClr>
              <a:buSzTx/>
              <a:buFontTx/>
              <a:buNone/>
              <a:defRPr/>
            </a:pPr>
            <a:r>
              <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rPr>
              <a:t>Objects can be ungrouped and </a:t>
            </a:r>
            <a:r>
              <a:rPr kumimoji="0" lang="en-GB" sz="1000" b="0" i="0" u="none" strike="noStrike" kern="1200" cap="none" spc="0" normalizeH="0" baseline="0" noProof="0" err="1" smtClean="0">
                <a:ln>
                  <a:noFill/>
                </a:ln>
                <a:solidFill>
                  <a:schemeClr val="tx1"/>
                </a:solidFill>
                <a:effectLst/>
                <a:uLnTx/>
                <a:uFillTx/>
                <a:latin typeface="腾讯体 W7" panose="020C08030202040F0204" pitchFamily="18" charset="-122"/>
                <a:ea typeface="+mn-ea"/>
                <a:cs typeface="+mn-cs"/>
              </a:rPr>
              <a:t>recoloured</a:t>
            </a:r>
            <a:r>
              <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rPr>
              <a:t> and resized. Use shift to constrain proportions when resizing</a:t>
            </a:r>
            <a:endPar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endParaRPr>
          </a:p>
        </p:txBody>
      </p:sp>
      <p:sp>
        <p:nvSpPr>
          <p:cNvPr id="15" name="Freeform 4"/>
          <p:cNvSpPr/>
          <p:nvPr/>
        </p:nvSpPr>
        <p:spPr bwMode="auto">
          <a:xfrm>
            <a:off x="2131686" y="3319169"/>
            <a:ext cx="518020" cy="639155"/>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no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16" name="Freeform 5"/>
          <p:cNvSpPr/>
          <p:nvPr/>
        </p:nvSpPr>
        <p:spPr bwMode="auto">
          <a:xfrm>
            <a:off x="2014649" y="3862654"/>
            <a:ext cx="778557" cy="640172"/>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noFill/>
          <a:ln w="12700" cmpd="sng">
            <a:solidFill>
              <a:schemeClr val="tx2">
                <a:lumMod val="20000"/>
                <a:lumOff val="8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21" name="Freeform 6"/>
          <p:cNvSpPr/>
          <p:nvPr/>
        </p:nvSpPr>
        <p:spPr bwMode="auto">
          <a:xfrm>
            <a:off x="1596365" y="3857566"/>
            <a:ext cx="520055" cy="786730"/>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solidFill>
            <a:schemeClr val="bg1"/>
          </a:solid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24" name="Freeform 7"/>
          <p:cNvSpPr/>
          <p:nvPr/>
        </p:nvSpPr>
        <p:spPr bwMode="auto">
          <a:xfrm>
            <a:off x="1452866" y="3439265"/>
            <a:ext cx="777539" cy="518041"/>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solidFill>
            <a:schemeClr val="bg1"/>
          </a:solid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25" name="Freeform 8"/>
          <p:cNvSpPr/>
          <p:nvPr/>
        </p:nvSpPr>
        <p:spPr bwMode="auto">
          <a:xfrm>
            <a:off x="2682273" y="3857566"/>
            <a:ext cx="520055" cy="786730"/>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noFill/>
          <a:ln w="12700" cmpd="sng">
            <a:solidFill>
              <a:schemeClr val="tx2">
                <a:lumMod val="40000"/>
                <a:lumOff val="6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26" name="Freeform 9"/>
          <p:cNvSpPr/>
          <p:nvPr/>
        </p:nvSpPr>
        <p:spPr bwMode="auto">
          <a:xfrm>
            <a:off x="2538775" y="3439265"/>
            <a:ext cx="777539" cy="518041"/>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noFill/>
          <a:ln w="12700" cmpd="sng">
            <a:solidFill>
              <a:schemeClr val="tx2">
                <a:lumMod val="20000"/>
                <a:lumOff val="8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29" name="Freeform 10"/>
          <p:cNvSpPr/>
          <p:nvPr/>
        </p:nvSpPr>
        <p:spPr bwMode="auto">
          <a:xfrm>
            <a:off x="3212506" y="3319169"/>
            <a:ext cx="518020" cy="639155"/>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no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1" name="Freeform 11"/>
          <p:cNvSpPr/>
          <p:nvPr/>
        </p:nvSpPr>
        <p:spPr bwMode="auto">
          <a:xfrm>
            <a:off x="3095468" y="3862654"/>
            <a:ext cx="778557" cy="640172"/>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no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2" name="Freeform 12"/>
          <p:cNvSpPr/>
          <p:nvPr/>
        </p:nvSpPr>
        <p:spPr bwMode="auto">
          <a:xfrm>
            <a:off x="2136775" y="4410210"/>
            <a:ext cx="518020" cy="639155"/>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noFill/>
          <a:ln w="12700" cmpd="sng">
            <a:solidFill>
              <a:schemeClr val="tx2">
                <a:lumMod val="20000"/>
                <a:lumOff val="8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3" name="Freeform 13"/>
          <p:cNvSpPr/>
          <p:nvPr/>
        </p:nvSpPr>
        <p:spPr bwMode="auto">
          <a:xfrm>
            <a:off x="2019737" y="4953695"/>
            <a:ext cx="778557" cy="640172"/>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noFill/>
          <a:ln w="12700" cmpd="sng">
            <a:solidFill>
              <a:schemeClr val="tx2">
                <a:lumMod val="20000"/>
                <a:lumOff val="8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4" name="Freeform 14"/>
          <p:cNvSpPr/>
          <p:nvPr/>
        </p:nvSpPr>
        <p:spPr bwMode="auto">
          <a:xfrm>
            <a:off x="1601453" y="4948607"/>
            <a:ext cx="520055" cy="786730"/>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no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5" name="Freeform 15"/>
          <p:cNvSpPr/>
          <p:nvPr/>
        </p:nvSpPr>
        <p:spPr bwMode="auto">
          <a:xfrm>
            <a:off x="1457955" y="4530307"/>
            <a:ext cx="777539" cy="518041"/>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noFill/>
          <a:ln w="12700" cmpd="sng">
            <a:solidFill>
              <a:srgbClr val="1450B8"/>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6" name="Freeform 16"/>
          <p:cNvSpPr/>
          <p:nvPr/>
        </p:nvSpPr>
        <p:spPr bwMode="auto">
          <a:xfrm>
            <a:off x="2687361" y="4948607"/>
            <a:ext cx="520055" cy="786730"/>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no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7" name="Freeform 17"/>
          <p:cNvSpPr/>
          <p:nvPr/>
        </p:nvSpPr>
        <p:spPr bwMode="auto">
          <a:xfrm>
            <a:off x="2543863" y="4530307"/>
            <a:ext cx="777539" cy="518041"/>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no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8" name="Freeform 18"/>
          <p:cNvSpPr/>
          <p:nvPr/>
        </p:nvSpPr>
        <p:spPr bwMode="auto">
          <a:xfrm>
            <a:off x="3217595" y="4410210"/>
            <a:ext cx="518020" cy="639155"/>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noFill/>
          <a:ln w="12700" cmpd="sng">
            <a:solidFill>
              <a:schemeClr val="tx2">
                <a:lumMod val="20000"/>
                <a:lumOff val="8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9" name="Freeform 19"/>
          <p:cNvSpPr/>
          <p:nvPr/>
        </p:nvSpPr>
        <p:spPr bwMode="auto">
          <a:xfrm>
            <a:off x="3100556" y="4953695"/>
            <a:ext cx="778557" cy="640172"/>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no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grpSp>
        <p:nvGrpSpPr>
          <p:cNvPr id="40" name="Group 20"/>
          <p:cNvGrpSpPr/>
          <p:nvPr/>
        </p:nvGrpSpPr>
        <p:grpSpPr bwMode="auto">
          <a:xfrm>
            <a:off x="4326925" y="3319169"/>
            <a:ext cx="2426247" cy="2416168"/>
            <a:chOff x="4411" y="1468"/>
            <a:chExt cx="1685" cy="1678"/>
          </a:xfrm>
        </p:grpSpPr>
        <p:sp>
          <p:nvSpPr>
            <p:cNvPr id="41" name="Freeform 21"/>
            <p:cNvSpPr/>
            <p:nvPr/>
          </p:nvSpPr>
          <p:spPr bwMode="auto">
            <a:xfrm>
              <a:off x="4882" y="1468"/>
              <a:ext cx="360" cy="444"/>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solidFill>
              <a:schemeClr val="tx2">
                <a:lumMod val="40000"/>
                <a:lumOff val="6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2" name="Freeform 22"/>
            <p:cNvSpPr/>
            <p:nvPr/>
          </p:nvSpPr>
          <p:spPr bwMode="auto">
            <a:xfrm>
              <a:off x="4801" y="1845"/>
              <a:ext cx="541" cy="445"/>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solidFill>
              <a:schemeClr val="tx2"/>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3" name="Freeform 23"/>
            <p:cNvSpPr/>
            <p:nvPr/>
          </p:nvSpPr>
          <p:spPr bwMode="auto">
            <a:xfrm>
              <a:off x="4511" y="1842"/>
              <a:ext cx="361" cy="546"/>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4" name="Freeform 24"/>
            <p:cNvSpPr/>
            <p:nvPr/>
          </p:nvSpPr>
          <p:spPr bwMode="auto">
            <a:xfrm>
              <a:off x="4411" y="1551"/>
              <a:ext cx="540" cy="360"/>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5" name="Freeform 25"/>
            <p:cNvSpPr/>
            <p:nvPr/>
          </p:nvSpPr>
          <p:spPr bwMode="auto">
            <a:xfrm>
              <a:off x="5265" y="1842"/>
              <a:ext cx="361" cy="546"/>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solidFill>
              <a:schemeClr val="tx2">
                <a:lumMod val="20000"/>
                <a:lumOff val="8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6" name="Freeform 26"/>
            <p:cNvSpPr/>
            <p:nvPr/>
          </p:nvSpPr>
          <p:spPr bwMode="auto">
            <a:xfrm>
              <a:off x="5165" y="1551"/>
              <a:ext cx="540" cy="360"/>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7" name="Freeform 27"/>
            <p:cNvSpPr/>
            <p:nvPr/>
          </p:nvSpPr>
          <p:spPr bwMode="auto">
            <a:xfrm>
              <a:off x="5633" y="1468"/>
              <a:ext cx="360" cy="444"/>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solidFill>
              <a:schemeClr val="tx2">
                <a:lumMod val="40000"/>
                <a:lumOff val="6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8" name="Freeform 28"/>
            <p:cNvSpPr/>
            <p:nvPr/>
          </p:nvSpPr>
          <p:spPr bwMode="auto">
            <a:xfrm>
              <a:off x="5552" y="1845"/>
              <a:ext cx="540" cy="445"/>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9" name="Freeform 29"/>
            <p:cNvSpPr/>
            <p:nvPr/>
          </p:nvSpPr>
          <p:spPr bwMode="auto">
            <a:xfrm>
              <a:off x="4886" y="2226"/>
              <a:ext cx="360" cy="444"/>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solidFill>
              <a:schemeClr val="tx2">
                <a:lumMod val="20000"/>
                <a:lumOff val="8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50" name="Freeform 30"/>
            <p:cNvSpPr/>
            <p:nvPr/>
          </p:nvSpPr>
          <p:spPr bwMode="auto">
            <a:xfrm>
              <a:off x="4805" y="2603"/>
              <a:ext cx="540" cy="445"/>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solidFill>
              <a:schemeClr val="tx2">
                <a:lumMod val="40000"/>
                <a:lumOff val="6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51" name="Freeform 31"/>
            <p:cNvSpPr/>
            <p:nvPr/>
          </p:nvSpPr>
          <p:spPr bwMode="auto">
            <a:xfrm>
              <a:off x="4514" y="2600"/>
              <a:ext cx="361" cy="546"/>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52" name="Freeform 32"/>
            <p:cNvSpPr/>
            <p:nvPr/>
          </p:nvSpPr>
          <p:spPr bwMode="auto">
            <a:xfrm>
              <a:off x="4415" y="2309"/>
              <a:ext cx="540" cy="360"/>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53" name="Freeform 33"/>
            <p:cNvSpPr/>
            <p:nvPr/>
          </p:nvSpPr>
          <p:spPr bwMode="auto">
            <a:xfrm>
              <a:off x="5268" y="2600"/>
              <a:ext cx="362" cy="546"/>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54" name="Freeform 34"/>
            <p:cNvSpPr/>
            <p:nvPr/>
          </p:nvSpPr>
          <p:spPr bwMode="auto">
            <a:xfrm>
              <a:off x="5169" y="2309"/>
              <a:ext cx="540" cy="360"/>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55" name="Freeform 35"/>
            <p:cNvSpPr/>
            <p:nvPr/>
          </p:nvSpPr>
          <p:spPr bwMode="auto">
            <a:xfrm>
              <a:off x="5637" y="2226"/>
              <a:ext cx="359" cy="444"/>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solidFill>
              <a:schemeClr val="tx2">
                <a:lumMod val="20000"/>
                <a:lumOff val="8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56" name="Freeform 36"/>
            <p:cNvSpPr/>
            <p:nvPr/>
          </p:nvSpPr>
          <p:spPr bwMode="auto">
            <a:xfrm>
              <a:off x="5555" y="2603"/>
              <a:ext cx="541" cy="445"/>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Other shapes</a:t>
            </a:r>
            <a:br>
              <a:rPr lang="en-GB" dirty="0" smtClean="0"/>
            </a:br>
            <a:r>
              <a:rPr lang="en-GB" b="0" i="0" dirty="0" smtClean="0"/>
              <a:t>Jigsaw puzzle pieces</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30" name="Rectangle 18"/>
          <p:cNvSpPr txBox="1">
            <a:spLocks noChangeArrowheads="1"/>
          </p:cNvSpPr>
          <p:nvPr/>
        </p:nvSpPr>
        <p:spPr>
          <a:xfrm>
            <a:off x="1720004" y="1880611"/>
            <a:ext cx="2025952" cy="1287279"/>
          </a:xfrm>
          <a:prstGeom prst="rect">
            <a:avLst/>
          </a:prstGeom>
          <a:solidFill>
            <a:schemeClr val="bg1"/>
          </a:solidFill>
          <a:ln cap="flat" algn="ctr">
            <a:solidFill>
              <a:schemeClr val="bg2"/>
            </a:solidFill>
          </a:ln>
        </p:spPr>
        <p:txBody>
          <a:bodyPr lIns="48979" tIns="48979" rIns="48979" bIns="48979"/>
          <a:lstStyle/>
          <a:p>
            <a:pPr marL="0" marR="0" lvl="0" indent="0" algn="l" defTabSz="1018540" rtl="0" eaLnBrk="1" fontAlgn="auto" latinLnBrk="0" hangingPunct="1">
              <a:lnSpc>
                <a:spcPct val="100000"/>
              </a:lnSpc>
              <a:spcBef>
                <a:spcPts val="0"/>
              </a:spcBef>
              <a:spcAft>
                <a:spcPts val="600"/>
              </a:spcAft>
              <a:buClr>
                <a:schemeClr val="tx1"/>
              </a:buClr>
              <a:buSzTx/>
              <a:buFontTx/>
              <a:buNone/>
              <a:defRPr/>
            </a:pPr>
            <a:r>
              <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rPr>
              <a:t>Can be edited to different layouts, e.g. four pieces+</a:t>
            </a:r>
            <a:endPar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endParaRPr>
          </a:p>
          <a:p>
            <a:pPr marL="0" marR="0" lvl="0" indent="0" algn="l" defTabSz="1018540" rtl="0" eaLnBrk="1" fontAlgn="auto" latinLnBrk="0" hangingPunct="1">
              <a:lnSpc>
                <a:spcPct val="100000"/>
              </a:lnSpc>
              <a:spcBef>
                <a:spcPts val="0"/>
              </a:spcBef>
              <a:spcAft>
                <a:spcPts val="600"/>
              </a:spcAft>
              <a:buClr>
                <a:schemeClr val="tx1"/>
              </a:buClr>
              <a:buSzTx/>
              <a:buFontTx/>
              <a:buNone/>
              <a:defRPr/>
            </a:pPr>
            <a:r>
              <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rPr>
              <a:t>Objects can be ungrouped and </a:t>
            </a:r>
            <a:r>
              <a:rPr kumimoji="0" lang="en-GB" sz="1000" b="0" i="0" u="none" strike="noStrike" kern="1200" cap="none" spc="0" normalizeH="0" baseline="0" noProof="0" err="1" smtClean="0">
                <a:ln>
                  <a:noFill/>
                </a:ln>
                <a:solidFill>
                  <a:schemeClr val="tx1"/>
                </a:solidFill>
                <a:effectLst/>
                <a:uLnTx/>
                <a:uFillTx/>
                <a:latin typeface="腾讯体 W7" panose="020C08030202040F0204" pitchFamily="18" charset="-122"/>
                <a:ea typeface="+mn-ea"/>
                <a:cs typeface="+mn-cs"/>
              </a:rPr>
              <a:t>recoloured</a:t>
            </a:r>
            <a:r>
              <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rPr>
              <a:t> and resized. Use shift to constrain proportions when resizing</a:t>
            </a:r>
            <a:endParaRPr kumimoji="0" lang="en-GB" sz="1000" b="0" i="0" u="none" strike="noStrike" kern="1200" cap="none" spc="0" normalizeH="0" baseline="0" noProof="0" smtClean="0">
              <a:ln>
                <a:noFill/>
              </a:ln>
              <a:solidFill>
                <a:schemeClr val="tx1"/>
              </a:solidFill>
              <a:effectLst/>
              <a:uLnTx/>
              <a:uFillTx/>
              <a:latin typeface="腾讯体 W7" panose="020C08030202040F0204" pitchFamily="18" charset="-122"/>
              <a:ea typeface="+mn-ea"/>
              <a:cs typeface="+mn-cs"/>
            </a:endParaRPr>
          </a:p>
        </p:txBody>
      </p:sp>
      <p:grpSp>
        <p:nvGrpSpPr>
          <p:cNvPr id="3" name="Group 87"/>
          <p:cNvGrpSpPr/>
          <p:nvPr/>
        </p:nvGrpSpPr>
        <p:grpSpPr bwMode="auto">
          <a:xfrm>
            <a:off x="4072928" y="2057563"/>
            <a:ext cx="6332721" cy="4110941"/>
            <a:chOff x="172" y="1144"/>
            <a:chExt cx="3337" cy="2166"/>
          </a:xfrm>
          <a:solidFill>
            <a:schemeClr val="tx2"/>
          </a:solidFill>
        </p:grpSpPr>
        <p:sp>
          <p:nvSpPr>
            <p:cNvPr id="61" name="Rectangle 41"/>
            <p:cNvSpPr>
              <a:spLocks noChangeAspect="1" noChangeArrowheads="1"/>
            </p:cNvSpPr>
            <p:nvPr/>
          </p:nvSpPr>
          <p:spPr bwMode="auto">
            <a:xfrm>
              <a:off x="182" y="1159"/>
              <a:ext cx="3318" cy="2136"/>
            </a:xfrm>
            <a:prstGeom prst="rect">
              <a:avLst/>
            </a:prstGeom>
            <a:grpFill/>
            <a:ln w="19050">
              <a:solidFill>
                <a:schemeClr val="bg1"/>
              </a:solidFill>
              <a:miter lim="800000"/>
            </a:ln>
          </p:spPr>
          <p:txBody>
            <a:bodyPr wrap="none" anchor="ctr"/>
            <a:lstStyle/>
            <a:p>
              <a:endParaRPr lang="en-US" sz="1815"/>
            </a:p>
          </p:txBody>
        </p:sp>
        <p:sp>
          <p:nvSpPr>
            <p:cNvPr id="62" name="Freeform 42"/>
            <p:cNvSpPr>
              <a:spLocks noChangeAspect="1"/>
            </p:cNvSpPr>
            <p:nvPr/>
          </p:nvSpPr>
          <p:spPr bwMode="auto">
            <a:xfrm>
              <a:off x="172" y="1144"/>
              <a:ext cx="1431" cy="1371"/>
            </a:xfrm>
            <a:custGeom>
              <a:avLst/>
              <a:gdLst>
                <a:gd name="T0" fmla="*/ 0 w 1694"/>
                <a:gd name="T1" fmla="*/ 740 h 1658"/>
                <a:gd name="T2" fmla="*/ 32 w 1694"/>
                <a:gd name="T3" fmla="*/ 738 h 1658"/>
                <a:gd name="T4" fmla="*/ 68 w 1694"/>
                <a:gd name="T5" fmla="*/ 734 h 1658"/>
                <a:gd name="T6" fmla="*/ 182 w 1694"/>
                <a:gd name="T7" fmla="*/ 707 h 1658"/>
                <a:gd name="T8" fmla="*/ 231 w 1694"/>
                <a:gd name="T9" fmla="*/ 698 h 1658"/>
                <a:gd name="T10" fmla="*/ 249 w 1694"/>
                <a:gd name="T11" fmla="*/ 697 h 1658"/>
                <a:gd name="T12" fmla="*/ 265 w 1694"/>
                <a:gd name="T13" fmla="*/ 701 h 1658"/>
                <a:gd name="T14" fmla="*/ 274 w 1694"/>
                <a:gd name="T15" fmla="*/ 727 h 1658"/>
                <a:gd name="T16" fmla="*/ 255 w 1694"/>
                <a:gd name="T17" fmla="*/ 772 h 1658"/>
                <a:gd name="T18" fmla="*/ 249 w 1694"/>
                <a:gd name="T19" fmla="*/ 792 h 1658"/>
                <a:gd name="T20" fmla="*/ 247 w 1694"/>
                <a:gd name="T21" fmla="*/ 815 h 1658"/>
                <a:gd name="T22" fmla="*/ 254 w 1694"/>
                <a:gd name="T23" fmla="*/ 848 h 1658"/>
                <a:gd name="T24" fmla="*/ 269 w 1694"/>
                <a:gd name="T25" fmla="*/ 877 h 1658"/>
                <a:gd name="T26" fmla="*/ 292 w 1694"/>
                <a:gd name="T27" fmla="*/ 901 h 1658"/>
                <a:gd name="T28" fmla="*/ 323 w 1694"/>
                <a:gd name="T29" fmla="*/ 920 h 1658"/>
                <a:gd name="T30" fmla="*/ 344 w 1694"/>
                <a:gd name="T31" fmla="*/ 929 h 1658"/>
                <a:gd name="T32" fmla="*/ 380 w 1694"/>
                <a:gd name="T33" fmla="*/ 935 h 1658"/>
                <a:gd name="T34" fmla="*/ 416 w 1694"/>
                <a:gd name="T35" fmla="*/ 937 h 1658"/>
                <a:gd name="T36" fmla="*/ 453 w 1694"/>
                <a:gd name="T37" fmla="*/ 930 h 1658"/>
                <a:gd name="T38" fmla="*/ 486 w 1694"/>
                <a:gd name="T39" fmla="*/ 917 h 1658"/>
                <a:gd name="T40" fmla="*/ 514 w 1694"/>
                <a:gd name="T41" fmla="*/ 896 h 1658"/>
                <a:gd name="T42" fmla="*/ 538 w 1694"/>
                <a:gd name="T43" fmla="*/ 871 h 1658"/>
                <a:gd name="T44" fmla="*/ 550 w 1694"/>
                <a:gd name="T45" fmla="*/ 843 h 1658"/>
                <a:gd name="T46" fmla="*/ 558 w 1694"/>
                <a:gd name="T47" fmla="*/ 821 h 1658"/>
                <a:gd name="T48" fmla="*/ 558 w 1694"/>
                <a:gd name="T49" fmla="*/ 804 h 1658"/>
                <a:gd name="T50" fmla="*/ 553 w 1694"/>
                <a:gd name="T51" fmla="*/ 772 h 1658"/>
                <a:gd name="T52" fmla="*/ 540 w 1694"/>
                <a:gd name="T53" fmla="*/ 750 h 1658"/>
                <a:gd name="T54" fmla="*/ 526 w 1694"/>
                <a:gd name="T55" fmla="*/ 724 h 1658"/>
                <a:gd name="T56" fmla="*/ 540 w 1694"/>
                <a:gd name="T57" fmla="*/ 697 h 1658"/>
                <a:gd name="T58" fmla="*/ 563 w 1694"/>
                <a:gd name="T59" fmla="*/ 694 h 1658"/>
                <a:gd name="T60" fmla="*/ 600 w 1694"/>
                <a:gd name="T61" fmla="*/ 697 h 1658"/>
                <a:gd name="T62" fmla="*/ 664 w 1694"/>
                <a:gd name="T63" fmla="*/ 715 h 1658"/>
                <a:gd name="T64" fmla="*/ 732 w 1694"/>
                <a:gd name="T65" fmla="*/ 733 h 1658"/>
                <a:gd name="T66" fmla="*/ 766 w 1694"/>
                <a:gd name="T67" fmla="*/ 738 h 1658"/>
                <a:gd name="T68" fmla="*/ 802 w 1694"/>
                <a:gd name="T69" fmla="*/ 723 h 1658"/>
                <a:gd name="T70" fmla="*/ 797 w 1694"/>
                <a:gd name="T71" fmla="*/ 666 h 1658"/>
                <a:gd name="T72" fmla="*/ 773 w 1694"/>
                <a:gd name="T73" fmla="*/ 555 h 1658"/>
                <a:gd name="T74" fmla="*/ 765 w 1694"/>
                <a:gd name="T75" fmla="*/ 513 h 1658"/>
                <a:gd name="T76" fmla="*/ 769 w 1694"/>
                <a:gd name="T77" fmla="*/ 488 h 1658"/>
                <a:gd name="T78" fmla="*/ 807 w 1694"/>
                <a:gd name="T79" fmla="*/ 486 h 1658"/>
                <a:gd name="T80" fmla="*/ 850 w 1694"/>
                <a:gd name="T81" fmla="*/ 501 h 1658"/>
                <a:gd name="T82" fmla="*/ 887 w 1694"/>
                <a:gd name="T83" fmla="*/ 508 h 1658"/>
                <a:gd name="T84" fmla="*/ 920 w 1694"/>
                <a:gd name="T85" fmla="*/ 508 h 1658"/>
                <a:gd name="T86" fmla="*/ 949 w 1694"/>
                <a:gd name="T87" fmla="*/ 499 h 1658"/>
                <a:gd name="T88" fmla="*/ 970 w 1694"/>
                <a:gd name="T89" fmla="*/ 486 h 1658"/>
                <a:gd name="T90" fmla="*/ 995 w 1694"/>
                <a:gd name="T91" fmla="*/ 462 h 1658"/>
                <a:gd name="T92" fmla="*/ 1009 w 1694"/>
                <a:gd name="T93" fmla="*/ 432 h 1658"/>
                <a:gd name="T94" fmla="*/ 1018 w 1694"/>
                <a:gd name="T95" fmla="*/ 398 h 1658"/>
                <a:gd name="T96" fmla="*/ 1020 w 1694"/>
                <a:gd name="T97" fmla="*/ 370 h 1658"/>
                <a:gd name="T98" fmla="*/ 1014 w 1694"/>
                <a:gd name="T99" fmla="*/ 324 h 1658"/>
                <a:gd name="T100" fmla="*/ 1004 w 1694"/>
                <a:gd name="T101" fmla="*/ 299 h 1658"/>
                <a:gd name="T102" fmla="*/ 993 w 1694"/>
                <a:gd name="T103" fmla="*/ 275 h 1658"/>
                <a:gd name="T104" fmla="*/ 971 w 1694"/>
                <a:gd name="T105" fmla="*/ 247 h 1658"/>
                <a:gd name="T106" fmla="*/ 950 w 1694"/>
                <a:gd name="T107" fmla="*/ 234 h 1658"/>
                <a:gd name="T108" fmla="*/ 927 w 1694"/>
                <a:gd name="T109" fmla="*/ 223 h 1658"/>
                <a:gd name="T110" fmla="*/ 900 w 1694"/>
                <a:gd name="T111" fmla="*/ 220 h 1658"/>
                <a:gd name="T112" fmla="*/ 872 w 1694"/>
                <a:gd name="T113" fmla="*/ 223 h 1658"/>
                <a:gd name="T114" fmla="*/ 840 w 1694"/>
                <a:gd name="T115" fmla="*/ 236 h 1658"/>
                <a:gd name="T116" fmla="*/ 805 w 1694"/>
                <a:gd name="T117" fmla="*/ 256 h 1658"/>
                <a:gd name="T118" fmla="*/ 775 w 1694"/>
                <a:gd name="T119" fmla="*/ 221 h 1658"/>
                <a:gd name="T120" fmla="*/ 794 w 1694"/>
                <a:gd name="T121" fmla="*/ 118 h 1658"/>
                <a:gd name="T122" fmla="*/ 803 w 1694"/>
                <a:gd name="T123" fmla="*/ 57 h 1658"/>
                <a:gd name="T124" fmla="*/ 802 w 1694"/>
                <a:gd name="T125" fmla="*/ 14 h 1658"/>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694"/>
                <a:gd name="T190" fmla="*/ 0 h 1658"/>
                <a:gd name="T191" fmla="*/ 1694 w 1694"/>
                <a:gd name="T192" fmla="*/ 1658 h 1658"/>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694" h="1658">
                  <a:moveTo>
                    <a:pt x="1329" y="0"/>
                  </a:moveTo>
                  <a:lnTo>
                    <a:pt x="0" y="0"/>
                  </a:lnTo>
                  <a:lnTo>
                    <a:pt x="0" y="1308"/>
                  </a:lnTo>
                  <a:lnTo>
                    <a:pt x="12" y="1308"/>
                  </a:lnTo>
                  <a:lnTo>
                    <a:pt x="25" y="1308"/>
                  </a:lnTo>
                  <a:lnTo>
                    <a:pt x="53" y="1305"/>
                  </a:lnTo>
                  <a:lnTo>
                    <a:pt x="68" y="1305"/>
                  </a:lnTo>
                  <a:lnTo>
                    <a:pt x="81" y="1303"/>
                  </a:lnTo>
                  <a:lnTo>
                    <a:pt x="113" y="1299"/>
                  </a:lnTo>
                  <a:lnTo>
                    <a:pt x="175" y="1284"/>
                  </a:lnTo>
                  <a:lnTo>
                    <a:pt x="239" y="1267"/>
                  </a:lnTo>
                  <a:lnTo>
                    <a:pt x="301" y="1250"/>
                  </a:lnTo>
                  <a:lnTo>
                    <a:pt x="329" y="1243"/>
                  </a:lnTo>
                  <a:lnTo>
                    <a:pt x="357" y="1237"/>
                  </a:lnTo>
                  <a:lnTo>
                    <a:pt x="383" y="1235"/>
                  </a:lnTo>
                  <a:lnTo>
                    <a:pt x="393" y="1233"/>
                  </a:lnTo>
                  <a:lnTo>
                    <a:pt x="402" y="1233"/>
                  </a:lnTo>
                  <a:lnTo>
                    <a:pt x="413" y="1233"/>
                  </a:lnTo>
                  <a:lnTo>
                    <a:pt x="423" y="1235"/>
                  </a:lnTo>
                  <a:lnTo>
                    <a:pt x="432" y="1235"/>
                  </a:lnTo>
                  <a:lnTo>
                    <a:pt x="440" y="1239"/>
                  </a:lnTo>
                  <a:lnTo>
                    <a:pt x="458" y="1260"/>
                  </a:lnTo>
                  <a:lnTo>
                    <a:pt x="455" y="1273"/>
                  </a:lnTo>
                  <a:lnTo>
                    <a:pt x="453" y="1286"/>
                  </a:lnTo>
                  <a:lnTo>
                    <a:pt x="447" y="1308"/>
                  </a:lnTo>
                  <a:lnTo>
                    <a:pt x="428" y="1353"/>
                  </a:lnTo>
                  <a:lnTo>
                    <a:pt x="423" y="1365"/>
                  </a:lnTo>
                  <a:lnTo>
                    <a:pt x="419" y="1376"/>
                  </a:lnTo>
                  <a:lnTo>
                    <a:pt x="417" y="1389"/>
                  </a:lnTo>
                  <a:lnTo>
                    <a:pt x="413" y="1402"/>
                  </a:lnTo>
                  <a:lnTo>
                    <a:pt x="410" y="1415"/>
                  </a:lnTo>
                  <a:lnTo>
                    <a:pt x="410" y="1427"/>
                  </a:lnTo>
                  <a:lnTo>
                    <a:pt x="410" y="1442"/>
                  </a:lnTo>
                  <a:lnTo>
                    <a:pt x="413" y="1460"/>
                  </a:lnTo>
                  <a:lnTo>
                    <a:pt x="415" y="1479"/>
                  </a:lnTo>
                  <a:lnTo>
                    <a:pt x="421" y="1500"/>
                  </a:lnTo>
                  <a:lnTo>
                    <a:pt x="428" y="1517"/>
                  </a:lnTo>
                  <a:lnTo>
                    <a:pt x="436" y="1537"/>
                  </a:lnTo>
                  <a:lnTo>
                    <a:pt x="447" y="1552"/>
                  </a:lnTo>
                  <a:lnTo>
                    <a:pt x="460" y="1567"/>
                  </a:lnTo>
                  <a:lnTo>
                    <a:pt x="473" y="1582"/>
                  </a:lnTo>
                  <a:lnTo>
                    <a:pt x="485" y="1594"/>
                  </a:lnTo>
                  <a:lnTo>
                    <a:pt x="502" y="1605"/>
                  </a:lnTo>
                  <a:lnTo>
                    <a:pt x="517" y="1616"/>
                  </a:lnTo>
                  <a:lnTo>
                    <a:pt x="535" y="1627"/>
                  </a:lnTo>
                  <a:lnTo>
                    <a:pt x="545" y="1631"/>
                  </a:lnTo>
                  <a:lnTo>
                    <a:pt x="554" y="1635"/>
                  </a:lnTo>
                  <a:lnTo>
                    <a:pt x="571" y="1642"/>
                  </a:lnTo>
                  <a:lnTo>
                    <a:pt x="590" y="1646"/>
                  </a:lnTo>
                  <a:lnTo>
                    <a:pt x="612" y="1650"/>
                  </a:lnTo>
                  <a:lnTo>
                    <a:pt x="631" y="1654"/>
                  </a:lnTo>
                  <a:lnTo>
                    <a:pt x="650" y="1657"/>
                  </a:lnTo>
                  <a:lnTo>
                    <a:pt x="672" y="1657"/>
                  </a:lnTo>
                  <a:lnTo>
                    <a:pt x="691" y="1657"/>
                  </a:lnTo>
                  <a:lnTo>
                    <a:pt x="712" y="1654"/>
                  </a:lnTo>
                  <a:lnTo>
                    <a:pt x="731" y="1650"/>
                  </a:lnTo>
                  <a:lnTo>
                    <a:pt x="751" y="1646"/>
                  </a:lnTo>
                  <a:lnTo>
                    <a:pt x="770" y="1639"/>
                  </a:lnTo>
                  <a:lnTo>
                    <a:pt x="787" y="1631"/>
                  </a:lnTo>
                  <a:lnTo>
                    <a:pt x="806" y="1622"/>
                  </a:lnTo>
                  <a:lnTo>
                    <a:pt x="824" y="1612"/>
                  </a:lnTo>
                  <a:lnTo>
                    <a:pt x="839" y="1601"/>
                  </a:lnTo>
                  <a:lnTo>
                    <a:pt x="853" y="1586"/>
                  </a:lnTo>
                  <a:lnTo>
                    <a:pt x="868" y="1571"/>
                  </a:lnTo>
                  <a:lnTo>
                    <a:pt x="881" y="1556"/>
                  </a:lnTo>
                  <a:lnTo>
                    <a:pt x="892" y="1539"/>
                  </a:lnTo>
                  <a:lnTo>
                    <a:pt x="896" y="1528"/>
                  </a:lnTo>
                  <a:lnTo>
                    <a:pt x="903" y="1519"/>
                  </a:lnTo>
                  <a:lnTo>
                    <a:pt x="913" y="1490"/>
                  </a:lnTo>
                  <a:lnTo>
                    <a:pt x="918" y="1477"/>
                  </a:lnTo>
                  <a:lnTo>
                    <a:pt x="922" y="1464"/>
                  </a:lnTo>
                  <a:lnTo>
                    <a:pt x="924" y="1453"/>
                  </a:lnTo>
                  <a:lnTo>
                    <a:pt x="926" y="1440"/>
                  </a:lnTo>
                  <a:lnTo>
                    <a:pt x="926" y="1430"/>
                  </a:lnTo>
                  <a:lnTo>
                    <a:pt x="926" y="1421"/>
                  </a:lnTo>
                  <a:lnTo>
                    <a:pt x="924" y="1402"/>
                  </a:lnTo>
                  <a:lnTo>
                    <a:pt x="922" y="1385"/>
                  </a:lnTo>
                  <a:lnTo>
                    <a:pt x="918" y="1367"/>
                  </a:lnTo>
                  <a:lnTo>
                    <a:pt x="911" y="1353"/>
                  </a:lnTo>
                  <a:lnTo>
                    <a:pt x="903" y="1340"/>
                  </a:lnTo>
                  <a:lnTo>
                    <a:pt x="896" y="1327"/>
                  </a:lnTo>
                  <a:lnTo>
                    <a:pt x="883" y="1305"/>
                  </a:lnTo>
                  <a:lnTo>
                    <a:pt x="877" y="1293"/>
                  </a:lnTo>
                  <a:lnTo>
                    <a:pt x="873" y="1280"/>
                  </a:lnTo>
                  <a:lnTo>
                    <a:pt x="873" y="1267"/>
                  </a:lnTo>
                  <a:lnTo>
                    <a:pt x="873" y="1254"/>
                  </a:lnTo>
                  <a:lnTo>
                    <a:pt x="896" y="1233"/>
                  </a:lnTo>
                  <a:lnTo>
                    <a:pt x="907" y="1230"/>
                  </a:lnTo>
                  <a:lnTo>
                    <a:pt x="920" y="1228"/>
                  </a:lnTo>
                  <a:lnTo>
                    <a:pt x="933" y="1228"/>
                  </a:lnTo>
                  <a:lnTo>
                    <a:pt x="943" y="1228"/>
                  </a:lnTo>
                  <a:lnTo>
                    <a:pt x="969" y="1230"/>
                  </a:lnTo>
                  <a:lnTo>
                    <a:pt x="995" y="1233"/>
                  </a:lnTo>
                  <a:lnTo>
                    <a:pt x="1020" y="1239"/>
                  </a:lnTo>
                  <a:lnTo>
                    <a:pt x="1046" y="1248"/>
                  </a:lnTo>
                  <a:lnTo>
                    <a:pt x="1102" y="1265"/>
                  </a:lnTo>
                  <a:lnTo>
                    <a:pt x="1157" y="1282"/>
                  </a:lnTo>
                  <a:lnTo>
                    <a:pt x="1183" y="1290"/>
                  </a:lnTo>
                  <a:lnTo>
                    <a:pt x="1213" y="1297"/>
                  </a:lnTo>
                  <a:lnTo>
                    <a:pt x="1241" y="1303"/>
                  </a:lnTo>
                  <a:lnTo>
                    <a:pt x="1256" y="1305"/>
                  </a:lnTo>
                  <a:lnTo>
                    <a:pt x="1271" y="1305"/>
                  </a:lnTo>
                  <a:lnTo>
                    <a:pt x="1299" y="1308"/>
                  </a:lnTo>
                  <a:lnTo>
                    <a:pt x="1329" y="1305"/>
                  </a:lnTo>
                  <a:lnTo>
                    <a:pt x="1331" y="1278"/>
                  </a:lnTo>
                  <a:lnTo>
                    <a:pt x="1329" y="1245"/>
                  </a:lnTo>
                  <a:lnTo>
                    <a:pt x="1327" y="1213"/>
                  </a:lnTo>
                  <a:lnTo>
                    <a:pt x="1322" y="1179"/>
                  </a:lnTo>
                  <a:lnTo>
                    <a:pt x="1309" y="1111"/>
                  </a:lnTo>
                  <a:lnTo>
                    <a:pt x="1294" y="1044"/>
                  </a:lnTo>
                  <a:lnTo>
                    <a:pt x="1282" y="982"/>
                  </a:lnTo>
                  <a:lnTo>
                    <a:pt x="1275" y="954"/>
                  </a:lnTo>
                  <a:lnTo>
                    <a:pt x="1271" y="929"/>
                  </a:lnTo>
                  <a:lnTo>
                    <a:pt x="1269" y="907"/>
                  </a:lnTo>
                  <a:lnTo>
                    <a:pt x="1271" y="886"/>
                  </a:lnTo>
                  <a:lnTo>
                    <a:pt x="1273" y="871"/>
                  </a:lnTo>
                  <a:lnTo>
                    <a:pt x="1275" y="864"/>
                  </a:lnTo>
                  <a:lnTo>
                    <a:pt x="1279" y="858"/>
                  </a:lnTo>
                  <a:lnTo>
                    <a:pt x="1314" y="847"/>
                  </a:lnTo>
                  <a:lnTo>
                    <a:pt x="1339" y="860"/>
                  </a:lnTo>
                  <a:lnTo>
                    <a:pt x="1363" y="871"/>
                  </a:lnTo>
                  <a:lnTo>
                    <a:pt x="1386" y="879"/>
                  </a:lnTo>
                  <a:lnTo>
                    <a:pt x="1410" y="886"/>
                  </a:lnTo>
                  <a:lnTo>
                    <a:pt x="1431" y="892"/>
                  </a:lnTo>
                  <a:lnTo>
                    <a:pt x="1451" y="897"/>
                  </a:lnTo>
                  <a:lnTo>
                    <a:pt x="1472" y="899"/>
                  </a:lnTo>
                  <a:lnTo>
                    <a:pt x="1491" y="899"/>
                  </a:lnTo>
                  <a:lnTo>
                    <a:pt x="1508" y="899"/>
                  </a:lnTo>
                  <a:lnTo>
                    <a:pt x="1526" y="897"/>
                  </a:lnTo>
                  <a:lnTo>
                    <a:pt x="1543" y="892"/>
                  </a:lnTo>
                  <a:lnTo>
                    <a:pt x="1558" y="888"/>
                  </a:lnTo>
                  <a:lnTo>
                    <a:pt x="1573" y="884"/>
                  </a:lnTo>
                  <a:lnTo>
                    <a:pt x="1585" y="877"/>
                  </a:lnTo>
                  <a:lnTo>
                    <a:pt x="1598" y="869"/>
                  </a:lnTo>
                  <a:lnTo>
                    <a:pt x="1609" y="860"/>
                  </a:lnTo>
                  <a:lnTo>
                    <a:pt x="1622" y="852"/>
                  </a:lnTo>
                  <a:lnTo>
                    <a:pt x="1630" y="841"/>
                  </a:lnTo>
                  <a:lnTo>
                    <a:pt x="1650" y="817"/>
                  </a:lnTo>
                  <a:lnTo>
                    <a:pt x="1656" y="804"/>
                  </a:lnTo>
                  <a:lnTo>
                    <a:pt x="1665" y="792"/>
                  </a:lnTo>
                  <a:lnTo>
                    <a:pt x="1675" y="764"/>
                  </a:lnTo>
                  <a:lnTo>
                    <a:pt x="1684" y="734"/>
                  </a:lnTo>
                  <a:lnTo>
                    <a:pt x="1686" y="719"/>
                  </a:lnTo>
                  <a:lnTo>
                    <a:pt x="1688" y="704"/>
                  </a:lnTo>
                  <a:lnTo>
                    <a:pt x="1690" y="687"/>
                  </a:lnTo>
                  <a:lnTo>
                    <a:pt x="1693" y="672"/>
                  </a:lnTo>
                  <a:lnTo>
                    <a:pt x="1693" y="655"/>
                  </a:lnTo>
                  <a:lnTo>
                    <a:pt x="1690" y="637"/>
                  </a:lnTo>
                  <a:lnTo>
                    <a:pt x="1688" y="605"/>
                  </a:lnTo>
                  <a:lnTo>
                    <a:pt x="1682" y="573"/>
                  </a:lnTo>
                  <a:lnTo>
                    <a:pt x="1678" y="558"/>
                  </a:lnTo>
                  <a:lnTo>
                    <a:pt x="1673" y="543"/>
                  </a:lnTo>
                  <a:lnTo>
                    <a:pt x="1667" y="528"/>
                  </a:lnTo>
                  <a:lnTo>
                    <a:pt x="1660" y="513"/>
                  </a:lnTo>
                  <a:lnTo>
                    <a:pt x="1654" y="498"/>
                  </a:lnTo>
                  <a:lnTo>
                    <a:pt x="1648" y="485"/>
                  </a:lnTo>
                  <a:lnTo>
                    <a:pt x="1630" y="462"/>
                  </a:lnTo>
                  <a:lnTo>
                    <a:pt x="1620" y="449"/>
                  </a:lnTo>
                  <a:lnTo>
                    <a:pt x="1611" y="438"/>
                  </a:lnTo>
                  <a:lnTo>
                    <a:pt x="1600" y="430"/>
                  </a:lnTo>
                  <a:lnTo>
                    <a:pt x="1590" y="421"/>
                  </a:lnTo>
                  <a:lnTo>
                    <a:pt x="1577" y="413"/>
                  </a:lnTo>
                  <a:lnTo>
                    <a:pt x="1564" y="406"/>
                  </a:lnTo>
                  <a:lnTo>
                    <a:pt x="1551" y="400"/>
                  </a:lnTo>
                  <a:lnTo>
                    <a:pt x="1538" y="396"/>
                  </a:lnTo>
                  <a:lnTo>
                    <a:pt x="1523" y="393"/>
                  </a:lnTo>
                  <a:lnTo>
                    <a:pt x="1508" y="391"/>
                  </a:lnTo>
                  <a:lnTo>
                    <a:pt x="1493" y="389"/>
                  </a:lnTo>
                  <a:lnTo>
                    <a:pt x="1478" y="391"/>
                  </a:lnTo>
                  <a:lnTo>
                    <a:pt x="1461" y="393"/>
                  </a:lnTo>
                  <a:lnTo>
                    <a:pt x="1446" y="396"/>
                  </a:lnTo>
                  <a:lnTo>
                    <a:pt x="1429" y="402"/>
                  </a:lnTo>
                  <a:lnTo>
                    <a:pt x="1410" y="408"/>
                  </a:lnTo>
                  <a:lnTo>
                    <a:pt x="1393" y="417"/>
                  </a:lnTo>
                  <a:lnTo>
                    <a:pt x="1374" y="428"/>
                  </a:lnTo>
                  <a:lnTo>
                    <a:pt x="1354" y="438"/>
                  </a:lnTo>
                  <a:lnTo>
                    <a:pt x="1335" y="453"/>
                  </a:lnTo>
                  <a:lnTo>
                    <a:pt x="1301" y="445"/>
                  </a:lnTo>
                  <a:lnTo>
                    <a:pt x="1282" y="417"/>
                  </a:lnTo>
                  <a:lnTo>
                    <a:pt x="1284" y="391"/>
                  </a:lnTo>
                  <a:lnTo>
                    <a:pt x="1288" y="366"/>
                  </a:lnTo>
                  <a:lnTo>
                    <a:pt x="1299" y="314"/>
                  </a:lnTo>
                  <a:lnTo>
                    <a:pt x="1318" y="209"/>
                  </a:lnTo>
                  <a:lnTo>
                    <a:pt x="1327" y="156"/>
                  </a:lnTo>
                  <a:lnTo>
                    <a:pt x="1331" y="128"/>
                  </a:lnTo>
                  <a:lnTo>
                    <a:pt x="1333" y="102"/>
                  </a:lnTo>
                  <a:lnTo>
                    <a:pt x="1333" y="77"/>
                  </a:lnTo>
                  <a:lnTo>
                    <a:pt x="1333" y="49"/>
                  </a:lnTo>
                  <a:lnTo>
                    <a:pt x="1331" y="25"/>
                  </a:lnTo>
                  <a:lnTo>
                    <a:pt x="1329" y="0"/>
                  </a:lnTo>
                </a:path>
              </a:pathLst>
            </a:custGeom>
            <a:grpFill/>
            <a:ln w="19050" cap="rnd" cmpd="sng">
              <a:solidFill>
                <a:schemeClr val="bg1"/>
              </a:solidFill>
              <a:round/>
            </a:ln>
          </p:spPr>
          <p:txBody>
            <a:bodyPr/>
            <a:lstStyle/>
            <a:p>
              <a:endParaRPr lang="en-GB" sz="1815"/>
            </a:p>
          </p:txBody>
        </p:sp>
        <p:sp>
          <p:nvSpPr>
            <p:cNvPr id="63" name="Freeform 43"/>
            <p:cNvSpPr>
              <a:spLocks noChangeAspect="1"/>
            </p:cNvSpPr>
            <p:nvPr/>
          </p:nvSpPr>
          <p:spPr bwMode="auto">
            <a:xfrm>
              <a:off x="1242" y="1144"/>
              <a:ext cx="1467" cy="1376"/>
            </a:xfrm>
            <a:custGeom>
              <a:avLst/>
              <a:gdLst>
                <a:gd name="T0" fmla="*/ 833 w 1737"/>
                <a:gd name="T1" fmla="*/ 45 h 1664"/>
                <a:gd name="T2" fmla="*/ 804 w 1737"/>
                <a:gd name="T3" fmla="*/ 208 h 1664"/>
                <a:gd name="T4" fmla="*/ 845 w 1737"/>
                <a:gd name="T5" fmla="*/ 248 h 1664"/>
                <a:gd name="T6" fmla="*/ 898 w 1737"/>
                <a:gd name="T7" fmla="*/ 223 h 1664"/>
                <a:gd name="T8" fmla="*/ 945 w 1737"/>
                <a:gd name="T9" fmla="*/ 223 h 1664"/>
                <a:gd name="T10" fmla="*/ 984 w 1737"/>
                <a:gd name="T11" fmla="*/ 239 h 1664"/>
                <a:gd name="T12" fmla="*/ 1013 w 1737"/>
                <a:gd name="T13" fmla="*/ 267 h 1664"/>
                <a:gd name="T14" fmla="*/ 1040 w 1737"/>
                <a:gd name="T15" fmla="*/ 325 h 1664"/>
                <a:gd name="T16" fmla="*/ 1046 w 1737"/>
                <a:gd name="T17" fmla="*/ 380 h 1664"/>
                <a:gd name="T18" fmla="*/ 1036 w 1737"/>
                <a:gd name="T19" fmla="*/ 432 h 1664"/>
                <a:gd name="T20" fmla="*/ 1014 w 1737"/>
                <a:gd name="T21" fmla="*/ 469 h 1664"/>
                <a:gd name="T22" fmla="*/ 982 w 1737"/>
                <a:gd name="T23" fmla="*/ 496 h 1664"/>
                <a:gd name="T24" fmla="*/ 936 w 1737"/>
                <a:gd name="T25" fmla="*/ 509 h 1664"/>
                <a:gd name="T26" fmla="*/ 877 w 1737"/>
                <a:gd name="T27" fmla="*/ 501 h 1664"/>
                <a:gd name="T28" fmla="*/ 798 w 1737"/>
                <a:gd name="T29" fmla="*/ 485 h 1664"/>
                <a:gd name="T30" fmla="*/ 792 w 1737"/>
                <a:gd name="T31" fmla="*/ 512 h 1664"/>
                <a:gd name="T32" fmla="*/ 816 w 1737"/>
                <a:gd name="T33" fmla="*/ 626 h 1664"/>
                <a:gd name="T34" fmla="*/ 830 w 1737"/>
                <a:gd name="T35" fmla="*/ 721 h 1664"/>
                <a:gd name="T36" fmla="*/ 760 w 1737"/>
                <a:gd name="T37" fmla="*/ 738 h 1664"/>
                <a:gd name="T38" fmla="*/ 629 w 1737"/>
                <a:gd name="T39" fmla="*/ 705 h 1664"/>
                <a:gd name="T40" fmla="*/ 556 w 1737"/>
                <a:gd name="T41" fmla="*/ 714 h 1664"/>
                <a:gd name="T42" fmla="*/ 570 w 1737"/>
                <a:gd name="T43" fmla="*/ 758 h 1664"/>
                <a:gd name="T44" fmla="*/ 583 w 1737"/>
                <a:gd name="T45" fmla="*/ 819 h 1664"/>
                <a:gd name="T46" fmla="*/ 576 w 1737"/>
                <a:gd name="T47" fmla="*/ 854 h 1664"/>
                <a:gd name="T48" fmla="*/ 560 w 1737"/>
                <a:gd name="T49" fmla="*/ 882 h 1664"/>
                <a:gd name="T50" fmla="*/ 525 w 1737"/>
                <a:gd name="T51" fmla="*/ 915 h 1664"/>
                <a:gd name="T52" fmla="*/ 464 w 1737"/>
                <a:gd name="T53" fmla="*/ 938 h 1664"/>
                <a:gd name="T54" fmla="*/ 401 w 1737"/>
                <a:gd name="T55" fmla="*/ 938 h 1664"/>
                <a:gd name="T56" fmla="*/ 343 w 1737"/>
                <a:gd name="T57" fmla="*/ 916 h 1664"/>
                <a:gd name="T58" fmla="*/ 310 w 1737"/>
                <a:gd name="T59" fmla="*/ 891 h 1664"/>
                <a:gd name="T60" fmla="*/ 283 w 1737"/>
                <a:gd name="T61" fmla="*/ 849 h 1664"/>
                <a:gd name="T62" fmla="*/ 276 w 1737"/>
                <a:gd name="T63" fmla="*/ 810 h 1664"/>
                <a:gd name="T64" fmla="*/ 287 w 1737"/>
                <a:gd name="T65" fmla="*/ 761 h 1664"/>
                <a:gd name="T66" fmla="*/ 278 w 1737"/>
                <a:gd name="T67" fmla="*/ 694 h 1664"/>
                <a:gd name="T68" fmla="*/ 189 w 1737"/>
                <a:gd name="T69" fmla="*/ 714 h 1664"/>
                <a:gd name="T70" fmla="*/ 109 w 1737"/>
                <a:gd name="T71" fmla="*/ 735 h 1664"/>
                <a:gd name="T72" fmla="*/ 46 w 1737"/>
                <a:gd name="T73" fmla="*/ 739 h 1664"/>
                <a:gd name="T74" fmla="*/ 32 w 1737"/>
                <a:gd name="T75" fmla="*/ 665 h 1664"/>
                <a:gd name="T76" fmla="*/ 2 w 1737"/>
                <a:gd name="T77" fmla="*/ 526 h 1664"/>
                <a:gd name="T78" fmla="*/ 6 w 1737"/>
                <a:gd name="T79" fmla="*/ 485 h 1664"/>
                <a:gd name="T80" fmla="*/ 85 w 1737"/>
                <a:gd name="T81" fmla="*/ 501 h 1664"/>
                <a:gd name="T82" fmla="*/ 144 w 1737"/>
                <a:gd name="T83" fmla="*/ 509 h 1664"/>
                <a:gd name="T84" fmla="*/ 190 w 1737"/>
                <a:gd name="T85" fmla="*/ 496 h 1664"/>
                <a:gd name="T86" fmla="*/ 230 w 1737"/>
                <a:gd name="T87" fmla="*/ 462 h 1664"/>
                <a:gd name="T88" fmla="*/ 251 w 1737"/>
                <a:gd name="T89" fmla="*/ 407 h 1664"/>
                <a:gd name="T90" fmla="*/ 254 w 1737"/>
                <a:gd name="T91" fmla="*/ 361 h 1664"/>
                <a:gd name="T92" fmla="*/ 240 w 1737"/>
                <a:gd name="T93" fmla="*/ 299 h 1664"/>
                <a:gd name="T94" fmla="*/ 211 w 1737"/>
                <a:gd name="T95" fmla="*/ 255 h 1664"/>
                <a:gd name="T96" fmla="*/ 177 w 1737"/>
                <a:gd name="T97" fmla="*/ 231 h 1664"/>
                <a:gd name="T98" fmla="*/ 135 w 1737"/>
                <a:gd name="T99" fmla="*/ 221 h 1664"/>
                <a:gd name="T100" fmla="*/ 85 w 1737"/>
                <a:gd name="T101" fmla="*/ 232 h 1664"/>
                <a:gd name="T102" fmla="*/ 19 w 1737"/>
                <a:gd name="T103" fmla="*/ 251 h 1664"/>
                <a:gd name="T104" fmla="*/ 23 w 1737"/>
                <a:gd name="T105" fmla="*/ 148 h 1664"/>
                <a:gd name="T106" fmla="*/ 39 w 1737"/>
                <a:gd name="T107" fmla="*/ 44 h 1664"/>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1737"/>
                <a:gd name="T163" fmla="*/ 0 h 1664"/>
                <a:gd name="T164" fmla="*/ 1737 w 1737"/>
                <a:gd name="T165" fmla="*/ 1664 h 1664"/>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1737" h="1664">
                  <a:moveTo>
                    <a:pt x="62" y="0"/>
                  </a:moveTo>
                  <a:lnTo>
                    <a:pt x="1382" y="0"/>
                  </a:lnTo>
                  <a:lnTo>
                    <a:pt x="1382" y="25"/>
                  </a:lnTo>
                  <a:lnTo>
                    <a:pt x="1382" y="51"/>
                  </a:lnTo>
                  <a:lnTo>
                    <a:pt x="1382" y="79"/>
                  </a:lnTo>
                  <a:lnTo>
                    <a:pt x="1380" y="105"/>
                  </a:lnTo>
                  <a:lnTo>
                    <a:pt x="1372" y="158"/>
                  </a:lnTo>
                  <a:lnTo>
                    <a:pt x="1363" y="210"/>
                  </a:lnTo>
                  <a:lnTo>
                    <a:pt x="1344" y="315"/>
                  </a:lnTo>
                  <a:lnTo>
                    <a:pt x="1335" y="366"/>
                  </a:lnTo>
                  <a:lnTo>
                    <a:pt x="1331" y="392"/>
                  </a:lnTo>
                  <a:lnTo>
                    <a:pt x="1329" y="417"/>
                  </a:lnTo>
                  <a:lnTo>
                    <a:pt x="1346" y="445"/>
                  </a:lnTo>
                  <a:lnTo>
                    <a:pt x="1380" y="454"/>
                  </a:lnTo>
                  <a:lnTo>
                    <a:pt x="1402" y="439"/>
                  </a:lnTo>
                  <a:lnTo>
                    <a:pt x="1421" y="428"/>
                  </a:lnTo>
                  <a:lnTo>
                    <a:pt x="1438" y="417"/>
                  </a:lnTo>
                  <a:lnTo>
                    <a:pt x="1457" y="409"/>
                  </a:lnTo>
                  <a:lnTo>
                    <a:pt x="1474" y="402"/>
                  </a:lnTo>
                  <a:lnTo>
                    <a:pt x="1491" y="396"/>
                  </a:lnTo>
                  <a:lnTo>
                    <a:pt x="1506" y="394"/>
                  </a:lnTo>
                  <a:lnTo>
                    <a:pt x="1524" y="392"/>
                  </a:lnTo>
                  <a:lnTo>
                    <a:pt x="1539" y="390"/>
                  </a:lnTo>
                  <a:lnTo>
                    <a:pt x="1554" y="392"/>
                  </a:lnTo>
                  <a:lnTo>
                    <a:pt x="1569" y="394"/>
                  </a:lnTo>
                  <a:lnTo>
                    <a:pt x="1584" y="396"/>
                  </a:lnTo>
                  <a:lnTo>
                    <a:pt x="1596" y="400"/>
                  </a:lnTo>
                  <a:lnTo>
                    <a:pt x="1609" y="407"/>
                  </a:lnTo>
                  <a:lnTo>
                    <a:pt x="1622" y="413"/>
                  </a:lnTo>
                  <a:lnTo>
                    <a:pt x="1633" y="422"/>
                  </a:lnTo>
                  <a:lnTo>
                    <a:pt x="1643" y="430"/>
                  </a:lnTo>
                  <a:lnTo>
                    <a:pt x="1654" y="439"/>
                  </a:lnTo>
                  <a:lnTo>
                    <a:pt x="1665" y="450"/>
                  </a:lnTo>
                  <a:lnTo>
                    <a:pt x="1673" y="462"/>
                  </a:lnTo>
                  <a:lnTo>
                    <a:pt x="1682" y="473"/>
                  </a:lnTo>
                  <a:lnTo>
                    <a:pt x="1691" y="486"/>
                  </a:lnTo>
                  <a:lnTo>
                    <a:pt x="1699" y="499"/>
                  </a:lnTo>
                  <a:lnTo>
                    <a:pt x="1706" y="514"/>
                  </a:lnTo>
                  <a:lnTo>
                    <a:pt x="1716" y="544"/>
                  </a:lnTo>
                  <a:lnTo>
                    <a:pt x="1727" y="574"/>
                  </a:lnTo>
                  <a:lnTo>
                    <a:pt x="1731" y="606"/>
                  </a:lnTo>
                  <a:lnTo>
                    <a:pt x="1733" y="623"/>
                  </a:lnTo>
                  <a:lnTo>
                    <a:pt x="1736" y="638"/>
                  </a:lnTo>
                  <a:lnTo>
                    <a:pt x="1736" y="655"/>
                  </a:lnTo>
                  <a:lnTo>
                    <a:pt x="1736" y="672"/>
                  </a:lnTo>
                  <a:lnTo>
                    <a:pt x="1733" y="705"/>
                  </a:lnTo>
                  <a:lnTo>
                    <a:pt x="1731" y="720"/>
                  </a:lnTo>
                  <a:lnTo>
                    <a:pt x="1729" y="735"/>
                  </a:lnTo>
                  <a:lnTo>
                    <a:pt x="1725" y="750"/>
                  </a:lnTo>
                  <a:lnTo>
                    <a:pt x="1721" y="765"/>
                  </a:lnTo>
                  <a:lnTo>
                    <a:pt x="1714" y="780"/>
                  </a:lnTo>
                  <a:lnTo>
                    <a:pt x="1708" y="792"/>
                  </a:lnTo>
                  <a:lnTo>
                    <a:pt x="1701" y="805"/>
                  </a:lnTo>
                  <a:lnTo>
                    <a:pt x="1693" y="818"/>
                  </a:lnTo>
                  <a:lnTo>
                    <a:pt x="1684" y="829"/>
                  </a:lnTo>
                  <a:lnTo>
                    <a:pt x="1676" y="842"/>
                  </a:lnTo>
                  <a:lnTo>
                    <a:pt x="1665" y="852"/>
                  </a:lnTo>
                  <a:lnTo>
                    <a:pt x="1654" y="861"/>
                  </a:lnTo>
                  <a:lnTo>
                    <a:pt x="1643" y="870"/>
                  </a:lnTo>
                  <a:lnTo>
                    <a:pt x="1631" y="878"/>
                  </a:lnTo>
                  <a:lnTo>
                    <a:pt x="1616" y="885"/>
                  </a:lnTo>
                  <a:lnTo>
                    <a:pt x="1601" y="889"/>
                  </a:lnTo>
                  <a:lnTo>
                    <a:pt x="1586" y="893"/>
                  </a:lnTo>
                  <a:lnTo>
                    <a:pt x="1571" y="897"/>
                  </a:lnTo>
                  <a:lnTo>
                    <a:pt x="1554" y="900"/>
                  </a:lnTo>
                  <a:lnTo>
                    <a:pt x="1534" y="900"/>
                  </a:lnTo>
                  <a:lnTo>
                    <a:pt x="1515" y="900"/>
                  </a:lnTo>
                  <a:lnTo>
                    <a:pt x="1496" y="897"/>
                  </a:lnTo>
                  <a:lnTo>
                    <a:pt x="1476" y="893"/>
                  </a:lnTo>
                  <a:lnTo>
                    <a:pt x="1455" y="887"/>
                  </a:lnTo>
                  <a:lnTo>
                    <a:pt x="1434" y="880"/>
                  </a:lnTo>
                  <a:lnTo>
                    <a:pt x="1410" y="872"/>
                  </a:lnTo>
                  <a:lnTo>
                    <a:pt x="1384" y="861"/>
                  </a:lnTo>
                  <a:lnTo>
                    <a:pt x="1359" y="848"/>
                  </a:lnTo>
                  <a:lnTo>
                    <a:pt x="1325" y="859"/>
                  </a:lnTo>
                  <a:lnTo>
                    <a:pt x="1322" y="865"/>
                  </a:lnTo>
                  <a:lnTo>
                    <a:pt x="1320" y="872"/>
                  </a:lnTo>
                  <a:lnTo>
                    <a:pt x="1318" y="878"/>
                  </a:lnTo>
                  <a:lnTo>
                    <a:pt x="1316" y="887"/>
                  </a:lnTo>
                  <a:lnTo>
                    <a:pt x="1316" y="906"/>
                  </a:lnTo>
                  <a:lnTo>
                    <a:pt x="1318" y="930"/>
                  </a:lnTo>
                  <a:lnTo>
                    <a:pt x="1322" y="955"/>
                  </a:lnTo>
                  <a:lnTo>
                    <a:pt x="1327" y="981"/>
                  </a:lnTo>
                  <a:lnTo>
                    <a:pt x="1342" y="1043"/>
                  </a:lnTo>
                  <a:lnTo>
                    <a:pt x="1354" y="1107"/>
                  </a:lnTo>
                  <a:lnTo>
                    <a:pt x="1363" y="1142"/>
                  </a:lnTo>
                  <a:lnTo>
                    <a:pt x="1369" y="1176"/>
                  </a:lnTo>
                  <a:lnTo>
                    <a:pt x="1374" y="1210"/>
                  </a:lnTo>
                  <a:lnTo>
                    <a:pt x="1378" y="1242"/>
                  </a:lnTo>
                  <a:lnTo>
                    <a:pt x="1378" y="1275"/>
                  </a:lnTo>
                  <a:lnTo>
                    <a:pt x="1378" y="1307"/>
                  </a:lnTo>
                  <a:lnTo>
                    <a:pt x="1346" y="1307"/>
                  </a:lnTo>
                  <a:lnTo>
                    <a:pt x="1316" y="1307"/>
                  </a:lnTo>
                  <a:lnTo>
                    <a:pt x="1288" y="1307"/>
                  </a:lnTo>
                  <a:lnTo>
                    <a:pt x="1262" y="1305"/>
                  </a:lnTo>
                  <a:lnTo>
                    <a:pt x="1237" y="1300"/>
                  </a:lnTo>
                  <a:lnTo>
                    <a:pt x="1211" y="1296"/>
                  </a:lnTo>
                  <a:lnTo>
                    <a:pt x="1164" y="1283"/>
                  </a:lnTo>
                  <a:lnTo>
                    <a:pt x="1070" y="1255"/>
                  </a:lnTo>
                  <a:lnTo>
                    <a:pt x="1044" y="1247"/>
                  </a:lnTo>
                  <a:lnTo>
                    <a:pt x="1018" y="1242"/>
                  </a:lnTo>
                  <a:lnTo>
                    <a:pt x="991" y="1236"/>
                  </a:lnTo>
                  <a:lnTo>
                    <a:pt x="961" y="1232"/>
                  </a:lnTo>
                  <a:lnTo>
                    <a:pt x="924" y="1260"/>
                  </a:lnTo>
                  <a:lnTo>
                    <a:pt x="922" y="1264"/>
                  </a:lnTo>
                  <a:lnTo>
                    <a:pt x="922" y="1268"/>
                  </a:lnTo>
                  <a:lnTo>
                    <a:pt x="924" y="1279"/>
                  </a:lnTo>
                  <a:lnTo>
                    <a:pt x="929" y="1294"/>
                  </a:lnTo>
                  <a:lnTo>
                    <a:pt x="933" y="1307"/>
                  </a:lnTo>
                  <a:lnTo>
                    <a:pt x="946" y="1341"/>
                  </a:lnTo>
                  <a:lnTo>
                    <a:pt x="952" y="1360"/>
                  </a:lnTo>
                  <a:lnTo>
                    <a:pt x="958" y="1382"/>
                  </a:lnTo>
                  <a:lnTo>
                    <a:pt x="963" y="1403"/>
                  </a:lnTo>
                  <a:lnTo>
                    <a:pt x="967" y="1425"/>
                  </a:lnTo>
                  <a:lnTo>
                    <a:pt x="967" y="1448"/>
                  </a:lnTo>
                  <a:lnTo>
                    <a:pt x="967" y="1461"/>
                  </a:lnTo>
                  <a:lnTo>
                    <a:pt x="965" y="1472"/>
                  </a:lnTo>
                  <a:lnTo>
                    <a:pt x="963" y="1485"/>
                  </a:lnTo>
                  <a:lnTo>
                    <a:pt x="961" y="1497"/>
                  </a:lnTo>
                  <a:lnTo>
                    <a:pt x="956" y="1510"/>
                  </a:lnTo>
                  <a:lnTo>
                    <a:pt x="952" y="1521"/>
                  </a:lnTo>
                  <a:lnTo>
                    <a:pt x="948" y="1527"/>
                  </a:lnTo>
                  <a:lnTo>
                    <a:pt x="946" y="1534"/>
                  </a:lnTo>
                  <a:lnTo>
                    <a:pt x="937" y="1547"/>
                  </a:lnTo>
                  <a:lnTo>
                    <a:pt x="929" y="1560"/>
                  </a:lnTo>
                  <a:lnTo>
                    <a:pt x="918" y="1572"/>
                  </a:lnTo>
                  <a:lnTo>
                    <a:pt x="909" y="1583"/>
                  </a:lnTo>
                  <a:lnTo>
                    <a:pt x="901" y="1592"/>
                  </a:lnTo>
                  <a:lnTo>
                    <a:pt x="881" y="1609"/>
                  </a:lnTo>
                  <a:lnTo>
                    <a:pt x="871" y="1617"/>
                  </a:lnTo>
                  <a:lnTo>
                    <a:pt x="860" y="1624"/>
                  </a:lnTo>
                  <a:lnTo>
                    <a:pt x="839" y="1635"/>
                  </a:lnTo>
                  <a:lnTo>
                    <a:pt x="817" y="1645"/>
                  </a:lnTo>
                  <a:lnTo>
                    <a:pt x="794" y="1654"/>
                  </a:lnTo>
                  <a:lnTo>
                    <a:pt x="770" y="1658"/>
                  </a:lnTo>
                  <a:lnTo>
                    <a:pt x="747" y="1663"/>
                  </a:lnTo>
                  <a:lnTo>
                    <a:pt x="723" y="1663"/>
                  </a:lnTo>
                  <a:lnTo>
                    <a:pt x="702" y="1663"/>
                  </a:lnTo>
                  <a:lnTo>
                    <a:pt x="678" y="1660"/>
                  </a:lnTo>
                  <a:lnTo>
                    <a:pt x="667" y="1658"/>
                  </a:lnTo>
                  <a:lnTo>
                    <a:pt x="655" y="1654"/>
                  </a:lnTo>
                  <a:lnTo>
                    <a:pt x="633" y="1647"/>
                  </a:lnTo>
                  <a:lnTo>
                    <a:pt x="610" y="1641"/>
                  </a:lnTo>
                  <a:lnTo>
                    <a:pt x="590" y="1630"/>
                  </a:lnTo>
                  <a:lnTo>
                    <a:pt x="569" y="1620"/>
                  </a:lnTo>
                  <a:lnTo>
                    <a:pt x="560" y="1613"/>
                  </a:lnTo>
                  <a:lnTo>
                    <a:pt x="550" y="1607"/>
                  </a:lnTo>
                  <a:lnTo>
                    <a:pt x="533" y="1592"/>
                  </a:lnTo>
                  <a:lnTo>
                    <a:pt x="524" y="1585"/>
                  </a:lnTo>
                  <a:lnTo>
                    <a:pt x="515" y="1577"/>
                  </a:lnTo>
                  <a:lnTo>
                    <a:pt x="509" y="1568"/>
                  </a:lnTo>
                  <a:lnTo>
                    <a:pt x="503" y="1560"/>
                  </a:lnTo>
                  <a:lnTo>
                    <a:pt x="490" y="1542"/>
                  </a:lnTo>
                  <a:lnTo>
                    <a:pt x="479" y="1521"/>
                  </a:lnTo>
                  <a:lnTo>
                    <a:pt x="470" y="1502"/>
                  </a:lnTo>
                  <a:lnTo>
                    <a:pt x="464" y="1480"/>
                  </a:lnTo>
                  <a:lnTo>
                    <a:pt x="462" y="1470"/>
                  </a:lnTo>
                  <a:lnTo>
                    <a:pt x="460" y="1457"/>
                  </a:lnTo>
                  <a:lnTo>
                    <a:pt x="460" y="1446"/>
                  </a:lnTo>
                  <a:lnTo>
                    <a:pt x="458" y="1433"/>
                  </a:lnTo>
                  <a:lnTo>
                    <a:pt x="460" y="1410"/>
                  </a:lnTo>
                  <a:lnTo>
                    <a:pt x="464" y="1384"/>
                  </a:lnTo>
                  <a:lnTo>
                    <a:pt x="468" y="1371"/>
                  </a:lnTo>
                  <a:lnTo>
                    <a:pt x="473" y="1358"/>
                  </a:lnTo>
                  <a:lnTo>
                    <a:pt x="477" y="1345"/>
                  </a:lnTo>
                  <a:lnTo>
                    <a:pt x="483" y="1332"/>
                  </a:lnTo>
                  <a:lnTo>
                    <a:pt x="496" y="1307"/>
                  </a:lnTo>
                  <a:lnTo>
                    <a:pt x="515" y="1279"/>
                  </a:lnTo>
                  <a:lnTo>
                    <a:pt x="500" y="1245"/>
                  </a:lnTo>
                  <a:lnTo>
                    <a:pt x="462" y="1227"/>
                  </a:lnTo>
                  <a:lnTo>
                    <a:pt x="436" y="1230"/>
                  </a:lnTo>
                  <a:lnTo>
                    <a:pt x="410" y="1234"/>
                  </a:lnTo>
                  <a:lnTo>
                    <a:pt x="385" y="1238"/>
                  </a:lnTo>
                  <a:lnTo>
                    <a:pt x="361" y="1245"/>
                  </a:lnTo>
                  <a:lnTo>
                    <a:pt x="314" y="1262"/>
                  </a:lnTo>
                  <a:lnTo>
                    <a:pt x="267" y="1277"/>
                  </a:lnTo>
                  <a:lnTo>
                    <a:pt x="244" y="1285"/>
                  </a:lnTo>
                  <a:lnTo>
                    <a:pt x="218" y="1292"/>
                  </a:lnTo>
                  <a:lnTo>
                    <a:pt x="194" y="1298"/>
                  </a:lnTo>
                  <a:lnTo>
                    <a:pt x="181" y="1300"/>
                  </a:lnTo>
                  <a:lnTo>
                    <a:pt x="169" y="1302"/>
                  </a:lnTo>
                  <a:lnTo>
                    <a:pt x="143" y="1307"/>
                  </a:lnTo>
                  <a:lnTo>
                    <a:pt x="117" y="1307"/>
                  </a:lnTo>
                  <a:lnTo>
                    <a:pt x="89" y="1307"/>
                  </a:lnTo>
                  <a:lnTo>
                    <a:pt x="77" y="1307"/>
                  </a:lnTo>
                  <a:lnTo>
                    <a:pt x="62" y="1307"/>
                  </a:lnTo>
                  <a:lnTo>
                    <a:pt x="62" y="1275"/>
                  </a:lnTo>
                  <a:lnTo>
                    <a:pt x="62" y="1242"/>
                  </a:lnTo>
                  <a:lnTo>
                    <a:pt x="57" y="1210"/>
                  </a:lnTo>
                  <a:lnTo>
                    <a:pt x="53" y="1176"/>
                  </a:lnTo>
                  <a:lnTo>
                    <a:pt x="47" y="1142"/>
                  </a:lnTo>
                  <a:lnTo>
                    <a:pt x="40" y="1107"/>
                  </a:lnTo>
                  <a:lnTo>
                    <a:pt x="25" y="1043"/>
                  </a:lnTo>
                  <a:lnTo>
                    <a:pt x="12" y="981"/>
                  </a:lnTo>
                  <a:lnTo>
                    <a:pt x="2" y="930"/>
                  </a:lnTo>
                  <a:lnTo>
                    <a:pt x="0" y="906"/>
                  </a:lnTo>
                  <a:lnTo>
                    <a:pt x="0" y="887"/>
                  </a:lnTo>
                  <a:lnTo>
                    <a:pt x="4" y="872"/>
                  </a:lnTo>
                  <a:lnTo>
                    <a:pt x="6" y="865"/>
                  </a:lnTo>
                  <a:lnTo>
                    <a:pt x="10" y="859"/>
                  </a:lnTo>
                  <a:lnTo>
                    <a:pt x="44" y="848"/>
                  </a:lnTo>
                  <a:lnTo>
                    <a:pt x="70" y="861"/>
                  </a:lnTo>
                  <a:lnTo>
                    <a:pt x="94" y="872"/>
                  </a:lnTo>
                  <a:lnTo>
                    <a:pt x="117" y="880"/>
                  </a:lnTo>
                  <a:lnTo>
                    <a:pt x="141" y="887"/>
                  </a:lnTo>
                  <a:lnTo>
                    <a:pt x="162" y="893"/>
                  </a:lnTo>
                  <a:lnTo>
                    <a:pt x="181" y="897"/>
                  </a:lnTo>
                  <a:lnTo>
                    <a:pt x="203" y="900"/>
                  </a:lnTo>
                  <a:lnTo>
                    <a:pt x="222" y="900"/>
                  </a:lnTo>
                  <a:lnTo>
                    <a:pt x="239" y="900"/>
                  </a:lnTo>
                  <a:lnTo>
                    <a:pt x="256" y="897"/>
                  </a:lnTo>
                  <a:lnTo>
                    <a:pt x="273" y="893"/>
                  </a:lnTo>
                  <a:lnTo>
                    <a:pt x="288" y="889"/>
                  </a:lnTo>
                  <a:lnTo>
                    <a:pt x="303" y="885"/>
                  </a:lnTo>
                  <a:lnTo>
                    <a:pt x="316" y="878"/>
                  </a:lnTo>
                  <a:lnTo>
                    <a:pt x="329" y="870"/>
                  </a:lnTo>
                  <a:lnTo>
                    <a:pt x="340" y="861"/>
                  </a:lnTo>
                  <a:lnTo>
                    <a:pt x="353" y="852"/>
                  </a:lnTo>
                  <a:lnTo>
                    <a:pt x="361" y="842"/>
                  </a:lnTo>
                  <a:lnTo>
                    <a:pt x="381" y="818"/>
                  </a:lnTo>
                  <a:lnTo>
                    <a:pt x="387" y="805"/>
                  </a:lnTo>
                  <a:lnTo>
                    <a:pt x="396" y="792"/>
                  </a:lnTo>
                  <a:lnTo>
                    <a:pt x="406" y="765"/>
                  </a:lnTo>
                  <a:lnTo>
                    <a:pt x="415" y="735"/>
                  </a:lnTo>
                  <a:lnTo>
                    <a:pt x="417" y="720"/>
                  </a:lnTo>
                  <a:lnTo>
                    <a:pt x="421" y="705"/>
                  </a:lnTo>
                  <a:lnTo>
                    <a:pt x="421" y="687"/>
                  </a:lnTo>
                  <a:lnTo>
                    <a:pt x="423" y="672"/>
                  </a:lnTo>
                  <a:lnTo>
                    <a:pt x="423" y="655"/>
                  </a:lnTo>
                  <a:lnTo>
                    <a:pt x="421" y="638"/>
                  </a:lnTo>
                  <a:lnTo>
                    <a:pt x="419" y="606"/>
                  </a:lnTo>
                  <a:lnTo>
                    <a:pt x="413" y="574"/>
                  </a:lnTo>
                  <a:lnTo>
                    <a:pt x="408" y="559"/>
                  </a:lnTo>
                  <a:lnTo>
                    <a:pt x="404" y="544"/>
                  </a:lnTo>
                  <a:lnTo>
                    <a:pt x="398" y="529"/>
                  </a:lnTo>
                  <a:lnTo>
                    <a:pt x="391" y="514"/>
                  </a:lnTo>
                  <a:lnTo>
                    <a:pt x="385" y="499"/>
                  </a:lnTo>
                  <a:lnTo>
                    <a:pt x="378" y="486"/>
                  </a:lnTo>
                  <a:lnTo>
                    <a:pt x="361" y="462"/>
                  </a:lnTo>
                  <a:lnTo>
                    <a:pt x="351" y="450"/>
                  </a:lnTo>
                  <a:lnTo>
                    <a:pt x="342" y="439"/>
                  </a:lnTo>
                  <a:lnTo>
                    <a:pt x="331" y="430"/>
                  </a:lnTo>
                  <a:lnTo>
                    <a:pt x="321" y="422"/>
                  </a:lnTo>
                  <a:lnTo>
                    <a:pt x="308" y="413"/>
                  </a:lnTo>
                  <a:lnTo>
                    <a:pt x="295" y="407"/>
                  </a:lnTo>
                  <a:lnTo>
                    <a:pt x="282" y="400"/>
                  </a:lnTo>
                  <a:lnTo>
                    <a:pt x="269" y="396"/>
                  </a:lnTo>
                  <a:lnTo>
                    <a:pt x="254" y="394"/>
                  </a:lnTo>
                  <a:lnTo>
                    <a:pt x="239" y="392"/>
                  </a:lnTo>
                  <a:lnTo>
                    <a:pt x="224" y="390"/>
                  </a:lnTo>
                  <a:lnTo>
                    <a:pt x="209" y="392"/>
                  </a:lnTo>
                  <a:lnTo>
                    <a:pt x="192" y="394"/>
                  </a:lnTo>
                  <a:lnTo>
                    <a:pt x="177" y="396"/>
                  </a:lnTo>
                  <a:lnTo>
                    <a:pt x="160" y="402"/>
                  </a:lnTo>
                  <a:lnTo>
                    <a:pt x="141" y="409"/>
                  </a:lnTo>
                  <a:lnTo>
                    <a:pt x="124" y="417"/>
                  </a:lnTo>
                  <a:lnTo>
                    <a:pt x="104" y="428"/>
                  </a:lnTo>
                  <a:lnTo>
                    <a:pt x="85" y="439"/>
                  </a:lnTo>
                  <a:lnTo>
                    <a:pt x="66" y="454"/>
                  </a:lnTo>
                  <a:lnTo>
                    <a:pt x="32" y="445"/>
                  </a:lnTo>
                  <a:lnTo>
                    <a:pt x="12" y="417"/>
                  </a:lnTo>
                  <a:lnTo>
                    <a:pt x="14" y="392"/>
                  </a:lnTo>
                  <a:lnTo>
                    <a:pt x="19" y="366"/>
                  </a:lnTo>
                  <a:lnTo>
                    <a:pt x="29" y="315"/>
                  </a:lnTo>
                  <a:lnTo>
                    <a:pt x="38" y="261"/>
                  </a:lnTo>
                  <a:lnTo>
                    <a:pt x="49" y="210"/>
                  </a:lnTo>
                  <a:lnTo>
                    <a:pt x="57" y="156"/>
                  </a:lnTo>
                  <a:lnTo>
                    <a:pt x="62" y="130"/>
                  </a:lnTo>
                  <a:lnTo>
                    <a:pt x="64" y="102"/>
                  </a:lnTo>
                  <a:lnTo>
                    <a:pt x="64" y="77"/>
                  </a:lnTo>
                  <a:lnTo>
                    <a:pt x="66" y="51"/>
                  </a:lnTo>
                  <a:lnTo>
                    <a:pt x="64" y="25"/>
                  </a:lnTo>
                  <a:lnTo>
                    <a:pt x="62" y="0"/>
                  </a:lnTo>
                </a:path>
              </a:pathLst>
            </a:custGeom>
            <a:grpFill/>
            <a:ln w="19050" cap="rnd" cmpd="sng">
              <a:solidFill>
                <a:schemeClr val="bg1"/>
              </a:solidFill>
              <a:round/>
            </a:ln>
          </p:spPr>
          <p:txBody>
            <a:bodyPr/>
            <a:lstStyle/>
            <a:p>
              <a:endParaRPr lang="en-GB" sz="1815"/>
            </a:p>
          </p:txBody>
        </p:sp>
        <p:sp>
          <p:nvSpPr>
            <p:cNvPr id="64" name="Freeform 44"/>
            <p:cNvSpPr>
              <a:spLocks noChangeAspect="1"/>
            </p:cNvSpPr>
            <p:nvPr/>
          </p:nvSpPr>
          <p:spPr bwMode="auto">
            <a:xfrm>
              <a:off x="2341" y="2158"/>
              <a:ext cx="1168" cy="1147"/>
            </a:xfrm>
            <a:custGeom>
              <a:avLst/>
              <a:gdLst>
                <a:gd name="T0" fmla="*/ 41 w 1383"/>
                <a:gd name="T1" fmla="*/ 769 h 1387"/>
                <a:gd name="T2" fmla="*/ 35 w 1383"/>
                <a:gd name="T3" fmla="*/ 719 h 1387"/>
                <a:gd name="T4" fmla="*/ 16 w 1383"/>
                <a:gd name="T5" fmla="*/ 643 h 1387"/>
                <a:gd name="T6" fmla="*/ 0 w 1383"/>
                <a:gd name="T7" fmla="*/ 562 h 1387"/>
                <a:gd name="T8" fmla="*/ 3 w 1383"/>
                <a:gd name="T9" fmla="*/ 536 h 1387"/>
                <a:gd name="T10" fmla="*/ 41 w 1383"/>
                <a:gd name="T11" fmla="*/ 534 h 1387"/>
                <a:gd name="T12" fmla="*/ 84 w 1383"/>
                <a:gd name="T13" fmla="*/ 548 h 1387"/>
                <a:gd name="T14" fmla="*/ 122 w 1383"/>
                <a:gd name="T15" fmla="*/ 556 h 1387"/>
                <a:gd name="T16" fmla="*/ 154 w 1383"/>
                <a:gd name="T17" fmla="*/ 555 h 1387"/>
                <a:gd name="T18" fmla="*/ 181 w 1383"/>
                <a:gd name="T19" fmla="*/ 547 h 1387"/>
                <a:gd name="T20" fmla="*/ 204 w 1383"/>
                <a:gd name="T21" fmla="*/ 534 h 1387"/>
                <a:gd name="T22" fmla="*/ 227 w 1383"/>
                <a:gd name="T23" fmla="*/ 509 h 1387"/>
                <a:gd name="T24" fmla="*/ 243 w 1383"/>
                <a:gd name="T25" fmla="*/ 479 h 1387"/>
                <a:gd name="T26" fmla="*/ 251 w 1383"/>
                <a:gd name="T27" fmla="*/ 445 h 1387"/>
                <a:gd name="T28" fmla="*/ 253 w 1383"/>
                <a:gd name="T29" fmla="*/ 417 h 1387"/>
                <a:gd name="T30" fmla="*/ 247 w 1383"/>
                <a:gd name="T31" fmla="*/ 370 h 1387"/>
                <a:gd name="T32" fmla="*/ 238 w 1383"/>
                <a:gd name="T33" fmla="*/ 345 h 1387"/>
                <a:gd name="T34" fmla="*/ 225 w 1383"/>
                <a:gd name="T35" fmla="*/ 323 h 1387"/>
                <a:gd name="T36" fmla="*/ 204 w 1383"/>
                <a:gd name="T37" fmla="*/ 295 h 1387"/>
                <a:gd name="T38" fmla="*/ 184 w 1383"/>
                <a:gd name="T39" fmla="*/ 280 h 1387"/>
                <a:gd name="T40" fmla="*/ 160 w 1383"/>
                <a:gd name="T41" fmla="*/ 270 h 1387"/>
                <a:gd name="T42" fmla="*/ 133 w 1383"/>
                <a:gd name="T43" fmla="*/ 267 h 1387"/>
                <a:gd name="T44" fmla="*/ 106 w 1383"/>
                <a:gd name="T45" fmla="*/ 270 h 1387"/>
                <a:gd name="T46" fmla="*/ 75 w 1383"/>
                <a:gd name="T47" fmla="*/ 283 h 1387"/>
                <a:gd name="T48" fmla="*/ 40 w 1383"/>
                <a:gd name="T49" fmla="*/ 303 h 1387"/>
                <a:gd name="T50" fmla="*/ 8 w 1383"/>
                <a:gd name="T51" fmla="*/ 267 h 1387"/>
                <a:gd name="T52" fmla="*/ 17 w 1383"/>
                <a:gd name="T53" fmla="*/ 222 h 1387"/>
                <a:gd name="T54" fmla="*/ 35 w 1383"/>
                <a:gd name="T55" fmla="*/ 148 h 1387"/>
                <a:gd name="T56" fmla="*/ 46 w 1383"/>
                <a:gd name="T57" fmla="*/ 88 h 1387"/>
                <a:gd name="T58" fmla="*/ 48 w 1383"/>
                <a:gd name="T59" fmla="*/ 41 h 1387"/>
                <a:gd name="T60" fmla="*/ 99 w 1383"/>
                <a:gd name="T61" fmla="*/ 41 h 1387"/>
                <a:gd name="T62" fmla="*/ 146 w 1383"/>
                <a:gd name="T63" fmla="*/ 31 h 1387"/>
                <a:gd name="T64" fmla="*/ 222 w 1383"/>
                <a:gd name="T65" fmla="*/ 7 h 1387"/>
                <a:gd name="T66" fmla="*/ 266 w 1383"/>
                <a:gd name="T67" fmla="*/ 0 h 1387"/>
                <a:gd name="T68" fmla="*/ 289 w 1383"/>
                <a:gd name="T69" fmla="*/ 2 h 1387"/>
                <a:gd name="T70" fmla="*/ 310 w 1383"/>
                <a:gd name="T71" fmla="*/ 19 h 1387"/>
                <a:gd name="T72" fmla="*/ 307 w 1383"/>
                <a:gd name="T73" fmla="*/ 36 h 1387"/>
                <a:gd name="T74" fmla="*/ 295 w 1383"/>
                <a:gd name="T75" fmla="*/ 55 h 1387"/>
                <a:gd name="T76" fmla="*/ 281 w 1383"/>
                <a:gd name="T77" fmla="*/ 84 h 1387"/>
                <a:gd name="T78" fmla="*/ 278 w 1383"/>
                <a:gd name="T79" fmla="*/ 98 h 1387"/>
                <a:gd name="T80" fmla="*/ 278 w 1383"/>
                <a:gd name="T81" fmla="*/ 121 h 1387"/>
                <a:gd name="T82" fmla="*/ 289 w 1383"/>
                <a:gd name="T83" fmla="*/ 156 h 1387"/>
                <a:gd name="T84" fmla="*/ 304 w 1383"/>
                <a:gd name="T85" fmla="*/ 184 h 1387"/>
                <a:gd name="T86" fmla="*/ 320 w 1383"/>
                <a:gd name="T87" fmla="*/ 203 h 1387"/>
                <a:gd name="T88" fmla="*/ 349 w 1383"/>
                <a:gd name="T89" fmla="*/ 223 h 1387"/>
                <a:gd name="T90" fmla="*/ 383 w 1383"/>
                <a:gd name="T91" fmla="*/ 236 h 1387"/>
                <a:gd name="T92" fmla="*/ 419 w 1383"/>
                <a:gd name="T93" fmla="*/ 242 h 1387"/>
                <a:gd name="T94" fmla="*/ 455 w 1383"/>
                <a:gd name="T95" fmla="*/ 241 h 1387"/>
                <a:gd name="T96" fmla="*/ 491 w 1383"/>
                <a:gd name="T97" fmla="*/ 234 h 1387"/>
                <a:gd name="T98" fmla="*/ 523 w 1383"/>
                <a:gd name="T99" fmla="*/ 220 h 1387"/>
                <a:gd name="T100" fmla="*/ 550 w 1383"/>
                <a:gd name="T101" fmla="*/ 199 h 1387"/>
                <a:gd name="T102" fmla="*/ 566 w 1383"/>
                <a:gd name="T103" fmla="*/ 184 h 1387"/>
                <a:gd name="T104" fmla="*/ 579 w 1383"/>
                <a:gd name="T105" fmla="*/ 159 h 1387"/>
                <a:gd name="T106" fmla="*/ 587 w 1383"/>
                <a:gd name="T107" fmla="*/ 131 h 1387"/>
                <a:gd name="T108" fmla="*/ 586 w 1383"/>
                <a:gd name="T109" fmla="*/ 98 h 1387"/>
                <a:gd name="T110" fmla="*/ 577 w 1383"/>
                <a:gd name="T111" fmla="*/ 71 h 1387"/>
                <a:gd name="T112" fmla="*/ 560 w 1383"/>
                <a:gd name="T113" fmla="*/ 25 h 1387"/>
                <a:gd name="T114" fmla="*/ 575 w 1383"/>
                <a:gd name="T115" fmla="*/ 5 h 1387"/>
                <a:gd name="T116" fmla="*/ 590 w 1383"/>
                <a:gd name="T117" fmla="*/ 3 h 1387"/>
                <a:gd name="T118" fmla="*/ 652 w 1383"/>
                <a:gd name="T119" fmla="*/ 13 h 1387"/>
                <a:gd name="T120" fmla="*/ 764 w 1383"/>
                <a:gd name="T121" fmla="*/ 41 h 1387"/>
                <a:gd name="T122" fmla="*/ 817 w 1383"/>
                <a:gd name="T123" fmla="*/ 45 h 1387"/>
                <a:gd name="T124" fmla="*/ 40 w 1383"/>
                <a:gd name="T125" fmla="*/ 784 h 1387"/>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383"/>
                <a:gd name="T190" fmla="*/ 0 h 1387"/>
                <a:gd name="T191" fmla="*/ 1383 w 1383"/>
                <a:gd name="T192" fmla="*/ 1387 h 1387"/>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383" h="1387">
                  <a:moveTo>
                    <a:pt x="66" y="1386"/>
                  </a:moveTo>
                  <a:lnTo>
                    <a:pt x="68" y="1375"/>
                  </a:lnTo>
                  <a:lnTo>
                    <a:pt x="68" y="1360"/>
                  </a:lnTo>
                  <a:lnTo>
                    <a:pt x="68" y="1332"/>
                  </a:lnTo>
                  <a:lnTo>
                    <a:pt x="64" y="1302"/>
                  </a:lnTo>
                  <a:lnTo>
                    <a:pt x="59" y="1272"/>
                  </a:lnTo>
                  <a:lnTo>
                    <a:pt x="53" y="1238"/>
                  </a:lnTo>
                  <a:lnTo>
                    <a:pt x="44" y="1206"/>
                  </a:lnTo>
                  <a:lnTo>
                    <a:pt x="27" y="1137"/>
                  </a:lnTo>
                  <a:lnTo>
                    <a:pt x="12" y="1075"/>
                  </a:lnTo>
                  <a:lnTo>
                    <a:pt x="2" y="1019"/>
                  </a:lnTo>
                  <a:lnTo>
                    <a:pt x="0" y="993"/>
                  </a:lnTo>
                  <a:lnTo>
                    <a:pt x="0" y="974"/>
                  </a:lnTo>
                  <a:lnTo>
                    <a:pt x="2" y="955"/>
                  </a:lnTo>
                  <a:lnTo>
                    <a:pt x="6" y="948"/>
                  </a:lnTo>
                  <a:lnTo>
                    <a:pt x="8" y="942"/>
                  </a:lnTo>
                  <a:lnTo>
                    <a:pt x="44" y="931"/>
                  </a:lnTo>
                  <a:lnTo>
                    <a:pt x="68" y="944"/>
                  </a:lnTo>
                  <a:lnTo>
                    <a:pt x="94" y="955"/>
                  </a:lnTo>
                  <a:lnTo>
                    <a:pt x="117" y="963"/>
                  </a:lnTo>
                  <a:lnTo>
                    <a:pt x="139" y="970"/>
                  </a:lnTo>
                  <a:lnTo>
                    <a:pt x="162" y="976"/>
                  </a:lnTo>
                  <a:lnTo>
                    <a:pt x="181" y="981"/>
                  </a:lnTo>
                  <a:lnTo>
                    <a:pt x="201" y="983"/>
                  </a:lnTo>
                  <a:lnTo>
                    <a:pt x="218" y="983"/>
                  </a:lnTo>
                  <a:lnTo>
                    <a:pt x="237" y="983"/>
                  </a:lnTo>
                  <a:lnTo>
                    <a:pt x="254" y="981"/>
                  </a:lnTo>
                  <a:lnTo>
                    <a:pt x="269" y="978"/>
                  </a:lnTo>
                  <a:lnTo>
                    <a:pt x="286" y="974"/>
                  </a:lnTo>
                  <a:lnTo>
                    <a:pt x="299" y="968"/>
                  </a:lnTo>
                  <a:lnTo>
                    <a:pt x="314" y="961"/>
                  </a:lnTo>
                  <a:lnTo>
                    <a:pt x="327" y="953"/>
                  </a:lnTo>
                  <a:lnTo>
                    <a:pt x="338" y="944"/>
                  </a:lnTo>
                  <a:lnTo>
                    <a:pt x="348" y="936"/>
                  </a:lnTo>
                  <a:lnTo>
                    <a:pt x="359" y="925"/>
                  </a:lnTo>
                  <a:lnTo>
                    <a:pt x="378" y="901"/>
                  </a:lnTo>
                  <a:lnTo>
                    <a:pt x="385" y="889"/>
                  </a:lnTo>
                  <a:lnTo>
                    <a:pt x="391" y="876"/>
                  </a:lnTo>
                  <a:lnTo>
                    <a:pt x="404" y="846"/>
                  </a:lnTo>
                  <a:lnTo>
                    <a:pt x="412" y="816"/>
                  </a:lnTo>
                  <a:lnTo>
                    <a:pt x="415" y="801"/>
                  </a:lnTo>
                  <a:lnTo>
                    <a:pt x="417" y="786"/>
                  </a:lnTo>
                  <a:lnTo>
                    <a:pt x="419" y="769"/>
                  </a:lnTo>
                  <a:lnTo>
                    <a:pt x="419" y="754"/>
                  </a:lnTo>
                  <a:lnTo>
                    <a:pt x="419" y="736"/>
                  </a:lnTo>
                  <a:lnTo>
                    <a:pt x="419" y="719"/>
                  </a:lnTo>
                  <a:lnTo>
                    <a:pt x="417" y="687"/>
                  </a:lnTo>
                  <a:lnTo>
                    <a:pt x="410" y="655"/>
                  </a:lnTo>
                  <a:lnTo>
                    <a:pt x="406" y="640"/>
                  </a:lnTo>
                  <a:lnTo>
                    <a:pt x="400" y="625"/>
                  </a:lnTo>
                  <a:lnTo>
                    <a:pt x="395" y="610"/>
                  </a:lnTo>
                  <a:lnTo>
                    <a:pt x="389" y="597"/>
                  </a:lnTo>
                  <a:lnTo>
                    <a:pt x="382" y="584"/>
                  </a:lnTo>
                  <a:lnTo>
                    <a:pt x="374" y="569"/>
                  </a:lnTo>
                  <a:lnTo>
                    <a:pt x="359" y="546"/>
                  </a:lnTo>
                  <a:lnTo>
                    <a:pt x="348" y="533"/>
                  </a:lnTo>
                  <a:lnTo>
                    <a:pt x="338" y="522"/>
                  </a:lnTo>
                  <a:lnTo>
                    <a:pt x="329" y="514"/>
                  </a:lnTo>
                  <a:lnTo>
                    <a:pt x="316" y="505"/>
                  </a:lnTo>
                  <a:lnTo>
                    <a:pt x="305" y="496"/>
                  </a:lnTo>
                  <a:lnTo>
                    <a:pt x="293" y="490"/>
                  </a:lnTo>
                  <a:lnTo>
                    <a:pt x="280" y="484"/>
                  </a:lnTo>
                  <a:lnTo>
                    <a:pt x="267" y="479"/>
                  </a:lnTo>
                  <a:lnTo>
                    <a:pt x="252" y="477"/>
                  </a:lnTo>
                  <a:lnTo>
                    <a:pt x="237" y="475"/>
                  </a:lnTo>
                  <a:lnTo>
                    <a:pt x="222" y="473"/>
                  </a:lnTo>
                  <a:lnTo>
                    <a:pt x="207" y="475"/>
                  </a:lnTo>
                  <a:lnTo>
                    <a:pt x="192" y="477"/>
                  </a:lnTo>
                  <a:lnTo>
                    <a:pt x="175" y="479"/>
                  </a:lnTo>
                  <a:lnTo>
                    <a:pt x="158" y="486"/>
                  </a:lnTo>
                  <a:lnTo>
                    <a:pt x="141" y="492"/>
                  </a:lnTo>
                  <a:lnTo>
                    <a:pt x="124" y="501"/>
                  </a:lnTo>
                  <a:lnTo>
                    <a:pt x="104" y="511"/>
                  </a:lnTo>
                  <a:lnTo>
                    <a:pt x="85" y="522"/>
                  </a:lnTo>
                  <a:lnTo>
                    <a:pt x="66" y="537"/>
                  </a:lnTo>
                  <a:lnTo>
                    <a:pt x="29" y="529"/>
                  </a:lnTo>
                  <a:lnTo>
                    <a:pt x="12" y="501"/>
                  </a:lnTo>
                  <a:lnTo>
                    <a:pt x="14" y="473"/>
                  </a:lnTo>
                  <a:lnTo>
                    <a:pt x="19" y="445"/>
                  </a:lnTo>
                  <a:lnTo>
                    <a:pt x="23" y="419"/>
                  </a:lnTo>
                  <a:lnTo>
                    <a:pt x="29" y="392"/>
                  </a:lnTo>
                  <a:lnTo>
                    <a:pt x="40" y="340"/>
                  </a:lnTo>
                  <a:lnTo>
                    <a:pt x="53" y="287"/>
                  </a:lnTo>
                  <a:lnTo>
                    <a:pt x="59" y="261"/>
                  </a:lnTo>
                  <a:lnTo>
                    <a:pt x="64" y="235"/>
                  </a:lnTo>
                  <a:lnTo>
                    <a:pt x="72" y="182"/>
                  </a:lnTo>
                  <a:lnTo>
                    <a:pt x="77" y="156"/>
                  </a:lnTo>
                  <a:lnTo>
                    <a:pt x="79" y="128"/>
                  </a:lnTo>
                  <a:lnTo>
                    <a:pt x="79" y="100"/>
                  </a:lnTo>
                  <a:lnTo>
                    <a:pt x="79" y="74"/>
                  </a:lnTo>
                  <a:lnTo>
                    <a:pt x="109" y="74"/>
                  </a:lnTo>
                  <a:lnTo>
                    <a:pt x="136" y="74"/>
                  </a:lnTo>
                  <a:lnTo>
                    <a:pt x="164" y="74"/>
                  </a:lnTo>
                  <a:lnTo>
                    <a:pt x="192" y="70"/>
                  </a:lnTo>
                  <a:lnTo>
                    <a:pt x="218" y="64"/>
                  </a:lnTo>
                  <a:lnTo>
                    <a:pt x="243" y="55"/>
                  </a:lnTo>
                  <a:lnTo>
                    <a:pt x="295" y="38"/>
                  </a:lnTo>
                  <a:lnTo>
                    <a:pt x="346" y="19"/>
                  </a:lnTo>
                  <a:lnTo>
                    <a:pt x="370" y="12"/>
                  </a:lnTo>
                  <a:lnTo>
                    <a:pt x="395" y="6"/>
                  </a:lnTo>
                  <a:lnTo>
                    <a:pt x="419" y="2"/>
                  </a:lnTo>
                  <a:lnTo>
                    <a:pt x="442" y="0"/>
                  </a:lnTo>
                  <a:lnTo>
                    <a:pt x="455" y="0"/>
                  </a:lnTo>
                  <a:lnTo>
                    <a:pt x="466" y="2"/>
                  </a:lnTo>
                  <a:lnTo>
                    <a:pt x="479" y="2"/>
                  </a:lnTo>
                  <a:lnTo>
                    <a:pt x="489" y="6"/>
                  </a:lnTo>
                  <a:lnTo>
                    <a:pt x="513" y="27"/>
                  </a:lnTo>
                  <a:lnTo>
                    <a:pt x="515" y="34"/>
                  </a:lnTo>
                  <a:lnTo>
                    <a:pt x="515" y="40"/>
                  </a:lnTo>
                  <a:lnTo>
                    <a:pt x="513" y="53"/>
                  </a:lnTo>
                  <a:lnTo>
                    <a:pt x="509" y="64"/>
                  </a:lnTo>
                  <a:lnTo>
                    <a:pt x="502" y="74"/>
                  </a:lnTo>
                  <a:lnTo>
                    <a:pt x="496" y="87"/>
                  </a:lnTo>
                  <a:lnTo>
                    <a:pt x="489" y="98"/>
                  </a:lnTo>
                  <a:lnTo>
                    <a:pt x="477" y="126"/>
                  </a:lnTo>
                  <a:lnTo>
                    <a:pt x="470" y="141"/>
                  </a:lnTo>
                  <a:lnTo>
                    <a:pt x="466" y="147"/>
                  </a:lnTo>
                  <a:lnTo>
                    <a:pt x="464" y="156"/>
                  </a:lnTo>
                  <a:lnTo>
                    <a:pt x="462" y="164"/>
                  </a:lnTo>
                  <a:lnTo>
                    <a:pt x="462" y="173"/>
                  </a:lnTo>
                  <a:lnTo>
                    <a:pt x="459" y="182"/>
                  </a:lnTo>
                  <a:lnTo>
                    <a:pt x="459" y="192"/>
                  </a:lnTo>
                  <a:lnTo>
                    <a:pt x="462" y="214"/>
                  </a:lnTo>
                  <a:lnTo>
                    <a:pt x="466" y="237"/>
                  </a:lnTo>
                  <a:lnTo>
                    <a:pt x="472" y="263"/>
                  </a:lnTo>
                  <a:lnTo>
                    <a:pt x="479" y="276"/>
                  </a:lnTo>
                  <a:lnTo>
                    <a:pt x="485" y="291"/>
                  </a:lnTo>
                  <a:lnTo>
                    <a:pt x="494" y="310"/>
                  </a:lnTo>
                  <a:lnTo>
                    <a:pt x="504" y="327"/>
                  </a:lnTo>
                  <a:lnTo>
                    <a:pt x="511" y="336"/>
                  </a:lnTo>
                  <a:lnTo>
                    <a:pt x="517" y="344"/>
                  </a:lnTo>
                  <a:lnTo>
                    <a:pt x="532" y="359"/>
                  </a:lnTo>
                  <a:lnTo>
                    <a:pt x="547" y="372"/>
                  </a:lnTo>
                  <a:lnTo>
                    <a:pt x="562" y="383"/>
                  </a:lnTo>
                  <a:lnTo>
                    <a:pt x="579" y="394"/>
                  </a:lnTo>
                  <a:lnTo>
                    <a:pt x="599" y="404"/>
                  </a:lnTo>
                  <a:lnTo>
                    <a:pt x="616" y="411"/>
                  </a:lnTo>
                  <a:lnTo>
                    <a:pt x="635" y="417"/>
                  </a:lnTo>
                  <a:lnTo>
                    <a:pt x="654" y="422"/>
                  </a:lnTo>
                  <a:lnTo>
                    <a:pt x="676" y="426"/>
                  </a:lnTo>
                  <a:lnTo>
                    <a:pt x="695" y="428"/>
                  </a:lnTo>
                  <a:lnTo>
                    <a:pt x="714" y="428"/>
                  </a:lnTo>
                  <a:lnTo>
                    <a:pt x="735" y="428"/>
                  </a:lnTo>
                  <a:lnTo>
                    <a:pt x="755" y="426"/>
                  </a:lnTo>
                  <a:lnTo>
                    <a:pt x="776" y="424"/>
                  </a:lnTo>
                  <a:lnTo>
                    <a:pt x="795" y="419"/>
                  </a:lnTo>
                  <a:lnTo>
                    <a:pt x="815" y="413"/>
                  </a:lnTo>
                  <a:lnTo>
                    <a:pt x="832" y="407"/>
                  </a:lnTo>
                  <a:lnTo>
                    <a:pt x="851" y="398"/>
                  </a:lnTo>
                  <a:lnTo>
                    <a:pt x="868" y="389"/>
                  </a:lnTo>
                  <a:lnTo>
                    <a:pt x="883" y="379"/>
                  </a:lnTo>
                  <a:lnTo>
                    <a:pt x="900" y="366"/>
                  </a:lnTo>
                  <a:lnTo>
                    <a:pt x="913" y="353"/>
                  </a:lnTo>
                  <a:lnTo>
                    <a:pt x="919" y="347"/>
                  </a:lnTo>
                  <a:lnTo>
                    <a:pt x="926" y="340"/>
                  </a:lnTo>
                  <a:lnTo>
                    <a:pt x="939" y="325"/>
                  </a:lnTo>
                  <a:lnTo>
                    <a:pt x="949" y="308"/>
                  </a:lnTo>
                  <a:lnTo>
                    <a:pt x="958" y="291"/>
                  </a:lnTo>
                  <a:lnTo>
                    <a:pt x="962" y="280"/>
                  </a:lnTo>
                  <a:lnTo>
                    <a:pt x="964" y="272"/>
                  </a:lnTo>
                  <a:lnTo>
                    <a:pt x="971" y="252"/>
                  </a:lnTo>
                  <a:lnTo>
                    <a:pt x="975" y="231"/>
                  </a:lnTo>
                  <a:lnTo>
                    <a:pt x="975" y="201"/>
                  </a:lnTo>
                  <a:lnTo>
                    <a:pt x="975" y="186"/>
                  </a:lnTo>
                  <a:lnTo>
                    <a:pt x="973" y="173"/>
                  </a:lnTo>
                  <a:lnTo>
                    <a:pt x="971" y="160"/>
                  </a:lnTo>
                  <a:lnTo>
                    <a:pt x="966" y="149"/>
                  </a:lnTo>
                  <a:lnTo>
                    <a:pt x="958" y="126"/>
                  </a:lnTo>
                  <a:lnTo>
                    <a:pt x="941" y="81"/>
                  </a:lnTo>
                  <a:lnTo>
                    <a:pt x="932" y="57"/>
                  </a:lnTo>
                  <a:lnTo>
                    <a:pt x="930" y="44"/>
                  </a:lnTo>
                  <a:lnTo>
                    <a:pt x="928" y="32"/>
                  </a:lnTo>
                  <a:lnTo>
                    <a:pt x="945" y="10"/>
                  </a:lnTo>
                  <a:lnTo>
                    <a:pt x="954" y="8"/>
                  </a:lnTo>
                  <a:lnTo>
                    <a:pt x="962" y="6"/>
                  </a:lnTo>
                  <a:lnTo>
                    <a:pt x="971" y="6"/>
                  </a:lnTo>
                  <a:lnTo>
                    <a:pt x="981" y="6"/>
                  </a:lnTo>
                  <a:lnTo>
                    <a:pt x="1001" y="6"/>
                  </a:lnTo>
                  <a:lnTo>
                    <a:pt x="1026" y="10"/>
                  </a:lnTo>
                  <a:lnTo>
                    <a:pt x="1082" y="23"/>
                  </a:lnTo>
                  <a:lnTo>
                    <a:pt x="1142" y="38"/>
                  </a:lnTo>
                  <a:lnTo>
                    <a:pt x="1206" y="55"/>
                  </a:lnTo>
                  <a:lnTo>
                    <a:pt x="1268" y="72"/>
                  </a:lnTo>
                  <a:lnTo>
                    <a:pt x="1300" y="74"/>
                  </a:lnTo>
                  <a:lnTo>
                    <a:pt x="1328" y="79"/>
                  </a:lnTo>
                  <a:lnTo>
                    <a:pt x="1356" y="81"/>
                  </a:lnTo>
                  <a:lnTo>
                    <a:pt x="1382" y="81"/>
                  </a:lnTo>
                  <a:lnTo>
                    <a:pt x="1382" y="1386"/>
                  </a:lnTo>
                  <a:lnTo>
                    <a:pt x="66" y="1386"/>
                  </a:lnTo>
                </a:path>
              </a:pathLst>
            </a:custGeom>
            <a:grpFill/>
            <a:ln w="19050" cap="rnd" cmpd="sng">
              <a:solidFill>
                <a:schemeClr val="bg1"/>
              </a:solidFill>
              <a:round/>
            </a:ln>
          </p:spPr>
          <p:txBody>
            <a:bodyPr/>
            <a:lstStyle/>
            <a:p>
              <a:endParaRPr lang="en-GB" sz="1815"/>
            </a:p>
          </p:txBody>
        </p:sp>
        <p:sp>
          <p:nvSpPr>
            <p:cNvPr id="65" name="Freeform 45"/>
            <p:cNvSpPr>
              <a:spLocks noChangeAspect="1"/>
            </p:cNvSpPr>
            <p:nvPr/>
          </p:nvSpPr>
          <p:spPr bwMode="auto">
            <a:xfrm>
              <a:off x="1229" y="2158"/>
              <a:ext cx="1466" cy="1151"/>
            </a:xfrm>
            <a:custGeom>
              <a:avLst/>
              <a:gdLst>
                <a:gd name="T0" fmla="*/ 37 w 1737"/>
                <a:gd name="T1" fmla="*/ 739 h 1392"/>
                <a:gd name="T2" fmla="*/ 7 w 1737"/>
                <a:gd name="T3" fmla="*/ 608 h 1392"/>
                <a:gd name="T4" fmla="*/ 0 w 1737"/>
                <a:gd name="T5" fmla="*/ 545 h 1392"/>
                <a:gd name="T6" fmla="*/ 41 w 1737"/>
                <a:gd name="T7" fmla="*/ 534 h 1392"/>
                <a:gd name="T8" fmla="*/ 109 w 1737"/>
                <a:gd name="T9" fmla="*/ 554 h 1392"/>
                <a:gd name="T10" fmla="*/ 163 w 1737"/>
                <a:gd name="T11" fmla="*/ 552 h 1392"/>
                <a:gd name="T12" fmla="*/ 204 w 1737"/>
                <a:gd name="T13" fmla="*/ 534 h 1392"/>
                <a:gd name="T14" fmla="*/ 236 w 1737"/>
                <a:gd name="T15" fmla="*/ 494 h 1392"/>
                <a:gd name="T16" fmla="*/ 252 w 1737"/>
                <a:gd name="T17" fmla="*/ 435 h 1392"/>
                <a:gd name="T18" fmla="*/ 246 w 1737"/>
                <a:gd name="T19" fmla="*/ 370 h 1392"/>
                <a:gd name="T20" fmla="*/ 230 w 1737"/>
                <a:gd name="T21" fmla="*/ 329 h 1392"/>
                <a:gd name="T22" fmla="*/ 198 w 1737"/>
                <a:gd name="T23" fmla="*/ 289 h 1392"/>
                <a:gd name="T24" fmla="*/ 160 w 1737"/>
                <a:gd name="T25" fmla="*/ 271 h 1392"/>
                <a:gd name="T26" fmla="*/ 116 w 1737"/>
                <a:gd name="T27" fmla="*/ 269 h 1392"/>
                <a:gd name="T28" fmla="*/ 62 w 1737"/>
                <a:gd name="T29" fmla="*/ 289 h 1392"/>
                <a:gd name="T30" fmla="*/ 7 w 1737"/>
                <a:gd name="T31" fmla="*/ 267 h 1392"/>
                <a:gd name="T32" fmla="*/ 30 w 1737"/>
                <a:gd name="T33" fmla="*/ 165 h 1392"/>
                <a:gd name="T34" fmla="*/ 46 w 1737"/>
                <a:gd name="T35" fmla="*/ 60 h 1392"/>
                <a:gd name="T36" fmla="*/ 95 w 1737"/>
                <a:gd name="T37" fmla="*/ 45 h 1392"/>
                <a:gd name="T38" fmla="*/ 198 w 1737"/>
                <a:gd name="T39" fmla="*/ 17 h 1392"/>
                <a:gd name="T40" fmla="*/ 279 w 1737"/>
                <a:gd name="T41" fmla="*/ 0 h 1392"/>
                <a:gd name="T42" fmla="*/ 304 w 1737"/>
                <a:gd name="T43" fmla="*/ 52 h 1392"/>
                <a:gd name="T44" fmla="*/ 287 w 1737"/>
                <a:gd name="T45" fmla="*/ 96 h 1392"/>
                <a:gd name="T46" fmla="*/ 289 w 1737"/>
                <a:gd name="T47" fmla="*/ 148 h 1392"/>
                <a:gd name="T48" fmla="*/ 311 w 1737"/>
                <a:gd name="T49" fmla="*/ 188 h 1392"/>
                <a:gd name="T50" fmla="*/ 358 w 1737"/>
                <a:gd name="T51" fmla="*/ 225 h 1392"/>
                <a:gd name="T52" fmla="*/ 403 w 1737"/>
                <a:gd name="T53" fmla="*/ 241 h 1392"/>
                <a:gd name="T54" fmla="*/ 458 w 1737"/>
                <a:gd name="T55" fmla="*/ 246 h 1392"/>
                <a:gd name="T56" fmla="*/ 519 w 1737"/>
                <a:gd name="T57" fmla="*/ 227 h 1392"/>
                <a:gd name="T58" fmla="*/ 550 w 1737"/>
                <a:gd name="T59" fmla="*/ 206 h 1392"/>
                <a:gd name="T60" fmla="*/ 582 w 1737"/>
                <a:gd name="T61" fmla="*/ 165 h 1392"/>
                <a:gd name="T62" fmla="*/ 591 w 1737"/>
                <a:gd name="T63" fmla="*/ 124 h 1392"/>
                <a:gd name="T64" fmla="*/ 582 w 1737"/>
                <a:gd name="T65" fmla="*/ 74 h 1392"/>
                <a:gd name="T66" fmla="*/ 564 w 1737"/>
                <a:gd name="T67" fmla="*/ 21 h 1392"/>
                <a:gd name="T68" fmla="*/ 652 w 1737"/>
                <a:gd name="T69" fmla="*/ 14 h 1392"/>
                <a:gd name="T70" fmla="*/ 771 w 1737"/>
                <a:gd name="T71" fmla="*/ 44 h 1392"/>
                <a:gd name="T72" fmla="*/ 838 w 1737"/>
                <a:gd name="T73" fmla="*/ 60 h 1392"/>
                <a:gd name="T74" fmla="*/ 830 w 1737"/>
                <a:gd name="T75" fmla="*/ 136 h 1392"/>
                <a:gd name="T76" fmla="*/ 800 w 1737"/>
                <a:gd name="T77" fmla="*/ 270 h 1392"/>
                <a:gd name="T78" fmla="*/ 854 w 1737"/>
                <a:gd name="T79" fmla="*/ 292 h 1392"/>
                <a:gd name="T80" fmla="*/ 907 w 1737"/>
                <a:gd name="T81" fmla="*/ 273 h 1392"/>
                <a:gd name="T82" fmla="*/ 952 w 1737"/>
                <a:gd name="T83" fmla="*/ 274 h 1392"/>
                <a:gd name="T84" fmla="*/ 989 w 1737"/>
                <a:gd name="T85" fmla="*/ 293 h 1392"/>
                <a:gd name="T86" fmla="*/ 1016 w 1737"/>
                <a:gd name="T87" fmla="*/ 325 h 1392"/>
                <a:gd name="T88" fmla="*/ 1042 w 1737"/>
                <a:gd name="T89" fmla="*/ 391 h 1392"/>
                <a:gd name="T90" fmla="*/ 1042 w 1737"/>
                <a:gd name="T91" fmla="*/ 447 h 1392"/>
                <a:gd name="T92" fmla="*/ 1031 w 1737"/>
                <a:gd name="T93" fmla="*/ 489 h 1392"/>
                <a:gd name="T94" fmla="*/ 1008 w 1737"/>
                <a:gd name="T95" fmla="*/ 526 h 1392"/>
                <a:gd name="T96" fmla="*/ 971 w 1737"/>
                <a:gd name="T97" fmla="*/ 551 h 1392"/>
                <a:gd name="T98" fmla="*/ 922 w 1737"/>
                <a:gd name="T99" fmla="*/ 559 h 1392"/>
                <a:gd name="T100" fmla="*/ 862 w 1737"/>
                <a:gd name="T101" fmla="*/ 547 h 1392"/>
                <a:gd name="T102" fmla="*/ 795 w 1737"/>
                <a:gd name="T103" fmla="*/ 539 h 1392"/>
                <a:gd name="T104" fmla="*/ 793 w 1737"/>
                <a:gd name="T105" fmla="*/ 571 h 1392"/>
                <a:gd name="T106" fmla="*/ 819 w 1737"/>
                <a:gd name="T107" fmla="*/ 685 h 1392"/>
                <a:gd name="T108" fmla="*/ 832 w 1737"/>
                <a:gd name="T109" fmla="*/ 780 h 1392"/>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1737"/>
                <a:gd name="T166" fmla="*/ 0 h 1392"/>
                <a:gd name="T167" fmla="*/ 1737 w 1737"/>
                <a:gd name="T168" fmla="*/ 1392 h 1392"/>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1737" h="1392">
                  <a:moveTo>
                    <a:pt x="66" y="1391"/>
                  </a:moveTo>
                  <a:lnTo>
                    <a:pt x="68" y="1380"/>
                  </a:lnTo>
                  <a:lnTo>
                    <a:pt x="68" y="1367"/>
                  </a:lnTo>
                  <a:lnTo>
                    <a:pt x="66" y="1339"/>
                  </a:lnTo>
                  <a:lnTo>
                    <a:pt x="62" y="1307"/>
                  </a:lnTo>
                  <a:lnTo>
                    <a:pt x="57" y="1275"/>
                  </a:lnTo>
                  <a:lnTo>
                    <a:pt x="51" y="1243"/>
                  </a:lnTo>
                  <a:lnTo>
                    <a:pt x="42" y="1208"/>
                  </a:lnTo>
                  <a:lnTo>
                    <a:pt x="27" y="1140"/>
                  </a:lnTo>
                  <a:lnTo>
                    <a:pt x="12" y="1075"/>
                  </a:lnTo>
                  <a:lnTo>
                    <a:pt x="6" y="1045"/>
                  </a:lnTo>
                  <a:lnTo>
                    <a:pt x="2" y="1018"/>
                  </a:lnTo>
                  <a:lnTo>
                    <a:pt x="0" y="994"/>
                  </a:lnTo>
                  <a:lnTo>
                    <a:pt x="0" y="973"/>
                  </a:lnTo>
                  <a:lnTo>
                    <a:pt x="0" y="964"/>
                  </a:lnTo>
                  <a:lnTo>
                    <a:pt x="2" y="955"/>
                  </a:lnTo>
                  <a:lnTo>
                    <a:pt x="4" y="949"/>
                  </a:lnTo>
                  <a:lnTo>
                    <a:pt x="8" y="943"/>
                  </a:lnTo>
                  <a:lnTo>
                    <a:pt x="42" y="932"/>
                  </a:lnTo>
                  <a:lnTo>
                    <a:pt x="68" y="945"/>
                  </a:lnTo>
                  <a:lnTo>
                    <a:pt x="92" y="955"/>
                  </a:lnTo>
                  <a:lnTo>
                    <a:pt x="115" y="964"/>
                  </a:lnTo>
                  <a:lnTo>
                    <a:pt x="139" y="970"/>
                  </a:lnTo>
                  <a:lnTo>
                    <a:pt x="160" y="977"/>
                  </a:lnTo>
                  <a:lnTo>
                    <a:pt x="181" y="979"/>
                  </a:lnTo>
                  <a:lnTo>
                    <a:pt x="201" y="981"/>
                  </a:lnTo>
                  <a:lnTo>
                    <a:pt x="220" y="983"/>
                  </a:lnTo>
                  <a:lnTo>
                    <a:pt x="237" y="983"/>
                  </a:lnTo>
                  <a:lnTo>
                    <a:pt x="254" y="981"/>
                  </a:lnTo>
                  <a:lnTo>
                    <a:pt x="271" y="977"/>
                  </a:lnTo>
                  <a:lnTo>
                    <a:pt x="286" y="973"/>
                  </a:lnTo>
                  <a:lnTo>
                    <a:pt x="301" y="968"/>
                  </a:lnTo>
                  <a:lnTo>
                    <a:pt x="314" y="960"/>
                  </a:lnTo>
                  <a:lnTo>
                    <a:pt x="327" y="953"/>
                  </a:lnTo>
                  <a:lnTo>
                    <a:pt x="340" y="945"/>
                  </a:lnTo>
                  <a:lnTo>
                    <a:pt x="351" y="934"/>
                  </a:lnTo>
                  <a:lnTo>
                    <a:pt x="361" y="923"/>
                  </a:lnTo>
                  <a:lnTo>
                    <a:pt x="378" y="900"/>
                  </a:lnTo>
                  <a:lnTo>
                    <a:pt x="387" y="889"/>
                  </a:lnTo>
                  <a:lnTo>
                    <a:pt x="393" y="874"/>
                  </a:lnTo>
                  <a:lnTo>
                    <a:pt x="404" y="846"/>
                  </a:lnTo>
                  <a:lnTo>
                    <a:pt x="413" y="816"/>
                  </a:lnTo>
                  <a:lnTo>
                    <a:pt x="417" y="801"/>
                  </a:lnTo>
                  <a:lnTo>
                    <a:pt x="419" y="784"/>
                  </a:lnTo>
                  <a:lnTo>
                    <a:pt x="419" y="769"/>
                  </a:lnTo>
                  <a:lnTo>
                    <a:pt x="421" y="752"/>
                  </a:lnTo>
                  <a:lnTo>
                    <a:pt x="421" y="737"/>
                  </a:lnTo>
                  <a:lnTo>
                    <a:pt x="421" y="720"/>
                  </a:lnTo>
                  <a:lnTo>
                    <a:pt x="417" y="687"/>
                  </a:lnTo>
                  <a:lnTo>
                    <a:pt x="410" y="655"/>
                  </a:lnTo>
                  <a:lnTo>
                    <a:pt x="406" y="640"/>
                  </a:lnTo>
                  <a:lnTo>
                    <a:pt x="402" y="623"/>
                  </a:lnTo>
                  <a:lnTo>
                    <a:pt x="396" y="608"/>
                  </a:lnTo>
                  <a:lnTo>
                    <a:pt x="389" y="597"/>
                  </a:lnTo>
                  <a:lnTo>
                    <a:pt x="383" y="582"/>
                  </a:lnTo>
                  <a:lnTo>
                    <a:pt x="376" y="570"/>
                  </a:lnTo>
                  <a:lnTo>
                    <a:pt x="359" y="544"/>
                  </a:lnTo>
                  <a:lnTo>
                    <a:pt x="351" y="533"/>
                  </a:lnTo>
                  <a:lnTo>
                    <a:pt x="340" y="522"/>
                  </a:lnTo>
                  <a:lnTo>
                    <a:pt x="329" y="512"/>
                  </a:lnTo>
                  <a:lnTo>
                    <a:pt x="318" y="503"/>
                  </a:lnTo>
                  <a:lnTo>
                    <a:pt x="306" y="497"/>
                  </a:lnTo>
                  <a:lnTo>
                    <a:pt x="293" y="490"/>
                  </a:lnTo>
                  <a:lnTo>
                    <a:pt x="280" y="484"/>
                  </a:lnTo>
                  <a:lnTo>
                    <a:pt x="267" y="480"/>
                  </a:lnTo>
                  <a:lnTo>
                    <a:pt x="252" y="475"/>
                  </a:lnTo>
                  <a:lnTo>
                    <a:pt x="239" y="473"/>
                  </a:lnTo>
                  <a:lnTo>
                    <a:pt x="224" y="473"/>
                  </a:lnTo>
                  <a:lnTo>
                    <a:pt x="207" y="473"/>
                  </a:lnTo>
                  <a:lnTo>
                    <a:pt x="192" y="475"/>
                  </a:lnTo>
                  <a:lnTo>
                    <a:pt x="175" y="480"/>
                  </a:lnTo>
                  <a:lnTo>
                    <a:pt x="158" y="484"/>
                  </a:lnTo>
                  <a:lnTo>
                    <a:pt x="139" y="492"/>
                  </a:lnTo>
                  <a:lnTo>
                    <a:pt x="122" y="501"/>
                  </a:lnTo>
                  <a:lnTo>
                    <a:pt x="102" y="510"/>
                  </a:lnTo>
                  <a:lnTo>
                    <a:pt x="83" y="522"/>
                  </a:lnTo>
                  <a:lnTo>
                    <a:pt x="64" y="537"/>
                  </a:lnTo>
                  <a:lnTo>
                    <a:pt x="29" y="529"/>
                  </a:lnTo>
                  <a:lnTo>
                    <a:pt x="10" y="501"/>
                  </a:lnTo>
                  <a:lnTo>
                    <a:pt x="12" y="473"/>
                  </a:lnTo>
                  <a:lnTo>
                    <a:pt x="17" y="447"/>
                  </a:lnTo>
                  <a:lnTo>
                    <a:pt x="21" y="420"/>
                  </a:lnTo>
                  <a:lnTo>
                    <a:pt x="27" y="394"/>
                  </a:lnTo>
                  <a:lnTo>
                    <a:pt x="40" y="342"/>
                  </a:lnTo>
                  <a:lnTo>
                    <a:pt x="51" y="291"/>
                  </a:lnTo>
                  <a:lnTo>
                    <a:pt x="64" y="237"/>
                  </a:lnTo>
                  <a:lnTo>
                    <a:pt x="72" y="186"/>
                  </a:lnTo>
                  <a:lnTo>
                    <a:pt x="74" y="160"/>
                  </a:lnTo>
                  <a:lnTo>
                    <a:pt x="77" y="132"/>
                  </a:lnTo>
                  <a:lnTo>
                    <a:pt x="77" y="107"/>
                  </a:lnTo>
                  <a:lnTo>
                    <a:pt x="77" y="79"/>
                  </a:lnTo>
                  <a:lnTo>
                    <a:pt x="104" y="81"/>
                  </a:lnTo>
                  <a:lnTo>
                    <a:pt x="119" y="81"/>
                  </a:lnTo>
                  <a:lnTo>
                    <a:pt x="132" y="79"/>
                  </a:lnTo>
                  <a:lnTo>
                    <a:pt x="158" y="79"/>
                  </a:lnTo>
                  <a:lnTo>
                    <a:pt x="184" y="75"/>
                  </a:lnTo>
                  <a:lnTo>
                    <a:pt x="209" y="70"/>
                  </a:lnTo>
                  <a:lnTo>
                    <a:pt x="233" y="64"/>
                  </a:lnTo>
                  <a:lnTo>
                    <a:pt x="282" y="47"/>
                  </a:lnTo>
                  <a:lnTo>
                    <a:pt x="329" y="32"/>
                  </a:lnTo>
                  <a:lnTo>
                    <a:pt x="376" y="17"/>
                  </a:lnTo>
                  <a:lnTo>
                    <a:pt x="400" y="10"/>
                  </a:lnTo>
                  <a:lnTo>
                    <a:pt x="425" y="6"/>
                  </a:lnTo>
                  <a:lnTo>
                    <a:pt x="451" y="2"/>
                  </a:lnTo>
                  <a:lnTo>
                    <a:pt x="464" y="0"/>
                  </a:lnTo>
                  <a:lnTo>
                    <a:pt x="477" y="0"/>
                  </a:lnTo>
                  <a:lnTo>
                    <a:pt x="515" y="17"/>
                  </a:lnTo>
                  <a:lnTo>
                    <a:pt x="530" y="51"/>
                  </a:lnTo>
                  <a:lnTo>
                    <a:pt x="511" y="79"/>
                  </a:lnTo>
                  <a:lnTo>
                    <a:pt x="505" y="92"/>
                  </a:lnTo>
                  <a:lnTo>
                    <a:pt x="498" y="105"/>
                  </a:lnTo>
                  <a:lnTo>
                    <a:pt x="488" y="130"/>
                  </a:lnTo>
                  <a:lnTo>
                    <a:pt x="483" y="143"/>
                  </a:lnTo>
                  <a:lnTo>
                    <a:pt x="479" y="156"/>
                  </a:lnTo>
                  <a:lnTo>
                    <a:pt x="477" y="169"/>
                  </a:lnTo>
                  <a:lnTo>
                    <a:pt x="475" y="182"/>
                  </a:lnTo>
                  <a:lnTo>
                    <a:pt x="473" y="205"/>
                  </a:lnTo>
                  <a:lnTo>
                    <a:pt x="475" y="229"/>
                  </a:lnTo>
                  <a:lnTo>
                    <a:pt x="479" y="252"/>
                  </a:lnTo>
                  <a:lnTo>
                    <a:pt x="481" y="263"/>
                  </a:lnTo>
                  <a:lnTo>
                    <a:pt x="485" y="274"/>
                  </a:lnTo>
                  <a:lnTo>
                    <a:pt x="494" y="293"/>
                  </a:lnTo>
                  <a:lnTo>
                    <a:pt x="505" y="315"/>
                  </a:lnTo>
                  <a:lnTo>
                    <a:pt x="511" y="323"/>
                  </a:lnTo>
                  <a:lnTo>
                    <a:pt x="518" y="332"/>
                  </a:lnTo>
                  <a:lnTo>
                    <a:pt x="530" y="349"/>
                  </a:lnTo>
                  <a:lnTo>
                    <a:pt x="547" y="364"/>
                  </a:lnTo>
                  <a:lnTo>
                    <a:pt x="565" y="379"/>
                  </a:lnTo>
                  <a:lnTo>
                    <a:pt x="584" y="392"/>
                  </a:lnTo>
                  <a:lnTo>
                    <a:pt x="595" y="398"/>
                  </a:lnTo>
                  <a:lnTo>
                    <a:pt x="605" y="402"/>
                  </a:lnTo>
                  <a:lnTo>
                    <a:pt x="625" y="413"/>
                  </a:lnTo>
                  <a:lnTo>
                    <a:pt x="635" y="417"/>
                  </a:lnTo>
                  <a:lnTo>
                    <a:pt x="648" y="420"/>
                  </a:lnTo>
                  <a:lnTo>
                    <a:pt x="669" y="426"/>
                  </a:lnTo>
                  <a:lnTo>
                    <a:pt x="693" y="432"/>
                  </a:lnTo>
                  <a:lnTo>
                    <a:pt x="717" y="435"/>
                  </a:lnTo>
                  <a:lnTo>
                    <a:pt x="727" y="435"/>
                  </a:lnTo>
                  <a:lnTo>
                    <a:pt x="738" y="435"/>
                  </a:lnTo>
                  <a:lnTo>
                    <a:pt x="762" y="435"/>
                  </a:lnTo>
                  <a:lnTo>
                    <a:pt x="785" y="430"/>
                  </a:lnTo>
                  <a:lnTo>
                    <a:pt x="809" y="426"/>
                  </a:lnTo>
                  <a:lnTo>
                    <a:pt x="832" y="417"/>
                  </a:lnTo>
                  <a:lnTo>
                    <a:pt x="854" y="407"/>
                  </a:lnTo>
                  <a:lnTo>
                    <a:pt x="864" y="402"/>
                  </a:lnTo>
                  <a:lnTo>
                    <a:pt x="875" y="396"/>
                  </a:lnTo>
                  <a:lnTo>
                    <a:pt x="886" y="390"/>
                  </a:lnTo>
                  <a:lnTo>
                    <a:pt x="896" y="381"/>
                  </a:lnTo>
                  <a:lnTo>
                    <a:pt x="905" y="372"/>
                  </a:lnTo>
                  <a:lnTo>
                    <a:pt x="916" y="364"/>
                  </a:lnTo>
                  <a:lnTo>
                    <a:pt x="924" y="355"/>
                  </a:lnTo>
                  <a:lnTo>
                    <a:pt x="933" y="345"/>
                  </a:lnTo>
                  <a:lnTo>
                    <a:pt x="952" y="319"/>
                  </a:lnTo>
                  <a:lnTo>
                    <a:pt x="961" y="306"/>
                  </a:lnTo>
                  <a:lnTo>
                    <a:pt x="967" y="293"/>
                  </a:lnTo>
                  <a:lnTo>
                    <a:pt x="971" y="282"/>
                  </a:lnTo>
                  <a:lnTo>
                    <a:pt x="976" y="270"/>
                  </a:lnTo>
                  <a:lnTo>
                    <a:pt x="978" y="257"/>
                  </a:lnTo>
                  <a:lnTo>
                    <a:pt x="980" y="244"/>
                  </a:lnTo>
                  <a:lnTo>
                    <a:pt x="982" y="220"/>
                  </a:lnTo>
                  <a:lnTo>
                    <a:pt x="982" y="210"/>
                  </a:lnTo>
                  <a:lnTo>
                    <a:pt x="982" y="197"/>
                  </a:lnTo>
                  <a:lnTo>
                    <a:pt x="978" y="175"/>
                  </a:lnTo>
                  <a:lnTo>
                    <a:pt x="973" y="154"/>
                  </a:lnTo>
                  <a:lnTo>
                    <a:pt x="967" y="132"/>
                  </a:lnTo>
                  <a:lnTo>
                    <a:pt x="961" y="113"/>
                  </a:lnTo>
                  <a:lnTo>
                    <a:pt x="948" y="79"/>
                  </a:lnTo>
                  <a:lnTo>
                    <a:pt x="939" y="51"/>
                  </a:lnTo>
                  <a:lnTo>
                    <a:pt x="937" y="40"/>
                  </a:lnTo>
                  <a:lnTo>
                    <a:pt x="937" y="36"/>
                  </a:lnTo>
                  <a:lnTo>
                    <a:pt x="939" y="32"/>
                  </a:lnTo>
                  <a:lnTo>
                    <a:pt x="976" y="4"/>
                  </a:lnTo>
                  <a:lnTo>
                    <a:pt x="1006" y="8"/>
                  </a:lnTo>
                  <a:lnTo>
                    <a:pt x="1033" y="12"/>
                  </a:lnTo>
                  <a:lnTo>
                    <a:pt x="1085" y="25"/>
                  </a:lnTo>
                  <a:lnTo>
                    <a:pt x="1134" y="40"/>
                  </a:lnTo>
                  <a:lnTo>
                    <a:pt x="1181" y="55"/>
                  </a:lnTo>
                  <a:lnTo>
                    <a:pt x="1230" y="66"/>
                  </a:lnTo>
                  <a:lnTo>
                    <a:pt x="1256" y="72"/>
                  </a:lnTo>
                  <a:lnTo>
                    <a:pt x="1282" y="77"/>
                  </a:lnTo>
                  <a:lnTo>
                    <a:pt x="1307" y="79"/>
                  </a:lnTo>
                  <a:lnTo>
                    <a:pt x="1335" y="79"/>
                  </a:lnTo>
                  <a:lnTo>
                    <a:pt x="1365" y="79"/>
                  </a:lnTo>
                  <a:lnTo>
                    <a:pt x="1395" y="79"/>
                  </a:lnTo>
                  <a:lnTo>
                    <a:pt x="1395" y="105"/>
                  </a:lnTo>
                  <a:lnTo>
                    <a:pt x="1395" y="132"/>
                  </a:lnTo>
                  <a:lnTo>
                    <a:pt x="1393" y="160"/>
                  </a:lnTo>
                  <a:lnTo>
                    <a:pt x="1389" y="186"/>
                  </a:lnTo>
                  <a:lnTo>
                    <a:pt x="1384" y="214"/>
                  </a:lnTo>
                  <a:lnTo>
                    <a:pt x="1380" y="240"/>
                  </a:lnTo>
                  <a:lnTo>
                    <a:pt x="1369" y="291"/>
                  </a:lnTo>
                  <a:lnTo>
                    <a:pt x="1357" y="345"/>
                  </a:lnTo>
                  <a:lnTo>
                    <a:pt x="1346" y="396"/>
                  </a:lnTo>
                  <a:lnTo>
                    <a:pt x="1335" y="450"/>
                  </a:lnTo>
                  <a:lnTo>
                    <a:pt x="1331" y="477"/>
                  </a:lnTo>
                  <a:lnTo>
                    <a:pt x="1329" y="505"/>
                  </a:lnTo>
                  <a:lnTo>
                    <a:pt x="1346" y="533"/>
                  </a:lnTo>
                  <a:lnTo>
                    <a:pt x="1380" y="542"/>
                  </a:lnTo>
                  <a:lnTo>
                    <a:pt x="1402" y="527"/>
                  </a:lnTo>
                  <a:lnTo>
                    <a:pt x="1421" y="516"/>
                  </a:lnTo>
                  <a:lnTo>
                    <a:pt x="1438" y="505"/>
                  </a:lnTo>
                  <a:lnTo>
                    <a:pt x="1457" y="497"/>
                  </a:lnTo>
                  <a:lnTo>
                    <a:pt x="1474" y="490"/>
                  </a:lnTo>
                  <a:lnTo>
                    <a:pt x="1491" y="484"/>
                  </a:lnTo>
                  <a:lnTo>
                    <a:pt x="1509" y="482"/>
                  </a:lnTo>
                  <a:lnTo>
                    <a:pt x="1524" y="480"/>
                  </a:lnTo>
                  <a:lnTo>
                    <a:pt x="1539" y="477"/>
                  </a:lnTo>
                  <a:lnTo>
                    <a:pt x="1554" y="480"/>
                  </a:lnTo>
                  <a:lnTo>
                    <a:pt x="1569" y="482"/>
                  </a:lnTo>
                  <a:lnTo>
                    <a:pt x="1584" y="484"/>
                  </a:lnTo>
                  <a:lnTo>
                    <a:pt x="1596" y="488"/>
                  </a:lnTo>
                  <a:lnTo>
                    <a:pt x="1609" y="495"/>
                  </a:lnTo>
                  <a:lnTo>
                    <a:pt x="1622" y="501"/>
                  </a:lnTo>
                  <a:lnTo>
                    <a:pt x="1633" y="510"/>
                  </a:lnTo>
                  <a:lnTo>
                    <a:pt x="1646" y="518"/>
                  </a:lnTo>
                  <a:lnTo>
                    <a:pt x="1654" y="527"/>
                  </a:lnTo>
                  <a:lnTo>
                    <a:pt x="1665" y="537"/>
                  </a:lnTo>
                  <a:lnTo>
                    <a:pt x="1673" y="550"/>
                  </a:lnTo>
                  <a:lnTo>
                    <a:pt x="1684" y="561"/>
                  </a:lnTo>
                  <a:lnTo>
                    <a:pt x="1691" y="574"/>
                  </a:lnTo>
                  <a:lnTo>
                    <a:pt x="1699" y="589"/>
                  </a:lnTo>
                  <a:lnTo>
                    <a:pt x="1706" y="602"/>
                  </a:lnTo>
                  <a:lnTo>
                    <a:pt x="1716" y="630"/>
                  </a:lnTo>
                  <a:lnTo>
                    <a:pt x="1727" y="660"/>
                  </a:lnTo>
                  <a:lnTo>
                    <a:pt x="1733" y="692"/>
                  </a:lnTo>
                  <a:lnTo>
                    <a:pt x="1736" y="709"/>
                  </a:lnTo>
                  <a:lnTo>
                    <a:pt x="1736" y="724"/>
                  </a:lnTo>
                  <a:lnTo>
                    <a:pt x="1736" y="741"/>
                  </a:lnTo>
                  <a:lnTo>
                    <a:pt x="1736" y="758"/>
                  </a:lnTo>
                  <a:lnTo>
                    <a:pt x="1733" y="790"/>
                  </a:lnTo>
                  <a:lnTo>
                    <a:pt x="1731" y="805"/>
                  </a:lnTo>
                  <a:lnTo>
                    <a:pt x="1729" y="820"/>
                  </a:lnTo>
                  <a:lnTo>
                    <a:pt x="1725" y="838"/>
                  </a:lnTo>
                  <a:lnTo>
                    <a:pt x="1721" y="850"/>
                  </a:lnTo>
                  <a:lnTo>
                    <a:pt x="1714" y="865"/>
                  </a:lnTo>
                  <a:lnTo>
                    <a:pt x="1708" y="880"/>
                  </a:lnTo>
                  <a:lnTo>
                    <a:pt x="1701" y="893"/>
                  </a:lnTo>
                  <a:lnTo>
                    <a:pt x="1695" y="906"/>
                  </a:lnTo>
                  <a:lnTo>
                    <a:pt x="1686" y="917"/>
                  </a:lnTo>
                  <a:lnTo>
                    <a:pt x="1676" y="930"/>
                  </a:lnTo>
                  <a:lnTo>
                    <a:pt x="1665" y="940"/>
                  </a:lnTo>
                  <a:lnTo>
                    <a:pt x="1654" y="949"/>
                  </a:lnTo>
                  <a:lnTo>
                    <a:pt x="1643" y="958"/>
                  </a:lnTo>
                  <a:lnTo>
                    <a:pt x="1631" y="966"/>
                  </a:lnTo>
                  <a:lnTo>
                    <a:pt x="1616" y="973"/>
                  </a:lnTo>
                  <a:lnTo>
                    <a:pt x="1603" y="979"/>
                  </a:lnTo>
                  <a:lnTo>
                    <a:pt x="1586" y="983"/>
                  </a:lnTo>
                  <a:lnTo>
                    <a:pt x="1571" y="985"/>
                  </a:lnTo>
                  <a:lnTo>
                    <a:pt x="1554" y="988"/>
                  </a:lnTo>
                  <a:lnTo>
                    <a:pt x="1534" y="988"/>
                  </a:lnTo>
                  <a:lnTo>
                    <a:pt x="1517" y="988"/>
                  </a:lnTo>
                  <a:lnTo>
                    <a:pt x="1498" y="985"/>
                  </a:lnTo>
                  <a:lnTo>
                    <a:pt x="1479" y="981"/>
                  </a:lnTo>
                  <a:lnTo>
                    <a:pt x="1455" y="975"/>
                  </a:lnTo>
                  <a:lnTo>
                    <a:pt x="1434" y="968"/>
                  </a:lnTo>
                  <a:lnTo>
                    <a:pt x="1410" y="960"/>
                  </a:lnTo>
                  <a:lnTo>
                    <a:pt x="1384" y="949"/>
                  </a:lnTo>
                  <a:lnTo>
                    <a:pt x="1361" y="936"/>
                  </a:lnTo>
                  <a:lnTo>
                    <a:pt x="1325" y="947"/>
                  </a:lnTo>
                  <a:lnTo>
                    <a:pt x="1322" y="953"/>
                  </a:lnTo>
                  <a:lnTo>
                    <a:pt x="1318" y="960"/>
                  </a:lnTo>
                  <a:lnTo>
                    <a:pt x="1318" y="968"/>
                  </a:lnTo>
                  <a:lnTo>
                    <a:pt x="1316" y="979"/>
                  </a:lnTo>
                  <a:lnTo>
                    <a:pt x="1316" y="998"/>
                  </a:lnTo>
                  <a:lnTo>
                    <a:pt x="1318" y="1011"/>
                  </a:lnTo>
                  <a:lnTo>
                    <a:pt x="1318" y="1024"/>
                  </a:lnTo>
                  <a:lnTo>
                    <a:pt x="1322" y="1052"/>
                  </a:lnTo>
                  <a:lnTo>
                    <a:pt x="1329" y="1080"/>
                  </a:lnTo>
                  <a:lnTo>
                    <a:pt x="1344" y="1142"/>
                  </a:lnTo>
                  <a:lnTo>
                    <a:pt x="1361" y="1210"/>
                  </a:lnTo>
                  <a:lnTo>
                    <a:pt x="1376" y="1277"/>
                  </a:lnTo>
                  <a:lnTo>
                    <a:pt x="1380" y="1307"/>
                  </a:lnTo>
                  <a:lnTo>
                    <a:pt x="1384" y="1337"/>
                  </a:lnTo>
                  <a:lnTo>
                    <a:pt x="1384" y="1367"/>
                  </a:lnTo>
                  <a:lnTo>
                    <a:pt x="1384" y="1380"/>
                  </a:lnTo>
                  <a:lnTo>
                    <a:pt x="1382" y="1391"/>
                  </a:lnTo>
                  <a:lnTo>
                    <a:pt x="66" y="1391"/>
                  </a:lnTo>
                </a:path>
              </a:pathLst>
            </a:custGeom>
            <a:grpFill/>
            <a:ln w="19050" cap="rnd" cmpd="sng">
              <a:solidFill>
                <a:schemeClr val="bg1"/>
              </a:solidFill>
              <a:round/>
            </a:ln>
          </p:spPr>
          <p:txBody>
            <a:bodyPr/>
            <a:lstStyle/>
            <a:p>
              <a:endParaRPr lang="en-GB" sz="1815"/>
            </a:p>
          </p:txBody>
        </p:sp>
        <p:sp>
          <p:nvSpPr>
            <p:cNvPr id="66" name="Freeform 46"/>
            <p:cNvSpPr>
              <a:spLocks noChangeAspect="1"/>
            </p:cNvSpPr>
            <p:nvPr/>
          </p:nvSpPr>
          <p:spPr bwMode="auto">
            <a:xfrm>
              <a:off x="172" y="2158"/>
              <a:ext cx="1413" cy="1152"/>
            </a:xfrm>
            <a:custGeom>
              <a:avLst/>
              <a:gdLst>
                <a:gd name="T0" fmla="*/ 32 w 1672"/>
                <a:gd name="T1" fmla="*/ 45 h 1393"/>
                <a:gd name="T2" fmla="*/ 106 w 1672"/>
                <a:gd name="T3" fmla="*/ 32 h 1393"/>
                <a:gd name="T4" fmla="*/ 215 w 1672"/>
                <a:gd name="T5" fmla="*/ 6 h 1393"/>
                <a:gd name="T6" fmla="*/ 247 w 1672"/>
                <a:gd name="T7" fmla="*/ 3 h 1393"/>
                <a:gd name="T8" fmla="*/ 275 w 1672"/>
                <a:gd name="T9" fmla="*/ 18 h 1393"/>
                <a:gd name="T10" fmla="*/ 256 w 1672"/>
                <a:gd name="T11" fmla="*/ 71 h 1393"/>
                <a:gd name="T12" fmla="*/ 247 w 1672"/>
                <a:gd name="T13" fmla="*/ 98 h 1393"/>
                <a:gd name="T14" fmla="*/ 247 w 1672"/>
                <a:gd name="T15" fmla="*/ 131 h 1393"/>
                <a:gd name="T16" fmla="*/ 262 w 1672"/>
                <a:gd name="T17" fmla="*/ 174 h 1393"/>
                <a:gd name="T18" fmla="*/ 292 w 1672"/>
                <a:gd name="T19" fmla="*/ 208 h 1393"/>
                <a:gd name="T20" fmla="*/ 328 w 1672"/>
                <a:gd name="T21" fmla="*/ 227 h 1393"/>
                <a:gd name="T22" fmla="*/ 368 w 1672"/>
                <a:gd name="T23" fmla="*/ 240 h 1393"/>
                <a:gd name="T24" fmla="*/ 415 w 1672"/>
                <a:gd name="T25" fmla="*/ 242 h 1393"/>
                <a:gd name="T26" fmla="*/ 463 w 1672"/>
                <a:gd name="T27" fmla="*/ 232 h 1393"/>
                <a:gd name="T28" fmla="*/ 505 w 1672"/>
                <a:gd name="T29" fmla="*/ 211 h 1393"/>
                <a:gd name="T30" fmla="*/ 537 w 1672"/>
                <a:gd name="T31" fmla="*/ 175 h 1393"/>
                <a:gd name="T32" fmla="*/ 552 w 1672"/>
                <a:gd name="T33" fmla="*/ 141 h 1393"/>
                <a:gd name="T34" fmla="*/ 558 w 1672"/>
                <a:gd name="T35" fmla="*/ 115 h 1393"/>
                <a:gd name="T36" fmla="*/ 552 w 1672"/>
                <a:gd name="T37" fmla="*/ 80 h 1393"/>
                <a:gd name="T38" fmla="*/ 532 w 1672"/>
                <a:gd name="T39" fmla="*/ 44 h 1393"/>
                <a:gd name="T40" fmla="*/ 525 w 1672"/>
                <a:gd name="T41" fmla="*/ 15 h 1393"/>
                <a:gd name="T42" fmla="*/ 561 w 1672"/>
                <a:gd name="T43" fmla="*/ 0 h 1393"/>
                <a:gd name="T44" fmla="*/ 614 w 1672"/>
                <a:gd name="T45" fmla="*/ 7 h 1393"/>
                <a:gd name="T46" fmla="*/ 714 w 1672"/>
                <a:gd name="T47" fmla="*/ 36 h 1393"/>
                <a:gd name="T48" fmla="*/ 783 w 1672"/>
                <a:gd name="T49" fmla="*/ 45 h 1393"/>
                <a:gd name="T50" fmla="*/ 798 w 1672"/>
                <a:gd name="T51" fmla="*/ 105 h 1393"/>
                <a:gd name="T52" fmla="*/ 771 w 1672"/>
                <a:gd name="T53" fmla="*/ 223 h 1393"/>
                <a:gd name="T54" fmla="*/ 761 w 1672"/>
                <a:gd name="T55" fmla="*/ 283 h 1393"/>
                <a:gd name="T56" fmla="*/ 816 w 1672"/>
                <a:gd name="T57" fmla="*/ 288 h 1393"/>
                <a:gd name="T58" fmla="*/ 859 w 1672"/>
                <a:gd name="T59" fmla="*/ 270 h 1393"/>
                <a:gd name="T60" fmla="*/ 898 w 1672"/>
                <a:gd name="T61" fmla="*/ 267 h 1393"/>
                <a:gd name="T62" fmla="*/ 932 w 1672"/>
                <a:gd name="T63" fmla="*/ 277 h 1393"/>
                <a:gd name="T64" fmla="*/ 959 w 1672"/>
                <a:gd name="T65" fmla="*/ 295 h 1393"/>
                <a:gd name="T66" fmla="*/ 981 w 1672"/>
                <a:gd name="T67" fmla="*/ 323 h 1393"/>
                <a:gd name="T68" fmla="*/ 1002 w 1672"/>
                <a:gd name="T69" fmla="*/ 370 h 1393"/>
                <a:gd name="T70" fmla="*/ 1008 w 1672"/>
                <a:gd name="T71" fmla="*/ 417 h 1393"/>
                <a:gd name="T72" fmla="*/ 1003 w 1672"/>
                <a:gd name="T73" fmla="*/ 461 h 1393"/>
                <a:gd name="T74" fmla="*/ 991 w 1672"/>
                <a:gd name="T75" fmla="*/ 494 h 1393"/>
                <a:gd name="T76" fmla="*/ 972 w 1672"/>
                <a:gd name="T77" fmla="*/ 522 h 1393"/>
                <a:gd name="T78" fmla="*/ 944 w 1672"/>
                <a:gd name="T79" fmla="*/ 543 h 1393"/>
                <a:gd name="T80" fmla="*/ 909 w 1672"/>
                <a:gd name="T81" fmla="*/ 554 h 1393"/>
                <a:gd name="T82" fmla="*/ 864 w 1672"/>
                <a:gd name="T83" fmla="*/ 553 h 1393"/>
                <a:gd name="T84" fmla="*/ 810 w 1672"/>
                <a:gd name="T85" fmla="*/ 540 h 1393"/>
                <a:gd name="T86" fmla="*/ 758 w 1672"/>
                <a:gd name="T87" fmla="*/ 536 h 1393"/>
                <a:gd name="T88" fmla="*/ 754 w 1672"/>
                <a:gd name="T89" fmla="*/ 562 h 1393"/>
                <a:gd name="T90" fmla="*/ 762 w 1672"/>
                <a:gd name="T91" fmla="*/ 608 h 1393"/>
                <a:gd name="T92" fmla="*/ 789 w 1672"/>
                <a:gd name="T93" fmla="*/ 721 h 1393"/>
                <a:gd name="T94" fmla="*/ 795 w 1672"/>
                <a:gd name="T95" fmla="*/ 773 h 1393"/>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72"/>
                <a:gd name="T145" fmla="*/ 0 h 1393"/>
                <a:gd name="T146" fmla="*/ 1672 w 1672"/>
                <a:gd name="T147" fmla="*/ 1393 h 1393"/>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72" h="1393">
                  <a:moveTo>
                    <a:pt x="0" y="81"/>
                  </a:moveTo>
                  <a:lnTo>
                    <a:pt x="12" y="81"/>
                  </a:lnTo>
                  <a:lnTo>
                    <a:pt x="25" y="81"/>
                  </a:lnTo>
                  <a:lnTo>
                    <a:pt x="53" y="81"/>
                  </a:lnTo>
                  <a:lnTo>
                    <a:pt x="83" y="79"/>
                  </a:lnTo>
                  <a:lnTo>
                    <a:pt x="113" y="72"/>
                  </a:lnTo>
                  <a:lnTo>
                    <a:pt x="143" y="66"/>
                  </a:lnTo>
                  <a:lnTo>
                    <a:pt x="175" y="57"/>
                  </a:lnTo>
                  <a:lnTo>
                    <a:pt x="237" y="38"/>
                  </a:lnTo>
                  <a:lnTo>
                    <a:pt x="299" y="23"/>
                  </a:lnTo>
                  <a:lnTo>
                    <a:pt x="327" y="14"/>
                  </a:lnTo>
                  <a:lnTo>
                    <a:pt x="355" y="10"/>
                  </a:lnTo>
                  <a:lnTo>
                    <a:pt x="378" y="6"/>
                  </a:lnTo>
                  <a:lnTo>
                    <a:pt x="391" y="6"/>
                  </a:lnTo>
                  <a:lnTo>
                    <a:pt x="400" y="4"/>
                  </a:lnTo>
                  <a:lnTo>
                    <a:pt x="410" y="6"/>
                  </a:lnTo>
                  <a:lnTo>
                    <a:pt x="421" y="6"/>
                  </a:lnTo>
                  <a:lnTo>
                    <a:pt x="430" y="8"/>
                  </a:lnTo>
                  <a:lnTo>
                    <a:pt x="438" y="10"/>
                  </a:lnTo>
                  <a:lnTo>
                    <a:pt x="455" y="32"/>
                  </a:lnTo>
                  <a:lnTo>
                    <a:pt x="453" y="47"/>
                  </a:lnTo>
                  <a:lnTo>
                    <a:pt x="451" y="59"/>
                  </a:lnTo>
                  <a:lnTo>
                    <a:pt x="445" y="81"/>
                  </a:lnTo>
                  <a:lnTo>
                    <a:pt x="425" y="126"/>
                  </a:lnTo>
                  <a:lnTo>
                    <a:pt x="421" y="137"/>
                  </a:lnTo>
                  <a:lnTo>
                    <a:pt x="417" y="149"/>
                  </a:lnTo>
                  <a:lnTo>
                    <a:pt x="415" y="160"/>
                  </a:lnTo>
                  <a:lnTo>
                    <a:pt x="410" y="173"/>
                  </a:lnTo>
                  <a:lnTo>
                    <a:pt x="408" y="186"/>
                  </a:lnTo>
                  <a:lnTo>
                    <a:pt x="408" y="201"/>
                  </a:lnTo>
                  <a:lnTo>
                    <a:pt x="408" y="216"/>
                  </a:lnTo>
                  <a:lnTo>
                    <a:pt x="410" y="231"/>
                  </a:lnTo>
                  <a:lnTo>
                    <a:pt x="412" y="252"/>
                  </a:lnTo>
                  <a:lnTo>
                    <a:pt x="419" y="271"/>
                  </a:lnTo>
                  <a:lnTo>
                    <a:pt x="425" y="291"/>
                  </a:lnTo>
                  <a:lnTo>
                    <a:pt x="434" y="308"/>
                  </a:lnTo>
                  <a:lnTo>
                    <a:pt x="445" y="325"/>
                  </a:lnTo>
                  <a:lnTo>
                    <a:pt x="457" y="340"/>
                  </a:lnTo>
                  <a:lnTo>
                    <a:pt x="470" y="355"/>
                  </a:lnTo>
                  <a:lnTo>
                    <a:pt x="485" y="368"/>
                  </a:lnTo>
                  <a:lnTo>
                    <a:pt x="500" y="379"/>
                  </a:lnTo>
                  <a:lnTo>
                    <a:pt x="515" y="389"/>
                  </a:lnTo>
                  <a:lnTo>
                    <a:pt x="532" y="398"/>
                  </a:lnTo>
                  <a:lnTo>
                    <a:pt x="543" y="402"/>
                  </a:lnTo>
                  <a:lnTo>
                    <a:pt x="552" y="406"/>
                  </a:lnTo>
                  <a:lnTo>
                    <a:pt x="571" y="413"/>
                  </a:lnTo>
                  <a:lnTo>
                    <a:pt x="590" y="419"/>
                  </a:lnTo>
                  <a:lnTo>
                    <a:pt x="609" y="424"/>
                  </a:lnTo>
                  <a:lnTo>
                    <a:pt x="629" y="426"/>
                  </a:lnTo>
                  <a:lnTo>
                    <a:pt x="648" y="428"/>
                  </a:lnTo>
                  <a:lnTo>
                    <a:pt x="669" y="430"/>
                  </a:lnTo>
                  <a:lnTo>
                    <a:pt x="688" y="428"/>
                  </a:lnTo>
                  <a:lnTo>
                    <a:pt x="710" y="426"/>
                  </a:lnTo>
                  <a:lnTo>
                    <a:pt x="729" y="424"/>
                  </a:lnTo>
                  <a:lnTo>
                    <a:pt x="748" y="417"/>
                  </a:lnTo>
                  <a:lnTo>
                    <a:pt x="768" y="411"/>
                  </a:lnTo>
                  <a:lnTo>
                    <a:pt x="785" y="404"/>
                  </a:lnTo>
                  <a:lnTo>
                    <a:pt x="804" y="396"/>
                  </a:lnTo>
                  <a:lnTo>
                    <a:pt x="821" y="385"/>
                  </a:lnTo>
                  <a:lnTo>
                    <a:pt x="836" y="372"/>
                  </a:lnTo>
                  <a:lnTo>
                    <a:pt x="851" y="359"/>
                  </a:lnTo>
                  <a:lnTo>
                    <a:pt x="866" y="344"/>
                  </a:lnTo>
                  <a:lnTo>
                    <a:pt x="879" y="327"/>
                  </a:lnTo>
                  <a:lnTo>
                    <a:pt x="890" y="310"/>
                  </a:lnTo>
                  <a:lnTo>
                    <a:pt x="894" y="301"/>
                  </a:lnTo>
                  <a:lnTo>
                    <a:pt x="900" y="291"/>
                  </a:lnTo>
                  <a:lnTo>
                    <a:pt x="911" y="263"/>
                  </a:lnTo>
                  <a:lnTo>
                    <a:pt x="915" y="250"/>
                  </a:lnTo>
                  <a:lnTo>
                    <a:pt x="920" y="237"/>
                  </a:lnTo>
                  <a:lnTo>
                    <a:pt x="922" y="224"/>
                  </a:lnTo>
                  <a:lnTo>
                    <a:pt x="924" y="214"/>
                  </a:lnTo>
                  <a:lnTo>
                    <a:pt x="924" y="203"/>
                  </a:lnTo>
                  <a:lnTo>
                    <a:pt x="924" y="192"/>
                  </a:lnTo>
                  <a:lnTo>
                    <a:pt x="924" y="173"/>
                  </a:lnTo>
                  <a:lnTo>
                    <a:pt x="920" y="156"/>
                  </a:lnTo>
                  <a:lnTo>
                    <a:pt x="915" y="141"/>
                  </a:lnTo>
                  <a:lnTo>
                    <a:pt x="909" y="126"/>
                  </a:lnTo>
                  <a:lnTo>
                    <a:pt x="900" y="113"/>
                  </a:lnTo>
                  <a:lnTo>
                    <a:pt x="894" y="100"/>
                  </a:lnTo>
                  <a:lnTo>
                    <a:pt x="881" y="77"/>
                  </a:lnTo>
                  <a:lnTo>
                    <a:pt x="875" y="66"/>
                  </a:lnTo>
                  <a:lnTo>
                    <a:pt x="870" y="53"/>
                  </a:lnTo>
                  <a:lnTo>
                    <a:pt x="870" y="40"/>
                  </a:lnTo>
                  <a:lnTo>
                    <a:pt x="870" y="27"/>
                  </a:lnTo>
                  <a:lnTo>
                    <a:pt x="894" y="6"/>
                  </a:lnTo>
                  <a:lnTo>
                    <a:pt x="907" y="4"/>
                  </a:lnTo>
                  <a:lnTo>
                    <a:pt x="917" y="2"/>
                  </a:lnTo>
                  <a:lnTo>
                    <a:pt x="930" y="0"/>
                  </a:lnTo>
                  <a:lnTo>
                    <a:pt x="941" y="0"/>
                  </a:lnTo>
                  <a:lnTo>
                    <a:pt x="967" y="2"/>
                  </a:lnTo>
                  <a:lnTo>
                    <a:pt x="992" y="6"/>
                  </a:lnTo>
                  <a:lnTo>
                    <a:pt x="1018" y="12"/>
                  </a:lnTo>
                  <a:lnTo>
                    <a:pt x="1044" y="19"/>
                  </a:lnTo>
                  <a:lnTo>
                    <a:pt x="1099" y="36"/>
                  </a:lnTo>
                  <a:lnTo>
                    <a:pt x="1155" y="55"/>
                  </a:lnTo>
                  <a:lnTo>
                    <a:pt x="1183" y="64"/>
                  </a:lnTo>
                  <a:lnTo>
                    <a:pt x="1210" y="70"/>
                  </a:lnTo>
                  <a:lnTo>
                    <a:pt x="1240" y="77"/>
                  </a:lnTo>
                  <a:lnTo>
                    <a:pt x="1268" y="79"/>
                  </a:lnTo>
                  <a:lnTo>
                    <a:pt x="1298" y="79"/>
                  </a:lnTo>
                  <a:lnTo>
                    <a:pt x="1326" y="79"/>
                  </a:lnTo>
                  <a:lnTo>
                    <a:pt x="1328" y="104"/>
                  </a:lnTo>
                  <a:lnTo>
                    <a:pt x="1326" y="132"/>
                  </a:lnTo>
                  <a:lnTo>
                    <a:pt x="1322" y="186"/>
                  </a:lnTo>
                  <a:lnTo>
                    <a:pt x="1317" y="212"/>
                  </a:lnTo>
                  <a:lnTo>
                    <a:pt x="1313" y="237"/>
                  </a:lnTo>
                  <a:lnTo>
                    <a:pt x="1302" y="289"/>
                  </a:lnTo>
                  <a:lnTo>
                    <a:pt x="1277" y="394"/>
                  </a:lnTo>
                  <a:lnTo>
                    <a:pt x="1273" y="419"/>
                  </a:lnTo>
                  <a:lnTo>
                    <a:pt x="1268" y="445"/>
                  </a:lnTo>
                  <a:lnTo>
                    <a:pt x="1264" y="473"/>
                  </a:lnTo>
                  <a:lnTo>
                    <a:pt x="1260" y="501"/>
                  </a:lnTo>
                  <a:lnTo>
                    <a:pt x="1279" y="528"/>
                  </a:lnTo>
                  <a:lnTo>
                    <a:pt x="1313" y="537"/>
                  </a:lnTo>
                  <a:lnTo>
                    <a:pt x="1332" y="522"/>
                  </a:lnTo>
                  <a:lnTo>
                    <a:pt x="1352" y="509"/>
                  </a:lnTo>
                  <a:lnTo>
                    <a:pt x="1371" y="501"/>
                  </a:lnTo>
                  <a:lnTo>
                    <a:pt x="1390" y="492"/>
                  </a:lnTo>
                  <a:lnTo>
                    <a:pt x="1407" y="483"/>
                  </a:lnTo>
                  <a:lnTo>
                    <a:pt x="1424" y="479"/>
                  </a:lnTo>
                  <a:lnTo>
                    <a:pt x="1442" y="475"/>
                  </a:lnTo>
                  <a:lnTo>
                    <a:pt x="1459" y="473"/>
                  </a:lnTo>
                  <a:lnTo>
                    <a:pt x="1474" y="473"/>
                  </a:lnTo>
                  <a:lnTo>
                    <a:pt x="1489" y="473"/>
                  </a:lnTo>
                  <a:lnTo>
                    <a:pt x="1504" y="475"/>
                  </a:lnTo>
                  <a:lnTo>
                    <a:pt x="1516" y="479"/>
                  </a:lnTo>
                  <a:lnTo>
                    <a:pt x="1531" y="483"/>
                  </a:lnTo>
                  <a:lnTo>
                    <a:pt x="1544" y="490"/>
                  </a:lnTo>
                  <a:lnTo>
                    <a:pt x="1557" y="496"/>
                  </a:lnTo>
                  <a:lnTo>
                    <a:pt x="1568" y="503"/>
                  </a:lnTo>
                  <a:lnTo>
                    <a:pt x="1578" y="511"/>
                  </a:lnTo>
                  <a:lnTo>
                    <a:pt x="1589" y="522"/>
                  </a:lnTo>
                  <a:lnTo>
                    <a:pt x="1600" y="533"/>
                  </a:lnTo>
                  <a:lnTo>
                    <a:pt x="1608" y="543"/>
                  </a:lnTo>
                  <a:lnTo>
                    <a:pt x="1617" y="556"/>
                  </a:lnTo>
                  <a:lnTo>
                    <a:pt x="1626" y="569"/>
                  </a:lnTo>
                  <a:lnTo>
                    <a:pt x="1634" y="582"/>
                  </a:lnTo>
                  <a:lnTo>
                    <a:pt x="1641" y="597"/>
                  </a:lnTo>
                  <a:lnTo>
                    <a:pt x="1651" y="623"/>
                  </a:lnTo>
                  <a:lnTo>
                    <a:pt x="1660" y="655"/>
                  </a:lnTo>
                  <a:lnTo>
                    <a:pt x="1666" y="687"/>
                  </a:lnTo>
                  <a:lnTo>
                    <a:pt x="1668" y="702"/>
                  </a:lnTo>
                  <a:lnTo>
                    <a:pt x="1671" y="719"/>
                  </a:lnTo>
                  <a:lnTo>
                    <a:pt x="1671" y="736"/>
                  </a:lnTo>
                  <a:lnTo>
                    <a:pt x="1671" y="751"/>
                  </a:lnTo>
                  <a:lnTo>
                    <a:pt x="1668" y="783"/>
                  </a:lnTo>
                  <a:lnTo>
                    <a:pt x="1666" y="800"/>
                  </a:lnTo>
                  <a:lnTo>
                    <a:pt x="1662" y="815"/>
                  </a:lnTo>
                  <a:lnTo>
                    <a:pt x="1660" y="830"/>
                  </a:lnTo>
                  <a:lnTo>
                    <a:pt x="1656" y="845"/>
                  </a:lnTo>
                  <a:lnTo>
                    <a:pt x="1649" y="860"/>
                  </a:lnTo>
                  <a:lnTo>
                    <a:pt x="1643" y="873"/>
                  </a:lnTo>
                  <a:lnTo>
                    <a:pt x="1636" y="888"/>
                  </a:lnTo>
                  <a:lnTo>
                    <a:pt x="1628" y="899"/>
                  </a:lnTo>
                  <a:lnTo>
                    <a:pt x="1619" y="912"/>
                  </a:lnTo>
                  <a:lnTo>
                    <a:pt x="1611" y="923"/>
                  </a:lnTo>
                  <a:lnTo>
                    <a:pt x="1600" y="933"/>
                  </a:lnTo>
                  <a:lnTo>
                    <a:pt x="1589" y="944"/>
                  </a:lnTo>
                  <a:lnTo>
                    <a:pt x="1576" y="952"/>
                  </a:lnTo>
                  <a:lnTo>
                    <a:pt x="1564" y="959"/>
                  </a:lnTo>
                  <a:lnTo>
                    <a:pt x="1551" y="967"/>
                  </a:lnTo>
                  <a:lnTo>
                    <a:pt x="1536" y="972"/>
                  </a:lnTo>
                  <a:lnTo>
                    <a:pt x="1521" y="976"/>
                  </a:lnTo>
                  <a:lnTo>
                    <a:pt x="1506" y="980"/>
                  </a:lnTo>
                  <a:lnTo>
                    <a:pt x="1489" y="982"/>
                  </a:lnTo>
                  <a:lnTo>
                    <a:pt x="1469" y="982"/>
                  </a:lnTo>
                  <a:lnTo>
                    <a:pt x="1450" y="980"/>
                  </a:lnTo>
                  <a:lnTo>
                    <a:pt x="1431" y="978"/>
                  </a:lnTo>
                  <a:lnTo>
                    <a:pt x="1409" y="976"/>
                  </a:lnTo>
                  <a:lnTo>
                    <a:pt x="1388" y="970"/>
                  </a:lnTo>
                  <a:lnTo>
                    <a:pt x="1367" y="963"/>
                  </a:lnTo>
                  <a:lnTo>
                    <a:pt x="1343" y="955"/>
                  </a:lnTo>
                  <a:lnTo>
                    <a:pt x="1317" y="944"/>
                  </a:lnTo>
                  <a:lnTo>
                    <a:pt x="1292" y="931"/>
                  </a:lnTo>
                  <a:lnTo>
                    <a:pt x="1258" y="942"/>
                  </a:lnTo>
                  <a:lnTo>
                    <a:pt x="1255" y="948"/>
                  </a:lnTo>
                  <a:lnTo>
                    <a:pt x="1251" y="955"/>
                  </a:lnTo>
                  <a:lnTo>
                    <a:pt x="1251" y="963"/>
                  </a:lnTo>
                  <a:lnTo>
                    <a:pt x="1249" y="972"/>
                  </a:lnTo>
                  <a:lnTo>
                    <a:pt x="1249" y="993"/>
                  </a:lnTo>
                  <a:lnTo>
                    <a:pt x="1251" y="1004"/>
                  </a:lnTo>
                  <a:lnTo>
                    <a:pt x="1251" y="1017"/>
                  </a:lnTo>
                  <a:lnTo>
                    <a:pt x="1255" y="1045"/>
                  </a:lnTo>
                  <a:lnTo>
                    <a:pt x="1262" y="1075"/>
                  </a:lnTo>
                  <a:lnTo>
                    <a:pt x="1277" y="1139"/>
                  </a:lnTo>
                  <a:lnTo>
                    <a:pt x="1294" y="1207"/>
                  </a:lnTo>
                  <a:lnTo>
                    <a:pt x="1300" y="1242"/>
                  </a:lnTo>
                  <a:lnTo>
                    <a:pt x="1307" y="1276"/>
                  </a:lnTo>
                  <a:lnTo>
                    <a:pt x="1313" y="1308"/>
                  </a:lnTo>
                  <a:lnTo>
                    <a:pt x="1315" y="1338"/>
                  </a:lnTo>
                  <a:lnTo>
                    <a:pt x="1317" y="1351"/>
                  </a:lnTo>
                  <a:lnTo>
                    <a:pt x="1317" y="1366"/>
                  </a:lnTo>
                  <a:lnTo>
                    <a:pt x="1315" y="1389"/>
                  </a:lnTo>
                  <a:lnTo>
                    <a:pt x="2" y="1392"/>
                  </a:lnTo>
                  <a:lnTo>
                    <a:pt x="0" y="81"/>
                  </a:lnTo>
                </a:path>
              </a:pathLst>
            </a:custGeom>
            <a:grpFill/>
            <a:ln w="19050" cap="rnd" cmpd="sng">
              <a:solidFill>
                <a:schemeClr val="bg1"/>
              </a:solidFill>
              <a:round/>
            </a:ln>
          </p:spPr>
          <p:txBody>
            <a:bodyPr/>
            <a:lstStyle/>
            <a:p>
              <a:endParaRPr lang="en-GB" sz="1815"/>
            </a:p>
          </p:txBody>
        </p:sp>
        <p:sp>
          <p:nvSpPr>
            <p:cNvPr id="67" name="Freeform 47"/>
            <p:cNvSpPr>
              <a:spLocks noChangeAspect="1"/>
            </p:cNvSpPr>
            <p:nvPr/>
          </p:nvSpPr>
          <p:spPr bwMode="auto">
            <a:xfrm>
              <a:off x="2355" y="1144"/>
              <a:ext cx="1147" cy="1370"/>
            </a:xfrm>
            <a:custGeom>
              <a:avLst/>
              <a:gdLst>
                <a:gd name="T0" fmla="*/ 37 w 1359"/>
                <a:gd name="T1" fmla="*/ 718 h 1657"/>
                <a:gd name="T2" fmla="*/ 32 w 1359"/>
                <a:gd name="T3" fmla="*/ 661 h 1657"/>
                <a:gd name="T4" fmla="*/ 15 w 1359"/>
                <a:gd name="T5" fmla="*/ 589 h 1657"/>
                <a:gd name="T6" fmla="*/ 2 w 1359"/>
                <a:gd name="T7" fmla="*/ 523 h 1657"/>
                <a:gd name="T8" fmla="*/ 3 w 1359"/>
                <a:gd name="T9" fmla="*/ 491 h 1657"/>
                <a:gd name="T10" fmla="*/ 26 w 1359"/>
                <a:gd name="T11" fmla="*/ 478 h 1657"/>
                <a:gd name="T12" fmla="*/ 71 w 1359"/>
                <a:gd name="T13" fmla="*/ 496 h 1657"/>
                <a:gd name="T14" fmla="*/ 107 w 1359"/>
                <a:gd name="T15" fmla="*/ 506 h 1657"/>
                <a:gd name="T16" fmla="*/ 143 w 1359"/>
                <a:gd name="T17" fmla="*/ 507 h 1657"/>
                <a:gd name="T18" fmla="*/ 171 w 1359"/>
                <a:gd name="T19" fmla="*/ 503 h 1657"/>
                <a:gd name="T20" fmla="*/ 197 w 1359"/>
                <a:gd name="T21" fmla="*/ 490 h 1657"/>
                <a:gd name="T22" fmla="*/ 216 w 1359"/>
                <a:gd name="T23" fmla="*/ 475 h 1657"/>
                <a:gd name="T24" fmla="*/ 235 w 1359"/>
                <a:gd name="T25" fmla="*/ 448 h 1657"/>
                <a:gd name="T26" fmla="*/ 248 w 1359"/>
                <a:gd name="T27" fmla="*/ 405 h 1657"/>
                <a:gd name="T28" fmla="*/ 251 w 1359"/>
                <a:gd name="T29" fmla="*/ 379 h 1657"/>
                <a:gd name="T30" fmla="*/ 249 w 1359"/>
                <a:gd name="T31" fmla="*/ 341 h 1657"/>
                <a:gd name="T32" fmla="*/ 240 w 1359"/>
                <a:gd name="T33" fmla="*/ 306 h 1657"/>
                <a:gd name="T34" fmla="*/ 230 w 1359"/>
                <a:gd name="T35" fmla="*/ 282 h 1657"/>
                <a:gd name="T36" fmla="*/ 209 w 1359"/>
                <a:gd name="T37" fmla="*/ 254 h 1657"/>
                <a:gd name="T38" fmla="*/ 190 w 1359"/>
                <a:gd name="T39" fmla="*/ 239 h 1657"/>
                <a:gd name="T40" fmla="*/ 168 w 1359"/>
                <a:gd name="T41" fmla="*/ 227 h 1657"/>
                <a:gd name="T42" fmla="*/ 143 w 1359"/>
                <a:gd name="T43" fmla="*/ 222 h 1657"/>
                <a:gd name="T44" fmla="*/ 114 w 1359"/>
                <a:gd name="T45" fmla="*/ 223 h 1657"/>
                <a:gd name="T46" fmla="*/ 84 w 1359"/>
                <a:gd name="T47" fmla="*/ 231 h 1657"/>
                <a:gd name="T48" fmla="*/ 51 w 1359"/>
                <a:gd name="T49" fmla="*/ 248 h 1657"/>
                <a:gd name="T50" fmla="*/ 7 w 1359"/>
                <a:gd name="T51" fmla="*/ 236 h 1657"/>
                <a:gd name="T52" fmla="*/ 26 w 1359"/>
                <a:gd name="T53" fmla="*/ 118 h 1657"/>
                <a:gd name="T54" fmla="*/ 39 w 1359"/>
                <a:gd name="T55" fmla="*/ 45 h 1657"/>
                <a:gd name="T56" fmla="*/ 39 w 1359"/>
                <a:gd name="T57" fmla="*/ 0 h 1657"/>
                <a:gd name="T58" fmla="*/ 801 w 1359"/>
                <a:gd name="T59" fmla="*/ 741 h 1657"/>
                <a:gd name="T60" fmla="*/ 749 w 1359"/>
                <a:gd name="T61" fmla="*/ 733 h 1657"/>
                <a:gd name="T62" fmla="*/ 674 w 1359"/>
                <a:gd name="T63" fmla="*/ 716 h 1657"/>
                <a:gd name="T64" fmla="*/ 588 w 1359"/>
                <a:gd name="T65" fmla="*/ 697 h 1657"/>
                <a:gd name="T66" fmla="*/ 565 w 1359"/>
                <a:gd name="T67" fmla="*/ 697 h 1657"/>
                <a:gd name="T68" fmla="*/ 546 w 1359"/>
                <a:gd name="T69" fmla="*/ 719 h 1657"/>
                <a:gd name="T70" fmla="*/ 563 w 1359"/>
                <a:gd name="T71" fmla="*/ 766 h 1657"/>
                <a:gd name="T72" fmla="*/ 571 w 1359"/>
                <a:gd name="T73" fmla="*/ 785 h 1657"/>
                <a:gd name="T74" fmla="*/ 572 w 1359"/>
                <a:gd name="T75" fmla="*/ 807 h 1657"/>
                <a:gd name="T76" fmla="*/ 571 w 1359"/>
                <a:gd name="T77" fmla="*/ 838 h 1657"/>
                <a:gd name="T78" fmla="*/ 558 w 1359"/>
                <a:gd name="T79" fmla="*/ 868 h 1657"/>
                <a:gd name="T80" fmla="*/ 537 w 1359"/>
                <a:gd name="T81" fmla="*/ 894 h 1657"/>
                <a:gd name="T82" fmla="*/ 509 w 1359"/>
                <a:gd name="T83" fmla="*/ 914 h 1657"/>
                <a:gd name="T84" fmla="*/ 488 w 1359"/>
                <a:gd name="T85" fmla="*/ 924 h 1657"/>
                <a:gd name="T86" fmla="*/ 453 w 1359"/>
                <a:gd name="T87" fmla="*/ 933 h 1657"/>
                <a:gd name="T88" fmla="*/ 418 w 1359"/>
                <a:gd name="T89" fmla="*/ 936 h 1657"/>
                <a:gd name="T90" fmla="*/ 383 w 1359"/>
                <a:gd name="T91" fmla="*/ 932 h 1657"/>
                <a:gd name="T92" fmla="*/ 349 w 1359"/>
                <a:gd name="T93" fmla="*/ 922 h 1657"/>
                <a:gd name="T94" fmla="*/ 317 w 1359"/>
                <a:gd name="T95" fmla="*/ 905 h 1657"/>
                <a:gd name="T96" fmla="*/ 293 w 1359"/>
                <a:gd name="T97" fmla="*/ 879 h 1657"/>
                <a:gd name="T98" fmla="*/ 280 w 1359"/>
                <a:gd name="T99" fmla="*/ 858 h 1657"/>
                <a:gd name="T100" fmla="*/ 268 w 1359"/>
                <a:gd name="T101" fmla="*/ 828 h 1657"/>
                <a:gd name="T102" fmla="*/ 264 w 1359"/>
                <a:gd name="T103" fmla="*/ 810 h 1657"/>
                <a:gd name="T104" fmla="*/ 268 w 1359"/>
                <a:gd name="T105" fmla="*/ 784 h 1657"/>
                <a:gd name="T106" fmla="*/ 279 w 1359"/>
                <a:gd name="T107" fmla="*/ 758 h 1657"/>
                <a:gd name="T108" fmla="*/ 295 w 1359"/>
                <a:gd name="T109" fmla="*/ 729 h 1657"/>
                <a:gd name="T110" fmla="*/ 297 w 1359"/>
                <a:gd name="T111" fmla="*/ 709 h 1657"/>
                <a:gd name="T112" fmla="*/ 268 w 1359"/>
                <a:gd name="T113" fmla="*/ 693 h 1657"/>
                <a:gd name="T114" fmla="*/ 241 w 1359"/>
                <a:gd name="T115" fmla="*/ 695 h 1657"/>
                <a:gd name="T116" fmla="*/ 198 w 1359"/>
                <a:gd name="T117" fmla="*/ 704 h 1657"/>
                <a:gd name="T118" fmla="*/ 121 w 1359"/>
                <a:gd name="T119" fmla="*/ 728 h 1657"/>
                <a:gd name="T120" fmla="*/ 87 w 1359"/>
                <a:gd name="T121" fmla="*/ 736 h 1657"/>
                <a:gd name="T122" fmla="*/ 37 w 1359"/>
                <a:gd name="T123" fmla="*/ 736 h 1657"/>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359"/>
                <a:gd name="T187" fmla="*/ 0 h 1657"/>
                <a:gd name="T188" fmla="*/ 1359 w 1359"/>
                <a:gd name="T189" fmla="*/ 1657 h 1657"/>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359" h="1657">
                  <a:moveTo>
                    <a:pt x="62" y="1302"/>
                  </a:moveTo>
                  <a:lnTo>
                    <a:pt x="62" y="1287"/>
                  </a:lnTo>
                  <a:lnTo>
                    <a:pt x="62" y="1270"/>
                  </a:lnTo>
                  <a:lnTo>
                    <a:pt x="62" y="1240"/>
                  </a:lnTo>
                  <a:lnTo>
                    <a:pt x="57" y="1206"/>
                  </a:lnTo>
                  <a:lnTo>
                    <a:pt x="53" y="1171"/>
                  </a:lnTo>
                  <a:lnTo>
                    <a:pt x="47" y="1141"/>
                  </a:lnTo>
                  <a:lnTo>
                    <a:pt x="40" y="1107"/>
                  </a:lnTo>
                  <a:lnTo>
                    <a:pt x="25" y="1041"/>
                  </a:lnTo>
                  <a:lnTo>
                    <a:pt x="10" y="981"/>
                  </a:lnTo>
                  <a:lnTo>
                    <a:pt x="6" y="953"/>
                  </a:lnTo>
                  <a:lnTo>
                    <a:pt x="2" y="927"/>
                  </a:lnTo>
                  <a:lnTo>
                    <a:pt x="0" y="904"/>
                  </a:lnTo>
                  <a:lnTo>
                    <a:pt x="0" y="884"/>
                  </a:lnTo>
                  <a:lnTo>
                    <a:pt x="4" y="869"/>
                  </a:lnTo>
                  <a:lnTo>
                    <a:pt x="6" y="863"/>
                  </a:lnTo>
                  <a:lnTo>
                    <a:pt x="8" y="856"/>
                  </a:lnTo>
                  <a:lnTo>
                    <a:pt x="44" y="846"/>
                  </a:lnTo>
                  <a:lnTo>
                    <a:pt x="68" y="859"/>
                  </a:lnTo>
                  <a:lnTo>
                    <a:pt x="94" y="869"/>
                  </a:lnTo>
                  <a:lnTo>
                    <a:pt x="117" y="878"/>
                  </a:lnTo>
                  <a:lnTo>
                    <a:pt x="136" y="884"/>
                  </a:lnTo>
                  <a:lnTo>
                    <a:pt x="160" y="891"/>
                  </a:lnTo>
                  <a:lnTo>
                    <a:pt x="179" y="895"/>
                  </a:lnTo>
                  <a:lnTo>
                    <a:pt x="201" y="897"/>
                  </a:lnTo>
                  <a:lnTo>
                    <a:pt x="218" y="897"/>
                  </a:lnTo>
                  <a:lnTo>
                    <a:pt x="237" y="897"/>
                  </a:lnTo>
                  <a:lnTo>
                    <a:pt x="254" y="895"/>
                  </a:lnTo>
                  <a:lnTo>
                    <a:pt x="269" y="893"/>
                  </a:lnTo>
                  <a:lnTo>
                    <a:pt x="286" y="889"/>
                  </a:lnTo>
                  <a:lnTo>
                    <a:pt x="299" y="882"/>
                  </a:lnTo>
                  <a:lnTo>
                    <a:pt x="314" y="876"/>
                  </a:lnTo>
                  <a:lnTo>
                    <a:pt x="327" y="867"/>
                  </a:lnTo>
                  <a:lnTo>
                    <a:pt x="337" y="859"/>
                  </a:lnTo>
                  <a:lnTo>
                    <a:pt x="348" y="850"/>
                  </a:lnTo>
                  <a:lnTo>
                    <a:pt x="359" y="839"/>
                  </a:lnTo>
                  <a:lnTo>
                    <a:pt x="378" y="818"/>
                  </a:lnTo>
                  <a:lnTo>
                    <a:pt x="384" y="805"/>
                  </a:lnTo>
                  <a:lnTo>
                    <a:pt x="391" y="792"/>
                  </a:lnTo>
                  <a:lnTo>
                    <a:pt x="404" y="764"/>
                  </a:lnTo>
                  <a:lnTo>
                    <a:pt x="410" y="732"/>
                  </a:lnTo>
                  <a:lnTo>
                    <a:pt x="412" y="717"/>
                  </a:lnTo>
                  <a:lnTo>
                    <a:pt x="414" y="702"/>
                  </a:lnTo>
                  <a:lnTo>
                    <a:pt x="417" y="685"/>
                  </a:lnTo>
                  <a:lnTo>
                    <a:pt x="417" y="670"/>
                  </a:lnTo>
                  <a:lnTo>
                    <a:pt x="417" y="653"/>
                  </a:lnTo>
                  <a:lnTo>
                    <a:pt x="417" y="636"/>
                  </a:lnTo>
                  <a:lnTo>
                    <a:pt x="414" y="604"/>
                  </a:lnTo>
                  <a:lnTo>
                    <a:pt x="408" y="571"/>
                  </a:lnTo>
                  <a:lnTo>
                    <a:pt x="406" y="556"/>
                  </a:lnTo>
                  <a:lnTo>
                    <a:pt x="399" y="542"/>
                  </a:lnTo>
                  <a:lnTo>
                    <a:pt x="395" y="527"/>
                  </a:lnTo>
                  <a:lnTo>
                    <a:pt x="389" y="512"/>
                  </a:lnTo>
                  <a:lnTo>
                    <a:pt x="382" y="499"/>
                  </a:lnTo>
                  <a:lnTo>
                    <a:pt x="374" y="486"/>
                  </a:lnTo>
                  <a:lnTo>
                    <a:pt x="357" y="462"/>
                  </a:lnTo>
                  <a:lnTo>
                    <a:pt x="348" y="449"/>
                  </a:lnTo>
                  <a:lnTo>
                    <a:pt x="337" y="439"/>
                  </a:lnTo>
                  <a:lnTo>
                    <a:pt x="327" y="430"/>
                  </a:lnTo>
                  <a:lnTo>
                    <a:pt x="316" y="422"/>
                  </a:lnTo>
                  <a:lnTo>
                    <a:pt x="305" y="413"/>
                  </a:lnTo>
                  <a:lnTo>
                    <a:pt x="292" y="407"/>
                  </a:lnTo>
                  <a:lnTo>
                    <a:pt x="280" y="400"/>
                  </a:lnTo>
                  <a:lnTo>
                    <a:pt x="267" y="396"/>
                  </a:lnTo>
                  <a:lnTo>
                    <a:pt x="252" y="394"/>
                  </a:lnTo>
                  <a:lnTo>
                    <a:pt x="237" y="392"/>
                  </a:lnTo>
                  <a:lnTo>
                    <a:pt x="222" y="389"/>
                  </a:lnTo>
                  <a:lnTo>
                    <a:pt x="207" y="392"/>
                  </a:lnTo>
                  <a:lnTo>
                    <a:pt x="190" y="394"/>
                  </a:lnTo>
                  <a:lnTo>
                    <a:pt x="173" y="396"/>
                  </a:lnTo>
                  <a:lnTo>
                    <a:pt x="156" y="402"/>
                  </a:lnTo>
                  <a:lnTo>
                    <a:pt x="139" y="409"/>
                  </a:lnTo>
                  <a:lnTo>
                    <a:pt x="121" y="417"/>
                  </a:lnTo>
                  <a:lnTo>
                    <a:pt x="104" y="428"/>
                  </a:lnTo>
                  <a:lnTo>
                    <a:pt x="85" y="439"/>
                  </a:lnTo>
                  <a:lnTo>
                    <a:pt x="64" y="454"/>
                  </a:lnTo>
                  <a:lnTo>
                    <a:pt x="29" y="445"/>
                  </a:lnTo>
                  <a:lnTo>
                    <a:pt x="12" y="417"/>
                  </a:lnTo>
                  <a:lnTo>
                    <a:pt x="17" y="366"/>
                  </a:lnTo>
                  <a:lnTo>
                    <a:pt x="25" y="312"/>
                  </a:lnTo>
                  <a:lnTo>
                    <a:pt x="44" y="209"/>
                  </a:lnTo>
                  <a:lnTo>
                    <a:pt x="53" y="156"/>
                  </a:lnTo>
                  <a:lnTo>
                    <a:pt x="62" y="107"/>
                  </a:lnTo>
                  <a:lnTo>
                    <a:pt x="64" y="79"/>
                  </a:lnTo>
                  <a:lnTo>
                    <a:pt x="64" y="53"/>
                  </a:lnTo>
                  <a:lnTo>
                    <a:pt x="64" y="27"/>
                  </a:lnTo>
                  <a:lnTo>
                    <a:pt x="64" y="0"/>
                  </a:lnTo>
                  <a:lnTo>
                    <a:pt x="1358" y="0"/>
                  </a:lnTo>
                  <a:lnTo>
                    <a:pt x="1358" y="1311"/>
                  </a:lnTo>
                  <a:lnTo>
                    <a:pt x="1332" y="1311"/>
                  </a:lnTo>
                  <a:lnTo>
                    <a:pt x="1304" y="1308"/>
                  </a:lnTo>
                  <a:lnTo>
                    <a:pt x="1276" y="1304"/>
                  </a:lnTo>
                  <a:lnTo>
                    <a:pt x="1246" y="1298"/>
                  </a:lnTo>
                  <a:lnTo>
                    <a:pt x="1216" y="1291"/>
                  </a:lnTo>
                  <a:lnTo>
                    <a:pt x="1184" y="1283"/>
                  </a:lnTo>
                  <a:lnTo>
                    <a:pt x="1120" y="1266"/>
                  </a:lnTo>
                  <a:lnTo>
                    <a:pt x="1060" y="1251"/>
                  </a:lnTo>
                  <a:lnTo>
                    <a:pt x="1005" y="1238"/>
                  </a:lnTo>
                  <a:lnTo>
                    <a:pt x="979" y="1233"/>
                  </a:lnTo>
                  <a:lnTo>
                    <a:pt x="958" y="1233"/>
                  </a:lnTo>
                  <a:lnTo>
                    <a:pt x="949" y="1233"/>
                  </a:lnTo>
                  <a:lnTo>
                    <a:pt x="940" y="1233"/>
                  </a:lnTo>
                  <a:lnTo>
                    <a:pt x="926" y="1238"/>
                  </a:lnTo>
                  <a:lnTo>
                    <a:pt x="906" y="1259"/>
                  </a:lnTo>
                  <a:lnTo>
                    <a:pt x="908" y="1272"/>
                  </a:lnTo>
                  <a:lnTo>
                    <a:pt x="911" y="1285"/>
                  </a:lnTo>
                  <a:lnTo>
                    <a:pt x="919" y="1308"/>
                  </a:lnTo>
                  <a:lnTo>
                    <a:pt x="936" y="1356"/>
                  </a:lnTo>
                  <a:lnTo>
                    <a:pt x="940" y="1366"/>
                  </a:lnTo>
                  <a:lnTo>
                    <a:pt x="945" y="1377"/>
                  </a:lnTo>
                  <a:lnTo>
                    <a:pt x="949" y="1390"/>
                  </a:lnTo>
                  <a:lnTo>
                    <a:pt x="951" y="1403"/>
                  </a:lnTo>
                  <a:lnTo>
                    <a:pt x="951" y="1416"/>
                  </a:lnTo>
                  <a:lnTo>
                    <a:pt x="951" y="1428"/>
                  </a:lnTo>
                  <a:lnTo>
                    <a:pt x="951" y="1443"/>
                  </a:lnTo>
                  <a:lnTo>
                    <a:pt x="951" y="1461"/>
                  </a:lnTo>
                  <a:lnTo>
                    <a:pt x="949" y="1482"/>
                  </a:lnTo>
                  <a:lnTo>
                    <a:pt x="943" y="1499"/>
                  </a:lnTo>
                  <a:lnTo>
                    <a:pt x="936" y="1516"/>
                  </a:lnTo>
                  <a:lnTo>
                    <a:pt x="928" y="1536"/>
                  </a:lnTo>
                  <a:lnTo>
                    <a:pt x="917" y="1551"/>
                  </a:lnTo>
                  <a:lnTo>
                    <a:pt x="906" y="1566"/>
                  </a:lnTo>
                  <a:lnTo>
                    <a:pt x="893" y="1581"/>
                  </a:lnTo>
                  <a:lnTo>
                    <a:pt x="878" y="1593"/>
                  </a:lnTo>
                  <a:lnTo>
                    <a:pt x="863" y="1606"/>
                  </a:lnTo>
                  <a:lnTo>
                    <a:pt x="846" y="1617"/>
                  </a:lnTo>
                  <a:lnTo>
                    <a:pt x="829" y="1626"/>
                  </a:lnTo>
                  <a:lnTo>
                    <a:pt x="821" y="1630"/>
                  </a:lnTo>
                  <a:lnTo>
                    <a:pt x="812" y="1634"/>
                  </a:lnTo>
                  <a:lnTo>
                    <a:pt x="793" y="1641"/>
                  </a:lnTo>
                  <a:lnTo>
                    <a:pt x="774" y="1647"/>
                  </a:lnTo>
                  <a:lnTo>
                    <a:pt x="754" y="1651"/>
                  </a:lnTo>
                  <a:lnTo>
                    <a:pt x="733" y="1653"/>
                  </a:lnTo>
                  <a:lnTo>
                    <a:pt x="714" y="1656"/>
                  </a:lnTo>
                  <a:lnTo>
                    <a:pt x="695" y="1656"/>
                  </a:lnTo>
                  <a:lnTo>
                    <a:pt x="675" y="1656"/>
                  </a:lnTo>
                  <a:lnTo>
                    <a:pt x="656" y="1653"/>
                  </a:lnTo>
                  <a:lnTo>
                    <a:pt x="637" y="1649"/>
                  </a:lnTo>
                  <a:lnTo>
                    <a:pt x="615" y="1645"/>
                  </a:lnTo>
                  <a:lnTo>
                    <a:pt x="598" y="1638"/>
                  </a:lnTo>
                  <a:lnTo>
                    <a:pt x="579" y="1630"/>
                  </a:lnTo>
                  <a:lnTo>
                    <a:pt x="562" y="1621"/>
                  </a:lnTo>
                  <a:lnTo>
                    <a:pt x="545" y="1611"/>
                  </a:lnTo>
                  <a:lnTo>
                    <a:pt x="528" y="1600"/>
                  </a:lnTo>
                  <a:lnTo>
                    <a:pt x="513" y="1585"/>
                  </a:lnTo>
                  <a:lnTo>
                    <a:pt x="500" y="1572"/>
                  </a:lnTo>
                  <a:lnTo>
                    <a:pt x="487" y="1555"/>
                  </a:lnTo>
                  <a:lnTo>
                    <a:pt x="474" y="1538"/>
                  </a:lnTo>
                  <a:lnTo>
                    <a:pt x="470" y="1527"/>
                  </a:lnTo>
                  <a:lnTo>
                    <a:pt x="466" y="1518"/>
                  </a:lnTo>
                  <a:lnTo>
                    <a:pt x="453" y="1488"/>
                  </a:lnTo>
                  <a:lnTo>
                    <a:pt x="449" y="1478"/>
                  </a:lnTo>
                  <a:lnTo>
                    <a:pt x="446" y="1465"/>
                  </a:lnTo>
                  <a:lnTo>
                    <a:pt x="444" y="1454"/>
                  </a:lnTo>
                  <a:lnTo>
                    <a:pt x="442" y="1443"/>
                  </a:lnTo>
                  <a:lnTo>
                    <a:pt x="440" y="1433"/>
                  </a:lnTo>
                  <a:lnTo>
                    <a:pt x="440" y="1422"/>
                  </a:lnTo>
                  <a:lnTo>
                    <a:pt x="442" y="1403"/>
                  </a:lnTo>
                  <a:lnTo>
                    <a:pt x="444" y="1386"/>
                  </a:lnTo>
                  <a:lnTo>
                    <a:pt x="451" y="1368"/>
                  </a:lnTo>
                  <a:lnTo>
                    <a:pt x="457" y="1353"/>
                  </a:lnTo>
                  <a:lnTo>
                    <a:pt x="464" y="1341"/>
                  </a:lnTo>
                  <a:lnTo>
                    <a:pt x="470" y="1328"/>
                  </a:lnTo>
                  <a:lnTo>
                    <a:pt x="485" y="1304"/>
                  </a:lnTo>
                  <a:lnTo>
                    <a:pt x="489" y="1291"/>
                  </a:lnTo>
                  <a:lnTo>
                    <a:pt x="494" y="1278"/>
                  </a:lnTo>
                  <a:lnTo>
                    <a:pt x="496" y="1268"/>
                  </a:lnTo>
                  <a:lnTo>
                    <a:pt x="494" y="1253"/>
                  </a:lnTo>
                  <a:lnTo>
                    <a:pt x="470" y="1231"/>
                  </a:lnTo>
                  <a:lnTo>
                    <a:pt x="459" y="1229"/>
                  </a:lnTo>
                  <a:lnTo>
                    <a:pt x="446" y="1227"/>
                  </a:lnTo>
                  <a:lnTo>
                    <a:pt x="436" y="1227"/>
                  </a:lnTo>
                  <a:lnTo>
                    <a:pt x="423" y="1227"/>
                  </a:lnTo>
                  <a:lnTo>
                    <a:pt x="402" y="1229"/>
                  </a:lnTo>
                  <a:lnTo>
                    <a:pt x="378" y="1233"/>
                  </a:lnTo>
                  <a:lnTo>
                    <a:pt x="352" y="1240"/>
                  </a:lnTo>
                  <a:lnTo>
                    <a:pt x="329" y="1246"/>
                  </a:lnTo>
                  <a:lnTo>
                    <a:pt x="278" y="1263"/>
                  </a:lnTo>
                  <a:lnTo>
                    <a:pt x="226" y="1283"/>
                  </a:lnTo>
                  <a:lnTo>
                    <a:pt x="201" y="1289"/>
                  </a:lnTo>
                  <a:lnTo>
                    <a:pt x="173" y="1298"/>
                  </a:lnTo>
                  <a:lnTo>
                    <a:pt x="160" y="1300"/>
                  </a:lnTo>
                  <a:lnTo>
                    <a:pt x="145" y="1302"/>
                  </a:lnTo>
                  <a:lnTo>
                    <a:pt x="119" y="1304"/>
                  </a:lnTo>
                  <a:lnTo>
                    <a:pt x="91" y="1304"/>
                  </a:lnTo>
                  <a:lnTo>
                    <a:pt x="62" y="1302"/>
                  </a:lnTo>
                </a:path>
              </a:pathLst>
            </a:custGeom>
            <a:grpFill/>
            <a:ln w="19050" cap="rnd" cmpd="sng">
              <a:solidFill>
                <a:schemeClr val="bg1"/>
              </a:solidFill>
              <a:round/>
            </a:ln>
          </p:spPr>
          <p:txBody>
            <a:bodyPr/>
            <a:lstStyle/>
            <a:p>
              <a:endParaRPr lang="en-GB" sz="1815"/>
            </a:p>
          </p:txBody>
        </p:sp>
      </p:grpSp>
      <p:grpSp>
        <p:nvGrpSpPr>
          <p:cNvPr id="4" name="Group 88"/>
          <p:cNvGrpSpPr/>
          <p:nvPr/>
        </p:nvGrpSpPr>
        <p:grpSpPr bwMode="auto">
          <a:xfrm>
            <a:off x="1785317" y="4192948"/>
            <a:ext cx="2025952" cy="1975556"/>
            <a:chOff x="3730" y="1144"/>
            <a:chExt cx="2221" cy="2166"/>
          </a:xfrm>
          <a:solidFill>
            <a:schemeClr val="accent2"/>
          </a:solidFill>
        </p:grpSpPr>
        <p:sp>
          <p:nvSpPr>
            <p:cNvPr id="69" name="Freeform 55"/>
            <p:cNvSpPr>
              <a:spLocks noChangeAspect="1"/>
            </p:cNvSpPr>
            <p:nvPr/>
          </p:nvSpPr>
          <p:spPr bwMode="auto">
            <a:xfrm>
              <a:off x="3730" y="1144"/>
              <a:ext cx="1431" cy="1371"/>
            </a:xfrm>
            <a:custGeom>
              <a:avLst/>
              <a:gdLst>
                <a:gd name="T0" fmla="*/ 0 w 1694"/>
                <a:gd name="T1" fmla="*/ 740 h 1658"/>
                <a:gd name="T2" fmla="*/ 32 w 1694"/>
                <a:gd name="T3" fmla="*/ 738 h 1658"/>
                <a:gd name="T4" fmla="*/ 68 w 1694"/>
                <a:gd name="T5" fmla="*/ 734 h 1658"/>
                <a:gd name="T6" fmla="*/ 182 w 1694"/>
                <a:gd name="T7" fmla="*/ 707 h 1658"/>
                <a:gd name="T8" fmla="*/ 231 w 1694"/>
                <a:gd name="T9" fmla="*/ 698 h 1658"/>
                <a:gd name="T10" fmla="*/ 249 w 1694"/>
                <a:gd name="T11" fmla="*/ 697 h 1658"/>
                <a:gd name="T12" fmla="*/ 265 w 1694"/>
                <a:gd name="T13" fmla="*/ 701 h 1658"/>
                <a:gd name="T14" fmla="*/ 274 w 1694"/>
                <a:gd name="T15" fmla="*/ 727 h 1658"/>
                <a:gd name="T16" fmla="*/ 255 w 1694"/>
                <a:gd name="T17" fmla="*/ 772 h 1658"/>
                <a:gd name="T18" fmla="*/ 249 w 1694"/>
                <a:gd name="T19" fmla="*/ 792 h 1658"/>
                <a:gd name="T20" fmla="*/ 247 w 1694"/>
                <a:gd name="T21" fmla="*/ 815 h 1658"/>
                <a:gd name="T22" fmla="*/ 254 w 1694"/>
                <a:gd name="T23" fmla="*/ 848 h 1658"/>
                <a:gd name="T24" fmla="*/ 269 w 1694"/>
                <a:gd name="T25" fmla="*/ 877 h 1658"/>
                <a:gd name="T26" fmla="*/ 292 w 1694"/>
                <a:gd name="T27" fmla="*/ 901 h 1658"/>
                <a:gd name="T28" fmla="*/ 323 w 1694"/>
                <a:gd name="T29" fmla="*/ 920 h 1658"/>
                <a:gd name="T30" fmla="*/ 344 w 1694"/>
                <a:gd name="T31" fmla="*/ 929 h 1658"/>
                <a:gd name="T32" fmla="*/ 380 w 1694"/>
                <a:gd name="T33" fmla="*/ 935 h 1658"/>
                <a:gd name="T34" fmla="*/ 416 w 1694"/>
                <a:gd name="T35" fmla="*/ 937 h 1658"/>
                <a:gd name="T36" fmla="*/ 453 w 1694"/>
                <a:gd name="T37" fmla="*/ 930 h 1658"/>
                <a:gd name="T38" fmla="*/ 486 w 1694"/>
                <a:gd name="T39" fmla="*/ 917 h 1658"/>
                <a:gd name="T40" fmla="*/ 514 w 1694"/>
                <a:gd name="T41" fmla="*/ 896 h 1658"/>
                <a:gd name="T42" fmla="*/ 538 w 1694"/>
                <a:gd name="T43" fmla="*/ 871 h 1658"/>
                <a:gd name="T44" fmla="*/ 550 w 1694"/>
                <a:gd name="T45" fmla="*/ 843 h 1658"/>
                <a:gd name="T46" fmla="*/ 558 w 1694"/>
                <a:gd name="T47" fmla="*/ 821 h 1658"/>
                <a:gd name="T48" fmla="*/ 558 w 1694"/>
                <a:gd name="T49" fmla="*/ 804 h 1658"/>
                <a:gd name="T50" fmla="*/ 553 w 1694"/>
                <a:gd name="T51" fmla="*/ 772 h 1658"/>
                <a:gd name="T52" fmla="*/ 540 w 1694"/>
                <a:gd name="T53" fmla="*/ 750 h 1658"/>
                <a:gd name="T54" fmla="*/ 526 w 1694"/>
                <a:gd name="T55" fmla="*/ 724 h 1658"/>
                <a:gd name="T56" fmla="*/ 540 w 1694"/>
                <a:gd name="T57" fmla="*/ 697 h 1658"/>
                <a:gd name="T58" fmla="*/ 563 w 1694"/>
                <a:gd name="T59" fmla="*/ 694 h 1658"/>
                <a:gd name="T60" fmla="*/ 600 w 1694"/>
                <a:gd name="T61" fmla="*/ 697 h 1658"/>
                <a:gd name="T62" fmla="*/ 664 w 1694"/>
                <a:gd name="T63" fmla="*/ 715 h 1658"/>
                <a:gd name="T64" fmla="*/ 732 w 1694"/>
                <a:gd name="T65" fmla="*/ 733 h 1658"/>
                <a:gd name="T66" fmla="*/ 766 w 1694"/>
                <a:gd name="T67" fmla="*/ 738 h 1658"/>
                <a:gd name="T68" fmla="*/ 802 w 1694"/>
                <a:gd name="T69" fmla="*/ 723 h 1658"/>
                <a:gd name="T70" fmla="*/ 797 w 1694"/>
                <a:gd name="T71" fmla="*/ 666 h 1658"/>
                <a:gd name="T72" fmla="*/ 773 w 1694"/>
                <a:gd name="T73" fmla="*/ 555 h 1658"/>
                <a:gd name="T74" fmla="*/ 765 w 1694"/>
                <a:gd name="T75" fmla="*/ 513 h 1658"/>
                <a:gd name="T76" fmla="*/ 769 w 1694"/>
                <a:gd name="T77" fmla="*/ 488 h 1658"/>
                <a:gd name="T78" fmla="*/ 807 w 1694"/>
                <a:gd name="T79" fmla="*/ 486 h 1658"/>
                <a:gd name="T80" fmla="*/ 850 w 1694"/>
                <a:gd name="T81" fmla="*/ 501 h 1658"/>
                <a:gd name="T82" fmla="*/ 887 w 1694"/>
                <a:gd name="T83" fmla="*/ 508 h 1658"/>
                <a:gd name="T84" fmla="*/ 920 w 1694"/>
                <a:gd name="T85" fmla="*/ 508 h 1658"/>
                <a:gd name="T86" fmla="*/ 949 w 1694"/>
                <a:gd name="T87" fmla="*/ 499 h 1658"/>
                <a:gd name="T88" fmla="*/ 970 w 1694"/>
                <a:gd name="T89" fmla="*/ 486 h 1658"/>
                <a:gd name="T90" fmla="*/ 995 w 1694"/>
                <a:gd name="T91" fmla="*/ 462 h 1658"/>
                <a:gd name="T92" fmla="*/ 1009 w 1694"/>
                <a:gd name="T93" fmla="*/ 432 h 1658"/>
                <a:gd name="T94" fmla="*/ 1018 w 1694"/>
                <a:gd name="T95" fmla="*/ 398 h 1658"/>
                <a:gd name="T96" fmla="*/ 1020 w 1694"/>
                <a:gd name="T97" fmla="*/ 370 h 1658"/>
                <a:gd name="T98" fmla="*/ 1014 w 1694"/>
                <a:gd name="T99" fmla="*/ 324 h 1658"/>
                <a:gd name="T100" fmla="*/ 1004 w 1694"/>
                <a:gd name="T101" fmla="*/ 299 h 1658"/>
                <a:gd name="T102" fmla="*/ 993 w 1694"/>
                <a:gd name="T103" fmla="*/ 275 h 1658"/>
                <a:gd name="T104" fmla="*/ 971 w 1694"/>
                <a:gd name="T105" fmla="*/ 247 h 1658"/>
                <a:gd name="T106" fmla="*/ 950 w 1694"/>
                <a:gd name="T107" fmla="*/ 234 h 1658"/>
                <a:gd name="T108" fmla="*/ 927 w 1694"/>
                <a:gd name="T109" fmla="*/ 223 h 1658"/>
                <a:gd name="T110" fmla="*/ 900 w 1694"/>
                <a:gd name="T111" fmla="*/ 220 h 1658"/>
                <a:gd name="T112" fmla="*/ 872 w 1694"/>
                <a:gd name="T113" fmla="*/ 223 h 1658"/>
                <a:gd name="T114" fmla="*/ 840 w 1694"/>
                <a:gd name="T115" fmla="*/ 236 h 1658"/>
                <a:gd name="T116" fmla="*/ 805 w 1694"/>
                <a:gd name="T117" fmla="*/ 256 h 1658"/>
                <a:gd name="T118" fmla="*/ 775 w 1694"/>
                <a:gd name="T119" fmla="*/ 221 h 1658"/>
                <a:gd name="T120" fmla="*/ 794 w 1694"/>
                <a:gd name="T121" fmla="*/ 118 h 1658"/>
                <a:gd name="T122" fmla="*/ 803 w 1694"/>
                <a:gd name="T123" fmla="*/ 57 h 1658"/>
                <a:gd name="T124" fmla="*/ 802 w 1694"/>
                <a:gd name="T125" fmla="*/ 14 h 1658"/>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694"/>
                <a:gd name="T190" fmla="*/ 0 h 1658"/>
                <a:gd name="T191" fmla="*/ 1694 w 1694"/>
                <a:gd name="T192" fmla="*/ 1658 h 1658"/>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694" h="1658">
                  <a:moveTo>
                    <a:pt x="1329" y="0"/>
                  </a:moveTo>
                  <a:lnTo>
                    <a:pt x="0" y="0"/>
                  </a:lnTo>
                  <a:lnTo>
                    <a:pt x="0" y="1308"/>
                  </a:lnTo>
                  <a:lnTo>
                    <a:pt x="12" y="1308"/>
                  </a:lnTo>
                  <a:lnTo>
                    <a:pt x="25" y="1308"/>
                  </a:lnTo>
                  <a:lnTo>
                    <a:pt x="53" y="1305"/>
                  </a:lnTo>
                  <a:lnTo>
                    <a:pt x="68" y="1305"/>
                  </a:lnTo>
                  <a:lnTo>
                    <a:pt x="81" y="1303"/>
                  </a:lnTo>
                  <a:lnTo>
                    <a:pt x="113" y="1299"/>
                  </a:lnTo>
                  <a:lnTo>
                    <a:pt x="175" y="1284"/>
                  </a:lnTo>
                  <a:lnTo>
                    <a:pt x="239" y="1267"/>
                  </a:lnTo>
                  <a:lnTo>
                    <a:pt x="301" y="1250"/>
                  </a:lnTo>
                  <a:lnTo>
                    <a:pt x="329" y="1243"/>
                  </a:lnTo>
                  <a:lnTo>
                    <a:pt x="357" y="1237"/>
                  </a:lnTo>
                  <a:lnTo>
                    <a:pt x="383" y="1235"/>
                  </a:lnTo>
                  <a:lnTo>
                    <a:pt x="393" y="1233"/>
                  </a:lnTo>
                  <a:lnTo>
                    <a:pt x="402" y="1233"/>
                  </a:lnTo>
                  <a:lnTo>
                    <a:pt x="413" y="1233"/>
                  </a:lnTo>
                  <a:lnTo>
                    <a:pt x="423" y="1235"/>
                  </a:lnTo>
                  <a:lnTo>
                    <a:pt x="432" y="1235"/>
                  </a:lnTo>
                  <a:lnTo>
                    <a:pt x="440" y="1239"/>
                  </a:lnTo>
                  <a:lnTo>
                    <a:pt x="458" y="1260"/>
                  </a:lnTo>
                  <a:lnTo>
                    <a:pt x="455" y="1273"/>
                  </a:lnTo>
                  <a:lnTo>
                    <a:pt x="453" y="1286"/>
                  </a:lnTo>
                  <a:lnTo>
                    <a:pt x="447" y="1308"/>
                  </a:lnTo>
                  <a:lnTo>
                    <a:pt x="428" y="1353"/>
                  </a:lnTo>
                  <a:lnTo>
                    <a:pt x="423" y="1365"/>
                  </a:lnTo>
                  <a:lnTo>
                    <a:pt x="419" y="1376"/>
                  </a:lnTo>
                  <a:lnTo>
                    <a:pt x="417" y="1389"/>
                  </a:lnTo>
                  <a:lnTo>
                    <a:pt x="413" y="1402"/>
                  </a:lnTo>
                  <a:lnTo>
                    <a:pt x="410" y="1415"/>
                  </a:lnTo>
                  <a:lnTo>
                    <a:pt x="410" y="1427"/>
                  </a:lnTo>
                  <a:lnTo>
                    <a:pt x="410" y="1442"/>
                  </a:lnTo>
                  <a:lnTo>
                    <a:pt x="413" y="1460"/>
                  </a:lnTo>
                  <a:lnTo>
                    <a:pt x="415" y="1479"/>
                  </a:lnTo>
                  <a:lnTo>
                    <a:pt x="421" y="1500"/>
                  </a:lnTo>
                  <a:lnTo>
                    <a:pt x="428" y="1517"/>
                  </a:lnTo>
                  <a:lnTo>
                    <a:pt x="436" y="1537"/>
                  </a:lnTo>
                  <a:lnTo>
                    <a:pt x="447" y="1552"/>
                  </a:lnTo>
                  <a:lnTo>
                    <a:pt x="460" y="1567"/>
                  </a:lnTo>
                  <a:lnTo>
                    <a:pt x="473" y="1582"/>
                  </a:lnTo>
                  <a:lnTo>
                    <a:pt x="485" y="1594"/>
                  </a:lnTo>
                  <a:lnTo>
                    <a:pt x="502" y="1605"/>
                  </a:lnTo>
                  <a:lnTo>
                    <a:pt x="517" y="1616"/>
                  </a:lnTo>
                  <a:lnTo>
                    <a:pt x="535" y="1627"/>
                  </a:lnTo>
                  <a:lnTo>
                    <a:pt x="545" y="1631"/>
                  </a:lnTo>
                  <a:lnTo>
                    <a:pt x="554" y="1635"/>
                  </a:lnTo>
                  <a:lnTo>
                    <a:pt x="571" y="1642"/>
                  </a:lnTo>
                  <a:lnTo>
                    <a:pt x="590" y="1646"/>
                  </a:lnTo>
                  <a:lnTo>
                    <a:pt x="612" y="1650"/>
                  </a:lnTo>
                  <a:lnTo>
                    <a:pt x="631" y="1654"/>
                  </a:lnTo>
                  <a:lnTo>
                    <a:pt x="650" y="1657"/>
                  </a:lnTo>
                  <a:lnTo>
                    <a:pt x="672" y="1657"/>
                  </a:lnTo>
                  <a:lnTo>
                    <a:pt x="691" y="1657"/>
                  </a:lnTo>
                  <a:lnTo>
                    <a:pt x="712" y="1654"/>
                  </a:lnTo>
                  <a:lnTo>
                    <a:pt x="731" y="1650"/>
                  </a:lnTo>
                  <a:lnTo>
                    <a:pt x="751" y="1646"/>
                  </a:lnTo>
                  <a:lnTo>
                    <a:pt x="770" y="1639"/>
                  </a:lnTo>
                  <a:lnTo>
                    <a:pt x="787" y="1631"/>
                  </a:lnTo>
                  <a:lnTo>
                    <a:pt x="806" y="1622"/>
                  </a:lnTo>
                  <a:lnTo>
                    <a:pt x="824" y="1612"/>
                  </a:lnTo>
                  <a:lnTo>
                    <a:pt x="839" y="1601"/>
                  </a:lnTo>
                  <a:lnTo>
                    <a:pt x="853" y="1586"/>
                  </a:lnTo>
                  <a:lnTo>
                    <a:pt x="868" y="1571"/>
                  </a:lnTo>
                  <a:lnTo>
                    <a:pt x="881" y="1556"/>
                  </a:lnTo>
                  <a:lnTo>
                    <a:pt x="892" y="1539"/>
                  </a:lnTo>
                  <a:lnTo>
                    <a:pt x="896" y="1528"/>
                  </a:lnTo>
                  <a:lnTo>
                    <a:pt x="903" y="1519"/>
                  </a:lnTo>
                  <a:lnTo>
                    <a:pt x="913" y="1490"/>
                  </a:lnTo>
                  <a:lnTo>
                    <a:pt x="918" y="1477"/>
                  </a:lnTo>
                  <a:lnTo>
                    <a:pt x="922" y="1464"/>
                  </a:lnTo>
                  <a:lnTo>
                    <a:pt x="924" y="1453"/>
                  </a:lnTo>
                  <a:lnTo>
                    <a:pt x="926" y="1440"/>
                  </a:lnTo>
                  <a:lnTo>
                    <a:pt x="926" y="1430"/>
                  </a:lnTo>
                  <a:lnTo>
                    <a:pt x="926" y="1421"/>
                  </a:lnTo>
                  <a:lnTo>
                    <a:pt x="924" y="1402"/>
                  </a:lnTo>
                  <a:lnTo>
                    <a:pt x="922" y="1385"/>
                  </a:lnTo>
                  <a:lnTo>
                    <a:pt x="918" y="1367"/>
                  </a:lnTo>
                  <a:lnTo>
                    <a:pt x="911" y="1353"/>
                  </a:lnTo>
                  <a:lnTo>
                    <a:pt x="903" y="1340"/>
                  </a:lnTo>
                  <a:lnTo>
                    <a:pt x="896" y="1327"/>
                  </a:lnTo>
                  <a:lnTo>
                    <a:pt x="883" y="1305"/>
                  </a:lnTo>
                  <a:lnTo>
                    <a:pt x="877" y="1293"/>
                  </a:lnTo>
                  <a:lnTo>
                    <a:pt x="873" y="1280"/>
                  </a:lnTo>
                  <a:lnTo>
                    <a:pt x="873" y="1267"/>
                  </a:lnTo>
                  <a:lnTo>
                    <a:pt x="873" y="1254"/>
                  </a:lnTo>
                  <a:lnTo>
                    <a:pt x="896" y="1233"/>
                  </a:lnTo>
                  <a:lnTo>
                    <a:pt x="907" y="1230"/>
                  </a:lnTo>
                  <a:lnTo>
                    <a:pt x="920" y="1228"/>
                  </a:lnTo>
                  <a:lnTo>
                    <a:pt x="933" y="1228"/>
                  </a:lnTo>
                  <a:lnTo>
                    <a:pt x="943" y="1228"/>
                  </a:lnTo>
                  <a:lnTo>
                    <a:pt x="969" y="1230"/>
                  </a:lnTo>
                  <a:lnTo>
                    <a:pt x="995" y="1233"/>
                  </a:lnTo>
                  <a:lnTo>
                    <a:pt x="1020" y="1239"/>
                  </a:lnTo>
                  <a:lnTo>
                    <a:pt x="1046" y="1248"/>
                  </a:lnTo>
                  <a:lnTo>
                    <a:pt x="1102" y="1265"/>
                  </a:lnTo>
                  <a:lnTo>
                    <a:pt x="1157" y="1282"/>
                  </a:lnTo>
                  <a:lnTo>
                    <a:pt x="1183" y="1290"/>
                  </a:lnTo>
                  <a:lnTo>
                    <a:pt x="1213" y="1297"/>
                  </a:lnTo>
                  <a:lnTo>
                    <a:pt x="1241" y="1303"/>
                  </a:lnTo>
                  <a:lnTo>
                    <a:pt x="1256" y="1305"/>
                  </a:lnTo>
                  <a:lnTo>
                    <a:pt x="1271" y="1305"/>
                  </a:lnTo>
                  <a:lnTo>
                    <a:pt x="1299" y="1308"/>
                  </a:lnTo>
                  <a:lnTo>
                    <a:pt x="1329" y="1305"/>
                  </a:lnTo>
                  <a:lnTo>
                    <a:pt x="1331" y="1278"/>
                  </a:lnTo>
                  <a:lnTo>
                    <a:pt x="1329" y="1245"/>
                  </a:lnTo>
                  <a:lnTo>
                    <a:pt x="1327" y="1213"/>
                  </a:lnTo>
                  <a:lnTo>
                    <a:pt x="1322" y="1179"/>
                  </a:lnTo>
                  <a:lnTo>
                    <a:pt x="1309" y="1111"/>
                  </a:lnTo>
                  <a:lnTo>
                    <a:pt x="1294" y="1044"/>
                  </a:lnTo>
                  <a:lnTo>
                    <a:pt x="1282" y="982"/>
                  </a:lnTo>
                  <a:lnTo>
                    <a:pt x="1275" y="954"/>
                  </a:lnTo>
                  <a:lnTo>
                    <a:pt x="1271" y="929"/>
                  </a:lnTo>
                  <a:lnTo>
                    <a:pt x="1269" y="907"/>
                  </a:lnTo>
                  <a:lnTo>
                    <a:pt x="1271" y="886"/>
                  </a:lnTo>
                  <a:lnTo>
                    <a:pt x="1273" y="871"/>
                  </a:lnTo>
                  <a:lnTo>
                    <a:pt x="1275" y="864"/>
                  </a:lnTo>
                  <a:lnTo>
                    <a:pt x="1279" y="858"/>
                  </a:lnTo>
                  <a:lnTo>
                    <a:pt x="1314" y="847"/>
                  </a:lnTo>
                  <a:lnTo>
                    <a:pt x="1339" y="860"/>
                  </a:lnTo>
                  <a:lnTo>
                    <a:pt x="1363" y="871"/>
                  </a:lnTo>
                  <a:lnTo>
                    <a:pt x="1386" y="879"/>
                  </a:lnTo>
                  <a:lnTo>
                    <a:pt x="1410" y="886"/>
                  </a:lnTo>
                  <a:lnTo>
                    <a:pt x="1431" y="892"/>
                  </a:lnTo>
                  <a:lnTo>
                    <a:pt x="1451" y="897"/>
                  </a:lnTo>
                  <a:lnTo>
                    <a:pt x="1472" y="899"/>
                  </a:lnTo>
                  <a:lnTo>
                    <a:pt x="1491" y="899"/>
                  </a:lnTo>
                  <a:lnTo>
                    <a:pt x="1508" y="899"/>
                  </a:lnTo>
                  <a:lnTo>
                    <a:pt x="1526" y="897"/>
                  </a:lnTo>
                  <a:lnTo>
                    <a:pt x="1543" y="892"/>
                  </a:lnTo>
                  <a:lnTo>
                    <a:pt x="1558" y="888"/>
                  </a:lnTo>
                  <a:lnTo>
                    <a:pt x="1573" y="884"/>
                  </a:lnTo>
                  <a:lnTo>
                    <a:pt x="1585" y="877"/>
                  </a:lnTo>
                  <a:lnTo>
                    <a:pt x="1598" y="869"/>
                  </a:lnTo>
                  <a:lnTo>
                    <a:pt x="1609" y="860"/>
                  </a:lnTo>
                  <a:lnTo>
                    <a:pt x="1622" y="852"/>
                  </a:lnTo>
                  <a:lnTo>
                    <a:pt x="1630" y="841"/>
                  </a:lnTo>
                  <a:lnTo>
                    <a:pt x="1650" y="817"/>
                  </a:lnTo>
                  <a:lnTo>
                    <a:pt x="1656" y="804"/>
                  </a:lnTo>
                  <a:lnTo>
                    <a:pt x="1665" y="792"/>
                  </a:lnTo>
                  <a:lnTo>
                    <a:pt x="1675" y="764"/>
                  </a:lnTo>
                  <a:lnTo>
                    <a:pt x="1684" y="734"/>
                  </a:lnTo>
                  <a:lnTo>
                    <a:pt x="1686" y="719"/>
                  </a:lnTo>
                  <a:lnTo>
                    <a:pt x="1688" y="704"/>
                  </a:lnTo>
                  <a:lnTo>
                    <a:pt x="1690" y="687"/>
                  </a:lnTo>
                  <a:lnTo>
                    <a:pt x="1693" y="672"/>
                  </a:lnTo>
                  <a:lnTo>
                    <a:pt x="1693" y="655"/>
                  </a:lnTo>
                  <a:lnTo>
                    <a:pt x="1690" y="637"/>
                  </a:lnTo>
                  <a:lnTo>
                    <a:pt x="1688" y="605"/>
                  </a:lnTo>
                  <a:lnTo>
                    <a:pt x="1682" y="573"/>
                  </a:lnTo>
                  <a:lnTo>
                    <a:pt x="1678" y="558"/>
                  </a:lnTo>
                  <a:lnTo>
                    <a:pt x="1673" y="543"/>
                  </a:lnTo>
                  <a:lnTo>
                    <a:pt x="1667" y="528"/>
                  </a:lnTo>
                  <a:lnTo>
                    <a:pt x="1660" y="513"/>
                  </a:lnTo>
                  <a:lnTo>
                    <a:pt x="1654" y="498"/>
                  </a:lnTo>
                  <a:lnTo>
                    <a:pt x="1648" y="485"/>
                  </a:lnTo>
                  <a:lnTo>
                    <a:pt x="1630" y="462"/>
                  </a:lnTo>
                  <a:lnTo>
                    <a:pt x="1620" y="449"/>
                  </a:lnTo>
                  <a:lnTo>
                    <a:pt x="1611" y="438"/>
                  </a:lnTo>
                  <a:lnTo>
                    <a:pt x="1600" y="430"/>
                  </a:lnTo>
                  <a:lnTo>
                    <a:pt x="1590" y="421"/>
                  </a:lnTo>
                  <a:lnTo>
                    <a:pt x="1577" y="413"/>
                  </a:lnTo>
                  <a:lnTo>
                    <a:pt x="1564" y="406"/>
                  </a:lnTo>
                  <a:lnTo>
                    <a:pt x="1551" y="400"/>
                  </a:lnTo>
                  <a:lnTo>
                    <a:pt x="1538" y="396"/>
                  </a:lnTo>
                  <a:lnTo>
                    <a:pt x="1523" y="393"/>
                  </a:lnTo>
                  <a:lnTo>
                    <a:pt x="1508" y="391"/>
                  </a:lnTo>
                  <a:lnTo>
                    <a:pt x="1493" y="389"/>
                  </a:lnTo>
                  <a:lnTo>
                    <a:pt x="1478" y="391"/>
                  </a:lnTo>
                  <a:lnTo>
                    <a:pt x="1461" y="393"/>
                  </a:lnTo>
                  <a:lnTo>
                    <a:pt x="1446" y="396"/>
                  </a:lnTo>
                  <a:lnTo>
                    <a:pt x="1429" y="402"/>
                  </a:lnTo>
                  <a:lnTo>
                    <a:pt x="1410" y="408"/>
                  </a:lnTo>
                  <a:lnTo>
                    <a:pt x="1393" y="417"/>
                  </a:lnTo>
                  <a:lnTo>
                    <a:pt x="1374" y="428"/>
                  </a:lnTo>
                  <a:lnTo>
                    <a:pt x="1354" y="438"/>
                  </a:lnTo>
                  <a:lnTo>
                    <a:pt x="1335" y="453"/>
                  </a:lnTo>
                  <a:lnTo>
                    <a:pt x="1301" y="445"/>
                  </a:lnTo>
                  <a:lnTo>
                    <a:pt x="1282" y="417"/>
                  </a:lnTo>
                  <a:lnTo>
                    <a:pt x="1284" y="391"/>
                  </a:lnTo>
                  <a:lnTo>
                    <a:pt x="1288" y="366"/>
                  </a:lnTo>
                  <a:lnTo>
                    <a:pt x="1299" y="314"/>
                  </a:lnTo>
                  <a:lnTo>
                    <a:pt x="1318" y="209"/>
                  </a:lnTo>
                  <a:lnTo>
                    <a:pt x="1327" y="156"/>
                  </a:lnTo>
                  <a:lnTo>
                    <a:pt x="1331" y="128"/>
                  </a:lnTo>
                  <a:lnTo>
                    <a:pt x="1333" y="102"/>
                  </a:lnTo>
                  <a:lnTo>
                    <a:pt x="1333" y="77"/>
                  </a:lnTo>
                  <a:lnTo>
                    <a:pt x="1333" y="49"/>
                  </a:lnTo>
                  <a:lnTo>
                    <a:pt x="1331" y="25"/>
                  </a:lnTo>
                  <a:lnTo>
                    <a:pt x="1329" y="0"/>
                  </a:lnTo>
                </a:path>
              </a:pathLst>
            </a:custGeom>
            <a:grpFill/>
            <a:ln w="19050" cap="rnd" cmpd="sng">
              <a:solidFill>
                <a:schemeClr val="bg1"/>
              </a:solidFill>
              <a:round/>
            </a:ln>
          </p:spPr>
          <p:txBody>
            <a:bodyPr/>
            <a:lstStyle/>
            <a:p>
              <a:endParaRPr lang="en-GB" sz="1815"/>
            </a:p>
          </p:txBody>
        </p:sp>
        <p:sp>
          <p:nvSpPr>
            <p:cNvPr id="70" name="Freeform 56"/>
            <p:cNvSpPr>
              <a:spLocks noChangeAspect="1"/>
            </p:cNvSpPr>
            <p:nvPr/>
          </p:nvSpPr>
          <p:spPr bwMode="auto">
            <a:xfrm>
              <a:off x="4782" y="2158"/>
              <a:ext cx="1169" cy="1147"/>
            </a:xfrm>
            <a:custGeom>
              <a:avLst/>
              <a:gdLst>
                <a:gd name="T0" fmla="*/ 41 w 1383"/>
                <a:gd name="T1" fmla="*/ 769 h 1387"/>
                <a:gd name="T2" fmla="*/ 36 w 1383"/>
                <a:gd name="T3" fmla="*/ 719 h 1387"/>
                <a:gd name="T4" fmla="*/ 16 w 1383"/>
                <a:gd name="T5" fmla="*/ 643 h 1387"/>
                <a:gd name="T6" fmla="*/ 0 w 1383"/>
                <a:gd name="T7" fmla="*/ 562 h 1387"/>
                <a:gd name="T8" fmla="*/ 3 w 1383"/>
                <a:gd name="T9" fmla="*/ 536 h 1387"/>
                <a:gd name="T10" fmla="*/ 41 w 1383"/>
                <a:gd name="T11" fmla="*/ 534 h 1387"/>
                <a:gd name="T12" fmla="*/ 84 w 1383"/>
                <a:gd name="T13" fmla="*/ 548 h 1387"/>
                <a:gd name="T14" fmla="*/ 122 w 1383"/>
                <a:gd name="T15" fmla="*/ 556 h 1387"/>
                <a:gd name="T16" fmla="*/ 154 w 1383"/>
                <a:gd name="T17" fmla="*/ 555 h 1387"/>
                <a:gd name="T18" fmla="*/ 181 w 1383"/>
                <a:gd name="T19" fmla="*/ 547 h 1387"/>
                <a:gd name="T20" fmla="*/ 205 w 1383"/>
                <a:gd name="T21" fmla="*/ 534 h 1387"/>
                <a:gd name="T22" fmla="*/ 228 w 1383"/>
                <a:gd name="T23" fmla="*/ 509 h 1387"/>
                <a:gd name="T24" fmla="*/ 243 w 1383"/>
                <a:gd name="T25" fmla="*/ 479 h 1387"/>
                <a:gd name="T26" fmla="*/ 252 w 1383"/>
                <a:gd name="T27" fmla="*/ 445 h 1387"/>
                <a:gd name="T28" fmla="*/ 253 w 1383"/>
                <a:gd name="T29" fmla="*/ 417 h 1387"/>
                <a:gd name="T30" fmla="*/ 248 w 1383"/>
                <a:gd name="T31" fmla="*/ 370 h 1387"/>
                <a:gd name="T32" fmla="*/ 238 w 1383"/>
                <a:gd name="T33" fmla="*/ 345 h 1387"/>
                <a:gd name="T34" fmla="*/ 226 w 1383"/>
                <a:gd name="T35" fmla="*/ 323 h 1387"/>
                <a:gd name="T36" fmla="*/ 205 w 1383"/>
                <a:gd name="T37" fmla="*/ 295 h 1387"/>
                <a:gd name="T38" fmla="*/ 184 w 1383"/>
                <a:gd name="T39" fmla="*/ 280 h 1387"/>
                <a:gd name="T40" fmla="*/ 161 w 1383"/>
                <a:gd name="T41" fmla="*/ 270 h 1387"/>
                <a:gd name="T42" fmla="*/ 134 w 1383"/>
                <a:gd name="T43" fmla="*/ 267 h 1387"/>
                <a:gd name="T44" fmla="*/ 106 w 1383"/>
                <a:gd name="T45" fmla="*/ 270 h 1387"/>
                <a:gd name="T46" fmla="*/ 75 w 1383"/>
                <a:gd name="T47" fmla="*/ 283 h 1387"/>
                <a:gd name="T48" fmla="*/ 40 w 1383"/>
                <a:gd name="T49" fmla="*/ 303 h 1387"/>
                <a:gd name="T50" fmla="*/ 8 w 1383"/>
                <a:gd name="T51" fmla="*/ 267 h 1387"/>
                <a:gd name="T52" fmla="*/ 18 w 1383"/>
                <a:gd name="T53" fmla="*/ 222 h 1387"/>
                <a:gd name="T54" fmla="*/ 36 w 1383"/>
                <a:gd name="T55" fmla="*/ 148 h 1387"/>
                <a:gd name="T56" fmla="*/ 46 w 1383"/>
                <a:gd name="T57" fmla="*/ 88 h 1387"/>
                <a:gd name="T58" fmla="*/ 48 w 1383"/>
                <a:gd name="T59" fmla="*/ 41 h 1387"/>
                <a:gd name="T60" fmla="*/ 99 w 1383"/>
                <a:gd name="T61" fmla="*/ 41 h 1387"/>
                <a:gd name="T62" fmla="*/ 146 w 1383"/>
                <a:gd name="T63" fmla="*/ 31 h 1387"/>
                <a:gd name="T64" fmla="*/ 224 w 1383"/>
                <a:gd name="T65" fmla="*/ 7 h 1387"/>
                <a:gd name="T66" fmla="*/ 267 w 1383"/>
                <a:gd name="T67" fmla="*/ 0 h 1387"/>
                <a:gd name="T68" fmla="*/ 289 w 1383"/>
                <a:gd name="T69" fmla="*/ 2 h 1387"/>
                <a:gd name="T70" fmla="*/ 311 w 1383"/>
                <a:gd name="T71" fmla="*/ 19 h 1387"/>
                <a:gd name="T72" fmla="*/ 307 w 1383"/>
                <a:gd name="T73" fmla="*/ 36 h 1387"/>
                <a:gd name="T74" fmla="*/ 295 w 1383"/>
                <a:gd name="T75" fmla="*/ 55 h 1387"/>
                <a:gd name="T76" fmla="*/ 281 w 1383"/>
                <a:gd name="T77" fmla="*/ 84 h 1387"/>
                <a:gd name="T78" fmla="*/ 279 w 1383"/>
                <a:gd name="T79" fmla="*/ 98 h 1387"/>
                <a:gd name="T80" fmla="*/ 279 w 1383"/>
                <a:gd name="T81" fmla="*/ 121 h 1387"/>
                <a:gd name="T82" fmla="*/ 289 w 1383"/>
                <a:gd name="T83" fmla="*/ 156 h 1387"/>
                <a:gd name="T84" fmla="*/ 304 w 1383"/>
                <a:gd name="T85" fmla="*/ 184 h 1387"/>
                <a:gd name="T86" fmla="*/ 321 w 1383"/>
                <a:gd name="T87" fmla="*/ 203 h 1387"/>
                <a:gd name="T88" fmla="*/ 349 w 1383"/>
                <a:gd name="T89" fmla="*/ 223 h 1387"/>
                <a:gd name="T90" fmla="*/ 384 w 1383"/>
                <a:gd name="T91" fmla="*/ 236 h 1387"/>
                <a:gd name="T92" fmla="*/ 419 w 1383"/>
                <a:gd name="T93" fmla="*/ 242 h 1387"/>
                <a:gd name="T94" fmla="*/ 456 w 1383"/>
                <a:gd name="T95" fmla="*/ 241 h 1387"/>
                <a:gd name="T96" fmla="*/ 492 w 1383"/>
                <a:gd name="T97" fmla="*/ 234 h 1387"/>
                <a:gd name="T98" fmla="*/ 524 w 1383"/>
                <a:gd name="T99" fmla="*/ 220 h 1387"/>
                <a:gd name="T100" fmla="*/ 552 w 1383"/>
                <a:gd name="T101" fmla="*/ 199 h 1387"/>
                <a:gd name="T102" fmla="*/ 567 w 1383"/>
                <a:gd name="T103" fmla="*/ 184 h 1387"/>
                <a:gd name="T104" fmla="*/ 581 w 1383"/>
                <a:gd name="T105" fmla="*/ 159 h 1387"/>
                <a:gd name="T106" fmla="*/ 588 w 1383"/>
                <a:gd name="T107" fmla="*/ 131 h 1387"/>
                <a:gd name="T108" fmla="*/ 587 w 1383"/>
                <a:gd name="T109" fmla="*/ 98 h 1387"/>
                <a:gd name="T110" fmla="*/ 579 w 1383"/>
                <a:gd name="T111" fmla="*/ 71 h 1387"/>
                <a:gd name="T112" fmla="*/ 561 w 1383"/>
                <a:gd name="T113" fmla="*/ 25 h 1387"/>
                <a:gd name="T114" fmla="*/ 576 w 1383"/>
                <a:gd name="T115" fmla="*/ 5 h 1387"/>
                <a:gd name="T116" fmla="*/ 593 w 1383"/>
                <a:gd name="T117" fmla="*/ 3 h 1387"/>
                <a:gd name="T118" fmla="*/ 653 w 1383"/>
                <a:gd name="T119" fmla="*/ 13 h 1387"/>
                <a:gd name="T120" fmla="*/ 766 w 1383"/>
                <a:gd name="T121" fmla="*/ 41 h 1387"/>
                <a:gd name="T122" fmla="*/ 819 w 1383"/>
                <a:gd name="T123" fmla="*/ 45 h 1387"/>
                <a:gd name="T124" fmla="*/ 40 w 1383"/>
                <a:gd name="T125" fmla="*/ 784 h 1387"/>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383"/>
                <a:gd name="T190" fmla="*/ 0 h 1387"/>
                <a:gd name="T191" fmla="*/ 1383 w 1383"/>
                <a:gd name="T192" fmla="*/ 1387 h 1387"/>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383" h="1387">
                  <a:moveTo>
                    <a:pt x="66" y="1386"/>
                  </a:moveTo>
                  <a:lnTo>
                    <a:pt x="68" y="1375"/>
                  </a:lnTo>
                  <a:lnTo>
                    <a:pt x="68" y="1360"/>
                  </a:lnTo>
                  <a:lnTo>
                    <a:pt x="68" y="1332"/>
                  </a:lnTo>
                  <a:lnTo>
                    <a:pt x="64" y="1302"/>
                  </a:lnTo>
                  <a:lnTo>
                    <a:pt x="59" y="1272"/>
                  </a:lnTo>
                  <a:lnTo>
                    <a:pt x="53" y="1238"/>
                  </a:lnTo>
                  <a:lnTo>
                    <a:pt x="44" y="1206"/>
                  </a:lnTo>
                  <a:lnTo>
                    <a:pt x="27" y="1137"/>
                  </a:lnTo>
                  <a:lnTo>
                    <a:pt x="12" y="1075"/>
                  </a:lnTo>
                  <a:lnTo>
                    <a:pt x="2" y="1019"/>
                  </a:lnTo>
                  <a:lnTo>
                    <a:pt x="0" y="993"/>
                  </a:lnTo>
                  <a:lnTo>
                    <a:pt x="0" y="974"/>
                  </a:lnTo>
                  <a:lnTo>
                    <a:pt x="2" y="955"/>
                  </a:lnTo>
                  <a:lnTo>
                    <a:pt x="6" y="948"/>
                  </a:lnTo>
                  <a:lnTo>
                    <a:pt x="8" y="942"/>
                  </a:lnTo>
                  <a:lnTo>
                    <a:pt x="44" y="931"/>
                  </a:lnTo>
                  <a:lnTo>
                    <a:pt x="68" y="944"/>
                  </a:lnTo>
                  <a:lnTo>
                    <a:pt x="94" y="955"/>
                  </a:lnTo>
                  <a:lnTo>
                    <a:pt x="117" y="963"/>
                  </a:lnTo>
                  <a:lnTo>
                    <a:pt x="139" y="970"/>
                  </a:lnTo>
                  <a:lnTo>
                    <a:pt x="162" y="976"/>
                  </a:lnTo>
                  <a:lnTo>
                    <a:pt x="181" y="981"/>
                  </a:lnTo>
                  <a:lnTo>
                    <a:pt x="201" y="983"/>
                  </a:lnTo>
                  <a:lnTo>
                    <a:pt x="218" y="983"/>
                  </a:lnTo>
                  <a:lnTo>
                    <a:pt x="237" y="983"/>
                  </a:lnTo>
                  <a:lnTo>
                    <a:pt x="254" y="981"/>
                  </a:lnTo>
                  <a:lnTo>
                    <a:pt x="269" y="978"/>
                  </a:lnTo>
                  <a:lnTo>
                    <a:pt x="286" y="974"/>
                  </a:lnTo>
                  <a:lnTo>
                    <a:pt x="299" y="968"/>
                  </a:lnTo>
                  <a:lnTo>
                    <a:pt x="314" y="961"/>
                  </a:lnTo>
                  <a:lnTo>
                    <a:pt x="327" y="953"/>
                  </a:lnTo>
                  <a:lnTo>
                    <a:pt x="338" y="944"/>
                  </a:lnTo>
                  <a:lnTo>
                    <a:pt x="348" y="936"/>
                  </a:lnTo>
                  <a:lnTo>
                    <a:pt x="359" y="925"/>
                  </a:lnTo>
                  <a:lnTo>
                    <a:pt x="378" y="901"/>
                  </a:lnTo>
                  <a:lnTo>
                    <a:pt x="385" y="889"/>
                  </a:lnTo>
                  <a:lnTo>
                    <a:pt x="391" y="876"/>
                  </a:lnTo>
                  <a:lnTo>
                    <a:pt x="404" y="846"/>
                  </a:lnTo>
                  <a:lnTo>
                    <a:pt x="412" y="816"/>
                  </a:lnTo>
                  <a:lnTo>
                    <a:pt x="415" y="801"/>
                  </a:lnTo>
                  <a:lnTo>
                    <a:pt x="417" y="786"/>
                  </a:lnTo>
                  <a:lnTo>
                    <a:pt x="419" y="769"/>
                  </a:lnTo>
                  <a:lnTo>
                    <a:pt x="419" y="754"/>
                  </a:lnTo>
                  <a:lnTo>
                    <a:pt x="419" y="736"/>
                  </a:lnTo>
                  <a:lnTo>
                    <a:pt x="419" y="719"/>
                  </a:lnTo>
                  <a:lnTo>
                    <a:pt x="417" y="687"/>
                  </a:lnTo>
                  <a:lnTo>
                    <a:pt x="410" y="655"/>
                  </a:lnTo>
                  <a:lnTo>
                    <a:pt x="406" y="640"/>
                  </a:lnTo>
                  <a:lnTo>
                    <a:pt x="400" y="625"/>
                  </a:lnTo>
                  <a:lnTo>
                    <a:pt x="395" y="610"/>
                  </a:lnTo>
                  <a:lnTo>
                    <a:pt x="389" y="597"/>
                  </a:lnTo>
                  <a:lnTo>
                    <a:pt x="382" y="584"/>
                  </a:lnTo>
                  <a:lnTo>
                    <a:pt x="374" y="569"/>
                  </a:lnTo>
                  <a:lnTo>
                    <a:pt x="359" y="546"/>
                  </a:lnTo>
                  <a:lnTo>
                    <a:pt x="348" y="533"/>
                  </a:lnTo>
                  <a:lnTo>
                    <a:pt x="338" y="522"/>
                  </a:lnTo>
                  <a:lnTo>
                    <a:pt x="329" y="514"/>
                  </a:lnTo>
                  <a:lnTo>
                    <a:pt x="316" y="505"/>
                  </a:lnTo>
                  <a:lnTo>
                    <a:pt x="305" y="496"/>
                  </a:lnTo>
                  <a:lnTo>
                    <a:pt x="293" y="490"/>
                  </a:lnTo>
                  <a:lnTo>
                    <a:pt x="280" y="484"/>
                  </a:lnTo>
                  <a:lnTo>
                    <a:pt x="267" y="479"/>
                  </a:lnTo>
                  <a:lnTo>
                    <a:pt x="252" y="477"/>
                  </a:lnTo>
                  <a:lnTo>
                    <a:pt x="237" y="475"/>
                  </a:lnTo>
                  <a:lnTo>
                    <a:pt x="222" y="473"/>
                  </a:lnTo>
                  <a:lnTo>
                    <a:pt x="207" y="475"/>
                  </a:lnTo>
                  <a:lnTo>
                    <a:pt x="192" y="477"/>
                  </a:lnTo>
                  <a:lnTo>
                    <a:pt x="175" y="479"/>
                  </a:lnTo>
                  <a:lnTo>
                    <a:pt x="158" y="486"/>
                  </a:lnTo>
                  <a:lnTo>
                    <a:pt x="141" y="492"/>
                  </a:lnTo>
                  <a:lnTo>
                    <a:pt x="124" y="501"/>
                  </a:lnTo>
                  <a:lnTo>
                    <a:pt x="104" y="511"/>
                  </a:lnTo>
                  <a:lnTo>
                    <a:pt x="85" y="522"/>
                  </a:lnTo>
                  <a:lnTo>
                    <a:pt x="66" y="537"/>
                  </a:lnTo>
                  <a:lnTo>
                    <a:pt x="29" y="529"/>
                  </a:lnTo>
                  <a:lnTo>
                    <a:pt x="12" y="501"/>
                  </a:lnTo>
                  <a:lnTo>
                    <a:pt x="14" y="473"/>
                  </a:lnTo>
                  <a:lnTo>
                    <a:pt x="19" y="445"/>
                  </a:lnTo>
                  <a:lnTo>
                    <a:pt x="23" y="419"/>
                  </a:lnTo>
                  <a:lnTo>
                    <a:pt x="29" y="392"/>
                  </a:lnTo>
                  <a:lnTo>
                    <a:pt x="40" y="340"/>
                  </a:lnTo>
                  <a:lnTo>
                    <a:pt x="53" y="287"/>
                  </a:lnTo>
                  <a:lnTo>
                    <a:pt x="59" y="261"/>
                  </a:lnTo>
                  <a:lnTo>
                    <a:pt x="64" y="235"/>
                  </a:lnTo>
                  <a:lnTo>
                    <a:pt x="72" y="182"/>
                  </a:lnTo>
                  <a:lnTo>
                    <a:pt x="77" y="156"/>
                  </a:lnTo>
                  <a:lnTo>
                    <a:pt x="79" y="128"/>
                  </a:lnTo>
                  <a:lnTo>
                    <a:pt x="79" y="100"/>
                  </a:lnTo>
                  <a:lnTo>
                    <a:pt x="79" y="74"/>
                  </a:lnTo>
                  <a:lnTo>
                    <a:pt x="109" y="74"/>
                  </a:lnTo>
                  <a:lnTo>
                    <a:pt x="136" y="74"/>
                  </a:lnTo>
                  <a:lnTo>
                    <a:pt x="164" y="74"/>
                  </a:lnTo>
                  <a:lnTo>
                    <a:pt x="192" y="70"/>
                  </a:lnTo>
                  <a:lnTo>
                    <a:pt x="218" y="64"/>
                  </a:lnTo>
                  <a:lnTo>
                    <a:pt x="243" y="55"/>
                  </a:lnTo>
                  <a:lnTo>
                    <a:pt x="295" y="38"/>
                  </a:lnTo>
                  <a:lnTo>
                    <a:pt x="346" y="19"/>
                  </a:lnTo>
                  <a:lnTo>
                    <a:pt x="370" y="12"/>
                  </a:lnTo>
                  <a:lnTo>
                    <a:pt x="395" y="6"/>
                  </a:lnTo>
                  <a:lnTo>
                    <a:pt x="419" y="2"/>
                  </a:lnTo>
                  <a:lnTo>
                    <a:pt x="442" y="0"/>
                  </a:lnTo>
                  <a:lnTo>
                    <a:pt x="455" y="0"/>
                  </a:lnTo>
                  <a:lnTo>
                    <a:pt x="466" y="2"/>
                  </a:lnTo>
                  <a:lnTo>
                    <a:pt x="479" y="2"/>
                  </a:lnTo>
                  <a:lnTo>
                    <a:pt x="489" y="6"/>
                  </a:lnTo>
                  <a:lnTo>
                    <a:pt x="513" y="27"/>
                  </a:lnTo>
                  <a:lnTo>
                    <a:pt x="515" y="34"/>
                  </a:lnTo>
                  <a:lnTo>
                    <a:pt x="515" y="40"/>
                  </a:lnTo>
                  <a:lnTo>
                    <a:pt x="513" y="53"/>
                  </a:lnTo>
                  <a:lnTo>
                    <a:pt x="509" y="64"/>
                  </a:lnTo>
                  <a:lnTo>
                    <a:pt x="502" y="74"/>
                  </a:lnTo>
                  <a:lnTo>
                    <a:pt x="496" y="87"/>
                  </a:lnTo>
                  <a:lnTo>
                    <a:pt x="489" y="98"/>
                  </a:lnTo>
                  <a:lnTo>
                    <a:pt x="477" y="126"/>
                  </a:lnTo>
                  <a:lnTo>
                    <a:pt x="470" y="141"/>
                  </a:lnTo>
                  <a:lnTo>
                    <a:pt x="466" y="147"/>
                  </a:lnTo>
                  <a:lnTo>
                    <a:pt x="464" y="156"/>
                  </a:lnTo>
                  <a:lnTo>
                    <a:pt x="462" y="164"/>
                  </a:lnTo>
                  <a:lnTo>
                    <a:pt x="462" y="173"/>
                  </a:lnTo>
                  <a:lnTo>
                    <a:pt x="459" y="182"/>
                  </a:lnTo>
                  <a:lnTo>
                    <a:pt x="459" y="192"/>
                  </a:lnTo>
                  <a:lnTo>
                    <a:pt x="462" y="214"/>
                  </a:lnTo>
                  <a:lnTo>
                    <a:pt x="466" y="237"/>
                  </a:lnTo>
                  <a:lnTo>
                    <a:pt x="472" y="263"/>
                  </a:lnTo>
                  <a:lnTo>
                    <a:pt x="479" y="276"/>
                  </a:lnTo>
                  <a:lnTo>
                    <a:pt x="485" y="291"/>
                  </a:lnTo>
                  <a:lnTo>
                    <a:pt x="494" y="310"/>
                  </a:lnTo>
                  <a:lnTo>
                    <a:pt x="504" y="327"/>
                  </a:lnTo>
                  <a:lnTo>
                    <a:pt x="511" y="336"/>
                  </a:lnTo>
                  <a:lnTo>
                    <a:pt x="517" y="344"/>
                  </a:lnTo>
                  <a:lnTo>
                    <a:pt x="532" y="359"/>
                  </a:lnTo>
                  <a:lnTo>
                    <a:pt x="547" y="372"/>
                  </a:lnTo>
                  <a:lnTo>
                    <a:pt x="562" y="383"/>
                  </a:lnTo>
                  <a:lnTo>
                    <a:pt x="579" y="394"/>
                  </a:lnTo>
                  <a:lnTo>
                    <a:pt x="599" y="404"/>
                  </a:lnTo>
                  <a:lnTo>
                    <a:pt x="616" y="411"/>
                  </a:lnTo>
                  <a:lnTo>
                    <a:pt x="635" y="417"/>
                  </a:lnTo>
                  <a:lnTo>
                    <a:pt x="654" y="422"/>
                  </a:lnTo>
                  <a:lnTo>
                    <a:pt x="676" y="426"/>
                  </a:lnTo>
                  <a:lnTo>
                    <a:pt x="695" y="428"/>
                  </a:lnTo>
                  <a:lnTo>
                    <a:pt x="714" y="428"/>
                  </a:lnTo>
                  <a:lnTo>
                    <a:pt x="735" y="428"/>
                  </a:lnTo>
                  <a:lnTo>
                    <a:pt x="755" y="426"/>
                  </a:lnTo>
                  <a:lnTo>
                    <a:pt x="776" y="424"/>
                  </a:lnTo>
                  <a:lnTo>
                    <a:pt x="795" y="419"/>
                  </a:lnTo>
                  <a:lnTo>
                    <a:pt x="815" y="413"/>
                  </a:lnTo>
                  <a:lnTo>
                    <a:pt x="832" y="407"/>
                  </a:lnTo>
                  <a:lnTo>
                    <a:pt x="851" y="398"/>
                  </a:lnTo>
                  <a:lnTo>
                    <a:pt x="868" y="389"/>
                  </a:lnTo>
                  <a:lnTo>
                    <a:pt x="883" y="379"/>
                  </a:lnTo>
                  <a:lnTo>
                    <a:pt x="900" y="366"/>
                  </a:lnTo>
                  <a:lnTo>
                    <a:pt x="913" y="353"/>
                  </a:lnTo>
                  <a:lnTo>
                    <a:pt x="919" y="347"/>
                  </a:lnTo>
                  <a:lnTo>
                    <a:pt x="926" y="340"/>
                  </a:lnTo>
                  <a:lnTo>
                    <a:pt x="939" y="325"/>
                  </a:lnTo>
                  <a:lnTo>
                    <a:pt x="949" y="308"/>
                  </a:lnTo>
                  <a:lnTo>
                    <a:pt x="958" y="291"/>
                  </a:lnTo>
                  <a:lnTo>
                    <a:pt x="962" y="280"/>
                  </a:lnTo>
                  <a:lnTo>
                    <a:pt x="964" y="272"/>
                  </a:lnTo>
                  <a:lnTo>
                    <a:pt x="971" y="252"/>
                  </a:lnTo>
                  <a:lnTo>
                    <a:pt x="975" y="231"/>
                  </a:lnTo>
                  <a:lnTo>
                    <a:pt x="975" y="201"/>
                  </a:lnTo>
                  <a:lnTo>
                    <a:pt x="975" y="186"/>
                  </a:lnTo>
                  <a:lnTo>
                    <a:pt x="973" y="173"/>
                  </a:lnTo>
                  <a:lnTo>
                    <a:pt x="971" y="160"/>
                  </a:lnTo>
                  <a:lnTo>
                    <a:pt x="966" y="149"/>
                  </a:lnTo>
                  <a:lnTo>
                    <a:pt x="958" y="126"/>
                  </a:lnTo>
                  <a:lnTo>
                    <a:pt x="941" y="81"/>
                  </a:lnTo>
                  <a:lnTo>
                    <a:pt x="932" y="57"/>
                  </a:lnTo>
                  <a:lnTo>
                    <a:pt x="930" y="44"/>
                  </a:lnTo>
                  <a:lnTo>
                    <a:pt x="928" y="32"/>
                  </a:lnTo>
                  <a:lnTo>
                    <a:pt x="945" y="10"/>
                  </a:lnTo>
                  <a:lnTo>
                    <a:pt x="954" y="8"/>
                  </a:lnTo>
                  <a:lnTo>
                    <a:pt x="962" y="6"/>
                  </a:lnTo>
                  <a:lnTo>
                    <a:pt x="971" y="6"/>
                  </a:lnTo>
                  <a:lnTo>
                    <a:pt x="981" y="6"/>
                  </a:lnTo>
                  <a:lnTo>
                    <a:pt x="1001" y="6"/>
                  </a:lnTo>
                  <a:lnTo>
                    <a:pt x="1026" y="10"/>
                  </a:lnTo>
                  <a:lnTo>
                    <a:pt x="1082" y="23"/>
                  </a:lnTo>
                  <a:lnTo>
                    <a:pt x="1142" y="38"/>
                  </a:lnTo>
                  <a:lnTo>
                    <a:pt x="1206" y="55"/>
                  </a:lnTo>
                  <a:lnTo>
                    <a:pt x="1268" y="72"/>
                  </a:lnTo>
                  <a:lnTo>
                    <a:pt x="1300" y="74"/>
                  </a:lnTo>
                  <a:lnTo>
                    <a:pt x="1328" y="79"/>
                  </a:lnTo>
                  <a:lnTo>
                    <a:pt x="1356" y="81"/>
                  </a:lnTo>
                  <a:lnTo>
                    <a:pt x="1382" y="81"/>
                  </a:lnTo>
                  <a:lnTo>
                    <a:pt x="1382" y="1386"/>
                  </a:lnTo>
                  <a:lnTo>
                    <a:pt x="66" y="1386"/>
                  </a:lnTo>
                </a:path>
              </a:pathLst>
            </a:custGeom>
            <a:grpFill/>
            <a:ln w="19050" cap="rnd" cmpd="sng">
              <a:solidFill>
                <a:schemeClr val="bg1"/>
              </a:solidFill>
              <a:round/>
            </a:ln>
          </p:spPr>
          <p:txBody>
            <a:bodyPr/>
            <a:lstStyle/>
            <a:p>
              <a:endParaRPr lang="en-GB" sz="1815"/>
            </a:p>
          </p:txBody>
        </p:sp>
        <p:sp>
          <p:nvSpPr>
            <p:cNvPr id="71" name="Freeform 57"/>
            <p:cNvSpPr>
              <a:spLocks noChangeAspect="1"/>
            </p:cNvSpPr>
            <p:nvPr/>
          </p:nvSpPr>
          <p:spPr bwMode="auto">
            <a:xfrm>
              <a:off x="3730" y="2158"/>
              <a:ext cx="1413" cy="1152"/>
            </a:xfrm>
            <a:custGeom>
              <a:avLst/>
              <a:gdLst>
                <a:gd name="T0" fmla="*/ 32 w 1672"/>
                <a:gd name="T1" fmla="*/ 45 h 1393"/>
                <a:gd name="T2" fmla="*/ 106 w 1672"/>
                <a:gd name="T3" fmla="*/ 32 h 1393"/>
                <a:gd name="T4" fmla="*/ 215 w 1672"/>
                <a:gd name="T5" fmla="*/ 6 h 1393"/>
                <a:gd name="T6" fmla="*/ 247 w 1672"/>
                <a:gd name="T7" fmla="*/ 3 h 1393"/>
                <a:gd name="T8" fmla="*/ 275 w 1672"/>
                <a:gd name="T9" fmla="*/ 18 h 1393"/>
                <a:gd name="T10" fmla="*/ 256 w 1672"/>
                <a:gd name="T11" fmla="*/ 71 h 1393"/>
                <a:gd name="T12" fmla="*/ 247 w 1672"/>
                <a:gd name="T13" fmla="*/ 98 h 1393"/>
                <a:gd name="T14" fmla="*/ 247 w 1672"/>
                <a:gd name="T15" fmla="*/ 131 h 1393"/>
                <a:gd name="T16" fmla="*/ 262 w 1672"/>
                <a:gd name="T17" fmla="*/ 174 h 1393"/>
                <a:gd name="T18" fmla="*/ 292 w 1672"/>
                <a:gd name="T19" fmla="*/ 208 h 1393"/>
                <a:gd name="T20" fmla="*/ 328 w 1672"/>
                <a:gd name="T21" fmla="*/ 227 h 1393"/>
                <a:gd name="T22" fmla="*/ 368 w 1672"/>
                <a:gd name="T23" fmla="*/ 240 h 1393"/>
                <a:gd name="T24" fmla="*/ 415 w 1672"/>
                <a:gd name="T25" fmla="*/ 242 h 1393"/>
                <a:gd name="T26" fmla="*/ 463 w 1672"/>
                <a:gd name="T27" fmla="*/ 232 h 1393"/>
                <a:gd name="T28" fmla="*/ 505 w 1672"/>
                <a:gd name="T29" fmla="*/ 211 h 1393"/>
                <a:gd name="T30" fmla="*/ 537 w 1672"/>
                <a:gd name="T31" fmla="*/ 175 h 1393"/>
                <a:gd name="T32" fmla="*/ 552 w 1672"/>
                <a:gd name="T33" fmla="*/ 141 h 1393"/>
                <a:gd name="T34" fmla="*/ 558 w 1672"/>
                <a:gd name="T35" fmla="*/ 115 h 1393"/>
                <a:gd name="T36" fmla="*/ 552 w 1672"/>
                <a:gd name="T37" fmla="*/ 80 h 1393"/>
                <a:gd name="T38" fmla="*/ 532 w 1672"/>
                <a:gd name="T39" fmla="*/ 44 h 1393"/>
                <a:gd name="T40" fmla="*/ 525 w 1672"/>
                <a:gd name="T41" fmla="*/ 15 h 1393"/>
                <a:gd name="T42" fmla="*/ 561 w 1672"/>
                <a:gd name="T43" fmla="*/ 0 h 1393"/>
                <a:gd name="T44" fmla="*/ 614 w 1672"/>
                <a:gd name="T45" fmla="*/ 7 h 1393"/>
                <a:gd name="T46" fmla="*/ 714 w 1672"/>
                <a:gd name="T47" fmla="*/ 36 h 1393"/>
                <a:gd name="T48" fmla="*/ 783 w 1672"/>
                <a:gd name="T49" fmla="*/ 45 h 1393"/>
                <a:gd name="T50" fmla="*/ 798 w 1672"/>
                <a:gd name="T51" fmla="*/ 105 h 1393"/>
                <a:gd name="T52" fmla="*/ 771 w 1672"/>
                <a:gd name="T53" fmla="*/ 223 h 1393"/>
                <a:gd name="T54" fmla="*/ 761 w 1672"/>
                <a:gd name="T55" fmla="*/ 283 h 1393"/>
                <a:gd name="T56" fmla="*/ 816 w 1672"/>
                <a:gd name="T57" fmla="*/ 288 h 1393"/>
                <a:gd name="T58" fmla="*/ 859 w 1672"/>
                <a:gd name="T59" fmla="*/ 270 h 1393"/>
                <a:gd name="T60" fmla="*/ 898 w 1672"/>
                <a:gd name="T61" fmla="*/ 267 h 1393"/>
                <a:gd name="T62" fmla="*/ 932 w 1672"/>
                <a:gd name="T63" fmla="*/ 277 h 1393"/>
                <a:gd name="T64" fmla="*/ 959 w 1672"/>
                <a:gd name="T65" fmla="*/ 295 h 1393"/>
                <a:gd name="T66" fmla="*/ 981 w 1672"/>
                <a:gd name="T67" fmla="*/ 323 h 1393"/>
                <a:gd name="T68" fmla="*/ 1002 w 1672"/>
                <a:gd name="T69" fmla="*/ 370 h 1393"/>
                <a:gd name="T70" fmla="*/ 1008 w 1672"/>
                <a:gd name="T71" fmla="*/ 417 h 1393"/>
                <a:gd name="T72" fmla="*/ 1003 w 1672"/>
                <a:gd name="T73" fmla="*/ 461 h 1393"/>
                <a:gd name="T74" fmla="*/ 991 w 1672"/>
                <a:gd name="T75" fmla="*/ 494 h 1393"/>
                <a:gd name="T76" fmla="*/ 972 w 1672"/>
                <a:gd name="T77" fmla="*/ 522 h 1393"/>
                <a:gd name="T78" fmla="*/ 944 w 1672"/>
                <a:gd name="T79" fmla="*/ 543 h 1393"/>
                <a:gd name="T80" fmla="*/ 909 w 1672"/>
                <a:gd name="T81" fmla="*/ 554 h 1393"/>
                <a:gd name="T82" fmla="*/ 864 w 1672"/>
                <a:gd name="T83" fmla="*/ 553 h 1393"/>
                <a:gd name="T84" fmla="*/ 810 w 1672"/>
                <a:gd name="T85" fmla="*/ 540 h 1393"/>
                <a:gd name="T86" fmla="*/ 758 w 1672"/>
                <a:gd name="T87" fmla="*/ 536 h 1393"/>
                <a:gd name="T88" fmla="*/ 754 w 1672"/>
                <a:gd name="T89" fmla="*/ 562 h 1393"/>
                <a:gd name="T90" fmla="*/ 762 w 1672"/>
                <a:gd name="T91" fmla="*/ 608 h 1393"/>
                <a:gd name="T92" fmla="*/ 789 w 1672"/>
                <a:gd name="T93" fmla="*/ 721 h 1393"/>
                <a:gd name="T94" fmla="*/ 795 w 1672"/>
                <a:gd name="T95" fmla="*/ 773 h 1393"/>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72"/>
                <a:gd name="T145" fmla="*/ 0 h 1393"/>
                <a:gd name="T146" fmla="*/ 1672 w 1672"/>
                <a:gd name="T147" fmla="*/ 1393 h 1393"/>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72" h="1393">
                  <a:moveTo>
                    <a:pt x="0" y="81"/>
                  </a:moveTo>
                  <a:lnTo>
                    <a:pt x="12" y="81"/>
                  </a:lnTo>
                  <a:lnTo>
                    <a:pt x="25" y="81"/>
                  </a:lnTo>
                  <a:lnTo>
                    <a:pt x="53" y="81"/>
                  </a:lnTo>
                  <a:lnTo>
                    <a:pt x="83" y="79"/>
                  </a:lnTo>
                  <a:lnTo>
                    <a:pt x="113" y="72"/>
                  </a:lnTo>
                  <a:lnTo>
                    <a:pt x="143" y="66"/>
                  </a:lnTo>
                  <a:lnTo>
                    <a:pt x="175" y="57"/>
                  </a:lnTo>
                  <a:lnTo>
                    <a:pt x="237" y="38"/>
                  </a:lnTo>
                  <a:lnTo>
                    <a:pt x="299" y="23"/>
                  </a:lnTo>
                  <a:lnTo>
                    <a:pt x="327" y="14"/>
                  </a:lnTo>
                  <a:lnTo>
                    <a:pt x="355" y="10"/>
                  </a:lnTo>
                  <a:lnTo>
                    <a:pt x="378" y="6"/>
                  </a:lnTo>
                  <a:lnTo>
                    <a:pt x="391" y="6"/>
                  </a:lnTo>
                  <a:lnTo>
                    <a:pt x="400" y="4"/>
                  </a:lnTo>
                  <a:lnTo>
                    <a:pt x="410" y="6"/>
                  </a:lnTo>
                  <a:lnTo>
                    <a:pt x="421" y="6"/>
                  </a:lnTo>
                  <a:lnTo>
                    <a:pt x="430" y="8"/>
                  </a:lnTo>
                  <a:lnTo>
                    <a:pt x="438" y="10"/>
                  </a:lnTo>
                  <a:lnTo>
                    <a:pt x="455" y="32"/>
                  </a:lnTo>
                  <a:lnTo>
                    <a:pt x="453" y="47"/>
                  </a:lnTo>
                  <a:lnTo>
                    <a:pt x="451" y="59"/>
                  </a:lnTo>
                  <a:lnTo>
                    <a:pt x="445" y="81"/>
                  </a:lnTo>
                  <a:lnTo>
                    <a:pt x="425" y="126"/>
                  </a:lnTo>
                  <a:lnTo>
                    <a:pt x="421" y="137"/>
                  </a:lnTo>
                  <a:lnTo>
                    <a:pt x="417" y="149"/>
                  </a:lnTo>
                  <a:lnTo>
                    <a:pt x="415" y="160"/>
                  </a:lnTo>
                  <a:lnTo>
                    <a:pt x="410" y="173"/>
                  </a:lnTo>
                  <a:lnTo>
                    <a:pt x="408" y="186"/>
                  </a:lnTo>
                  <a:lnTo>
                    <a:pt x="408" y="201"/>
                  </a:lnTo>
                  <a:lnTo>
                    <a:pt x="408" y="216"/>
                  </a:lnTo>
                  <a:lnTo>
                    <a:pt x="410" y="231"/>
                  </a:lnTo>
                  <a:lnTo>
                    <a:pt x="412" y="252"/>
                  </a:lnTo>
                  <a:lnTo>
                    <a:pt x="419" y="271"/>
                  </a:lnTo>
                  <a:lnTo>
                    <a:pt x="425" y="291"/>
                  </a:lnTo>
                  <a:lnTo>
                    <a:pt x="434" y="308"/>
                  </a:lnTo>
                  <a:lnTo>
                    <a:pt x="445" y="325"/>
                  </a:lnTo>
                  <a:lnTo>
                    <a:pt x="457" y="340"/>
                  </a:lnTo>
                  <a:lnTo>
                    <a:pt x="470" y="355"/>
                  </a:lnTo>
                  <a:lnTo>
                    <a:pt x="485" y="368"/>
                  </a:lnTo>
                  <a:lnTo>
                    <a:pt x="500" y="379"/>
                  </a:lnTo>
                  <a:lnTo>
                    <a:pt x="515" y="389"/>
                  </a:lnTo>
                  <a:lnTo>
                    <a:pt x="532" y="398"/>
                  </a:lnTo>
                  <a:lnTo>
                    <a:pt x="543" y="402"/>
                  </a:lnTo>
                  <a:lnTo>
                    <a:pt x="552" y="406"/>
                  </a:lnTo>
                  <a:lnTo>
                    <a:pt x="571" y="413"/>
                  </a:lnTo>
                  <a:lnTo>
                    <a:pt x="590" y="419"/>
                  </a:lnTo>
                  <a:lnTo>
                    <a:pt x="609" y="424"/>
                  </a:lnTo>
                  <a:lnTo>
                    <a:pt x="629" y="426"/>
                  </a:lnTo>
                  <a:lnTo>
                    <a:pt x="648" y="428"/>
                  </a:lnTo>
                  <a:lnTo>
                    <a:pt x="669" y="430"/>
                  </a:lnTo>
                  <a:lnTo>
                    <a:pt x="688" y="428"/>
                  </a:lnTo>
                  <a:lnTo>
                    <a:pt x="710" y="426"/>
                  </a:lnTo>
                  <a:lnTo>
                    <a:pt x="729" y="424"/>
                  </a:lnTo>
                  <a:lnTo>
                    <a:pt x="748" y="417"/>
                  </a:lnTo>
                  <a:lnTo>
                    <a:pt x="768" y="411"/>
                  </a:lnTo>
                  <a:lnTo>
                    <a:pt x="785" y="404"/>
                  </a:lnTo>
                  <a:lnTo>
                    <a:pt x="804" y="396"/>
                  </a:lnTo>
                  <a:lnTo>
                    <a:pt x="821" y="385"/>
                  </a:lnTo>
                  <a:lnTo>
                    <a:pt x="836" y="372"/>
                  </a:lnTo>
                  <a:lnTo>
                    <a:pt x="851" y="359"/>
                  </a:lnTo>
                  <a:lnTo>
                    <a:pt x="866" y="344"/>
                  </a:lnTo>
                  <a:lnTo>
                    <a:pt x="879" y="327"/>
                  </a:lnTo>
                  <a:lnTo>
                    <a:pt x="890" y="310"/>
                  </a:lnTo>
                  <a:lnTo>
                    <a:pt x="894" y="301"/>
                  </a:lnTo>
                  <a:lnTo>
                    <a:pt x="900" y="291"/>
                  </a:lnTo>
                  <a:lnTo>
                    <a:pt x="911" y="263"/>
                  </a:lnTo>
                  <a:lnTo>
                    <a:pt x="915" y="250"/>
                  </a:lnTo>
                  <a:lnTo>
                    <a:pt x="920" y="237"/>
                  </a:lnTo>
                  <a:lnTo>
                    <a:pt x="922" y="224"/>
                  </a:lnTo>
                  <a:lnTo>
                    <a:pt x="924" y="214"/>
                  </a:lnTo>
                  <a:lnTo>
                    <a:pt x="924" y="203"/>
                  </a:lnTo>
                  <a:lnTo>
                    <a:pt x="924" y="192"/>
                  </a:lnTo>
                  <a:lnTo>
                    <a:pt x="924" y="173"/>
                  </a:lnTo>
                  <a:lnTo>
                    <a:pt x="920" y="156"/>
                  </a:lnTo>
                  <a:lnTo>
                    <a:pt x="915" y="141"/>
                  </a:lnTo>
                  <a:lnTo>
                    <a:pt x="909" y="126"/>
                  </a:lnTo>
                  <a:lnTo>
                    <a:pt x="900" y="113"/>
                  </a:lnTo>
                  <a:lnTo>
                    <a:pt x="894" y="100"/>
                  </a:lnTo>
                  <a:lnTo>
                    <a:pt x="881" y="77"/>
                  </a:lnTo>
                  <a:lnTo>
                    <a:pt x="875" y="66"/>
                  </a:lnTo>
                  <a:lnTo>
                    <a:pt x="870" y="53"/>
                  </a:lnTo>
                  <a:lnTo>
                    <a:pt x="870" y="40"/>
                  </a:lnTo>
                  <a:lnTo>
                    <a:pt x="870" y="27"/>
                  </a:lnTo>
                  <a:lnTo>
                    <a:pt x="894" y="6"/>
                  </a:lnTo>
                  <a:lnTo>
                    <a:pt x="907" y="4"/>
                  </a:lnTo>
                  <a:lnTo>
                    <a:pt x="917" y="2"/>
                  </a:lnTo>
                  <a:lnTo>
                    <a:pt x="930" y="0"/>
                  </a:lnTo>
                  <a:lnTo>
                    <a:pt x="941" y="0"/>
                  </a:lnTo>
                  <a:lnTo>
                    <a:pt x="967" y="2"/>
                  </a:lnTo>
                  <a:lnTo>
                    <a:pt x="992" y="6"/>
                  </a:lnTo>
                  <a:lnTo>
                    <a:pt x="1018" y="12"/>
                  </a:lnTo>
                  <a:lnTo>
                    <a:pt x="1044" y="19"/>
                  </a:lnTo>
                  <a:lnTo>
                    <a:pt x="1099" y="36"/>
                  </a:lnTo>
                  <a:lnTo>
                    <a:pt x="1155" y="55"/>
                  </a:lnTo>
                  <a:lnTo>
                    <a:pt x="1183" y="64"/>
                  </a:lnTo>
                  <a:lnTo>
                    <a:pt x="1210" y="70"/>
                  </a:lnTo>
                  <a:lnTo>
                    <a:pt x="1240" y="77"/>
                  </a:lnTo>
                  <a:lnTo>
                    <a:pt x="1268" y="79"/>
                  </a:lnTo>
                  <a:lnTo>
                    <a:pt x="1298" y="79"/>
                  </a:lnTo>
                  <a:lnTo>
                    <a:pt x="1326" y="79"/>
                  </a:lnTo>
                  <a:lnTo>
                    <a:pt x="1328" y="104"/>
                  </a:lnTo>
                  <a:lnTo>
                    <a:pt x="1326" y="132"/>
                  </a:lnTo>
                  <a:lnTo>
                    <a:pt x="1322" y="186"/>
                  </a:lnTo>
                  <a:lnTo>
                    <a:pt x="1317" y="212"/>
                  </a:lnTo>
                  <a:lnTo>
                    <a:pt x="1313" y="237"/>
                  </a:lnTo>
                  <a:lnTo>
                    <a:pt x="1302" y="289"/>
                  </a:lnTo>
                  <a:lnTo>
                    <a:pt x="1277" y="394"/>
                  </a:lnTo>
                  <a:lnTo>
                    <a:pt x="1273" y="419"/>
                  </a:lnTo>
                  <a:lnTo>
                    <a:pt x="1268" y="445"/>
                  </a:lnTo>
                  <a:lnTo>
                    <a:pt x="1264" y="473"/>
                  </a:lnTo>
                  <a:lnTo>
                    <a:pt x="1260" y="501"/>
                  </a:lnTo>
                  <a:lnTo>
                    <a:pt x="1279" y="528"/>
                  </a:lnTo>
                  <a:lnTo>
                    <a:pt x="1313" y="537"/>
                  </a:lnTo>
                  <a:lnTo>
                    <a:pt x="1332" y="522"/>
                  </a:lnTo>
                  <a:lnTo>
                    <a:pt x="1352" y="509"/>
                  </a:lnTo>
                  <a:lnTo>
                    <a:pt x="1371" y="501"/>
                  </a:lnTo>
                  <a:lnTo>
                    <a:pt x="1390" y="492"/>
                  </a:lnTo>
                  <a:lnTo>
                    <a:pt x="1407" y="483"/>
                  </a:lnTo>
                  <a:lnTo>
                    <a:pt x="1424" y="479"/>
                  </a:lnTo>
                  <a:lnTo>
                    <a:pt x="1442" y="475"/>
                  </a:lnTo>
                  <a:lnTo>
                    <a:pt x="1459" y="473"/>
                  </a:lnTo>
                  <a:lnTo>
                    <a:pt x="1474" y="473"/>
                  </a:lnTo>
                  <a:lnTo>
                    <a:pt x="1489" y="473"/>
                  </a:lnTo>
                  <a:lnTo>
                    <a:pt x="1504" y="475"/>
                  </a:lnTo>
                  <a:lnTo>
                    <a:pt x="1516" y="479"/>
                  </a:lnTo>
                  <a:lnTo>
                    <a:pt x="1531" y="483"/>
                  </a:lnTo>
                  <a:lnTo>
                    <a:pt x="1544" y="490"/>
                  </a:lnTo>
                  <a:lnTo>
                    <a:pt x="1557" y="496"/>
                  </a:lnTo>
                  <a:lnTo>
                    <a:pt x="1568" y="503"/>
                  </a:lnTo>
                  <a:lnTo>
                    <a:pt x="1578" y="511"/>
                  </a:lnTo>
                  <a:lnTo>
                    <a:pt x="1589" y="522"/>
                  </a:lnTo>
                  <a:lnTo>
                    <a:pt x="1600" y="533"/>
                  </a:lnTo>
                  <a:lnTo>
                    <a:pt x="1608" y="543"/>
                  </a:lnTo>
                  <a:lnTo>
                    <a:pt x="1617" y="556"/>
                  </a:lnTo>
                  <a:lnTo>
                    <a:pt x="1626" y="569"/>
                  </a:lnTo>
                  <a:lnTo>
                    <a:pt x="1634" y="582"/>
                  </a:lnTo>
                  <a:lnTo>
                    <a:pt x="1641" y="597"/>
                  </a:lnTo>
                  <a:lnTo>
                    <a:pt x="1651" y="623"/>
                  </a:lnTo>
                  <a:lnTo>
                    <a:pt x="1660" y="655"/>
                  </a:lnTo>
                  <a:lnTo>
                    <a:pt x="1666" y="687"/>
                  </a:lnTo>
                  <a:lnTo>
                    <a:pt x="1668" y="702"/>
                  </a:lnTo>
                  <a:lnTo>
                    <a:pt x="1671" y="719"/>
                  </a:lnTo>
                  <a:lnTo>
                    <a:pt x="1671" y="736"/>
                  </a:lnTo>
                  <a:lnTo>
                    <a:pt x="1671" y="751"/>
                  </a:lnTo>
                  <a:lnTo>
                    <a:pt x="1668" y="783"/>
                  </a:lnTo>
                  <a:lnTo>
                    <a:pt x="1666" y="800"/>
                  </a:lnTo>
                  <a:lnTo>
                    <a:pt x="1662" y="815"/>
                  </a:lnTo>
                  <a:lnTo>
                    <a:pt x="1660" y="830"/>
                  </a:lnTo>
                  <a:lnTo>
                    <a:pt x="1656" y="845"/>
                  </a:lnTo>
                  <a:lnTo>
                    <a:pt x="1649" y="860"/>
                  </a:lnTo>
                  <a:lnTo>
                    <a:pt x="1643" y="873"/>
                  </a:lnTo>
                  <a:lnTo>
                    <a:pt x="1636" y="888"/>
                  </a:lnTo>
                  <a:lnTo>
                    <a:pt x="1628" y="899"/>
                  </a:lnTo>
                  <a:lnTo>
                    <a:pt x="1619" y="912"/>
                  </a:lnTo>
                  <a:lnTo>
                    <a:pt x="1611" y="923"/>
                  </a:lnTo>
                  <a:lnTo>
                    <a:pt x="1600" y="933"/>
                  </a:lnTo>
                  <a:lnTo>
                    <a:pt x="1589" y="944"/>
                  </a:lnTo>
                  <a:lnTo>
                    <a:pt x="1576" y="952"/>
                  </a:lnTo>
                  <a:lnTo>
                    <a:pt x="1564" y="959"/>
                  </a:lnTo>
                  <a:lnTo>
                    <a:pt x="1551" y="967"/>
                  </a:lnTo>
                  <a:lnTo>
                    <a:pt x="1536" y="972"/>
                  </a:lnTo>
                  <a:lnTo>
                    <a:pt x="1521" y="976"/>
                  </a:lnTo>
                  <a:lnTo>
                    <a:pt x="1506" y="980"/>
                  </a:lnTo>
                  <a:lnTo>
                    <a:pt x="1489" y="982"/>
                  </a:lnTo>
                  <a:lnTo>
                    <a:pt x="1469" y="982"/>
                  </a:lnTo>
                  <a:lnTo>
                    <a:pt x="1450" y="980"/>
                  </a:lnTo>
                  <a:lnTo>
                    <a:pt x="1431" y="978"/>
                  </a:lnTo>
                  <a:lnTo>
                    <a:pt x="1409" y="976"/>
                  </a:lnTo>
                  <a:lnTo>
                    <a:pt x="1388" y="970"/>
                  </a:lnTo>
                  <a:lnTo>
                    <a:pt x="1367" y="963"/>
                  </a:lnTo>
                  <a:lnTo>
                    <a:pt x="1343" y="955"/>
                  </a:lnTo>
                  <a:lnTo>
                    <a:pt x="1317" y="944"/>
                  </a:lnTo>
                  <a:lnTo>
                    <a:pt x="1292" y="931"/>
                  </a:lnTo>
                  <a:lnTo>
                    <a:pt x="1258" y="942"/>
                  </a:lnTo>
                  <a:lnTo>
                    <a:pt x="1255" y="948"/>
                  </a:lnTo>
                  <a:lnTo>
                    <a:pt x="1251" y="955"/>
                  </a:lnTo>
                  <a:lnTo>
                    <a:pt x="1251" y="963"/>
                  </a:lnTo>
                  <a:lnTo>
                    <a:pt x="1249" y="972"/>
                  </a:lnTo>
                  <a:lnTo>
                    <a:pt x="1249" y="993"/>
                  </a:lnTo>
                  <a:lnTo>
                    <a:pt x="1251" y="1004"/>
                  </a:lnTo>
                  <a:lnTo>
                    <a:pt x="1251" y="1017"/>
                  </a:lnTo>
                  <a:lnTo>
                    <a:pt x="1255" y="1045"/>
                  </a:lnTo>
                  <a:lnTo>
                    <a:pt x="1262" y="1075"/>
                  </a:lnTo>
                  <a:lnTo>
                    <a:pt x="1277" y="1139"/>
                  </a:lnTo>
                  <a:lnTo>
                    <a:pt x="1294" y="1207"/>
                  </a:lnTo>
                  <a:lnTo>
                    <a:pt x="1300" y="1242"/>
                  </a:lnTo>
                  <a:lnTo>
                    <a:pt x="1307" y="1276"/>
                  </a:lnTo>
                  <a:lnTo>
                    <a:pt x="1313" y="1308"/>
                  </a:lnTo>
                  <a:lnTo>
                    <a:pt x="1315" y="1338"/>
                  </a:lnTo>
                  <a:lnTo>
                    <a:pt x="1317" y="1351"/>
                  </a:lnTo>
                  <a:lnTo>
                    <a:pt x="1317" y="1366"/>
                  </a:lnTo>
                  <a:lnTo>
                    <a:pt x="1315" y="1389"/>
                  </a:lnTo>
                  <a:lnTo>
                    <a:pt x="2" y="1392"/>
                  </a:lnTo>
                  <a:lnTo>
                    <a:pt x="0" y="81"/>
                  </a:lnTo>
                </a:path>
              </a:pathLst>
            </a:custGeom>
            <a:grpFill/>
            <a:ln w="19050" cap="rnd" cmpd="sng">
              <a:solidFill>
                <a:schemeClr val="bg1"/>
              </a:solidFill>
              <a:round/>
            </a:ln>
          </p:spPr>
          <p:txBody>
            <a:bodyPr/>
            <a:lstStyle/>
            <a:p>
              <a:endParaRPr lang="en-GB" sz="1815"/>
            </a:p>
          </p:txBody>
        </p:sp>
        <p:sp>
          <p:nvSpPr>
            <p:cNvPr id="72" name="Freeform 58"/>
            <p:cNvSpPr>
              <a:spLocks noChangeAspect="1"/>
            </p:cNvSpPr>
            <p:nvPr/>
          </p:nvSpPr>
          <p:spPr bwMode="auto">
            <a:xfrm>
              <a:off x="4797" y="1144"/>
              <a:ext cx="1148" cy="1370"/>
            </a:xfrm>
            <a:custGeom>
              <a:avLst/>
              <a:gdLst>
                <a:gd name="T0" fmla="*/ 37 w 1359"/>
                <a:gd name="T1" fmla="*/ 718 h 1657"/>
                <a:gd name="T2" fmla="*/ 32 w 1359"/>
                <a:gd name="T3" fmla="*/ 661 h 1657"/>
                <a:gd name="T4" fmla="*/ 15 w 1359"/>
                <a:gd name="T5" fmla="*/ 589 h 1657"/>
                <a:gd name="T6" fmla="*/ 2 w 1359"/>
                <a:gd name="T7" fmla="*/ 523 h 1657"/>
                <a:gd name="T8" fmla="*/ 3 w 1359"/>
                <a:gd name="T9" fmla="*/ 491 h 1657"/>
                <a:gd name="T10" fmla="*/ 26 w 1359"/>
                <a:gd name="T11" fmla="*/ 478 h 1657"/>
                <a:gd name="T12" fmla="*/ 71 w 1359"/>
                <a:gd name="T13" fmla="*/ 496 h 1657"/>
                <a:gd name="T14" fmla="*/ 108 w 1359"/>
                <a:gd name="T15" fmla="*/ 506 h 1657"/>
                <a:gd name="T16" fmla="*/ 143 w 1359"/>
                <a:gd name="T17" fmla="*/ 507 h 1657"/>
                <a:gd name="T18" fmla="*/ 172 w 1359"/>
                <a:gd name="T19" fmla="*/ 503 h 1657"/>
                <a:gd name="T20" fmla="*/ 197 w 1359"/>
                <a:gd name="T21" fmla="*/ 490 h 1657"/>
                <a:gd name="T22" fmla="*/ 216 w 1359"/>
                <a:gd name="T23" fmla="*/ 475 h 1657"/>
                <a:gd name="T24" fmla="*/ 236 w 1359"/>
                <a:gd name="T25" fmla="*/ 448 h 1657"/>
                <a:gd name="T26" fmla="*/ 248 w 1359"/>
                <a:gd name="T27" fmla="*/ 405 h 1657"/>
                <a:gd name="T28" fmla="*/ 251 w 1359"/>
                <a:gd name="T29" fmla="*/ 379 h 1657"/>
                <a:gd name="T30" fmla="*/ 250 w 1359"/>
                <a:gd name="T31" fmla="*/ 341 h 1657"/>
                <a:gd name="T32" fmla="*/ 241 w 1359"/>
                <a:gd name="T33" fmla="*/ 306 h 1657"/>
                <a:gd name="T34" fmla="*/ 231 w 1359"/>
                <a:gd name="T35" fmla="*/ 282 h 1657"/>
                <a:gd name="T36" fmla="*/ 209 w 1359"/>
                <a:gd name="T37" fmla="*/ 254 h 1657"/>
                <a:gd name="T38" fmla="*/ 191 w 1359"/>
                <a:gd name="T39" fmla="*/ 239 h 1657"/>
                <a:gd name="T40" fmla="*/ 169 w 1359"/>
                <a:gd name="T41" fmla="*/ 227 h 1657"/>
                <a:gd name="T42" fmla="*/ 143 w 1359"/>
                <a:gd name="T43" fmla="*/ 222 h 1657"/>
                <a:gd name="T44" fmla="*/ 115 w 1359"/>
                <a:gd name="T45" fmla="*/ 223 h 1657"/>
                <a:gd name="T46" fmla="*/ 84 w 1359"/>
                <a:gd name="T47" fmla="*/ 231 h 1657"/>
                <a:gd name="T48" fmla="*/ 52 w 1359"/>
                <a:gd name="T49" fmla="*/ 248 h 1657"/>
                <a:gd name="T50" fmla="*/ 7 w 1359"/>
                <a:gd name="T51" fmla="*/ 236 h 1657"/>
                <a:gd name="T52" fmla="*/ 26 w 1359"/>
                <a:gd name="T53" fmla="*/ 118 h 1657"/>
                <a:gd name="T54" fmla="*/ 39 w 1359"/>
                <a:gd name="T55" fmla="*/ 45 h 1657"/>
                <a:gd name="T56" fmla="*/ 39 w 1359"/>
                <a:gd name="T57" fmla="*/ 0 h 1657"/>
                <a:gd name="T58" fmla="*/ 803 w 1359"/>
                <a:gd name="T59" fmla="*/ 741 h 1657"/>
                <a:gd name="T60" fmla="*/ 752 w 1359"/>
                <a:gd name="T61" fmla="*/ 733 h 1657"/>
                <a:gd name="T62" fmla="*/ 675 w 1359"/>
                <a:gd name="T63" fmla="*/ 716 h 1657"/>
                <a:gd name="T64" fmla="*/ 590 w 1359"/>
                <a:gd name="T65" fmla="*/ 697 h 1657"/>
                <a:gd name="T66" fmla="*/ 567 w 1359"/>
                <a:gd name="T67" fmla="*/ 697 h 1657"/>
                <a:gd name="T68" fmla="*/ 547 w 1359"/>
                <a:gd name="T69" fmla="*/ 719 h 1657"/>
                <a:gd name="T70" fmla="*/ 564 w 1359"/>
                <a:gd name="T71" fmla="*/ 766 h 1657"/>
                <a:gd name="T72" fmla="*/ 572 w 1359"/>
                <a:gd name="T73" fmla="*/ 785 h 1657"/>
                <a:gd name="T74" fmla="*/ 573 w 1359"/>
                <a:gd name="T75" fmla="*/ 807 h 1657"/>
                <a:gd name="T76" fmla="*/ 572 w 1359"/>
                <a:gd name="T77" fmla="*/ 838 h 1657"/>
                <a:gd name="T78" fmla="*/ 559 w 1359"/>
                <a:gd name="T79" fmla="*/ 868 h 1657"/>
                <a:gd name="T80" fmla="*/ 538 w 1359"/>
                <a:gd name="T81" fmla="*/ 894 h 1657"/>
                <a:gd name="T82" fmla="*/ 510 w 1359"/>
                <a:gd name="T83" fmla="*/ 914 h 1657"/>
                <a:gd name="T84" fmla="*/ 489 w 1359"/>
                <a:gd name="T85" fmla="*/ 924 h 1657"/>
                <a:gd name="T86" fmla="*/ 454 w 1359"/>
                <a:gd name="T87" fmla="*/ 933 h 1657"/>
                <a:gd name="T88" fmla="*/ 419 w 1359"/>
                <a:gd name="T89" fmla="*/ 936 h 1657"/>
                <a:gd name="T90" fmla="*/ 384 w 1359"/>
                <a:gd name="T91" fmla="*/ 932 h 1657"/>
                <a:gd name="T92" fmla="*/ 349 w 1359"/>
                <a:gd name="T93" fmla="*/ 922 h 1657"/>
                <a:gd name="T94" fmla="*/ 318 w 1359"/>
                <a:gd name="T95" fmla="*/ 905 h 1657"/>
                <a:gd name="T96" fmla="*/ 293 w 1359"/>
                <a:gd name="T97" fmla="*/ 879 h 1657"/>
                <a:gd name="T98" fmla="*/ 281 w 1359"/>
                <a:gd name="T99" fmla="*/ 858 h 1657"/>
                <a:gd name="T100" fmla="*/ 269 w 1359"/>
                <a:gd name="T101" fmla="*/ 828 h 1657"/>
                <a:gd name="T102" fmla="*/ 265 w 1359"/>
                <a:gd name="T103" fmla="*/ 810 h 1657"/>
                <a:gd name="T104" fmla="*/ 268 w 1359"/>
                <a:gd name="T105" fmla="*/ 784 h 1657"/>
                <a:gd name="T106" fmla="*/ 280 w 1359"/>
                <a:gd name="T107" fmla="*/ 758 h 1657"/>
                <a:gd name="T108" fmla="*/ 295 w 1359"/>
                <a:gd name="T109" fmla="*/ 729 h 1657"/>
                <a:gd name="T110" fmla="*/ 297 w 1359"/>
                <a:gd name="T111" fmla="*/ 709 h 1657"/>
                <a:gd name="T112" fmla="*/ 269 w 1359"/>
                <a:gd name="T113" fmla="*/ 693 h 1657"/>
                <a:gd name="T114" fmla="*/ 242 w 1359"/>
                <a:gd name="T115" fmla="*/ 695 h 1657"/>
                <a:gd name="T116" fmla="*/ 199 w 1359"/>
                <a:gd name="T117" fmla="*/ 704 h 1657"/>
                <a:gd name="T118" fmla="*/ 122 w 1359"/>
                <a:gd name="T119" fmla="*/ 728 h 1657"/>
                <a:gd name="T120" fmla="*/ 87 w 1359"/>
                <a:gd name="T121" fmla="*/ 736 h 1657"/>
                <a:gd name="T122" fmla="*/ 37 w 1359"/>
                <a:gd name="T123" fmla="*/ 736 h 1657"/>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359"/>
                <a:gd name="T187" fmla="*/ 0 h 1657"/>
                <a:gd name="T188" fmla="*/ 1359 w 1359"/>
                <a:gd name="T189" fmla="*/ 1657 h 1657"/>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359" h="1657">
                  <a:moveTo>
                    <a:pt x="62" y="1302"/>
                  </a:moveTo>
                  <a:lnTo>
                    <a:pt x="62" y="1287"/>
                  </a:lnTo>
                  <a:lnTo>
                    <a:pt x="62" y="1270"/>
                  </a:lnTo>
                  <a:lnTo>
                    <a:pt x="62" y="1240"/>
                  </a:lnTo>
                  <a:lnTo>
                    <a:pt x="57" y="1206"/>
                  </a:lnTo>
                  <a:lnTo>
                    <a:pt x="53" y="1171"/>
                  </a:lnTo>
                  <a:lnTo>
                    <a:pt x="47" y="1141"/>
                  </a:lnTo>
                  <a:lnTo>
                    <a:pt x="40" y="1107"/>
                  </a:lnTo>
                  <a:lnTo>
                    <a:pt x="25" y="1041"/>
                  </a:lnTo>
                  <a:lnTo>
                    <a:pt x="10" y="981"/>
                  </a:lnTo>
                  <a:lnTo>
                    <a:pt x="6" y="953"/>
                  </a:lnTo>
                  <a:lnTo>
                    <a:pt x="2" y="927"/>
                  </a:lnTo>
                  <a:lnTo>
                    <a:pt x="0" y="904"/>
                  </a:lnTo>
                  <a:lnTo>
                    <a:pt x="0" y="884"/>
                  </a:lnTo>
                  <a:lnTo>
                    <a:pt x="4" y="869"/>
                  </a:lnTo>
                  <a:lnTo>
                    <a:pt x="6" y="863"/>
                  </a:lnTo>
                  <a:lnTo>
                    <a:pt x="8" y="856"/>
                  </a:lnTo>
                  <a:lnTo>
                    <a:pt x="44" y="846"/>
                  </a:lnTo>
                  <a:lnTo>
                    <a:pt x="68" y="859"/>
                  </a:lnTo>
                  <a:lnTo>
                    <a:pt x="94" y="869"/>
                  </a:lnTo>
                  <a:lnTo>
                    <a:pt x="117" y="878"/>
                  </a:lnTo>
                  <a:lnTo>
                    <a:pt x="136" y="884"/>
                  </a:lnTo>
                  <a:lnTo>
                    <a:pt x="160" y="891"/>
                  </a:lnTo>
                  <a:lnTo>
                    <a:pt x="179" y="895"/>
                  </a:lnTo>
                  <a:lnTo>
                    <a:pt x="201" y="897"/>
                  </a:lnTo>
                  <a:lnTo>
                    <a:pt x="218" y="897"/>
                  </a:lnTo>
                  <a:lnTo>
                    <a:pt x="237" y="897"/>
                  </a:lnTo>
                  <a:lnTo>
                    <a:pt x="254" y="895"/>
                  </a:lnTo>
                  <a:lnTo>
                    <a:pt x="269" y="893"/>
                  </a:lnTo>
                  <a:lnTo>
                    <a:pt x="286" y="889"/>
                  </a:lnTo>
                  <a:lnTo>
                    <a:pt x="299" y="882"/>
                  </a:lnTo>
                  <a:lnTo>
                    <a:pt x="314" y="876"/>
                  </a:lnTo>
                  <a:lnTo>
                    <a:pt x="327" y="867"/>
                  </a:lnTo>
                  <a:lnTo>
                    <a:pt x="337" y="859"/>
                  </a:lnTo>
                  <a:lnTo>
                    <a:pt x="348" y="850"/>
                  </a:lnTo>
                  <a:lnTo>
                    <a:pt x="359" y="839"/>
                  </a:lnTo>
                  <a:lnTo>
                    <a:pt x="378" y="818"/>
                  </a:lnTo>
                  <a:lnTo>
                    <a:pt x="384" y="805"/>
                  </a:lnTo>
                  <a:lnTo>
                    <a:pt x="391" y="792"/>
                  </a:lnTo>
                  <a:lnTo>
                    <a:pt x="404" y="764"/>
                  </a:lnTo>
                  <a:lnTo>
                    <a:pt x="410" y="732"/>
                  </a:lnTo>
                  <a:lnTo>
                    <a:pt x="412" y="717"/>
                  </a:lnTo>
                  <a:lnTo>
                    <a:pt x="414" y="702"/>
                  </a:lnTo>
                  <a:lnTo>
                    <a:pt x="417" y="685"/>
                  </a:lnTo>
                  <a:lnTo>
                    <a:pt x="417" y="670"/>
                  </a:lnTo>
                  <a:lnTo>
                    <a:pt x="417" y="653"/>
                  </a:lnTo>
                  <a:lnTo>
                    <a:pt x="417" y="636"/>
                  </a:lnTo>
                  <a:lnTo>
                    <a:pt x="414" y="604"/>
                  </a:lnTo>
                  <a:lnTo>
                    <a:pt x="408" y="571"/>
                  </a:lnTo>
                  <a:lnTo>
                    <a:pt x="406" y="556"/>
                  </a:lnTo>
                  <a:lnTo>
                    <a:pt x="399" y="542"/>
                  </a:lnTo>
                  <a:lnTo>
                    <a:pt x="395" y="527"/>
                  </a:lnTo>
                  <a:lnTo>
                    <a:pt x="389" y="512"/>
                  </a:lnTo>
                  <a:lnTo>
                    <a:pt x="382" y="499"/>
                  </a:lnTo>
                  <a:lnTo>
                    <a:pt x="374" y="486"/>
                  </a:lnTo>
                  <a:lnTo>
                    <a:pt x="357" y="462"/>
                  </a:lnTo>
                  <a:lnTo>
                    <a:pt x="348" y="449"/>
                  </a:lnTo>
                  <a:lnTo>
                    <a:pt x="337" y="439"/>
                  </a:lnTo>
                  <a:lnTo>
                    <a:pt x="327" y="430"/>
                  </a:lnTo>
                  <a:lnTo>
                    <a:pt x="316" y="422"/>
                  </a:lnTo>
                  <a:lnTo>
                    <a:pt x="305" y="413"/>
                  </a:lnTo>
                  <a:lnTo>
                    <a:pt x="292" y="407"/>
                  </a:lnTo>
                  <a:lnTo>
                    <a:pt x="280" y="400"/>
                  </a:lnTo>
                  <a:lnTo>
                    <a:pt x="267" y="396"/>
                  </a:lnTo>
                  <a:lnTo>
                    <a:pt x="252" y="394"/>
                  </a:lnTo>
                  <a:lnTo>
                    <a:pt x="237" y="392"/>
                  </a:lnTo>
                  <a:lnTo>
                    <a:pt x="222" y="389"/>
                  </a:lnTo>
                  <a:lnTo>
                    <a:pt x="207" y="392"/>
                  </a:lnTo>
                  <a:lnTo>
                    <a:pt x="190" y="394"/>
                  </a:lnTo>
                  <a:lnTo>
                    <a:pt x="173" y="396"/>
                  </a:lnTo>
                  <a:lnTo>
                    <a:pt x="156" y="402"/>
                  </a:lnTo>
                  <a:lnTo>
                    <a:pt x="139" y="409"/>
                  </a:lnTo>
                  <a:lnTo>
                    <a:pt x="121" y="417"/>
                  </a:lnTo>
                  <a:lnTo>
                    <a:pt x="104" y="428"/>
                  </a:lnTo>
                  <a:lnTo>
                    <a:pt x="85" y="439"/>
                  </a:lnTo>
                  <a:lnTo>
                    <a:pt x="64" y="454"/>
                  </a:lnTo>
                  <a:lnTo>
                    <a:pt x="29" y="445"/>
                  </a:lnTo>
                  <a:lnTo>
                    <a:pt x="12" y="417"/>
                  </a:lnTo>
                  <a:lnTo>
                    <a:pt x="17" y="366"/>
                  </a:lnTo>
                  <a:lnTo>
                    <a:pt x="25" y="312"/>
                  </a:lnTo>
                  <a:lnTo>
                    <a:pt x="44" y="209"/>
                  </a:lnTo>
                  <a:lnTo>
                    <a:pt x="53" y="156"/>
                  </a:lnTo>
                  <a:lnTo>
                    <a:pt x="62" y="107"/>
                  </a:lnTo>
                  <a:lnTo>
                    <a:pt x="64" y="79"/>
                  </a:lnTo>
                  <a:lnTo>
                    <a:pt x="64" y="53"/>
                  </a:lnTo>
                  <a:lnTo>
                    <a:pt x="64" y="27"/>
                  </a:lnTo>
                  <a:lnTo>
                    <a:pt x="64" y="0"/>
                  </a:lnTo>
                  <a:lnTo>
                    <a:pt x="1358" y="0"/>
                  </a:lnTo>
                  <a:lnTo>
                    <a:pt x="1358" y="1311"/>
                  </a:lnTo>
                  <a:lnTo>
                    <a:pt x="1332" y="1311"/>
                  </a:lnTo>
                  <a:lnTo>
                    <a:pt x="1304" y="1308"/>
                  </a:lnTo>
                  <a:lnTo>
                    <a:pt x="1276" y="1304"/>
                  </a:lnTo>
                  <a:lnTo>
                    <a:pt x="1246" y="1298"/>
                  </a:lnTo>
                  <a:lnTo>
                    <a:pt x="1216" y="1291"/>
                  </a:lnTo>
                  <a:lnTo>
                    <a:pt x="1184" y="1283"/>
                  </a:lnTo>
                  <a:lnTo>
                    <a:pt x="1120" y="1266"/>
                  </a:lnTo>
                  <a:lnTo>
                    <a:pt x="1060" y="1251"/>
                  </a:lnTo>
                  <a:lnTo>
                    <a:pt x="1005" y="1238"/>
                  </a:lnTo>
                  <a:lnTo>
                    <a:pt x="979" y="1233"/>
                  </a:lnTo>
                  <a:lnTo>
                    <a:pt x="958" y="1233"/>
                  </a:lnTo>
                  <a:lnTo>
                    <a:pt x="949" y="1233"/>
                  </a:lnTo>
                  <a:lnTo>
                    <a:pt x="940" y="1233"/>
                  </a:lnTo>
                  <a:lnTo>
                    <a:pt x="926" y="1238"/>
                  </a:lnTo>
                  <a:lnTo>
                    <a:pt x="906" y="1259"/>
                  </a:lnTo>
                  <a:lnTo>
                    <a:pt x="908" y="1272"/>
                  </a:lnTo>
                  <a:lnTo>
                    <a:pt x="911" y="1285"/>
                  </a:lnTo>
                  <a:lnTo>
                    <a:pt x="919" y="1308"/>
                  </a:lnTo>
                  <a:lnTo>
                    <a:pt x="936" y="1356"/>
                  </a:lnTo>
                  <a:lnTo>
                    <a:pt x="940" y="1366"/>
                  </a:lnTo>
                  <a:lnTo>
                    <a:pt x="945" y="1377"/>
                  </a:lnTo>
                  <a:lnTo>
                    <a:pt x="949" y="1390"/>
                  </a:lnTo>
                  <a:lnTo>
                    <a:pt x="951" y="1403"/>
                  </a:lnTo>
                  <a:lnTo>
                    <a:pt x="951" y="1416"/>
                  </a:lnTo>
                  <a:lnTo>
                    <a:pt x="951" y="1428"/>
                  </a:lnTo>
                  <a:lnTo>
                    <a:pt x="951" y="1443"/>
                  </a:lnTo>
                  <a:lnTo>
                    <a:pt x="951" y="1461"/>
                  </a:lnTo>
                  <a:lnTo>
                    <a:pt x="949" y="1482"/>
                  </a:lnTo>
                  <a:lnTo>
                    <a:pt x="943" y="1499"/>
                  </a:lnTo>
                  <a:lnTo>
                    <a:pt x="936" y="1516"/>
                  </a:lnTo>
                  <a:lnTo>
                    <a:pt x="928" y="1536"/>
                  </a:lnTo>
                  <a:lnTo>
                    <a:pt x="917" y="1551"/>
                  </a:lnTo>
                  <a:lnTo>
                    <a:pt x="906" y="1566"/>
                  </a:lnTo>
                  <a:lnTo>
                    <a:pt x="893" y="1581"/>
                  </a:lnTo>
                  <a:lnTo>
                    <a:pt x="878" y="1593"/>
                  </a:lnTo>
                  <a:lnTo>
                    <a:pt x="863" y="1606"/>
                  </a:lnTo>
                  <a:lnTo>
                    <a:pt x="846" y="1617"/>
                  </a:lnTo>
                  <a:lnTo>
                    <a:pt x="829" y="1626"/>
                  </a:lnTo>
                  <a:lnTo>
                    <a:pt x="821" y="1630"/>
                  </a:lnTo>
                  <a:lnTo>
                    <a:pt x="812" y="1634"/>
                  </a:lnTo>
                  <a:lnTo>
                    <a:pt x="793" y="1641"/>
                  </a:lnTo>
                  <a:lnTo>
                    <a:pt x="774" y="1647"/>
                  </a:lnTo>
                  <a:lnTo>
                    <a:pt x="754" y="1651"/>
                  </a:lnTo>
                  <a:lnTo>
                    <a:pt x="733" y="1653"/>
                  </a:lnTo>
                  <a:lnTo>
                    <a:pt x="714" y="1656"/>
                  </a:lnTo>
                  <a:lnTo>
                    <a:pt x="695" y="1656"/>
                  </a:lnTo>
                  <a:lnTo>
                    <a:pt x="675" y="1656"/>
                  </a:lnTo>
                  <a:lnTo>
                    <a:pt x="656" y="1653"/>
                  </a:lnTo>
                  <a:lnTo>
                    <a:pt x="637" y="1649"/>
                  </a:lnTo>
                  <a:lnTo>
                    <a:pt x="615" y="1645"/>
                  </a:lnTo>
                  <a:lnTo>
                    <a:pt x="598" y="1638"/>
                  </a:lnTo>
                  <a:lnTo>
                    <a:pt x="579" y="1630"/>
                  </a:lnTo>
                  <a:lnTo>
                    <a:pt x="562" y="1621"/>
                  </a:lnTo>
                  <a:lnTo>
                    <a:pt x="545" y="1611"/>
                  </a:lnTo>
                  <a:lnTo>
                    <a:pt x="528" y="1600"/>
                  </a:lnTo>
                  <a:lnTo>
                    <a:pt x="513" y="1585"/>
                  </a:lnTo>
                  <a:lnTo>
                    <a:pt x="500" y="1572"/>
                  </a:lnTo>
                  <a:lnTo>
                    <a:pt x="487" y="1555"/>
                  </a:lnTo>
                  <a:lnTo>
                    <a:pt x="474" y="1538"/>
                  </a:lnTo>
                  <a:lnTo>
                    <a:pt x="470" y="1527"/>
                  </a:lnTo>
                  <a:lnTo>
                    <a:pt x="466" y="1518"/>
                  </a:lnTo>
                  <a:lnTo>
                    <a:pt x="453" y="1488"/>
                  </a:lnTo>
                  <a:lnTo>
                    <a:pt x="449" y="1478"/>
                  </a:lnTo>
                  <a:lnTo>
                    <a:pt x="446" y="1465"/>
                  </a:lnTo>
                  <a:lnTo>
                    <a:pt x="444" y="1454"/>
                  </a:lnTo>
                  <a:lnTo>
                    <a:pt x="442" y="1443"/>
                  </a:lnTo>
                  <a:lnTo>
                    <a:pt x="440" y="1433"/>
                  </a:lnTo>
                  <a:lnTo>
                    <a:pt x="440" y="1422"/>
                  </a:lnTo>
                  <a:lnTo>
                    <a:pt x="442" y="1403"/>
                  </a:lnTo>
                  <a:lnTo>
                    <a:pt x="444" y="1386"/>
                  </a:lnTo>
                  <a:lnTo>
                    <a:pt x="451" y="1368"/>
                  </a:lnTo>
                  <a:lnTo>
                    <a:pt x="457" y="1353"/>
                  </a:lnTo>
                  <a:lnTo>
                    <a:pt x="464" y="1341"/>
                  </a:lnTo>
                  <a:lnTo>
                    <a:pt x="470" y="1328"/>
                  </a:lnTo>
                  <a:lnTo>
                    <a:pt x="485" y="1304"/>
                  </a:lnTo>
                  <a:lnTo>
                    <a:pt x="489" y="1291"/>
                  </a:lnTo>
                  <a:lnTo>
                    <a:pt x="494" y="1278"/>
                  </a:lnTo>
                  <a:lnTo>
                    <a:pt x="496" y="1268"/>
                  </a:lnTo>
                  <a:lnTo>
                    <a:pt x="494" y="1253"/>
                  </a:lnTo>
                  <a:lnTo>
                    <a:pt x="470" y="1231"/>
                  </a:lnTo>
                  <a:lnTo>
                    <a:pt x="459" y="1229"/>
                  </a:lnTo>
                  <a:lnTo>
                    <a:pt x="446" y="1227"/>
                  </a:lnTo>
                  <a:lnTo>
                    <a:pt x="436" y="1227"/>
                  </a:lnTo>
                  <a:lnTo>
                    <a:pt x="423" y="1227"/>
                  </a:lnTo>
                  <a:lnTo>
                    <a:pt x="402" y="1229"/>
                  </a:lnTo>
                  <a:lnTo>
                    <a:pt x="378" y="1233"/>
                  </a:lnTo>
                  <a:lnTo>
                    <a:pt x="352" y="1240"/>
                  </a:lnTo>
                  <a:lnTo>
                    <a:pt x="329" y="1246"/>
                  </a:lnTo>
                  <a:lnTo>
                    <a:pt x="278" y="1263"/>
                  </a:lnTo>
                  <a:lnTo>
                    <a:pt x="226" y="1283"/>
                  </a:lnTo>
                  <a:lnTo>
                    <a:pt x="201" y="1289"/>
                  </a:lnTo>
                  <a:lnTo>
                    <a:pt x="173" y="1298"/>
                  </a:lnTo>
                  <a:lnTo>
                    <a:pt x="160" y="1300"/>
                  </a:lnTo>
                  <a:lnTo>
                    <a:pt x="145" y="1302"/>
                  </a:lnTo>
                  <a:lnTo>
                    <a:pt x="119" y="1304"/>
                  </a:lnTo>
                  <a:lnTo>
                    <a:pt x="91" y="1304"/>
                  </a:lnTo>
                  <a:lnTo>
                    <a:pt x="62" y="1302"/>
                  </a:lnTo>
                </a:path>
              </a:pathLst>
            </a:custGeom>
            <a:grpFill/>
            <a:ln w="19050" cap="rnd" cmpd="sng">
              <a:solidFill>
                <a:schemeClr val="bg1"/>
              </a:solidFill>
              <a:round/>
            </a:ln>
          </p:spPr>
          <p:txBody>
            <a:bodyPr/>
            <a:lstStyle/>
            <a:p>
              <a:endParaRPr lang="en-GB" sz="1815"/>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4294967295"/>
          </p:nvPr>
        </p:nvSpPr>
        <p:spPr>
          <a:xfrm>
            <a:off x="646545" y="5849718"/>
            <a:ext cx="5541818" cy="672381"/>
          </a:xfrm>
        </p:spPr>
        <p:txBody>
          <a:bodyPr/>
          <a:lstStyle/>
          <a:p>
            <a:endParaRPr lang="en-US"/>
          </a:p>
        </p:txBody>
      </p:sp>
      <p:sp>
        <p:nvSpPr>
          <p:cNvPr id="3" name="Title 2"/>
          <p:cNvSpPr>
            <a:spLocks noGrp="1"/>
          </p:cNvSpPr>
          <p:nvPr>
            <p:ph type="title"/>
          </p:nvPr>
        </p:nvSpPr>
        <p:spPr>
          <a:xfrm>
            <a:off x="1760739" y="372518"/>
            <a:ext cx="8670523" cy="806858"/>
          </a:xfrm>
        </p:spPr>
        <p:txBody>
          <a:bodyPr/>
          <a:lstStyle/>
          <a:p>
            <a:r>
              <a:rPr lang="en-US" dirty="0" smtClean="0"/>
              <a:t>Puzzle</a:t>
            </a:r>
            <a:endParaRPr lang="en-US" dirty="0"/>
          </a:p>
        </p:txBody>
      </p:sp>
      <p:sp>
        <p:nvSpPr>
          <p:cNvPr id="5" name="AutoShape 4"/>
          <p:cNvSpPr>
            <a:spLocks noChangeAspect="1" noChangeArrowheads="1" noTextEdit="1"/>
          </p:cNvSpPr>
          <p:nvPr/>
        </p:nvSpPr>
        <p:spPr bwMode="auto">
          <a:xfrm>
            <a:off x="2309654" y="1717402"/>
            <a:ext cx="7837816" cy="4495989"/>
          </a:xfrm>
          <a:prstGeom prst="rect">
            <a:avLst/>
          </a:prstGeom>
          <a:noFill/>
          <a:ln w="9525">
            <a:noFill/>
            <a:miter lim="800000"/>
          </a:ln>
        </p:spPr>
        <p:txBody>
          <a:bodyPr vert="horz" wrap="square" lIns="91443" tIns="45721" rIns="91443" bIns="45721" numCol="1" anchor="t" anchorCtr="0" compatLnSpc="1"/>
          <a:lstStyle/>
          <a:p>
            <a:endParaRPr lang="en-US"/>
          </a:p>
        </p:txBody>
      </p:sp>
      <p:sp>
        <p:nvSpPr>
          <p:cNvPr id="6" name="Freeform 6"/>
          <p:cNvSpPr/>
          <p:nvPr/>
        </p:nvSpPr>
        <p:spPr bwMode="auto">
          <a:xfrm>
            <a:off x="3981361" y="1723753"/>
            <a:ext cx="4494401" cy="1771724"/>
          </a:xfrm>
          <a:custGeom>
            <a:avLst/>
            <a:gdLst/>
            <a:ahLst/>
            <a:cxnLst>
              <a:cxn ang="0">
                <a:pos x="10903" y="1486"/>
              </a:cxn>
              <a:cxn ang="0">
                <a:pos x="10778" y="1722"/>
              </a:cxn>
              <a:cxn ang="0">
                <a:pos x="10676" y="1763"/>
              </a:cxn>
              <a:cxn ang="0">
                <a:pos x="10596" y="1632"/>
              </a:cxn>
              <a:cxn ang="0">
                <a:pos x="730" y="1567"/>
              </a:cxn>
              <a:cxn ang="0">
                <a:pos x="709" y="1684"/>
              </a:cxn>
              <a:cxn ang="0">
                <a:pos x="611" y="1773"/>
              </a:cxn>
              <a:cxn ang="0">
                <a:pos x="500" y="1651"/>
              </a:cxn>
              <a:cxn ang="0">
                <a:pos x="372" y="1437"/>
              </a:cxn>
              <a:cxn ang="0">
                <a:pos x="211" y="1407"/>
              </a:cxn>
              <a:cxn ang="0">
                <a:pos x="96" y="1505"/>
              </a:cxn>
              <a:cxn ang="0">
                <a:pos x="21" y="1684"/>
              </a:cxn>
              <a:cxn ang="0">
                <a:pos x="1" y="1915"/>
              </a:cxn>
              <a:cxn ang="0">
                <a:pos x="45" y="2128"/>
              </a:cxn>
              <a:cxn ang="0">
                <a:pos x="138" y="2279"/>
              </a:cxn>
              <a:cxn ang="0">
                <a:pos x="265" y="2336"/>
              </a:cxn>
              <a:cxn ang="0">
                <a:pos x="432" y="2230"/>
              </a:cxn>
              <a:cxn ang="0">
                <a:pos x="553" y="1999"/>
              </a:cxn>
              <a:cxn ang="0">
                <a:pos x="656" y="1974"/>
              </a:cxn>
              <a:cxn ang="0">
                <a:pos x="728" y="2119"/>
              </a:cxn>
              <a:cxn ang="0">
                <a:pos x="2966" y="3740"/>
              </a:cxn>
              <a:cxn ang="0">
                <a:pos x="3093" y="3819"/>
              </a:cxn>
              <a:cxn ang="0">
                <a:pos x="3052" y="3921"/>
              </a:cxn>
              <a:cxn ang="0">
                <a:pos x="2814" y="4045"/>
              </a:cxn>
              <a:cxn ang="0">
                <a:pos x="2727" y="4213"/>
              </a:cxn>
              <a:cxn ang="0">
                <a:pos x="2794" y="4336"/>
              </a:cxn>
              <a:cxn ang="0">
                <a:pos x="2952" y="4426"/>
              </a:cxn>
              <a:cxn ang="0">
                <a:pos x="3172" y="4463"/>
              </a:cxn>
              <a:cxn ang="0">
                <a:pos x="3399" y="4438"/>
              </a:cxn>
              <a:cxn ang="0">
                <a:pos x="3572" y="4358"/>
              </a:cxn>
              <a:cxn ang="0">
                <a:pos x="3659" y="4240"/>
              </a:cxn>
              <a:cxn ang="0">
                <a:pos x="3611" y="4076"/>
              </a:cxn>
              <a:cxn ang="0">
                <a:pos x="3394" y="3955"/>
              </a:cxn>
              <a:cxn ang="0">
                <a:pos x="3289" y="3842"/>
              </a:cxn>
              <a:cxn ang="0">
                <a:pos x="3389" y="3750"/>
              </a:cxn>
              <a:cxn ang="0">
                <a:pos x="7915" y="3745"/>
              </a:cxn>
              <a:cxn ang="0">
                <a:pos x="8030" y="3830"/>
              </a:cxn>
              <a:cxn ang="0">
                <a:pos x="7971" y="3928"/>
              </a:cxn>
              <a:cxn ang="0">
                <a:pos x="7726" y="4061"/>
              </a:cxn>
              <a:cxn ang="0">
                <a:pos x="7658" y="4226"/>
              </a:cxn>
              <a:cxn ang="0">
                <a:pos x="7736" y="4347"/>
              </a:cxn>
              <a:cxn ang="0">
                <a:pos x="7901" y="4432"/>
              </a:cxn>
              <a:cxn ang="0">
                <a:pos x="8125" y="4464"/>
              </a:cxn>
              <a:cxn ang="0">
                <a:pos x="8349" y="4432"/>
              </a:cxn>
              <a:cxn ang="0">
                <a:pos x="8515" y="4347"/>
              </a:cxn>
              <a:cxn ang="0">
                <a:pos x="8593" y="4226"/>
              </a:cxn>
              <a:cxn ang="0">
                <a:pos x="8525" y="4060"/>
              </a:cxn>
              <a:cxn ang="0">
                <a:pos x="8280" y="3929"/>
              </a:cxn>
              <a:cxn ang="0">
                <a:pos x="8224" y="3830"/>
              </a:cxn>
              <a:cxn ang="0">
                <a:pos x="8338" y="3745"/>
              </a:cxn>
              <a:cxn ang="0">
                <a:pos x="10591" y="2138"/>
              </a:cxn>
              <a:cxn ang="0">
                <a:pos x="10654" y="1983"/>
              </a:cxn>
              <a:cxn ang="0">
                <a:pos x="10759" y="1988"/>
              </a:cxn>
              <a:cxn ang="0">
                <a:pos x="10876" y="2209"/>
              </a:cxn>
              <a:cxn ang="0">
                <a:pos x="11038" y="2335"/>
              </a:cxn>
              <a:cxn ang="0">
                <a:pos x="11171" y="2290"/>
              </a:cxn>
              <a:cxn ang="0">
                <a:pos x="11268" y="2147"/>
              </a:cxn>
              <a:cxn ang="0">
                <a:pos x="11318" y="1938"/>
              </a:cxn>
              <a:cxn ang="0">
                <a:pos x="11305" y="1705"/>
              </a:cxn>
              <a:cxn ang="0">
                <a:pos x="11234" y="1520"/>
              </a:cxn>
              <a:cxn ang="0">
                <a:pos x="11123" y="1413"/>
              </a:cxn>
            </a:cxnLst>
            <a:rect l="0" t="0" r="r" b="b"/>
            <a:pathLst>
              <a:path w="11322" h="4464">
                <a:moveTo>
                  <a:pt x="11056" y="1398"/>
                </a:moveTo>
                <a:lnTo>
                  <a:pt x="11038" y="1399"/>
                </a:lnTo>
                <a:lnTo>
                  <a:pt x="11019" y="1403"/>
                </a:lnTo>
                <a:lnTo>
                  <a:pt x="11001" y="1408"/>
                </a:lnTo>
                <a:lnTo>
                  <a:pt x="10983" y="1416"/>
                </a:lnTo>
                <a:lnTo>
                  <a:pt x="10966" y="1426"/>
                </a:lnTo>
                <a:lnTo>
                  <a:pt x="10949" y="1437"/>
                </a:lnTo>
                <a:lnTo>
                  <a:pt x="10933" y="1452"/>
                </a:lnTo>
                <a:lnTo>
                  <a:pt x="10918" y="1467"/>
                </a:lnTo>
                <a:lnTo>
                  <a:pt x="10903" y="1486"/>
                </a:lnTo>
                <a:lnTo>
                  <a:pt x="10888" y="1504"/>
                </a:lnTo>
                <a:lnTo>
                  <a:pt x="10875" y="1525"/>
                </a:lnTo>
                <a:lnTo>
                  <a:pt x="10862" y="1547"/>
                </a:lnTo>
                <a:lnTo>
                  <a:pt x="10851" y="1571"/>
                </a:lnTo>
                <a:lnTo>
                  <a:pt x="10840" y="1597"/>
                </a:lnTo>
                <a:lnTo>
                  <a:pt x="10830" y="1623"/>
                </a:lnTo>
                <a:lnTo>
                  <a:pt x="10822" y="1651"/>
                </a:lnTo>
                <a:lnTo>
                  <a:pt x="10812" y="1669"/>
                </a:lnTo>
                <a:lnTo>
                  <a:pt x="10786" y="1711"/>
                </a:lnTo>
                <a:lnTo>
                  <a:pt x="10778" y="1722"/>
                </a:lnTo>
                <a:lnTo>
                  <a:pt x="10770" y="1734"/>
                </a:lnTo>
                <a:lnTo>
                  <a:pt x="10760" y="1745"/>
                </a:lnTo>
                <a:lnTo>
                  <a:pt x="10751" y="1753"/>
                </a:lnTo>
                <a:lnTo>
                  <a:pt x="10741" y="1762"/>
                </a:lnTo>
                <a:lnTo>
                  <a:pt x="10732" y="1767"/>
                </a:lnTo>
                <a:lnTo>
                  <a:pt x="10720" y="1772"/>
                </a:lnTo>
                <a:lnTo>
                  <a:pt x="10711" y="1773"/>
                </a:lnTo>
                <a:lnTo>
                  <a:pt x="10698" y="1772"/>
                </a:lnTo>
                <a:lnTo>
                  <a:pt x="10687" y="1768"/>
                </a:lnTo>
                <a:lnTo>
                  <a:pt x="10676" y="1763"/>
                </a:lnTo>
                <a:lnTo>
                  <a:pt x="10665" y="1757"/>
                </a:lnTo>
                <a:lnTo>
                  <a:pt x="10654" y="1748"/>
                </a:lnTo>
                <a:lnTo>
                  <a:pt x="10644" y="1738"/>
                </a:lnTo>
                <a:lnTo>
                  <a:pt x="10635" y="1727"/>
                </a:lnTo>
                <a:lnTo>
                  <a:pt x="10627" y="1714"/>
                </a:lnTo>
                <a:lnTo>
                  <a:pt x="10618" y="1700"/>
                </a:lnTo>
                <a:lnTo>
                  <a:pt x="10612" y="1684"/>
                </a:lnTo>
                <a:lnTo>
                  <a:pt x="10606" y="1668"/>
                </a:lnTo>
                <a:lnTo>
                  <a:pt x="10601" y="1651"/>
                </a:lnTo>
                <a:lnTo>
                  <a:pt x="10596" y="1632"/>
                </a:lnTo>
                <a:lnTo>
                  <a:pt x="10593" y="1613"/>
                </a:lnTo>
                <a:lnTo>
                  <a:pt x="10591" y="1593"/>
                </a:lnTo>
                <a:lnTo>
                  <a:pt x="10591" y="1573"/>
                </a:lnTo>
                <a:lnTo>
                  <a:pt x="10591" y="1568"/>
                </a:lnTo>
                <a:lnTo>
                  <a:pt x="10591" y="1567"/>
                </a:lnTo>
                <a:lnTo>
                  <a:pt x="10591" y="1567"/>
                </a:lnTo>
                <a:lnTo>
                  <a:pt x="10591" y="1567"/>
                </a:lnTo>
                <a:lnTo>
                  <a:pt x="10591" y="0"/>
                </a:lnTo>
                <a:lnTo>
                  <a:pt x="730" y="0"/>
                </a:lnTo>
                <a:lnTo>
                  <a:pt x="730" y="1567"/>
                </a:lnTo>
                <a:lnTo>
                  <a:pt x="730" y="1567"/>
                </a:lnTo>
                <a:lnTo>
                  <a:pt x="730" y="1567"/>
                </a:lnTo>
                <a:lnTo>
                  <a:pt x="730" y="1568"/>
                </a:lnTo>
                <a:lnTo>
                  <a:pt x="730" y="1573"/>
                </a:lnTo>
                <a:lnTo>
                  <a:pt x="730" y="1593"/>
                </a:lnTo>
                <a:lnTo>
                  <a:pt x="728" y="1613"/>
                </a:lnTo>
                <a:lnTo>
                  <a:pt x="725" y="1632"/>
                </a:lnTo>
                <a:lnTo>
                  <a:pt x="721" y="1651"/>
                </a:lnTo>
                <a:lnTo>
                  <a:pt x="716" y="1668"/>
                </a:lnTo>
                <a:lnTo>
                  <a:pt x="709" y="1684"/>
                </a:lnTo>
                <a:lnTo>
                  <a:pt x="702" y="1700"/>
                </a:lnTo>
                <a:lnTo>
                  <a:pt x="695" y="1714"/>
                </a:lnTo>
                <a:lnTo>
                  <a:pt x="686" y="1727"/>
                </a:lnTo>
                <a:lnTo>
                  <a:pt x="677" y="1738"/>
                </a:lnTo>
                <a:lnTo>
                  <a:pt x="667" y="1748"/>
                </a:lnTo>
                <a:lnTo>
                  <a:pt x="656" y="1757"/>
                </a:lnTo>
                <a:lnTo>
                  <a:pt x="645" y="1763"/>
                </a:lnTo>
                <a:lnTo>
                  <a:pt x="634" y="1768"/>
                </a:lnTo>
                <a:lnTo>
                  <a:pt x="622" y="1772"/>
                </a:lnTo>
                <a:lnTo>
                  <a:pt x="611" y="1773"/>
                </a:lnTo>
                <a:lnTo>
                  <a:pt x="600" y="1772"/>
                </a:lnTo>
                <a:lnTo>
                  <a:pt x="590" y="1767"/>
                </a:lnTo>
                <a:lnTo>
                  <a:pt x="580" y="1762"/>
                </a:lnTo>
                <a:lnTo>
                  <a:pt x="570" y="1753"/>
                </a:lnTo>
                <a:lnTo>
                  <a:pt x="561" y="1745"/>
                </a:lnTo>
                <a:lnTo>
                  <a:pt x="551" y="1734"/>
                </a:lnTo>
                <a:lnTo>
                  <a:pt x="543" y="1722"/>
                </a:lnTo>
                <a:lnTo>
                  <a:pt x="535" y="1711"/>
                </a:lnTo>
                <a:lnTo>
                  <a:pt x="509" y="1669"/>
                </a:lnTo>
                <a:lnTo>
                  <a:pt x="500" y="1651"/>
                </a:lnTo>
                <a:lnTo>
                  <a:pt x="491" y="1623"/>
                </a:lnTo>
                <a:lnTo>
                  <a:pt x="481" y="1597"/>
                </a:lnTo>
                <a:lnTo>
                  <a:pt x="470" y="1571"/>
                </a:lnTo>
                <a:lnTo>
                  <a:pt x="459" y="1547"/>
                </a:lnTo>
                <a:lnTo>
                  <a:pt x="447" y="1525"/>
                </a:lnTo>
                <a:lnTo>
                  <a:pt x="433" y="1504"/>
                </a:lnTo>
                <a:lnTo>
                  <a:pt x="418" y="1486"/>
                </a:lnTo>
                <a:lnTo>
                  <a:pt x="403" y="1467"/>
                </a:lnTo>
                <a:lnTo>
                  <a:pt x="389" y="1452"/>
                </a:lnTo>
                <a:lnTo>
                  <a:pt x="372" y="1437"/>
                </a:lnTo>
                <a:lnTo>
                  <a:pt x="355" y="1426"/>
                </a:lnTo>
                <a:lnTo>
                  <a:pt x="338" y="1416"/>
                </a:lnTo>
                <a:lnTo>
                  <a:pt x="321" y="1408"/>
                </a:lnTo>
                <a:lnTo>
                  <a:pt x="302" y="1403"/>
                </a:lnTo>
                <a:lnTo>
                  <a:pt x="284" y="1399"/>
                </a:lnTo>
                <a:lnTo>
                  <a:pt x="265" y="1398"/>
                </a:lnTo>
                <a:lnTo>
                  <a:pt x="252" y="1398"/>
                </a:lnTo>
                <a:lnTo>
                  <a:pt x="238" y="1400"/>
                </a:lnTo>
                <a:lnTo>
                  <a:pt x="224" y="1403"/>
                </a:lnTo>
                <a:lnTo>
                  <a:pt x="211" y="1407"/>
                </a:lnTo>
                <a:lnTo>
                  <a:pt x="198" y="1413"/>
                </a:lnTo>
                <a:lnTo>
                  <a:pt x="186" y="1419"/>
                </a:lnTo>
                <a:lnTo>
                  <a:pt x="174" y="1426"/>
                </a:lnTo>
                <a:lnTo>
                  <a:pt x="161" y="1435"/>
                </a:lnTo>
                <a:lnTo>
                  <a:pt x="150" y="1444"/>
                </a:lnTo>
                <a:lnTo>
                  <a:pt x="138" y="1455"/>
                </a:lnTo>
                <a:lnTo>
                  <a:pt x="127" y="1466"/>
                </a:lnTo>
                <a:lnTo>
                  <a:pt x="117" y="1478"/>
                </a:lnTo>
                <a:lnTo>
                  <a:pt x="106" y="1490"/>
                </a:lnTo>
                <a:lnTo>
                  <a:pt x="96" y="1505"/>
                </a:lnTo>
                <a:lnTo>
                  <a:pt x="86" y="1520"/>
                </a:lnTo>
                <a:lnTo>
                  <a:pt x="77" y="1535"/>
                </a:lnTo>
                <a:lnTo>
                  <a:pt x="69" y="1551"/>
                </a:lnTo>
                <a:lnTo>
                  <a:pt x="60" y="1568"/>
                </a:lnTo>
                <a:lnTo>
                  <a:pt x="53" y="1585"/>
                </a:lnTo>
                <a:lnTo>
                  <a:pt x="45" y="1604"/>
                </a:lnTo>
                <a:lnTo>
                  <a:pt x="38" y="1624"/>
                </a:lnTo>
                <a:lnTo>
                  <a:pt x="32" y="1643"/>
                </a:lnTo>
                <a:lnTo>
                  <a:pt x="26" y="1663"/>
                </a:lnTo>
                <a:lnTo>
                  <a:pt x="21" y="1684"/>
                </a:lnTo>
                <a:lnTo>
                  <a:pt x="16" y="1705"/>
                </a:lnTo>
                <a:lnTo>
                  <a:pt x="12" y="1727"/>
                </a:lnTo>
                <a:lnTo>
                  <a:pt x="8" y="1750"/>
                </a:lnTo>
                <a:lnTo>
                  <a:pt x="6" y="1772"/>
                </a:lnTo>
                <a:lnTo>
                  <a:pt x="3" y="1795"/>
                </a:lnTo>
                <a:lnTo>
                  <a:pt x="1" y="1819"/>
                </a:lnTo>
                <a:lnTo>
                  <a:pt x="0" y="1842"/>
                </a:lnTo>
                <a:lnTo>
                  <a:pt x="0" y="1867"/>
                </a:lnTo>
                <a:lnTo>
                  <a:pt x="0" y="1890"/>
                </a:lnTo>
                <a:lnTo>
                  <a:pt x="1" y="1915"/>
                </a:lnTo>
                <a:lnTo>
                  <a:pt x="3" y="1938"/>
                </a:lnTo>
                <a:lnTo>
                  <a:pt x="6" y="1962"/>
                </a:lnTo>
                <a:lnTo>
                  <a:pt x="8" y="1984"/>
                </a:lnTo>
                <a:lnTo>
                  <a:pt x="12" y="2006"/>
                </a:lnTo>
                <a:lnTo>
                  <a:pt x="16" y="2028"/>
                </a:lnTo>
                <a:lnTo>
                  <a:pt x="21" y="2049"/>
                </a:lnTo>
                <a:lnTo>
                  <a:pt x="26" y="2070"/>
                </a:lnTo>
                <a:lnTo>
                  <a:pt x="32" y="2090"/>
                </a:lnTo>
                <a:lnTo>
                  <a:pt x="38" y="2110"/>
                </a:lnTo>
                <a:lnTo>
                  <a:pt x="45" y="2128"/>
                </a:lnTo>
                <a:lnTo>
                  <a:pt x="53" y="2147"/>
                </a:lnTo>
                <a:lnTo>
                  <a:pt x="60" y="2165"/>
                </a:lnTo>
                <a:lnTo>
                  <a:pt x="69" y="2181"/>
                </a:lnTo>
                <a:lnTo>
                  <a:pt x="77" y="2199"/>
                </a:lnTo>
                <a:lnTo>
                  <a:pt x="86" y="2214"/>
                </a:lnTo>
                <a:lnTo>
                  <a:pt x="96" y="2228"/>
                </a:lnTo>
                <a:lnTo>
                  <a:pt x="106" y="2243"/>
                </a:lnTo>
                <a:lnTo>
                  <a:pt x="117" y="2256"/>
                </a:lnTo>
                <a:lnTo>
                  <a:pt x="127" y="2268"/>
                </a:lnTo>
                <a:lnTo>
                  <a:pt x="138" y="2279"/>
                </a:lnTo>
                <a:lnTo>
                  <a:pt x="150" y="2290"/>
                </a:lnTo>
                <a:lnTo>
                  <a:pt x="161" y="2299"/>
                </a:lnTo>
                <a:lnTo>
                  <a:pt x="174" y="2307"/>
                </a:lnTo>
                <a:lnTo>
                  <a:pt x="186" y="2315"/>
                </a:lnTo>
                <a:lnTo>
                  <a:pt x="198" y="2321"/>
                </a:lnTo>
                <a:lnTo>
                  <a:pt x="211" y="2326"/>
                </a:lnTo>
                <a:lnTo>
                  <a:pt x="224" y="2331"/>
                </a:lnTo>
                <a:lnTo>
                  <a:pt x="238" y="2333"/>
                </a:lnTo>
                <a:lnTo>
                  <a:pt x="252" y="2336"/>
                </a:lnTo>
                <a:lnTo>
                  <a:pt x="265" y="2336"/>
                </a:lnTo>
                <a:lnTo>
                  <a:pt x="284" y="2335"/>
                </a:lnTo>
                <a:lnTo>
                  <a:pt x="302" y="2331"/>
                </a:lnTo>
                <a:lnTo>
                  <a:pt x="321" y="2326"/>
                </a:lnTo>
                <a:lnTo>
                  <a:pt x="338" y="2317"/>
                </a:lnTo>
                <a:lnTo>
                  <a:pt x="355" y="2307"/>
                </a:lnTo>
                <a:lnTo>
                  <a:pt x="371" y="2296"/>
                </a:lnTo>
                <a:lnTo>
                  <a:pt x="389" y="2281"/>
                </a:lnTo>
                <a:lnTo>
                  <a:pt x="403" y="2267"/>
                </a:lnTo>
                <a:lnTo>
                  <a:pt x="418" y="2249"/>
                </a:lnTo>
                <a:lnTo>
                  <a:pt x="432" y="2230"/>
                </a:lnTo>
                <a:lnTo>
                  <a:pt x="445" y="2209"/>
                </a:lnTo>
                <a:lnTo>
                  <a:pt x="458" y="2186"/>
                </a:lnTo>
                <a:lnTo>
                  <a:pt x="470" y="2163"/>
                </a:lnTo>
                <a:lnTo>
                  <a:pt x="480" y="2138"/>
                </a:lnTo>
                <a:lnTo>
                  <a:pt x="490" y="2112"/>
                </a:lnTo>
                <a:lnTo>
                  <a:pt x="500" y="2084"/>
                </a:lnTo>
                <a:lnTo>
                  <a:pt x="509" y="2064"/>
                </a:lnTo>
                <a:lnTo>
                  <a:pt x="535" y="2021"/>
                </a:lnTo>
                <a:lnTo>
                  <a:pt x="544" y="2010"/>
                </a:lnTo>
                <a:lnTo>
                  <a:pt x="553" y="1999"/>
                </a:lnTo>
                <a:lnTo>
                  <a:pt x="563" y="1988"/>
                </a:lnTo>
                <a:lnTo>
                  <a:pt x="572" y="1978"/>
                </a:lnTo>
                <a:lnTo>
                  <a:pt x="581" y="1970"/>
                </a:lnTo>
                <a:lnTo>
                  <a:pt x="591" y="1964"/>
                </a:lnTo>
                <a:lnTo>
                  <a:pt x="601" y="1961"/>
                </a:lnTo>
                <a:lnTo>
                  <a:pt x="611" y="1958"/>
                </a:lnTo>
                <a:lnTo>
                  <a:pt x="622" y="1959"/>
                </a:lnTo>
                <a:lnTo>
                  <a:pt x="634" y="1963"/>
                </a:lnTo>
                <a:lnTo>
                  <a:pt x="645" y="1968"/>
                </a:lnTo>
                <a:lnTo>
                  <a:pt x="656" y="1974"/>
                </a:lnTo>
                <a:lnTo>
                  <a:pt x="667" y="1983"/>
                </a:lnTo>
                <a:lnTo>
                  <a:pt x="677" y="1993"/>
                </a:lnTo>
                <a:lnTo>
                  <a:pt x="686" y="2004"/>
                </a:lnTo>
                <a:lnTo>
                  <a:pt x="695" y="2017"/>
                </a:lnTo>
                <a:lnTo>
                  <a:pt x="702" y="2031"/>
                </a:lnTo>
                <a:lnTo>
                  <a:pt x="709" y="2047"/>
                </a:lnTo>
                <a:lnTo>
                  <a:pt x="716" y="2063"/>
                </a:lnTo>
                <a:lnTo>
                  <a:pt x="721" y="2080"/>
                </a:lnTo>
                <a:lnTo>
                  <a:pt x="725" y="2099"/>
                </a:lnTo>
                <a:lnTo>
                  <a:pt x="728" y="2119"/>
                </a:lnTo>
                <a:lnTo>
                  <a:pt x="730" y="2138"/>
                </a:lnTo>
                <a:lnTo>
                  <a:pt x="730" y="2159"/>
                </a:lnTo>
                <a:lnTo>
                  <a:pt x="730" y="2163"/>
                </a:lnTo>
                <a:lnTo>
                  <a:pt x="730" y="2164"/>
                </a:lnTo>
                <a:lnTo>
                  <a:pt x="730" y="2164"/>
                </a:lnTo>
                <a:lnTo>
                  <a:pt x="730" y="3734"/>
                </a:lnTo>
                <a:lnTo>
                  <a:pt x="2908" y="3734"/>
                </a:lnTo>
                <a:lnTo>
                  <a:pt x="2927" y="3735"/>
                </a:lnTo>
                <a:lnTo>
                  <a:pt x="2947" y="3738"/>
                </a:lnTo>
                <a:lnTo>
                  <a:pt x="2966" y="3740"/>
                </a:lnTo>
                <a:lnTo>
                  <a:pt x="2983" y="3745"/>
                </a:lnTo>
                <a:lnTo>
                  <a:pt x="3000" y="3750"/>
                </a:lnTo>
                <a:lnTo>
                  <a:pt x="3016" y="3756"/>
                </a:lnTo>
                <a:lnTo>
                  <a:pt x="3031" y="3762"/>
                </a:lnTo>
                <a:lnTo>
                  <a:pt x="3045" y="3771"/>
                </a:lnTo>
                <a:lnTo>
                  <a:pt x="3057" y="3780"/>
                </a:lnTo>
                <a:lnTo>
                  <a:pt x="3068" y="3788"/>
                </a:lnTo>
                <a:lnTo>
                  <a:pt x="3078" y="3798"/>
                </a:lnTo>
                <a:lnTo>
                  <a:pt x="3087" y="3808"/>
                </a:lnTo>
                <a:lnTo>
                  <a:pt x="3093" y="3819"/>
                </a:lnTo>
                <a:lnTo>
                  <a:pt x="3098" y="3830"/>
                </a:lnTo>
                <a:lnTo>
                  <a:pt x="3100" y="3842"/>
                </a:lnTo>
                <a:lnTo>
                  <a:pt x="3101" y="3854"/>
                </a:lnTo>
                <a:lnTo>
                  <a:pt x="3100" y="3863"/>
                </a:lnTo>
                <a:lnTo>
                  <a:pt x="3096" y="3875"/>
                </a:lnTo>
                <a:lnTo>
                  <a:pt x="3090" y="3884"/>
                </a:lnTo>
                <a:lnTo>
                  <a:pt x="3083" y="3893"/>
                </a:lnTo>
                <a:lnTo>
                  <a:pt x="3073" y="3903"/>
                </a:lnTo>
                <a:lnTo>
                  <a:pt x="3063" y="3913"/>
                </a:lnTo>
                <a:lnTo>
                  <a:pt x="3052" y="3921"/>
                </a:lnTo>
                <a:lnTo>
                  <a:pt x="3041" y="3929"/>
                </a:lnTo>
                <a:lnTo>
                  <a:pt x="2999" y="3955"/>
                </a:lnTo>
                <a:lnTo>
                  <a:pt x="2979" y="3965"/>
                </a:lnTo>
                <a:lnTo>
                  <a:pt x="2952" y="3973"/>
                </a:lnTo>
                <a:lnTo>
                  <a:pt x="2925" y="3983"/>
                </a:lnTo>
                <a:lnTo>
                  <a:pt x="2900" y="3994"/>
                </a:lnTo>
                <a:lnTo>
                  <a:pt x="2877" y="4005"/>
                </a:lnTo>
                <a:lnTo>
                  <a:pt x="2855" y="4018"/>
                </a:lnTo>
                <a:lnTo>
                  <a:pt x="2834" y="4031"/>
                </a:lnTo>
                <a:lnTo>
                  <a:pt x="2814" y="4045"/>
                </a:lnTo>
                <a:lnTo>
                  <a:pt x="2797" y="4060"/>
                </a:lnTo>
                <a:lnTo>
                  <a:pt x="2780" y="4076"/>
                </a:lnTo>
                <a:lnTo>
                  <a:pt x="2767" y="4092"/>
                </a:lnTo>
                <a:lnTo>
                  <a:pt x="2755" y="4109"/>
                </a:lnTo>
                <a:lnTo>
                  <a:pt x="2745" y="4126"/>
                </a:lnTo>
                <a:lnTo>
                  <a:pt x="2737" y="4144"/>
                </a:lnTo>
                <a:lnTo>
                  <a:pt x="2731" y="4162"/>
                </a:lnTo>
                <a:lnTo>
                  <a:pt x="2727" y="4181"/>
                </a:lnTo>
                <a:lnTo>
                  <a:pt x="2726" y="4199"/>
                </a:lnTo>
                <a:lnTo>
                  <a:pt x="2727" y="4213"/>
                </a:lnTo>
                <a:lnTo>
                  <a:pt x="2729" y="4226"/>
                </a:lnTo>
                <a:lnTo>
                  <a:pt x="2732" y="4240"/>
                </a:lnTo>
                <a:lnTo>
                  <a:pt x="2736" y="4252"/>
                </a:lnTo>
                <a:lnTo>
                  <a:pt x="2741" y="4266"/>
                </a:lnTo>
                <a:lnTo>
                  <a:pt x="2747" y="4278"/>
                </a:lnTo>
                <a:lnTo>
                  <a:pt x="2755" y="4290"/>
                </a:lnTo>
                <a:lnTo>
                  <a:pt x="2763" y="4303"/>
                </a:lnTo>
                <a:lnTo>
                  <a:pt x="2773" y="4314"/>
                </a:lnTo>
                <a:lnTo>
                  <a:pt x="2783" y="4325"/>
                </a:lnTo>
                <a:lnTo>
                  <a:pt x="2794" y="4336"/>
                </a:lnTo>
                <a:lnTo>
                  <a:pt x="2806" y="4347"/>
                </a:lnTo>
                <a:lnTo>
                  <a:pt x="2820" y="4358"/>
                </a:lnTo>
                <a:lnTo>
                  <a:pt x="2834" y="4368"/>
                </a:lnTo>
                <a:lnTo>
                  <a:pt x="2848" y="4377"/>
                </a:lnTo>
                <a:lnTo>
                  <a:pt x="2864" y="4387"/>
                </a:lnTo>
                <a:lnTo>
                  <a:pt x="2880" y="4395"/>
                </a:lnTo>
                <a:lnTo>
                  <a:pt x="2898" y="4404"/>
                </a:lnTo>
                <a:lnTo>
                  <a:pt x="2915" y="4411"/>
                </a:lnTo>
                <a:lnTo>
                  <a:pt x="2934" y="4419"/>
                </a:lnTo>
                <a:lnTo>
                  <a:pt x="2952" y="4426"/>
                </a:lnTo>
                <a:lnTo>
                  <a:pt x="2972" y="4432"/>
                </a:lnTo>
                <a:lnTo>
                  <a:pt x="2993" y="4438"/>
                </a:lnTo>
                <a:lnTo>
                  <a:pt x="3013" y="4443"/>
                </a:lnTo>
                <a:lnTo>
                  <a:pt x="3035" y="4448"/>
                </a:lnTo>
                <a:lnTo>
                  <a:pt x="3056" y="4452"/>
                </a:lnTo>
                <a:lnTo>
                  <a:pt x="3078" y="4456"/>
                </a:lnTo>
                <a:lnTo>
                  <a:pt x="3101" y="4458"/>
                </a:lnTo>
                <a:lnTo>
                  <a:pt x="3125" y="4461"/>
                </a:lnTo>
                <a:lnTo>
                  <a:pt x="3148" y="4463"/>
                </a:lnTo>
                <a:lnTo>
                  <a:pt x="3172" y="4463"/>
                </a:lnTo>
                <a:lnTo>
                  <a:pt x="3195" y="4464"/>
                </a:lnTo>
                <a:lnTo>
                  <a:pt x="3220" y="4463"/>
                </a:lnTo>
                <a:lnTo>
                  <a:pt x="3243" y="4463"/>
                </a:lnTo>
                <a:lnTo>
                  <a:pt x="3267" y="4461"/>
                </a:lnTo>
                <a:lnTo>
                  <a:pt x="3290" y="4458"/>
                </a:lnTo>
                <a:lnTo>
                  <a:pt x="3312" y="4456"/>
                </a:lnTo>
                <a:lnTo>
                  <a:pt x="3335" y="4452"/>
                </a:lnTo>
                <a:lnTo>
                  <a:pt x="3357" y="4448"/>
                </a:lnTo>
                <a:lnTo>
                  <a:pt x="3378" y="4443"/>
                </a:lnTo>
                <a:lnTo>
                  <a:pt x="3399" y="4438"/>
                </a:lnTo>
                <a:lnTo>
                  <a:pt x="3420" y="4432"/>
                </a:lnTo>
                <a:lnTo>
                  <a:pt x="3440" y="4426"/>
                </a:lnTo>
                <a:lnTo>
                  <a:pt x="3458" y="4419"/>
                </a:lnTo>
                <a:lnTo>
                  <a:pt x="3477" y="4411"/>
                </a:lnTo>
                <a:lnTo>
                  <a:pt x="3494" y="4404"/>
                </a:lnTo>
                <a:lnTo>
                  <a:pt x="3511" y="4395"/>
                </a:lnTo>
                <a:lnTo>
                  <a:pt x="3527" y="4387"/>
                </a:lnTo>
                <a:lnTo>
                  <a:pt x="3543" y="4377"/>
                </a:lnTo>
                <a:lnTo>
                  <a:pt x="3558" y="4368"/>
                </a:lnTo>
                <a:lnTo>
                  <a:pt x="3572" y="4358"/>
                </a:lnTo>
                <a:lnTo>
                  <a:pt x="3585" y="4347"/>
                </a:lnTo>
                <a:lnTo>
                  <a:pt x="3598" y="4336"/>
                </a:lnTo>
                <a:lnTo>
                  <a:pt x="3609" y="4325"/>
                </a:lnTo>
                <a:lnTo>
                  <a:pt x="3619" y="4314"/>
                </a:lnTo>
                <a:lnTo>
                  <a:pt x="3628" y="4303"/>
                </a:lnTo>
                <a:lnTo>
                  <a:pt x="3637" y="4290"/>
                </a:lnTo>
                <a:lnTo>
                  <a:pt x="3643" y="4278"/>
                </a:lnTo>
                <a:lnTo>
                  <a:pt x="3651" y="4266"/>
                </a:lnTo>
                <a:lnTo>
                  <a:pt x="3656" y="4252"/>
                </a:lnTo>
                <a:lnTo>
                  <a:pt x="3659" y="4240"/>
                </a:lnTo>
                <a:lnTo>
                  <a:pt x="3663" y="4226"/>
                </a:lnTo>
                <a:lnTo>
                  <a:pt x="3664" y="4213"/>
                </a:lnTo>
                <a:lnTo>
                  <a:pt x="3665" y="4199"/>
                </a:lnTo>
                <a:lnTo>
                  <a:pt x="3664" y="4181"/>
                </a:lnTo>
                <a:lnTo>
                  <a:pt x="3661" y="4162"/>
                </a:lnTo>
                <a:lnTo>
                  <a:pt x="3654" y="4144"/>
                </a:lnTo>
                <a:lnTo>
                  <a:pt x="3647" y="4126"/>
                </a:lnTo>
                <a:lnTo>
                  <a:pt x="3637" y="4109"/>
                </a:lnTo>
                <a:lnTo>
                  <a:pt x="3625" y="4092"/>
                </a:lnTo>
                <a:lnTo>
                  <a:pt x="3611" y="4076"/>
                </a:lnTo>
                <a:lnTo>
                  <a:pt x="3595" y="4061"/>
                </a:lnTo>
                <a:lnTo>
                  <a:pt x="3578" y="4046"/>
                </a:lnTo>
                <a:lnTo>
                  <a:pt x="3559" y="4031"/>
                </a:lnTo>
                <a:lnTo>
                  <a:pt x="3538" y="4019"/>
                </a:lnTo>
                <a:lnTo>
                  <a:pt x="3516" y="4005"/>
                </a:lnTo>
                <a:lnTo>
                  <a:pt x="3493" y="3994"/>
                </a:lnTo>
                <a:lnTo>
                  <a:pt x="3467" y="3983"/>
                </a:lnTo>
                <a:lnTo>
                  <a:pt x="3441" y="3973"/>
                </a:lnTo>
                <a:lnTo>
                  <a:pt x="3414" y="3965"/>
                </a:lnTo>
                <a:lnTo>
                  <a:pt x="3394" y="3955"/>
                </a:lnTo>
                <a:lnTo>
                  <a:pt x="3351" y="3928"/>
                </a:lnTo>
                <a:lnTo>
                  <a:pt x="3338" y="3920"/>
                </a:lnTo>
                <a:lnTo>
                  <a:pt x="3327" y="3910"/>
                </a:lnTo>
                <a:lnTo>
                  <a:pt x="3317" y="3902"/>
                </a:lnTo>
                <a:lnTo>
                  <a:pt x="3308" y="3892"/>
                </a:lnTo>
                <a:lnTo>
                  <a:pt x="3299" y="3883"/>
                </a:lnTo>
                <a:lnTo>
                  <a:pt x="3293" y="3873"/>
                </a:lnTo>
                <a:lnTo>
                  <a:pt x="3289" y="3863"/>
                </a:lnTo>
                <a:lnTo>
                  <a:pt x="3288" y="3854"/>
                </a:lnTo>
                <a:lnTo>
                  <a:pt x="3289" y="3842"/>
                </a:lnTo>
                <a:lnTo>
                  <a:pt x="3291" y="3830"/>
                </a:lnTo>
                <a:lnTo>
                  <a:pt x="3296" y="3819"/>
                </a:lnTo>
                <a:lnTo>
                  <a:pt x="3303" y="3808"/>
                </a:lnTo>
                <a:lnTo>
                  <a:pt x="3311" y="3798"/>
                </a:lnTo>
                <a:lnTo>
                  <a:pt x="3321" y="3788"/>
                </a:lnTo>
                <a:lnTo>
                  <a:pt x="3332" y="3780"/>
                </a:lnTo>
                <a:lnTo>
                  <a:pt x="3345" y="3771"/>
                </a:lnTo>
                <a:lnTo>
                  <a:pt x="3358" y="3762"/>
                </a:lnTo>
                <a:lnTo>
                  <a:pt x="3373" y="3756"/>
                </a:lnTo>
                <a:lnTo>
                  <a:pt x="3389" y="3750"/>
                </a:lnTo>
                <a:lnTo>
                  <a:pt x="3406" y="3745"/>
                </a:lnTo>
                <a:lnTo>
                  <a:pt x="3424" y="3740"/>
                </a:lnTo>
                <a:lnTo>
                  <a:pt x="3442" y="3738"/>
                </a:lnTo>
                <a:lnTo>
                  <a:pt x="3462" y="3735"/>
                </a:lnTo>
                <a:lnTo>
                  <a:pt x="3482" y="3734"/>
                </a:lnTo>
                <a:lnTo>
                  <a:pt x="7840" y="3734"/>
                </a:lnTo>
                <a:lnTo>
                  <a:pt x="7859" y="3735"/>
                </a:lnTo>
                <a:lnTo>
                  <a:pt x="7879" y="3738"/>
                </a:lnTo>
                <a:lnTo>
                  <a:pt x="7898" y="3740"/>
                </a:lnTo>
                <a:lnTo>
                  <a:pt x="7915" y="3745"/>
                </a:lnTo>
                <a:lnTo>
                  <a:pt x="7932" y="3750"/>
                </a:lnTo>
                <a:lnTo>
                  <a:pt x="7948" y="3756"/>
                </a:lnTo>
                <a:lnTo>
                  <a:pt x="7963" y="3762"/>
                </a:lnTo>
                <a:lnTo>
                  <a:pt x="7977" y="3771"/>
                </a:lnTo>
                <a:lnTo>
                  <a:pt x="7989" y="3780"/>
                </a:lnTo>
                <a:lnTo>
                  <a:pt x="8000" y="3788"/>
                </a:lnTo>
                <a:lnTo>
                  <a:pt x="8010" y="3798"/>
                </a:lnTo>
                <a:lnTo>
                  <a:pt x="8019" y="3808"/>
                </a:lnTo>
                <a:lnTo>
                  <a:pt x="8025" y="3819"/>
                </a:lnTo>
                <a:lnTo>
                  <a:pt x="8030" y="3830"/>
                </a:lnTo>
                <a:lnTo>
                  <a:pt x="8032" y="3842"/>
                </a:lnTo>
                <a:lnTo>
                  <a:pt x="8033" y="3854"/>
                </a:lnTo>
                <a:lnTo>
                  <a:pt x="8032" y="3863"/>
                </a:lnTo>
                <a:lnTo>
                  <a:pt x="8029" y="3873"/>
                </a:lnTo>
                <a:lnTo>
                  <a:pt x="8021" y="3883"/>
                </a:lnTo>
                <a:lnTo>
                  <a:pt x="8014" y="3892"/>
                </a:lnTo>
                <a:lnTo>
                  <a:pt x="8004" y="3902"/>
                </a:lnTo>
                <a:lnTo>
                  <a:pt x="7994" y="3910"/>
                </a:lnTo>
                <a:lnTo>
                  <a:pt x="7982" y="3920"/>
                </a:lnTo>
                <a:lnTo>
                  <a:pt x="7971" y="3928"/>
                </a:lnTo>
                <a:lnTo>
                  <a:pt x="7927" y="3955"/>
                </a:lnTo>
                <a:lnTo>
                  <a:pt x="7908" y="3965"/>
                </a:lnTo>
                <a:lnTo>
                  <a:pt x="7880" y="3973"/>
                </a:lnTo>
                <a:lnTo>
                  <a:pt x="7853" y="3983"/>
                </a:lnTo>
                <a:lnTo>
                  <a:pt x="7829" y="3994"/>
                </a:lnTo>
                <a:lnTo>
                  <a:pt x="7805" y="4005"/>
                </a:lnTo>
                <a:lnTo>
                  <a:pt x="7783" y="4019"/>
                </a:lnTo>
                <a:lnTo>
                  <a:pt x="7762" y="4031"/>
                </a:lnTo>
                <a:lnTo>
                  <a:pt x="7743" y="4046"/>
                </a:lnTo>
                <a:lnTo>
                  <a:pt x="7726" y="4061"/>
                </a:lnTo>
                <a:lnTo>
                  <a:pt x="7710" y="4076"/>
                </a:lnTo>
                <a:lnTo>
                  <a:pt x="7697" y="4092"/>
                </a:lnTo>
                <a:lnTo>
                  <a:pt x="7684" y="4109"/>
                </a:lnTo>
                <a:lnTo>
                  <a:pt x="7674" y="4126"/>
                </a:lnTo>
                <a:lnTo>
                  <a:pt x="7667" y="4144"/>
                </a:lnTo>
                <a:lnTo>
                  <a:pt x="7661" y="4162"/>
                </a:lnTo>
                <a:lnTo>
                  <a:pt x="7657" y="4181"/>
                </a:lnTo>
                <a:lnTo>
                  <a:pt x="7656" y="4199"/>
                </a:lnTo>
                <a:lnTo>
                  <a:pt x="7657" y="4213"/>
                </a:lnTo>
                <a:lnTo>
                  <a:pt x="7658" y="4226"/>
                </a:lnTo>
                <a:lnTo>
                  <a:pt x="7662" y="4240"/>
                </a:lnTo>
                <a:lnTo>
                  <a:pt x="7666" y="4252"/>
                </a:lnTo>
                <a:lnTo>
                  <a:pt x="7671" y="4266"/>
                </a:lnTo>
                <a:lnTo>
                  <a:pt x="7677" y="4278"/>
                </a:lnTo>
                <a:lnTo>
                  <a:pt x="7684" y="4290"/>
                </a:lnTo>
                <a:lnTo>
                  <a:pt x="7693" y="4303"/>
                </a:lnTo>
                <a:lnTo>
                  <a:pt x="7703" y="4314"/>
                </a:lnTo>
                <a:lnTo>
                  <a:pt x="7713" y="4325"/>
                </a:lnTo>
                <a:lnTo>
                  <a:pt x="7724" y="4336"/>
                </a:lnTo>
                <a:lnTo>
                  <a:pt x="7736" y="4347"/>
                </a:lnTo>
                <a:lnTo>
                  <a:pt x="7750" y="4358"/>
                </a:lnTo>
                <a:lnTo>
                  <a:pt x="7763" y="4368"/>
                </a:lnTo>
                <a:lnTo>
                  <a:pt x="7778" y="4377"/>
                </a:lnTo>
                <a:lnTo>
                  <a:pt x="7794" y="4387"/>
                </a:lnTo>
                <a:lnTo>
                  <a:pt x="7810" y="4395"/>
                </a:lnTo>
                <a:lnTo>
                  <a:pt x="7827" y="4404"/>
                </a:lnTo>
                <a:lnTo>
                  <a:pt x="7845" y="4411"/>
                </a:lnTo>
                <a:lnTo>
                  <a:pt x="7863" y="4419"/>
                </a:lnTo>
                <a:lnTo>
                  <a:pt x="7882" y="4426"/>
                </a:lnTo>
                <a:lnTo>
                  <a:pt x="7901" y="4432"/>
                </a:lnTo>
                <a:lnTo>
                  <a:pt x="7922" y="4438"/>
                </a:lnTo>
                <a:lnTo>
                  <a:pt x="7942" y="4443"/>
                </a:lnTo>
                <a:lnTo>
                  <a:pt x="7964" y="4448"/>
                </a:lnTo>
                <a:lnTo>
                  <a:pt x="7985" y="4452"/>
                </a:lnTo>
                <a:lnTo>
                  <a:pt x="8008" y="4456"/>
                </a:lnTo>
                <a:lnTo>
                  <a:pt x="8031" y="4458"/>
                </a:lnTo>
                <a:lnTo>
                  <a:pt x="8054" y="4461"/>
                </a:lnTo>
                <a:lnTo>
                  <a:pt x="8078" y="4463"/>
                </a:lnTo>
                <a:lnTo>
                  <a:pt x="8101" y="4463"/>
                </a:lnTo>
                <a:lnTo>
                  <a:pt x="8125" y="4464"/>
                </a:lnTo>
                <a:lnTo>
                  <a:pt x="8149" y="4463"/>
                </a:lnTo>
                <a:lnTo>
                  <a:pt x="8173" y="4463"/>
                </a:lnTo>
                <a:lnTo>
                  <a:pt x="8196" y="4461"/>
                </a:lnTo>
                <a:lnTo>
                  <a:pt x="8220" y="4458"/>
                </a:lnTo>
                <a:lnTo>
                  <a:pt x="8242" y="4456"/>
                </a:lnTo>
                <a:lnTo>
                  <a:pt x="8264" y="4452"/>
                </a:lnTo>
                <a:lnTo>
                  <a:pt x="8286" y="4448"/>
                </a:lnTo>
                <a:lnTo>
                  <a:pt x="8307" y="4443"/>
                </a:lnTo>
                <a:lnTo>
                  <a:pt x="8328" y="4438"/>
                </a:lnTo>
                <a:lnTo>
                  <a:pt x="8349" y="4432"/>
                </a:lnTo>
                <a:lnTo>
                  <a:pt x="8369" y="4426"/>
                </a:lnTo>
                <a:lnTo>
                  <a:pt x="8388" y="4419"/>
                </a:lnTo>
                <a:lnTo>
                  <a:pt x="8406" y="4411"/>
                </a:lnTo>
                <a:lnTo>
                  <a:pt x="8423" y="4404"/>
                </a:lnTo>
                <a:lnTo>
                  <a:pt x="8441" y="4395"/>
                </a:lnTo>
                <a:lnTo>
                  <a:pt x="8457" y="4387"/>
                </a:lnTo>
                <a:lnTo>
                  <a:pt x="8473" y="4377"/>
                </a:lnTo>
                <a:lnTo>
                  <a:pt x="8488" y="4368"/>
                </a:lnTo>
                <a:lnTo>
                  <a:pt x="8501" y="4358"/>
                </a:lnTo>
                <a:lnTo>
                  <a:pt x="8515" y="4347"/>
                </a:lnTo>
                <a:lnTo>
                  <a:pt x="8527" y="4336"/>
                </a:lnTo>
                <a:lnTo>
                  <a:pt x="8538" y="4325"/>
                </a:lnTo>
                <a:lnTo>
                  <a:pt x="8548" y="4314"/>
                </a:lnTo>
                <a:lnTo>
                  <a:pt x="8558" y="4303"/>
                </a:lnTo>
                <a:lnTo>
                  <a:pt x="8567" y="4290"/>
                </a:lnTo>
                <a:lnTo>
                  <a:pt x="8574" y="4278"/>
                </a:lnTo>
                <a:lnTo>
                  <a:pt x="8580" y="4266"/>
                </a:lnTo>
                <a:lnTo>
                  <a:pt x="8585" y="4252"/>
                </a:lnTo>
                <a:lnTo>
                  <a:pt x="8589" y="4240"/>
                </a:lnTo>
                <a:lnTo>
                  <a:pt x="8593" y="4226"/>
                </a:lnTo>
                <a:lnTo>
                  <a:pt x="8594" y="4213"/>
                </a:lnTo>
                <a:lnTo>
                  <a:pt x="8595" y="4199"/>
                </a:lnTo>
                <a:lnTo>
                  <a:pt x="8594" y="4181"/>
                </a:lnTo>
                <a:lnTo>
                  <a:pt x="8590" y="4162"/>
                </a:lnTo>
                <a:lnTo>
                  <a:pt x="8584" y="4144"/>
                </a:lnTo>
                <a:lnTo>
                  <a:pt x="8577" y="4126"/>
                </a:lnTo>
                <a:lnTo>
                  <a:pt x="8567" y="4109"/>
                </a:lnTo>
                <a:lnTo>
                  <a:pt x="8554" y="4092"/>
                </a:lnTo>
                <a:lnTo>
                  <a:pt x="8541" y="4076"/>
                </a:lnTo>
                <a:lnTo>
                  <a:pt x="8525" y="4060"/>
                </a:lnTo>
                <a:lnTo>
                  <a:pt x="8507" y="4045"/>
                </a:lnTo>
                <a:lnTo>
                  <a:pt x="8488" y="4031"/>
                </a:lnTo>
                <a:lnTo>
                  <a:pt x="8467" y="4018"/>
                </a:lnTo>
                <a:lnTo>
                  <a:pt x="8444" y="4005"/>
                </a:lnTo>
                <a:lnTo>
                  <a:pt x="8421" y="3994"/>
                </a:lnTo>
                <a:lnTo>
                  <a:pt x="8396" y="3983"/>
                </a:lnTo>
                <a:lnTo>
                  <a:pt x="8369" y="3973"/>
                </a:lnTo>
                <a:lnTo>
                  <a:pt x="8342" y="3965"/>
                </a:lnTo>
                <a:lnTo>
                  <a:pt x="8322" y="3955"/>
                </a:lnTo>
                <a:lnTo>
                  <a:pt x="8280" y="3929"/>
                </a:lnTo>
                <a:lnTo>
                  <a:pt x="8269" y="3921"/>
                </a:lnTo>
                <a:lnTo>
                  <a:pt x="8258" y="3913"/>
                </a:lnTo>
                <a:lnTo>
                  <a:pt x="8248" y="3903"/>
                </a:lnTo>
                <a:lnTo>
                  <a:pt x="8238" y="3893"/>
                </a:lnTo>
                <a:lnTo>
                  <a:pt x="8231" y="3884"/>
                </a:lnTo>
                <a:lnTo>
                  <a:pt x="8225" y="3875"/>
                </a:lnTo>
                <a:lnTo>
                  <a:pt x="8221" y="3863"/>
                </a:lnTo>
                <a:lnTo>
                  <a:pt x="8220" y="3854"/>
                </a:lnTo>
                <a:lnTo>
                  <a:pt x="8221" y="3842"/>
                </a:lnTo>
                <a:lnTo>
                  <a:pt x="8224" y="3830"/>
                </a:lnTo>
                <a:lnTo>
                  <a:pt x="8228" y="3819"/>
                </a:lnTo>
                <a:lnTo>
                  <a:pt x="8235" y="3808"/>
                </a:lnTo>
                <a:lnTo>
                  <a:pt x="8243" y="3798"/>
                </a:lnTo>
                <a:lnTo>
                  <a:pt x="8253" y="3788"/>
                </a:lnTo>
                <a:lnTo>
                  <a:pt x="8264" y="3780"/>
                </a:lnTo>
                <a:lnTo>
                  <a:pt x="8277" y="3771"/>
                </a:lnTo>
                <a:lnTo>
                  <a:pt x="8290" y="3762"/>
                </a:lnTo>
                <a:lnTo>
                  <a:pt x="8305" y="3756"/>
                </a:lnTo>
                <a:lnTo>
                  <a:pt x="8321" y="3750"/>
                </a:lnTo>
                <a:lnTo>
                  <a:pt x="8338" y="3745"/>
                </a:lnTo>
                <a:lnTo>
                  <a:pt x="8356" y="3740"/>
                </a:lnTo>
                <a:lnTo>
                  <a:pt x="8374" y="3738"/>
                </a:lnTo>
                <a:lnTo>
                  <a:pt x="8394" y="3735"/>
                </a:lnTo>
                <a:lnTo>
                  <a:pt x="8414" y="3734"/>
                </a:lnTo>
                <a:lnTo>
                  <a:pt x="10591" y="3734"/>
                </a:lnTo>
                <a:lnTo>
                  <a:pt x="10591" y="2164"/>
                </a:lnTo>
                <a:lnTo>
                  <a:pt x="10591" y="2164"/>
                </a:lnTo>
                <a:lnTo>
                  <a:pt x="10591" y="2163"/>
                </a:lnTo>
                <a:lnTo>
                  <a:pt x="10591" y="2159"/>
                </a:lnTo>
                <a:lnTo>
                  <a:pt x="10591" y="2138"/>
                </a:lnTo>
                <a:lnTo>
                  <a:pt x="10593" y="2119"/>
                </a:lnTo>
                <a:lnTo>
                  <a:pt x="10596" y="2099"/>
                </a:lnTo>
                <a:lnTo>
                  <a:pt x="10601" y="2080"/>
                </a:lnTo>
                <a:lnTo>
                  <a:pt x="10606" y="2063"/>
                </a:lnTo>
                <a:lnTo>
                  <a:pt x="10612" y="2047"/>
                </a:lnTo>
                <a:lnTo>
                  <a:pt x="10618" y="2031"/>
                </a:lnTo>
                <a:lnTo>
                  <a:pt x="10627" y="2017"/>
                </a:lnTo>
                <a:lnTo>
                  <a:pt x="10635" y="2004"/>
                </a:lnTo>
                <a:lnTo>
                  <a:pt x="10644" y="1993"/>
                </a:lnTo>
                <a:lnTo>
                  <a:pt x="10654" y="1983"/>
                </a:lnTo>
                <a:lnTo>
                  <a:pt x="10665" y="1974"/>
                </a:lnTo>
                <a:lnTo>
                  <a:pt x="10676" y="1968"/>
                </a:lnTo>
                <a:lnTo>
                  <a:pt x="10687" y="1963"/>
                </a:lnTo>
                <a:lnTo>
                  <a:pt x="10698" y="1959"/>
                </a:lnTo>
                <a:lnTo>
                  <a:pt x="10711" y="1958"/>
                </a:lnTo>
                <a:lnTo>
                  <a:pt x="10720" y="1961"/>
                </a:lnTo>
                <a:lnTo>
                  <a:pt x="10730" y="1964"/>
                </a:lnTo>
                <a:lnTo>
                  <a:pt x="10740" y="1970"/>
                </a:lnTo>
                <a:lnTo>
                  <a:pt x="10749" y="1978"/>
                </a:lnTo>
                <a:lnTo>
                  <a:pt x="10759" y="1988"/>
                </a:lnTo>
                <a:lnTo>
                  <a:pt x="10767" y="1999"/>
                </a:lnTo>
                <a:lnTo>
                  <a:pt x="10777" y="2010"/>
                </a:lnTo>
                <a:lnTo>
                  <a:pt x="10785" y="2021"/>
                </a:lnTo>
                <a:lnTo>
                  <a:pt x="10812" y="2064"/>
                </a:lnTo>
                <a:lnTo>
                  <a:pt x="10822" y="2084"/>
                </a:lnTo>
                <a:lnTo>
                  <a:pt x="10830" y="2112"/>
                </a:lnTo>
                <a:lnTo>
                  <a:pt x="10840" y="2138"/>
                </a:lnTo>
                <a:lnTo>
                  <a:pt x="10851" y="2163"/>
                </a:lnTo>
                <a:lnTo>
                  <a:pt x="10864" y="2186"/>
                </a:lnTo>
                <a:lnTo>
                  <a:pt x="10876" y="2209"/>
                </a:lnTo>
                <a:lnTo>
                  <a:pt x="10888" y="2230"/>
                </a:lnTo>
                <a:lnTo>
                  <a:pt x="10903" y="2249"/>
                </a:lnTo>
                <a:lnTo>
                  <a:pt x="10918" y="2267"/>
                </a:lnTo>
                <a:lnTo>
                  <a:pt x="10933" y="2281"/>
                </a:lnTo>
                <a:lnTo>
                  <a:pt x="10949" y="2296"/>
                </a:lnTo>
                <a:lnTo>
                  <a:pt x="10966" y="2307"/>
                </a:lnTo>
                <a:lnTo>
                  <a:pt x="10983" y="2317"/>
                </a:lnTo>
                <a:lnTo>
                  <a:pt x="11001" y="2326"/>
                </a:lnTo>
                <a:lnTo>
                  <a:pt x="11019" y="2331"/>
                </a:lnTo>
                <a:lnTo>
                  <a:pt x="11038" y="2335"/>
                </a:lnTo>
                <a:lnTo>
                  <a:pt x="11056" y="2336"/>
                </a:lnTo>
                <a:lnTo>
                  <a:pt x="11070" y="2336"/>
                </a:lnTo>
                <a:lnTo>
                  <a:pt x="11083" y="2333"/>
                </a:lnTo>
                <a:lnTo>
                  <a:pt x="11097" y="2331"/>
                </a:lnTo>
                <a:lnTo>
                  <a:pt x="11110" y="2326"/>
                </a:lnTo>
                <a:lnTo>
                  <a:pt x="11123" y="2321"/>
                </a:lnTo>
                <a:lnTo>
                  <a:pt x="11135" y="2315"/>
                </a:lnTo>
                <a:lnTo>
                  <a:pt x="11147" y="2307"/>
                </a:lnTo>
                <a:lnTo>
                  <a:pt x="11160" y="2299"/>
                </a:lnTo>
                <a:lnTo>
                  <a:pt x="11171" y="2290"/>
                </a:lnTo>
                <a:lnTo>
                  <a:pt x="11183" y="2279"/>
                </a:lnTo>
                <a:lnTo>
                  <a:pt x="11193" y="2268"/>
                </a:lnTo>
                <a:lnTo>
                  <a:pt x="11204" y="2256"/>
                </a:lnTo>
                <a:lnTo>
                  <a:pt x="11215" y="2243"/>
                </a:lnTo>
                <a:lnTo>
                  <a:pt x="11225" y="2228"/>
                </a:lnTo>
                <a:lnTo>
                  <a:pt x="11234" y="2214"/>
                </a:lnTo>
                <a:lnTo>
                  <a:pt x="11244" y="2199"/>
                </a:lnTo>
                <a:lnTo>
                  <a:pt x="11252" y="2181"/>
                </a:lnTo>
                <a:lnTo>
                  <a:pt x="11261" y="2165"/>
                </a:lnTo>
                <a:lnTo>
                  <a:pt x="11268" y="2147"/>
                </a:lnTo>
                <a:lnTo>
                  <a:pt x="11276" y="2128"/>
                </a:lnTo>
                <a:lnTo>
                  <a:pt x="11283" y="2110"/>
                </a:lnTo>
                <a:lnTo>
                  <a:pt x="11289" y="2090"/>
                </a:lnTo>
                <a:lnTo>
                  <a:pt x="11296" y="2070"/>
                </a:lnTo>
                <a:lnTo>
                  <a:pt x="11301" y="2049"/>
                </a:lnTo>
                <a:lnTo>
                  <a:pt x="11305" y="2028"/>
                </a:lnTo>
                <a:lnTo>
                  <a:pt x="11309" y="2006"/>
                </a:lnTo>
                <a:lnTo>
                  <a:pt x="11313" y="1984"/>
                </a:lnTo>
                <a:lnTo>
                  <a:pt x="11315" y="1962"/>
                </a:lnTo>
                <a:lnTo>
                  <a:pt x="11318" y="1938"/>
                </a:lnTo>
                <a:lnTo>
                  <a:pt x="11320" y="1915"/>
                </a:lnTo>
                <a:lnTo>
                  <a:pt x="11320" y="1890"/>
                </a:lnTo>
                <a:lnTo>
                  <a:pt x="11322" y="1867"/>
                </a:lnTo>
                <a:lnTo>
                  <a:pt x="11320" y="1842"/>
                </a:lnTo>
                <a:lnTo>
                  <a:pt x="11320" y="1819"/>
                </a:lnTo>
                <a:lnTo>
                  <a:pt x="11318" y="1795"/>
                </a:lnTo>
                <a:lnTo>
                  <a:pt x="11315" y="1772"/>
                </a:lnTo>
                <a:lnTo>
                  <a:pt x="11313" y="1750"/>
                </a:lnTo>
                <a:lnTo>
                  <a:pt x="11309" y="1727"/>
                </a:lnTo>
                <a:lnTo>
                  <a:pt x="11305" y="1705"/>
                </a:lnTo>
                <a:lnTo>
                  <a:pt x="11301" y="1684"/>
                </a:lnTo>
                <a:lnTo>
                  <a:pt x="11296" y="1663"/>
                </a:lnTo>
                <a:lnTo>
                  <a:pt x="11289" y="1643"/>
                </a:lnTo>
                <a:lnTo>
                  <a:pt x="11283" y="1624"/>
                </a:lnTo>
                <a:lnTo>
                  <a:pt x="11276" y="1604"/>
                </a:lnTo>
                <a:lnTo>
                  <a:pt x="11268" y="1585"/>
                </a:lnTo>
                <a:lnTo>
                  <a:pt x="11261" y="1568"/>
                </a:lnTo>
                <a:lnTo>
                  <a:pt x="11252" y="1551"/>
                </a:lnTo>
                <a:lnTo>
                  <a:pt x="11244" y="1535"/>
                </a:lnTo>
                <a:lnTo>
                  <a:pt x="11234" y="1520"/>
                </a:lnTo>
                <a:lnTo>
                  <a:pt x="11225" y="1505"/>
                </a:lnTo>
                <a:lnTo>
                  <a:pt x="11215" y="1490"/>
                </a:lnTo>
                <a:lnTo>
                  <a:pt x="11204" y="1478"/>
                </a:lnTo>
                <a:lnTo>
                  <a:pt x="11193" y="1466"/>
                </a:lnTo>
                <a:lnTo>
                  <a:pt x="11183" y="1455"/>
                </a:lnTo>
                <a:lnTo>
                  <a:pt x="11171" y="1444"/>
                </a:lnTo>
                <a:lnTo>
                  <a:pt x="11160" y="1435"/>
                </a:lnTo>
                <a:lnTo>
                  <a:pt x="11147" y="1426"/>
                </a:lnTo>
                <a:lnTo>
                  <a:pt x="11135" y="1419"/>
                </a:lnTo>
                <a:lnTo>
                  <a:pt x="11123" y="1413"/>
                </a:lnTo>
                <a:lnTo>
                  <a:pt x="11110" y="1407"/>
                </a:lnTo>
                <a:lnTo>
                  <a:pt x="11097" y="1403"/>
                </a:lnTo>
                <a:lnTo>
                  <a:pt x="11083" y="1400"/>
                </a:lnTo>
                <a:lnTo>
                  <a:pt x="11070" y="1398"/>
                </a:lnTo>
                <a:lnTo>
                  <a:pt x="11056" y="1398"/>
                </a:lnTo>
                <a:close/>
              </a:path>
            </a:pathLst>
          </a:custGeom>
          <a:solidFill>
            <a:srgbClr val="0C306E"/>
          </a:solidFill>
          <a:ln w="9525">
            <a:noFill/>
            <a:round/>
          </a:ln>
        </p:spPr>
        <p:txBody>
          <a:bodyPr vert="horz" wrap="square" lIns="91443" tIns="45721" rIns="91443" bIns="45721" numCol="1" anchor="t" anchorCtr="0" compatLnSpc="1"/>
          <a:lstStyle/>
          <a:p>
            <a:endParaRPr lang="en-US"/>
          </a:p>
        </p:txBody>
      </p:sp>
      <p:sp>
        <p:nvSpPr>
          <p:cNvPr id="7" name="Freeform 7"/>
          <p:cNvSpPr/>
          <p:nvPr/>
        </p:nvSpPr>
        <p:spPr bwMode="auto">
          <a:xfrm>
            <a:off x="3981361" y="1723753"/>
            <a:ext cx="4494401" cy="1771724"/>
          </a:xfrm>
          <a:custGeom>
            <a:avLst/>
            <a:gdLst/>
            <a:ahLst/>
            <a:cxnLst>
              <a:cxn ang="0">
                <a:pos x="10903" y="1486"/>
              </a:cxn>
              <a:cxn ang="0">
                <a:pos x="10778" y="1722"/>
              </a:cxn>
              <a:cxn ang="0">
                <a:pos x="10676" y="1763"/>
              </a:cxn>
              <a:cxn ang="0">
                <a:pos x="10596" y="1632"/>
              </a:cxn>
              <a:cxn ang="0">
                <a:pos x="730" y="1567"/>
              </a:cxn>
              <a:cxn ang="0">
                <a:pos x="709" y="1684"/>
              </a:cxn>
              <a:cxn ang="0">
                <a:pos x="611" y="1773"/>
              </a:cxn>
              <a:cxn ang="0">
                <a:pos x="500" y="1651"/>
              </a:cxn>
              <a:cxn ang="0">
                <a:pos x="372" y="1437"/>
              </a:cxn>
              <a:cxn ang="0">
                <a:pos x="211" y="1407"/>
              </a:cxn>
              <a:cxn ang="0">
                <a:pos x="96" y="1505"/>
              </a:cxn>
              <a:cxn ang="0">
                <a:pos x="21" y="1684"/>
              </a:cxn>
              <a:cxn ang="0">
                <a:pos x="1" y="1915"/>
              </a:cxn>
              <a:cxn ang="0">
                <a:pos x="45" y="2128"/>
              </a:cxn>
              <a:cxn ang="0">
                <a:pos x="138" y="2279"/>
              </a:cxn>
              <a:cxn ang="0">
                <a:pos x="265" y="2336"/>
              </a:cxn>
              <a:cxn ang="0">
                <a:pos x="432" y="2230"/>
              </a:cxn>
              <a:cxn ang="0">
                <a:pos x="553" y="1999"/>
              </a:cxn>
              <a:cxn ang="0">
                <a:pos x="656" y="1974"/>
              </a:cxn>
              <a:cxn ang="0">
                <a:pos x="728" y="2119"/>
              </a:cxn>
              <a:cxn ang="0">
                <a:pos x="2966" y="3740"/>
              </a:cxn>
              <a:cxn ang="0">
                <a:pos x="3093" y="3819"/>
              </a:cxn>
              <a:cxn ang="0">
                <a:pos x="3052" y="3921"/>
              </a:cxn>
              <a:cxn ang="0">
                <a:pos x="2814" y="4045"/>
              </a:cxn>
              <a:cxn ang="0">
                <a:pos x="2727" y="4213"/>
              </a:cxn>
              <a:cxn ang="0">
                <a:pos x="2794" y="4336"/>
              </a:cxn>
              <a:cxn ang="0">
                <a:pos x="2952" y="4426"/>
              </a:cxn>
              <a:cxn ang="0">
                <a:pos x="3172" y="4463"/>
              </a:cxn>
              <a:cxn ang="0">
                <a:pos x="3399" y="4438"/>
              </a:cxn>
              <a:cxn ang="0">
                <a:pos x="3572" y="4358"/>
              </a:cxn>
              <a:cxn ang="0">
                <a:pos x="3659" y="4240"/>
              </a:cxn>
              <a:cxn ang="0">
                <a:pos x="3611" y="4076"/>
              </a:cxn>
              <a:cxn ang="0">
                <a:pos x="3394" y="3955"/>
              </a:cxn>
              <a:cxn ang="0">
                <a:pos x="3289" y="3842"/>
              </a:cxn>
              <a:cxn ang="0">
                <a:pos x="3389" y="3750"/>
              </a:cxn>
              <a:cxn ang="0">
                <a:pos x="7915" y="3745"/>
              </a:cxn>
              <a:cxn ang="0">
                <a:pos x="8030" y="3830"/>
              </a:cxn>
              <a:cxn ang="0">
                <a:pos x="7971" y="3928"/>
              </a:cxn>
              <a:cxn ang="0">
                <a:pos x="7726" y="4061"/>
              </a:cxn>
              <a:cxn ang="0">
                <a:pos x="7658" y="4226"/>
              </a:cxn>
              <a:cxn ang="0">
                <a:pos x="7736" y="4347"/>
              </a:cxn>
              <a:cxn ang="0">
                <a:pos x="7901" y="4432"/>
              </a:cxn>
              <a:cxn ang="0">
                <a:pos x="8125" y="4464"/>
              </a:cxn>
              <a:cxn ang="0">
                <a:pos x="8349" y="4432"/>
              </a:cxn>
              <a:cxn ang="0">
                <a:pos x="8515" y="4347"/>
              </a:cxn>
              <a:cxn ang="0">
                <a:pos x="8593" y="4226"/>
              </a:cxn>
              <a:cxn ang="0">
                <a:pos x="8525" y="4060"/>
              </a:cxn>
              <a:cxn ang="0">
                <a:pos x="8280" y="3929"/>
              </a:cxn>
              <a:cxn ang="0">
                <a:pos x="8224" y="3830"/>
              </a:cxn>
              <a:cxn ang="0">
                <a:pos x="8338" y="3745"/>
              </a:cxn>
              <a:cxn ang="0">
                <a:pos x="10591" y="2138"/>
              </a:cxn>
              <a:cxn ang="0">
                <a:pos x="10654" y="1983"/>
              </a:cxn>
              <a:cxn ang="0">
                <a:pos x="10759" y="1988"/>
              </a:cxn>
              <a:cxn ang="0">
                <a:pos x="10876" y="2209"/>
              </a:cxn>
              <a:cxn ang="0">
                <a:pos x="11038" y="2335"/>
              </a:cxn>
              <a:cxn ang="0">
                <a:pos x="11171" y="2290"/>
              </a:cxn>
              <a:cxn ang="0">
                <a:pos x="11268" y="2147"/>
              </a:cxn>
              <a:cxn ang="0">
                <a:pos x="11318" y="1938"/>
              </a:cxn>
              <a:cxn ang="0">
                <a:pos x="11305" y="1705"/>
              </a:cxn>
              <a:cxn ang="0">
                <a:pos x="11234" y="1520"/>
              </a:cxn>
              <a:cxn ang="0">
                <a:pos x="11123" y="1413"/>
              </a:cxn>
            </a:cxnLst>
            <a:rect l="0" t="0" r="r" b="b"/>
            <a:pathLst>
              <a:path w="11322" h="4464">
                <a:moveTo>
                  <a:pt x="11056" y="1398"/>
                </a:moveTo>
                <a:lnTo>
                  <a:pt x="11038" y="1399"/>
                </a:lnTo>
                <a:lnTo>
                  <a:pt x="11019" y="1403"/>
                </a:lnTo>
                <a:lnTo>
                  <a:pt x="11001" y="1408"/>
                </a:lnTo>
                <a:lnTo>
                  <a:pt x="10983" y="1416"/>
                </a:lnTo>
                <a:lnTo>
                  <a:pt x="10966" y="1426"/>
                </a:lnTo>
                <a:lnTo>
                  <a:pt x="10949" y="1437"/>
                </a:lnTo>
                <a:lnTo>
                  <a:pt x="10933" y="1452"/>
                </a:lnTo>
                <a:lnTo>
                  <a:pt x="10918" y="1467"/>
                </a:lnTo>
                <a:lnTo>
                  <a:pt x="10903" y="1486"/>
                </a:lnTo>
                <a:lnTo>
                  <a:pt x="10888" y="1504"/>
                </a:lnTo>
                <a:lnTo>
                  <a:pt x="10875" y="1525"/>
                </a:lnTo>
                <a:lnTo>
                  <a:pt x="10862" y="1547"/>
                </a:lnTo>
                <a:lnTo>
                  <a:pt x="10851" y="1571"/>
                </a:lnTo>
                <a:lnTo>
                  <a:pt x="10840" y="1597"/>
                </a:lnTo>
                <a:lnTo>
                  <a:pt x="10830" y="1623"/>
                </a:lnTo>
                <a:lnTo>
                  <a:pt x="10822" y="1651"/>
                </a:lnTo>
                <a:lnTo>
                  <a:pt x="10812" y="1669"/>
                </a:lnTo>
                <a:lnTo>
                  <a:pt x="10786" y="1711"/>
                </a:lnTo>
                <a:lnTo>
                  <a:pt x="10778" y="1722"/>
                </a:lnTo>
                <a:lnTo>
                  <a:pt x="10770" y="1734"/>
                </a:lnTo>
                <a:lnTo>
                  <a:pt x="10760" y="1745"/>
                </a:lnTo>
                <a:lnTo>
                  <a:pt x="10751" y="1753"/>
                </a:lnTo>
                <a:lnTo>
                  <a:pt x="10741" y="1762"/>
                </a:lnTo>
                <a:lnTo>
                  <a:pt x="10732" y="1767"/>
                </a:lnTo>
                <a:lnTo>
                  <a:pt x="10720" y="1772"/>
                </a:lnTo>
                <a:lnTo>
                  <a:pt x="10711" y="1773"/>
                </a:lnTo>
                <a:lnTo>
                  <a:pt x="10698" y="1772"/>
                </a:lnTo>
                <a:lnTo>
                  <a:pt x="10687" y="1768"/>
                </a:lnTo>
                <a:lnTo>
                  <a:pt x="10676" y="1763"/>
                </a:lnTo>
                <a:lnTo>
                  <a:pt x="10665" y="1757"/>
                </a:lnTo>
                <a:lnTo>
                  <a:pt x="10654" y="1748"/>
                </a:lnTo>
                <a:lnTo>
                  <a:pt x="10644" y="1738"/>
                </a:lnTo>
                <a:lnTo>
                  <a:pt x="10635" y="1727"/>
                </a:lnTo>
                <a:lnTo>
                  <a:pt x="10627" y="1714"/>
                </a:lnTo>
                <a:lnTo>
                  <a:pt x="10618" y="1700"/>
                </a:lnTo>
                <a:lnTo>
                  <a:pt x="10612" y="1684"/>
                </a:lnTo>
                <a:lnTo>
                  <a:pt x="10606" y="1668"/>
                </a:lnTo>
                <a:lnTo>
                  <a:pt x="10601" y="1651"/>
                </a:lnTo>
                <a:lnTo>
                  <a:pt x="10596" y="1632"/>
                </a:lnTo>
                <a:lnTo>
                  <a:pt x="10593" y="1613"/>
                </a:lnTo>
                <a:lnTo>
                  <a:pt x="10591" y="1593"/>
                </a:lnTo>
                <a:lnTo>
                  <a:pt x="10591" y="1573"/>
                </a:lnTo>
                <a:lnTo>
                  <a:pt x="10591" y="1568"/>
                </a:lnTo>
                <a:lnTo>
                  <a:pt x="10591" y="1567"/>
                </a:lnTo>
                <a:lnTo>
                  <a:pt x="10591" y="1567"/>
                </a:lnTo>
                <a:lnTo>
                  <a:pt x="10591" y="1567"/>
                </a:lnTo>
                <a:lnTo>
                  <a:pt x="10591" y="0"/>
                </a:lnTo>
                <a:lnTo>
                  <a:pt x="730" y="0"/>
                </a:lnTo>
                <a:lnTo>
                  <a:pt x="730" y="1567"/>
                </a:lnTo>
                <a:lnTo>
                  <a:pt x="730" y="1567"/>
                </a:lnTo>
                <a:lnTo>
                  <a:pt x="730" y="1567"/>
                </a:lnTo>
                <a:lnTo>
                  <a:pt x="730" y="1568"/>
                </a:lnTo>
                <a:lnTo>
                  <a:pt x="730" y="1573"/>
                </a:lnTo>
                <a:lnTo>
                  <a:pt x="730" y="1593"/>
                </a:lnTo>
                <a:lnTo>
                  <a:pt x="728" y="1613"/>
                </a:lnTo>
                <a:lnTo>
                  <a:pt x="725" y="1632"/>
                </a:lnTo>
                <a:lnTo>
                  <a:pt x="721" y="1651"/>
                </a:lnTo>
                <a:lnTo>
                  <a:pt x="716" y="1668"/>
                </a:lnTo>
                <a:lnTo>
                  <a:pt x="709" y="1684"/>
                </a:lnTo>
                <a:lnTo>
                  <a:pt x="702" y="1700"/>
                </a:lnTo>
                <a:lnTo>
                  <a:pt x="695" y="1714"/>
                </a:lnTo>
                <a:lnTo>
                  <a:pt x="686" y="1727"/>
                </a:lnTo>
                <a:lnTo>
                  <a:pt x="677" y="1738"/>
                </a:lnTo>
                <a:lnTo>
                  <a:pt x="667" y="1748"/>
                </a:lnTo>
                <a:lnTo>
                  <a:pt x="656" y="1757"/>
                </a:lnTo>
                <a:lnTo>
                  <a:pt x="645" y="1763"/>
                </a:lnTo>
                <a:lnTo>
                  <a:pt x="634" y="1768"/>
                </a:lnTo>
                <a:lnTo>
                  <a:pt x="622" y="1772"/>
                </a:lnTo>
                <a:lnTo>
                  <a:pt x="611" y="1773"/>
                </a:lnTo>
                <a:lnTo>
                  <a:pt x="600" y="1772"/>
                </a:lnTo>
                <a:lnTo>
                  <a:pt x="590" y="1767"/>
                </a:lnTo>
                <a:lnTo>
                  <a:pt x="580" y="1762"/>
                </a:lnTo>
                <a:lnTo>
                  <a:pt x="570" y="1753"/>
                </a:lnTo>
                <a:lnTo>
                  <a:pt x="561" y="1745"/>
                </a:lnTo>
                <a:lnTo>
                  <a:pt x="551" y="1734"/>
                </a:lnTo>
                <a:lnTo>
                  <a:pt x="543" y="1722"/>
                </a:lnTo>
                <a:lnTo>
                  <a:pt x="535" y="1711"/>
                </a:lnTo>
                <a:lnTo>
                  <a:pt x="509" y="1669"/>
                </a:lnTo>
                <a:lnTo>
                  <a:pt x="500" y="1651"/>
                </a:lnTo>
                <a:lnTo>
                  <a:pt x="491" y="1623"/>
                </a:lnTo>
                <a:lnTo>
                  <a:pt x="481" y="1597"/>
                </a:lnTo>
                <a:lnTo>
                  <a:pt x="470" y="1571"/>
                </a:lnTo>
                <a:lnTo>
                  <a:pt x="459" y="1547"/>
                </a:lnTo>
                <a:lnTo>
                  <a:pt x="447" y="1525"/>
                </a:lnTo>
                <a:lnTo>
                  <a:pt x="433" y="1504"/>
                </a:lnTo>
                <a:lnTo>
                  <a:pt x="418" y="1486"/>
                </a:lnTo>
                <a:lnTo>
                  <a:pt x="403" y="1467"/>
                </a:lnTo>
                <a:lnTo>
                  <a:pt x="389" y="1452"/>
                </a:lnTo>
                <a:lnTo>
                  <a:pt x="372" y="1437"/>
                </a:lnTo>
                <a:lnTo>
                  <a:pt x="355" y="1426"/>
                </a:lnTo>
                <a:lnTo>
                  <a:pt x="338" y="1416"/>
                </a:lnTo>
                <a:lnTo>
                  <a:pt x="321" y="1408"/>
                </a:lnTo>
                <a:lnTo>
                  <a:pt x="302" y="1403"/>
                </a:lnTo>
                <a:lnTo>
                  <a:pt x="284" y="1399"/>
                </a:lnTo>
                <a:lnTo>
                  <a:pt x="265" y="1398"/>
                </a:lnTo>
                <a:lnTo>
                  <a:pt x="252" y="1398"/>
                </a:lnTo>
                <a:lnTo>
                  <a:pt x="238" y="1400"/>
                </a:lnTo>
                <a:lnTo>
                  <a:pt x="224" y="1403"/>
                </a:lnTo>
                <a:lnTo>
                  <a:pt x="211" y="1407"/>
                </a:lnTo>
                <a:lnTo>
                  <a:pt x="198" y="1413"/>
                </a:lnTo>
                <a:lnTo>
                  <a:pt x="186" y="1419"/>
                </a:lnTo>
                <a:lnTo>
                  <a:pt x="174" y="1426"/>
                </a:lnTo>
                <a:lnTo>
                  <a:pt x="161" y="1435"/>
                </a:lnTo>
                <a:lnTo>
                  <a:pt x="150" y="1444"/>
                </a:lnTo>
                <a:lnTo>
                  <a:pt x="138" y="1455"/>
                </a:lnTo>
                <a:lnTo>
                  <a:pt x="127" y="1466"/>
                </a:lnTo>
                <a:lnTo>
                  <a:pt x="117" y="1478"/>
                </a:lnTo>
                <a:lnTo>
                  <a:pt x="106" y="1490"/>
                </a:lnTo>
                <a:lnTo>
                  <a:pt x="96" y="1505"/>
                </a:lnTo>
                <a:lnTo>
                  <a:pt x="86" y="1520"/>
                </a:lnTo>
                <a:lnTo>
                  <a:pt x="77" y="1535"/>
                </a:lnTo>
                <a:lnTo>
                  <a:pt x="69" y="1551"/>
                </a:lnTo>
                <a:lnTo>
                  <a:pt x="60" y="1568"/>
                </a:lnTo>
                <a:lnTo>
                  <a:pt x="53" y="1585"/>
                </a:lnTo>
                <a:lnTo>
                  <a:pt x="45" y="1604"/>
                </a:lnTo>
                <a:lnTo>
                  <a:pt x="38" y="1624"/>
                </a:lnTo>
                <a:lnTo>
                  <a:pt x="32" y="1643"/>
                </a:lnTo>
                <a:lnTo>
                  <a:pt x="26" y="1663"/>
                </a:lnTo>
                <a:lnTo>
                  <a:pt x="21" y="1684"/>
                </a:lnTo>
                <a:lnTo>
                  <a:pt x="16" y="1705"/>
                </a:lnTo>
                <a:lnTo>
                  <a:pt x="12" y="1727"/>
                </a:lnTo>
                <a:lnTo>
                  <a:pt x="8" y="1750"/>
                </a:lnTo>
                <a:lnTo>
                  <a:pt x="6" y="1772"/>
                </a:lnTo>
                <a:lnTo>
                  <a:pt x="3" y="1795"/>
                </a:lnTo>
                <a:lnTo>
                  <a:pt x="1" y="1819"/>
                </a:lnTo>
                <a:lnTo>
                  <a:pt x="0" y="1842"/>
                </a:lnTo>
                <a:lnTo>
                  <a:pt x="0" y="1867"/>
                </a:lnTo>
                <a:lnTo>
                  <a:pt x="0" y="1890"/>
                </a:lnTo>
                <a:lnTo>
                  <a:pt x="1" y="1915"/>
                </a:lnTo>
                <a:lnTo>
                  <a:pt x="3" y="1938"/>
                </a:lnTo>
                <a:lnTo>
                  <a:pt x="6" y="1962"/>
                </a:lnTo>
                <a:lnTo>
                  <a:pt x="8" y="1984"/>
                </a:lnTo>
                <a:lnTo>
                  <a:pt x="12" y="2006"/>
                </a:lnTo>
                <a:lnTo>
                  <a:pt x="16" y="2028"/>
                </a:lnTo>
                <a:lnTo>
                  <a:pt x="21" y="2049"/>
                </a:lnTo>
                <a:lnTo>
                  <a:pt x="26" y="2070"/>
                </a:lnTo>
                <a:lnTo>
                  <a:pt x="32" y="2090"/>
                </a:lnTo>
                <a:lnTo>
                  <a:pt x="38" y="2110"/>
                </a:lnTo>
                <a:lnTo>
                  <a:pt x="45" y="2128"/>
                </a:lnTo>
                <a:lnTo>
                  <a:pt x="53" y="2147"/>
                </a:lnTo>
                <a:lnTo>
                  <a:pt x="60" y="2165"/>
                </a:lnTo>
                <a:lnTo>
                  <a:pt x="69" y="2181"/>
                </a:lnTo>
                <a:lnTo>
                  <a:pt x="77" y="2199"/>
                </a:lnTo>
                <a:lnTo>
                  <a:pt x="86" y="2214"/>
                </a:lnTo>
                <a:lnTo>
                  <a:pt x="96" y="2228"/>
                </a:lnTo>
                <a:lnTo>
                  <a:pt x="106" y="2243"/>
                </a:lnTo>
                <a:lnTo>
                  <a:pt x="117" y="2256"/>
                </a:lnTo>
                <a:lnTo>
                  <a:pt x="127" y="2268"/>
                </a:lnTo>
                <a:lnTo>
                  <a:pt x="138" y="2279"/>
                </a:lnTo>
                <a:lnTo>
                  <a:pt x="150" y="2290"/>
                </a:lnTo>
                <a:lnTo>
                  <a:pt x="161" y="2299"/>
                </a:lnTo>
                <a:lnTo>
                  <a:pt x="174" y="2307"/>
                </a:lnTo>
                <a:lnTo>
                  <a:pt x="186" y="2315"/>
                </a:lnTo>
                <a:lnTo>
                  <a:pt x="198" y="2321"/>
                </a:lnTo>
                <a:lnTo>
                  <a:pt x="211" y="2326"/>
                </a:lnTo>
                <a:lnTo>
                  <a:pt x="224" y="2331"/>
                </a:lnTo>
                <a:lnTo>
                  <a:pt x="238" y="2333"/>
                </a:lnTo>
                <a:lnTo>
                  <a:pt x="252" y="2336"/>
                </a:lnTo>
                <a:lnTo>
                  <a:pt x="265" y="2336"/>
                </a:lnTo>
                <a:lnTo>
                  <a:pt x="284" y="2335"/>
                </a:lnTo>
                <a:lnTo>
                  <a:pt x="302" y="2331"/>
                </a:lnTo>
                <a:lnTo>
                  <a:pt x="321" y="2326"/>
                </a:lnTo>
                <a:lnTo>
                  <a:pt x="338" y="2317"/>
                </a:lnTo>
                <a:lnTo>
                  <a:pt x="355" y="2307"/>
                </a:lnTo>
                <a:lnTo>
                  <a:pt x="371" y="2296"/>
                </a:lnTo>
                <a:lnTo>
                  <a:pt x="389" y="2281"/>
                </a:lnTo>
                <a:lnTo>
                  <a:pt x="403" y="2267"/>
                </a:lnTo>
                <a:lnTo>
                  <a:pt x="418" y="2249"/>
                </a:lnTo>
                <a:lnTo>
                  <a:pt x="432" y="2230"/>
                </a:lnTo>
                <a:lnTo>
                  <a:pt x="445" y="2209"/>
                </a:lnTo>
                <a:lnTo>
                  <a:pt x="458" y="2186"/>
                </a:lnTo>
                <a:lnTo>
                  <a:pt x="470" y="2163"/>
                </a:lnTo>
                <a:lnTo>
                  <a:pt x="480" y="2138"/>
                </a:lnTo>
                <a:lnTo>
                  <a:pt x="490" y="2112"/>
                </a:lnTo>
                <a:lnTo>
                  <a:pt x="500" y="2084"/>
                </a:lnTo>
                <a:lnTo>
                  <a:pt x="509" y="2064"/>
                </a:lnTo>
                <a:lnTo>
                  <a:pt x="535" y="2021"/>
                </a:lnTo>
                <a:lnTo>
                  <a:pt x="544" y="2010"/>
                </a:lnTo>
                <a:lnTo>
                  <a:pt x="553" y="1999"/>
                </a:lnTo>
                <a:lnTo>
                  <a:pt x="563" y="1988"/>
                </a:lnTo>
                <a:lnTo>
                  <a:pt x="572" y="1978"/>
                </a:lnTo>
                <a:lnTo>
                  <a:pt x="581" y="1970"/>
                </a:lnTo>
                <a:lnTo>
                  <a:pt x="591" y="1964"/>
                </a:lnTo>
                <a:lnTo>
                  <a:pt x="601" y="1961"/>
                </a:lnTo>
                <a:lnTo>
                  <a:pt x="611" y="1958"/>
                </a:lnTo>
                <a:lnTo>
                  <a:pt x="622" y="1959"/>
                </a:lnTo>
                <a:lnTo>
                  <a:pt x="634" y="1963"/>
                </a:lnTo>
                <a:lnTo>
                  <a:pt x="645" y="1968"/>
                </a:lnTo>
                <a:lnTo>
                  <a:pt x="656" y="1974"/>
                </a:lnTo>
                <a:lnTo>
                  <a:pt x="667" y="1983"/>
                </a:lnTo>
                <a:lnTo>
                  <a:pt x="677" y="1993"/>
                </a:lnTo>
                <a:lnTo>
                  <a:pt x="686" y="2004"/>
                </a:lnTo>
                <a:lnTo>
                  <a:pt x="695" y="2017"/>
                </a:lnTo>
                <a:lnTo>
                  <a:pt x="702" y="2031"/>
                </a:lnTo>
                <a:lnTo>
                  <a:pt x="709" y="2047"/>
                </a:lnTo>
                <a:lnTo>
                  <a:pt x="716" y="2063"/>
                </a:lnTo>
                <a:lnTo>
                  <a:pt x="721" y="2080"/>
                </a:lnTo>
                <a:lnTo>
                  <a:pt x="725" y="2099"/>
                </a:lnTo>
                <a:lnTo>
                  <a:pt x="728" y="2119"/>
                </a:lnTo>
                <a:lnTo>
                  <a:pt x="730" y="2138"/>
                </a:lnTo>
                <a:lnTo>
                  <a:pt x="730" y="2159"/>
                </a:lnTo>
                <a:lnTo>
                  <a:pt x="730" y="2163"/>
                </a:lnTo>
                <a:lnTo>
                  <a:pt x="730" y="2164"/>
                </a:lnTo>
                <a:lnTo>
                  <a:pt x="730" y="2164"/>
                </a:lnTo>
                <a:lnTo>
                  <a:pt x="730" y="3734"/>
                </a:lnTo>
                <a:lnTo>
                  <a:pt x="2908" y="3734"/>
                </a:lnTo>
                <a:lnTo>
                  <a:pt x="2927" y="3735"/>
                </a:lnTo>
                <a:lnTo>
                  <a:pt x="2947" y="3738"/>
                </a:lnTo>
                <a:lnTo>
                  <a:pt x="2966" y="3740"/>
                </a:lnTo>
                <a:lnTo>
                  <a:pt x="2983" y="3745"/>
                </a:lnTo>
                <a:lnTo>
                  <a:pt x="3000" y="3750"/>
                </a:lnTo>
                <a:lnTo>
                  <a:pt x="3016" y="3756"/>
                </a:lnTo>
                <a:lnTo>
                  <a:pt x="3031" y="3762"/>
                </a:lnTo>
                <a:lnTo>
                  <a:pt x="3045" y="3771"/>
                </a:lnTo>
                <a:lnTo>
                  <a:pt x="3057" y="3780"/>
                </a:lnTo>
                <a:lnTo>
                  <a:pt x="3068" y="3788"/>
                </a:lnTo>
                <a:lnTo>
                  <a:pt x="3078" y="3798"/>
                </a:lnTo>
                <a:lnTo>
                  <a:pt x="3087" y="3808"/>
                </a:lnTo>
                <a:lnTo>
                  <a:pt x="3093" y="3819"/>
                </a:lnTo>
                <a:lnTo>
                  <a:pt x="3098" y="3830"/>
                </a:lnTo>
                <a:lnTo>
                  <a:pt x="3100" y="3842"/>
                </a:lnTo>
                <a:lnTo>
                  <a:pt x="3101" y="3854"/>
                </a:lnTo>
                <a:lnTo>
                  <a:pt x="3100" y="3863"/>
                </a:lnTo>
                <a:lnTo>
                  <a:pt x="3096" y="3875"/>
                </a:lnTo>
                <a:lnTo>
                  <a:pt x="3090" y="3884"/>
                </a:lnTo>
                <a:lnTo>
                  <a:pt x="3083" y="3893"/>
                </a:lnTo>
                <a:lnTo>
                  <a:pt x="3073" y="3903"/>
                </a:lnTo>
                <a:lnTo>
                  <a:pt x="3063" y="3913"/>
                </a:lnTo>
                <a:lnTo>
                  <a:pt x="3052" y="3921"/>
                </a:lnTo>
                <a:lnTo>
                  <a:pt x="3041" y="3929"/>
                </a:lnTo>
                <a:lnTo>
                  <a:pt x="2999" y="3955"/>
                </a:lnTo>
                <a:lnTo>
                  <a:pt x="2979" y="3965"/>
                </a:lnTo>
                <a:lnTo>
                  <a:pt x="2952" y="3973"/>
                </a:lnTo>
                <a:lnTo>
                  <a:pt x="2925" y="3983"/>
                </a:lnTo>
                <a:lnTo>
                  <a:pt x="2900" y="3994"/>
                </a:lnTo>
                <a:lnTo>
                  <a:pt x="2877" y="4005"/>
                </a:lnTo>
                <a:lnTo>
                  <a:pt x="2855" y="4018"/>
                </a:lnTo>
                <a:lnTo>
                  <a:pt x="2834" y="4031"/>
                </a:lnTo>
                <a:lnTo>
                  <a:pt x="2814" y="4045"/>
                </a:lnTo>
                <a:lnTo>
                  <a:pt x="2797" y="4060"/>
                </a:lnTo>
                <a:lnTo>
                  <a:pt x="2780" y="4076"/>
                </a:lnTo>
                <a:lnTo>
                  <a:pt x="2767" y="4092"/>
                </a:lnTo>
                <a:lnTo>
                  <a:pt x="2755" y="4109"/>
                </a:lnTo>
                <a:lnTo>
                  <a:pt x="2745" y="4126"/>
                </a:lnTo>
                <a:lnTo>
                  <a:pt x="2737" y="4144"/>
                </a:lnTo>
                <a:lnTo>
                  <a:pt x="2731" y="4162"/>
                </a:lnTo>
                <a:lnTo>
                  <a:pt x="2727" y="4181"/>
                </a:lnTo>
                <a:lnTo>
                  <a:pt x="2726" y="4199"/>
                </a:lnTo>
                <a:lnTo>
                  <a:pt x="2727" y="4213"/>
                </a:lnTo>
                <a:lnTo>
                  <a:pt x="2729" y="4226"/>
                </a:lnTo>
                <a:lnTo>
                  <a:pt x="2732" y="4240"/>
                </a:lnTo>
                <a:lnTo>
                  <a:pt x="2736" y="4252"/>
                </a:lnTo>
                <a:lnTo>
                  <a:pt x="2741" y="4266"/>
                </a:lnTo>
                <a:lnTo>
                  <a:pt x="2747" y="4278"/>
                </a:lnTo>
                <a:lnTo>
                  <a:pt x="2755" y="4290"/>
                </a:lnTo>
                <a:lnTo>
                  <a:pt x="2763" y="4303"/>
                </a:lnTo>
                <a:lnTo>
                  <a:pt x="2773" y="4314"/>
                </a:lnTo>
                <a:lnTo>
                  <a:pt x="2783" y="4325"/>
                </a:lnTo>
                <a:lnTo>
                  <a:pt x="2794" y="4336"/>
                </a:lnTo>
                <a:lnTo>
                  <a:pt x="2806" y="4347"/>
                </a:lnTo>
                <a:lnTo>
                  <a:pt x="2820" y="4358"/>
                </a:lnTo>
                <a:lnTo>
                  <a:pt x="2834" y="4368"/>
                </a:lnTo>
                <a:lnTo>
                  <a:pt x="2848" y="4377"/>
                </a:lnTo>
                <a:lnTo>
                  <a:pt x="2864" y="4387"/>
                </a:lnTo>
                <a:lnTo>
                  <a:pt x="2880" y="4395"/>
                </a:lnTo>
                <a:lnTo>
                  <a:pt x="2898" y="4404"/>
                </a:lnTo>
                <a:lnTo>
                  <a:pt x="2915" y="4411"/>
                </a:lnTo>
                <a:lnTo>
                  <a:pt x="2934" y="4419"/>
                </a:lnTo>
                <a:lnTo>
                  <a:pt x="2952" y="4426"/>
                </a:lnTo>
                <a:lnTo>
                  <a:pt x="2972" y="4432"/>
                </a:lnTo>
                <a:lnTo>
                  <a:pt x="2993" y="4438"/>
                </a:lnTo>
                <a:lnTo>
                  <a:pt x="3013" y="4443"/>
                </a:lnTo>
                <a:lnTo>
                  <a:pt x="3035" y="4448"/>
                </a:lnTo>
                <a:lnTo>
                  <a:pt x="3056" y="4452"/>
                </a:lnTo>
                <a:lnTo>
                  <a:pt x="3078" y="4456"/>
                </a:lnTo>
                <a:lnTo>
                  <a:pt x="3101" y="4458"/>
                </a:lnTo>
                <a:lnTo>
                  <a:pt x="3125" y="4461"/>
                </a:lnTo>
                <a:lnTo>
                  <a:pt x="3148" y="4463"/>
                </a:lnTo>
                <a:lnTo>
                  <a:pt x="3172" y="4463"/>
                </a:lnTo>
                <a:lnTo>
                  <a:pt x="3195" y="4464"/>
                </a:lnTo>
                <a:lnTo>
                  <a:pt x="3220" y="4463"/>
                </a:lnTo>
                <a:lnTo>
                  <a:pt x="3243" y="4463"/>
                </a:lnTo>
                <a:lnTo>
                  <a:pt x="3267" y="4461"/>
                </a:lnTo>
                <a:lnTo>
                  <a:pt x="3290" y="4458"/>
                </a:lnTo>
                <a:lnTo>
                  <a:pt x="3312" y="4456"/>
                </a:lnTo>
                <a:lnTo>
                  <a:pt x="3335" y="4452"/>
                </a:lnTo>
                <a:lnTo>
                  <a:pt x="3357" y="4448"/>
                </a:lnTo>
                <a:lnTo>
                  <a:pt x="3378" y="4443"/>
                </a:lnTo>
                <a:lnTo>
                  <a:pt x="3399" y="4438"/>
                </a:lnTo>
                <a:lnTo>
                  <a:pt x="3420" y="4432"/>
                </a:lnTo>
                <a:lnTo>
                  <a:pt x="3440" y="4426"/>
                </a:lnTo>
                <a:lnTo>
                  <a:pt x="3458" y="4419"/>
                </a:lnTo>
                <a:lnTo>
                  <a:pt x="3477" y="4411"/>
                </a:lnTo>
                <a:lnTo>
                  <a:pt x="3494" y="4404"/>
                </a:lnTo>
                <a:lnTo>
                  <a:pt x="3511" y="4395"/>
                </a:lnTo>
                <a:lnTo>
                  <a:pt x="3527" y="4387"/>
                </a:lnTo>
                <a:lnTo>
                  <a:pt x="3543" y="4377"/>
                </a:lnTo>
                <a:lnTo>
                  <a:pt x="3558" y="4368"/>
                </a:lnTo>
                <a:lnTo>
                  <a:pt x="3572" y="4358"/>
                </a:lnTo>
                <a:lnTo>
                  <a:pt x="3585" y="4347"/>
                </a:lnTo>
                <a:lnTo>
                  <a:pt x="3598" y="4336"/>
                </a:lnTo>
                <a:lnTo>
                  <a:pt x="3609" y="4325"/>
                </a:lnTo>
                <a:lnTo>
                  <a:pt x="3619" y="4314"/>
                </a:lnTo>
                <a:lnTo>
                  <a:pt x="3628" y="4303"/>
                </a:lnTo>
                <a:lnTo>
                  <a:pt x="3637" y="4290"/>
                </a:lnTo>
                <a:lnTo>
                  <a:pt x="3643" y="4278"/>
                </a:lnTo>
                <a:lnTo>
                  <a:pt x="3651" y="4266"/>
                </a:lnTo>
                <a:lnTo>
                  <a:pt x="3656" y="4252"/>
                </a:lnTo>
                <a:lnTo>
                  <a:pt x="3659" y="4240"/>
                </a:lnTo>
                <a:lnTo>
                  <a:pt x="3663" y="4226"/>
                </a:lnTo>
                <a:lnTo>
                  <a:pt x="3664" y="4213"/>
                </a:lnTo>
                <a:lnTo>
                  <a:pt x="3665" y="4199"/>
                </a:lnTo>
                <a:lnTo>
                  <a:pt x="3664" y="4181"/>
                </a:lnTo>
                <a:lnTo>
                  <a:pt x="3661" y="4162"/>
                </a:lnTo>
                <a:lnTo>
                  <a:pt x="3654" y="4144"/>
                </a:lnTo>
                <a:lnTo>
                  <a:pt x="3647" y="4126"/>
                </a:lnTo>
                <a:lnTo>
                  <a:pt x="3637" y="4109"/>
                </a:lnTo>
                <a:lnTo>
                  <a:pt x="3625" y="4092"/>
                </a:lnTo>
                <a:lnTo>
                  <a:pt x="3611" y="4076"/>
                </a:lnTo>
                <a:lnTo>
                  <a:pt x="3595" y="4061"/>
                </a:lnTo>
                <a:lnTo>
                  <a:pt x="3578" y="4046"/>
                </a:lnTo>
                <a:lnTo>
                  <a:pt x="3559" y="4031"/>
                </a:lnTo>
                <a:lnTo>
                  <a:pt x="3538" y="4019"/>
                </a:lnTo>
                <a:lnTo>
                  <a:pt x="3516" y="4005"/>
                </a:lnTo>
                <a:lnTo>
                  <a:pt x="3493" y="3994"/>
                </a:lnTo>
                <a:lnTo>
                  <a:pt x="3467" y="3983"/>
                </a:lnTo>
                <a:lnTo>
                  <a:pt x="3441" y="3973"/>
                </a:lnTo>
                <a:lnTo>
                  <a:pt x="3414" y="3965"/>
                </a:lnTo>
                <a:lnTo>
                  <a:pt x="3394" y="3955"/>
                </a:lnTo>
                <a:lnTo>
                  <a:pt x="3351" y="3928"/>
                </a:lnTo>
                <a:lnTo>
                  <a:pt x="3338" y="3920"/>
                </a:lnTo>
                <a:lnTo>
                  <a:pt x="3327" y="3910"/>
                </a:lnTo>
                <a:lnTo>
                  <a:pt x="3317" y="3902"/>
                </a:lnTo>
                <a:lnTo>
                  <a:pt x="3308" y="3892"/>
                </a:lnTo>
                <a:lnTo>
                  <a:pt x="3299" y="3883"/>
                </a:lnTo>
                <a:lnTo>
                  <a:pt x="3293" y="3873"/>
                </a:lnTo>
                <a:lnTo>
                  <a:pt x="3289" y="3863"/>
                </a:lnTo>
                <a:lnTo>
                  <a:pt x="3288" y="3854"/>
                </a:lnTo>
                <a:lnTo>
                  <a:pt x="3289" y="3842"/>
                </a:lnTo>
                <a:lnTo>
                  <a:pt x="3291" y="3830"/>
                </a:lnTo>
                <a:lnTo>
                  <a:pt x="3296" y="3819"/>
                </a:lnTo>
                <a:lnTo>
                  <a:pt x="3303" y="3808"/>
                </a:lnTo>
                <a:lnTo>
                  <a:pt x="3311" y="3798"/>
                </a:lnTo>
                <a:lnTo>
                  <a:pt x="3321" y="3788"/>
                </a:lnTo>
                <a:lnTo>
                  <a:pt x="3332" y="3780"/>
                </a:lnTo>
                <a:lnTo>
                  <a:pt x="3345" y="3771"/>
                </a:lnTo>
                <a:lnTo>
                  <a:pt x="3358" y="3762"/>
                </a:lnTo>
                <a:lnTo>
                  <a:pt x="3373" y="3756"/>
                </a:lnTo>
                <a:lnTo>
                  <a:pt x="3389" y="3750"/>
                </a:lnTo>
                <a:lnTo>
                  <a:pt x="3406" y="3745"/>
                </a:lnTo>
                <a:lnTo>
                  <a:pt x="3424" y="3740"/>
                </a:lnTo>
                <a:lnTo>
                  <a:pt x="3442" y="3738"/>
                </a:lnTo>
                <a:lnTo>
                  <a:pt x="3462" y="3735"/>
                </a:lnTo>
                <a:lnTo>
                  <a:pt x="3482" y="3734"/>
                </a:lnTo>
                <a:lnTo>
                  <a:pt x="7840" y="3734"/>
                </a:lnTo>
                <a:lnTo>
                  <a:pt x="7859" y="3735"/>
                </a:lnTo>
                <a:lnTo>
                  <a:pt x="7879" y="3738"/>
                </a:lnTo>
                <a:lnTo>
                  <a:pt x="7898" y="3740"/>
                </a:lnTo>
                <a:lnTo>
                  <a:pt x="7915" y="3745"/>
                </a:lnTo>
                <a:lnTo>
                  <a:pt x="7932" y="3750"/>
                </a:lnTo>
                <a:lnTo>
                  <a:pt x="7948" y="3756"/>
                </a:lnTo>
                <a:lnTo>
                  <a:pt x="7963" y="3762"/>
                </a:lnTo>
                <a:lnTo>
                  <a:pt x="7977" y="3771"/>
                </a:lnTo>
                <a:lnTo>
                  <a:pt x="7989" y="3780"/>
                </a:lnTo>
                <a:lnTo>
                  <a:pt x="8000" y="3788"/>
                </a:lnTo>
                <a:lnTo>
                  <a:pt x="8010" y="3798"/>
                </a:lnTo>
                <a:lnTo>
                  <a:pt x="8019" y="3808"/>
                </a:lnTo>
                <a:lnTo>
                  <a:pt x="8025" y="3819"/>
                </a:lnTo>
                <a:lnTo>
                  <a:pt x="8030" y="3830"/>
                </a:lnTo>
                <a:lnTo>
                  <a:pt x="8032" y="3842"/>
                </a:lnTo>
                <a:lnTo>
                  <a:pt x="8033" y="3854"/>
                </a:lnTo>
                <a:lnTo>
                  <a:pt x="8032" y="3863"/>
                </a:lnTo>
                <a:lnTo>
                  <a:pt x="8029" y="3873"/>
                </a:lnTo>
                <a:lnTo>
                  <a:pt x="8021" y="3883"/>
                </a:lnTo>
                <a:lnTo>
                  <a:pt x="8014" y="3892"/>
                </a:lnTo>
                <a:lnTo>
                  <a:pt x="8004" y="3902"/>
                </a:lnTo>
                <a:lnTo>
                  <a:pt x="7994" y="3910"/>
                </a:lnTo>
                <a:lnTo>
                  <a:pt x="7982" y="3920"/>
                </a:lnTo>
                <a:lnTo>
                  <a:pt x="7971" y="3928"/>
                </a:lnTo>
                <a:lnTo>
                  <a:pt x="7927" y="3955"/>
                </a:lnTo>
                <a:lnTo>
                  <a:pt x="7908" y="3965"/>
                </a:lnTo>
                <a:lnTo>
                  <a:pt x="7880" y="3973"/>
                </a:lnTo>
                <a:lnTo>
                  <a:pt x="7853" y="3983"/>
                </a:lnTo>
                <a:lnTo>
                  <a:pt x="7829" y="3994"/>
                </a:lnTo>
                <a:lnTo>
                  <a:pt x="7805" y="4005"/>
                </a:lnTo>
                <a:lnTo>
                  <a:pt x="7783" y="4019"/>
                </a:lnTo>
                <a:lnTo>
                  <a:pt x="7762" y="4031"/>
                </a:lnTo>
                <a:lnTo>
                  <a:pt x="7743" y="4046"/>
                </a:lnTo>
                <a:lnTo>
                  <a:pt x="7726" y="4061"/>
                </a:lnTo>
                <a:lnTo>
                  <a:pt x="7710" y="4076"/>
                </a:lnTo>
                <a:lnTo>
                  <a:pt x="7697" y="4092"/>
                </a:lnTo>
                <a:lnTo>
                  <a:pt x="7684" y="4109"/>
                </a:lnTo>
                <a:lnTo>
                  <a:pt x="7674" y="4126"/>
                </a:lnTo>
                <a:lnTo>
                  <a:pt x="7667" y="4144"/>
                </a:lnTo>
                <a:lnTo>
                  <a:pt x="7661" y="4162"/>
                </a:lnTo>
                <a:lnTo>
                  <a:pt x="7657" y="4181"/>
                </a:lnTo>
                <a:lnTo>
                  <a:pt x="7656" y="4199"/>
                </a:lnTo>
                <a:lnTo>
                  <a:pt x="7657" y="4213"/>
                </a:lnTo>
                <a:lnTo>
                  <a:pt x="7658" y="4226"/>
                </a:lnTo>
                <a:lnTo>
                  <a:pt x="7662" y="4240"/>
                </a:lnTo>
                <a:lnTo>
                  <a:pt x="7666" y="4252"/>
                </a:lnTo>
                <a:lnTo>
                  <a:pt x="7671" y="4266"/>
                </a:lnTo>
                <a:lnTo>
                  <a:pt x="7677" y="4278"/>
                </a:lnTo>
                <a:lnTo>
                  <a:pt x="7684" y="4290"/>
                </a:lnTo>
                <a:lnTo>
                  <a:pt x="7693" y="4303"/>
                </a:lnTo>
                <a:lnTo>
                  <a:pt x="7703" y="4314"/>
                </a:lnTo>
                <a:lnTo>
                  <a:pt x="7713" y="4325"/>
                </a:lnTo>
                <a:lnTo>
                  <a:pt x="7724" y="4336"/>
                </a:lnTo>
                <a:lnTo>
                  <a:pt x="7736" y="4347"/>
                </a:lnTo>
                <a:lnTo>
                  <a:pt x="7750" y="4358"/>
                </a:lnTo>
                <a:lnTo>
                  <a:pt x="7763" y="4368"/>
                </a:lnTo>
                <a:lnTo>
                  <a:pt x="7778" y="4377"/>
                </a:lnTo>
                <a:lnTo>
                  <a:pt x="7794" y="4387"/>
                </a:lnTo>
                <a:lnTo>
                  <a:pt x="7810" y="4395"/>
                </a:lnTo>
                <a:lnTo>
                  <a:pt x="7827" y="4404"/>
                </a:lnTo>
                <a:lnTo>
                  <a:pt x="7845" y="4411"/>
                </a:lnTo>
                <a:lnTo>
                  <a:pt x="7863" y="4419"/>
                </a:lnTo>
                <a:lnTo>
                  <a:pt x="7882" y="4426"/>
                </a:lnTo>
                <a:lnTo>
                  <a:pt x="7901" y="4432"/>
                </a:lnTo>
                <a:lnTo>
                  <a:pt x="7922" y="4438"/>
                </a:lnTo>
                <a:lnTo>
                  <a:pt x="7942" y="4443"/>
                </a:lnTo>
                <a:lnTo>
                  <a:pt x="7964" y="4448"/>
                </a:lnTo>
                <a:lnTo>
                  <a:pt x="7985" y="4452"/>
                </a:lnTo>
                <a:lnTo>
                  <a:pt x="8008" y="4456"/>
                </a:lnTo>
                <a:lnTo>
                  <a:pt x="8031" y="4458"/>
                </a:lnTo>
                <a:lnTo>
                  <a:pt x="8054" y="4461"/>
                </a:lnTo>
                <a:lnTo>
                  <a:pt x="8078" y="4463"/>
                </a:lnTo>
                <a:lnTo>
                  <a:pt x="8101" y="4463"/>
                </a:lnTo>
                <a:lnTo>
                  <a:pt x="8125" y="4464"/>
                </a:lnTo>
                <a:lnTo>
                  <a:pt x="8149" y="4463"/>
                </a:lnTo>
                <a:lnTo>
                  <a:pt x="8173" y="4463"/>
                </a:lnTo>
                <a:lnTo>
                  <a:pt x="8196" y="4461"/>
                </a:lnTo>
                <a:lnTo>
                  <a:pt x="8220" y="4458"/>
                </a:lnTo>
                <a:lnTo>
                  <a:pt x="8242" y="4456"/>
                </a:lnTo>
                <a:lnTo>
                  <a:pt x="8264" y="4452"/>
                </a:lnTo>
                <a:lnTo>
                  <a:pt x="8286" y="4448"/>
                </a:lnTo>
                <a:lnTo>
                  <a:pt x="8307" y="4443"/>
                </a:lnTo>
                <a:lnTo>
                  <a:pt x="8328" y="4438"/>
                </a:lnTo>
                <a:lnTo>
                  <a:pt x="8349" y="4432"/>
                </a:lnTo>
                <a:lnTo>
                  <a:pt x="8369" y="4426"/>
                </a:lnTo>
                <a:lnTo>
                  <a:pt x="8388" y="4419"/>
                </a:lnTo>
                <a:lnTo>
                  <a:pt x="8406" y="4411"/>
                </a:lnTo>
                <a:lnTo>
                  <a:pt x="8423" y="4404"/>
                </a:lnTo>
                <a:lnTo>
                  <a:pt x="8441" y="4395"/>
                </a:lnTo>
                <a:lnTo>
                  <a:pt x="8457" y="4387"/>
                </a:lnTo>
                <a:lnTo>
                  <a:pt x="8473" y="4377"/>
                </a:lnTo>
                <a:lnTo>
                  <a:pt x="8488" y="4368"/>
                </a:lnTo>
                <a:lnTo>
                  <a:pt x="8501" y="4358"/>
                </a:lnTo>
                <a:lnTo>
                  <a:pt x="8515" y="4347"/>
                </a:lnTo>
                <a:lnTo>
                  <a:pt x="8527" y="4336"/>
                </a:lnTo>
                <a:lnTo>
                  <a:pt x="8538" y="4325"/>
                </a:lnTo>
                <a:lnTo>
                  <a:pt x="8548" y="4314"/>
                </a:lnTo>
                <a:lnTo>
                  <a:pt x="8558" y="4303"/>
                </a:lnTo>
                <a:lnTo>
                  <a:pt x="8567" y="4290"/>
                </a:lnTo>
                <a:lnTo>
                  <a:pt x="8574" y="4278"/>
                </a:lnTo>
                <a:lnTo>
                  <a:pt x="8580" y="4266"/>
                </a:lnTo>
                <a:lnTo>
                  <a:pt x="8585" y="4252"/>
                </a:lnTo>
                <a:lnTo>
                  <a:pt x="8589" y="4240"/>
                </a:lnTo>
                <a:lnTo>
                  <a:pt x="8593" y="4226"/>
                </a:lnTo>
                <a:lnTo>
                  <a:pt x="8594" y="4213"/>
                </a:lnTo>
                <a:lnTo>
                  <a:pt x="8595" y="4199"/>
                </a:lnTo>
                <a:lnTo>
                  <a:pt x="8594" y="4181"/>
                </a:lnTo>
                <a:lnTo>
                  <a:pt x="8590" y="4162"/>
                </a:lnTo>
                <a:lnTo>
                  <a:pt x="8584" y="4144"/>
                </a:lnTo>
                <a:lnTo>
                  <a:pt x="8577" y="4126"/>
                </a:lnTo>
                <a:lnTo>
                  <a:pt x="8567" y="4109"/>
                </a:lnTo>
                <a:lnTo>
                  <a:pt x="8554" y="4092"/>
                </a:lnTo>
                <a:lnTo>
                  <a:pt x="8541" y="4076"/>
                </a:lnTo>
                <a:lnTo>
                  <a:pt x="8525" y="4060"/>
                </a:lnTo>
                <a:lnTo>
                  <a:pt x="8507" y="4045"/>
                </a:lnTo>
                <a:lnTo>
                  <a:pt x="8488" y="4031"/>
                </a:lnTo>
                <a:lnTo>
                  <a:pt x="8467" y="4018"/>
                </a:lnTo>
                <a:lnTo>
                  <a:pt x="8444" y="4005"/>
                </a:lnTo>
                <a:lnTo>
                  <a:pt x="8421" y="3994"/>
                </a:lnTo>
                <a:lnTo>
                  <a:pt x="8396" y="3983"/>
                </a:lnTo>
                <a:lnTo>
                  <a:pt x="8369" y="3973"/>
                </a:lnTo>
                <a:lnTo>
                  <a:pt x="8342" y="3965"/>
                </a:lnTo>
                <a:lnTo>
                  <a:pt x="8322" y="3955"/>
                </a:lnTo>
                <a:lnTo>
                  <a:pt x="8280" y="3929"/>
                </a:lnTo>
                <a:lnTo>
                  <a:pt x="8269" y="3921"/>
                </a:lnTo>
                <a:lnTo>
                  <a:pt x="8258" y="3913"/>
                </a:lnTo>
                <a:lnTo>
                  <a:pt x="8248" y="3903"/>
                </a:lnTo>
                <a:lnTo>
                  <a:pt x="8238" y="3893"/>
                </a:lnTo>
                <a:lnTo>
                  <a:pt x="8231" y="3884"/>
                </a:lnTo>
                <a:lnTo>
                  <a:pt x="8225" y="3875"/>
                </a:lnTo>
                <a:lnTo>
                  <a:pt x="8221" y="3863"/>
                </a:lnTo>
                <a:lnTo>
                  <a:pt x="8220" y="3854"/>
                </a:lnTo>
                <a:lnTo>
                  <a:pt x="8221" y="3842"/>
                </a:lnTo>
                <a:lnTo>
                  <a:pt x="8224" y="3830"/>
                </a:lnTo>
                <a:lnTo>
                  <a:pt x="8228" y="3819"/>
                </a:lnTo>
                <a:lnTo>
                  <a:pt x="8235" y="3808"/>
                </a:lnTo>
                <a:lnTo>
                  <a:pt x="8243" y="3798"/>
                </a:lnTo>
                <a:lnTo>
                  <a:pt x="8253" y="3788"/>
                </a:lnTo>
                <a:lnTo>
                  <a:pt x="8264" y="3780"/>
                </a:lnTo>
                <a:lnTo>
                  <a:pt x="8277" y="3771"/>
                </a:lnTo>
                <a:lnTo>
                  <a:pt x="8290" y="3762"/>
                </a:lnTo>
                <a:lnTo>
                  <a:pt x="8305" y="3756"/>
                </a:lnTo>
                <a:lnTo>
                  <a:pt x="8321" y="3750"/>
                </a:lnTo>
                <a:lnTo>
                  <a:pt x="8338" y="3745"/>
                </a:lnTo>
                <a:lnTo>
                  <a:pt x="8356" y="3740"/>
                </a:lnTo>
                <a:lnTo>
                  <a:pt x="8374" y="3738"/>
                </a:lnTo>
                <a:lnTo>
                  <a:pt x="8394" y="3735"/>
                </a:lnTo>
                <a:lnTo>
                  <a:pt x="8414" y="3734"/>
                </a:lnTo>
                <a:lnTo>
                  <a:pt x="10591" y="3734"/>
                </a:lnTo>
                <a:lnTo>
                  <a:pt x="10591" y="2164"/>
                </a:lnTo>
                <a:lnTo>
                  <a:pt x="10591" y="2164"/>
                </a:lnTo>
                <a:lnTo>
                  <a:pt x="10591" y="2163"/>
                </a:lnTo>
                <a:lnTo>
                  <a:pt x="10591" y="2159"/>
                </a:lnTo>
                <a:lnTo>
                  <a:pt x="10591" y="2138"/>
                </a:lnTo>
                <a:lnTo>
                  <a:pt x="10593" y="2119"/>
                </a:lnTo>
                <a:lnTo>
                  <a:pt x="10596" y="2099"/>
                </a:lnTo>
                <a:lnTo>
                  <a:pt x="10601" y="2080"/>
                </a:lnTo>
                <a:lnTo>
                  <a:pt x="10606" y="2063"/>
                </a:lnTo>
                <a:lnTo>
                  <a:pt x="10612" y="2047"/>
                </a:lnTo>
                <a:lnTo>
                  <a:pt x="10618" y="2031"/>
                </a:lnTo>
                <a:lnTo>
                  <a:pt x="10627" y="2017"/>
                </a:lnTo>
                <a:lnTo>
                  <a:pt x="10635" y="2004"/>
                </a:lnTo>
                <a:lnTo>
                  <a:pt x="10644" y="1993"/>
                </a:lnTo>
                <a:lnTo>
                  <a:pt x="10654" y="1983"/>
                </a:lnTo>
                <a:lnTo>
                  <a:pt x="10665" y="1974"/>
                </a:lnTo>
                <a:lnTo>
                  <a:pt x="10676" y="1968"/>
                </a:lnTo>
                <a:lnTo>
                  <a:pt x="10687" y="1963"/>
                </a:lnTo>
                <a:lnTo>
                  <a:pt x="10698" y="1959"/>
                </a:lnTo>
                <a:lnTo>
                  <a:pt x="10711" y="1958"/>
                </a:lnTo>
                <a:lnTo>
                  <a:pt x="10720" y="1961"/>
                </a:lnTo>
                <a:lnTo>
                  <a:pt x="10730" y="1964"/>
                </a:lnTo>
                <a:lnTo>
                  <a:pt x="10740" y="1970"/>
                </a:lnTo>
                <a:lnTo>
                  <a:pt x="10749" y="1978"/>
                </a:lnTo>
                <a:lnTo>
                  <a:pt x="10759" y="1988"/>
                </a:lnTo>
                <a:lnTo>
                  <a:pt x="10767" y="1999"/>
                </a:lnTo>
                <a:lnTo>
                  <a:pt x="10777" y="2010"/>
                </a:lnTo>
                <a:lnTo>
                  <a:pt x="10785" y="2021"/>
                </a:lnTo>
                <a:lnTo>
                  <a:pt x="10812" y="2064"/>
                </a:lnTo>
                <a:lnTo>
                  <a:pt x="10822" y="2084"/>
                </a:lnTo>
                <a:lnTo>
                  <a:pt x="10830" y="2112"/>
                </a:lnTo>
                <a:lnTo>
                  <a:pt x="10840" y="2138"/>
                </a:lnTo>
                <a:lnTo>
                  <a:pt x="10851" y="2163"/>
                </a:lnTo>
                <a:lnTo>
                  <a:pt x="10864" y="2186"/>
                </a:lnTo>
                <a:lnTo>
                  <a:pt x="10876" y="2209"/>
                </a:lnTo>
                <a:lnTo>
                  <a:pt x="10888" y="2230"/>
                </a:lnTo>
                <a:lnTo>
                  <a:pt x="10903" y="2249"/>
                </a:lnTo>
                <a:lnTo>
                  <a:pt x="10918" y="2267"/>
                </a:lnTo>
                <a:lnTo>
                  <a:pt x="10933" y="2281"/>
                </a:lnTo>
                <a:lnTo>
                  <a:pt x="10949" y="2296"/>
                </a:lnTo>
                <a:lnTo>
                  <a:pt x="10966" y="2307"/>
                </a:lnTo>
                <a:lnTo>
                  <a:pt x="10983" y="2317"/>
                </a:lnTo>
                <a:lnTo>
                  <a:pt x="11001" y="2326"/>
                </a:lnTo>
                <a:lnTo>
                  <a:pt x="11019" y="2331"/>
                </a:lnTo>
                <a:lnTo>
                  <a:pt x="11038" y="2335"/>
                </a:lnTo>
                <a:lnTo>
                  <a:pt x="11056" y="2336"/>
                </a:lnTo>
                <a:lnTo>
                  <a:pt x="11070" y="2336"/>
                </a:lnTo>
                <a:lnTo>
                  <a:pt x="11083" y="2333"/>
                </a:lnTo>
                <a:lnTo>
                  <a:pt x="11097" y="2331"/>
                </a:lnTo>
                <a:lnTo>
                  <a:pt x="11110" y="2326"/>
                </a:lnTo>
                <a:lnTo>
                  <a:pt x="11123" y="2321"/>
                </a:lnTo>
                <a:lnTo>
                  <a:pt x="11135" y="2315"/>
                </a:lnTo>
                <a:lnTo>
                  <a:pt x="11147" y="2307"/>
                </a:lnTo>
                <a:lnTo>
                  <a:pt x="11160" y="2299"/>
                </a:lnTo>
                <a:lnTo>
                  <a:pt x="11171" y="2290"/>
                </a:lnTo>
                <a:lnTo>
                  <a:pt x="11183" y="2279"/>
                </a:lnTo>
                <a:lnTo>
                  <a:pt x="11193" y="2268"/>
                </a:lnTo>
                <a:lnTo>
                  <a:pt x="11204" y="2256"/>
                </a:lnTo>
                <a:lnTo>
                  <a:pt x="11215" y="2243"/>
                </a:lnTo>
                <a:lnTo>
                  <a:pt x="11225" y="2228"/>
                </a:lnTo>
                <a:lnTo>
                  <a:pt x="11234" y="2214"/>
                </a:lnTo>
                <a:lnTo>
                  <a:pt x="11244" y="2199"/>
                </a:lnTo>
                <a:lnTo>
                  <a:pt x="11252" y="2181"/>
                </a:lnTo>
                <a:lnTo>
                  <a:pt x="11261" y="2165"/>
                </a:lnTo>
                <a:lnTo>
                  <a:pt x="11268" y="2147"/>
                </a:lnTo>
                <a:lnTo>
                  <a:pt x="11276" y="2128"/>
                </a:lnTo>
                <a:lnTo>
                  <a:pt x="11283" y="2110"/>
                </a:lnTo>
                <a:lnTo>
                  <a:pt x="11289" y="2090"/>
                </a:lnTo>
                <a:lnTo>
                  <a:pt x="11296" y="2070"/>
                </a:lnTo>
                <a:lnTo>
                  <a:pt x="11301" y="2049"/>
                </a:lnTo>
                <a:lnTo>
                  <a:pt x="11305" y="2028"/>
                </a:lnTo>
                <a:lnTo>
                  <a:pt x="11309" y="2006"/>
                </a:lnTo>
                <a:lnTo>
                  <a:pt x="11313" y="1984"/>
                </a:lnTo>
                <a:lnTo>
                  <a:pt x="11315" y="1962"/>
                </a:lnTo>
                <a:lnTo>
                  <a:pt x="11318" y="1938"/>
                </a:lnTo>
                <a:lnTo>
                  <a:pt x="11320" y="1915"/>
                </a:lnTo>
                <a:lnTo>
                  <a:pt x="11320" y="1890"/>
                </a:lnTo>
                <a:lnTo>
                  <a:pt x="11322" y="1867"/>
                </a:lnTo>
                <a:lnTo>
                  <a:pt x="11320" y="1842"/>
                </a:lnTo>
                <a:lnTo>
                  <a:pt x="11320" y="1819"/>
                </a:lnTo>
                <a:lnTo>
                  <a:pt x="11318" y="1795"/>
                </a:lnTo>
                <a:lnTo>
                  <a:pt x="11315" y="1772"/>
                </a:lnTo>
                <a:lnTo>
                  <a:pt x="11313" y="1750"/>
                </a:lnTo>
                <a:lnTo>
                  <a:pt x="11309" y="1727"/>
                </a:lnTo>
                <a:lnTo>
                  <a:pt x="11305" y="1705"/>
                </a:lnTo>
                <a:lnTo>
                  <a:pt x="11301" y="1684"/>
                </a:lnTo>
                <a:lnTo>
                  <a:pt x="11296" y="1663"/>
                </a:lnTo>
                <a:lnTo>
                  <a:pt x="11289" y="1643"/>
                </a:lnTo>
                <a:lnTo>
                  <a:pt x="11283" y="1624"/>
                </a:lnTo>
                <a:lnTo>
                  <a:pt x="11276" y="1604"/>
                </a:lnTo>
                <a:lnTo>
                  <a:pt x="11268" y="1585"/>
                </a:lnTo>
                <a:lnTo>
                  <a:pt x="11261" y="1568"/>
                </a:lnTo>
                <a:lnTo>
                  <a:pt x="11252" y="1551"/>
                </a:lnTo>
                <a:lnTo>
                  <a:pt x="11244" y="1535"/>
                </a:lnTo>
                <a:lnTo>
                  <a:pt x="11234" y="1520"/>
                </a:lnTo>
                <a:lnTo>
                  <a:pt x="11225" y="1505"/>
                </a:lnTo>
                <a:lnTo>
                  <a:pt x="11215" y="1490"/>
                </a:lnTo>
                <a:lnTo>
                  <a:pt x="11204" y="1478"/>
                </a:lnTo>
                <a:lnTo>
                  <a:pt x="11193" y="1466"/>
                </a:lnTo>
                <a:lnTo>
                  <a:pt x="11183" y="1455"/>
                </a:lnTo>
                <a:lnTo>
                  <a:pt x="11171" y="1444"/>
                </a:lnTo>
                <a:lnTo>
                  <a:pt x="11160" y="1435"/>
                </a:lnTo>
                <a:lnTo>
                  <a:pt x="11147" y="1426"/>
                </a:lnTo>
                <a:lnTo>
                  <a:pt x="11135" y="1419"/>
                </a:lnTo>
                <a:lnTo>
                  <a:pt x="11123" y="1413"/>
                </a:lnTo>
                <a:lnTo>
                  <a:pt x="11110" y="1407"/>
                </a:lnTo>
                <a:lnTo>
                  <a:pt x="11097" y="1403"/>
                </a:lnTo>
                <a:lnTo>
                  <a:pt x="11083" y="1400"/>
                </a:lnTo>
                <a:lnTo>
                  <a:pt x="11070" y="1398"/>
                </a:lnTo>
                <a:lnTo>
                  <a:pt x="11056" y="1398"/>
                </a:lnTo>
                <a:close/>
              </a:path>
            </a:pathLst>
          </a:custGeom>
          <a:noFill/>
          <a:ln w="7">
            <a:solidFill>
              <a:srgbClr val="FFFFFF"/>
            </a:solidFill>
            <a:prstDash val="solid"/>
            <a:round/>
          </a:ln>
        </p:spPr>
        <p:txBody>
          <a:bodyPr vert="horz" wrap="square" lIns="91443" tIns="45721" rIns="91443" bIns="45721" numCol="1" anchor="t" anchorCtr="0" compatLnSpc="1"/>
          <a:lstStyle/>
          <a:p>
            <a:endParaRPr lang="en-US"/>
          </a:p>
        </p:txBody>
      </p:sp>
      <p:sp>
        <p:nvSpPr>
          <p:cNvPr id="8" name="Freeform 8"/>
          <p:cNvSpPr/>
          <p:nvPr/>
        </p:nvSpPr>
        <p:spPr bwMode="auto">
          <a:xfrm>
            <a:off x="2316005" y="1723753"/>
            <a:ext cx="2246406" cy="4445186"/>
          </a:xfrm>
          <a:custGeom>
            <a:avLst/>
            <a:gdLst/>
            <a:ahLst/>
            <a:cxnLst>
              <a:cxn ang="0">
                <a:pos x="5273" y="9368"/>
              </a:cxn>
              <a:cxn ang="0">
                <a:pos x="5170" y="9539"/>
              </a:cxn>
              <a:cxn ang="0">
                <a:pos x="5079" y="9680"/>
              </a:cxn>
              <a:cxn ang="0">
                <a:pos x="4994" y="9667"/>
              </a:cxn>
              <a:cxn ang="0">
                <a:pos x="4936" y="9550"/>
              </a:cxn>
              <a:cxn ang="0">
                <a:pos x="4929" y="9303"/>
              </a:cxn>
              <a:cxn ang="0">
                <a:pos x="4931" y="6325"/>
              </a:cxn>
              <a:cxn ang="0">
                <a:pos x="4974" y="6191"/>
              </a:cxn>
              <a:cxn ang="0">
                <a:pos x="5060" y="6145"/>
              </a:cxn>
              <a:cxn ang="0">
                <a:pos x="5152" y="6247"/>
              </a:cxn>
              <a:cxn ang="0">
                <a:pos x="5242" y="6431"/>
              </a:cxn>
              <a:cxn ang="0">
                <a:pos x="5377" y="6518"/>
              </a:cxn>
              <a:cxn ang="0">
                <a:pos x="5487" y="6491"/>
              </a:cxn>
              <a:cxn ang="0">
                <a:pos x="5574" y="6397"/>
              </a:cxn>
              <a:cxn ang="0">
                <a:pos x="5635" y="6254"/>
              </a:cxn>
              <a:cxn ang="0">
                <a:pos x="5660" y="6073"/>
              </a:cxn>
              <a:cxn ang="0">
                <a:pos x="5645" y="5888"/>
              </a:cxn>
              <a:cxn ang="0">
                <a:pos x="5592" y="5734"/>
              </a:cxn>
              <a:cxn ang="0">
                <a:pos x="5511" y="5627"/>
              </a:cxn>
              <a:cxn ang="0">
                <a:pos x="5410" y="5581"/>
              </a:cxn>
              <a:cxn ang="0">
                <a:pos x="5273" y="5634"/>
              </a:cxn>
              <a:cxn ang="0">
                <a:pos x="5170" y="5804"/>
              </a:cxn>
              <a:cxn ang="0">
                <a:pos x="5080" y="5946"/>
              </a:cxn>
              <a:cxn ang="0">
                <a:pos x="4994" y="5933"/>
              </a:cxn>
              <a:cxn ang="0">
                <a:pos x="4936" y="5816"/>
              </a:cxn>
              <a:cxn ang="0">
                <a:pos x="4929" y="5569"/>
              </a:cxn>
              <a:cxn ang="0">
                <a:pos x="4920" y="2080"/>
              </a:cxn>
              <a:cxn ang="0">
                <a:pos x="4855" y="1974"/>
              </a:cxn>
              <a:cxn ang="0">
                <a:pos x="4770" y="1978"/>
              </a:cxn>
              <a:cxn ang="0">
                <a:pos x="4679" y="2138"/>
              </a:cxn>
              <a:cxn ang="0">
                <a:pos x="4570" y="2296"/>
              </a:cxn>
              <a:cxn ang="0">
                <a:pos x="4436" y="2333"/>
              </a:cxn>
              <a:cxn ang="0">
                <a:pos x="4337" y="2279"/>
              </a:cxn>
              <a:cxn ang="0">
                <a:pos x="4259" y="2165"/>
              </a:cxn>
              <a:cxn ang="0">
                <a:pos x="4211" y="2006"/>
              </a:cxn>
              <a:cxn ang="0">
                <a:pos x="4200" y="1819"/>
              </a:cxn>
              <a:cxn ang="0">
                <a:pos x="4231" y="1643"/>
              </a:cxn>
              <a:cxn ang="0">
                <a:pos x="4295" y="1505"/>
              </a:cxn>
              <a:cxn ang="0">
                <a:pos x="4385" y="1419"/>
              </a:cxn>
              <a:cxn ang="0">
                <a:pos x="4501" y="1403"/>
              </a:cxn>
              <a:cxn ang="0">
                <a:pos x="4632" y="1504"/>
              </a:cxn>
              <a:cxn ang="0">
                <a:pos x="4733" y="1711"/>
              </a:cxn>
              <a:cxn ang="0">
                <a:pos x="4808" y="1773"/>
              </a:cxn>
              <a:cxn ang="0">
                <a:pos x="4894" y="1714"/>
              </a:cxn>
              <a:cxn ang="0">
                <a:pos x="4929" y="1574"/>
              </a:cxn>
              <a:cxn ang="0">
                <a:pos x="4929" y="11201"/>
              </a:cxn>
              <a:cxn ang="0">
                <a:pos x="4931" y="10059"/>
              </a:cxn>
              <a:cxn ang="0">
                <a:pos x="4974" y="9924"/>
              </a:cxn>
              <a:cxn ang="0">
                <a:pos x="5060" y="9879"/>
              </a:cxn>
              <a:cxn ang="0">
                <a:pos x="5152" y="9980"/>
              </a:cxn>
              <a:cxn ang="0">
                <a:pos x="5242" y="10165"/>
              </a:cxn>
              <a:cxn ang="0">
                <a:pos x="5377" y="10252"/>
              </a:cxn>
              <a:cxn ang="0">
                <a:pos x="5487" y="10225"/>
              </a:cxn>
              <a:cxn ang="0">
                <a:pos x="5574" y="10131"/>
              </a:cxn>
              <a:cxn ang="0">
                <a:pos x="5634" y="9986"/>
              </a:cxn>
              <a:cxn ang="0">
                <a:pos x="5660" y="9808"/>
              </a:cxn>
              <a:cxn ang="0">
                <a:pos x="5644" y="9622"/>
              </a:cxn>
              <a:cxn ang="0">
                <a:pos x="5592" y="9468"/>
              </a:cxn>
              <a:cxn ang="0">
                <a:pos x="5511" y="9361"/>
              </a:cxn>
              <a:cxn ang="0">
                <a:pos x="5410" y="9315"/>
              </a:cxn>
            </a:cxnLst>
            <a:rect l="0" t="0" r="r" b="b"/>
            <a:pathLst>
              <a:path w="5661" h="11201">
                <a:moveTo>
                  <a:pt x="5396" y="9314"/>
                </a:moveTo>
                <a:lnTo>
                  <a:pt x="5377" y="9315"/>
                </a:lnTo>
                <a:lnTo>
                  <a:pt x="5359" y="9319"/>
                </a:lnTo>
                <a:lnTo>
                  <a:pt x="5340" y="9325"/>
                </a:lnTo>
                <a:lnTo>
                  <a:pt x="5323" y="9332"/>
                </a:lnTo>
                <a:lnTo>
                  <a:pt x="5306" y="9342"/>
                </a:lnTo>
                <a:lnTo>
                  <a:pt x="5289" y="9355"/>
                </a:lnTo>
                <a:lnTo>
                  <a:pt x="5273" y="9368"/>
                </a:lnTo>
                <a:lnTo>
                  <a:pt x="5258" y="9384"/>
                </a:lnTo>
                <a:lnTo>
                  <a:pt x="5243" y="9402"/>
                </a:lnTo>
                <a:lnTo>
                  <a:pt x="5228" y="9420"/>
                </a:lnTo>
                <a:lnTo>
                  <a:pt x="5215" y="9441"/>
                </a:lnTo>
                <a:lnTo>
                  <a:pt x="5202" y="9463"/>
                </a:lnTo>
                <a:lnTo>
                  <a:pt x="5191" y="9487"/>
                </a:lnTo>
                <a:lnTo>
                  <a:pt x="5180" y="9511"/>
                </a:lnTo>
                <a:lnTo>
                  <a:pt x="5170" y="9539"/>
                </a:lnTo>
                <a:lnTo>
                  <a:pt x="5161" y="9566"/>
                </a:lnTo>
                <a:lnTo>
                  <a:pt x="5152" y="9585"/>
                </a:lnTo>
                <a:lnTo>
                  <a:pt x="5124" y="9629"/>
                </a:lnTo>
                <a:lnTo>
                  <a:pt x="5116" y="9640"/>
                </a:lnTo>
                <a:lnTo>
                  <a:pt x="5107" y="9652"/>
                </a:lnTo>
                <a:lnTo>
                  <a:pt x="5098" y="9662"/>
                </a:lnTo>
                <a:lnTo>
                  <a:pt x="5089" y="9672"/>
                </a:lnTo>
                <a:lnTo>
                  <a:pt x="5079" y="9680"/>
                </a:lnTo>
                <a:lnTo>
                  <a:pt x="5069" y="9687"/>
                </a:lnTo>
                <a:lnTo>
                  <a:pt x="5060" y="9690"/>
                </a:lnTo>
                <a:lnTo>
                  <a:pt x="5050" y="9692"/>
                </a:lnTo>
                <a:lnTo>
                  <a:pt x="5038" y="9690"/>
                </a:lnTo>
                <a:lnTo>
                  <a:pt x="5026" y="9688"/>
                </a:lnTo>
                <a:lnTo>
                  <a:pt x="5015" y="9683"/>
                </a:lnTo>
                <a:lnTo>
                  <a:pt x="5003" y="9675"/>
                </a:lnTo>
                <a:lnTo>
                  <a:pt x="4994" y="9667"/>
                </a:lnTo>
                <a:lnTo>
                  <a:pt x="4982" y="9657"/>
                </a:lnTo>
                <a:lnTo>
                  <a:pt x="4974" y="9646"/>
                </a:lnTo>
                <a:lnTo>
                  <a:pt x="4965" y="9632"/>
                </a:lnTo>
                <a:lnTo>
                  <a:pt x="4958" y="9618"/>
                </a:lnTo>
                <a:lnTo>
                  <a:pt x="4950" y="9603"/>
                </a:lnTo>
                <a:lnTo>
                  <a:pt x="4944" y="9585"/>
                </a:lnTo>
                <a:lnTo>
                  <a:pt x="4939" y="9568"/>
                </a:lnTo>
                <a:lnTo>
                  <a:pt x="4936" y="9550"/>
                </a:lnTo>
                <a:lnTo>
                  <a:pt x="4932" y="9530"/>
                </a:lnTo>
                <a:lnTo>
                  <a:pt x="4931" y="9510"/>
                </a:lnTo>
                <a:lnTo>
                  <a:pt x="4929" y="9489"/>
                </a:lnTo>
                <a:lnTo>
                  <a:pt x="4929" y="9488"/>
                </a:lnTo>
                <a:lnTo>
                  <a:pt x="4929" y="9487"/>
                </a:lnTo>
                <a:lnTo>
                  <a:pt x="4929" y="9487"/>
                </a:lnTo>
                <a:lnTo>
                  <a:pt x="4929" y="9303"/>
                </a:lnTo>
                <a:lnTo>
                  <a:pt x="4929" y="9303"/>
                </a:lnTo>
                <a:lnTo>
                  <a:pt x="4929" y="6530"/>
                </a:lnTo>
                <a:lnTo>
                  <a:pt x="4929" y="6530"/>
                </a:lnTo>
                <a:lnTo>
                  <a:pt x="4929" y="6349"/>
                </a:lnTo>
                <a:lnTo>
                  <a:pt x="4931" y="6349"/>
                </a:lnTo>
                <a:lnTo>
                  <a:pt x="4931" y="6349"/>
                </a:lnTo>
                <a:lnTo>
                  <a:pt x="4929" y="6347"/>
                </a:lnTo>
                <a:lnTo>
                  <a:pt x="4929" y="6346"/>
                </a:lnTo>
                <a:lnTo>
                  <a:pt x="4931" y="6325"/>
                </a:lnTo>
                <a:lnTo>
                  <a:pt x="4932" y="6305"/>
                </a:lnTo>
                <a:lnTo>
                  <a:pt x="4936" y="6286"/>
                </a:lnTo>
                <a:lnTo>
                  <a:pt x="4939" y="6267"/>
                </a:lnTo>
                <a:lnTo>
                  <a:pt x="4944" y="6250"/>
                </a:lnTo>
                <a:lnTo>
                  <a:pt x="4950" y="6233"/>
                </a:lnTo>
                <a:lnTo>
                  <a:pt x="4958" y="6218"/>
                </a:lnTo>
                <a:lnTo>
                  <a:pt x="4965" y="6203"/>
                </a:lnTo>
                <a:lnTo>
                  <a:pt x="4974" y="6191"/>
                </a:lnTo>
                <a:lnTo>
                  <a:pt x="4984" y="6178"/>
                </a:lnTo>
                <a:lnTo>
                  <a:pt x="4994" y="6169"/>
                </a:lnTo>
                <a:lnTo>
                  <a:pt x="5003" y="6160"/>
                </a:lnTo>
                <a:lnTo>
                  <a:pt x="5015" y="6154"/>
                </a:lnTo>
                <a:lnTo>
                  <a:pt x="5027" y="6148"/>
                </a:lnTo>
                <a:lnTo>
                  <a:pt x="5038" y="6145"/>
                </a:lnTo>
                <a:lnTo>
                  <a:pt x="5050" y="6144"/>
                </a:lnTo>
                <a:lnTo>
                  <a:pt x="5060" y="6145"/>
                </a:lnTo>
                <a:lnTo>
                  <a:pt x="5071" y="6149"/>
                </a:lnTo>
                <a:lnTo>
                  <a:pt x="5081" y="6155"/>
                </a:lnTo>
                <a:lnTo>
                  <a:pt x="5090" y="6162"/>
                </a:lnTo>
                <a:lnTo>
                  <a:pt x="5100" y="6172"/>
                </a:lnTo>
                <a:lnTo>
                  <a:pt x="5110" y="6182"/>
                </a:lnTo>
                <a:lnTo>
                  <a:pt x="5118" y="6193"/>
                </a:lnTo>
                <a:lnTo>
                  <a:pt x="5126" y="6204"/>
                </a:lnTo>
                <a:lnTo>
                  <a:pt x="5152" y="6247"/>
                </a:lnTo>
                <a:lnTo>
                  <a:pt x="5161" y="6266"/>
                </a:lnTo>
                <a:lnTo>
                  <a:pt x="5170" y="6293"/>
                </a:lnTo>
                <a:lnTo>
                  <a:pt x="5180" y="6320"/>
                </a:lnTo>
                <a:lnTo>
                  <a:pt x="5191" y="6345"/>
                </a:lnTo>
                <a:lnTo>
                  <a:pt x="5202" y="6368"/>
                </a:lnTo>
                <a:lnTo>
                  <a:pt x="5215" y="6392"/>
                </a:lnTo>
                <a:lnTo>
                  <a:pt x="5228" y="6412"/>
                </a:lnTo>
                <a:lnTo>
                  <a:pt x="5242" y="6431"/>
                </a:lnTo>
                <a:lnTo>
                  <a:pt x="5258" y="6449"/>
                </a:lnTo>
                <a:lnTo>
                  <a:pt x="5273" y="6465"/>
                </a:lnTo>
                <a:lnTo>
                  <a:pt x="5289" y="6478"/>
                </a:lnTo>
                <a:lnTo>
                  <a:pt x="5306" y="6491"/>
                </a:lnTo>
                <a:lnTo>
                  <a:pt x="5323" y="6500"/>
                </a:lnTo>
                <a:lnTo>
                  <a:pt x="5340" y="6508"/>
                </a:lnTo>
                <a:lnTo>
                  <a:pt x="5359" y="6514"/>
                </a:lnTo>
                <a:lnTo>
                  <a:pt x="5377" y="6518"/>
                </a:lnTo>
                <a:lnTo>
                  <a:pt x="5396" y="6519"/>
                </a:lnTo>
                <a:lnTo>
                  <a:pt x="5410" y="6518"/>
                </a:lnTo>
                <a:lnTo>
                  <a:pt x="5423" y="6516"/>
                </a:lnTo>
                <a:lnTo>
                  <a:pt x="5437" y="6514"/>
                </a:lnTo>
                <a:lnTo>
                  <a:pt x="5449" y="6509"/>
                </a:lnTo>
                <a:lnTo>
                  <a:pt x="5463" y="6504"/>
                </a:lnTo>
                <a:lnTo>
                  <a:pt x="5475" y="6498"/>
                </a:lnTo>
                <a:lnTo>
                  <a:pt x="5487" y="6491"/>
                </a:lnTo>
                <a:lnTo>
                  <a:pt x="5500" y="6482"/>
                </a:lnTo>
                <a:lnTo>
                  <a:pt x="5511" y="6472"/>
                </a:lnTo>
                <a:lnTo>
                  <a:pt x="5522" y="6462"/>
                </a:lnTo>
                <a:lnTo>
                  <a:pt x="5533" y="6451"/>
                </a:lnTo>
                <a:lnTo>
                  <a:pt x="5544" y="6439"/>
                </a:lnTo>
                <a:lnTo>
                  <a:pt x="5555" y="6425"/>
                </a:lnTo>
                <a:lnTo>
                  <a:pt x="5565" y="6412"/>
                </a:lnTo>
                <a:lnTo>
                  <a:pt x="5574" y="6397"/>
                </a:lnTo>
                <a:lnTo>
                  <a:pt x="5584" y="6382"/>
                </a:lnTo>
                <a:lnTo>
                  <a:pt x="5592" y="6365"/>
                </a:lnTo>
                <a:lnTo>
                  <a:pt x="5601" y="6349"/>
                </a:lnTo>
                <a:lnTo>
                  <a:pt x="5608" y="6330"/>
                </a:lnTo>
                <a:lnTo>
                  <a:pt x="5616" y="6312"/>
                </a:lnTo>
                <a:lnTo>
                  <a:pt x="5623" y="6293"/>
                </a:lnTo>
                <a:lnTo>
                  <a:pt x="5629" y="6273"/>
                </a:lnTo>
                <a:lnTo>
                  <a:pt x="5635" y="6254"/>
                </a:lnTo>
                <a:lnTo>
                  <a:pt x="5640" y="6233"/>
                </a:lnTo>
                <a:lnTo>
                  <a:pt x="5645" y="6210"/>
                </a:lnTo>
                <a:lnTo>
                  <a:pt x="5649" y="6189"/>
                </a:lnTo>
                <a:lnTo>
                  <a:pt x="5653" y="6167"/>
                </a:lnTo>
                <a:lnTo>
                  <a:pt x="5655" y="6144"/>
                </a:lnTo>
                <a:lnTo>
                  <a:pt x="5658" y="6122"/>
                </a:lnTo>
                <a:lnTo>
                  <a:pt x="5660" y="6098"/>
                </a:lnTo>
                <a:lnTo>
                  <a:pt x="5660" y="6073"/>
                </a:lnTo>
                <a:lnTo>
                  <a:pt x="5661" y="6050"/>
                </a:lnTo>
                <a:lnTo>
                  <a:pt x="5660" y="6025"/>
                </a:lnTo>
                <a:lnTo>
                  <a:pt x="5660" y="6002"/>
                </a:lnTo>
                <a:lnTo>
                  <a:pt x="5658" y="5978"/>
                </a:lnTo>
                <a:lnTo>
                  <a:pt x="5655" y="5955"/>
                </a:lnTo>
                <a:lnTo>
                  <a:pt x="5653" y="5933"/>
                </a:lnTo>
                <a:lnTo>
                  <a:pt x="5649" y="5911"/>
                </a:lnTo>
                <a:lnTo>
                  <a:pt x="5645" y="5888"/>
                </a:lnTo>
                <a:lnTo>
                  <a:pt x="5640" y="5867"/>
                </a:lnTo>
                <a:lnTo>
                  <a:pt x="5635" y="5846"/>
                </a:lnTo>
                <a:lnTo>
                  <a:pt x="5629" y="5827"/>
                </a:lnTo>
                <a:lnTo>
                  <a:pt x="5623" y="5807"/>
                </a:lnTo>
                <a:lnTo>
                  <a:pt x="5616" y="5787"/>
                </a:lnTo>
                <a:lnTo>
                  <a:pt x="5608" y="5769"/>
                </a:lnTo>
                <a:lnTo>
                  <a:pt x="5601" y="5751"/>
                </a:lnTo>
                <a:lnTo>
                  <a:pt x="5592" y="5734"/>
                </a:lnTo>
                <a:lnTo>
                  <a:pt x="5584" y="5718"/>
                </a:lnTo>
                <a:lnTo>
                  <a:pt x="5574" y="5702"/>
                </a:lnTo>
                <a:lnTo>
                  <a:pt x="5565" y="5687"/>
                </a:lnTo>
                <a:lnTo>
                  <a:pt x="5555" y="5674"/>
                </a:lnTo>
                <a:lnTo>
                  <a:pt x="5544" y="5661"/>
                </a:lnTo>
                <a:lnTo>
                  <a:pt x="5533" y="5649"/>
                </a:lnTo>
                <a:lnTo>
                  <a:pt x="5522" y="5637"/>
                </a:lnTo>
                <a:lnTo>
                  <a:pt x="5511" y="5627"/>
                </a:lnTo>
                <a:lnTo>
                  <a:pt x="5500" y="5617"/>
                </a:lnTo>
                <a:lnTo>
                  <a:pt x="5487" y="5610"/>
                </a:lnTo>
                <a:lnTo>
                  <a:pt x="5475" y="5602"/>
                </a:lnTo>
                <a:lnTo>
                  <a:pt x="5463" y="5596"/>
                </a:lnTo>
                <a:lnTo>
                  <a:pt x="5449" y="5590"/>
                </a:lnTo>
                <a:lnTo>
                  <a:pt x="5437" y="5586"/>
                </a:lnTo>
                <a:lnTo>
                  <a:pt x="5423" y="5584"/>
                </a:lnTo>
                <a:lnTo>
                  <a:pt x="5410" y="5581"/>
                </a:lnTo>
                <a:lnTo>
                  <a:pt x="5396" y="5581"/>
                </a:lnTo>
                <a:lnTo>
                  <a:pt x="5377" y="5582"/>
                </a:lnTo>
                <a:lnTo>
                  <a:pt x="5359" y="5585"/>
                </a:lnTo>
                <a:lnTo>
                  <a:pt x="5340" y="5591"/>
                </a:lnTo>
                <a:lnTo>
                  <a:pt x="5323" y="5598"/>
                </a:lnTo>
                <a:lnTo>
                  <a:pt x="5306" y="5608"/>
                </a:lnTo>
                <a:lnTo>
                  <a:pt x="5289" y="5621"/>
                </a:lnTo>
                <a:lnTo>
                  <a:pt x="5273" y="5634"/>
                </a:lnTo>
                <a:lnTo>
                  <a:pt x="5258" y="5650"/>
                </a:lnTo>
                <a:lnTo>
                  <a:pt x="5243" y="5668"/>
                </a:lnTo>
                <a:lnTo>
                  <a:pt x="5228" y="5687"/>
                </a:lnTo>
                <a:lnTo>
                  <a:pt x="5216" y="5707"/>
                </a:lnTo>
                <a:lnTo>
                  <a:pt x="5203" y="5729"/>
                </a:lnTo>
                <a:lnTo>
                  <a:pt x="5191" y="5753"/>
                </a:lnTo>
                <a:lnTo>
                  <a:pt x="5180" y="5779"/>
                </a:lnTo>
                <a:lnTo>
                  <a:pt x="5170" y="5804"/>
                </a:lnTo>
                <a:lnTo>
                  <a:pt x="5161" y="5832"/>
                </a:lnTo>
                <a:lnTo>
                  <a:pt x="5152" y="5851"/>
                </a:lnTo>
                <a:lnTo>
                  <a:pt x="5124" y="5895"/>
                </a:lnTo>
                <a:lnTo>
                  <a:pt x="5117" y="5907"/>
                </a:lnTo>
                <a:lnTo>
                  <a:pt x="5107" y="5918"/>
                </a:lnTo>
                <a:lnTo>
                  <a:pt x="5098" y="5929"/>
                </a:lnTo>
                <a:lnTo>
                  <a:pt x="5089" y="5938"/>
                </a:lnTo>
                <a:lnTo>
                  <a:pt x="5080" y="5946"/>
                </a:lnTo>
                <a:lnTo>
                  <a:pt x="5070" y="5953"/>
                </a:lnTo>
                <a:lnTo>
                  <a:pt x="5060" y="5956"/>
                </a:lnTo>
                <a:lnTo>
                  <a:pt x="5050" y="5957"/>
                </a:lnTo>
                <a:lnTo>
                  <a:pt x="5038" y="5956"/>
                </a:lnTo>
                <a:lnTo>
                  <a:pt x="5027" y="5954"/>
                </a:lnTo>
                <a:lnTo>
                  <a:pt x="5015" y="5949"/>
                </a:lnTo>
                <a:lnTo>
                  <a:pt x="5003" y="5941"/>
                </a:lnTo>
                <a:lnTo>
                  <a:pt x="4994" y="5933"/>
                </a:lnTo>
                <a:lnTo>
                  <a:pt x="4984" y="5923"/>
                </a:lnTo>
                <a:lnTo>
                  <a:pt x="4974" y="5912"/>
                </a:lnTo>
                <a:lnTo>
                  <a:pt x="4965" y="5898"/>
                </a:lnTo>
                <a:lnTo>
                  <a:pt x="4958" y="5885"/>
                </a:lnTo>
                <a:lnTo>
                  <a:pt x="4950" y="5869"/>
                </a:lnTo>
                <a:lnTo>
                  <a:pt x="4944" y="5851"/>
                </a:lnTo>
                <a:lnTo>
                  <a:pt x="4939" y="5834"/>
                </a:lnTo>
                <a:lnTo>
                  <a:pt x="4936" y="5816"/>
                </a:lnTo>
                <a:lnTo>
                  <a:pt x="4932" y="5796"/>
                </a:lnTo>
                <a:lnTo>
                  <a:pt x="4931" y="5776"/>
                </a:lnTo>
                <a:lnTo>
                  <a:pt x="4929" y="5755"/>
                </a:lnTo>
                <a:lnTo>
                  <a:pt x="4929" y="5754"/>
                </a:lnTo>
                <a:lnTo>
                  <a:pt x="4931" y="5753"/>
                </a:lnTo>
                <a:lnTo>
                  <a:pt x="4929" y="5753"/>
                </a:lnTo>
                <a:lnTo>
                  <a:pt x="4929" y="5569"/>
                </a:lnTo>
                <a:lnTo>
                  <a:pt x="4929" y="5569"/>
                </a:lnTo>
                <a:lnTo>
                  <a:pt x="4929" y="2164"/>
                </a:lnTo>
                <a:lnTo>
                  <a:pt x="4929" y="2164"/>
                </a:lnTo>
                <a:lnTo>
                  <a:pt x="4929" y="2163"/>
                </a:lnTo>
                <a:lnTo>
                  <a:pt x="4929" y="2158"/>
                </a:lnTo>
                <a:lnTo>
                  <a:pt x="4928" y="2137"/>
                </a:lnTo>
                <a:lnTo>
                  <a:pt x="4927" y="2117"/>
                </a:lnTo>
                <a:lnTo>
                  <a:pt x="4923" y="2099"/>
                </a:lnTo>
                <a:lnTo>
                  <a:pt x="4920" y="2080"/>
                </a:lnTo>
                <a:lnTo>
                  <a:pt x="4915" y="2063"/>
                </a:lnTo>
                <a:lnTo>
                  <a:pt x="4908" y="2046"/>
                </a:lnTo>
                <a:lnTo>
                  <a:pt x="4901" y="2031"/>
                </a:lnTo>
                <a:lnTo>
                  <a:pt x="4894" y="2017"/>
                </a:lnTo>
                <a:lnTo>
                  <a:pt x="4885" y="2004"/>
                </a:lnTo>
                <a:lnTo>
                  <a:pt x="4875" y="1993"/>
                </a:lnTo>
                <a:lnTo>
                  <a:pt x="4865" y="1983"/>
                </a:lnTo>
                <a:lnTo>
                  <a:pt x="4855" y="1974"/>
                </a:lnTo>
                <a:lnTo>
                  <a:pt x="4844" y="1968"/>
                </a:lnTo>
                <a:lnTo>
                  <a:pt x="4833" y="1963"/>
                </a:lnTo>
                <a:lnTo>
                  <a:pt x="4821" y="1959"/>
                </a:lnTo>
                <a:lnTo>
                  <a:pt x="4808" y="1958"/>
                </a:lnTo>
                <a:lnTo>
                  <a:pt x="4800" y="1961"/>
                </a:lnTo>
                <a:lnTo>
                  <a:pt x="4790" y="1964"/>
                </a:lnTo>
                <a:lnTo>
                  <a:pt x="4780" y="1970"/>
                </a:lnTo>
                <a:lnTo>
                  <a:pt x="4770" y="1978"/>
                </a:lnTo>
                <a:lnTo>
                  <a:pt x="4762" y="1988"/>
                </a:lnTo>
                <a:lnTo>
                  <a:pt x="4752" y="1999"/>
                </a:lnTo>
                <a:lnTo>
                  <a:pt x="4743" y="2010"/>
                </a:lnTo>
                <a:lnTo>
                  <a:pt x="4734" y="2021"/>
                </a:lnTo>
                <a:lnTo>
                  <a:pt x="4708" y="2064"/>
                </a:lnTo>
                <a:lnTo>
                  <a:pt x="4697" y="2084"/>
                </a:lnTo>
                <a:lnTo>
                  <a:pt x="4689" y="2112"/>
                </a:lnTo>
                <a:lnTo>
                  <a:pt x="4679" y="2138"/>
                </a:lnTo>
                <a:lnTo>
                  <a:pt x="4669" y="2163"/>
                </a:lnTo>
                <a:lnTo>
                  <a:pt x="4657" y="2186"/>
                </a:lnTo>
                <a:lnTo>
                  <a:pt x="4644" y="2209"/>
                </a:lnTo>
                <a:lnTo>
                  <a:pt x="4631" y="2230"/>
                </a:lnTo>
                <a:lnTo>
                  <a:pt x="4617" y="2249"/>
                </a:lnTo>
                <a:lnTo>
                  <a:pt x="4602" y="2267"/>
                </a:lnTo>
                <a:lnTo>
                  <a:pt x="4586" y="2281"/>
                </a:lnTo>
                <a:lnTo>
                  <a:pt x="4570" y="2296"/>
                </a:lnTo>
                <a:lnTo>
                  <a:pt x="4554" y="2307"/>
                </a:lnTo>
                <a:lnTo>
                  <a:pt x="4537" y="2317"/>
                </a:lnTo>
                <a:lnTo>
                  <a:pt x="4518" y="2326"/>
                </a:lnTo>
                <a:lnTo>
                  <a:pt x="4501" y="2331"/>
                </a:lnTo>
                <a:lnTo>
                  <a:pt x="4483" y="2335"/>
                </a:lnTo>
                <a:lnTo>
                  <a:pt x="4463" y="2336"/>
                </a:lnTo>
                <a:lnTo>
                  <a:pt x="4449" y="2336"/>
                </a:lnTo>
                <a:lnTo>
                  <a:pt x="4436" y="2333"/>
                </a:lnTo>
                <a:lnTo>
                  <a:pt x="4423" y="2331"/>
                </a:lnTo>
                <a:lnTo>
                  <a:pt x="4410" y="2326"/>
                </a:lnTo>
                <a:lnTo>
                  <a:pt x="4397" y="2321"/>
                </a:lnTo>
                <a:lnTo>
                  <a:pt x="4385" y="2315"/>
                </a:lnTo>
                <a:lnTo>
                  <a:pt x="4373" y="2307"/>
                </a:lnTo>
                <a:lnTo>
                  <a:pt x="4360" y="2299"/>
                </a:lnTo>
                <a:lnTo>
                  <a:pt x="4348" y="2290"/>
                </a:lnTo>
                <a:lnTo>
                  <a:pt x="4337" y="2279"/>
                </a:lnTo>
                <a:lnTo>
                  <a:pt x="4326" y="2268"/>
                </a:lnTo>
                <a:lnTo>
                  <a:pt x="4315" y="2256"/>
                </a:lnTo>
                <a:lnTo>
                  <a:pt x="4305" y="2243"/>
                </a:lnTo>
                <a:lnTo>
                  <a:pt x="4295" y="2228"/>
                </a:lnTo>
                <a:lnTo>
                  <a:pt x="4285" y="2214"/>
                </a:lnTo>
                <a:lnTo>
                  <a:pt x="4276" y="2199"/>
                </a:lnTo>
                <a:lnTo>
                  <a:pt x="4268" y="2183"/>
                </a:lnTo>
                <a:lnTo>
                  <a:pt x="4259" y="2165"/>
                </a:lnTo>
                <a:lnTo>
                  <a:pt x="4251" y="2147"/>
                </a:lnTo>
                <a:lnTo>
                  <a:pt x="4243" y="2128"/>
                </a:lnTo>
                <a:lnTo>
                  <a:pt x="4237" y="2110"/>
                </a:lnTo>
                <a:lnTo>
                  <a:pt x="4231" y="2090"/>
                </a:lnTo>
                <a:lnTo>
                  <a:pt x="4225" y="2070"/>
                </a:lnTo>
                <a:lnTo>
                  <a:pt x="4220" y="2049"/>
                </a:lnTo>
                <a:lnTo>
                  <a:pt x="4215" y="2028"/>
                </a:lnTo>
                <a:lnTo>
                  <a:pt x="4211" y="2006"/>
                </a:lnTo>
                <a:lnTo>
                  <a:pt x="4207" y="1984"/>
                </a:lnTo>
                <a:lnTo>
                  <a:pt x="4204" y="1962"/>
                </a:lnTo>
                <a:lnTo>
                  <a:pt x="4201" y="1938"/>
                </a:lnTo>
                <a:lnTo>
                  <a:pt x="4200" y="1915"/>
                </a:lnTo>
                <a:lnTo>
                  <a:pt x="4199" y="1890"/>
                </a:lnTo>
                <a:lnTo>
                  <a:pt x="4199" y="1867"/>
                </a:lnTo>
                <a:lnTo>
                  <a:pt x="4199" y="1842"/>
                </a:lnTo>
                <a:lnTo>
                  <a:pt x="4200" y="1819"/>
                </a:lnTo>
                <a:lnTo>
                  <a:pt x="4201" y="1795"/>
                </a:lnTo>
                <a:lnTo>
                  <a:pt x="4204" y="1772"/>
                </a:lnTo>
                <a:lnTo>
                  <a:pt x="4207" y="1750"/>
                </a:lnTo>
                <a:lnTo>
                  <a:pt x="4211" y="1727"/>
                </a:lnTo>
                <a:lnTo>
                  <a:pt x="4215" y="1705"/>
                </a:lnTo>
                <a:lnTo>
                  <a:pt x="4220" y="1684"/>
                </a:lnTo>
                <a:lnTo>
                  <a:pt x="4225" y="1663"/>
                </a:lnTo>
                <a:lnTo>
                  <a:pt x="4231" y="1643"/>
                </a:lnTo>
                <a:lnTo>
                  <a:pt x="4237" y="1624"/>
                </a:lnTo>
                <a:lnTo>
                  <a:pt x="4243" y="1604"/>
                </a:lnTo>
                <a:lnTo>
                  <a:pt x="4251" y="1585"/>
                </a:lnTo>
                <a:lnTo>
                  <a:pt x="4259" y="1568"/>
                </a:lnTo>
                <a:lnTo>
                  <a:pt x="4268" y="1551"/>
                </a:lnTo>
                <a:lnTo>
                  <a:pt x="4276" y="1535"/>
                </a:lnTo>
                <a:lnTo>
                  <a:pt x="4285" y="1520"/>
                </a:lnTo>
                <a:lnTo>
                  <a:pt x="4295" y="1505"/>
                </a:lnTo>
                <a:lnTo>
                  <a:pt x="4305" y="1490"/>
                </a:lnTo>
                <a:lnTo>
                  <a:pt x="4315" y="1478"/>
                </a:lnTo>
                <a:lnTo>
                  <a:pt x="4326" y="1466"/>
                </a:lnTo>
                <a:lnTo>
                  <a:pt x="4337" y="1455"/>
                </a:lnTo>
                <a:lnTo>
                  <a:pt x="4348" y="1444"/>
                </a:lnTo>
                <a:lnTo>
                  <a:pt x="4360" y="1435"/>
                </a:lnTo>
                <a:lnTo>
                  <a:pt x="4373" y="1426"/>
                </a:lnTo>
                <a:lnTo>
                  <a:pt x="4385" y="1419"/>
                </a:lnTo>
                <a:lnTo>
                  <a:pt x="4397" y="1413"/>
                </a:lnTo>
                <a:lnTo>
                  <a:pt x="4410" y="1407"/>
                </a:lnTo>
                <a:lnTo>
                  <a:pt x="4423" y="1403"/>
                </a:lnTo>
                <a:lnTo>
                  <a:pt x="4436" y="1400"/>
                </a:lnTo>
                <a:lnTo>
                  <a:pt x="4449" y="1398"/>
                </a:lnTo>
                <a:lnTo>
                  <a:pt x="4463" y="1398"/>
                </a:lnTo>
                <a:lnTo>
                  <a:pt x="4483" y="1399"/>
                </a:lnTo>
                <a:lnTo>
                  <a:pt x="4501" y="1403"/>
                </a:lnTo>
                <a:lnTo>
                  <a:pt x="4520" y="1408"/>
                </a:lnTo>
                <a:lnTo>
                  <a:pt x="4537" y="1416"/>
                </a:lnTo>
                <a:lnTo>
                  <a:pt x="4554" y="1426"/>
                </a:lnTo>
                <a:lnTo>
                  <a:pt x="4570" y="1437"/>
                </a:lnTo>
                <a:lnTo>
                  <a:pt x="4588" y="1452"/>
                </a:lnTo>
                <a:lnTo>
                  <a:pt x="4602" y="1468"/>
                </a:lnTo>
                <a:lnTo>
                  <a:pt x="4617" y="1486"/>
                </a:lnTo>
                <a:lnTo>
                  <a:pt x="4632" y="1504"/>
                </a:lnTo>
                <a:lnTo>
                  <a:pt x="4644" y="1525"/>
                </a:lnTo>
                <a:lnTo>
                  <a:pt x="4657" y="1547"/>
                </a:lnTo>
                <a:lnTo>
                  <a:pt x="4669" y="1571"/>
                </a:lnTo>
                <a:lnTo>
                  <a:pt x="4680" y="1597"/>
                </a:lnTo>
                <a:lnTo>
                  <a:pt x="4689" y="1623"/>
                </a:lnTo>
                <a:lnTo>
                  <a:pt x="4699" y="1651"/>
                </a:lnTo>
                <a:lnTo>
                  <a:pt x="4708" y="1669"/>
                </a:lnTo>
                <a:lnTo>
                  <a:pt x="4733" y="1711"/>
                </a:lnTo>
                <a:lnTo>
                  <a:pt x="4742" y="1722"/>
                </a:lnTo>
                <a:lnTo>
                  <a:pt x="4750" y="1734"/>
                </a:lnTo>
                <a:lnTo>
                  <a:pt x="4759" y="1745"/>
                </a:lnTo>
                <a:lnTo>
                  <a:pt x="4769" y="1753"/>
                </a:lnTo>
                <a:lnTo>
                  <a:pt x="4779" y="1762"/>
                </a:lnTo>
                <a:lnTo>
                  <a:pt x="4789" y="1767"/>
                </a:lnTo>
                <a:lnTo>
                  <a:pt x="4799" y="1772"/>
                </a:lnTo>
                <a:lnTo>
                  <a:pt x="4808" y="1773"/>
                </a:lnTo>
                <a:lnTo>
                  <a:pt x="4821" y="1772"/>
                </a:lnTo>
                <a:lnTo>
                  <a:pt x="4833" y="1768"/>
                </a:lnTo>
                <a:lnTo>
                  <a:pt x="4844" y="1763"/>
                </a:lnTo>
                <a:lnTo>
                  <a:pt x="4855" y="1757"/>
                </a:lnTo>
                <a:lnTo>
                  <a:pt x="4865" y="1748"/>
                </a:lnTo>
                <a:lnTo>
                  <a:pt x="4875" y="1738"/>
                </a:lnTo>
                <a:lnTo>
                  <a:pt x="4885" y="1727"/>
                </a:lnTo>
                <a:lnTo>
                  <a:pt x="4894" y="1714"/>
                </a:lnTo>
                <a:lnTo>
                  <a:pt x="4901" y="1700"/>
                </a:lnTo>
                <a:lnTo>
                  <a:pt x="4908" y="1685"/>
                </a:lnTo>
                <a:lnTo>
                  <a:pt x="4915" y="1668"/>
                </a:lnTo>
                <a:lnTo>
                  <a:pt x="4920" y="1651"/>
                </a:lnTo>
                <a:lnTo>
                  <a:pt x="4923" y="1634"/>
                </a:lnTo>
                <a:lnTo>
                  <a:pt x="4927" y="1614"/>
                </a:lnTo>
                <a:lnTo>
                  <a:pt x="4928" y="1594"/>
                </a:lnTo>
                <a:lnTo>
                  <a:pt x="4929" y="1574"/>
                </a:lnTo>
                <a:lnTo>
                  <a:pt x="4929" y="1568"/>
                </a:lnTo>
                <a:lnTo>
                  <a:pt x="4929" y="1567"/>
                </a:lnTo>
                <a:lnTo>
                  <a:pt x="4929" y="1567"/>
                </a:lnTo>
                <a:lnTo>
                  <a:pt x="4929" y="1567"/>
                </a:lnTo>
                <a:lnTo>
                  <a:pt x="4929" y="0"/>
                </a:lnTo>
                <a:lnTo>
                  <a:pt x="0" y="0"/>
                </a:lnTo>
                <a:lnTo>
                  <a:pt x="0" y="11201"/>
                </a:lnTo>
                <a:lnTo>
                  <a:pt x="4929" y="11201"/>
                </a:lnTo>
                <a:lnTo>
                  <a:pt x="4929" y="10264"/>
                </a:lnTo>
                <a:lnTo>
                  <a:pt x="4929" y="10264"/>
                </a:lnTo>
                <a:lnTo>
                  <a:pt x="4929" y="10083"/>
                </a:lnTo>
                <a:lnTo>
                  <a:pt x="4929" y="10083"/>
                </a:lnTo>
                <a:lnTo>
                  <a:pt x="4929" y="10083"/>
                </a:lnTo>
                <a:lnTo>
                  <a:pt x="4929" y="10081"/>
                </a:lnTo>
                <a:lnTo>
                  <a:pt x="4929" y="10080"/>
                </a:lnTo>
                <a:lnTo>
                  <a:pt x="4931" y="10059"/>
                </a:lnTo>
                <a:lnTo>
                  <a:pt x="4932" y="10040"/>
                </a:lnTo>
                <a:lnTo>
                  <a:pt x="4936" y="10020"/>
                </a:lnTo>
                <a:lnTo>
                  <a:pt x="4939" y="10001"/>
                </a:lnTo>
                <a:lnTo>
                  <a:pt x="4944" y="9984"/>
                </a:lnTo>
                <a:lnTo>
                  <a:pt x="4950" y="9967"/>
                </a:lnTo>
                <a:lnTo>
                  <a:pt x="4958" y="9952"/>
                </a:lnTo>
                <a:lnTo>
                  <a:pt x="4965" y="9937"/>
                </a:lnTo>
                <a:lnTo>
                  <a:pt x="4974" y="9924"/>
                </a:lnTo>
                <a:lnTo>
                  <a:pt x="4982" y="9912"/>
                </a:lnTo>
                <a:lnTo>
                  <a:pt x="4994" y="9903"/>
                </a:lnTo>
                <a:lnTo>
                  <a:pt x="5003" y="9894"/>
                </a:lnTo>
                <a:lnTo>
                  <a:pt x="5015" y="9887"/>
                </a:lnTo>
                <a:lnTo>
                  <a:pt x="5026" y="9882"/>
                </a:lnTo>
                <a:lnTo>
                  <a:pt x="5038" y="9879"/>
                </a:lnTo>
                <a:lnTo>
                  <a:pt x="5050" y="9878"/>
                </a:lnTo>
                <a:lnTo>
                  <a:pt x="5060" y="9879"/>
                </a:lnTo>
                <a:lnTo>
                  <a:pt x="5070" y="9883"/>
                </a:lnTo>
                <a:lnTo>
                  <a:pt x="5080" y="9889"/>
                </a:lnTo>
                <a:lnTo>
                  <a:pt x="5090" y="9896"/>
                </a:lnTo>
                <a:lnTo>
                  <a:pt x="5100" y="9906"/>
                </a:lnTo>
                <a:lnTo>
                  <a:pt x="5108" y="9916"/>
                </a:lnTo>
                <a:lnTo>
                  <a:pt x="5117" y="9927"/>
                </a:lnTo>
                <a:lnTo>
                  <a:pt x="5126" y="9938"/>
                </a:lnTo>
                <a:lnTo>
                  <a:pt x="5152" y="9980"/>
                </a:lnTo>
                <a:lnTo>
                  <a:pt x="5161" y="10000"/>
                </a:lnTo>
                <a:lnTo>
                  <a:pt x="5170" y="10027"/>
                </a:lnTo>
                <a:lnTo>
                  <a:pt x="5180" y="10054"/>
                </a:lnTo>
                <a:lnTo>
                  <a:pt x="5190" y="10079"/>
                </a:lnTo>
                <a:lnTo>
                  <a:pt x="5202" y="10102"/>
                </a:lnTo>
                <a:lnTo>
                  <a:pt x="5215" y="10125"/>
                </a:lnTo>
                <a:lnTo>
                  <a:pt x="5228" y="10146"/>
                </a:lnTo>
                <a:lnTo>
                  <a:pt x="5242" y="10165"/>
                </a:lnTo>
                <a:lnTo>
                  <a:pt x="5256" y="10183"/>
                </a:lnTo>
                <a:lnTo>
                  <a:pt x="5273" y="10199"/>
                </a:lnTo>
                <a:lnTo>
                  <a:pt x="5289" y="10212"/>
                </a:lnTo>
                <a:lnTo>
                  <a:pt x="5305" y="10225"/>
                </a:lnTo>
                <a:lnTo>
                  <a:pt x="5322" y="10234"/>
                </a:lnTo>
                <a:lnTo>
                  <a:pt x="5340" y="10242"/>
                </a:lnTo>
                <a:lnTo>
                  <a:pt x="5359" y="10248"/>
                </a:lnTo>
                <a:lnTo>
                  <a:pt x="5377" y="10252"/>
                </a:lnTo>
                <a:lnTo>
                  <a:pt x="5396" y="10253"/>
                </a:lnTo>
                <a:lnTo>
                  <a:pt x="5410" y="10252"/>
                </a:lnTo>
                <a:lnTo>
                  <a:pt x="5423" y="10251"/>
                </a:lnTo>
                <a:lnTo>
                  <a:pt x="5437" y="10247"/>
                </a:lnTo>
                <a:lnTo>
                  <a:pt x="5449" y="10243"/>
                </a:lnTo>
                <a:lnTo>
                  <a:pt x="5463" y="10238"/>
                </a:lnTo>
                <a:lnTo>
                  <a:pt x="5475" y="10232"/>
                </a:lnTo>
                <a:lnTo>
                  <a:pt x="5487" y="10225"/>
                </a:lnTo>
                <a:lnTo>
                  <a:pt x="5498" y="10216"/>
                </a:lnTo>
                <a:lnTo>
                  <a:pt x="5511" y="10206"/>
                </a:lnTo>
                <a:lnTo>
                  <a:pt x="5522" y="10196"/>
                </a:lnTo>
                <a:lnTo>
                  <a:pt x="5533" y="10185"/>
                </a:lnTo>
                <a:lnTo>
                  <a:pt x="5544" y="10173"/>
                </a:lnTo>
                <a:lnTo>
                  <a:pt x="5554" y="10159"/>
                </a:lnTo>
                <a:lnTo>
                  <a:pt x="5564" y="10146"/>
                </a:lnTo>
                <a:lnTo>
                  <a:pt x="5574" y="10131"/>
                </a:lnTo>
                <a:lnTo>
                  <a:pt x="5584" y="10115"/>
                </a:lnTo>
                <a:lnTo>
                  <a:pt x="5592" y="10099"/>
                </a:lnTo>
                <a:lnTo>
                  <a:pt x="5600" y="10081"/>
                </a:lnTo>
                <a:lnTo>
                  <a:pt x="5608" y="10064"/>
                </a:lnTo>
                <a:lnTo>
                  <a:pt x="5616" y="10046"/>
                </a:lnTo>
                <a:lnTo>
                  <a:pt x="5622" y="10027"/>
                </a:lnTo>
                <a:lnTo>
                  <a:pt x="5629" y="10007"/>
                </a:lnTo>
                <a:lnTo>
                  <a:pt x="5634" y="9986"/>
                </a:lnTo>
                <a:lnTo>
                  <a:pt x="5640" y="9965"/>
                </a:lnTo>
                <a:lnTo>
                  <a:pt x="5644" y="9945"/>
                </a:lnTo>
                <a:lnTo>
                  <a:pt x="5649" y="9924"/>
                </a:lnTo>
                <a:lnTo>
                  <a:pt x="5653" y="9901"/>
                </a:lnTo>
                <a:lnTo>
                  <a:pt x="5655" y="9878"/>
                </a:lnTo>
                <a:lnTo>
                  <a:pt x="5658" y="9854"/>
                </a:lnTo>
                <a:lnTo>
                  <a:pt x="5659" y="9831"/>
                </a:lnTo>
                <a:lnTo>
                  <a:pt x="5660" y="9808"/>
                </a:lnTo>
                <a:lnTo>
                  <a:pt x="5660" y="9783"/>
                </a:lnTo>
                <a:lnTo>
                  <a:pt x="5660" y="9759"/>
                </a:lnTo>
                <a:lnTo>
                  <a:pt x="5659" y="9736"/>
                </a:lnTo>
                <a:lnTo>
                  <a:pt x="5658" y="9713"/>
                </a:lnTo>
                <a:lnTo>
                  <a:pt x="5655" y="9689"/>
                </a:lnTo>
                <a:lnTo>
                  <a:pt x="5653" y="9666"/>
                </a:lnTo>
                <a:lnTo>
                  <a:pt x="5649" y="9643"/>
                </a:lnTo>
                <a:lnTo>
                  <a:pt x="5644" y="9622"/>
                </a:lnTo>
                <a:lnTo>
                  <a:pt x="5640" y="9601"/>
                </a:lnTo>
                <a:lnTo>
                  <a:pt x="5634" y="9580"/>
                </a:lnTo>
                <a:lnTo>
                  <a:pt x="5629" y="9560"/>
                </a:lnTo>
                <a:lnTo>
                  <a:pt x="5622" y="9540"/>
                </a:lnTo>
                <a:lnTo>
                  <a:pt x="5616" y="9521"/>
                </a:lnTo>
                <a:lnTo>
                  <a:pt x="5608" y="9503"/>
                </a:lnTo>
                <a:lnTo>
                  <a:pt x="5600" y="9485"/>
                </a:lnTo>
                <a:lnTo>
                  <a:pt x="5592" y="9468"/>
                </a:lnTo>
                <a:lnTo>
                  <a:pt x="5584" y="9452"/>
                </a:lnTo>
                <a:lnTo>
                  <a:pt x="5574" y="9436"/>
                </a:lnTo>
                <a:lnTo>
                  <a:pt x="5564" y="9421"/>
                </a:lnTo>
                <a:lnTo>
                  <a:pt x="5554" y="9408"/>
                </a:lnTo>
                <a:lnTo>
                  <a:pt x="5544" y="9394"/>
                </a:lnTo>
                <a:lnTo>
                  <a:pt x="5533" y="9382"/>
                </a:lnTo>
                <a:lnTo>
                  <a:pt x="5522" y="9371"/>
                </a:lnTo>
                <a:lnTo>
                  <a:pt x="5511" y="9361"/>
                </a:lnTo>
                <a:lnTo>
                  <a:pt x="5498" y="9351"/>
                </a:lnTo>
                <a:lnTo>
                  <a:pt x="5487" y="9342"/>
                </a:lnTo>
                <a:lnTo>
                  <a:pt x="5475" y="9335"/>
                </a:lnTo>
                <a:lnTo>
                  <a:pt x="5463" y="9329"/>
                </a:lnTo>
                <a:lnTo>
                  <a:pt x="5449" y="9324"/>
                </a:lnTo>
                <a:lnTo>
                  <a:pt x="5437" y="9320"/>
                </a:lnTo>
                <a:lnTo>
                  <a:pt x="5423" y="9316"/>
                </a:lnTo>
                <a:lnTo>
                  <a:pt x="5410" y="9315"/>
                </a:lnTo>
                <a:lnTo>
                  <a:pt x="5396" y="9314"/>
                </a:lnTo>
                <a:close/>
              </a:path>
            </a:pathLst>
          </a:custGeom>
          <a:solidFill>
            <a:srgbClr val="2972F4"/>
          </a:solidFill>
          <a:ln w="9525">
            <a:noFill/>
            <a:round/>
          </a:ln>
        </p:spPr>
        <p:txBody>
          <a:bodyPr vert="horz" wrap="square" lIns="91443" tIns="45721" rIns="91443" bIns="45721" numCol="1" anchor="t" anchorCtr="0" compatLnSpc="1"/>
          <a:lstStyle/>
          <a:p>
            <a:endParaRPr lang="en-US"/>
          </a:p>
        </p:txBody>
      </p:sp>
      <p:sp>
        <p:nvSpPr>
          <p:cNvPr id="9" name="Freeform 9"/>
          <p:cNvSpPr/>
          <p:nvPr/>
        </p:nvSpPr>
        <p:spPr bwMode="auto">
          <a:xfrm>
            <a:off x="2316005" y="1723753"/>
            <a:ext cx="2246406" cy="4445186"/>
          </a:xfrm>
          <a:custGeom>
            <a:avLst/>
            <a:gdLst/>
            <a:ahLst/>
            <a:cxnLst>
              <a:cxn ang="0">
                <a:pos x="5273" y="9368"/>
              </a:cxn>
              <a:cxn ang="0">
                <a:pos x="5170" y="9539"/>
              </a:cxn>
              <a:cxn ang="0">
                <a:pos x="5079" y="9680"/>
              </a:cxn>
              <a:cxn ang="0">
                <a:pos x="4994" y="9667"/>
              </a:cxn>
              <a:cxn ang="0">
                <a:pos x="4936" y="9550"/>
              </a:cxn>
              <a:cxn ang="0">
                <a:pos x="4929" y="9303"/>
              </a:cxn>
              <a:cxn ang="0">
                <a:pos x="4931" y="6325"/>
              </a:cxn>
              <a:cxn ang="0">
                <a:pos x="4974" y="6191"/>
              </a:cxn>
              <a:cxn ang="0">
                <a:pos x="5060" y="6145"/>
              </a:cxn>
              <a:cxn ang="0">
                <a:pos x="5152" y="6247"/>
              </a:cxn>
              <a:cxn ang="0">
                <a:pos x="5242" y="6431"/>
              </a:cxn>
              <a:cxn ang="0">
                <a:pos x="5377" y="6518"/>
              </a:cxn>
              <a:cxn ang="0">
                <a:pos x="5487" y="6491"/>
              </a:cxn>
              <a:cxn ang="0">
                <a:pos x="5574" y="6397"/>
              </a:cxn>
              <a:cxn ang="0">
                <a:pos x="5635" y="6254"/>
              </a:cxn>
              <a:cxn ang="0">
                <a:pos x="5660" y="6073"/>
              </a:cxn>
              <a:cxn ang="0">
                <a:pos x="5645" y="5888"/>
              </a:cxn>
              <a:cxn ang="0">
                <a:pos x="5592" y="5734"/>
              </a:cxn>
              <a:cxn ang="0">
                <a:pos x="5511" y="5627"/>
              </a:cxn>
              <a:cxn ang="0">
                <a:pos x="5410" y="5581"/>
              </a:cxn>
              <a:cxn ang="0">
                <a:pos x="5273" y="5634"/>
              </a:cxn>
              <a:cxn ang="0">
                <a:pos x="5170" y="5804"/>
              </a:cxn>
              <a:cxn ang="0">
                <a:pos x="5080" y="5946"/>
              </a:cxn>
              <a:cxn ang="0">
                <a:pos x="4994" y="5933"/>
              </a:cxn>
              <a:cxn ang="0">
                <a:pos x="4936" y="5816"/>
              </a:cxn>
              <a:cxn ang="0">
                <a:pos x="4929" y="5569"/>
              </a:cxn>
              <a:cxn ang="0">
                <a:pos x="4920" y="2080"/>
              </a:cxn>
              <a:cxn ang="0">
                <a:pos x="4855" y="1974"/>
              </a:cxn>
              <a:cxn ang="0">
                <a:pos x="4770" y="1978"/>
              </a:cxn>
              <a:cxn ang="0">
                <a:pos x="4679" y="2138"/>
              </a:cxn>
              <a:cxn ang="0">
                <a:pos x="4570" y="2296"/>
              </a:cxn>
              <a:cxn ang="0">
                <a:pos x="4436" y="2333"/>
              </a:cxn>
              <a:cxn ang="0">
                <a:pos x="4337" y="2279"/>
              </a:cxn>
              <a:cxn ang="0">
                <a:pos x="4259" y="2165"/>
              </a:cxn>
              <a:cxn ang="0">
                <a:pos x="4211" y="2006"/>
              </a:cxn>
              <a:cxn ang="0">
                <a:pos x="4200" y="1819"/>
              </a:cxn>
              <a:cxn ang="0">
                <a:pos x="4231" y="1643"/>
              </a:cxn>
              <a:cxn ang="0">
                <a:pos x="4295" y="1505"/>
              </a:cxn>
              <a:cxn ang="0">
                <a:pos x="4385" y="1419"/>
              </a:cxn>
              <a:cxn ang="0">
                <a:pos x="4501" y="1403"/>
              </a:cxn>
              <a:cxn ang="0">
                <a:pos x="4632" y="1504"/>
              </a:cxn>
              <a:cxn ang="0">
                <a:pos x="4733" y="1711"/>
              </a:cxn>
              <a:cxn ang="0">
                <a:pos x="4808" y="1773"/>
              </a:cxn>
              <a:cxn ang="0">
                <a:pos x="4894" y="1714"/>
              </a:cxn>
              <a:cxn ang="0">
                <a:pos x="4929" y="1574"/>
              </a:cxn>
              <a:cxn ang="0">
                <a:pos x="4929" y="11201"/>
              </a:cxn>
              <a:cxn ang="0">
                <a:pos x="4931" y="10059"/>
              </a:cxn>
              <a:cxn ang="0">
                <a:pos x="4974" y="9924"/>
              </a:cxn>
              <a:cxn ang="0">
                <a:pos x="5060" y="9879"/>
              </a:cxn>
              <a:cxn ang="0">
                <a:pos x="5152" y="9980"/>
              </a:cxn>
              <a:cxn ang="0">
                <a:pos x="5242" y="10165"/>
              </a:cxn>
              <a:cxn ang="0">
                <a:pos x="5377" y="10252"/>
              </a:cxn>
              <a:cxn ang="0">
                <a:pos x="5487" y="10225"/>
              </a:cxn>
              <a:cxn ang="0">
                <a:pos x="5574" y="10131"/>
              </a:cxn>
              <a:cxn ang="0">
                <a:pos x="5634" y="9986"/>
              </a:cxn>
              <a:cxn ang="0">
                <a:pos x="5660" y="9808"/>
              </a:cxn>
              <a:cxn ang="0">
                <a:pos x="5644" y="9622"/>
              </a:cxn>
              <a:cxn ang="0">
                <a:pos x="5592" y="9468"/>
              </a:cxn>
              <a:cxn ang="0">
                <a:pos x="5511" y="9361"/>
              </a:cxn>
              <a:cxn ang="0">
                <a:pos x="5410" y="9315"/>
              </a:cxn>
            </a:cxnLst>
            <a:rect l="0" t="0" r="r" b="b"/>
            <a:pathLst>
              <a:path w="5661" h="11201">
                <a:moveTo>
                  <a:pt x="5396" y="9314"/>
                </a:moveTo>
                <a:lnTo>
                  <a:pt x="5377" y="9315"/>
                </a:lnTo>
                <a:lnTo>
                  <a:pt x="5359" y="9319"/>
                </a:lnTo>
                <a:lnTo>
                  <a:pt x="5340" y="9325"/>
                </a:lnTo>
                <a:lnTo>
                  <a:pt x="5323" y="9332"/>
                </a:lnTo>
                <a:lnTo>
                  <a:pt x="5306" y="9342"/>
                </a:lnTo>
                <a:lnTo>
                  <a:pt x="5289" y="9355"/>
                </a:lnTo>
                <a:lnTo>
                  <a:pt x="5273" y="9368"/>
                </a:lnTo>
                <a:lnTo>
                  <a:pt x="5258" y="9384"/>
                </a:lnTo>
                <a:lnTo>
                  <a:pt x="5243" y="9402"/>
                </a:lnTo>
                <a:lnTo>
                  <a:pt x="5228" y="9420"/>
                </a:lnTo>
                <a:lnTo>
                  <a:pt x="5215" y="9441"/>
                </a:lnTo>
                <a:lnTo>
                  <a:pt x="5202" y="9463"/>
                </a:lnTo>
                <a:lnTo>
                  <a:pt x="5191" y="9487"/>
                </a:lnTo>
                <a:lnTo>
                  <a:pt x="5180" y="9511"/>
                </a:lnTo>
                <a:lnTo>
                  <a:pt x="5170" y="9539"/>
                </a:lnTo>
                <a:lnTo>
                  <a:pt x="5161" y="9566"/>
                </a:lnTo>
                <a:lnTo>
                  <a:pt x="5152" y="9585"/>
                </a:lnTo>
                <a:lnTo>
                  <a:pt x="5124" y="9629"/>
                </a:lnTo>
                <a:lnTo>
                  <a:pt x="5116" y="9640"/>
                </a:lnTo>
                <a:lnTo>
                  <a:pt x="5107" y="9652"/>
                </a:lnTo>
                <a:lnTo>
                  <a:pt x="5098" y="9662"/>
                </a:lnTo>
                <a:lnTo>
                  <a:pt x="5089" y="9672"/>
                </a:lnTo>
                <a:lnTo>
                  <a:pt x="5079" y="9680"/>
                </a:lnTo>
                <a:lnTo>
                  <a:pt x="5069" y="9687"/>
                </a:lnTo>
                <a:lnTo>
                  <a:pt x="5060" y="9690"/>
                </a:lnTo>
                <a:lnTo>
                  <a:pt x="5050" y="9692"/>
                </a:lnTo>
                <a:lnTo>
                  <a:pt x="5038" y="9690"/>
                </a:lnTo>
                <a:lnTo>
                  <a:pt x="5026" y="9688"/>
                </a:lnTo>
                <a:lnTo>
                  <a:pt x="5015" y="9683"/>
                </a:lnTo>
                <a:lnTo>
                  <a:pt x="5003" y="9675"/>
                </a:lnTo>
                <a:lnTo>
                  <a:pt x="4994" y="9667"/>
                </a:lnTo>
                <a:lnTo>
                  <a:pt x="4982" y="9657"/>
                </a:lnTo>
                <a:lnTo>
                  <a:pt x="4974" y="9646"/>
                </a:lnTo>
                <a:lnTo>
                  <a:pt x="4965" y="9632"/>
                </a:lnTo>
                <a:lnTo>
                  <a:pt x="4958" y="9618"/>
                </a:lnTo>
                <a:lnTo>
                  <a:pt x="4950" y="9603"/>
                </a:lnTo>
                <a:lnTo>
                  <a:pt x="4944" y="9585"/>
                </a:lnTo>
                <a:lnTo>
                  <a:pt x="4939" y="9568"/>
                </a:lnTo>
                <a:lnTo>
                  <a:pt x="4936" y="9550"/>
                </a:lnTo>
                <a:lnTo>
                  <a:pt x="4932" y="9530"/>
                </a:lnTo>
                <a:lnTo>
                  <a:pt x="4931" y="9510"/>
                </a:lnTo>
                <a:lnTo>
                  <a:pt x="4929" y="9489"/>
                </a:lnTo>
                <a:lnTo>
                  <a:pt x="4929" y="9488"/>
                </a:lnTo>
                <a:lnTo>
                  <a:pt x="4929" y="9487"/>
                </a:lnTo>
                <a:lnTo>
                  <a:pt x="4929" y="9487"/>
                </a:lnTo>
                <a:lnTo>
                  <a:pt x="4929" y="9303"/>
                </a:lnTo>
                <a:lnTo>
                  <a:pt x="4929" y="9303"/>
                </a:lnTo>
                <a:lnTo>
                  <a:pt x="4929" y="6530"/>
                </a:lnTo>
                <a:lnTo>
                  <a:pt x="4929" y="6530"/>
                </a:lnTo>
                <a:lnTo>
                  <a:pt x="4929" y="6349"/>
                </a:lnTo>
                <a:lnTo>
                  <a:pt x="4931" y="6349"/>
                </a:lnTo>
                <a:lnTo>
                  <a:pt x="4931" y="6349"/>
                </a:lnTo>
                <a:lnTo>
                  <a:pt x="4929" y="6347"/>
                </a:lnTo>
                <a:lnTo>
                  <a:pt x="4929" y="6346"/>
                </a:lnTo>
                <a:lnTo>
                  <a:pt x="4931" y="6325"/>
                </a:lnTo>
                <a:lnTo>
                  <a:pt x="4932" y="6305"/>
                </a:lnTo>
                <a:lnTo>
                  <a:pt x="4936" y="6286"/>
                </a:lnTo>
                <a:lnTo>
                  <a:pt x="4939" y="6267"/>
                </a:lnTo>
                <a:lnTo>
                  <a:pt x="4944" y="6250"/>
                </a:lnTo>
                <a:lnTo>
                  <a:pt x="4950" y="6233"/>
                </a:lnTo>
                <a:lnTo>
                  <a:pt x="4958" y="6218"/>
                </a:lnTo>
                <a:lnTo>
                  <a:pt x="4965" y="6203"/>
                </a:lnTo>
                <a:lnTo>
                  <a:pt x="4974" y="6191"/>
                </a:lnTo>
                <a:lnTo>
                  <a:pt x="4984" y="6178"/>
                </a:lnTo>
                <a:lnTo>
                  <a:pt x="4994" y="6169"/>
                </a:lnTo>
                <a:lnTo>
                  <a:pt x="5003" y="6160"/>
                </a:lnTo>
                <a:lnTo>
                  <a:pt x="5015" y="6154"/>
                </a:lnTo>
                <a:lnTo>
                  <a:pt x="5027" y="6148"/>
                </a:lnTo>
                <a:lnTo>
                  <a:pt x="5038" y="6145"/>
                </a:lnTo>
                <a:lnTo>
                  <a:pt x="5050" y="6144"/>
                </a:lnTo>
                <a:lnTo>
                  <a:pt x="5060" y="6145"/>
                </a:lnTo>
                <a:lnTo>
                  <a:pt x="5071" y="6149"/>
                </a:lnTo>
                <a:lnTo>
                  <a:pt x="5081" y="6155"/>
                </a:lnTo>
                <a:lnTo>
                  <a:pt x="5090" y="6162"/>
                </a:lnTo>
                <a:lnTo>
                  <a:pt x="5100" y="6172"/>
                </a:lnTo>
                <a:lnTo>
                  <a:pt x="5110" y="6182"/>
                </a:lnTo>
                <a:lnTo>
                  <a:pt x="5118" y="6193"/>
                </a:lnTo>
                <a:lnTo>
                  <a:pt x="5126" y="6204"/>
                </a:lnTo>
                <a:lnTo>
                  <a:pt x="5152" y="6247"/>
                </a:lnTo>
                <a:lnTo>
                  <a:pt x="5161" y="6266"/>
                </a:lnTo>
                <a:lnTo>
                  <a:pt x="5170" y="6293"/>
                </a:lnTo>
                <a:lnTo>
                  <a:pt x="5180" y="6320"/>
                </a:lnTo>
                <a:lnTo>
                  <a:pt x="5191" y="6345"/>
                </a:lnTo>
                <a:lnTo>
                  <a:pt x="5202" y="6368"/>
                </a:lnTo>
                <a:lnTo>
                  <a:pt x="5215" y="6392"/>
                </a:lnTo>
                <a:lnTo>
                  <a:pt x="5228" y="6412"/>
                </a:lnTo>
                <a:lnTo>
                  <a:pt x="5242" y="6431"/>
                </a:lnTo>
                <a:lnTo>
                  <a:pt x="5258" y="6449"/>
                </a:lnTo>
                <a:lnTo>
                  <a:pt x="5273" y="6465"/>
                </a:lnTo>
                <a:lnTo>
                  <a:pt x="5289" y="6478"/>
                </a:lnTo>
                <a:lnTo>
                  <a:pt x="5306" y="6491"/>
                </a:lnTo>
                <a:lnTo>
                  <a:pt x="5323" y="6500"/>
                </a:lnTo>
                <a:lnTo>
                  <a:pt x="5340" y="6508"/>
                </a:lnTo>
                <a:lnTo>
                  <a:pt x="5359" y="6514"/>
                </a:lnTo>
                <a:lnTo>
                  <a:pt x="5377" y="6518"/>
                </a:lnTo>
                <a:lnTo>
                  <a:pt x="5396" y="6519"/>
                </a:lnTo>
                <a:lnTo>
                  <a:pt x="5410" y="6518"/>
                </a:lnTo>
                <a:lnTo>
                  <a:pt x="5423" y="6516"/>
                </a:lnTo>
                <a:lnTo>
                  <a:pt x="5437" y="6514"/>
                </a:lnTo>
                <a:lnTo>
                  <a:pt x="5449" y="6509"/>
                </a:lnTo>
                <a:lnTo>
                  <a:pt x="5463" y="6504"/>
                </a:lnTo>
                <a:lnTo>
                  <a:pt x="5475" y="6498"/>
                </a:lnTo>
                <a:lnTo>
                  <a:pt x="5487" y="6491"/>
                </a:lnTo>
                <a:lnTo>
                  <a:pt x="5500" y="6482"/>
                </a:lnTo>
                <a:lnTo>
                  <a:pt x="5511" y="6472"/>
                </a:lnTo>
                <a:lnTo>
                  <a:pt x="5522" y="6462"/>
                </a:lnTo>
                <a:lnTo>
                  <a:pt x="5533" y="6451"/>
                </a:lnTo>
                <a:lnTo>
                  <a:pt x="5544" y="6439"/>
                </a:lnTo>
                <a:lnTo>
                  <a:pt x="5555" y="6425"/>
                </a:lnTo>
                <a:lnTo>
                  <a:pt x="5565" y="6412"/>
                </a:lnTo>
                <a:lnTo>
                  <a:pt x="5574" y="6397"/>
                </a:lnTo>
                <a:lnTo>
                  <a:pt x="5584" y="6382"/>
                </a:lnTo>
                <a:lnTo>
                  <a:pt x="5592" y="6365"/>
                </a:lnTo>
                <a:lnTo>
                  <a:pt x="5601" y="6349"/>
                </a:lnTo>
                <a:lnTo>
                  <a:pt x="5608" y="6330"/>
                </a:lnTo>
                <a:lnTo>
                  <a:pt x="5616" y="6312"/>
                </a:lnTo>
                <a:lnTo>
                  <a:pt x="5623" y="6293"/>
                </a:lnTo>
                <a:lnTo>
                  <a:pt x="5629" y="6273"/>
                </a:lnTo>
                <a:lnTo>
                  <a:pt x="5635" y="6254"/>
                </a:lnTo>
                <a:lnTo>
                  <a:pt x="5640" y="6233"/>
                </a:lnTo>
                <a:lnTo>
                  <a:pt x="5645" y="6210"/>
                </a:lnTo>
                <a:lnTo>
                  <a:pt x="5649" y="6189"/>
                </a:lnTo>
                <a:lnTo>
                  <a:pt x="5653" y="6167"/>
                </a:lnTo>
                <a:lnTo>
                  <a:pt x="5655" y="6144"/>
                </a:lnTo>
                <a:lnTo>
                  <a:pt x="5658" y="6122"/>
                </a:lnTo>
                <a:lnTo>
                  <a:pt x="5660" y="6098"/>
                </a:lnTo>
                <a:lnTo>
                  <a:pt x="5660" y="6073"/>
                </a:lnTo>
                <a:lnTo>
                  <a:pt x="5661" y="6050"/>
                </a:lnTo>
                <a:lnTo>
                  <a:pt x="5660" y="6025"/>
                </a:lnTo>
                <a:lnTo>
                  <a:pt x="5660" y="6002"/>
                </a:lnTo>
                <a:lnTo>
                  <a:pt x="5658" y="5978"/>
                </a:lnTo>
                <a:lnTo>
                  <a:pt x="5655" y="5955"/>
                </a:lnTo>
                <a:lnTo>
                  <a:pt x="5653" y="5933"/>
                </a:lnTo>
                <a:lnTo>
                  <a:pt x="5649" y="5911"/>
                </a:lnTo>
                <a:lnTo>
                  <a:pt x="5645" y="5888"/>
                </a:lnTo>
                <a:lnTo>
                  <a:pt x="5640" y="5867"/>
                </a:lnTo>
                <a:lnTo>
                  <a:pt x="5635" y="5846"/>
                </a:lnTo>
                <a:lnTo>
                  <a:pt x="5629" y="5827"/>
                </a:lnTo>
                <a:lnTo>
                  <a:pt x="5623" y="5807"/>
                </a:lnTo>
                <a:lnTo>
                  <a:pt x="5616" y="5787"/>
                </a:lnTo>
                <a:lnTo>
                  <a:pt x="5608" y="5769"/>
                </a:lnTo>
                <a:lnTo>
                  <a:pt x="5601" y="5751"/>
                </a:lnTo>
                <a:lnTo>
                  <a:pt x="5592" y="5734"/>
                </a:lnTo>
                <a:lnTo>
                  <a:pt x="5584" y="5718"/>
                </a:lnTo>
                <a:lnTo>
                  <a:pt x="5574" y="5702"/>
                </a:lnTo>
                <a:lnTo>
                  <a:pt x="5565" y="5687"/>
                </a:lnTo>
                <a:lnTo>
                  <a:pt x="5555" y="5674"/>
                </a:lnTo>
                <a:lnTo>
                  <a:pt x="5544" y="5661"/>
                </a:lnTo>
                <a:lnTo>
                  <a:pt x="5533" y="5649"/>
                </a:lnTo>
                <a:lnTo>
                  <a:pt x="5522" y="5637"/>
                </a:lnTo>
                <a:lnTo>
                  <a:pt x="5511" y="5627"/>
                </a:lnTo>
                <a:lnTo>
                  <a:pt x="5500" y="5617"/>
                </a:lnTo>
                <a:lnTo>
                  <a:pt x="5487" y="5610"/>
                </a:lnTo>
                <a:lnTo>
                  <a:pt x="5475" y="5602"/>
                </a:lnTo>
                <a:lnTo>
                  <a:pt x="5463" y="5596"/>
                </a:lnTo>
                <a:lnTo>
                  <a:pt x="5449" y="5590"/>
                </a:lnTo>
                <a:lnTo>
                  <a:pt x="5437" y="5586"/>
                </a:lnTo>
                <a:lnTo>
                  <a:pt x="5423" y="5584"/>
                </a:lnTo>
                <a:lnTo>
                  <a:pt x="5410" y="5581"/>
                </a:lnTo>
                <a:lnTo>
                  <a:pt x="5396" y="5581"/>
                </a:lnTo>
                <a:lnTo>
                  <a:pt x="5377" y="5582"/>
                </a:lnTo>
                <a:lnTo>
                  <a:pt x="5359" y="5585"/>
                </a:lnTo>
                <a:lnTo>
                  <a:pt x="5340" y="5591"/>
                </a:lnTo>
                <a:lnTo>
                  <a:pt x="5323" y="5598"/>
                </a:lnTo>
                <a:lnTo>
                  <a:pt x="5306" y="5608"/>
                </a:lnTo>
                <a:lnTo>
                  <a:pt x="5289" y="5621"/>
                </a:lnTo>
                <a:lnTo>
                  <a:pt x="5273" y="5634"/>
                </a:lnTo>
                <a:lnTo>
                  <a:pt x="5258" y="5650"/>
                </a:lnTo>
                <a:lnTo>
                  <a:pt x="5243" y="5668"/>
                </a:lnTo>
                <a:lnTo>
                  <a:pt x="5228" y="5687"/>
                </a:lnTo>
                <a:lnTo>
                  <a:pt x="5216" y="5707"/>
                </a:lnTo>
                <a:lnTo>
                  <a:pt x="5203" y="5729"/>
                </a:lnTo>
                <a:lnTo>
                  <a:pt x="5191" y="5753"/>
                </a:lnTo>
                <a:lnTo>
                  <a:pt x="5180" y="5779"/>
                </a:lnTo>
                <a:lnTo>
                  <a:pt x="5170" y="5804"/>
                </a:lnTo>
                <a:lnTo>
                  <a:pt x="5161" y="5832"/>
                </a:lnTo>
                <a:lnTo>
                  <a:pt x="5152" y="5851"/>
                </a:lnTo>
                <a:lnTo>
                  <a:pt x="5124" y="5895"/>
                </a:lnTo>
                <a:lnTo>
                  <a:pt x="5117" y="5907"/>
                </a:lnTo>
                <a:lnTo>
                  <a:pt x="5107" y="5918"/>
                </a:lnTo>
                <a:lnTo>
                  <a:pt x="5098" y="5929"/>
                </a:lnTo>
                <a:lnTo>
                  <a:pt x="5089" y="5938"/>
                </a:lnTo>
                <a:lnTo>
                  <a:pt x="5080" y="5946"/>
                </a:lnTo>
                <a:lnTo>
                  <a:pt x="5070" y="5953"/>
                </a:lnTo>
                <a:lnTo>
                  <a:pt x="5060" y="5956"/>
                </a:lnTo>
                <a:lnTo>
                  <a:pt x="5050" y="5957"/>
                </a:lnTo>
                <a:lnTo>
                  <a:pt x="5038" y="5956"/>
                </a:lnTo>
                <a:lnTo>
                  <a:pt x="5027" y="5954"/>
                </a:lnTo>
                <a:lnTo>
                  <a:pt x="5015" y="5949"/>
                </a:lnTo>
                <a:lnTo>
                  <a:pt x="5003" y="5941"/>
                </a:lnTo>
                <a:lnTo>
                  <a:pt x="4994" y="5933"/>
                </a:lnTo>
                <a:lnTo>
                  <a:pt x="4984" y="5923"/>
                </a:lnTo>
                <a:lnTo>
                  <a:pt x="4974" y="5912"/>
                </a:lnTo>
                <a:lnTo>
                  <a:pt x="4965" y="5898"/>
                </a:lnTo>
                <a:lnTo>
                  <a:pt x="4958" y="5885"/>
                </a:lnTo>
                <a:lnTo>
                  <a:pt x="4950" y="5869"/>
                </a:lnTo>
                <a:lnTo>
                  <a:pt x="4944" y="5851"/>
                </a:lnTo>
                <a:lnTo>
                  <a:pt x="4939" y="5834"/>
                </a:lnTo>
                <a:lnTo>
                  <a:pt x="4936" y="5816"/>
                </a:lnTo>
                <a:lnTo>
                  <a:pt x="4932" y="5796"/>
                </a:lnTo>
                <a:lnTo>
                  <a:pt x="4931" y="5776"/>
                </a:lnTo>
                <a:lnTo>
                  <a:pt x="4929" y="5755"/>
                </a:lnTo>
                <a:lnTo>
                  <a:pt x="4929" y="5754"/>
                </a:lnTo>
                <a:lnTo>
                  <a:pt x="4931" y="5753"/>
                </a:lnTo>
                <a:lnTo>
                  <a:pt x="4929" y="5753"/>
                </a:lnTo>
                <a:lnTo>
                  <a:pt x="4929" y="5569"/>
                </a:lnTo>
                <a:lnTo>
                  <a:pt x="4929" y="5569"/>
                </a:lnTo>
                <a:lnTo>
                  <a:pt x="4929" y="2164"/>
                </a:lnTo>
                <a:lnTo>
                  <a:pt x="4929" y="2164"/>
                </a:lnTo>
                <a:lnTo>
                  <a:pt x="4929" y="2163"/>
                </a:lnTo>
                <a:lnTo>
                  <a:pt x="4929" y="2158"/>
                </a:lnTo>
                <a:lnTo>
                  <a:pt x="4928" y="2137"/>
                </a:lnTo>
                <a:lnTo>
                  <a:pt x="4927" y="2117"/>
                </a:lnTo>
                <a:lnTo>
                  <a:pt x="4923" y="2099"/>
                </a:lnTo>
                <a:lnTo>
                  <a:pt x="4920" y="2080"/>
                </a:lnTo>
                <a:lnTo>
                  <a:pt x="4915" y="2063"/>
                </a:lnTo>
                <a:lnTo>
                  <a:pt x="4908" y="2046"/>
                </a:lnTo>
                <a:lnTo>
                  <a:pt x="4901" y="2031"/>
                </a:lnTo>
                <a:lnTo>
                  <a:pt x="4894" y="2017"/>
                </a:lnTo>
                <a:lnTo>
                  <a:pt x="4885" y="2004"/>
                </a:lnTo>
                <a:lnTo>
                  <a:pt x="4875" y="1993"/>
                </a:lnTo>
                <a:lnTo>
                  <a:pt x="4865" y="1983"/>
                </a:lnTo>
                <a:lnTo>
                  <a:pt x="4855" y="1974"/>
                </a:lnTo>
                <a:lnTo>
                  <a:pt x="4844" y="1968"/>
                </a:lnTo>
                <a:lnTo>
                  <a:pt x="4833" y="1963"/>
                </a:lnTo>
                <a:lnTo>
                  <a:pt x="4821" y="1959"/>
                </a:lnTo>
                <a:lnTo>
                  <a:pt x="4808" y="1958"/>
                </a:lnTo>
                <a:lnTo>
                  <a:pt x="4800" y="1961"/>
                </a:lnTo>
                <a:lnTo>
                  <a:pt x="4790" y="1964"/>
                </a:lnTo>
                <a:lnTo>
                  <a:pt x="4780" y="1970"/>
                </a:lnTo>
                <a:lnTo>
                  <a:pt x="4770" y="1978"/>
                </a:lnTo>
                <a:lnTo>
                  <a:pt x="4762" y="1988"/>
                </a:lnTo>
                <a:lnTo>
                  <a:pt x="4752" y="1999"/>
                </a:lnTo>
                <a:lnTo>
                  <a:pt x="4743" y="2010"/>
                </a:lnTo>
                <a:lnTo>
                  <a:pt x="4734" y="2021"/>
                </a:lnTo>
                <a:lnTo>
                  <a:pt x="4708" y="2064"/>
                </a:lnTo>
                <a:lnTo>
                  <a:pt x="4697" y="2084"/>
                </a:lnTo>
                <a:lnTo>
                  <a:pt x="4689" y="2112"/>
                </a:lnTo>
                <a:lnTo>
                  <a:pt x="4679" y="2138"/>
                </a:lnTo>
                <a:lnTo>
                  <a:pt x="4669" y="2163"/>
                </a:lnTo>
                <a:lnTo>
                  <a:pt x="4657" y="2186"/>
                </a:lnTo>
                <a:lnTo>
                  <a:pt x="4644" y="2209"/>
                </a:lnTo>
                <a:lnTo>
                  <a:pt x="4631" y="2230"/>
                </a:lnTo>
                <a:lnTo>
                  <a:pt x="4617" y="2249"/>
                </a:lnTo>
                <a:lnTo>
                  <a:pt x="4602" y="2267"/>
                </a:lnTo>
                <a:lnTo>
                  <a:pt x="4586" y="2281"/>
                </a:lnTo>
                <a:lnTo>
                  <a:pt x="4570" y="2296"/>
                </a:lnTo>
                <a:lnTo>
                  <a:pt x="4554" y="2307"/>
                </a:lnTo>
                <a:lnTo>
                  <a:pt x="4537" y="2317"/>
                </a:lnTo>
                <a:lnTo>
                  <a:pt x="4518" y="2326"/>
                </a:lnTo>
                <a:lnTo>
                  <a:pt x="4501" y="2331"/>
                </a:lnTo>
                <a:lnTo>
                  <a:pt x="4483" y="2335"/>
                </a:lnTo>
                <a:lnTo>
                  <a:pt x="4463" y="2336"/>
                </a:lnTo>
                <a:lnTo>
                  <a:pt x="4449" y="2336"/>
                </a:lnTo>
                <a:lnTo>
                  <a:pt x="4436" y="2333"/>
                </a:lnTo>
                <a:lnTo>
                  <a:pt x="4423" y="2331"/>
                </a:lnTo>
                <a:lnTo>
                  <a:pt x="4410" y="2326"/>
                </a:lnTo>
                <a:lnTo>
                  <a:pt x="4397" y="2321"/>
                </a:lnTo>
                <a:lnTo>
                  <a:pt x="4385" y="2315"/>
                </a:lnTo>
                <a:lnTo>
                  <a:pt x="4373" y="2307"/>
                </a:lnTo>
                <a:lnTo>
                  <a:pt x="4360" y="2299"/>
                </a:lnTo>
                <a:lnTo>
                  <a:pt x="4348" y="2290"/>
                </a:lnTo>
                <a:lnTo>
                  <a:pt x="4337" y="2279"/>
                </a:lnTo>
                <a:lnTo>
                  <a:pt x="4326" y="2268"/>
                </a:lnTo>
                <a:lnTo>
                  <a:pt x="4315" y="2256"/>
                </a:lnTo>
                <a:lnTo>
                  <a:pt x="4305" y="2243"/>
                </a:lnTo>
                <a:lnTo>
                  <a:pt x="4295" y="2228"/>
                </a:lnTo>
                <a:lnTo>
                  <a:pt x="4285" y="2214"/>
                </a:lnTo>
                <a:lnTo>
                  <a:pt x="4276" y="2199"/>
                </a:lnTo>
                <a:lnTo>
                  <a:pt x="4268" y="2183"/>
                </a:lnTo>
                <a:lnTo>
                  <a:pt x="4259" y="2165"/>
                </a:lnTo>
                <a:lnTo>
                  <a:pt x="4251" y="2147"/>
                </a:lnTo>
                <a:lnTo>
                  <a:pt x="4243" y="2128"/>
                </a:lnTo>
                <a:lnTo>
                  <a:pt x="4237" y="2110"/>
                </a:lnTo>
                <a:lnTo>
                  <a:pt x="4231" y="2090"/>
                </a:lnTo>
                <a:lnTo>
                  <a:pt x="4225" y="2070"/>
                </a:lnTo>
                <a:lnTo>
                  <a:pt x="4220" y="2049"/>
                </a:lnTo>
                <a:lnTo>
                  <a:pt x="4215" y="2028"/>
                </a:lnTo>
                <a:lnTo>
                  <a:pt x="4211" y="2006"/>
                </a:lnTo>
                <a:lnTo>
                  <a:pt x="4207" y="1984"/>
                </a:lnTo>
                <a:lnTo>
                  <a:pt x="4204" y="1962"/>
                </a:lnTo>
                <a:lnTo>
                  <a:pt x="4201" y="1938"/>
                </a:lnTo>
                <a:lnTo>
                  <a:pt x="4200" y="1915"/>
                </a:lnTo>
                <a:lnTo>
                  <a:pt x="4199" y="1890"/>
                </a:lnTo>
                <a:lnTo>
                  <a:pt x="4199" y="1867"/>
                </a:lnTo>
                <a:lnTo>
                  <a:pt x="4199" y="1842"/>
                </a:lnTo>
                <a:lnTo>
                  <a:pt x="4200" y="1819"/>
                </a:lnTo>
                <a:lnTo>
                  <a:pt x="4201" y="1795"/>
                </a:lnTo>
                <a:lnTo>
                  <a:pt x="4204" y="1772"/>
                </a:lnTo>
                <a:lnTo>
                  <a:pt x="4207" y="1750"/>
                </a:lnTo>
                <a:lnTo>
                  <a:pt x="4211" y="1727"/>
                </a:lnTo>
                <a:lnTo>
                  <a:pt x="4215" y="1705"/>
                </a:lnTo>
                <a:lnTo>
                  <a:pt x="4220" y="1684"/>
                </a:lnTo>
                <a:lnTo>
                  <a:pt x="4225" y="1663"/>
                </a:lnTo>
                <a:lnTo>
                  <a:pt x="4231" y="1643"/>
                </a:lnTo>
                <a:lnTo>
                  <a:pt x="4237" y="1624"/>
                </a:lnTo>
                <a:lnTo>
                  <a:pt x="4243" y="1604"/>
                </a:lnTo>
                <a:lnTo>
                  <a:pt x="4251" y="1585"/>
                </a:lnTo>
                <a:lnTo>
                  <a:pt x="4259" y="1568"/>
                </a:lnTo>
                <a:lnTo>
                  <a:pt x="4268" y="1551"/>
                </a:lnTo>
                <a:lnTo>
                  <a:pt x="4276" y="1535"/>
                </a:lnTo>
                <a:lnTo>
                  <a:pt x="4285" y="1520"/>
                </a:lnTo>
                <a:lnTo>
                  <a:pt x="4295" y="1505"/>
                </a:lnTo>
                <a:lnTo>
                  <a:pt x="4305" y="1490"/>
                </a:lnTo>
                <a:lnTo>
                  <a:pt x="4315" y="1478"/>
                </a:lnTo>
                <a:lnTo>
                  <a:pt x="4326" y="1466"/>
                </a:lnTo>
                <a:lnTo>
                  <a:pt x="4337" y="1455"/>
                </a:lnTo>
                <a:lnTo>
                  <a:pt x="4348" y="1444"/>
                </a:lnTo>
                <a:lnTo>
                  <a:pt x="4360" y="1435"/>
                </a:lnTo>
                <a:lnTo>
                  <a:pt x="4373" y="1426"/>
                </a:lnTo>
                <a:lnTo>
                  <a:pt x="4385" y="1419"/>
                </a:lnTo>
                <a:lnTo>
                  <a:pt x="4397" y="1413"/>
                </a:lnTo>
                <a:lnTo>
                  <a:pt x="4410" y="1407"/>
                </a:lnTo>
                <a:lnTo>
                  <a:pt x="4423" y="1403"/>
                </a:lnTo>
                <a:lnTo>
                  <a:pt x="4436" y="1400"/>
                </a:lnTo>
                <a:lnTo>
                  <a:pt x="4449" y="1398"/>
                </a:lnTo>
                <a:lnTo>
                  <a:pt x="4463" y="1398"/>
                </a:lnTo>
                <a:lnTo>
                  <a:pt x="4483" y="1399"/>
                </a:lnTo>
                <a:lnTo>
                  <a:pt x="4501" y="1403"/>
                </a:lnTo>
                <a:lnTo>
                  <a:pt x="4520" y="1408"/>
                </a:lnTo>
                <a:lnTo>
                  <a:pt x="4537" y="1416"/>
                </a:lnTo>
                <a:lnTo>
                  <a:pt x="4554" y="1426"/>
                </a:lnTo>
                <a:lnTo>
                  <a:pt x="4570" y="1437"/>
                </a:lnTo>
                <a:lnTo>
                  <a:pt x="4588" y="1452"/>
                </a:lnTo>
                <a:lnTo>
                  <a:pt x="4602" y="1468"/>
                </a:lnTo>
                <a:lnTo>
                  <a:pt x="4617" y="1486"/>
                </a:lnTo>
                <a:lnTo>
                  <a:pt x="4632" y="1504"/>
                </a:lnTo>
                <a:lnTo>
                  <a:pt x="4644" y="1525"/>
                </a:lnTo>
                <a:lnTo>
                  <a:pt x="4657" y="1547"/>
                </a:lnTo>
                <a:lnTo>
                  <a:pt x="4669" y="1571"/>
                </a:lnTo>
                <a:lnTo>
                  <a:pt x="4680" y="1597"/>
                </a:lnTo>
                <a:lnTo>
                  <a:pt x="4689" y="1623"/>
                </a:lnTo>
                <a:lnTo>
                  <a:pt x="4699" y="1651"/>
                </a:lnTo>
                <a:lnTo>
                  <a:pt x="4708" y="1669"/>
                </a:lnTo>
                <a:lnTo>
                  <a:pt x="4733" y="1711"/>
                </a:lnTo>
                <a:lnTo>
                  <a:pt x="4742" y="1722"/>
                </a:lnTo>
                <a:lnTo>
                  <a:pt x="4750" y="1734"/>
                </a:lnTo>
                <a:lnTo>
                  <a:pt x="4759" y="1745"/>
                </a:lnTo>
                <a:lnTo>
                  <a:pt x="4769" y="1753"/>
                </a:lnTo>
                <a:lnTo>
                  <a:pt x="4779" y="1762"/>
                </a:lnTo>
                <a:lnTo>
                  <a:pt x="4789" y="1767"/>
                </a:lnTo>
                <a:lnTo>
                  <a:pt x="4799" y="1772"/>
                </a:lnTo>
                <a:lnTo>
                  <a:pt x="4808" y="1773"/>
                </a:lnTo>
                <a:lnTo>
                  <a:pt x="4821" y="1772"/>
                </a:lnTo>
                <a:lnTo>
                  <a:pt x="4833" y="1768"/>
                </a:lnTo>
                <a:lnTo>
                  <a:pt x="4844" y="1763"/>
                </a:lnTo>
                <a:lnTo>
                  <a:pt x="4855" y="1757"/>
                </a:lnTo>
                <a:lnTo>
                  <a:pt x="4865" y="1748"/>
                </a:lnTo>
                <a:lnTo>
                  <a:pt x="4875" y="1738"/>
                </a:lnTo>
                <a:lnTo>
                  <a:pt x="4885" y="1727"/>
                </a:lnTo>
                <a:lnTo>
                  <a:pt x="4894" y="1714"/>
                </a:lnTo>
                <a:lnTo>
                  <a:pt x="4901" y="1700"/>
                </a:lnTo>
                <a:lnTo>
                  <a:pt x="4908" y="1685"/>
                </a:lnTo>
                <a:lnTo>
                  <a:pt x="4915" y="1668"/>
                </a:lnTo>
                <a:lnTo>
                  <a:pt x="4920" y="1651"/>
                </a:lnTo>
                <a:lnTo>
                  <a:pt x="4923" y="1634"/>
                </a:lnTo>
                <a:lnTo>
                  <a:pt x="4927" y="1614"/>
                </a:lnTo>
                <a:lnTo>
                  <a:pt x="4928" y="1594"/>
                </a:lnTo>
                <a:lnTo>
                  <a:pt x="4929" y="1574"/>
                </a:lnTo>
                <a:lnTo>
                  <a:pt x="4929" y="1568"/>
                </a:lnTo>
                <a:lnTo>
                  <a:pt x="4929" y="1567"/>
                </a:lnTo>
                <a:lnTo>
                  <a:pt x="4929" y="1567"/>
                </a:lnTo>
                <a:lnTo>
                  <a:pt x="4929" y="1567"/>
                </a:lnTo>
                <a:lnTo>
                  <a:pt x="4929" y="0"/>
                </a:lnTo>
                <a:lnTo>
                  <a:pt x="0" y="0"/>
                </a:lnTo>
                <a:lnTo>
                  <a:pt x="0" y="11201"/>
                </a:lnTo>
                <a:lnTo>
                  <a:pt x="4929" y="11201"/>
                </a:lnTo>
                <a:lnTo>
                  <a:pt x="4929" y="10264"/>
                </a:lnTo>
                <a:lnTo>
                  <a:pt x="4929" y="10264"/>
                </a:lnTo>
                <a:lnTo>
                  <a:pt x="4929" y="10083"/>
                </a:lnTo>
                <a:lnTo>
                  <a:pt x="4929" y="10083"/>
                </a:lnTo>
                <a:lnTo>
                  <a:pt x="4929" y="10083"/>
                </a:lnTo>
                <a:lnTo>
                  <a:pt x="4929" y="10081"/>
                </a:lnTo>
                <a:lnTo>
                  <a:pt x="4929" y="10080"/>
                </a:lnTo>
                <a:lnTo>
                  <a:pt x="4931" y="10059"/>
                </a:lnTo>
                <a:lnTo>
                  <a:pt x="4932" y="10040"/>
                </a:lnTo>
                <a:lnTo>
                  <a:pt x="4936" y="10020"/>
                </a:lnTo>
                <a:lnTo>
                  <a:pt x="4939" y="10001"/>
                </a:lnTo>
                <a:lnTo>
                  <a:pt x="4944" y="9984"/>
                </a:lnTo>
                <a:lnTo>
                  <a:pt x="4950" y="9967"/>
                </a:lnTo>
                <a:lnTo>
                  <a:pt x="4958" y="9952"/>
                </a:lnTo>
                <a:lnTo>
                  <a:pt x="4965" y="9937"/>
                </a:lnTo>
                <a:lnTo>
                  <a:pt x="4974" y="9924"/>
                </a:lnTo>
                <a:lnTo>
                  <a:pt x="4982" y="9912"/>
                </a:lnTo>
                <a:lnTo>
                  <a:pt x="4994" y="9903"/>
                </a:lnTo>
                <a:lnTo>
                  <a:pt x="5003" y="9894"/>
                </a:lnTo>
                <a:lnTo>
                  <a:pt x="5015" y="9887"/>
                </a:lnTo>
                <a:lnTo>
                  <a:pt x="5026" y="9882"/>
                </a:lnTo>
                <a:lnTo>
                  <a:pt x="5038" y="9879"/>
                </a:lnTo>
                <a:lnTo>
                  <a:pt x="5050" y="9878"/>
                </a:lnTo>
                <a:lnTo>
                  <a:pt x="5060" y="9879"/>
                </a:lnTo>
                <a:lnTo>
                  <a:pt x="5070" y="9883"/>
                </a:lnTo>
                <a:lnTo>
                  <a:pt x="5080" y="9889"/>
                </a:lnTo>
                <a:lnTo>
                  <a:pt x="5090" y="9896"/>
                </a:lnTo>
                <a:lnTo>
                  <a:pt x="5100" y="9906"/>
                </a:lnTo>
                <a:lnTo>
                  <a:pt x="5108" y="9916"/>
                </a:lnTo>
                <a:lnTo>
                  <a:pt x="5117" y="9927"/>
                </a:lnTo>
                <a:lnTo>
                  <a:pt x="5126" y="9938"/>
                </a:lnTo>
                <a:lnTo>
                  <a:pt x="5152" y="9980"/>
                </a:lnTo>
                <a:lnTo>
                  <a:pt x="5161" y="10000"/>
                </a:lnTo>
                <a:lnTo>
                  <a:pt x="5170" y="10027"/>
                </a:lnTo>
                <a:lnTo>
                  <a:pt x="5180" y="10054"/>
                </a:lnTo>
                <a:lnTo>
                  <a:pt x="5190" y="10079"/>
                </a:lnTo>
                <a:lnTo>
                  <a:pt x="5202" y="10102"/>
                </a:lnTo>
                <a:lnTo>
                  <a:pt x="5215" y="10125"/>
                </a:lnTo>
                <a:lnTo>
                  <a:pt x="5228" y="10146"/>
                </a:lnTo>
                <a:lnTo>
                  <a:pt x="5242" y="10165"/>
                </a:lnTo>
                <a:lnTo>
                  <a:pt x="5256" y="10183"/>
                </a:lnTo>
                <a:lnTo>
                  <a:pt x="5273" y="10199"/>
                </a:lnTo>
                <a:lnTo>
                  <a:pt x="5289" y="10212"/>
                </a:lnTo>
                <a:lnTo>
                  <a:pt x="5305" y="10225"/>
                </a:lnTo>
                <a:lnTo>
                  <a:pt x="5322" y="10234"/>
                </a:lnTo>
                <a:lnTo>
                  <a:pt x="5340" y="10242"/>
                </a:lnTo>
                <a:lnTo>
                  <a:pt x="5359" y="10248"/>
                </a:lnTo>
                <a:lnTo>
                  <a:pt x="5377" y="10252"/>
                </a:lnTo>
                <a:lnTo>
                  <a:pt x="5396" y="10253"/>
                </a:lnTo>
                <a:lnTo>
                  <a:pt x="5410" y="10252"/>
                </a:lnTo>
                <a:lnTo>
                  <a:pt x="5423" y="10251"/>
                </a:lnTo>
                <a:lnTo>
                  <a:pt x="5437" y="10247"/>
                </a:lnTo>
                <a:lnTo>
                  <a:pt x="5449" y="10243"/>
                </a:lnTo>
                <a:lnTo>
                  <a:pt x="5463" y="10238"/>
                </a:lnTo>
                <a:lnTo>
                  <a:pt x="5475" y="10232"/>
                </a:lnTo>
                <a:lnTo>
                  <a:pt x="5487" y="10225"/>
                </a:lnTo>
                <a:lnTo>
                  <a:pt x="5498" y="10216"/>
                </a:lnTo>
                <a:lnTo>
                  <a:pt x="5511" y="10206"/>
                </a:lnTo>
                <a:lnTo>
                  <a:pt x="5522" y="10196"/>
                </a:lnTo>
                <a:lnTo>
                  <a:pt x="5533" y="10185"/>
                </a:lnTo>
                <a:lnTo>
                  <a:pt x="5544" y="10173"/>
                </a:lnTo>
                <a:lnTo>
                  <a:pt x="5554" y="10159"/>
                </a:lnTo>
                <a:lnTo>
                  <a:pt x="5564" y="10146"/>
                </a:lnTo>
                <a:lnTo>
                  <a:pt x="5574" y="10131"/>
                </a:lnTo>
                <a:lnTo>
                  <a:pt x="5584" y="10115"/>
                </a:lnTo>
                <a:lnTo>
                  <a:pt x="5592" y="10099"/>
                </a:lnTo>
                <a:lnTo>
                  <a:pt x="5600" y="10081"/>
                </a:lnTo>
                <a:lnTo>
                  <a:pt x="5608" y="10064"/>
                </a:lnTo>
                <a:lnTo>
                  <a:pt x="5616" y="10046"/>
                </a:lnTo>
                <a:lnTo>
                  <a:pt x="5622" y="10027"/>
                </a:lnTo>
                <a:lnTo>
                  <a:pt x="5629" y="10007"/>
                </a:lnTo>
                <a:lnTo>
                  <a:pt x="5634" y="9986"/>
                </a:lnTo>
                <a:lnTo>
                  <a:pt x="5640" y="9965"/>
                </a:lnTo>
                <a:lnTo>
                  <a:pt x="5644" y="9945"/>
                </a:lnTo>
                <a:lnTo>
                  <a:pt x="5649" y="9924"/>
                </a:lnTo>
                <a:lnTo>
                  <a:pt x="5653" y="9901"/>
                </a:lnTo>
                <a:lnTo>
                  <a:pt x="5655" y="9878"/>
                </a:lnTo>
                <a:lnTo>
                  <a:pt x="5658" y="9854"/>
                </a:lnTo>
                <a:lnTo>
                  <a:pt x="5659" y="9831"/>
                </a:lnTo>
                <a:lnTo>
                  <a:pt x="5660" y="9808"/>
                </a:lnTo>
                <a:lnTo>
                  <a:pt x="5660" y="9783"/>
                </a:lnTo>
                <a:lnTo>
                  <a:pt x="5660" y="9759"/>
                </a:lnTo>
                <a:lnTo>
                  <a:pt x="5659" y="9736"/>
                </a:lnTo>
                <a:lnTo>
                  <a:pt x="5658" y="9713"/>
                </a:lnTo>
                <a:lnTo>
                  <a:pt x="5655" y="9689"/>
                </a:lnTo>
                <a:lnTo>
                  <a:pt x="5653" y="9666"/>
                </a:lnTo>
                <a:lnTo>
                  <a:pt x="5649" y="9643"/>
                </a:lnTo>
                <a:lnTo>
                  <a:pt x="5644" y="9622"/>
                </a:lnTo>
                <a:lnTo>
                  <a:pt x="5640" y="9601"/>
                </a:lnTo>
                <a:lnTo>
                  <a:pt x="5634" y="9580"/>
                </a:lnTo>
                <a:lnTo>
                  <a:pt x="5629" y="9560"/>
                </a:lnTo>
                <a:lnTo>
                  <a:pt x="5622" y="9540"/>
                </a:lnTo>
                <a:lnTo>
                  <a:pt x="5616" y="9521"/>
                </a:lnTo>
                <a:lnTo>
                  <a:pt x="5608" y="9503"/>
                </a:lnTo>
                <a:lnTo>
                  <a:pt x="5600" y="9485"/>
                </a:lnTo>
                <a:lnTo>
                  <a:pt x="5592" y="9468"/>
                </a:lnTo>
                <a:lnTo>
                  <a:pt x="5584" y="9452"/>
                </a:lnTo>
                <a:lnTo>
                  <a:pt x="5574" y="9436"/>
                </a:lnTo>
                <a:lnTo>
                  <a:pt x="5564" y="9421"/>
                </a:lnTo>
                <a:lnTo>
                  <a:pt x="5554" y="9408"/>
                </a:lnTo>
                <a:lnTo>
                  <a:pt x="5544" y="9394"/>
                </a:lnTo>
                <a:lnTo>
                  <a:pt x="5533" y="9382"/>
                </a:lnTo>
                <a:lnTo>
                  <a:pt x="5522" y="9371"/>
                </a:lnTo>
                <a:lnTo>
                  <a:pt x="5511" y="9361"/>
                </a:lnTo>
                <a:lnTo>
                  <a:pt x="5498" y="9351"/>
                </a:lnTo>
                <a:lnTo>
                  <a:pt x="5487" y="9342"/>
                </a:lnTo>
                <a:lnTo>
                  <a:pt x="5475" y="9335"/>
                </a:lnTo>
                <a:lnTo>
                  <a:pt x="5463" y="9329"/>
                </a:lnTo>
                <a:lnTo>
                  <a:pt x="5449" y="9324"/>
                </a:lnTo>
                <a:lnTo>
                  <a:pt x="5437" y="9320"/>
                </a:lnTo>
                <a:lnTo>
                  <a:pt x="5423" y="9316"/>
                </a:lnTo>
                <a:lnTo>
                  <a:pt x="5410" y="9315"/>
                </a:lnTo>
                <a:lnTo>
                  <a:pt x="5396" y="9314"/>
                </a:lnTo>
                <a:close/>
              </a:path>
            </a:pathLst>
          </a:custGeom>
          <a:noFill/>
          <a:ln w="7">
            <a:solidFill>
              <a:srgbClr val="FFFFFF"/>
            </a:solidFill>
            <a:prstDash val="solid"/>
            <a:round/>
          </a:ln>
        </p:spPr>
        <p:txBody>
          <a:bodyPr vert="horz" wrap="square" lIns="91443" tIns="45721" rIns="91443" bIns="45721" numCol="1" anchor="t" anchorCtr="0" compatLnSpc="1"/>
          <a:lstStyle/>
          <a:p>
            <a:endParaRPr lang="en-US"/>
          </a:p>
        </p:txBody>
      </p:sp>
      <p:sp>
        <p:nvSpPr>
          <p:cNvPr id="10" name="Freeform 10"/>
          <p:cNvSpPr/>
          <p:nvPr/>
        </p:nvSpPr>
        <p:spPr bwMode="auto">
          <a:xfrm>
            <a:off x="4271887" y="3204953"/>
            <a:ext cx="1957469" cy="2128927"/>
          </a:xfrm>
          <a:custGeom>
            <a:avLst/>
            <a:gdLst/>
            <a:ahLst/>
            <a:cxnLst>
              <a:cxn ang="0">
                <a:pos x="2612" y="37"/>
              </a:cxn>
              <a:cxn ang="0">
                <a:pos x="2563" y="139"/>
              </a:cxn>
              <a:cxn ang="0">
                <a:pos x="2737" y="249"/>
              </a:cxn>
              <a:cxn ang="0">
                <a:pos x="2916" y="392"/>
              </a:cxn>
              <a:cxn ang="0">
                <a:pos x="2913" y="544"/>
              </a:cxn>
              <a:cxn ang="0">
                <a:pos x="2797" y="653"/>
              </a:cxn>
              <a:cxn ang="0">
                <a:pos x="2605" y="718"/>
              </a:cxn>
              <a:cxn ang="0">
                <a:pos x="2370" y="724"/>
              </a:cxn>
              <a:cxn ang="0">
                <a:pos x="2167" y="670"/>
              </a:cxn>
              <a:cxn ang="0">
                <a:pos x="2033" y="569"/>
              </a:cxn>
              <a:cxn ang="0">
                <a:pos x="2001" y="428"/>
              </a:cxn>
              <a:cxn ang="0">
                <a:pos x="2146" y="271"/>
              </a:cxn>
              <a:cxn ang="0">
                <a:pos x="2352" y="159"/>
              </a:cxn>
              <a:cxn ang="0">
                <a:pos x="2338" y="55"/>
              </a:cxn>
              <a:cxn ang="0">
                <a:pos x="2181" y="0"/>
              </a:cxn>
              <a:cxn ang="0">
                <a:pos x="16" y="2120"/>
              </a:cxn>
              <a:cxn ang="0">
                <a:pos x="109" y="2221"/>
              </a:cxn>
              <a:cxn ang="0">
                <a:pos x="221" y="2116"/>
              </a:cxn>
              <a:cxn ang="0">
                <a:pos x="342" y="1899"/>
              </a:cxn>
              <a:cxn ang="0">
                <a:pos x="506" y="1851"/>
              </a:cxn>
              <a:cxn ang="0">
                <a:pos x="625" y="1938"/>
              </a:cxn>
              <a:cxn ang="0">
                <a:pos x="705" y="2111"/>
              </a:cxn>
              <a:cxn ang="0">
                <a:pos x="731" y="2338"/>
              </a:cxn>
              <a:cxn ang="0">
                <a:pos x="693" y="2558"/>
              </a:cxn>
              <a:cxn ang="0">
                <a:pos x="604" y="2716"/>
              </a:cxn>
              <a:cxn ang="0">
                <a:pos x="479" y="2782"/>
              </a:cxn>
              <a:cxn ang="0">
                <a:pos x="313" y="2696"/>
              </a:cxn>
              <a:cxn ang="0">
                <a:pos x="188" y="2458"/>
              </a:cxn>
              <a:cxn ang="0">
                <a:pos x="86" y="2417"/>
              </a:cxn>
              <a:cxn ang="0">
                <a:pos x="7" y="2546"/>
              </a:cxn>
              <a:cxn ang="0">
                <a:pos x="2165" y="4631"/>
              </a:cxn>
              <a:cxn ang="0">
                <a:pos x="2281" y="4651"/>
              </a:cxn>
              <a:cxn ang="0">
                <a:pos x="2371" y="4751"/>
              </a:cxn>
              <a:cxn ang="0">
                <a:pos x="2249" y="4862"/>
              </a:cxn>
              <a:cxn ang="0">
                <a:pos x="2036" y="4989"/>
              </a:cxn>
              <a:cxn ang="0">
                <a:pos x="2005" y="5151"/>
              </a:cxn>
              <a:cxn ang="0">
                <a:pos x="2104" y="5265"/>
              </a:cxn>
              <a:cxn ang="0">
                <a:pos x="2283" y="5341"/>
              </a:cxn>
              <a:cxn ang="0">
                <a:pos x="2513" y="5360"/>
              </a:cxn>
              <a:cxn ang="0">
                <a:pos x="2727" y="5316"/>
              </a:cxn>
              <a:cxn ang="0">
                <a:pos x="2877" y="5223"/>
              </a:cxn>
              <a:cxn ang="0">
                <a:pos x="2934" y="5096"/>
              </a:cxn>
              <a:cxn ang="0">
                <a:pos x="2828" y="4930"/>
              </a:cxn>
              <a:cxn ang="0">
                <a:pos x="2597" y="4809"/>
              </a:cxn>
              <a:cxn ang="0">
                <a:pos x="2573" y="4704"/>
              </a:cxn>
              <a:cxn ang="0">
                <a:pos x="2718" y="4633"/>
              </a:cxn>
              <a:cxn ang="0">
                <a:pos x="4930" y="2612"/>
              </a:cxn>
              <a:cxn ang="0">
                <a:pos x="4894" y="2465"/>
              </a:cxn>
              <a:cxn ang="0">
                <a:pos x="4791" y="2412"/>
              </a:cxn>
              <a:cxn ang="0">
                <a:pos x="4679" y="2586"/>
              </a:cxn>
              <a:cxn ang="0">
                <a:pos x="4538" y="2765"/>
              </a:cxn>
              <a:cxn ang="0">
                <a:pos x="4384" y="2763"/>
              </a:cxn>
              <a:cxn ang="0">
                <a:pos x="4277" y="2647"/>
              </a:cxn>
              <a:cxn ang="0">
                <a:pos x="4210" y="2454"/>
              </a:cxn>
              <a:cxn ang="0">
                <a:pos x="4204" y="2220"/>
              </a:cxn>
              <a:cxn ang="0">
                <a:pos x="4260" y="2016"/>
              </a:cxn>
              <a:cxn ang="0">
                <a:pos x="4361" y="1883"/>
              </a:cxn>
              <a:cxn ang="0">
                <a:pos x="4502" y="1851"/>
              </a:cxn>
              <a:cxn ang="0">
                <a:pos x="4657" y="1995"/>
              </a:cxn>
              <a:cxn ang="0">
                <a:pos x="4770" y="2201"/>
              </a:cxn>
              <a:cxn ang="0">
                <a:pos x="4876" y="2186"/>
              </a:cxn>
              <a:cxn ang="0">
                <a:pos x="4930" y="2021"/>
              </a:cxn>
            </a:cxnLst>
            <a:rect l="0" t="0" r="r" b="b"/>
            <a:pathLst>
              <a:path w="4930" h="5362">
                <a:moveTo>
                  <a:pt x="4930" y="0"/>
                </a:moveTo>
                <a:lnTo>
                  <a:pt x="2747" y="0"/>
                </a:lnTo>
                <a:lnTo>
                  <a:pt x="2727" y="1"/>
                </a:lnTo>
                <a:lnTo>
                  <a:pt x="2708" y="4"/>
                </a:lnTo>
                <a:lnTo>
                  <a:pt x="2690" y="7"/>
                </a:lnTo>
                <a:lnTo>
                  <a:pt x="2673" y="11"/>
                </a:lnTo>
                <a:lnTo>
                  <a:pt x="2657" y="17"/>
                </a:lnTo>
                <a:lnTo>
                  <a:pt x="2640" y="23"/>
                </a:lnTo>
                <a:lnTo>
                  <a:pt x="2626" y="29"/>
                </a:lnTo>
                <a:lnTo>
                  <a:pt x="2612" y="37"/>
                </a:lnTo>
                <a:lnTo>
                  <a:pt x="2600" y="46"/>
                </a:lnTo>
                <a:lnTo>
                  <a:pt x="2589" y="55"/>
                </a:lnTo>
                <a:lnTo>
                  <a:pt x="2580" y="64"/>
                </a:lnTo>
                <a:lnTo>
                  <a:pt x="2571" y="75"/>
                </a:lnTo>
                <a:lnTo>
                  <a:pt x="2565" y="85"/>
                </a:lnTo>
                <a:lnTo>
                  <a:pt x="2561" y="96"/>
                </a:lnTo>
                <a:lnTo>
                  <a:pt x="2558" y="108"/>
                </a:lnTo>
                <a:lnTo>
                  <a:pt x="2557" y="120"/>
                </a:lnTo>
                <a:lnTo>
                  <a:pt x="2559" y="129"/>
                </a:lnTo>
                <a:lnTo>
                  <a:pt x="2563" y="139"/>
                </a:lnTo>
                <a:lnTo>
                  <a:pt x="2569" y="148"/>
                </a:lnTo>
                <a:lnTo>
                  <a:pt x="2576" y="158"/>
                </a:lnTo>
                <a:lnTo>
                  <a:pt x="2586" y="168"/>
                </a:lnTo>
                <a:lnTo>
                  <a:pt x="2597" y="176"/>
                </a:lnTo>
                <a:lnTo>
                  <a:pt x="2608" y="186"/>
                </a:lnTo>
                <a:lnTo>
                  <a:pt x="2619" y="194"/>
                </a:lnTo>
                <a:lnTo>
                  <a:pt x="2663" y="221"/>
                </a:lnTo>
                <a:lnTo>
                  <a:pt x="2682" y="231"/>
                </a:lnTo>
                <a:lnTo>
                  <a:pt x="2711" y="239"/>
                </a:lnTo>
                <a:lnTo>
                  <a:pt x="2737" y="249"/>
                </a:lnTo>
                <a:lnTo>
                  <a:pt x="2761" y="260"/>
                </a:lnTo>
                <a:lnTo>
                  <a:pt x="2785" y="271"/>
                </a:lnTo>
                <a:lnTo>
                  <a:pt x="2807" y="285"/>
                </a:lnTo>
                <a:lnTo>
                  <a:pt x="2828" y="297"/>
                </a:lnTo>
                <a:lnTo>
                  <a:pt x="2848" y="312"/>
                </a:lnTo>
                <a:lnTo>
                  <a:pt x="2865" y="327"/>
                </a:lnTo>
                <a:lnTo>
                  <a:pt x="2880" y="342"/>
                </a:lnTo>
                <a:lnTo>
                  <a:pt x="2895" y="358"/>
                </a:lnTo>
                <a:lnTo>
                  <a:pt x="2906" y="375"/>
                </a:lnTo>
                <a:lnTo>
                  <a:pt x="2916" y="392"/>
                </a:lnTo>
                <a:lnTo>
                  <a:pt x="2924" y="410"/>
                </a:lnTo>
                <a:lnTo>
                  <a:pt x="2929" y="428"/>
                </a:lnTo>
                <a:lnTo>
                  <a:pt x="2933" y="447"/>
                </a:lnTo>
                <a:lnTo>
                  <a:pt x="2934" y="465"/>
                </a:lnTo>
                <a:lnTo>
                  <a:pt x="2934" y="479"/>
                </a:lnTo>
                <a:lnTo>
                  <a:pt x="2932" y="492"/>
                </a:lnTo>
                <a:lnTo>
                  <a:pt x="2929" y="506"/>
                </a:lnTo>
                <a:lnTo>
                  <a:pt x="2924" y="518"/>
                </a:lnTo>
                <a:lnTo>
                  <a:pt x="2919" y="532"/>
                </a:lnTo>
                <a:lnTo>
                  <a:pt x="2913" y="544"/>
                </a:lnTo>
                <a:lnTo>
                  <a:pt x="2906" y="556"/>
                </a:lnTo>
                <a:lnTo>
                  <a:pt x="2897" y="569"/>
                </a:lnTo>
                <a:lnTo>
                  <a:pt x="2889" y="580"/>
                </a:lnTo>
                <a:lnTo>
                  <a:pt x="2877" y="591"/>
                </a:lnTo>
                <a:lnTo>
                  <a:pt x="2866" y="602"/>
                </a:lnTo>
                <a:lnTo>
                  <a:pt x="2854" y="613"/>
                </a:lnTo>
                <a:lnTo>
                  <a:pt x="2842" y="624"/>
                </a:lnTo>
                <a:lnTo>
                  <a:pt x="2827" y="634"/>
                </a:lnTo>
                <a:lnTo>
                  <a:pt x="2812" y="643"/>
                </a:lnTo>
                <a:lnTo>
                  <a:pt x="2797" y="653"/>
                </a:lnTo>
                <a:lnTo>
                  <a:pt x="2780" y="661"/>
                </a:lnTo>
                <a:lnTo>
                  <a:pt x="2764" y="670"/>
                </a:lnTo>
                <a:lnTo>
                  <a:pt x="2745" y="677"/>
                </a:lnTo>
                <a:lnTo>
                  <a:pt x="2727" y="685"/>
                </a:lnTo>
                <a:lnTo>
                  <a:pt x="2708" y="692"/>
                </a:lnTo>
                <a:lnTo>
                  <a:pt x="2689" y="698"/>
                </a:lnTo>
                <a:lnTo>
                  <a:pt x="2669" y="703"/>
                </a:lnTo>
                <a:lnTo>
                  <a:pt x="2648" y="709"/>
                </a:lnTo>
                <a:lnTo>
                  <a:pt x="2627" y="714"/>
                </a:lnTo>
                <a:lnTo>
                  <a:pt x="2605" y="718"/>
                </a:lnTo>
                <a:lnTo>
                  <a:pt x="2582" y="722"/>
                </a:lnTo>
                <a:lnTo>
                  <a:pt x="2560" y="724"/>
                </a:lnTo>
                <a:lnTo>
                  <a:pt x="2537" y="727"/>
                </a:lnTo>
                <a:lnTo>
                  <a:pt x="2513" y="729"/>
                </a:lnTo>
                <a:lnTo>
                  <a:pt x="2489" y="729"/>
                </a:lnTo>
                <a:lnTo>
                  <a:pt x="2465" y="730"/>
                </a:lnTo>
                <a:lnTo>
                  <a:pt x="2441" y="729"/>
                </a:lnTo>
                <a:lnTo>
                  <a:pt x="2417" y="729"/>
                </a:lnTo>
                <a:lnTo>
                  <a:pt x="2394" y="727"/>
                </a:lnTo>
                <a:lnTo>
                  <a:pt x="2370" y="724"/>
                </a:lnTo>
                <a:lnTo>
                  <a:pt x="2348" y="722"/>
                </a:lnTo>
                <a:lnTo>
                  <a:pt x="2326" y="718"/>
                </a:lnTo>
                <a:lnTo>
                  <a:pt x="2304" y="714"/>
                </a:lnTo>
                <a:lnTo>
                  <a:pt x="2283" y="709"/>
                </a:lnTo>
                <a:lnTo>
                  <a:pt x="2262" y="703"/>
                </a:lnTo>
                <a:lnTo>
                  <a:pt x="2242" y="698"/>
                </a:lnTo>
                <a:lnTo>
                  <a:pt x="2222" y="692"/>
                </a:lnTo>
                <a:lnTo>
                  <a:pt x="2202" y="685"/>
                </a:lnTo>
                <a:lnTo>
                  <a:pt x="2184" y="677"/>
                </a:lnTo>
                <a:lnTo>
                  <a:pt x="2167" y="670"/>
                </a:lnTo>
                <a:lnTo>
                  <a:pt x="2149" y="661"/>
                </a:lnTo>
                <a:lnTo>
                  <a:pt x="2133" y="653"/>
                </a:lnTo>
                <a:lnTo>
                  <a:pt x="2117" y="643"/>
                </a:lnTo>
                <a:lnTo>
                  <a:pt x="2104" y="634"/>
                </a:lnTo>
                <a:lnTo>
                  <a:pt x="2089" y="624"/>
                </a:lnTo>
                <a:lnTo>
                  <a:pt x="2076" y="613"/>
                </a:lnTo>
                <a:lnTo>
                  <a:pt x="2064" y="602"/>
                </a:lnTo>
                <a:lnTo>
                  <a:pt x="2053" y="591"/>
                </a:lnTo>
                <a:lnTo>
                  <a:pt x="2042" y="580"/>
                </a:lnTo>
                <a:lnTo>
                  <a:pt x="2033" y="569"/>
                </a:lnTo>
                <a:lnTo>
                  <a:pt x="2025" y="556"/>
                </a:lnTo>
                <a:lnTo>
                  <a:pt x="2017" y="544"/>
                </a:lnTo>
                <a:lnTo>
                  <a:pt x="2011" y="532"/>
                </a:lnTo>
                <a:lnTo>
                  <a:pt x="2005" y="518"/>
                </a:lnTo>
                <a:lnTo>
                  <a:pt x="2001" y="506"/>
                </a:lnTo>
                <a:lnTo>
                  <a:pt x="1999" y="492"/>
                </a:lnTo>
                <a:lnTo>
                  <a:pt x="1996" y="479"/>
                </a:lnTo>
                <a:lnTo>
                  <a:pt x="1996" y="465"/>
                </a:lnTo>
                <a:lnTo>
                  <a:pt x="1997" y="447"/>
                </a:lnTo>
                <a:lnTo>
                  <a:pt x="2001" y="428"/>
                </a:lnTo>
                <a:lnTo>
                  <a:pt x="2006" y="410"/>
                </a:lnTo>
                <a:lnTo>
                  <a:pt x="2015" y="392"/>
                </a:lnTo>
                <a:lnTo>
                  <a:pt x="2025" y="375"/>
                </a:lnTo>
                <a:lnTo>
                  <a:pt x="2036" y="358"/>
                </a:lnTo>
                <a:lnTo>
                  <a:pt x="2050" y="342"/>
                </a:lnTo>
                <a:lnTo>
                  <a:pt x="2065" y="326"/>
                </a:lnTo>
                <a:lnTo>
                  <a:pt x="2084" y="311"/>
                </a:lnTo>
                <a:lnTo>
                  <a:pt x="2102" y="297"/>
                </a:lnTo>
                <a:lnTo>
                  <a:pt x="2123" y="284"/>
                </a:lnTo>
                <a:lnTo>
                  <a:pt x="2146" y="271"/>
                </a:lnTo>
                <a:lnTo>
                  <a:pt x="2169" y="260"/>
                </a:lnTo>
                <a:lnTo>
                  <a:pt x="2195" y="249"/>
                </a:lnTo>
                <a:lnTo>
                  <a:pt x="2221" y="239"/>
                </a:lnTo>
                <a:lnTo>
                  <a:pt x="2249" y="231"/>
                </a:lnTo>
                <a:lnTo>
                  <a:pt x="2268" y="221"/>
                </a:lnTo>
                <a:lnTo>
                  <a:pt x="2310" y="195"/>
                </a:lnTo>
                <a:lnTo>
                  <a:pt x="2321" y="187"/>
                </a:lnTo>
                <a:lnTo>
                  <a:pt x="2332" y="179"/>
                </a:lnTo>
                <a:lnTo>
                  <a:pt x="2343" y="169"/>
                </a:lnTo>
                <a:lnTo>
                  <a:pt x="2352" y="159"/>
                </a:lnTo>
                <a:lnTo>
                  <a:pt x="2360" y="150"/>
                </a:lnTo>
                <a:lnTo>
                  <a:pt x="2365" y="139"/>
                </a:lnTo>
                <a:lnTo>
                  <a:pt x="2370" y="129"/>
                </a:lnTo>
                <a:lnTo>
                  <a:pt x="2371" y="120"/>
                </a:lnTo>
                <a:lnTo>
                  <a:pt x="2370" y="108"/>
                </a:lnTo>
                <a:lnTo>
                  <a:pt x="2366" y="96"/>
                </a:lnTo>
                <a:lnTo>
                  <a:pt x="2363" y="85"/>
                </a:lnTo>
                <a:lnTo>
                  <a:pt x="2357" y="75"/>
                </a:lnTo>
                <a:lnTo>
                  <a:pt x="2348" y="64"/>
                </a:lnTo>
                <a:lnTo>
                  <a:pt x="2338" y="55"/>
                </a:lnTo>
                <a:lnTo>
                  <a:pt x="2328" y="46"/>
                </a:lnTo>
                <a:lnTo>
                  <a:pt x="2316" y="37"/>
                </a:lnTo>
                <a:lnTo>
                  <a:pt x="2302" y="29"/>
                </a:lnTo>
                <a:lnTo>
                  <a:pt x="2287" y="23"/>
                </a:lnTo>
                <a:lnTo>
                  <a:pt x="2271" y="17"/>
                </a:lnTo>
                <a:lnTo>
                  <a:pt x="2255" y="11"/>
                </a:lnTo>
                <a:lnTo>
                  <a:pt x="2238" y="7"/>
                </a:lnTo>
                <a:lnTo>
                  <a:pt x="2220" y="4"/>
                </a:lnTo>
                <a:lnTo>
                  <a:pt x="2201" y="1"/>
                </a:lnTo>
                <a:lnTo>
                  <a:pt x="2181" y="0"/>
                </a:lnTo>
                <a:lnTo>
                  <a:pt x="0" y="0"/>
                </a:lnTo>
                <a:lnTo>
                  <a:pt x="0" y="2017"/>
                </a:lnTo>
                <a:lnTo>
                  <a:pt x="0" y="2017"/>
                </a:lnTo>
                <a:lnTo>
                  <a:pt x="0" y="2017"/>
                </a:lnTo>
                <a:lnTo>
                  <a:pt x="0" y="2027"/>
                </a:lnTo>
                <a:lnTo>
                  <a:pt x="2" y="2047"/>
                </a:lnTo>
                <a:lnTo>
                  <a:pt x="3" y="2067"/>
                </a:lnTo>
                <a:lnTo>
                  <a:pt x="7" y="2085"/>
                </a:lnTo>
                <a:lnTo>
                  <a:pt x="12" y="2104"/>
                </a:lnTo>
                <a:lnTo>
                  <a:pt x="16" y="2120"/>
                </a:lnTo>
                <a:lnTo>
                  <a:pt x="23" y="2137"/>
                </a:lnTo>
                <a:lnTo>
                  <a:pt x="29" y="2152"/>
                </a:lnTo>
                <a:lnTo>
                  <a:pt x="37" y="2165"/>
                </a:lnTo>
                <a:lnTo>
                  <a:pt x="45" y="2178"/>
                </a:lnTo>
                <a:lnTo>
                  <a:pt x="55" y="2189"/>
                </a:lnTo>
                <a:lnTo>
                  <a:pt x="65" y="2199"/>
                </a:lnTo>
                <a:lnTo>
                  <a:pt x="74" y="2207"/>
                </a:lnTo>
                <a:lnTo>
                  <a:pt x="86" y="2214"/>
                </a:lnTo>
                <a:lnTo>
                  <a:pt x="97" y="2219"/>
                </a:lnTo>
                <a:lnTo>
                  <a:pt x="109" y="2221"/>
                </a:lnTo>
                <a:lnTo>
                  <a:pt x="120" y="2222"/>
                </a:lnTo>
                <a:lnTo>
                  <a:pt x="130" y="2221"/>
                </a:lnTo>
                <a:lnTo>
                  <a:pt x="140" y="2217"/>
                </a:lnTo>
                <a:lnTo>
                  <a:pt x="150" y="2211"/>
                </a:lnTo>
                <a:lnTo>
                  <a:pt x="160" y="2203"/>
                </a:lnTo>
                <a:lnTo>
                  <a:pt x="168" y="2194"/>
                </a:lnTo>
                <a:lnTo>
                  <a:pt x="178" y="2183"/>
                </a:lnTo>
                <a:lnTo>
                  <a:pt x="187" y="2172"/>
                </a:lnTo>
                <a:lnTo>
                  <a:pt x="195" y="2159"/>
                </a:lnTo>
                <a:lnTo>
                  <a:pt x="221" y="2116"/>
                </a:lnTo>
                <a:lnTo>
                  <a:pt x="231" y="2096"/>
                </a:lnTo>
                <a:lnTo>
                  <a:pt x="241" y="2069"/>
                </a:lnTo>
                <a:lnTo>
                  <a:pt x="251" y="2043"/>
                </a:lnTo>
                <a:lnTo>
                  <a:pt x="261" y="2019"/>
                </a:lnTo>
                <a:lnTo>
                  <a:pt x="273" y="1994"/>
                </a:lnTo>
                <a:lnTo>
                  <a:pt x="286" y="1972"/>
                </a:lnTo>
                <a:lnTo>
                  <a:pt x="299" y="1952"/>
                </a:lnTo>
                <a:lnTo>
                  <a:pt x="313" y="1932"/>
                </a:lnTo>
                <a:lnTo>
                  <a:pt x="327" y="1915"/>
                </a:lnTo>
                <a:lnTo>
                  <a:pt x="342" y="1899"/>
                </a:lnTo>
                <a:lnTo>
                  <a:pt x="360" y="1885"/>
                </a:lnTo>
                <a:lnTo>
                  <a:pt x="376" y="1874"/>
                </a:lnTo>
                <a:lnTo>
                  <a:pt x="393" y="1863"/>
                </a:lnTo>
                <a:lnTo>
                  <a:pt x="410" y="1856"/>
                </a:lnTo>
                <a:lnTo>
                  <a:pt x="429" y="1850"/>
                </a:lnTo>
                <a:lnTo>
                  <a:pt x="447" y="1847"/>
                </a:lnTo>
                <a:lnTo>
                  <a:pt x="466" y="1846"/>
                </a:lnTo>
                <a:lnTo>
                  <a:pt x="479" y="1846"/>
                </a:lnTo>
                <a:lnTo>
                  <a:pt x="493" y="1848"/>
                </a:lnTo>
                <a:lnTo>
                  <a:pt x="506" y="1851"/>
                </a:lnTo>
                <a:lnTo>
                  <a:pt x="520" y="1855"/>
                </a:lnTo>
                <a:lnTo>
                  <a:pt x="532" y="1861"/>
                </a:lnTo>
                <a:lnTo>
                  <a:pt x="545" y="1867"/>
                </a:lnTo>
                <a:lnTo>
                  <a:pt x="557" y="1874"/>
                </a:lnTo>
                <a:lnTo>
                  <a:pt x="569" y="1883"/>
                </a:lnTo>
                <a:lnTo>
                  <a:pt x="581" y="1892"/>
                </a:lnTo>
                <a:lnTo>
                  <a:pt x="593" y="1903"/>
                </a:lnTo>
                <a:lnTo>
                  <a:pt x="604" y="1914"/>
                </a:lnTo>
                <a:lnTo>
                  <a:pt x="614" y="1926"/>
                </a:lnTo>
                <a:lnTo>
                  <a:pt x="625" y="1938"/>
                </a:lnTo>
                <a:lnTo>
                  <a:pt x="635" y="1953"/>
                </a:lnTo>
                <a:lnTo>
                  <a:pt x="645" y="1967"/>
                </a:lnTo>
                <a:lnTo>
                  <a:pt x="653" y="1983"/>
                </a:lnTo>
                <a:lnTo>
                  <a:pt x="662" y="1999"/>
                </a:lnTo>
                <a:lnTo>
                  <a:pt x="671" y="2016"/>
                </a:lnTo>
                <a:lnTo>
                  <a:pt x="678" y="2033"/>
                </a:lnTo>
                <a:lnTo>
                  <a:pt x="685" y="2052"/>
                </a:lnTo>
                <a:lnTo>
                  <a:pt x="693" y="2072"/>
                </a:lnTo>
                <a:lnTo>
                  <a:pt x="699" y="2091"/>
                </a:lnTo>
                <a:lnTo>
                  <a:pt x="705" y="2111"/>
                </a:lnTo>
                <a:lnTo>
                  <a:pt x="710" y="2132"/>
                </a:lnTo>
                <a:lnTo>
                  <a:pt x="715" y="2153"/>
                </a:lnTo>
                <a:lnTo>
                  <a:pt x="719" y="2175"/>
                </a:lnTo>
                <a:lnTo>
                  <a:pt x="722" y="2198"/>
                </a:lnTo>
                <a:lnTo>
                  <a:pt x="725" y="2220"/>
                </a:lnTo>
                <a:lnTo>
                  <a:pt x="727" y="2243"/>
                </a:lnTo>
                <a:lnTo>
                  <a:pt x="730" y="2267"/>
                </a:lnTo>
                <a:lnTo>
                  <a:pt x="731" y="2290"/>
                </a:lnTo>
                <a:lnTo>
                  <a:pt x="731" y="2315"/>
                </a:lnTo>
                <a:lnTo>
                  <a:pt x="731" y="2338"/>
                </a:lnTo>
                <a:lnTo>
                  <a:pt x="730" y="2363"/>
                </a:lnTo>
                <a:lnTo>
                  <a:pt x="727" y="2386"/>
                </a:lnTo>
                <a:lnTo>
                  <a:pt x="725" y="2409"/>
                </a:lnTo>
                <a:lnTo>
                  <a:pt x="722" y="2432"/>
                </a:lnTo>
                <a:lnTo>
                  <a:pt x="719" y="2454"/>
                </a:lnTo>
                <a:lnTo>
                  <a:pt x="715" y="2476"/>
                </a:lnTo>
                <a:lnTo>
                  <a:pt x="710" y="2497"/>
                </a:lnTo>
                <a:lnTo>
                  <a:pt x="705" y="2518"/>
                </a:lnTo>
                <a:lnTo>
                  <a:pt x="699" y="2538"/>
                </a:lnTo>
                <a:lnTo>
                  <a:pt x="693" y="2558"/>
                </a:lnTo>
                <a:lnTo>
                  <a:pt x="685" y="2576"/>
                </a:lnTo>
                <a:lnTo>
                  <a:pt x="678" y="2595"/>
                </a:lnTo>
                <a:lnTo>
                  <a:pt x="671" y="2613"/>
                </a:lnTo>
                <a:lnTo>
                  <a:pt x="662" y="2629"/>
                </a:lnTo>
                <a:lnTo>
                  <a:pt x="653" y="2647"/>
                </a:lnTo>
                <a:lnTo>
                  <a:pt x="645" y="2662"/>
                </a:lnTo>
                <a:lnTo>
                  <a:pt x="635" y="2676"/>
                </a:lnTo>
                <a:lnTo>
                  <a:pt x="625" y="2690"/>
                </a:lnTo>
                <a:lnTo>
                  <a:pt x="614" y="2704"/>
                </a:lnTo>
                <a:lnTo>
                  <a:pt x="604" y="2716"/>
                </a:lnTo>
                <a:lnTo>
                  <a:pt x="593" y="2727"/>
                </a:lnTo>
                <a:lnTo>
                  <a:pt x="581" y="2738"/>
                </a:lnTo>
                <a:lnTo>
                  <a:pt x="569" y="2747"/>
                </a:lnTo>
                <a:lnTo>
                  <a:pt x="557" y="2755"/>
                </a:lnTo>
                <a:lnTo>
                  <a:pt x="545" y="2763"/>
                </a:lnTo>
                <a:lnTo>
                  <a:pt x="532" y="2769"/>
                </a:lnTo>
                <a:lnTo>
                  <a:pt x="520" y="2774"/>
                </a:lnTo>
                <a:lnTo>
                  <a:pt x="506" y="2779"/>
                </a:lnTo>
                <a:lnTo>
                  <a:pt x="493" y="2781"/>
                </a:lnTo>
                <a:lnTo>
                  <a:pt x="479" y="2782"/>
                </a:lnTo>
                <a:lnTo>
                  <a:pt x="466" y="2784"/>
                </a:lnTo>
                <a:lnTo>
                  <a:pt x="447" y="2782"/>
                </a:lnTo>
                <a:lnTo>
                  <a:pt x="429" y="2779"/>
                </a:lnTo>
                <a:lnTo>
                  <a:pt x="410" y="2774"/>
                </a:lnTo>
                <a:lnTo>
                  <a:pt x="393" y="2765"/>
                </a:lnTo>
                <a:lnTo>
                  <a:pt x="376" y="2755"/>
                </a:lnTo>
                <a:lnTo>
                  <a:pt x="358" y="2743"/>
                </a:lnTo>
                <a:lnTo>
                  <a:pt x="342" y="2729"/>
                </a:lnTo>
                <a:lnTo>
                  <a:pt x="327" y="2713"/>
                </a:lnTo>
                <a:lnTo>
                  <a:pt x="313" y="2696"/>
                </a:lnTo>
                <a:lnTo>
                  <a:pt x="298" y="2676"/>
                </a:lnTo>
                <a:lnTo>
                  <a:pt x="284" y="2657"/>
                </a:lnTo>
                <a:lnTo>
                  <a:pt x="272" y="2634"/>
                </a:lnTo>
                <a:lnTo>
                  <a:pt x="261" y="2610"/>
                </a:lnTo>
                <a:lnTo>
                  <a:pt x="250" y="2585"/>
                </a:lnTo>
                <a:lnTo>
                  <a:pt x="240" y="2559"/>
                </a:lnTo>
                <a:lnTo>
                  <a:pt x="231" y="2531"/>
                </a:lnTo>
                <a:lnTo>
                  <a:pt x="221" y="2512"/>
                </a:lnTo>
                <a:lnTo>
                  <a:pt x="195" y="2470"/>
                </a:lnTo>
                <a:lnTo>
                  <a:pt x="188" y="2458"/>
                </a:lnTo>
                <a:lnTo>
                  <a:pt x="179" y="2447"/>
                </a:lnTo>
                <a:lnTo>
                  <a:pt x="169" y="2437"/>
                </a:lnTo>
                <a:lnTo>
                  <a:pt x="161" y="2427"/>
                </a:lnTo>
                <a:lnTo>
                  <a:pt x="151" y="2420"/>
                </a:lnTo>
                <a:lnTo>
                  <a:pt x="141" y="2414"/>
                </a:lnTo>
                <a:lnTo>
                  <a:pt x="131" y="2410"/>
                </a:lnTo>
                <a:lnTo>
                  <a:pt x="120" y="2409"/>
                </a:lnTo>
                <a:lnTo>
                  <a:pt x="109" y="2410"/>
                </a:lnTo>
                <a:lnTo>
                  <a:pt x="97" y="2412"/>
                </a:lnTo>
                <a:lnTo>
                  <a:pt x="86" y="2417"/>
                </a:lnTo>
                <a:lnTo>
                  <a:pt x="74" y="2425"/>
                </a:lnTo>
                <a:lnTo>
                  <a:pt x="65" y="2432"/>
                </a:lnTo>
                <a:lnTo>
                  <a:pt x="55" y="2442"/>
                </a:lnTo>
                <a:lnTo>
                  <a:pt x="45" y="2453"/>
                </a:lnTo>
                <a:lnTo>
                  <a:pt x="37" y="2467"/>
                </a:lnTo>
                <a:lnTo>
                  <a:pt x="29" y="2480"/>
                </a:lnTo>
                <a:lnTo>
                  <a:pt x="23" y="2495"/>
                </a:lnTo>
                <a:lnTo>
                  <a:pt x="16" y="2511"/>
                </a:lnTo>
                <a:lnTo>
                  <a:pt x="12" y="2528"/>
                </a:lnTo>
                <a:lnTo>
                  <a:pt x="7" y="2546"/>
                </a:lnTo>
                <a:lnTo>
                  <a:pt x="3" y="2565"/>
                </a:lnTo>
                <a:lnTo>
                  <a:pt x="2" y="2585"/>
                </a:lnTo>
                <a:lnTo>
                  <a:pt x="0" y="2605"/>
                </a:lnTo>
                <a:lnTo>
                  <a:pt x="0" y="2613"/>
                </a:lnTo>
                <a:lnTo>
                  <a:pt x="0" y="2613"/>
                </a:lnTo>
                <a:lnTo>
                  <a:pt x="0" y="2613"/>
                </a:lnTo>
                <a:lnTo>
                  <a:pt x="0" y="4630"/>
                </a:lnTo>
                <a:lnTo>
                  <a:pt x="1985" y="4630"/>
                </a:lnTo>
                <a:lnTo>
                  <a:pt x="1985" y="4631"/>
                </a:lnTo>
                <a:lnTo>
                  <a:pt x="2165" y="4631"/>
                </a:lnTo>
                <a:lnTo>
                  <a:pt x="2165" y="4631"/>
                </a:lnTo>
                <a:lnTo>
                  <a:pt x="2165" y="4631"/>
                </a:lnTo>
                <a:lnTo>
                  <a:pt x="2167" y="4631"/>
                </a:lnTo>
                <a:lnTo>
                  <a:pt x="2169" y="4631"/>
                </a:lnTo>
                <a:lnTo>
                  <a:pt x="2189" y="4631"/>
                </a:lnTo>
                <a:lnTo>
                  <a:pt x="2210" y="4633"/>
                </a:lnTo>
                <a:lnTo>
                  <a:pt x="2228" y="4636"/>
                </a:lnTo>
                <a:lnTo>
                  <a:pt x="2247" y="4640"/>
                </a:lnTo>
                <a:lnTo>
                  <a:pt x="2265" y="4646"/>
                </a:lnTo>
                <a:lnTo>
                  <a:pt x="2281" y="4651"/>
                </a:lnTo>
                <a:lnTo>
                  <a:pt x="2297" y="4658"/>
                </a:lnTo>
                <a:lnTo>
                  <a:pt x="2311" y="4666"/>
                </a:lnTo>
                <a:lnTo>
                  <a:pt x="2324" y="4674"/>
                </a:lnTo>
                <a:lnTo>
                  <a:pt x="2336" y="4684"/>
                </a:lnTo>
                <a:lnTo>
                  <a:pt x="2347" y="4694"/>
                </a:lnTo>
                <a:lnTo>
                  <a:pt x="2355" y="4705"/>
                </a:lnTo>
                <a:lnTo>
                  <a:pt x="2362" y="4715"/>
                </a:lnTo>
                <a:lnTo>
                  <a:pt x="2366" y="4727"/>
                </a:lnTo>
                <a:lnTo>
                  <a:pt x="2370" y="4740"/>
                </a:lnTo>
                <a:lnTo>
                  <a:pt x="2371" y="4751"/>
                </a:lnTo>
                <a:lnTo>
                  <a:pt x="2370" y="4762"/>
                </a:lnTo>
                <a:lnTo>
                  <a:pt x="2365" y="4772"/>
                </a:lnTo>
                <a:lnTo>
                  <a:pt x="2360" y="4782"/>
                </a:lnTo>
                <a:lnTo>
                  <a:pt x="2352" y="4791"/>
                </a:lnTo>
                <a:lnTo>
                  <a:pt x="2343" y="4800"/>
                </a:lnTo>
                <a:lnTo>
                  <a:pt x="2332" y="4810"/>
                </a:lnTo>
                <a:lnTo>
                  <a:pt x="2321" y="4819"/>
                </a:lnTo>
                <a:lnTo>
                  <a:pt x="2310" y="4826"/>
                </a:lnTo>
                <a:lnTo>
                  <a:pt x="2268" y="4852"/>
                </a:lnTo>
                <a:lnTo>
                  <a:pt x="2249" y="4862"/>
                </a:lnTo>
                <a:lnTo>
                  <a:pt x="2221" y="4870"/>
                </a:lnTo>
                <a:lnTo>
                  <a:pt x="2195" y="4880"/>
                </a:lnTo>
                <a:lnTo>
                  <a:pt x="2169" y="4891"/>
                </a:lnTo>
                <a:lnTo>
                  <a:pt x="2146" y="4902"/>
                </a:lnTo>
                <a:lnTo>
                  <a:pt x="2123" y="4915"/>
                </a:lnTo>
                <a:lnTo>
                  <a:pt x="2102" y="4928"/>
                </a:lnTo>
                <a:lnTo>
                  <a:pt x="2084" y="4943"/>
                </a:lnTo>
                <a:lnTo>
                  <a:pt x="2065" y="4958"/>
                </a:lnTo>
                <a:lnTo>
                  <a:pt x="2050" y="4973"/>
                </a:lnTo>
                <a:lnTo>
                  <a:pt x="2036" y="4989"/>
                </a:lnTo>
                <a:lnTo>
                  <a:pt x="2025" y="5006"/>
                </a:lnTo>
                <a:lnTo>
                  <a:pt x="2015" y="5023"/>
                </a:lnTo>
                <a:lnTo>
                  <a:pt x="2006" y="5041"/>
                </a:lnTo>
                <a:lnTo>
                  <a:pt x="2001" y="5059"/>
                </a:lnTo>
                <a:lnTo>
                  <a:pt x="1997" y="5078"/>
                </a:lnTo>
                <a:lnTo>
                  <a:pt x="1996" y="5096"/>
                </a:lnTo>
                <a:lnTo>
                  <a:pt x="1996" y="5111"/>
                </a:lnTo>
                <a:lnTo>
                  <a:pt x="1999" y="5123"/>
                </a:lnTo>
                <a:lnTo>
                  <a:pt x="2001" y="5137"/>
                </a:lnTo>
                <a:lnTo>
                  <a:pt x="2005" y="5151"/>
                </a:lnTo>
                <a:lnTo>
                  <a:pt x="2011" y="5163"/>
                </a:lnTo>
                <a:lnTo>
                  <a:pt x="2017" y="5175"/>
                </a:lnTo>
                <a:lnTo>
                  <a:pt x="2025" y="5188"/>
                </a:lnTo>
                <a:lnTo>
                  <a:pt x="2033" y="5200"/>
                </a:lnTo>
                <a:lnTo>
                  <a:pt x="2042" y="5211"/>
                </a:lnTo>
                <a:lnTo>
                  <a:pt x="2053" y="5223"/>
                </a:lnTo>
                <a:lnTo>
                  <a:pt x="2064" y="5234"/>
                </a:lnTo>
                <a:lnTo>
                  <a:pt x="2076" y="5244"/>
                </a:lnTo>
                <a:lnTo>
                  <a:pt x="2089" y="5255"/>
                </a:lnTo>
                <a:lnTo>
                  <a:pt x="2104" y="5265"/>
                </a:lnTo>
                <a:lnTo>
                  <a:pt x="2117" y="5275"/>
                </a:lnTo>
                <a:lnTo>
                  <a:pt x="2133" y="5284"/>
                </a:lnTo>
                <a:lnTo>
                  <a:pt x="2149" y="5292"/>
                </a:lnTo>
                <a:lnTo>
                  <a:pt x="2167" y="5301"/>
                </a:lnTo>
                <a:lnTo>
                  <a:pt x="2184" y="5308"/>
                </a:lnTo>
                <a:lnTo>
                  <a:pt x="2202" y="5316"/>
                </a:lnTo>
                <a:lnTo>
                  <a:pt x="2222" y="5323"/>
                </a:lnTo>
                <a:lnTo>
                  <a:pt x="2242" y="5329"/>
                </a:lnTo>
                <a:lnTo>
                  <a:pt x="2262" y="5336"/>
                </a:lnTo>
                <a:lnTo>
                  <a:pt x="2283" y="5341"/>
                </a:lnTo>
                <a:lnTo>
                  <a:pt x="2304" y="5345"/>
                </a:lnTo>
                <a:lnTo>
                  <a:pt x="2326" y="5349"/>
                </a:lnTo>
                <a:lnTo>
                  <a:pt x="2348" y="5353"/>
                </a:lnTo>
                <a:lnTo>
                  <a:pt x="2370" y="5357"/>
                </a:lnTo>
                <a:lnTo>
                  <a:pt x="2394" y="5358"/>
                </a:lnTo>
                <a:lnTo>
                  <a:pt x="2417" y="5360"/>
                </a:lnTo>
                <a:lnTo>
                  <a:pt x="2441" y="5362"/>
                </a:lnTo>
                <a:lnTo>
                  <a:pt x="2465" y="5362"/>
                </a:lnTo>
                <a:lnTo>
                  <a:pt x="2489" y="5362"/>
                </a:lnTo>
                <a:lnTo>
                  <a:pt x="2513" y="5360"/>
                </a:lnTo>
                <a:lnTo>
                  <a:pt x="2537" y="5358"/>
                </a:lnTo>
                <a:lnTo>
                  <a:pt x="2560" y="5357"/>
                </a:lnTo>
                <a:lnTo>
                  <a:pt x="2582" y="5353"/>
                </a:lnTo>
                <a:lnTo>
                  <a:pt x="2605" y="5349"/>
                </a:lnTo>
                <a:lnTo>
                  <a:pt x="2627" y="5345"/>
                </a:lnTo>
                <a:lnTo>
                  <a:pt x="2648" y="5341"/>
                </a:lnTo>
                <a:lnTo>
                  <a:pt x="2669" y="5336"/>
                </a:lnTo>
                <a:lnTo>
                  <a:pt x="2689" y="5329"/>
                </a:lnTo>
                <a:lnTo>
                  <a:pt x="2708" y="5323"/>
                </a:lnTo>
                <a:lnTo>
                  <a:pt x="2727" y="5316"/>
                </a:lnTo>
                <a:lnTo>
                  <a:pt x="2745" y="5308"/>
                </a:lnTo>
                <a:lnTo>
                  <a:pt x="2764" y="5301"/>
                </a:lnTo>
                <a:lnTo>
                  <a:pt x="2780" y="5292"/>
                </a:lnTo>
                <a:lnTo>
                  <a:pt x="2797" y="5284"/>
                </a:lnTo>
                <a:lnTo>
                  <a:pt x="2812" y="5275"/>
                </a:lnTo>
                <a:lnTo>
                  <a:pt x="2827" y="5265"/>
                </a:lnTo>
                <a:lnTo>
                  <a:pt x="2842" y="5255"/>
                </a:lnTo>
                <a:lnTo>
                  <a:pt x="2854" y="5244"/>
                </a:lnTo>
                <a:lnTo>
                  <a:pt x="2866" y="5234"/>
                </a:lnTo>
                <a:lnTo>
                  <a:pt x="2877" y="5223"/>
                </a:lnTo>
                <a:lnTo>
                  <a:pt x="2889" y="5211"/>
                </a:lnTo>
                <a:lnTo>
                  <a:pt x="2897" y="5200"/>
                </a:lnTo>
                <a:lnTo>
                  <a:pt x="2906" y="5188"/>
                </a:lnTo>
                <a:lnTo>
                  <a:pt x="2913" y="5175"/>
                </a:lnTo>
                <a:lnTo>
                  <a:pt x="2919" y="5163"/>
                </a:lnTo>
                <a:lnTo>
                  <a:pt x="2924" y="5151"/>
                </a:lnTo>
                <a:lnTo>
                  <a:pt x="2929" y="5137"/>
                </a:lnTo>
                <a:lnTo>
                  <a:pt x="2932" y="5123"/>
                </a:lnTo>
                <a:lnTo>
                  <a:pt x="2934" y="5111"/>
                </a:lnTo>
                <a:lnTo>
                  <a:pt x="2934" y="5096"/>
                </a:lnTo>
                <a:lnTo>
                  <a:pt x="2933" y="5078"/>
                </a:lnTo>
                <a:lnTo>
                  <a:pt x="2929" y="5059"/>
                </a:lnTo>
                <a:lnTo>
                  <a:pt x="2924" y="5041"/>
                </a:lnTo>
                <a:lnTo>
                  <a:pt x="2916" y="5023"/>
                </a:lnTo>
                <a:lnTo>
                  <a:pt x="2906" y="5006"/>
                </a:lnTo>
                <a:lnTo>
                  <a:pt x="2895" y="4990"/>
                </a:lnTo>
                <a:lnTo>
                  <a:pt x="2880" y="4974"/>
                </a:lnTo>
                <a:lnTo>
                  <a:pt x="2865" y="4958"/>
                </a:lnTo>
                <a:lnTo>
                  <a:pt x="2848" y="4943"/>
                </a:lnTo>
                <a:lnTo>
                  <a:pt x="2828" y="4930"/>
                </a:lnTo>
                <a:lnTo>
                  <a:pt x="2807" y="4916"/>
                </a:lnTo>
                <a:lnTo>
                  <a:pt x="2785" y="4904"/>
                </a:lnTo>
                <a:lnTo>
                  <a:pt x="2761" y="4891"/>
                </a:lnTo>
                <a:lnTo>
                  <a:pt x="2737" y="4882"/>
                </a:lnTo>
                <a:lnTo>
                  <a:pt x="2711" y="4872"/>
                </a:lnTo>
                <a:lnTo>
                  <a:pt x="2682" y="4862"/>
                </a:lnTo>
                <a:lnTo>
                  <a:pt x="2663" y="4852"/>
                </a:lnTo>
                <a:lnTo>
                  <a:pt x="2619" y="4826"/>
                </a:lnTo>
                <a:lnTo>
                  <a:pt x="2608" y="4817"/>
                </a:lnTo>
                <a:lnTo>
                  <a:pt x="2597" y="4809"/>
                </a:lnTo>
                <a:lnTo>
                  <a:pt x="2586" y="4799"/>
                </a:lnTo>
                <a:lnTo>
                  <a:pt x="2576" y="4790"/>
                </a:lnTo>
                <a:lnTo>
                  <a:pt x="2569" y="4780"/>
                </a:lnTo>
                <a:lnTo>
                  <a:pt x="2563" y="4770"/>
                </a:lnTo>
                <a:lnTo>
                  <a:pt x="2559" y="4761"/>
                </a:lnTo>
                <a:lnTo>
                  <a:pt x="2557" y="4751"/>
                </a:lnTo>
                <a:lnTo>
                  <a:pt x="2558" y="4740"/>
                </a:lnTo>
                <a:lnTo>
                  <a:pt x="2561" y="4727"/>
                </a:lnTo>
                <a:lnTo>
                  <a:pt x="2566" y="4715"/>
                </a:lnTo>
                <a:lnTo>
                  <a:pt x="2573" y="4704"/>
                </a:lnTo>
                <a:lnTo>
                  <a:pt x="2581" y="4694"/>
                </a:lnTo>
                <a:lnTo>
                  <a:pt x="2591" y="4684"/>
                </a:lnTo>
                <a:lnTo>
                  <a:pt x="2603" y="4674"/>
                </a:lnTo>
                <a:lnTo>
                  <a:pt x="2616" y="4666"/>
                </a:lnTo>
                <a:lnTo>
                  <a:pt x="2631" y="4658"/>
                </a:lnTo>
                <a:lnTo>
                  <a:pt x="2647" y="4651"/>
                </a:lnTo>
                <a:lnTo>
                  <a:pt x="2663" y="4646"/>
                </a:lnTo>
                <a:lnTo>
                  <a:pt x="2681" y="4640"/>
                </a:lnTo>
                <a:lnTo>
                  <a:pt x="2700" y="4636"/>
                </a:lnTo>
                <a:lnTo>
                  <a:pt x="2718" y="4633"/>
                </a:lnTo>
                <a:lnTo>
                  <a:pt x="2739" y="4631"/>
                </a:lnTo>
                <a:lnTo>
                  <a:pt x="2760" y="4631"/>
                </a:lnTo>
                <a:lnTo>
                  <a:pt x="2761" y="4631"/>
                </a:lnTo>
                <a:lnTo>
                  <a:pt x="2763" y="4631"/>
                </a:lnTo>
                <a:lnTo>
                  <a:pt x="2763" y="4631"/>
                </a:lnTo>
                <a:lnTo>
                  <a:pt x="2945" y="4631"/>
                </a:lnTo>
                <a:lnTo>
                  <a:pt x="2945" y="4630"/>
                </a:lnTo>
                <a:lnTo>
                  <a:pt x="4930" y="4630"/>
                </a:lnTo>
                <a:lnTo>
                  <a:pt x="4930" y="2612"/>
                </a:lnTo>
                <a:lnTo>
                  <a:pt x="4930" y="2612"/>
                </a:lnTo>
                <a:lnTo>
                  <a:pt x="4930" y="2611"/>
                </a:lnTo>
                <a:lnTo>
                  <a:pt x="4930" y="2606"/>
                </a:lnTo>
                <a:lnTo>
                  <a:pt x="4929" y="2585"/>
                </a:lnTo>
                <a:lnTo>
                  <a:pt x="4926" y="2565"/>
                </a:lnTo>
                <a:lnTo>
                  <a:pt x="4924" y="2547"/>
                </a:lnTo>
                <a:lnTo>
                  <a:pt x="4920" y="2528"/>
                </a:lnTo>
                <a:lnTo>
                  <a:pt x="4914" y="2511"/>
                </a:lnTo>
                <a:lnTo>
                  <a:pt x="4908" y="2494"/>
                </a:lnTo>
                <a:lnTo>
                  <a:pt x="4902" y="2479"/>
                </a:lnTo>
                <a:lnTo>
                  <a:pt x="4894" y="2465"/>
                </a:lnTo>
                <a:lnTo>
                  <a:pt x="4886" y="2452"/>
                </a:lnTo>
                <a:lnTo>
                  <a:pt x="4876" y="2441"/>
                </a:lnTo>
                <a:lnTo>
                  <a:pt x="4866" y="2431"/>
                </a:lnTo>
                <a:lnTo>
                  <a:pt x="4856" y="2422"/>
                </a:lnTo>
                <a:lnTo>
                  <a:pt x="4845" y="2416"/>
                </a:lnTo>
                <a:lnTo>
                  <a:pt x="4834" y="2411"/>
                </a:lnTo>
                <a:lnTo>
                  <a:pt x="4821" y="2407"/>
                </a:lnTo>
                <a:lnTo>
                  <a:pt x="4809" y="2406"/>
                </a:lnTo>
                <a:lnTo>
                  <a:pt x="4799" y="2409"/>
                </a:lnTo>
                <a:lnTo>
                  <a:pt x="4791" y="2412"/>
                </a:lnTo>
                <a:lnTo>
                  <a:pt x="4781" y="2418"/>
                </a:lnTo>
                <a:lnTo>
                  <a:pt x="4771" y="2426"/>
                </a:lnTo>
                <a:lnTo>
                  <a:pt x="4761" y="2436"/>
                </a:lnTo>
                <a:lnTo>
                  <a:pt x="4752" y="2447"/>
                </a:lnTo>
                <a:lnTo>
                  <a:pt x="4744" y="2458"/>
                </a:lnTo>
                <a:lnTo>
                  <a:pt x="4735" y="2469"/>
                </a:lnTo>
                <a:lnTo>
                  <a:pt x="4709" y="2512"/>
                </a:lnTo>
                <a:lnTo>
                  <a:pt x="4698" y="2532"/>
                </a:lnTo>
                <a:lnTo>
                  <a:pt x="4689" y="2560"/>
                </a:lnTo>
                <a:lnTo>
                  <a:pt x="4679" y="2586"/>
                </a:lnTo>
                <a:lnTo>
                  <a:pt x="4668" y="2611"/>
                </a:lnTo>
                <a:lnTo>
                  <a:pt x="4657" y="2634"/>
                </a:lnTo>
                <a:lnTo>
                  <a:pt x="4645" y="2657"/>
                </a:lnTo>
                <a:lnTo>
                  <a:pt x="4631" y="2678"/>
                </a:lnTo>
                <a:lnTo>
                  <a:pt x="4618" y="2697"/>
                </a:lnTo>
                <a:lnTo>
                  <a:pt x="4603" y="2715"/>
                </a:lnTo>
                <a:lnTo>
                  <a:pt x="4587" y="2729"/>
                </a:lnTo>
                <a:lnTo>
                  <a:pt x="4571" y="2744"/>
                </a:lnTo>
                <a:lnTo>
                  <a:pt x="4555" y="2755"/>
                </a:lnTo>
                <a:lnTo>
                  <a:pt x="4538" y="2765"/>
                </a:lnTo>
                <a:lnTo>
                  <a:pt x="4519" y="2774"/>
                </a:lnTo>
                <a:lnTo>
                  <a:pt x="4502" y="2779"/>
                </a:lnTo>
                <a:lnTo>
                  <a:pt x="4482" y="2782"/>
                </a:lnTo>
                <a:lnTo>
                  <a:pt x="4463" y="2784"/>
                </a:lnTo>
                <a:lnTo>
                  <a:pt x="4450" y="2784"/>
                </a:lnTo>
                <a:lnTo>
                  <a:pt x="4436" y="2781"/>
                </a:lnTo>
                <a:lnTo>
                  <a:pt x="4423" y="2779"/>
                </a:lnTo>
                <a:lnTo>
                  <a:pt x="4410" y="2774"/>
                </a:lnTo>
                <a:lnTo>
                  <a:pt x="4398" y="2769"/>
                </a:lnTo>
                <a:lnTo>
                  <a:pt x="4384" y="2763"/>
                </a:lnTo>
                <a:lnTo>
                  <a:pt x="4372" y="2755"/>
                </a:lnTo>
                <a:lnTo>
                  <a:pt x="4361" y="2747"/>
                </a:lnTo>
                <a:lnTo>
                  <a:pt x="4349" y="2738"/>
                </a:lnTo>
                <a:lnTo>
                  <a:pt x="4338" y="2727"/>
                </a:lnTo>
                <a:lnTo>
                  <a:pt x="4326" y="2716"/>
                </a:lnTo>
                <a:lnTo>
                  <a:pt x="4315" y="2704"/>
                </a:lnTo>
                <a:lnTo>
                  <a:pt x="4305" y="2691"/>
                </a:lnTo>
                <a:lnTo>
                  <a:pt x="4296" y="2676"/>
                </a:lnTo>
                <a:lnTo>
                  <a:pt x="4286" y="2662"/>
                </a:lnTo>
                <a:lnTo>
                  <a:pt x="4277" y="2647"/>
                </a:lnTo>
                <a:lnTo>
                  <a:pt x="4267" y="2631"/>
                </a:lnTo>
                <a:lnTo>
                  <a:pt x="4260" y="2613"/>
                </a:lnTo>
                <a:lnTo>
                  <a:pt x="4251" y="2595"/>
                </a:lnTo>
                <a:lnTo>
                  <a:pt x="4244" y="2576"/>
                </a:lnTo>
                <a:lnTo>
                  <a:pt x="4238" y="2558"/>
                </a:lnTo>
                <a:lnTo>
                  <a:pt x="4231" y="2538"/>
                </a:lnTo>
                <a:lnTo>
                  <a:pt x="4225" y="2518"/>
                </a:lnTo>
                <a:lnTo>
                  <a:pt x="4220" y="2497"/>
                </a:lnTo>
                <a:lnTo>
                  <a:pt x="4215" y="2476"/>
                </a:lnTo>
                <a:lnTo>
                  <a:pt x="4210" y="2454"/>
                </a:lnTo>
                <a:lnTo>
                  <a:pt x="4207" y="2432"/>
                </a:lnTo>
                <a:lnTo>
                  <a:pt x="4204" y="2410"/>
                </a:lnTo>
                <a:lnTo>
                  <a:pt x="4202" y="2386"/>
                </a:lnTo>
                <a:lnTo>
                  <a:pt x="4201" y="2363"/>
                </a:lnTo>
                <a:lnTo>
                  <a:pt x="4199" y="2338"/>
                </a:lnTo>
                <a:lnTo>
                  <a:pt x="4199" y="2315"/>
                </a:lnTo>
                <a:lnTo>
                  <a:pt x="4199" y="2290"/>
                </a:lnTo>
                <a:lnTo>
                  <a:pt x="4201" y="2267"/>
                </a:lnTo>
                <a:lnTo>
                  <a:pt x="4202" y="2243"/>
                </a:lnTo>
                <a:lnTo>
                  <a:pt x="4204" y="2220"/>
                </a:lnTo>
                <a:lnTo>
                  <a:pt x="4207" y="2198"/>
                </a:lnTo>
                <a:lnTo>
                  <a:pt x="4210" y="2175"/>
                </a:lnTo>
                <a:lnTo>
                  <a:pt x="4215" y="2153"/>
                </a:lnTo>
                <a:lnTo>
                  <a:pt x="4220" y="2132"/>
                </a:lnTo>
                <a:lnTo>
                  <a:pt x="4225" y="2111"/>
                </a:lnTo>
                <a:lnTo>
                  <a:pt x="4231" y="2091"/>
                </a:lnTo>
                <a:lnTo>
                  <a:pt x="4238" y="2072"/>
                </a:lnTo>
                <a:lnTo>
                  <a:pt x="4244" y="2052"/>
                </a:lnTo>
                <a:lnTo>
                  <a:pt x="4251" y="2033"/>
                </a:lnTo>
                <a:lnTo>
                  <a:pt x="4260" y="2016"/>
                </a:lnTo>
                <a:lnTo>
                  <a:pt x="4267" y="1999"/>
                </a:lnTo>
                <a:lnTo>
                  <a:pt x="4277" y="1983"/>
                </a:lnTo>
                <a:lnTo>
                  <a:pt x="4286" y="1968"/>
                </a:lnTo>
                <a:lnTo>
                  <a:pt x="4296" y="1953"/>
                </a:lnTo>
                <a:lnTo>
                  <a:pt x="4305" y="1938"/>
                </a:lnTo>
                <a:lnTo>
                  <a:pt x="4315" y="1926"/>
                </a:lnTo>
                <a:lnTo>
                  <a:pt x="4326" y="1914"/>
                </a:lnTo>
                <a:lnTo>
                  <a:pt x="4338" y="1903"/>
                </a:lnTo>
                <a:lnTo>
                  <a:pt x="4349" y="1892"/>
                </a:lnTo>
                <a:lnTo>
                  <a:pt x="4361" y="1883"/>
                </a:lnTo>
                <a:lnTo>
                  <a:pt x="4372" y="1874"/>
                </a:lnTo>
                <a:lnTo>
                  <a:pt x="4384" y="1867"/>
                </a:lnTo>
                <a:lnTo>
                  <a:pt x="4398" y="1861"/>
                </a:lnTo>
                <a:lnTo>
                  <a:pt x="4410" y="1855"/>
                </a:lnTo>
                <a:lnTo>
                  <a:pt x="4423" y="1851"/>
                </a:lnTo>
                <a:lnTo>
                  <a:pt x="4436" y="1848"/>
                </a:lnTo>
                <a:lnTo>
                  <a:pt x="4450" y="1846"/>
                </a:lnTo>
                <a:lnTo>
                  <a:pt x="4463" y="1846"/>
                </a:lnTo>
                <a:lnTo>
                  <a:pt x="4483" y="1847"/>
                </a:lnTo>
                <a:lnTo>
                  <a:pt x="4502" y="1851"/>
                </a:lnTo>
                <a:lnTo>
                  <a:pt x="4519" y="1856"/>
                </a:lnTo>
                <a:lnTo>
                  <a:pt x="4538" y="1864"/>
                </a:lnTo>
                <a:lnTo>
                  <a:pt x="4555" y="1874"/>
                </a:lnTo>
                <a:lnTo>
                  <a:pt x="4571" y="1885"/>
                </a:lnTo>
                <a:lnTo>
                  <a:pt x="4587" y="1900"/>
                </a:lnTo>
                <a:lnTo>
                  <a:pt x="4603" y="1916"/>
                </a:lnTo>
                <a:lnTo>
                  <a:pt x="4618" y="1934"/>
                </a:lnTo>
                <a:lnTo>
                  <a:pt x="4631" y="1952"/>
                </a:lnTo>
                <a:lnTo>
                  <a:pt x="4645" y="1973"/>
                </a:lnTo>
                <a:lnTo>
                  <a:pt x="4657" y="1995"/>
                </a:lnTo>
                <a:lnTo>
                  <a:pt x="4670" y="2019"/>
                </a:lnTo>
                <a:lnTo>
                  <a:pt x="4679" y="2045"/>
                </a:lnTo>
                <a:lnTo>
                  <a:pt x="4689" y="2070"/>
                </a:lnTo>
                <a:lnTo>
                  <a:pt x="4698" y="2099"/>
                </a:lnTo>
                <a:lnTo>
                  <a:pt x="4708" y="2117"/>
                </a:lnTo>
                <a:lnTo>
                  <a:pt x="4734" y="2159"/>
                </a:lnTo>
                <a:lnTo>
                  <a:pt x="4742" y="2170"/>
                </a:lnTo>
                <a:lnTo>
                  <a:pt x="4751" y="2182"/>
                </a:lnTo>
                <a:lnTo>
                  <a:pt x="4760" y="2193"/>
                </a:lnTo>
                <a:lnTo>
                  <a:pt x="4770" y="2201"/>
                </a:lnTo>
                <a:lnTo>
                  <a:pt x="4779" y="2210"/>
                </a:lnTo>
                <a:lnTo>
                  <a:pt x="4789" y="2215"/>
                </a:lnTo>
                <a:lnTo>
                  <a:pt x="4799" y="2220"/>
                </a:lnTo>
                <a:lnTo>
                  <a:pt x="4809" y="2221"/>
                </a:lnTo>
                <a:lnTo>
                  <a:pt x="4821" y="2220"/>
                </a:lnTo>
                <a:lnTo>
                  <a:pt x="4834" y="2216"/>
                </a:lnTo>
                <a:lnTo>
                  <a:pt x="4845" y="2211"/>
                </a:lnTo>
                <a:lnTo>
                  <a:pt x="4856" y="2205"/>
                </a:lnTo>
                <a:lnTo>
                  <a:pt x="4866" y="2196"/>
                </a:lnTo>
                <a:lnTo>
                  <a:pt x="4876" y="2186"/>
                </a:lnTo>
                <a:lnTo>
                  <a:pt x="4886" y="2175"/>
                </a:lnTo>
                <a:lnTo>
                  <a:pt x="4894" y="2162"/>
                </a:lnTo>
                <a:lnTo>
                  <a:pt x="4902" y="2148"/>
                </a:lnTo>
                <a:lnTo>
                  <a:pt x="4908" y="2133"/>
                </a:lnTo>
                <a:lnTo>
                  <a:pt x="4914" y="2116"/>
                </a:lnTo>
                <a:lnTo>
                  <a:pt x="4920" y="2099"/>
                </a:lnTo>
                <a:lnTo>
                  <a:pt x="4924" y="2082"/>
                </a:lnTo>
                <a:lnTo>
                  <a:pt x="4926" y="2062"/>
                </a:lnTo>
                <a:lnTo>
                  <a:pt x="4929" y="2042"/>
                </a:lnTo>
                <a:lnTo>
                  <a:pt x="4930" y="2021"/>
                </a:lnTo>
                <a:lnTo>
                  <a:pt x="4930" y="2016"/>
                </a:lnTo>
                <a:lnTo>
                  <a:pt x="4930" y="2015"/>
                </a:lnTo>
                <a:lnTo>
                  <a:pt x="4930" y="2015"/>
                </a:lnTo>
                <a:lnTo>
                  <a:pt x="4930" y="2015"/>
                </a:lnTo>
                <a:lnTo>
                  <a:pt x="4930" y="0"/>
                </a:lnTo>
                <a:close/>
              </a:path>
            </a:pathLst>
          </a:custGeom>
          <a:solidFill>
            <a:srgbClr val="00A3F5"/>
          </a:solidFill>
          <a:ln w="9525">
            <a:noFill/>
            <a:round/>
          </a:ln>
        </p:spPr>
        <p:txBody>
          <a:bodyPr vert="horz" wrap="square" lIns="91443" tIns="45721" rIns="91443" bIns="45721" numCol="1" anchor="t" anchorCtr="0" compatLnSpc="1"/>
          <a:lstStyle/>
          <a:p>
            <a:endParaRPr lang="en-US" sz="1400" dirty="0"/>
          </a:p>
        </p:txBody>
      </p:sp>
      <p:sp>
        <p:nvSpPr>
          <p:cNvPr id="11" name="Freeform 11"/>
          <p:cNvSpPr/>
          <p:nvPr/>
        </p:nvSpPr>
        <p:spPr bwMode="auto">
          <a:xfrm>
            <a:off x="4271887" y="3204953"/>
            <a:ext cx="1957469" cy="2128927"/>
          </a:xfrm>
          <a:custGeom>
            <a:avLst/>
            <a:gdLst/>
            <a:ahLst/>
            <a:cxnLst>
              <a:cxn ang="0">
                <a:pos x="2612" y="37"/>
              </a:cxn>
              <a:cxn ang="0">
                <a:pos x="2563" y="139"/>
              </a:cxn>
              <a:cxn ang="0">
                <a:pos x="2737" y="249"/>
              </a:cxn>
              <a:cxn ang="0">
                <a:pos x="2916" y="392"/>
              </a:cxn>
              <a:cxn ang="0">
                <a:pos x="2913" y="544"/>
              </a:cxn>
              <a:cxn ang="0">
                <a:pos x="2797" y="653"/>
              </a:cxn>
              <a:cxn ang="0">
                <a:pos x="2605" y="718"/>
              </a:cxn>
              <a:cxn ang="0">
                <a:pos x="2370" y="724"/>
              </a:cxn>
              <a:cxn ang="0">
                <a:pos x="2167" y="670"/>
              </a:cxn>
              <a:cxn ang="0">
                <a:pos x="2033" y="569"/>
              </a:cxn>
              <a:cxn ang="0">
                <a:pos x="2001" y="428"/>
              </a:cxn>
              <a:cxn ang="0">
                <a:pos x="2146" y="271"/>
              </a:cxn>
              <a:cxn ang="0">
                <a:pos x="2352" y="159"/>
              </a:cxn>
              <a:cxn ang="0">
                <a:pos x="2338" y="55"/>
              </a:cxn>
              <a:cxn ang="0">
                <a:pos x="2181" y="0"/>
              </a:cxn>
              <a:cxn ang="0">
                <a:pos x="16" y="2120"/>
              </a:cxn>
              <a:cxn ang="0">
                <a:pos x="109" y="2221"/>
              </a:cxn>
              <a:cxn ang="0">
                <a:pos x="221" y="2116"/>
              </a:cxn>
              <a:cxn ang="0">
                <a:pos x="342" y="1899"/>
              </a:cxn>
              <a:cxn ang="0">
                <a:pos x="506" y="1851"/>
              </a:cxn>
              <a:cxn ang="0">
                <a:pos x="625" y="1938"/>
              </a:cxn>
              <a:cxn ang="0">
                <a:pos x="705" y="2111"/>
              </a:cxn>
              <a:cxn ang="0">
                <a:pos x="731" y="2338"/>
              </a:cxn>
              <a:cxn ang="0">
                <a:pos x="693" y="2558"/>
              </a:cxn>
              <a:cxn ang="0">
                <a:pos x="604" y="2716"/>
              </a:cxn>
              <a:cxn ang="0">
                <a:pos x="479" y="2782"/>
              </a:cxn>
              <a:cxn ang="0">
                <a:pos x="313" y="2696"/>
              </a:cxn>
              <a:cxn ang="0">
                <a:pos x="188" y="2458"/>
              </a:cxn>
              <a:cxn ang="0">
                <a:pos x="86" y="2417"/>
              </a:cxn>
              <a:cxn ang="0">
                <a:pos x="7" y="2546"/>
              </a:cxn>
              <a:cxn ang="0">
                <a:pos x="2165" y="4631"/>
              </a:cxn>
              <a:cxn ang="0">
                <a:pos x="2281" y="4651"/>
              </a:cxn>
              <a:cxn ang="0">
                <a:pos x="2371" y="4751"/>
              </a:cxn>
              <a:cxn ang="0">
                <a:pos x="2249" y="4862"/>
              </a:cxn>
              <a:cxn ang="0">
                <a:pos x="2036" y="4989"/>
              </a:cxn>
              <a:cxn ang="0">
                <a:pos x="2005" y="5151"/>
              </a:cxn>
              <a:cxn ang="0">
                <a:pos x="2104" y="5265"/>
              </a:cxn>
              <a:cxn ang="0">
                <a:pos x="2283" y="5341"/>
              </a:cxn>
              <a:cxn ang="0">
                <a:pos x="2513" y="5360"/>
              </a:cxn>
              <a:cxn ang="0">
                <a:pos x="2727" y="5316"/>
              </a:cxn>
              <a:cxn ang="0">
                <a:pos x="2877" y="5223"/>
              </a:cxn>
              <a:cxn ang="0">
                <a:pos x="2934" y="5096"/>
              </a:cxn>
              <a:cxn ang="0">
                <a:pos x="2828" y="4930"/>
              </a:cxn>
              <a:cxn ang="0">
                <a:pos x="2597" y="4809"/>
              </a:cxn>
              <a:cxn ang="0">
                <a:pos x="2573" y="4704"/>
              </a:cxn>
              <a:cxn ang="0">
                <a:pos x="2718" y="4633"/>
              </a:cxn>
              <a:cxn ang="0">
                <a:pos x="4930" y="2612"/>
              </a:cxn>
              <a:cxn ang="0">
                <a:pos x="4894" y="2465"/>
              </a:cxn>
              <a:cxn ang="0">
                <a:pos x="4791" y="2412"/>
              </a:cxn>
              <a:cxn ang="0">
                <a:pos x="4679" y="2586"/>
              </a:cxn>
              <a:cxn ang="0">
                <a:pos x="4538" y="2765"/>
              </a:cxn>
              <a:cxn ang="0">
                <a:pos x="4384" y="2763"/>
              </a:cxn>
              <a:cxn ang="0">
                <a:pos x="4277" y="2647"/>
              </a:cxn>
              <a:cxn ang="0">
                <a:pos x="4210" y="2454"/>
              </a:cxn>
              <a:cxn ang="0">
                <a:pos x="4204" y="2220"/>
              </a:cxn>
              <a:cxn ang="0">
                <a:pos x="4260" y="2016"/>
              </a:cxn>
              <a:cxn ang="0">
                <a:pos x="4361" y="1883"/>
              </a:cxn>
              <a:cxn ang="0">
                <a:pos x="4502" y="1851"/>
              </a:cxn>
              <a:cxn ang="0">
                <a:pos x="4657" y="1995"/>
              </a:cxn>
              <a:cxn ang="0">
                <a:pos x="4770" y="2201"/>
              </a:cxn>
              <a:cxn ang="0">
                <a:pos x="4876" y="2186"/>
              </a:cxn>
              <a:cxn ang="0">
                <a:pos x="4930" y="2021"/>
              </a:cxn>
            </a:cxnLst>
            <a:rect l="0" t="0" r="r" b="b"/>
            <a:pathLst>
              <a:path w="4930" h="5362">
                <a:moveTo>
                  <a:pt x="4930" y="0"/>
                </a:moveTo>
                <a:lnTo>
                  <a:pt x="2747" y="0"/>
                </a:lnTo>
                <a:lnTo>
                  <a:pt x="2727" y="1"/>
                </a:lnTo>
                <a:lnTo>
                  <a:pt x="2708" y="4"/>
                </a:lnTo>
                <a:lnTo>
                  <a:pt x="2690" y="7"/>
                </a:lnTo>
                <a:lnTo>
                  <a:pt x="2673" y="11"/>
                </a:lnTo>
                <a:lnTo>
                  <a:pt x="2657" y="17"/>
                </a:lnTo>
                <a:lnTo>
                  <a:pt x="2640" y="23"/>
                </a:lnTo>
                <a:lnTo>
                  <a:pt x="2626" y="29"/>
                </a:lnTo>
                <a:lnTo>
                  <a:pt x="2612" y="37"/>
                </a:lnTo>
                <a:lnTo>
                  <a:pt x="2600" y="46"/>
                </a:lnTo>
                <a:lnTo>
                  <a:pt x="2589" y="55"/>
                </a:lnTo>
                <a:lnTo>
                  <a:pt x="2580" y="64"/>
                </a:lnTo>
                <a:lnTo>
                  <a:pt x="2571" y="75"/>
                </a:lnTo>
                <a:lnTo>
                  <a:pt x="2565" y="85"/>
                </a:lnTo>
                <a:lnTo>
                  <a:pt x="2561" y="96"/>
                </a:lnTo>
                <a:lnTo>
                  <a:pt x="2558" y="108"/>
                </a:lnTo>
                <a:lnTo>
                  <a:pt x="2557" y="120"/>
                </a:lnTo>
                <a:lnTo>
                  <a:pt x="2559" y="129"/>
                </a:lnTo>
                <a:lnTo>
                  <a:pt x="2563" y="139"/>
                </a:lnTo>
                <a:lnTo>
                  <a:pt x="2569" y="148"/>
                </a:lnTo>
                <a:lnTo>
                  <a:pt x="2576" y="158"/>
                </a:lnTo>
                <a:lnTo>
                  <a:pt x="2586" y="168"/>
                </a:lnTo>
                <a:lnTo>
                  <a:pt x="2597" y="176"/>
                </a:lnTo>
                <a:lnTo>
                  <a:pt x="2608" y="186"/>
                </a:lnTo>
                <a:lnTo>
                  <a:pt x="2619" y="194"/>
                </a:lnTo>
                <a:lnTo>
                  <a:pt x="2663" y="221"/>
                </a:lnTo>
                <a:lnTo>
                  <a:pt x="2682" y="231"/>
                </a:lnTo>
                <a:lnTo>
                  <a:pt x="2711" y="239"/>
                </a:lnTo>
                <a:lnTo>
                  <a:pt x="2737" y="249"/>
                </a:lnTo>
                <a:lnTo>
                  <a:pt x="2761" y="260"/>
                </a:lnTo>
                <a:lnTo>
                  <a:pt x="2785" y="271"/>
                </a:lnTo>
                <a:lnTo>
                  <a:pt x="2807" y="285"/>
                </a:lnTo>
                <a:lnTo>
                  <a:pt x="2828" y="297"/>
                </a:lnTo>
                <a:lnTo>
                  <a:pt x="2848" y="312"/>
                </a:lnTo>
                <a:lnTo>
                  <a:pt x="2865" y="327"/>
                </a:lnTo>
                <a:lnTo>
                  <a:pt x="2880" y="342"/>
                </a:lnTo>
                <a:lnTo>
                  <a:pt x="2895" y="358"/>
                </a:lnTo>
                <a:lnTo>
                  <a:pt x="2906" y="375"/>
                </a:lnTo>
                <a:lnTo>
                  <a:pt x="2916" y="392"/>
                </a:lnTo>
                <a:lnTo>
                  <a:pt x="2924" y="410"/>
                </a:lnTo>
                <a:lnTo>
                  <a:pt x="2929" y="428"/>
                </a:lnTo>
                <a:lnTo>
                  <a:pt x="2933" y="447"/>
                </a:lnTo>
                <a:lnTo>
                  <a:pt x="2934" y="465"/>
                </a:lnTo>
                <a:lnTo>
                  <a:pt x="2934" y="479"/>
                </a:lnTo>
                <a:lnTo>
                  <a:pt x="2932" y="492"/>
                </a:lnTo>
                <a:lnTo>
                  <a:pt x="2929" y="506"/>
                </a:lnTo>
                <a:lnTo>
                  <a:pt x="2924" y="518"/>
                </a:lnTo>
                <a:lnTo>
                  <a:pt x="2919" y="532"/>
                </a:lnTo>
                <a:lnTo>
                  <a:pt x="2913" y="544"/>
                </a:lnTo>
                <a:lnTo>
                  <a:pt x="2906" y="556"/>
                </a:lnTo>
                <a:lnTo>
                  <a:pt x="2897" y="569"/>
                </a:lnTo>
                <a:lnTo>
                  <a:pt x="2889" y="580"/>
                </a:lnTo>
                <a:lnTo>
                  <a:pt x="2877" y="591"/>
                </a:lnTo>
                <a:lnTo>
                  <a:pt x="2866" y="602"/>
                </a:lnTo>
                <a:lnTo>
                  <a:pt x="2854" y="613"/>
                </a:lnTo>
                <a:lnTo>
                  <a:pt x="2842" y="624"/>
                </a:lnTo>
                <a:lnTo>
                  <a:pt x="2827" y="634"/>
                </a:lnTo>
                <a:lnTo>
                  <a:pt x="2812" y="643"/>
                </a:lnTo>
                <a:lnTo>
                  <a:pt x="2797" y="653"/>
                </a:lnTo>
                <a:lnTo>
                  <a:pt x="2780" y="661"/>
                </a:lnTo>
                <a:lnTo>
                  <a:pt x="2764" y="670"/>
                </a:lnTo>
                <a:lnTo>
                  <a:pt x="2745" y="677"/>
                </a:lnTo>
                <a:lnTo>
                  <a:pt x="2727" y="685"/>
                </a:lnTo>
                <a:lnTo>
                  <a:pt x="2708" y="692"/>
                </a:lnTo>
                <a:lnTo>
                  <a:pt x="2689" y="698"/>
                </a:lnTo>
                <a:lnTo>
                  <a:pt x="2669" y="703"/>
                </a:lnTo>
                <a:lnTo>
                  <a:pt x="2648" y="709"/>
                </a:lnTo>
                <a:lnTo>
                  <a:pt x="2627" y="714"/>
                </a:lnTo>
                <a:lnTo>
                  <a:pt x="2605" y="718"/>
                </a:lnTo>
                <a:lnTo>
                  <a:pt x="2582" y="722"/>
                </a:lnTo>
                <a:lnTo>
                  <a:pt x="2560" y="724"/>
                </a:lnTo>
                <a:lnTo>
                  <a:pt x="2537" y="727"/>
                </a:lnTo>
                <a:lnTo>
                  <a:pt x="2513" y="729"/>
                </a:lnTo>
                <a:lnTo>
                  <a:pt x="2489" y="729"/>
                </a:lnTo>
                <a:lnTo>
                  <a:pt x="2465" y="730"/>
                </a:lnTo>
                <a:lnTo>
                  <a:pt x="2441" y="729"/>
                </a:lnTo>
                <a:lnTo>
                  <a:pt x="2417" y="729"/>
                </a:lnTo>
                <a:lnTo>
                  <a:pt x="2394" y="727"/>
                </a:lnTo>
                <a:lnTo>
                  <a:pt x="2370" y="724"/>
                </a:lnTo>
                <a:lnTo>
                  <a:pt x="2348" y="722"/>
                </a:lnTo>
                <a:lnTo>
                  <a:pt x="2326" y="718"/>
                </a:lnTo>
                <a:lnTo>
                  <a:pt x="2304" y="714"/>
                </a:lnTo>
                <a:lnTo>
                  <a:pt x="2283" y="709"/>
                </a:lnTo>
                <a:lnTo>
                  <a:pt x="2262" y="703"/>
                </a:lnTo>
                <a:lnTo>
                  <a:pt x="2242" y="698"/>
                </a:lnTo>
                <a:lnTo>
                  <a:pt x="2222" y="692"/>
                </a:lnTo>
                <a:lnTo>
                  <a:pt x="2202" y="685"/>
                </a:lnTo>
                <a:lnTo>
                  <a:pt x="2184" y="677"/>
                </a:lnTo>
                <a:lnTo>
                  <a:pt x="2167" y="670"/>
                </a:lnTo>
                <a:lnTo>
                  <a:pt x="2149" y="661"/>
                </a:lnTo>
                <a:lnTo>
                  <a:pt x="2133" y="653"/>
                </a:lnTo>
                <a:lnTo>
                  <a:pt x="2117" y="643"/>
                </a:lnTo>
                <a:lnTo>
                  <a:pt x="2104" y="634"/>
                </a:lnTo>
                <a:lnTo>
                  <a:pt x="2089" y="624"/>
                </a:lnTo>
                <a:lnTo>
                  <a:pt x="2076" y="613"/>
                </a:lnTo>
                <a:lnTo>
                  <a:pt x="2064" y="602"/>
                </a:lnTo>
                <a:lnTo>
                  <a:pt x="2053" y="591"/>
                </a:lnTo>
                <a:lnTo>
                  <a:pt x="2042" y="580"/>
                </a:lnTo>
                <a:lnTo>
                  <a:pt x="2033" y="569"/>
                </a:lnTo>
                <a:lnTo>
                  <a:pt x="2025" y="556"/>
                </a:lnTo>
                <a:lnTo>
                  <a:pt x="2017" y="544"/>
                </a:lnTo>
                <a:lnTo>
                  <a:pt x="2011" y="532"/>
                </a:lnTo>
                <a:lnTo>
                  <a:pt x="2005" y="518"/>
                </a:lnTo>
                <a:lnTo>
                  <a:pt x="2001" y="506"/>
                </a:lnTo>
                <a:lnTo>
                  <a:pt x="1999" y="492"/>
                </a:lnTo>
                <a:lnTo>
                  <a:pt x="1996" y="479"/>
                </a:lnTo>
                <a:lnTo>
                  <a:pt x="1996" y="465"/>
                </a:lnTo>
                <a:lnTo>
                  <a:pt x="1997" y="447"/>
                </a:lnTo>
                <a:lnTo>
                  <a:pt x="2001" y="428"/>
                </a:lnTo>
                <a:lnTo>
                  <a:pt x="2006" y="410"/>
                </a:lnTo>
                <a:lnTo>
                  <a:pt x="2015" y="392"/>
                </a:lnTo>
                <a:lnTo>
                  <a:pt x="2025" y="375"/>
                </a:lnTo>
                <a:lnTo>
                  <a:pt x="2036" y="358"/>
                </a:lnTo>
                <a:lnTo>
                  <a:pt x="2050" y="342"/>
                </a:lnTo>
                <a:lnTo>
                  <a:pt x="2065" y="326"/>
                </a:lnTo>
                <a:lnTo>
                  <a:pt x="2084" y="311"/>
                </a:lnTo>
                <a:lnTo>
                  <a:pt x="2102" y="297"/>
                </a:lnTo>
                <a:lnTo>
                  <a:pt x="2123" y="284"/>
                </a:lnTo>
                <a:lnTo>
                  <a:pt x="2146" y="271"/>
                </a:lnTo>
                <a:lnTo>
                  <a:pt x="2169" y="260"/>
                </a:lnTo>
                <a:lnTo>
                  <a:pt x="2195" y="249"/>
                </a:lnTo>
                <a:lnTo>
                  <a:pt x="2221" y="239"/>
                </a:lnTo>
                <a:lnTo>
                  <a:pt x="2249" y="231"/>
                </a:lnTo>
                <a:lnTo>
                  <a:pt x="2268" y="221"/>
                </a:lnTo>
                <a:lnTo>
                  <a:pt x="2310" y="195"/>
                </a:lnTo>
                <a:lnTo>
                  <a:pt x="2321" y="187"/>
                </a:lnTo>
                <a:lnTo>
                  <a:pt x="2332" y="179"/>
                </a:lnTo>
                <a:lnTo>
                  <a:pt x="2343" y="169"/>
                </a:lnTo>
                <a:lnTo>
                  <a:pt x="2352" y="159"/>
                </a:lnTo>
                <a:lnTo>
                  <a:pt x="2360" y="150"/>
                </a:lnTo>
                <a:lnTo>
                  <a:pt x="2365" y="139"/>
                </a:lnTo>
                <a:lnTo>
                  <a:pt x="2370" y="129"/>
                </a:lnTo>
                <a:lnTo>
                  <a:pt x="2371" y="120"/>
                </a:lnTo>
                <a:lnTo>
                  <a:pt x="2370" y="108"/>
                </a:lnTo>
                <a:lnTo>
                  <a:pt x="2366" y="96"/>
                </a:lnTo>
                <a:lnTo>
                  <a:pt x="2363" y="85"/>
                </a:lnTo>
                <a:lnTo>
                  <a:pt x="2357" y="75"/>
                </a:lnTo>
                <a:lnTo>
                  <a:pt x="2348" y="64"/>
                </a:lnTo>
                <a:lnTo>
                  <a:pt x="2338" y="55"/>
                </a:lnTo>
                <a:lnTo>
                  <a:pt x="2328" y="46"/>
                </a:lnTo>
                <a:lnTo>
                  <a:pt x="2316" y="37"/>
                </a:lnTo>
                <a:lnTo>
                  <a:pt x="2302" y="29"/>
                </a:lnTo>
                <a:lnTo>
                  <a:pt x="2287" y="23"/>
                </a:lnTo>
                <a:lnTo>
                  <a:pt x="2271" y="17"/>
                </a:lnTo>
                <a:lnTo>
                  <a:pt x="2255" y="11"/>
                </a:lnTo>
                <a:lnTo>
                  <a:pt x="2238" y="7"/>
                </a:lnTo>
                <a:lnTo>
                  <a:pt x="2220" y="4"/>
                </a:lnTo>
                <a:lnTo>
                  <a:pt x="2201" y="1"/>
                </a:lnTo>
                <a:lnTo>
                  <a:pt x="2181" y="0"/>
                </a:lnTo>
                <a:lnTo>
                  <a:pt x="0" y="0"/>
                </a:lnTo>
                <a:lnTo>
                  <a:pt x="0" y="2017"/>
                </a:lnTo>
                <a:lnTo>
                  <a:pt x="0" y="2017"/>
                </a:lnTo>
                <a:lnTo>
                  <a:pt x="0" y="2017"/>
                </a:lnTo>
                <a:lnTo>
                  <a:pt x="0" y="2027"/>
                </a:lnTo>
                <a:lnTo>
                  <a:pt x="2" y="2047"/>
                </a:lnTo>
                <a:lnTo>
                  <a:pt x="3" y="2067"/>
                </a:lnTo>
                <a:lnTo>
                  <a:pt x="7" y="2085"/>
                </a:lnTo>
                <a:lnTo>
                  <a:pt x="12" y="2104"/>
                </a:lnTo>
                <a:lnTo>
                  <a:pt x="16" y="2120"/>
                </a:lnTo>
                <a:lnTo>
                  <a:pt x="23" y="2137"/>
                </a:lnTo>
                <a:lnTo>
                  <a:pt x="29" y="2152"/>
                </a:lnTo>
                <a:lnTo>
                  <a:pt x="37" y="2165"/>
                </a:lnTo>
                <a:lnTo>
                  <a:pt x="45" y="2178"/>
                </a:lnTo>
                <a:lnTo>
                  <a:pt x="55" y="2189"/>
                </a:lnTo>
                <a:lnTo>
                  <a:pt x="65" y="2199"/>
                </a:lnTo>
                <a:lnTo>
                  <a:pt x="74" y="2207"/>
                </a:lnTo>
                <a:lnTo>
                  <a:pt x="86" y="2214"/>
                </a:lnTo>
                <a:lnTo>
                  <a:pt x="97" y="2219"/>
                </a:lnTo>
                <a:lnTo>
                  <a:pt x="109" y="2221"/>
                </a:lnTo>
                <a:lnTo>
                  <a:pt x="120" y="2222"/>
                </a:lnTo>
                <a:lnTo>
                  <a:pt x="130" y="2221"/>
                </a:lnTo>
                <a:lnTo>
                  <a:pt x="140" y="2217"/>
                </a:lnTo>
                <a:lnTo>
                  <a:pt x="150" y="2211"/>
                </a:lnTo>
                <a:lnTo>
                  <a:pt x="160" y="2203"/>
                </a:lnTo>
                <a:lnTo>
                  <a:pt x="168" y="2194"/>
                </a:lnTo>
                <a:lnTo>
                  <a:pt x="178" y="2183"/>
                </a:lnTo>
                <a:lnTo>
                  <a:pt x="187" y="2172"/>
                </a:lnTo>
                <a:lnTo>
                  <a:pt x="195" y="2159"/>
                </a:lnTo>
                <a:lnTo>
                  <a:pt x="221" y="2116"/>
                </a:lnTo>
                <a:lnTo>
                  <a:pt x="231" y="2096"/>
                </a:lnTo>
                <a:lnTo>
                  <a:pt x="241" y="2069"/>
                </a:lnTo>
                <a:lnTo>
                  <a:pt x="251" y="2043"/>
                </a:lnTo>
                <a:lnTo>
                  <a:pt x="261" y="2019"/>
                </a:lnTo>
                <a:lnTo>
                  <a:pt x="273" y="1994"/>
                </a:lnTo>
                <a:lnTo>
                  <a:pt x="286" y="1972"/>
                </a:lnTo>
                <a:lnTo>
                  <a:pt x="299" y="1952"/>
                </a:lnTo>
                <a:lnTo>
                  <a:pt x="313" y="1932"/>
                </a:lnTo>
                <a:lnTo>
                  <a:pt x="327" y="1915"/>
                </a:lnTo>
                <a:lnTo>
                  <a:pt x="342" y="1899"/>
                </a:lnTo>
                <a:lnTo>
                  <a:pt x="360" y="1885"/>
                </a:lnTo>
                <a:lnTo>
                  <a:pt x="376" y="1874"/>
                </a:lnTo>
                <a:lnTo>
                  <a:pt x="393" y="1863"/>
                </a:lnTo>
                <a:lnTo>
                  <a:pt x="410" y="1856"/>
                </a:lnTo>
                <a:lnTo>
                  <a:pt x="429" y="1850"/>
                </a:lnTo>
                <a:lnTo>
                  <a:pt x="447" y="1847"/>
                </a:lnTo>
                <a:lnTo>
                  <a:pt x="466" y="1846"/>
                </a:lnTo>
                <a:lnTo>
                  <a:pt x="479" y="1846"/>
                </a:lnTo>
                <a:lnTo>
                  <a:pt x="493" y="1848"/>
                </a:lnTo>
                <a:lnTo>
                  <a:pt x="506" y="1851"/>
                </a:lnTo>
                <a:lnTo>
                  <a:pt x="520" y="1855"/>
                </a:lnTo>
                <a:lnTo>
                  <a:pt x="532" y="1861"/>
                </a:lnTo>
                <a:lnTo>
                  <a:pt x="545" y="1867"/>
                </a:lnTo>
                <a:lnTo>
                  <a:pt x="557" y="1874"/>
                </a:lnTo>
                <a:lnTo>
                  <a:pt x="569" y="1883"/>
                </a:lnTo>
                <a:lnTo>
                  <a:pt x="581" y="1892"/>
                </a:lnTo>
                <a:lnTo>
                  <a:pt x="593" y="1903"/>
                </a:lnTo>
                <a:lnTo>
                  <a:pt x="604" y="1914"/>
                </a:lnTo>
                <a:lnTo>
                  <a:pt x="614" y="1926"/>
                </a:lnTo>
                <a:lnTo>
                  <a:pt x="625" y="1938"/>
                </a:lnTo>
                <a:lnTo>
                  <a:pt x="635" y="1953"/>
                </a:lnTo>
                <a:lnTo>
                  <a:pt x="645" y="1967"/>
                </a:lnTo>
                <a:lnTo>
                  <a:pt x="653" y="1983"/>
                </a:lnTo>
                <a:lnTo>
                  <a:pt x="662" y="1999"/>
                </a:lnTo>
                <a:lnTo>
                  <a:pt x="671" y="2016"/>
                </a:lnTo>
                <a:lnTo>
                  <a:pt x="678" y="2033"/>
                </a:lnTo>
                <a:lnTo>
                  <a:pt x="685" y="2052"/>
                </a:lnTo>
                <a:lnTo>
                  <a:pt x="693" y="2072"/>
                </a:lnTo>
                <a:lnTo>
                  <a:pt x="699" y="2091"/>
                </a:lnTo>
                <a:lnTo>
                  <a:pt x="705" y="2111"/>
                </a:lnTo>
                <a:lnTo>
                  <a:pt x="710" y="2132"/>
                </a:lnTo>
                <a:lnTo>
                  <a:pt x="715" y="2153"/>
                </a:lnTo>
                <a:lnTo>
                  <a:pt x="719" y="2175"/>
                </a:lnTo>
                <a:lnTo>
                  <a:pt x="722" y="2198"/>
                </a:lnTo>
                <a:lnTo>
                  <a:pt x="725" y="2220"/>
                </a:lnTo>
                <a:lnTo>
                  <a:pt x="727" y="2243"/>
                </a:lnTo>
                <a:lnTo>
                  <a:pt x="730" y="2267"/>
                </a:lnTo>
                <a:lnTo>
                  <a:pt x="731" y="2290"/>
                </a:lnTo>
                <a:lnTo>
                  <a:pt x="731" y="2315"/>
                </a:lnTo>
                <a:lnTo>
                  <a:pt x="731" y="2338"/>
                </a:lnTo>
                <a:lnTo>
                  <a:pt x="730" y="2363"/>
                </a:lnTo>
                <a:lnTo>
                  <a:pt x="727" y="2386"/>
                </a:lnTo>
                <a:lnTo>
                  <a:pt x="725" y="2409"/>
                </a:lnTo>
                <a:lnTo>
                  <a:pt x="722" y="2432"/>
                </a:lnTo>
                <a:lnTo>
                  <a:pt x="719" y="2454"/>
                </a:lnTo>
                <a:lnTo>
                  <a:pt x="715" y="2476"/>
                </a:lnTo>
                <a:lnTo>
                  <a:pt x="710" y="2497"/>
                </a:lnTo>
                <a:lnTo>
                  <a:pt x="705" y="2518"/>
                </a:lnTo>
                <a:lnTo>
                  <a:pt x="699" y="2538"/>
                </a:lnTo>
                <a:lnTo>
                  <a:pt x="693" y="2558"/>
                </a:lnTo>
                <a:lnTo>
                  <a:pt x="685" y="2576"/>
                </a:lnTo>
                <a:lnTo>
                  <a:pt x="678" y="2595"/>
                </a:lnTo>
                <a:lnTo>
                  <a:pt x="671" y="2613"/>
                </a:lnTo>
                <a:lnTo>
                  <a:pt x="662" y="2629"/>
                </a:lnTo>
                <a:lnTo>
                  <a:pt x="653" y="2647"/>
                </a:lnTo>
                <a:lnTo>
                  <a:pt x="645" y="2662"/>
                </a:lnTo>
                <a:lnTo>
                  <a:pt x="635" y="2676"/>
                </a:lnTo>
                <a:lnTo>
                  <a:pt x="625" y="2690"/>
                </a:lnTo>
                <a:lnTo>
                  <a:pt x="614" y="2704"/>
                </a:lnTo>
                <a:lnTo>
                  <a:pt x="604" y="2716"/>
                </a:lnTo>
                <a:lnTo>
                  <a:pt x="593" y="2727"/>
                </a:lnTo>
                <a:lnTo>
                  <a:pt x="581" y="2738"/>
                </a:lnTo>
                <a:lnTo>
                  <a:pt x="569" y="2747"/>
                </a:lnTo>
                <a:lnTo>
                  <a:pt x="557" y="2755"/>
                </a:lnTo>
                <a:lnTo>
                  <a:pt x="545" y="2763"/>
                </a:lnTo>
                <a:lnTo>
                  <a:pt x="532" y="2769"/>
                </a:lnTo>
                <a:lnTo>
                  <a:pt x="520" y="2774"/>
                </a:lnTo>
                <a:lnTo>
                  <a:pt x="506" y="2779"/>
                </a:lnTo>
                <a:lnTo>
                  <a:pt x="493" y="2781"/>
                </a:lnTo>
                <a:lnTo>
                  <a:pt x="479" y="2782"/>
                </a:lnTo>
                <a:lnTo>
                  <a:pt x="466" y="2784"/>
                </a:lnTo>
                <a:lnTo>
                  <a:pt x="447" y="2782"/>
                </a:lnTo>
                <a:lnTo>
                  <a:pt x="429" y="2779"/>
                </a:lnTo>
                <a:lnTo>
                  <a:pt x="410" y="2774"/>
                </a:lnTo>
                <a:lnTo>
                  <a:pt x="393" y="2765"/>
                </a:lnTo>
                <a:lnTo>
                  <a:pt x="376" y="2755"/>
                </a:lnTo>
                <a:lnTo>
                  <a:pt x="358" y="2743"/>
                </a:lnTo>
                <a:lnTo>
                  <a:pt x="342" y="2729"/>
                </a:lnTo>
                <a:lnTo>
                  <a:pt x="327" y="2713"/>
                </a:lnTo>
                <a:lnTo>
                  <a:pt x="313" y="2696"/>
                </a:lnTo>
                <a:lnTo>
                  <a:pt x="298" y="2676"/>
                </a:lnTo>
                <a:lnTo>
                  <a:pt x="284" y="2657"/>
                </a:lnTo>
                <a:lnTo>
                  <a:pt x="272" y="2634"/>
                </a:lnTo>
                <a:lnTo>
                  <a:pt x="261" y="2610"/>
                </a:lnTo>
                <a:lnTo>
                  <a:pt x="250" y="2585"/>
                </a:lnTo>
                <a:lnTo>
                  <a:pt x="240" y="2559"/>
                </a:lnTo>
                <a:lnTo>
                  <a:pt x="231" y="2531"/>
                </a:lnTo>
                <a:lnTo>
                  <a:pt x="221" y="2512"/>
                </a:lnTo>
                <a:lnTo>
                  <a:pt x="195" y="2470"/>
                </a:lnTo>
                <a:lnTo>
                  <a:pt x="188" y="2458"/>
                </a:lnTo>
                <a:lnTo>
                  <a:pt x="179" y="2447"/>
                </a:lnTo>
                <a:lnTo>
                  <a:pt x="169" y="2437"/>
                </a:lnTo>
                <a:lnTo>
                  <a:pt x="161" y="2427"/>
                </a:lnTo>
                <a:lnTo>
                  <a:pt x="151" y="2420"/>
                </a:lnTo>
                <a:lnTo>
                  <a:pt x="141" y="2414"/>
                </a:lnTo>
                <a:lnTo>
                  <a:pt x="131" y="2410"/>
                </a:lnTo>
                <a:lnTo>
                  <a:pt x="120" y="2409"/>
                </a:lnTo>
                <a:lnTo>
                  <a:pt x="109" y="2410"/>
                </a:lnTo>
                <a:lnTo>
                  <a:pt x="97" y="2412"/>
                </a:lnTo>
                <a:lnTo>
                  <a:pt x="86" y="2417"/>
                </a:lnTo>
                <a:lnTo>
                  <a:pt x="74" y="2425"/>
                </a:lnTo>
                <a:lnTo>
                  <a:pt x="65" y="2432"/>
                </a:lnTo>
                <a:lnTo>
                  <a:pt x="55" y="2442"/>
                </a:lnTo>
                <a:lnTo>
                  <a:pt x="45" y="2453"/>
                </a:lnTo>
                <a:lnTo>
                  <a:pt x="37" y="2467"/>
                </a:lnTo>
                <a:lnTo>
                  <a:pt x="29" y="2480"/>
                </a:lnTo>
                <a:lnTo>
                  <a:pt x="23" y="2495"/>
                </a:lnTo>
                <a:lnTo>
                  <a:pt x="16" y="2511"/>
                </a:lnTo>
                <a:lnTo>
                  <a:pt x="12" y="2528"/>
                </a:lnTo>
                <a:lnTo>
                  <a:pt x="7" y="2546"/>
                </a:lnTo>
                <a:lnTo>
                  <a:pt x="3" y="2565"/>
                </a:lnTo>
                <a:lnTo>
                  <a:pt x="2" y="2585"/>
                </a:lnTo>
                <a:lnTo>
                  <a:pt x="0" y="2605"/>
                </a:lnTo>
                <a:lnTo>
                  <a:pt x="0" y="2613"/>
                </a:lnTo>
                <a:lnTo>
                  <a:pt x="0" y="2613"/>
                </a:lnTo>
                <a:lnTo>
                  <a:pt x="0" y="2613"/>
                </a:lnTo>
                <a:lnTo>
                  <a:pt x="0" y="4630"/>
                </a:lnTo>
                <a:lnTo>
                  <a:pt x="1985" y="4630"/>
                </a:lnTo>
                <a:lnTo>
                  <a:pt x="1985" y="4631"/>
                </a:lnTo>
                <a:lnTo>
                  <a:pt x="2165" y="4631"/>
                </a:lnTo>
                <a:lnTo>
                  <a:pt x="2165" y="4631"/>
                </a:lnTo>
                <a:lnTo>
                  <a:pt x="2165" y="4631"/>
                </a:lnTo>
                <a:lnTo>
                  <a:pt x="2167" y="4631"/>
                </a:lnTo>
                <a:lnTo>
                  <a:pt x="2169" y="4631"/>
                </a:lnTo>
                <a:lnTo>
                  <a:pt x="2189" y="4631"/>
                </a:lnTo>
                <a:lnTo>
                  <a:pt x="2210" y="4633"/>
                </a:lnTo>
                <a:lnTo>
                  <a:pt x="2228" y="4636"/>
                </a:lnTo>
                <a:lnTo>
                  <a:pt x="2247" y="4640"/>
                </a:lnTo>
                <a:lnTo>
                  <a:pt x="2265" y="4646"/>
                </a:lnTo>
                <a:lnTo>
                  <a:pt x="2281" y="4651"/>
                </a:lnTo>
                <a:lnTo>
                  <a:pt x="2297" y="4658"/>
                </a:lnTo>
                <a:lnTo>
                  <a:pt x="2311" y="4666"/>
                </a:lnTo>
                <a:lnTo>
                  <a:pt x="2324" y="4674"/>
                </a:lnTo>
                <a:lnTo>
                  <a:pt x="2336" y="4684"/>
                </a:lnTo>
                <a:lnTo>
                  <a:pt x="2347" y="4694"/>
                </a:lnTo>
                <a:lnTo>
                  <a:pt x="2355" y="4705"/>
                </a:lnTo>
                <a:lnTo>
                  <a:pt x="2362" y="4715"/>
                </a:lnTo>
                <a:lnTo>
                  <a:pt x="2366" y="4727"/>
                </a:lnTo>
                <a:lnTo>
                  <a:pt x="2370" y="4740"/>
                </a:lnTo>
                <a:lnTo>
                  <a:pt x="2371" y="4751"/>
                </a:lnTo>
                <a:lnTo>
                  <a:pt x="2370" y="4762"/>
                </a:lnTo>
                <a:lnTo>
                  <a:pt x="2365" y="4772"/>
                </a:lnTo>
                <a:lnTo>
                  <a:pt x="2360" y="4782"/>
                </a:lnTo>
                <a:lnTo>
                  <a:pt x="2352" y="4791"/>
                </a:lnTo>
                <a:lnTo>
                  <a:pt x="2343" y="4800"/>
                </a:lnTo>
                <a:lnTo>
                  <a:pt x="2332" y="4810"/>
                </a:lnTo>
                <a:lnTo>
                  <a:pt x="2321" y="4819"/>
                </a:lnTo>
                <a:lnTo>
                  <a:pt x="2310" y="4826"/>
                </a:lnTo>
                <a:lnTo>
                  <a:pt x="2268" y="4852"/>
                </a:lnTo>
                <a:lnTo>
                  <a:pt x="2249" y="4862"/>
                </a:lnTo>
                <a:lnTo>
                  <a:pt x="2221" y="4870"/>
                </a:lnTo>
                <a:lnTo>
                  <a:pt x="2195" y="4880"/>
                </a:lnTo>
                <a:lnTo>
                  <a:pt x="2169" y="4891"/>
                </a:lnTo>
                <a:lnTo>
                  <a:pt x="2146" y="4902"/>
                </a:lnTo>
                <a:lnTo>
                  <a:pt x="2123" y="4915"/>
                </a:lnTo>
                <a:lnTo>
                  <a:pt x="2102" y="4928"/>
                </a:lnTo>
                <a:lnTo>
                  <a:pt x="2084" y="4943"/>
                </a:lnTo>
                <a:lnTo>
                  <a:pt x="2065" y="4958"/>
                </a:lnTo>
                <a:lnTo>
                  <a:pt x="2050" y="4973"/>
                </a:lnTo>
                <a:lnTo>
                  <a:pt x="2036" y="4989"/>
                </a:lnTo>
                <a:lnTo>
                  <a:pt x="2025" y="5006"/>
                </a:lnTo>
                <a:lnTo>
                  <a:pt x="2015" y="5023"/>
                </a:lnTo>
                <a:lnTo>
                  <a:pt x="2006" y="5041"/>
                </a:lnTo>
                <a:lnTo>
                  <a:pt x="2001" y="5059"/>
                </a:lnTo>
                <a:lnTo>
                  <a:pt x="1997" y="5078"/>
                </a:lnTo>
                <a:lnTo>
                  <a:pt x="1996" y="5096"/>
                </a:lnTo>
                <a:lnTo>
                  <a:pt x="1996" y="5111"/>
                </a:lnTo>
                <a:lnTo>
                  <a:pt x="1999" y="5123"/>
                </a:lnTo>
                <a:lnTo>
                  <a:pt x="2001" y="5137"/>
                </a:lnTo>
                <a:lnTo>
                  <a:pt x="2005" y="5151"/>
                </a:lnTo>
                <a:lnTo>
                  <a:pt x="2011" y="5163"/>
                </a:lnTo>
                <a:lnTo>
                  <a:pt x="2017" y="5175"/>
                </a:lnTo>
                <a:lnTo>
                  <a:pt x="2025" y="5188"/>
                </a:lnTo>
                <a:lnTo>
                  <a:pt x="2033" y="5200"/>
                </a:lnTo>
                <a:lnTo>
                  <a:pt x="2042" y="5211"/>
                </a:lnTo>
                <a:lnTo>
                  <a:pt x="2053" y="5223"/>
                </a:lnTo>
                <a:lnTo>
                  <a:pt x="2064" y="5234"/>
                </a:lnTo>
                <a:lnTo>
                  <a:pt x="2076" y="5244"/>
                </a:lnTo>
                <a:lnTo>
                  <a:pt x="2089" y="5255"/>
                </a:lnTo>
                <a:lnTo>
                  <a:pt x="2104" y="5265"/>
                </a:lnTo>
                <a:lnTo>
                  <a:pt x="2117" y="5275"/>
                </a:lnTo>
                <a:lnTo>
                  <a:pt x="2133" y="5284"/>
                </a:lnTo>
                <a:lnTo>
                  <a:pt x="2149" y="5292"/>
                </a:lnTo>
                <a:lnTo>
                  <a:pt x="2167" y="5301"/>
                </a:lnTo>
                <a:lnTo>
                  <a:pt x="2184" y="5308"/>
                </a:lnTo>
                <a:lnTo>
                  <a:pt x="2202" y="5316"/>
                </a:lnTo>
                <a:lnTo>
                  <a:pt x="2222" y="5323"/>
                </a:lnTo>
                <a:lnTo>
                  <a:pt x="2242" y="5329"/>
                </a:lnTo>
                <a:lnTo>
                  <a:pt x="2262" y="5336"/>
                </a:lnTo>
                <a:lnTo>
                  <a:pt x="2283" y="5341"/>
                </a:lnTo>
                <a:lnTo>
                  <a:pt x="2304" y="5345"/>
                </a:lnTo>
                <a:lnTo>
                  <a:pt x="2326" y="5349"/>
                </a:lnTo>
                <a:lnTo>
                  <a:pt x="2348" y="5353"/>
                </a:lnTo>
                <a:lnTo>
                  <a:pt x="2370" y="5357"/>
                </a:lnTo>
                <a:lnTo>
                  <a:pt x="2394" y="5358"/>
                </a:lnTo>
                <a:lnTo>
                  <a:pt x="2417" y="5360"/>
                </a:lnTo>
                <a:lnTo>
                  <a:pt x="2441" y="5362"/>
                </a:lnTo>
                <a:lnTo>
                  <a:pt x="2465" y="5362"/>
                </a:lnTo>
                <a:lnTo>
                  <a:pt x="2489" y="5362"/>
                </a:lnTo>
                <a:lnTo>
                  <a:pt x="2513" y="5360"/>
                </a:lnTo>
                <a:lnTo>
                  <a:pt x="2537" y="5358"/>
                </a:lnTo>
                <a:lnTo>
                  <a:pt x="2560" y="5357"/>
                </a:lnTo>
                <a:lnTo>
                  <a:pt x="2582" y="5353"/>
                </a:lnTo>
                <a:lnTo>
                  <a:pt x="2605" y="5349"/>
                </a:lnTo>
                <a:lnTo>
                  <a:pt x="2627" y="5345"/>
                </a:lnTo>
                <a:lnTo>
                  <a:pt x="2648" y="5341"/>
                </a:lnTo>
                <a:lnTo>
                  <a:pt x="2669" y="5336"/>
                </a:lnTo>
                <a:lnTo>
                  <a:pt x="2689" y="5329"/>
                </a:lnTo>
                <a:lnTo>
                  <a:pt x="2708" y="5323"/>
                </a:lnTo>
                <a:lnTo>
                  <a:pt x="2727" y="5316"/>
                </a:lnTo>
                <a:lnTo>
                  <a:pt x="2745" y="5308"/>
                </a:lnTo>
                <a:lnTo>
                  <a:pt x="2764" y="5301"/>
                </a:lnTo>
                <a:lnTo>
                  <a:pt x="2780" y="5292"/>
                </a:lnTo>
                <a:lnTo>
                  <a:pt x="2797" y="5284"/>
                </a:lnTo>
                <a:lnTo>
                  <a:pt x="2812" y="5275"/>
                </a:lnTo>
                <a:lnTo>
                  <a:pt x="2827" y="5265"/>
                </a:lnTo>
                <a:lnTo>
                  <a:pt x="2842" y="5255"/>
                </a:lnTo>
                <a:lnTo>
                  <a:pt x="2854" y="5244"/>
                </a:lnTo>
                <a:lnTo>
                  <a:pt x="2866" y="5234"/>
                </a:lnTo>
                <a:lnTo>
                  <a:pt x="2877" y="5223"/>
                </a:lnTo>
                <a:lnTo>
                  <a:pt x="2889" y="5211"/>
                </a:lnTo>
                <a:lnTo>
                  <a:pt x="2897" y="5200"/>
                </a:lnTo>
                <a:lnTo>
                  <a:pt x="2906" y="5188"/>
                </a:lnTo>
                <a:lnTo>
                  <a:pt x="2913" y="5175"/>
                </a:lnTo>
                <a:lnTo>
                  <a:pt x="2919" y="5163"/>
                </a:lnTo>
                <a:lnTo>
                  <a:pt x="2924" y="5151"/>
                </a:lnTo>
                <a:lnTo>
                  <a:pt x="2929" y="5137"/>
                </a:lnTo>
                <a:lnTo>
                  <a:pt x="2932" y="5123"/>
                </a:lnTo>
                <a:lnTo>
                  <a:pt x="2934" y="5111"/>
                </a:lnTo>
                <a:lnTo>
                  <a:pt x="2934" y="5096"/>
                </a:lnTo>
                <a:lnTo>
                  <a:pt x="2933" y="5078"/>
                </a:lnTo>
                <a:lnTo>
                  <a:pt x="2929" y="5059"/>
                </a:lnTo>
                <a:lnTo>
                  <a:pt x="2924" y="5041"/>
                </a:lnTo>
                <a:lnTo>
                  <a:pt x="2916" y="5023"/>
                </a:lnTo>
                <a:lnTo>
                  <a:pt x="2906" y="5006"/>
                </a:lnTo>
                <a:lnTo>
                  <a:pt x="2895" y="4990"/>
                </a:lnTo>
                <a:lnTo>
                  <a:pt x="2880" y="4974"/>
                </a:lnTo>
                <a:lnTo>
                  <a:pt x="2865" y="4958"/>
                </a:lnTo>
                <a:lnTo>
                  <a:pt x="2848" y="4943"/>
                </a:lnTo>
                <a:lnTo>
                  <a:pt x="2828" y="4930"/>
                </a:lnTo>
                <a:lnTo>
                  <a:pt x="2807" y="4916"/>
                </a:lnTo>
                <a:lnTo>
                  <a:pt x="2785" y="4904"/>
                </a:lnTo>
                <a:lnTo>
                  <a:pt x="2761" y="4891"/>
                </a:lnTo>
                <a:lnTo>
                  <a:pt x="2737" y="4882"/>
                </a:lnTo>
                <a:lnTo>
                  <a:pt x="2711" y="4872"/>
                </a:lnTo>
                <a:lnTo>
                  <a:pt x="2682" y="4862"/>
                </a:lnTo>
                <a:lnTo>
                  <a:pt x="2663" y="4852"/>
                </a:lnTo>
                <a:lnTo>
                  <a:pt x="2619" y="4826"/>
                </a:lnTo>
                <a:lnTo>
                  <a:pt x="2608" y="4817"/>
                </a:lnTo>
                <a:lnTo>
                  <a:pt x="2597" y="4809"/>
                </a:lnTo>
                <a:lnTo>
                  <a:pt x="2586" y="4799"/>
                </a:lnTo>
                <a:lnTo>
                  <a:pt x="2576" y="4790"/>
                </a:lnTo>
                <a:lnTo>
                  <a:pt x="2569" y="4780"/>
                </a:lnTo>
                <a:lnTo>
                  <a:pt x="2563" y="4770"/>
                </a:lnTo>
                <a:lnTo>
                  <a:pt x="2559" y="4761"/>
                </a:lnTo>
                <a:lnTo>
                  <a:pt x="2557" y="4751"/>
                </a:lnTo>
                <a:lnTo>
                  <a:pt x="2558" y="4740"/>
                </a:lnTo>
                <a:lnTo>
                  <a:pt x="2561" y="4727"/>
                </a:lnTo>
                <a:lnTo>
                  <a:pt x="2566" y="4715"/>
                </a:lnTo>
                <a:lnTo>
                  <a:pt x="2573" y="4704"/>
                </a:lnTo>
                <a:lnTo>
                  <a:pt x="2581" y="4694"/>
                </a:lnTo>
                <a:lnTo>
                  <a:pt x="2591" y="4684"/>
                </a:lnTo>
                <a:lnTo>
                  <a:pt x="2603" y="4674"/>
                </a:lnTo>
                <a:lnTo>
                  <a:pt x="2616" y="4666"/>
                </a:lnTo>
                <a:lnTo>
                  <a:pt x="2631" y="4658"/>
                </a:lnTo>
                <a:lnTo>
                  <a:pt x="2647" y="4651"/>
                </a:lnTo>
                <a:lnTo>
                  <a:pt x="2663" y="4646"/>
                </a:lnTo>
                <a:lnTo>
                  <a:pt x="2681" y="4640"/>
                </a:lnTo>
                <a:lnTo>
                  <a:pt x="2700" y="4636"/>
                </a:lnTo>
                <a:lnTo>
                  <a:pt x="2718" y="4633"/>
                </a:lnTo>
                <a:lnTo>
                  <a:pt x="2739" y="4631"/>
                </a:lnTo>
                <a:lnTo>
                  <a:pt x="2760" y="4631"/>
                </a:lnTo>
                <a:lnTo>
                  <a:pt x="2761" y="4631"/>
                </a:lnTo>
                <a:lnTo>
                  <a:pt x="2763" y="4631"/>
                </a:lnTo>
                <a:lnTo>
                  <a:pt x="2763" y="4631"/>
                </a:lnTo>
                <a:lnTo>
                  <a:pt x="2945" y="4631"/>
                </a:lnTo>
                <a:lnTo>
                  <a:pt x="2945" y="4630"/>
                </a:lnTo>
                <a:lnTo>
                  <a:pt x="4930" y="4630"/>
                </a:lnTo>
                <a:lnTo>
                  <a:pt x="4930" y="2612"/>
                </a:lnTo>
                <a:lnTo>
                  <a:pt x="4930" y="2612"/>
                </a:lnTo>
                <a:lnTo>
                  <a:pt x="4930" y="2611"/>
                </a:lnTo>
                <a:lnTo>
                  <a:pt x="4930" y="2606"/>
                </a:lnTo>
                <a:lnTo>
                  <a:pt x="4929" y="2585"/>
                </a:lnTo>
                <a:lnTo>
                  <a:pt x="4926" y="2565"/>
                </a:lnTo>
                <a:lnTo>
                  <a:pt x="4924" y="2547"/>
                </a:lnTo>
                <a:lnTo>
                  <a:pt x="4920" y="2528"/>
                </a:lnTo>
                <a:lnTo>
                  <a:pt x="4914" y="2511"/>
                </a:lnTo>
                <a:lnTo>
                  <a:pt x="4908" y="2494"/>
                </a:lnTo>
                <a:lnTo>
                  <a:pt x="4902" y="2479"/>
                </a:lnTo>
                <a:lnTo>
                  <a:pt x="4894" y="2465"/>
                </a:lnTo>
                <a:lnTo>
                  <a:pt x="4886" y="2452"/>
                </a:lnTo>
                <a:lnTo>
                  <a:pt x="4876" y="2441"/>
                </a:lnTo>
                <a:lnTo>
                  <a:pt x="4866" y="2431"/>
                </a:lnTo>
                <a:lnTo>
                  <a:pt x="4856" y="2422"/>
                </a:lnTo>
                <a:lnTo>
                  <a:pt x="4845" y="2416"/>
                </a:lnTo>
                <a:lnTo>
                  <a:pt x="4834" y="2411"/>
                </a:lnTo>
                <a:lnTo>
                  <a:pt x="4821" y="2407"/>
                </a:lnTo>
                <a:lnTo>
                  <a:pt x="4809" y="2406"/>
                </a:lnTo>
                <a:lnTo>
                  <a:pt x="4799" y="2409"/>
                </a:lnTo>
                <a:lnTo>
                  <a:pt x="4791" y="2412"/>
                </a:lnTo>
                <a:lnTo>
                  <a:pt x="4781" y="2418"/>
                </a:lnTo>
                <a:lnTo>
                  <a:pt x="4771" y="2426"/>
                </a:lnTo>
                <a:lnTo>
                  <a:pt x="4761" y="2436"/>
                </a:lnTo>
                <a:lnTo>
                  <a:pt x="4752" y="2447"/>
                </a:lnTo>
                <a:lnTo>
                  <a:pt x="4744" y="2458"/>
                </a:lnTo>
                <a:lnTo>
                  <a:pt x="4735" y="2469"/>
                </a:lnTo>
                <a:lnTo>
                  <a:pt x="4709" y="2512"/>
                </a:lnTo>
                <a:lnTo>
                  <a:pt x="4698" y="2532"/>
                </a:lnTo>
                <a:lnTo>
                  <a:pt x="4689" y="2560"/>
                </a:lnTo>
                <a:lnTo>
                  <a:pt x="4679" y="2586"/>
                </a:lnTo>
                <a:lnTo>
                  <a:pt x="4668" y="2611"/>
                </a:lnTo>
                <a:lnTo>
                  <a:pt x="4657" y="2634"/>
                </a:lnTo>
                <a:lnTo>
                  <a:pt x="4645" y="2657"/>
                </a:lnTo>
                <a:lnTo>
                  <a:pt x="4631" y="2678"/>
                </a:lnTo>
                <a:lnTo>
                  <a:pt x="4618" y="2697"/>
                </a:lnTo>
                <a:lnTo>
                  <a:pt x="4603" y="2715"/>
                </a:lnTo>
                <a:lnTo>
                  <a:pt x="4587" y="2729"/>
                </a:lnTo>
                <a:lnTo>
                  <a:pt x="4571" y="2744"/>
                </a:lnTo>
                <a:lnTo>
                  <a:pt x="4555" y="2755"/>
                </a:lnTo>
                <a:lnTo>
                  <a:pt x="4538" y="2765"/>
                </a:lnTo>
                <a:lnTo>
                  <a:pt x="4519" y="2774"/>
                </a:lnTo>
                <a:lnTo>
                  <a:pt x="4502" y="2779"/>
                </a:lnTo>
                <a:lnTo>
                  <a:pt x="4482" y="2782"/>
                </a:lnTo>
                <a:lnTo>
                  <a:pt x="4463" y="2784"/>
                </a:lnTo>
                <a:lnTo>
                  <a:pt x="4450" y="2784"/>
                </a:lnTo>
                <a:lnTo>
                  <a:pt x="4436" y="2781"/>
                </a:lnTo>
                <a:lnTo>
                  <a:pt x="4423" y="2779"/>
                </a:lnTo>
                <a:lnTo>
                  <a:pt x="4410" y="2774"/>
                </a:lnTo>
                <a:lnTo>
                  <a:pt x="4398" y="2769"/>
                </a:lnTo>
                <a:lnTo>
                  <a:pt x="4384" y="2763"/>
                </a:lnTo>
                <a:lnTo>
                  <a:pt x="4372" y="2755"/>
                </a:lnTo>
                <a:lnTo>
                  <a:pt x="4361" y="2747"/>
                </a:lnTo>
                <a:lnTo>
                  <a:pt x="4349" y="2738"/>
                </a:lnTo>
                <a:lnTo>
                  <a:pt x="4338" y="2727"/>
                </a:lnTo>
                <a:lnTo>
                  <a:pt x="4326" y="2716"/>
                </a:lnTo>
                <a:lnTo>
                  <a:pt x="4315" y="2704"/>
                </a:lnTo>
                <a:lnTo>
                  <a:pt x="4305" y="2691"/>
                </a:lnTo>
                <a:lnTo>
                  <a:pt x="4296" y="2676"/>
                </a:lnTo>
                <a:lnTo>
                  <a:pt x="4286" y="2662"/>
                </a:lnTo>
                <a:lnTo>
                  <a:pt x="4277" y="2647"/>
                </a:lnTo>
                <a:lnTo>
                  <a:pt x="4267" y="2631"/>
                </a:lnTo>
                <a:lnTo>
                  <a:pt x="4260" y="2613"/>
                </a:lnTo>
                <a:lnTo>
                  <a:pt x="4251" y="2595"/>
                </a:lnTo>
                <a:lnTo>
                  <a:pt x="4244" y="2576"/>
                </a:lnTo>
                <a:lnTo>
                  <a:pt x="4238" y="2558"/>
                </a:lnTo>
                <a:lnTo>
                  <a:pt x="4231" y="2538"/>
                </a:lnTo>
                <a:lnTo>
                  <a:pt x="4225" y="2518"/>
                </a:lnTo>
                <a:lnTo>
                  <a:pt x="4220" y="2497"/>
                </a:lnTo>
                <a:lnTo>
                  <a:pt x="4215" y="2476"/>
                </a:lnTo>
                <a:lnTo>
                  <a:pt x="4210" y="2454"/>
                </a:lnTo>
                <a:lnTo>
                  <a:pt x="4207" y="2432"/>
                </a:lnTo>
                <a:lnTo>
                  <a:pt x="4204" y="2410"/>
                </a:lnTo>
                <a:lnTo>
                  <a:pt x="4202" y="2386"/>
                </a:lnTo>
                <a:lnTo>
                  <a:pt x="4201" y="2363"/>
                </a:lnTo>
                <a:lnTo>
                  <a:pt x="4199" y="2338"/>
                </a:lnTo>
                <a:lnTo>
                  <a:pt x="4199" y="2315"/>
                </a:lnTo>
                <a:lnTo>
                  <a:pt x="4199" y="2290"/>
                </a:lnTo>
                <a:lnTo>
                  <a:pt x="4201" y="2267"/>
                </a:lnTo>
                <a:lnTo>
                  <a:pt x="4202" y="2243"/>
                </a:lnTo>
                <a:lnTo>
                  <a:pt x="4204" y="2220"/>
                </a:lnTo>
                <a:lnTo>
                  <a:pt x="4207" y="2198"/>
                </a:lnTo>
                <a:lnTo>
                  <a:pt x="4210" y="2175"/>
                </a:lnTo>
                <a:lnTo>
                  <a:pt x="4215" y="2153"/>
                </a:lnTo>
                <a:lnTo>
                  <a:pt x="4220" y="2132"/>
                </a:lnTo>
                <a:lnTo>
                  <a:pt x="4225" y="2111"/>
                </a:lnTo>
                <a:lnTo>
                  <a:pt x="4231" y="2091"/>
                </a:lnTo>
                <a:lnTo>
                  <a:pt x="4238" y="2072"/>
                </a:lnTo>
                <a:lnTo>
                  <a:pt x="4244" y="2052"/>
                </a:lnTo>
                <a:lnTo>
                  <a:pt x="4251" y="2033"/>
                </a:lnTo>
                <a:lnTo>
                  <a:pt x="4260" y="2016"/>
                </a:lnTo>
                <a:lnTo>
                  <a:pt x="4267" y="1999"/>
                </a:lnTo>
                <a:lnTo>
                  <a:pt x="4277" y="1983"/>
                </a:lnTo>
                <a:lnTo>
                  <a:pt x="4286" y="1968"/>
                </a:lnTo>
                <a:lnTo>
                  <a:pt x="4296" y="1953"/>
                </a:lnTo>
                <a:lnTo>
                  <a:pt x="4305" y="1938"/>
                </a:lnTo>
                <a:lnTo>
                  <a:pt x="4315" y="1926"/>
                </a:lnTo>
                <a:lnTo>
                  <a:pt x="4326" y="1914"/>
                </a:lnTo>
                <a:lnTo>
                  <a:pt x="4338" y="1903"/>
                </a:lnTo>
                <a:lnTo>
                  <a:pt x="4349" y="1892"/>
                </a:lnTo>
                <a:lnTo>
                  <a:pt x="4361" y="1883"/>
                </a:lnTo>
                <a:lnTo>
                  <a:pt x="4372" y="1874"/>
                </a:lnTo>
                <a:lnTo>
                  <a:pt x="4384" y="1867"/>
                </a:lnTo>
                <a:lnTo>
                  <a:pt x="4398" y="1861"/>
                </a:lnTo>
                <a:lnTo>
                  <a:pt x="4410" y="1855"/>
                </a:lnTo>
                <a:lnTo>
                  <a:pt x="4423" y="1851"/>
                </a:lnTo>
                <a:lnTo>
                  <a:pt x="4436" y="1848"/>
                </a:lnTo>
                <a:lnTo>
                  <a:pt x="4450" y="1846"/>
                </a:lnTo>
                <a:lnTo>
                  <a:pt x="4463" y="1846"/>
                </a:lnTo>
                <a:lnTo>
                  <a:pt x="4483" y="1847"/>
                </a:lnTo>
                <a:lnTo>
                  <a:pt x="4502" y="1851"/>
                </a:lnTo>
                <a:lnTo>
                  <a:pt x="4519" y="1856"/>
                </a:lnTo>
                <a:lnTo>
                  <a:pt x="4538" y="1864"/>
                </a:lnTo>
                <a:lnTo>
                  <a:pt x="4555" y="1874"/>
                </a:lnTo>
                <a:lnTo>
                  <a:pt x="4571" y="1885"/>
                </a:lnTo>
                <a:lnTo>
                  <a:pt x="4587" y="1900"/>
                </a:lnTo>
                <a:lnTo>
                  <a:pt x="4603" y="1916"/>
                </a:lnTo>
                <a:lnTo>
                  <a:pt x="4618" y="1934"/>
                </a:lnTo>
                <a:lnTo>
                  <a:pt x="4631" y="1952"/>
                </a:lnTo>
                <a:lnTo>
                  <a:pt x="4645" y="1973"/>
                </a:lnTo>
                <a:lnTo>
                  <a:pt x="4657" y="1995"/>
                </a:lnTo>
                <a:lnTo>
                  <a:pt x="4670" y="2019"/>
                </a:lnTo>
                <a:lnTo>
                  <a:pt x="4679" y="2045"/>
                </a:lnTo>
                <a:lnTo>
                  <a:pt x="4689" y="2070"/>
                </a:lnTo>
                <a:lnTo>
                  <a:pt x="4698" y="2099"/>
                </a:lnTo>
                <a:lnTo>
                  <a:pt x="4708" y="2117"/>
                </a:lnTo>
                <a:lnTo>
                  <a:pt x="4734" y="2159"/>
                </a:lnTo>
                <a:lnTo>
                  <a:pt x="4742" y="2170"/>
                </a:lnTo>
                <a:lnTo>
                  <a:pt x="4751" y="2182"/>
                </a:lnTo>
                <a:lnTo>
                  <a:pt x="4760" y="2193"/>
                </a:lnTo>
                <a:lnTo>
                  <a:pt x="4770" y="2201"/>
                </a:lnTo>
                <a:lnTo>
                  <a:pt x="4779" y="2210"/>
                </a:lnTo>
                <a:lnTo>
                  <a:pt x="4789" y="2215"/>
                </a:lnTo>
                <a:lnTo>
                  <a:pt x="4799" y="2220"/>
                </a:lnTo>
                <a:lnTo>
                  <a:pt x="4809" y="2221"/>
                </a:lnTo>
                <a:lnTo>
                  <a:pt x="4821" y="2220"/>
                </a:lnTo>
                <a:lnTo>
                  <a:pt x="4834" y="2216"/>
                </a:lnTo>
                <a:lnTo>
                  <a:pt x="4845" y="2211"/>
                </a:lnTo>
                <a:lnTo>
                  <a:pt x="4856" y="2205"/>
                </a:lnTo>
                <a:lnTo>
                  <a:pt x="4866" y="2196"/>
                </a:lnTo>
                <a:lnTo>
                  <a:pt x="4876" y="2186"/>
                </a:lnTo>
                <a:lnTo>
                  <a:pt x="4886" y="2175"/>
                </a:lnTo>
                <a:lnTo>
                  <a:pt x="4894" y="2162"/>
                </a:lnTo>
                <a:lnTo>
                  <a:pt x="4902" y="2148"/>
                </a:lnTo>
                <a:lnTo>
                  <a:pt x="4908" y="2133"/>
                </a:lnTo>
                <a:lnTo>
                  <a:pt x="4914" y="2116"/>
                </a:lnTo>
                <a:lnTo>
                  <a:pt x="4920" y="2099"/>
                </a:lnTo>
                <a:lnTo>
                  <a:pt x="4924" y="2082"/>
                </a:lnTo>
                <a:lnTo>
                  <a:pt x="4926" y="2062"/>
                </a:lnTo>
                <a:lnTo>
                  <a:pt x="4929" y="2042"/>
                </a:lnTo>
                <a:lnTo>
                  <a:pt x="4930" y="2021"/>
                </a:lnTo>
                <a:lnTo>
                  <a:pt x="4930" y="2016"/>
                </a:lnTo>
                <a:lnTo>
                  <a:pt x="4930" y="2015"/>
                </a:lnTo>
                <a:lnTo>
                  <a:pt x="4930" y="2015"/>
                </a:lnTo>
                <a:lnTo>
                  <a:pt x="4930" y="2015"/>
                </a:lnTo>
                <a:lnTo>
                  <a:pt x="4930" y="0"/>
                </a:lnTo>
                <a:close/>
              </a:path>
            </a:pathLst>
          </a:custGeom>
          <a:noFill/>
          <a:ln w="7">
            <a:solidFill>
              <a:srgbClr val="FFFFFF"/>
            </a:solidFill>
            <a:prstDash val="solid"/>
            <a:round/>
          </a:ln>
        </p:spPr>
        <p:txBody>
          <a:bodyPr vert="horz" wrap="square" lIns="91443" tIns="45721" rIns="91443" bIns="45721" numCol="1" anchor="t" anchorCtr="0" compatLnSpc="1"/>
          <a:lstStyle/>
          <a:p>
            <a:endParaRPr lang="en-US"/>
          </a:p>
        </p:txBody>
      </p:sp>
      <p:sp>
        <p:nvSpPr>
          <p:cNvPr id="12" name="Freeform 12"/>
          <p:cNvSpPr/>
          <p:nvPr/>
        </p:nvSpPr>
        <p:spPr bwMode="auto">
          <a:xfrm>
            <a:off x="4271887" y="5043355"/>
            <a:ext cx="4203877" cy="1125585"/>
          </a:xfrm>
          <a:custGeom>
            <a:avLst/>
            <a:gdLst/>
            <a:ahLst/>
            <a:cxnLst>
              <a:cxn ang="0">
                <a:pos x="10203" y="1003"/>
              </a:cxn>
              <a:cxn ang="0">
                <a:pos x="10100" y="1173"/>
              </a:cxn>
              <a:cxn ang="0">
                <a:pos x="10009" y="1314"/>
              </a:cxn>
              <a:cxn ang="0">
                <a:pos x="9924" y="1302"/>
              </a:cxn>
              <a:cxn ang="0">
                <a:pos x="9866" y="1186"/>
              </a:cxn>
              <a:cxn ang="0">
                <a:pos x="2945" y="0"/>
              </a:cxn>
              <a:cxn ang="0">
                <a:pos x="2700" y="5"/>
              </a:cxn>
              <a:cxn ang="0">
                <a:pos x="2582" y="63"/>
              </a:cxn>
              <a:cxn ang="0">
                <a:pos x="2569" y="149"/>
              </a:cxn>
              <a:cxn ang="0">
                <a:pos x="2711" y="240"/>
              </a:cxn>
              <a:cxn ang="0">
                <a:pos x="2881" y="343"/>
              </a:cxn>
              <a:cxn ang="0">
                <a:pos x="2934" y="480"/>
              </a:cxn>
              <a:cxn ang="0">
                <a:pos x="2889" y="581"/>
              </a:cxn>
              <a:cxn ang="0">
                <a:pos x="2781" y="661"/>
              </a:cxn>
              <a:cxn ang="0">
                <a:pos x="2627" y="714"/>
              </a:cxn>
              <a:cxn ang="0">
                <a:pos x="2442" y="730"/>
              </a:cxn>
              <a:cxn ang="0">
                <a:pos x="2262" y="704"/>
              </a:cxn>
              <a:cxn ang="0">
                <a:pos x="2118" y="644"/>
              </a:cxn>
              <a:cxn ang="0">
                <a:pos x="2025" y="556"/>
              </a:cxn>
              <a:cxn ang="0">
                <a:pos x="1997" y="446"/>
              </a:cxn>
              <a:cxn ang="0">
                <a:pos x="2084" y="312"/>
              </a:cxn>
              <a:cxn ang="0">
                <a:pos x="2268" y="221"/>
              </a:cxn>
              <a:cxn ang="0">
                <a:pos x="2370" y="131"/>
              </a:cxn>
              <a:cxn ang="0">
                <a:pos x="2324" y="44"/>
              </a:cxn>
              <a:cxn ang="0">
                <a:pos x="2190" y="0"/>
              </a:cxn>
              <a:cxn ang="0">
                <a:pos x="0" y="0"/>
              </a:cxn>
              <a:cxn ang="0">
                <a:pos x="10" y="1204"/>
              </a:cxn>
              <a:cxn ang="0">
                <a:pos x="74" y="1310"/>
              </a:cxn>
              <a:cxn ang="0">
                <a:pos x="160" y="1307"/>
              </a:cxn>
              <a:cxn ang="0">
                <a:pos x="251" y="1146"/>
              </a:cxn>
              <a:cxn ang="0">
                <a:pos x="360" y="989"/>
              </a:cxn>
              <a:cxn ang="0">
                <a:pos x="494" y="951"/>
              </a:cxn>
              <a:cxn ang="0">
                <a:pos x="593" y="1005"/>
              </a:cxn>
              <a:cxn ang="0">
                <a:pos x="671" y="1120"/>
              </a:cxn>
              <a:cxn ang="0">
                <a:pos x="720" y="1278"/>
              </a:cxn>
              <a:cxn ang="0">
                <a:pos x="730" y="1466"/>
              </a:cxn>
              <a:cxn ang="0">
                <a:pos x="700" y="1642"/>
              </a:cxn>
              <a:cxn ang="0">
                <a:pos x="635" y="1780"/>
              </a:cxn>
              <a:cxn ang="0">
                <a:pos x="546" y="1866"/>
              </a:cxn>
              <a:cxn ang="0">
                <a:pos x="430" y="1883"/>
              </a:cxn>
              <a:cxn ang="0">
                <a:pos x="299" y="1780"/>
              </a:cxn>
              <a:cxn ang="0">
                <a:pos x="197" y="1573"/>
              </a:cxn>
              <a:cxn ang="0">
                <a:pos x="121" y="1513"/>
              </a:cxn>
              <a:cxn ang="0">
                <a:pos x="36" y="1571"/>
              </a:cxn>
              <a:cxn ang="0">
                <a:pos x="0" y="1713"/>
              </a:cxn>
              <a:cxn ang="0">
                <a:pos x="9860" y="1717"/>
              </a:cxn>
              <a:cxn ang="0">
                <a:pos x="9874" y="1618"/>
              </a:cxn>
              <a:cxn ang="0">
                <a:pos x="9945" y="1521"/>
              </a:cxn>
              <a:cxn ang="0">
                <a:pos x="10030" y="1541"/>
              </a:cxn>
              <a:cxn ang="0">
                <a:pos x="10120" y="1714"/>
              </a:cxn>
              <a:cxn ang="0">
                <a:pos x="10235" y="1859"/>
              </a:cxn>
              <a:cxn ang="0">
                <a:pos x="10367" y="1882"/>
              </a:cxn>
              <a:cxn ang="0">
                <a:pos x="10463" y="1820"/>
              </a:cxn>
              <a:cxn ang="0">
                <a:pos x="10538" y="1699"/>
              </a:cxn>
              <a:cxn ang="0">
                <a:pos x="10583" y="1535"/>
              </a:cxn>
              <a:cxn ang="0">
                <a:pos x="10588" y="1347"/>
              </a:cxn>
              <a:cxn ang="0">
                <a:pos x="10552" y="1175"/>
              </a:cxn>
              <a:cxn ang="0">
                <a:pos x="10484" y="1042"/>
              </a:cxn>
              <a:cxn ang="0">
                <a:pos x="10393" y="964"/>
              </a:cxn>
            </a:cxnLst>
            <a:rect l="0" t="0" r="r" b="b"/>
            <a:pathLst>
              <a:path w="10590" h="2837">
                <a:moveTo>
                  <a:pt x="10326" y="949"/>
                </a:moveTo>
                <a:lnTo>
                  <a:pt x="10308" y="950"/>
                </a:lnTo>
                <a:lnTo>
                  <a:pt x="10289" y="954"/>
                </a:lnTo>
                <a:lnTo>
                  <a:pt x="10271" y="960"/>
                </a:lnTo>
                <a:lnTo>
                  <a:pt x="10253" y="967"/>
                </a:lnTo>
                <a:lnTo>
                  <a:pt x="10236" y="977"/>
                </a:lnTo>
                <a:lnTo>
                  <a:pt x="10219" y="989"/>
                </a:lnTo>
                <a:lnTo>
                  <a:pt x="10203" y="1003"/>
                </a:lnTo>
                <a:lnTo>
                  <a:pt x="10188" y="1019"/>
                </a:lnTo>
                <a:lnTo>
                  <a:pt x="10173" y="1036"/>
                </a:lnTo>
                <a:lnTo>
                  <a:pt x="10158" y="1055"/>
                </a:lnTo>
                <a:lnTo>
                  <a:pt x="10145" y="1076"/>
                </a:lnTo>
                <a:lnTo>
                  <a:pt x="10132" y="1098"/>
                </a:lnTo>
                <a:lnTo>
                  <a:pt x="10121" y="1121"/>
                </a:lnTo>
                <a:lnTo>
                  <a:pt x="10110" y="1146"/>
                </a:lnTo>
                <a:lnTo>
                  <a:pt x="10100" y="1173"/>
                </a:lnTo>
                <a:lnTo>
                  <a:pt x="10092" y="1200"/>
                </a:lnTo>
                <a:lnTo>
                  <a:pt x="10082" y="1220"/>
                </a:lnTo>
                <a:lnTo>
                  <a:pt x="10055" y="1263"/>
                </a:lnTo>
                <a:lnTo>
                  <a:pt x="10046" y="1274"/>
                </a:lnTo>
                <a:lnTo>
                  <a:pt x="10037" y="1287"/>
                </a:lnTo>
                <a:lnTo>
                  <a:pt x="10029" y="1297"/>
                </a:lnTo>
                <a:lnTo>
                  <a:pt x="10019" y="1307"/>
                </a:lnTo>
                <a:lnTo>
                  <a:pt x="10009" y="1314"/>
                </a:lnTo>
                <a:lnTo>
                  <a:pt x="9999" y="1320"/>
                </a:lnTo>
                <a:lnTo>
                  <a:pt x="9990" y="1325"/>
                </a:lnTo>
                <a:lnTo>
                  <a:pt x="9981" y="1326"/>
                </a:lnTo>
                <a:lnTo>
                  <a:pt x="9968" y="1325"/>
                </a:lnTo>
                <a:lnTo>
                  <a:pt x="9957" y="1323"/>
                </a:lnTo>
                <a:lnTo>
                  <a:pt x="9945" y="1318"/>
                </a:lnTo>
                <a:lnTo>
                  <a:pt x="9934" y="1310"/>
                </a:lnTo>
                <a:lnTo>
                  <a:pt x="9924" y="1302"/>
                </a:lnTo>
                <a:lnTo>
                  <a:pt x="9914" y="1292"/>
                </a:lnTo>
                <a:lnTo>
                  <a:pt x="9904" y="1281"/>
                </a:lnTo>
                <a:lnTo>
                  <a:pt x="9895" y="1267"/>
                </a:lnTo>
                <a:lnTo>
                  <a:pt x="9888" y="1254"/>
                </a:lnTo>
                <a:lnTo>
                  <a:pt x="9881" y="1237"/>
                </a:lnTo>
                <a:lnTo>
                  <a:pt x="9874" y="1221"/>
                </a:lnTo>
                <a:lnTo>
                  <a:pt x="9869" y="1204"/>
                </a:lnTo>
                <a:lnTo>
                  <a:pt x="9866" y="1186"/>
                </a:lnTo>
                <a:lnTo>
                  <a:pt x="9862" y="1166"/>
                </a:lnTo>
                <a:lnTo>
                  <a:pt x="9861" y="1146"/>
                </a:lnTo>
                <a:lnTo>
                  <a:pt x="9860" y="1125"/>
                </a:lnTo>
                <a:lnTo>
                  <a:pt x="9860" y="1121"/>
                </a:lnTo>
                <a:lnTo>
                  <a:pt x="9861" y="1121"/>
                </a:lnTo>
                <a:lnTo>
                  <a:pt x="9860" y="1121"/>
                </a:lnTo>
                <a:lnTo>
                  <a:pt x="9860" y="0"/>
                </a:lnTo>
                <a:lnTo>
                  <a:pt x="2945" y="0"/>
                </a:lnTo>
                <a:lnTo>
                  <a:pt x="2945" y="0"/>
                </a:lnTo>
                <a:lnTo>
                  <a:pt x="2763" y="0"/>
                </a:lnTo>
                <a:lnTo>
                  <a:pt x="2763" y="0"/>
                </a:lnTo>
                <a:lnTo>
                  <a:pt x="2761" y="0"/>
                </a:lnTo>
                <a:lnTo>
                  <a:pt x="2760" y="0"/>
                </a:lnTo>
                <a:lnTo>
                  <a:pt x="2739" y="0"/>
                </a:lnTo>
                <a:lnTo>
                  <a:pt x="2719" y="2"/>
                </a:lnTo>
                <a:lnTo>
                  <a:pt x="2700" y="5"/>
                </a:lnTo>
                <a:lnTo>
                  <a:pt x="2681" y="10"/>
                </a:lnTo>
                <a:lnTo>
                  <a:pt x="2664" y="15"/>
                </a:lnTo>
                <a:lnTo>
                  <a:pt x="2647" y="21"/>
                </a:lnTo>
                <a:lnTo>
                  <a:pt x="2631" y="27"/>
                </a:lnTo>
                <a:lnTo>
                  <a:pt x="2617" y="36"/>
                </a:lnTo>
                <a:lnTo>
                  <a:pt x="2603" y="44"/>
                </a:lnTo>
                <a:lnTo>
                  <a:pt x="2592" y="53"/>
                </a:lnTo>
                <a:lnTo>
                  <a:pt x="2582" y="63"/>
                </a:lnTo>
                <a:lnTo>
                  <a:pt x="2574" y="74"/>
                </a:lnTo>
                <a:lnTo>
                  <a:pt x="2566" y="85"/>
                </a:lnTo>
                <a:lnTo>
                  <a:pt x="2561" y="96"/>
                </a:lnTo>
                <a:lnTo>
                  <a:pt x="2559" y="108"/>
                </a:lnTo>
                <a:lnTo>
                  <a:pt x="2558" y="121"/>
                </a:lnTo>
                <a:lnTo>
                  <a:pt x="2559" y="129"/>
                </a:lnTo>
                <a:lnTo>
                  <a:pt x="2563" y="139"/>
                </a:lnTo>
                <a:lnTo>
                  <a:pt x="2569" y="149"/>
                </a:lnTo>
                <a:lnTo>
                  <a:pt x="2578" y="159"/>
                </a:lnTo>
                <a:lnTo>
                  <a:pt x="2586" y="168"/>
                </a:lnTo>
                <a:lnTo>
                  <a:pt x="2597" y="177"/>
                </a:lnTo>
                <a:lnTo>
                  <a:pt x="2608" y="186"/>
                </a:lnTo>
                <a:lnTo>
                  <a:pt x="2621" y="195"/>
                </a:lnTo>
                <a:lnTo>
                  <a:pt x="2664" y="221"/>
                </a:lnTo>
                <a:lnTo>
                  <a:pt x="2684" y="232"/>
                </a:lnTo>
                <a:lnTo>
                  <a:pt x="2711" y="240"/>
                </a:lnTo>
                <a:lnTo>
                  <a:pt x="2737" y="250"/>
                </a:lnTo>
                <a:lnTo>
                  <a:pt x="2761" y="261"/>
                </a:lnTo>
                <a:lnTo>
                  <a:pt x="2786" y="272"/>
                </a:lnTo>
                <a:lnTo>
                  <a:pt x="2808" y="285"/>
                </a:lnTo>
                <a:lnTo>
                  <a:pt x="2828" y="298"/>
                </a:lnTo>
                <a:lnTo>
                  <a:pt x="2848" y="312"/>
                </a:lnTo>
                <a:lnTo>
                  <a:pt x="2865" y="327"/>
                </a:lnTo>
                <a:lnTo>
                  <a:pt x="2881" y="343"/>
                </a:lnTo>
                <a:lnTo>
                  <a:pt x="2895" y="359"/>
                </a:lnTo>
                <a:lnTo>
                  <a:pt x="2906" y="375"/>
                </a:lnTo>
                <a:lnTo>
                  <a:pt x="2917" y="392"/>
                </a:lnTo>
                <a:lnTo>
                  <a:pt x="2924" y="411"/>
                </a:lnTo>
                <a:lnTo>
                  <a:pt x="2931" y="428"/>
                </a:lnTo>
                <a:lnTo>
                  <a:pt x="2933" y="446"/>
                </a:lnTo>
                <a:lnTo>
                  <a:pt x="2934" y="466"/>
                </a:lnTo>
                <a:lnTo>
                  <a:pt x="2934" y="480"/>
                </a:lnTo>
                <a:lnTo>
                  <a:pt x="2932" y="493"/>
                </a:lnTo>
                <a:lnTo>
                  <a:pt x="2929" y="506"/>
                </a:lnTo>
                <a:lnTo>
                  <a:pt x="2926" y="519"/>
                </a:lnTo>
                <a:lnTo>
                  <a:pt x="2919" y="532"/>
                </a:lnTo>
                <a:lnTo>
                  <a:pt x="2913" y="544"/>
                </a:lnTo>
                <a:lnTo>
                  <a:pt x="2906" y="556"/>
                </a:lnTo>
                <a:lnTo>
                  <a:pt x="2897" y="569"/>
                </a:lnTo>
                <a:lnTo>
                  <a:pt x="2889" y="581"/>
                </a:lnTo>
                <a:lnTo>
                  <a:pt x="2877" y="592"/>
                </a:lnTo>
                <a:lnTo>
                  <a:pt x="2866" y="603"/>
                </a:lnTo>
                <a:lnTo>
                  <a:pt x="2854" y="614"/>
                </a:lnTo>
                <a:lnTo>
                  <a:pt x="2842" y="624"/>
                </a:lnTo>
                <a:lnTo>
                  <a:pt x="2828" y="634"/>
                </a:lnTo>
                <a:lnTo>
                  <a:pt x="2813" y="644"/>
                </a:lnTo>
                <a:lnTo>
                  <a:pt x="2797" y="653"/>
                </a:lnTo>
                <a:lnTo>
                  <a:pt x="2781" y="661"/>
                </a:lnTo>
                <a:lnTo>
                  <a:pt x="2764" y="670"/>
                </a:lnTo>
                <a:lnTo>
                  <a:pt x="2747" y="678"/>
                </a:lnTo>
                <a:lnTo>
                  <a:pt x="2728" y="686"/>
                </a:lnTo>
                <a:lnTo>
                  <a:pt x="2708" y="692"/>
                </a:lnTo>
                <a:lnTo>
                  <a:pt x="2689" y="698"/>
                </a:lnTo>
                <a:lnTo>
                  <a:pt x="2669" y="704"/>
                </a:lnTo>
                <a:lnTo>
                  <a:pt x="2648" y="709"/>
                </a:lnTo>
                <a:lnTo>
                  <a:pt x="2627" y="714"/>
                </a:lnTo>
                <a:lnTo>
                  <a:pt x="2605" y="719"/>
                </a:lnTo>
                <a:lnTo>
                  <a:pt x="2582" y="722"/>
                </a:lnTo>
                <a:lnTo>
                  <a:pt x="2560" y="725"/>
                </a:lnTo>
                <a:lnTo>
                  <a:pt x="2537" y="728"/>
                </a:lnTo>
                <a:lnTo>
                  <a:pt x="2513" y="729"/>
                </a:lnTo>
                <a:lnTo>
                  <a:pt x="2490" y="730"/>
                </a:lnTo>
                <a:lnTo>
                  <a:pt x="2465" y="730"/>
                </a:lnTo>
                <a:lnTo>
                  <a:pt x="2442" y="730"/>
                </a:lnTo>
                <a:lnTo>
                  <a:pt x="2417" y="729"/>
                </a:lnTo>
                <a:lnTo>
                  <a:pt x="2394" y="728"/>
                </a:lnTo>
                <a:lnTo>
                  <a:pt x="2371" y="725"/>
                </a:lnTo>
                <a:lnTo>
                  <a:pt x="2348" y="722"/>
                </a:lnTo>
                <a:lnTo>
                  <a:pt x="2326" y="719"/>
                </a:lnTo>
                <a:lnTo>
                  <a:pt x="2304" y="714"/>
                </a:lnTo>
                <a:lnTo>
                  <a:pt x="2283" y="709"/>
                </a:lnTo>
                <a:lnTo>
                  <a:pt x="2262" y="704"/>
                </a:lnTo>
                <a:lnTo>
                  <a:pt x="2242" y="698"/>
                </a:lnTo>
                <a:lnTo>
                  <a:pt x="2222" y="692"/>
                </a:lnTo>
                <a:lnTo>
                  <a:pt x="2204" y="686"/>
                </a:lnTo>
                <a:lnTo>
                  <a:pt x="2185" y="678"/>
                </a:lnTo>
                <a:lnTo>
                  <a:pt x="2167" y="670"/>
                </a:lnTo>
                <a:lnTo>
                  <a:pt x="2150" y="661"/>
                </a:lnTo>
                <a:lnTo>
                  <a:pt x="2133" y="653"/>
                </a:lnTo>
                <a:lnTo>
                  <a:pt x="2118" y="644"/>
                </a:lnTo>
                <a:lnTo>
                  <a:pt x="2104" y="634"/>
                </a:lnTo>
                <a:lnTo>
                  <a:pt x="2090" y="624"/>
                </a:lnTo>
                <a:lnTo>
                  <a:pt x="2076" y="614"/>
                </a:lnTo>
                <a:lnTo>
                  <a:pt x="2064" y="603"/>
                </a:lnTo>
                <a:lnTo>
                  <a:pt x="2053" y="592"/>
                </a:lnTo>
                <a:lnTo>
                  <a:pt x="2043" y="581"/>
                </a:lnTo>
                <a:lnTo>
                  <a:pt x="2033" y="569"/>
                </a:lnTo>
                <a:lnTo>
                  <a:pt x="2025" y="556"/>
                </a:lnTo>
                <a:lnTo>
                  <a:pt x="2017" y="544"/>
                </a:lnTo>
                <a:lnTo>
                  <a:pt x="2011" y="532"/>
                </a:lnTo>
                <a:lnTo>
                  <a:pt x="2006" y="519"/>
                </a:lnTo>
                <a:lnTo>
                  <a:pt x="2001" y="506"/>
                </a:lnTo>
                <a:lnTo>
                  <a:pt x="1999" y="493"/>
                </a:lnTo>
                <a:lnTo>
                  <a:pt x="1997" y="480"/>
                </a:lnTo>
                <a:lnTo>
                  <a:pt x="1996" y="466"/>
                </a:lnTo>
                <a:lnTo>
                  <a:pt x="1997" y="446"/>
                </a:lnTo>
                <a:lnTo>
                  <a:pt x="2001" y="428"/>
                </a:lnTo>
                <a:lnTo>
                  <a:pt x="2007" y="411"/>
                </a:lnTo>
                <a:lnTo>
                  <a:pt x="2015" y="392"/>
                </a:lnTo>
                <a:lnTo>
                  <a:pt x="2025" y="375"/>
                </a:lnTo>
                <a:lnTo>
                  <a:pt x="2037" y="359"/>
                </a:lnTo>
                <a:lnTo>
                  <a:pt x="2050" y="343"/>
                </a:lnTo>
                <a:lnTo>
                  <a:pt x="2067" y="327"/>
                </a:lnTo>
                <a:lnTo>
                  <a:pt x="2084" y="312"/>
                </a:lnTo>
                <a:lnTo>
                  <a:pt x="2104" y="298"/>
                </a:lnTo>
                <a:lnTo>
                  <a:pt x="2123" y="285"/>
                </a:lnTo>
                <a:lnTo>
                  <a:pt x="2146" y="272"/>
                </a:lnTo>
                <a:lnTo>
                  <a:pt x="2170" y="260"/>
                </a:lnTo>
                <a:lnTo>
                  <a:pt x="2195" y="249"/>
                </a:lnTo>
                <a:lnTo>
                  <a:pt x="2221" y="240"/>
                </a:lnTo>
                <a:lnTo>
                  <a:pt x="2249" y="231"/>
                </a:lnTo>
                <a:lnTo>
                  <a:pt x="2268" y="221"/>
                </a:lnTo>
                <a:lnTo>
                  <a:pt x="2310" y="196"/>
                </a:lnTo>
                <a:lnTo>
                  <a:pt x="2322" y="187"/>
                </a:lnTo>
                <a:lnTo>
                  <a:pt x="2333" y="179"/>
                </a:lnTo>
                <a:lnTo>
                  <a:pt x="2343" y="170"/>
                </a:lnTo>
                <a:lnTo>
                  <a:pt x="2353" y="160"/>
                </a:lnTo>
                <a:lnTo>
                  <a:pt x="2360" y="150"/>
                </a:lnTo>
                <a:lnTo>
                  <a:pt x="2366" y="140"/>
                </a:lnTo>
                <a:lnTo>
                  <a:pt x="2370" y="131"/>
                </a:lnTo>
                <a:lnTo>
                  <a:pt x="2371" y="121"/>
                </a:lnTo>
                <a:lnTo>
                  <a:pt x="2370" y="108"/>
                </a:lnTo>
                <a:lnTo>
                  <a:pt x="2368" y="96"/>
                </a:lnTo>
                <a:lnTo>
                  <a:pt x="2362" y="85"/>
                </a:lnTo>
                <a:lnTo>
                  <a:pt x="2355" y="74"/>
                </a:lnTo>
                <a:lnTo>
                  <a:pt x="2347" y="63"/>
                </a:lnTo>
                <a:lnTo>
                  <a:pt x="2337" y="53"/>
                </a:lnTo>
                <a:lnTo>
                  <a:pt x="2324" y="44"/>
                </a:lnTo>
                <a:lnTo>
                  <a:pt x="2312" y="36"/>
                </a:lnTo>
                <a:lnTo>
                  <a:pt x="2297" y="27"/>
                </a:lnTo>
                <a:lnTo>
                  <a:pt x="2283" y="21"/>
                </a:lnTo>
                <a:lnTo>
                  <a:pt x="2265" y="15"/>
                </a:lnTo>
                <a:lnTo>
                  <a:pt x="2248" y="10"/>
                </a:lnTo>
                <a:lnTo>
                  <a:pt x="2229" y="5"/>
                </a:lnTo>
                <a:lnTo>
                  <a:pt x="2210" y="2"/>
                </a:lnTo>
                <a:lnTo>
                  <a:pt x="2190" y="0"/>
                </a:lnTo>
                <a:lnTo>
                  <a:pt x="2169" y="0"/>
                </a:lnTo>
                <a:lnTo>
                  <a:pt x="2168" y="0"/>
                </a:lnTo>
                <a:lnTo>
                  <a:pt x="2167" y="0"/>
                </a:lnTo>
                <a:lnTo>
                  <a:pt x="2167" y="0"/>
                </a:lnTo>
                <a:lnTo>
                  <a:pt x="2167" y="0"/>
                </a:lnTo>
                <a:lnTo>
                  <a:pt x="1985" y="0"/>
                </a:lnTo>
                <a:lnTo>
                  <a:pt x="1985" y="0"/>
                </a:lnTo>
                <a:lnTo>
                  <a:pt x="0" y="0"/>
                </a:lnTo>
                <a:lnTo>
                  <a:pt x="0" y="1121"/>
                </a:lnTo>
                <a:lnTo>
                  <a:pt x="0" y="1121"/>
                </a:lnTo>
                <a:lnTo>
                  <a:pt x="0" y="1121"/>
                </a:lnTo>
                <a:lnTo>
                  <a:pt x="0" y="1125"/>
                </a:lnTo>
                <a:lnTo>
                  <a:pt x="2" y="1146"/>
                </a:lnTo>
                <a:lnTo>
                  <a:pt x="3" y="1166"/>
                </a:lnTo>
                <a:lnTo>
                  <a:pt x="7" y="1186"/>
                </a:lnTo>
                <a:lnTo>
                  <a:pt x="10" y="1204"/>
                </a:lnTo>
                <a:lnTo>
                  <a:pt x="15" y="1221"/>
                </a:lnTo>
                <a:lnTo>
                  <a:pt x="21" y="1237"/>
                </a:lnTo>
                <a:lnTo>
                  <a:pt x="29" y="1254"/>
                </a:lnTo>
                <a:lnTo>
                  <a:pt x="36" y="1267"/>
                </a:lnTo>
                <a:lnTo>
                  <a:pt x="45" y="1281"/>
                </a:lnTo>
                <a:lnTo>
                  <a:pt x="55" y="1292"/>
                </a:lnTo>
                <a:lnTo>
                  <a:pt x="65" y="1302"/>
                </a:lnTo>
                <a:lnTo>
                  <a:pt x="74" y="1310"/>
                </a:lnTo>
                <a:lnTo>
                  <a:pt x="86" y="1318"/>
                </a:lnTo>
                <a:lnTo>
                  <a:pt x="97" y="1323"/>
                </a:lnTo>
                <a:lnTo>
                  <a:pt x="109" y="1325"/>
                </a:lnTo>
                <a:lnTo>
                  <a:pt x="121" y="1326"/>
                </a:lnTo>
                <a:lnTo>
                  <a:pt x="131" y="1325"/>
                </a:lnTo>
                <a:lnTo>
                  <a:pt x="140" y="1320"/>
                </a:lnTo>
                <a:lnTo>
                  <a:pt x="150" y="1314"/>
                </a:lnTo>
                <a:lnTo>
                  <a:pt x="160" y="1307"/>
                </a:lnTo>
                <a:lnTo>
                  <a:pt x="169" y="1297"/>
                </a:lnTo>
                <a:lnTo>
                  <a:pt x="178" y="1287"/>
                </a:lnTo>
                <a:lnTo>
                  <a:pt x="187" y="1274"/>
                </a:lnTo>
                <a:lnTo>
                  <a:pt x="195" y="1263"/>
                </a:lnTo>
                <a:lnTo>
                  <a:pt x="223" y="1220"/>
                </a:lnTo>
                <a:lnTo>
                  <a:pt x="232" y="1200"/>
                </a:lnTo>
                <a:lnTo>
                  <a:pt x="241" y="1173"/>
                </a:lnTo>
                <a:lnTo>
                  <a:pt x="251" y="1146"/>
                </a:lnTo>
                <a:lnTo>
                  <a:pt x="262" y="1121"/>
                </a:lnTo>
                <a:lnTo>
                  <a:pt x="273" y="1098"/>
                </a:lnTo>
                <a:lnTo>
                  <a:pt x="286" y="1076"/>
                </a:lnTo>
                <a:lnTo>
                  <a:pt x="299" y="1055"/>
                </a:lnTo>
                <a:lnTo>
                  <a:pt x="314" y="1036"/>
                </a:lnTo>
                <a:lnTo>
                  <a:pt x="329" y="1019"/>
                </a:lnTo>
                <a:lnTo>
                  <a:pt x="344" y="1003"/>
                </a:lnTo>
                <a:lnTo>
                  <a:pt x="360" y="989"/>
                </a:lnTo>
                <a:lnTo>
                  <a:pt x="377" y="977"/>
                </a:lnTo>
                <a:lnTo>
                  <a:pt x="394" y="967"/>
                </a:lnTo>
                <a:lnTo>
                  <a:pt x="411" y="960"/>
                </a:lnTo>
                <a:lnTo>
                  <a:pt x="430" y="954"/>
                </a:lnTo>
                <a:lnTo>
                  <a:pt x="448" y="950"/>
                </a:lnTo>
                <a:lnTo>
                  <a:pt x="467" y="949"/>
                </a:lnTo>
                <a:lnTo>
                  <a:pt x="481" y="950"/>
                </a:lnTo>
                <a:lnTo>
                  <a:pt x="494" y="951"/>
                </a:lnTo>
                <a:lnTo>
                  <a:pt x="508" y="955"/>
                </a:lnTo>
                <a:lnTo>
                  <a:pt x="520" y="959"/>
                </a:lnTo>
                <a:lnTo>
                  <a:pt x="534" y="964"/>
                </a:lnTo>
                <a:lnTo>
                  <a:pt x="546" y="970"/>
                </a:lnTo>
                <a:lnTo>
                  <a:pt x="558" y="977"/>
                </a:lnTo>
                <a:lnTo>
                  <a:pt x="569" y="986"/>
                </a:lnTo>
                <a:lnTo>
                  <a:pt x="582" y="996"/>
                </a:lnTo>
                <a:lnTo>
                  <a:pt x="593" y="1005"/>
                </a:lnTo>
                <a:lnTo>
                  <a:pt x="604" y="1017"/>
                </a:lnTo>
                <a:lnTo>
                  <a:pt x="615" y="1029"/>
                </a:lnTo>
                <a:lnTo>
                  <a:pt x="625" y="1042"/>
                </a:lnTo>
                <a:lnTo>
                  <a:pt x="635" y="1056"/>
                </a:lnTo>
                <a:lnTo>
                  <a:pt x="645" y="1071"/>
                </a:lnTo>
                <a:lnTo>
                  <a:pt x="655" y="1087"/>
                </a:lnTo>
                <a:lnTo>
                  <a:pt x="663" y="1103"/>
                </a:lnTo>
                <a:lnTo>
                  <a:pt x="671" y="1120"/>
                </a:lnTo>
                <a:lnTo>
                  <a:pt x="679" y="1138"/>
                </a:lnTo>
                <a:lnTo>
                  <a:pt x="687" y="1156"/>
                </a:lnTo>
                <a:lnTo>
                  <a:pt x="693" y="1175"/>
                </a:lnTo>
                <a:lnTo>
                  <a:pt x="700" y="1194"/>
                </a:lnTo>
                <a:lnTo>
                  <a:pt x="705" y="1215"/>
                </a:lnTo>
                <a:lnTo>
                  <a:pt x="711" y="1235"/>
                </a:lnTo>
                <a:lnTo>
                  <a:pt x="715" y="1257"/>
                </a:lnTo>
                <a:lnTo>
                  <a:pt x="720" y="1278"/>
                </a:lnTo>
                <a:lnTo>
                  <a:pt x="724" y="1300"/>
                </a:lnTo>
                <a:lnTo>
                  <a:pt x="726" y="1324"/>
                </a:lnTo>
                <a:lnTo>
                  <a:pt x="729" y="1347"/>
                </a:lnTo>
                <a:lnTo>
                  <a:pt x="730" y="1371"/>
                </a:lnTo>
                <a:lnTo>
                  <a:pt x="731" y="1394"/>
                </a:lnTo>
                <a:lnTo>
                  <a:pt x="731" y="1418"/>
                </a:lnTo>
                <a:lnTo>
                  <a:pt x="731" y="1442"/>
                </a:lnTo>
                <a:lnTo>
                  <a:pt x="730" y="1466"/>
                </a:lnTo>
                <a:lnTo>
                  <a:pt x="729" y="1489"/>
                </a:lnTo>
                <a:lnTo>
                  <a:pt x="726" y="1513"/>
                </a:lnTo>
                <a:lnTo>
                  <a:pt x="724" y="1535"/>
                </a:lnTo>
                <a:lnTo>
                  <a:pt x="720" y="1557"/>
                </a:lnTo>
                <a:lnTo>
                  <a:pt x="715" y="1579"/>
                </a:lnTo>
                <a:lnTo>
                  <a:pt x="711" y="1600"/>
                </a:lnTo>
                <a:lnTo>
                  <a:pt x="705" y="1621"/>
                </a:lnTo>
                <a:lnTo>
                  <a:pt x="700" y="1642"/>
                </a:lnTo>
                <a:lnTo>
                  <a:pt x="693" y="1662"/>
                </a:lnTo>
                <a:lnTo>
                  <a:pt x="687" y="1680"/>
                </a:lnTo>
                <a:lnTo>
                  <a:pt x="679" y="1699"/>
                </a:lnTo>
                <a:lnTo>
                  <a:pt x="671" y="1716"/>
                </a:lnTo>
                <a:lnTo>
                  <a:pt x="663" y="1734"/>
                </a:lnTo>
                <a:lnTo>
                  <a:pt x="655" y="1750"/>
                </a:lnTo>
                <a:lnTo>
                  <a:pt x="645" y="1766"/>
                </a:lnTo>
                <a:lnTo>
                  <a:pt x="635" y="1780"/>
                </a:lnTo>
                <a:lnTo>
                  <a:pt x="625" y="1794"/>
                </a:lnTo>
                <a:lnTo>
                  <a:pt x="615" y="1808"/>
                </a:lnTo>
                <a:lnTo>
                  <a:pt x="604" y="1820"/>
                </a:lnTo>
                <a:lnTo>
                  <a:pt x="593" y="1831"/>
                </a:lnTo>
                <a:lnTo>
                  <a:pt x="582" y="1841"/>
                </a:lnTo>
                <a:lnTo>
                  <a:pt x="569" y="1851"/>
                </a:lnTo>
                <a:lnTo>
                  <a:pt x="558" y="1859"/>
                </a:lnTo>
                <a:lnTo>
                  <a:pt x="546" y="1866"/>
                </a:lnTo>
                <a:lnTo>
                  <a:pt x="534" y="1873"/>
                </a:lnTo>
                <a:lnTo>
                  <a:pt x="520" y="1878"/>
                </a:lnTo>
                <a:lnTo>
                  <a:pt x="508" y="1882"/>
                </a:lnTo>
                <a:lnTo>
                  <a:pt x="494" y="1885"/>
                </a:lnTo>
                <a:lnTo>
                  <a:pt x="481" y="1887"/>
                </a:lnTo>
                <a:lnTo>
                  <a:pt x="467" y="1888"/>
                </a:lnTo>
                <a:lnTo>
                  <a:pt x="448" y="1887"/>
                </a:lnTo>
                <a:lnTo>
                  <a:pt x="430" y="1883"/>
                </a:lnTo>
                <a:lnTo>
                  <a:pt x="411" y="1877"/>
                </a:lnTo>
                <a:lnTo>
                  <a:pt x="393" y="1869"/>
                </a:lnTo>
                <a:lnTo>
                  <a:pt x="376" y="1859"/>
                </a:lnTo>
                <a:lnTo>
                  <a:pt x="360" y="1847"/>
                </a:lnTo>
                <a:lnTo>
                  <a:pt x="344" y="1833"/>
                </a:lnTo>
                <a:lnTo>
                  <a:pt x="327" y="1817"/>
                </a:lnTo>
                <a:lnTo>
                  <a:pt x="313" y="1800"/>
                </a:lnTo>
                <a:lnTo>
                  <a:pt x="299" y="1780"/>
                </a:lnTo>
                <a:lnTo>
                  <a:pt x="286" y="1759"/>
                </a:lnTo>
                <a:lnTo>
                  <a:pt x="273" y="1737"/>
                </a:lnTo>
                <a:lnTo>
                  <a:pt x="261" y="1714"/>
                </a:lnTo>
                <a:lnTo>
                  <a:pt x="251" y="1689"/>
                </a:lnTo>
                <a:lnTo>
                  <a:pt x="241" y="1662"/>
                </a:lnTo>
                <a:lnTo>
                  <a:pt x="232" y="1635"/>
                </a:lnTo>
                <a:lnTo>
                  <a:pt x="223" y="1615"/>
                </a:lnTo>
                <a:lnTo>
                  <a:pt x="197" y="1573"/>
                </a:lnTo>
                <a:lnTo>
                  <a:pt x="188" y="1562"/>
                </a:lnTo>
                <a:lnTo>
                  <a:pt x="179" y="1551"/>
                </a:lnTo>
                <a:lnTo>
                  <a:pt x="171" y="1541"/>
                </a:lnTo>
                <a:lnTo>
                  <a:pt x="161" y="1531"/>
                </a:lnTo>
                <a:lnTo>
                  <a:pt x="151" y="1524"/>
                </a:lnTo>
                <a:lnTo>
                  <a:pt x="141" y="1518"/>
                </a:lnTo>
                <a:lnTo>
                  <a:pt x="131" y="1514"/>
                </a:lnTo>
                <a:lnTo>
                  <a:pt x="121" y="1513"/>
                </a:lnTo>
                <a:lnTo>
                  <a:pt x="109" y="1514"/>
                </a:lnTo>
                <a:lnTo>
                  <a:pt x="97" y="1516"/>
                </a:lnTo>
                <a:lnTo>
                  <a:pt x="86" y="1521"/>
                </a:lnTo>
                <a:lnTo>
                  <a:pt x="74" y="1529"/>
                </a:lnTo>
                <a:lnTo>
                  <a:pt x="65" y="1536"/>
                </a:lnTo>
                <a:lnTo>
                  <a:pt x="55" y="1547"/>
                </a:lnTo>
                <a:lnTo>
                  <a:pt x="45" y="1558"/>
                </a:lnTo>
                <a:lnTo>
                  <a:pt x="36" y="1571"/>
                </a:lnTo>
                <a:lnTo>
                  <a:pt x="29" y="1585"/>
                </a:lnTo>
                <a:lnTo>
                  <a:pt x="21" y="1600"/>
                </a:lnTo>
                <a:lnTo>
                  <a:pt x="15" y="1618"/>
                </a:lnTo>
                <a:lnTo>
                  <a:pt x="10" y="1635"/>
                </a:lnTo>
                <a:lnTo>
                  <a:pt x="7" y="1653"/>
                </a:lnTo>
                <a:lnTo>
                  <a:pt x="3" y="1672"/>
                </a:lnTo>
                <a:lnTo>
                  <a:pt x="2" y="1693"/>
                </a:lnTo>
                <a:lnTo>
                  <a:pt x="0" y="1713"/>
                </a:lnTo>
                <a:lnTo>
                  <a:pt x="0" y="1716"/>
                </a:lnTo>
                <a:lnTo>
                  <a:pt x="0" y="1717"/>
                </a:lnTo>
                <a:lnTo>
                  <a:pt x="0" y="1717"/>
                </a:lnTo>
                <a:lnTo>
                  <a:pt x="0" y="1717"/>
                </a:lnTo>
                <a:lnTo>
                  <a:pt x="0" y="2837"/>
                </a:lnTo>
                <a:lnTo>
                  <a:pt x="9860" y="2837"/>
                </a:lnTo>
                <a:lnTo>
                  <a:pt x="9860" y="1717"/>
                </a:lnTo>
                <a:lnTo>
                  <a:pt x="9860" y="1717"/>
                </a:lnTo>
                <a:lnTo>
                  <a:pt x="9861" y="1717"/>
                </a:lnTo>
                <a:lnTo>
                  <a:pt x="9860" y="1716"/>
                </a:lnTo>
                <a:lnTo>
                  <a:pt x="9860" y="1713"/>
                </a:lnTo>
                <a:lnTo>
                  <a:pt x="9861" y="1693"/>
                </a:lnTo>
                <a:lnTo>
                  <a:pt x="9862" y="1672"/>
                </a:lnTo>
                <a:lnTo>
                  <a:pt x="9866" y="1653"/>
                </a:lnTo>
                <a:lnTo>
                  <a:pt x="9869" y="1635"/>
                </a:lnTo>
                <a:lnTo>
                  <a:pt x="9874" y="1618"/>
                </a:lnTo>
                <a:lnTo>
                  <a:pt x="9881" y="1600"/>
                </a:lnTo>
                <a:lnTo>
                  <a:pt x="9888" y="1585"/>
                </a:lnTo>
                <a:lnTo>
                  <a:pt x="9895" y="1571"/>
                </a:lnTo>
                <a:lnTo>
                  <a:pt x="9904" y="1558"/>
                </a:lnTo>
                <a:lnTo>
                  <a:pt x="9914" y="1547"/>
                </a:lnTo>
                <a:lnTo>
                  <a:pt x="9924" y="1536"/>
                </a:lnTo>
                <a:lnTo>
                  <a:pt x="9934" y="1529"/>
                </a:lnTo>
                <a:lnTo>
                  <a:pt x="9945" y="1521"/>
                </a:lnTo>
                <a:lnTo>
                  <a:pt x="9957" y="1516"/>
                </a:lnTo>
                <a:lnTo>
                  <a:pt x="9968" y="1514"/>
                </a:lnTo>
                <a:lnTo>
                  <a:pt x="9981" y="1513"/>
                </a:lnTo>
                <a:lnTo>
                  <a:pt x="9990" y="1514"/>
                </a:lnTo>
                <a:lnTo>
                  <a:pt x="10000" y="1518"/>
                </a:lnTo>
                <a:lnTo>
                  <a:pt x="10010" y="1524"/>
                </a:lnTo>
                <a:lnTo>
                  <a:pt x="10020" y="1531"/>
                </a:lnTo>
                <a:lnTo>
                  <a:pt x="10030" y="1541"/>
                </a:lnTo>
                <a:lnTo>
                  <a:pt x="10039" y="1551"/>
                </a:lnTo>
                <a:lnTo>
                  <a:pt x="10047" y="1562"/>
                </a:lnTo>
                <a:lnTo>
                  <a:pt x="10056" y="1573"/>
                </a:lnTo>
                <a:lnTo>
                  <a:pt x="10082" y="1615"/>
                </a:lnTo>
                <a:lnTo>
                  <a:pt x="10092" y="1635"/>
                </a:lnTo>
                <a:lnTo>
                  <a:pt x="10100" y="1662"/>
                </a:lnTo>
                <a:lnTo>
                  <a:pt x="10110" y="1689"/>
                </a:lnTo>
                <a:lnTo>
                  <a:pt x="10120" y="1714"/>
                </a:lnTo>
                <a:lnTo>
                  <a:pt x="10132" y="1737"/>
                </a:lnTo>
                <a:lnTo>
                  <a:pt x="10145" y="1759"/>
                </a:lnTo>
                <a:lnTo>
                  <a:pt x="10158" y="1780"/>
                </a:lnTo>
                <a:lnTo>
                  <a:pt x="10172" y="1800"/>
                </a:lnTo>
                <a:lnTo>
                  <a:pt x="10187" y="1817"/>
                </a:lnTo>
                <a:lnTo>
                  <a:pt x="10203" y="1833"/>
                </a:lnTo>
                <a:lnTo>
                  <a:pt x="10219" y="1847"/>
                </a:lnTo>
                <a:lnTo>
                  <a:pt x="10235" y="1859"/>
                </a:lnTo>
                <a:lnTo>
                  <a:pt x="10252" y="1869"/>
                </a:lnTo>
                <a:lnTo>
                  <a:pt x="10271" y="1877"/>
                </a:lnTo>
                <a:lnTo>
                  <a:pt x="10289" y="1883"/>
                </a:lnTo>
                <a:lnTo>
                  <a:pt x="10308" y="1887"/>
                </a:lnTo>
                <a:lnTo>
                  <a:pt x="10326" y="1888"/>
                </a:lnTo>
                <a:lnTo>
                  <a:pt x="10340" y="1887"/>
                </a:lnTo>
                <a:lnTo>
                  <a:pt x="10353" y="1885"/>
                </a:lnTo>
                <a:lnTo>
                  <a:pt x="10367" y="1882"/>
                </a:lnTo>
                <a:lnTo>
                  <a:pt x="10379" y="1878"/>
                </a:lnTo>
                <a:lnTo>
                  <a:pt x="10393" y="1873"/>
                </a:lnTo>
                <a:lnTo>
                  <a:pt x="10405" y="1866"/>
                </a:lnTo>
                <a:lnTo>
                  <a:pt x="10417" y="1859"/>
                </a:lnTo>
                <a:lnTo>
                  <a:pt x="10430" y="1851"/>
                </a:lnTo>
                <a:lnTo>
                  <a:pt x="10441" y="1841"/>
                </a:lnTo>
                <a:lnTo>
                  <a:pt x="10452" y="1831"/>
                </a:lnTo>
                <a:lnTo>
                  <a:pt x="10463" y="1820"/>
                </a:lnTo>
                <a:lnTo>
                  <a:pt x="10474" y="1808"/>
                </a:lnTo>
                <a:lnTo>
                  <a:pt x="10484" y="1794"/>
                </a:lnTo>
                <a:lnTo>
                  <a:pt x="10494" y="1780"/>
                </a:lnTo>
                <a:lnTo>
                  <a:pt x="10504" y="1766"/>
                </a:lnTo>
                <a:lnTo>
                  <a:pt x="10514" y="1750"/>
                </a:lnTo>
                <a:lnTo>
                  <a:pt x="10522" y="1734"/>
                </a:lnTo>
                <a:lnTo>
                  <a:pt x="10531" y="1716"/>
                </a:lnTo>
                <a:lnTo>
                  <a:pt x="10538" y="1699"/>
                </a:lnTo>
                <a:lnTo>
                  <a:pt x="10546" y="1680"/>
                </a:lnTo>
                <a:lnTo>
                  <a:pt x="10552" y="1662"/>
                </a:lnTo>
                <a:lnTo>
                  <a:pt x="10559" y="1642"/>
                </a:lnTo>
                <a:lnTo>
                  <a:pt x="10564" y="1621"/>
                </a:lnTo>
                <a:lnTo>
                  <a:pt x="10571" y="1600"/>
                </a:lnTo>
                <a:lnTo>
                  <a:pt x="10574" y="1579"/>
                </a:lnTo>
                <a:lnTo>
                  <a:pt x="10579" y="1557"/>
                </a:lnTo>
                <a:lnTo>
                  <a:pt x="10583" y="1535"/>
                </a:lnTo>
                <a:lnTo>
                  <a:pt x="10585" y="1513"/>
                </a:lnTo>
                <a:lnTo>
                  <a:pt x="10588" y="1489"/>
                </a:lnTo>
                <a:lnTo>
                  <a:pt x="10589" y="1466"/>
                </a:lnTo>
                <a:lnTo>
                  <a:pt x="10590" y="1442"/>
                </a:lnTo>
                <a:lnTo>
                  <a:pt x="10590" y="1418"/>
                </a:lnTo>
                <a:lnTo>
                  <a:pt x="10590" y="1394"/>
                </a:lnTo>
                <a:lnTo>
                  <a:pt x="10589" y="1371"/>
                </a:lnTo>
                <a:lnTo>
                  <a:pt x="10588" y="1347"/>
                </a:lnTo>
                <a:lnTo>
                  <a:pt x="10585" y="1324"/>
                </a:lnTo>
                <a:lnTo>
                  <a:pt x="10583" y="1300"/>
                </a:lnTo>
                <a:lnTo>
                  <a:pt x="10579" y="1278"/>
                </a:lnTo>
                <a:lnTo>
                  <a:pt x="10574" y="1257"/>
                </a:lnTo>
                <a:lnTo>
                  <a:pt x="10571" y="1235"/>
                </a:lnTo>
                <a:lnTo>
                  <a:pt x="10564" y="1215"/>
                </a:lnTo>
                <a:lnTo>
                  <a:pt x="10559" y="1194"/>
                </a:lnTo>
                <a:lnTo>
                  <a:pt x="10552" y="1175"/>
                </a:lnTo>
                <a:lnTo>
                  <a:pt x="10546" y="1156"/>
                </a:lnTo>
                <a:lnTo>
                  <a:pt x="10538" y="1138"/>
                </a:lnTo>
                <a:lnTo>
                  <a:pt x="10531" y="1120"/>
                </a:lnTo>
                <a:lnTo>
                  <a:pt x="10522" y="1103"/>
                </a:lnTo>
                <a:lnTo>
                  <a:pt x="10514" y="1087"/>
                </a:lnTo>
                <a:lnTo>
                  <a:pt x="10504" y="1071"/>
                </a:lnTo>
                <a:lnTo>
                  <a:pt x="10494" y="1056"/>
                </a:lnTo>
                <a:lnTo>
                  <a:pt x="10484" y="1042"/>
                </a:lnTo>
                <a:lnTo>
                  <a:pt x="10474" y="1029"/>
                </a:lnTo>
                <a:lnTo>
                  <a:pt x="10463" y="1017"/>
                </a:lnTo>
                <a:lnTo>
                  <a:pt x="10452" y="1005"/>
                </a:lnTo>
                <a:lnTo>
                  <a:pt x="10441" y="996"/>
                </a:lnTo>
                <a:lnTo>
                  <a:pt x="10430" y="986"/>
                </a:lnTo>
                <a:lnTo>
                  <a:pt x="10417" y="977"/>
                </a:lnTo>
                <a:lnTo>
                  <a:pt x="10405" y="970"/>
                </a:lnTo>
                <a:lnTo>
                  <a:pt x="10393" y="964"/>
                </a:lnTo>
                <a:lnTo>
                  <a:pt x="10379" y="959"/>
                </a:lnTo>
                <a:lnTo>
                  <a:pt x="10367" y="955"/>
                </a:lnTo>
                <a:lnTo>
                  <a:pt x="10353" y="951"/>
                </a:lnTo>
                <a:lnTo>
                  <a:pt x="10340" y="950"/>
                </a:lnTo>
                <a:lnTo>
                  <a:pt x="10326" y="949"/>
                </a:lnTo>
                <a:close/>
              </a:path>
            </a:pathLst>
          </a:custGeom>
          <a:solidFill>
            <a:srgbClr val="99BEFF"/>
          </a:solidFill>
          <a:ln w="9525">
            <a:noFill/>
            <a:round/>
          </a:ln>
        </p:spPr>
        <p:txBody>
          <a:bodyPr vert="horz" wrap="square" lIns="91443" tIns="45721" rIns="91443" bIns="45721" numCol="1" anchor="t" anchorCtr="0" compatLnSpc="1"/>
          <a:lstStyle/>
          <a:p>
            <a:endParaRPr lang="en-US"/>
          </a:p>
        </p:txBody>
      </p:sp>
      <p:sp>
        <p:nvSpPr>
          <p:cNvPr id="13" name="Freeform 13"/>
          <p:cNvSpPr/>
          <p:nvPr/>
        </p:nvSpPr>
        <p:spPr bwMode="auto">
          <a:xfrm>
            <a:off x="4271887" y="5043355"/>
            <a:ext cx="4203877" cy="1125585"/>
          </a:xfrm>
          <a:custGeom>
            <a:avLst/>
            <a:gdLst/>
            <a:ahLst/>
            <a:cxnLst>
              <a:cxn ang="0">
                <a:pos x="10203" y="1003"/>
              </a:cxn>
              <a:cxn ang="0">
                <a:pos x="10100" y="1173"/>
              </a:cxn>
              <a:cxn ang="0">
                <a:pos x="10009" y="1314"/>
              </a:cxn>
              <a:cxn ang="0">
                <a:pos x="9924" y="1302"/>
              </a:cxn>
              <a:cxn ang="0">
                <a:pos x="9866" y="1186"/>
              </a:cxn>
              <a:cxn ang="0">
                <a:pos x="2945" y="0"/>
              </a:cxn>
              <a:cxn ang="0">
                <a:pos x="2700" y="5"/>
              </a:cxn>
              <a:cxn ang="0">
                <a:pos x="2582" y="63"/>
              </a:cxn>
              <a:cxn ang="0">
                <a:pos x="2569" y="149"/>
              </a:cxn>
              <a:cxn ang="0">
                <a:pos x="2711" y="240"/>
              </a:cxn>
              <a:cxn ang="0">
                <a:pos x="2881" y="343"/>
              </a:cxn>
              <a:cxn ang="0">
                <a:pos x="2934" y="480"/>
              </a:cxn>
              <a:cxn ang="0">
                <a:pos x="2889" y="581"/>
              </a:cxn>
              <a:cxn ang="0">
                <a:pos x="2781" y="661"/>
              </a:cxn>
              <a:cxn ang="0">
                <a:pos x="2627" y="714"/>
              </a:cxn>
              <a:cxn ang="0">
                <a:pos x="2442" y="730"/>
              </a:cxn>
              <a:cxn ang="0">
                <a:pos x="2262" y="704"/>
              </a:cxn>
              <a:cxn ang="0">
                <a:pos x="2118" y="644"/>
              </a:cxn>
              <a:cxn ang="0">
                <a:pos x="2025" y="556"/>
              </a:cxn>
              <a:cxn ang="0">
                <a:pos x="1997" y="446"/>
              </a:cxn>
              <a:cxn ang="0">
                <a:pos x="2084" y="312"/>
              </a:cxn>
              <a:cxn ang="0">
                <a:pos x="2268" y="221"/>
              </a:cxn>
              <a:cxn ang="0">
                <a:pos x="2370" y="131"/>
              </a:cxn>
              <a:cxn ang="0">
                <a:pos x="2324" y="44"/>
              </a:cxn>
              <a:cxn ang="0">
                <a:pos x="2190" y="0"/>
              </a:cxn>
              <a:cxn ang="0">
                <a:pos x="0" y="0"/>
              </a:cxn>
              <a:cxn ang="0">
                <a:pos x="10" y="1204"/>
              </a:cxn>
              <a:cxn ang="0">
                <a:pos x="74" y="1310"/>
              </a:cxn>
              <a:cxn ang="0">
                <a:pos x="160" y="1307"/>
              </a:cxn>
              <a:cxn ang="0">
                <a:pos x="251" y="1146"/>
              </a:cxn>
              <a:cxn ang="0">
                <a:pos x="360" y="989"/>
              </a:cxn>
              <a:cxn ang="0">
                <a:pos x="494" y="951"/>
              </a:cxn>
              <a:cxn ang="0">
                <a:pos x="593" y="1005"/>
              </a:cxn>
              <a:cxn ang="0">
                <a:pos x="671" y="1120"/>
              </a:cxn>
              <a:cxn ang="0">
                <a:pos x="720" y="1278"/>
              </a:cxn>
              <a:cxn ang="0">
                <a:pos x="730" y="1466"/>
              </a:cxn>
              <a:cxn ang="0">
                <a:pos x="700" y="1642"/>
              </a:cxn>
              <a:cxn ang="0">
                <a:pos x="635" y="1780"/>
              </a:cxn>
              <a:cxn ang="0">
                <a:pos x="546" y="1866"/>
              </a:cxn>
              <a:cxn ang="0">
                <a:pos x="430" y="1883"/>
              </a:cxn>
              <a:cxn ang="0">
                <a:pos x="299" y="1780"/>
              </a:cxn>
              <a:cxn ang="0">
                <a:pos x="197" y="1573"/>
              </a:cxn>
              <a:cxn ang="0">
                <a:pos x="121" y="1513"/>
              </a:cxn>
              <a:cxn ang="0">
                <a:pos x="36" y="1571"/>
              </a:cxn>
              <a:cxn ang="0">
                <a:pos x="0" y="1713"/>
              </a:cxn>
              <a:cxn ang="0">
                <a:pos x="9860" y="1717"/>
              </a:cxn>
              <a:cxn ang="0">
                <a:pos x="9874" y="1618"/>
              </a:cxn>
              <a:cxn ang="0">
                <a:pos x="9945" y="1521"/>
              </a:cxn>
              <a:cxn ang="0">
                <a:pos x="10030" y="1541"/>
              </a:cxn>
              <a:cxn ang="0">
                <a:pos x="10120" y="1714"/>
              </a:cxn>
              <a:cxn ang="0">
                <a:pos x="10235" y="1859"/>
              </a:cxn>
              <a:cxn ang="0">
                <a:pos x="10367" y="1882"/>
              </a:cxn>
              <a:cxn ang="0">
                <a:pos x="10463" y="1820"/>
              </a:cxn>
              <a:cxn ang="0">
                <a:pos x="10538" y="1699"/>
              </a:cxn>
              <a:cxn ang="0">
                <a:pos x="10583" y="1535"/>
              </a:cxn>
              <a:cxn ang="0">
                <a:pos x="10588" y="1347"/>
              </a:cxn>
              <a:cxn ang="0">
                <a:pos x="10552" y="1175"/>
              </a:cxn>
              <a:cxn ang="0">
                <a:pos x="10484" y="1042"/>
              </a:cxn>
              <a:cxn ang="0">
                <a:pos x="10393" y="964"/>
              </a:cxn>
            </a:cxnLst>
            <a:rect l="0" t="0" r="r" b="b"/>
            <a:pathLst>
              <a:path w="10590" h="2837">
                <a:moveTo>
                  <a:pt x="10326" y="949"/>
                </a:moveTo>
                <a:lnTo>
                  <a:pt x="10308" y="950"/>
                </a:lnTo>
                <a:lnTo>
                  <a:pt x="10289" y="954"/>
                </a:lnTo>
                <a:lnTo>
                  <a:pt x="10271" y="960"/>
                </a:lnTo>
                <a:lnTo>
                  <a:pt x="10253" y="967"/>
                </a:lnTo>
                <a:lnTo>
                  <a:pt x="10236" y="977"/>
                </a:lnTo>
                <a:lnTo>
                  <a:pt x="10219" y="989"/>
                </a:lnTo>
                <a:lnTo>
                  <a:pt x="10203" y="1003"/>
                </a:lnTo>
                <a:lnTo>
                  <a:pt x="10188" y="1019"/>
                </a:lnTo>
                <a:lnTo>
                  <a:pt x="10173" y="1036"/>
                </a:lnTo>
                <a:lnTo>
                  <a:pt x="10158" y="1055"/>
                </a:lnTo>
                <a:lnTo>
                  <a:pt x="10145" y="1076"/>
                </a:lnTo>
                <a:lnTo>
                  <a:pt x="10132" y="1098"/>
                </a:lnTo>
                <a:lnTo>
                  <a:pt x="10121" y="1121"/>
                </a:lnTo>
                <a:lnTo>
                  <a:pt x="10110" y="1146"/>
                </a:lnTo>
                <a:lnTo>
                  <a:pt x="10100" y="1173"/>
                </a:lnTo>
                <a:lnTo>
                  <a:pt x="10092" y="1200"/>
                </a:lnTo>
                <a:lnTo>
                  <a:pt x="10082" y="1220"/>
                </a:lnTo>
                <a:lnTo>
                  <a:pt x="10055" y="1263"/>
                </a:lnTo>
                <a:lnTo>
                  <a:pt x="10046" y="1274"/>
                </a:lnTo>
                <a:lnTo>
                  <a:pt x="10037" y="1287"/>
                </a:lnTo>
                <a:lnTo>
                  <a:pt x="10029" y="1297"/>
                </a:lnTo>
                <a:lnTo>
                  <a:pt x="10019" y="1307"/>
                </a:lnTo>
                <a:lnTo>
                  <a:pt x="10009" y="1314"/>
                </a:lnTo>
                <a:lnTo>
                  <a:pt x="9999" y="1320"/>
                </a:lnTo>
                <a:lnTo>
                  <a:pt x="9990" y="1325"/>
                </a:lnTo>
                <a:lnTo>
                  <a:pt x="9981" y="1326"/>
                </a:lnTo>
                <a:lnTo>
                  <a:pt x="9968" y="1325"/>
                </a:lnTo>
                <a:lnTo>
                  <a:pt x="9957" y="1323"/>
                </a:lnTo>
                <a:lnTo>
                  <a:pt x="9945" y="1318"/>
                </a:lnTo>
                <a:lnTo>
                  <a:pt x="9934" y="1310"/>
                </a:lnTo>
                <a:lnTo>
                  <a:pt x="9924" y="1302"/>
                </a:lnTo>
                <a:lnTo>
                  <a:pt x="9914" y="1292"/>
                </a:lnTo>
                <a:lnTo>
                  <a:pt x="9904" y="1281"/>
                </a:lnTo>
                <a:lnTo>
                  <a:pt x="9895" y="1267"/>
                </a:lnTo>
                <a:lnTo>
                  <a:pt x="9888" y="1254"/>
                </a:lnTo>
                <a:lnTo>
                  <a:pt x="9881" y="1237"/>
                </a:lnTo>
                <a:lnTo>
                  <a:pt x="9874" y="1221"/>
                </a:lnTo>
                <a:lnTo>
                  <a:pt x="9869" y="1204"/>
                </a:lnTo>
                <a:lnTo>
                  <a:pt x="9866" y="1186"/>
                </a:lnTo>
                <a:lnTo>
                  <a:pt x="9862" y="1166"/>
                </a:lnTo>
                <a:lnTo>
                  <a:pt x="9861" y="1146"/>
                </a:lnTo>
                <a:lnTo>
                  <a:pt x="9860" y="1125"/>
                </a:lnTo>
                <a:lnTo>
                  <a:pt x="9860" y="1121"/>
                </a:lnTo>
                <a:lnTo>
                  <a:pt x="9861" y="1121"/>
                </a:lnTo>
                <a:lnTo>
                  <a:pt x="9860" y="1121"/>
                </a:lnTo>
                <a:lnTo>
                  <a:pt x="9860" y="0"/>
                </a:lnTo>
                <a:lnTo>
                  <a:pt x="2945" y="0"/>
                </a:lnTo>
                <a:lnTo>
                  <a:pt x="2945" y="0"/>
                </a:lnTo>
                <a:lnTo>
                  <a:pt x="2763" y="0"/>
                </a:lnTo>
                <a:lnTo>
                  <a:pt x="2763" y="0"/>
                </a:lnTo>
                <a:lnTo>
                  <a:pt x="2761" y="0"/>
                </a:lnTo>
                <a:lnTo>
                  <a:pt x="2760" y="0"/>
                </a:lnTo>
                <a:lnTo>
                  <a:pt x="2739" y="0"/>
                </a:lnTo>
                <a:lnTo>
                  <a:pt x="2719" y="2"/>
                </a:lnTo>
                <a:lnTo>
                  <a:pt x="2700" y="5"/>
                </a:lnTo>
                <a:lnTo>
                  <a:pt x="2681" y="10"/>
                </a:lnTo>
                <a:lnTo>
                  <a:pt x="2664" y="15"/>
                </a:lnTo>
                <a:lnTo>
                  <a:pt x="2647" y="21"/>
                </a:lnTo>
                <a:lnTo>
                  <a:pt x="2631" y="27"/>
                </a:lnTo>
                <a:lnTo>
                  <a:pt x="2617" y="36"/>
                </a:lnTo>
                <a:lnTo>
                  <a:pt x="2603" y="44"/>
                </a:lnTo>
                <a:lnTo>
                  <a:pt x="2592" y="53"/>
                </a:lnTo>
                <a:lnTo>
                  <a:pt x="2582" y="63"/>
                </a:lnTo>
                <a:lnTo>
                  <a:pt x="2574" y="74"/>
                </a:lnTo>
                <a:lnTo>
                  <a:pt x="2566" y="85"/>
                </a:lnTo>
                <a:lnTo>
                  <a:pt x="2561" y="96"/>
                </a:lnTo>
                <a:lnTo>
                  <a:pt x="2559" y="108"/>
                </a:lnTo>
                <a:lnTo>
                  <a:pt x="2558" y="121"/>
                </a:lnTo>
                <a:lnTo>
                  <a:pt x="2559" y="129"/>
                </a:lnTo>
                <a:lnTo>
                  <a:pt x="2563" y="139"/>
                </a:lnTo>
                <a:lnTo>
                  <a:pt x="2569" y="149"/>
                </a:lnTo>
                <a:lnTo>
                  <a:pt x="2578" y="159"/>
                </a:lnTo>
                <a:lnTo>
                  <a:pt x="2586" y="168"/>
                </a:lnTo>
                <a:lnTo>
                  <a:pt x="2597" y="177"/>
                </a:lnTo>
                <a:lnTo>
                  <a:pt x="2608" y="186"/>
                </a:lnTo>
                <a:lnTo>
                  <a:pt x="2621" y="195"/>
                </a:lnTo>
                <a:lnTo>
                  <a:pt x="2664" y="221"/>
                </a:lnTo>
                <a:lnTo>
                  <a:pt x="2684" y="232"/>
                </a:lnTo>
                <a:lnTo>
                  <a:pt x="2711" y="240"/>
                </a:lnTo>
                <a:lnTo>
                  <a:pt x="2737" y="250"/>
                </a:lnTo>
                <a:lnTo>
                  <a:pt x="2761" y="261"/>
                </a:lnTo>
                <a:lnTo>
                  <a:pt x="2786" y="272"/>
                </a:lnTo>
                <a:lnTo>
                  <a:pt x="2808" y="285"/>
                </a:lnTo>
                <a:lnTo>
                  <a:pt x="2828" y="298"/>
                </a:lnTo>
                <a:lnTo>
                  <a:pt x="2848" y="312"/>
                </a:lnTo>
                <a:lnTo>
                  <a:pt x="2865" y="327"/>
                </a:lnTo>
                <a:lnTo>
                  <a:pt x="2881" y="343"/>
                </a:lnTo>
                <a:lnTo>
                  <a:pt x="2895" y="359"/>
                </a:lnTo>
                <a:lnTo>
                  <a:pt x="2906" y="375"/>
                </a:lnTo>
                <a:lnTo>
                  <a:pt x="2917" y="392"/>
                </a:lnTo>
                <a:lnTo>
                  <a:pt x="2924" y="411"/>
                </a:lnTo>
                <a:lnTo>
                  <a:pt x="2931" y="428"/>
                </a:lnTo>
                <a:lnTo>
                  <a:pt x="2933" y="446"/>
                </a:lnTo>
                <a:lnTo>
                  <a:pt x="2934" y="466"/>
                </a:lnTo>
                <a:lnTo>
                  <a:pt x="2934" y="480"/>
                </a:lnTo>
                <a:lnTo>
                  <a:pt x="2932" y="493"/>
                </a:lnTo>
                <a:lnTo>
                  <a:pt x="2929" y="506"/>
                </a:lnTo>
                <a:lnTo>
                  <a:pt x="2926" y="519"/>
                </a:lnTo>
                <a:lnTo>
                  <a:pt x="2919" y="532"/>
                </a:lnTo>
                <a:lnTo>
                  <a:pt x="2913" y="544"/>
                </a:lnTo>
                <a:lnTo>
                  <a:pt x="2906" y="556"/>
                </a:lnTo>
                <a:lnTo>
                  <a:pt x="2897" y="569"/>
                </a:lnTo>
                <a:lnTo>
                  <a:pt x="2889" y="581"/>
                </a:lnTo>
                <a:lnTo>
                  <a:pt x="2877" y="592"/>
                </a:lnTo>
                <a:lnTo>
                  <a:pt x="2866" y="603"/>
                </a:lnTo>
                <a:lnTo>
                  <a:pt x="2854" y="614"/>
                </a:lnTo>
                <a:lnTo>
                  <a:pt x="2842" y="624"/>
                </a:lnTo>
                <a:lnTo>
                  <a:pt x="2828" y="634"/>
                </a:lnTo>
                <a:lnTo>
                  <a:pt x="2813" y="644"/>
                </a:lnTo>
                <a:lnTo>
                  <a:pt x="2797" y="653"/>
                </a:lnTo>
                <a:lnTo>
                  <a:pt x="2781" y="661"/>
                </a:lnTo>
                <a:lnTo>
                  <a:pt x="2764" y="670"/>
                </a:lnTo>
                <a:lnTo>
                  <a:pt x="2747" y="678"/>
                </a:lnTo>
                <a:lnTo>
                  <a:pt x="2728" y="686"/>
                </a:lnTo>
                <a:lnTo>
                  <a:pt x="2708" y="692"/>
                </a:lnTo>
                <a:lnTo>
                  <a:pt x="2689" y="698"/>
                </a:lnTo>
                <a:lnTo>
                  <a:pt x="2669" y="704"/>
                </a:lnTo>
                <a:lnTo>
                  <a:pt x="2648" y="709"/>
                </a:lnTo>
                <a:lnTo>
                  <a:pt x="2627" y="714"/>
                </a:lnTo>
                <a:lnTo>
                  <a:pt x="2605" y="719"/>
                </a:lnTo>
                <a:lnTo>
                  <a:pt x="2582" y="722"/>
                </a:lnTo>
                <a:lnTo>
                  <a:pt x="2560" y="725"/>
                </a:lnTo>
                <a:lnTo>
                  <a:pt x="2537" y="728"/>
                </a:lnTo>
                <a:lnTo>
                  <a:pt x="2513" y="729"/>
                </a:lnTo>
                <a:lnTo>
                  <a:pt x="2490" y="730"/>
                </a:lnTo>
                <a:lnTo>
                  <a:pt x="2465" y="730"/>
                </a:lnTo>
                <a:lnTo>
                  <a:pt x="2442" y="730"/>
                </a:lnTo>
                <a:lnTo>
                  <a:pt x="2417" y="729"/>
                </a:lnTo>
                <a:lnTo>
                  <a:pt x="2394" y="728"/>
                </a:lnTo>
                <a:lnTo>
                  <a:pt x="2371" y="725"/>
                </a:lnTo>
                <a:lnTo>
                  <a:pt x="2348" y="722"/>
                </a:lnTo>
                <a:lnTo>
                  <a:pt x="2326" y="719"/>
                </a:lnTo>
                <a:lnTo>
                  <a:pt x="2304" y="714"/>
                </a:lnTo>
                <a:lnTo>
                  <a:pt x="2283" y="709"/>
                </a:lnTo>
                <a:lnTo>
                  <a:pt x="2262" y="704"/>
                </a:lnTo>
                <a:lnTo>
                  <a:pt x="2242" y="698"/>
                </a:lnTo>
                <a:lnTo>
                  <a:pt x="2222" y="692"/>
                </a:lnTo>
                <a:lnTo>
                  <a:pt x="2204" y="686"/>
                </a:lnTo>
                <a:lnTo>
                  <a:pt x="2185" y="678"/>
                </a:lnTo>
                <a:lnTo>
                  <a:pt x="2167" y="670"/>
                </a:lnTo>
                <a:lnTo>
                  <a:pt x="2150" y="661"/>
                </a:lnTo>
                <a:lnTo>
                  <a:pt x="2133" y="653"/>
                </a:lnTo>
                <a:lnTo>
                  <a:pt x="2118" y="644"/>
                </a:lnTo>
                <a:lnTo>
                  <a:pt x="2104" y="634"/>
                </a:lnTo>
                <a:lnTo>
                  <a:pt x="2090" y="624"/>
                </a:lnTo>
                <a:lnTo>
                  <a:pt x="2076" y="614"/>
                </a:lnTo>
                <a:lnTo>
                  <a:pt x="2064" y="603"/>
                </a:lnTo>
                <a:lnTo>
                  <a:pt x="2053" y="592"/>
                </a:lnTo>
                <a:lnTo>
                  <a:pt x="2043" y="581"/>
                </a:lnTo>
                <a:lnTo>
                  <a:pt x="2033" y="569"/>
                </a:lnTo>
                <a:lnTo>
                  <a:pt x="2025" y="556"/>
                </a:lnTo>
                <a:lnTo>
                  <a:pt x="2017" y="544"/>
                </a:lnTo>
                <a:lnTo>
                  <a:pt x="2011" y="532"/>
                </a:lnTo>
                <a:lnTo>
                  <a:pt x="2006" y="519"/>
                </a:lnTo>
                <a:lnTo>
                  <a:pt x="2001" y="506"/>
                </a:lnTo>
                <a:lnTo>
                  <a:pt x="1999" y="493"/>
                </a:lnTo>
                <a:lnTo>
                  <a:pt x="1997" y="480"/>
                </a:lnTo>
                <a:lnTo>
                  <a:pt x="1996" y="466"/>
                </a:lnTo>
                <a:lnTo>
                  <a:pt x="1997" y="446"/>
                </a:lnTo>
                <a:lnTo>
                  <a:pt x="2001" y="428"/>
                </a:lnTo>
                <a:lnTo>
                  <a:pt x="2007" y="411"/>
                </a:lnTo>
                <a:lnTo>
                  <a:pt x="2015" y="392"/>
                </a:lnTo>
                <a:lnTo>
                  <a:pt x="2025" y="375"/>
                </a:lnTo>
                <a:lnTo>
                  <a:pt x="2037" y="359"/>
                </a:lnTo>
                <a:lnTo>
                  <a:pt x="2050" y="343"/>
                </a:lnTo>
                <a:lnTo>
                  <a:pt x="2067" y="327"/>
                </a:lnTo>
                <a:lnTo>
                  <a:pt x="2084" y="312"/>
                </a:lnTo>
                <a:lnTo>
                  <a:pt x="2104" y="298"/>
                </a:lnTo>
                <a:lnTo>
                  <a:pt x="2123" y="285"/>
                </a:lnTo>
                <a:lnTo>
                  <a:pt x="2146" y="272"/>
                </a:lnTo>
                <a:lnTo>
                  <a:pt x="2170" y="260"/>
                </a:lnTo>
                <a:lnTo>
                  <a:pt x="2195" y="249"/>
                </a:lnTo>
                <a:lnTo>
                  <a:pt x="2221" y="240"/>
                </a:lnTo>
                <a:lnTo>
                  <a:pt x="2249" y="231"/>
                </a:lnTo>
                <a:lnTo>
                  <a:pt x="2268" y="221"/>
                </a:lnTo>
                <a:lnTo>
                  <a:pt x="2310" y="196"/>
                </a:lnTo>
                <a:lnTo>
                  <a:pt x="2322" y="187"/>
                </a:lnTo>
                <a:lnTo>
                  <a:pt x="2333" y="179"/>
                </a:lnTo>
                <a:lnTo>
                  <a:pt x="2343" y="170"/>
                </a:lnTo>
                <a:lnTo>
                  <a:pt x="2353" y="160"/>
                </a:lnTo>
                <a:lnTo>
                  <a:pt x="2360" y="150"/>
                </a:lnTo>
                <a:lnTo>
                  <a:pt x="2366" y="140"/>
                </a:lnTo>
                <a:lnTo>
                  <a:pt x="2370" y="131"/>
                </a:lnTo>
                <a:lnTo>
                  <a:pt x="2371" y="121"/>
                </a:lnTo>
                <a:lnTo>
                  <a:pt x="2370" y="108"/>
                </a:lnTo>
                <a:lnTo>
                  <a:pt x="2368" y="96"/>
                </a:lnTo>
                <a:lnTo>
                  <a:pt x="2362" y="85"/>
                </a:lnTo>
                <a:lnTo>
                  <a:pt x="2355" y="74"/>
                </a:lnTo>
                <a:lnTo>
                  <a:pt x="2347" y="63"/>
                </a:lnTo>
                <a:lnTo>
                  <a:pt x="2337" y="53"/>
                </a:lnTo>
                <a:lnTo>
                  <a:pt x="2324" y="44"/>
                </a:lnTo>
                <a:lnTo>
                  <a:pt x="2312" y="36"/>
                </a:lnTo>
                <a:lnTo>
                  <a:pt x="2297" y="27"/>
                </a:lnTo>
                <a:lnTo>
                  <a:pt x="2283" y="21"/>
                </a:lnTo>
                <a:lnTo>
                  <a:pt x="2265" y="15"/>
                </a:lnTo>
                <a:lnTo>
                  <a:pt x="2248" y="10"/>
                </a:lnTo>
                <a:lnTo>
                  <a:pt x="2229" y="5"/>
                </a:lnTo>
                <a:lnTo>
                  <a:pt x="2210" y="2"/>
                </a:lnTo>
                <a:lnTo>
                  <a:pt x="2190" y="0"/>
                </a:lnTo>
                <a:lnTo>
                  <a:pt x="2169" y="0"/>
                </a:lnTo>
                <a:lnTo>
                  <a:pt x="2168" y="0"/>
                </a:lnTo>
                <a:lnTo>
                  <a:pt x="2167" y="0"/>
                </a:lnTo>
                <a:lnTo>
                  <a:pt x="2167" y="0"/>
                </a:lnTo>
                <a:lnTo>
                  <a:pt x="2167" y="0"/>
                </a:lnTo>
                <a:lnTo>
                  <a:pt x="1985" y="0"/>
                </a:lnTo>
                <a:lnTo>
                  <a:pt x="1985" y="0"/>
                </a:lnTo>
                <a:lnTo>
                  <a:pt x="0" y="0"/>
                </a:lnTo>
                <a:lnTo>
                  <a:pt x="0" y="1121"/>
                </a:lnTo>
                <a:lnTo>
                  <a:pt x="0" y="1121"/>
                </a:lnTo>
                <a:lnTo>
                  <a:pt x="0" y="1121"/>
                </a:lnTo>
                <a:lnTo>
                  <a:pt x="0" y="1125"/>
                </a:lnTo>
                <a:lnTo>
                  <a:pt x="2" y="1146"/>
                </a:lnTo>
                <a:lnTo>
                  <a:pt x="3" y="1166"/>
                </a:lnTo>
                <a:lnTo>
                  <a:pt x="7" y="1186"/>
                </a:lnTo>
                <a:lnTo>
                  <a:pt x="10" y="1204"/>
                </a:lnTo>
                <a:lnTo>
                  <a:pt x="15" y="1221"/>
                </a:lnTo>
                <a:lnTo>
                  <a:pt x="21" y="1237"/>
                </a:lnTo>
                <a:lnTo>
                  <a:pt x="29" y="1254"/>
                </a:lnTo>
                <a:lnTo>
                  <a:pt x="36" y="1267"/>
                </a:lnTo>
                <a:lnTo>
                  <a:pt x="45" y="1281"/>
                </a:lnTo>
                <a:lnTo>
                  <a:pt x="55" y="1292"/>
                </a:lnTo>
                <a:lnTo>
                  <a:pt x="65" y="1302"/>
                </a:lnTo>
                <a:lnTo>
                  <a:pt x="74" y="1310"/>
                </a:lnTo>
                <a:lnTo>
                  <a:pt x="86" y="1318"/>
                </a:lnTo>
                <a:lnTo>
                  <a:pt x="97" y="1323"/>
                </a:lnTo>
                <a:lnTo>
                  <a:pt x="109" y="1325"/>
                </a:lnTo>
                <a:lnTo>
                  <a:pt x="121" y="1326"/>
                </a:lnTo>
                <a:lnTo>
                  <a:pt x="131" y="1325"/>
                </a:lnTo>
                <a:lnTo>
                  <a:pt x="140" y="1320"/>
                </a:lnTo>
                <a:lnTo>
                  <a:pt x="150" y="1314"/>
                </a:lnTo>
                <a:lnTo>
                  <a:pt x="160" y="1307"/>
                </a:lnTo>
                <a:lnTo>
                  <a:pt x="169" y="1297"/>
                </a:lnTo>
                <a:lnTo>
                  <a:pt x="178" y="1287"/>
                </a:lnTo>
                <a:lnTo>
                  <a:pt x="187" y="1274"/>
                </a:lnTo>
                <a:lnTo>
                  <a:pt x="195" y="1263"/>
                </a:lnTo>
                <a:lnTo>
                  <a:pt x="223" y="1220"/>
                </a:lnTo>
                <a:lnTo>
                  <a:pt x="232" y="1200"/>
                </a:lnTo>
                <a:lnTo>
                  <a:pt x="241" y="1173"/>
                </a:lnTo>
                <a:lnTo>
                  <a:pt x="251" y="1146"/>
                </a:lnTo>
                <a:lnTo>
                  <a:pt x="262" y="1121"/>
                </a:lnTo>
                <a:lnTo>
                  <a:pt x="273" y="1098"/>
                </a:lnTo>
                <a:lnTo>
                  <a:pt x="286" y="1076"/>
                </a:lnTo>
                <a:lnTo>
                  <a:pt x="299" y="1055"/>
                </a:lnTo>
                <a:lnTo>
                  <a:pt x="314" y="1036"/>
                </a:lnTo>
                <a:lnTo>
                  <a:pt x="329" y="1019"/>
                </a:lnTo>
                <a:lnTo>
                  <a:pt x="344" y="1003"/>
                </a:lnTo>
                <a:lnTo>
                  <a:pt x="360" y="989"/>
                </a:lnTo>
                <a:lnTo>
                  <a:pt x="377" y="977"/>
                </a:lnTo>
                <a:lnTo>
                  <a:pt x="394" y="967"/>
                </a:lnTo>
                <a:lnTo>
                  <a:pt x="411" y="960"/>
                </a:lnTo>
                <a:lnTo>
                  <a:pt x="430" y="954"/>
                </a:lnTo>
                <a:lnTo>
                  <a:pt x="448" y="950"/>
                </a:lnTo>
                <a:lnTo>
                  <a:pt x="467" y="949"/>
                </a:lnTo>
                <a:lnTo>
                  <a:pt x="481" y="950"/>
                </a:lnTo>
                <a:lnTo>
                  <a:pt x="494" y="951"/>
                </a:lnTo>
                <a:lnTo>
                  <a:pt x="508" y="955"/>
                </a:lnTo>
                <a:lnTo>
                  <a:pt x="520" y="959"/>
                </a:lnTo>
                <a:lnTo>
                  <a:pt x="534" y="964"/>
                </a:lnTo>
                <a:lnTo>
                  <a:pt x="546" y="970"/>
                </a:lnTo>
                <a:lnTo>
                  <a:pt x="558" y="977"/>
                </a:lnTo>
                <a:lnTo>
                  <a:pt x="569" y="986"/>
                </a:lnTo>
                <a:lnTo>
                  <a:pt x="582" y="996"/>
                </a:lnTo>
                <a:lnTo>
                  <a:pt x="593" y="1005"/>
                </a:lnTo>
                <a:lnTo>
                  <a:pt x="604" y="1017"/>
                </a:lnTo>
                <a:lnTo>
                  <a:pt x="615" y="1029"/>
                </a:lnTo>
                <a:lnTo>
                  <a:pt x="625" y="1042"/>
                </a:lnTo>
                <a:lnTo>
                  <a:pt x="635" y="1056"/>
                </a:lnTo>
                <a:lnTo>
                  <a:pt x="645" y="1071"/>
                </a:lnTo>
                <a:lnTo>
                  <a:pt x="655" y="1087"/>
                </a:lnTo>
                <a:lnTo>
                  <a:pt x="663" y="1103"/>
                </a:lnTo>
                <a:lnTo>
                  <a:pt x="671" y="1120"/>
                </a:lnTo>
                <a:lnTo>
                  <a:pt x="679" y="1138"/>
                </a:lnTo>
                <a:lnTo>
                  <a:pt x="687" y="1156"/>
                </a:lnTo>
                <a:lnTo>
                  <a:pt x="693" y="1175"/>
                </a:lnTo>
                <a:lnTo>
                  <a:pt x="700" y="1194"/>
                </a:lnTo>
                <a:lnTo>
                  <a:pt x="705" y="1215"/>
                </a:lnTo>
                <a:lnTo>
                  <a:pt x="711" y="1235"/>
                </a:lnTo>
                <a:lnTo>
                  <a:pt x="715" y="1257"/>
                </a:lnTo>
                <a:lnTo>
                  <a:pt x="720" y="1278"/>
                </a:lnTo>
                <a:lnTo>
                  <a:pt x="724" y="1300"/>
                </a:lnTo>
                <a:lnTo>
                  <a:pt x="726" y="1324"/>
                </a:lnTo>
                <a:lnTo>
                  <a:pt x="729" y="1347"/>
                </a:lnTo>
                <a:lnTo>
                  <a:pt x="730" y="1371"/>
                </a:lnTo>
                <a:lnTo>
                  <a:pt x="731" y="1394"/>
                </a:lnTo>
                <a:lnTo>
                  <a:pt x="731" y="1418"/>
                </a:lnTo>
                <a:lnTo>
                  <a:pt x="731" y="1442"/>
                </a:lnTo>
                <a:lnTo>
                  <a:pt x="730" y="1466"/>
                </a:lnTo>
                <a:lnTo>
                  <a:pt x="729" y="1489"/>
                </a:lnTo>
                <a:lnTo>
                  <a:pt x="726" y="1513"/>
                </a:lnTo>
                <a:lnTo>
                  <a:pt x="724" y="1535"/>
                </a:lnTo>
                <a:lnTo>
                  <a:pt x="720" y="1557"/>
                </a:lnTo>
                <a:lnTo>
                  <a:pt x="715" y="1579"/>
                </a:lnTo>
                <a:lnTo>
                  <a:pt x="711" y="1600"/>
                </a:lnTo>
                <a:lnTo>
                  <a:pt x="705" y="1621"/>
                </a:lnTo>
                <a:lnTo>
                  <a:pt x="700" y="1642"/>
                </a:lnTo>
                <a:lnTo>
                  <a:pt x="693" y="1662"/>
                </a:lnTo>
                <a:lnTo>
                  <a:pt x="687" y="1680"/>
                </a:lnTo>
                <a:lnTo>
                  <a:pt x="679" y="1699"/>
                </a:lnTo>
                <a:lnTo>
                  <a:pt x="671" y="1716"/>
                </a:lnTo>
                <a:lnTo>
                  <a:pt x="663" y="1734"/>
                </a:lnTo>
                <a:lnTo>
                  <a:pt x="655" y="1750"/>
                </a:lnTo>
                <a:lnTo>
                  <a:pt x="645" y="1766"/>
                </a:lnTo>
                <a:lnTo>
                  <a:pt x="635" y="1780"/>
                </a:lnTo>
                <a:lnTo>
                  <a:pt x="625" y="1794"/>
                </a:lnTo>
                <a:lnTo>
                  <a:pt x="615" y="1808"/>
                </a:lnTo>
                <a:lnTo>
                  <a:pt x="604" y="1820"/>
                </a:lnTo>
                <a:lnTo>
                  <a:pt x="593" y="1831"/>
                </a:lnTo>
                <a:lnTo>
                  <a:pt x="582" y="1841"/>
                </a:lnTo>
                <a:lnTo>
                  <a:pt x="569" y="1851"/>
                </a:lnTo>
                <a:lnTo>
                  <a:pt x="558" y="1859"/>
                </a:lnTo>
                <a:lnTo>
                  <a:pt x="546" y="1866"/>
                </a:lnTo>
                <a:lnTo>
                  <a:pt x="534" y="1873"/>
                </a:lnTo>
                <a:lnTo>
                  <a:pt x="520" y="1878"/>
                </a:lnTo>
                <a:lnTo>
                  <a:pt x="508" y="1882"/>
                </a:lnTo>
                <a:lnTo>
                  <a:pt x="494" y="1885"/>
                </a:lnTo>
                <a:lnTo>
                  <a:pt x="481" y="1887"/>
                </a:lnTo>
                <a:lnTo>
                  <a:pt x="467" y="1888"/>
                </a:lnTo>
                <a:lnTo>
                  <a:pt x="448" y="1887"/>
                </a:lnTo>
                <a:lnTo>
                  <a:pt x="430" y="1883"/>
                </a:lnTo>
                <a:lnTo>
                  <a:pt x="411" y="1877"/>
                </a:lnTo>
                <a:lnTo>
                  <a:pt x="393" y="1869"/>
                </a:lnTo>
                <a:lnTo>
                  <a:pt x="376" y="1859"/>
                </a:lnTo>
                <a:lnTo>
                  <a:pt x="360" y="1847"/>
                </a:lnTo>
                <a:lnTo>
                  <a:pt x="344" y="1833"/>
                </a:lnTo>
                <a:lnTo>
                  <a:pt x="327" y="1817"/>
                </a:lnTo>
                <a:lnTo>
                  <a:pt x="313" y="1800"/>
                </a:lnTo>
                <a:lnTo>
                  <a:pt x="299" y="1780"/>
                </a:lnTo>
                <a:lnTo>
                  <a:pt x="286" y="1759"/>
                </a:lnTo>
                <a:lnTo>
                  <a:pt x="273" y="1737"/>
                </a:lnTo>
                <a:lnTo>
                  <a:pt x="261" y="1714"/>
                </a:lnTo>
                <a:lnTo>
                  <a:pt x="251" y="1689"/>
                </a:lnTo>
                <a:lnTo>
                  <a:pt x="241" y="1662"/>
                </a:lnTo>
                <a:lnTo>
                  <a:pt x="232" y="1635"/>
                </a:lnTo>
                <a:lnTo>
                  <a:pt x="223" y="1615"/>
                </a:lnTo>
                <a:lnTo>
                  <a:pt x="197" y="1573"/>
                </a:lnTo>
                <a:lnTo>
                  <a:pt x="188" y="1562"/>
                </a:lnTo>
                <a:lnTo>
                  <a:pt x="179" y="1551"/>
                </a:lnTo>
                <a:lnTo>
                  <a:pt x="171" y="1541"/>
                </a:lnTo>
                <a:lnTo>
                  <a:pt x="161" y="1531"/>
                </a:lnTo>
                <a:lnTo>
                  <a:pt x="151" y="1524"/>
                </a:lnTo>
                <a:lnTo>
                  <a:pt x="141" y="1518"/>
                </a:lnTo>
                <a:lnTo>
                  <a:pt x="131" y="1514"/>
                </a:lnTo>
                <a:lnTo>
                  <a:pt x="121" y="1513"/>
                </a:lnTo>
                <a:lnTo>
                  <a:pt x="109" y="1514"/>
                </a:lnTo>
                <a:lnTo>
                  <a:pt x="97" y="1516"/>
                </a:lnTo>
                <a:lnTo>
                  <a:pt x="86" y="1521"/>
                </a:lnTo>
                <a:lnTo>
                  <a:pt x="74" y="1529"/>
                </a:lnTo>
                <a:lnTo>
                  <a:pt x="65" y="1536"/>
                </a:lnTo>
                <a:lnTo>
                  <a:pt x="55" y="1547"/>
                </a:lnTo>
                <a:lnTo>
                  <a:pt x="45" y="1558"/>
                </a:lnTo>
                <a:lnTo>
                  <a:pt x="36" y="1571"/>
                </a:lnTo>
                <a:lnTo>
                  <a:pt x="29" y="1585"/>
                </a:lnTo>
                <a:lnTo>
                  <a:pt x="21" y="1600"/>
                </a:lnTo>
                <a:lnTo>
                  <a:pt x="15" y="1618"/>
                </a:lnTo>
                <a:lnTo>
                  <a:pt x="10" y="1635"/>
                </a:lnTo>
                <a:lnTo>
                  <a:pt x="7" y="1653"/>
                </a:lnTo>
                <a:lnTo>
                  <a:pt x="3" y="1672"/>
                </a:lnTo>
                <a:lnTo>
                  <a:pt x="2" y="1693"/>
                </a:lnTo>
                <a:lnTo>
                  <a:pt x="0" y="1713"/>
                </a:lnTo>
                <a:lnTo>
                  <a:pt x="0" y="1716"/>
                </a:lnTo>
                <a:lnTo>
                  <a:pt x="0" y="1717"/>
                </a:lnTo>
                <a:lnTo>
                  <a:pt x="0" y="1717"/>
                </a:lnTo>
                <a:lnTo>
                  <a:pt x="0" y="1717"/>
                </a:lnTo>
                <a:lnTo>
                  <a:pt x="0" y="2837"/>
                </a:lnTo>
                <a:lnTo>
                  <a:pt x="9860" y="2837"/>
                </a:lnTo>
                <a:lnTo>
                  <a:pt x="9860" y="1717"/>
                </a:lnTo>
                <a:lnTo>
                  <a:pt x="9860" y="1717"/>
                </a:lnTo>
                <a:lnTo>
                  <a:pt x="9861" y="1717"/>
                </a:lnTo>
                <a:lnTo>
                  <a:pt x="9860" y="1716"/>
                </a:lnTo>
                <a:lnTo>
                  <a:pt x="9860" y="1713"/>
                </a:lnTo>
                <a:lnTo>
                  <a:pt x="9861" y="1693"/>
                </a:lnTo>
                <a:lnTo>
                  <a:pt x="9862" y="1672"/>
                </a:lnTo>
                <a:lnTo>
                  <a:pt x="9866" y="1653"/>
                </a:lnTo>
                <a:lnTo>
                  <a:pt x="9869" y="1635"/>
                </a:lnTo>
                <a:lnTo>
                  <a:pt x="9874" y="1618"/>
                </a:lnTo>
                <a:lnTo>
                  <a:pt x="9881" y="1600"/>
                </a:lnTo>
                <a:lnTo>
                  <a:pt x="9888" y="1585"/>
                </a:lnTo>
                <a:lnTo>
                  <a:pt x="9895" y="1571"/>
                </a:lnTo>
                <a:lnTo>
                  <a:pt x="9904" y="1558"/>
                </a:lnTo>
                <a:lnTo>
                  <a:pt x="9914" y="1547"/>
                </a:lnTo>
                <a:lnTo>
                  <a:pt x="9924" y="1536"/>
                </a:lnTo>
                <a:lnTo>
                  <a:pt x="9934" y="1529"/>
                </a:lnTo>
                <a:lnTo>
                  <a:pt x="9945" y="1521"/>
                </a:lnTo>
                <a:lnTo>
                  <a:pt x="9957" y="1516"/>
                </a:lnTo>
                <a:lnTo>
                  <a:pt x="9968" y="1514"/>
                </a:lnTo>
                <a:lnTo>
                  <a:pt x="9981" y="1513"/>
                </a:lnTo>
                <a:lnTo>
                  <a:pt x="9990" y="1514"/>
                </a:lnTo>
                <a:lnTo>
                  <a:pt x="10000" y="1518"/>
                </a:lnTo>
                <a:lnTo>
                  <a:pt x="10010" y="1524"/>
                </a:lnTo>
                <a:lnTo>
                  <a:pt x="10020" y="1531"/>
                </a:lnTo>
                <a:lnTo>
                  <a:pt x="10030" y="1541"/>
                </a:lnTo>
                <a:lnTo>
                  <a:pt x="10039" y="1551"/>
                </a:lnTo>
                <a:lnTo>
                  <a:pt x="10047" y="1562"/>
                </a:lnTo>
                <a:lnTo>
                  <a:pt x="10056" y="1573"/>
                </a:lnTo>
                <a:lnTo>
                  <a:pt x="10082" y="1615"/>
                </a:lnTo>
                <a:lnTo>
                  <a:pt x="10092" y="1635"/>
                </a:lnTo>
                <a:lnTo>
                  <a:pt x="10100" y="1662"/>
                </a:lnTo>
                <a:lnTo>
                  <a:pt x="10110" y="1689"/>
                </a:lnTo>
                <a:lnTo>
                  <a:pt x="10120" y="1714"/>
                </a:lnTo>
                <a:lnTo>
                  <a:pt x="10132" y="1737"/>
                </a:lnTo>
                <a:lnTo>
                  <a:pt x="10145" y="1759"/>
                </a:lnTo>
                <a:lnTo>
                  <a:pt x="10158" y="1780"/>
                </a:lnTo>
                <a:lnTo>
                  <a:pt x="10172" y="1800"/>
                </a:lnTo>
                <a:lnTo>
                  <a:pt x="10187" y="1817"/>
                </a:lnTo>
                <a:lnTo>
                  <a:pt x="10203" y="1833"/>
                </a:lnTo>
                <a:lnTo>
                  <a:pt x="10219" y="1847"/>
                </a:lnTo>
                <a:lnTo>
                  <a:pt x="10235" y="1859"/>
                </a:lnTo>
                <a:lnTo>
                  <a:pt x="10252" y="1869"/>
                </a:lnTo>
                <a:lnTo>
                  <a:pt x="10271" y="1877"/>
                </a:lnTo>
                <a:lnTo>
                  <a:pt x="10289" y="1883"/>
                </a:lnTo>
                <a:lnTo>
                  <a:pt x="10308" y="1887"/>
                </a:lnTo>
                <a:lnTo>
                  <a:pt x="10326" y="1888"/>
                </a:lnTo>
                <a:lnTo>
                  <a:pt x="10340" y="1887"/>
                </a:lnTo>
                <a:lnTo>
                  <a:pt x="10353" y="1885"/>
                </a:lnTo>
                <a:lnTo>
                  <a:pt x="10367" y="1882"/>
                </a:lnTo>
                <a:lnTo>
                  <a:pt x="10379" y="1878"/>
                </a:lnTo>
                <a:lnTo>
                  <a:pt x="10393" y="1873"/>
                </a:lnTo>
                <a:lnTo>
                  <a:pt x="10405" y="1866"/>
                </a:lnTo>
                <a:lnTo>
                  <a:pt x="10417" y="1859"/>
                </a:lnTo>
                <a:lnTo>
                  <a:pt x="10430" y="1851"/>
                </a:lnTo>
                <a:lnTo>
                  <a:pt x="10441" y="1841"/>
                </a:lnTo>
                <a:lnTo>
                  <a:pt x="10452" y="1831"/>
                </a:lnTo>
                <a:lnTo>
                  <a:pt x="10463" y="1820"/>
                </a:lnTo>
                <a:lnTo>
                  <a:pt x="10474" y="1808"/>
                </a:lnTo>
                <a:lnTo>
                  <a:pt x="10484" y="1794"/>
                </a:lnTo>
                <a:lnTo>
                  <a:pt x="10494" y="1780"/>
                </a:lnTo>
                <a:lnTo>
                  <a:pt x="10504" y="1766"/>
                </a:lnTo>
                <a:lnTo>
                  <a:pt x="10514" y="1750"/>
                </a:lnTo>
                <a:lnTo>
                  <a:pt x="10522" y="1734"/>
                </a:lnTo>
                <a:lnTo>
                  <a:pt x="10531" y="1716"/>
                </a:lnTo>
                <a:lnTo>
                  <a:pt x="10538" y="1699"/>
                </a:lnTo>
                <a:lnTo>
                  <a:pt x="10546" y="1680"/>
                </a:lnTo>
                <a:lnTo>
                  <a:pt x="10552" y="1662"/>
                </a:lnTo>
                <a:lnTo>
                  <a:pt x="10559" y="1642"/>
                </a:lnTo>
                <a:lnTo>
                  <a:pt x="10564" y="1621"/>
                </a:lnTo>
                <a:lnTo>
                  <a:pt x="10571" y="1600"/>
                </a:lnTo>
                <a:lnTo>
                  <a:pt x="10574" y="1579"/>
                </a:lnTo>
                <a:lnTo>
                  <a:pt x="10579" y="1557"/>
                </a:lnTo>
                <a:lnTo>
                  <a:pt x="10583" y="1535"/>
                </a:lnTo>
                <a:lnTo>
                  <a:pt x="10585" y="1513"/>
                </a:lnTo>
                <a:lnTo>
                  <a:pt x="10588" y="1489"/>
                </a:lnTo>
                <a:lnTo>
                  <a:pt x="10589" y="1466"/>
                </a:lnTo>
                <a:lnTo>
                  <a:pt x="10590" y="1442"/>
                </a:lnTo>
                <a:lnTo>
                  <a:pt x="10590" y="1418"/>
                </a:lnTo>
                <a:lnTo>
                  <a:pt x="10590" y="1394"/>
                </a:lnTo>
                <a:lnTo>
                  <a:pt x="10589" y="1371"/>
                </a:lnTo>
                <a:lnTo>
                  <a:pt x="10588" y="1347"/>
                </a:lnTo>
                <a:lnTo>
                  <a:pt x="10585" y="1324"/>
                </a:lnTo>
                <a:lnTo>
                  <a:pt x="10583" y="1300"/>
                </a:lnTo>
                <a:lnTo>
                  <a:pt x="10579" y="1278"/>
                </a:lnTo>
                <a:lnTo>
                  <a:pt x="10574" y="1257"/>
                </a:lnTo>
                <a:lnTo>
                  <a:pt x="10571" y="1235"/>
                </a:lnTo>
                <a:lnTo>
                  <a:pt x="10564" y="1215"/>
                </a:lnTo>
                <a:lnTo>
                  <a:pt x="10559" y="1194"/>
                </a:lnTo>
                <a:lnTo>
                  <a:pt x="10552" y="1175"/>
                </a:lnTo>
                <a:lnTo>
                  <a:pt x="10546" y="1156"/>
                </a:lnTo>
                <a:lnTo>
                  <a:pt x="10538" y="1138"/>
                </a:lnTo>
                <a:lnTo>
                  <a:pt x="10531" y="1120"/>
                </a:lnTo>
                <a:lnTo>
                  <a:pt x="10522" y="1103"/>
                </a:lnTo>
                <a:lnTo>
                  <a:pt x="10514" y="1087"/>
                </a:lnTo>
                <a:lnTo>
                  <a:pt x="10504" y="1071"/>
                </a:lnTo>
                <a:lnTo>
                  <a:pt x="10494" y="1056"/>
                </a:lnTo>
                <a:lnTo>
                  <a:pt x="10484" y="1042"/>
                </a:lnTo>
                <a:lnTo>
                  <a:pt x="10474" y="1029"/>
                </a:lnTo>
                <a:lnTo>
                  <a:pt x="10463" y="1017"/>
                </a:lnTo>
                <a:lnTo>
                  <a:pt x="10452" y="1005"/>
                </a:lnTo>
                <a:lnTo>
                  <a:pt x="10441" y="996"/>
                </a:lnTo>
                <a:lnTo>
                  <a:pt x="10430" y="986"/>
                </a:lnTo>
                <a:lnTo>
                  <a:pt x="10417" y="977"/>
                </a:lnTo>
                <a:lnTo>
                  <a:pt x="10405" y="970"/>
                </a:lnTo>
                <a:lnTo>
                  <a:pt x="10393" y="964"/>
                </a:lnTo>
                <a:lnTo>
                  <a:pt x="10379" y="959"/>
                </a:lnTo>
                <a:lnTo>
                  <a:pt x="10367" y="955"/>
                </a:lnTo>
                <a:lnTo>
                  <a:pt x="10353" y="951"/>
                </a:lnTo>
                <a:lnTo>
                  <a:pt x="10340" y="950"/>
                </a:lnTo>
                <a:lnTo>
                  <a:pt x="10326" y="949"/>
                </a:lnTo>
                <a:close/>
              </a:path>
            </a:pathLst>
          </a:custGeom>
          <a:noFill/>
          <a:ln w="7">
            <a:solidFill>
              <a:srgbClr val="FFFFFF"/>
            </a:solidFill>
            <a:prstDash val="solid"/>
            <a:round/>
          </a:ln>
        </p:spPr>
        <p:txBody>
          <a:bodyPr vert="horz" wrap="square" lIns="91443" tIns="45721" rIns="91443" bIns="45721" numCol="1" anchor="t" anchorCtr="0" compatLnSpc="1"/>
          <a:lstStyle/>
          <a:p>
            <a:endParaRPr lang="en-US"/>
          </a:p>
        </p:txBody>
      </p:sp>
      <p:sp>
        <p:nvSpPr>
          <p:cNvPr id="14" name="Freeform 14"/>
          <p:cNvSpPr/>
          <p:nvPr/>
        </p:nvSpPr>
        <p:spPr bwMode="auto">
          <a:xfrm>
            <a:off x="7896276" y="1718072"/>
            <a:ext cx="2246406" cy="4445186"/>
          </a:xfrm>
          <a:custGeom>
            <a:avLst/>
            <a:gdLst/>
            <a:ahLst/>
            <a:cxnLst>
              <a:cxn ang="0">
                <a:pos x="737" y="1632"/>
              </a:cxn>
              <a:cxn ang="0">
                <a:pos x="795" y="1750"/>
              </a:cxn>
              <a:cxn ang="0">
                <a:pos x="880" y="1762"/>
              </a:cxn>
              <a:cxn ang="0">
                <a:pos x="971" y="1620"/>
              </a:cxn>
              <a:cxn ang="0">
                <a:pos x="1074" y="1450"/>
              </a:cxn>
              <a:cxn ang="0">
                <a:pos x="1211" y="1397"/>
              </a:cxn>
              <a:cxn ang="0">
                <a:pos x="1312" y="1442"/>
              </a:cxn>
              <a:cxn ang="0">
                <a:pos x="1392" y="1550"/>
              </a:cxn>
              <a:cxn ang="0">
                <a:pos x="1445" y="1704"/>
              </a:cxn>
              <a:cxn ang="0">
                <a:pos x="1461" y="1889"/>
              </a:cxn>
              <a:cxn ang="0">
                <a:pos x="1435" y="2069"/>
              </a:cxn>
              <a:cxn ang="0">
                <a:pos x="1375" y="2212"/>
              </a:cxn>
              <a:cxn ang="0">
                <a:pos x="1287" y="2306"/>
              </a:cxn>
              <a:cxn ang="0">
                <a:pos x="1177" y="2333"/>
              </a:cxn>
              <a:cxn ang="0">
                <a:pos x="1043" y="2247"/>
              </a:cxn>
              <a:cxn ang="0">
                <a:pos x="952" y="2063"/>
              </a:cxn>
              <a:cxn ang="0">
                <a:pos x="861" y="1961"/>
              </a:cxn>
              <a:cxn ang="0">
                <a:pos x="775" y="2005"/>
              </a:cxn>
              <a:cxn ang="0">
                <a:pos x="732" y="2140"/>
              </a:cxn>
              <a:cxn ang="0">
                <a:pos x="731" y="5749"/>
              </a:cxn>
              <a:cxn ang="0">
                <a:pos x="716" y="5849"/>
              </a:cxn>
              <a:cxn ang="0">
                <a:pos x="645" y="5945"/>
              </a:cxn>
              <a:cxn ang="0">
                <a:pos x="560" y="5927"/>
              </a:cxn>
              <a:cxn ang="0">
                <a:pos x="470" y="5753"/>
              </a:cxn>
              <a:cxn ang="0">
                <a:pos x="355" y="5608"/>
              </a:cxn>
              <a:cxn ang="0">
                <a:pos x="223" y="5585"/>
              </a:cxn>
              <a:cxn ang="0">
                <a:pos x="127" y="5648"/>
              </a:cxn>
              <a:cxn ang="0">
                <a:pos x="52" y="5767"/>
              </a:cxn>
              <a:cxn ang="0">
                <a:pos x="7" y="5932"/>
              </a:cxn>
              <a:cxn ang="0">
                <a:pos x="2" y="6120"/>
              </a:cxn>
              <a:cxn ang="0">
                <a:pos x="38" y="6292"/>
              </a:cxn>
              <a:cxn ang="0">
                <a:pos x="106" y="6424"/>
              </a:cxn>
              <a:cxn ang="0">
                <a:pos x="197" y="6503"/>
              </a:cxn>
              <a:cxn ang="0">
                <a:pos x="320" y="6507"/>
              </a:cxn>
              <a:cxn ang="0">
                <a:pos x="445" y="6391"/>
              </a:cxn>
              <a:cxn ang="0">
                <a:pos x="544" y="6192"/>
              </a:cxn>
              <a:cxn ang="0">
                <a:pos x="622" y="6141"/>
              </a:cxn>
              <a:cxn ang="0">
                <a:pos x="702" y="6214"/>
              </a:cxn>
              <a:cxn ang="0">
                <a:pos x="731" y="6345"/>
              </a:cxn>
              <a:cxn ang="0">
                <a:pos x="731" y="9487"/>
              </a:cxn>
              <a:cxn ang="0">
                <a:pos x="759" y="9616"/>
              </a:cxn>
              <a:cxn ang="0">
                <a:pos x="839" y="9689"/>
              </a:cxn>
              <a:cxn ang="0">
                <a:pos x="918" y="9638"/>
              </a:cxn>
              <a:cxn ang="0">
                <a:pos x="1017" y="9440"/>
              </a:cxn>
              <a:cxn ang="0">
                <a:pos x="1142" y="9324"/>
              </a:cxn>
              <a:cxn ang="0">
                <a:pos x="1264" y="9328"/>
              </a:cxn>
              <a:cxn ang="0">
                <a:pos x="1355" y="9406"/>
              </a:cxn>
              <a:cxn ang="0">
                <a:pos x="1424" y="9539"/>
              </a:cxn>
              <a:cxn ang="0">
                <a:pos x="1459" y="9711"/>
              </a:cxn>
              <a:cxn ang="0">
                <a:pos x="1454" y="9899"/>
              </a:cxn>
              <a:cxn ang="0">
                <a:pos x="1409" y="10063"/>
              </a:cxn>
              <a:cxn ang="0">
                <a:pos x="1334" y="10184"/>
              </a:cxn>
              <a:cxn ang="0">
                <a:pos x="1238" y="10246"/>
              </a:cxn>
              <a:cxn ang="0">
                <a:pos x="1107" y="10223"/>
              </a:cxn>
              <a:cxn ang="0">
                <a:pos x="992" y="10078"/>
              </a:cxn>
              <a:cxn ang="0">
                <a:pos x="901" y="9905"/>
              </a:cxn>
              <a:cxn ang="0">
                <a:pos x="816" y="9885"/>
              </a:cxn>
              <a:cxn ang="0">
                <a:pos x="745" y="9983"/>
              </a:cxn>
              <a:cxn ang="0">
                <a:pos x="731" y="10081"/>
              </a:cxn>
            </a:cxnLst>
            <a:rect l="0" t="0" r="r" b="b"/>
            <a:pathLst>
              <a:path w="5660" h="11201">
                <a:moveTo>
                  <a:pt x="731" y="0"/>
                </a:moveTo>
                <a:lnTo>
                  <a:pt x="731" y="1568"/>
                </a:lnTo>
                <a:lnTo>
                  <a:pt x="731" y="1568"/>
                </a:lnTo>
                <a:lnTo>
                  <a:pt x="731" y="1569"/>
                </a:lnTo>
                <a:lnTo>
                  <a:pt x="731" y="1573"/>
                </a:lnTo>
                <a:lnTo>
                  <a:pt x="732" y="1594"/>
                </a:lnTo>
                <a:lnTo>
                  <a:pt x="733" y="1614"/>
                </a:lnTo>
                <a:lnTo>
                  <a:pt x="737" y="1632"/>
                </a:lnTo>
                <a:lnTo>
                  <a:pt x="740" y="1651"/>
                </a:lnTo>
                <a:lnTo>
                  <a:pt x="745" y="1669"/>
                </a:lnTo>
                <a:lnTo>
                  <a:pt x="752" y="1685"/>
                </a:lnTo>
                <a:lnTo>
                  <a:pt x="759" y="1700"/>
                </a:lnTo>
                <a:lnTo>
                  <a:pt x="766" y="1715"/>
                </a:lnTo>
                <a:lnTo>
                  <a:pt x="775" y="1727"/>
                </a:lnTo>
                <a:lnTo>
                  <a:pt x="785" y="1740"/>
                </a:lnTo>
                <a:lnTo>
                  <a:pt x="795" y="1750"/>
                </a:lnTo>
                <a:lnTo>
                  <a:pt x="805" y="1758"/>
                </a:lnTo>
                <a:lnTo>
                  <a:pt x="816" y="1764"/>
                </a:lnTo>
                <a:lnTo>
                  <a:pt x="827" y="1769"/>
                </a:lnTo>
                <a:lnTo>
                  <a:pt x="839" y="1772"/>
                </a:lnTo>
                <a:lnTo>
                  <a:pt x="852" y="1773"/>
                </a:lnTo>
                <a:lnTo>
                  <a:pt x="860" y="1772"/>
                </a:lnTo>
                <a:lnTo>
                  <a:pt x="870" y="1768"/>
                </a:lnTo>
                <a:lnTo>
                  <a:pt x="880" y="1762"/>
                </a:lnTo>
                <a:lnTo>
                  <a:pt x="890" y="1753"/>
                </a:lnTo>
                <a:lnTo>
                  <a:pt x="898" y="1745"/>
                </a:lnTo>
                <a:lnTo>
                  <a:pt x="908" y="1734"/>
                </a:lnTo>
                <a:lnTo>
                  <a:pt x="917" y="1722"/>
                </a:lnTo>
                <a:lnTo>
                  <a:pt x="926" y="1710"/>
                </a:lnTo>
                <a:lnTo>
                  <a:pt x="952" y="1667"/>
                </a:lnTo>
                <a:lnTo>
                  <a:pt x="963" y="1647"/>
                </a:lnTo>
                <a:lnTo>
                  <a:pt x="971" y="1620"/>
                </a:lnTo>
                <a:lnTo>
                  <a:pt x="981" y="1594"/>
                </a:lnTo>
                <a:lnTo>
                  <a:pt x="992" y="1569"/>
                </a:lnTo>
                <a:lnTo>
                  <a:pt x="1003" y="1545"/>
                </a:lnTo>
                <a:lnTo>
                  <a:pt x="1016" y="1523"/>
                </a:lnTo>
                <a:lnTo>
                  <a:pt x="1029" y="1503"/>
                </a:lnTo>
                <a:lnTo>
                  <a:pt x="1043" y="1483"/>
                </a:lnTo>
                <a:lnTo>
                  <a:pt x="1058" y="1466"/>
                </a:lnTo>
                <a:lnTo>
                  <a:pt x="1074" y="1450"/>
                </a:lnTo>
                <a:lnTo>
                  <a:pt x="1090" y="1436"/>
                </a:lnTo>
                <a:lnTo>
                  <a:pt x="1106" y="1425"/>
                </a:lnTo>
                <a:lnTo>
                  <a:pt x="1123" y="1414"/>
                </a:lnTo>
                <a:lnTo>
                  <a:pt x="1142" y="1407"/>
                </a:lnTo>
                <a:lnTo>
                  <a:pt x="1159" y="1400"/>
                </a:lnTo>
                <a:lnTo>
                  <a:pt x="1177" y="1398"/>
                </a:lnTo>
                <a:lnTo>
                  <a:pt x="1197" y="1397"/>
                </a:lnTo>
                <a:lnTo>
                  <a:pt x="1211" y="1397"/>
                </a:lnTo>
                <a:lnTo>
                  <a:pt x="1224" y="1399"/>
                </a:lnTo>
                <a:lnTo>
                  <a:pt x="1237" y="1402"/>
                </a:lnTo>
                <a:lnTo>
                  <a:pt x="1250" y="1405"/>
                </a:lnTo>
                <a:lnTo>
                  <a:pt x="1263" y="1411"/>
                </a:lnTo>
                <a:lnTo>
                  <a:pt x="1276" y="1418"/>
                </a:lnTo>
                <a:lnTo>
                  <a:pt x="1287" y="1425"/>
                </a:lnTo>
                <a:lnTo>
                  <a:pt x="1300" y="1434"/>
                </a:lnTo>
                <a:lnTo>
                  <a:pt x="1312" y="1442"/>
                </a:lnTo>
                <a:lnTo>
                  <a:pt x="1323" y="1453"/>
                </a:lnTo>
                <a:lnTo>
                  <a:pt x="1334" y="1465"/>
                </a:lnTo>
                <a:lnTo>
                  <a:pt x="1345" y="1477"/>
                </a:lnTo>
                <a:lnTo>
                  <a:pt x="1355" y="1489"/>
                </a:lnTo>
                <a:lnTo>
                  <a:pt x="1365" y="1503"/>
                </a:lnTo>
                <a:lnTo>
                  <a:pt x="1375" y="1518"/>
                </a:lnTo>
                <a:lnTo>
                  <a:pt x="1384" y="1534"/>
                </a:lnTo>
                <a:lnTo>
                  <a:pt x="1392" y="1550"/>
                </a:lnTo>
                <a:lnTo>
                  <a:pt x="1401" y="1567"/>
                </a:lnTo>
                <a:lnTo>
                  <a:pt x="1409" y="1584"/>
                </a:lnTo>
                <a:lnTo>
                  <a:pt x="1417" y="1603"/>
                </a:lnTo>
                <a:lnTo>
                  <a:pt x="1423" y="1623"/>
                </a:lnTo>
                <a:lnTo>
                  <a:pt x="1429" y="1642"/>
                </a:lnTo>
                <a:lnTo>
                  <a:pt x="1435" y="1662"/>
                </a:lnTo>
                <a:lnTo>
                  <a:pt x="1440" y="1683"/>
                </a:lnTo>
                <a:lnTo>
                  <a:pt x="1445" y="1704"/>
                </a:lnTo>
                <a:lnTo>
                  <a:pt x="1450" y="1726"/>
                </a:lnTo>
                <a:lnTo>
                  <a:pt x="1453" y="1748"/>
                </a:lnTo>
                <a:lnTo>
                  <a:pt x="1456" y="1771"/>
                </a:lnTo>
                <a:lnTo>
                  <a:pt x="1459" y="1794"/>
                </a:lnTo>
                <a:lnTo>
                  <a:pt x="1460" y="1817"/>
                </a:lnTo>
                <a:lnTo>
                  <a:pt x="1461" y="1841"/>
                </a:lnTo>
                <a:lnTo>
                  <a:pt x="1461" y="1866"/>
                </a:lnTo>
                <a:lnTo>
                  <a:pt x="1461" y="1889"/>
                </a:lnTo>
                <a:lnTo>
                  <a:pt x="1460" y="1914"/>
                </a:lnTo>
                <a:lnTo>
                  <a:pt x="1459" y="1937"/>
                </a:lnTo>
                <a:lnTo>
                  <a:pt x="1456" y="1959"/>
                </a:lnTo>
                <a:lnTo>
                  <a:pt x="1453" y="1983"/>
                </a:lnTo>
                <a:lnTo>
                  <a:pt x="1450" y="2005"/>
                </a:lnTo>
                <a:lnTo>
                  <a:pt x="1445" y="2027"/>
                </a:lnTo>
                <a:lnTo>
                  <a:pt x="1440" y="2048"/>
                </a:lnTo>
                <a:lnTo>
                  <a:pt x="1435" y="2069"/>
                </a:lnTo>
                <a:lnTo>
                  <a:pt x="1429" y="2089"/>
                </a:lnTo>
                <a:lnTo>
                  <a:pt x="1423" y="2109"/>
                </a:lnTo>
                <a:lnTo>
                  <a:pt x="1417" y="2127"/>
                </a:lnTo>
                <a:lnTo>
                  <a:pt x="1409" y="2146"/>
                </a:lnTo>
                <a:lnTo>
                  <a:pt x="1401" y="2164"/>
                </a:lnTo>
                <a:lnTo>
                  <a:pt x="1392" y="2180"/>
                </a:lnTo>
                <a:lnTo>
                  <a:pt x="1384" y="2198"/>
                </a:lnTo>
                <a:lnTo>
                  <a:pt x="1375" y="2212"/>
                </a:lnTo>
                <a:lnTo>
                  <a:pt x="1365" y="2227"/>
                </a:lnTo>
                <a:lnTo>
                  <a:pt x="1355" y="2241"/>
                </a:lnTo>
                <a:lnTo>
                  <a:pt x="1345" y="2254"/>
                </a:lnTo>
                <a:lnTo>
                  <a:pt x="1334" y="2267"/>
                </a:lnTo>
                <a:lnTo>
                  <a:pt x="1323" y="2278"/>
                </a:lnTo>
                <a:lnTo>
                  <a:pt x="1312" y="2288"/>
                </a:lnTo>
                <a:lnTo>
                  <a:pt x="1300" y="2297"/>
                </a:lnTo>
                <a:lnTo>
                  <a:pt x="1287" y="2306"/>
                </a:lnTo>
                <a:lnTo>
                  <a:pt x="1276" y="2314"/>
                </a:lnTo>
                <a:lnTo>
                  <a:pt x="1263" y="2320"/>
                </a:lnTo>
                <a:lnTo>
                  <a:pt x="1250" y="2325"/>
                </a:lnTo>
                <a:lnTo>
                  <a:pt x="1237" y="2330"/>
                </a:lnTo>
                <a:lnTo>
                  <a:pt x="1224" y="2332"/>
                </a:lnTo>
                <a:lnTo>
                  <a:pt x="1211" y="2333"/>
                </a:lnTo>
                <a:lnTo>
                  <a:pt x="1197" y="2335"/>
                </a:lnTo>
                <a:lnTo>
                  <a:pt x="1177" y="2333"/>
                </a:lnTo>
                <a:lnTo>
                  <a:pt x="1159" y="2330"/>
                </a:lnTo>
                <a:lnTo>
                  <a:pt x="1142" y="2325"/>
                </a:lnTo>
                <a:lnTo>
                  <a:pt x="1123" y="2316"/>
                </a:lnTo>
                <a:lnTo>
                  <a:pt x="1106" y="2306"/>
                </a:lnTo>
                <a:lnTo>
                  <a:pt x="1090" y="2294"/>
                </a:lnTo>
                <a:lnTo>
                  <a:pt x="1074" y="2280"/>
                </a:lnTo>
                <a:lnTo>
                  <a:pt x="1058" y="2264"/>
                </a:lnTo>
                <a:lnTo>
                  <a:pt x="1043" y="2247"/>
                </a:lnTo>
                <a:lnTo>
                  <a:pt x="1029" y="2227"/>
                </a:lnTo>
                <a:lnTo>
                  <a:pt x="1016" y="2207"/>
                </a:lnTo>
                <a:lnTo>
                  <a:pt x="1003" y="2185"/>
                </a:lnTo>
                <a:lnTo>
                  <a:pt x="991" y="2161"/>
                </a:lnTo>
                <a:lnTo>
                  <a:pt x="980" y="2136"/>
                </a:lnTo>
                <a:lnTo>
                  <a:pt x="971" y="2110"/>
                </a:lnTo>
                <a:lnTo>
                  <a:pt x="961" y="2082"/>
                </a:lnTo>
                <a:lnTo>
                  <a:pt x="952" y="2063"/>
                </a:lnTo>
                <a:lnTo>
                  <a:pt x="927" y="2021"/>
                </a:lnTo>
                <a:lnTo>
                  <a:pt x="918" y="2009"/>
                </a:lnTo>
                <a:lnTo>
                  <a:pt x="910" y="1998"/>
                </a:lnTo>
                <a:lnTo>
                  <a:pt x="901" y="1988"/>
                </a:lnTo>
                <a:lnTo>
                  <a:pt x="891" y="1978"/>
                </a:lnTo>
                <a:lnTo>
                  <a:pt x="881" y="1970"/>
                </a:lnTo>
                <a:lnTo>
                  <a:pt x="871" y="1964"/>
                </a:lnTo>
                <a:lnTo>
                  <a:pt x="861" y="1961"/>
                </a:lnTo>
                <a:lnTo>
                  <a:pt x="852" y="1959"/>
                </a:lnTo>
                <a:lnTo>
                  <a:pt x="839" y="1961"/>
                </a:lnTo>
                <a:lnTo>
                  <a:pt x="827" y="1963"/>
                </a:lnTo>
                <a:lnTo>
                  <a:pt x="816" y="1968"/>
                </a:lnTo>
                <a:lnTo>
                  <a:pt x="805" y="1975"/>
                </a:lnTo>
                <a:lnTo>
                  <a:pt x="795" y="1984"/>
                </a:lnTo>
                <a:lnTo>
                  <a:pt x="785" y="1994"/>
                </a:lnTo>
                <a:lnTo>
                  <a:pt x="775" y="2005"/>
                </a:lnTo>
                <a:lnTo>
                  <a:pt x="766" y="2019"/>
                </a:lnTo>
                <a:lnTo>
                  <a:pt x="759" y="2032"/>
                </a:lnTo>
                <a:lnTo>
                  <a:pt x="752" y="2048"/>
                </a:lnTo>
                <a:lnTo>
                  <a:pt x="745" y="2064"/>
                </a:lnTo>
                <a:lnTo>
                  <a:pt x="740" y="2082"/>
                </a:lnTo>
                <a:lnTo>
                  <a:pt x="737" y="2100"/>
                </a:lnTo>
                <a:lnTo>
                  <a:pt x="733" y="2119"/>
                </a:lnTo>
                <a:lnTo>
                  <a:pt x="732" y="2140"/>
                </a:lnTo>
                <a:lnTo>
                  <a:pt x="731" y="2159"/>
                </a:lnTo>
                <a:lnTo>
                  <a:pt x="731" y="2164"/>
                </a:lnTo>
                <a:lnTo>
                  <a:pt x="731" y="2164"/>
                </a:lnTo>
                <a:lnTo>
                  <a:pt x="731" y="2164"/>
                </a:lnTo>
                <a:lnTo>
                  <a:pt x="731" y="2164"/>
                </a:lnTo>
                <a:lnTo>
                  <a:pt x="731" y="5568"/>
                </a:lnTo>
                <a:lnTo>
                  <a:pt x="731" y="5749"/>
                </a:lnTo>
                <a:lnTo>
                  <a:pt x="731" y="5749"/>
                </a:lnTo>
                <a:lnTo>
                  <a:pt x="731" y="5749"/>
                </a:lnTo>
                <a:lnTo>
                  <a:pt x="731" y="5750"/>
                </a:lnTo>
                <a:lnTo>
                  <a:pt x="731" y="5751"/>
                </a:lnTo>
                <a:lnTo>
                  <a:pt x="729" y="5772"/>
                </a:lnTo>
                <a:lnTo>
                  <a:pt x="728" y="5792"/>
                </a:lnTo>
                <a:lnTo>
                  <a:pt x="724" y="5812"/>
                </a:lnTo>
                <a:lnTo>
                  <a:pt x="721" y="5830"/>
                </a:lnTo>
                <a:lnTo>
                  <a:pt x="716" y="5849"/>
                </a:lnTo>
                <a:lnTo>
                  <a:pt x="710" y="5865"/>
                </a:lnTo>
                <a:lnTo>
                  <a:pt x="702" y="5881"/>
                </a:lnTo>
                <a:lnTo>
                  <a:pt x="695" y="5895"/>
                </a:lnTo>
                <a:lnTo>
                  <a:pt x="686" y="5908"/>
                </a:lnTo>
                <a:lnTo>
                  <a:pt x="678" y="5919"/>
                </a:lnTo>
                <a:lnTo>
                  <a:pt x="668" y="5930"/>
                </a:lnTo>
                <a:lnTo>
                  <a:pt x="657" y="5938"/>
                </a:lnTo>
                <a:lnTo>
                  <a:pt x="645" y="5945"/>
                </a:lnTo>
                <a:lnTo>
                  <a:pt x="634" y="5950"/>
                </a:lnTo>
                <a:lnTo>
                  <a:pt x="622" y="5954"/>
                </a:lnTo>
                <a:lnTo>
                  <a:pt x="610" y="5954"/>
                </a:lnTo>
                <a:lnTo>
                  <a:pt x="600" y="5953"/>
                </a:lnTo>
                <a:lnTo>
                  <a:pt x="590" y="5949"/>
                </a:lnTo>
                <a:lnTo>
                  <a:pt x="580" y="5943"/>
                </a:lnTo>
                <a:lnTo>
                  <a:pt x="570" y="5935"/>
                </a:lnTo>
                <a:lnTo>
                  <a:pt x="560" y="5927"/>
                </a:lnTo>
                <a:lnTo>
                  <a:pt x="552" y="5916"/>
                </a:lnTo>
                <a:lnTo>
                  <a:pt x="543" y="5904"/>
                </a:lnTo>
                <a:lnTo>
                  <a:pt x="534" y="5893"/>
                </a:lnTo>
                <a:lnTo>
                  <a:pt x="508" y="5851"/>
                </a:lnTo>
                <a:lnTo>
                  <a:pt x="499" y="5832"/>
                </a:lnTo>
                <a:lnTo>
                  <a:pt x="490" y="5804"/>
                </a:lnTo>
                <a:lnTo>
                  <a:pt x="480" y="5779"/>
                </a:lnTo>
                <a:lnTo>
                  <a:pt x="470" y="5753"/>
                </a:lnTo>
                <a:lnTo>
                  <a:pt x="458" y="5729"/>
                </a:lnTo>
                <a:lnTo>
                  <a:pt x="445" y="5707"/>
                </a:lnTo>
                <a:lnTo>
                  <a:pt x="432" y="5686"/>
                </a:lnTo>
                <a:lnTo>
                  <a:pt x="418" y="5668"/>
                </a:lnTo>
                <a:lnTo>
                  <a:pt x="404" y="5649"/>
                </a:lnTo>
                <a:lnTo>
                  <a:pt x="387" y="5634"/>
                </a:lnTo>
                <a:lnTo>
                  <a:pt x="371" y="5619"/>
                </a:lnTo>
                <a:lnTo>
                  <a:pt x="355" y="5608"/>
                </a:lnTo>
                <a:lnTo>
                  <a:pt x="338" y="5597"/>
                </a:lnTo>
                <a:lnTo>
                  <a:pt x="320" y="5590"/>
                </a:lnTo>
                <a:lnTo>
                  <a:pt x="301" y="5584"/>
                </a:lnTo>
                <a:lnTo>
                  <a:pt x="283" y="5581"/>
                </a:lnTo>
                <a:lnTo>
                  <a:pt x="264" y="5580"/>
                </a:lnTo>
                <a:lnTo>
                  <a:pt x="250" y="5580"/>
                </a:lnTo>
                <a:lnTo>
                  <a:pt x="237" y="5582"/>
                </a:lnTo>
                <a:lnTo>
                  <a:pt x="223" y="5585"/>
                </a:lnTo>
                <a:lnTo>
                  <a:pt x="211" y="5589"/>
                </a:lnTo>
                <a:lnTo>
                  <a:pt x="197" y="5595"/>
                </a:lnTo>
                <a:lnTo>
                  <a:pt x="185" y="5601"/>
                </a:lnTo>
                <a:lnTo>
                  <a:pt x="173" y="5608"/>
                </a:lnTo>
                <a:lnTo>
                  <a:pt x="162" y="5616"/>
                </a:lnTo>
                <a:lnTo>
                  <a:pt x="149" y="5626"/>
                </a:lnTo>
                <a:lnTo>
                  <a:pt x="138" y="5635"/>
                </a:lnTo>
                <a:lnTo>
                  <a:pt x="127" y="5648"/>
                </a:lnTo>
                <a:lnTo>
                  <a:pt x="116" y="5660"/>
                </a:lnTo>
                <a:lnTo>
                  <a:pt x="106" y="5672"/>
                </a:lnTo>
                <a:lnTo>
                  <a:pt x="96" y="5686"/>
                </a:lnTo>
                <a:lnTo>
                  <a:pt x="86" y="5701"/>
                </a:lnTo>
                <a:lnTo>
                  <a:pt x="76" y="5717"/>
                </a:lnTo>
                <a:lnTo>
                  <a:pt x="68" y="5733"/>
                </a:lnTo>
                <a:lnTo>
                  <a:pt x="60" y="5750"/>
                </a:lnTo>
                <a:lnTo>
                  <a:pt x="52" y="5767"/>
                </a:lnTo>
                <a:lnTo>
                  <a:pt x="44" y="5786"/>
                </a:lnTo>
                <a:lnTo>
                  <a:pt x="38" y="5806"/>
                </a:lnTo>
                <a:lnTo>
                  <a:pt x="31" y="5825"/>
                </a:lnTo>
                <a:lnTo>
                  <a:pt x="26" y="5845"/>
                </a:lnTo>
                <a:lnTo>
                  <a:pt x="20" y="5866"/>
                </a:lnTo>
                <a:lnTo>
                  <a:pt x="16" y="5887"/>
                </a:lnTo>
                <a:lnTo>
                  <a:pt x="11" y="5909"/>
                </a:lnTo>
                <a:lnTo>
                  <a:pt x="7" y="5932"/>
                </a:lnTo>
                <a:lnTo>
                  <a:pt x="5" y="5954"/>
                </a:lnTo>
                <a:lnTo>
                  <a:pt x="2" y="5977"/>
                </a:lnTo>
                <a:lnTo>
                  <a:pt x="1" y="6001"/>
                </a:lnTo>
                <a:lnTo>
                  <a:pt x="0" y="6024"/>
                </a:lnTo>
                <a:lnTo>
                  <a:pt x="0" y="6049"/>
                </a:lnTo>
                <a:lnTo>
                  <a:pt x="0" y="6072"/>
                </a:lnTo>
                <a:lnTo>
                  <a:pt x="1" y="6097"/>
                </a:lnTo>
                <a:lnTo>
                  <a:pt x="2" y="6120"/>
                </a:lnTo>
                <a:lnTo>
                  <a:pt x="5" y="6143"/>
                </a:lnTo>
                <a:lnTo>
                  <a:pt x="7" y="6166"/>
                </a:lnTo>
                <a:lnTo>
                  <a:pt x="11" y="6188"/>
                </a:lnTo>
                <a:lnTo>
                  <a:pt x="16" y="6209"/>
                </a:lnTo>
                <a:lnTo>
                  <a:pt x="20" y="6231"/>
                </a:lnTo>
                <a:lnTo>
                  <a:pt x="26" y="6252"/>
                </a:lnTo>
                <a:lnTo>
                  <a:pt x="31" y="6272"/>
                </a:lnTo>
                <a:lnTo>
                  <a:pt x="38" y="6292"/>
                </a:lnTo>
                <a:lnTo>
                  <a:pt x="44" y="6310"/>
                </a:lnTo>
                <a:lnTo>
                  <a:pt x="52" y="6329"/>
                </a:lnTo>
                <a:lnTo>
                  <a:pt x="60" y="6347"/>
                </a:lnTo>
                <a:lnTo>
                  <a:pt x="68" y="6363"/>
                </a:lnTo>
                <a:lnTo>
                  <a:pt x="76" y="6381"/>
                </a:lnTo>
                <a:lnTo>
                  <a:pt x="86" y="6396"/>
                </a:lnTo>
                <a:lnTo>
                  <a:pt x="96" y="6410"/>
                </a:lnTo>
                <a:lnTo>
                  <a:pt x="106" y="6424"/>
                </a:lnTo>
                <a:lnTo>
                  <a:pt x="116" y="6438"/>
                </a:lnTo>
                <a:lnTo>
                  <a:pt x="127" y="6450"/>
                </a:lnTo>
                <a:lnTo>
                  <a:pt x="138" y="6461"/>
                </a:lnTo>
                <a:lnTo>
                  <a:pt x="149" y="6471"/>
                </a:lnTo>
                <a:lnTo>
                  <a:pt x="162" y="6481"/>
                </a:lnTo>
                <a:lnTo>
                  <a:pt x="173" y="6489"/>
                </a:lnTo>
                <a:lnTo>
                  <a:pt x="185" y="6497"/>
                </a:lnTo>
                <a:lnTo>
                  <a:pt x="197" y="6503"/>
                </a:lnTo>
                <a:lnTo>
                  <a:pt x="211" y="6508"/>
                </a:lnTo>
                <a:lnTo>
                  <a:pt x="223" y="6513"/>
                </a:lnTo>
                <a:lnTo>
                  <a:pt x="237" y="6515"/>
                </a:lnTo>
                <a:lnTo>
                  <a:pt x="250" y="6516"/>
                </a:lnTo>
                <a:lnTo>
                  <a:pt x="264" y="6518"/>
                </a:lnTo>
                <a:lnTo>
                  <a:pt x="283" y="6516"/>
                </a:lnTo>
                <a:lnTo>
                  <a:pt x="301" y="6513"/>
                </a:lnTo>
                <a:lnTo>
                  <a:pt x="320" y="6507"/>
                </a:lnTo>
                <a:lnTo>
                  <a:pt x="337" y="6499"/>
                </a:lnTo>
                <a:lnTo>
                  <a:pt x="354" y="6489"/>
                </a:lnTo>
                <a:lnTo>
                  <a:pt x="371" y="6477"/>
                </a:lnTo>
                <a:lnTo>
                  <a:pt x="387" y="6463"/>
                </a:lnTo>
                <a:lnTo>
                  <a:pt x="402" y="6447"/>
                </a:lnTo>
                <a:lnTo>
                  <a:pt x="417" y="6430"/>
                </a:lnTo>
                <a:lnTo>
                  <a:pt x="432" y="6412"/>
                </a:lnTo>
                <a:lnTo>
                  <a:pt x="445" y="6391"/>
                </a:lnTo>
                <a:lnTo>
                  <a:pt x="458" y="6368"/>
                </a:lnTo>
                <a:lnTo>
                  <a:pt x="469" y="6345"/>
                </a:lnTo>
                <a:lnTo>
                  <a:pt x="480" y="6320"/>
                </a:lnTo>
                <a:lnTo>
                  <a:pt x="490" y="6293"/>
                </a:lnTo>
                <a:lnTo>
                  <a:pt x="499" y="6266"/>
                </a:lnTo>
                <a:lnTo>
                  <a:pt x="508" y="6246"/>
                </a:lnTo>
                <a:lnTo>
                  <a:pt x="536" y="6203"/>
                </a:lnTo>
                <a:lnTo>
                  <a:pt x="544" y="6192"/>
                </a:lnTo>
                <a:lnTo>
                  <a:pt x="553" y="6181"/>
                </a:lnTo>
                <a:lnTo>
                  <a:pt x="562" y="6170"/>
                </a:lnTo>
                <a:lnTo>
                  <a:pt x="571" y="6160"/>
                </a:lnTo>
                <a:lnTo>
                  <a:pt x="581" y="6152"/>
                </a:lnTo>
                <a:lnTo>
                  <a:pt x="591" y="6146"/>
                </a:lnTo>
                <a:lnTo>
                  <a:pt x="600" y="6141"/>
                </a:lnTo>
                <a:lnTo>
                  <a:pt x="610" y="6140"/>
                </a:lnTo>
                <a:lnTo>
                  <a:pt x="622" y="6141"/>
                </a:lnTo>
                <a:lnTo>
                  <a:pt x="634" y="6145"/>
                </a:lnTo>
                <a:lnTo>
                  <a:pt x="645" y="6150"/>
                </a:lnTo>
                <a:lnTo>
                  <a:pt x="657" y="6156"/>
                </a:lnTo>
                <a:lnTo>
                  <a:pt x="668" y="6165"/>
                </a:lnTo>
                <a:lnTo>
                  <a:pt x="678" y="6175"/>
                </a:lnTo>
                <a:lnTo>
                  <a:pt x="686" y="6187"/>
                </a:lnTo>
                <a:lnTo>
                  <a:pt x="695" y="6199"/>
                </a:lnTo>
                <a:lnTo>
                  <a:pt x="702" y="6214"/>
                </a:lnTo>
                <a:lnTo>
                  <a:pt x="710" y="6230"/>
                </a:lnTo>
                <a:lnTo>
                  <a:pt x="716" y="6246"/>
                </a:lnTo>
                <a:lnTo>
                  <a:pt x="721" y="6264"/>
                </a:lnTo>
                <a:lnTo>
                  <a:pt x="724" y="6283"/>
                </a:lnTo>
                <a:lnTo>
                  <a:pt x="728" y="6302"/>
                </a:lnTo>
                <a:lnTo>
                  <a:pt x="729" y="6323"/>
                </a:lnTo>
                <a:lnTo>
                  <a:pt x="731" y="6343"/>
                </a:lnTo>
                <a:lnTo>
                  <a:pt x="731" y="6345"/>
                </a:lnTo>
                <a:lnTo>
                  <a:pt x="731" y="6345"/>
                </a:lnTo>
                <a:lnTo>
                  <a:pt x="731" y="6345"/>
                </a:lnTo>
                <a:lnTo>
                  <a:pt x="731" y="6529"/>
                </a:lnTo>
                <a:lnTo>
                  <a:pt x="731" y="9302"/>
                </a:lnTo>
                <a:lnTo>
                  <a:pt x="731" y="9302"/>
                </a:lnTo>
                <a:lnTo>
                  <a:pt x="731" y="9485"/>
                </a:lnTo>
                <a:lnTo>
                  <a:pt x="732" y="9485"/>
                </a:lnTo>
                <a:lnTo>
                  <a:pt x="731" y="9487"/>
                </a:lnTo>
                <a:lnTo>
                  <a:pt x="731" y="9488"/>
                </a:lnTo>
                <a:lnTo>
                  <a:pt x="732" y="9509"/>
                </a:lnTo>
                <a:lnTo>
                  <a:pt x="733" y="9529"/>
                </a:lnTo>
                <a:lnTo>
                  <a:pt x="737" y="9548"/>
                </a:lnTo>
                <a:lnTo>
                  <a:pt x="740" y="9567"/>
                </a:lnTo>
                <a:lnTo>
                  <a:pt x="745" y="9584"/>
                </a:lnTo>
                <a:lnTo>
                  <a:pt x="752" y="9601"/>
                </a:lnTo>
                <a:lnTo>
                  <a:pt x="759" y="9616"/>
                </a:lnTo>
                <a:lnTo>
                  <a:pt x="766" y="9631"/>
                </a:lnTo>
                <a:lnTo>
                  <a:pt x="775" y="9643"/>
                </a:lnTo>
                <a:lnTo>
                  <a:pt x="785" y="9656"/>
                </a:lnTo>
                <a:lnTo>
                  <a:pt x="795" y="9666"/>
                </a:lnTo>
                <a:lnTo>
                  <a:pt x="805" y="9674"/>
                </a:lnTo>
                <a:lnTo>
                  <a:pt x="816" y="9682"/>
                </a:lnTo>
                <a:lnTo>
                  <a:pt x="828" y="9687"/>
                </a:lnTo>
                <a:lnTo>
                  <a:pt x="839" y="9689"/>
                </a:lnTo>
                <a:lnTo>
                  <a:pt x="852" y="9690"/>
                </a:lnTo>
                <a:lnTo>
                  <a:pt x="861" y="9689"/>
                </a:lnTo>
                <a:lnTo>
                  <a:pt x="871" y="9684"/>
                </a:lnTo>
                <a:lnTo>
                  <a:pt x="880" y="9678"/>
                </a:lnTo>
                <a:lnTo>
                  <a:pt x="890" y="9671"/>
                </a:lnTo>
                <a:lnTo>
                  <a:pt x="900" y="9661"/>
                </a:lnTo>
                <a:lnTo>
                  <a:pt x="908" y="9651"/>
                </a:lnTo>
                <a:lnTo>
                  <a:pt x="918" y="9638"/>
                </a:lnTo>
                <a:lnTo>
                  <a:pt x="926" y="9627"/>
                </a:lnTo>
                <a:lnTo>
                  <a:pt x="953" y="9584"/>
                </a:lnTo>
                <a:lnTo>
                  <a:pt x="963" y="9564"/>
                </a:lnTo>
                <a:lnTo>
                  <a:pt x="971" y="9537"/>
                </a:lnTo>
                <a:lnTo>
                  <a:pt x="981" y="9510"/>
                </a:lnTo>
                <a:lnTo>
                  <a:pt x="992" y="9485"/>
                </a:lnTo>
                <a:lnTo>
                  <a:pt x="1003" y="9462"/>
                </a:lnTo>
                <a:lnTo>
                  <a:pt x="1017" y="9440"/>
                </a:lnTo>
                <a:lnTo>
                  <a:pt x="1029" y="9419"/>
                </a:lnTo>
                <a:lnTo>
                  <a:pt x="1044" y="9400"/>
                </a:lnTo>
                <a:lnTo>
                  <a:pt x="1059" y="9383"/>
                </a:lnTo>
                <a:lnTo>
                  <a:pt x="1074" y="9367"/>
                </a:lnTo>
                <a:lnTo>
                  <a:pt x="1090" y="9353"/>
                </a:lnTo>
                <a:lnTo>
                  <a:pt x="1107" y="9341"/>
                </a:lnTo>
                <a:lnTo>
                  <a:pt x="1124" y="9331"/>
                </a:lnTo>
                <a:lnTo>
                  <a:pt x="1142" y="9324"/>
                </a:lnTo>
                <a:lnTo>
                  <a:pt x="1160" y="9318"/>
                </a:lnTo>
                <a:lnTo>
                  <a:pt x="1179" y="9314"/>
                </a:lnTo>
                <a:lnTo>
                  <a:pt x="1197" y="9313"/>
                </a:lnTo>
                <a:lnTo>
                  <a:pt x="1211" y="9314"/>
                </a:lnTo>
                <a:lnTo>
                  <a:pt x="1224" y="9315"/>
                </a:lnTo>
                <a:lnTo>
                  <a:pt x="1238" y="9319"/>
                </a:lnTo>
                <a:lnTo>
                  <a:pt x="1250" y="9323"/>
                </a:lnTo>
                <a:lnTo>
                  <a:pt x="1264" y="9328"/>
                </a:lnTo>
                <a:lnTo>
                  <a:pt x="1276" y="9334"/>
                </a:lnTo>
                <a:lnTo>
                  <a:pt x="1288" y="9341"/>
                </a:lnTo>
                <a:lnTo>
                  <a:pt x="1301" y="9350"/>
                </a:lnTo>
                <a:lnTo>
                  <a:pt x="1312" y="9360"/>
                </a:lnTo>
                <a:lnTo>
                  <a:pt x="1323" y="9369"/>
                </a:lnTo>
                <a:lnTo>
                  <a:pt x="1334" y="9381"/>
                </a:lnTo>
                <a:lnTo>
                  <a:pt x="1345" y="9393"/>
                </a:lnTo>
                <a:lnTo>
                  <a:pt x="1355" y="9406"/>
                </a:lnTo>
                <a:lnTo>
                  <a:pt x="1366" y="9420"/>
                </a:lnTo>
                <a:lnTo>
                  <a:pt x="1375" y="9435"/>
                </a:lnTo>
                <a:lnTo>
                  <a:pt x="1385" y="9451"/>
                </a:lnTo>
                <a:lnTo>
                  <a:pt x="1393" y="9467"/>
                </a:lnTo>
                <a:lnTo>
                  <a:pt x="1402" y="9484"/>
                </a:lnTo>
                <a:lnTo>
                  <a:pt x="1409" y="9502"/>
                </a:lnTo>
                <a:lnTo>
                  <a:pt x="1417" y="9520"/>
                </a:lnTo>
                <a:lnTo>
                  <a:pt x="1424" y="9539"/>
                </a:lnTo>
                <a:lnTo>
                  <a:pt x="1430" y="9558"/>
                </a:lnTo>
                <a:lnTo>
                  <a:pt x="1435" y="9579"/>
                </a:lnTo>
                <a:lnTo>
                  <a:pt x="1442" y="9599"/>
                </a:lnTo>
                <a:lnTo>
                  <a:pt x="1446" y="9621"/>
                </a:lnTo>
                <a:lnTo>
                  <a:pt x="1450" y="9642"/>
                </a:lnTo>
                <a:lnTo>
                  <a:pt x="1454" y="9664"/>
                </a:lnTo>
                <a:lnTo>
                  <a:pt x="1456" y="9688"/>
                </a:lnTo>
                <a:lnTo>
                  <a:pt x="1459" y="9711"/>
                </a:lnTo>
                <a:lnTo>
                  <a:pt x="1461" y="9735"/>
                </a:lnTo>
                <a:lnTo>
                  <a:pt x="1461" y="9758"/>
                </a:lnTo>
                <a:lnTo>
                  <a:pt x="1463" y="9782"/>
                </a:lnTo>
                <a:lnTo>
                  <a:pt x="1461" y="9806"/>
                </a:lnTo>
                <a:lnTo>
                  <a:pt x="1461" y="9830"/>
                </a:lnTo>
                <a:lnTo>
                  <a:pt x="1459" y="9853"/>
                </a:lnTo>
                <a:lnTo>
                  <a:pt x="1456" y="9877"/>
                </a:lnTo>
                <a:lnTo>
                  <a:pt x="1454" y="9899"/>
                </a:lnTo>
                <a:lnTo>
                  <a:pt x="1450" y="9921"/>
                </a:lnTo>
                <a:lnTo>
                  <a:pt x="1446" y="9943"/>
                </a:lnTo>
                <a:lnTo>
                  <a:pt x="1442" y="9964"/>
                </a:lnTo>
                <a:lnTo>
                  <a:pt x="1435" y="9985"/>
                </a:lnTo>
                <a:lnTo>
                  <a:pt x="1430" y="10006"/>
                </a:lnTo>
                <a:lnTo>
                  <a:pt x="1424" y="10026"/>
                </a:lnTo>
                <a:lnTo>
                  <a:pt x="1417" y="10044"/>
                </a:lnTo>
                <a:lnTo>
                  <a:pt x="1409" y="10063"/>
                </a:lnTo>
                <a:lnTo>
                  <a:pt x="1402" y="10080"/>
                </a:lnTo>
                <a:lnTo>
                  <a:pt x="1393" y="10098"/>
                </a:lnTo>
                <a:lnTo>
                  <a:pt x="1385" y="10114"/>
                </a:lnTo>
                <a:lnTo>
                  <a:pt x="1375" y="10130"/>
                </a:lnTo>
                <a:lnTo>
                  <a:pt x="1366" y="10144"/>
                </a:lnTo>
                <a:lnTo>
                  <a:pt x="1355" y="10158"/>
                </a:lnTo>
                <a:lnTo>
                  <a:pt x="1345" y="10172"/>
                </a:lnTo>
                <a:lnTo>
                  <a:pt x="1334" y="10184"/>
                </a:lnTo>
                <a:lnTo>
                  <a:pt x="1323" y="10195"/>
                </a:lnTo>
                <a:lnTo>
                  <a:pt x="1312" y="10205"/>
                </a:lnTo>
                <a:lnTo>
                  <a:pt x="1301" y="10215"/>
                </a:lnTo>
                <a:lnTo>
                  <a:pt x="1288" y="10223"/>
                </a:lnTo>
                <a:lnTo>
                  <a:pt x="1276" y="10230"/>
                </a:lnTo>
                <a:lnTo>
                  <a:pt x="1264" y="10237"/>
                </a:lnTo>
                <a:lnTo>
                  <a:pt x="1250" y="10242"/>
                </a:lnTo>
                <a:lnTo>
                  <a:pt x="1238" y="10246"/>
                </a:lnTo>
                <a:lnTo>
                  <a:pt x="1224" y="10249"/>
                </a:lnTo>
                <a:lnTo>
                  <a:pt x="1211" y="10251"/>
                </a:lnTo>
                <a:lnTo>
                  <a:pt x="1197" y="10252"/>
                </a:lnTo>
                <a:lnTo>
                  <a:pt x="1179" y="10251"/>
                </a:lnTo>
                <a:lnTo>
                  <a:pt x="1160" y="10247"/>
                </a:lnTo>
                <a:lnTo>
                  <a:pt x="1142" y="10241"/>
                </a:lnTo>
                <a:lnTo>
                  <a:pt x="1124" y="10233"/>
                </a:lnTo>
                <a:lnTo>
                  <a:pt x="1107" y="10223"/>
                </a:lnTo>
                <a:lnTo>
                  <a:pt x="1090" y="10211"/>
                </a:lnTo>
                <a:lnTo>
                  <a:pt x="1074" y="10197"/>
                </a:lnTo>
                <a:lnTo>
                  <a:pt x="1058" y="10181"/>
                </a:lnTo>
                <a:lnTo>
                  <a:pt x="1043" y="10164"/>
                </a:lnTo>
                <a:lnTo>
                  <a:pt x="1029" y="10144"/>
                </a:lnTo>
                <a:lnTo>
                  <a:pt x="1016" y="10123"/>
                </a:lnTo>
                <a:lnTo>
                  <a:pt x="1003" y="10101"/>
                </a:lnTo>
                <a:lnTo>
                  <a:pt x="992" y="10078"/>
                </a:lnTo>
                <a:lnTo>
                  <a:pt x="981" y="10053"/>
                </a:lnTo>
                <a:lnTo>
                  <a:pt x="971" y="10026"/>
                </a:lnTo>
                <a:lnTo>
                  <a:pt x="963" y="9999"/>
                </a:lnTo>
                <a:lnTo>
                  <a:pt x="953" y="9979"/>
                </a:lnTo>
                <a:lnTo>
                  <a:pt x="927" y="9937"/>
                </a:lnTo>
                <a:lnTo>
                  <a:pt x="919" y="9926"/>
                </a:lnTo>
                <a:lnTo>
                  <a:pt x="911" y="9915"/>
                </a:lnTo>
                <a:lnTo>
                  <a:pt x="901" y="9905"/>
                </a:lnTo>
                <a:lnTo>
                  <a:pt x="891" y="9895"/>
                </a:lnTo>
                <a:lnTo>
                  <a:pt x="881" y="9888"/>
                </a:lnTo>
                <a:lnTo>
                  <a:pt x="871" y="9882"/>
                </a:lnTo>
                <a:lnTo>
                  <a:pt x="861" y="9878"/>
                </a:lnTo>
                <a:lnTo>
                  <a:pt x="852" y="9877"/>
                </a:lnTo>
                <a:lnTo>
                  <a:pt x="839" y="9878"/>
                </a:lnTo>
                <a:lnTo>
                  <a:pt x="828" y="9880"/>
                </a:lnTo>
                <a:lnTo>
                  <a:pt x="816" y="9885"/>
                </a:lnTo>
                <a:lnTo>
                  <a:pt x="805" y="9893"/>
                </a:lnTo>
                <a:lnTo>
                  <a:pt x="795" y="9901"/>
                </a:lnTo>
                <a:lnTo>
                  <a:pt x="785" y="9911"/>
                </a:lnTo>
                <a:lnTo>
                  <a:pt x="775" y="9922"/>
                </a:lnTo>
                <a:lnTo>
                  <a:pt x="766" y="9936"/>
                </a:lnTo>
                <a:lnTo>
                  <a:pt x="759" y="9949"/>
                </a:lnTo>
                <a:lnTo>
                  <a:pt x="752" y="9965"/>
                </a:lnTo>
                <a:lnTo>
                  <a:pt x="745" y="9983"/>
                </a:lnTo>
                <a:lnTo>
                  <a:pt x="740" y="10000"/>
                </a:lnTo>
                <a:lnTo>
                  <a:pt x="737" y="10019"/>
                </a:lnTo>
                <a:lnTo>
                  <a:pt x="733" y="10038"/>
                </a:lnTo>
                <a:lnTo>
                  <a:pt x="732" y="10058"/>
                </a:lnTo>
                <a:lnTo>
                  <a:pt x="731" y="10079"/>
                </a:lnTo>
                <a:lnTo>
                  <a:pt x="731" y="10080"/>
                </a:lnTo>
                <a:lnTo>
                  <a:pt x="732" y="10081"/>
                </a:lnTo>
                <a:lnTo>
                  <a:pt x="731" y="10081"/>
                </a:lnTo>
                <a:lnTo>
                  <a:pt x="731" y="10081"/>
                </a:lnTo>
                <a:lnTo>
                  <a:pt x="731" y="10263"/>
                </a:lnTo>
                <a:lnTo>
                  <a:pt x="731" y="10263"/>
                </a:lnTo>
                <a:lnTo>
                  <a:pt x="731" y="11201"/>
                </a:lnTo>
                <a:lnTo>
                  <a:pt x="5660" y="11201"/>
                </a:lnTo>
                <a:lnTo>
                  <a:pt x="5660" y="0"/>
                </a:lnTo>
                <a:lnTo>
                  <a:pt x="731" y="0"/>
                </a:lnTo>
                <a:close/>
              </a:path>
            </a:pathLst>
          </a:custGeom>
          <a:solidFill>
            <a:srgbClr val="2972F4"/>
          </a:solidFill>
          <a:ln w="9525">
            <a:noFill/>
            <a:round/>
          </a:ln>
        </p:spPr>
        <p:txBody>
          <a:bodyPr vert="horz" wrap="square" lIns="91443" tIns="45721" rIns="91443" bIns="45721" numCol="1" anchor="t" anchorCtr="0" compatLnSpc="1"/>
          <a:lstStyle/>
          <a:p>
            <a:endParaRPr lang="en-US"/>
          </a:p>
        </p:txBody>
      </p:sp>
      <p:sp>
        <p:nvSpPr>
          <p:cNvPr id="15" name="Freeform 15"/>
          <p:cNvSpPr/>
          <p:nvPr/>
        </p:nvSpPr>
        <p:spPr bwMode="auto">
          <a:xfrm>
            <a:off x="7894714" y="1723753"/>
            <a:ext cx="2246406" cy="4445186"/>
          </a:xfrm>
          <a:custGeom>
            <a:avLst/>
            <a:gdLst/>
            <a:ahLst/>
            <a:cxnLst>
              <a:cxn ang="0">
                <a:pos x="737" y="1632"/>
              </a:cxn>
              <a:cxn ang="0">
                <a:pos x="795" y="1750"/>
              </a:cxn>
              <a:cxn ang="0">
                <a:pos x="880" y="1762"/>
              </a:cxn>
              <a:cxn ang="0">
                <a:pos x="971" y="1620"/>
              </a:cxn>
              <a:cxn ang="0">
                <a:pos x="1074" y="1450"/>
              </a:cxn>
              <a:cxn ang="0">
                <a:pos x="1211" y="1397"/>
              </a:cxn>
              <a:cxn ang="0">
                <a:pos x="1312" y="1442"/>
              </a:cxn>
              <a:cxn ang="0">
                <a:pos x="1392" y="1550"/>
              </a:cxn>
              <a:cxn ang="0">
                <a:pos x="1445" y="1704"/>
              </a:cxn>
              <a:cxn ang="0">
                <a:pos x="1461" y="1889"/>
              </a:cxn>
              <a:cxn ang="0">
                <a:pos x="1435" y="2069"/>
              </a:cxn>
              <a:cxn ang="0">
                <a:pos x="1375" y="2212"/>
              </a:cxn>
              <a:cxn ang="0">
                <a:pos x="1287" y="2306"/>
              </a:cxn>
              <a:cxn ang="0">
                <a:pos x="1177" y="2333"/>
              </a:cxn>
              <a:cxn ang="0">
                <a:pos x="1043" y="2247"/>
              </a:cxn>
              <a:cxn ang="0">
                <a:pos x="952" y="2063"/>
              </a:cxn>
              <a:cxn ang="0">
                <a:pos x="861" y="1961"/>
              </a:cxn>
              <a:cxn ang="0">
                <a:pos x="775" y="2005"/>
              </a:cxn>
              <a:cxn ang="0">
                <a:pos x="732" y="2140"/>
              </a:cxn>
              <a:cxn ang="0">
                <a:pos x="731" y="5749"/>
              </a:cxn>
              <a:cxn ang="0">
                <a:pos x="716" y="5849"/>
              </a:cxn>
              <a:cxn ang="0">
                <a:pos x="645" y="5945"/>
              </a:cxn>
              <a:cxn ang="0">
                <a:pos x="560" y="5927"/>
              </a:cxn>
              <a:cxn ang="0">
                <a:pos x="470" y="5753"/>
              </a:cxn>
              <a:cxn ang="0">
                <a:pos x="355" y="5608"/>
              </a:cxn>
              <a:cxn ang="0">
                <a:pos x="223" y="5585"/>
              </a:cxn>
              <a:cxn ang="0">
                <a:pos x="127" y="5648"/>
              </a:cxn>
              <a:cxn ang="0">
                <a:pos x="52" y="5767"/>
              </a:cxn>
              <a:cxn ang="0">
                <a:pos x="7" y="5932"/>
              </a:cxn>
              <a:cxn ang="0">
                <a:pos x="2" y="6120"/>
              </a:cxn>
              <a:cxn ang="0">
                <a:pos x="38" y="6292"/>
              </a:cxn>
              <a:cxn ang="0">
                <a:pos x="106" y="6424"/>
              </a:cxn>
              <a:cxn ang="0">
                <a:pos x="197" y="6503"/>
              </a:cxn>
              <a:cxn ang="0">
                <a:pos x="320" y="6507"/>
              </a:cxn>
              <a:cxn ang="0">
                <a:pos x="445" y="6391"/>
              </a:cxn>
              <a:cxn ang="0">
                <a:pos x="544" y="6192"/>
              </a:cxn>
              <a:cxn ang="0">
                <a:pos x="622" y="6141"/>
              </a:cxn>
              <a:cxn ang="0">
                <a:pos x="702" y="6214"/>
              </a:cxn>
              <a:cxn ang="0">
                <a:pos x="731" y="6345"/>
              </a:cxn>
              <a:cxn ang="0">
                <a:pos x="731" y="9487"/>
              </a:cxn>
              <a:cxn ang="0">
                <a:pos x="759" y="9616"/>
              </a:cxn>
              <a:cxn ang="0">
                <a:pos x="839" y="9689"/>
              </a:cxn>
              <a:cxn ang="0">
                <a:pos x="918" y="9638"/>
              </a:cxn>
              <a:cxn ang="0">
                <a:pos x="1017" y="9440"/>
              </a:cxn>
              <a:cxn ang="0">
                <a:pos x="1142" y="9324"/>
              </a:cxn>
              <a:cxn ang="0">
                <a:pos x="1264" y="9328"/>
              </a:cxn>
              <a:cxn ang="0">
                <a:pos x="1355" y="9406"/>
              </a:cxn>
              <a:cxn ang="0">
                <a:pos x="1424" y="9539"/>
              </a:cxn>
              <a:cxn ang="0">
                <a:pos x="1459" y="9711"/>
              </a:cxn>
              <a:cxn ang="0">
                <a:pos x="1454" y="9899"/>
              </a:cxn>
              <a:cxn ang="0">
                <a:pos x="1409" y="10063"/>
              </a:cxn>
              <a:cxn ang="0">
                <a:pos x="1334" y="10184"/>
              </a:cxn>
              <a:cxn ang="0">
                <a:pos x="1238" y="10246"/>
              </a:cxn>
              <a:cxn ang="0">
                <a:pos x="1107" y="10223"/>
              </a:cxn>
              <a:cxn ang="0">
                <a:pos x="992" y="10078"/>
              </a:cxn>
              <a:cxn ang="0">
                <a:pos x="901" y="9905"/>
              </a:cxn>
              <a:cxn ang="0">
                <a:pos x="816" y="9885"/>
              </a:cxn>
              <a:cxn ang="0">
                <a:pos x="745" y="9983"/>
              </a:cxn>
              <a:cxn ang="0">
                <a:pos x="731" y="10081"/>
              </a:cxn>
            </a:cxnLst>
            <a:rect l="0" t="0" r="r" b="b"/>
            <a:pathLst>
              <a:path w="5660" h="11201">
                <a:moveTo>
                  <a:pt x="731" y="0"/>
                </a:moveTo>
                <a:lnTo>
                  <a:pt x="731" y="1568"/>
                </a:lnTo>
                <a:lnTo>
                  <a:pt x="731" y="1568"/>
                </a:lnTo>
                <a:lnTo>
                  <a:pt x="731" y="1569"/>
                </a:lnTo>
                <a:lnTo>
                  <a:pt x="731" y="1573"/>
                </a:lnTo>
                <a:lnTo>
                  <a:pt x="732" y="1594"/>
                </a:lnTo>
                <a:lnTo>
                  <a:pt x="733" y="1614"/>
                </a:lnTo>
                <a:lnTo>
                  <a:pt x="737" y="1632"/>
                </a:lnTo>
                <a:lnTo>
                  <a:pt x="740" y="1651"/>
                </a:lnTo>
                <a:lnTo>
                  <a:pt x="745" y="1669"/>
                </a:lnTo>
                <a:lnTo>
                  <a:pt x="752" y="1685"/>
                </a:lnTo>
                <a:lnTo>
                  <a:pt x="759" y="1700"/>
                </a:lnTo>
                <a:lnTo>
                  <a:pt x="766" y="1715"/>
                </a:lnTo>
                <a:lnTo>
                  <a:pt x="775" y="1727"/>
                </a:lnTo>
                <a:lnTo>
                  <a:pt x="785" y="1740"/>
                </a:lnTo>
                <a:lnTo>
                  <a:pt x="795" y="1750"/>
                </a:lnTo>
                <a:lnTo>
                  <a:pt x="805" y="1758"/>
                </a:lnTo>
                <a:lnTo>
                  <a:pt x="816" y="1764"/>
                </a:lnTo>
                <a:lnTo>
                  <a:pt x="827" y="1769"/>
                </a:lnTo>
                <a:lnTo>
                  <a:pt x="839" y="1772"/>
                </a:lnTo>
                <a:lnTo>
                  <a:pt x="852" y="1773"/>
                </a:lnTo>
                <a:lnTo>
                  <a:pt x="860" y="1772"/>
                </a:lnTo>
                <a:lnTo>
                  <a:pt x="870" y="1768"/>
                </a:lnTo>
                <a:lnTo>
                  <a:pt x="880" y="1762"/>
                </a:lnTo>
                <a:lnTo>
                  <a:pt x="890" y="1753"/>
                </a:lnTo>
                <a:lnTo>
                  <a:pt x="898" y="1745"/>
                </a:lnTo>
                <a:lnTo>
                  <a:pt x="908" y="1734"/>
                </a:lnTo>
                <a:lnTo>
                  <a:pt x="917" y="1722"/>
                </a:lnTo>
                <a:lnTo>
                  <a:pt x="926" y="1710"/>
                </a:lnTo>
                <a:lnTo>
                  <a:pt x="952" y="1667"/>
                </a:lnTo>
                <a:lnTo>
                  <a:pt x="963" y="1647"/>
                </a:lnTo>
                <a:lnTo>
                  <a:pt x="971" y="1620"/>
                </a:lnTo>
                <a:lnTo>
                  <a:pt x="981" y="1594"/>
                </a:lnTo>
                <a:lnTo>
                  <a:pt x="992" y="1569"/>
                </a:lnTo>
                <a:lnTo>
                  <a:pt x="1003" y="1545"/>
                </a:lnTo>
                <a:lnTo>
                  <a:pt x="1016" y="1523"/>
                </a:lnTo>
                <a:lnTo>
                  <a:pt x="1029" y="1503"/>
                </a:lnTo>
                <a:lnTo>
                  <a:pt x="1043" y="1483"/>
                </a:lnTo>
                <a:lnTo>
                  <a:pt x="1058" y="1466"/>
                </a:lnTo>
                <a:lnTo>
                  <a:pt x="1074" y="1450"/>
                </a:lnTo>
                <a:lnTo>
                  <a:pt x="1090" y="1436"/>
                </a:lnTo>
                <a:lnTo>
                  <a:pt x="1106" y="1425"/>
                </a:lnTo>
                <a:lnTo>
                  <a:pt x="1123" y="1414"/>
                </a:lnTo>
                <a:lnTo>
                  <a:pt x="1142" y="1407"/>
                </a:lnTo>
                <a:lnTo>
                  <a:pt x="1159" y="1400"/>
                </a:lnTo>
                <a:lnTo>
                  <a:pt x="1177" y="1398"/>
                </a:lnTo>
                <a:lnTo>
                  <a:pt x="1197" y="1397"/>
                </a:lnTo>
                <a:lnTo>
                  <a:pt x="1211" y="1397"/>
                </a:lnTo>
                <a:lnTo>
                  <a:pt x="1224" y="1399"/>
                </a:lnTo>
                <a:lnTo>
                  <a:pt x="1237" y="1402"/>
                </a:lnTo>
                <a:lnTo>
                  <a:pt x="1250" y="1405"/>
                </a:lnTo>
                <a:lnTo>
                  <a:pt x="1263" y="1411"/>
                </a:lnTo>
                <a:lnTo>
                  <a:pt x="1276" y="1418"/>
                </a:lnTo>
                <a:lnTo>
                  <a:pt x="1287" y="1425"/>
                </a:lnTo>
                <a:lnTo>
                  <a:pt x="1300" y="1434"/>
                </a:lnTo>
                <a:lnTo>
                  <a:pt x="1312" y="1442"/>
                </a:lnTo>
                <a:lnTo>
                  <a:pt x="1323" y="1453"/>
                </a:lnTo>
                <a:lnTo>
                  <a:pt x="1334" y="1465"/>
                </a:lnTo>
                <a:lnTo>
                  <a:pt x="1345" y="1477"/>
                </a:lnTo>
                <a:lnTo>
                  <a:pt x="1355" y="1489"/>
                </a:lnTo>
                <a:lnTo>
                  <a:pt x="1365" y="1503"/>
                </a:lnTo>
                <a:lnTo>
                  <a:pt x="1375" y="1518"/>
                </a:lnTo>
                <a:lnTo>
                  <a:pt x="1384" y="1534"/>
                </a:lnTo>
                <a:lnTo>
                  <a:pt x="1392" y="1550"/>
                </a:lnTo>
                <a:lnTo>
                  <a:pt x="1401" y="1567"/>
                </a:lnTo>
                <a:lnTo>
                  <a:pt x="1409" y="1584"/>
                </a:lnTo>
                <a:lnTo>
                  <a:pt x="1417" y="1603"/>
                </a:lnTo>
                <a:lnTo>
                  <a:pt x="1423" y="1623"/>
                </a:lnTo>
                <a:lnTo>
                  <a:pt x="1429" y="1642"/>
                </a:lnTo>
                <a:lnTo>
                  <a:pt x="1435" y="1662"/>
                </a:lnTo>
                <a:lnTo>
                  <a:pt x="1440" y="1683"/>
                </a:lnTo>
                <a:lnTo>
                  <a:pt x="1445" y="1704"/>
                </a:lnTo>
                <a:lnTo>
                  <a:pt x="1450" y="1726"/>
                </a:lnTo>
                <a:lnTo>
                  <a:pt x="1453" y="1748"/>
                </a:lnTo>
                <a:lnTo>
                  <a:pt x="1456" y="1771"/>
                </a:lnTo>
                <a:lnTo>
                  <a:pt x="1459" y="1794"/>
                </a:lnTo>
                <a:lnTo>
                  <a:pt x="1460" y="1817"/>
                </a:lnTo>
                <a:lnTo>
                  <a:pt x="1461" y="1841"/>
                </a:lnTo>
                <a:lnTo>
                  <a:pt x="1461" y="1866"/>
                </a:lnTo>
                <a:lnTo>
                  <a:pt x="1461" y="1889"/>
                </a:lnTo>
                <a:lnTo>
                  <a:pt x="1460" y="1914"/>
                </a:lnTo>
                <a:lnTo>
                  <a:pt x="1459" y="1937"/>
                </a:lnTo>
                <a:lnTo>
                  <a:pt x="1456" y="1959"/>
                </a:lnTo>
                <a:lnTo>
                  <a:pt x="1453" y="1983"/>
                </a:lnTo>
                <a:lnTo>
                  <a:pt x="1450" y="2005"/>
                </a:lnTo>
                <a:lnTo>
                  <a:pt x="1445" y="2027"/>
                </a:lnTo>
                <a:lnTo>
                  <a:pt x="1440" y="2048"/>
                </a:lnTo>
                <a:lnTo>
                  <a:pt x="1435" y="2069"/>
                </a:lnTo>
                <a:lnTo>
                  <a:pt x="1429" y="2089"/>
                </a:lnTo>
                <a:lnTo>
                  <a:pt x="1423" y="2109"/>
                </a:lnTo>
                <a:lnTo>
                  <a:pt x="1417" y="2127"/>
                </a:lnTo>
                <a:lnTo>
                  <a:pt x="1409" y="2146"/>
                </a:lnTo>
                <a:lnTo>
                  <a:pt x="1401" y="2164"/>
                </a:lnTo>
                <a:lnTo>
                  <a:pt x="1392" y="2180"/>
                </a:lnTo>
                <a:lnTo>
                  <a:pt x="1384" y="2198"/>
                </a:lnTo>
                <a:lnTo>
                  <a:pt x="1375" y="2212"/>
                </a:lnTo>
                <a:lnTo>
                  <a:pt x="1365" y="2227"/>
                </a:lnTo>
                <a:lnTo>
                  <a:pt x="1355" y="2241"/>
                </a:lnTo>
                <a:lnTo>
                  <a:pt x="1345" y="2254"/>
                </a:lnTo>
                <a:lnTo>
                  <a:pt x="1334" y="2267"/>
                </a:lnTo>
                <a:lnTo>
                  <a:pt x="1323" y="2278"/>
                </a:lnTo>
                <a:lnTo>
                  <a:pt x="1312" y="2288"/>
                </a:lnTo>
                <a:lnTo>
                  <a:pt x="1300" y="2297"/>
                </a:lnTo>
                <a:lnTo>
                  <a:pt x="1287" y="2306"/>
                </a:lnTo>
                <a:lnTo>
                  <a:pt x="1276" y="2314"/>
                </a:lnTo>
                <a:lnTo>
                  <a:pt x="1263" y="2320"/>
                </a:lnTo>
                <a:lnTo>
                  <a:pt x="1250" y="2325"/>
                </a:lnTo>
                <a:lnTo>
                  <a:pt x="1237" y="2330"/>
                </a:lnTo>
                <a:lnTo>
                  <a:pt x="1224" y="2332"/>
                </a:lnTo>
                <a:lnTo>
                  <a:pt x="1211" y="2333"/>
                </a:lnTo>
                <a:lnTo>
                  <a:pt x="1197" y="2335"/>
                </a:lnTo>
                <a:lnTo>
                  <a:pt x="1177" y="2333"/>
                </a:lnTo>
                <a:lnTo>
                  <a:pt x="1159" y="2330"/>
                </a:lnTo>
                <a:lnTo>
                  <a:pt x="1142" y="2325"/>
                </a:lnTo>
                <a:lnTo>
                  <a:pt x="1123" y="2316"/>
                </a:lnTo>
                <a:lnTo>
                  <a:pt x="1106" y="2306"/>
                </a:lnTo>
                <a:lnTo>
                  <a:pt x="1090" y="2294"/>
                </a:lnTo>
                <a:lnTo>
                  <a:pt x="1074" y="2280"/>
                </a:lnTo>
                <a:lnTo>
                  <a:pt x="1058" y="2264"/>
                </a:lnTo>
                <a:lnTo>
                  <a:pt x="1043" y="2247"/>
                </a:lnTo>
                <a:lnTo>
                  <a:pt x="1029" y="2227"/>
                </a:lnTo>
                <a:lnTo>
                  <a:pt x="1016" y="2207"/>
                </a:lnTo>
                <a:lnTo>
                  <a:pt x="1003" y="2185"/>
                </a:lnTo>
                <a:lnTo>
                  <a:pt x="991" y="2161"/>
                </a:lnTo>
                <a:lnTo>
                  <a:pt x="980" y="2136"/>
                </a:lnTo>
                <a:lnTo>
                  <a:pt x="971" y="2110"/>
                </a:lnTo>
                <a:lnTo>
                  <a:pt x="961" y="2082"/>
                </a:lnTo>
                <a:lnTo>
                  <a:pt x="952" y="2063"/>
                </a:lnTo>
                <a:lnTo>
                  <a:pt x="927" y="2021"/>
                </a:lnTo>
                <a:lnTo>
                  <a:pt x="918" y="2009"/>
                </a:lnTo>
                <a:lnTo>
                  <a:pt x="910" y="1998"/>
                </a:lnTo>
                <a:lnTo>
                  <a:pt x="901" y="1988"/>
                </a:lnTo>
                <a:lnTo>
                  <a:pt x="891" y="1978"/>
                </a:lnTo>
                <a:lnTo>
                  <a:pt x="881" y="1970"/>
                </a:lnTo>
                <a:lnTo>
                  <a:pt x="871" y="1964"/>
                </a:lnTo>
                <a:lnTo>
                  <a:pt x="861" y="1961"/>
                </a:lnTo>
                <a:lnTo>
                  <a:pt x="852" y="1959"/>
                </a:lnTo>
                <a:lnTo>
                  <a:pt x="839" y="1961"/>
                </a:lnTo>
                <a:lnTo>
                  <a:pt x="827" y="1963"/>
                </a:lnTo>
                <a:lnTo>
                  <a:pt x="816" y="1968"/>
                </a:lnTo>
                <a:lnTo>
                  <a:pt x="805" y="1975"/>
                </a:lnTo>
                <a:lnTo>
                  <a:pt x="795" y="1984"/>
                </a:lnTo>
                <a:lnTo>
                  <a:pt x="785" y="1994"/>
                </a:lnTo>
                <a:lnTo>
                  <a:pt x="775" y="2005"/>
                </a:lnTo>
                <a:lnTo>
                  <a:pt x="766" y="2019"/>
                </a:lnTo>
                <a:lnTo>
                  <a:pt x="759" y="2032"/>
                </a:lnTo>
                <a:lnTo>
                  <a:pt x="752" y="2048"/>
                </a:lnTo>
                <a:lnTo>
                  <a:pt x="745" y="2064"/>
                </a:lnTo>
                <a:lnTo>
                  <a:pt x="740" y="2082"/>
                </a:lnTo>
                <a:lnTo>
                  <a:pt x="737" y="2100"/>
                </a:lnTo>
                <a:lnTo>
                  <a:pt x="733" y="2119"/>
                </a:lnTo>
                <a:lnTo>
                  <a:pt x="732" y="2140"/>
                </a:lnTo>
                <a:lnTo>
                  <a:pt x="731" y="2159"/>
                </a:lnTo>
                <a:lnTo>
                  <a:pt x="731" y="2164"/>
                </a:lnTo>
                <a:lnTo>
                  <a:pt x="731" y="2164"/>
                </a:lnTo>
                <a:lnTo>
                  <a:pt x="731" y="2164"/>
                </a:lnTo>
                <a:lnTo>
                  <a:pt x="731" y="2164"/>
                </a:lnTo>
                <a:lnTo>
                  <a:pt x="731" y="5568"/>
                </a:lnTo>
                <a:lnTo>
                  <a:pt x="731" y="5749"/>
                </a:lnTo>
                <a:lnTo>
                  <a:pt x="731" y="5749"/>
                </a:lnTo>
                <a:lnTo>
                  <a:pt x="731" y="5749"/>
                </a:lnTo>
                <a:lnTo>
                  <a:pt x="731" y="5750"/>
                </a:lnTo>
                <a:lnTo>
                  <a:pt x="731" y="5751"/>
                </a:lnTo>
                <a:lnTo>
                  <a:pt x="729" y="5772"/>
                </a:lnTo>
                <a:lnTo>
                  <a:pt x="728" y="5792"/>
                </a:lnTo>
                <a:lnTo>
                  <a:pt x="724" y="5812"/>
                </a:lnTo>
                <a:lnTo>
                  <a:pt x="721" y="5830"/>
                </a:lnTo>
                <a:lnTo>
                  <a:pt x="716" y="5849"/>
                </a:lnTo>
                <a:lnTo>
                  <a:pt x="710" y="5865"/>
                </a:lnTo>
                <a:lnTo>
                  <a:pt x="702" y="5881"/>
                </a:lnTo>
                <a:lnTo>
                  <a:pt x="695" y="5895"/>
                </a:lnTo>
                <a:lnTo>
                  <a:pt x="686" y="5908"/>
                </a:lnTo>
                <a:lnTo>
                  <a:pt x="678" y="5919"/>
                </a:lnTo>
                <a:lnTo>
                  <a:pt x="668" y="5930"/>
                </a:lnTo>
                <a:lnTo>
                  <a:pt x="657" y="5938"/>
                </a:lnTo>
                <a:lnTo>
                  <a:pt x="645" y="5945"/>
                </a:lnTo>
                <a:lnTo>
                  <a:pt x="634" y="5950"/>
                </a:lnTo>
                <a:lnTo>
                  <a:pt x="622" y="5954"/>
                </a:lnTo>
                <a:lnTo>
                  <a:pt x="610" y="5954"/>
                </a:lnTo>
                <a:lnTo>
                  <a:pt x="600" y="5953"/>
                </a:lnTo>
                <a:lnTo>
                  <a:pt x="590" y="5949"/>
                </a:lnTo>
                <a:lnTo>
                  <a:pt x="580" y="5943"/>
                </a:lnTo>
                <a:lnTo>
                  <a:pt x="570" y="5935"/>
                </a:lnTo>
                <a:lnTo>
                  <a:pt x="560" y="5927"/>
                </a:lnTo>
                <a:lnTo>
                  <a:pt x="552" y="5916"/>
                </a:lnTo>
                <a:lnTo>
                  <a:pt x="543" y="5904"/>
                </a:lnTo>
                <a:lnTo>
                  <a:pt x="534" y="5893"/>
                </a:lnTo>
                <a:lnTo>
                  <a:pt x="508" y="5851"/>
                </a:lnTo>
                <a:lnTo>
                  <a:pt x="499" y="5832"/>
                </a:lnTo>
                <a:lnTo>
                  <a:pt x="490" y="5804"/>
                </a:lnTo>
                <a:lnTo>
                  <a:pt x="480" y="5779"/>
                </a:lnTo>
                <a:lnTo>
                  <a:pt x="470" y="5753"/>
                </a:lnTo>
                <a:lnTo>
                  <a:pt x="458" y="5729"/>
                </a:lnTo>
                <a:lnTo>
                  <a:pt x="445" y="5707"/>
                </a:lnTo>
                <a:lnTo>
                  <a:pt x="432" y="5686"/>
                </a:lnTo>
                <a:lnTo>
                  <a:pt x="418" y="5668"/>
                </a:lnTo>
                <a:lnTo>
                  <a:pt x="404" y="5649"/>
                </a:lnTo>
                <a:lnTo>
                  <a:pt x="387" y="5634"/>
                </a:lnTo>
                <a:lnTo>
                  <a:pt x="371" y="5619"/>
                </a:lnTo>
                <a:lnTo>
                  <a:pt x="355" y="5608"/>
                </a:lnTo>
                <a:lnTo>
                  <a:pt x="338" y="5597"/>
                </a:lnTo>
                <a:lnTo>
                  <a:pt x="320" y="5590"/>
                </a:lnTo>
                <a:lnTo>
                  <a:pt x="301" y="5584"/>
                </a:lnTo>
                <a:lnTo>
                  <a:pt x="283" y="5581"/>
                </a:lnTo>
                <a:lnTo>
                  <a:pt x="264" y="5580"/>
                </a:lnTo>
                <a:lnTo>
                  <a:pt x="250" y="5580"/>
                </a:lnTo>
                <a:lnTo>
                  <a:pt x="237" y="5582"/>
                </a:lnTo>
                <a:lnTo>
                  <a:pt x="223" y="5585"/>
                </a:lnTo>
                <a:lnTo>
                  <a:pt x="211" y="5589"/>
                </a:lnTo>
                <a:lnTo>
                  <a:pt x="197" y="5595"/>
                </a:lnTo>
                <a:lnTo>
                  <a:pt x="185" y="5601"/>
                </a:lnTo>
                <a:lnTo>
                  <a:pt x="173" y="5608"/>
                </a:lnTo>
                <a:lnTo>
                  <a:pt x="162" y="5616"/>
                </a:lnTo>
                <a:lnTo>
                  <a:pt x="149" y="5626"/>
                </a:lnTo>
                <a:lnTo>
                  <a:pt x="138" y="5635"/>
                </a:lnTo>
                <a:lnTo>
                  <a:pt x="127" y="5648"/>
                </a:lnTo>
                <a:lnTo>
                  <a:pt x="116" y="5660"/>
                </a:lnTo>
                <a:lnTo>
                  <a:pt x="106" y="5672"/>
                </a:lnTo>
                <a:lnTo>
                  <a:pt x="96" y="5686"/>
                </a:lnTo>
                <a:lnTo>
                  <a:pt x="86" y="5701"/>
                </a:lnTo>
                <a:lnTo>
                  <a:pt x="76" y="5717"/>
                </a:lnTo>
                <a:lnTo>
                  <a:pt x="68" y="5733"/>
                </a:lnTo>
                <a:lnTo>
                  <a:pt x="60" y="5750"/>
                </a:lnTo>
                <a:lnTo>
                  <a:pt x="52" y="5767"/>
                </a:lnTo>
                <a:lnTo>
                  <a:pt x="44" y="5786"/>
                </a:lnTo>
                <a:lnTo>
                  <a:pt x="38" y="5806"/>
                </a:lnTo>
                <a:lnTo>
                  <a:pt x="31" y="5825"/>
                </a:lnTo>
                <a:lnTo>
                  <a:pt x="26" y="5845"/>
                </a:lnTo>
                <a:lnTo>
                  <a:pt x="20" y="5866"/>
                </a:lnTo>
                <a:lnTo>
                  <a:pt x="16" y="5887"/>
                </a:lnTo>
                <a:lnTo>
                  <a:pt x="11" y="5909"/>
                </a:lnTo>
                <a:lnTo>
                  <a:pt x="7" y="5932"/>
                </a:lnTo>
                <a:lnTo>
                  <a:pt x="5" y="5954"/>
                </a:lnTo>
                <a:lnTo>
                  <a:pt x="2" y="5977"/>
                </a:lnTo>
                <a:lnTo>
                  <a:pt x="1" y="6001"/>
                </a:lnTo>
                <a:lnTo>
                  <a:pt x="0" y="6024"/>
                </a:lnTo>
                <a:lnTo>
                  <a:pt x="0" y="6049"/>
                </a:lnTo>
                <a:lnTo>
                  <a:pt x="0" y="6072"/>
                </a:lnTo>
                <a:lnTo>
                  <a:pt x="1" y="6097"/>
                </a:lnTo>
                <a:lnTo>
                  <a:pt x="2" y="6120"/>
                </a:lnTo>
                <a:lnTo>
                  <a:pt x="5" y="6143"/>
                </a:lnTo>
                <a:lnTo>
                  <a:pt x="7" y="6166"/>
                </a:lnTo>
                <a:lnTo>
                  <a:pt x="11" y="6188"/>
                </a:lnTo>
                <a:lnTo>
                  <a:pt x="16" y="6209"/>
                </a:lnTo>
                <a:lnTo>
                  <a:pt x="20" y="6231"/>
                </a:lnTo>
                <a:lnTo>
                  <a:pt x="26" y="6252"/>
                </a:lnTo>
                <a:lnTo>
                  <a:pt x="31" y="6272"/>
                </a:lnTo>
                <a:lnTo>
                  <a:pt x="38" y="6292"/>
                </a:lnTo>
                <a:lnTo>
                  <a:pt x="44" y="6310"/>
                </a:lnTo>
                <a:lnTo>
                  <a:pt x="52" y="6329"/>
                </a:lnTo>
                <a:lnTo>
                  <a:pt x="60" y="6347"/>
                </a:lnTo>
                <a:lnTo>
                  <a:pt x="68" y="6363"/>
                </a:lnTo>
                <a:lnTo>
                  <a:pt x="76" y="6381"/>
                </a:lnTo>
                <a:lnTo>
                  <a:pt x="86" y="6396"/>
                </a:lnTo>
                <a:lnTo>
                  <a:pt x="96" y="6410"/>
                </a:lnTo>
                <a:lnTo>
                  <a:pt x="106" y="6424"/>
                </a:lnTo>
                <a:lnTo>
                  <a:pt x="116" y="6438"/>
                </a:lnTo>
                <a:lnTo>
                  <a:pt x="127" y="6450"/>
                </a:lnTo>
                <a:lnTo>
                  <a:pt x="138" y="6461"/>
                </a:lnTo>
                <a:lnTo>
                  <a:pt x="149" y="6471"/>
                </a:lnTo>
                <a:lnTo>
                  <a:pt x="162" y="6481"/>
                </a:lnTo>
                <a:lnTo>
                  <a:pt x="173" y="6489"/>
                </a:lnTo>
                <a:lnTo>
                  <a:pt x="185" y="6497"/>
                </a:lnTo>
                <a:lnTo>
                  <a:pt x="197" y="6503"/>
                </a:lnTo>
                <a:lnTo>
                  <a:pt x="211" y="6508"/>
                </a:lnTo>
                <a:lnTo>
                  <a:pt x="223" y="6513"/>
                </a:lnTo>
                <a:lnTo>
                  <a:pt x="237" y="6515"/>
                </a:lnTo>
                <a:lnTo>
                  <a:pt x="250" y="6516"/>
                </a:lnTo>
                <a:lnTo>
                  <a:pt x="264" y="6518"/>
                </a:lnTo>
                <a:lnTo>
                  <a:pt x="283" y="6516"/>
                </a:lnTo>
                <a:lnTo>
                  <a:pt x="301" y="6513"/>
                </a:lnTo>
                <a:lnTo>
                  <a:pt x="320" y="6507"/>
                </a:lnTo>
                <a:lnTo>
                  <a:pt x="337" y="6499"/>
                </a:lnTo>
                <a:lnTo>
                  <a:pt x="354" y="6489"/>
                </a:lnTo>
                <a:lnTo>
                  <a:pt x="371" y="6477"/>
                </a:lnTo>
                <a:lnTo>
                  <a:pt x="387" y="6463"/>
                </a:lnTo>
                <a:lnTo>
                  <a:pt x="402" y="6447"/>
                </a:lnTo>
                <a:lnTo>
                  <a:pt x="417" y="6430"/>
                </a:lnTo>
                <a:lnTo>
                  <a:pt x="432" y="6412"/>
                </a:lnTo>
                <a:lnTo>
                  <a:pt x="445" y="6391"/>
                </a:lnTo>
                <a:lnTo>
                  <a:pt x="458" y="6368"/>
                </a:lnTo>
                <a:lnTo>
                  <a:pt x="469" y="6345"/>
                </a:lnTo>
                <a:lnTo>
                  <a:pt x="480" y="6320"/>
                </a:lnTo>
                <a:lnTo>
                  <a:pt x="490" y="6293"/>
                </a:lnTo>
                <a:lnTo>
                  <a:pt x="499" y="6266"/>
                </a:lnTo>
                <a:lnTo>
                  <a:pt x="508" y="6246"/>
                </a:lnTo>
                <a:lnTo>
                  <a:pt x="536" y="6203"/>
                </a:lnTo>
                <a:lnTo>
                  <a:pt x="544" y="6192"/>
                </a:lnTo>
                <a:lnTo>
                  <a:pt x="553" y="6181"/>
                </a:lnTo>
                <a:lnTo>
                  <a:pt x="562" y="6170"/>
                </a:lnTo>
                <a:lnTo>
                  <a:pt x="571" y="6160"/>
                </a:lnTo>
                <a:lnTo>
                  <a:pt x="581" y="6152"/>
                </a:lnTo>
                <a:lnTo>
                  <a:pt x="591" y="6146"/>
                </a:lnTo>
                <a:lnTo>
                  <a:pt x="600" y="6141"/>
                </a:lnTo>
                <a:lnTo>
                  <a:pt x="610" y="6140"/>
                </a:lnTo>
                <a:lnTo>
                  <a:pt x="622" y="6141"/>
                </a:lnTo>
                <a:lnTo>
                  <a:pt x="634" y="6145"/>
                </a:lnTo>
                <a:lnTo>
                  <a:pt x="645" y="6150"/>
                </a:lnTo>
                <a:lnTo>
                  <a:pt x="657" y="6156"/>
                </a:lnTo>
                <a:lnTo>
                  <a:pt x="668" y="6165"/>
                </a:lnTo>
                <a:lnTo>
                  <a:pt x="678" y="6175"/>
                </a:lnTo>
                <a:lnTo>
                  <a:pt x="686" y="6187"/>
                </a:lnTo>
                <a:lnTo>
                  <a:pt x="695" y="6199"/>
                </a:lnTo>
                <a:lnTo>
                  <a:pt x="702" y="6214"/>
                </a:lnTo>
                <a:lnTo>
                  <a:pt x="710" y="6230"/>
                </a:lnTo>
                <a:lnTo>
                  <a:pt x="716" y="6246"/>
                </a:lnTo>
                <a:lnTo>
                  <a:pt x="721" y="6264"/>
                </a:lnTo>
                <a:lnTo>
                  <a:pt x="724" y="6283"/>
                </a:lnTo>
                <a:lnTo>
                  <a:pt x="728" y="6302"/>
                </a:lnTo>
                <a:lnTo>
                  <a:pt x="729" y="6323"/>
                </a:lnTo>
                <a:lnTo>
                  <a:pt x="731" y="6343"/>
                </a:lnTo>
                <a:lnTo>
                  <a:pt x="731" y="6345"/>
                </a:lnTo>
                <a:lnTo>
                  <a:pt x="731" y="6345"/>
                </a:lnTo>
                <a:lnTo>
                  <a:pt x="731" y="6345"/>
                </a:lnTo>
                <a:lnTo>
                  <a:pt x="731" y="6529"/>
                </a:lnTo>
                <a:lnTo>
                  <a:pt x="731" y="9302"/>
                </a:lnTo>
                <a:lnTo>
                  <a:pt x="731" y="9302"/>
                </a:lnTo>
                <a:lnTo>
                  <a:pt x="731" y="9485"/>
                </a:lnTo>
                <a:lnTo>
                  <a:pt x="732" y="9485"/>
                </a:lnTo>
                <a:lnTo>
                  <a:pt x="731" y="9487"/>
                </a:lnTo>
                <a:lnTo>
                  <a:pt x="731" y="9488"/>
                </a:lnTo>
                <a:lnTo>
                  <a:pt x="732" y="9509"/>
                </a:lnTo>
                <a:lnTo>
                  <a:pt x="733" y="9529"/>
                </a:lnTo>
                <a:lnTo>
                  <a:pt x="737" y="9548"/>
                </a:lnTo>
                <a:lnTo>
                  <a:pt x="740" y="9567"/>
                </a:lnTo>
                <a:lnTo>
                  <a:pt x="745" y="9584"/>
                </a:lnTo>
                <a:lnTo>
                  <a:pt x="752" y="9601"/>
                </a:lnTo>
                <a:lnTo>
                  <a:pt x="759" y="9616"/>
                </a:lnTo>
                <a:lnTo>
                  <a:pt x="766" y="9631"/>
                </a:lnTo>
                <a:lnTo>
                  <a:pt x="775" y="9643"/>
                </a:lnTo>
                <a:lnTo>
                  <a:pt x="785" y="9656"/>
                </a:lnTo>
                <a:lnTo>
                  <a:pt x="795" y="9666"/>
                </a:lnTo>
                <a:lnTo>
                  <a:pt x="805" y="9674"/>
                </a:lnTo>
                <a:lnTo>
                  <a:pt x="816" y="9682"/>
                </a:lnTo>
                <a:lnTo>
                  <a:pt x="828" y="9687"/>
                </a:lnTo>
                <a:lnTo>
                  <a:pt x="839" y="9689"/>
                </a:lnTo>
                <a:lnTo>
                  <a:pt x="852" y="9690"/>
                </a:lnTo>
                <a:lnTo>
                  <a:pt x="861" y="9689"/>
                </a:lnTo>
                <a:lnTo>
                  <a:pt x="871" y="9684"/>
                </a:lnTo>
                <a:lnTo>
                  <a:pt x="880" y="9678"/>
                </a:lnTo>
                <a:lnTo>
                  <a:pt x="890" y="9671"/>
                </a:lnTo>
                <a:lnTo>
                  <a:pt x="900" y="9661"/>
                </a:lnTo>
                <a:lnTo>
                  <a:pt x="908" y="9651"/>
                </a:lnTo>
                <a:lnTo>
                  <a:pt x="918" y="9638"/>
                </a:lnTo>
                <a:lnTo>
                  <a:pt x="926" y="9627"/>
                </a:lnTo>
                <a:lnTo>
                  <a:pt x="953" y="9584"/>
                </a:lnTo>
                <a:lnTo>
                  <a:pt x="963" y="9564"/>
                </a:lnTo>
                <a:lnTo>
                  <a:pt x="971" y="9537"/>
                </a:lnTo>
                <a:lnTo>
                  <a:pt x="981" y="9510"/>
                </a:lnTo>
                <a:lnTo>
                  <a:pt x="992" y="9485"/>
                </a:lnTo>
                <a:lnTo>
                  <a:pt x="1003" y="9462"/>
                </a:lnTo>
                <a:lnTo>
                  <a:pt x="1017" y="9440"/>
                </a:lnTo>
                <a:lnTo>
                  <a:pt x="1029" y="9419"/>
                </a:lnTo>
                <a:lnTo>
                  <a:pt x="1044" y="9400"/>
                </a:lnTo>
                <a:lnTo>
                  <a:pt x="1059" y="9383"/>
                </a:lnTo>
                <a:lnTo>
                  <a:pt x="1074" y="9367"/>
                </a:lnTo>
                <a:lnTo>
                  <a:pt x="1090" y="9353"/>
                </a:lnTo>
                <a:lnTo>
                  <a:pt x="1107" y="9341"/>
                </a:lnTo>
                <a:lnTo>
                  <a:pt x="1124" y="9331"/>
                </a:lnTo>
                <a:lnTo>
                  <a:pt x="1142" y="9324"/>
                </a:lnTo>
                <a:lnTo>
                  <a:pt x="1160" y="9318"/>
                </a:lnTo>
                <a:lnTo>
                  <a:pt x="1179" y="9314"/>
                </a:lnTo>
                <a:lnTo>
                  <a:pt x="1197" y="9313"/>
                </a:lnTo>
                <a:lnTo>
                  <a:pt x="1211" y="9314"/>
                </a:lnTo>
                <a:lnTo>
                  <a:pt x="1224" y="9315"/>
                </a:lnTo>
                <a:lnTo>
                  <a:pt x="1238" y="9319"/>
                </a:lnTo>
                <a:lnTo>
                  <a:pt x="1250" y="9323"/>
                </a:lnTo>
                <a:lnTo>
                  <a:pt x="1264" y="9328"/>
                </a:lnTo>
                <a:lnTo>
                  <a:pt x="1276" y="9334"/>
                </a:lnTo>
                <a:lnTo>
                  <a:pt x="1288" y="9341"/>
                </a:lnTo>
                <a:lnTo>
                  <a:pt x="1301" y="9350"/>
                </a:lnTo>
                <a:lnTo>
                  <a:pt x="1312" y="9360"/>
                </a:lnTo>
                <a:lnTo>
                  <a:pt x="1323" y="9369"/>
                </a:lnTo>
                <a:lnTo>
                  <a:pt x="1334" y="9381"/>
                </a:lnTo>
                <a:lnTo>
                  <a:pt x="1345" y="9393"/>
                </a:lnTo>
                <a:lnTo>
                  <a:pt x="1355" y="9406"/>
                </a:lnTo>
                <a:lnTo>
                  <a:pt x="1366" y="9420"/>
                </a:lnTo>
                <a:lnTo>
                  <a:pt x="1375" y="9435"/>
                </a:lnTo>
                <a:lnTo>
                  <a:pt x="1385" y="9451"/>
                </a:lnTo>
                <a:lnTo>
                  <a:pt x="1393" y="9467"/>
                </a:lnTo>
                <a:lnTo>
                  <a:pt x="1402" y="9484"/>
                </a:lnTo>
                <a:lnTo>
                  <a:pt x="1409" y="9502"/>
                </a:lnTo>
                <a:lnTo>
                  <a:pt x="1417" y="9520"/>
                </a:lnTo>
                <a:lnTo>
                  <a:pt x="1424" y="9539"/>
                </a:lnTo>
                <a:lnTo>
                  <a:pt x="1430" y="9558"/>
                </a:lnTo>
                <a:lnTo>
                  <a:pt x="1435" y="9579"/>
                </a:lnTo>
                <a:lnTo>
                  <a:pt x="1442" y="9599"/>
                </a:lnTo>
                <a:lnTo>
                  <a:pt x="1446" y="9621"/>
                </a:lnTo>
                <a:lnTo>
                  <a:pt x="1450" y="9642"/>
                </a:lnTo>
                <a:lnTo>
                  <a:pt x="1454" y="9664"/>
                </a:lnTo>
                <a:lnTo>
                  <a:pt x="1456" y="9688"/>
                </a:lnTo>
                <a:lnTo>
                  <a:pt x="1459" y="9711"/>
                </a:lnTo>
                <a:lnTo>
                  <a:pt x="1461" y="9735"/>
                </a:lnTo>
                <a:lnTo>
                  <a:pt x="1461" y="9758"/>
                </a:lnTo>
                <a:lnTo>
                  <a:pt x="1463" y="9782"/>
                </a:lnTo>
                <a:lnTo>
                  <a:pt x="1461" y="9806"/>
                </a:lnTo>
                <a:lnTo>
                  <a:pt x="1461" y="9830"/>
                </a:lnTo>
                <a:lnTo>
                  <a:pt x="1459" y="9853"/>
                </a:lnTo>
                <a:lnTo>
                  <a:pt x="1456" y="9877"/>
                </a:lnTo>
                <a:lnTo>
                  <a:pt x="1454" y="9899"/>
                </a:lnTo>
                <a:lnTo>
                  <a:pt x="1450" y="9921"/>
                </a:lnTo>
                <a:lnTo>
                  <a:pt x="1446" y="9943"/>
                </a:lnTo>
                <a:lnTo>
                  <a:pt x="1442" y="9964"/>
                </a:lnTo>
                <a:lnTo>
                  <a:pt x="1435" y="9985"/>
                </a:lnTo>
                <a:lnTo>
                  <a:pt x="1430" y="10006"/>
                </a:lnTo>
                <a:lnTo>
                  <a:pt x="1424" y="10026"/>
                </a:lnTo>
                <a:lnTo>
                  <a:pt x="1417" y="10044"/>
                </a:lnTo>
                <a:lnTo>
                  <a:pt x="1409" y="10063"/>
                </a:lnTo>
                <a:lnTo>
                  <a:pt x="1402" y="10080"/>
                </a:lnTo>
                <a:lnTo>
                  <a:pt x="1393" y="10098"/>
                </a:lnTo>
                <a:lnTo>
                  <a:pt x="1385" y="10114"/>
                </a:lnTo>
                <a:lnTo>
                  <a:pt x="1375" y="10130"/>
                </a:lnTo>
                <a:lnTo>
                  <a:pt x="1366" y="10144"/>
                </a:lnTo>
                <a:lnTo>
                  <a:pt x="1355" y="10158"/>
                </a:lnTo>
                <a:lnTo>
                  <a:pt x="1345" y="10172"/>
                </a:lnTo>
                <a:lnTo>
                  <a:pt x="1334" y="10184"/>
                </a:lnTo>
                <a:lnTo>
                  <a:pt x="1323" y="10195"/>
                </a:lnTo>
                <a:lnTo>
                  <a:pt x="1312" y="10205"/>
                </a:lnTo>
                <a:lnTo>
                  <a:pt x="1301" y="10215"/>
                </a:lnTo>
                <a:lnTo>
                  <a:pt x="1288" y="10223"/>
                </a:lnTo>
                <a:lnTo>
                  <a:pt x="1276" y="10230"/>
                </a:lnTo>
                <a:lnTo>
                  <a:pt x="1264" y="10237"/>
                </a:lnTo>
                <a:lnTo>
                  <a:pt x="1250" y="10242"/>
                </a:lnTo>
                <a:lnTo>
                  <a:pt x="1238" y="10246"/>
                </a:lnTo>
                <a:lnTo>
                  <a:pt x="1224" y="10249"/>
                </a:lnTo>
                <a:lnTo>
                  <a:pt x="1211" y="10251"/>
                </a:lnTo>
                <a:lnTo>
                  <a:pt x="1197" y="10252"/>
                </a:lnTo>
                <a:lnTo>
                  <a:pt x="1179" y="10251"/>
                </a:lnTo>
                <a:lnTo>
                  <a:pt x="1160" y="10247"/>
                </a:lnTo>
                <a:lnTo>
                  <a:pt x="1142" y="10241"/>
                </a:lnTo>
                <a:lnTo>
                  <a:pt x="1124" y="10233"/>
                </a:lnTo>
                <a:lnTo>
                  <a:pt x="1107" y="10223"/>
                </a:lnTo>
                <a:lnTo>
                  <a:pt x="1090" y="10211"/>
                </a:lnTo>
                <a:lnTo>
                  <a:pt x="1074" y="10197"/>
                </a:lnTo>
                <a:lnTo>
                  <a:pt x="1058" y="10181"/>
                </a:lnTo>
                <a:lnTo>
                  <a:pt x="1043" y="10164"/>
                </a:lnTo>
                <a:lnTo>
                  <a:pt x="1029" y="10144"/>
                </a:lnTo>
                <a:lnTo>
                  <a:pt x="1016" y="10123"/>
                </a:lnTo>
                <a:lnTo>
                  <a:pt x="1003" y="10101"/>
                </a:lnTo>
                <a:lnTo>
                  <a:pt x="992" y="10078"/>
                </a:lnTo>
                <a:lnTo>
                  <a:pt x="981" y="10053"/>
                </a:lnTo>
                <a:lnTo>
                  <a:pt x="971" y="10026"/>
                </a:lnTo>
                <a:lnTo>
                  <a:pt x="963" y="9999"/>
                </a:lnTo>
                <a:lnTo>
                  <a:pt x="953" y="9979"/>
                </a:lnTo>
                <a:lnTo>
                  <a:pt x="927" y="9937"/>
                </a:lnTo>
                <a:lnTo>
                  <a:pt x="919" y="9926"/>
                </a:lnTo>
                <a:lnTo>
                  <a:pt x="911" y="9915"/>
                </a:lnTo>
                <a:lnTo>
                  <a:pt x="901" y="9905"/>
                </a:lnTo>
                <a:lnTo>
                  <a:pt x="891" y="9895"/>
                </a:lnTo>
                <a:lnTo>
                  <a:pt x="881" y="9888"/>
                </a:lnTo>
                <a:lnTo>
                  <a:pt x="871" y="9882"/>
                </a:lnTo>
                <a:lnTo>
                  <a:pt x="861" y="9878"/>
                </a:lnTo>
                <a:lnTo>
                  <a:pt x="852" y="9877"/>
                </a:lnTo>
                <a:lnTo>
                  <a:pt x="839" y="9878"/>
                </a:lnTo>
                <a:lnTo>
                  <a:pt x="828" y="9880"/>
                </a:lnTo>
                <a:lnTo>
                  <a:pt x="816" y="9885"/>
                </a:lnTo>
                <a:lnTo>
                  <a:pt x="805" y="9893"/>
                </a:lnTo>
                <a:lnTo>
                  <a:pt x="795" y="9901"/>
                </a:lnTo>
                <a:lnTo>
                  <a:pt x="785" y="9911"/>
                </a:lnTo>
                <a:lnTo>
                  <a:pt x="775" y="9922"/>
                </a:lnTo>
                <a:lnTo>
                  <a:pt x="766" y="9936"/>
                </a:lnTo>
                <a:lnTo>
                  <a:pt x="759" y="9949"/>
                </a:lnTo>
                <a:lnTo>
                  <a:pt x="752" y="9965"/>
                </a:lnTo>
                <a:lnTo>
                  <a:pt x="745" y="9983"/>
                </a:lnTo>
                <a:lnTo>
                  <a:pt x="740" y="10000"/>
                </a:lnTo>
                <a:lnTo>
                  <a:pt x="737" y="10019"/>
                </a:lnTo>
                <a:lnTo>
                  <a:pt x="733" y="10038"/>
                </a:lnTo>
                <a:lnTo>
                  <a:pt x="732" y="10058"/>
                </a:lnTo>
                <a:lnTo>
                  <a:pt x="731" y="10079"/>
                </a:lnTo>
                <a:lnTo>
                  <a:pt x="731" y="10080"/>
                </a:lnTo>
                <a:lnTo>
                  <a:pt x="732" y="10081"/>
                </a:lnTo>
                <a:lnTo>
                  <a:pt x="731" y="10081"/>
                </a:lnTo>
                <a:lnTo>
                  <a:pt x="731" y="10081"/>
                </a:lnTo>
                <a:lnTo>
                  <a:pt x="731" y="10263"/>
                </a:lnTo>
                <a:lnTo>
                  <a:pt x="731" y="10263"/>
                </a:lnTo>
                <a:lnTo>
                  <a:pt x="731" y="11201"/>
                </a:lnTo>
                <a:lnTo>
                  <a:pt x="5660" y="11201"/>
                </a:lnTo>
                <a:lnTo>
                  <a:pt x="5660" y="0"/>
                </a:lnTo>
                <a:lnTo>
                  <a:pt x="731" y="0"/>
                </a:lnTo>
                <a:close/>
              </a:path>
            </a:pathLst>
          </a:custGeom>
          <a:noFill/>
          <a:ln w="7">
            <a:solidFill>
              <a:srgbClr val="FFFFFF"/>
            </a:solidFill>
            <a:prstDash val="solid"/>
            <a:round/>
          </a:ln>
        </p:spPr>
        <p:txBody>
          <a:bodyPr vert="horz" wrap="square" lIns="91443" tIns="45721" rIns="91443" bIns="45721" numCol="1" anchor="t" anchorCtr="0" compatLnSpc="1"/>
          <a:lstStyle/>
          <a:p>
            <a:endParaRPr lang="en-US"/>
          </a:p>
        </p:txBody>
      </p:sp>
      <p:sp>
        <p:nvSpPr>
          <p:cNvPr id="16" name="Freeform 16"/>
          <p:cNvSpPr/>
          <p:nvPr/>
        </p:nvSpPr>
        <p:spPr bwMode="auto">
          <a:xfrm>
            <a:off x="5938832" y="3204953"/>
            <a:ext cx="2246406" cy="2127340"/>
          </a:xfrm>
          <a:custGeom>
            <a:avLst/>
            <a:gdLst/>
            <a:ahLst/>
            <a:cxnLst>
              <a:cxn ang="0">
                <a:pos x="3393" y="15"/>
              </a:cxn>
              <a:cxn ang="0">
                <a:pos x="3290" y="108"/>
              </a:cxn>
              <a:cxn ang="0">
                <a:pos x="3395" y="222"/>
              </a:cxn>
              <a:cxn ang="0">
                <a:pos x="3612" y="343"/>
              </a:cxn>
              <a:cxn ang="0">
                <a:pos x="3660" y="507"/>
              </a:cxn>
              <a:cxn ang="0">
                <a:pos x="3572" y="624"/>
              </a:cxn>
              <a:cxn ang="0">
                <a:pos x="3399" y="704"/>
              </a:cxn>
              <a:cxn ang="0">
                <a:pos x="3172" y="730"/>
              </a:cxn>
              <a:cxn ang="0">
                <a:pos x="2953" y="692"/>
              </a:cxn>
              <a:cxn ang="0">
                <a:pos x="2795" y="603"/>
              </a:cxn>
              <a:cxn ang="0">
                <a:pos x="2727" y="480"/>
              </a:cxn>
              <a:cxn ang="0">
                <a:pos x="2814" y="312"/>
              </a:cxn>
              <a:cxn ang="0">
                <a:pos x="3053" y="187"/>
              </a:cxn>
              <a:cxn ang="0">
                <a:pos x="3092" y="85"/>
              </a:cxn>
              <a:cxn ang="0">
                <a:pos x="2960" y="6"/>
              </a:cxn>
              <a:cxn ang="0">
                <a:pos x="731" y="2015"/>
              </a:cxn>
              <a:cxn ang="0">
                <a:pos x="703" y="2148"/>
              </a:cxn>
              <a:cxn ang="0">
                <a:pos x="600" y="2220"/>
              </a:cxn>
              <a:cxn ang="0">
                <a:pos x="490" y="2070"/>
              </a:cxn>
              <a:cxn ang="0">
                <a:pos x="356" y="1874"/>
              </a:cxn>
              <a:cxn ang="0">
                <a:pos x="199" y="1861"/>
              </a:cxn>
              <a:cxn ang="0">
                <a:pos x="87" y="1968"/>
              </a:cxn>
              <a:cxn ang="0">
                <a:pos x="16" y="2153"/>
              </a:cxn>
              <a:cxn ang="0">
                <a:pos x="3" y="2386"/>
              </a:cxn>
              <a:cxn ang="0">
                <a:pos x="52" y="2595"/>
              </a:cxn>
              <a:cxn ang="0">
                <a:pos x="150" y="2738"/>
              </a:cxn>
              <a:cxn ang="0">
                <a:pos x="284" y="2782"/>
              </a:cxn>
              <a:cxn ang="0">
                <a:pos x="446" y="2657"/>
              </a:cxn>
              <a:cxn ang="0">
                <a:pos x="563" y="2436"/>
              </a:cxn>
              <a:cxn ang="0">
                <a:pos x="667" y="2431"/>
              </a:cxn>
              <a:cxn ang="0">
                <a:pos x="730" y="2586"/>
              </a:cxn>
              <a:cxn ang="0">
                <a:pos x="2898" y="4630"/>
              </a:cxn>
              <a:cxn ang="0">
                <a:pos x="3055" y="4674"/>
              </a:cxn>
              <a:cxn ang="0">
                <a:pos x="3091" y="4780"/>
              </a:cxn>
              <a:cxn ang="0">
                <a:pos x="2901" y="4890"/>
              </a:cxn>
              <a:cxn ang="0">
                <a:pos x="2737" y="5041"/>
              </a:cxn>
              <a:cxn ang="0">
                <a:pos x="2755" y="5188"/>
              </a:cxn>
              <a:cxn ang="0">
                <a:pos x="2881" y="5292"/>
              </a:cxn>
              <a:cxn ang="0">
                <a:pos x="3079" y="5353"/>
              </a:cxn>
              <a:cxn ang="0">
                <a:pos x="3313" y="5353"/>
              </a:cxn>
              <a:cxn ang="0">
                <a:pos x="3512" y="5292"/>
              </a:cxn>
              <a:cxn ang="0">
                <a:pos x="3636" y="5188"/>
              </a:cxn>
              <a:cxn ang="0">
                <a:pos x="3655" y="5041"/>
              </a:cxn>
              <a:cxn ang="0">
                <a:pos x="3492" y="4891"/>
              </a:cxn>
              <a:cxn ang="0">
                <a:pos x="3299" y="4779"/>
              </a:cxn>
              <a:cxn ang="0">
                <a:pos x="3334" y="4674"/>
              </a:cxn>
              <a:cxn ang="0">
                <a:pos x="3492" y="4630"/>
              </a:cxn>
              <a:cxn ang="0">
                <a:pos x="5658" y="2567"/>
              </a:cxn>
              <a:cxn ang="0">
                <a:pos x="5587" y="2422"/>
              </a:cxn>
              <a:cxn ang="0">
                <a:pos x="5483" y="2447"/>
              </a:cxn>
              <a:cxn ang="0">
                <a:pos x="5362" y="2678"/>
              </a:cxn>
              <a:cxn ang="0">
                <a:pos x="5194" y="2784"/>
              </a:cxn>
              <a:cxn ang="0">
                <a:pos x="5068" y="2727"/>
              </a:cxn>
              <a:cxn ang="0">
                <a:pos x="4976" y="2578"/>
              </a:cxn>
              <a:cxn ang="0">
                <a:pos x="4931" y="2363"/>
              </a:cxn>
              <a:cxn ang="0">
                <a:pos x="4951" y="2132"/>
              </a:cxn>
              <a:cxn ang="0">
                <a:pos x="5026" y="1953"/>
              </a:cxn>
              <a:cxn ang="0">
                <a:pos x="5141" y="1856"/>
              </a:cxn>
              <a:cxn ang="0">
                <a:pos x="5301" y="1887"/>
              </a:cxn>
              <a:cxn ang="0">
                <a:pos x="5430" y="2099"/>
              </a:cxn>
              <a:cxn ang="0">
                <a:pos x="5540" y="2221"/>
              </a:cxn>
              <a:cxn ang="0">
                <a:pos x="5640" y="2132"/>
              </a:cxn>
              <a:cxn ang="0">
                <a:pos x="5661" y="2015"/>
              </a:cxn>
            </a:cxnLst>
            <a:rect l="0" t="0" r="r" b="b"/>
            <a:pathLst>
              <a:path w="5661" h="5360">
                <a:moveTo>
                  <a:pt x="5661" y="0"/>
                </a:moveTo>
                <a:lnTo>
                  <a:pt x="3493" y="0"/>
                </a:lnTo>
                <a:lnTo>
                  <a:pt x="3493" y="0"/>
                </a:lnTo>
                <a:lnTo>
                  <a:pt x="3492" y="0"/>
                </a:lnTo>
                <a:lnTo>
                  <a:pt x="3490" y="0"/>
                </a:lnTo>
                <a:lnTo>
                  <a:pt x="3470" y="1"/>
                </a:lnTo>
                <a:lnTo>
                  <a:pt x="3449" y="2"/>
                </a:lnTo>
                <a:lnTo>
                  <a:pt x="3430" y="6"/>
                </a:lnTo>
                <a:lnTo>
                  <a:pt x="3412" y="10"/>
                </a:lnTo>
                <a:lnTo>
                  <a:pt x="3393" y="15"/>
                </a:lnTo>
                <a:lnTo>
                  <a:pt x="3377" y="21"/>
                </a:lnTo>
                <a:lnTo>
                  <a:pt x="3361" y="28"/>
                </a:lnTo>
                <a:lnTo>
                  <a:pt x="3348" y="36"/>
                </a:lnTo>
                <a:lnTo>
                  <a:pt x="3334" y="44"/>
                </a:lnTo>
                <a:lnTo>
                  <a:pt x="3323" y="53"/>
                </a:lnTo>
                <a:lnTo>
                  <a:pt x="3312" y="63"/>
                </a:lnTo>
                <a:lnTo>
                  <a:pt x="3304" y="74"/>
                </a:lnTo>
                <a:lnTo>
                  <a:pt x="3297" y="85"/>
                </a:lnTo>
                <a:lnTo>
                  <a:pt x="3292" y="96"/>
                </a:lnTo>
                <a:lnTo>
                  <a:pt x="3290" y="108"/>
                </a:lnTo>
                <a:lnTo>
                  <a:pt x="3288" y="121"/>
                </a:lnTo>
                <a:lnTo>
                  <a:pt x="3290" y="131"/>
                </a:lnTo>
                <a:lnTo>
                  <a:pt x="3293" y="139"/>
                </a:lnTo>
                <a:lnTo>
                  <a:pt x="3299" y="149"/>
                </a:lnTo>
                <a:lnTo>
                  <a:pt x="3308" y="159"/>
                </a:lnTo>
                <a:lnTo>
                  <a:pt x="3317" y="169"/>
                </a:lnTo>
                <a:lnTo>
                  <a:pt x="3328" y="178"/>
                </a:lnTo>
                <a:lnTo>
                  <a:pt x="3339" y="186"/>
                </a:lnTo>
                <a:lnTo>
                  <a:pt x="3351" y="195"/>
                </a:lnTo>
                <a:lnTo>
                  <a:pt x="3395" y="222"/>
                </a:lnTo>
                <a:lnTo>
                  <a:pt x="3414" y="232"/>
                </a:lnTo>
                <a:lnTo>
                  <a:pt x="3441" y="240"/>
                </a:lnTo>
                <a:lnTo>
                  <a:pt x="3467" y="250"/>
                </a:lnTo>
                <a:lnTo>
                  <a:pt x="3492" y="261"/>
                </a:lnTo>
                <a:lnTo>
                  <a:pt x="3517" y="273"/>
                </a:lnTo>
                <a:lnTo>
                  <a:pt x="3539" y="285"/>
                </a:lnTo>
                <a:lnTo>
                  <a:pt x="3559" y="298"/>
                </a:lnTo>
                <a:lnTo>
                  <a:pt x="3578" y="312"/>
                </a:lnTo>
                <a:lnTo>
                  <a:pt x="3596" y="327"/>
                </a:lnTo>
                <a:lnTo>
                  <a:pt x="3612" y="343"/>
                </a:lnTo>
                <a:lnTo>
                  <a:pt x="3625" y="359"/>
                </a:lnTo>
                <a:lnTo>
                  <a:pt x="3636" y="376"/>
                </a:lnTo>
                <a:lnTo>
                  <a:pt x="3646" y="392"/>
                </a:lnTo>
                <a:lnTo>
                  <a:pt x="3655" y="411"/>
                </a:lnTo>
                <a:lnTo>
                  <a:pt x="3660" y="429"/>
                </a:lnTo>
                <a:lnTo>
                  <a:pt x="3664" y="448"/>
                </a:lnTo>
                <a:lnTo>
                  <a:pt x="3665" y="466"/>
                </a:lnTo>
                <a:lnTo>
                  <a:pt x="3665" y="480"/>
                </a:lnTo>
                <a:lnTo>
                  <a:pt x="3662" y="493"/>
                </a:lnTo>
                <a:lnTo>
                  <a:pt x="3660" y="507"/>
                </a:lnTo>
                <a:lnTo>
                  <a:pt x="3656" y="519"/>
                </a:lnTo>
                <a:lnTo>
                  <a:pt x="3650" y="532"/>
                </a:lnTo>
                <a:lnTo>
                  <a:pt x="3644" y="545"/>
                </a:lnTo>
                <a:lnTo>
                  <a:pt x="3636" y="558"/>
                </a:lnTo>
                <a:lnTo>
                  <a:pt x="3628" y="569"/>
                </a:lnTo>
                <a:lnTo>
                  <a:pt x="3619" y="581"/>
                </a:lnTo>
                <a:lnTo>
                  <a:pt x="3608" y="592"/>
                </a:lnTo>
                <a:lnTo>
                  <a:pt x="3597" y="603"/>
                </a:lnTo>
                <a:lnTo>
                  <a:pt x="3585" y="614"/>
                </a:lnTo>
                <a:lnTo>
                  <a:pt x="3572" y="624"/>
                </a:lnTo>
                <a:lnTo>
                  <a:pt x="3557" y="634"/>
                </a:lnTo>
                <a:lnTo>
                  <a:pt x="3544" y="644"/>
                </a:lnTo>
                <a:lnTo>
                  <a:pt x="3528" y="654"/>
                </a:lnTo>
                <a:lnTo>
                  <a:pt x="3512" y="663"/>
                </a:lnTo>
                <a:lnTo>
                  <a:pt x="3494" y="670"/>
                </a:lnTo>
                <a:lnTo>
                  <a:pt x="3477" y="679"/>
                </a:lnTo>
                <a:lnTo>
                  <a:pt x="3459" y="686"/>
                </a:lnTo>
                <a:lnTo>
                  <a:pt x="3439" y="692"/>
                </a:lnTo>
                <a:lnTo>
                  <a:pt x="3419" y="698"/>
                </a:lnTo>
                <a:lnTo>
                  <a:pt x="3399" y="704"/>
                </a:lnTo>
                <a:lnTo>
                  <a:pt x="3378" y="709"/>
                </a:lnTo>
                <a:lnTo>
                  <a:pt x="3357" y="714"/>
                </a:lnTo>
                <a:lnTo>
                  <a:pt x="3335" y="719"/>
                </a:lnTo>
                <a:lnTo>
                  <a:pt x="3313" y="723"/>
                </a:lnTo>
                <a:lnTo>
                  <a:pt x="3291" y="725"/>
                </a:lnTo>
                <a:lnTo>
                  <a:pt x="3267" y="728"/>
                </a:lnTo>
                <a:lnTo>
                  <a:pt x="3244" y="729"/>
                </a:lnTo>
                <a:lnTo>
                  <a:pt x="3220" y="730"/>
                </a:lnTo>
                <a:lnTo>
                  <a:pt x="3196" y="730"/>
                </a:lnTo>
                <a:lnTo>
                  <a:pt x="3172" y="730"/>
                </a:lnTo>
                <a:lnTo>
                  <a:pt x="3148" y="729"/>
                </a:lnTo>
                <a:lnTo>
                  <a:pt x="3124" y="728"/>
                </a:lnTo>
                <a:lnTo>
                  <a:pt x="3102" y="725"/>
                </a:lnTo>
                <a:lnTo>
                  <a:pt x="3079" y="723"/>
                </a:lnTo>
                <a:lnTo>
                  <a:pt x="3056" y="719"/>
                </a:lnTo>
                <a:lnTo>
                  <a:pt x="3034" y="714"/>
                </a:lnTo>
                <a:lnTo>
                  <a:pt x="3013" y="709"/>
                </a:lnTo>
                <a:lnTo>
                  <a:pt x="2992" y="704"/>
                </a:lnTo>
                <a:lnTo>
                  <a:pt x="2972" y="698"/>
                </a:lnTo>
                <a:lnTo>
                  <a:pt x="2953" y="692"/>
                </a:lnTo>
                <a:lnTo>
                  <a:pt x="2934" y="686"/>
                </a:lnTo>
                <a:lnTo>
                  <a:pt x="2916" y="679"/>
                </a:lnTo>
                <a:lnTo>
                  <a:pt x="2897" y="670"/>
                </a:lnTo>
                <a:lnTo>
                  <a:pt x="2881" y="663"/>
                </a:lnTo>
                <a:lnTo>
                  <a:pt x="2864" y="654"/>
                </a:lnTo>
                <a:lnTo>
                  <a:pt x="2849" y="644"/>
                </a:lnTo>
                <a:lnTo>
                  <a:pt x="2834" y="634"/>
                </a:lnTo>
                <a:lnTo>
                  <a:pt x="2819" y="624"/>
                </a:lnTo>
                <a:lnTo>
                  <a:pt x="2807" y="614"/>
                </a:lnTo>
                <a:lnTo>
                  <a:pt x="2795" y="603"/>
                </a:lnTo>
                <a:lnTo>
                  <a:pt x="2784" y="592"/>
                </a:lnTo>
                <a:lnTo>
                  <a:pt x="2772" y="581"/>
                </a:lnTo>
                <a:lnTo>
                  <a:pt x="2764" y="569"/>
                </a:lnTo>
                <a:lnTo>
                  <a:pt x="2755" y="558"/>
                </a:lnTo>
                <a:lnTo>
                  <a:pt x="2748" y="545"/>
                </a:lnTo>
                <a:lnTo>
                  <a:pt x="2742" y="532"/>
                </a:lnTo>
                <a:lnTo>
                  <a:pt x="2737" y="519"/>
                </a:lnTo>
                <a:lnTo>
                  <a:pt x="2732" y="507"/>
                </a:lnTo>
                <a:lnTo>
                  <a:pt x="2729" y="493"/>
                </a:lnTo>
                <a:lnTo>
                  <a:pt x="2727" y="480"/>
                </a:lnTo>
                <a:lnTo>
                  <a:pt x="2727" y="466"/>
                </a:lnTo>
                <a:lnTo>
                  <a:pt x="2728" y="448"/>
                </a:lnTo>
                <a:lnTo>
                  <a:pt x="2732" y="428"/>
                </a:lnTo>
                <a:lnTo>
                  <a:pt x="2737" y="411"/>
                </a:lnTo>
                <a:lnTo>
                  <a:pt x="2745" y="392"/>
                </a:lnTo>
                <a:lnTo>
                  <a:pt x="2755" y="375"/>
                </a:lnTo>
                <a:lnTo>
                  <a:pt x="2768" y="359"/>
                </a:lnTo>
                <a:lnTo>
                  <a:pt x="2781" y="343"/>
                </a:lnTo>
                <a:lnTo>
                  <a:pt x="2797" y="327"/>
                </a:lnTo>
                <a:lnTo>
                  <a:pt x="2814" y="312"/>
                </a:lnTo>
                <a:lnTo>
                  <a:pt x="2833" y="298"/>
                </a:lnTo>
                <a:lnTo>
                  <a:pt x="2854" y="285"/>
                </a:lnTo>
                <a:lnTo>
                  <a:pt x="2876" y="273"/>
                </a:lnTo>
                <a:lnTo>
                  <a:pt x="2901" y="260"/>
                </a:lnTo>
                <a:lnTo>
                  <a:pt x="2925" y="250"/>
                </a:lnTo>
                <a:lnTo>
                  <a:pt x="2951" y="240"/>
                </a:lnTo>
                <a:lnTo>
                  <a:pt x="2980" y="232"/>
                </a:lnTo>
                <a:lnTo>
                  <a:pt x="2998" y="222"/>
                </a:lnTo>
                <a:lnTo>
                  <a:pt x="3040" y="196"/>
                </a:lnTo>
                <a:lnTo>
                  <a:pt x="3053" y="187"/>
                </a:lnTo>
                <a:lnTo>
                  <a:pt x="3064" y="179"/>
                </a:lnTo>
                <a:lnTo>
                  <a:pt x="3074" y="170"/>
                </a:lnTo>
                <a:lnTo>
                  <a:pt x="3083" y="160"/>
                </a:lnTo>
                <a:lnTo>
                  <a:pt x="3091" y="150"/>
                </a:lnTo>
                <a:lnTo>
                  <a:pt x="3097" y="141"/>
                </a:lnTo>
                <a:lnTo>
                  <a:pt x="3101" y="131"/>
                </a:lnTo>
                <a:lnTo>
                  <a:pt x="3102" y="121"/>
                </a:lnTo>
                <a:lnTo>
                  <a:pt x="3101" y="108"/>
                </a:lnTo>
                <a:lnTo>
                  <a:pt x="3097" y="96"/>
                </a:lnTo>
                <a:lnTo>
                  <a:pt x="3092" y="85"/>
                </a:lnTo>
                <a:lnTo>
                  <a:pt x="3086" y="74"/>
                </a:lnTo>
                <a:lnTo>
                  <a:pt x="3077" y="63"/>
                </a:lnTo>
                <a:lnTo>
                  <a:pt x="3067" y="53"/>
                </a:lnTo>
                <a:lnTo>
                  <a:pt x="3055" y="44"/>
                </a:lnTo>
                <a:lnTo>
                  <a:pt x="3043" y="36"/>
                </a:lnTo>
                <a:lnTo>
                  <a:pt x="3028" y="28"/>
                </a:lnTo>
                <a:lnTo>
                  <a:pt x="3013" y="21"/>
                </a:lnTo>
                <a:lnTo>
                  <a:pt x="2996" y="15"/>
                </a:lnTo>
                <a:lnTo>
                  <a:pt x="2979" y="10"/>
                </a:lnTo>
                <a:lnTo>
                  <a:pt x="2960" y="6"/>
                </a:lnTo>
                <a:lnTo>
                  <a:pt x="2940" y="2"/>
                </a:lnTo>
                <a:lnTo>
                  <a:pt x="2921" y="1"/>
                </a:lnTo>
                <a:lnTo>
                  <a:pt x="2900" y="0"/>
                </a:lnTo>
                <a:lnTo>
                  <a:pt x="2898" y="0"/>
                </a:lnTo>
                <a:lnTo>
                  <a:pt x="2897" y="0"/>
                </a:lnTo>
                <a:lnTo>
                  <a:pt x="2897" y="0"/>
                </a:lnTo>
                <a:lnTo>
                  <a:pt x="2897" y="0"/>
                </a:lnTo>
                <a:lnTo>
                  <a:pt x="731" y="0"/>
                </a:lnTo>
                <a:lnTo>
                  <a:pt x="731" y="2015"/>
                </a:lnTo>
                <a:lnTo>
                  <a:pt x="731" y="2015"/>
                </a:lnTo>
                <a:lnTo>
                  <a:pt x="731" y="2015"/>
                </a:lnTo>
                <a:lnTo>
                  <a:pt x="731" y="2016"/>
                </a:lnTo>
                <a:lnTo>
                  <a:pt x="731" y="2021"/>
                </a:lnTo>
                <a:lnTo>
                  <a:pt x="730" y="2042"/>
                </a:lnTo>
                <a:lnTo>
                  <a:pt x="729" y="2062"/>
                </a:lnTo>
                <a:lnTo>
                  <a:pt x="725" y="2080"/>
                </a:lnTo>
                <a:lnTo>
                  <a:pt x="721" y="2099"/>
                </a:lnTo>
                <a:lnTo>
                  <a:pt x="716" y="2116"/>
                </a:lnTo>
                <a:lnTo>
                  <a:pt x="710" y="2133"/>
                </a:lnTo>
                <a:lnTo>
                  <a:pt x="703" y="2148"/>
                </a:lnTo>
                <a:lnTo>
                  <a:pt x="695" y="2162"/>
                </a:lnTo>
                <a:lnTo>
                  <a:pt x="687" y="2175"/>
                </a:lnTo>
                <a:lnTo>
                  <a:pt x="677" y="2186"/>
                </a:lnTo>
                <a:lnTo>
                  <a:pt x="667" y="2196"/>
                </a:lnTo>
                <a:lnTo>
                  <a:pt x="657" y="2205"/>
                </a:lnTo>
                <a:lnTo>
                  <a:pt x="646" y="2211"/>
                </a:lnTo>
                <a:lnTo>
                  <a:pt x="635" y="2216"/>
                </a:lnTo>
                <a:lnTo>
                  <a:pt x="622" y="2220"/>
                </a:lnTo>
                <a:lnTo>
                  <a:pt x="610" y="2221"/>
                </a:lnTo>
                <a:lnTo>
                  <a:pt x="600" y="2220"/>
                </a:lnTo>
                <a:lnTo>
                  <a:pt x="590" y="2216"/>
                </a:lnTo>
                <a:lnTo>
                  <a:pt x="580" y="2210"/>
                </a:lnTo>
                <a:lnTo>
                  <a:pt x="571" y="2201"/>
                </a:lnTo>
                <a:lnTo>
                  <a:pt x="561" y="2193"/>
                </a:lnTo>
                <a:lnTo>
                  <a:pt x="552" y="2182"/>
                </a:lnTo>
                <a:lnTo>
                  <a:pt x="543" y="2172"/>
                </a:lnTo>
                <a:lnTo>
                  <a:pt x="535" y="2159"/>
                </a:lnTo>
                <a:lnTo>
                  <a:pt x="510" y="2117"/>
                </a:lnTo>
                <a:lnTo>
                  <a:pt x="500" y="2099"/>
                </a:lnTo>
                <a:lnTo>
                  <a:pt x="490" y="2070"/>
                </a:lnTo>
                <a:lnTo>
                  <a:pt x="482" y="2045"/>
                </a:lnTo>
                <a:lnTo>
                  <a:pt x="471" y="2020"/>
                </a:lnTo>
                <a:lnTo>
                  <a:pt x="458" y="1995"/>
                </a:lnTo>
                <a:lnTo>
                  <a:pt x="446" y="1973"/>
                </a:lnTo>
                <a:lnTo>
                  <a:pt x="432" y="1952"/>
                </a:lnTo>
                <a:lnTo>
                  <a:pt x="419" y="1934"/>
                </a:lnTo>
                <a:lnTo>
                  <a:pt x="404" y="1916"/>
                </a:lnTo>
                <a:lnTo>
                  <a:pt x="388" y="1900"/>
                </a:lnTo>
                <a:lnTo>
                  <a:pt x="372" y="1887"/>
                </a:lnTo>
                <a:lnTo>
                  <a:pt x="356" y="1874"/>
                </a:lnTo>
                <a:lnTo>
                  <a:pt x="339" y="1864"/>
                </a:lnTo>
                <a:lnTo>
                  <a:pt x="321" y="1856"/>
                </a:lnTo>
                <a:lnTo>
                  <a:pt x="303" y="1851"/>
                </a:lnTo>
                <a:lnTo>
                  <a:pt x="284" y="1847"/>
                </a:lnTo>
                <a:lnTo>
                  <a:pt x="264" y="1846"/>
                </a:lnTo>
                <a:lnTo>
                  <a:pt x="251" y="1846"/>
                </a:lnTo>
                <a:lnTo>
                  <a:pt x="237" y="1848"/>
                </a:lnTo>
                <a:lnTo>
                  <a:pt x="225" y="1851"/>
                </a:lnTo>
                <a:lnTo>
                  <a:pt x="211" y="1856"/>
                </a:lnTo>
                <a:lnTo>
                  <a:pt x="199" y="1861"/>
                </a:lnTo>
                <a:lnTo>
                  <a:pt x="187" y="1867"/>
                </a:lnTo>
                <a:lnTo>
                  <a:pt x="174" y="1874"/>
                </a:lnTo>
                <a:lnTo>
                  <a:pt x="162" y="1883"/>
                </a:lnTo>
                <a:lnTo>
                  <a:pt x="150" y="1892"/>
                </a:lnTo>
                <a:lnTo>
                  <a:pt x="139" y="1903"/>
                </a:lnTo>
                <a:lnTo>
                  <a:pt x="127" y="1914"/>
                </a:lnTo>
                <a:lnTo>
                  <a:pt x="116" y="1926"/>
                </a:lnTo>
                <a:lnTo>
                  <a:pt x="106" y="1938"/>
                </a:lnTo>
                <a:lnTo>
                  <a:pt x="97" y="1953"/>
                </a:lnTo>
                <a:lnTo>
                  <a:pt x="87" y="1968"/>
                </a:lnTo>
                <a:lnTo>
                  <a:pt x="78" y="1983"/>
                </a:lnTo>
                <a:lnTo>
                  <a:pt x="69" y="1999"/>
                </a:lnTo>
                <a:lnTo>
                  <a:pt x="61" y="2016"/>
                </a:lnTo>
                <a:lnTo>
                  <a:pt x="52" y="2035"/>
                </a:lnTo>
                <a:lnTo>
                  <a:pt x="45" y="2052"/>
                </a:lnTo>
                <a:lnTo>
                  <a:pt x="39" y="2072"/>
                </a:lnTo>
                <a:lnTo>
                  <a:pt x="32" y="2091"/>
                </a:lnTo>
                <a:lnTo>
                  <a:pt x="26" y="2111"/>
                </a:lnTo>
                <a:lnTo>
                  <a:pt x="21" y="2132"/>
                </a:lnTo>
                <a:lnTo>
                  <a:pt x="16" y="2153"/>
                </a:lnTo>
                <a:lnTo>
                  <a:pt x="11" y="2175"/>
                </a:lnTo>
                <a:lnTo>
                  <a:pt x="9" y="2198"/>
                </a:lnTo>
                <a:lnTo>
                  <a:pt x="5" y="2220"/>
                </a:lnTo>
                <a:lnTo>
                  <a:pt x="3" y="2243"/>
                </a:lnTo>
                <a:lnTo>
                  <a:pt x="2" y="2267"/>
                </a:lnTo>
                <a:lnTo>
                  <a:pt x="0" y="2290"/>
                </a:lnTo>
                <a:lnTo>
                  <a:pt x="0" y="2315"/>
                </a:lnTo>
                <a:lnTo>
                  <a:pt x="0" y="2339"/>
                </a:lnTo>
                <a:lnTo>
                  <a:pt x="2" y="2363"/>
                </a:lnTo>
                <a:lnTo>
                  <a:pt x="3" y="2386"/>
                </a:lnTo>
                <a:lnTo>
                  <a:pt x="5" y="2410"/>
                </a:lnTo>
                <a:lnTo>
                  <a:pt x="9" y="2432"/>
                </a:lnTo>
                <a:lnTo>
                  <a:pt x="11" y="2454"/>
                </a:lnTo>
                <a:lnTo>
                  <a:pt x="16" y="2476"/>
                </a:lnTo>
                <a:lnTo>
                  <a:pt x="21" y="2497"/>
                </a:lnTo>
                <a:lnTo>
                  <a:pt x="26" y="2518"/>
                </a:lnTo>
                <a:lnTo>
                  <a:pt x="32" y="2538"/>
                </a:lnTo>
                <a:lnTo>
                  <a:pt x="39" y="2558"/>
                </a:lnTo>
                <a:lnTo>
                  <a:pt x="45" y="2578"/>
                </a:lnTo>
                <a:lnTo>
                  <a:pt x="52" y="2595"/>
                </a:lnTo>
                <a:lnTo>
                  <a:pt x="61" y="2613"/>
                </a:lnTo>
                <a:lnTo>
                  <a:pt x="69" y="2631"/>
                </a:lnTo>
                <a:lnTo>
                  <a:pt x="78" y="2647"/>
                </a:lnTo>
                <a:lnTo>
                  <a:pt x="87" y="2662"/>
                </a:lnTo>
                <a:lnTo>
                  <a:pt x="97" y="2676"/>
                </a:lnTo>
                <a:lnTo>
                  <a:pt x="106" y="2691"/>
                </a:lnTo>
                <a:lnTo>
                  <a:pt x="116" y="2704"/>
                </a:lnTo>
                <a:lnTo>
                  <a:pt x="127" y="2716"/>
                </a:lnTo>
                <a:lnTo>
                  <a:pt x="139" y="2727"/>
                </a:lnTo>
                <a:lnTo>
                  <a:pt x="150" y="2738"/>
                </a:lnTo>
                <a:lnTo>
                  <a:pt x="162" y="2747"/>
                </a:lnTo>
                <a:lnTo>
                  <a:pt x="174" y="2755"/>
                </a:lnTo>
                <a:lnTo>
                  <a:pt x="187" y="2763"/>
                </a:lnTo>
                <a:lnTo>
                  <a:pt x="199" y="2769"/>
                </a:lnTo>
                <a:lnTo>
                  <a:pt x="211" y="2774"/>
                </a:lnTo>
                <a:lnTo>
                  <a:pt x="225" y="2779"/>
                </a:lnTo>
                <a:lnTo>
                  <a:pt x="237" y="2781"/>
                </a:lnTo>
                <a:lnTo>
                  <a:pt x="251" y="2784"/>
                </a:lnTo>
                <a:lnTo>
                  <a:pt x="264" y="2784"/>
                </a:lnTo>
                <a:lnTo>
                  <a:pt x="284" y="2782"/>
                </a:lnTo>
                <a:lnTo>
                  <a:pt x="303" y="2779"/>
                </a:lnTo>
                <a:lnTo>
                  <a:pt x="320" y="2774"/>
                </a:lnTo>
                <a:lnTo>
                  <a:pt x="339" y="2765"/>
                </a:lnTo>
                <a:lnTo>
                  <a:pt x="356" y="2755"/>
                </a:lnTo>
                <a:lnTo>
                  <a:pt x="372" y="2744"/>
                </a:lnTo>
                <a:lnTo>
                  <a:pt x="388" y="2729"/>
                </a:lnTo>
                <a:lnTo>
                  <a:pt x="404" y="2715"/>
                </a:lnTo>
                <a:lnTo>
                  <a:pt x="419" y="2697"/>
                </a:lnTo>
                <a:lnTo>
                  <a:pt x="432" y="2678"/>
                </a:lnTo>
                <a:lnTo>
                  <a:pt x="446" y="2657"/>
                </a:lnTo>
                <a:lnTo>
                  <a:pt x="458" y="2634"/>
                </a:lnTo>
                <a:lnTo>
                  <a:pt x="469" y="2611"/>
                </a:lnTo>
                <a:lnTo>
                  <a:pt x="480" y="2586"/>
                </a:lnTo>
                <a:lnTo>
                  <a:pt x="490" y="2560"/>
                </a:lnTo>
                <a:lnTo>
                  <a:pt x="499" y="2533"/>
                </a:lnTo>
                <a:lnTo>
                  <a:pt x="510" y="2513"/>
                </a:lnTo>
                <a:lnTo>
                  <a:pt x="536" y="2470"/>
                </a:lnTo>
                <a:lnTo>
                  <a:pt x="545" y="2458"/>
                </a:lnTo>
                <a:lnTo>
                  <a:pt x="553" y="2447"/>
                </a:lnTo>
                <a:lnTo>
                  <a:pt x="563" y="2436"/>
                </a:lnTo>
                <a:lnTo>
                  <a:pt x="572" y="2426"/>
                </a:lnTo>
                <a:lnTo>
                  <a:pt x="582" y="2418"/>
                </a:lnTo>
                <a:lnTo>
                  <a:pt x="592" y="2412"/>
                </a:lnTo>
                <a:lnTo>
                  <a:pt x="601" y="2409"/>
                </a:lnTo>
                <a:lnTo>
                  <a:pt x="610" y="2407"/>
                </a:lnTo>
                <a:lnTo>
                  <a:pt x="622" y="2407"/>
                </a:lnTo>
                <a:lnTo>
                  <a:pt x="635" y="2411"/>
                </a:lnTo>
                <a:lnTo>
                  <a:pt x="646" y="2416"/>
                </a:lnTo>
                <a:lnTo>
                  <a:pt x="657" y="2422"/>
                </a:lnTo>
                <a:lnTo>
                  <a:pt x="667" y="2431"/>
                </a:lnTo>
                <a:lnTo>
                  <a:pt x="677" y="2441"/>
                </a:lnTo>
                <a:lnTo>
                  <a:pt x="687" y="2452"/>
                </a:lnTo>
                <a:lnTo>
                  <a:pt x="695" y="2465"/>
                </a:lnTo>
                <a:lnTo>
                  <a:pt x="703" y="2479"/>
                </a:lnTo>
                <a:lnTo>
                  <a:pt x="710" y="2495"/>
                </a:lnTo>
                <a:lnTo>
                  <a:pt x="716" y="2511"/>
                </a:lnTo>
                <a:lnTo>
                  <a:pt x="721" y="2528"/>
                </a:lnTo>
                <a:lnTo>
                  <a:pt x="725" y="2547"/>
                </a:lnTo>
                <a:lnTo>
                  <a:pt x="729" y="2567"/>
                </a:lnTo>
                <a:lnTo>
                  <a:pt x="730" y="2586"/>
                </a:lnTo>
                <a:lnTo>
                  <a:pt x="731" y="2606"/>
                </a:lnTo>
                <a:lnTo>
                  <a:pt x="731" y="2611"/>
                </a:lnTo>
                <a:lnTo>
                  <a:pt x="731" y="2612"/>
                </a:lnTo>
                <a:lnTo>
                  <a:pt x="731" y="2612"/>
                </a:lnTo>
                <a:lnTo>
                  <a:pt x="731" y="4630"/>
                </a:lnTo>
                <a:lnTo>
                  <a:pt x="2716" y="4630"/>
                </a:lnTo>
                <a:lnTo>
                  <a:pt x="2897" y="4630"/>
                </a:lnTo>
                <a:lnTo>
                  <a:pt x="2897" y="4630"/>
                </a:lnTo>
                <a:lnTo>
                  <a:pt x="2897" y="4630"/>
                </a:lnTo>
                <a:lnTo>
                  <a:pt x="2898" y="4630"/>
                </a:lnTo>
                <a:lnTo>
                  <a:pt x="2900" y="4630"/>
                </a:lnTo>
                <a:lnTo>
                  <a:pt x="2921" y="4630"/>
                </a:lnTo>
                <a:lnTo>
                  <a:pt x="2940" y="4632"/>
                </a:lnTo>
                <a:lnTo>
                  <a:pt x="2960" y="4635"/>
                </a:lnTo>
                <a:lnTo>
                  <a:pt x="2979" y="4640"/>
                </a:lnTo>
                <a:lnTo>
                  <a:pt x="2996" y="4645"/>
                </a:lnTo>
                <a:lnTo>
                  <a:pt x="3012" y="4651"/>
                </a:lnTo>
                <a:lnTo>
                  <a:pt x="3028" y="4658"/>
                </a:lnTo>
                <a:lnTo>
                  <a:pt x="3043" y="4666"/>
                </a:lnTo>
                <a:lnTo>
                  <a:pt x="3055" y="4674"/>
                </a:lnTo>
                <a:lnTo>
                  <a:pt x="3067" y="4683"/>
                </a:lnTo>
                <a:lnTo>
                  <a:pt x="3077" y="4693"/>
                </a:lnTo>
                <a:lnTo>
                  <a:pt x="3086" y="4704"/>
                </a:lnTo>
                <a:lnTo>
                  <a:pt x="3092" y="4715"/>
                </a:lnTo>
                <a:lnTo>
                  <a:pt x="3097" y="4726"/>
                </a:lnTo>
                <a:lnTo>
                  <a:pt x="3101" y="4738"/>
                </a:lnTo>
                <a:lnTo>
                  <a:pt x="3102" y="4751"/>
                </a:lnTo>
                <a:lnTo>
                  <a:pt x="3101" y="4761"/>
                </a:lnTo>
                <a:lnTo>
                  <a:pt x="3097" y="4770"/>
                </a:lnTo>
                <a:lnTo>
                  <a:pt x="3091" y="4780"/>
                </a:lnTo>
                <a:lnTo>
                  <a:pt x="3083" y="4790"/>
                </a:lnTo>
                <a:lnTo>
                  <a:pt x="3074" y="4800"/>
                </a:lnTo>
                <a:lnTo>
                  <a:pt x="3064" y="4809"/>
                </a:lnTo>
                <a:lnTo>
                  <a:pt x="3053" y="4817"/>
                </a:lnTo>
                <a:lnTo>
                  <a:pt x="3040" y="4826"/>
                </a:lnTo>
                <a:lnTo>
                  <a:pt x="2998" y="4852"/>
                </a:lnTo>
                <a:lnTo>
                  <a:pt x="2980" y="4862"/>
                </a:lnTo>
                <a:lnTo>
                  <a:pt x="2951" y="4870"/>
                </a:lnTo>
                <a:lnTo>
                  <a:pt x="2925" y="4880"/>
                </a:lnTo>
                <a:lnTo>
                  <a:pt x="2901" y="4890"/>
                </a:lnTo>
                <a:lnTo>
                  <a:pt x="2876" y="4902"/>
                </a:lnTo>
                <a:lnTo>
                  <a:pt x="2854" y="4915"/>
                </a:lnTo>
                <a:lnTo>
                  <a:pt x="2833" y="4928"/>
                </a:lnTo>
                <a:lnTo>
                  <a:pt x="2814" y="4942"/>
                </a:lnTo>
                <a:lnTo>
                  <a:pt x="2797" y="4957"/>
                </a:lnTo>
                <a:lnTo>
                  <a:pt x="2781" y="4973"/>
                </a:lnTo>
                <a:lnTo>
                  <a:pt x="2768" y="4989"/>
                </a:lnTo>
                <a:lnTo>
                  <a:pt x="2755" y="5005"/>
                </a:lnTo>
                <a:lnTo>
                  <a:pt x="2745" y="5022"/>
                </a:lnTo>
                <a:lnTo>
                  <a:pt x="2737" y="5041"/>
                </a:lnTo>
                <a:lnTo>
                  <a:pt x="2732" y="5058"/>
                </a:lnTo>
                <a:lnTo>
                  <a:pt x="2728" y="5076"/>
                </a:lnTo>
                <a:lnTo>
                  <a:pt x="2727" y="5096"/>
                </a:lnTo>
                <a:lnTo>
                  <a:pt x="2727" y="5110"/>
                </a:lnTo>
                <a:lnTo>
                  <a:pt x="2729" y="5123"/>
                </a:lnTo>
                <a:lnTo>
                  <a:pt x="2732" y="5137"/>
                </a:lnTo>
                <a:lnTo>
                  <a:pt x="2737" y="5149"/>
                </a:lnTo>
                <a:lnTo>
                  <a:pt x="2742" y="5162"/>
                </a:lnTo>
                <a:lnTo>
                  <a:pt x="2748" y="5175"/>
                </a:lnTo>
                <a:lnTo>
                  <a:pt x="2755" y="5188"/>
                </a:lnTo>
                <a:lnTo>
                  <a:pt x="2764" y="5199"/>
                </a:lnTo>
                <a:lnTo>
                  <a:pt x="2772" y="5211"/>
                </a:lnTo>
                <a:lnTo>
                  <a:pt x="2784" y="5222"/>
                </a:lnTo>
                <a:lnTo>
                  <a:pt x="2795" y="5233"/>
                </a:lnTo>
                <a:lnTo>
                  <a:pt x="2807" y="5244"/>
                </a:lnTo>
                <a:lnTo>
                  <a:pt x="2819" y="5254"/>
                </a:lnTo>
                <a:lnTo>
                  <a:pt x="2834" y="5264"/>
                </a:lnTo>
                <a:lnTo>
                  <a:pt x="2849" y="5274"/>
                </a:lnTo>
                <a:lnTo>
                  <a:pt x="2864" y="5283"/>
                </a:lnTo>
                <a:lnTo>
                  <a:pt x="2881" y="5292"/>
                </a:lnTo>
                <a:lnTo>
                  <a:pt x="2897" y="5300"/>
                </a:lnTo>
                <a:lnTo>
                  <a:pt x="2916" y="5308"/>
                </a:lnTo>
                <a:lnTo>
                  <a:pt x="2934" y="5316"/>
                </a:lnTo>
                <a:lnTo>
                  <a:pt x="2953" y="5322"/>
                </a:lnTo>
                <a:lnTo>
                  <a:pt x="2972" y="5328"/>
                </a:lnTo>
                <a:lnTo>
                  <a:pt x="2992" y="5334"/>
                </a:lnTo>
                <a:lnTo>
                  <a:pt x="3013" y="5339"/>
                </a:lnTo>
                <a:lnTo>
                  <a:pt x="3034" y="5344"/>
                </a:lnTo>
                <a:lnTo>
                  <a:pt x="3056" y="5349"/>
                </a:lnTo>
                <a:lnTo>
                  <a:pt x="3079" y="5353"/>
                </a:lnTo>
                <a:lnTo>
                  <a:pt x="3102" y="5355"/>
                </a:lnTo>
                <a:lnTo>
                  <a:pt x="3124" y="5358"/>
                </a:lnTo>
                <a:lnTo>
                  <a:pt x="3148" y="5359"/>
                </a:lnTo>
                <a:lnTo>
                  <a:pt x="3172" y="5360"/>
                </a:lnTo>
                <a:lnTo>
                  <a:pt x="3196" y="5360"/>
                </a:lnTo>
                <a:lnTo>
                  <a:pt x="3220" y="5360"/>
                </a:lnTo>
                <a:lnTo>
                  <a:pt x="3244" y="5359"/>
                </a:lnTo>
                <a:lnTo>
                  <a:pt x="3267" y="5358"/>
                </a:lnTo>
                <a:lnTo>
                  <a:pt x="3291" y="5355"/>
                </a:lnTo>
                <a:lnTo>
                  <a:pt x="3313" y="5353"/>
                </a:lnTo>
                <a:lnTo>
                  <a:pt x="3335" y="5349"/>
                </a:lnTo>
                <a:lnTo>
                  <a:pt x="3357" y="5344"/>
                </a:lnTo>
                <a:lnTo>
                  <a:pt x="3378" y="5339"/>
                </a:lnTo>
                <a:lnTo>
                  <a:pt x="3399" y="5334"/>
                </a:lnTo>
                <a:lnTo>
                  <a:pt x="3419" y="5328"/>
                </a:lnTo>
                <a:lnTo>
                  <a:pt x="3439" y="5322"/>
                </a:lnTo>
                <a:lnTo>
                  <a:pt x="3459" y="5316"/>
                </a:lnTo>
                <a:lnTo>
                  <a:pt x="3477" y="5308"/>
                </a:lnTo>
                <a:lnTo>
                  <a:pt x="3494" y="5300"/>
                </a:lnTo>
                <a:lnTo>
                  <a:pt x="3512" y="5292"/>
                </a:lnTo>
                <a:lnTo>
                  <a:pt x="3528" y="5283"/>
                </a:lnTo>
                <a:lnTo>
                  <a:pt x="3544" y="5274"/>
                </a:lnTo>
                <a:lnTo>
                  <a:pt x="3557" y="5264"/>
                </a:lnTo>
                <a:lnTo>
                  <a:pt x="3572" y="5254"/>
                </a:lnTo>
                <a:lnTo>
                  <a:pt x="3585" y="5244"/>
                </a:lnTo>
                <a:lnTo>
                  <a:pt x="3597" y="5233"/>
                </a:lnTo>
                <a:lnTo>
                  <a:pt x="3608" y="5222"/>
                </a:lnTo>
                <a:lnTo>
                  <a:pt x="3619" y="5211"/>
                </a:lnTo>
                <a:lnTo>
                  <a:pt x="3628" y="5199"/>
                </a:lnTo>
                <a:lnTo>
                  <a:pt x="3636" y="5188"/>
                </a:lnTo>
                <a:lnTo>
                  <a:pt x="3644" y="5175"/>
                </a:lnTo>
                <a:lnTo>
                  <a:pt x="3650" y="5162"/>
                </a:lnTo>
                <a:lnTo>
                  <a:pt x="3656" y="5149"/>
                </a:lnTo>
                <a:lnTo>
                  <a:pt x="3660" y="5137"/>
                </a:lnTo>
                <a:lnTo>
                  <a:pt x="3662" y="5123"/>
                </a:lnTo>
                <a:lnTo>
                  <a:pt x="3665" y="5110"/>
                </a:lnTo>
                <a:lnTo>
                  <a:pt x="3665" y="5096"/>
                </a:lnTo>
                <a:lnTo>
                  <a:pt x="3664" y="5078"/>
                </a:lnTo>
                <a:lnTo>
                  <a:pt x="3660" y="5058"/>
                </a:lnTo>
                <a:lnTo>
                  <a:pt x="3655" y="5041"/>
                </a:lnTo>
                <a:lnTo>
                  <a:pt x="3646" y="5022"/>
                </a:lnTo>
                <a:lnTo>
                  <a:pt x="3636" y="5005"/>
                </a:lnTo>
                <a:lnTo>
                  <a:pt x="3625" y="4989"/>
                </a:lnTo>
                <a:lnTo>
                  <a:pt x="3612" y="4973"/>
                </a:lnTo>
                <a:lnTo>
                  <a:pt x="3596" y="4957"/>
                </a:lnTo>
                <a:lnTo>
                  <a:pt x="3578" y="4942"/>
                </a:lnTo>
                <a:lnTo>
                  <a:pt x="3559" y="4928"/>
                </a:lnTo>
                <a:lnTo>
                  <a:pt x="3539" y="4915"/>
                </a:lnTo>
                <a:lnTo>
                  <a:pt x="3517" y="4902"/>
                </a:lnTo>
                <a:lnTo>
                  <a:pt x="3492" y="4891"/>
                </a:lnTo>
                <a:lnTo>
                  <a:pt x="3467" y="4880"/>
                </a:lnTo>
                <a:lnTo>
                  <a:pt x="3441" y="4870"/>
                </a:lnTo>
                <a:lnTo>
                  <a:pt x="3414" y="4862"/>
                </a:lnTo>
                <a:lnTo>
                  <a:pt x="3395" y="4851"/>
                </a:lnTo>
                <a:lnTo>
                  <a:pt x="3351" y="4825"/>
                </a:lnTo>
                <a:lnTo>
                  <a:pt x="3339" y="4816"/>
                </a:lnTo>
                <a:lnTo>
                  <a:pt x="3328" y="4807"/>
                </a:lnTo>
                <a:lnTo>
                  <a:pt x="3317" y="4799"/>
                </a:lnTo>
                <a:lnTo>
                  <a:pt x="3308" y="4789"/>
                </a:lnTo>
                <a:lnTo>
                  <a:pt x="3299" y="4779"/>
                </a:lnTo>
                <a:lnTo>
                  <a:pt x="3293" y="4769"/>
                </a:lnTo>
                <a:lnTo>
                  <a:pt x="3290" y="4761"/>
                </a:lnTo>
                <a:lnTo>
                  <a:pt x="3288" y="4751"/>
                </a:lnTo>
                <a:lnTo>
                  <a:pt x="3290" y="4738"/>
                </a:lnTo>
                <a:lnTo>
                  <a:pt x="3292" y="4726"/>
                </a:lnTo>
                <a:lnTo>
                  <a:pt x="3297" y="4715"/>
                </a:lnTo>
                <a:lnTo>
                  <a:pt x="3304" y="4704"/>
                </a:lnTo>
                <a:lnTo>
                  <a:pt x="3312" y="4693"/>
                </a:lnTo>
                <a:lnTo>
                  <a:pt x="3323" y="4683"/>
                </a:lnTo>
                <a:lnTo>
                  <a:pt x="3334" y="4674"/>
                </a:lnTo>
                <a:lnTo>
                  <a:pt x="3348" y="4666"/>
                </a:lnTo>
                <a:lnTo>
                  <a:pt x="3361" y="4658"/>
                </a:lnTo>
                <a:lnTo>
                  <a:pt x="3377" y="4651"/>
                </a:lnTo>
                <a:lnTo>
                  <a:pt x="3395" y="4645"/>
                </a:lnTo>
                <a:lnTo>
                  <a:pt x="3412" y="4640"/>
                </a:lnTo>
                <a:lnTo>
                  <a:pt x="3430" y="4635"/>
                </a:lnTo>
                <a:lnTo>
                  <a:pt x="3450" y="4632"/>
                </a:lnTo>
                <a:lnTo>
                  <a:pt x="3470" y="4630"/>
                </a:lnTo>
                <a:lnTo>
                  <a:pt x="3491" y="4630"/>
                </a:lnTo>
                <a:lnTo>
                  <a:pt x="3492" y="4630"/>
                </a:lnTo>
                <a:lnTo>
                  <a:pt x="3493" y="4630"/>
                </a:lnTo>
                <a:lnTo>
                  <a:pt x="3493" y="4630"/>
                </a:lnTo>
                <a:lnTo>
                  <a:pt x="3676" y="4630"/>
                </a:lnTo>
                <a:lnTo>
                  <a:pt x="5661" y="4630"/>
                </a:lnTo>
                <a:lnTo>
                  <a:pt x="5661" y="2612"/>
                </a:lnTo>
                <a:lnTo>
                  <a:pt x="5661" y="2612"/>
                </a:lnTo>
                <a:lnTo>
                  <a:pt x="5661" y="2611"/>
                </a:lnTo>
                <a:lnTo>
                  <a:pt x="5661" y="2607"/>
                </a:lnTo>
                <a:lnTo>
                  <a:pt x="5659" y="2586"/>
                </a:lnTo>
                <a:lnTo>
                  <a:pt x="5658" y="2567"/>
                </a:lnTo>
                <a:lnTo>
                  <a:pt x="5654" y="2547"/>
                </a:lnTo>
                <a:lnTo>
                  <a:pt x="5651" y="2528"/>
                </a:lnTo>
                <a:lnTo>
                  <a:pt x="5646" y="2511"/>
                </a:lnTo>
                <a:lnTo>
                  <a:pt x="5640" y="2495"/>
                </a:lnTo>
                <a:lnTo>
                  <a:pt x="5632" y="2479"/>
                </a:lnTo>
                <a:lnTo>
                  <a:pt x="5625" y="2465"/>
                </a:lnTo>
                <a:lnTo>
                  <a:pt x="5616" y="2453"/>
                </a:lnTo>
                <a:lnTo>
                  <a:pt x="5606" y="2441"/>
                </a:lnTo>
                <a:lnTo>
                  <a:pt x="5596" y="2431"/>
                </a:lnTo>
                <a:lnTo>
                  <a:pt x="5587" y="2422"/>
                </a:lnTo>
                <a:lnTo>
                  <a:pt x="5575" y="2416"/>
                </a:lnTo>
                <a:lnTo>
                  <a:pt x="5564" y="2411"/>
                </a:lnTo>
                <a:lnTo>
                  <a:pt x="5552" y="2407"/>
                </a:lnTo>
                <a:lnTo>
                  <a:pt x="5540" y="2407"/>
                </a:lnTo>
                <a:lnTo>
                  <a:pt x="5531" y="2409"/>
                </a:lnTo>
                <a:lnTo>
                  <a:pt x="5521" y="2412"/>
                </a:lnTo>
                <a:lnTo>
                  <a:pt x="5511" y="2418"/>
                </a:lnTo>
                <a:lnTo>
                  <a:pt x="5501" y="2426"/>
                </a:lnTo>
                <a:lnTo>
                  <a:pt x="5493" y="2436"/>
                </a:lnTo>
                <a:lnTo>
                  <a:pt x="5483" y="2447"/>
                </a:lnTo>
                <a:lnTo>
                  <a:pt x="5474" y="2458"/>
                </a:lnTo>
                <a:lnTo>
                  <a:pt x="5466" y="2470"/>
                </a:lnTo>
                <a:lnTo>
                  <a:pt x="5440" y="2513"/>
                </a:lnTo>
                <a:lnTo>
                  <a:pt x="5429" y="2533"/>
                </a:lnTo>
                <a:lnTo>
                  <a:pt x="5420" y="2560"/>
                </a:lnTo>
                <a:lnTo>
                  <a:pt x="5410" y="2586"/>
                </a:lnTo>
                <a:lnTo>
                  <a:pt x="5399" y="2611"/>
                </a:lnTo>
                <a:lnTo>
                  <a:pt x="5388" y="2634"/>
                </a:lnTo>
                <a:lnTo>
                  <a:pt x="5375" y="2657"/>
                </a:lnTo>
                <a:lnTo>
                  <a:pt x="5362" y="2678"/>
                </a:lnTo>
                <a:lnTo>
                  <a:pt x="5348" y="2697"/>
                </a:lnTo>
                <a:lnTo>
                  <a:pt x="5334" y="2715"/>
                </a:lnTo>
                <a:lnTo>
                  <a:pt x="5317" y="2729"/>
                </a:lnTo>
                <a:lnTo>
                  <a:pt x="5301" y="2744"/>
                </a:lnTo>
                <a:lnTo>
                  <a:pt x="5285" y="2755"/>
                </a:lnTo>
                <a:lnTo>
                  <a:pt x="5268" y="2765"/>
                </a:lnTo>
                <a:lnTo>
                  <a:pt x="5250" y="2774"/>
                </a:lnTo>
                <a:lnTo>
                  <a:pt x="5232" y="2779"/>
                </a:lnTo>
                <a:lnTo>
                  <a:pt x="5214" y="2782"/>
                </a:lnTo>
                <a:lnTo>
                  <a:pt x="5194" y="2784"/>
                </a:lnTo>
                <a:lnTo>
                  <a:pt x="5180" y="2784"/>
                </a:lnTo>
                <a:lnTo>
                  <a:pt x="5167" y="2781"/>
                </a:lnTo>
                <a:lnTo>
                  <a:pt x="5155" y="2779"/>
                </a:lnTo>
                <a:lnTo>
                  <a:pt x="5141" y="2774"/>
                </a:lnTo>
                <a:lnTo>
                  <a:pt x="5129" y="2769"/>
                </a:lnTo>
                <a:lnTo>
                  <a:pt x="5116" y="2763"/>
                </a:lnTo>
                <a:lnTo>
                  <a:pt x="5104" y="2755"/>
                </a:lnTo>
                <a:lnTo>
                  <a:pt x="5092" y="2747"/>
                </a:lnTo>
                <a:lnTo>
                  <a:pt x="5079" y="2738"/>
                </a:lnTo>
                <a:lnTo>
                  <a:pt x="5068" y="2727"/>
                </a:lnTo>
                <a:lnTo>
                  <a:pt x="5057" y="2716"/>
                </a:lnTo>
                <a:lnTo>
                  <a:pt x="5046" y="2704"/>
                </a:lnTo>
                <a:lnTo>
                  <a:pt x="5036" y="2691"/>
                </a:lnTo>
                <a:lnTo>
                  <a:pt x="5026" y="2676"/>
                </a:lnTo>
                <a:lnTo>
                  <a:pt x="5016" y="2662"/>
                </a:lnTo>
                <a:lnTo>
                  <a:pt x="5008" y="2647"/>
                </a:lnTo>
                <a:lnTo>
                  <a:pt x="4999" y="2631"/>
                </a:lnTo>
                <a:lnTo>
                  <a:pt x="4990" y="2613"/>
                </a:lnTo>
                <a:lnTo>
                  <a:pt x="4982" y="2595"/>
                </a:lnTo>
                <a:lnTo>
                  <a:pt x="4976" y="2578"/>
                </a:lnTo>
                <a:lnTo>
                  <a:pt x="4968" y="2558"/>
                </a:lnTo>
                <a:lnTo>
                  <a:pt x="4962" y="2538"/>
                </a:lnTo>
                <a:lnTo>
                  <a:pt x="4956" y="2518"/>
                </a:lnTo>
                <a:lnTo>
                  <a:pt x="4951" y="2497"/>
                </a:lnTo>
                <a:lnTo>
                  <a:pt x="4946" y="2476"/>
                </a:lnTo>
                <a:lnTo>
                  <a:pt x="4942" y="2454"/>
                </a:lnTo>
                <a:lnTo>
                  <a:pt x="4939" y="2432"/>
                </a:lnTo>
                <a:lnTo>
                  <a:pt x="4935" y="2410"/>
                </a:lnTo>
                <a:lnTo>
                  <a:pt x="4932" y="2386"/>
                </a:lnTo>
                <a:lnTo>
                  <a:pt x="4931" y="2363"/>
                </a:lnTo>
                <a:lnTo>
                  <a:pt x="4930" y="2339"/>
                </a:lnTo>
                <a:lnTo>
                  <a:pt x="4930" y="2315"/>
                </a:lnTo>
                <a:lnTo>
                  <a:pt x="4930" y="2290"/>
                </a:lnTo>
                <a:lnTo>
                  <a:pt x="4931" y="2267"/>
                </a:lnTo>
                <a:lnTo>
                  <a:pt x="4932" y="2243"/>
                </a:lnTo>
                <a:lnTo>
                  <a:pt x="4935" y="2220"/>
                </a:lnTo>
                <a:lnTo>
                  <a:pt x="4939" y="2198"/>
                </a:lnTo>
                <a:lnTo>
                  <a:pt x="4942" y="2175"/>
                </a:lnTo>
                <a:lnTo>
                  <a:pt x="4946" y="2153"/>
                </a:lnTo>
                <a:lnTo>
                  <a:pt x="4951" y="2132"/>
                </a:lnTo>
                <a:lnTo>
                  <a:pt x="4956" y="2111"/>
                </a:lnTo>
                <a:lnTo>
                  <a:pt x="4962" y="2091"/>
                </a:lnTo>
                <a:lnTo>
                  <a:pt x="4968" y="2072"/>
                </a:lnTo>
                <a:lnTo>
                  <a:pt x="4976" y="2052"/>
                </a:lnTo>
                <a:lnTo>
                  <a:pt x="4982" y="2035"/>
                </a:lnTo>
                <a:lnTo>
                  <a:pt x="4990" y="2016"/>
                </a:lnTo>
                <a:lnTo>
                  <a:pt x="4999" y="1999"/>
                </a:lnTo>
                <a:lnTo>
                  <a:pt x="5008" y="1983"/>
                </a:lnTo>
                <a:lnTo>
                  <a:pt x="5016" y="1968"/>
                </a:lnTo>
                <a:lnTo>
                  <a:pt x="5026" y="1953"/>
                </a:lnTo>
                <a:lnTo>
                  <a:pt x="5036" y="1938"/>
                </a:lnTo>
                <a:lnTo>
                  <a:pt x="5046" y="1926"/>
                </a:lnTo>
                <a:lnTo>
                  <a:pt x="5057" y="1914"/>
                </a:lnTo>
                <a:lnTo>
                  <a:pt x="5068" y="1903"/>
                </a:lnTo>
                <a:lnTo>
                  <a:pt x="5079" y="1892"/>
                </a:lnTo>
                <a:lnTo>
                  <a:pt x="5092" y="1883"/>
                </a:lnTo>
                <a:lnTo>
                  <a:pt x="5104" y="1874"/>
                </a:lnTo>
                <a:lnTo>
                  <a:pt x="5116" y="1867"/>
                </a:lnTo>
                <a:lnTo>
                  <a:pt x="5129" y="1861"/>
                </a:lnTo>
                <a:lnTo>
                  <a:pt x="5141" y="1856"/>
                </a:lnTo>
                <a:lnTo>
                  <a:pt x="5155" y="1851"/>
                </a:lnTo>
                <a:lnTo>
                  <a:pt x="5167" y="1848"/>
                </a:lnTo>
                <a:lnTo>
                  <a:pt x="5180" y="1846"/>
                </a:lnTo>
                <a:lnTo>
                  <a:pt x="5194" y="1846"/>
                </a:lnTo>
                <a:lnTo>
                  <a:pt x="5214" y="1847"/>
                </a:lnTo>
                <a:lnTo>
                  <a:pt x="5232" y="1851"/>
                </a:lnTo>
                <a:lnTo>
                  <a:pt x="5251" y="1856"/>
                </a:lnTo>
                <a:lnTo>
                  <a:pt x="5268" y="1864"/>
                </a:lnTo>
                <a:lnTo>
                  <a:pt x="5285" y="1874"/>
                </a:lnTo>
                <a:lnTo>
                  <a:pt x="5301" y="1887"/>
                </a:lnTo>
                <a:lnTo>
                  <a:pt x="5319" y="1900"/>
                </a:lnTo>
                <a:lnTo>
                  <a:pt x="5334" y="1916"/>
                </a:lnTo>
                <a:lnTo>
                  <a:pt x="5348" y="1934"/>
                </a:lnTo>
                <a:lnTo>
                  <a:pt x="5363" y="1952"/>
                </a:lnTo>
                <a:lnTo>
                  <a:pt x="5375" y="1973"/>
                </a:lnTo>
                <a:lnTo>
                  <a:pt x="5388" y="1995"/>
                </a:lnTo>
                <a:lnTo>
                  <a:pt x="5400" y="2020"/>
                </a:lnTo>
                <a:lnTo>
                  <a:pt x="5411" y="2045"/>
                </a:lnTo>
                <a:lnTo>
                  <a:pt x="5421" y="2070"/>
                </a:lnTo>
                <a:lnTo>
                  <a:pt x="5430" y="2099"/>
                </a:lnTo>
                <a:lnTo>
                  <a:pt x="5440" y="2117"/>
                </a:lnTo>
                <a:lnTo>
                  <a:pt x="5464" y="2159"/>
                </a:lnTo>
                <a:lnTo>
                  <a:pt x="5473" y="2172"/>
                </a:lnTo>
                <a:lnTo>
                  <a:pt x="5482" y="2182"/>
                </a:lnTo>
                <a:lnTo>
                  <a:pt x="5490" y="2193"/>
                </a:lnTo>
                <a:lnTo>
                  <a:pt x="5500" y="2201"/>
                </a:lnTo>
                <a:lnTo>
                  <a:pt x="5510" y="2210"/>
                </a:lnTo>
                <a:lnTo>
                  <a:pt x="5520" y="2216"/>
                </a:lnTo>
                <a:lnTo>
                  <a:pt x="5530" y="2220"/>
                </a:lnTo>
                <a:lnTo>
                  <a:pt x="5540" y="2221"/>
                </a:lnTo>
                <a:lnTo>
                  <a:pt x="5552" y="2220"/>
                </a:lnTo>
                <a:lnTo>
                  <a:pt x="5564" y="2216"/>
                </a:lnTo>
                <a:lnTo>
                  <a:pt x="5575" y="2211"/>
                </a:lnTo>
                <a:lnTo>
                  <a:pt x="5587" y="2205"/>
                </a:lnTo>
                <a:lnTo>
                  <a:pt x="5596" y="2196"/>
                </a:lnTo>
                <a:lnTo>
                  <a:pt x="5606" y="2186"/>
                </a:lnTo>
                <a:lnTo>
                  <a:pt x="5616" y="2175"/>
                </a:lnTo>
                <a:lnTo>
                  <a:pt x="5625" y="2162"/>
                </a:lnTo>
                <a:lnTo>
                  <a:pt x="5632" y="2148"/>
                </a:lnTo>
                <a:lnTo>
                  <a:pt x="5640" y="2132"/>
                </a:lnTo>
                <a:lnTo>
                  <a:pt x="5646" y="2116"/>
                </a:lnTo>
                <a:lnTo>
                  <a:pt x="5651" y="2099"/>
                </a:lnTo>
                <a:lnTo>
                  <a:pt x="5654" y="2080"/>
                </a:lnTo>
                <a:lnTo>
                  <a:pt x="5658" y="2061"/>
                </a:lnTo>
                <a:lnTo>
                  <a:pt x="5659" y="2041"/>
                </a:lnTo>
                <a:lnTo>
                  <a:pt x="5661" y="2021"/>
                </a:lnTo>
                <a:lnTo>
                  <a:pt x="5661" y="2016"/>
                </a:lnTo>
                <a:lnTo>
                  <a:pt x="5661" y="2015"/>
                </a:lnTo>
                <a:lnTo>
                  <a:pt x="5661" y="2015"/>
                </a:lnTo>
                <a:lnTo>
                  <a:pt x="5661" y="2015"/>
                </a:lnTo>
                <a:lnTo>
                  <a:pt x="5661" y="0"/>
                </a:lnTo>
                <a:close/>
              </a:path>
            </a:pathLst>
          </a:custGeom>
          <a:solidFill>
            <a:srgbClr val="00A3F5"/>
          </a:solidFill>
          <a:ln w="9525">
            <a:noFill/>
            <a:round/>
          </a:ln>
        </p:spPr>
        <p:txBody>
          <a:bodyPr vert="horz" wrap="square" lIns="91443" tIns="45721" rIns="91443" bIns="45721" numCol="1" anchor="t" anchorCtr="0" compatLnSpc="1"/>
          <a:lstStyle/>
          <a:p>
            <a:endParaRPr lang="en-US"/>
          </a:p>
        </p:txBody>
      </p:sp>
      <p:sp>
        <p:nvSpPr>
          <p:cNvPr id="17" name="Freeform 17"/>
          <p:cNvSpPr/>
          <p:nvPr/>
        </p:nvSpPr>
        <p:spPr bwMode="auto">
          <a:xfrm>
            <a:off x="5938832" y="3204953"/>
            <a:ext cx="2246406" cy="2127340"/>
          </a:xfrm>
          <a:custGeom>
            <a:avLst/>
            <a:gdLst/>
            <a:ahLst/>
            <a:cxnLst>
              <a:cxn ang="0">
                <a:pos x="3393" y="15"/>
              </a:cxn>
              <a:cxn ang="0">
                <a:pos x="3290" y="108"/>
              </a:cxn>
              <a:cxn ang="0">
                <a:pos x="3395" y="222"/>
              </a:cxn>
              <a:cxn ang="0">
                <a:pos x="3612" y="343"/>
              </a:cxn>
              <a:cxn ang="0">
                <a:pos x="3660" y="507"/>
              </a:cxn>
              <a:cxn ang="0">
                <a:pos x="3572" y="624"/>
              </a:cxn>
              <a:cxn ang="0">
                <a:pos x="3399" y="704"/>
              </a:cxn>
              <a:cxn ang="0">
                <a:pos x="3172" y="730"/>
              </a:cxn>
              <a:cxn ang="0">
                <a:pos x="2953" y="692"/>
              </a:cxn>
              <a:cxn ang="0">
                <a:pos x="2795" y="603"/>
              </a:cxn>
              <a:cxn ang="0">
                <a:pos x="2727" y="480"/>
              </a:cxn>
              <a:cxn ang="0">
                <a:pos x="2814" y="312"/>
              </a:cxn>
              <a:cxn ang="0">
                <a:pos x="3053" y="187"/>
              </a:cxn>
              <a:cxn ang="0">
                <a:pos x="3092" y="85"/>
              </a:cxn>
              <a:cxn ang="0">
                <a:pos x="2960" y="6"/>
              </a:cxn>
              <a:cxn ang="0">
                <a:pos x="731" y="2015"/>
              </a:cxn>
              <a:cxn ang="0">
                <a:pos x="703" y="2148"/>
              </a:cxn>
              <a:cxn ang="0">
                <a:pos x="600" y="2220"/>
              </a:cxn>
              <a:cxn ang="0">
                <a:pos x="490" y="2070"/>
              </a:cxn>
              <a:cxn ang="0">
                <a:pos x="356" y="1874"/>
              </a:cxn>
              <a:cxn ang="0">
                <a:pos x="199" y="1861"/>
              </a:cxn>
              <a:cxn ang="0">
                <a:pos x="87" y="1968"/>
              </a:cxn>
              <a:cxn ang="0">
                <a:pos x="16" y="2153"/>
              </a:cxn>
              <a:cxn ang="0">
                <a:pos x="3" y="2386"/>
              </a:cxn>
              <a:cxn ang="0">
                <a:pos x="52" y="2595"/>
              </a:cxn>
              <a:cxn ang="0">
                <a:pos x="150" y="2738"/>
              </a:cxn>
              <a:cxn ang="0">
                <a:pos x="284" y="2782"/>
              </a:cxn>
              <a:cxn ang="0">
                <a:pos x="446" y="2657"/>
              </a:cxn>
              <a:cxn ang="0">
                <a:pos x="563" y="2436"/>
              </a:cxn>
              <a:cxn ang="0">
                <a:pos x="667" y="2431"/>
              </a:cxn>
              <a:cxn ang="0">
                <a:pos x="730" y="2586"/>
              </a:cxn>
              <a:cxn ang="0">
                <a:pos x="2898" y="4630"/>
              </a:cxn>
              <a:cxn ang="0">
                <a:pos x="3055" y="4674"/>
              </a:cxn>
              <a:cxn ang="0">
                <a:pos x="3091" y="4780"/>
              </a:cxn>
              <a:cxn ang="0">
                <a:pos x="2901" y="4890"/>
              </a:cxn>
              <a:cxn ang="0">
                <a:pos x="2737" y="5041"/>
              </a:cxn>
              <a:cxn ang="0">
                <a:pos x="2755" y="5188"/>
              </a:cxn>
              <a:cxn ang="0">
                <a:pos x="2881" y="5292"/>
              </a:cxn>
              <a:cxn ang="0">
                <a:pos x="3079" y="5353"/>
              </a:cxn>
              <a:cxn ang="0">
                <a:pos x="3313" y="5353"/>
              </a:cxn>
              <a:cxn ang="0">
                <a:pos x="3512" y="5292"/>
              </a:cxn>
              <a:cxn ang="0">
                <a:pos x="3636" y="5188"/>
              </a:cxn>
              <a:cxn ang="0">
                <a:pos x="3655" y="5041"/>
              </a:cxn>
              <a:cxn ang="0">
                <a:pos x="3492" y="4891"/>
              </a:cxn>
              <a:cxn ang="0">
                <a:pos x="3299" y="4779"/>
              </a:cxn>
              <a:cxn ang="0">
                <a:pos x="3334" y="4674"/>
              </a:cxn>
              <a:cxn ang="0">
                <a:pos x="3492" y="4630"/>
              </a:cxn>
              <a:cxn ang="0">
                <a:pos x="5658" y="2567"/>
              </a:cxn>
              <a:cxn ang="0">
                <a:pos x="5587" y="2422"/>
              </a:cxn>
              <a:cxn ang="0">
                <a:pos x="5483" y="2447"/>
              </a:cxn>
              <a:cxn ang="0">
                <a:pos x="5362" y="2678"/>
              </a:cxn>
              <a:cxn ang="0">
                <a:pos x="5194" y="2784"/>
              </a:cxn>
              <a:cxn ang="0">
                <a:pos x="5068" y="2727"/>
              </a:cxn>
              <a:cxn ang="0">
                <a:pos x="4976" y="2578"/>
              </a:cxn>
              <a:cxn ang="0">
                <a:pos x="4931" y="2363"/>
              </a:cxn>
              <a:cxn ang="0">
                <a:pos x="4951" y="2132"/>
              </a:cxn>
              <a:cxn ang="0">
                <a:pos x="5026" y="1953"/>
              </a:cxn>
              <a:cxn ang="0">
                <a:pos x="5141" y="1856"/>
              </a:cxn>
              <a:cxn ang="0">
                <a:pos x="5301" y="1887"/>
              </a:cxn>
              <a:cxn ang="0">
                <a:pos x="5430" y="2099"/>
              </a:cxn>
              <a:cxn ang="0">
                <a:pos x="5540" y="2221"/>
              </a:cxn>
              <a:cxn ang="0">
                <a:pos x="5640" y="2132"/>
              </a:cxn>
              <a:cxn ang="0">
                <a:pos x="5661" y="2015"/>
              </a:cxn>
            </a:cxnLst>
            <a:rect l="0" t="0" r="r" b="b"/>
            <a:pathLst>
              <a:path w="5661" h="5360">
                <a:moveTo>
                  <a:pt x="5661" y="0"/>
                </a:moveTo>
                <a:lnTo>
                  <a:pt x="3493" y="0"/>
                </a:lnTo>
                <a:lnTo>
                  <a:pt x="3493" y="0"/>
                </a:lnTo>
                <a:lnTo>
                  <a:pt x="3492" y="0"/>
                </a:lnTo>
                <a:lnTo>
                  <a:pt x="3490" y="0"/>
                </a:lnTo>
                <a:lnTo>
                  <a:pt x="3470" y="1"/>
                </a:lnTo>
                <a:lnTo>
                  <a:pt x="3449" y="2"/>
                </a:lnTo>
                <a:lnTo>
                  <a:pt x="3430" y="6"/>
                </a:lnTo>
                <a:lnTo>
                  <a:pt x="3412" y="10"/>
                </a:lnTo>
                <a:lnTo>
                  <a:pt x="3393" y="15"/>
                </a:lnTo>
                <a:lnTo>
                  <a:pt x="3377" y="21"/>
                </a:lnTo>
                <a:lnTo>
                  <a:pt x="3361" y="28"/>
                </a:lnTo>
                <a:lnTo>
                  <a:pt x="3348" y="36"/>
                </a:lnTo>
                <a:lnTo>
                  <a:pt x="3334" y="44"/>
                </a:lnTo>
                <a:lnTo>
                  <a:pt x="3323" y="53"/>
                </a:lnTo>
                <a:lnTo>
                  <a:pt x="3312" y="63"/>
                </a:lnTo>
                <a:lnTo>
                  <a:pt x="3304" y="74"/>
                </a:lnTo>
                <a:lnTo>
                  <a:pt x="3297" y="85"/>
                </a:lnTo>
                <a:lnTo>
                  <a:pt x="3292" y="96"/>
                </a:lnTo>
                <a:lnTo>
                  <a:pt x="3290" y="108"/>
                </a:lnTo>
                <a:lnTo>
                  <a:pt x="3288" y="121"/>
                </a:lnTo>
                <a:lnTo>
                  <a:pt x="3290" y="131"/>
                </a:lnTo>
                <a:lnTo>
                  <a:pt x="3293" y="139"/>
                </a:lnTo>
                <a:lnTo>
                  <a:pt x="3299" y="149"/>
                </a:lnTo>
                <a:lnTo>
                  <a:pt x="3308" y="159"/>
                </a:lnTo>
                <a:lnTo>
                  <a:pt x="3317" y="169"/>
                </a:lnTo>
                <a:lnTo>
                  <a:pt x="3328" y="178"/>
                </a:lnTo>
                <a:lnTo>
                  <a:pt x="3339" y="186"/>
                </a:lnTo>
                <a:lnTo>
                  <a:pt x="3351" y="195"/>
                </a:lnTo>
                <a:lnTo>
                  <a:pt x="3395" y="222"/>
                </a:lnTo>
                <a:lnTo>
                  <a:pt x="3414" y="232"/>
                </a:lnTo>
                <a:lnTo>
                  <a:pt x="3441" y="240"/>
                </a:lnTo>
                <a:lnTo>
                  <a:pt x="3467" y="250"/>
                </a:lnTo>
                <a:lnTo>
                  <a:pt x="3492" y="261"/>
                </a:lnTo>
                <a:lnTo>
                  <a:pt x="3517" y="273"/>
                </a:lnTo>
                <a:lnTo>
                  <a:pt x="3539" y="285"/>
                </a:lnTo>
                <a:lnTo>
                  <a:pt x="3559" y="298"/>
                </a:lnTo>
                <a:lnTo>
                  <a:pt x="3578" y="312"/>
                </a:lnTo>
                <a:lnTo>
                  <a:pt x="3596" y="327"/>
                </a:lnTo>
                <a:lnTo>
                  <a:pt x="3612" y="343"/>
                </a:lnTo>
                <a:lnTo>
                  <a:pt x="3625" y="359"/>
                </a:lnTo>
                <a:lnTo>
                  <a:pt x="3636" y="376"/>
                </a:lnTo>
                <a:lnTo>
                  <a:pt x="3646" y="392"/>
                </a:lnTo>
                <a:lnTo>
                  <a:pt x="3655" y="411"/>
                </a:lnTo>
                <a:lnTo>
                  <a:pt x="3660" y="429"/>
                </a:lnTo>
                <a:lnTo>
                  <a:pt x="3664" y="448"/>
                </a:lnTo>
                <a:lnTo>
                  <a:pt x="3665" y="466"/>
                </a:lnTo>
                <a:lnTo>
                  <a:pt x="3665" y="480"/>
                </a:lnTo>
                <a:lnTo>
                  <a:pt x="3662" y="493"/>
                </a:lnTo>
                <a:lnTo>
                  <a:pt x="3660" y="507"/>
                </a:lnTo>
                <a:lnTo>
                  <a:pt x="3656" y="519"/>
                </a:lnTo>
                <a:lnTo>
                  <a:pt x="3650" y="532"/>
                </a:lnTo>
                <a:lnTo>
                  <a:pt x="3644" y="545"/>
                </a:lnTo>
                <a:lnTo>
                  <a:pt x="3636" y="558"/>
                </a:lnTo>
                <a:lnTo>
                  <a:pt x="3628" y="569"/>
                </a:lnTo>
                <a:lnTo>
                  <a:pt x="3619" y="581"/>
                </a:lnTo>
                <a:lnTo>
                  <a:pt x="3608" y="592"/>
                </a:lnTo>
                <a:lnTo>
                  <a:pt x="3597" y="603"/>
                </a:lnTo>
                <a:lnTo>
                  <a:pt x="3585" y="614"/>
                </a:lnTo>
                <a:lnTo>
                  <a:pt x="3572" y="624"/>
                </a:lnTo>
                <a:lnTo>
                  <a:pt x="3557" y="634"/>
                </a:lnTo>
                <a:lnTo>
                  <a:pt x="3544" y="644"/>
                </a:lnTo>
                <a:lnTo>
                  <a:pt x="3528" y="654"/>
                </a:lnTo>
                <a:lnTo>
                  <a:pt x="3512" y="663"/>
                </a:lnTo>
                <a:lnTo>
                  <a:pt x="3494" y="670"/>
                </a:lnTo>
                <a:lnTo>
                  <a:pt x="3477" y="679"/>
                </a:lnTo>
                <a:lnTo>
                  <a:pt x="3459" y="686"/>
                </a:lnTo>
                <a:lnTo>
                  <a:pt x="3439" y="692"/>
                </a:lnTo>
                <a:lnTo>
                  <a:pt x="3419" y="698"/>
                </a:lnTo>
                <a:lnTo>
                  <a:pt x="3399" y="704"/>
                </a:lnTo>
                <a:lnTo>
                  <a:pt x="3378" y="709"/>
                </a:lnTo>
                <a:lnTo>
                  <a:pt x="3357" y="714"/>
                </a:lnTo>
                <a:lnTo>
                  <a:pt x="3335" y="719"/>
                </a:lnTo>
                <a:lnTo>
                  <a:pt x="3313" y="723"/>
                </a:lnTo>
                <a:lnTo>
                  <a:pt x="3291" y="725"/>
                </a:lnTo>
                <a:lnTo>
                  <a:pt x="3267" y="728"/>
                </a:lnTo>
                <a:lnTo>
                  <a:pt x="3244" y="729"/>
                </a:lnTo>
                <a:lnTo>
                  <a:pt x="3220" y="730"/>
                </a:lnTo>
                <a:lnTo>
                  <a:pt x="3196" y="730"/>
                </a:lnTo>
                <a:lnTo>
                  <a:pt x="3172" y="730"/>
                </a:lnTo>
                <a:lnTo>
                  <a:pt x="3148" y="729"/>
                </a:lnTo>
                <a:lnTo>
                  <a:pt x="3124" y="728"/>
                </a:lnTo>
                <a:lnTo>
                  <a:pt x="3102" y="725"/>
                </a:lnTo>
                <a:lnTo>
                  <a:pt x="3079" y="723"/>
                </a:lnTo>
                <a:lnTo>
                  <a:pt x="3056" y="719"/>
                </a:lnTo>
                <a:lnTo>
                  <a:pt x="3034" y="714"/>
                </a:lnTo>
                <a:lnTo>
                  <a:pt x="3013" y="709"/>
                </a:lnTo>
                <a:lnTo>
                  <a:pt x="2992" y="704"/>
                </a:lnTo>
                <a:lnTo>
                  <a:pt x="2972" y="698"/>
                </a:lnTo>
                <a:lnTo>
                  <a:pt x="2953" y="692"/>
                </a:lnTo>
                <a:lnTo>
                  <a:pt x="2934" y="686"/>
                </a:lnTo>
                <a:lnTo>
                  <a:pt x="2916" y="679"/>
                </a:lnTo>
                <a:lnTo>
                  <a:pt x="2897" y="670"/>
                </a:lnTo>
                <a:lnTo>
                  <a:pt x="2881" y="663"/>
                </a:lnTo>
                <a:lnTo>
                  <a:pt x="2864" y="654"/>
                </a:lnTo>
                <a:lnTo>
                  <a:pt x="2849" y="644"/>
                </a:lnTo>
                <a:lnTo>
                  <a:pt x="2834" y="634"/>
                </a:lnTo>
                <a:lnTo>
                  <a:pt x="2819" y="624"/>
                </a:lnTo>
                <a:lnTo>
                  <a:pt x="2807" y="614"/>
                </a:lnTo>
                <a:lnTo>
                  <a:pt x="2795" y="603"/>
                </a:lnTo>
                <a:lnTo>
                  <a:pt x="2784" y="592"/>
                </a:lnTo>
                <a:lnTo>
                  <a:pt x="2772" y="581"/>
                </a:lnTo>
                <a:lnTo>
                  <a:pt x="2764" y="569"/>
                </a:lnTo>
                <a:lnTo>
                  <a:pt x="2755" y="558"/>
                </a:lnTo>
                <a:lnTo>
                  <a:pt x="2748" y="545"/>
                </a:lnTo>
                <a:lnTo>
                  <a:pt x="2742" y="532"/>
                </a:lnTo>
                <a:lnTo>
                  <a:pt x="2737" y="519"/>
                </a:lnTo>
                <a:lnTo>
                  <a:pt x="2732" y="507"/>
                </a:lnTo>
                <a:lnTo>
                  <a:pt x="2729" y="493"/>
                </a:lnTo>
                <a:lnTo>
                  <a:pt x="2727" y="480"/>
                </a:lnTo>
                <a:lnTo>
                  <a:pt x="2727" y="466"/>
                </a:lnTo>
                <a:lnTo>
                  <a:pt x="2728" y="448"/>
                </a:lnTo>
                <a:lnTo>
                  <a:pt x="2732" y="428"/>
                </a:lnTo>
                <a:lnTo>
                  <a:pt x="2737" y="411"/>
                </a:lnTo>
                <a:lnTo>
                  <a:pt x="2745" y="392"/>
                </a:lnTo>
                <a:lnTo>
                  <a:pt x="2755" y="375"/>
                </a:lnTo>
                <a:lnTo>
                  <a:pt x="2768" y="359"/>
                </a:lnTo>
                <a:lnTo>
                  <a:pt x="2781" y="343"/>
                </a:lnTo>
                <a:lnTo>
                  <a:pt x="2797" y="327"/>
                </a:lnTo>
                <a:lnTo>
                  <a:pt x="2814" y="312"/>
                </a:lnTo>
                <a:lnTo>
                  <a:pt x="2833" y="298"/>
                </a:lnTo>
                <a:lnTo>
                  <a:pt x="2854" y="285"/>
                </a:lnTo>
                <a:lnTo>
                  <a:pt x="2876" y="273"/>
                </a:lnTo>
                <a:lnTo>
                  <a:pt x="2901" y="260"/>
                </a:lnTo>
                <a:lnTo>
                  <a:pt x="2925" y="250"/>
                </a:lnTo>
                <a:lnTo>
                  <a:pt x="2951" y="240"/>
                </a:lnTo>
                <a:lnTo>
                  <a:pt x="2980" y="232"/>
                </a:lnTo>
                <a:lnTo>
                  <a:pt x="2998" y="222"/>
                </a:lnTo>
                <a:lnTo>
                  <a:pt x="3040" y="196"/>
                </a:lnTo>
                <a:lnTo>
                  <a:pt x="3053" y="187"/>
                </a:lnTo>
                <a:lnTo>
                  <a:pt x="3064" y="179"/>
                </a:lnTo>
                <a:lnTo>
                  <a:pt x="3074" y="170"/>
                </a:lnTo>
                <a:lnTo>
                  <a:pt x="3083" y="160"/>
                </a:lnTo>
                <a:lnTo>
                  <a:pt x="3091" y="150"/>
                </a:lnTo>
                <a:lnTo>
                  <a:pt x="3097" y="141"/>
                </a:lnTo>
                <a:lnTo>
                  <a:pt x="3101" y="131"/>
                </a:lnTo>
                <a:lnTo>
                  <a:pt x="3102" y="121"/>
                </a:lnTo>
                <a:lnTo>
                  <a:pt x="3101" y="108"/>
                </a:lnTo>
                <a:lnTo>
                  <a:pt x="3097" y="96"/>
                </a:lnTo>
                <a:lnTo>
                  <a:pt x="3092" y="85"/>
                </a:lnTo>
                <a:lnTo>
                  <a:pt x="3086" y="74"/>
                </a:lnTo>
                <a:lnTo>
                  <a:pt x="3077" y="63"/>
                </a:lnTo>
                <a:lnTo>
                  <a:pt x="3067" y="53"/>
                </a:lnTo>
                <a:lnTo>
                  <a:pt x="3055" y="44"/>
                </a:lnTo>
                <a:lnTo>
                  <a:pt x="3043" y="36"/>
                </a:lnTo>
                <a:lnTo>
                  <a:pt x="3028" y="28"/>
                </a:lnTo>
                <a:lnTo>
                  <a:pt x="3013" y="21"/>
                </a:lnTo>
                <a:lnTo>
                  <a:pt x="2996" y="15"/>
                </a:lnTo>
                <a:lnTo>
                  <a:pt x="2979" y="10"/>
                </a:lnTo>
                <a:lnTo>
                  <a:pt x="2960" y="6"/>
                </a:lnTo>
                <a:lnTo>
                  <a:pt x="2940" y="2"/>
                </a:lnTo>
                <a:lnTo>
                  <a:pt x="2921" y="1"/>
                </a:lnTo>
                <a:lnTo>
                  <a:pt x="2900" y="0"/>
                </a:lnTo>
                <a:lnTo>
                  <a:pt x="2898" y="0"/>
                </a:lnTo>
                <a:lnTo>
                  <a:pt x="2897" y="0"/>
                </a:lnTo>
                <a:lnTo>
                  <a:pt x="2897" y="0"/>
                </a:lnTo>
                <a:lnTo>
                  <a:pt x="2897" y="0"/>
                </a:lnTo>
                <a:lnTo>
                  <a:pt x="731" y="0"/>
                </a:lnTo>
                <a:lnTo>
                  <a:pt x="731" y="2015"/>
                </a:lnTo>
                <a:lnTo>
                  <a:pt x="731" y="2015"/>
                </a:lnTo>
                <a:lnTo>
                  <a:pt x="731" y="2015"/>
                </a:lnTo>
                <a:lnTo>
                  <a:pt x="731" y="2016"/>
                </a:lnTo>
                <a:lnTo>
                  <a:pt x="731" y="2021"/>
                </a:lnTo>
                <a:lnTo>
                  <a:pt x="730" y="2042"/>
                </a:lnTo>
                <a:lnTo>
                  <a:pt x="729" y="2062"/>
                </a:lnTo>
                <a:lnTo>
                  <a:pt x="725" y="2080"/>
                </a:lnTo>
                <a:lnTo>
                  <a:pt x="721" y="2099"/>
                </a:lnTo>
                <a:lnTo>
                  <a:pt x="716" y="2116"/>
                </a:lnTo>
                <a:lnTo>
                  <a:pt x="710" y="2133"/>
                </a:lnTo>
                <a:lnTo>
                  <a:pt x="703" y="2148"/>
                </a:lnTo>
                <a:lnTo>
                  <a:pt x="695" y="2162"/>
                </a:lnTo>
                <a:lnTo>
                  <a:pt x="687" y="2175"/>
                </a:lnTo>
                <a:lnTo>
                  <a:pt x="677" y="2186"/>
                </a:lnTo>
                <a:lnTo>
                  <a:pt x="667" y="2196"/>
                </a:lnTo>
                <a:lnTo>
                  <a:pt x="657" y="2205"/>
                </a:lnTo>
                <a:lnTo>
                  <a:pt x="646" y="2211"/>
                </a:lnTo>
                <a:lnTo>
                  <a:pt x="635" y="2216"/>
                </a:lnTo>
                <a:lnTo>
                  <a:pt x="622" y="2220"/>
                </a:lnTo>
                <a:lnTo>
                  <a:pt x="610" y="2221"/>
                </a:lnTo>
                <a:lnTo>
                  <a:pt x="600" y="2220"/>
                </a:lnTo>
                <a:lnTo>
                  <a:pt x="590" y="2216"/>
                </a:lnTo>
                <a:lnTo>
                  <a:pt x="580" y="2210"/>
                </a:lnTo>
                <a:lnTo>
                  <a:pt x="571" y="2201"/>
                </a:lnTo>
                <a:lnTo>
                  <a:pt x="561" y="2193"/>
                </a:lnTo>
                <a:lnTo>
                  <a:pt x="552" y="2182"/>
                </a:lnTo>
                <a:lnTo>
                  <a:pt x="543" y="2172"/>
                </a:lnTo>
                <a:lnTo>
                  <a:pt x="535" y="2159"/>
                </a:lnTo>
                <a:lnTo>
                  <a:pt x="510" y="2117"/>
                </a:lnTo>
                <a:lnTo>
                  <a:pt x="500" y="2099"/>
                </a:lnTo>
                <a:lnTo>
                  <a:pt x="490" y="2070"/>
                </a:lnTo>
                <a:lnTo>
                  <a:pt x="482" y="2045"/>
                </a:lnTo>
                <a:lnTo>
                  <a:pt x="471" y="2020"/>
                </a:lnTo>
                <a:lnTo>
                  <a:pt x="458" y="1995"/>
                </a:lnTo>
                <a:lnTo>
                  <a:pt x="446" y="1973"/>
                </a:lnTo>
                <a:lnTo>
                  <a:pt x="432" y="1952"/>
                </a:lnTo>
                <a:lnTo>
                  <a:pt x="419" y="1934"/>
                </a:lnTo>
                <a:lnTo>
                  <a:pt x="404" y="1916"/>
                </a:lnTo>
                <a:lnTo>
                  <a:pt x="388" y="1900"/>
                </a:lnTo>
                <a:lnTo>
                  <a:pt x="372" y="1887"/>
                </a:lnTo>
                <a:lnTo>
                  <a:pt x="356" y="1874"/>
                </a:lnTo>
                <a:lnTo>
                  <a:pt x="339" y="1864"/>
                </a:lnTo>
                <a:lnTo>
                  <a:pt x="321" y="1856"/>
                </a:lnTo>
                <a:lnTo>
                  <a:pt x="303" y="1851"/>
                </a:lnTo>
                <a:lnTo>
                  <a:pt x="284" y="1847"/>
                </a:lnTo>
                <a:lnTo>
                  <a:pt x="264" y="1846"/>
                </a:lnTo>
                <a:lnTo>
                  <a:pt x="251" y="1846"/>
                </a:lnTo>
                <a:lnTo>
                  <a:pt x="237" y="1848"/>
                </a:lnTo>
                <a:lnTo>
                  <a:pt x="225" y="1851"/>
                </a:lnTo>
                <a:lnTo>
                  <a:pt x="211" y="1856"/>
                </a:lnTo>
                <a:lnTo>
                  <a:pt x="199" y="1861"/>
                </a:lnTo>
                <a:lnTo>
                  <a:pt x="187" y="1867"/>
                </a:lnTo>
                <a:lnTo>
                  <a:pt x="174" y="1874"/>
                </a:lnTo>
                <a:lnTo>
                  <a:pt x="162" y="1883"/>
                </a:lnTo>
                <a:lnTo>
                  <a:pt x="150" y="1892"/>
                </a:lnTo>
                <a:lnTo>
                  <a:pt x="139" y="1903"/>
                </a:lnTo>
                <a:lnTo>
                  <a:pt x="127" y="1914"/>
                </a:lnTo>
                <a:lnTo>
                  <a:pt x="116" y="1926"/>
                </a:lnTo>
                <a:lnTo>
                  <a:pt x="106" y="1938"/>
                </a:lnTo>
                <a:lnTo>
                  <a:pt x="97" y="1953"/>
                </a:lnTo>
                <a:lnTo>
                  <a:pt x="87" y="1968"/>
                </a:lnTo>
                <a:lnTo>
                  <a:pt x="78" y="1983"/>
                </a:lnTo>
                <a:lnTo>
                  <a:pt x="69" y="1999"/>
                </a:lnTo>
                <a:lnTo>
                  <a:pt x="61" y="2016"/>
                </a:lnTo>
                <a:lnTo>
                  <a:pt x="52" y="2035"/>
                </a:lnTo>
                <a:lnTo>
                  <a:pt x="45" y="2052"/>
                </a:lnTo>
                <a:lnTo>
                  <a:pt x="39" y="2072"/>
                </a:lnTo>
                <a:lnTo>
                  <a:pt x="32" y="2091"/>
                </a:lnTo>
                <a:lnTo>
                  <a:pt x="26" y="2111"/>
                </a:lnTo>
                <a:lnTo>
                  <a:pt x="21" y="2132"/>
                </a:lnTo>
                <a:lnTo>
                  <a:pt x="16" y="2153"/>
                </a:lnTo>
                <a:lnTo>
                  <a:pt x="11" y="2175"/>
                </a:lnTo>
                <a:lnTo>
                  <a:pt x="9" y="2198"/>
                </a:lnTo>
                <a:lnTo>
                  <a:pt x="5" y="2220"/>
                </a:lnTo>
                <a:lnTo>
                  <a:pt x="3" y="2243"/>
                </a:lnTo>
                <a:lnTo>
                  <a:pt x="2" y="2267"/>
                </a:lnTo>
                <a:lnTo>
                  <a:pt x="0" y="2290"/>
                </a:lnTo>
                <a:lnTo>
                  <a:pt x="0" y="2315"/>
                </a:lnTo>
                <a:lnTo>
                  <a:pt x="0" y="2339"/>
                </a:lnTo>
                <a:lnTo>
                  <a:pt x="2" y="2363"/>
                </a:lnTo>
                <a:lnTo>
                  <a:pt x="3" y="2386"/>
                </a:lnTo>
                <a:lnTo>
                  <a:pt x="5" y="2410"/>
                </a:lnTo>
                <a:lnTo>
                  <a:pt x="9" y="2432"/>
                </a:lnTo>
                <a:lnTo>
                  <a:pt x="11" y="2454"/>
                </a:lnTo>
                <a:lnTo>
                  <a:pt x="16" y="2476"/>
                </a:lnTo>
                <a:lnTo>
                  <a:pt x="21" y="2497"/>
                </a:lnTo>
                <a:lnTo>
                  <a:pt x="26" y="2518"/>
                </a:lnTo>
                <a:lnTo>
                  <a:pt x="32" y="2538"/>
                </a:lnTo>
                <a:lnTo>
                  <a:pt x="39" y="2558"/>
                </a:lnTo>
                <a:lnTo>
                  <a:pt x="45" y="2578"/>
                </a:lnTo>
                <a:lnTo>
                  <a:pt x="52" y="2595"/>
                </a:lnTo>
                <a:lnTo>
                  <a:pt x="61" y="2613"/>
                </a:lnTo>
                <a:lnTo>
                  <a:pt x="69" y="2631"/>
                </a:lnTo>
                <a:lnTo>
                  <a:pt x="78" y="2647"/>
                </a:lnTo>
                <a:lnTo>
                  <a:pt x="87" y="2662"/>
                </a:lnTo>
                <a:lnTo>
                  <a:pt x="97" y="2676"/>
                </a:lnTo>
                <a:lnTo>
                  <a:pt x="106" y="2691"/>
                </a:lnTo>
                <a:lnTo>
                  <a:pt x="116" y="2704"/>
                </a:lnTo>
                <a:lnTo>
                  <a:pt x="127" y="2716"/>
                </a:lnTo>
                <a:lnTo>
                  <a:pt x="139" y="2727"/>
                </a:lnTo>
                <a:lnTo>
                  <a:pt x="150" y="2738"/>
                </a:lnTo>
                <a:lnTo>
                  <a:pt x="162" y="2747"/>
                </a:lnTo>
                <a:lnTo>
                  <a:pt x="174" y="2755"/>
                </a:lnTo>
                <a:lnTo>
                  <a:pt x="187" y="2763"/>
                </a:lnTo>
                <a:lnTo>
                  <a:pt x="199" y="2769"/>
                </a:lnTo>
                <a:lnTo>
                  <a:pt x="211" y="2774"/>
                </a:lnTo>
                <a:lnTo>
                  <a:pt x="225" y="2779"/>
                </a:lnTo>
                <a:lnTo>
                  <a:pt x="237" y="2781"/>
                </a:lnTo>
                <a:lnTo>
                  <a:pt x="251" y="2784"/>
                </a:lnTo>
                <a:lnTo>
                  <a:pt x="264" y="2784"/>
                </a:lnTo>
                <a:lnTo>
                  <a:pt x="284" y="2782"/>
                </a:lnTo>
                <a:lnTo>
                  <a:pt x="303" y="2779"/>
                </a:lnTo>
                <a:lnTo>
                  <a:pt x="320" y="2774"/>
                </a:lnTo>
                <a:lnTo>
                  <a:pt x="339" y="2765"/>
                </a:lnTo>
                <a:lnTo>
                  <a:pt x="356" y="2755"/>
                </a:lnTo>
                <a:lnTo>
                  <a:pt x="372" y="2744"/>
                </a:lnTo>
                <a:lnTo>
                  <a:pt x="388" y="2729"/>
                </a:lnTo>
                <a:lnTo>
                  <a:pt x="404" y="2715"/>
                </a:lnTo>
                <a:lnTo>
                  <a:pt x="419" y="2697"/>
                </a:lnTo>
                <a:lnTo>
                  <a:pt x="432" y="2678"/>
                </a:lnTo>
                <a:lnTo>
                  <a:pt x="446" y="2657"/>
                </a:lnTo>
                <a:lnTo>
                  <a:pt x="458" y="2634"/>
                </a:lnTo>
                <a:lnTo>
                  <a:pt x="469" y="2611"/>
                </a:lnTo>
                <a:lnTo>
                  <a:pt x="480" y="2586"/>
                </a:lnTo>
                <a:lnTo>
                  <a:pt x="490" y="2560"/>
                </a:lnTo>
                <a:lnTo>
                  <a:pt x="499" y="2533"/>
                </a:lnTo>
                <a:lnTo>
                  <a:pt x="510" y="2513"/>
                </a:lnTo>
                <a:lnTo>
                  <a:pt x="536" y="2470"/>
                </a:lnTo>
                <a:lnTo>
                  <a:pt x="545" y="2458"/>
                </a:lnTo>
                <a:lnTo>
                  <a:pt x="553" y="2447"/>
                </a:lnTo>
                <a:lnTo>
                  <a:pt x="563" y="2436"/>
                </a:lnTo>
                <a:lnTo>
                  <a:pt x="572" y="2426"/>
                </a:lnTo>
                <a:lnTo>
                  <a:pt x="582" y="2418"/>
                </a:lnTo>
                <a:lnTo>
                  <a:pt x="592" y="2412"/>
                </a:lnTo>
                <a:lnTo>
                  <a:pt x="601" y="2409"/>
                </a:lnTo>
                <a:lnTo>
                  <a:pt x="610" y="2407"/>
                </a:lnTo>
                <a:lnTo>
                  <a:pt x="622" y="2407"/>
                </a:lnTo>
                <a:lnTo>
                  <a:pt x="635" y="2411"/>
                </a:lnTo>
                <a:lnTo>
                  <a:pt x="646" y="2416"/>
                </a:lnTo>
                <a:lnTo>
                  <a:pt x="657" y="2422"/>
                </a:lnTo>
                <a:lnTo>
                  <a:pt x="667" y="2431"/>
                </a:lnTo>
                <a:lnTo>
                  <a:pt x="677" y="2441"/>
                </a:lnTo>
                <a:lnTo>
                  <a:pt x="687" y="2452"/>
                </a:lnTo>
                <a:lnTo>
                  <a:pt x="695" y="2465"/>
                </a:lnTo>
                <a:lnTo>
                  <a:pt x="703" y="2479"/>
                </a:lnTo>
                <a:lnTo>
                  <a:pt x="710" y="2495"/>
                </a:lnTo>
                <a:lnTo>
                  <a:pt x="716" y="2511"/>
                </a:lnTo>
                <a:lnTo>
                  <a:pt x="721" y="2528"/>
                </a:lnTo>
                <a:lnTo>
                  <a:pt x="725" y="2547"/>
                </a:lnTo>
                <a:lnTo>
                  <a:pt x="729" y="2567"/>
                </a:lnTo>
                <a:lnTo>
                  <a:pt x="730" y="2586"/>
                </a:lnTo>
                <a:lnTo>
                  <a:pt x="731" y="2606"/>
                </a:lnTo>
                <a:lnTo>
                  <a:pt x="731" y="2611"/>
                </a:lnTo>
                <a:lnTo>
                  <a:pt x="731" y="2612"/>
                </a:lnTo>
                <a:lnTo>
                  <a:pt x="731" y="2612"/>
                </a:lnTo>
                <a:lnTo>
                  <a:pt x="731" y="4630"/>
                </a:lnTo>
                <a:lnTo>
                  <a:pt x="2716" y="4630"/>
                </a:lnTo>
                <a:lnTo>
                  <a:pt x="2897" y="4630"/>
                </a:lnTo>
                <a:lnTo>
                  <a:pt x="2897" y="4630"/>
                </a:lnTo>
                <a:lnTo>
                  <a:pt x="2897" y="4630"/>
                </a:lnTo>
                <a:lnTo>
                  <a:pt x="2898" y="4630"/>
                </a:lnTo>
                <a:lnTo>
                  <a:pt x="2900" y="4630"/>
                </a:lnTo>
                <a:lnTo>
                  <a:pt x="2921" y="4630"/>
                </a:lnTo>
                <a:lnTo>
                  <a:pt x="2940" y="4632"/>
                </a:lnTo>
                <a:lnTo>
                  <a:pt x="2960" y="4635"/>
                </a:lnTo>
                <a:lnTo>
                  <a:pt x="2979" y="4640"/>
                </a:lnTo>
                <a:lnTo>
                  <a:pt x="2996" y="4645"/>
                </a:lnTo>
                <a:lnTo>
                  <a:pt x="3012" y="4651"/>
                </a:lnTo>
                <a:lnTo>
                  <a:pt x="3028" y="4658"/>
                </a:lnTo>
                <a:lnTo>
                  <a:pt x="3043" y="4666"/>
                </a:lnTo>
                <a:lnTo>
                  <a:pt x="3055" y="4674"/>
                </a:lnTo>
                <a:lnTo>
                  <a:pt x="3067" y="4683"/>
                </a:lnTo>
                <a:lnTo>
                  <a:pt x="3077" y="4693"/>
                </a:lnTo>
                <a:lnTo>
                  <a:pt x="3086" y="4704"/>
                </a:lnTo>
                <a:lnTo>
                  <a:pt x="3092" y="4715"/>
                </a:lnTo>
                <a:lnTo>
                  <a:pt x="3097" y="4726"/>
                </a:lnTo>
                <a:lnTo>
                  <a:pt x="3101" y="4738"/>
                </a:lnTo>
                <a:lnTo>
                  <a:pt x="3102" y="4751"/>
                </a:lnTo>
                <a:lnTo>
                  <a:pt x="3101" y="4761"/>
                </a:lnTo>
                <a:lnTo>
                  <a:pt x="3097" y="4770"/>
                </a:lnTo>
                <a:lnTo>
                  <a:pt x="3091" y="4780"/>
                </a:lnTo>
                <a:lnTo>
                  <a:pt x="3083" y="4790"/>
                </a:lnTo>
                <a:lnTo>
                  <a:pt x="3074" y="4800"/>
                </a:lnTo>
                <a:lnTo>
                  <a:pt x="3064" y="4809"/>
                </a:lnTo>
                <a:lnTo>
                  <a:pt x="3053" y="4817"/>
                </a:lnTo>
                <a:lnTo>
                  <a:pt x="3040" y="4826"/>
                </a:lnTo>
                <a:lnTo>
                  <a:pt x="2998" y="4852"/>
                </a:lnTo>
                <a:lnTo>
                  <a:pt x="2980" y="4862"/>
                </a:lnTo>
                <a:lnTo>
                  <a:pt x="2951" y="4870"/>
                </a:lnTo>
                <a:lnTo>
                  <a:pt x="2925" y="4880"/>
                </a:lnTo>
                <a:lnTo>
                  <a:pt x="2901" y="4890"/>
                </a:lnTo>
                <a:lnTo>
                  <a:pt x="2876" y="4902"/>
                </a:lnTo>
                <a:lnTo>
                  <a:pt x="2854" y="4915"/>
                </a:lnTo>
                <a:lnTo>
                  <a:pt x="2833" y="4928"/>
                </a:lnTo>
                <a:lnTo>
                  <a:pt x="2814" y="4942"/>
                </a:lnTo>
                <a:lnTo>
                  <a:pt x="2797" y="4957"/>
                </a:lnTo>
                <a:lnTo>
                  <a:pt x="2781" y="4973"/>
                </a:lnTo>
                <a:lnTo>
                  <a:pt x="2768" y="4989"/>
                </a:lnTo>
                <a:lnTo>
                  <a:pt x="2755" y="5005"/>
                </a:lnTo>
                <a:lnTo>
                  <a:pt x="2745" y="5022"/>
                </a:lnTo>
                <a:lnTo>
                  <a:pt x="2737" y="5041"/>
                </a:lnTo>
                <a:lnTo>
                  <a:pt x="2732" y="5058"/>
                </a:lnTo>
                <a:lnTo>
                  <a:pt x="2728" y="5076"/>
                </a:lnTo>
                <a:lnTo>
                  <a:pt x="2727" y="5096"/>
                </a:lnTo>
                <a:lnTo>
                  <a:pt x="2727" y="5110"/>
                </a:lnTo>
                <a:lnTo>
                  <a:pt x="2729" y="5123"/>
                </a:lnTo>
                <a:lnTo>
                  <a:pt x="2732" y="5137"/>
                </a:lnTo>
                <a:lnTo>
                  <a:pt x="2737" y="5149"/>
                </a:lnTo>
                <a:lnTo>
                  <a:pt x="2742" y="5162"/>
                </a:lnTo>
                <a:lnTo>
                  <a:pt x="2748" y="5175"/>
                </a:lnTo>
                <a:lnTo>
                  <a:pt x="2755" y="5188"/>
                </a:lnTo>
                <a:lnTo>
                  <a:pt x="2764" y="5199"/>
                </a:lnTo>
                <a:lnTo>
                  <a:pt x="2772" y="5211"/>
                </a:lnTo>
                <a:lnTo>
                  <a:pt x="2784" y="5222"/>
                </a:lnTo>
                <a:lnTo>
                  <a:pt x="2795" y="5233"/>
                </a:lnTo>
                <a:lnTo>
                  <a:pt x="2807" y="5244"/>
                </a:lnTo>
                <a:lnTo>
                  <a:pt x="2819" y="5254"/>
                </a:lnTo>
                <a:lnTo>
                  <a:pt x="2834" y="5264"/>
                </a:lnTo>
                <a:lnTo>
                  <a:pt x="2849" y="5274"/>
                </a:lnTo>
                <a:lnTo>
                  <a:pt x="2864" y="5283"/>
                </a:lnTo>
                <a:lnTo>
                  <a:pt x="2881" y="5292"/>
                </a:lnTo>
                <a:lnTo>
                  <a:pt x="2897" y="5300"/>
                </a:lnTo>
                <a:lnTo>
                  <a:pt x="2916" y="5308"/>
                </a:lnTo>
                <a:lnTo>
                  <a:pt x="2934" y="5316"/>
                </a:lnTo>
                <a:lnTo>
                  <a:pt x="2953" y="5322"/>
                </a:lnTo>
                <a:lnTo>
                  <a:pt x="2972" y="5328"/>
                </a:lnTo>
                <a:lnTo>
                  <a:pt x="2992" y="5334"/>
                </a:lnTo>
                <a:lnTo>
                  <a:pt x="3013" y="5339"/>
                </a:lnTo>
                <a:lnTo>
                  <a:pt x="3034" y="5344"/>
                </a:lnTo>
                <a:lnTo>
                  <a:pt x="3056" y="5349"/>
                </a:lnTo>
                <a:lnTo>
                  <a:pt x="3079" y="5353"/>
                </a:lnTo>
                <a:lnTo>
                  <a:pt x="3102" y="5355"/>
                </a:lnTo>
                <a:lnTo>
                  <a:pt x="3124" y="5358"/>
                </a:lnTo>
                <a:lnTo>
                  <a:pt x="3148" y="5359"/>
                </a:lnTo>
                <a:lnTo>
                  <a:pt x="3172" y="5360"/>
                </a:lnTo>
                <a:lnTo>
                  <a:pt x="3196" y="5360"/>
                </a:lnTo>
                <a:lnTo>
                  <a:pt x="3220" y="5360"/>
                </a:lnTo>
                <a:lnTo>
                  <a:pt x="3244" y="5359"/>
                </a:lnTo>
                <a:lnTo>
                  <a:pt x="3267" y="5358"/>
                </a:lnTo>
                <a:lnTo>
                  <a:pt x="3291" y="5355"/>
                </a:lnTo>
                <a:lnTo>
                  <a:pt x="3313" y="5353"/>
                </a:lnTo>
                <a:lnTo>
                  <a:pt x="3335" y="5349"/>
                </a:lnTo>
                <a:lnTo>
                  <a:pt x="3357" y="5344"/>
                </a:lnTo>
                <a:lnTo>
                  <a:pt x="3378" y="5339"/>
                </a:lnTo>
                <a:lnTo>
                  <a:pt x="3399" y="5334"/>
                </a:lnTo>
                <a:lnTo>
                  <a:pt x="3419" y="5328"/>
                </a:lnTo>
                <a:lnTo>
                  <a:pt x="3439" y="5322"/>
                </a:lnTo>
                <a:lnTo>
                  <a:pt x="3459" y="5316"/>
                </a:lnTo>
                <a:lnTo>
                  <a:pt x="3477" y="5308"/>
                </a:lnTo>
                <a:lnTo>
                  <a:pt x="3494" y="5300"/>
                </a:lnTo>
                <a:lnTo>
                  <a:pt x="3512" y="5292"/>
                </a:lnTo>
                <a:lnTo>
                  <a:pt x="3528" y="5283"/>
                </a:lnTo>
                <a:lnTo>
                  <a:pt x="3544" y="5274"/>
                </a:lnTo>
                <a:lnTo>
                  <a:pt x="3557" y="5264"/>
                </a:lnTo>
                <a:lnTo>
                  <a:pt x="3572" y="5254"/>
                </a:lnTo>
                <a:lnTo>
                  <a:pt x="3585" y="5244"/>
                </a:lnTo>
                <a:lnTo>
                  <a:pt x="3597" y="5233"/>
                </a:lnTo>
                <a:lnTo>
                  <a:pt x="3608" y="5222"/>
                </a:lnTo>
                <a:lnTo>
                  <a:pt x="3619" y="5211"/>
                </a:lnTo>
                <a:lnTo>
                  <a:pt x="3628" y="5199"/>
                </a:lnTo>
                <a:lnTo>
                  <a:pt x="3636" y="5188"/>
                </a:lnTo>
                <a:lnTo>
                  <a:pt x="3644" y="5175"/>
                </a:lnTo>
                <a:lnTo>
                  <a:pt x="3650" y="5162"/>
                </a:lnTo>
                <a:lnTo>
                  <a:pt x="3656" y="5149"/>
                </a:lnTo>
                <a:lnTo>
                  <a:pt x="3660" y="5137"/>
                </a:lnTo>
                <a:lnTo>
                  <a:pt x="3662" y="5123"/>
                </a:lnTo>
                <a:lnTo>
                  <a:pt x="3665" y="5110"/>
                </a:lnTo>
                <a:lnTo>
                  <a:pt x="3665" y="5096"/>
                </a:lnTo>
                <a:lnTo>
                  <a:pt x="3664" y="5078"/>
                </a:lnTo>
                <a:lnTo>
                  <a:pt x="3660" y="5058"/>
                </a:lnTo>
                <a:lnTo>
                  <a:pt x="3655" y="5041"/>
                </a:lnTo>
                <a:lnTo>
                  <a:pt x="3646" y="5022"/>
                </a:lnTo>
                <a:lnTo>
                  <a:pt x="3636" y="5005"/>
                </a:lnTo>
                <a:lnTo>
                  <a:pt x="3625" y="4989"/>
                </a:lnTo>
                <a:lnTo>
                  <a:pt x="3612" y="4973"/>
                </a:lnTo>
                <a:lnTo>
                  <a:pt x="3596" y="4957"/>
                </a:lnTo>
                <a:lnTo>
                  <a:pt x="3578" y="4942"/>
                </a:lnTo>
                <a:lnTo>
                  <a:pt x="3559" y="4928"/>
                </a:lnTo>
                <a:lnTo>
                  <a:pt x="3539" y="4915"/>
                </a:lnTo>
                <a:lnTo>
                  <a:pt x="3517" y="4902"/>
                </a:lnTo>
                <a:lnTo>
                  <a:pt x="3492" y="4891"/>
                </a:lnTo>
                <a:lnTo>
                  <a:pt x="3467" y="4880"/>
                </a:lnTo>
                <a:lnTo>
                  <a:pt x="3441" y="4870"/>
                </a:lnTo>
                <a:lnTo>
                  <a:pt x="3414" y="4862"/>
                </a:lnTo>
                <a:lnTo>
                  <a:pt x="3395" y="4851"/>
                </a:lnTo>
                <a:lnTo>
                  <a:pt x="3351" y="4825"/>
                </a:lnTo>
                <a:lnTo>
                  <a:pt x="3339" y="4816"/>
                </a:lnTo>
                <a:lnTo>
                  <a:pt x="3328" y="4807"/>
                </a:lnTo>
                <a:lnTo>
                  <a:pt x="3317" y="4799"/>
                </a:lnTo>
                <a:lnTo>
                  <a:pt x="3308" y="4789"/>
                </a:lnTo>
                <a:lnTo>
                  <a:pt x="3299" y="4779"/>
                </a:lnTo>
                <a:lnTo>
                  <a:pt x="3293" y="4769"/>
                </a:lnTo>
                <a:lnTo>
                  <a:pt x="3290" y="4761"/>
                </a:lnTo>
                <a:lnTo>
                  <a:pt x="3288" y="4751"/>
                </a:lnTo>
                <a:lnTo>
                  <a:pt x="3290" y="4738"/>
                </a:lnTo>
                <a:lnTo>
                  <a:pt x="3292" y="4726"/>
                </a:lnTo>
                <a:lnTo>
                  <a:pt x="3297" y="4715"/>
                </a:lnTo>
                <a:lnTo>
                  <a:pt x="3304" y="4704"/>
                </a:lnTo>
                <a:lnTo>
                  <a:pt x="3312" y="4693"/>
                </a:lnTo>
                <a:lnTo>
                  <a:pt x="3323" y="4683"/>
                </a:lnTo>
                <a:lnTo>
                  <a:pt x="3334" y="4674"/>
                </a:lnTo>
                <a:lnTo>
                  <a:pt x="3348" y="4666"/>
                </a:lnTo>
                <a:lnTo>
                  <a:pt x="3361" y="4658"/>
                </a:lnTo>
                <a:lnTo>
                  <a:pt x="3377" y="4651"/>
                </a:lnTo>
                <a:lnTo>
                  <a:pt x="3395" y="4645"/>
                </a:lnTo>
                <a:lnTo>
                  <a:pt x="3412" y="4640"/>
                </a:lnTo>
                <a:lnTo>
                  <a:pt x="3430" y="4635"/>
                </a:lnTo>
                <a:lnTo>
                  <a:pt x="3450" y="4632"/>
                </a:lnTo>
                <a:lnTo>
                  <a:pt x="3470" y="4630"/>
                </a:lnTo>
                <a:lnTo>
                  <a:pt x="3491" y="4630"/>
                </a:lnTo>
                <a:lnTo>
                  <a:pt x="3492" y="4630"/>
                </a:lnTo>
                <a:lnTo>
                  <a:pt x="3493" y="4630"/>
                </a:lnTo>
                <a:lnTo>
                  <a:pt x="3493" y="4630"/>
                </a:lnTo>
                <a:lnTo>
                  <a:pt x="3676" y="4630"/>
                </a:lnTo>
                <a:lnTo>
                  <a:pt x="5661" y="4630"/>
                </a:lnTo>
                <a:lnTo>
                  <a:pt x="5661" y="2612"/>
                </a:lnTo>
                <a:lnTo>
                  <a:pt x="5661" y="2612"/>
                </a:lnTo>
                <a:lnTo>
                  <a:pt x="5661" y="2611"/>
                </a:lnTo>
                <a:lnTo>
                  <a:pt x="5661" y="2607"/>
                </a:lnTo>
                <a:lnTo>
                  <a:pt x="5659" y="2586"/>
                </a:lnTo>
                <a:lnTo>
                  <a:pt x="5658" y="2567"/>
                </a:lnTo>
                <a:lnTo>
                  <a:pt x="5654" y="2547"/>
                </a:lnTo>
                <a:lnTo>
                  <a:pt x="5651" y="2528"/>
                </a:lnTo>
                <a:lnTo>
                  <a:pt x="5646" y="2511"/>
                </a:lnTo>
                <a:lnTo>
                  <a:pt x="5640" y="2495"/>
                </a:lnTo>
                <a:lnTo>
                  <a:pt x="5632" y="2479"/>
                </a:lnTo>
                <a:lnTo>
                  <a:pt x="5625" y="2465"/>
                </a:lnTo>
                <a:lnTo>
                  <a:pt x="5616" y="2453"/>
                </a:lnTo>
                <a:lnTo>
                  <a:pt x="5606" y="2441"/>
                </a:lnTo>
                <a:lnTo>
                  <a:pt x="5596" y="2431"/>
                </a:lnTo>
                <a:lnTo>
                  <a:pt x="5587" y="2422"/>
                </a:lnTo>
                <a:lnTo>
                  <a:pt x="5575" y="2416"/>
                </a:lnTo>
                <a:lnTo>
                  <a:pt x="5564" y="2411"/>
                </a:lnTo>
                <a:lnTo>
                  <a:pt x="5552" y="2407"/>
                </a:lnTo>
                <a:lnTo>
                  <a:pt x="5540" y="2407"/>
                </a:lnTo>
                <a:lnTo>
                  <a:pt x="5531" y="2409"/>
                </a:lnTo>
                <a:lnTo>
                  <a:pt x="5521" y="2412"/>
                </a:lnTo>
                <a:lnTo>
                  <a:pt x="5511" y="2418"/>
                </a:lnTo>
                <a:lnTo>
                  <a:pt x="5501" y="2426"/>
                </a:lnTo>
                <a:lnTo>
                  <a:pt x="5493" y="2436"/>
                </a:lnTo>
                <a:lnTo>
                  <a:pt x="5483" y="2447"/>
                </a:lnTo>
                <a:lnTo>
                  <a:pt x="5474" y="2458"/>
                </a:lnTo>
                <a:lnTo>
                  <a:pt x="5466" y="2470"/>
                </a:lnTo>
                <a:lnTo>
                  <a:pt x="5440" y="2513"/>
                </a:lnTo>
                <a:lnTo>
                  <a:pt x="5429" y="2533"/>
                </a:lnTo>
                <a:lnTo>
                  <a:pt x="5420" y="2560"/>
                </a:lnTo>
                <a:lnTo>
                  <a:pt x="5410" y="2586"/>
                </a:lnTo>
                <a:lnTo>
                  <a:pt x="5399" y="2611"/>
                </a:lnTo>
                <a:lnTo>
                  <a:pt x="5388" y="2634"/>
                </a:lnTo>
                <a:lnTo>
                  <a:pt x="5375" y="2657"/>
                </a:lnTo>
                <a:lnTo>
                  <a:pt x="5362" y="2678"/>
                </a:lnTo>
                <a:lnTo>
                  <a:pt x="5348" y="2697"/>
                </a:lnTo>
                <a:lnTo>
                  <a:pt x="5334" y="2715"/>
                </a:lnTo>
                <a:lnTo>
                  <a:pt x="5317" y="2729"/>
                </a:lnTo>
                <a:lnTo>
                  <a:pt x="5301" y="2744"/>
                </a:lnTo>
                <a:lnTo>
                  <a:pt x="5285" y="2755"/>
                </a:lnTo>
                <a:lnTo>
                  <a:pt x="5268" y="2765"/>
                </a:lnTo>
                <a:lnTo>
                  <a:pt x="5250" y="2774"/>
                </a:lnTo>
                <a:lnTo>
                  <a:pt x="5232" y="2779"/>
                </a:lnTo>
                <a:lnTo>
                  <a:pt x="5214" y="2782"/>
                </a:lnTo>
                <a:lnTo>
                  <a:pt x="5194" y="2784"/>
                </a:lnTo>
                <a:lnTo>
                  <a:pt x="5180" y="2784"/>
                </a:lnTo>
                <a:lnTo>
                  <a:pt x="5167" y="2781"/>
                </a:lnTo>
                <a:lnTo>
                  <a:pt x="5155" y="2779"/>
                </a:lnTo>
                <a:lnTo>
                  <a:pt x="5141" y="2774"/>
                </a:lnTo>
                <a:lnTo>
                  <a:pt x="5129" y="2769"/>
                </a:lnTo>
                <a:lnTo>
                  <a:pt x="5116" y="2763"/>
                </a:lnTo>
                <a:lnTo>
                  <a:pt x="5104" y="2755"/>
                </a:lnTo>
                <a:lnTo>
                  <a:pt x="5092" y="2747"/>
                </a:lnTo>
                <a:lnTo>
                  <a:pt x="5079" y="2738"/>
                </a:lnTo>
                <a:lnTo>
                  <a:pt x="5068" y="2727"/>
                </a:lnTo>
                <a:lnTo>
                  <a:pt x="5057" y="2716"/>
                </a:lnTo>
                <a:lnTo>
                  <a:pt x="5046" y="2704"/>
                </a:lnTo>
                <a:lnTo>
                  <a:pt x="5036" y="2691"/>
                </a:lnTo>
                <a:lnTo>
                  <a:pt x="5026" y="2676"/>
                </a:lnTo>
                <a:lnTo>
                  <a:pt x="5016" y="2662"/>
                </a:lnTo>
                <a:lnTo>
                  <a:pt x="5008" y="2647"/>
                </a:lnTo>
                <a:lnTo>
                  <a:pt x="4999" y="2631"/>
                </a:lnTo>
                <a:lnTo>
                  <a:pt x="4990" y="2613"/>
                </a:lnTo>
                <a:lnTo>
                  <a:pt x="4982" y="2595"/>
                </a:lnTo>
                <a:lnTo>
                  <a:pt x="4976" y="2578"/>
                </a:lnTo>
                <a:lnTo>
                  <a:pt x="4968" y="2558"/>
                </a:lnTo>
                <a:lnTo>
                  <a:pt x="4962" y="2538"/>
                </a:lnTo>
                <a:lnTo>
                  <a:pt x="4956" y="2518"/>
                </a:lnTo>
                <a:lnTo>
                  <a:pt x="4951" y="2497"/>
                </a:lnTo>
                <a:lnTo>
                  <a:pt x="4946" y="2476"/>
                </a:lnTo>
                <a:lnTo>
                  <a:pt x="4942" y="2454"/>
                </a:lnTo>
                <a:lnTo>
                  <a:pt x="4939" y="2432"/>
                </a:lnTo>
                <a:lnTo>
                  <a:pt x="4935" y="2410"/>
                </a:lnTo>
                <a:lnTo>
                  <a:pt x="4932" y="2386"/>
                </a:lnTo>
                <a:lnTo>
                  <a:pt x="4931" y="2363"/>
                </a:lnTo>
                <a:lnTo>
                  <a:pt x="4930" y="2339"/>
                </a:lnTo>
                <a:lnTo>
                  <a:pt x="4930" y="2315"/>
                </a:lnTo>
                <a:lnTo>
                  <a:pt x="4930" y="2290"/>
                </a:lnTo>
                <a:lnTo>
                  <a:pt x="4931" y="2267"/>
                </a:lnTo>
                <a:lnTo>
                  <a:pt x="4932" y="2243"/>
                </a:lnTo>
                <a:lnTo>
                  <a:pt x="4935" y="2220"/>
                </a:lnTo>
                <a:lnTo>
                  <a:pt x="4939" y="2198"/>
                </a:lnTo>
                <a:lnTo>
                  <a:pt x="4942" y="2175"/>
                </a:lnTo>
                <a:lnTo>
                  <a:pt x="4946" y="2153"/>
                </a:lnTo>
                <a:lnTo>
                  <a:pt x="4951" y="2132"/>
                </a:lnTo>
                <a:lnTo>
                  <a:pt x="4956" y="2111"/>
                </a:lnTo>
                <a:lnTo>
                  <a:pt x="4962" y="2091"/>
                </a:lnTo>
                <a:lnTo>
                  <a:pt x="4968" y="2072"/>
                </a:lnTo>
                <a:lnTo>
                  <a:pt x="4976" y="2052"/>
                </a:lnTo>
                <a:lnTo>
                  <a:pt x="4982" y="2035"/>
                </a:lnTo>
                <a:lnTo>
                  <a:pt x="4990" y="2016"/>
                </a:lnTo>
                <a:lnTo>
                  <a:pt x="4999" y="1999"/>
                </a:lnTo>
                <a:lnTo>
                  <a:pt x="5008" y="1983"/>
                </a:lnTo>
                <a:lnTo>
                  <a:pt x="5016" y="1968"/>
                </a:lnTo>
                <a:lnTo>
                  <a:pt x="5026" y="1953"/>
                </a:lnTo>
                <a:lnTo>
                  <a:pt x="5036" y="1938"/>
                </a:lnTo>
                <a:lnTo>
                  <a:pt x="5046" y="1926"/>
                </a:lnTo>
                <a:lnTo>
                  <a:pt x="5057" y="1914"/>
                </a:lnTo>
                <a:lnTo>
                  <a:pt x="5068" y="1903"/>
                </a:lnTo>
                <a:lnTo>
                  <a:pt x="5079" y="1892"/>
                </a:lnTo>
                <a:lnTo>
                  <a:pt x="5092" y="1883"/>
                </a:lnTo>
                <a:lnTo>
                  <a:pt x="5104" y="1874"/>
                </a:lnTo>
                <a:lnTo>
                  <a:pt x="5116" y="1867"/>
                </a:lnTo>
                <a:lnTo>
                  <a:pt x="5129" y="1861"/>
                </a:lnTo>
                <a:lnTo>
                  <a:pt x="5141" y="1856"/>
                </a:lnTo>
                <a:lnTo>
                  <a:pt x="5155" y="1851"/>
                </a:lnTo>
                <a:lnTo>
                  <a:pt x="5167" y="1848"/>
                </a:lnTo>
                <a:lnTo>
                  <a:pt x="5180" y="1846"/>
                </a:lnTo>
                <a:lnTo>
                  <a:pt x="5194" y="1846"/>
                </a:lnTo>
                <a:lnTo>
                  <a:pt x="5214" y="1847"/>
                </a:lnTo>
                <a:lnTo>
                  <a:pt x="5232" y="1851"/>
                </a:lnTo>
                <a:lnTo>
                  <a:pt x="5251" y="1856"/>
                </a:lnTo>
                <a:lnTo>
                  <a:pt x="5268" y="1864"/>
                </a:lnTo>
                <a:lnTo>
                  <a:pt x="5285" y="1874"/>
                </a:lnTo>
                <a:lnTo>
                  <a:pt x="5301" y="1887"/>
                </a:lnTo>
                <a:lnTo>
                  <a:pt x="5319" y="1900"/>
                </a:lnTo>
                <a:lnTo>
                  <a:pt x="5334" y="1916"/>
                </a:lnTo>
                <a:lnTo>
                  <a:pt x="5348" y="1934"/>
                </a:lnTo>
                <a:lnTo>
                  <a:pt x="5363" y="1952"/>
                </a:lnTo>
                <a:lnTo>
                  <a:pt x="5375" y="1973"/>
                </a:lnTo>
                <a:lnTo>
                  <a:pt x="5388" y="1995"/>
                </a:lnTo>
                <a:lnTo>
                  <a:pt x="5400" y="2020"/>
                </a:lnTo>
                <a:lnTo>
                  <a:pt x="5411" y="2045"/>
                </a:lnTo>
                <a:lnTo>
                  <a:pt x="5421" y="2070"/>
                </a:lnTo>
                <a:lnTo>
                  <a:pt x="5430" y="2099"/>
                </a:lnTo>
                <a:lnTo>
                  <a:pt x="5440" y="2117"/>
                </a:lnTo>
                <a:lnTo>
                  <a:pt x="5464" y="2159"/>
                </a:lnTo>
                <a:lnTo>
                  <a:pt x="5473" y="2172"/>
                </a:lnTo>
                <a:lnTo>
                  <a:pt x="5482" y="2182"/>
                </a:lnTo>
                <a:lnTo>
                  <a:pt x="5490" y="2193"/>
                </a:lnTo>
                <a:lnTo>
                  <a:pt x="5500" y="2201"/>
                </a:lnTo>
                <a:lnTo>
                  <a:pt x="5510" y="2210"/>
                </a:lnTo>
                <a:lnTo>
                  <a:pt x="5520" y="2216"/>
                </a:lnTo>
                <a:lnTo>
                  <a:pt x="5530" y="2220"/>
                </a:lnTo>
                <a:lnTo>
                  <a:pt x="5540" y="2221"/>
                </a:lnTo>
                <a:lnTo>
                  <a:pt x="5552" y="2220"/>
                </a:lnTo>
                <a:lnTo>
                  <a:pt x="5564" y="2216"/>
                </a:lnTo>
                <a:lnTo>
                  <a:pt x="5575" y="2211"/>
                </a:lnTo>
                <a:lnTo>
                  <a:pt x="5587" y="2205"/>
                </a:lnTo>
                <a:lnTo>
                  <a:pt x="5596" y="2196"/>
                </a:lnTo>
                <a:lnTo>
                  <a:pt x="5606" y="2186"/>
                </a:lnTo>
                <a:lnTo>
                  <a:pt x="5616" y="2175"/>
                </a:lnTo>
                <a:lnTo>
                  <a:pt x="5625" y="2162"/>
                </a:lnTo>
                <a:lnTo>
                  <a:pt x="5632" y="2148"/>
                </a:lnTo>
                <a:lnTo>
                  <a:pt x="5640" y="2132"/>
                </a:lnTo>
                <a:lnTo>
                  <a:pt x="5646" y="2116"/>
                </a:lnTo>
                <a:lnTo>
                  <a:pt x="5651" y="2099"/>
                </a:lnTo>
                <a:lnTo>
                  <a:pt x="5654" y="2080"/>
                </a:lnTo>
                <a:lnTo>
                  <a:pt x="5658" y="2061"/>
                </a:lnTo>
                <a:lnTo>
                  <a:pt x="5659" y="2041"/>
                </a:lnTo>
                <a:lnTo>
                  <a:pt x="5661" y="2021"/>
                </a:lnTo>
                <a:lnTo>
                  <a:pt x="5661" y="2016"/>
                </a:lnTo>
                <a:lnTo>
                  <a:pt x="5661" y="2015"/>
                </a:lnTo>
                <a:lnTo>
                  <a:pt x="5661" y="2015"/>
                </a:lnTo>
                <a:lnTo>
                  <a:pt x="5661" y="2015"/>
                </a:lnTo>
                <a:lnTo>
                  <a:pt x="5661" y="0"/>
                </a:lnTo>
                <a:close/>
              </a:path>
            </a:pathLst>
          </a:custGeom>
          <a:noFill/>
          <a:ln w="7">
            <a:solidFill>
              <a:srgbClr val="FFFFFF"/>
            </a:solidFill>
            <a:prstDash val="solid"/>
            <a:round/>
          </a:ln>
        </p:spPr>
        <p:txBody>
          <a:bodyPr vert="horz" wrap="square" lIns="91443" tIns="45721" rIns="91443" bIns="45721" numCol="1" anchor="t" anchorCtr="0" compatLnSpc="1"/>
          <a:lstStyle/>
          <a:p>
            <a:endParaRPr lang="en-US"/>
          </a:p>
        </p:txBody>
      </p:sp>
      <p:sp>
        <p:nvSpPr>
          <p:cNvPr id="18" name="Rectangle 18"/>
          <p:cNvSpPr>
            <a:spLocks noChangeArrowheads="1"/>
          </p:cNvSpPr>
          <p:nvPr/>
        </p:nvSpPr>
        <p:spPr bwMode="auto">
          <a:xfrm>
            <a:off x="8602769" y="1772969"/>
            <a:ext cx="901065" cy="215265"/>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400" b="1" dirty="0">
                <a:solidFill>
                  <a:srgbClr val="FFFFFF"/>
                </a:solidFill>
                <a:latin typeface="腾讯体 W3" panose="020C04030202040F0204" pitchFamily="34" charset="-122"/>
              </a:rPr>
              <a:t>Specialists</a:t>
            </a:r>
            <a:endParaRPr lang="en-US" sz="1400" b="1" dirty="0">
              <a:latin typeface="腾讯体 W3" panose="020C04030202040F0204" pitchFamily="34" charset="-122"/>
            </a:endParaRPr>
          </a:p>
        </p:txBody>
      </p:sp>
      <p:sp>
        <p:nvSpPr>
          <p:cNvPr id="19" name="Rectangle 19"/>
          <p:cNvSpPr>
            <a:spLocks noChangeArrowheads="1"/>
          </p:cNvSpPr>
          <p:nvPr/>
        </p:nvSpPr>
        <p:spPr bwMode="auto">
          <a:xfrm>
            <a:off x="8602768" y="2193673"/>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20" name="Rectangle 20"/>
          <p:cNvSpPr>
            <a:spLocks noChangeArrowheads="1"/>
          </p:cNvSpPr>
          <p:nvPr/>
        </p:nvSpPr>
        <p:spPr bwMode="auto">
          <a:xfrm>
            <a:off x="8602768" y="2333379"/>
            <a:ext cx="20637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Tax</a:t>
            </a:r>
            <a:endParaRPr lang="en-US" sz="1800" dirty="0">
              <a:latin typeface="腾讯体 W3" panose="020C04030202040F0204" pitchFamily="34" charset="-122"/>
            </a:endParaRPr>
          </a:p>
        </p:txBody>
      </p:sp>
      <p:sp>
        <p:nvSpPr>
          <p:cNvPr id="21" name="Rectangle 21"/>
          <p:cNvSpPr>
            <a:spLocks noChangeArrowheads="1"/>
          </p:cNvSpPr>
          <p:nvPr/>
        </p:nvSpPr>
        <p:spPr bwMode="auto">
          <a:xfrm>
            <a:off x="8602768" y="2544525"/>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22" name="Rectangle 22"/>
          <p:cNvSpPr>
            <a:spLocks noChangeArrowheads="1"/>
          </p:cNvSpPr>
          <p:nvPr/>
        </p:nvSpPr>
        <p:spPr bwMode="auto">
          <a:xfrm>
            <a:off x="8602768" y="2684231"/>
            <a:ext cx="20637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a:solidFill>
                  <a:srgbClr val="FFFFFF"/>
                </a:solidFill>
                <a:latin typeface="腾讯体 W3" panose="020C04030202040F0204" pitchFamily="34" charset="-122"/>
              </a:rPr>
              <a:t>Tax</a:t>
            </a:r>
            <a:endParaRPr lang="en-US" sz="1800">
              <a:latin typeface="腾讯体 W3" panose="020C04030202040F0204" pitchFamily="34" charset="-122"/>
            </a:endParaRPr>
          </a:p>
        </p:txBody>
      </p:sp>
      <p:sp>
        <p:nvSpPr>
          <p:cNvPr id="23" name="Rectangle 23"/>
          <p:cNvSpPr>
            <a:spLocks noChangeArrowheads="1"/>
          </p:cNvSpPr>
          <p:nvPr/>
        </p:nvSpPr>
        <p:spPr bwMode="auto">
          <a:xfrm>
            <a:off x="8602768" y="2895377"/>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24" name="Rectangle 24"/>
          <p:cNvSpPr>
            <a:spLocks noChangeArrowheads="1"/>
          </p:cNvSpPr>
          <p:nvPr/>
        </p:nvSpPr>
        <p:spPr bwMode="auto">
          <a:xfrm>
            <a:off x="8602769" y="3035083"/>
            <a:ext cx="67056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a:solidFill>
                  <a:srgbClr val="FFFFFF"/>
                </a:solidFill>
                <a:latin typeface="腾讯体 W3" panose="020C04030202040F0204" pitchFamily="34" charset="-122"/>
              </a:rPr>
              <a:t>Accounting</a:t>
            </a:r>
            <a:endParaRPr lang="en-US" sz="1800">
              <a:latin typeface="腾讯体 W3" panose="020C04030202040F0204" pitchFamily="34" charset="-122"/>
            </a:endParaRPr>
          </a:p>
        </p:txBody>
      </p:sp>
      <p:sp>
        <p:nvSpPr>
          <p:cNvPr id="25" name="Rectangle 25"/>
          <p:cNvSpPr>
            <a:spLocks noChangeArrowheads="1"/>
          </p:cNvSpPr>
          <p:nvPr/>
        </p:nvSpPr>
        <p:spPr bwMode="auto">
          <a:xfrm>
            <a:off x="8602768" y="3244642"/>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26" name="Rectangle 26"/>
          <p:cNvSpPr>
            <a:spLocks noChangeArrowheads="1"/>
          </p:cNvSpPr>
          <p:nvPr/>
        </p:nvSpPr>
        <p:spPr bwMode="auto">
          <a:xfrm>
            <a:off x="8602768" y="3385936"/>
            <a:ext cx="118808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IPO/Capital Markets</a:t>
            </a:r>
            <a:endParaRPr lang="en-US" sz="1800" dirty="0">
              <a:latin typeface="腾讯体 W3" panose="020C04030202040F0204" pitchFamily="34" charset="-122"/>
            </a:endParaRPr>
          </a:p>
        </p:txBody>
      </p:sp>
      <p:sp>
        <p:nvSpPr>
          <p:cNvPr id="27" name="Rectangle 27"/>
          <p:cNvSpPr>
            <a:spLocks noChangeArrowheads="1"/>
          </p:cNvSpPr>
          <p:nvPr/>
        </p:nvSpPr>
        <p:spPr bwMode="auto">
          <a:xfrm>
            <a:off x="8602768" y="3595495"/>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28" name="Rectangle 28"/>
          <p:cNvSpPr>
            <a:spLocks noChangeArrowheads="1"/>
          </p:cNvSpPr>
          <p:nvPr/>
        </p:nvSpPr>
        <p:spPr bwMode="auto">
          <a:xfrm>
            <a:off x="8602768" y="3735200"/>
            <a:ext cx="20447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IPO</a:t>
            </a:r>
            <a:endParaRPr lang="en-US" sz="1800" dirty="0">
              <a:latin typeface="腾讯体 W3" panose="020C04030202040F0204" pitchFamily="34" charset="-122"/>
            </a:endParaRPr>
          </a:p>
        </p:txBody>
      </p:sp>
      <p:sp>
        <p:nvSpPr>
          <p:cNvPr id="29" name="Rectangle 29"/>
          <p:cNvSpPr>
            <a:spLocks noChangeArrowheads="1"/>
          </p:cNvSpPr>
          <p:nvPr/>
        </p:nvSpPr>
        <p:spPr bwMode="auto">
          <a:xfrm>
            <a:off x="8602768" y="3946346"/>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30" name="Rectangle 30"/>
          <p:cNvSpPr>
            <a:spLocks noChangeArrowheads="1"/>
          </p:cNvSpPr>
          <p:nvPr/>
        </p:nvSpPr>
        <p:spPr bwMode="auto">
          <a:xfrm>
            <a:off x="8602768" y="4086052"/>
            <a:ext cx="20447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IPO</a:t>
            </a:r>
            <a:endParaRPr lang="en-US" sz="1800" dirty="0">
              <a:latin typeface="腾讯体 W3" panose="020C04030202040F0204" pitchFamily="34" charset="-122"/>
            </a:endParaRPr>
          </a:p>
        </p:txBody>
      </p:sp>
      <p:sp>
        <p:nvSpPr>
          <p:cNvPr id="31" name="Rectangle 31"/>
          <p:cNvSpPr>
            <a:spLocks noChangeArrowheads="1"/>
          </p:cNvSpPr>
          <p:nvPr/>
        </p:nvSpPr>
        <p:spPr bwMode="auto">
          <a:xfrm>
            <a:off x="8602768" y="4295611"/>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32" name="Rectangle 32"/>
          <p:cNvSpPr>
            <a:spLocks noChangeArrowheads="1"/>
          </p:cNvSpPr>
          <p:nvPr/>
        </p:nvSpPr>
        <p:spPr bwMode="auto">
          <a:xfrm>
            <a:off x="8602768" y="4436905"/>
            <a:ext cx="65405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a:solidFill>
                  <a:srgbClr val="FFFFFF"/>
                </a:solidFill>
                <a:latin typeface="腾讯体 W3" panose="020C04030202040F0204" pitchFamily="34" charset="-122"/>
              </a:rPr>
              <a:t>Regulation</a:t>
            </a:r>
            <a:endParaRPr lang="en-US" sz="1800">
              <a:latin typeface="腾讯体 W3" panose="020C04030202040F0204" pitchFamily="34" charset="-122"/>
            </a:endParaRPr>
          </a:p>
        </p:txBody>
      </p:sp>
      <p:sp>
        <p:nvSpPr>
          <p:cNvPr id="33" name="Rectangle 33"/>
          <p:cNvSpPr>
            <a:spLocks noChangeArrowheads="1"/>
          </p:cNvSpPr>
          <p:nvPr/>
        </p:nvSpPr>
        <p:spPr bwMode="auto">
          <a:xfrm>
            <a:off x="8602768" y="4646463"/>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34" name="Rectangle 34"/>
          <p:cNvSpPr>
            <a:spLocks noChangeArrowheads="1"/>
          </p:cNvSpPr>
          <p:nvPr/>
        </p:nvSpPr>
        <p:spPr bwMode="auto">
          <a:xfrm>
            <a:off x="8602769" y="4786170"/>
            <a:ext cx="57658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a:solidFill>
                  <a:srgbClr val="FFFFFF"/>
                </a:solidFill>
                <a:latin typeface="腾讯体 W3" panose="020C04030202040F0204" pitchFamily="34" charset="-122"/>
              </a:rPr>
              <a:t>Valuation</a:t>
            </a:r>
            <a:endParaRPr lang="en-US" sz="1800">
              <a:latin typeface="腾讯体 W3" panose="020C04030202040F0204" pitchFamily="34" charset="-122"/>
            </a:endParaRPr>
          </a:p>
        </p:txBody>
      </p:sp>
      <p:sp>
        <p:nvSpPr>
          <p:cNvPr id="35" name="Rectangle 35"/>
          <p:cNvSpPr>
            <a:spLocks noChangeArrowheads="1"/>
          </p:cNvSpPr>
          <p:nvPr/>
        </p:nvSpPr>
        <p:spPr bwMode="auto">
          <a:xfrm>
            <a:off x="8602768" y="4997315"/>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36" name="Rectangle 36"/>
          <p:cNvSpPr>
            <a:spLocks noChangeArrowheads="1"/>
          </p:cNvSpPr>
          <p:nvPr/>
        </p:nvSpPr>
        <p:spPr bwMode="auto">
          <a:xfrm>
            <a:off x="8602768" y="5137021"/>
            <a:ext cx="65405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Regulation</a:t>
            </a:r>
            <a:endParaRPr lang="en-US" sz="1800" dirty="0">
              <a:latin typeface="腾讯体 W3" panose="020C04030202040F0204" pitchFamily="34" charset="-122"/>
            </a:endParaRPr>
          </a:p>
        </p:txBody>
      </p:sp>
      <p:sp>
        <p:nvSpPr>
          <p:cNvPr id="37" name="Rectangle 37"/>
          <p:cNvSpPr>
            <a:spLocks noChangeArrowheads="1"/>
          </p:cNvSpPr>
          <p:nvPr/>
        </p:nvSpPr>
        <p:spPr bwMode="auto">
          <a:xfrm>
            <a:off x="8602768" y="5346580"/>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38" name="Rectangle 38"/>
          <p:cNvSpPr>
            <a:spLocks noChangeArrowheads="1"/>
          </p:cNvSpPr>
          <p:nvPr/>
        </p:nvSpPr>
        <p:spPr bwMode="auto">
          <a:xfrm>
            <a:off x="8602768" y="5487874"/>
            <a:ext cx="22415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a:solidFill>
                  <a:srgbClr val="FFFFFF"/>
                </a:solidFill>
                <a:latin typeface="腾讯体 W3" panose="020C04030202040F0204" pitchFamily="34" charset="-122"/>
              </a:rPr>
              <a:t>CSR</a:t>
            </a:r>
            <a:endParaRPr lang="en-US" sz="1800">
              <a:latin typeface="腾讯体 W3" panose="020C04030202040F0204" pitchFamily="34" charset="-122"/>
            </a:endParaRPr>
          </a:p>
        </p:txBody>
      </p:sp>
      <p:sp>
        <p:nvSpPr>
          <p:cNvPr id="39" name="Rectangle 39"/>
          <p:cNvSpPr>
            <a:spLocks noChangeArrowheads="1"/>
          </p:cNvSpPr>
          <p:nvPr/>
        </p:nvSpPr>
        <p:spPr bwMode="auto">
          <a:xfrm>
            <a:off x="2351427" y="1772969"/>
            <a:ext cx="1925955" cy="215265"/>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400" b="1" dirty="0">
                <a:solidFill>
                  <a:srgbClr val="FFFFFF"/>
                </a:solidFill>
                <a:latin typeface="腾讯体 W3" panose="020C04030202040F0204" pitchFamily="34" charset="-122"/>
              </a:rPr>
              <a:t>Quality and Evaluation</a:t>
            </a:r>
            <a:endParaRPr lang="en-US" sz="1400" b="1" dirty="0">
              <a:latin typeface="腾讯体 W3" panose="020C04030202040F0204" pitchFamily="34" charset="-122"/>
            </a:endParaRPr>
          </a:p>
        </p:txBody>
      </p:sp>
      <p:sp>
        <p:nvSpPr>
          <p:cNvPr id="40" name="Rectangle 40"/>
          <p:cNvSpPr>
            <a:spLocks noChangeArrowheads="1"/>
          </p:cNvSpPr>
          <p:nvPr/>
        </p:nvSpPr>
        <p:spPr bwMode="auto">
          <a:xfrm>
            <a:off x="2425546" y="2333379"/>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41" name="Rectangle 41"/>
          <p:cNvSpPr>
            <a:spLocks noChangeArrowheads="1"/>
          </p:cNvSpPr>
          <p:nvPr/>
        </p:nvSpPr>
        <p:spPr bwMode="auto">
          <a:xfrm>
            <a:off x="2425546" y="2474672"/>
            <a:ext cx="123444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Relationship Partner</a:t>
            </a:r>
            <a:endParaRPr lang="en-US" sz="1800" dirty="0">
              <a:latin typeface="腾讯体 W3" panose="020C04030202040F0204" pitchFamily="34" charset="-122"/>
            </a:endParaRPr>
          </a:p>
        </p:txBody>
      </p:sp>
      <p:sp>
        <p:nvSpPr>
          <p:cNvPr id="42" name="Rectangle 42"/>
          <p:cNvSpPr>
            <a:spLocks noChangeArrowheads="1"/>
          </p:cNvSpPr>
          <p:nvPr/>
        </p:nvSpPr>
        <p:spPr bwMode="auto">
          <a:xfrm>
            <a:off x="2425546" y="3455789"/>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43" name="Rectangle 43"/>
          <p:cNvSpPr>
            <a:spLocks noChangeArrowheads="1"/>
          </p:cNvSpPr>
          <p:nvPr/>
        </p:nvSpPr>
        <p:spPr bwMode="auto">
          <a:xfrm>
            <a:off x="2425546" y="3595495"/>
            <a:ext cx="94297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Industry Leader</a:t>
            </a:r>
            <a:endParaRPr lang="en-US" sz="1800" dirty="0">
              <a:latin typeface="腾讯体 W3" panose="020C04030202040F0204" pitchFamily="34" charset="-122"/>
            </a:endParaRPr>
          </a:p>
        </p:txBody>
      </p:sp>
      <p:sp>
        <p:nvSpPr>
          <p:cNvPr id="44" name="Rectangle 44"/>
          <p:cNvSpPr>
            <a:spLocks noChangeArrowheads="1"/>
          </p:cNvSpPr>
          <p:nvPr/>
        </p:nvSpPr>
        <p:spPr bwMode="auto">
          <a:xfrm>
            <a:off x="2425546" y="3874906"/>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45" name="Rectangle 45"/>
          <p:cNvSpPr>
            <a:spLocks noChangeArrowheads="1"/>
          </p:cNvSpPr>
          <p:nvPr/>
        </p:nvSpPr>
        <p:spPr bwMode="auto">
          <a:xfrm>
            <a:off x="2425546" y="4016200"/>
            <a:ext cx="137287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Global Industry Leader</a:t>
            </a:r>
            <a:endParaRPr lang="en-US" sz="1800" dirty="0">
              <a:latin typeface="腾讯体 W3" panose="020C04030202040F0204" pitchFamily="34" charset="-122"/>
            </a:endParaRPr>
          </a:p>
        </p:txBody>
      </p:sp>
      <p:sp>
        <p:nvSpPr>
          <p:cNvPr id="46" name="Rectangle 46"/>
          <p:cNvSpPr>
            <a:spLocks noChangeArrowheads="1"/>
          </p:cNvSpPr>
          <p:nvPr/>
        </p:nvSpPr>
        <p:spPr bwMode="auto">
          <a:xfrm>
            <a:off x="2425546" y="5137021"/>
            <a:ext cx="1372235" cy="30734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br>
              <a:rPr lang="en-US" sz="1000" dirty="0">
                <a:solidFill>
                  <a:srgbClr val="FFFFFF"/>
                </a:solidFill>
                <a:latin typeface="腾讯体 W3" panose="020C04030202040F0204" pitchFamily="34" charset="-122"/>
              </a:rPr>
            </a:br>
            <a:r>
              <a:rPr lang="en-US" sz="1000" dirty="0">
                <a:solidFill>
                  <a:srgbClr val="FFFFFF"/>
                </a:solidFill>
                <a:latin typeface="腾讯体 W3" panose="020C04030202040F0204" pitchFamily="34" charset="-122"/>
              </a:rPr>
              <a:t>Quality Review Partner</a:t>
            </a:r>
            <a:endParaRPr lang="en-US" sz="1800" dirty="0">
              <a:latin typeface="腾讯体 W3" panose="020C04030202040F0204" pitchFamily="34" charset="-122"/>
            </a:endParaRPr>
          </a:p>
        </p:txBody>
      </p:sp>
      <p:sp>
        <p:nvSpPr>
          <p:cNvPr id="47" name="Rectangle 47"/>
          <p:cNvSpPr>
            <a:spLocks noChangeArrowheads="1"/>
          </p:cNvSpPr>
          <p:nvPr/>
        </p:nvSpPr>
        <p:spPr bwMode="auto">
          <a:xfrm>
            <a:off x="5319979" y="1770587"/>
            <a:ext cx="1779270" cy="215265"/>
          </a:xfrm>
          <a:prstGeom prst="rect">
            <a:avLst/>
          </a:prstGeom>
          <a:noFill/>
          <a:ln w="9525">
            <a:noFill/>
            <a:miter lim="800000"/>
          </a:ln>
        </p:spPr>
        <p:txBody>
          <a:bodyPr vert="horz" wrap="none" lIns="0" tIns="0" rIns="0" bIns="0" numCol="1" anchor="t" anchorCtr="0" compatLnSpc="1">
            <a:spAutoFit/>
          </a:bodyPr>
          <a:lstStyle/>
          <a:p>
            <a:pPr algn="ctr" defTabSz="1008380" fontAlgn="base">
              <a:spcBef>
                <a:spcPct val="0"/>
              </a:spcBef>
              <a:spcAft>
                <a:spcPct val="0"/>
              </a:spcAft>
            </a:pPr>
            <a:r>
              <a:rPr lang="en-US" sz="1400" b="1" dirty="0">
                <a:solidFill>
                  <a:srgbClr val="FFFFFF"/>
                </a:solidFill>
                <a:latin typeface="腾讯体 W3" panose="020C04030202040F0204" pitchFamily="34" charset="-122"/>
              </a:rPr>
              <a:t>Assurance core team</a:t>
            </a:r>
            <a:endParaRPr lang="en-US" sz="1400" b="1" dirty="0">
              <a:latin typeface="腾讯体 W3" panose="020C04030202040F0204" pitchFamily="34" charset="-122"/>
            </a:endParaRPr>
          </a:p>
        </p:txBody>
      </p:sp>
      <p:sp>
        <p:nvSpPr>
          <p:cNvPr id="48" name="Rectangle 48"/>
          <p:cNvSpPr>
            <a:spLocks noChangeArrowheads="1"/>
          </p:cNvSpPr>
          <p:nvPr/>
        </p:nvSpPr>
        <p:spPr bwMode="auto">
          <a:xfrm>
            <a:off x="5879967" y="5151311"/>
            <a:ext cx="636905" cy="215265"/>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400" b="1" dirty="0">
                <a:solidFill>
                  <a:srgbClr val="FFFFFF"/>
                </a:solidFill>
                <a:latin typeface="腾讯体 W3" panose="020C04030202040F0204" pitchFamily="34" charset="-122"/>
              </a:rPr>
              <a:t>IT Audit</a:t>
            </a:r>
            <a:endParaRPr lang="en-US" sz="1400" b="1" dirty="0">
              <a:latin typeface="腾讯体 W3" panose="020C04030202040F0204" pitchFamily="34" charset="-122"/>
            </a:endParaRPr>
          </a:p>
        </p:txBody>
      </p:sp>
      <p:sp>
        <p:nvSpPr>
          <p:cNvPr id="49" name="Rectangle 49"/>
          <p:cNvSpPr>
            <a:spLocks noChangeArrowheads="1"/>
          </p:cNvSpPr>
          <p:nvPr/>
        </p:nvSpPr>
        <p:spPr bwMode="auto">
          <a:xfrm>
            <a:off x="4866442" y="2077780"/>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50" name="Rectangle 50"/>
          <p:cNvSpPr>
            <a:spLocks noChangeArrowheads="1"/>
          </p:cNvSpPr>
          <p:nvPr/>
        </p:nvSpPr>
        <p:spPr bwMode="auto">
          <a:xfrm>
            <a:off x="4871812" y="2217487"/>
            <a:ext cx="85407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Partner (2012)</a:t>
            </a:r>
            <a:endParaRPr lang="en-US" sz="1800" dirty="0">
              <a:latin typeface="腾讯体 W3" panose="020C04030202040F0204" pitchFamily="34" charset="-122"/>
            </a:endParaRPr>
          </a:p>
        </p:txBody>
      </p:sp>
      <p:sp>
        <p:nvSpPr>
          <p:cNvPr id="51" name="Rectangle 51"/>
          <p:cNvSpPr>
            <a:spLocks noChangeArrowheads="1"/>
          </p:cNvSpPr>
          <p:nvPr/>
        </p:nvSpPr>
        <p:spPr bwMode="auto">
          <a:xfrm>
            <a:off x="4871813" y="2428632"/>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52" name="Rectangle 52"/>
          <p:cNvSpPr>
            <a:spLocks noChangeArrowheads="1"/>
          </p:cNvSpPr>
          <p:nvPr/>
        </p:nvSpPr>
        <p:spPr bwMode="auto">
          <a:xfrm>
            <a:off x="4871812" y="2568338"/>
            <a:ext cx="87185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Director (2013)</a:t>
            </a:r>
            <a:endParaRPr lang="en-US" sz="1800" dirty="0">
              <a:latin typeface="腾讯体 W3" panose="020C04030202040F0204" pitchFamily="34" charset="-122"/>
            </a:endParaRPr>
          </a:p>
        </p:txBody>
      </p:sp>
      <p:sp>
        <p:nvSpPr>
          <p:cNvPr id="53" name="Rectangle 53"/>
          <p:cNvSpPr>
            <a:spLocks noChangeArrowheads="1"/>
          </p:cNvSpPr>
          <p:nvPr/>
        </p:nvSpPr>
        <p:spPr bwMode="auto">
          <a:xfrm>
            <a:off x="4671954" y="5411671"/>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54" name="Rectangle 54"/>
          <p:cNvSpPr>
            <a:spLocks noChangeArrowheads="1"/>
          </p:cNvSpPr>
          <p:nvPr/>
        </p:nvSpPr>
        <p:spPr bwMode="auto">
          <a:xfrm>
            <a:off x="4671954" y="5552964"/>
            <a:ext cx="45085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Partner</a:t>
            </a:r>
            <a:endParaRPr lang="en-US" sz="1800" dirty="0">
              <a:latin typeface="腾讯体 W3" panose="020C04030202040F0204" pitchFamily="34" charset="-122"/>
            </a:endParaRPr>
          </a:p>
        </p:txBody>
      </p:sp>
      <p:sp>
        <p:nvSpPr>
          <p:cNvPr id="55" name="Rectangle 55"/>
          <p:cNvSpPr>
            <a:spLocks noChangeArrowheads="1"/>
          </p:cNvSpPr>
          <p:nvPr/>
        </p:nvSpPr>
        <p:spPr bwMode="auto">
          <a:xfrm>
            <a:off x="4671954" y="5762522"/>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56" name="Rectangle 56"/>
          <p:cNvSpPr>
            <a:spLocks noChangeArrowheads="1"/>
          </p:cNvSpPr>
          <p:nvPr/>
        </p:nvSpPr>
        <p:spPr bwMode="auto">
          <a:xfrm>
            <a:off x="4671953" y="5903817"/>
            <a:ext cx="9486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Senior manager</a:t>
            </a:r>
            <a:endParaRPr lang="en-US" sz="1800" dirty="0">
              <a:latin typeface="腾讯体 W3" panose="020C04030202040F0204" pitchFamily="34" charset="-122"/>
            </a:endParaRPr>
          </a:p>
        </p:txBody>
      </p:sp>
      <p:sp>
        <p:nvSpPr>
          <p:cNvPr id="57" name="Rectangle 57"/>
          <p:cNvSpPr>
            <a:spLocks noChangeArrowheads="1"/>
          </p:cNvSpPr>
          <p:nvPr/>
        </p:nvSpPr>
        <p:spPr bwMode="auto">
          <a:xfrm>
            <a:off x="6436544" y="2077780"/>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58" name="Rectangle 58"/>
          <p:cNvSpPr>
            <a:spLocks noChangeArrowheads="1"/>
          </p:cNvSpPr>
          <p:nvPr/>
        </p:nvSpPr>
        <p:spPr bwMode="auto">
          <a:xfrm>
            <a:off x="6458139" y="2217487"/>
            <a:ext cx="85407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Partner (2012)</a:t>
            </a:r>
            <a:endParaRPr lang="en-US" sz="1800" dirty="0">
              <a:latin typeface="腾讯体 W3" panose="020C04030202040F0204" pitchFamily="34" charset="-122"/>
            </a:endParaRPr>
          </a:p>
        </p:txBody>
      </p:sp>
      <p:sp>
        <p:nvSpPr>
          <p:cNvPr id="59" name="Rectangle 59"/>
          <p:cNvSpPr>
            <a:spLocks noChangeArrowheads="1"/>
          </p:cNvSpPr>
          <p:nvPr/>
        </p:nvSpPr>
        <p:spPr bwMode="auto">
          <a:xfrm>
            <a:off x="6444483" y="2428632"/>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60" name="Rectangle 60"/>
          <p:cNvSpPr>
            <a:spLocks noChangeArrowheads="1"/>
          </p:cNvSpPr>
          <p:nvPr/>
        </p:nvSpPr>
        <p:spPr bwMode="auto">
          <a:xfrm>
            <a:off x="6456055" y="2568338"/>
            <a:ext cx="87185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Director (2013)</a:t>
            </a:r>
            <a:endParaRPr lang="en-US" sz="1800" dirty="0">
              <a:latin typeface="腾讯体 W3" panose="020C04030202040F0204" pitchFamily="34" charset="-122"/>
            </a:endParaRPr>
          </a:p>
        </p:txBody>
      </p:sp>
      <p:sp>
        <p:nvSpPr>
          <p:cNvPr id="61" name="Rectangle 61"/>
          <p:cNvSpPr>
            <a:spLocks noChangeArrowheads="1"/>
          </p:cNvSpPr>
          <p:nvPr/>
        </p:nvSpPr>
        <p:spPr bwMode="auto">
          <a:xfrm>
            <a:off x="6451615" y="5411671"/>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62" name="Rectangle 62"/>
          <p:cNvSpPr>
            <a:spLocks noChangeArrowheads="1"/>
          </p:cNvSpPr>
          <p:nvPr/>
        </p:nvSpPr>
        <p:spPr bwMode="auto">
          <a:xfrm>
            <a:off x="6451615" y="5552964"/>
            <a:ext cx="45085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Partner</a:t>
            </a:r>
            <a:endParaRPr lang="en-US" sz="1800" dirty="0">
              <a:latin typeface="腾讯体 W3" panose="020C04030202040F0204" pitchFamily="34" charset="-122"/>
            </a:endParaRPr>
          </a:p>
        </p:txBody>
      </p:sp>
      <p:sp>
        <p:nvSpPr>
          <p:cNvPr id="63" name="Rectangle 63"/>
          <p:cNvSpPr>
            <a:spLocks noChangeArrowheads="1"/>
          </p:cNvSpPr>
          <p:nvPr/>
        </p:nvSpPr>
        <p:spPr bwMode="auto">
          <a:xfrm>
            <a:off x="6451615" y="5762522"/>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64" name="Rectangle 64"/>
          <p:cNvSpPr>
            <a:spLocks noChangeArrowheads="1"/>
          </p:cNvSpPr>
          <p:nvPr/>
        </p:nvSpPr>
        <p:spPr bwMode="auto">
          <a:xfrm>
            <a:off x="6451615" y="5903817"/>
            <a:ext cx="5422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Manager</a:t>
            </a:r>
            <a:endParaRPr lang="en-US" sz="1800" dirty="0">
              <a:latin typeface="腾讯体 W3" panose="020C04030202040F0204" pitchFamily="34" charset="-122"/>
            </a:endParaRPr>
          </a:p>
        </p:txBody>
      </p:sp>
      <p:sp>
        <p:nvSpPr>
          <p:cNvPr id="65" name="Rectangle 65"/>
          <p:cNvSpPr>
            <a:spLocks noChangeArrowheads="1"/>
          </p:cNvSpPr>
          <p:nvPr/>
        </p:nvSpPr>
        <p:spPr bwMode="auto">
          <a:xfrm>
            <a:off x="5843578" y="2781072"/>
            <a:ext cx="81089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Jan </a:t>
            </a:r>
            <a:r>
              <a:rPr lang="en-US" sz="1000" b="1" dirty="0" err="1">
                <a:solidFill>
                  <a:srgbClr val="FFFFFF"/>
                </a:solidFill>
                <a:latin typeface="腾讯体 W3" panose="020C04030202040F0204" pitchFamily="34" charset="-122"/>
              </a:rPr>
              <a:t>Backhuijs</a:t>
            </a:r>
            <a:endParaRPr lang="en-US" sz="1800" b="1" dirty="0">
              <a:latin typeface="腾讯体 W3" panose="020C04030202040F0204" pitchFamily="34" charset="-122"/>
            </a:endParaRPr>
          </a:p>
        </p:txBody>
      </p:sp>
      <p:sp>
        <p:nvSpPr>
          <p:cNvPr id="66" name="Rectangle 66"/>
          <p:cNvSpPr>
            <a:spLocks noChangeArrowheads="1"/>
          </p:cNvSpPr>
          <p:nvPr/>
        </p:nvSpPr>
        <p:spPr bwMode="auto">
          <a:xfrm>
            <a:off x="5353019" y="2920778"/>
            <a:ext cx="184023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a:solidFill>
                  <a:srgbClr val="FFFFFF"/>
                </a:solidFill>
                <a:latin typeface="腾讯体 W3" panose="020C04030202040F0204" pitchFamily="34" charset="-122"/>
              </a:rPr>
              <a:t>Director Technical Office (2013)</a:t>
            </a:r>
            <a:endParaRPr lang="en-US" sz="1800">
              <a:latin typeface="腾讯体 W3" panose="020C04030202040F0204" pitchFamily="34" charset="-122"/>
            </a:endParaRPr>
          </a:p>
        </p:txBody>
      </p:sp>
      <p:sp>
        <p:nvSpPr>
          <p:cNvPr id="67" name="Rectangle 67"/>
          <p:cNvSpPr>
            <a:spLocks noChangeArrowheads="1"/>
          </p:cNvSpPr>
          <p:nvPr/>
        </p:nvSpPr>
        <p:spPr bwMode="auto">
          <a:xfrm>
            <a:off x="4627501" y="3528817"/>
            <a:ext cx="1045845" cy="215265"/>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400" b="1" dirty="0">
                <a:solidFill>
                  <a:srgbClr val="FFFFFF"/>
                </a:solidFill>
                <a:latin typeface="腾讯体 W3" panose="020C04030202040F0204" pitchFamily="34" charset="-122"/>
              </a:rPr>
              <a:t>Netherlands</a:t>
            </a:r>
            <a:endParaRPr lang="en-US" sz="1400" b="1" dirty="0">
              <a:latin typeface="腾讯体 W3" panose="020C04030202040F0204" pitchFamily="34" charset="-122"/>
            </a:endParaRPr>
          </a:p>
        </p:txBody>
      </p:sp>
      <p:sp>
        <p:nvSpPr>
          <p:cNvPr id="68" name="Rectangle 68"/>
          <p:cNvSpPr>
            <a:spLocks noChangeArrowheads="1"/>
          </p:cNvSpPr>
          <p:nvPr/>
        </p:nvSpPr>
        <p:spPr bwMode="auto">
          <a:xfrm>
            <a:off x="4627502" y="3738375"/>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69" name="Rectangle 69"/>
          <p:cNvSpPr>
            <a:spLocks noChangeArrowheads="1"/>
          </p:cNvSpPr>
          <p:nvPr/>
        </p:nvSpPr>
        <p:spPr bwMode="auto">
          <a:xfrm>
            <a:off x="4627501" y="3878082"/>
            <a:ext cx="95250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Senior Manager</a:t>
            </a:r>
            <a:endParaRPr lang="en-US" sz="1800" dirty="0">
              <a:latin typeface="腾讯体 W3" panose="020C04030202040F0204" pitchFamily="34" charset="-122"/>
            </a:endParaRPr>
          </a:p>
        </p:txBody>
      </p:sp>
      <p:sp>
        <p:nvSpPr>
          <p:cNvPr id="70" name="Rectangle 70"/>
          <p:cNvSpPr>
            <a:spLocks noChangeArrowheads="1"/>
          </p:cNvSpPr>
          <p:nvPr/>
        </p:nvSpPr>
        <p:spPr bwMode="auto">
          <a:xfrm>
            <a:off x="4627502" y="4089227"/>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71" name="Rectangle 71"/>
          <p:cNvSpPr>
            <a:spLocks noChangeArrowheads="1"/>
          </p:cNvSpPr>
          <p:nvPr/>
        </p:nvSpPr>
        <p:spPr bwMode="auto">
          <a:xfrm>
            <a:off x="4627502" y="4228933"/>
            <a:ext cx="5422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Manager</a:t>
            </a:r>
            <a:endParaRPr lang="en-US" sz="1800" dirty="0">
              <a:latin typeface="腾讯体 W3" panose="020C04030202040F0204" pitchFamily="34" charset="-122"/>
            </a:endParaRPr>
          </a:p>
        </p:txBody>
      </p:sp>
      <p:sp>
        <p:nvSpPr>
          <p:cNvPr id="72" name="Rectangle 72"/>
          <p:cNvSpPr>
            <a:spLocks noChangeArrowheads="1"/>
          </p:cNvSpPr>
          <p:nvPr/>
        </p:nvSpPr>
        <p:spPr bwMode="auto">
          <a:xfrm>
            <a:off x="4627502" y="4440080"/>
            <a:ext cx="34925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Name</a:t>
            </a:r>
            <a:endParaRPr lang="en-US" sz="1800" dirty="0">
              <a:latin typeface="腾讯体 W3" panose="020C04030202040F0204" pitchFamily="34" charset="-122"/>
            </a:endParaRPr>
          </a:p>
        </p:txBody>
      </p:sp>
      <p:sp>
        <p:nvSpPr>
          <p:cNvPr id="73" name="Rectangle 73"/>
          <p:cNvSpPr>
            <a:spLocks noChangeArrowheads="1"/>
          </p:cNvSpPr>
          <p:nvPr/>
        </p:nvSpPr>
        <p:spPr bwMode="auto">
          <a:xfrm>
            <a:off x="4627501" y="4579786"/>
            <a:ext cx="113855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Assistant Manager</a:t>
            </a:r>
            <a:endParaRPr lang="en-US" sz="1800" dirty="0">
              <a:latin typeface="腾讯体 W3" panose="020C04030202040F0204" pitchFamily="34" charset="-122"/>
            </a:endParaRPr>
          </a:p>
        </p:txBody>
      </p:sp>
      <p:sp>
        <p:nvSpPr>
          <p:cNvPr id="74" name="Rectangle 74"/>
          <p:cNvSpPr>
            <a:spLocks noChangeArrowheads="1"/>
          </p:cNvSpPr>
          <p:nvPr/>
        </p:nvSpPr>
        <p:spPr bwMode="auto">
          <a:xfrm>
            <a:off x="6407164" y="3528816"/>
            <a:ext cx="572135" cy="18415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200" b="1" dirty="0">
                <a:solidFill>
                  <a:srgbClr val="FFFFFF"/>
                </a:solidFill>
                <a:latin typeface="腾讯体 W3" panose="020C04030202040F0204" pitchFamily="34" charset="-122"/>
              </a:rPr>
              <a:t>Country</a:t>
            </a:r>
            <a:endParaRPr lang="en-US" sz="1200" b="1" dirty="0">
              <a:latin typeface="腾讯体 W3" panose="020C04030202040F0204" pitchFamily="34" charset="-122"/>
            </a:endParaRPr>
          </a:p>
        </p:txBody>
      </p:sp>
      <p:sp>
        <p:nvSpPr>
          <p:cNvPr id="75" name="Rectangle 75"/>
          <p:cNvSpPr>
            <a:spLocks noChangeArrowheads="1"/>
          </p:cNvSpPr>
          <p:nvPr/>
        </p:nvSpPr>
        <p:spPr bwMode="auto">
          <a:xfrm>
            <a:off x="6407164" y="3738375"/>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76" name="Rectangle 76"/>
          <p:cNvSpPr>
            <a:spLocks noChangeArrowheads="1"/>
          </p:cNvSpPr>
          <p:nvPr/>
        </p:nvSpPr>
        <p:spPr bwMode="auto">
          <a:xfrm>
            <a:off x="6407163" y="3878082"/>
            <a:ext cx="95250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Senior Manager</a:t>
            </a:r>
            <a:endParaRPr lang="en-US" sz="1800" dirty="0">
              <a:latin typeface="腾讯体 W3" panose="020C04030202040F0204" pitchFamily="34" charset="-122"/>
            </a:endParaRPr>
          </a:p>
        </p:txBody>
      </p:sp>
      <p:sp>
        <p:nvSpPr>
          <p:cNvPr id="77" name="Rectangle 77"/>
          <p:cNvSpPr>
            <a:spLocks noChangeArrowheads="1"/>
          </p:cNvSpPr>
          <p:nvPr/>
        </p:nvSpPr>
        <p:spPr bwMode="auto">
          <a:xfrm>
            <a:off x="6407164" y="4089227"/>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78" name="Rectangle 78"/>
          <p:cNvSpPr>
            <a:spLocks noChangeArrowheads="1"/>
          </p:cNvSpPr>
          <p:nvPr/>
        </p:nvSpPr>
        <p:spPr bwMode="auto">
          <a:xfrm>
            <a:off x="6407164" y="4228933"/>
            <a:ext cx="5422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Manager</a:t>
            </a:r>
            <a:endParaRPr lang="en-US" sz="1800" dirty="0">
              <a:latin typeface="腾讯体 W3" panose="020C04030202040F0204" pitchFamily="34" charset="-122"/>
            </a:endParaRPr>
          </a:p>
        </p:txBody>
      </p:sp>
      <p:sp>
        <p:nvSpPr>
          <p:cNvPr id="79" name="Rectangle 79"/>
          <p:cNvSpPr>
            <a:spLocks noChangeArrowheads="1"/>
          </p:cNvSpPr>
          <p:nvPr/>
        </p:nvSpPr>
        <p:spPr bwMode="auto">
          <a:xfrm>
            <a:off x="6407164" y="4440080"/>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80" name="Rectangle 80"/>
          <p:cNvSpPr>
            <a:spLocks noChangeArrowheads="1"/>
          </p:cNvSpPr>
          <p:nvPr/>
        </p:nvSpPr>
        <p:spPr bwMode="auto">
          <a:xfrm>
            <a:off x="6407163" y="4579786"/>
            <a:ext cx="106743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Senior Consultant</a:t>
            </a:r>
            <a:endParaRPr lang="en-US" sz="1800" dirty="0">
              <a:latin typeface="腾讯体 W3" panose="020C04030202040F0204" pitchFamily="34"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Other shapes</a:t>
            </a:r>
            <a:br>
              <a:rPr lang="en-GB" dirty="0" smtClean="0"/>
            </a:br>
            <a:r>
              <a:rPr lang="en-GB" b="0" i="0" dirty="0" smtClean="0"/>
              <a:t>Jigsaw puzzle pieces</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3" name="Group 486"/>
          <p:cNvGrpSpPr/>
          <p:nvPr/>
        </p:nvGrpSpPr>
        <p:grpSpPr>
          <a:xfrm>
            <a:off x="3026271" y="1730996"/>
            <a:ext cx="6062018" cy="4545793"/>
            <a:chOff x="1962324" y="1908423"/>
            <a:chExt cx="6683375" cy="5011737"/>
          </a:xfrm>
        </p:grpSpPr>
        <p:sp>
          <p:nvSpPr>
            <p:cNvPr id="87" name="AutoShape 5"/>
            <p:cNvSpPr>
              <a:spLocks noChangeAspect="1" noChangeArrowheads="1" noTextEdit="1"/>
            </p:cNvSpPr>
            <p:nvPr/>
          </p:nvSpPr>
          <p:spPr bwMode="auto">
            <a:xfrm>
              <a:off x="1962324" y="1908423"/>
              <a:ext cx="6683375" cy="5011737"/>
            </a:xfrm>
            <a:prstGeom prst="rect">
              <a:avLst/>
            </a:prstGeom>
            <a:noFill/>
            <a:ln w="9525">
              <a:noFill/>
              <a:miter lim="800000"/>
            </a:ln>
          </p:spPr>
          <p:txBody>
            <a:bodyPr/>
            <a:lstStyle/>
            <a:p>
              <a:endParaRPr lang="en-GB" sz="1815"/>
            </a:p>
          </p:txBody>
        </p:sp>
        <p:sp>
          <p:nvSpPr>
            <p:cNvPr id="88" name="Freeform 6"/>
            <p:cNvSpPr/>
            <p:nvPr/>
          </p:nvSpPr>
          <p:spPr bwMode="auto">
            <a:xfrm>
              <a:off x="7643322" y="1908423"/>
              <a:ext cx="1292" cy="1292"/>
            </a:xfrm>
            <a:custGeom>
              <a:avLst/>
              <a:gdLst>
                <a:gd name="T0" fmla="*/ 0 w 1"/>
                <a:gd name="T1" fmla="*/ 0 h 1"/>
                <a:gd name="T2" fmla="*/ 0 w 1"/>
                <a:gd name="T3" fmla="*/ 0 h 1"/>
                <a:gd name="T4" fmla="*/ 0 w 1"/>
                <a:gd name="T5" fmla="*/ 0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0"/>
                  </a:moveTo>
                  <a:cubicBezTo>
                    <a:pt x="0" y="0"/>
                    <a:pt x="0" y="0"/>
                    <a:pt x="0" y="0"/>
                  </a:cubicBezTo>
                  <a:cubicBezTo>
                    <a:pt x="0" y="0"/>
                    <a:pt x="0" y="0"/>
                    <a:pt x="0" y="0"/>
                  </a:cubicBezTo>
                  <a:close/>
                </a:path>
              </a:pathLst>
            </a:custGeom>
            <a:solidFill>
              <a:srgbClr val="FFFFFF"/>
            </a:solidFill>
            <a:ln w="9525">
              <a:noFill/>
              <a:round/>
            </a:ln>
          </p:spPr>
          <p:txBody>
            <a:bodyPr/>
            <a:lstStyle/>
            <a:p>
              <a:endParaRPr lang="en-GB" sz="1815"/>
            </a:p>
          </p:txBody>
        </p:sp>
        <p:sp>
          <p:nvSpPr>
            <p:cNvPr id="89" name="Freeform 7"/>
            <p:cNvSpPr/>
            <p:nvPr/>
          </p:nvSpPr>
          <p:spPr bwMode="auto">
            <a:xfrm>
              <a:off x="6974209" y="1908423"/>
              <a:ext cx="1292" cy="1292"/>
            </a:xfrm>
            <a:custGeom>
              <a:avLst/>
              <a:gdLst>
                <a:gd name="T0" fmla="*/ 0 w 1"/>
                <a:gd name="T1" fmla="*/ 0 h 1"/>
                <a:gd name="T2" fmla="*/ 0 w 1"/>
                <a:gd name="T3" fmla="*/ 0 h 1"/>
                <a:gd name="T4" fmla="*/ 0 w 1"/>
                <a:gd name="T5" fmla="*/ 0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0"/>
                  </a:moveTo>
                  <a:cubicBezTo>
                    <a:pt x="0" y="0"/>
                    <a:pt x="0" y="0"/>
                    <a:pt x="0" y="0"/>
                  </a:cubicBezTo>
                  <a:cubicBezTo>
                    <a:pt x="0" y="0"/>
                    <a:pt x="0" y="0"/>
                    <a:pt x="0" y="0"/>
                  </a:cubicBezTo>
                  <a:close/>
                </a:path>
              </a:pathLst>
            </a:custGeom>
            <a:solidFill>
              <a:srgbClr val="FFFFFF"/>
            </a:solidFill>
            <a:ln w="9525">
              <a:noFill/>
              <a:round/>
            </a:ln>
          </p:spPr>
          <p:txBody>
            <a:bodyPr/>
            <a:lstStyle/>
            <a:p>
              <a:endParaRPr lang="en-GB" sz="1815"/>
            </a:p>
          </p:txBody>
        </p:sp>
        <p:sp>
          <p:nvSpPr>
            <p:cNvPr id="90" name="Freeform 8"/>
            <p:cNvSpPr/>
            <p:nvPr/>
          </p:nvSpPr>
          <p:spPr bwMode="auto">
            <a:xfrm>
              <a:off x="6306389" y="1908423"/>
              <a:ext cx="1292" cy="1292"/>
            </a:xfrm>
            <a:custGeom>
              <a:avLst/>
              <a:gdLst>
                <a:gd name="T0" fmla="*/ 0 w 1"/>
                <a:gd name="T1" fmla="*/ 0 h 1"/>
                <a:gd name="T2" fmla="*/ 0 w 1"/>
                <a:gd name="T3" fmla="*/ 0 h 1"/>
                <a:gd name="T4" fmla="*/ 0 w 1"/>
                <a:gd name="T5" fmla="*/ 0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0"/>
                  </a:moveTo>
                  <a:cubicBezTo>
                    <a:pt x="0" y="0"/>
                    <a:pt x="0" y="0"/>
                    <a:pt x="0" y="0"/>
                  </a:cubicBezTo>
                  <a:cubicBezTo>
                    <a:pt x="0" y="0"/>
                    <a:pt x="0" y="0"/>
                    <a:pt x="0" y="0"/>
                  </a:cubicBezTo>
                  <a:close/>
                </a:path>
              </a:pathLst>
            </a:custGeom>
            <a:solidFill>
              <a:srgbClr val="FFFFFF"/>
            </a:solidFill>
            <a:ln w="9525">
              <a:noFill/>
              <a:round/>
            </a:ln>
          </p:spPr>
          <p:txBody>
            <a:bodyPr/>
            <a:lstStyle/>
            <a:p>
              <a:endParaRPr lang="en-GB" sz="1815"/>
            </a:p>
          </p:txBody>
        </p:sp>
        <p:sp>
          <p:nvSpPr>
            <p:cNvPr id="91" name="Freeform 9"/>
            <p:cNvSpPr/>
            <p:nvPr/>
          </p:nvSpPr>
          <p:spPr bwMode="auto">
            <a:xfrm>
              <a:off x="5617900" y="2576224"/>
              <a:ext cx="375891" cy="337130"/>
            </a:xfrm>
            <a:custGeom>
              <a:avLst/>
              <a:gdLst>
                <a:gd name="T0" fmla="*/ 52 w 162"/>
                <a:gd name="T1" fmla="*/ 268 h 145"/>
                <a:gd name="T2" fmla="*/ 262 w 162"/>
                <a:gd name="T3" fmla="*/ 479 h 145"/>
                <a:gd name="T4" fmla="*/ 52 w 162"/>
                <a:gd name="T5" fmla="*/ 635 h 145"/>
                <a:gd name="T6" fmla="*/ 52 w 162"/>
                <a:gd name="T7" fmla="*/ 846 h 145"/>
                <a:gd name="T8" fmla="*/ 365 w 162"/>
                <a:gd name="T9" fmla="*/ 839 h 145"/>
                <a:gd name="T10" fmla="*/ 471 w 162"/>
                <a:gd name="T11" fmla="*/ 684 h 145"/>
                <a:gd name="T12" fmla="*/ 625 w 162"/>
                <a:gd name="T13" fmla="*/ 839 h 145"/>
                <a:gd name="T14" fmla="*/ 887 w 162"/>
                <a:gd name="T15" fmla="*/ 839 h 145"/>
                <a:gd name="T16" fmla="*/ 939 w 162"/>
                <a:gd name="T17" fmla="*/ 628 h 145"/>
                <a:gd name="T18" fmla="*/ 729 w 162"/>
                <a:gd name="T19" fmla="*/ 473 h 145"/>
                <a:gd name="T20" fmla="*/ 887 w 162"/>
                <a:gd name="T21" fmla="*/ 315 h 145"/>
                <a:gd name="T22" fmla="*/ 887 w 162"/>
                <a:gd name="T23" fmla="*/ 0 h 145"/>
                <a:gd name="T24" fmla="*/ 625 w 162"/>
                <a:gd name="T25" fmla="*/ 0 h 145"/>
                <a:gd name="T26" fmla="*/ 471 w 162"/>
                <a:gd name="T27" fmla="*/ 158 h 145"/>
                <a:gd name="T28" fmla="*/ 365 w 162"/>
                <a:gd name="T29" fmla="*/ 0 h 145"/>
                <a:gd name="T30" fmla="*/ 52 w 162"/>
                <a:gd name="T31" fmla="*/ 7 h 145"/>
                <a:gd name="T32" fmla="*/ 52 w 162"/>
                <a:gd name="T33" fmla="*/ 268 h 1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62"/>
                <a:gd name="T52" fmla="*/ 0 h 145"/>
                <a:gd name="T53" fmla="*/ 162 w 162"/>
                <a:gd name="T54" fmla="*/ 145 h 14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62" h="145">
                  <a:moveTo>
                    <a:pt x="9" y="46"/>
                  </a:moveTo>
                  <a:cubicBezTo>
                    <a:pt x="0" y="73"/>
                    <a:pt x="45" y="28"/>
                    <a:pt x="45" y="82"/>
                  </a:cubicBezTo>
                  <a:cubicBezTo>
                    <a:pt x="45" y="118"/>
                    <a:pt x="9" y="82"/>
                    <a:pt x="9" y="109"/>
                  </a:cubicBezTo>
                  <a:cubicBezTo>
                    <a:pt x="9" y="118"/>
                    <a:pt x="9" y="145"/>
                    <a:pt x="9" y="145"/>
                  </a:cubicBezTo>
                  <a:cubicBezTo>
                    <a:pt x="9" y="145"/>
                    <a:pt x="54" y="144"/>
                    <a:pt x="63" y="144"/>
                  </a:cubicBezTo>
                  <a:cubicBezTo>
                    <a:pt x="72" y="144"/>
                    <a:pt x="36" y="117"/>
                    <a:pt x="81" y="117"/>
                  </a:cubicBezTo>
                  <a:cubicBezTo>
                    <a:pt x="117" y="117"/>
                    <a:pt x="81" y="144"/>
                    <a:pt x="108" y="144"/>
                  </a:cubicBezTo>
                  <a:cubicBezTo>
                    <a:pt x="135" y="144"/>
                    <a:pt x="153" y="144"/>
                    <a:pt x="153" y="144"/>
                  </a:cubicBezTo>
                  <a:cubicBezTo>
                    <a:pt x="153" y="144"/>
                    <a:pt x="162" y="126"/>
                    <a:pt x="162" y="108"/>
                  </a:cubicBezTo>
                  <a:cubicBezTo>
                    <a:pt x="162" y="90"/>
                    <a:pt x="135" y="126"/>
                    <a:pt x="126" y="81"/>
                  </a:cubicBezTo>
                  <a:cubicBezTo>
                    <a:pt x="117" y="36"/>
                    <a:pt x="153" y="72"/>
                    <a:pt x="153" y="54"/>
                  </a:cubicBezTo>
                  <a:cubicBezTo>
                    <a:pt x="153" y="36"/>
                    <a:pt x="144" y="27"/>
                    <a:pt x="153" y="0"/>
                  </a:cubicBezTo>
                  <a:cubicBezTo>
                    <a:pt x="153" y="0"/>
                    <a:pt x="135" y="0"/>
                    <a:pt x="108" y="0"/>
                  </a:cubicBezTo>
                  <a:cubicBezTo>
                    <a:pt x="81" y="0"/>
                    <a:pt x="117" y="27"/>
                    <a:pt x="81" y="27"/>
                  </a:cubicBezTo>
                  <a:cubicBezTo>
                    <a:pt x="45" y="27"/>
                    <a:pt x="72" y="0"/>
                    <a:pt x="63" y="0"/>
                  </a:cubicBezTo>
                  <a:cubicBezTo>
                    <a:pt x="54" y="0"/>
                    <a:pt x="9" y="1"/>
                    <a:pt x="9" y="1"/>
                  </a:cubicBezTo>
                  <a:cubicBezTo>
                    <a:pt x="9" y="1"/>
                    <a:pt x="18" y="19"/>
                    <a:pt x="9" y="46"/>
                  </a:cubicBezTo>
                  <a:close/>
                </a:path>
              </a:pathLst>
            </a:custGeom>
            <a:solidFill>
              <a:srgbClr val="FFFFFF"/>
            </a:solidFill>
            <a:ln w="9525">
              <a:noFill/>
              <a:round/>
            </a:ln>
          </p:spPr>
          <p:txBody>
            <a:bodyPr/>
            <a:lstStyle/>
            <a:p>
              <a:endParaRPr lang="en-GB" sz="1815"/>
            </a:p>
          </p:txBody>
        </p:sp>
        <p:sp>
          <p:nvSpPr>
            <p:cNvPr id="92" name="Freeform 10"/>
            <p:cNvSpPr/>
            <p:nvPr/>
          </p:nvSpPr>
          <p:spPr bwMode="auto">
            <a:xfrm>
              <a:off x="4969455" y="2493556"/>
              <a:ext cx="418518" cy="501174"/>
            </a:xfrm>
            <a:custGeom>
              <a:avLst/>
              <a:gdLst>
                <a:gd name="T0" fmla="*/ 158 w 180"/>
                <a:gd name="T1" fmla="*/ 575 h 216"/>
                <a:gd name="T2" fmla="*/ 0 w 180"/>
                <a:gd name="T3" fmla="*/ 677 h 216"/>
                <a:gd name="T4" fmla="*/ 0 w 180"/>
                <a:gd name="T5" fmla="*/ 1042 h 216"/>
                <a:gd name="T6" fmla="*/ 263 w 180"/>
                <a:gd name="T7" fmla="*/ 1042 h 216"/>
                <a:gd name="T8" fmla="*/ 421 w 180"/>
                <a:gd name="T9" fmla="*/ 1252 h 216"/>
                <a:gd name="T10" fmla="*/ 576 w 180"/>
                <a:gd name="T11" fmla="*/ 1042 h 216"/>
                <a:gd name="T12" fmla="*/ 839 w 180"/>
                <a:gd name="T13" fmla="*/ 1049 h 216"/>
                <a:gd name="T14" fmla="*/ 839 w 180"/>
                <a:gd name="T15" fmla="*/ 736 h 216"/>
                <a:gd name="T16" fmla="*/ 1049 w 180"/>
                <a:gd name="T17" fmla="*/ 580 h 216"/>
                <a:gd name="T18" fmla="*/ 839 w 180"/>
                <a:gd name="T19" fmla="*/ 474 h 216"/>
                <a:gd name="T20" fmla="*/ 839 w 180"/>
                <a:gd name="T21" fmla="*/ 214 h 216"/>
                <a:gd name="T22" fmla="*/ 482 w 180"/>
                <a:gd name="T23" fmla="*/ 210 h 216"/>
                <a:gd name="T24" fmla="*/ 430 w 180"/>
                <a:gd name="T25" fmla="*/ 0 h 216"/>
                <a:gd name="T26" fmla="*/ 275 w 180"/>
                <a:gd name="T27" fmla="*/ 210 h 216"/>
                <a:gd name="T28" fmla="*/ 0 w 180"/>
                <a:gd name="T29" fmla="*/ 210 h 216"/>
                <a:gd name="T30" fmla="*/ 0 w 180"/>
                <a:gd name="T31" fmla="*/ 471 h 216"/>
                <a:gd name="T32" fmla="*/ 158 w 180"/>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27" y="99"/>
                  </a:moveTo>
                  <a:cubicBezTo>
                    <a:pt x="27" y="135"/>
                    <a:pt x="0" y="108"/>
                    <a:pt x="0" y="117"/>
                  </a:cubicBezTo>
                  <a:cubicBezTo>
                    <a:pt x="0" y="126"/>
                    <a:pt x="0" y="180"/>
                    <a:pt x="0" y="180"/>
                  </a:cubicBezTo>
                  <a:cubicBezTo>
                    <a:pt x="0" y="180"/>
                    <a:pt x="18" y="180"/>
                    <a:pt x="45" y="180"/>
                  </a:cubicBezTo>
                  <a:cubicBezTo>
                    <a:pt x="72" y="180"/>
                    <a:pt x="27" y="216"/>
                    <a:pt x="72" y="216"/>
                  </a:cubicBezTo>
                  <a:cubicBezTo>
                    <a:pt x="126" y="216"/>
                    <a:pt x="90" y="180"/>
                    <a:pt x="99" y="180"/>
                  </a:cubicBezTo>
                  <a:cubicBezTo>
                    <a:pt x="108" y="180"/>
                    <a:pt x="144" y="181"/>
                    <a:pt x="144" y="181"/>
                  </a:cubicBezTo>
                  <a:cubicBezTo>
                    <a:pt x="144" y="181"/>
                    <a:pt x="144" y="154"/>
                    <a:pt x="144" y="127"/>
                  </a:cubicBezTo>
                  <a:cubicBezTo>
                    <a:pt x="144" y="100"/>
                    <a:pt x="180" y="145"/>
                    <a:pt x="180" y="100"/>
                  </a:cubicBezTo>
                  <a:cubicBezTo>
                    <a:pt x="180" y="55"/>
                    <a:pt x="144" y="91"/>
                    <a:pt x="144" y="82"/>
                  </a:cubicBezTo>
                  <a:cubicBezTo>
                    <a:pt x="144" y="73"/>
                    <a:pt x="144" y="37"/>
                    <a:pt x="144" y="37"/>
                  </a:cubicBezTo>
                  <a:cubicBezTo>
                    <a:pt x="144" y="37"/>
                    <a:pt x="119" y="36"/>
                    <a:pt x="83" y="36"/>
                  </a:cubicBezTo>
                  <a:cubicBezTo>
                    <a:pt x="74" y="36"/>
                    <a:pt x="110" y="0"/>
                    <a:pt x="74" y="0"/>
                  </a:cubicBezTo>
                  <a:cubicBezTo>
                    <a:pt x="29" y="0"/>
                    <a:pt x="56" y="36"/>
                    <a:pt x="47" y="36"/>
                  </a:cubicBezTo>
                  <a:cubicBezTo>
                    <a:pt x="38" y="36"/>
                    <a:pt x="0" y="36"/>
                    <a:pt x="0" y="36"/>
                  </a:cubicBezTo>
                  <a:cubicBezTo>
                    <a:pt x="0" y="36"/>
                    <a:pt x="0" y="63"/>
                    <a:pt x="0" y="81"/>
                  </a:cubicBezTo>
                  <a:cubicBezTo>
                    <a:pt x="0" y="99"/>
                    <a:pt x="27" y="63"/>
                    <a:pt x="27" y="99"/>
                  </a:cubicBezTo>
                  <a:close/>
                </a:path>
              </a:pathLst>
            </a:custGeom>
            <a:solidFill>
              <a:srgbClr val="FFFFFF"/>
            </a:solidFill>
            <a:ln w="9525">
              <a:noFill/>
              <a:round/>
            </a:ln>
          </p:spPr>
          <p:txBody>
            <a:bodyPr/>
            <a:lstStyle/>
            <a:p>
              <a:endParaRPr lang="en-GB" sz="1815"/>
            </a:p>
          </p:txBody>
        </p:sp>
        <p:sp>
          <p:nvSpPr>
            <p:cNvPr id="93" name="Freeform 11"/>
            <p:cNvSpPr/>
            <p:nvPr/>
          </p:nvSpPr>
          <p:spPr bwMode="auto">
            <a:xfrm>
              <a:off x="6974209" y="2514223"/>
              <a:ext cx="418518" cy="480507"/>
            </a:xfrm>
            <a:custGeom>
              <a:avLst/>
              <a:gdLst>
                <a:gd name="T0" fmla="*/ 211 w 180"/>
                <a:gd name="T1" fmla="*/ 627 h 207"/>
                <a:gd name="T2" fmla="*/ 0 w 180"/>
                <a:gd name="T3" fmla="*/ 730 h 207"/>
                <a:gd name="T4" fmla="*/ 0 w 180"/>
                <a:gd name="T5" fmla="*/ 992 h 207"/>
                <a:gd name="T6" fmla="*/ 263 w 180"/>
                <a:gd name="T7" fmla="*/ 992 h 207"/>
                <a:gd name="T8" fmla="*/ 365 w 180"/>
                <a:gd name="T9" fmla="*/ 1202 h 207"/>
                <a:gd name="T10" fmla="*/ 526 w 180"/>
                <a:gd name="T11" fmla="*/ 992 h 207"/>
                <a:gd name="T12" fmla="*/ 839 w 180"/>
                <a:gd name="T13" fmla="*/ 992 h 207"/>
                <a:gd name="T14" fmla="*/ 839 w 180"/>
                <a:gd name="T15" fmla="*/ 730 h 207"/>
                <a:gd name="T16" fmla="*/ 1049 w 180"/>
                <a:gd name="T17" fmla="*/ 523 h 207"/>
                <a:gd name="T18" fmla="*/ 839 w 180"/>
                <a:gd name="T19" fmla="*/ 417 h 207"/>
                <a:gd name="T20" fmla="*/ 839 w 180"/>
                <a:gd name="T21" fmla="*/ 158 h 207"/>
                <a:gd name="T22" fmla="*/ 473 w 180"/>
                <a:gd name="T23" fmla="*/ 158 h 207"/>
                <a:gd name="T24" fmla="*/ 365 w 180"/>
                <a:gd name="T25" fmla="*/ 0 h 207"/>
                <a:gd name="T26" fmla="*/ 263 w 180"/>
                <a:gd name="T27" fmla="*/ 158 h 207"/>
                <a:gd name="T28" fmla="*/ 0 w 180"/>
                <a:gd name="T29" fmla="*/ 158 h 207"/>
                <a:gd name="T30" fmla="*/ 0 w 180"/>
                <a:gd name="T31" fmla="*/ 471 h 207"/>
                <a:gd name="T32" fmla="*/ 211 w 180"/>
                <a:gd name="T33" fmla="*/ 627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07"/>
                <a:gd name="T53" fmla="*/ 180 w 180"/>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07">
                  <a:moveTo>
                    <a:pt x="36" y="108"/>
                  </a:moveTo>
                  <a:cubicBezTo>
                    <a:pt x="36" y="153"/>
                    <a:pt x="0" y="108"/>
                    <a:pt x="0" y="126"/>
                  </a:cubicBezTo>
                  <a:cubicBezTo>
                    <a:pt x="0" y="144"/>
                    <a:pt x="0" y="171"/>
                    <a:pt x="0" y="171"/>
                  </a:cubicBezTo>
                  <a:cubicBezTo>
                    <a:pt x="0" y="171"/>
                    <a:pt x="36" y="171"/>
                    <a:pt x="45" y="171"/>
                  </a:cubicBezTo>
                  <a:cubicBezTo>
                    <a:pt x="54" y="171"/>
                    <a:pt x="18" y="207"/>
                    <a:pt x="63" y="207"/>
                  </a:cubicBezTo>
                  <a:cubicBezTo>
                    <a:pt x="108" y="207"/>
                    <a:pt x="63" y="171"/>
                    <a:pt x="90" y="171"/>
                  </a:cubicBezTo>
                  <a:cubicBezTo>
                    <a:pt x="117" y="171"/>
                    <a:pt x="144" y="171"/>
                    <a:pt x="144" y="171"/>
                  </a:cubicBezTo>
                  <a:cubicBezTo>
                    <a:pt x="144" y="171"/>
                    <a:pt x="144" y="171"/>
                    <a:pt x="144" y="126"/>
                  </a:cubicBezTo>
                  <a:cubicBezTo>
                    <a:pt x="144" y="81"/>
                    <a:pt x="180" y="126"/>
                    <a:pt x="180" y="90"/>
                  </a:cubicBezTo>
                  <a:cubicBezTo>
                    <a:pt x="180" y="54"/>
                    <a:pt x="153" y="90"/>
                    <a:pt x="144" y="72"/>
                  </a:cubicBezTo>
                  <a:cubicBezTo>
                    <a:pt x="135" y="54"/>
                    <a:pt x="144" y="27"/>
                    <a:pt x="144" y="27"/>
                  </a:cubicBezTo>
                  <a:cubicBezTo>
                    <a:pt x="144" y="27"/>
                    <a:pt x="99" y="27"/>
                    <a:pt x="81" y="27"/>
                  </a:cubicBezTo>
                  <a:cubicBezTo>
                    <a:pt x="63" y="27"/>
                    <a:pt x="99" y="0"/>
                    <a:pt x="63" y="0"/>
                  </a:cubicBezTo>
                  <a:cubicBezTo>
                    <a:pt x="27" y="0"/>
                    <a:pt x="54" y="27"/>
                    <a:pt x="45" y="27"/>
                  </a:cubicBezTo>
                  <a:cubicBezTo>
                    <a:pt x="36" y="27"/>
                    <a:pt x="0" y="27"/>
                    <a:pt x="0" y="27"/>
                  </a:cubicBezTo>
                  <a:cubicBezTo>
                    <a:pt x="0" y="54"/>
                    <a:pt x="0" y="61"/>
                    <a:pt x="0" y="81"/>
                  </a:cubicBezTo>
                  <a:cubicBezTo>
                    <a:pt x="0" y="99"/>
                    <a:pt x="36" y="62"/>
                    <a:pt x="36" y="108"/>
                  </a:cubicBezTo>
                  <a:close/>
                </a:path>
              </a:pathLst>
            </a:custGeom>
            <a:solidFill>
              <a:srgbClr val="FFFFFF"/>
            </a:solidFill>
            <a:ln w="9525">
              <a:noFill/>
              <a:round/>
            </a:ln>
          </p:spPr>
          <p:txBody>
            <a:bodyPr/>
            <a:lstStyle/>
            <a:p>
              <a:endParaRPr lang="en-GB" sz="1815"/>
            </a:p>
          </p:txBody>
        </p:sp>
        <p:sp>
          <p:nvSpPr>
            <p:cNvPr id="94" name="Freeform 12"/>
            <p:cNvSpPr/>
            <p:nvPr/>
          </p:nvSpPr>
          <p:spPr bwMode="auto">
            <a:xfrm>
              <a:off x="4301634" y="2493556"/>
              <a:ext cx="334556" cy="445631"/>
            </a:xfrm>
            <a:custGeom>
              <a:avLst/>
              <a:gdLst>
                <a:gd name="T0" fmla="*/ 158 w 144"/>
                <a:gd name="T1" fmla="*/ 627 h 192"/>
                <a:gd name="T2" fmla="*/ 0 w 144"/>
                <a:gd name="T3" fmla="*/ 730 h 192"/>
                <a:gd name="T4" fmla="*/ 0 w 144"/>
                <a:gd name="T5" fmla="*/ 1042 h 192"/>
                <a:gd name="T6" fmla="*/ 313 w 144"/>
                <a:gd name="T7" fmla="*/ 1042 h 192"/>
                <a:gd name="T8" fmla="*/ 473 w 144"/>
                <a:gd name="T9" fmla="*/ 836 h 192"/>
                <a:gd name="T10" fmla="*/ 576 w 144"/>
                <a:gd name="T11" fmla="*/ 1042 h 192"/>
                <a:gd name="T12" fmla="*/ 838 w 144"/>
                <a:gd name="T13" fmla="*/ 1114 h 192"/>
                <a:gd name="T14" fmla="*/ 838 w 144"/>
                <a:gd name="T15" fmla="*/ 785 h 192"/>
                <a:gd name="T16" fmla="*/ 680 w 144"/>
                <a:gd name="T17" fmla="*/ 627 h 192"/>
                <a:gd name="T18" fmla="*/ 838 w 144"/>
                <a:gd name="T19" fmla="*/ 523 h 192"/>
                <a:gd name="T20" fmla="*/ 838 w 144"/>
                <a:gd name="T21" fmla="*/ 210 h 192"/>
                <a:gd name="T22" fmla="*/ 523 w 144"/>
                <a:gd name="T23" fmla="*/ 262 h 192"/>
                <a:gd name="T24" fmla="*/ 473 w 144"/>
                <a:gd name="T25" fmla="*/ 0 h 192"/>
                <a:gd name="T26" fmla="*/ 313 w 144"/>
                <a:gd name="T27" fmla="*/ 210 h 192"/>
                <a:gd name="T28" fmla="*/ 0 w 144"/>
                <a:gd name="T29" fmla="*/ 210 h 192"/>
                <a:gd name="T30" fmla="*/ 0 w 144"/>
                <a:gd name="T31" fmla="*/ 471 h 192"/>
                <a:gd name="T32" fmla="*/ 158 w 144"/>
                <a:gd name="T33" fmla="*/ 627 h 192"/>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2"/>
                <a:gd name="T53" fmla="*/ 144 w 144"/>
                <a:gd name="T54" fmla="*/ 192 h 192"/>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2">
                  <a:moveTo>
                    <a:pt x="27" y="108"/>
                  </a:moveTo>
                  <a:cubicBezTo>
                    <a:pt x="27" y="144"/>
                    <a:pt x="0" y="117"/>
                    <a:pt x="0" y="126"/>
                  </a:cubicBezTo>
                  <a:cubicBezTo>
                    <a:pt x="0" y="135"/>
                    <a:pt x="0" y="180"/>
                    <a:pt x="0" y="180"/>
                  </a:cubicBezTo>
                  <a:cubicBezTo>
                    <a:pt x="27" y="180"/>
                    <a:pt x="34" y="180"/>
                    <a:pt x="54" y="180"/>
                  </a:cubicBezTo>
                  <a:cubicBezTo>
                    <a:pt x="72" y="180"/>
                    <a:pt x="35" y="144"/>
                    <a:pt x="81" y="144"/>
                  </a:cubicBezTo>
                  <a:cubicBezTo>
                    <a:pt x="126" y="144"/>
                    <a:pt x="81" y="180"/>
                    <a:pt x="99" y="180"/>
                  </a:cubicBezTo>
                  <a:cubicBezTo>
                    <a:pt x="117" y="180"/>
                    <a:pt x="144" y="192"/>
                    <a:pt x="144" y="192"/>
                  </a:cubicBezTo>
                  <a:cubicBezTo>
                    <a:pt x="144" y="192"/>
                    <a:pt x="144" y="162"/>
                    <a:pt x="144" y="135"/>
                  </a:cubicBezTo>
                  <a:cubicBezTo>
                    <a:pt x="144" y="108"/>
                    <a:pt x="117" y="144"/>
                    <a:pt x="117" y="108"/>
                  </a:cubicBezTo>
                  <a:cubicBezTo>
                    <a:pt x="117" y="63"/>
                    <a:pt x="144" y="99"/>
                    <a:pt x="144" y="90"/>
                  </a:cubicBezTo>
                  <a:cubicBezTo>
                    <a:pt x="144" y="81"/>
                    <a:pt x="144" y="36"/>
                    <a:pt x="144" y="36"/>
                  </a:cubicBezTo>
                  <a:cubicBezTo>
                    <a:pt x="144" y="36"/>
                    <a:pt x="126" y="45"/>
                    <a:pt x="90" y="45"/>
                  </a:cubicBezTo>
                  <a:cubicBezTo>
                    <a:pt x="81" y="45"/>
                    <a:pt x="117" y="0"/>
                    <a:pt x="81" y="0"/>
                  </a:cubicBezTo>
                  <a:cubicBezTo>
                    <a:pt x="36" y="0"/>
                    <a:pt x="63" y="36"/>
                    <a:pt x="54" y="36"/>
                  </a:cubicBezTo>
                  <a:cubicBezTo>
                    <a:pt x="45" y="36"/>
                    <a:pt x="0" y="36"/>
                    <a:pt x="0" y="36"/>
                  </a:cubicBezTo>
                  <a:cubicBezTo>
                    <a:pt x="0" y="36"/>
                    <a:pt x="0" y="54"/>
                    <a:pt x="0" y="81"/>
                  </a:cubicBezTo>
                  <a:cubicBezTo>
                    <a:pt x="0" y="108"/>
                    <a:pt x="27" y="72"/>
                    <a:pt x="27" y="108"/>
                  </a:cubicBezTo>
                  <a:close/>
                </a:path>
              </a:pathLst>
            </a:custGeom>
            <a:solidFill>
              <a:srgbClr val="FFFFFF"/>
            </a:solidFill>
            <a:ln w="9525">
              <a:noFill/>
              <a:round/>
            </a:ln>
          </p:spPr>
          <p:txBody>
            <a:bodyPr/>
            <a:lstStyle/>
            <a:p>
              <a:endParaRPr lang="en-GB" sz="1815"/>
            </a:p>
          </p:txBody>
        </p:sp>
        <p:sp>
          <p:nvSpPr>
            <p:cNvPr id="95" name="Freeform 13"/>
            <p:cNvSpPr/>
            <p:nvPr/>
          </p:nvSpPr>
          <p:spPr bwMode="auto">
            <a:xfrm>
              <a:off x="7204136" y="2910770"/>
              <a:ext cx="459853" cy="334546"/>
            </a:xfrm>
            <a:custGeom>
              <a:avLst/>
              <a:gdLst>
                <a:gd name="T0" fmla="*/ 680 w 198"/>
                <a:gd name="T1" fmla="*/ 158 h 144"/>
                <a:gd name="T2" fmla="*/ 575 w 198"/>
                <a:gd name="T3" fmla="*/ 0 h 144"/>
                <a:gd name="T4" fmla="*/ 263 w 198"/>
                <a:gd name="T5" fmla="*/ 0 h 144"/>
                <a:gd name="T6" fmla="*/ 210 w 198"/>
                <a:gd name="T7" fmla="*/ 263 h 144"/>
                <a:gd name="T8" fmla="*/ 0 w 198"/>
                <a:gd name="T9" fmla="*/ 394 h 144"/>
                <a:gd name="T10" fmla="*/ 210 w 198"/>
                <a:gd name="T11" fmla="*/ 576 h 144"/>
                <a:gd name="T12" fmla="*/ 263 w 198"/>
                <a:gd name="T13" fmla="*/ 838 h 144"/>
                <a:gd name="T14" fmla="*/ 575 w 198"/>
                <a:gd name="T15" fmla="*/ 838 h 144"/>
                <a:gd name="T16" fmla="*/ 680 w 198"/>
                <a:gd name="T17" fmla="*/ 680 h 144"/>
                <a:gd name="T18" fmla="*/ 838 w 198"/>
                <a:gd name="T19" fmla="*/ 838 h 144"/>
                <a:gd name="T20" fmla="*/ 1099 w 198"/>
                <a:gd name="T21" fmla="*/ 838 h 144"/>
                <a:gd name="T22" fmla="*/ 1151 w 198"/>
                <a:gd name="T23" fmla="*/ 523 h 144"/>
                <a:gd name="T24" fmla="*/ 940 w 198"/>
                <a:gd name="T25" fmla="*/ 365 h 144"/>
                <a:gd name="T26" fmla="*/ 1099 w 198"/>
                <a:gd name="T27" fmla="*/ 263 h 144"/>
                <a:gd name="T28" fmla="*/ 1099 w 198"/>
                <a:gd name="T29" fmla="*/ 0 h 144"/>
                <a:gd name="T30" fmla="*/ 838 w 198"/>
                <a:gd name="T31" fmla="*/ 0 h 144"/>
                <a:gd name="T32" fmla="*/ 680 w 198"/>
                <a:gd name="T33" fmla="*/ 158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117" y="27"/>
                  </a:moveTo>
                  <a:cubicBezTo>
                    <a:pt x="81" y="27"/>
                    <a:pt x="108" y="0"/>
                    <a:pt x="99" y="0"/>
                  </a:cubicBezTo>
                  <a:cubicBezTo>
                    <a:pt x="90" y="0"/>
                    <a:pt x="45" y="0"/>
                    <a:pt x="45" y="0"/>
                  </a:cubicBezTo>
                  <a:cubicBezTo>
                    <a:pt x="45" y="0"/>
                    <a:pt x="45" y="36"/>
                    <a:pt x="36" y="45"/>
                  </a:cubicBezTo>
                  <a:cubicBezTo>
                    <a:pt x="18" y="63"/>
                    <a:pt x="0" y="36"/>
                    <a:pt x="0" y="68"/>
                  </a:cubicBezTo>
                  <a:cubicBezTo>
                    <a:pt x="0" y="117"/>
                    <a:pt x="27" y="63"/>
                    <a:pt x="36" y="99"/>
                  </a:cubicBezTo>
                  <a:cubicBezTo>
                    <a:pt x="45" y="135"/>
                    <a:pt x="45" y="144"/>
                    <a:pt x="45" y="144"/>
                  </a:cubicBezTo>
                  <a:cubicBezTo>
                    <a:pt x="45" y="144"/>
                    <a:pt x="90" y="144"/>
                    <a:pt x="99" y="144"/>
                  </a:cubicBezTo>
                  <a:cubicBezTo>
                    <a:pt x="108" y="144"/>
                    <a:pt x="72" y="117"/>
                    <a:pt x="117" y="117"/>
                  </a:cubicBezTo>
                  <a:cubicBezTo>
                    <a:pt x="153" y="117"/>
                    <a:pt x="117" y="144"/>
                    <a:pt x="144" y="144"/>
                  </a:cubicBezTo>
                  <a:cubicBezTo>
                    <a:pt x="171" y="144"/>
                    <a:pt x="189" y="144"/>
                    <a:pt x="189" y="144"/>
                  </a:cubicBezTo>
                  <a:cubicBezTo>
                    <a:pt x="189" y="144"/>
                    <a:pt x="198" y="108"/>
                    <a:pt x="198" y="90"/>
                  </a:cubicBezTo>
                  <a:cubicBezTo>
                    <a:pt x="198" y="72"/>
                    <a:pt x="162" y="108"/>
                    <a:pt x="162" y="63"/>
                  </a:cubicBezTo>
                  <a:cubicBezTo>
                    <a:pt x="162" y="27"/>
                    <a:pt x="189" y="72"/>
                    <a:pt x="189" y="45"/>
                  </a:cubicBezTo>
                  <a:cubicBezTo>
                    <a:pt x="189" y="25"/>
                    <a:pt x="189" y="0"/>
                    <a:pt x="189" y="0"/>
                  </a:cubicBezTo>
                  <a:cubicBezTo>
                    <a:pt x="189" y="0"/>
                    <a:pt x="171" y="0"/>
                    <a:pt x="144" y="0"/>
                  </a:cubicBezTo>
                  <a:cubicBezTo>
                    <a:pt x="117" y="0"/>
                    <a:pt x="153" y="27"/>
                    <a:pt x="117" y="27"/>
                  </a:cubicBezTo>
                  <a:close/>
                </a:path>
              </a:pathLst>
            </a:custGeom>
            <a:solidFill>
              <a:srgbClr val="FFFFFF"/>
            </a:solidFill>
            <a:ln w="9525">
              <a:noFill/>
              <a:round/>
            </a:ln>
          </p:spPr>
          <p:txBody>
            <a:bodyPr/>
            <a:lstStyle/>
            <a:p>
              <a:endParaRPr lang="en-GB" sz="1815"/>
            </a:p>
          </p:txBody>
        </p:sp>
        <p:sp>
          <p:nvSpPr>
            <p:cNvPr id="96" name="Freeform 14"/>
            <p:cNvSpPr/>
            <p:nvPr/>
          </p:nvSpPr>
          <p:spPr bwMode="auto">
            <a:xfrm>
              <a:off x="6201759" y="2472889"/>
              <a:ext cx="543815" cy="437881"/>
            </a:xfrm>
            <a:custGeom>
              <a:avLst/>
              <a:gdLst>
                <a:gd name="T0" fmla="*/ 0 w 234"/>
                <a:gd name="T1" fmla="*/ 653 h 189"/>
                <a:gd name="T2" fmla="*/ 211 w 234"/>
                <a:gd name="T3" fmla="*/ 830 h 189"/>
                <a:gd name="T4" fmla="*/ 263 w 234"/>
                <a:gd name="T5" fmla="*/ 1091 h 189"/>
                <a:gd name="T6" fmla="*/ 576 w 234"/>
                <a:gd name="T7" fmla="*/ 1091 h 189"/>
                <a:gd name="T8" fmla="*/ 684 w 234"/>
                <a:gd name="T9" fmla="*/ 936 h 189"/>
                <a:gd name="T10" fmla="*/ 838 w 234"/>
                <a:gd name="T11" fmla="*/ 1091 h 189"/>
                <a:gd name="T12" fmla="*/ 1101 w 234"/>
                <a:gd name="T13" fmla="*/ 1091 h 189"/>
                <a:gd name="T14" fmla="*/ 1101 w 234"/>
                <a:gd name="T15" fmla="*/ 830 h 189"/>
                <a:gd name="T16" fmla="*/ 1362 w 234"/>
                <a:gd name="T17" fmla="*/ 653 h 189"/>
                <a:gd name="T18" fmla="*/ 1151 w 234"/>
                <a:gd name="T19" fmla="*/ 518 h 189"/>
                <a:gd name="T20" fmla="*/ 1101 w 234"/>
                <a:gd name="T21" fmla="*/ 260 h 189"/>
                <a:gd name="T22" fmla="*/ 786 w 234"/>
                <a:gd name="T23" fmla="*/ 260 h 189"/>
                <a:gd name="T24" fmla="*/ 628 w 234"/>
                <a:gd name="T25" fmla="*/ 0 h 189"/>
                <a:gd name="T26" fmla="*/ 524 w 234"/>
                <a:gd name="T27" fmla="*/ 260 h 189"/>
                <a:gd name="T28" fmla="*/ 263 w 234"/>
                <a:gd name="T29" fmla="*/ 260 h 189"/>
                <a:gd name="T30" fmla="*/ 211 w 234"/>
                <a:gd name="T31" fmla="*/ 518 h 189"/>
                <a:gd name="T32" fmla="*/ 0 w 234"/>
                <a:gd name="T33" fmla="*/ 653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34"/>
                <a:gd name="T52" fmla="*/ 0 h 189"/>
                <a:gd name="T53" fmla="*/ 234 w 234"/>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34" h="189">
                  <a:moveTo>
                    <a:pt x="0" y="113"/>
                  </a:moveTo>
                  <a:cubicBezTo>
                    <a:pt x="0" y="162"/>
                    <a:pt x="27" y="108"/>
                    <a:pt x="36" y="144"/>
                  </a:cubicBezTo>
                  <a:cubicBezTo>
                    <a:pt x="45" y="180"/>
                    <a:pt x="45" y="189"/>
                    <a:pt x="45" y="189"/>
                  </a:cubicBezTo>
                  <a:cubicBezTo>
                    <a:pt x="45" y="189"/>
                    <a:pt x="90" y="189"/>
                    <a:pt x="99" y="189"/>
                  </a:cubicBezTo>
                  <a:cubicBezTo>
                    <a:pt x="108" y="189"/>
                    <a:pt x="72" y="162"/>
                    <a:pt x="117" y="162"/>
                  </a:cubicBezTo>
                  <a:cubicBezTo>
                    <a:pt x="153" y="162"/>
                    <a:pt x="117" y="189"/>
                    <a:pt x="144" y="189"/>
                  </a:cubicBezTo>
                  <a:cubicBezTo>
                    <a:pt x="171" y="189"/>
                    <a:pt x="189" y="189"/>
                    <a:pt x="189" y="189"/>
                  </a:cubicBezTo>
                  <a:cubicBezTo>
                    <a:pt x="189" y="189"/>
                    <a:pt x="180" y="180"/>
                    <a:pt x="189" y="144"/>
                  </a:cubicBezTo>
                  <a:cubicBezTo>
                    <a:pt x="198" y="108"/>
                    <a:pt x="234" y="162"/>
                    <a:pt x="234" y="113"/>
                  </a:cubicBezTo>
                  <a:cubicBezTo>
                    <a:pt x="234" y="81"/>
                    <a:pt x="198" y="117"/>
                    <a:pt x="198" y="90"/>
                  </a:cubicBezTo>
                  <a:cubicBezTo>
                    <a:pt x="198" y="63"/>
                    <a:pt x="189" y="45"/>
                    <a:pt x="189" y="45"/>
                  </a:cubicBezTo>
                  <a:cubicBezTo>
                    <a:pt x="189" y="45"/>
                    <a:pt x="162" y="45"/>
                    <a:pt x="135" y="45"/>
                  </a:cubicBezTo>
                  <a:cubicBezTo>
                    <a:pt x="103" y="45"/>
                    <a:pt x="162" y="0"/>
                    <a:pt x="108" y="0"/>
                  </a:cubicBezTo>
                  <a:cubicBezTo>
                    <a:pt x="72" y="0"/>
                    <a:pt x="108" y="36"/>
                    <a:pt x="90" y="45"/>
                  </a:cubicBezTo>
                  <a:cubicBezTo>
                    <a:pt x="72" y="54"/>
                    <a:pt x="45" y="45"/>
                    <a:pt x="45" y="45"/>
                  </a:cubicBezTo>
                  <a:cubicBezTo>
                    <a:pt x="45" y="45"/>
                    <a:pt x="45" y="81"/>
                    <a:pt x="36" y="90"/>
                  </a:cubicBezTo>
                  <a:cubicBezTo>
                    <a:pt x="18" y="108"/>
                    <a:pt x="0" y="81"/>
                    <a:pt x="0" y="113"/>
                  </a:cubicBezTo>
                  <a:close/>
                </a:path>
              </a:pathLst>
            </a:custGeom>
            <a:solidFill>
              <a:srgbClr val="FFFFFF"/>
            </a:solidFill>
            <a:ln w="9525">
              <a:noFill/>
              <a:round/>
            </a:ln>
          </p:spPr>
          <p:txBody>
            <a:bodyPr/>
            <a:lstStyle/>
            <a:p>
              <a:endParaRPr lang="en-GB" sz="1815"/>
            </a:p>
          </p:txBody>
        </p:sp>
        <p:sp>
          <p:nvSpPr>
            <p:cNvPr id="97" name="Freeform 15"/>
            <p:cNvSpPr/>
            <p:nvPr/>
          </p:nvSpPr>
          <p:spPr bwMode="auto">
            <a:xfrm>
              <a:off x="2630145" y="4247664"/>
              <a:ext cx="397851" cy="417214"/>
            </a:xfrm>
            <a:custGeom>
              <a:avLst/>
              <a:gdLst>
                <a:gd name="T0" fmla="*/ 421 w 171"/>
                <a:gd name="T1" fmla="*/ 1041 h 180"/>
                <a:gd name="T2" fmla="*/ 526 w 171"/>
                <a:gd name="T3" fmla="*/ 831 h 180"/>
                <a:gd name="T4" fmla="*/ 841 w 171"/>
                <a:gd name="T5" fmla="*/ 831 h 180"/>
                <a:gd name="T6" fmla="*/ 841 w 171"/>
                <a:gd name="T7" fmla="*/ 467 h 180"/>
                <a:gd name="T8" fmla="*/ 1000 w 171"/>
                <a:gd name="T9" fmla="*/ 364 h 180"/>
                <a:gd name="T10" fmla="*/ 841 w 171"/>
                <a:gd name="T11" fmla="*/ 260 h 180"/>
                <a:gd name="T12" fmla="*/ 841 w 171"/>
                <a:gd name="T13" fmla="*/ 0 h 180"/>
                <a:gd name="T14" fmla="*/ 578 w 171"/>
                <a:gd name="T15" fmla="*/ 0 h 180"/>
                <a:gd name="T16" fmla="*/ 474 w 171"/>
                <a:gd name="T17" fmla="*/ 154 h 180"/>
                <a:gd name="T18" fmla="*/ 315 w 171"/>
                <a:gd name="T19" fmla="*/ 0 h 180"/>
                <a:gd name="T20" fmla="*/ 0 w 171"/>
                <a:gd name="T21" fmla="*/ 0 h 180"/>
                <a:gd name="T22" fmla="*/ 0 w 171"/>
                <a:gd name="T23" fmla="*/ 260 h 180"/>
                <a:gd name="T24" fmla="*/ 159 w 171"/>
                <a:gd name="T25" fmla="*/ 364 h 180"/>
                <a:gd name="T26" fmla="*/ 0 w 171"/>
                <a:gd name="T27" fmla="*/ 467 h 180"/>
                <a:gd name="T28" fmla="*/ 0 w 171"/>
                <a:gd name="T29" fmla="*/ 831 h 180"/>
                <a:gd name="T30" fmla="*/ 315 w 171"/>
                <a:gd name="T31" fmla="*/ 831 h 180"/>
                <a:gd name="T32" fmla="*/ 421 w 171"/>
                <a:gd name="T33" fmla="*/ 1041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0"/>
                <a:gd name="T53" fmla="*/ 171 w 171"/>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0">
                  <a:moveTo>
                    <a:pt x="72" y="180"/>
                  </a:moveTo>
                  <a:cubicBezTo>
                    <a:pt x="108" y="180"/>
                    <a:pt x="72" y="144"/>
                    <a:pt x="90" y="144"/>
                  </a:cubicBezTo>
                  <a:cubicBezTo>
                    <a:pt x="108" y="144"/>
                    <a:pt x="144" y="144"/>
                    <a:pt x="144" y="144"/>
                  </a:cubicBezTo>
                  <a:cubicBezTo>
                    <a:pt x="144" y="144"/>
                    <a:pt x="144" y="99"/>
                    <a:pt x="144" y="81"/>
                  </a:cubicBezTo>
                  <a:cubicBezTo>
                    <a:pt x="144" y="63"/>
                    <a:pt x="171" y="99"/>
                    <a:pt x="171" y="63"/>
                  </a:cubicBezTo>
                  <a:cubicBezTo>
                    <a:pt x="171" y="27"/>
                    <a:pt x="144" y="54"/>
                    <a:pt x="144" y="45"/>
                  </a:cubicBezTo>
                  <a:cubicBezTo>
                    <a:pt x="144" y="36"/>
                    <a:pt x="144" y="0"/>
                    <a:pt x="144" y="0"/>
                  </a:cubicBezTo>
                  <a:cubicBezTo>
                    <a:pt x="144" y="0"/>
                    <a:pt x="117" y="0"/>
                    <a:pt x="99" y="0"/>
                  </a:cubicBezTo>
                  <a:cubicBezTo>
                    <a:pt x="81" y="0"/>
                    <a:pt x="117" y="27"/>
                    <a:pt x="81" y="27"/>
                  </a:cubicBezTo>
                  <a:cubicBezTo>
                    <a:pt x="27" y="27"/>
                    <a:pt x="63" y="0"/>
                    <a:pt x="54" y="0"/>
                  </a:cubicBezTo>
                  <a:cubicBezTo>
                    <a:pt x="45" y="0"/>
                    <a:pt x="0" y="0"/>
                    <a:pt x="0" y="0"/>
                  </a:cubicBezTo>
                  <a:cubicBezTo>
                    <a:pt x="0" y="0"/>
                    <a:pt x="0" y="27"/>
                    <a:pt x="0" y="45"/>
                  </a:cubicBezTo>
                  <a:cubicBezTo>
                    <a:pt x="0" y="63"/>
                    <a:pt x="27" y="27"/>
                    <a:pt x="27" y="63"/>
                  </a:cubicBezTo>
                  <a:cubicBezTo>
                    <a:pt x="27" y="99"/>
                    <a:pt x="0" y="72"/>
                    <a:pt x="0" y="81"/>
                  </a:cubicBezTo>
                  <a:cubicBezTo>
                    <a:pt x="0" y="90"/>
                    <a:pt x="0" y="144"/>
                    <a:pt x="0" y="144"/>
                  </a:cubicBezTo>
                  <a:cubicBezTo>
                    <a:pt x="0" y="144"/>
                    <a:pt x="45" y="144"/>
                    <a:pt x="54" y="144"/>
                  </a:cubicBezTo>
                  <a:cubicBezTo>
                    <a:pt x="63" y="144"/>
                    <a:pt x="36" y="180"/>
                    <a:pt x="72" y="180"/>
                  </a:cubicBezTo>
                  <a:close/>
                </a:path>
              </a:pathLst>
            </a:custGeom>
            <a:solidFill>
              <a:srgbClr val="FFFFFF"/>
            </a:solidFill>
            <a:ln w="9525">
              <a:noFill/>
              <a:round/>
            </a:ln>
          </p:spPr>
          <p:txBody>
            <a:bodyPr/>
            <a:lstStyle/>
            <a:p>
              <a:endParaRPr lang="en-GB" sz="1815"/>
            </a:p>
          </p:txBody>
        </p:sp>
        <p:sp>
          <p:nvSpPr>
            <p:cNvPr id="98" name="Freeform 16"/>
            <p:cNvSpPr/>
            <p:nvPr/>
          </p:nvSpPr>
          <p:spPr bwMode="auto">
            <a:xfrm>
              <a:off x="2630145" y="3516571"/>
              <a:ext cx="418518" cy="396547"/>
            </a:xfrm>
            <a:custGeom>
              <a:avLst/>
              <a:gdLst>
                <a:gd name="T0" fmla="*/ 473 w 180"/>
                <a:gd name="T1" fmla="*/ 779 h 171"/>
                <a:gd name="T2" fmla="*/ 576 w 180"/>
                <a:gd name="T3" fmla="*/ 989 h 171"/>
                <a:gd name="T4" fmla="*/ 839 w 180"/>
                <a:gd name="T5" fmla="*/ 989 h 171"/>
                <a:gd name="T6" fmla="*/ 839 w 180"/>
                <a:gd name="T7" fmla="*/ 677 h 171"/>
                <a:gd name="T8" fmla="*/ 1049 w 180"/>
                <a:gd name="T9" fmla="*/ 575 h 171"/>
                <a:gd name="T10" fmla="*/ 839 w 180"/>
                <a:gd name="T11" fmla="*/ 467 h 171"/>
                <a:gd name="T12" fmla="*/ 839 w 180"/>
                <a:gd name="T13" fmla="*/ 154 h 171"/>
                <a:gd name="T14" fmla="*/ 473 w 180"/>
                <a:gd name="T15" fmla="*/ 154 h 171"/>
                <a:gd name="T16" fmla="*/ 365 w 180"/>
                <a:gd name="T17" fmla="*/ 0 h 171"/>
                <a:gd name="T18" fmla="*/ 263 w 180"/>
                <a:gd name="T19" fmla="*/ 154 h 171"/>
                <a:gd name="T20" fmla="*/ 0 w 180"/>
                <a:gd name="T21" fmla="*/ 154 h 171"/>
                <a:gd name="T22" fmla="*/ 0 w 180"/>
                <a:gd name="T23" fmla="*/ 417 h 171"/>
                <a:gd name="T24" fmla="*/ 158 w 180"/>
                <a:gd name="T25" fmla="*/ 522 h 171"/>
                <a:gd name="T26" fmla="*/ 0 w 180"/>
                <a:gd name="T27" fmla="*/ 625 h 171"/>
                <a:gd name="T28" fmla="*/ 0 w 180"/>
                <a:gd name="T29" fmla="*/ 989 h 171"/>
                <a:gd name="T30" fmla="*/ 315 w 180"/>
                <a:gd name="T31" fmla="*/ 989 h 171"/>
                <a:gd name="T32" fmla="*/ 473 w 180"/>
                <a:gd name="T33" fmla="*/ 779 h 1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71"/>
                <a:gd name="T53" fmla="*/ 180 w 180"/>
                <a:gd name="T54" fmla="*/ 171 h 17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71">
                  <a:moveTo>
                    <a:pt x="81" y="135"/>
                  </a:moveTo>
                  <a:cubicBezTo>
                    <a:pt x="126" y="135"/>
                    <a:pt x="90" y="171"/>
                    <a:pt x="99" y="171"/>
                  </a:cubicBezTo>
                  <a:cubicBezTo>
                    <a:pt x="108" y="171"/>
                    <a:pt x="144" y="171"/>
                    <a:pt x="144" y="171"/>
                  </a:cubicBezTo>
                  <a:cubicBezTo>
                    <a:pt x="144" y="171"/>
                    <a:pt x="144" y="135"/>
                    <a:pt x="144" y="117"/>
                  </a:cubicBezTo>
                  <a:cubicBezTo>
                    <a:pt x="144" y="99"/>
                    <a:pt x="180" y="135"/>
                    <a:pt x="180" y="99"/>
                  </a:cubicBezTo>
                  <a:cubicBezTo>
                    <a:pt x="180" y="63"/>
                    <a:pt x="144" y="90"/>
                    <a:pt x="144" y="81"/>
                  </a:cubicBezTo>
                  <a:cubicBezTo>
                    <a:pt x="144" y="72"/>
                    <a:pt x="144" y="27"/>
                    <a:pt x="144" y="27"/>
                  </a:cubicBezTo>
                  <a:cubicBezTo>
                    <a:pt x="144" y="27"/>
                    <a:pt x="99" y="27"/>
                    <a:pt x="81" y="27"/>
                  </a:cubicBezTo>
                  <a:cubicBezTo>
                    <a:pt x="63" y="27"/>
                    <a:pt x="99" y="0"/>
                    <a:pt x="63" y="0"/>
                  </a:cubicBezTo>
                  <a:cubicBezTo>
                    <a:pt x="27" y="0"/>
                    <a:pt x="54" y="27"/>
                    <a:pt x="45" y="27"/>
                  </a:cubicBezTo>
                  <a:cubicBezTo>
                    <a:pt x="36" y="27"/>
                    <a:pt x="0" y="27"/>
                    <a:pt x="0" y="27"/>
                  </a:cubicBezTo>
                  <a:cubicBezTo>
                    <a:pt x="0" y="27"/>
                    <a:pt x="0" y="54"/>
                    <a:pt x="0" y="72"/>
                  </a:cubicBezTo>
                  <a:cubicBezTo>
                    <a:pt x="0" y="90"/>
                    <a:pt x="27" y="54"/>
                    <a:pt x="27" y="90"/>
                  </a:cubicBezTo>
                  <a:cubicBezTo>
                    <a:pt x="27" y="126"/>
                    <a:pt x="0" y="99"/>
                    <a:pt x="0" y="108"/>
                  </a:cubicBezTo>
                  <a:cubicBezTo>
                    <a:pt x="0" y="117"/>
                    <a:pt x="0" y="171"/>
                    <a:pt x="0" y="171"/>
                  </a:cubicBezTo>
                  <a:cubicBezTo>
                    <a:pt x="0" y="171"/>
                    <a:pt x="27" y="171"/>
                    <a:pt x="54" y="171"/>
                  </a:cubicBezTo>
                  <a:cubicBezTo>
                    <a:pt x="81" y="171"/>
                    <a:pt x="36" y="135"/>
                    <a:pt x="81" y="135"/>
                  </a:cubicBezTo>
                  <a:close/>
                </a:path>
              </a:pathLst>
            </a:custGeom>
            <a:solidFill>
              <a:srgbClr val="FFFFFF"/>
            </a:solidFill>
            <a:ln w="9525">
              <a:noFill/>
              <a:round/>
            </a:ln>
          </p:spPr>
          <p:txBody>
            <a:bodyPr/>
            <a:lstStyle/>
            <a:p>
              <a:endParaRPr lang="en-GB" sz="1815"/>
            </a:p>
          </p:txBody>
        </p:sp>
        <p:sp>
          <p:nvSpPr>
            <p:cNvPr id="99" name="Freeform 17"/>
            <p:cNvSpPr/>
            <p:nvPr/>
          </p:nvSpPr>
          <p:spPr bwMode="auto">
            <a:xfrm>
              <a:off x="2964701" y="2493556"/>
              <a:ext cx="396559" cy="501174"/>
            </a:xfrm>
            <a:custGeom>
              <a:avLst/>
              <a:gdLst>
                <a:gd name="T0" fmla="*/ 154 w 171"/>
                <a:gd name="T1" fmla="*/ 575 h 216"/>
                <a:gd name="T2" fmla="*/ 0 w 171"/>
                <a:gd name="T3" fmla="*/ 677 h 216"/>
                <a:gd name="T4" fmla="*/ 0 w 171"/>
                <a:gd name="T5" fmla="*/ 1042 h 216"/>
                <a:gd name="T6" fmla="*/ 312 w 171"/>
                <a:gd name="T7" fmla="*/ 1042 h 216"/>
                <a:gd name="T8" fmla="*/ 417 w 171"/>
                <a:gd name="T9" fmla="*/ 1252 h 216"/>
                <a:gd name="T10" fmla="*/ 522 w 171"/>
                <a:gd name="T11" fmla="*/ 1042 h 216"/>
                <a:gd name="T12" fmla="*/ 835 w 171"/>
                <a:gd name="T13" fmla="*/ 1042 h 216"/>
                <a:gd name="T14" fmla="*/ 835 w 171"/>
                <a:gd name="T15" fmla="*/ 677 h 216"/>
                <a:gd name="T16" fmla="*/ 989 w 171"/>
                <a:gd name="T17" fmla="*/ 575 h 216"/>
                <a:gd name="T18" fmla="*/ 835 w 171"/>
                <a:gd name="T19" fmla="*/ 471 h 216"/>
                <a:gd name="T20" fmla="*/ 835 w 171"/>
                <a:gd name="T21" fmla="*/ 210 h 216"/>
                <a:gd name="T22" fmla="*/ 522 w 171"/>
                <a:gd name="T23" fmla="*/ 210 h 216"/>
                <a:gd name="T24" fmla="*/ 417 w 171"/>
                <a:gd name="T25" fmla="*/ 0 h 216"/>
                <a:gd name="T26" fmla="*/ 312 w 171"/>
                <a:gd name="T27" fmla="*/ 210 h 216"/>
                <a:gd name="T28" fmla="*/ 0 w 171"/>
                <a:gd name="T29" fmla="*/ 210 h 216"/>
                <a:gd name="T30" fmla="*/ 0 w 171"/>
                <a:gd name="T31" fmla="*/ 471 h 216"/>
                <a:gd name="T32" fmla="*/ 154 w 171"/>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216"/>
                <a:gd name="T53" fmla="*/ 171 w 171"/>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216">
                  <a:moveTo>
                    <a:pt x="27" y="99"/>
                  </a:moveTo>
                  <a:cubicBezTo>
                    <a:pt x="27" y="135"/>
                    <a:pt x="0" y="108"/>
                    <a:pt x="0" y="117"/>
                  </a:cubicBezTo>
                  <a:cubicBezTo>
                    <a:pt x="0" y="126"/>
                    <a:pt x="0" y="180"/>
                    <a:pt x="0" y="180"/>
                  </a:cubicBezTo>
                  <a:cubicBezTo>
                    <a:pt x="0" y="180"/>
                    <a:pt x="36" y="180"/>
                    <a:pt x="54" y="180"/>
                  </a:cubicBezTo>
                  <a:cubicBezTo>
                    <a:pt x="72" y="180"/>
                    <a:pt x="36" y="216"/>
                    <a:pt x="72" y="216"/>
                  </a:cubicBezTo>
                  <a:cubicBezTo>
                    <a:pt x="108" y="216"/>
                    <a:pt x="81" y="180"/>
                    <a:pt x="90" y="180"/>
                  </a:cubicBezTo>
                  <a:cubicBezTo>
                    <a:pt x="99" y="180"/>
                    <a:pt x="144" y="180"/>
                    <a:pt x="144" y="180"/>
                  </a:cubicBezTo>
                  <a:cubicBezTo>
                    <a:pt x="144" y="180"/>
                    <a:pt x="144" y="135"/>
                    <a:pt x="144" y="117"/>
                  </a:cubicBezTo>
                  <a:cubicBezTo>
                    <a:pt x="144" y="99"/>
                    <a:pt x="171" y="135"/>
                    <a:pt x="171" y="99"/>
                  </a:cubicBezTo>
                  <a:cubicBezTo>
                    <a:pt x="171" y="63"/>
                    <a:pt x="144" y="90"/>
                    <a:pt x="144" y="81"/>
                  </a:cubicBezTo>
                  <a:cubicBezTo>
                    <a:pt x="144" y="72"/>
                    <a:pt x="144" y="36"/>
                    <a:pt x="144" y="36"/>
                  </a:cubicBezTo>
                  <a:cubicBezTo>
                    <a:pt x="144" y="36"/>
                    <a:pt x="108" y="36"/>
                    <a:pt x="90" y="36"/>
                  </a:cubicBezTo>
                  <a:cubicBezTo>
                    <a:pt x="72" y="36"/>
                    <a:pt x="108" y="0"/>
                    <a:pt x="72" y="0"/>
                  </a:cubicBezTo>
                  <a:cubicBezTo>
                    <a:pt x="36" y="0"/>
                    <a:pt x="63" y="36"/>
                    <a:pt x="54" y="36"/>
                  </a:cubicBezTo>
                  <a:cubicBezTo>
                    <a:pt x="45" y="36"/>
                    <a:pt x="0" y="36"/>
                    <a:pt x="0" y="36"/>
                  </a:cubicBezTo>
                  <a:cubicBezTo>
                    <a:pt x="0" y="36"/>
                    <a:pt x="0" y="63"/>
                    <a:pt x="0" y="81"/>
                  </a:cubicBezTo>
                  <a:cubicBezTo>
                    <a:pt x="0" y="99"/>
                    <a:pt x="27" y="63"/>
                    <a:pt x="27" y="99"/>
                  </a:cubicBezTo>
                  <a:close/>
                </a:path>
              </a:pathLst>
            </a:custGeom>
            <a:solidFill>
              <a:srgbClr val="FFFFFF"/>
            </a:solidFill>
            <a:ln w="9525">
              <a:noFill/>
              <a:round/>
            </a:ln>
          </p:spPr>
          <p:txBody>
            <a:bodyPr/>
            <a:lstStyle/>
            <a:p>
              <a:endParaRPr lang="en-GB" sz="1815"/>
            </a:p>
          </p:txBody>
        </p:sp>
        <p:sp>
          <p:nvSpPr>
            <p:cNvPr id="100" name="Freeform 18"/>
            <p:cNvSpPr/>
            <p:nvPr/>
          </p:nvSpPr>
          <p:spPr bwMode="auto">
            <a:xfrm>
              <a:off x="3549852" y="2514223"/>
              <a:ext cx="521856" cy="480507"/>
            </a:xfrm>
            <a:custGeom>
              <a:avLst/>
              <a:gdLst>
                <a:gd name="T0" fmla="*/ 0 w 225"/>
                <a:gd name="T1" fmla="*/ 575 h 207"/>
                <a:gd name="T2" fmla="*/ 210 w 225"/>
                <a:gd name="T3" fmla="*/ 678 h 207"/>
                <a:gd name="T4" fmla="*/ 210 w 225"/>
                <a:gd name="T5" fmla="*/ 992 h 207"/>
                <a:gd name="T6" fmla="*/ 523 w 225"/>
                <a:gd name="T7" fmla="*/ 992 h 207"/>
                <a:gd name="T8" fmla="*/ 625 w 225"/>
                <a:gd name="T9" fmla="*/ 1202 h 207"/>
                <a:gd name="T10" fmla="*/ 729 w 225"/>
                <a:gd name="T11" fmla="*/ 992 h 207"/>
                <a:gd name="T12" fmla="*/ 1041 w 225"/>
                <a:gd name="T13" fmla="*/ 992 h 207"/>
                <a:gd name="T14" fmla="*/ 1041 w 225"/>
                <a:gd name="T15" fmla="*/ 627 h 207"/>
                <a:gd name="T16" fmla="*/ 1302 w 225"/>
                <a:gd name="T17" fmla="*/ 523 h 207"/>
                <a:gd name="T18" fmla="*/ 1093 w 225"/>
                <a:gd name="T19" fmla="*/ 417 h 207"/>
                <a:gd name="T20" fmla="*/ 1041 w 225"/>
                <a:gd name="T21" fmla="*/ 158 h 207"/>
                <a:gd name="T22" fmla="*/ 677 w 225"/>
                <a:gd name="T23" fmla="*/ 158 h 207"/>
                <a:gd name="T24" fmla="*/ 575 w 225"/>
                <a:gd name="T25" fmla="*/ 0 h 207"/>
                <a:gd name="T26" fmla="*/ 467 w 225"/>
                <a:gd name="T27" fmla="*/ 158 h 207"/>
                <a:gd name="T28" fmla="*/ 210 w 225"/>
                <a:gd name="T29" fmla="*/ 158 h 207"/>
                <a:gd name="T30" fmla="*/ 210 w 225"/>
                <a:gd name="T31" fmla="*/ 471 h 207"/>
                <a:gd name="T32" fmla="*/ 0 w 225"/>
                <a:gd name="T33" fmla="*/ 575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25"/>
                <a:gd name="T52" fmla="*/ 0 h 207"/>
                <a:gd name="T53" fmla="*/ 225 w 225"/>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25" h="207">
                  <a:moveTo>
                    <a:pt x="0" y="99"/>
                  </a:moveTo>
                  <a:cubicBezTo>
                    <a:pt x="0" y="135"/>
                    <a:pt x="36" y="108"/>
                    <a:pt x="36" y="117"/>
                  </a:cubicBezTo>
                  <a:cubicBezTo>
                    <a:pt x="36" y="126"/>
                    <a:pt x="36" y="171"/>
                    <a:pt x="36" y="171"/>
                  </a:cubicBezTo>
                  <a:cubicBezTo>
                    <a:pt x="36" y="171"/>
                    <a:pt x="81" y="171"/>
                    <a:pt x="90" y="171"/>
                  </a:cubicBezTo>
                  <a:cubicBezTo>
                    <a:pt x="99" y="171"/>
                    <a:pt x="72" y="207"/>
                    <a:pt x="108" y="207"/>
                  </a:cubicBezTo>
                  <a:cubicBezTo>
                    <a:pt x="144" y="207"/>
                    <a:pt x="117" y="171"/>
                    <a:pt x="126" y="171"/>
                  </a:cubicBezTo>
                  <a:cubicBezTo>
                    <a:pt x="135" y="171"/>
                    <a:pt x="180" y="171"/>
                    <a:pt x="180" y="171"/>
                  </a:cubicBezTo>
                  <a:cubicBezTo>
                    <a:pt x="180" y="171"/>
                    <a:pt x="171" y="135"/>
                    <a:pt x="180" y="108"/>
                  </a:cubicBezTo>
                  <a:cubicBezTo>
                    <a:pt x="189" y="81"/>
                    <a:pt x="225" y="135"/>
                    <a:pt x="225" y="90"/>
                  </a:cubicBezTo>
                  <a:cubicBezTo>
                    <a:pt x="225" y="45"/>
                    <a:pt x="198" y="90"/>
                    <a:pt x="189" y="72"/>
                  </a:cubicBezTo>
                  <a:cubicBezTo>
                    <a:pt x="174" y="42"/>
                    <a:pt x="180" y="27"/>
                    <a:pt x="180" y="27"/>
                  </a:cubicBezTo>
                  <a:cubicBezTo>
                    <a:pt x="180" y="27"/>
                    <a:pt x="135" y="27"/>
                    <a:pt x="117" y="27"/>
                  </a:cubicBezTo>
                  <a:cubicBezTo>
                    <a:pt x="99" y="27"/>
                    <a:pt x="135" y="0"/>
                    <a:pt x="99" y="0"/>
                  </a:cubicBezTo>
                  <a:cubicBezTo>
                    <a:pt x="63" y="0"/>
                    <a:pt x="90" y="27"/>
                    <a:pt x="81" y="27"/>
                  </a:cubicBezTo>
                  <a:cubicBezTo>
                    <a:pt x="72" y="27"/>
                    <a:pt x="36" y="27"/>
                    <a:pt x="36" y="27"/>
                  </a:cubicBezTo>
                  <a:cubicBezTo>
                    <a:pt x="36" y="27"/>
                    <a:pt x="36" y="72"/>
                    <a:pt x="36" y="81"/>
                  </a:cubicBezTo>
                  <a:cubicBezTo>
                    <a:pt x="36" y="90"/>
                    <a:pt x="0" y="63"/>
                    <a:pt x="0" y="99"/>
                  </a:cubicBezTo>
                  <a:close/>
                </a:path>
              </a:pathLst>
            </a:custGeom>
            <a:solidFill>
              <a:srgbClr val="FFFFFF"/>
            </a:solidFill>
            <a:ln w="9525">
              <a:noFill/>
              <a:round/>
            </a:ln>
          </p:spPr>
          <p:txBody>
            <a:bodyPr/>
            <a:lstStyle/>
            <a:p>
              <a:endParaRPr lang="en-GB" sz="1815"/>
            </a:p>
          </p:txBody>
        </p:sp>
        <p:sp>
          <p:nvSpPr>
            <p:cNvPr id="101" name="Freeform 19"/>
            <p:cNvSpPr/>
            <p:nvPr/>
          </p:nvSpPr>
          <p:spPr bwMode="auto">
            <a:xfrm>
              <a:off x="2630145" y="2826811"/>
              <a:ext cx="334556" cy="501174"/>
            </a:xfrm>
            <a:custGeom>
              <a:avLst/>
              <a:gdLst>
                <a:gd name="T0" fmla="*/ 421 w 144"/>
                <a:gd name="T1" fmla="*/ 1252 h 216"/>
                <a:gd name="T2" fmla="*/ 523 w 144"/>
                <a:gd name="T3" fmla="*/ 1042 h 216"/>
                <a:gd name="T4" fmla="*/ 838 w 144"/>
                <a:gd name="T5" fmla="*/ 1042 h 216"/>
                <a:gd name="T6" fmla="*/ 838 w 144"/>
                <a:gd name="T7" fmla="*/ 783 h 216"/>
                <a:gd name="T8" fmla="*/ 680 w 144"/>
                <a:gd name="T9" fmla="*/ 625 h 216"/>
                <a:gd name="T10" fmla="*/ 838 w 144"/>
                <a:gd name="T11" fmla="*/ 523 h 216"/>
                <a:gd name="T12" fmla="*/ 838 w 144"/>
                <a:gd name="T13" fmla="*/ 210 h 216"/>
                <a:gd name="T14" fmla="*/ 523 w 144"/>
                <a:gd name="T15" fmla="*/ 210 h 216"/>
                <a:gd name="T16" fmla="*/ 365 w 144"/>
                <a:gd name="T17" fmla="*/ 0 h 216"/>
                <a:gd name="T18" fmla="*/ 313 w 144"/>
                <a:gd name="T19" fmla="*/ 262 h 216"/>
                <a:gd name="T20" fmla="*/ 0 w 144"/>
                <a:gd name="T21" fmla="*/ 210 h 216"/>
                <a:gd name="T22" fmla="*/ 0 w 144"/>
                <a:gd name="T23" fmla="*/ 523 h 216"/>
                <a:gd name="T24" fmla="*/ 210 w 144"/>
                <a:gd name="T25" fmla="*/ 677 h 216"/>
                <a:gd name="T26" fmla="*/ 0 w 144"/>
                <a:gd name="T27" fmla="*/ 783 h 216"/>
                <a:gd name="T28" fmla="*/ 0 w 144"/>
                <a:gd name="T29" fmla="*/ 1042 h 216"/>
                <a:gd name="T30" fmla="*/ 313 w 144"/>
                <a:gd name="T31" fmla="*/ 1042 h 216"/>
                <a:gd name="T32" fmla="*/ 421 w 144"/>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72" y="216"/>
                  </a:moveTo>
                  <a:cubicBezTo>
                    <a:pt x="108" y="216"/>
                    <a:pt x="81" y="180"/>
                    <a:pt x="90" y="180"/>
                  </a:cubicBezTo>
                  <a:cubicBezTo>
                    <a:pt x="99" y="180"/>
                    <a:pt x="144" y="180"/>
                    <a:pt x="144" y="180"/>
                  </a:cubicBezTo>
                  <a:cubicBezTo>
                    <a:pt x="144" y="180"/>
                    <a:pt x="144" y="162"/>
                    <a:pt x="144" y="135"/>
                  </a:cubicBezTo>
                  <a:cubicBezTo>
                    <a:pt x="144" y="108"/>
                    <a:pt x="117" y="144"/>
                    <a:pt x="117" y="108"/>
                  </a:cubicBezTo>
                  <a:cubicBezTo>
                    <a:pt x="117" y="63"/>
                    <a:pt x="144" y="99"/>
                    <a:pt x="144" y="90"/>
                  </a:cubicBezTo>
                  <a:cubicBezTo>
                    <a:pt x="144" y="81"/>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45" y="180"/>
                    <a:pt x="54" y="180"/>
                  </a:cubicBezTo>
                  <a:cubicBezTo>
                    <a:pt x="63" y="180"/>
                    <a:pt x="36" y="216"/>
                    <a:pt x="72" y="216"/>
                  </a:cubicBezTo>
                  <a:close/>
                </a:path>
              </a:pathLst>
            </a:custGeom>
            <a:solidFill>
              <a:srgbClr val="FFFFFF"/>
            </a:solidFill>
            <a:ln w="9525">
              <a:noFill/>
              <a:round/>
            </a:ln>
          </p:spPr>
          <p:txBody>
            <a:bodyPr/>
            <a:lstStyle/>
            <a:p>
              <a:endParaRPr lang="en-GB" sz="1815"/>
            </a:p>
          </p:txBody>
        </p:sp>
        <p:sp>
          <p:nvSpPr>
            <p:cNvPr id="102" name="Freeform 20"/>
            <p:cNvSpPr/>
            <p:nvPr/>
          </p:nvSpPr>
          <p:spPr bwMode="auto">
            <a:xfrm>
              <a:off x="3215295" y="5500598"/>
              <a:ext cx="417227" cy="417214"/>
            </a:xfrm>
            <a:custGeom>
              <a:avLst/>
              <a:gdLst>
                <a:gd name="T0" fmla="*/ 885 w 180"/>
                <a:gd name="T1" fmla="*/ 677 h 180"/>
                <a:gd name="T2" fmla="*/ 1041 w 180"/>
                <a:gd name="T3" fmla="*/ 522 h 180"/>
                <a:gd name="T4" fmla="*/ 1041 w 180"/>
                <a:gd name="T5" fmla="*/ 210 h 180"/>
                <a:gd name="T6" fmla="*/ 729 w 180"/>
                <a:gd name="T7" fmla="*/ 210 h 180"/>
                <a:gd name="T8" fmla="*/ 624 w 180"/>
                <a:gd name="T9" fmla="*/ 0 h 180"/>
                <a:gd name="T10" fmla="*/ 522 w 180"/>
                <a:gd name="T11" fmla="*/ 210 h 180"/>
                <a:gd name="T12" fmla="*/ 210 w 180"/>
                <a:gd name="T13" fmla="*/ 210 h 180"/>
                <a:gd name="T14" fmla="*/ 210 w 180"/>
                <a:gd name="T15" fmla="*/ 522 h 180"/>
                <a:gd name="T16" fmla="*/ 0 w 180"/>
                <a:gd name="T17" fmla="*/ 624 h 180"/>
                <a:gd name="T18" fmla="*/ 210 w 180"/>
                <a:gd name="T19" fmla="*/ 729 h 180"/>
                <a:gd name="T20" fmla="*/ 210 w 180"/>
                <a:gd name="T21" fmla="*/ 1041 h 180"/>
                <a:gd name="T22" fmla="*/ 522 w 180"/>
                <a:gd name="T23" fmla="*/ 1041 h 180"/>
                <a:gd name="T24" fmla="*/ 677 w 180"/>
                <a:gd name="T25" fmla="*/ 831 h 180"/>
                <a:gd name="T26" fmla="*/ 779 w 180"/>
                <a:gd name="T27" fmla="*/ 1041 h 180"/>
                <a:gd name="T28" fmla="*/ 1041 w 180"/>
                <a:gd name="T29" fmla="*/ 1041 h 180"/>
                <a:gd name="T30" fmla="*/ 1041 w 180"/>
                <a:gd name="T31" fmla="*/ 779 h 180"/>
                <a:gd name="T32" fmla="*/ 885 w 180"/>
                <a:gd name="T33" fmla="*/ 67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53" y="117"/>
                  </a:moveTo>
                  <a:cubicBezTo>
                    <a:pt x="153" y="63"/>
                    <a:pt x="180" y="99"/>
                    <a:pt x="180" y="90"/>
                  </a:cubicBezTo>
                  <a:cubicBezTo>
                    <a:pt x="180" y="81"/>
                    <a:pt x="180" y="36"/>
                    <a:pt x="180" y="36"/>
                  </a:cubicBezTo>
                  <a:cubicBezTo>
                    <a:pt x="180" y="36"/>
                    <a:pt x="144" y="36"/>
                    <a:pt x="126" y="36"/>
                  </a:cubicBezTo>
                  <a:cubicBezTo>
                    <a:pt x="108" y="36"/>
                    <a:pt x="162" y="0"/>
                    <a:pt x="108" y="0"/>
                  </a:cubicBezTo>
                  <a:cubicBezTo>
                    <a:pt x="63" y="0"/>
                    <a:pt x="99" y="36"/>
                    <a:pt x="90" y="36"/>
                  </a:cubicBezTo>
                  <a:cubicBezTo>
                    <a:pt x="81" y="36"/>
                    <a:pt x="36" y="36"/>
                    <a:pt x="36" y="36"/>
                  </a:cubicBezTo>
                  <a:cubicBezTo>
                    <a:pt x="36" y="36"/>
                    <a:pt x="36" y="72"/>
                    <a:pt x="36" y="90"/>
                  </a:cubicBezTo>
                  <a:cubicBezTo>
                    <a:pt x="36" y="108"/>
                    <a:pt x="0" y="72"/>
                    <a:pt x="0" y="108"/>
                  </a:cubicBezTo>
                  <a:cubicBezTo>
                    <a:pt x="0" y="144"/>
                    <a:pt x="36" y="117"/>
                    <a:pt x="36" y="126"/>
                  </a:cubicBezTo>
                  <a:cubicBezTo>
                    <a:pt x="36" y="135"/>
                    <a:pt x="36" y="180"/>
                    <a:pt x="36" y="180"/>
                  </a:cubicBezTo>
                  <a:cubicBezTo>
                    <a:pt x="36" y="180"/>
                    <a:pt x="63" y="180"/>
                    <a:pt x="90" y="180"/>
                  </a:cubicBezTo>
                  <a:cubicBezTo>
                    <a:pt x="117" y="180"/>
                    <a:pt x="72" y="144"/>
                    <a:pt x="117" y="144"/>
                  </a:cubicBezTo>
                  <a:cubicBezTo>
                    <a:pt x="162" y="144"/>
                    <a:pt x="126" y="180"/>
                    <a:pt x="135" y="180"/>
                  </a:cubicBezTo>
                  <a:cubicBezTo>
                    <a:pt x="144" y="180"/>
                    <a:pt x="180" y="180"/>
                    <a:pt x="180" y="180"/>
                  </a:cubicBezTo>
                  <a:cubicBezTo>
                    <a:pt x="180" y="180"/>
                    <a:pt x="180" y="153"/>
                    <a:pt x="180" y="135"/>
                  </a:cubicBezTo>
                  <a:cubicBezTo>
                    <a:pt x="180" y="117"/>
                    <a:pt x="153" y="153"/>
                    <a:pt x="153" y="117"/>
                  </a:cubicBezTo>
                  <a:close/>
                </a:path>
              </a:pathLst>
            </a:custGeom>
            <a:solidFill>
              <a:srgbClr val="FFFFFF"/>
            </a:solidFill>
            <a:ln w="9525">
              <a:noFill/>
              <a:round/>
            </a:ln>
          </p:spPr>
          <p:txBody>
            <a:bodyPr/>
            <a:lstStyle/>
            <a:p>
              <a:endParaRPr lang="en-GB" sz="1815"/>
            </a:p>
          </p:txBody>
        </p:sp>
        <p:sp>
          <p:nvSpPr>
            <p:cNvPr id="103" name="Freeform 21"/>
            <p:cNvSpPr/>
            <p:nvPr/>
          </p:nvSpPr>
          <p:spPr bwMode="auto">
            <a:xfrm>
              <a:off x="2630145" y="4831506"/>
              <a:ext cx="334556" cy="501174"/>
            </a:xfrm>
            <a:custGeom>
              <a:avLst/>
              <a:gdLst>
                <a:gd name="T0" fmla="*/ 421 w 144"/>
                <a:gd name="T1" fmla="*/ 1252 h 216"/>
                <a:gd name="T2" fmla="*/ 523 w 144"/>
                <a:gd name="T3" fmla="*/ 990 h 216"/>
                <a:gd name="T4" fmla="*/ 838 w 144"/>
                <a:gd name="T5" fmla="*/ 1042 h 216"/>
                <a:gd name="T6" fmla="*/ 838 w 144"/>
                <a:gd name="T7" fmla="*/ 783 h 216"/>
                <a:gd name="T8" fmla="*/ 680 w 144"/>
                <a:gd name="T9" fmla="*/ 677 h 216"/>
                <a:gd name="T10" fmla="*/ 838 w 144"/>
                <a:gd name="T11" fmla="*/ 523 h 216"/>
                <a:gd name="T12" fmla="*/ 838 w 144"/>
                <a:gd name="T13" fmla="*/ 210 h 216"/>
                <a:gd name="T14" fmla="*/ 523 w 144"/>
                <a:gd name="T15" fmla="*/ 262 h 216"/>
                <a:gd name="T16" fmla="*/ 473 w 144"/>
                <a:gd name="T17" fmla="*/ 0 h 216"/>
                <a:gd name="T18" fmla="*/ 313 w 144"/>
                <a:gd name="T19" fmla="*/ 210 h 216"/>
                <a:gd name="T20" fmla="*/ 0 w 144"/>
                <a:gd name="T21" fmla="*/ 210 h 216"/>
                <a:gd name="T22" fmla="*/ 0 w 144"/>
                <a:gd name="T23" fmla="*/ 471 h 216"/>
                <a:gd name="T24" fmla="*/ 158 w 144"/>
                <a:gd name="T25" fmla="*/ 575 h 216"/>
                <a:gd name="T26" fmla="*/ 0 w 144"/>
                <a:gd name="T27" fmla="*/ 677 h 216"/>
                <a:gd name="T28" fmla="*/ 0 w 144"/>
                <a:gd name="T29" fmla="*/ 1042 h 216"/>
                <a:gd name="T30" fmla="*/ 313 w 144"/>
                <a:gd name="T31" fmla="*/ 990 h 216"/>
                <a:gd name="T32" fmla="*/ 421 w 144"/>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72" y="216"/>
                  </a:moveTo>
                  <a:cubicBezTo>
                    <a:pt x="108" y="216"/>
                    <a:pt x="81" y="171"/>
                    <a:pt x="90" y="171"/>
                  </a:cubicBezTo>
                  <a:cubicBezTo>
                    <a:pt x="99" y="171"/>
                    <a:pt x="144" y="180"/>
                    <a:pt x="144" y="180"/>
                  </a:cubicBezTo>
                  <a:cubicBezTo>
                    <a:pt x="144" y="180"/>
                    <a:pt x="144" y="153"/>
                    <a:pt x="144" y="135"/>
                  </a:cubicBezTo>
                  <a:cubicBezTo>
                    <a:pt x="144" y="117"/>
                    <a:pt x="117" y="153"/>
                    <a:pt x="117" y="117"/>
                  </a:cubicBezTo>
                  <a:cubicBezTo>
                    <a:pt x="117" y="63"/>
                    <a:pt x="144" y="99"/>
                    <a:pt x="144" y="90"/>
                  </a:cubicBezTo>
                  <a:cubicBezTo>
                    <a:pt x="144" y="81"/>
                    <a:pt x="144" y="36"/>
                    <a:pt x="144" y="36"/>
                  </a:cubicBezTo>
                  <a:cubicBezTo>
                    <a:pt x="144" y="36"/>
                    <a:pt x="126" y="45"/>
                    <a:pt x="90" y="45"/>
                  </a:cubicBezTo>
                  <a:cubicBezTo>
                    <a:pt x="81" y="45"/>
                    <a:pt x="117" y="0"/>
                    <a:pt x="81" y="0"/>
                  </a:cubicBezTo>
                  <a:cubicBezTo>
                    <a:pt x="36" y="0"/>
                    <a:pt x="63" y="36"/>
                    <a:pt x="54" y="36"/>
                  </a:cubicBezTo>
                  <a:cubicBezTo>
                    <a:pt x="45" y="36"/>
                    <a:pt x="0" y="36"/>
                    <a:pt x="0" y="36"/>
                  </a:cubicBezTo>
                  <a:cubicBezTo>
                    <a:pt x="0" y="36"/>
                    <a:pt x="0" y="63"/>
                    <a:pt x="0" y="81"/>
                  </a:cubicBezTo>
                  <a:cubicBezTo>
                    <a:pt x="0" y="99"/>
                    <a:pt x="27" y="63"/>
                    <a:pt x="27" y="99"/>
                  </a:cubicBezTo>
                  <a:cubicBezTo>
                    <a:pt x="27" y="135"/>
                    <a:pt x="0" y="108"/>
                    <a:pt x="0" y="117"/>
                  </a:cubicBezTo>
                  <a:cubicBezTo>
                    <a:pt x="0" y="126"/>
                    <a:pt x="0" y="180"/>
                    <a:pt x="0" y="180"/>
                  </a:cubicBezTo>
                  <a:cubicBezTo>
                    <a:pt x="0" y="180"/>
                    <a:pt x="45" y="171"/>
                    <a:pt x="54" y="171"/>
                  </a:cubicBezTo>
                  <a:cubicBezTo>
                    <a:pt x="63" y="171"/>
                    <a:pt x="36" y="216"/>
                    <a:pt x="72" y="216"/>
                  </a:cubicBezTo>
                  <a:close/>
                </a:path>
              </a:pathLst>
            </a:custGeom>
            <a:solidFill>
              <a:srgbClr val="FFFFFF"/>
            </a:solidFill>
            <a:ln w="9525">
              <a:noFill/>
              <a:round/>
            </a:ln>
          </p:spPr>
          <p:txBody>
            <a:bodyPr/>
            <a:lstStyle/>
            <a:p>
              <a:endParaRPr lang="en-GB" sz="1815"/>
            </a:p>
          </p:txBody>
        </p:sp>
        <p:sp>
          <p:nvSpPr>
            <p:cNvPr id="104" name="Freeform 22"/>
            <p:cNvSpPr/>
            <p:nvPr/>
          </p:nvSpPr>
          <p:spPr bwMode="auto">
            <a:xfrm>
              <a:off x="3967078" y="5500598"/>
              <a:ext cx="355224" cy="501174"/>
            </a:xfrm>
            <a:custGeom>
              <a:avLst/>
              <a:gdLst>
                <a:gd name="T0" fmla="*/ 678 w 153"/>
                <a:gd name="T1" fmla="*/ 575 h 216"/>
                <a:gd name="T2" fmla="*/ 838 w 153"/>
                <a:gd name="T3" fmla="*/ 471 h 216"/>
                <a:gd name="T4" fmla="*/ 838 w 153"/>
                <a:gd name="T5" fmla="*/ 210 h 216"/>
                <a:gd name="T6" fmla="*/ 482 w 153"/>
                <a:gd name="T7" fmla="*/ 210 h 216"/>
                <a:gd name="T8" fmla="*/ 430 w 153"/>
                <a:gd name="T9" fmla="*/ 0 h 216"/>
                <a:gd name="T10" fmla="*/ 271 w 153"/>
                <a:gd name="T11" fmla="*/ 210 h 216"/>
                <a:gd name="T12" fmla="*/ 0 w 153"/>
                <a:gd name="T13" fmla="*/ 210 h 216"/>
                <a:gd name="T14" fmla="*/ 0 w 153"/>
                <a:gd name="T15" fmla="*/ 523 h 216"/>
                <a:gd name="T16" fmla="*/ 210 w 153"/>
                <a:gd name="T17" fmla="*/ 677 h 216"/>
                <a:gd name="T18" fmla="*/ 0 w 153"/>
                <a:gd name="T19" fmla="*/ 783 h 216"/>
                <a:gd name="T20" fmla="*/ 0 w 153"/>
                <a:gd name="T21" fmla="*/ 1042 h 216"/>
                <a:gd name="T22" fmla="*/ 262 w 153"/>
                <a:gd name="T23" fmla="*/ 1042 h 216"/>
                <a:gd name="T24" fmla="*/ 471 w 153"/>
                <a:gd name="T25" fmla="*/ 1252 h 216"/>
                <a:gd name="T26" fmla="*/ 575 w 153"/>
                <a:gd name="T27" fmla="*/ 1042 h 216"/>
                <a:gd name="T28" fmla="*/ 838 w 153"/>
                <a:gd name="T29" fmla="*/ 1042 h 216"/>
                <a:gd name="T30" fmla="*/ 888 w 153"/>
                <a:gd name="T31" fmla="*/ 729 h 216"/>
                <a:gd name="T32" fmla="*/ 678 w 153"/>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16"/>
                <a:gd name="T53" fmla="*/ 153 w 153"/>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16">
                  <a:moveTo>
                    <a:pt x="117" y="99"/>
                  </a:moveTo>
                  <a:cubicBezTo>
                    <a:pt x="117" y="63"/>
                    <a:pt x="144" y="108"/>
                    <a:pt x="144" y="81"/>
                  </a:cubicBezTo>
                  <a:cubicBezTo>
                    <a:pt x="144" y="61"/>
                    <a:pt x="144" y="36"/>
                    <a:pt x="144" y="36"/>
                  </a:cubicBezTo>
                  <a:cubicBezTo>
                    <a:pt x="144" y="36"/>
                    <a:pt x="119" y="36"/>
                    <a:pt x="83" y="36"/>
                  </a:cubicBezTo>
                  <a:cubicBezTo>
                    <a:pt x="74" y="36"/>
                    <a:pt x="110" y="0"/>
                    <a:pt x="74" y="0"/>
                  </a:cubicBezTo>
                  <a:cubicBezTo>
                    <a:pt x="29" y="0"/>
                    <a:pt x="56" y="36"/>
                    <a:pt x="47" y="36"/>
                  </a:cubicBezTo>
                  <a:cubicBezTo>
                    <a:pt x="38"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0" y="180"/>
                    <a:pt x="45" y="180"/>
                  </a:cubicBezTo>
                  <a:cubicBezTo>
                    <a:pt x="90" y="180"/>
                    <a:pt x="45" y="216"/>
                    <a:pt x="81" y="216"/>
                  </a:cubicBezTo>
                  <a:cubicBezTo>
                    <a:pt x="117" y="216"/>
                    <a:pt x="81" y="189"/>
                    <a:pt x="99" y="180"/>
                  </a:cubicBezTo>
                  <a:cubicBezTo>
                    <a:pt x="117" y="171"/>
                    <a:pt x="144" y="180"/>
                    <a:pt x="144" y="180"/>
                  </a:cubicBezTo>
                  <a:cubicBezTo>
                    <a:pt x="144" y="180"/>
                    <a:pt x="153" y="144"/>
                    <a:pt x="153" y="126"/>
                  </a:cubicBezTo>
                  <a:cubicBezTo>
                    <a:pt x="153" y="108"/>
                    <a:pt x="117" y="144"/>
                    <a:pt x="117" y="99"/>
                  </a:cubicBezTo>
                  <a:close/>
                </a:path>
              </a:pathLst>
            </a:custGeom>
            <a:solidFill>
              <a:srgbClr val="FFFFFF"/>
            </a:solidFill>
            <a:ln w="9525">
              <a:noFill/>
              <a:round/>
            </a:ln>
          </p:spPr>
          <p:txBody>
            <a:bodyPr/>
            <a:lstStyle/>
            <a:p>
              <a:endParaRPr lang="en-GB" sz="1815"/>
            </a:p>
          </p:txBody>
        </p:sp>
        <p:sp>
          <p:nvSpPr>
            <p:cNvPr id="105" name="Freeform 23"/>
            <p:cNvSpPr/>
            <p:nvPr/>
          </p:nvSpPr>
          <p:spPr bwMode="auto">
            <a:xfrm>
              <a:off x="4572896" y="5479931"/>
              <a:ext cx="396559" cy="521841"/>
            </a:xfrm>
            <a:custGeom>
              <a:avLst/>
              <a:gdLst>
                <a:gd name="T0" fmla="*/ 835 w 171"/>
                <a:gd name="T1" fmla="*/ 677 h 225"/>
                <a:gd name="T2" fmla="*/ 989 w 171"/>
                <a:gd name="T3" fmla="*/ 575 h 225"/>
                <a:gd name="T4" fmla="*/ 989 w 171"/>
                <a:gd name="T5" fmla="*/ 260 h 225"/>
                <a:gd name="T6" fmla="*/ 729 w 171"/>
                <a:gd name="T7" fmla="*/ 210 h 225"/>
                <a:gd name="T8" fmla="*/ 551 w 171"/>
                <a:gd name="T9" fmla="*/ 0 h 225"/>
                <a:gd name="T10" fmla="*/ 417 w 171"/>
                <a:gd name="T11" fmla="*/ 210 h 225"/>
                <a:gd name="T12" fmla="*/ 154 w 171"/>
                <a:gd name="T13" fmla="*/ 260 h 225"/>
                <a:gd name="T14" fmla="*/ 154 w 171"/>
                <a:gd name="T15" fmla="*/ 575 h 225"/>
                <a:gd name="T16" fmla="*/ 0 w 171"/>
                <a:gd name="T17" fmla="*/ 677 h 225"/>
                <a:gd name="T18" fmla="*/ 154 w 171"/>
                <a:gd name="T19" fmla="*/ 835 h 225"/>
                <a:gd name="T20" fmla="*/ 154 w 171"/>
                <a:gd name="T21" fmla="*/ 1093 h 225"/>
                <a:gd name="T22" fmla="*/ 467 w 171"/>
                <a:gd name="T23" fmla="*/ 1041 h 225"/>
                <a:gd name="T24" fmla="*/ 575 w 171"/>
                <a:gd name="T25" fmla="*/ 1302 h 225"/>
                <a:gd name="T26" fmla="*/ 677 w 171"/>
                <a:gd name="T27" fmla="*/ 1041 h 225"/>
                <a:gd name="T28" fmla="*/ 989 w 171"/>
                <a:gd name="T29" fmla="*/ 1093 h 225"/>
                <a:gd name="T30" fmla="*/ 989 w 171"/>
                <a:gd name="T31" fmla="*/ 835 h 225"/>
                <a:gd name="T32" fmla="*/ 835 w 171"/>
                <a:gd name="T33" fmla="*/ 677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225"/>
                <a:gd name="T53" fmla="*/ 171 w 171"/>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225">
                  <a:moveTo>
                    <a:pt x="144" y="117"/>
                  </a:moveTo>
                  <a:cubicBezTo>
                    <a:pt x="144" y="81"/>
                    <a:pt x="171" y="108"/>
                    <a:pt x="171" y="99"/>
                  </a:cubicBezTo>
                  <a:cubicBezTo>
                    <a:pt x="171" y="90"/>
                    <a:pt x="171" y="45"/>
                    <a:pt x="171" y="45"/>
                  </a:cubicBezTo>
                  <a:cubicBezTo>
                    <a:pt x="171" y="45"/>
                    <a:pt x="162" y="45"/>
                    <a:pt x="126" y="36"/>
                  </a:cubicBezTo>
                  <a:cubicBezTo>
                    <a:pt x="90" y="27"/>
                    <a:pt x="144" y="0"/>
                    <a:pt x="95" y="0"/>
                  </a:cubicBezTo>
                  <a:cubicBezTo>
                    <a:pt x="63" y="0"/>
                    <a:pt x="90" y="18"/>
                    <a:pt x="72" y="36"/>
                  </a:cubicBezTo>
                  <a:cubicBezTo>
                    <a:pt x="63" y="45"/>
                    <a:pt x="27" y="45"/>
                    <a:pt x="27" y="45"/>
                  </a:cubicBezTo>
                  <a:cubicBezTo>
                    <a:pt x="36" y="72"/>
                    <a:pt x="27" y="72"/>
                    <a:pt x="27" y="99"/>
                  </a:cubicBezTo>
                  <a:cubicBezTo>
                    <a:pt x="27" y="117"/>
                    <a:pt x="0" y="72"/>
                    <a:pt x="0" y="117"/>
                  </a:cubicBezTo>
                  <a:cubicBezTo>
                    <a:pt x="0" y="162"/>
                    <a:pt x="27" y="135"/>
                    <a:pt x="27" y="144"/>
                  </a:cubicBezTo>
                  <a:cubicBezTo>
                    <a:pt x="27" y="153"/>
                    <a:pt x="27" y="189"/>
                    <a:pt x="27" y="189"/>
                  </a:cubicBezTo>
                  <a:cubicBezTo>
                    <a:pt x="27" y="189"/>
                    <a:pt x="72" y="180"/>
                    <a:pt x="81" y="180"/>
                  </a:cubicBezTo>
                  <a:cubicBezTo>
                    <a:pt x="90" y="180"/>
                    <a:pt x="63" y="225"/>
                    <a:pt x="99" y="225"/>
                  </a:cubicBezTo>
                  <a:cubicBezTo>
                    <a:pt x="135" y="225"/>
                    <a:pt x="108" y="180"/>
                    <a:pt x="117" y="180"/>
                  </a:cubicBezTo>
                  <a:cubicBezTo>
                    <a:pt x="126" y="180"/>
                    <a:pt x="171" y="189"/>
                    <a:pt x="171" y="189"/>
                  </a:cubicBezTo>
                  <a:cubicBezTo>
                    <a:pt x="171" y="189"/>
                    <a:pt x="171" y="171"/>
                    <a:pt x="171" y="144"/>
                  </a:cubicBezTo>
                  <a:cubicBezTo>
                    <a:pt x="171" y="117"/>
                    <a:pt x="144" y="153"/>
                    <a:pt x="144" y="117"/>
                  </a:cubicBezTo>
                  <a:close/>
                </a:path>
              </a:pathLst>
            </a:custGeom>
            <a:solidFill>
              <a:srgbClr val="FFFFFF"/>
            </a:solidFill>
            <a:ln w="9525">
              <a:noFill/>
              <a:round/>
            </a:ln>
          </p:spPr>
          <p:txBody>
            <a:bodyPr/>
            <a:lstStyle/>
            <a:p>
              <a:endParaRPr lang="en-GB" sz="1815"/>
            </a:p>
          </p:txBody>
        </p:sp>
        <p:sp>
          <p:nvSpPr>
            <p:cNvPr id="106" name="Freeform 24"/>
            <p:cNvSpPr/>
            <p:nvPr/>
          </p:nvSpPr>
          <p:spPr bwMode="auto">
            <a:xfrm>
              <a:off x="5199382" y="5500598"/>
              <a:ext cx="439186" cy="501174"/>
            </a:xfrm>
            <a:custGeom>
              <a:avLst/>
              <a:gdLst>
                <a:gd name="T0" fmla="*/ 941 w 189"/>
                <a:gd name="T1" fmla="*/ 625 h 216"/>
                <a:gd name="T2" fmla="*/ 1101 w 189"/>
                <a:gd name="T3" fmla="*/ 523 h 216"/>
                <a:gd name="T4" fmla="*/ 1101 w 189"/>
                <a:gd name="T5" fmla="*/ 210 h 216"/>
                <a:gd name="T6" fmla="*/ 786 w 189"/>
                <a:gd name="T7" fmla="*/ 210 h 216"/>
                <a:gd name="T8" fmla="*/ 680 w 189"/>
                <a:gd name="T9" fmla="*/ 0 h 216"/>
                <a:gd name="T10" fmla="*/ 576 w 189"/>
                <a:gd name="T11" fmla="*/ 210 h 216"/>
                <a:gd name="T12" fmla="*/ 263 w 189"/>
                <a:gd name="T13" fmla="*/ 210 h 216"/>
                <a:gd name="T14" fmla="*/ 263 w 189"/>
                <a:gd name="T15" fmla="*/ 575 h 216"/>
                <a:gd name="T16" fmla="*/ 0 w 189"/>
                <a:gd name="T17" fmla="*/ 677 h 216"/>
                <a:gd name="T18" fmla="*/ 210 w 189"/>
                <a:gd name="T19" fmla="*/ 783 h 216"/>
                <a:gd name="T20" fmla="*/ 263 w 189"/>
                <a:gd name="T21" fmla="*/ 1042 h 216"/>
                <a:gd name="T22" fmla="*/ 576 w 189"/>
                <a:gd name="T23" fmla="*/ 1042 h 216"/>
                <a:gd name="T24" fmla="*/ 680 w 189"/>
                <a:gd name="T25" fmla="*/ 1252 h 216"/>
                <a:gd name="T26" fmla="*/ 786 w 189"/>
                <a:gd name="T27" fmla="*/ 1042 h 216"/>
                <a:gd name="T28" fmla="*/ 1101 w 189"/>
                <a:gd name="T29" fmla="*/ 1042 h 216"/>
                <a:gd name="T30" fmla="*/ 1101 w 189"/>
                <a:gd name="T31" fmla="*/ 783 h 216"/>
                <a:gd name="T32" fmla="*/ 941 w 189"/>
                <a:gd name="T33" fmla="*/ 62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16"/>
                <a:gd name="T53" fmla="*/ 189 w 189"/>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16">
                  <a:moveTo>
                    <a:pt x="162" y="108"/>
                  </a:moveTo>
                  <a:cubicBezTo>
                    <a:pt x="162" y="63"/>
                    <a:pt x="189" y="99"/>
                    <a:pt x="189" y="90"/>
                  </a:cubicBezTo>
                  <a:cubicBezTo>
                    <a:pt x="189" y="81"/>
                    <a:pt x="189" y="36"/>
                    <a:pt x="189" y="36"/>
                  </a:cubicBezTo>
                  <a:cubicBezTo>
                    <a:pt x="189" y="36"/>
                    <a:pt x="153" y="36"/>
                    <a:pt x="135" y="36"/>
                  </a:cubicBezTo>
                  <a:cubicBezTo>
                    <a:pt x="117" y="36"/>
                    <a:pt x="171" y="0"/>
                    <a:pt x="117" y="0"/>
                  </a:cubicBezTo>
                  <a:cubicBezTo>
                    <a:pt x="72" y="0"/>
                    <a:pt x="108" y="36"/>
                    <a:pt x="99" y="36"/>
                  </a:cubicBezTo>
                  <a:cubicBezTo>
                    <a:pt x="90" y="36"/>
                    <a:pt x="45" y="36"/>
                    <a:pt x="45" y="36"/>
                  </a:cubicBezTo>
                  <a:cubicBezTo>
                    <a:pt x="45" y="36"/>
                    <a:pt x="54" y="72"/>
                    <a:pt x="45" y="99"/>
                  </a:cubicBezTo>
                  <a:cubicBezTo>
                    <a:pt x="36" y="126"/>
                    <a:pt x="0" y="72"/>
                    <a:pt x="0" y="117"/>
                  </a:cubicBezTo>
                  <a:cubicBezTo>
                    <a:pt x="0" y="162"/>
                    <a:pt x="27" y="117"/>
                    <a:pt x="36" y="135"/>
                  </a:cubicBezTo>
                  <a:cubicBezTo>
                    <a:pt x="45" y="153"/>
                    <a:pt x="45" y="180"/>
                    <a:pt x="45" y="180"/>
                  </a:cubicBezTo>
                  <a:cubicBezTo>
                    <a:pt x="45" y="180"/>
                    <a:pt x="81" y="180"/>
                    <a:pt x="99" y="180"/>
                  </a:cubicBezTo>
                  <a:cubicBezTo>
                    <a:pt x="117" y="180"/>
                    <a:pt x="81" y="216"/>
                    <a:pt x="117" y="216"/>
                  </a:cubicBezTo>
                  <a:cubicBezTo>
                    <a:pt x="153" y="216"/>
                    <a:pt x="126" y="180"/>
                    <a:pt x="135" y="180"/>
                  </a:cubicBezTo>
                  <a:cubicBezTo>
                    <a:pt x="144" y="180"/>
                    <a:pt x="189" y="180"/>
                    <a:pt x="189" y="180"/>
                  </a:cubicBezTo>
                  <a:cubicBezTo>
                    <a:pt x="189" y="180"/>
                    <a:pt x="189" y="162"/>
                    <a:pt x="189" y="135"/>
                  </a:cubicBezTo>
                  <a:cubicBezTo>
                    <a:pt x="189" y="108"/>
                    <a:pt x="162" y="144"/>
                    <a:pt x="162" y="108"/>
                  </a:cubicBezTo>
                  <a:close/>
                </a:path>
              </a:pathLst>
            </a:custGeom>
            <a:solidFill>
              <a:srgbClr val="FFFFFF"/>
            </a:solidFill>
            <a:ln w="9525">
              <a:noFill/>
              <a:round/>
            </a:ln>
          </p:spPr>
          <p:txBody>
            <a:bodyPr/>
            <a:lstStyle/>
            <a:p>
              <a:endParaRPr lang="en-GB" sz="1815"/>
            </a:p>
          </p:txBody>
        </p:sp>
        <p:sp>
          <p:nvSpPr>
            <p:cNvPr id="107" name="Freeform 25"/>
            <p:cNvSpPr/>
            <p:nvPr/>
          </p:nvSpPr>
          <p:spPr bwMode="auto">
            <a:xfrm>
              <a:off x="7204136" y="3578571"/>
              <a:ext cx="439186" cy="439173"/>
            </a:xfrm>
            <a:custGeom>
              <a:avLst/>
              <a:gdLst>
                <a:gd name="T0" fmla="*/ 628 w 189"/>
                <a:gd name="T1" fmla="*/ 158 h 189"/>
                <a:gd name="T2" fmla="*/ 523 w 189"/>
                <a:gd name="T3" fmla="*/ 0 h 189"/>
                <a:gd name="T4" fmla="*/ 263 w 189"/>
                <a:gd name="T5" fmla="*/ 0 h 189"/>
                <a:gd name="T6" fmla="*/ 263 w 189"/>
                <a:gd name="T7" fmla="*/ 263 h 189"/>
                <a:gd name="T8" fmla="*/ 0 w 189"/>
                <a:gd name="T9" fmla="*/ 365 h 189"/>
                <a:gd name="T10" fmla="*/ 263 w 189"/>
                <a:gd name="T11" fmla="*/ 523 h 189"/>
                <a:gd name="T12" fmla="*/ 263 w 189"/>
                <a:gd name="T13" fmla="*/ 838 h 189"/>
                <a:gd name="T14" fmla="*/ 523 w 189"/>
                <a:gd name="T15" fmla="*/ 838 h 189"/>
                <a:gd name="T16" fmla="*/ 680 w 189"/>
                <a:gd name="T17" fmla="*/ 1101 h 189"/>
                <a:gd name="T18" fmla="*/ 838 w 189"/>
                <a:gd name="T19" fmla="*/ 838 h 189"/>
                <a:gd name="T20" fmla="*/ 1101 w 189"/>
                <a:gd name="T21" fmla="*/ 838 h 189"/>
                <a:gd name="T22" fmla="*/ 1101 w 189"/>
                <a:gd name="T23" fmla="*/ 473 h 189"/>
                <a:gd name="T24" fmla="*/ 941 w 189"/>
                <a:gd name="T25" fmla="*/ 365 h 189"/>
                <a:gd name="T26" fmla="*/ 1101 w 189"/>
                <a:gd name="T27" fmla="*/ 263 h 189"/>
                <a:gd name="T28" fmla="*/ 1101 w 189"/>
                <a:gd name="T29" fmla="*/ 0 h 189"/>
                <a:gd name="T30" fmla="*/ 734 w 189"/>
                <a:gd name="T31" fmla="*/ 0 h 189"/>
                <a:gd name="T32" fmla="*/ 628 w 189"/>
                <a:gd name="T33" fmla="*/ 158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89"/>
                <a:gd name="T53" fmla="*/ 189 w 189"/>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89">
                  <a:moveTo>
                    <a:pt x="108" y="27"/>
                  </a:moveTo>
                  <a:cubicBezTo>
                    <a:pt x="72" y="27"/>
                    <a:pt x="108" y="0"/>
                    <a:pt x="90" y="0"/>
                  </a:cubicBezTo>
                  <a:cubicBezTo>
                    <a:pt x="72" y="0"/>
                    <a:pt x="45" y="0"/>
                    <a:pt x="45" y="0"/>
                  </a:cubicBezTo>
                  <a:cubicBezTo>
                    <a:pt x="45" y="0"/>
                    <a:pt x="54" y="27"/>
                    <a:pt x="45" y="45"/>
                  </a:cubicBezTo>
                  <a:cubicBezTo>
                    <a:pt x="36" y="63"/>
                    <a:pt x="0" y="27"/>
                    <a:pt x="0" y="63"/>
                  </a:cubicBezTo>
                  <a:cubicBezTo>
                    <a:pt x="0" y="117"/>
                    <a:pt x="45" y="58"/>
                    <a:pt x="45" y="90"/>
                  </a:cubicBezTo>
                  <a:cubicBezTo>
                    <a:pt x="45" y="117"/>
                    <a:pt x="45" y="144"/>
                    <a:pt x="45" y="144"/>
                  </a:cubicBezTo>
                  <a:cubicBezTo>
                    <a:pt x="45" y="144"/>
                    <a:pt x="81" y="144"/>
                    <a:pt x="90" y="144"/>
                  </a:cubicBezTo>
                  <a:cubicBezTo>
                    <a:pt x="99" y="144"/>
                    <a:pt x="72" y="189"/>
                    <a:pt x="117" y="189"/>
                  </a:cubicBezTo>
                  <a:cubicBezTo>
                    <a:pt x="171" y="189"/>
                    <a:pt x="126" y="144"/>
                    <a:pt x="144" y="144"/>
                  </a:cubicBezTo>
                  <a:cubicBezTo>
                    <a:pt x="162" y="144"/>
                    <a:pt x="189" y="144"/>
                    <a:pt x="189" y="144"/>
                  </a:cubicBezTo>
                  <a:cubicBezTo>
                    <a:pt x="189" y="144"/>
                    <a:pt x="189" y="90"/>
                    <a:pt x="189" y="81"/>
                  </a:cubicBezTo>
                  <a:cubicBezTo>
                    <a:pt x="189" y="72"/>
                    <a:pt x="162" y="99"/>
                    <a:pt x="162" y="63"/>
                  </a:cubicBezTo>
                  <a:cubicBezTo>
                    <a:pt x="162" y="27"/>
                    <a:pt x="189" y="63"/>
                    <a:pt x="189" y="45"/>
                  </a:cubicBezTo>
                  <a:cubicBezTo>
                    <a:pt x="189" y="27"/>
                    <a:pt x="189" y="0"/>
                    <a:pt x="189" y="0"/>
                  </a:cubicBezTo>
                  <a:cubicBezTo>
                    <a:pt x="189" y="0"/>
                    <a:pt x="135" y="0"/>
                    <a:pt x="126" y="0"/>
                  </a:cubicBezTo>
                  <a:cubicBezTo>
                    <a:pt x="117" y="0"/>
                    <a:pt x="144" y="27"/>
                    <a:pt x="108" y="27"/>
                  </a:cubicBezTo>
                  <a:close/>
                </a:path>
              </a:pathLst>
            </a:custGeom>
            <a:solidFill>
              <a:srgbClr val="FFFFFF"/>
            </a:solidFill>
            <a:ln w="9525">
              <a:noFill/>
              <a:round/>
            </a:ln>
          </p:spPr>
          <p:txBody>
            <a:bodyPr/>
            <a:lstStyle/>
            <a:p>
              <a:endParaRPr lang="en-GB" sz="1815"/>
            </a:p>
          </p:txBody>
        </p:sp>
        <p:sp>
          <p:nvSpPr>
            <p:cNvPr id="108" name="Freeform 26"/>
            <p:cNvSpPr/>
            <p:nvPr/>
          </p:nvSpPr>
          <p:spPr bwMode="auto">
            <a:xfrm>
              <a:off x="2964701" y="4580919"/>
              <a:ext cx="439186" cy="418506"/>
            </a:xfrm>
            <a:custGeom>
              <a:avLst/>
              <a:gdLst>
                <a:gd name="T0" fmla="*/ 421 w 189"/>
                <a:gd name="T1" fmla="*/ 1049 h 180"/>
                <a:gd name="T2" fmla="*/ 523 w 189"/>
                <a:gd name="T3" fmla="*/ 839 h 180"/>
                <a:gd name="T4" fmla="*/ 838 w 189"/>
                <a:gd name="T5" fmla="*/ 839 h 180"/>
                <a:gd name="T6" fmla="*/ 838 w 189"/>
                <a:gd name="T7" fmla="*/ 576 h 180"/>
                <a:gd name="T8" fmla="*/ 1101 w 189"/>
                <a:gd name="T9" fmla="*/ 421 h 180"/>
                <a:gd name="T10" fmla="*/ 838 w 189"/>
                <a:gd name="T11" fmla="*/ 263 h 180"/>
                <a:gd name="T12" fmla="*/ 838 w 189"/>
                <a:gd name="T13" fmla="*/ 0 h 180"/>
                <a:gd name="T14" fmla="*/ 523 w 189"/>
                <a:gd name="T15" fmla="*/ 0 h 180"/>
                <a:gd name="T16" fmla="*/ 365 w 189"/>
                <a:gd name="T17" fmla="*/ 211 h 180"/>
                <a:gd name="T18" fmla="*/ 263 w 189"/>
                <a:gd name="T19" fmla="*/ 0 h 180"/>
                <a:gd name="T20" fmla="*/ 0 w 189"/>
                <a:gd name="T21" fmla="*/ 0 h 180"/>
                <a:gd name="T22" fmla="*/ 0 w 189"/>
                <a:gd name="T23" fmla="*/ 315 h 180"/>
                <a:gd name="T24" fmla="*/ 158 w 189"/>
                <a:gd name="T25" fmla="*/ 421 h 180"/>
                <a:gd name="T26" fmla="*/ 0 w 189"/>
                <a:gd name="T27" fmla="*/ 576 h 180"/>
                <a:gd name="T28" fmla="*/ 0 w 189"/>
                <a:gd name="T29" fmla="*/ 839 h 180"/>
                <a:gd name="T30" fmla="*/ 313 w 189"/>
                <a:gd name="T31" fmla="*/ 839 h 180"/>
                <a:gd name="T32" fmla="*/ 421 w 189"/>
                <a:gd name="T33" fmla="*/ 1049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80"/>
                <a:gd name="T53" fmla="*/ 189 w 189"/>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80">
                  <a:moveTo>
                    <a:pt x="72" y="180"/>
                  </a:moveTo>
                  <a:cubicBezTo>
                    <a:pt x="108" y="180"/>
                    <a:pt x="81" y="144"/>
                    <a:pt x="90" y="144"/>
                  </a:cubicBezTo>
                  <a:cubicBezTo>
                    <a:pt x="99" y="144"/>
                    <a:pt x="144" y="144"/>
                    <a:pt x="144" y="144"/>
                  </a:cubicBezTo>
                  <a:cubicBezTo>
                    <a:pt x="144" y="144"/>
                    <a:pt x="144" y="108"/>
                    <a:pt x="144" y="99"/>
                  </a:cubicBezTo>
                  <a:cubicBezTo>
                    <a:pt x="144" y="90"/>
                    <a:pt x="189" y="117"/>
                    <a:pt x="189" y="72"/>
                  </a:cubicBezTo>
                  <a:cubicBezTo>
                    <a:pt x="189" y="18"/>
                    <a:pt x="144" y="63"/>
                    <a:pt x="144" y="45"/>
                  </a:cubicBezTo>
                  <a:cubicBezTo>
                    <a:pt x="144" y="27"/>
                    <a:pt x="144" y="0"/>
                    <a:pt x="144" y="0"/>
                  </a:cubicBezTo>
                  <a:cubicBezTo>
                    <a:pt x="144" y="0"/>
                    <a:pt x="117" y="0"/>
                    <a:pt x="90" y="0"/>
                  </a:cubicBezTo>
                  <a:cubicBezTo>
                    <a:pt x="63" y="0"/>
                    <a:pt x="108" y="36"/>
                    <a:pt x="63" y="36"/>
                  </a:cubicBezTo>
                  <a:cubicBezTo>
                    <a:pt x="18" y="36"/>
                    <a:pt x="54" y="0"/>
                    <a:pt x="45" y="0"/>
                  </a:cubicBezTo>
                  <a:cubicBezTo>
                    <a:pt x="36" y="0"/>
                    <a:pt x="0" y="0"/>
                    <a:pt x="0" y="0"/>
                  </a:cubicBezTo>
                  <a:cubicBezTo>
                    <a:pt x="0" y="0"/>
                    <a:pt x="0" y="45"/>
                    <a:pt x="0" y="54"/>
                  </a:cubicBezTo>
                  <a:cubicBezTo>
                    <a:pt x="0" y="63"/>
                    <a:pt x="27" y="27"/>
                    <a:pt x="27" y="72"/>
                  </a:cubicBezTo>
                  <a:cubicBezTo>
                    <a:pt x="27" y="108"/>
                    <a:pt x="0" y="72"/>
                    <a:pt x="0" y="99"/>
                  </a:cubicBezTo>
                  <a:cubicBezTo>
                    <a:pt x="0" y="126"/>
                    <a:pt x="0" y="144"/>
                    <a:pt x="0" y="144"/>
                  </a:cubicBezTo>
                  <a:cubicBezTo>
                    <a:pt x="0" y="144"/>
                    <a:pt x="45" y="144"/>
                    <a:pt x="54" y="144"/>
                  </a:cubicBezTo>
                  <a:cubicBezTo>
                    <a:pt x="63" y="144"/>
                    <a:pt x="36" y="180"/>
                    <a:pt x="72" y="180"/>
                  </a:cubicBezTo>
                  <a:close/>
                </a:path>
              </a:pathLst>
            </a:custGeom>
            <a:solidFill>
              <a:srgbClr val="FFFFFF"/>
            </a:solidFill>
            <a:ln w="9525">
              <a:noFill/>
              <a:round/>
            </a:ln>
          </p:spPr>
          <p:txBody>
            <a:bodyPr/>
            <a:lstStyle/>
            <a:p>
              <a:endParaRPr lang="en-GB" sz="1815"/>
            </a:p>
          </p:txBody>
        </p:sp>
        <p:sp>
          <p:nvSpPr>
            <p:cNvPr id="109" name="Freeform 27"/>
            <p:cNvSpPr/>
            <p:nvPr/>
          </p:nvSpPr>
          <p:spPr bwMode="auto">
            <a:xfrm>
              <a:off x="2964701" y="5186719"/>
              <a:ext cx="334556" cy="396547"/>
            </a:xfrm>
            <a:custGeom>
              <a:avLst/>
              <a:gdLst>
                <a:gd name="T0" fmla="*/ 421 w 144"/>
                <a:gd name="T1" fmla="*/ 835 h 171"/>
                <a:gd name="T2" fmla="*/ 523 w 144"/>
                <a:gd name="T3" fmla="*/ 989 h 171"/>
                <a:gd name="T4" fmla="*/ 838 w 144"/>
                <a:gd name="T5" fmla="*/ 989 h 171"/>
                <a:gd name="T6" fmla="*/ 838 w 144"/>
                <a:gd name="T7" fmla="*/ 729 h 171"/>
                <a:gd name="T8" fmla="*/ 680 w 144"/>
                <a:gd name="T9" fmla="*/ 625 h 171"/>
                <a:gd name="T10" fmla="*/ 838 w 144"/>
                <a:gd name="T11" fmla="*/ 467 h 171"/>
                <a:gd name="T12" fmla="*/ 838 w 144"/>
                <a:gd name="T13" fmla="*/ 154 h 171"/>
                <a:gd name="T14" fmla="*/ 473 w 144"/>
                <a:gd name="T15" fmla="*/ 154 h 171"/>
                <a:gd name="T16" fmla="*/ 365 w 144"/>
                <a:gd name="T17" fmla="*/ 0 h 171"/>
                <a:gd name="T18" fmla="*/ 263 w 144"/>
                <a:gd name="T19" fmla="*/ 154 h 171"/>
                <a:gd name="T20" fmla="*/ 0 w 144"/>
                <a:gd name="T21" fmla="*/ 154 h 171"/>
                <a:gd name="T22" fmla="*/ 0 w 144"/>
                <a:gd name="T23" fmla="*/ 467 h 171"/>
                <a:gd name="T24" fmla="*/ 210 w 144"/>
                <a:gd name="T25" fmla="*/ 625 h 171"/>
                <a:gd name="T26" fmla="*/ 0 w 144"/>
                <a:gd name="T27" fmla="*/ 729 h 171"/>
                <a:gd name="T28" fmla="*/ 0 w 144"/>
                <a:gd name="T29" fmla="*/ 989 h 171"/>
                <a:gd name="T30" fmla="*/ 263 w 144"/>
                <a:gd name="T31" fmla="*/ 989 h 171"/>
                <a:gd name="T32" fmla="*/ 421 w 144"/>
                <a:gd name="T33" fmla="*/ 835 h 1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71"/>
                <a:gd name="T53" fmla="*/ 144 w 144"/>
                <a:gd name="T54" fmla="*/ 171 h 17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71">
                  <a:moveTo>
                    <a:pt x="72" y="144"/>
                  </a:moveTo>
                  <a:cubicBezTo>
                    <a:pt x="117" y="144"/>
                    <a:pt x="81" y="171"/>
                    <a:pt x="90" y="171"/>
                  </a:cubicBezTo>
                  <a:cubicBezTo>
                    <a:pt x="99" y="171"/>
                    <a:pt x="144" y="171"/>
                    <a:pt x="144" y="171"/>
                  </a:cubicBezTo>
                  <a:cubicBezTo>
                    <a:pt x="144" y="171"/>
                    <a:pt x="144" y="144"/>
                    <a:pt x="144" y="126"/>
                  </a:cubicBezTo>
                  <a:cubicBezTo>
                    <a:pt x="144" y="108"/>
                    <a:pt x="117" y="144"/>
                    <a:pt x="117" y="108"/>
                  </a:cubicBezTo>
                  <a:cubicBezTo>
                    <a:pt x="117" y="54"/>
                    <a:pt x="144" y="90"/>
                    <a:pt x="144" y="81"/>
                  </a:cubicBezTo>
                  <a:cubicBezTo>
                    <a:pt x="144" y="72"/>
                    <a:pt x="144" y="27"/>
                    <a:pt x="144" y="27"/>
                  </a:cubicBezTo>
                  <a:cubicBezTo>
                    <a:pt x="144" y="27"/>
                    <a:pt x="99" y="27"/>
                    <a:pt x="81" y="27"/>
                  </a:cubicBezTo>
                  <a:cubicBezTo>
                    <a:pt x="63" y="27"/>
                    <a:pt x="99" y="0"/>
                    <a:pt x="63" y="0"/>
                  </a:cubicBezTo>
                  <a:cubicBezTo>
                    <a:pt x="27" y="0"/>
                    <a:pt x="54" y="27"/>
                    <a:pt x="45" y="27"/>
                  </a:cubicBezTo>
                  <a:cubicBezTo>
                    <a:pt x="36" y="27"/>
                    <a:pt x="0" y="27"/>
                    <a:pt x="0" y="27"/>
                  </a:cubicBezTo>
                  <a:cubicBezTo>
                    <a:pt x="0" y="27"/>
                    <a:pt x="0" y="54"/>
                    <a:pt x="0" y="81"/>
                  </a:cubicBezTo>
                  <a:cubicBezTo>
                    <a:pt x="0" y="108"/>
                    <a:pt x="36" y="63"/>
                    <a:pt x="36" y="108"/>
                  </a:cubicBezTo>
                  <a:cubicBezTo>
                    <a:pt x="36" y="153"/>
                    <a:pt x="0" y="117"/>
                    <a:pt x="0" y="126"/>
                  </a:cubicBezTo>
                  <a:cubicBezTo>
                    <a:pt x="0" y="135"/>
                    <a:pt x="0" y="171"/>
                    <a:pt x="0" y="171"/>
                  </a:cubicBezTo>
                  <a:cubicBezTo>
                    <a:pt x="0" y="171"/>
                    <a:pt x="18" y="171"/>
                    <a:pt x="45" y="171"/>
                  </a:cubicBezTo>
                  <a:cubicBezTo>
                    <a:pt x="72" y="171"/>
                    <a:pt x="36" y="144"/>
                    <a:pt x="72" y="144"/>
                  </a:cubicBezTo>
                  <a:close/>
                </a:path>
              </a:pathLst>
            </a:custGeom>
            <a:solidFill>
              <a:srgbClr val="FFFFFF"/>
            </a:solidFill>
            <a:ln w="9525">
              <a:noFill/>
              <a:round/>
            </a:ln>
          </p:spPr>
          <p:txBody>
            <a:bodyPr/>
            <a:lstStyle/>
            <a:p>
              <a:endParaRPr lang="en-GB" sz="1815"/>
            </a:p>
          </p:txBody>
        </p:sp>
        <p:sp>
          <p:nvSpPr>
            <p:cNvPr id="110" name="Freeform 28"/>
            <p:cNvSpPr/>
            <p:nvPr/>
          </p:nvSpPr>
          <p:spPr bwMode="auto">
            <a:xfrm>
              <a:off x="7308766" y="4831506"/>
              <a:ext cx="334556" cy="418506"/>
            </a:xfrm>
            <a:custGeom>
              <a:avLst/>
              <a:gdLst>
                <a:gd name="T0" fmla="*/ 365 w 144"/>
                <a:gd name="T1" fmla="*/ 0 h 180"/>
                <a:gd name="T2" fmla="*/ 263 w 144"/>
                <a:gd name="T3" fmla="*/ 211 h 180"/>
                <a:gd name="T4" fmla="*/ 0 w 144"/>
                <a:gd name="T5" fmla="*/ 211 h 180"/>
                <a:gd name="T6" fmla="*/ 0 w 144"/>
                <a:gd name="T7" fmla="*/ 526 h 180"/>
                <a:gd name="T8" fmla="*/ 158 w 144"/>
                <a:gd name="T9" fmla="*/ 628 h 180"/>
                <a:gd name="T10" fmla="*/ 0 w 144"/>
                <a:gd name="T11" fmla="*/ 787 h 180"/>
                <a:gd name="T12" fmla="*/ 0 w 144"/>
                <a:gd name="T13" fmla="*/ 1049 h 180"/>
                <a:gd name="T14" fmla="*/ 313 w 144"/>
                <a:gd name="T15" fmla="*/ 1049 h 180"/>
                <a:gd name="T16" fmla="*/ 421 w 144"/>
                <a:gd name="T17" fmla="*/ 891 h 180"/>
                <a:gd name="T18" fmla="*/ 576 w 144"/>
                <a:gd name="T19" fmla="*/ 1049 h 180"/>
                <a:gd name="T20" fmla="*/ 838 w 144"/>
                <a:gd name="T21" fmla="*/ 1049 h 180"/>
                <a:gd name="T22" fmla="*/ 838 w 144"/>
                <a:gd name="T23" fmla="*/ 787 h 180"/>
                <a:gd name="T24" fmla="*/ 680 w 144"/>
                <a:gd name="T25" fmla="*/ 684 h 180"/>
                <a:gd name="T26" fmla="*/ 838 w 144"/>
                <a:gd name="T27" fmla="*/ 526 h 180"/>
                <a:gd name="T28" fmla="*/ 838 w 144"/>
                <a:gd name="T29" fmla="*/ 211 h 180"/>
                <a:gd name="T30" fmla="*/ 523 w 144"/>
                <a:gd name="T31" fmla="*/ 211 h 180"/>
                <a:gd name="T32" fmla="*/ 365 w 144"/>
                <a:gd name="T33" fmla="*/ 0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0"/>
                <a:gd name="T53" fmla="*/ 144 w 144"/>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0">
                  <a:moveTo>
                    <a:pt x="63" y="0"/>
                  </a:moveTo>
                  <a:cubicBezTo>
                    <a:pt x="36" y="0"/>
                    <a:pt x="63" y="36"/>
                    <a:pt x="45" y="36"/>
                  </a:cubicBezTo>
                  <a:cubicBezTo>
                    <a:pt x="36" y="36"/>
                    <a:pt x="0" y="36"/>
                    <a:pt x="0" y="36"/>
                  </a:cubicBezTo>
                  <a:cubicBezTo>
                    <a:pt x="0" y="36"/>
                    <a:pt x="0" y="81"/>
                    <a:pt x="0" y="90"/>
                  </a:cubicBezTo>
                  <a:cubicBezTo>
                    <a:pt x="0" y="99"/>
                    <a:pt x="27" y="63"/>
                    <a:pt x="27" y="108"/>
                  </a:cubicBezTo>
                  <a:cubicBezTo>
                    <a:pt x="27" y="144"/>
                    <a:pt x="0" y="108"/>
                    <a:pt x="0" y="135"/>
                  </a:cubicBezTo>
                  <a:cubicBezTo>
                    <a:pt x="0" y="162"/>
                    <a:pt x="0" y="180"/>
                    <a:pt x="0" y="180"/>
                  </a:cubicBezTo>
                  <a:cubicBezTo>
                    <a:pt x="0" y="180"/>
                    <a:pt x="45" y="180"/>
                    <a:pt x="54" y="180"/>
                  </a:cubicBezTo>
                  <a:cubicBezTo>
                    <a:pt x="63" y="180"/>
                    <a:pt x="27" y="153"/>
                    <a:pt x="72" y="153"/>
                  </a:cubicBezTo>
                  <a:cubicBezTo>
                    <a:pt x="108" y="153"/>
                    <a:pt x="72" y="180"/>
                    <a:pt x="99" y="180"/>
                  </a:cubicBezTo>
                  <a:cubicBezTo>
                    <a:pt x="126" y="180"/>
                    <a:pt x="144" y="180"/>
                    <a:pt x="144" y="180"/>
                  </a:cubicBezTo>
                  <a:cubicBezTo>
                    <a:pt x="144" y="180"/>
                    <a:pt x="144" y="153"/>
                    <a:pt x="144" y="135"/>
                  </a:cubicBezTo>
                  <a:cubicBezTo>
                    <a:pt x="144" y="117"/>
                    <a:pt x="117" y="153"/>
                    <a:pt x="117" y="117"/>
                  </a:cubicBezTo>
                  <a:cubicBezTo>
                    <a:pt x="117" y="63"/>
                    <a:pt x="144" y="99"/>
                    <a:pt x="144" y="90"/>
                  </a:cubicBezTo>
                  <a:cubicBezTo>
                    <a:pt x="144" y="81"/>
                    <a:pt x="144" y="36"/>
                    <a:pt x="144" y="36"/>
                  </a:cubicBezTo>
                  <a:cubicBezTo>
                    <a:pt x="144" y="36"/>
                    <a:pt x="117" y="36"/>
                    <a:pt x="90" y="36"/>
                  </a:cubicBezTo>
                  <a:cubicBezTo>
                    <a:pt x="63" y="36"/>
                    <a:pt x="108" y="0"/>
                    <a:pt x="63" y="0"/>
                  </a:cubicBezTo>
                  <a:close/>
                </a:path>
              </a:pathLst>
            </a:custGeom>
            <a:solidFill>
              <a:srgbClr val="FFFFFF"/>
            </a:solidFill>
            <a:ln w="9525">
              <a:noFill/>
              <a:round/>
            </a:ln>
          </p:spPr>
          <p:txBody>
            <a:bodyPr/>
            <a:lstStyle/>
            <a:p>
              <a:endParaRPr lang="en-GB" sz="1815"/>
            </a:p>
          </p:txBody>
        </p:sp>
        <p:sp>
          <p:nvSpPr>
            <p:cNvPr id="111" name="Freeform 29"/>
            <p:cNvSpPr/>
            <p:nvPr/>
          </p:nvSpPr>
          <p:spPr bwMode="auto">
            <a:xfrm>
              <a:off x="7246763" y="4163705"/>
              <a:ext cx="396559" cy="436589"/>
            </a:xfrm>
            <a:custGeom>
              <a:avLst/>
              <a:gdLst>
                <a:gd name="T0" fmla="*/ 583 w 171"/>
                <a:gd name="T1" fmla="*/ 0 h 188"/>
                <a:gd name="T2" fmla="*/ 429 w 171"/>
                <a:gd name="T3" fmla="*/ 210 h 188"/>
                <a:gd name="T4" fmla="*/ 154 w 171"/>
                <a:gd name="T5" fmla="*/ 210 h 188"/>
                <a:gd name="T6" fmla="*/ 154 w 171"/>
                <a:gd name="T7" fmla="*/ 523 h 188"/>
                <a:gd name="T8" fmla="*/ 0 w 171"/>
                <a:gd name="T9" fmla="*/ 627 h 188"/>
                <a:gd name="T10" fmla="*/ 154 w 171"/>
                <a:gd name="T11" fmla="*/ 786 h 188"/>
                <a:gd name="T12" fmla="*/ 154 w 171"/>
                <a:gd name="T13" fmla="*/ 1048 h 188"/>
                <a:gd name="T14" fmla="*/ 417 w 171"/>
                <a:gd name="T15" fmla="*/ 940 h 188"/>
                <a:gd name="T16" fmla="*/ 677 w 171"/>
                <a:gd name="T17" fmla="*/ 888 h 188"/>
                <a:gd name="T18" fmla="*/ 677 w 171"/>
                <a:gd name="T19" fmla="*/ 1048 h 188"/>
                <a:gd name="T20" fmla="*/ 989 w 171"/>
                <a:gd name="T21" fmla="*/ 1048 h 188"/>
                <a:gd name="T22" fmla="*/ 989 w 171"/>
                <a:gd name="T23" fmla="*/ 786 h 188"/>
                <a:gd name="T24" fmla="*/ 835 w 171"/>
                <a:gd name="T25" fmla="*/ 680 h 188"/>
                <a:gd name="T26" fmla="*/ 989 w 171"/>
                <a:gd name="T27" fmla="*/ 523 h 188"/>
                <a:gd name="T28" fmla="*/ 989 w 171"/>
                <a:gd name="T29" fmla="*/ 210 h 188"/>
                <a:gd name="T30" fmla="*/ 636 w 171"/>
                <a:gd name="T31" fmla="*/ 210 h 188"/>
                <a:gd name="T32" fmla="*/ 583 w 171"/>
                <a:gd name="T33" fmla="*/ 0 h 18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8"/>
                <a:gd name="T53" fmla="*/ 171 w 171"/>
                <a:gd name="T54" fmla="*/ 188 h 18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8">
                  <a:moveTo>
                    <a:pt x="101" y="0"/>
                  </a:moveTo>
                  <a:cubicBezTo>
                    <a:pt x="56" y="0"/>
                    <a:pt x="83" y="36"/>
                    <a:pt x="74" y="36"/>
                  </a:cubicBezTo>
                  <a:cubicBezTo>
                    <a:pt x="65" y="36"/>
                    <a:pt x="27" y="36"/>
                    <a:pt x="27" y="36"/>
                  </a:cubicBezTo>
                  <a:cubicBezTo>
                    <a:pt x="36" y="63"/>
                    <a:pt x="27" y="63"/>
                    <a:pt x="27" y="90"/>
                  </a:cubicBezTo>
                  <a:cubicBezTo>
                    <a:pt x="27" y="108"/>
                    <a:pt x="0" y="63"/>
                    <a:pt x="0" y="108"/>
                  </a:cubicBezTo>
                  <a:cubicBezTo>
                    <a:pt x="0" y="153"/>
                    <a:pt x="27" y="126"/>
                    <a:pt x="27" y="135"/>
                  </a:cubicBezTo>
                  <a:cubicBezTo>
                    <a:pt x="27" y="144"/>
                    <a:pt x="27" y="180"/>
                    <a:pt x="27" y="180"/>
                  </a:cubicBezTo>
                  <a:cubicBezTo>
                    <a:pt x="54" y="180"/>
                    <a:pt x="81" y="180"/>
                    <a:pt x="72" y="162"/>
                  </a:cubicBezTo>
                  <a:cubicBezTo>
                    <a:pt x="63" y="144"/>
                    <a:pt x="99" y="144"/>
                    <a:pt x="117" y="153"/>
                  </a:cubicBezTo>
                  <a:cubicBezTo>
                    <a:pt x="135" y="162"/>
                    <a:pt x="99" y="171"/>
                    <a:pt x="117" y="180"/>
                  </a:cubicBezTo>
                  <a:cubicBezTo>
                    <a:pt x="133" y="188"/>
                    <a:pt x="171" y="180"/>
                    <a:pt x="171" y="180"/>
                  </a:cubicBezTo>
                  <a:cubicBezTo>
                    <a:pt x="171" y="180"/>
                    <a:pt x="171" y="153"/>
                    <a:pt x="171" y="135"/>
                  </a:cubicBezTo>
                  <a:cubicBezTo>
                    <a:pt x="171" y="117"/>
                    <a:pt x="144" y="153"/>
                    <a:pt x="144" y="117"/>
                  </a:cubicBezTo>
                  <a:cubicBezTo>
                    <a:pt x="144" y="63"/>
                    <a:pt x="171" y="99"/>
                    <a:pt x="171" y="90"/>
                  </a:cubicBezTo>
                  <a:cubicBezTo>
                    <a:pt x="171" y="81"/>
                    <a:pt x="171" y="36"/>
                    <a:pt x="171" y="36"/>
                  </a:cubicBezTo>
                  <a:cubicBezTo>
                    <a:pt x="171" y="36"/>
                    <a:pt x="146" y="36"/>
                    <a:pt x="110" y="36"/>
                  </a:cubicBezTo>
                  <a:cubicBezTo>
                    <a:pt x="101" y="36"/>
                    <a:pt x="137" y="0"/>
                    <a:pt x="101" y="0"/>
                  </a:cubicBezTo>
                  <a:close/>
                </a:path>
              </a:pathLst>
            </a:custGeom>
            <a:solidFill>
              <a:srgbClr val="FFFFFF"/>
            </a:solidFill>
            <a:ln w="9525">
              <a:noFill/>
              <a:round/>
            </a:ln>
          </p:spPr>
          <p:txBody>
            <a:bodyPr/>
            <a:lstStyle/>
            <a:p>
              <a:endParaRPr lang="en-GB" sz="1815"/>
            </a:p>
          </p:txBody>
        </p:sp>
        <p:sp>
          <p:nvSpPr>
            <p:cNvPr id="112" name="Freeform 30"/>
            <p:cNvSpPr/>
            <p:nvPr/>
          </p:nvSpPr>
          <p:spPr bwMode="auto">
            <a:xfrm>
              <a:off x="2880739" y="3913118"/>
              <a:ext cx="418518" cy="334546"/>
            </a:xfrm>
            <a:custGeom>
              <a:avLst/>
              <a:gdLst>
                <a:gd name="T0" fmla="*/ 576 w 180"/>
                <a:gd name="T1" fmla="*/ 680 h 144"/>
                <a:gd name="T2" fmla="*/ 736 w 180"/>
                <a:gd name="T3" fmla="*/ 838 h 144"/>
                <a:gd name="T4" fmla="*/ 1049 w 180"/>
                <a:gd name="T5" fmla="*/ 838 h 144"/>
                <a:gd name="T6" fmla="*/ 1049 w 180"/>
                <a:gd name="T7" fmla="*/ 473 h 144"/>
                <a:gd name="T8" fmla="*/ 891 w 180"/>
                <a:gd name="T9" fmla="*/ 365 h 144"/>
                <a:gd name="T10" fmla="*/ 1049 w 180"/>
                <a:gd name="T11" fmla="*/ 263 h 144"/>
                <a:gd name="T12" fmla="*/ 1049 w 180"/>
                <a:gd name="T13" fmla="*/ 0 h 144"/>
                <a:gd name="T14" fmla="*/ 787 w 180"/>
                <a:gd name="T15" fmla="*/ 0 h 144"/>
                <a:gd name="T16" fmla="*/ 628 w 180"/>
                <a:gd name="T17" fmla="*/ 158 h 144"/>
                <a:gd name="T18" fmla="*/ 526 w 180"/>
                <a:gd name="T19" fmla="*/ 0 h 144"/>
                <a:gd name="T20" fmla="*/ 211 w 180"/>
                <a:gd name="T21" fmla="*/ 0 h 144"/>
                <a:gd name="T22" fmla="*/ 211 w 180"/>
                <a:gd name="T23" fmla="*/ 313 h 144"/>
                <a:gd name="T24" fmla="*/ 0 w 180"/>
                <a:gd name="T25" fmla="*/ 421 h 144"/>
                <a:gd name="T26" fmla="*/ 211 w 180"/>
                <a:gd name="T27" fmla="*/ 523 h 144"/>
                <a:gd name="T28" fmla="*/ 211 w 180"/>
                <a:gd name="T29" fmla="*/ 838 h 144"/>
                <a:gd name="T30" fmla="*/ 473 w 180"/>
                <a:gd name="T31" fmla="*/ 838 h 144"/>
                <a:gd name="T32" fmla="*/ 576 w 180"/>
                <a:gd name="T33" fmla="*/ 680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44"/>
                <a:gd name="T53" fmla="*/ 180 w 180"/>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44">
                  <a:moveTo>
                    <a:pt x="99" y="117"/>
                  </a:moveTo>
                  <a:cubicBezTo>
                    <a:pt x="153" y="117"/>
                    <a:pt x="117" y="144"/>
                    <a:pt x="126" y="144"/>
                  </a:cubicBezTo>
                  <a:cubicBezTo>
                    <a:pt x="135" y="144"/>
                    <a:pt x="180" y="144"/>
                    <a:pt x="180" y="144"/>
                  </a:cubicBezTo>
                  <a:cubicBezTo>
                    <a:pt x="180" y="144"/>
                    <a:pt x="180" y="90"/>
                    <a:pt x="180" y="81"/>
                  </a:cubicBezTo>
                  <a:cubicBezTo>
                    <a:pt x="180" y="72"/>
                    <a:pt x="153" y="99"/>
                    <a:pt x="153" y="63"/>
                  </a:cubicBezTo>
                  <a:cubicBezTo>
                    <a:pt x="153" y="27"/>
                    <a:pt x="180" y="63"/>
                    <a:pt x="180" y="45"/>
                  </a:cubicBezTo>
                  <a:cubicBezTo>
                    <a:pt x="180" y="27"/>
                    <a:pt x="180" y="0"/>
                    <a:pt x="180" y="0"/>
                  </a:cubicBezTo>
                  <a:cubicBezTo>
                    <a:pt x="180" y="0"/>
                    <a:pt x="162" y="0"/>
                    <a:pt x="135" y="0"/>
                  </a:cubicBezTo>
                  <a:cubicBezTo>
                    <a:pt x="108" y="0"/>
                    <a:pt x="144" y="27"/>
                    <a:pt x="108" y="27"/>
                  </a:cubicBezTo>
                  <a:cubicBezTo>
                    <a:pt x="63" y="27"/>
                    <a:pt x="99" y="0"/>
                    <a:pt x="90" y="0"/>
                  </a:cubicBezTo>
                  <a:cubicBezTo>
                    <a:pt x="81" y="0"/>
                    <a:pt x="36" y="0"/>
                    <a:pt x="36" y="0"/>
                  </a:cubicBezTo>
                  <a:cubicBezTo>
                    <a:pt x="36" y="0"/>
                    <a:pt x="36" y="36"/>
                    <a:pt x="36" y="54"/>
                  </a:cubicBezTo>
                  <a:cubicBezTo>
                    <a:pt x="36" y="72"/>
                    <a:pt x="0" y="18"/>
                    <a:pt x="0" y="72"/>
                  </a:cubicBezTo>
                  <a:cubicBezTo>
                    <a:pt x="0" y="117"/>
                    <a:pt x="36" y="81"/>
                    <a:pt x="36" y="90"/>
                  </a:cubicBezTo>
                  <a:cubicBezTo>
                    <a:pt x="36" y="99"/>
                    <a:pt x="36" y="144"/>
                    <a:pt x="36" y="144"/>
                  </a:cubicBezTo>
                  <a:cubicBezTo>
                    <a:pt x="36" y="144"/>
                    <a:pt x="63" y="144"/>
                    <a:pt x="81" y="144"/>
                  </a:cubicBezTo>
                  <a:cubicBezTo>
                    <a:pt x="99" y="144"/>
                    <a:pt x="63" y="117"/>
                    <a:pt x="99" y="117"/>
                  </a:cubicBezTo>
                  <a:close/>
                </a:path>
              </a:pathLst>
            </a:custGeom>
            <a:solidFill>
              <a:srgbClr val="FFFFFF"/>
            </a:solidFill>
            <a:ln w="9525">
              <a:noFill/>
              <a:round/>
            </a:ln>
          </p:spPr>
          <p:txBody>
            <a:bodyPr/>
            <a:lstStyle/>
            <a:p>
              <a:endParaRPr lang="en-GB" sz="1815"/>
            </a:p>
          </p:txBody>
        </p:sp>
        <p:sp>
          <p:nvSpPr>
            <p:cNvPr id="113" name="Freeform 31"/>
            <p:cNvSpPr/>
            <p:nvPr/>
          </p:nvSpPr>
          <p:spPr bwMode="auto">
            <a:xfrm>
              <a:off x="6620277" y="5500598"/>
              <a:ext cx="353932" cy="417214"/>
            </a:xfrm>
            <a:custGeom>
              <a:avLst/>
              <a:gdLst>
                <a:gd name="T0" fmla="*/ 725 w 153"/>
                <a:gd name="T1" fmla="*/ 677 h 180"/>
                <a:gd name="T2" fmla="*/ 879 w 153"/>
                <a:gd name="T3" fmla="*/ 522 h 180"/>
                <a:gd name="T4" fmla="*/ 879 w 153"/>
                <a:gd name="T5" fmla="*/ 210 h 180"/>
                <a:gd name="T6" fmla="*/ 568 w 153"/>
                <a:gd name="T7" fmla="*/ 210 h 180"/>
                <a:gd name="T8" fmla="*/ 466 w 153"/>
                <a:gd name="T9" fmla="*/ 0 h 180"/>
                <a:gd name="T10" fmla="*/ 362 w 153"/>
                <a:gd name="T11" fmla="*/ 210 h 180"/>
                <a:gd name="T12" fmla="*/ 52 w 153"/>
                <a:gd name="T13" fmla="*/ 210 h 180"/>
                <a:gd name="T14" fmla="*/ 52 w 153"/>
                <a:gd name="T15" fmla="*/ 467 h 180"/>
                <a:gd name="T16" fmla="*/ 260 w 153"/>
                <a:gd name="T17" fmla="*/ 677 h 180"/>
                <a:gd name="T18" fmla="*/ 52 w 153"/>
                <a:gd name="T19" fmla="*/ 831 h 180"/>
                <a:gd name="T20" fmla="*/ 52 w 153"/>
                <a:gd name="T21" fmla="*/ 1041 h 180"/>
                <a:gd name="T22" fmla="*/ 362 w 153"/>
                <a:gd name="T23" fmla="*/ 1041 h 180"/>
                <a:gd name="T24" fmla="*/ 516 w 153"/>
                <a:gd name="T25" fmla="*/ 831 h 180"/>
                <a:gd name="T26" fmla="*/ 620 w 153"/>
                <a:gd name="T27" fmla="*/ 1041 h 180"/>
                <a:gd name="T28" fmla="*/ 879 w 153"/>
                <a:gd name="T29" fmla="*/ 1041 h 180"/>
                <a:gd name="T30" fmla="*/ 879 w 153"/>
                <a:gd name="T31" fmla="*/ 779 h 180"/>
                <a:gd name="T32" fmla="*/ 725 w 153"/>
                <a:gd name="T33" fmla="*/ 67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126" y="117"/>
                  </a:moveTo>
                  <a:cubicBezTo>
                    <a:pt x="126" y="63"/>
                    <a:pt x="153" y="99"/>
                    <a:pt x="153" y="90"/>
                  </a:cubicBezTo>
                  <a:cubicBezTo>
                    <a:pt x="153" y="81"/>
                    <a:pt x="153" y="36"/>
                    <a:pt x="153" y="36"/>
                  </a:cubicBezTo>
                  <a:cubicBezTo>
                    <a:pt x="153" y="36"/>
                    <a:pt x="117" y="36"/>
                    <a:pt x="99" y="36"/>
                  </a:cubicBezTo>
                  <a:cubicBezTo>
                    <a:pt x="81" y="36"/>
                    <a:pt x="135" y="0"/>
                    <a:pt x="81" y="0"/>
                  </a:cubicBezTo>
                  <a:cubicBezTo>
                    <a:pt x="36" y="0"/>
                    <a:pt x="72" y="36"/>
                    <a:pt x="63" y="36"/>
                  </a:cubicBezTo>
                  <a:cubicBezTo>
                    <a:pt x="54" y="36"/>
                    <a:pt x="9" y="36"/>
                    <a:pt x="9" y="36"/>
                  </a:cubicBezTo>
                  <a:cubicBezTo>
                    <a:pt x="9" y="36"/>
                    <a:pt x="18" y="54"/>
                    <a:pt x="9" y="81"/>
                  </a:cubicBezTo>
                  <a:cubicBezTo>
                    <a:pt x="0" y="108"/>
                    <a:pt x="45" y="63"/>
                    <a:pt x="45" y="117"/>
                  </a:cubicBezTo>
                  <a:cubicBezTo>
                    <a:pt x="45" y="153"/>
                    <a:pt x="9" y="117"/>
                    <a:pt x="9" y="144"/>
                  </a:cubicBezTo>
                  <a:cubicBezTo>
                    <a:pt x="9" y="153"/>
                    <a:pt x="9" y="180"/>
                    <a:pt x="9" y="180"/>
                  </a:cubicBezTo>
                  <a:cubicBezTo>
                    <a:pt x="9" y="180"/>
                    <a:pt x="36" y="180"/>
                    <a:pt x="63" y="180"/>
                  </a:cubicBezTo>
                  <a:cubicBezTo>
                    <a:pt x="90" y="180"/>
                    <a:pt x="45" y="144"/>
                    <a:pt x="90" y="144"/>
                  </a:cubicBezTo>
                  <a:cubicBezTo>
                    <a:pt x="135" y="144"/>
                    <a:pt x="99" y="180"/>
                    <a:pt x="108" y="180"/>
                  </a:cubicBezTo>
                  <a:cubicBezTo>
                    <a:pt x="117" y="180"/>
                    <a:pt x="153" y="180"/>
                    <a:pt x="153" y="180"/>
                  </a:cubicBezTo>
                  <a:cubicBezTo>
                    <a:pt x="153" y="180"/>
                    <a:pt x="153" y="153"/>
                    <a:pt x="153" y="135"/>
                  </a:cubicBezTo>
                  <a:cubicBezTo>
                    <a:pt x="153" y="117"/>
                    <a:pt x="126" y="153"/>
                    <a:pt x="126" y="117"/>
                  </a:cubicBezTo>
                  <a:close/>
                </a:path>
              </a:pathLst>
            </a:custGeom>
            <a:solidFill>
              <a:srgbClr val="FFFFFF"/>
            </a:solidFill>
            <a:ln w="9525">
              <a:noFill/>
              <a:round/>
            </a:ln>
          </p:spPr>
          <p:txBody>
            <a:bodyPr/>
            <a:lstStyle/>
            <a:p>
              <a:endParaRPr lang="en-GB" sz="1815"/>
            </a:p>
          </p:txBody>
        </p:sp>
        <p:sp>
          <p:nvSpPr>
            <p:cNvPr id="114" name="Freeform 32"/>
            <p:cNvSpPr/>
            <p:nvPr/>
          </p:nvSpPr>
          <p:spPr bwMode="auto">
            <a:xfrm>
              <a:off x="5971832" y="5479931"/>
              <a:ext cx="418518" cy="458548"/>
            </a:xfrm>
            <a:custGeom>
              <a:avLst/>
              <a:gdLst>
                <a:gd name="T0" fmla="*/ 1049 w 180"/>
                <a:gd name="T1" fmla="*/ 624 h 198"/>
                <a:gd name="T2" fmla="*/ 839 w 180"/>
                <a:gd name="T3" fmla="*/ 518 h 198"/>
                <a:gd name="T4" fmla="*/ 839 w 180"/>
                <a:gd name="T5" fmla="*/ 260 h 198"/>
                <a:gd name="T6" fmla="*/ 576 w 180"/>
                <a:gd name="T7" fmla="*/ 260 h 198"/>
                <a:gd name="T8" fmla="*/ 396 w 180"/>
                <a:gd name="T9" fmla="*/ 0 h 198"/>
                <a:gd name="T10" fmla="*/ 263 w 180"/>
                <a:gd name="T11" fmla="*/ 210 h 198"/>
                <a:gd name="T12" fmla="*/ 0 w 180"/>
                <a:gd name="T13" fmla="*/ 260 h 198"/>
                <a:gd name="T14" fmla="*/ 0 w 180"/>
                <a:gd name="T15" fmla="*/ 518 h 198"/>
                <a:gd name="T16" fmla="*/ 158 w 180"/>
                <a:gd name="T17" fmla="*/ 624 h 198"/>
                <a:gd name="T18" fmla="*/ 0 w 180"/>
                <a:gd name="T19" fmla="*/ 726 h 198"/>
                <a:gd name="T20" fmla="*/ 0 w 180"/>
                <a:gd name="T21" fmla="*/ 1090 h 198"/>
                <a:gd name="T22" fmla="*/ 211 w 180"/>
                <a:gd name="T23" fmla="*/ 1090 h 198"/>
                <a:gd name="T24" fmla="*/ 421 w 180"/>
                <a:gd name="T25" fmla="*/ 932 h 198"/>
                <a:gd name="T26" fmla="*/ 576 w 180"/>
                <a:gd name="T27" fmla="*/ 1140 h 198"/>
                <a:gd name="T28" fmla="*/ 839 w 180"/>
                <a:gd name="T29" fmla="*/ 1090 h 198"/>
                <a:gd name="T30" fmla="*/ 839 w 180"/>
                <a:gd name="T31" fmla="*/ 778 h 198"/>
                <a:gd name="T32" fmla="*/ 1049 w 180"/>
                <a:gd name="T33" fmla="*/ 624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98"/>
                <a:gd name="T53" fmla="*/ 180 w 180"/>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98">
                  <a:moveTo>
                    <a:pt x="180" y="108"/>
                  </a:moveTo>
                  <a:cubicBezTo>
                    <a:pt x="180" y="63"/>
                    <a:pt x="144" y="99"/>
                    <a:pt x="144" y="90"/>
                  </a:cubicBezTo>
                  <a:cubicBezTo>
                    <a:pt x="144" y="81"/>
                    <a:pt x="144" y="45"/>
                    <a:pt x="144" y="45"/>
                  </a:cubicBezTo>
                  <a:cubicBezTo>
                    <a:pt x="144" y="45"/>
                    <a:pt x="135" y="54"/>
                    <a:pt x="99" y="45"/>
                  </a:cubicBezTo>
                  <a:cubicBezTo>
                    <a:pt x="63" y="36"/>
                    <a:pt x="117" y="0"/>
                    <a:pt x="68" y="0"/>
                  </a:cubicBezTo>
                  <a:cubicBezTo>
                    <a:pt x="36" y="0"/>
                    <a:pt x="72" y="36"/>
                    <a:pt x="45" y="36"/>
                  </a:cubicBezTo>
                  <a:cubicBezTo>
                    <a:pt x="18" y="36"/>
                    <a:pt x="0" y="45"/>
                    <a:pt x="0" y="45"/>
                  </a:cubicBezTo>
                  <a:cubicBezTo>
                    <a:pt x="0" y="45"/>
                    <a:pt x="0" y="72"/>
                    <a:pt x="0" y="90"/>
                  </a:cubicBezTo>
                  <a:cubicBezTo>
                    <a:pt x="0" y="108"/>
                    <a:pt x="27" y="72"/>
                    <a:pt x="27" y="108"/>
                  </a:cubicBezTo>
                  <a:cubicBezTo>
                    <a:pt x="27" y="144"/>
                    <a:pt x="0" y="117"/>
                    <a:pt x="0" y="126"/>
                  </a:cubicBezTo>
                  <a:cubicBezTo>
                    <a:pt x="0" y="135"/>
                    <a:pt x="0" y="189"/>
                    <a:pt x="0" y="189"/>
                  </a:cubicBezTo>
                  <a:cubicBezTo>
                    <a:pt x="0" y="189"/>
                    <a:pt x="10" y="184"/>
                    <a:pt x="36" y="189"/>
                  </a:cubicBezTo>
                  <a:cubicBezTo>
                    <a:pt x="81" y="198"/>
                    <a:pt x="27" y="162"/>
                    <a:pt x="72" y="162"/>
                  </a:cubicBezTo>
                  <a:cubicBezTo>
                    <a:pt x="108" y="162"/>
                    <a:pt x="81" y="198"/>
                    <a:pt x="99" y="198"/>
                  </a:cubicBezTo>
                  <a:cubicBezTo>
                    <a:pt x="112" y="198"/>
                    <a:pt x="144" y="189"/>
                    <a:pt x="144" y="189"/>
                  </a:cubicBezTo>
                  <a:cubicBezTo>
                    <a:pt x="144" y="189"/>
                    <a:pt x="144" y="162"/>
                    <a:pt x="144" y="135"/>
                  </a:cubicBezTo>
                  <a:cubicBezTo>
                    <a:pt x="144" y="108"/>
                    <a:pt x="180" y="153"/>
                    <a:pt x="180" y="108"/>
                  </a:cubicBezTo>
                  <a:close/>
                </a:path>
              </a:pathLst>
            </a:custGeom>
            <a:solidFill>
              <a:srgbClr val="FFFFFF"/>
            </a:solidFill>
            <a:ln w="9525">
              <a:noFill/>
              <a:round/>
            </a:ln>
          </p:spPr>
          <p:txBody>
            <a:bodyPr/>
            <a:lstStyle/>
            <a:p>
              <a:endParaRPr lang="en-GB" sz="1815"/>
            </a:p>
          </p:txBody>
        </p:sp>
        <p:sp>
          <p:nvSpPr>
            <p:cNvPr id="115" name="Freeform 33"/>
            <p:cNvSpPr/>
            <p:nvPr/>
          </p:nvSpPr>
          <p:spPr bwMode="auto">
            <a:xfrm>
              <a:off x="7308766" y="5583266"/>
              <a:ext cx="334556" cy="418506"/>
            </a:xfrm>
            <a:custGeom>
              <a:avLst/>
              <a:gdLst>
                <a:gd name="T0" fmla="*/ 365 w 144"/>
                <a:gd name="T1" fmla="*/ 158 h 180"/>
                <a:gd name="T2" fmla="*/ 263 w 144"/>
                <a:gd name="T3" fmla="*/ 0 h 180"/>
                <a:gd name="T4" fmla="*/ 0 w 144"/>
                <a:gd name="T5" fmla="*/ 0 h 180"/>
                <a:gd name="T6" fmla="*/ 0 w 144"/>
                <a:gd name="T7" fmla="*/ 315 h 180"/>
                <a:gd name="T8" fmla="*/ 210 w 144"/>
                <a:gd name="T9" fmla="*/ 473 h 180"/>
                <a:gd name="T10" fmla="*/ 0 w 144"/>
                <a:gd name="T11" fmla="*/ 576 h 180"/>
                <a:gd name="T12" fmla="*/ 0 w 144"/>
                <a:gd name="T13" fmla="*/ 839 h 180"/>
                <a:gd name="T14" fmla="*/ 313 w 144"/>
                <a:gd name="T15" fmla="*/ 787 h 180"/>
                <a:gd name="T16" fmla="*/ 421 w 144"/>
                <a:gd name="T17" fmla="*/ 1049 h 180"/>
                <a:gd name="T18" fmla="*/ 523 w 144"/>
                <a:gd name="T19" fmla="*/ 787 h 180"/>
                <a:gd name="T20" fmla="*/ 838 w 144"/>
                <a:gd name="T21" fmla="*/ 839 h 180"/>
                <a:gd name="T22" fmla="*/ 838 w 144"/>
                <a:gd name="T23" fmla="*/ 576 h 180"/>
                <a:gd name="T24" fmla="*/ 680 w 144"/>
                <a:gd name="T25" fmla="*/ 421 h 180"/>
                <a:gd name="T26" fmla="*/ 838 w 144"/>
                <a:gd name="T27" fmla="*/ 315 h 180"/>
                <a:gd name="T28" fmla="*/ 838 w 144"/>
                <a:gd name="T29" fmla="*/ 0 h 180"/>
                <a:gd name="T30" fmla="*/ 473 w 144"/>
                <a:gd name="T31" fmla="*/ 0 h 180"/>
                <a:gd name="T32" fmla="*/ 365 w 144"/>
                <a:gd name="T33" fmla="*/ 158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0"/>
                <a:gd name="T53" fmla="*/ 144 w 144"/>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0">
                  <a:moveTo>
                    <a:pt x="63" y="27"/>
                  </a:moveTo>
                  <a:cubicBezTo>
                    <a:pt x="27" y="27"/>
                    <a:pt x="63" y="0"/>
                    <a:pt x="45" y="0"/>
                  </a:cubicBezTo>
                  <a:cubicBezTo>
                    <a:pt x="27" y="0"/>
                    <a:pt x="0" y="0"/>
                    <a:pt x="0" y="0"/>
                  </a:cubicBezTo>
                  <a:cubicBezTo>
                    <a:pt x="0" y="0"/>
                    <a:pt x="0" y="27"/>
                    <a:pt x="0" y="54"/>
                  </a:cubicBezTo>
                  <a:cubicBezTo>
                    <a:pt x="0" y="81"/>
                    <a:pt x="36" y="36"/>
                    <a:pt x="36" y="81"/>
                  </a:cubicBezTo>
                  <a:cubicBezTo>
                    <a:pt x="36" y="126"/>
                    <a:pt x="0" y="90"/>
                    <a:pt x="0" y="99"/>
                  </a:cubicBezTo>
                  <a:cubicBezTo>
                    <a:pt x="0" y="108"/>
                    <a:pt x="0" y="144"/>
                    <a:pt x="0" y="144"/>
                  </a:cubicBezTo>
                  <a:cubicBezTo>
                    <a:pt x="0" y="144"/>
                    <a:pt x="45" y="135"/>
                    <a:pt x="54" y="135"/>
                  </a:cubicBezTo>
                  <a:cubicBezTo>
                    <a:pt x="63" y="135"/>
                    <a:pt x="36" y="180"/>
                    <a:pt x="72" y="180"/>
                  </a:cubicBezTo>
                  <a:cubicBezTo>
                    <a:pt x="108" y="180"/>
                    <a:pt x="81" y="135"/>
                    <a:pt x="90" y="135"/>
                  </a:cubicBezTo>
                  <a:cubicBezTo>
                    <a:pt x="99" y="135"/>
                    <a:pt x="144" y="144"/>
                    <a:pt x="144" y="144"/>
                  </a:cubicBezTo>
                  <a:cubicBezTo>
                    <a:pt x="144" y="144"/>
                    <a:pt x="144" y="126"/>
                    <a:pt x="144" y="99"/>
                  </a:cubicBezTo>
                  <a:cubicBezTo>
                    <a:pt x="144" y="72"/>
                    <a:pt x="117" y="108"/>
                    <a:pt x="117" y="72"/>
                  </a:cubicBezTo>
                  <a:cubicBezTo>
                    <a:pt x="117" y="27"/>
                    <a:pt x="144" y="63"/>
                    <a:pt x="144" y="54"/>
                  </a:cubicBezTo>
                  <a:cubicBezTo>
                    <a:pt x="144" y="45"/>
                    <a:pt x="144" y="0"/>
                    <a:pt x="144" y="0"/>
                  </a:cubicBezTo>
                  <a:cubicBezTo>
                    <a:pt x="144" y="0"/>
                    <a:pt x="90" y="0"/>
                    <a:pt x="81" y="0"/>
                  </a:cubicBezTo>
                  <a:cubicBezTo>
                    <a:pt x="72" y="0"/>
                    <a:pt x="99" y="27"/>
                    <a:pt x="63" y="27"/>
                  </a:cubicBezTo>
                  <a:close/>
                </a:path>
              </a:pathLst>
            </a:custGeom>
            <a:solidFill>
              <a:srgbClr val="FFFFFF"/>
            </a:solidFill>
            <a:ln w="9525">
              <a:noFill/>
              <a:round/>
            </a:ln>
          </p:spPr>
          <p:txBody>
            <a:bodyPr/>
            <a:lstStyle/>
            <a:p>
              <a:endParaRPr lang="en-GB" sz="1815"/>
            </a:p>
          </p:txBody>
        </p:sp>
        <p:sp>
          <p:nvSpPr>
            <p:cNvPr id="116" name="Freeform 34"/>
            <p:cNvSpPr/>
            <p:nvPr/>
          </p:nvSpPr>
          <p:spPr bwMode="auto">
            <a:xfrm>
              <a:off x="5951165" y="2179677"/>
              <a:ext cx="375891" cy="480507"/>
            </a:xfrm>
            <a:custGeom>
              <a:avLst/>
              <a:gdLst>
                <a:gd name="T0" fmla="*/ 52 w 162"/>
                <a:gd name="T1" fmla="*/ 365 h 207"/>
                <a:gd name="T2" fmla="*/ 210 w 162"/>
                <a:gd name="T3" fmla="*/ 575 h 207"/>
                <a:gd name="T4" fmla="*/ 0 w 162"/>
                <a:gd name="T5" fmla="*/ 730 h 207"/>
                <a:gd name="T6" fmla="*/ 52 w 162"/>
                <a:gd name="T7" fmla="*/ 992 h 207"/>
                <a:gd name="T8" fmla="*/ 313 w 162"/>
                <a:gd name="T9" fmla="*/ 992 h 207"/>
                <a:gd name="T10" fmla="*/ 417 w 162"/>
                <a:gd name="T11" fmla="*/ 1202 h 207"/>
                <a:gd name="T12" fmla="*/ 575 w 162"/>
                <a:gd name="T13" fmla="*/ 992 h 207"/>
                <a:gd name="T14" fmla="*/ 887 w 162"/>
                <a:gd name="T15" fmla="*/ 992 h 207"/>
                <a:gd name="T16" fmla="*/ 939 w 162"/>
                <a:gd name="T17" fmla="*/ 678 h 207"/>
                <a:gd name="T18" fmla="*/ 729 w 162"/>
                <a:gd name="T19" fmla="*/ 523 h 207"/>
                <a:gd name="T20" fmla="*/ 887 w 162"/>
                <a:gd name="T21" fmla="*/ 417 h 207"/>
                <a:gd name="T22" fmla="*/ 887 w 162"/>
                <a:gd name="T23" fmla="*/ 158 h 207"/>
                <a:gd name="T24" fmla="*/ 677 w 162"/>
                <a:gd name="T25" fmla="*/ 158 h 207"/>
                <a:gd name="T26" fmla="*/ 471 w 162"/>
                <a:gd name="T27" fmla="*/ 0 h 207"/>
                <a:gd name="T28" fmla="*/ 313 w 162"/>
                <a:gd name="T29" fmla="*/ 158 h 207"/>
                <a:gd name="T30" fmla="*/ 52 w 162"/>
                <a:gd name="T31" fmla="*/ 158 h 207"/>
                <a:gd name="T32" fmla="*/ 52 w 162"/>
                <a:gd name="T33" fmla="*/ 365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62"/>
                <a:gd name="T52" fmla="*/ 0 h 207"/>
                <a:gd name="T53" fmla="*/ 162 w 162"/>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62" h="207">
                  <a:moveTo>
                    <a:pt x="9" y="63"/>
                  </a:moveTo>
                  <a:cubicBezTo>
                    <a:pt x="0" y="108"/>
                    <a:pt x="36" y="54"/>
                    <a:pt x="36" y="99"/>
                  </a:cubicBezTo>
                  <a:cubicBezTo>
                    <a:pt x="36" y="135"/>
                    <a:pt x="0" y="108"/>
                    <a:pt x="0" y="126"/>
                  </a:cubicBezTo>
                  <a:cubicBezTo>
                    <a:pt x="0" y="139"/>
                    <a:pt x="9" y="171"/>
                    <a:pt x="9" y="171"/>
                  </a:cubicBezTo>
                  <a:cubicBezTo>
                    <a:pt x="9" y="171"/>
                    <a:pt x="45" y="171"/>
                    <a:pt x="54" y="171"/>
                  </a:cubicBezTo>
                  <a:cubicBezTo>
                    <a:pt x="63" y="171"/>
                    <a:pt x="27" y="207"/>
                    <a:pt x="72" y="207"/>
                  </a:cubicBezTo>
                  <a:cubicBezTo>
                    <a:pt x="117" y="207"/>
                    <a:pt x="72" y="171"/>
                    <a:pt x="99" y="171"/>
                  </a:cubicBezTo>
                  <a:cubicBezTo>
                    <a:pt x="126" y="171"/>
                    <a:pt x="153" y="171"/>
                    <a:pt x="153" y="171"/>
                  </a:cubicBezTo>
                  <a:cubicBezTo>
                    <a:pt x="153" y="171"/>
                    <a:pt x="162" y="135"/>
                    <a:pt x="162" y="117"/>
                  </a:cubicBezTo>
                  <a:cubicBezTo>
                    <a:pt x="162" y="99"/>
                    <a:pt x="126" y="135"/>
                    <a:pt x="126" y="90"/>
                  </a:cubicBezTo>
                  <a:cubicBezTo>
                    <a:pt x="126" y="54"/>
                    <a:pt x="153" y="99"/>
                    <a:pt x="153" y="72"/>
                  </a:cubicBezTo>
                  <a:cubicBezTo>
                    <a:pt x="153" y="52"/>
                    <a:pt x="153" y="27"/>
                    <a:pt x="153" y="27"/>
                  </a:cubicBezTo>
                  <a:cubicBezTo>
                    <a:pt x="153" y="27"/>
                    <a:pt x="153" y="27"/>
                    <a:pt x="117" y="27"/>
                  </a:cubicBezTo>
                  <a:cubicBezTo>
                    <a:pt x="72" y="27"/>
                    <a:pt x="126" y="0"/>
                    <a:pt x="81" y="0"/>
                  </a:cubicBezTo>
                  <a:cubicBezTo>
                    <a:pt x="35" y="0"/>
                    <a:pt x="72" y="27"/>
                    <a:pt x="54" y="27"/>
                  </a:cubicBezTo>
                  <a:cubicBezTo>
                    <a:pt x="27" y="27"/>
                    <a:pt x="9" y="27"/>
                    <a:pt x="9" y="27"/>
                  </a:cubicBezTo>
                  <a:cubicBezTo>
                    <a:pt x="9" y="27"/>
                    <a:pt x="14" y="37"/>
                    <a:pt x="9" y="63"/>
                  </a:cubicBezTo>
                  <a:close/>
                </a:path>
              </a:pathLst>
            </a:custGeom>
            <a:solidFill>
              <a:srgbClr val="FFFFFF"/>
            </a:solidFill>
            <a:ln w="9525">
              <a:noFill/>
              <a:round/>
            </a:ln>
          </p:spPr>
          <p:txBody>
            <a:bodyPr/>
            <a:lstStyle/>
            <a:p>
              <a:endParaRPr lang="en-GB" sz="1815"/>
            </a:p>
          </p:txBody>
        </p:sp>
        <p:sp>
          <p:nvSpPr>
            <p:cNvPr id="117" name="Freeform 35"/>
            <p:cNvSpPr/>
            <p:nvPr/>
          </p:nvSpPr>
          <p:spPr bwMode="auto">
            <a:xfrm>
              <a:off x="6577650" y="2242969"/>
              <a:ext cx="396559" cy="417214"/>
            </a:xfrm>
            <a:custGeom>
              <a:avLst/>
              <a:gdLst>
                <a:gd name="T0" fmla="*/ 154 w 171"/>
                <a:gd name="T1" fmla="*/ 312 h 180"/>
                <a:gd name="T2" fmla="*/ 0 w 171"/>
                <a:gd name="T3" fmla="*/ 415 h 180"/>
                <a:gd name="T4" fmla="*/ 154 w 171"/>
                <a:gd name="T5" fmla="*/ 572 h 180"/>
                <a:gd name="T6" fmla="*/ 154 w 171"/>
                <a:gd name="T7" fmla="*/ 831 h 180"/>
                <a:gd name="T8" fmla="*/ 467 w 171"/>
                <a:gd name="T9" fmla="*/ 831 h 180"/>
                <a:gd name="T10" fmla="*/ 625 w 171"/>
                <a:gd name="T11" fmla="*/ 1041 h 180"/>
                <a:gd name="T12" fmla="*/ 729 w 171"/>
                <a:gd name="T13" fmla="*/ 831 h 180"/>
                <a:gd name="T14" fmla="*/ 989 w 171"/>
                <a:gd name="T15" fmla="*/ 831 h 180"/>
                <a:gd name="T16" fmla="*/ 989 w 171"/>
                <a:gd name="T17" fmla="*/ 572 h 180"/>
                <a:gd name="T18" fmla="*/ 835 w 171"/>
                <a:gd name="T19" fmla="*/ 467 h 180"/>
                <a:gd name="T20" fmla="*/ 989 w 171"/>
                <a:gd name="T21" fmla="*/ 312 h 180"/>
                <a:gd name="T22" fmla="*/ 989 w 171"/>
                <a:gd name="T23" fmla="*/ 0 h 180"/>
                <a:gd name="T24" fmla="*/ 779 w 171"/>
                <a:gd name="T25" fmla="*/ 0 h 180"/>
                <a:gd name="T26" fmla="*/ 575 w 171"/>
                <a:gd name="T27" fmla="*/ 210 h 180"/>
                <a:gd name="T28" fmla="*/ 417 w 171"/>
                <a:gd name="T29" fmla="*/ 0 h 180"/>
                <a:gd name="T30" fmla="*/ 154 w 171"/>
                <a:gd name="T31" fmla="*/ 0 h 180"/>
                <a:gd name="T32" fmla="*/ 154 w 171"/>
                <a:gd name="T33" fmla="*/ 31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0"/>
                <a:gd name="T53" fmla="*/ 171 w 171"/>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0">
                  <a:moveTo>
                    <a:pt x="27" y="54"/>
                  </a:moveTo>
                  <a:cubicBezTo>
                    <a:pt x="27" y="72"/>
                    <a:pt x="0" y="27"/>
                    <a:pt x="0" y="72"/>
                  </a:cubicBezTo>
                  <a:cubicBezTo>
                    <a:pt x="0" y="117"/>
                    <a:pt x="27" y="90"/>
                    <a:pt x="27" y="99"/>
                  </a:cubicBezTo>
                  <a:cubicBezTo>
                    <a:pt x="27" y="108"/>
                    <a:pt x="27" y="144"/>
                    <a:pt x="27" y="144"/>
                  </a:cubicBezTo>
                  <a:cubicBezTo>
                    <a:pt x="27" y="144"/>
                    <a:pt x="54" y="144"/>
                    <a:pt x="81" y="144"/>
                  </a:cubicBezTo>
                  <a:cubicBezTo>
                    <a:pt x="108" y="144"/>
                    <a:pt x="63" y="180"/>
                    <a:pt x="108" y="180"/>
                  </a:cubicBezTo>
                  <a:cubicBezTo>
                    <a:pt x="135" y="180"/>
                    <a:pt x="108" y="144"/>
                    <a:pt x="126" y="144"/>
                  </a:cubicBezTo>
                  <a:cubicBezTo>
                    <a:pt x="135" y="144"/>
                    <a:pt x="171" y="144"/>
                    <a:pt x="171" y="144"/>
                  </a:cubicBezTo>
                  <a:cubicBezTo>
                    <a:pt x="171" y="144"/>
                    <a:pt x="171" y="117"/>
                    <a:pt x="171" y="99"/>
                  </a:cubicBezTo>
                  <a:cubicBezTo>
                    <a:pt x="171" y="81"/>
                    <a:pt x="144" y="117"/>
                    <a:pt x="144" y="81"/>
                  </a:cubicBezTo>
                  <a:cubicBezTo>
                    <a:pt x="144" y="27"/>
                    <a:pt x="171" y="63"/>
                    <a:pt x="171" y="54"/>
                  </a:cubicBezTo>
                  <a:cubicBezTo>
                    <a:pt x="171" y="45"/>
                    <a:pt x="171" y="0"/>
                    <a:pt x="171" y="0"/>
                  </a:cubicBezTo>
                  <a:cubicBezTo>
                    <a:pt x="171" y="0"/>
                    <a:pt x="171" y="0"/>
                    <a:pt x="135" y="0"/>
                  </a:cubicBezTo>
                  <a:cubicBezTo>
                    <a:pt x="99" y="0"/>
                    <a:pt x="153" y="36"/>
                    <a:pt x="99" y="36"/>
                  </a:cubicBezTo>
                  <a:cubicBezTo>
                    <a:pt x="63" y="36"/>
                    <a:pt x="99" y="0"/>
                    <a:pt x="72" y="0"/>
                  </a:cubicBezTo>
                  <a:cubicBezTo>
                    <a:pt x="45" y="0"/>
                    <a:pt x="27" y="0"/>
                    <a:pt x="27" y="0"/>
                  </a:cubicBezTo>
                  <a:cubicBezTo>
                    <a:pt x="36" y="27"/>
                    <a:pt x="27" y="27"/>
                    <a:pt x="27" y="54"/>
                  </a:cubicBezTo>
                  <a:close/>
                </a:path>
              </a:pathLst>
            </a:custGeom>
            <a:solidFill>
              <a:srgbClr val="FFFFFF"/>
            </a:solidFill>
            <a:ln w="9525">
              <a:noFill/>
              <a:round/>
            </a:ln>
          </p:spPr>
          <p:txBody>
            <a:bodyPr/>
            <a:lstStyle/>
            <a:p>
              <a:endParaRPr lang="en-GB" sz="1815"/>
            </a:p>
          </p:txBody>
        </p:sp>
        <p:sp>
          <p:nvSpPr>
            <p:cNvPr id="118" name="Freeform 36"/>
            <p:cNvSpPr/>
            <p:nvPr/>
          </p:nvSpPr>
          <p:spPr bwMode="auto">
            <a:xfrm>
              <a:off x="5304011" y="2179677"/>
              <a:ext cx="417227" cy="419798"/>
            </a:xfrm>
            <a:custGeom>
              <a:avLst/>
              <a:gdLst>
                <a:gd name="T0" fmla="*/ 154 w 180"/>
                <a:gd name="T1" fmla="*/ 575 h 181"/>
                <a:gd name="T2" fmla="*/ 0 w 180"/>
                <a:gd name="T3" fmla="*/ 729 h 181"/>
                <a:gd name="T4" fmla="*/ 0 w 180"/>
                <a:gd name="T5" fmla="*/ 997 h 181"/>
                <a:gd name="T6" fmla="*/ 312 w 180"/>
                <a:gd name="T7" fmla="*/ 997 h 181"/>
                <a:gd name="T8" fmla="*/ 467 w 180"/>
                <a:gd name="T9" fmla="*/ 839 h 181"/>
                <a:gd name="T10" fmla="*/ 624 w 180"/>
                <a:gd name="T11" fmla="*/ 1049 h 181"/>
                <a:gd name="T12" fmla="*/ 831 w 180"/>
                <a:gd name="T13" fmla="*/ 997 h 181"/>
                <a:gd name="T14" fmla="*/ 831 w 180"/>
                <a:gd name="T15" fmla="*/ 729 h 181"/>
                <a:gd name="T16" fmla="*/ 1041 w 180"/>
                <a:gd name="T17" fmla="*/ 523 h 181"/>
                <a:gd name="T18" fmla="*/ 831 w 180"/>
                <a:gd name="T19" fmla="*/ 417 h 181"/>
                <a:gd name="T20" fmla="*/ 831 w 180"/>
                <a:gd name="T21" fmla="*/ 154 h 181"/>
                <a:gd name="T22" fmla="*/ 624 w 180"/>
                <a:gd name="T23" fmla="*/ 154 h 181"/>
                <a:gd name="T24" fmla="*/ 415 w 180"/>
                <a:gd name="T25" fmla="*/ 0 h 181"/>
                <a:gd name="T26" fmla="*/ 260 w 180"/>
                <a:gd name="T27" fmla="*/ 154 h 181"/>
                <a:gd name="T28" fmla="*/ 0 w 180"/>
                <a:gd name="T29" fmla="*/ 154 h 181"/>
                <a:gd name="T30" fmla="*/ 0 w 180"/>
                <a:gd name="T31" fmla="*/ 467 h 181"/>
                <a:gd name="T32" fmla="*/ 154 w 180"/>
                <a:gd name="T33" fmla="*/ 575 h 18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1"/>
                <a:gd name="T53" fmla="*/ 180 w 180"/>
                <a:gd name="T54" fmla="*/ 181 h 18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1">
                  <a:moveTo>
                    <a:pt x="27" y="99"/>
                  </a:moveTo>
                  <a:cubicBezTo>
                    <a:pt x="27" y="135"/>
                    <a:pt x="0" y="99"/>
                    <a:pt x="0" y="126"/>
                  </a:cubicBezTo>
                  <a:cubicBezTo>
                    <a:pt x="0" y="153"/>
                    <a:pt x="0" y="172"/>
                    <a:pt x="0" y="172"/>
                  </a:cubicBezTo>
                  <a:cubicBezTo>
                    <a:pt x="27" y="163"/>
                    <a:pt x="36" y="172"/>
                    <a:pt x="54" y="172"/>
                  </a:cubicBezTo>
                  <a:cubicBezTo>
                    <a:pt x="72" y="172"/>
                    <a:pt x="36" y="136"/>
                    <a:pt x="81" y="145"/>
                  </a:cubicBezTo>
                  <a:cubicBezTo>
                    <a:pt x="126" y="154"/>
                    <a:pt x="90" y="181"/>
                    <a:pt x="108" y="181"/>
                  </a:cubicBezTo>
                  <a:cubicBezTo>
                    <a:pt x="126" y="181"/>
                    <a:pt x="144" y="172"/>
                    <a:pt x="144" y="172"/>
                  </a:cubicBezTo>
                  <a:cubicBezTo>
                    <a:pt x="144" y="172"/>
                    <a:pt x="144" y="171"/>
                    <a:pt x="144" y="126"/>
                  </a:cubicBezTo>
                  <a:cubicBezTo>
                    <a:pt x="144" y="81"/>
                    <a:pt x="180" y="126"/>
                    <a:pt x="180" y="90"/>
                  </a:cubicBezTo>
                  <a:cubicBezTo>
                    <a:pt x="180" y="54"/>
                    <a:pt x="153" y="90"/>
                    <a:pt x="144" y="72"/>
                  </a:cubicBezTo>
                  <a:cubicBezTo>
                    <a:pt x="135" y="54"/>
                    <a:pt x="144" y="27"/>
                    <a:pt x="144" y="27"/>
                  </a:cubicBezTo>
                  <a:cubicBezTo>
                    <a:pt x="144" y="27"/>
                    <a:pt x="144" y="27"/>
                    <a:pt x="108" y="27"/>
                  </a:cubicBezTo>
                  <a:cubicBezTo>
                    <a:pt x="63" y="27"/>
                    <a:pt x="117" y="0"/>
                    <a:pt x="72" y="0"/>
                  </a:cubicBezTo>
                  <a:cubicBezTo>
                    <a:pt x="26" y="0"/>
                    <a:pt x="63" y="27"/>
                    <a:pt x="45" y="27"/>
                  </a:cubicBezTo>
                  <a:cubicBezTo>
                    <a:pt x="18" y="27"/>
                    <a:pt x="0" y="27"/>
                    <a:pt x="0" y="27"/>
                  </a:cubicBezTo>
                  <a:cubicBezTo>
                    <a:pt x="0" y="27"/>
                    <a:pt x="0" y="72"/>
                    <a:pt x="0" y="81"/>
                  </a:cubicBezTo>
                  <a:cubicBezTo>
                    <a:pt x="0" y="90"/>
                    <a:pt x="27" y="54"/>
                    <a:pt x="27" y="99"/>
                  </a:cubicBezTo>
                  <a:close/>
                </a:path>
              </a:pathLst>
            </a:custGeom>
            <a:solidFill>
              <a:srgbClr val="FFFFFF"/>
            </a:solidFill>
            <a:ln w="9525">
              <a:noFill/>
              <a:round/>
            </a:ln>
          </p:spPr>
          <p:txBody>
            <a:bodyPr/>
            <a:lstStyle/>
            <a:p>
              <a:endParaRPr lang="en-GB" sz="1815"/>
            </a:p>
          </p:txBody>
        </p:sp>
        <p:sp>
          <p:nvSpPr>
            <p:cNvPr id="119" name="Freeform 37"/>
            <p:cNvSpPr/>
            <p:nvPr/>
          </p:nvSpPr>
          <p:spPr bwMode="auto">
            <a:xfrm>
              <a:off x="4636191" y="2159010"/>
              <a:ext cx="333265" cy="501174"/>
            </a:xfrm>
            <a:custGeom>
              <a:avLst/>
              <a:gdLst>
                <a:gd name="T0" fmla="*/ 154 w 144"/>
                <a:gd name="T1" fmla="*/ 625 h 216"/>
                <a:gd name="T2" fmla="*/ 0 w 144"/>
                <a:gd name="T3" fmla="*/ 783 h 216"/>
                <a:gd name="T4" fmla="*/ 0 w 144"/>
                <a:gd name="T5" fmla="*/ 1042 h 216"/>
                <a:gd name="T6" fmla="*/ 312 w 144"/>
                <a:gd name="T7" fmla="*/ 1042 h 216"/>
                <a:gd name="T8" fmla="*/ 414 w 144"/>
                <a:gd name="T9" fmla="*/ 1252 h 216"/>
                <a:gd name="T10" fmla="*/ 516 w 144"/>
                <a:gd name="T11" fmla="*/ 1042 h 216"/>
                <a:gd name="T12" fmla="*/ 828 w 144"/>
                <a:gd name="T13" fmla="*/ 1042 h 216"/>
                <a:gd name="T14" fmla="*/ 828 w 144"/>
                <a:gd name="T15" fmla="*/ 677 h 216"/>
                <a:gd name="T16" fmla="*/ 674 w 144"/>
                <a:gd name="T17" fmla="*/ 575 h 216"/>
                <a:gd name="T18" fmla="*/ 828 w 144"/>
                <a:gd name="T19" fmla="*/ 471 h 216"/>
                <a:gd name="T20" fmla="*/ 828 w 144"/>
                <a:gd name="T21" fmla="*/ 210 h 216"/>
                <a:gd name="T22" fmla="*/ 516 w 144"/>
                <a:gd name="T23" fmla="*/ 210 h 216"/>
                <a:gd name="T24" fmla="*/ 260 w 144"/>
                <a:gd name="T25" fmla="*/ 0 h 216"/>
                <a:gd name="T26" fmla="*/ 154 w 144"/>
                <a:gd name="T27" fmla="*/ 210 h 216"/>
                <a:gd name="T28" fmla="*/ 0 w 144"/>
                <a:gd name="T29" fmla="*/ 210 h 216"/>
                <a:gd name="T30" fmla="*/ 0 w 144"/>
                <a:gd name="T31" fmla="*/ 523 h 216"/>
                <a:gd name="T32" fmla="*/ 154 w 144"/>
                <a:gd name="T33" fmla="*/ 62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27" y="108"/>
                  </a:moveTo>
                  <a:cubicBezTo>
                    <a:pt x="27" y="144"/>
                    <a:pt x="0" y="108"/>
                    <a:pt x="0" y="135"/>
                  </a:cubicBezTo>
                  <a:cubicBezTo>
                    <a:pt x="0" y="162"/>
                    <a:pt x="0" y="180"/>
                    <a:pt x="0" y="180"/>
                  </a:cubicBezTo>
                  <a:cubicBezTo>
                    <a:pt x="0" y="180"/>
                    <a:pt x="36" y="180"/>
                    <a:pt x="54" y="180"/>
                  </a:cubicBezTo>
                  <a:cubicBezTo>
                    <a:pt x="72" y="180"/>
                    <a:pt x="36" y="216"/>
                    <a:pt x="72" y="216"/>
                  </a:cubicBezTo>
                  <a:cubicBezTo>
                    <a:pt x="108" y="216"/>
                    <a:pt x="81" y="180"/>
                    <a:pt x="90" y="180"/>
                  </a:cubicBezTo>
                  <a:cubicBezTo>
                    <a:pt x="99" y="180"/>
                    <a:pt x="144" y="180"/>
                    <a:pt x="144" y="180"/>
                  </a:cubicBezTo>
                  <a:cubicBezTo>
                    <a:pt x="144" y="180"/>
                    <a:pt x="144" y="126"/>
                    <a:pt x="144" y="117"/>
                  </a:cubicBezTo>
                  <a:cubicBezTo>
                    <a:pt x="144" y="108"/>
                    <a:pt x="117" y="135"/>
                    <a:pt x="117" y="99"/>
                  </a:cubicBezTo>
                  <a:cubicBezTo>
                    <a:pt x="117" y="63"/>
                    <a:pt x="144" y="99"/>
                    <a:pt x="144" y="81"/>
                  </a:cubicBezTo>
                  <a:cubicBezTo>
                    <a:pt x="144" y="63"/>
                    <a:pt x="144" y="36"/>
                    <a:pt x="144" y="36"/>
                  </a:cubicBezTo>
                  <a:cubicBezTo>
                    <a:pt x="144" y="36"/>
                    <a:pt x="125" y="29"/>
                    <a:pt x="90" y="36"/>
                  </a:cubicBezTo>
                  <a:cubicBezTo>
                    <a:pt x="45" y="45"/>
                    <a:pt x="90" y="0"/>
                    <a:pt x="45" y="0"/>
                  </a:cubicBezTo>
                  <a:cubicBezTo>
                    <a:pt x="9" y="0"/>
                    <a:pt x="45" y="36"/>
                    <a:pt x="27" y="36"/>
                  </a:cubicBezTo>
                  <a:cubicBezTo>
                    <a:pt x="0" y="36"/>
                    <a:pt x="0" y="36"/>
                    <a:pt x="0" y="36"/>
                  </a:cubicBezTo>
                  <a:cubicBezTo>
                    <a:pt x="0" y="36"/>
                    <a:pt x="0" y="81"/>
                    <a:pt x="0" y="90"/>
                  </a:cubicBezTo>
                  <a:cubicBezTo>
                    <a:pt x="0" y="99"/>
                    <a:pt x="27" y="63"/>
                    <a:pt x="27" y="108"/>
                  </a:cubicBezTo>
                  <a:close/>
                </a:path>
              </a:pathLst>
            </a:custGeom>
            <a:solidFill>
              <a:srgbClr val="FFFFFF"/>
            </a:solidFill>
            <a:ln w="9525">
              <a:noFill/>
              <a:round/>
            </a:ln>
          </p:spPr>
          <p:txBody>
            <a:bodyPr/>
            <a:lstStyle/>
            <a:p>
              <a:endParaRPr lang="en-GB" sz="1815"/>
            </a:p>
          </p:txBody>
        </p:sp>
        <p:sp>
          <p:nvSpPr>
            <p:cNvPr id="120" name="Freeform 38"/>
            <p:cNvSpPr/>
            <p:nvPr/>
          </p:nvSpPr>
          <p:spPr bwMode="auto">
            <a:xfrm>
              <a:off x="7622654" y="2493556"/>
              <a:ext cx="355224" cy="501174"/>
            </a:xfrm>
            <a:custGeom>
              <a:avLst/>
              <a:gdLst>
                <a:gd name="T0" fmla="*/ 417 w 153"/>
                <a:gd name="T1" fmla="*/ 0 h 216"/>
                <a:gd name="T2" fmla="*/ 365 w 153"/>
                <a:gd name="T3" fmla="*/ 262 h 216"/>
                <a:gd name="T4" fmla="*/ 52 w 153"/>
                <a:gd name="T5" fmla="*/ 210 h 216"/>
                <a:gd name="T6" fmla="*/ 52 w 153"/>
                <a:gd name="T7" fmla="*/ 417 h 216"/>
                <a:gd name="T8" fmla="*/ 210 w 153"/>
                <a:gd name="T9" fmla="*/ 625 h 216"/>
                <a:gd name="T10" fmla="*/ 0 w 153"/>
                <a:gd name="T11" fmla="*/ 783 h 216"/>
                <a:gd name="T12" fmla="*/ 52 w 153"/>
                <a:gd name="T13" fmla="*/ 1042 h 216"/>
                <a:gd name="T14" fmla="*/ 313 w 153"/>
                <a:gd name="T15" fmla="*/ 1042 h 216"/>
                <a:gd name="T16" fmla="*/ 471 w 153"/>
                <a:gd name="T17" fmla="*/ 1252 h 216"/>
                <a:gd name="T18" fmla="*/ 627 w 153"/>
                <a:gd name="T19" fmla="*/ 1042 h 216"/>
                <a:gd name="T20" fmla="*/ 888 w 153"/>
                <a:gd name="T21" fmla="*/ 1042 h 216"/>
                <a:gd name="T22" fmla="*/ 888 w 153"/>
                <a:gd name="T23" fmla="*/ 783 h 216"/>
                <a:gd name="T24" fmla="*/ 730 w 153"/>
                <a:gd name="T25" fmla="*/ 677 h 216"/>
                <a:gd name="T26" fmla="*/ 888 w 153"/>
                <a:gd name="T27" fmla="*/ 523 h 216"/>
                <a:gd name="T28" fmla="*/ 888 w 153"/>
                <a:gd name="T29" fmla="*/ 210 h 216"/>
                <a:gd name="T30" fmla="*/ 575 w 153"/>
                <a:gd name="T31" fmla="*/ 210 h 216"/>
                <a:gd name="T32" fmla="*/ 417 w 153"/>
                <a:gd name="T33" fmla="*/ 0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16"/>
                <a:gd name="T53" fmla="*/ 153 w 153"/>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16">
                  <a:moveTo>
                    <a:pt x="72" y="0"/>
                  </a:moveTo>
                  <a:cubicBezTo>
                    <a:pt x="36" y="0"/>
                    <a:pt x="72" y="45"/>
                    <a:pt x="63" y="45"/>
                  </a:cubicBezTo>
                  <a:cubicBezTo>
                    <a:pt x="27" y="45"/>
                    <a:pt x="9" y="36"/>
                    <a:pt x="9" y="36"/>
                  </a:cubicBezTo>
                  <a:cubicBezTo>
                    <a:pt x="9" y="36"/>
                    <a:pt x="14" y="46"/>
                    <a:pt x="9" y="72"/>
                  </a:cubicBezTo>
                  <a:cubicBezTo>
                    <a:pt x="0" y="117"/>
                    <a:pt x="36" y="63"/>
                    <a:pt x="36" y="108"/>
                  </a:cubicBezTo>
                  <a:cubicBezTo>
                    <a:pt x="36" y="144"/>
                    <a:pt x="0" y="117"/>
                    <a:pt x="0" y="135"/>
                  </a:cubicBezTo>
                  <a:cubicBezTo>
                    <a:pt x="0" y="148"/>
                    <a:pt x="9" y="180"/>
                    <a:pt x="9" y="180"/>
                  </a:cubicBezTo>
                  <a:cubicBezTo>
                    <a:pt x="9" y="180"/>
                    <a:pt x="27" y="180"/>
                    <a:pt x="54" y="180"/>
                  </a:cubicBezTo>
                  <a:cubicBezTo>
                    <a:pt x="81" y="180"/>
                    <a:pt x="36" y="216"/>
                    <a:pt x="81" y="216"/>
                  </a:cubicBezTo>
                  <a:cubicBezTo>
                    <a:pt x="135" y="216"/>
                    <a:pt x="99" y="180"/>
                    <a:pt x="108" y="180"/>
                  </a:cubicBezTo>
                  <a:cubicBezTo>
                    <a:pt x="117" y="180"/>
                    <a:pt x="153" y="180"/>
                    <a:pt x="153" y="180"/>
                  </a:cubicBezTo>
                  <a:cubicBezTo>
                    <a:pt x="153" y="180"/>
                    <a:pt x="153" y="153"/>
                    <a:pt x="153" y="135"/>
                  </a:cubicBezTo>
                  <a:cubicBezTo>
                    <a:pt x="153" y="117"/>
                    <a:pt x="126" y="153"/>
                    <a:pt x="126" y="117"/>
                  </a:cubicBezTo>
                  <a:cubicBezTo>
                    <a:pt x="126" y="63"/>
                    <a:pt x="153" y="99"/>
                    <a:pt x="153" y="90"/>
                  </a:cubicBezTo>
                  <a:cubicBezTo>
                    <a:pt x="153" y="81"/>
                    <a:pt x="153" y="36"/>
                    <a:pt x="153" y="36"/>
                  </a:cubicBezTo>
                  <a:cubicBezTo>
                    <a:pt x="153" y="36"/>
                    <a:pt x="108" y="36"/>
                    <a:pt x="99" y="36"/>
                  </a:cubicBezTo>
                  <a:cubicBezTo>
                    <a:pt x="90" y="36"/>
                    <a:pt x="117" y="0"/>
                    <a:pt x="72" y="0"/>
                  </a:cubicBezTo>
                  <a:close/>
                </a:path>
              </a:pathLst>
            </a:custGeom>
            <a:solidFill>
              <a:srgbClr val="FFFFFF"/>
            </a:solidFill>
            <a:ln w="9525">
              <a:noFill/>
              <a:round/>
            </a:ln>
          </p:spPr>
          <p:txBody>
            <a:bodyPr/>
            <a:lstStyle/>
            <a:p>
              <a:endParaRPr lang="en-GB" sz="1815"/>
            </a:p>
          </p:txBody>
        </p:sp>
        <p:sp>
          <p:nvSpPr>
            <p:cNvPr id="121" name="Freeform 39"/>
            <p:cNvSpPr/>
            <p:nvPr/>
          </p:nvSpPr>
          <p:spPr bwMode="auto">
            <a:xfrm>
              <a:off x="7308766" y="2179677"/>
              <a:ext cx="334556" cy="501174"/>
            </a:xfrm>
            <a:custGeom>
              <a:avLst/>
              <a:gdLst>
                <a:gd name="T0" fmla="*/ 210 w 144"/>
                <a:gd name="T1" fmla="*/ 625 h 216"/>
                <a:gd name="T2" fmla="*/ 0 w 144"/>
                <a:gd name="T3" fmla="*/ 729 h 216"/>
                <a:gd name="T4" fmla="*/ 0 w 144"/>
                <a:gd name="T5" fmla="*/ 990 h 216"/>
                <a:gd name="T6" fmla="*/ 365 w 144"/>
                <a:gd name="T7" fmla="*/ 990 h 216"/>
                <a:gd name="T8" fmla="*/ 473 w 144"/>
                <a:gd name="T9" fmla="*/ 1252 h 216"/>
                <a:gd name="T10" fmla="*/ 576 w 144"/>
                <a:gd name="T11" fmla="*/ 1042 h 216"/>
                <a:gd name="T12" fmla="*/ 838 w 144"/>
                <a:gd name="T13" fmla="*/ 990 h 216"/>
                <a:gd name="T14" fmla="*/ 838 w 144"/>
                <a:gd name="T15" fmla="*/ 729 h 216"/>
                <a:gd name="T16" fmla="*/ 680 w 144"/>
                <a:gd name="T17" fmla="*/ 575 h 216"/>
                <a:gd name="T18" fmla="*/ 838 w 144"/>
                <a:gd name="T19" fmla="*/ 471 h 216"/>
                <a:gd name="T20" fmla="*/ 838 w 144"/>
                <a:gd name="T21" fmla="*/ 158 h 216"/>
                <a:gd name="T22" fmla="*/ 523 w 144"/>
                <a:gd name="T23" fmla="*/ 158 h 216"/>
                <a:gd name="T24" fmla="*/ 313 w 144"/>
                <a:gd name="T25" fmla="*/ 0 h 216"/>
                <a:gd name="T26" fmla="*/ 263 w 144"/>
                <a:gd name="T27" fmla="*/ 158 h 216"/>
                <a:gd name="T28" fmla="*/ 0 w 144"/>
                <a:gd name="T29" fmla="*/ 158 h 216"/>
                <a:gd name="T30" fmla="*/ 0 w 144"/>
                <a:gd name="T31" fmla="*/ 471 h 216"/>
                <a:gd name="T32" fmla="*/ 210 w 144"/>
                <a:gd name="T33" fmla="*/ 62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36" y="108"/>
                  </a:moveTo>
                  <a:cubicBezTo>
                    <a:pt x="36" y="153"/>
                    <a:pt x="0" y="117"/>
                    <a:pt x="0" y="126"/>
                  </a:cubicBezTo>
                  <a:cubicBezTo>
                    <a:pt x="0" y="135"/>
                    <a:pt x="0" y="171"/>
                    <a:pt x="0" y="171"/>
                  </a:cubicBezTo>
                  <a:cubicBezTo>
                    <a:pt x="0" y="171"/>
                    <a:pt x="36" y="162"/>
                    <a:pt x="63" y="171"/>
                  </a:cubicBezTo>
                  <a:cubicBezTo>
                    <a:pt x="90" y="180"/>
                    <a:pt x="36" y="216"/>
                    <a:pt x="81" y="216"/>
                  </a:cubicBezTo>
                  <a:cubicBezTo>
                    <a:pt x="126" y="216"/>
                    <a:pt x="81" y="189"/>
                    <a:pt x="99" y="180"/>
                  </a:cubicBezTo>
                  <a:cubicBezTo>
                    <a:pt x="117" y="171"/>
                    <a:pt x="144" y="171"/>
                    <a:pt x="144" y="171"/>
                  </a:cubicBezTo>
                  <a:cubicBezTo>
                    <a:pt x="144" y="171"/>
                    <a:pt x="144" y="153"/>
                    <a:pt x="144" y="126"/>
                  </a:cubicBezTo>
                  <a:cubicBezTo>
                    <a:pt x="144" y="99"/>
                    <a:pt x="117" y="135"/>
                    <a:pt x="117" y="99"/>
                  </a:cubicBezTo>
                  <a:cubicBezTo>
                    <a:pt x="117" y="54"/>
                    <a:pt x="144" y="90"/>
                    <a:pt x="144" y="81"/>
                  </a:cubicBezTo>
                  <a:cubicBezTo>
                    <a:pt x="144" y="72"/>
                    <a:pt x="144" y="27"/>
                    <a:pt x="144" y="27"/>
                  </a:cubicBezTo>
                  <a:cubicBezTo>
                    <a:pt x="144" y="27"/>
                    <a:pt x="107" y="21"/>
                    <a:pt x="90" y="27"/>
                  </a:cubicBezTo>
                  <a:cubicBezTo>
                    <a:pt x="63" y="36"/>
                    <a:pt x="108" y="0"/>
                    <a:pt x="54" y="0"/>
                  </a:cubicBezTo>
                  <a:cubicBezTo>
                    <a:pt x="27" y="0"/>
                    <a:pt x="54" y="18"/>
                    <a:pt x="45" y="27"/>
                  </a:cubicBezTo>
                  <a:cubicBezTo>
                    <a:pt x="39" y="33"/>
                    <a:pt x="0" y="27"/>
                    <a:pt x="0" y="27"/>
                  </a:cubicBezTo>
                  <a:cubicBezTo>
                    <a:pt x="0" y="27"/>
                    <a:pt x="0" y="54"/>
                    <a:pt x="0" y="81"/>
                  </a:cubicBezTo>
                  <a:cubicBezTo>
                    <a:pt x="0" y="108"/>
                    <a:pt x="36" y="63"/>
                    <a:pt x="36" y="108"/>
                  </a:cubicBezTo>
                  <a:close/>
                </a:path>
              </a:pathLst>
            </a:custGeom>
            <a:solidFill>
              <a:srgbClr val="FFFFFF"/>
            </a:solidFill>
            <a:ln w="9525">
              <a:noFill/>
              <a:round/>
            </a:ln>
          </p:spPr>
          <p:txBody>
            <a:bodyPr/>
            <a:lstStyle/>
            <a:p>
              <a:endParaRPr lang="en-GB" sz="1815"/>
            </a:p>
          </p:txBody>
        </p:sp>
        <p:sp>
          <p:nvSpPr>
            <p:cNvPr id="122" name="Freeform 40"/>
            <p:cNvSpPr/>
            <p:nvPr/>
          </p:nvSpPr>
          <p:spPr bwMode="auto">
            <a:xfrm>
              <a:off x="2276213" y="3161357"/>
              <a:ext cx="353932" cy="501174"/>
            </a:xfrm>
            <a:custGeom>
              <a:avLst/>
              <a:gdLst>
                <a:gd name="T0" fmla="*/ 466 w 153"/>
                <a:gd name="T1" fmla="*/ 1252 h 216"/>
                <a:gd name="T2" fmla="*/ 568 w 153"/>
                <a:gd name="T3" fmla="*/ 1042 h 216"/>
                <a:gd name="T4" fmla="*/ 879 w 153"/>
                <a:gd name="T5" fmla="*/ 1042 h 216"/>
                <a:gd name="T6" fmla="*/ 879 w 153"/>
                <a:gd name="T7" fmla="*/ 783 h 216"/>
                <a:gd name="T8" fmla="*/ 725 w 153"/>
                <a:gd name="T9" fmla="*/ 677 h 216"/>
                <a:gd name="T10" fmla="*/ 879 w 153"/>
                <a:gd name="T11" fmla="*/ 523 h 216"/>
                <a:gd name="T12" fmla="*/ 879 w 153"/>
                <a:gd name="T13" fmla="*/ 210 h 216"/>
                <a:gd name="T14" fmla="*/ 568 w 153"/>
                <a:gd name="T15" fmla="*/ 210 h 216"/>
                <a:gd name="T16" fmla="*/ 466 w 153"/>
                <a:gd name="T17" fmla="*/ 0 h 216"/>
                <a:gd name="T18" fmla="*/ 362 w 153"/>
                <a:gd name="T19" fmla="*/ 210 h 216"/>
                <a:gd name="T20" fmla="*/ 52 w 153"/>
                <a:gd name="T21" fmla="*/ 210 h 216"/>
                <a:gd name="T22" fmla="*/ 52 w 153"/>
                <a:gd name="T23" fmla="*/ 523 h 216"/>
                <a:gd name="T24" fmla="*/ 260 w 153"/>
                <a:gd name="T25" fmla="*/ 677 h 216"/>
                <a:gd name="T26" fmla="*/ 0 w 153"/>
                <a:gd name="T27" fmla="*/ 887 h 216"/>
                <a:gd name="T28" fmla="*/ 52 w 153"/>
                <a:gd name="T29" fmla="*/ 1042 h 216"/>
                <a:gd name="T30" fmla="*/ 362 w 153"/>
                <a:gd name="T31" fmla="*/ 1042 h 216"/>
                <a:gd name="T32" fmla="*/ 466 w 153"/>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16"/>
                <a:gd name="T53" fmla="*/ 153 w 153"/>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16">
                  <a:moveTo>
                    <a:pt x="81" y="216"/>
                  </a:moveTo>
                  <a:cubicBezTo>
                    <a:pt x="117" y="216"/>
                    <a:pt x="90" y="180"/>
                    <a:pt x="99" y="180"/>
                  </a:cubicBezTo>
                  <a:cubicBezTo>
                    <a:pt x="108" y="180"/>
                    <a:pt x="153" y="180"/>
                    <a:pt x="153" y="180"/>
                  </a:cubicBezTo>
                  <a:cubicBezTo>
                    <a:pt x="153" y="180"/>
                    <a:pt x="153" y="153"/>
                    <a:pt x="153" y="135"/>
                  </a:cubicBezTo>
                  <a:cubicBezTo>
                    <a:pt x="153" y="117"/>
                    <a:pt x="126" y="153"/>
                    <a:pt x="126" y="117"/>
                  </a:cubicBezTo>
                  <a:cubicBezTo>
                    <a:pt x="126" y="63"/>
                    <a:pt x="153" y="99"/>
                    <a:pt x="153" y="90"/>
                  </a:cubicBezTo>
                  <a:cubicBezTo>
                    <a:pt x="153" y="81"/>
                    <a:pt x="153" y="36"/>
                    <a:pt x="153" y="36"/>
                  </a:cubicBezTo>
                  <a:cubicBezTo>
                    <a:pt x="153" y="36"/>
                    <a:pt x="117" y="36"/>
                    <a:pt x="99" y="36"/>
                  </a:cubicBezTo>
                  <a:cubicBezTo>
                    <a:pt x="81" y="36"/>
                    <a:pt x="135" y="0"/>
                    <a:pt x="81" y="0"/>
                  </a:cubicBezTo>
                  <a:cubicBezTo>
                    <a:pt x="36" y="0"/>
                    <a:pt x="72" y="36"/>
                    <a:pt x="63" y="36"/>
                  </a:cubicBezTo>
                  <a:cubicBezTo>
                    <a:pt x="54" y="36"/>
                    <a:pt x="9" y="36"/>
                    <a:pt x="9" y="36"/>
                  </a:cubicBezTo>
                  <a:cubicBezTo>
                    <a:pt x="9" y="36"/>
                    <a:pt x="9" y="77"/>
                    <a:pt x="9" y="90"/>
                  </a:cubicBezTo>
                  <a:cubicBezTo>
                    <a:pt x="9" y="109"/>
                    <a:pt x="45" y="73"/>
                    <a:pt x="45" y="117"/>
                  </a:cubicBezTo>
                  <a:cubicBezTo>
                    <a:pt x="45" y="181"/>
                    <a:pt x="0" y="117"/>
                    <a:pt x="0" y="153"/>
                  </a:cubicBezTo>
                  <a:cubicBezTo>
                    <a:pt x="0" y="162"/>
                    <a:pt x="9" y="180"/>
                    <a:pt x="9" y="180"/>
                  </a:cubicBezTo>
                  <a:cubicBezTo>
                    <a:pt x="9" y="180"/>
                    <a:pt x="45" y="180"/>
                    <a:pt x="63" y="180"/>
                  </a:cubicBezTo>
                  <a:cubicBezTo>
                    <a:pt x="81" y="180"/>
                    <a:pt x="45" y="216"/>
                    <a:pt x="81" y="216"/>
                  </a:cubicBezTo>
                  <a:close/>
                </a:path>
              </a:pathLst>
            </a:custGeom>
            <a:solidFill>
              <a:srgbClr val="FFFFFF"/>
            </a:solidFill>
            <a:ln w="9525">
              <a:noFill/>
              <a:round/>
            </a:ln>
          </p:spPr>
          <p:txBody>
            <a:bodyPr/>
            <a:lstStyle/>
            <a:p>
              <a:endParaRPr lang="en-GB" sz="1815"/>
            </a:p>
          </p:txBody>
        </p:sp>
        <p:sp>
          <p:nvSpPr>
            <p:cNvPr id="123" name="Freeform 41"/>
            <p:cNvSpPr/>
            <p:nvPr/>
          </p:nvSpPr>
          <p:spPr bwMode="auto">
            <a:xfrm>
              <a:off x="7559360" y="3140690"/>
              <a:ext cx="439186" cy="521841"/>
            </a:xfrm>
            <a:custGeom>
              <a:avLst/>
              <a:gdLst>
                <a:gd name="T0" fmla="*/ 576 w 189"/>
                <a:gd name="T1" fmla="*/ 0 h 225"/>
                <a:gd name="T2" fmla="*/ 473 w 189"/>
                <a:gd name="T3" fmla="*/ 260 h 225"/>
                <a:gd name="T4" fmla="*/ 210 w 189"/>
                <a:gd name="T5" fmla="*/ 260 h 225"/>
                <a:gd name="T6" fmla="*/ 210 w 189"/>
                <a:gd name="T7" fmla="*/ 612 h 225"/>
                <a:gd name="T8" fmla="*/ 0 w 189"/>
                <a:gd name="T9" fmla="*/ 664 h 225"/>
                <a:gd name="T10" fmla="*/ 210 w 189"/>
                <a:gd name="T11" fmla="*/ 822 h 225"/>
                <a:gd name="T12" fmla="*/ 210 w 189"/>
                <a:gd name="T13" fmla="*/ 1093 h 225"/>
                <a:gd name="T14" fmla="*/ 523 w 189"/>
                <a:gd name="T15" fmla="*/ 1093 h 225"/>
                <a:gd name="T16" fmla="*/ 628 w 189"/>
                <a:gd name="T17" fmla="*/ 1302 h 225"/>
                <a:gd name="T18" fmla="*/ 734 w 189"/>
                <a:gd name="T19" fmla="*/ 1093 h 225"/>
                <a:gd name="T20" fmla="*/ 1049 w 189"/>
                <a:gd name="T21" fmla="*/ 1093 h 225"/>
                <a:gd name="T22" fmla="*/ 1049 w 189"/>
                <a:gd name="T23" fmla="*/ 887 h 225"/>
                <a:gd name="T24" fmla="*/ 838 w 189"/>
                <a:gd name="T25" fmla="*/ 781 h 225"/>
                <a:gd name="T26" fmla="*/ 997 w 189"/>
                <a:gd name="T27" fmla="*/ 575 h 225"/>
                <a:gd name="T28" fmla="*/ 1101 w 189"/>
                <a:gd name="T29" fmla="*/ 523 h 225"/>
                <a:gd name="T30" fmla="*/ 1049 w 189"/>
                <a:gd name="T31" fmla="*/ 260 h 225"/>
                <a:gd name="T32" fmla="*/ 734 w 189"/>
                <a:gd name="T33" fmla="*/ 260 h 225"/>
                <a:gd name="T34" fmla="*/ 576 w 189"/>
                <a:gd name="T35" fmla="*/ 0 h 22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9"/>
                <a:gd name="T55" fmla="*/ 0 h 225"/>
                <a:gd name="T56" fmla="*/ 189 w 189"/>
                <a:gd name="T57" fmla="*/ 225 h 22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9" h="225">
                  <a:moveTo>
                    <a:pt x="99" y="0"/>
                  </a:moveTo>
                  <a:cubicBezTo>
                    <a:pt x="63" y="0"/>
                    <a:pt x="99" y="36"/>
                    <a:pt x="81" y="45"/>
                  </a:cubicBezTo>
                  <a:cubicBezTo>
                    <a:pt x="63" y="54"/>
                    <a:pt x="36" y="45"/>
                    <a:pt x="36" y="45"/>
                  </a:cubicBezTo>
                  <a:cubicBezTo>
                    <a:pt x="36" y="45"/>
                    <a:pt x="36" y="70"/>
                    <a:pt x="36" y="106"/>
                  </a:cubicBezTo>
                  <a:cubicBezTo>
                    <a:pt x="36" y="115"/>
                    <a:pt x="0" y="79"/>
                    <a:pt x="0" y="115"/>
                  </a:cubicBezTo>
                  <a:cubicBezTo>
                    <a:pt x="0" y="160"/>
                    <a:pt x="36" y="133"/>
                    <a:pt x="36" y="142"/>
                  </a:cubicBezTo>
                  <a:cubicBezTo>
                    <a:pt x="36" y="151"/>
                    <a:pt x="36" y="189"/>
                    <a:pt x="36" y="189"/>
                  </a:cubicBezTo>
                  <a:cubicBezTo>
                    <a:pt x="36" y="189"/>
                    <a:pt x="81" y="189"/>
                    <a:pt x="90" y="189"/>
                  </a:cubicBezTo>
                  <a:cubicBezTo>
                    <a:pt x="99" y="189"/>
                    <a:pt x="72" y="225"/>
                    <a:pt x="108" y="225"/>
                  </a:cubicBezTo>
                  <a:cubicBezTo>
                    <a:pt x="144" y="225"/>
                    <a:pt x="108" y="189"/>
                    <a:pt x="126" y="189"/>
                  </a:cubicBezTo>
                  <a:cubicBezTo>
                    <a:pt x="144" y="189"/>
                    <a:pt x="180" y="189"/>
                    <a:pt x="180" y="189"/>
                  </a:cubicBezTo>
                  <a:cubicBezTo>
                    <a:pt x="180" y="189"/>
                    <a:pt x="180" y="160"/>
                    <a:pt x="180" y="153"/>
                  </a:cubicBezTo>
                  <a:cubicBezTo>
                    <a:pt x="180" y="126"/>
                    <a:pt x="144" y="163"/>
                    <a:pt x="144" y="135"/>
                  </a:cubicBezTo>
                  <a:cubicBezTo>
                    <a:pt x="144" y="108"/>
                    <a:pt x="157" y="85"/>
                    <a:pt x="171" y="99"/>
                  </a:cubicBezTo>
                  <a:cubicBezTo>
                    <a:pt x="180" y="108"/>
                    <a:pt x="189" y="108"/>
                    <a:pt x="189" y="90"/>
                  </a:cubicBezTo>
                  <a:cubicBezTo>
                    <a:pt x="189" y="81"/>
                    <a:pt x="180" y="45"/>
                    <a:pt x="180" y="45"/>
                  </a:cubicBezTo>
                  <a:cubicBezTo>
                    <a:pt x="180" y="45"/>
                    <a:pt x="153" y="45"/>
                    <a:pt x="126" y="45"/>
                  </a:cubicBezTo>
                  <a:cubicBezTo>
                    <a:pt x="94" y="45"/>
                    <a:pt x="153" y="0"/>
                    <a:pt x="99" y="0"/>
                  </a:cubicBezTo>
                  <a:close/>
                </a:path>
              </a:pathLst>
            </a:custGeom>
            <a:solidFill>
              <a:srgbClr val="FFFFFF"/>
            </a:solidFill>
            <a:ln w="9525">
              <a:noFill/>
              <a:round/>
            </a:ln>
          </p:spPr>
          <p:txBody>
            <a:bodyPr/>
            <a:lstStyle/>
            <a:p>
              <a:endParaRPr lang="en-GB" sz="1815"/>
            </a:p>
          </p:txBody>
        </p:sp>
        <p:sp>
          <p:nvSpPr>
            <p:cNvPr id="124" name="Freeform 42"/>
            <p:cNvSpPr/>
            <p:nvPr/>
          </p:nvSpPr>
          <p:spPr bwMode="auto">
            <a:xfrm>
              <a:off x="2212918" y="2514223"/>
              <a:ext cx="417227" cy="480507"/>
            </a:xfrm>
            <a:custGeom>
              <a:avLst/>
              <a:gdLst>
                <a:gd name="T0" fmla="*/ 624 w 180"/>
                <a:gd name="T1" fmla="*/ 1202 h 207"/>
                <a:gd name="T2" fmla="*/ 729 w 180"/>
                <a:gd name="T3" fmla="*/ 940 h 207"/>
                <a:gd name="T4" fmla="*/ 1041 w 180"/>
                <a:gd name="T5" fmla="*/ 992 h 207"/>
                <a:gd name="T6" fmla="*/ 1041 w 180"/>
                <a:gd name="T7" fmla="*/ 730 h 207"/>
                <a:gd name="T8" fmla="*/ 885 w 180"/>
                <a:gd name="T9" fmla="*/ 575 h 207"/>
                <a:gd name="T10" fmla="*/ 1041 w 180"/>
                <a:gd name="T11" fmla="*/ 471 h 207"/>
                <a:gd name="T12" fmla="*/ 1041 w 180"/>
                <a:gd name="T13" fmla="*/ 158 h 207"/>
                <a:gd name="T14" fmla="*/ 677 w 180"/>
                <a:gd name="T15" fmla="*/ 158 h 207"/>
                <a:gd name="T16" fmla="*/ 572 w 180"/>
                <a:gd name="T17" fmla="*/ 0 h 207"/>
                <a:gd name="T18" fmla="*/ 467 w 180"/>
                <a:gd name="T19" fmla="*/ 158 h 207"/>
                <a:gd name="T20" fmla="*/ 210 w 180"/>
                <a:gd name="T21" fmla="*/ 158 h 207"/>
                <a:gd name="T22" fmla="*/ 210 w 180"/>
                <a:gd name="T23" fmla="*/ 471 h 207"/>
                <a:gd name="T24" fmla="*/ 102 w 180"/>
                <a:gd name="T25" fmla="*/ 471 h 207"/>
                <a:gd name="T26" fmla="*/ 0 w 180"/>
                <a:gd name="T27" fmla="*/ 627 h 207"/>
                <a:gd name="T28" fmla="*/ 210 w 180"/>
                <a:gd name="T29" fmla="*/ 730 h 207"/>
                <a:gd name="T30" fmla="*/ 210 w 180"/>
                <a:gd name="T31" fmla="*/ 992 h 207"/>
                <a:gd name="T32" fmla="*/ 522 w 180"/>
                <a:gd name="T33" fmla="*/ 940 h 207"/>
                <a:gd name="T34" fmla="*/ 624 w 180"/>
                <a:gd name="T35" fmla="*/ 1202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207"/>
                <a:gd name="T56" fmla="*/ 180 w 180"/>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207">
                  <a:moveTo>
                    <a:pt x="108" y="207"/>
                  </a:moveTo>
                  <a:cubicBezTo>
                    <a:pt x="144" y="207"/>
                    <a:pt x="117" y="162"/>
                    <a:pt x="126" y="162"/>
                  </a:cubicBezTo>
                  <a:cubicBezTo>
                    <a:pt x="135" y="162"/>
                    <a:pt x="180" y="171"/>
                    <a:pt x="180" y="171"/>
                  </a:cubicBezTo>
                  <a:cubicBezTo>
                    <a:pt x="180" y="171"/>
                    <a:pt x="180" y="153"/>
                    <a:pt x="180" y="126"/>
                  </a:cubicBezTo>
                  <a:cubicBezTo>
                    <a:pt x="180" y="99"/>
                    <a:pt x="153" y="135"/>
                    <a:pt x="153" y="99"/>
                  </a:cubicBezTo>
                  <a:cubicBezTo>
                    <a:pt x="153" y="54"/>
                    <a:pt x="180" y="90"/>
                    <a:pt x="180" y="81"/>
                  </a:cubicBezTo>
                  <a:cubicBezTo>
                    <a:pt x="180" y="72"/>
                    <a:pt x="180" y="27"/>
                    <a:pt x="180" y="27"/>
                  </a:cubicBezTo>
                  <a:cubicBezTo>
                    <a:pt x="180" y="27"/>
                    <a:pt x="135" y="27"/>
                    <a:pt x="117" y="27"/>
                  </a:cubicBezTo>
                  <a:cubicBezTo>
                    <a:pt x="99" y="27"/>
                    <a:pt x="135" y="0"/>
                    <a:pt x="99" y="0"/>
                  </a:cubicBezTo>
                  <a:cubicBezTo>
                    <a:pt x="63" y="0"/>
                    <a:pt x="90" y="27"/>
                    <a:pt x="81" y="27"/>
                  </a:cubicBezTo>
                  <a:cubicBezTo>
                    <a:pt x="72" y="27"/>
                    <a:pt x="36" y="27"/>
                    <a:pt x="36" y="27"/>
                  </a:cubicBezTo>
                  <a:cubicBezTo>
                    <a:pt x="36" y="27"/>
                    <a:pt x="36" y="72"/>
                    <a:pt x="36" y="81"/>
                  </a:cubicBezTo>
                  <a:cubicBezTo>
                    <a:pt x="36" y="90"/>
                    <a:pt x="18" y="81"/>
                    <a:pt x="18" y="81"/>
                  </a:cubicBezTo>
                  <a:cubicBezTo>
                    <a:pt x="18" y="81"/>
                    <a:pt x="0" y="72"/>
                    <a:pt x="0" y="108"/>
                  </a:cubicBezTo>
                  <a:cubicBezTo>
                    <a:pt x="0" y="144"/>
                    <a:pt x="36" y="108"/>
                    <a:pt x="36" y="126"/>
                  </a:cubicBezTo>
                  <a:cubicBezTo>
                    <a:pt x="36" y="144"/>
                    <a:pt x="36" y="171"/>
                    <a:pt x="36" y="171"/>
                  </a:cubicBezTo>
                  <a:cubicBezTo>
                    <a:pt x="36" y="171"/>
                    <a:pt x="81" y="162"/>
                    <a:pt x="90" y="162"/>
                  </a:cubicBezTo>
                  <a:cubicBezTo>
                    <a:pt x="99" y="162"/>
                    <a:pt x="72" y="207"/>
                    <a:pt x="108" y="207"/>
                  </a:cubicBezTo>
                  <a:close/>
                </a:path>
              </a:pathLst>
            </a:custGeom>
            <a:solidFill>
              <a:srgbClr val="FFFFFF"/>
            </a:solidFill>
            <a:ln w="9525">
              <a:noFill/>
              <a:round/>
            </a:ln>
          </p:spPr>
          <p:txBody>
            <a:bodyPr/>
            <a:lstStyle/>
            <a:p>
              <a:endParaRPr lang="en-GB" sz="1815"/>
            </a:p>
          </p:txBody>
        </p:sp>
        <p:sp>
          <p:nvSpPr>
            <p:cNvPr id="125" name="Freeform 43"/>
            <p:cNvSpPr/>
            <p:nvPr/>
          </p:nvSpPr>
          <p:spPr bwMode="auto">
            <a:xfrm>
              <a:off x="2630145" y="2222302"/>
              <a:ext cx="334556" cy="437881"/>
            </a:xfrm>
            <a:custGeom>
              <a:avLst/>
              <a:gdLst>
                <a:gd name="T0" fmla="*/ 210 w 144"/>
                <a:gd name="T1" fmla="*/ 518 h 189"/>
                <a:gd name="T2" fmla="*/ 0 w 144"/>
                <a:gd name="T3" fmla="*/ 624 h 189"/>
                <a:gd name="T4" fmla="*/ 0 w 144"/>
                <a:gd name="T5" fmla="*/ 881 h 189"/>
                <a:gd name="T6" fmla="*/ 313 w 144"/>
                <a:gd name="T7" fmla="*/ 881 h 189"/>
                <a:gd name="T8" fmla="*/ 421 w 144"/>
                <a:gd name="T9" fmla="*/ 1091 h 189"/>
                <a:gd name="T10" fmla="*/ 523 w 144"/>
                <a:gd name="T11" fmla="*/ 881 h 189"/>
                <a:gd name="T12" fmla="*/ 838 w 144"/>
                <a:gd name="T13" fmla="*/ 881 h 189"/>
                <a:gd name="T14" fmla="*/ 838 w 144"/>
                <a:gd name="T15" fmla="*/ 624 h 189"/>
                <a:gd name="T16" fmla="*/ 680 w 144"/>
                <a:gd name="T17" fmla="*/ 518 h 189"/>
                <a:gd name="T18" fmla="*/ 838 w 144"/>
                <a:gd name="T19" fmla="*/ 414 h 189"/>
                <a:gd name="T20" fmla="*/ 838 w 144"/>
                <a:gd name="T21" fmla="*/ 52 h 189"/>
                <a:gd name="T22" fmla="*/ 583 w 144"/>
                <a:gd name="T23" fmla="*/ 52 h 189"/>
                <a:gd name="T24" fmla="*/ 421 w 144"/>
                <a:gd name="T25" fmla="*/ 210 h 189"/>
                <a:gd name="T26" fmla="*/ 263 w 144"/>
                <a:gd name="T27" fmla="*/ 52 h 189"/>
                <a:gd name="T28" fmla="*/ 0 w 144"/>
                <a:gd name="T29" fmla="*/ 52 h 189"/>
                <a:gd name="T30" fmla="*/ 0 w 144"/>
                <a:gd name="T31" fmla="*/ 364 h 189"/>
                <a:gd name="T32" fmla="*/ 210 w 144"/>
                <a:gd name="T33" fmla="*/ 518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9"/>
                <a:gd name="T53" fmla="*/ 144 w 144"/>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9">
                  <a:moveTo>
                    <a:pt x="36" y="90"/>
                  </a:moveTo>
                  <a:cubicBezTo>
                    <a:pt x="36" y="135"/>
                    <a:pt x="0" y="99"/>
                    <a:pt x="0" y="108"/>
                  </a:cubicBezTo>
                  <a:cubicBezTo>
                    <a:pt x="0" y="117"/>
                    <a:pt x="0" y="153"/>
                    <a:pt x="0" y="153"/>
                  </a:cubicBezTo>
                  <a:cubicBezTo>
                    <a:pt x="0" y="153"/>
                    <a:pt x="36" y="153"/>
                    <a:pt x="54" y="153"/>
                  </a:cubicBezTo>
                  <a:cubicBezTo>
                    <a:pt x="72" y="153"/>
                    <a:pt x="36" y="189"/>
                    <a:pt x="72" y="189"/>
                  </a:cubicBezTo>
                  <a:cubicBezTo>
                    <a:pt x="108" y="189"/>
                    <a:pt x="81" y="153"/>
                    <a:pt x="90" y="153"/>
                  </a:cubicBezTo>
                  <a:cubicBezTo>
                    <a:pt x="99" y="153"/>
                    <a:pt x="144" y="153"/>
                    <a:pt x="144" y="153"/>
                  </a:cubicBezTo>
                  <a:cubicBezTo>
                    <a:pt x="144" y="153"/>
                    <a:pt x="144" y="126"/>
                    <a:pt x="144" y="108"/>
                  </a:cubicBezTo>
                  <a:cubicBezTo>
                    <a:pt x="144" y="90"/>
                    <a:pt x="117" y="126"/>
                    <a:pt x="117" y="90"/>
                  </a:cubicBezTo>
                  <a:cubicBezTo>
                    <a:pt x="117" y="54"/>
                    <a:pt x="144" y="81"/>
                    <a:pt x="144" y="72"/>
                  </a:cubicBezTo>
                  <a:cubicBezTo>
                    <a:pt x="144" y="63"/>
                    <a:pt x="144" y="9"/>
                    <a:pt x="144" y="9"/>
                  </a:cubicBezTo>
                  <a:cubicBezTo>
                    <a:pt x="144" y="9"/>
                    <a:pt x="109" y="0"/>
                    <a:pt x="100" y="9"/>
                  </a:cubicBezTo>
                  <a:cubicBezTo>
                    <a:pt x="91" y="18"/>
                    <a:pt x="117" y="36"/>
                    <a:pt x="72" y="36"/>
                  </a:cubicBezTo>
                  <a:cubicBezTo>
                    <a:pt x="27" y="36"/>
                    <a:pt x="71" y="9"/>
                    <a:pt x="45" y="9"/>
                  </a:cubicBezTo>
                  <a:cubicBezTo>
                    <a:pt x="36" y="9"/>
                    <a:pt x="0" y="9"/>
                    <a:pt x="0" y="9"/>
                  </a:cubicBezTo>
                  <a:cubicBezTo>
                    <a:pt x="0" y="9"/>
                    <a:pt x="0" y="36"/>
                    <a:pt x="0" y="63"/>
                  </a:cubicBezTo>
                  <a:cubicBezTo>
                    <a:pt x="0" y="90"/>
                    <a:pt x="36" y="45"/>
                    <a:pt x="36" y="90"/>
                  </a:cubicBezTo>
                  <a:close/>
                </a:path>
              </a:pathLst>
            </a:custGeom>
            <a:solidFill>
              <a:srgbClr val="FFFFFF"/>
            </a:solidFill>
            <a:ln w="9525">
              <a:noFill/>
              <a:round/>
            </a:ln>
          </p:spPr>
          <p:txBody>
            <a:bodyPr/>
            <a:lstStyle/>
            <a:p>
              <a:endParaRPr lang="en-GB" sz="1815"/>
            </a:p>
          </p:txBody>
        </p:sp>
        <p:sp>
          <p:nvSpPr>
            <p:cNvPr id="126" name="Freeform 44"/>
            <p:cNvSpPr/>
            <p:nvPr/>
          </p:nvSpPr>
          <p:spPr bwMode="auto">
            <a:xfrm>
              <a:off x="3967078" y="2223594"/>
              <a:ext cx="334556" cy="384922"/>
            </a:xfrm>
            <a:custGeom>
              <a:avLst/>
              <a:gdLst>
                <a:gd name="T0" fmla="*/ 210 w 144"/>
                <a:gd name="T1" fmla="*/ 515 h 166"/>
                <a:gd name="T2" fmla="*/ 0 w 144"/>
                <a:gd name="T3" fmla="*/ 619 h 166"/>
                <a:gd name="T4" fmla="*/ 0 w 144"/>
                <a:gd name="T5" fmla="*/ 880 h 166"/>
                <a:gd name="T6" fmla="*/ 421 w 144"/>
                <a:gd name="T7" fmla="*/ 722 h 166"/>
                <a:gd name="T8" fmla="*/ 576 w 144"/>
                <a:gd name="T9" fmla="*/ 932 h 166"/>
                <a:gd name="T10" fmla="*/ 838 w 144"/>
                <a:gd name="T11" fmla="*/ 880 h 166"/>
                <a:gd name="T12" fmla="*/ 838 w 144"/>
                <a:gd name="T13" fmla="*/ 515 h 166"/>
                <a:gd name="T14" fmla="*/ 680 w 144"/>
                <a:gd name="T15" fmla="*/ 409 h 166"/>
                <a:gd name="T16" fmla="*/ 838 w 144"/>
                <a:gd name="T17" fmla="*/ 307 h 166"/>
                <a:gd name="T18" fmla="*/ 838 w 144"/>
                <a:gd name="T19" fmla="*/ 45 h 166"/>
                <a:gd name="T20" fmla="*/ 576 w 144"/>
                <a:gd name="T21" fmla="*/ 45 h 166"/>
                <a:gd name="T22" fmla="*/ 442 w 144"/>
                <a:gd name="T23" fmla="*/ 255 h 166"/>
                <a:gd name="T24" fmla="*/ 313 w 144"/>
                <a:gd name="T25" fmla="*/ 45 h 166"/>
                <a:gd name="T26" fmla="*/ 0 w 144"/>
                <a:gd name="T27" fmla="*/ 45 h 166"/>
                <a:gd name="T28" fmla="*/ 0 w 144"/>
                <a:gd name="T29" fmla="*/ 357 h 166"/>
                <a:gd name="T30" fmla="*/ 210 w 144"/>
                <a:gd name="T31" fmla="*/ 515 h 16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4"/>
                <a:gd name="T49" fmla="*/ 0 h 166"/>
                <a:gd name="T50" fmla="*/ 144 w 144"/>
                <a:gd name="T51" fmla="*/ 166 h 16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4" h="166">
                  <a:moveTo>
                    <a:pt x="36" y="89"/>
                  </a:moveTo>
                  <a:cubicBezTo>
                    <a:pt x="36" y="134"/>
                    <a:pt x="0" y="98"/>
                    <a:pt x="0" y="107"/>
                  </a:cubicBezTo>
                  <a:cubicBezTo>
                    <a:pt x="0" y="116"/>
                    <a:pt x="0" y="152"/>
                    <a:pt x="0" y="152"/>
                  </a:cubicBezTo>
                  <a:cubicBezTo>
                    <a:pt x="96" y="166"/>
                    <a:pt x="13" y="126"/>
                    <a:pt x="72" y="125"/>
                  </a:cubicBezTo>
                  <a:cubicBezTo>
                    <a:pt x="108" y="124"/>
                    <a:pt x="81" y="161"/>
                    <a:pt x="99" y="161"/>
                  </a:cubicBezTo>
                  <a:cubicBezTo>
                    <a:pt x="112" y="161"/>
                    <a:pt x="144" y="152"/>
                    <a:pt x="144" y="152"/>
                  </a:cubicBezTo>
                  <a:cubicBezTo>
                    <a:pt x="144" y="152"/>
                    <a:pt x="144" y="98"/>
                    <a:pt x="144" y="89"/>
                  </a:cubicBezTo>
                  <a:cubicBezTo>
                    <a:pt x="144" y="80"/>
                    <a:pt x="117" y="107"/>
                    <a:pt x="117" y="71"/>
                  </a:cubicBezTo>
                  <a:cubicBezTo>
                    <a:pt x="117" y="35"/>
                    <a:pt x="144" y="71"/>
                    <a:pt x="144" y="53"/>
                  </a:cubicBezTo>
                  <a:cubicBezTo>
                    <a:pt x="144" y="35"/>
                    <a:pt x="144" y="8"/>
                    <a:pt x="144" y="8"/>
                  </a:cubicBezTo>
                  <a:cubicBezTo>
                    <a:pt x="144" y="8"/>
                    <a:pt x="107" y="4"/>
                    <a:pt x="99" y="8"/>
                  </a:cubicBezTo>
                  <a:cubicBezTo>
                    <a:pt x="81" y="17"/>
                    <a:pt x="112" y="44"/>
                    <a:pt x="76" y="44"/>
                  </a:cubicBezTo>
                  <a:cubicBezTo>
                    <a:pt x="31" y="44"/>
                    <a:pt x="72" y="17"/>
                    <a:pt x="54" y="8"/>
                  </a:cubicBezTo>
                  <a:cubicBezTo>
                    <a:pt x="38" y="0"/>
                    <a:pt x="0" y="8"/>
                    <a:pt x="0" y="8"/>
                  </a:cubicBezTo>
                  <a:cubicBezTo>
                    <a:pt x="0" y="8"/>
                    <a:pt x="0" y="35"/>
                    <a:pt x="0" y="62"/>
                  </a:cubicBezTo>
                  <a:cubicBezTo>
                    <a:pt x="0" y="89"/>
                    <a:pt x="36" y="44"/>
                    <a:pt x="36" y="89"/>
                  </a:cubicBezTo>
                  <a:close/>
                </a:path>
              </a:pathLst>
            </a:custGeom>
            <a:solidFill>
              <a:srgbClr val="FFFFFF"/>
            </a:solidFill>
            <a:ln w="9525">
              <a:noFill/>
              <a:round/>
            </a:ln>
          </p:spPr>
          <p:txBody>
            <a:bodyPr/>
            <a:lstStyle/>
            <a:p>
              <a:endParaRPr lang="en-GB" sz="1815"/>
            </a:p>
          </p:txBody>
        </p:sp>
        <p:sp>
          <p:nvSpPr>
            <p:cNvPr id="127" name="Freeform 45"/>
            <p:cNvSpPr/>
            <p:nvPr/>
          </p:nvSpPr>
          <p:spPr bwMode="auto">
            <a:xfrm>
              <a:off x="3299257" y="2242969"/>
              <a:ext cx="333265" cy="333255"/>
            </a:xfrm>
            <a:custGeom>
              <a:avLst/>
              <a:gdLst>
                <a:gd name="T0" fmla="*/ 154 w 144"/>
                <a:gd name="T1" fmla="*/ 414 h 144"/>
                <a:gd name="T2" fmla="*/ 0 w 144"/>
                <a:gd name="T3" fmla="*/ 516 h 144"/>
                <a:gd name="T4" fmla="*/ 0 w 144"/>
                <a:gd name="T5" fmla="*/ 828 h 144"/>
                <a:gd name="T6" fmla="*/ 260 w 144"/>
                <a:gd name="T7" fmla="*/ 828 h 144"/>
                <a:gd name="T8" fmla="*/ 362 w 144"/>
                <a:gd name="T9" fmla="*/ 674 h 144"/>
                <a:gd name="T10" fmla="*/ 516 w 144"/>
                <a:gd name="T11" fmla="*/ 828 h 144"/>
                <a:gd name="T12" fmla="*/ 828 w 144"/>
                <a:gd name="T13" fmla="*/ 828 h 144"/>
                <a:gd name="T14" fmla="*/ 828 w 144"/>
                <a:gd name="T15" fmla="*/ 568 h 144"/>
                <a:gd name="T16" fmla="*/ 674 w 144"/>
                <a:gd name="T17" fmla="*/ 466 h 144"/>
                <a:gd name="T18" fmla="*/ 828 w 144"/>
                <a:gd name="T19" fmla="*/ 312 h 144"/>
                <a:gd name="T20" fmla="*/ 828 w 144"/>
                <a:gd name="T21" fmla="*/ 0 h 144"/>
                <a:gd name="T22" fmla="*/ 620 w 144"/>
                <a:gd name="T23" fmla="*/ 0 h 144"/>
                <a:gd name="T24" fmla="*/ 414 w 144"/>
                <a:gd name="T25" fmla="*/ 208 h 144"/>
                <a:gd name="T26" fmla="*/ 260 w 144"/>
                <a:gd name="T27" fmla="*/ 0 h 144"/>
                <a:gd name="T28" fmla="*/ 0 w 144"/>
                <a:gd name="T29" fmla="*/ 0 h 144"/>
                <a:gd name="T30" fmla="*/ 0 w 144"/>
                <a:gd name="T31" fmla="*/ 260 h 144"/>
                <a:gd name="T32" fmla="*/ 154 w 144"/>
                <a:gd name="T33" fmla="*/ 41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44"/>
                <a:gd name="T53" fmla="*/ 144 w 144"/>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44">
                  <a:moveTo>
                    <a:pt x="27" y="72"/>
                  </a:moveTo>
                  <a:cubicBezTo>
                    <a:pt x="27" y="117"/>
                    <a:pt x="0" y="81"/>
                    <a:pt x="0" y="90"/>
                  </a:cubicBezTo>
                  <a:cubicBezTo>
                    <a:pt x="0" y="99"/>
                    <a:pt x="0" y="144"/>
                    <a:pt x="0" y="144"/>
                  </a:cubicBezTo>
                  <a:cubicBezTo>
                    <a:pt x="0" y="144"/>
                    <a:pt x="27" y="144"/>
                    <a:pt x="45" y="144"/>
                  </a:cubicBezTo>
                  <a:cubicBezTo>
                    <a:pt x="63" y="144"/>
                    <a:pt x="27" y="117"/>
                    <a:pt x="63" y="117"/>
                  </a:cubicBezTo>
                  <a:cubicBezTo>
                    <a:pt x="117" y="117"/>
                    <a:pt x="81" y="144"/>
                    <a:pt x="90" y="144"/>
                  </a:cubicBezTo>
                  <a:cubicBezTo>
                    <a:pt x="99" y="144"/>
                    <a:pt x="144" y="144"/>
                    <a:pt x="144" y="144"/>
                  </a:cubicBezTo>
                  <a:cubicBezTo>
                    <a:pt x="144" y="144"/>
                    <a:pt x="144" y="117"/>
                    <a:pt x="144" y="99"/>
                  </a:cubicBezTo>
                  <a:cubicBezTo>
                    <a:pt x="144" y="81"/>
                    <a:pt x="117" y="117"/>
                    <a:pt x="117" y="81"/>
                  </a:cubicBezTo>
                  <a:cubicBezTo>
                    <a:pt x="117" y="27"/>
                    <a:pt x="144" y="63"/>
                    <a:pt x="144" y="54"/>
                  </a:cubicBezTo>
                  <a:cubicBezTo>
                    <a:pt x="144" y="45"/>
                    <a:pt x="144" y="2"/>
                    <a:pt x="144" y="0"/>
                  </a:cubicBezTo>
                  <a:cubicBezTo>
                    <a:pt x="144" y="0"/>
                    <a:pt x="144" y="0"/>
                    <a:pt x="108" y="0"/>
                  </a:cubicBezTo>
                  <a:cubicBezTo>
                    <a:pt x="72" y="0"/>
                    <a:pt x="126" y="36"/>
                    <a:pt x="72" y="36"/>
                  </a:cubicBezTo>
                  <a:cubicBezTo>
                    <a:pt x="36" y="36"/>
                    <a:pt x="72" y="0"/>
                    <a:pt x="45" y="0"/>
                  </a:cubicBezTo>
                  <a:cubicBezTo>
                    <a:pt x="18" y="0"/>
                    <a:pt x="0" y="0"/>
                    <a:pt x="0" y="0"/>
                  </a:cubicBezTo>
                  <a:cubicBezTo>
                    <a:pt x="0" y="1"/>
                    <a:pt x="0" y="19"/>
                    <a:pt x="0" y="45"/>
                  </a:cubicBezTo>
                  <a:cubicBezTo>
                    <a:pt x="0" y="72"/>
                    <a:pt x="27" y="36"/>
                    <a:pt x="27" y="72"/>
                  </a:cubicBezTo>
                  <a:close/>
                </a:path>
              </a:pathLst>
            </a:custGeom>
            <a:solidFill>
              <a:srgbClr val="FFFFFF"/>
            </a:solidFill>
            <a:ln w="9525">
              <a:noFill/>
              <a:round/>
            </a:ln>
          </p:spPr>
          <p:txBody>
            <a:bodyPr/>
            <a:lstStyle/>
            <a:p>
              <a:endParaRPr lang="en-GB" sz="1815"/>
            </a:p>
          </p:txBody>
        </p:sp>
        <p:sp>
          <p:nvSpPr>
            <p:cNvPr id="128" name="Freeform 46"/>
            <p:cNvSpPr/>
            <p:nvPr/>
          </p:nvSpPr>
          <p:spPr bwMode="auto">
            <a:xfrm>
              <a:off x="7643322" y="3829158"/>
              <a:ext cx="417227" cy="501174"/>
            </a:xfrm>
            <a:custGeom>
              <a:avLst/>
              <a:gdLst>
                <a:gd name="T0" fmla="*/ 467 w 180"/>
                <a:gd name="T1" fmla="*/ 0 h 216"/>
                <a:gd name="T2" fmla="*/ 312 w 180"/>
                <a:gd name="T3" fmla="*/ 210 h 216"/>
                <a:gd name="T4" fmla="*/ 0 w 180"/>
                <a:gd name="T5" fmla="*/ 210 h 216"/>
                <a:gd name="T6" fmla="*/ 0 w 180"/>
                <a:gd name="T7" fmla="*/ 523 h 216"/>
                <a:gd name="T8" fmla="*/ 154 w 180"/>
                <a:gd name="T9" fmla="*/ 625 h 216"/>
                <a:gd name="T10" fmla="*/ 0 w 180"/>
                <a:gd name="T11" fmla="*/ 783 h 216"/>
                <a:gd name="T12" fmla="*/ 0 w 180"/>
                <a:gd name="T13" fmla="*/ 1042 h 216"/>
                <a:gd name="T14" fmla="*/ 312 w 180"/>
                <a:gd name="T15" fmla="*/ 1042 h 216"/>
                <a:gd name="T16" fmla="*/ 415 w 180"/>
                <a:gd name="T17" fmla="*/ 1252 h 216"/>
                <a:gd name="T18" fmla="*/ 522 w 180"/>
                <a:gd name="T19" fmla="*/ 1042 h 216"/>
                <a:gd name="T20" fmla="*/ 831 w 180"/>
                <a:gd name="T21" fmla="*/ 1049 h 216"/>
                <a:gd name="T22" fmla="*/ 831 w 180"/>
                <a:gd name="T23" fmla="*/ 736 h 216"/>
                <a:gd name="T24" fmla="*/ 1041 w 180"/>
                <a:gd name="T25" fmla="*/ 580 h 216"/>
                <a:gd name="T26" fmla="*/ 831 w 180"/>
                <a:gd name="T27" fmla="*/ 474 h 216"/>
                <a:gd name="T28" fmla="*/ 831 w 180"/>
                <a:gd name="T29" fmla="*/ 214 h 216"/>
                <a:gd name="T30" fmla="*/ 522 w 180"/>
                <a:gd name="T31" fmla="*/ 262 h 216"/>
                <a:gd name="T32" fmla="*/ 467 w 180"/>
                <a:gd name="T33" fmla="*/ 0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81" y="0"/>
                  </a:moveTo>
                  <a:cubicBezTo>
                    <a:pt x="36" y="0"/>
                    <a:pt x="63" y="36"/>
                    <a:pt x="54" y="36"/>
                  </a:cubicBezTo>
                  <a:cubicBezTo>
                    <a:pt x="45" y="36"/>
                    <a:pt x="0" y="36"/>
                    <a:pt x="0" y="36"/>
                  </a:cubicBezTo>
                  <a:cubicBezTo>
                    <a:pt x="0" y="36"/>
                    <a:pt x="0" y="81"/>
                    <a:pt x="0" y="90"/>
                  </a:cubicBezTo>
                  <a:cubicBezTo>
                    <a:pt x="0" y="99"/>
                    <a:pt x="27" y="63"/>
                    <a:pt x="27" y="108"/>
                  </a:cubicBezTo>
                  <a:cubicBezTo>
                    <a:pt x="27" y="144"/>
                    <a:pt x="0" y="108"/>
                    <a:pt x="0" y="135"/>
                  </a:cubicBezTo>
                  <a:cubicBezTo>
                    <a:pt x="0" y="162"/>
                    <a:pt x="0" y="180"/>
                    <a:pt x="0" y="180"/>
                  </a:cubicBezTo>
                  <a:cubicBezTo>
                    <a:pt x="0" y="180"/>
                    <a:pt x="45" y="180"/>
                    <a:pt x="54" y="180"/>
                  </a:cubicBezTo>
                  <a:cubicBezTo>
                    <a:pt x="63" y="180"/>
                    <a:pt x="36" y="216"/>
                    <a:pt x="72" y="216"/>
                  </a:cubicBezTo>
                  <a:cubicBezTo>
                    <a:pt x="108" y="216"/>
                    <a:pt x="81" y="180"/>
                    <a:pt x="90" y="180"/>
                  </a:cubicBezTo>
                  <a:cubicBezTo>
                    <a:pt x="99" y="180"/>
                    <a:pt x="144" y="181"/>
                    <a:pt x="144" y="181"/>
                  </a:cubicBezTo>
                  <a:cubicBezTo>
                    <a:pt x="144" y="181"/>
                    <a:pt x="144" y="154"/>
                    <a:pt x="144" y="127"/>
                  </a:cubicBezTo>
                  <a:cubicBezTo>
                    <a:pt x="144" y="100"/>
                    <a:pt x="180" y="145"/>
                    <a:pt x="180" y="100"/>
                  </a:cubicBezTo>
                  <a:cubicBezTo>
                    <a:pt x="180" y="55"/>
                    <a:pt x="144" y="91"/>
                    <a:pt x="144" y="82"/>
                  </a:cubicBezTo>
                  <a:cubicBezTo>
                    <a:pt x="144" y="73"/>
                    <a:pt x="144" y="37"/>
                    <a:pt x="144" y="37"/>
                  </a:cubicBezTo>
                  <a:cubicBezTo>
                    <a:pt x="144" y="37"/>
                    <a:pt x="126" y="45"/>
                    <a:pt x="90" y="45"/>
                  </a:cubicBezTo>
                  <a:cubicBezTo>
                    <a:pt x="81" y="45"/>
                    <a:pt x="117" y="0"/>
                    <a:pt x="81" y="0"/>
                  </a:cubicBezTo>
                  <a:close/>
                </a:path>
              </a:pathLst>
            </a:custGeom>
            <a:solidFill>
              <a:srgbClr val="FFFFFF"/>
            </a:solidFill>
            <a:ln w="9525">
              <a:noFill/>
              <a:round/>
            </a:ln>
          </p:spPr>
          <p:txBody>
            <a:bodyPr/>
            <a:lstStyle/>
            <a:p>
              <a:endParaRPr lang="en-GB" sz="1815"/>
            </a:p>
          </p:txBody>
        </p:sp>
        <p:sp>
          <p:nvSpPr>
            <p:cNvPr id="129" name="Freeform 47"/>
            <p:cNvSpPr/>
            <p:nvPr/>
          </p:nvSpPr>
          <p:spPr bwMode="auto">
            <a:xfrm>
              <a:off x="4969455" y="5897146"/>
              <a:ext cx="334556" cy="355213"/>
            </a:xfrm>
            <a:custGeom>
              <a:avLst/>
              <a:gdLst>
                <a:gd name="T0" fmla="*/ 680 w 144"/>
                <a:gd name="T1" fmla="*/ 471 h 153"/>
                <a:gd name="T2" fmla="*/ 838 w 144"/>
                <a:gd name="T3" fmla="*/ 365 h 153"/>
                <a:gd name="T4" fmla="*/ 838 w 144"/>
                <a:gd name="T5" fmla="*/ 52 h 153"/>
                <a:gd name="T6" fmla="*/ 628 w 144"/>
                <a:gd name="T7" fmla="*/ 52 h 153"/>
                <a:gd name="T8" fmla="*/ 421 w 144"/>
                <a:gd name="T9" fmla="*/ 210 h 153"/>
                <a:gd name="T10" fmla="*/ 263 w 144"/>
                <a:gd name="T11" fmla="*/ 0 h 153"/>
                <a:gd name="T12" fmla="*/ 0 w 144"/>
                <a:gd name="T13" fmla="*/ 52 h 153"/>
                <a:gd name="T14" fmla="*/ 0 w 144"/>
                <a:gd name="T15" fmla="*/ 365 h 153"/>
                <a:gd name="T16" fmla="*/ 210 w 144"/>
                <a:gd name="T17" fmla="*/ 523 h 153"/>
                <a:gd name="T18" fmla="*/ 0 w 144"/>
                <a:gd name="T19" fmla="*/ 627 h 153"/>
                <a:gd name="T20" fmla="*/ 0 w 144"/>
                <a:gd name="T21" fmla="*/ 888 h 153"/>
                <a:gd name="T22" fmla="*/ 365 w 144"/>
                <a:gd name="T23" fmla="*/ 888 h 153"/>
                <a:gd name="T24" fmla="*/ 473 w 144"/>
                <a:gd name="T25" fmla="*/ 730 h 153"/>
                <a:gd name="T26" fmla="*/ 576 w 144"/>
                <a:gd name="T27" fmla="*/ 888 h 153"/>
                <a:gd name="T28" fmla="*/ 838 w 144"/>
                <a:gd name="T29" fmla="*/ 888 h 153"/>
                <a:gd name="T30" fmla="*/ 838 w 144"/>
                <a:gd name="T31" fmla="*/ 627 h 153"/>
                <a:gd name="T32" fmla="*/ 680 w 144"/>
                <a:gd name="T33" fmla="*/ 471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53"/>
                <a:gd name="T53" fmla="*/ 144 w 144"/>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53">
                  <a:moveTo>
                    <a:pt x="117" y="81"/>
                  </a:moveTo>
                  <a:cubicBezTo>
                    <a:pt x="117" y="36"/>
                    <a:pt x="144" y="72"/>
                    <a:pt x="144" y="63"/>
                  </a:cubicBezTo>
                  <a:cubicBezTo>
                    <a:pt x="144" y="54"/>
                    <a:pt x="144" y="9"/>
                    <a:pt x="144" y="9"/>
                  </a:cubicBezTo>
                  <a:cubicBezTo>
                    <a:pt x="144" y="9"/>
                    <a:pt x="134" y="14"/>
                    <a:pt x="108" y="9"/>
                  </a:cubicBezTo>
                  <a:cubicBezTo>
                    <a:pt x="63" y="0"/>
                    <a:pt x="117" y="36"/>
                    <a:pt x="72" y="36"/>
                  </a:cubicBezTo>
                  <a:cubicBezTo>
                    <a:pt x="36" y="36"/>
                    <a:pt x="63" y="0"/>
                    <a:pt x="45" y="0"/>
                  </a:cubicBezTo>
                  <a:cubicBezTo>
                    <a:pt x="32" y="0"/>
                    <a:pt x="0" y="9"/>
                    <a:pt x="0" y="9"/>
                  </a:cubicBezTo>
                  <a:cubicBezTo>
                    <a:pt x="0" y="9"/>
                    <a:pt x="0" y="36"/>
                    <a:pt x="0" y="63"/>
                  </a:cubicBezTo>
                  <a:cubicBezTo>
                    <a:pt x="0" y="90"/>
                    <a:pt x="36" y="45"/>
                    <a:pt x="36" y="90"/>
                  </a:cubicBezTo>
                  <a:cubicBezTo>
                    <a:pt x="36" y="135"/>
                    <a:pt x="0" y="99"/>
                    <a:pt x="0" y="108"/>
                  </a:cubicBezTo>
                  <a:cubicBezTo>
                    <a:pt x="0" y="117"/>
                    <a:pt x="0" y="153"/>
                    <a:pt x="0" y="153"/>
                  </a:cubicBezTo>
                  <a:cubicBezTo>
                    <a:pt x="0" y="153"/>
                    <a:pt x="54" y="153"/>
                    <a:pt x="63" y="153"/>
                  </a:cubicBezTo>
                  <a:cubicBezTo>
                    <a:pt x="72" y="153"/>
                    <a:pt x="45" y="126"/>
                    <a:pt x="81" y="126"/>
                  </a:cubicBezTo>
                  <a:cubicBezTo>
                    <a:pt x="117" y="126"/>
                    <a:pt x="81" y="153"/>
                    <a:pt x="99" y="153"/>
                  </a:cubicBezTo>
                  <a:cubicBezTo>
                    <a:pt x="117" y="153"/>
                    <a:pt x="144" y="153"/>
                    <a:pt x="144" y="153"/>
                  </a:cubicBezTo>
                  <a:cubicBezTo>
                    <a:pt x="144" y="153"/>
                    <a:pt x="144" y="135"/>
                    <a:pt x="144" y="108"/>
                  </a:cubicBezTo>
                  <a:cubicBezTo>
                    <a:pt x="144" y="81"/>
                    <a:pt x="117" y="117"/>
                    <a:pt x="117" y="81"/>
                  </a:cubicBezTo>
                  <a:close/>
                </a:path>
              </a:pathLst>
            </a:custGeom>
            <a:solidFill>
              <a:srgbClr val="FFFFFF"/>
            </a:solidFill>
            <a:ln w="9525">
              <a:noFill/>
              <a:round/>
            </a:ln>
          </p:spPr>
          <p:txBody>
            <a:bodyPr/>
            <a:lstStyle/>
            <a:p>
              <a:endParaRPr lang="en-GB" sz="1815"/>
            </a:p>
          </p:txBody>
        </p:sp>
        <p:sp>
          <p:nvSpPr>
            <p:cNvPr id="130" name="Freeform 48"/>
            <p:cNvSpPr/>
            <p:nvPr/>
          </p:nvSpPr>
          <p:spPr bwMode="auto">
            <a:xfrm>
              <a:off x="4197005" y="5813186"/>
              <a:ext cx="439186" cy="521841"/>
            </a:xfrm>
            <a:custGeom>
              <a:avLst/>
              <a:gdLst>
                <a:gd name="T0" fmla="*/ 941 w 189"/>
                <a:gd name="T1" fmla="*/ 729 h 225"/>
                <a:gd name="T2" fmla="*/ 1101 w 189"/>
                <a:gd name="T3" fmla="*/ 575 h 225"/>
                <a:gd name="T4" fmla="*/ 1101 w 189"/>
                <a:gd name="T5" fmla="*/ 260 h 225"/>
                <a:gd name="T6" fmla="*/ 786 w 189"/>
                <a:gd name="T7" fmla="*/ 260 h 225"/>
                <a:gd name="T8" fmla="*/ 628 w 189"/>
                <a:gd name="T9" fmla="*/ 0 h 225"/>
                <a:gd name="T10" fmla="*/ 523 w 189"/>
                <a:gd name="T11" fmla="*/ 260 h 225"/>
                <a:gd name="T12" fmla="*/ 263 w 189"/>
                <a:gd name="T13" fmla="*/ 260 h 225"/>
                <a:gd name="T14" fmla="*/ 263 w 189"/>
                <a:gd name="T15" fmla="*/ 625 h 225"/>
                <a:gd name="T16" fmla="*/ 0 w 189"/>
                <a:gd name="T17" fmla="*/ 729 h 225"/>
                <a:gd name="T18" fmla="*/ 210 w 189"/>
                <a:gd name="T19" fmla="*/ 835 h 225"/>
                <a:gd name="T20" fmla="*/ 263 w 189"/>
                <a:gd name="T21" fmla="*/ 1093 h 225"/>
                <a:gd name="T22" fmla="*/ 576 w 189"/>
                <a:gd name="T23" fmla="*/ 1093 h 225"/>
                <a:gd name="T24" fmla="*/ 680 w 189"/>
                <a:gd name="T25" fmla="*/ 1302 h 225"/>
                <a:gd name="T26" fmla="*/ 786 w 189"/>
                <a:gd name="T27" fmla="*/ 1093 h 225"/>
                <a:gd name="T28" fmla="*/ 1101 w 189"/>
                <a:gd name="T29" fmla="*/ 1093 h 225"/>
                <a:gd name="T30" fmla="*/ 1101 w 189"/>
                <a:gd name="T31" fmla="*/ 835 h 225"/>
                <a:gd name="T32" fmla="*/ 941 w 189"/>
                <a:gd name="T33" fmla="*/ 729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25"/>
                <a:gd name="T53" fmla="*/ 189 w 189"/>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25">
                  <a:moveTo>
                    <a:pt x="162" y="126"/>
                  </a:moveTo>
                  <a:cubicBezTo>
                    <a:pt x="162" y="72"/>
                    <a:pt x="189" y="108"/>
                    <a:pt x="189" y="99"/>
                  </a:cubicBezTo>
                  <a:cubicBezTo>
                    <a:pt x="189" y="90"/>
                    <a:pt x="189" y="45"/>
                    <a:pt x="189" y="45"/>
                  </a:cubicBezTo>
                  <a:cubicBezTo>
                    <a:pt x="189" y="45"/>
                    <a:pt x="162" y="45"/>
                    <a:pt x="135" y="45"/>
                  </a:cubicBezTo>
                  <a:cubicBezTo>
                    <a:pt x="103" y="45"/>
                    <a:pt x="162" y="0"/>
                    <a:pt x="108" y="0"/>
                  </a:cubicBezTo>
                  <a:cubicBezTo>
                    <a:pt x="72" y="0"/>
                    <a:pt x="108" y="36"/>
                    <a:pt x="90" y="45"/>
                  </a:cubicBezTo>
                  <a:cubicBezTo>
                    <a:pt x="72" y="54"/>
                    <a:pt x="45" y="45"/>
                    <a:pt x="45" y="45"/>
                  </a:cubicBezTo>
                  <a:cubicBezTo>
                    <a:pt x="45" y="45"/>
                    <a:pt x="54" y="81"/>
                    <a:pt x="45" y="108"/>
                  </a:cubicBezTo>
                  <a:cubicBezTo>
                    <a:pt x="36" y="135"/>
                    <a:pt x="0" y="81"/>
                    <a:pt x="0" y="126"/>
                  </a:cubicBezTo>
                  <a:cubicBezTo>
                    <a:pt x="0" y="171"/>
                    <a:pt x="27" y="126"/>
                    <a:pt x="36" y="144"/>
                  </a:cubicBezTo>
                  <a:cubicBezTo>
                    <a:pt x="45" y="162"/>
                    <a:pt x="45" y="189"/>
                    <a:pt x="45" y="189"/>
                  </a:cubicBezTo>
                  <a:cubicBezTo>
                    <a:pt x="45" y="189"/>
                    <a:pt x="90" y="189"/>
                    <a:pt x="99" y="189"/>
                  </a:cubicBezTo>
                  <a:cubicBezTo>
                    <a:pt x="108" y="189"/>
                    <a:pt x="81" y="225"/>
                    <a:pt x="117" y="225"/>
                  </a:cubicBezTo>
                  <a:cubicBezTo>
                    <a:pt x="153" y="225"/>
                    <a:pt x="126" y="189"/>
                    <a:pt x="135" y="189"/>
                  </a:cubicBezTo>
                  <a:cubicBezTo>
                    <a:pt x="144" y="189"/>
                    <a:pt x="189" y="189"/>
                    <a:pt x="189" y="189"/>
                  </a:cubicBezTo>
                  <a:cubicBezTo>
                    <a:pt x="189" y="189"/>
                    <a:pt x="189" y="162"/>
                    <a:pt x="189" y="144"/>
                  </a:cubicBezTo>
                  <a:cubicBezTo>
                    <a:pt x="189" y="126"/>
                    <a:pt x="162" y="162"/>
                    <a:pt x="162" y="126"/>
                  </a:cubicBezTo>
                  <a:close/>
                </a:path>
              </a:pathLst>
            </a:custGeom>
            <a:solidFill>
              <a:srgbClr val="FFFFFF"/>
            </a:solidFill>
            <a:ln w="9525">
              <a:noFill/>
              <a:round/>
            </a:ln>
          </p:spPr>
          <p:txBody>
            <a:bodyPr/>
            <a:lstStyle/>
            <a:p>
              <a:endParaRPr lang="en-GB" sz="1815"/>
            </a:p>
          </p:txBody>
        </p:sp>
        <p:sp>
          <p:nvSpPr>
            <p:cNvPr id="131" name="Freeform 49"/>
            <p:cNvSpPr/>
            <p:nvPr/>
          </p:nvSpPr>
          <p:spPr bwMode="auto">
            <a:xfrm>
              <a:off x="5638568" y="5833853"/>
              <a:ext cx="437894" cy="523132"/>
            </a:xfrm>
            <a:custGeom>
              <a:avLst/>
              <a:gdLst>
                <a:gd name="T0" fmla="*/ 830 w 189"/>
                <a:gd name="T1" fmla="*/ 684 h 225"/>
                <a:gd name="T2" fmla="*/ 1091 w 189"/>
                <a:gd name="T3" fmla="*/ 576 h 225"/>
                <a:gd name="T4" fmla="*/ 881 w 189"/>
                <a:gd name="T5" fmla="*/ 473 h 225"/>
                <a:gd name="T6" fmla="*/ 830 w 189"/>
                <a:gd name="T7" fmla="*/ 211 h 225"/>
                <a:gd name="T8" fmla="*/ 518 w 189"/>
                <a:gd name="T9" fmla="*/ 211 h 225"/>
                <a:gd name="T10" fmla="*/ 364 w 189"/>
                <a:gd name="T11" fmla="*/ 0 h 225"/>
                <a:gd name="T12" fmla="*/ 312 w 189"/>
                <a:gd name="T13" fmla="*/ 263 h 225"/>
                <a:gd name="T14" fmla="*/ 0 w 189"/>
                <a:gd name="T15" fmla="*/ 211 h 225"/>
                <a:gd name="T16" fmla="*/ 0 w 189"/>
                <a:gd name="T17" fmla="*/ 473 h 225"/>
                <a:gd name="T18" fmla="*/ 154 w 189"/>
                <a:gd name="T19" fmla="*/ 576 h 225"/>
                <a:gd name="T20" fmla="*/ 0 w 189"/>
                <a:gd name="T21" fmla="*/ 684 h 225"/>
                <a:gd name="T22" fmla="*/ 0 w 189"/>
                <a:gd name="T23" fmla="*/ 1049 h 225"/>
                <a:gd name="T24" fmla="*/ 260 w 189"/>
                <a:gd name="T25" fmla="*/ 1049 h 225"/>
                <a:gd name="T26" fmla="*/ 414 w 189"/>
                <a:gd name="T27" fmla="*/ 1312 h 225"/>
                <a:gd name="T28" fmla="*/ 572 w 189"/>
                <a:gd name="T29" fmla="*/ 1049 h 225"/>
                <a:gd name="T30" fmla="*/ 830 w 189"/>
                <a:gd name="T31" fmla="*/ 1049 h 225"/>
                <a:gd name="T32" fmla="*/ 830 w 189"/>
                <a:gd name="T33" fmla="*/ 684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25"/>
                <a:gd name="T53" fmla="*/ 189 w 189"/>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25">
                  <a:moveTo>
                    <a:pt x="144" y="117"/>
                  </a:moveTo>
                  <a:cubicBezTo>
                    <a:pt x="153" y="90"/>
                    <a:pt x="189" y="144"/>
                    <a:pt x="189" y="99"/>
                  </a:cubicBezTo>
                  <a:cubicBezTo>
                    <a:pt x="189" y="54"/>
                    <a:pt x="162" y="99"/>
                    <a:pt x="153" y="81"/>
                  </a:cubicBezTo>
                  <a:cubicBezTo>
                    <a:pt x="144" y="63"/>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63"/>
                    <a:pt x="0" y="81"/>
                  </a:cubicBezTo>
                  <a:cubicBezTo>
                    <a:pt x="0" y="99"/>
                    <a:pt x="27" y="63"/>
                    <a:pt x="27" y="99"/>
                  </a:cubicBezTo>
                  <a:cubicBezTo>
                    <a:pt x="27" y="135"/>
                    <a:pt x="0" y="108"/>
                    <a:pt x="0" y="117"/>
                  </a:cubicBezTo>
                  <a:cubicBezTo>
                    <a:pt x="0" y="126"/>
                    <a:pt x="0" y="180"/>
                    <a:pt x="0" y="180"/>
                  </a:cubicBezTo>
                  <a:cubicBezTo>
                    <a:pt x="0" y="180"/>
                    <a:pt x="36" y="180"/>
                    <a:pt x="45" y="180"/>
                  </a:cubicBezTo>
                  <a:cubicBezTo>
                    <a:pt x="54" y="180"/>
                    <a:pt x="27" y="225"/>
                    <a:pt x="72" y="225"/>
                  </a:cubicBezTo>
                  <a:cubicBezTo>
                    <a:pt x="126" y="225"/>
                    <a:pt x="81" y="180"/>
                    <a:pt x="99" y="180"/>
                  </a:cubicBezTo>
                  <a:cubicBezTo>
                    <a:pt x="117" y="180"/>
                    <a:pt x="144" y="180"/>
                    <a:pt x="144" y="180"/>
                  </a:cubicBezTo>
                  <a:cubicBezTo>
                    <a:pt x="144" y="180"/>
                    <a:pt x="135" y="144"/>
                    <a:pt x="144" y="117"/>
                  </a:cubicBezTo>
                  <a:close/>
                </a:path>
              </a:pathLst>
            </a:custGeom>
            <a:solidFill>
              <a:srgbClr val="FFFFFF"/>
            </a:solidFill>
            <a:ln w="9525">
              <a:noFill/>
              <a:round/>
            </a:ln>
          </p:spPr>
          <p:txBody>
            <a:bodyPr/>
            <a:lstStyle/>
            <a:p>
              <a:endParaRPr lang="en-GB" sz="1815"/>
            </a:p>
          </p:txBody>
        </p:sp>
        <p:sp>
          <p:nvSpPr>
            <p:cNvPr id="132" name="Freeform 50"/>
            <p:cNvSpPr/>
            <p:nvPr/>
          </p:nvSpPr>
          <p:spPr bwMode="auto">
            <a:xfrm>
              <a:off x="2964701" y="5917813"/>
              <a:ext cx="417227" cy="417214"/>
            </a:xfrm>
            <a:custGeom>
              <a:avLst/>
              <a:gdLst>
                <a:gd name="T0" fmla="*/ 1041 w 180"/>
                <a:gd name="T1" fmla="*/ 415 h 180"/>
                <a:gd name="T2" fmla="*/ 831 w 180"/>
                <a:gd name="T3" fmla="*/ 312 h 180"/>
                <a:gd name="T4" fmla="*/ 831 w 180"/>
                <a:gd name="T5" fmla="*/ 0 h 180"/>
                <a:gd name="T6" fmla="*/ 572 w 180"/>
                <a:gd name="T7" fmla="*/ 0 h 180"/>
                <a:gd name="T8" fmla="*/ 467 w 180"/>
                <a:gd name="T9" fmla="*/ 154 h 180"/>
                <a:gd name="T10" fmla="*/ 364 w 180"/>
                <a:gd name="T11" fmla="*/ 0 h 180"/>
                <a:gd name="T12" fmla="*/ 0 w 180"/>
                <a:gd name="T13" fmla="*/ 0 h 180"/>
                <a:gd name="T14" fmla="*/ 0 w 180"/>
                <a:gd name="T15" fmla="*/ 260 h 180"/>
                <a:gd name="T16" fmla="*/ 154 w 180"/>
                <a:gd name="T17" fmla="*/ 364 h 180"/>
                <a:gd name="T18" fmla="*/ 0 w 180"/>
                <a:gd name="T19" fmla="*/ 467 h 180"/>
                <a:gd name="T20" fmla="*/ 0 w 180"/>
                <a:gd name="T21" fmla="*/ 831 h 180"/>
                <a:gd name="T22" fmla="*/ 312 w 180"/>
                <a:gd name="T23" fmla="*/ 831 h 180"/>
                <a:gd name="T24" fmla="*/ 415 w 180"/>
                <a:gd name="T25" fmla="*/ 1041 h 180"/>
                <a:gd name="T26" fmla="*/ 522 w 180"/>
                <a:gd name="T27" fmla="*/ 831 h 180"/>
                <a:gd name="T28" fmla="*/ 831 w 180"/>
                <a:gd name="T29" fmla="*/ 831 h 180"/>
                <a:gd name="T30" fmla="*/ 831 w 180"/>
                <a:gd name="T31" fmla="*/ 522 h 180"/>
                <a:gd name="T32" fmla="*/ 1041 w 180"/>
                <a:gd name="T33" fmla="*/ 41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80" y="72"/>
                  </a:moveTo>
                  <a:cubicBezTo>
                    <a:pt x="180" y="36"/>
                    <a:pt x="144" y="63"/>
                    <a:pt x="144" y="54"/>
                  </a:cubicBezTo>
                  <a:cubicBezTo>
                    <a:pt x="144" y="45"/>
                    <a:pt x="144" y="0"/>
                    <a:pt x="144" y="0"/>
                  </a:cubicBezTo>
                  <a:cubicBezTo>
                    <a:pt x="144" y="0"/>
                    <a:pt x="117" y="0"/>
                    <a:pt x="99" y="0"/>
                  </a:cubicBezTo>
                  <a:cubicBezTo>
                    <a:pt x="81" y="0"/>
                    <a:pt x="117" y="27"/>
                    <a:pt x="81" y="27"/>
                  </a:cubicBezTo>
                  <a:cubicBezTo>
                    <a:pt x="45" y="27"/>
                    <a:pt x="72" y="0"/>
                    <a:pt x="63" y="0"/>
                  </a:cubicBezTo>
                  <a:cubicBezTo>
                    <a:pt x="54" y="0"/>
                    <a:pt x="0" y="0"/>
                    <a:pt x="0" y="0"/>
                  </a:cubicBezTo>
                  <a:cubicBezTo>
                    <a:pt x="0" y="0"/>
                    <a:pt x="0" y="27"/>
                    <a:pt x="0" y="45"/>
                  </a:cubicBezTo>
                  <a:cubicBezTo>
                    <a:pt x="0" y="63"/>
                    <a:pt x="27" y="27"/>
                    <a:pt x="27" y="63"/>
                  </a:cubicBezTo>
                  <a:cubicBezTo>
                    <a:pt x="27" y="99"/>
                    <a:pt x="0" y="72"/>
                    <a:pt x="0" y="81"/>
                  </a:cubicBezTo>
                  <a:cubicBezTo>
                    <a:pt x="0" y="90"/>
                    <a:pt x="0" y="144"/>
                    <a:pt x="0" y="144"/>
                  </a:cubicBezTo>
                  <a:cubicBezTo>
                    <a:pt x="0" y="144"/>
                    <a:pt x="45" y="144"/>
                    <a:pt x="54" y="144"/>
                  </a:cubicBezTo>
                  <a:cubicBezTo>
                    <a:pt x="63" y="144"/>
                    <a:pt x="36" y="180"/>
                    <a:pt x="72" y="180"/>
                  </a:cubicBezTo>
                  <a:cubicBezTo>
                    <a:pt x="108" y="180"/>
                    <a:pt x="72" y="144"/>
                    <a:pt x="90" y="144"/>
                  </a:cubicBezTo>
                  <a:cubicBezTo>
                    <a:pt x="108" y="144"/>
                    <a:pt x="144" y="144"/>
                    <a:pt x="144" y="144"/>
                  </a:cubicBezTo>
                  <a:cubicBezTo>
                    <a:pt x="144" y="144"/>
                    <a:pt x="144" y="99"/>
                    <a:pt x="144" y="90"/>
                  </a:cubicBezTo>
                  <a:cubicBezTo>
                    <a:pt x="144" y="81"/>
                    <a:pt x="180" y="108"/>
                    <a:pt x="180" y="72"/>
                  </a:cubicBezTo>
                  <a:close/>
                </a:path>
              </a:pathLst>
            </a:custGeom>
            <a:solidFill>
              <a:srgbClr val="FFFFFF"/>
            </a:solidFill>
            <a:ln w="9525">
              <a:noFill/>
              <a:round/>
            </a:ln>
          </p:spPr>
          <p:txBody>
            <a:bodyPr/>
            <a:lstStyle/>
            <a:p>
              <a:endParaRPr lang="en-GB" sz="1815"/>
            </a:p>
          </p:txBody>
        </p:sp>
        <p:sp>
          <p:nvSpPr>
            <p:cNvPr id="133" name="Freeform 51"/>
            <p:cNvSpPr/>
            <p:nvPr/>
          </p:nvSpPr>
          <p:spPr bwMode="auto">
            <a:xfrm>
              <a:off x="3570519" y="5855812"/>
              <a:ext cx="396559" cy="479215"/>
            </a:xfrm>
            <a:custGeom>
              <a:avLst/>
              <a:gdLst>
                <a:gd name="T0" fmla="*/ 835 w 171"/>
                <a:gd name="T1" fmla="*/ 568 h 207"/>
                <a:gd name="T2" fmla="*/ 989 w 171"/>
                <a:gd name="T3" fmla="*/ 466 h 207"/>
                <a:gd name="T4" fmla="*/ 989 w 171"/>
                <a:gd name="T5" fmla="*/ 154 h 207"/>
                <a:gd name="T6" fmla="*/ 625 w 171"/>
                <a:gd name="T7" fmla="*/ 154 h 207"/>
                <a:gd name="T8" fmla="*/ 522 w 171"/>
                <a:gd name="T9" fmla="*/ 0 h 207"/>
                <a:gd name="T10" fmla="*/ 417 w 171"/>
                <a:gd name="T11" fmla="*/ 154 h 207"/>
                <a:gd name="T12" fmla="*/ 154 w 171"/>
                <a:gd name="T13" fmla="*/ 154 h 207"/>
                <a:gd name="T14" fmla="*/ 154 w 171"/>
                <a:gd name="T15" fmla="*/ 518 h 207"/>
                <a:gd name="T16" fmla="*/ 0 w 171"/>
                <a:gd name="T17" fmla="*/ 624 h 207"/>
                <a:gd name="T18" fmla="*/ 154 w 171"/>
                <a:gd name="T19" fmla="*/ 726 h 207"/>
                <a:gd name="T20" fmla="*/ 154 w 171"/>
                <a:gd name="T21" fmla="*/ 982 h 207"/>
                <a:gd name="T22" fmla="*/ 467 w 171"/>
                <a:gd name="T23" fmla="*/ 932 h 207"/>
                <a:gd name="T24" fmla="*/ 575 w 171"/>
                <a:gd name="T25" fmla="*/ 1192 h 207"/>
                <a:gd name="T26" fmla="*/ 677 w 171"/>
                <a:gd name="T27" fmla="*/ 932 h 207"/>
                <a:gd name="T28" fmla="*/ 989 w 171"/>
                <a:gd name="T29" fmla="*/ 982 h 207"/>
                <a:gd name="T30" fmla="*/ 989 w 171"/>
                <a:gd name="T31" fmla="*/ 726 h 207"/>
                <a:gd name="T32" fmla="*/ 835 w 171"/>
                <a:gd name="T33" fmla="*/ 568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207"/>
                <a:gd name="T53" fmla="*/ 171 w 171"/>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207">
                  <a:moveTo>
                    <a:pt x="144" y="99"/>
                  </a:moveTo>
                  <a:cubicBezTo>
                    <a:pt x="144" y="63"/>
                    <a:pt x="171" y="90"/>
                    <a:pt x="171" y="81"/>
                  </a:cubicBezTo>
                  <a:cubicBezTo>
                    <a:pt x="171" y="72"/>
                    <a:pt x="171" y="27"/>
                    <a:pt x="171" y="27"/>
                  </a:cubicBezTo>
                  <a:cubicBezTo>
                    <a:pt x="171" y="27"/>
                    <a:pt x="126" y="27"/>
                    <a:pt x="108" y="27"/>
                  </a:cubicBezTo>
                  <a:cubicBezTo>
                    <a:pt x="90" y="27"/>
                    <a:pt x="126" y="0"/>
                    <a:pt x="90" y="0"/>
                  </a:cubicBezTo>
                  <a:cubicBezTo>
                    <a:pt x="54" y="0"/>
                    <a:pt x="81" y="27"/>
                    <a:pt x="72" y="27"/>
                  </a:cubicBezTo>
                  <a:cubicBezTo>
                    <a:pt x="63" y="27"/>
                    <a:pt x="27" y="27"/>
                    <a:pt x="27" y="27"/>
                  </a:cubicBezTo>
                  <a:cubicBezTo>
                    <a:pt x="27" y="27"/>
                    <a:pt x="27" y="72"/>
                    <a:pt x="27" y="90"/>
                  </a:cubicBezTo>
                  <a:cubicBezTo>
                    <a:pt x="27" y="108"/>
                    <a:pt x="0" y="72"/>
                    <a:pt x="0" y="108"/>
                  </a:cubicBezTo>
                  <a:cubicBezTo>
                    <a:pt x="0" y="144"/>
                    <a:pt x="27" y="117"/>
                    <a:pt x="27" y="126"/>
                  </a:cubicBezTo>
                  <a:cubicBezTo>
                    <a:pt x="27" y="135"/>
                    <a:pt x="27" y="171"/>
                    <a:pt x="27" y="171"/>
                  </a:cubicBezTo>
                  <a:cubicBezTo>
                    <a:pt x="27" y="171"/>
                    <a:pt x="72" y="162"/>
                    <a:pt x="81" y="162"/>
                  </a:cubicBezTo>
                  <a:cubicBezTo>
                    <a:pt x="90" y="162"/>
                    <a:pt x="63" y="207"/>
                    <a:pt x="99" y="207"/>
                  </a:cubicBezTo>
                  <a:cubicBezTo>
                    <a:pt x="135" y="207"/>
                    <a:pt x="108" y="162"/>
                    <a:pt x="117" y="162"/>
                  </a:cubicBezTo>
                  <a:cubicBezTo>
                    <a:pt x="126" y="162"/>
                    <a:pt x="171" y="171"/>
                    <a:pt x="171" y="171"/>
                  </a:cubicBezTo>
                  <a:cubicBezTo>
                    <a:pt x="171" y="171"/>
                    <a:pt x="171" y="153"/>
                    <a:pt x="171" y="126"/>
                  </a:cubicBezTo>
                  <a:cubicBezTo>
                    <a:pt x="171" y="99"/>
                    <a:pt x="144" y="135"/>
                    <a:pt x="144" y="99"/>
                  </a:cubicBezTo>
                  <a:close/>
                </a:path>
              </a:pathLst>
            </a:custGeom>
            <a:solidFill>
              <a:srgbClr val="FFFFFF"/>
            </a:solidFill>
            <a:ln w="9525">
              <a:noFill/>
              <a:round/>
            </a:ln>
          </p:spPr>
          <p:txBody>
            <a:bodyPr/>
            <a:lstStyle/>
            <a:p>
              <a:endParaRPr lang="en-GB" sz="1815"/>
            </a:p>
          </p:txBody>
        </p:sp>
        <p:sp>
          <p:nvSpPr>
            <p:cNvPr id="134" name="Freeform 52"/>
            <p:cNvSpPr/>
            <p:nvPr/>
          </p:nvSpPr>
          <p:spPr bwMode="auto">
            <a:xfrm>
              <a:off x="2296880" y="3829158"/>
              <a:ext cx="417227" cy="501174"/>
            </a:xfrm>
            <a:custGeom>
              <a:avLst/>
              <a:gdLst>
                <a:gd name="T0" fmla="*/ 415 w 180"/>
                <a:gd name="T1" fmla="*/ 1252 h 216"/>
                <a:gd name="T2" fmla="*/ 522 w 180"/>
                <a:gd name="T3" fmla="*/ 1042 h 216"/>
                <a:gd name="T4" fmla="*/ 831 w 180"/>
                <a:gd name="T5" fmla="*/ 1042 h 216"/>
                <a:gd name="T6" fmla="*/ 779 w 180"/>
                <a:gd name="T7" fmla="*/ 729 h 216"/>
                <a:gd name="T8" fmla="*/ 1041 w 180"/>
                <a:gd name="T9" fmla="*/ 625 h 216"/>
                <a:gd name="T10" fmla="*/ 779 w 180"/>
                <a:gd name="T11" fmla="*/ 523 h 216"/>
                <a:gd name="T12" fmla="*/ 831 w 180"/>
                <a:gd name="T13" fmla="*/ 210 h 216"/>
                <a:gd name="T14" fmla="*/ 522 w 180"/>
                <a:gd name="T15" fmla="*/ 210 h 216"/>
                <a:gd name="T16" fmla="*/ 364 w 180"/>
                <a:gd name="T17" fmla="*/ 0 h 216"/>
                <a:gd name="T18" fmla="*/ 312 w 180"/>
                <a:gd name="T19" fmla="*/ 262 h 216"/>
                <a:gd name="T20" fmla="*/ 0 w 180"/>
                <a:gd name="T21" fmla="*/ 210 h 216"/>
                <a:gd name="T22" fmla="*/ 0 w 180"/>
                <a:gd name="T23" fmla="*/ 417 h 216"/>
                <a:gd name="T24" fmla="*/ 210 w 180"/>
                <a:gd name="T25" fmla="*/ 625 h 216"/>
                <a:gd name="T26" fmla="*/ 0 w 180"/>
                <a:gd name="T27" fmla="*/ 783 h 216"/>
                <a:gd name="T28" fmla="*/ 0 w 180"/>
                <a:gd name="T29" fmla="*/ 1042 h 216"/>
                <a:gd name="T30" fmla="*/ 312 w 180"/>
                <a:gd name="T31" fmla="*/ 1042 h 216"/>
                <a:gd name="T32" fmla="*/ 415 w 180"/>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72" y="216"/>
                  </a:moveTo>
                  <a:cubicBezTo>
                    <a:pt x="108" y="216"/>
                    <a:pt x="81" y="180"/>
                    <a:pt x="90" y="180"/>
                  </a:cubicBezTo>
                  <a:cubicBezTo>
                    <a:pt x="99" y="180"/>
                    <a:pt x="144" y="180"/>
                    <a:pt x="144" y="180"/>
                  </a:cubicBezTo>
                  <a:cubicBezTo>
                    <a:pt x="144" y="180"/>
                    <a:pt x="135" y="135"/>
                    <a:pt x="135" y="126"/>
                  </a:cubicBezTo>
                  <a:cubicBezTo>
                    <a:pt x="135" y="117"/>
                    <a:pt x="180" y="144"/>
                    <a:pt x="180" y="108"/>
                  </a:cubicBezTo>
                  <a:cubicBezTo>
                    <a:pt x="180" y="72"/>
                    <a:pt x="135" y="99"/>
                    <a:pt x="135" y="90"/>
                  </a:cubicBezTo>
                  <a:cubicBezTo>
                    <a:pt x="135" y="81"/>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36"/>
                    <a:pt x="0" y="72"/>
                  </a:cubicBezTo>
                  <a:cubicBezTo>
                    <a:pt x="0" y="108"/>
                    <a:pt x="36" y="54"/>
                    <a:pt x="36" y="108"/>
                  </a:cubicBezTo>
                  <a:cubicBezTo>
                    <a:pt x="36" y="144"/>
                    <a:pt x="0" y="108"/>
                    <a:pt x="0" y="135"/>
                  </a:cubicBezTo>
                  <a:cubicBezTo>
                    <a:pt x="0" y="162"/>
                    <a:pt x="0" y="180"/>
                    <a:pt x="0" y="180"/>
                  </a:cubicBezTo>
                  <a:cubicBezTo>
                    <a:pt x="0" y="180"/>
                    <a:pt x="36" y="180"/>
                    <a:pt x="54" y="180"/>
                  </a:cubicBezTo>
                  <a:cubicBezTo>
                    <a:pt x="72" y="180"/>
                    <a:pt x="36" y="216"/>
                    <a:pt x="72" y="216"/>
                  </a:cubicBezTo>
                  <a:close/>
                </a:path>
              </a:pathLst>
            </a:custGeom>
            <a:solidFill>
              <a:srgbClr val="FFFFFF"/>
            </a:solidFill>
            <a:ln w="9525">
              <a:noFill/>
              <a:round/>
            </a:ln>
          </p:spPr>
          <p:txBody>
            <a:bodyPr/>
            <a:lstStyle/>
            <a:p>
              <a:endParaRPr lang="en-GB" sz="1815"/>
            </a:p>
          </p:txBody>
        </p:sp>
        <p:sp>
          <p:nvSpPr>
            <p:cNvPr id="135" name="Freeform 53"/>
            <p:cNvSpPr/>
            <p:nvPr/>
          </p:nvSpPr>
          <p:spPr bwMode="auto">
            <a:xfrm>
              <a:off x="6306389" y="5813186"/>
              <a:ext cx="417227" cy="439173"/>
            </a:xfrm>
            <a:custGeom>
              <a:avLst/>
              <a:gdLst>
                <a:gd name="T0" fmla="*/ 1041 w 180"/>
                <a:gd name="T1" fmla="*/ 680 h 189"/>
                <a:gd name="T2" fmla="*/ 831 w 180"/>
                <a:gd name="T3" fmla="*/ 576 h 189"/>
                <a:gd name="T4" fmla="*/ 831 w 180"/>
                <a:gd name="T5" fmla="*/ 263 h 189"/>
                <a:gd name="T6" fmla="*/ 572 w 180"/>
                <a:gd name="T7" fmla="*/ 210 h 189"/>
                <a:gd name="T8" fmla="*/ 393 w 180"/>
                <a:gd name="T9" fmla="*/ 0 h 189"/>
                <a:gd name="T10" fmla="*/ 260 w 180"/>
                <a:gd name="T11" fmla="*/ 210 h 189"/>
                <a:gd name="T12" fmla="*/ 0 w 180"/>
                <a:gd name="T13" fmla="*/ 263 h 189"/>
                <a:gd name="T14" fmla="*/ 0 w 180"/>
                <a:gd name="T15" fmla="*/ 523 h 189"/>
                <a:gd name="T16" fmla="*/ 154 w 180"/>
                <a:gd name="T17" fmla="*/ 680 h 189"/>
                <a:gd name="T18" fmla="*/ 0 w 180"/>
                <a:gd name="T19" fmla="*/ 786 h 189"/>
                <a:gd name="T20" fmla="*/ 0 w 180"/>
                <a:gd name="T21" fmla="*/ 1101 h 189"/>
                <a:gd name="T22" fmla="*/ 312 w 180"/>
                <a:gd name="T23" fmla="*/ 1101 h 189"/>
                <a:gd name="T24" fmla="*/ 415 w 180"/>
                <a:gd name="T25" fmla="*/ 941 h 189"/>
                <a:gd name="T26" fmla="*/ 572 w 180"/>
                <a:gd name="T27" fmla="*/ 1101 h 189"/>
                <a:gd name="T28" fmla="*/ 831 w 180"/>
                <a:gd name="T29" fmla="*/ 1101 h 189"/>
                <a:gd name="T30" fmla="*/ 831 w 180"/>
                <a:gd name="T31" fmla="*/ 786 h 189"/>
                <a:gd name="T32" fmla="*/ 1041 w 180"/>
                <a:gd name="T33" fmla="*/ 680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9"/>
                <a:gd name="T53" fmla="*/ 180 w 180"/>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9">
                  <a:moveTo>
                    <a:pt x="180" y="117"/>
                  </a:moveTo>
                  <a:cubicBezTo>
                    <a:pt x="180" y="81"/>
                    <a:pt x="144" y="108"/>
                    <a:pt x="144" y="99"/>
                  </a:cubicBezTo>
                  <a:cubicBezTo>
                    <a:pt x="144" y="90"/>
                    <a:pt x="144" y="45"/>
                    <a:pt x="144" y="45"/>
                  </a:cubicBezTo>
                  <a:cubicBezTo>
                    <a:pt x="144" y="45"/>
                    <a:pt x="135" y="45"/>
                    <a:pt x="99" y="36"/>
                  </a:cubicBezTo>
                  <a:cubicBezTo>
                    <a:pt x="63" y="27"/>
                    <a:pt x="117" y="0"/>
                    <a:pt x="68" y="0"/>
                  </a:cubicBezTo>
                  <a:cubicBezTo>
                    <a:pt x="36" y="0"/>
                    <a:pt x="63" y="18"/>
                    <a:pt x="45" y="36"/>
                  </a:cubicBezTo>
                  <a:cubicBezTo>
                    <a:pt x="36" y="45"/>
                    <a:pt x="0" y="45"/>
                    <a:pt x="0" y="45"/>
                  </a:cubicBezTo>
                  <a:cubicBezTo>
                    <a:pt x="0" y="45"/>
                    <a:pt x="0" y="63"/>
                    <a:pt x="0" y="90"/>
                  </a:cubicBezTo>
                  <a:cubicBezTo>
                    <a:pt x="0" y="117"/>
                    <a:pt x="27" y="81"/>
                    <a:pt x="27" y="117"/>
                  </a:cubicBezTo>
                  <a:cubicBezTo>
                    <a:pt x="27" y="153"/>
                    <a:pt x="0" y="126"/>
                    <a:pt x="0" y="135"/>
                  </a:cubicBezTo>
                  <a:cubicBezTo>
                    <a:pt x="0" y="144"/>
                    <a:pt x="0" y="189"/>
                    <a:pt x="0" y="189"/>
                  </a:cubicBezTo>
                  <a:cubicBezTo>
                    <a:pt x="0" y="189"/>
                    <a:pt x="45" y="189"/>
                    <a:pt x="54" y="189"/>
                  </a:cubicBezTo>
                  <a:cubicBezTo>
                    <a:pt x="63" y="189"/>
                    <a:pt x="27" y="162"/>
                    <a:pt x="72" y="162"/>
                  </a:cubicBezTo>
                  <a:cubicBezTo>
                    <a:pt x="108" y="162"/>
                    <a:pt x="72" y="189"/>
                    <a:pt x="99" y="189"/>
                  </a:cubicBezTo>
                  <a:cubicBezTo>
                    <a:pt x="126" y="189"/>
                    <a:pt x="144" y="189"/>
                    <a:pt x="144" y="189"/>
                  </a:cubicBezTo>
                  <a:cubicBezTo>
                    <a:pt x="144" y="189"/>
                    <a:pt x="144" y="144"/>
                    <a:pt x="144" y="135"/>
                  </a:cubicBezTo>
                  <a:cubicBezTo>
                    <a:pt x="144" y="126"/>
                    <a:pt x="180" y="153"/>
                    <a:pt x="180" y="117"/>
                  </a:cubicBezTo>
                  <a:close/>
                </a:path>
              </a:pathLst>
            </a:custGeom>
            <a:solidFill>
              <a:srgbClr val="FFFFFF"/>
            </a:solidFill>
            <a:ln w="9525">
              <a:noFill/>
              <a:round/>
            </a:ln>
          </p:spPr>
          <p:txBody>
            <a:bodyPr/>
            <a:lstStyle/>
            <a:p>
              <a:endParaRPr lang="en-GB" sz="1815"/>
            </a:p>
          </p:txBody>
        </p:sp>
        <p:sp>
          <p:nvSpPr>
            <p:cNvPr id="136" name="Freeform 54"/>
            <p:cNvSpPr/>
            <p:nvPr/>
          </p:nvSpPr>
          <p:spPr bwMode="auto">
            <a:xfrm>
              <a:off x="7559360" y="5186719"/>
              <a:ext cx="506355" cy="480507"/>
            </a:xfrm>
            <a:custGeom>
              <a:avLst/>
              <a:gdLst>
                <a:gd name="T0" fmla="*/ 575 w 218"/>
                <a:gd name="T1" fmla="*/ 0 h 207"/>
                <a:gd name="T2" fmla="*/ 473 w 218"/>
                <a:gd name="T3" fmla="*/ 158 h 207"/>
                <a:gd name="T4" fmla="*/ 210 w 218"/>
                <a:gd name="T5" fmla="*/ 158 h 207"/>
                <a:gd name="T6" fmla="*/ 210 w 218"/>
                <a:gd name="T7" fmla="*/ 510 h 207"/>
                <a:gd name="T8" fmla="*/ 0 w 218"/>
                <a:gd name="T9" fmla="*/ 562 h 207"/>
                <a:gd name="T10" fmla="*/ 210 w 218"/>
                <a:gd name="T11" fmla="*/ 721 h 207"/>
                <a:gd name="T12" fmla="*/ 210 w 218"/>
                <a:gd name="T13" fmla="*/ 992 h 207"/>
                <a:gd name="T14" fmla="*/ 523 w 218"/>
                <a:gd name="T15" fmla="*/ 992 h 207"/>
                <a:gd name="T16" fmla="*/ 628 w 218"/>
                <a:gd name="T17" fmla="*/ 1202 h 207"/>
                <a:gd name="T18" fmla="*/ 734 w 218"/>
                <a:gd name="T19" fmla="*/ 992 h 207"/>
                <a:gd name="T20" fmla="*/ 1048 w 218"/>
                <a:gd name="T21" fmla="*/ 992 h 207"/>
                <a:gd name="T22" fmla="*/ 1048 w 218"/>
                <a:gd name="T23" fmla="*/ 678 h 207"/>
                <a:gd name="T24" fmla="*/ 1203 w 218"/>
                <a:gd name="T25" fmla="*/ 678 h 207"/>
                <a:gd name="T26" fmla="*/ 1203 w 218"/>
                <a:gd name="T27" fmla="*/ 471 h 207"/>
                <a:gd name="T28" fmla="*/ 1048 w 218"/>
                <a:gd name="T29" fmla="*/ 442 h 207"/>
                <a:gd name="T30" fmla="*/ 1048 w 218"/>
                <a:gd name="T31" fmla="*/ 158 h 207"/>
                <a:gd name="T32" fmla="*/ 680 w 218"/>
                <a:gd name="T33" fmla="*/ 158 h 207"/>
                <a:gd name="T34" fmla="*/ 575 w 218"/>
                <a:gd name="T35" fmla="*/ 0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18"/>
                <a:gd name="T55" fmla="*/ 0 h 207"/>
                <a:gd name="T56" fmla="*/ 218 w 218"/>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18" h="207">
                  <a:moveTo>
                    <a:pt x="99" y="0"/>
                  </a:moveTo>
                  <a:cubicBezTo>
                    <a:pt x="63" y="0"/>
                    <a:pt x="90" y="27"/>
                    <a:pt x="81" y="27"/>
                  </a:cubicBezTo>
                  <a:cubicBezTo>
                    <a:pt x="72" y="27"/>
                    <a:pt x="36" y="27"/>
                    <a:pt x="36" y="27"/>
                  </a:cubicBezTo>
                  <a:cubicBezTo>
                    <a:pt x="36" y="27"/>
                    <a:pt x="36" y="52"/>
                    <a:pt x="36" y="88"/>
                  </a:cubicBezTo>
                  <a:cubicBezTo>
                    <a:pt x="36" y="97"/>
                    <a:pt x="0" y="61"/>
                    <a:pt x="0" y="97"/>
                  </a:cubicBezTo>
                  <a:cubicBezTo>
                    <a:pt x="0" y="142"/>
                    <a:pt x="36" y="115"/>
                    <a:pt x="36" y="124"/>
                  </a:cubicBezTo>
                  <a:cubicBezTo>
                    <a:pt x="36" y="133"/>
                    <a:pt x="36" y="171"/>
                    <a:pt x="36" y="171"/>
                  </a:cubicBezTo>
                  <a:cubicBezTo>
                    <a:pt x="36" y="171"/>
                    <a:pt x="72" y="171"/>
                    <a:pt x="90" y="171"/>
                  </a:cubicBezTo>
                  <a:cubicBezTo>
                    <a:pt x="108" y="171"/>
                    <a:pt x="72" y="207"/>
                    <a:pt x="108" y="207"/>
                  </a:cubicBezTo>
                  <a:cubicBezTo>
                    <a:pt x="144" y="207"/>
                    <a:pt x="117" y="171"/>
                    <a:pt x="126" y="171"/>
                  </a:cubicBezTo>
                  <a:cubicBezTo>
                    <a:pt x="135" y="171"/>
                    <a:pt x="180" y="171"/>
                    <a:pt x="180" y="171"/>
                  </a:cubicBezTo>
                  <a:cubicBezTo>
                    <a:pt x="180" y="171"/>
                    <a:pt x="176" y="129"/>
                    <a:pt x="180" y="117"/>
                  </a:cubicBezTo>
                  <a:cubicBezTo>
                    <a:pt x="184" y="105"/>
                    <a:pt x="196" y="126"/>
                    <a:pt x="207" y="117"/>
                  </a:cubicBezTo>
                  <a:cubicBezTo>
                    <a:pt x="218" y="108"/>
                    <a:pt x="218" y="88"/>
                    <a:pt x="207" y="81"/>
                  </a:cubicBezTo>
                  <a:cubicBezTo>
                    <a:pt x="196" y="74"/>
                    <a:pt x="189" y="84"/>
                    <a:pt x="180" y="76"/>
                  </a:cubicBezTo>
                  <a:cubicBezTo>
                    <a:pt x="171" y="68"/>
                    <a:pt x="180" y="27"/>
                    <a:pt x="180" y="27"/>
                  </a:cubicBezTo>
                  <a:cubicBezTo>
                    <a:pt x="180" y="27"/>
                    <a:pt x="135" y="27"/>
                    <a:pt x="117" y="27"/>
                  </a:cubicBezTo>
                  <a:cubicBezTo>
                    <a:pt x="99" y="27"/>
                    <a:pt x="135" y="0"/>
                    <a:pt x="99" y="0"/>
                  </a:cubicBezTo>
                  <a:close/>
                </a:path>
              </a:pathLst>
            </a:custGeom>
            <a:solidFill>
              <a:srgbClr val="FFFFFF"/>
            </a:solidFill>
            <a:ln w="9525">
              <a:noFill/>
              <a:round/>
            </a:ln>
          </p:spPr>
          <p:txBody>
            <a:bodyPr/>
            <a:lstStyle/>
            <a:p>
              <a:endParaRPr lang="en-GB" sz="1815"/>
            </a:p>
          </p:txBody>
        </p:sp>
        <p:sp>
          <p:nvSpPr>
            <p:cNvPr id="137" name="Freeform 55"/>
            <p:cNvSpPr/>
            <p:nvPr/>
          </p:nvSpPr>
          <p:spPr bwMode="auto">
            <a:xfrm>
              <a:off x="7643322" y="4518918"/>
              <a:ext cx="417227" cy="480507"/>
            </a:xfrm>
            <a:custGeom>
              <a:avLst/>
              <a:gdLst>
                <a:gd name="T0" fmla="*/ 364 w 180"/>
                <a:gd name="T1" fmla="*/ 0 h 207"/>
                <a:gd name="T2" fmla="*/ 260 w 180"/>
                <a:gd name="T3" fmla="*/ 158 h 207"/>
                <a:gd name="T4" fmla="*/ 0 w 180"/>
                <a:gd name="T5" fmla="*/ 158 h 207"/>
                <a:gd name="T6" fmla="*/ 0 w 180"/>
                <a:gd name="T7" fmla="*/ 471 h 207"/>
                <a:gd name="T8" fmla="*/ 210 w 180"/>
                <a:gd name="T9" fmla="*/ 627 h 207"/>
                <a:gd name="T10" fmla="*/ 0 w 180"/>
                <a:gd name="T11" fmla="*/ 730 h 207"/>
                <a:gd name="T12" fmla="*/ 0 w 180"/>
                <a:gd name="T13" fmla="*/ 992 h 207"/>
                <a:gd name="T14" fmla="*/ 312 w 180"/>
                <a:gd name="T15" fmla="*/ 992 h 207"/>
                <a:gd name="T16" fmla="*/ 415 w 180"/>
                <a:gd name="T17" fmla="*/ 1202 h 207"/>
                <a:gd name="T18" fmla="*/ 522 w 180"/>
                <a:gd name="T19" fmla="*/ 992 h 207"/>
                <a:gd name="T20" fmla="*/ 831 w 180"/>
                <a:gd name="T21" fmla="*/ 992 h 207"/>
                <a:gd name="T22" fmla="*/ 831 w 180"/>
                <a:gd name="T23" fmla="*/ 678 h 207"/>
                <a:gd name="T24" fmla="*/ 1041 w 180"/>
                <a:gd name="T25" fmla="*/ 575 h 207"/>
                <a:gd name="T26" fmla="*/ 831 w 180"/>
                <a:gd name="T27" fmla="*/ 471 h 207"/>
                <a:gd name="T28" fmla="*/ 831 w 180"/>
                <a:gd name="T29" fmla="*/ 158 h 207"/>
                <a:gd name="T30" fmla="*/ 467 w 180"/>
                <a:gd name="T31" fmla="*/ 158 h 207"/>
                <a:gd name="T32" fmla="*/ 364 w 180"/>
                <a:gd name="T33" fmla="*/ 0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07"/>
                <a:gd name="T53" fmla="*/ 180 w 180"/>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07">
                  <a:moveTo>
                    <a:pt x="63" y="0"/>
                  </a:moveTo>
                  <a:cubicBezTo>
                    <a:pt x="27" y="0"/>
                    <a:pt x="54" y="27"/>
                    <a:pt x="45" y="27"/>
                  </a:cubicBezTo>
                  <a:cubicBezTo>
                    <a:pt x="36" y="27"/>
                    <a:pt x="0" y="27"/>
                    <a:pt x="0" y="27"/>
                  </a:cubicBezTo>
                  <a:cubicBezTo>
                    <a:pt x="0" y="27"/>
                    <a:pt x="0" y="54"/>
                    <a:pt x="0" y="81"/>
                  </a:cubicBezTo>
                  <a:cubicBezTo>
                    <a:pt x="0" y="108"/>
                    <a:pt x="36" y="72"/>
                    <a:pt x="36" y="108"/>
                  </a:cubicBezTo>
                  <a:cubicBezTo>
                    <a:pt x="36" y="144"/>
                    <a:pt x="0" y="108"/>
                    <a:pt x="0" y="126"/>
                  </a:cubicBezTo>
                  <a:cubicBezTo>
                    <a:pt x="0" y="144"/>
                    <a:pt x="0" y="171"/>
                    <a:pt x="0" y="171"/>
                  </a:cubicBezTo>
                  <a:cubicBezTo>
                    <a:pt x="0" y="171"/>
                    <a:pt x="45" y="171"/>
                    <a:pt x="54" y="171"/>
                  </a:cubicBezTo>
                  <a:cubicBezTo>
                    <a:pt x="63" y="171"/>
                    <a:pt x="36" y="207"/>
                    <a:pt x="72" y="207"/>
                  </a:cubicBezTo>
                  <a:cubicBezTo>
                    <a:pt x="108" y="207"/>
                    <a:pt x="81" y="171"/>
                    <a:pt x="90" y="171"/>
                  </a:cubicBezTo>
                  <a:cubicBezTo>
                    <a:pt x="99" y="171"/>
                    <a:pt x="144" y="171"/>
                    <a:pt x="144" y="171"/>
                  </a:cubicBezTo>
                  <a:cubicBezTo>
                    <a:pt x="144" y="171"/>
                    <a:pt x="144" y="126"/>
                    <a:pt x="144" y="117"/>
                  </a:cubicBezTo>
                  <a:cubicBezTo>
                    <a:pt x="144" y="108"/>
                    <a:pt x="180" y="135"/>
                    <a:pt x="180" y="99"/>
                  </a:cubicBezTo>
                  <a:cubicBezTo>
                    <a:pt x="180" y="63"/>
                    <a:pt x="144" y="90"/>
                    <a:pt x="144" y="81"/>
                  </a:cubicBezTo>
                  <a:cubicBezTo>
                    <a:pt x="144" y="72"/>
                    <a:pt x="144" y="27"/>
                    <a:pt x="144" y="27"/>
                  </a:cubicBezTo>
                  <a:cubicBezTo>
                    <a:pt x="144" y="27"/>
                    <a:pt x="99" y="27"/>
                    <a:pt x="81" y="27"/>
                  </a:cubicBezTo>
                  <a:cubicBezTo>
                    <a:pt x="63" y="27"/>
                    <a:pt x="99" y="0"/>
                    <a:pt x="63" y="0"/>
                  </a:cubicBezTo>
                  <a:close/>
                </a:path>
              </a:pathLst>
            </a:custGeom>
            <a:solidFill>
              <a:srgbClr val="FFFFFF"/>
            </a:solidFill>
            <a:ln w="9525">
              <a:noFill/>
              <a:round/>
            </a:ln>
          </p:spPr>
          <p:txBody>
            <a:bodyPr/>
            <a:lstStyle/>
            <a:p>
              <a:endParaRPr lang="en-GB" sz="1815"/>
            </a:p>
          </p:txBody>
        </p:sp>
        <p:sp>
          <p:nvSpPr>
            <p:cNvPr id="138" name="Freeform 56"/>
            <p:cNvSpPr/>
            <p:nvPr/>
          </p:nvSpPr>
          <p:spPr bwMode="auto">
            <a:xfrm>
              <a:off x="6912207" y="5855812"/>
              <a:ext cx="399142" cy="479215"/>
            </a:xfrm>
            <a:custGeom>
              <a:avLst/>
              <a:gdLst>
                <a:gd name="T0" fmla="*/ 835 w 172"/>
                <a:gd name="T1" fmla="*/ 624 h 207"/>
                <a:gd name="T2" fmla="*/ 992 w 172"/>
                <a:gd name="T3" fmla="*/ 466 h 207"/>
                <a:gd name="T4" fmla="*/ 992 w 172"/>
                <a:gd name="T5" fmla="*/ 154 h 207"/>
                <a:gd name="T6" fmla="*/ 627 w 172"/>
                <a:gd name="T7" fmla="*/ 154 h 207"/>
                <a:gd name="T8" fmla="*/ 523 w 172"/>
                <a:gd name="T9" fmla="*/ 0 h 207"/>
                <a:gd name="T10" fmla="*/ 417 w 172"/>
                <a:gd name="T11" fmla="*/ 154 h 207"/>
                <a:gd name="T12" fmla="*/ 158 w 172"/>
                <a:gd name="T13" fmla="*/ 154 h 207"/>
                <a:gd name="T14" fmla="*/ 158 w 172"/>
                <a:gd name="T15" fmla="*/ 518 h 207"/>
                <a:gd name="T16" fmla="*/ 0 w 172"/>
                <a:gd name="T17" fmla="*/ 624 h 207"/>
                <a:gd name="T18" fmla="*/ 158 w 172"/>
                <a:gd name="T19" fmla="*/ 726 h 207"/>
                <a:gd name="T20" fmla="*/ 162 w 172"/>
                <a:gd name="T21" fmla="*/ 982 h 207"/>
                <a:gd name="T22" fmla="*/ 422 w 172"/>
                <a:gd name="T23" fmla="*/ 982 h 207"/>
                <a:gd name="T24" fmla="*/ 526 w 172"/>
                <a:gd name="T25" fmla="*/ 1192 h 207"/>
                <a:gd name="T26" fmla="*/ 684 w 172"/>
                <a:gd name="T27" fmla="*/ 982 h 207"/>
                <a:gd name="T28" fmla="*/ 997 w 172"/>
                <a:gd name="T29" fmla="*/ 982 h 207"/>
                <a:gd name="T30" fmla="*/ 992 w 172"/>
                <a:gd name="T31" fmla="*/ 726 h 207"/>
                <a:gd name="T32" fmla="*/ 835 w 172"/>
                <a:gd name="T33" fmla="*/ 624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2"/>
                <a:gd name="T52" fmla="*/ 0 h 207"/>
                <a:gd name="T53" fmla="*/ 172 w 172"/>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2" h="207">
                  <a:moveTo>
                    <a:pt x="144" y="108"/>
                  </a:moveTo>
                  <a:cubicBezTo>
                    <a:pt x="144" y="54"/>
                    <a:pt x="171" y="90"/>
                    <a:pt x="171" y="81"/>
                  </a:cubicBezTo>
                  <a:cubicBezTo>
                    <a:pt x="171" y="72"/>
                    <a:pt x="171" y="27"/>
                    <a:pt x="171" y="27"/>
                  </a:cubicBezTo>
                  <a:cubicBezTo>
                    <a:pt x="171" y="27"/>
                    <a:pt x="126" y="27"/>
                    <a:pt x="108" y="27"/>
                  </a:cubicBezTo>
                  <a:cubicBezTo>
                    <a:pt x="90" y="27"/>
                    <a:pt x="126" y="0"/>
                    <a:pt x="90" y="0"/>
                  </a:cubicBezTo>
                  <a:cubicBezTo>
                    <a:pt x="54" y="0"/>
                    <a:pt x="81" y="27"/>
                    <a:pt x="72" y="27"/>
                  </a:cubicBezTo>
                  <a:cubicBezTo>
                    <a:pt x="63" y="27"/>
                    <a:pt x="27" y="27"/>
                    <a:pt x="27" y="27"/>
                  </a:cubicBezTo>
                  <a:cubicBezTo>
                    <a:pt x="27" y="27"/>
                    <a:pt x="27" y="72"/>
                    <a:pt x="27" y="90"/>
                  </a:cubicBezTo>
                  <a:cubicBezTo>
                    <a:pt x="27" y="108"/>
                    <a:pt x="0" y="72"/>
                    <a:pt x="0" y="108"/>
                  </a:cubicBezTo>
                  <a:cubicBezTo>
                    <a:pt x="0" y="144"/>
                    <a:pt x="27" y="117"/>
                    <a:pt x="27" y="126"/>
                  </a:cubicBezTo>
                  <a:cubicBezTo>
                    <a:pt x="27" y="135"/>
                    <a:pt x="28" y="171"/>
                    <a:pt x="28" y="171"/>
                  </a:cubicBezTo>
                  <a:cubicBezTo>
                    <a:pt x="28" y="171"/>
                    <a:pt x="64" y="171"/>
                    <a:pt x="73" y="171"/>
                  </a:cubicBezTo>
                  <a:cubicBezTo>
                    <a:pt x="82" y="171"/>
                    <a:pt x="46" y="207"/>
                    <a:pt x="91" y="207"/>
                  </a:cubicBezTo>
                  <a:cubicBezTo>
                    <a:pt x="136" y="207"/>
                    <a:pt x="91" y="171"/>
                    <a:pt x="118" y="171"/>
                  </a:cubicBezTo>
                  <a:cubicBezTo>
                    <a:pt x="145" y="171"/>
                    <a:pt x="172" y="171"/>
                    <a:pt x="172" y="171"/>
                  </a:cubicBezTo>
                  <a:cubicBezTo>
                    <a:pt x="172" y="171"/>
                    <a:pt x="171" y="144"/>
                    <a:pt x="171" y="126"/>
                  </a:cubicBezTo>
                  <a:cubicBezTo>
                    <a:pt x="171" y="108"/>
                    <a:pt x="144" y="144"/>
                    <a:pt x="144" y="108"/>
                  </a:cubicBezTo>
                  <a:close/>
                </a:path>
              </a:pathLst>
            </a:custGeom>
            <a:solidFill>
              <a:srgbClr val="FFFFFF"/>
            </a:solidFill>
            <a:ln w="9525">
              <a:noFill/>
              <a:round/>
            </a:ln>
          </p:spPr>
          <p:txBody>
            <a:bodyPr/>
            <a:lstStyle/>
            <a:p>
              <a:endParaRPr lang="en-GB" sz="1815"/>
            </a:p>
          </p:txBody>
        </p:sp>
        <p:sp>
          <p:nvSpPr>
            <p:cNvPr id="139" name="Freeform 57"/>
            <p:cNvSpPr/>
            <p:nvPr/>
          </p:nvSpPr>
          <p:spPr bwMode="auto">
            <a:xfrm>
              <a:off x="7643322" y="5833853"/>
              <a:ext cx="417227" cy="418506"/>
            </a:xfrm>
            <a:custGeom>
              <a:avLst/>
              <a:gdLst>
                <a:gd name="T0" fmla="*/ 364 w 180"/>
                <a:gd name="T1" fmla="*/ 0 h 180"/>
                <a:gd name="T2" fmla="*/ 312 w 180"/>
                <a:gd name="T3" fmla="*/ 263 h 180"/>
                <a:gd name="T4" fmla="*/ 0 w 180"/>
                <a:gd name="T5" fmla="*/ 211 h 180"/>
                <a:gd name="T6" fmla="*/ 0 w 180"/>
                <a:gd name="T7" fmla="*/ 526 h 180"/>
                <a:gd name="T8" fmla="*/ 210 w 180"/>
                <a:gd name="T9" fmla="*/ 684 h 180"/>
                <a:gd name="T10" fmla="*/ 0 w 180"/>
                <a:gd name="T11" fmla="*/ 787 h 180"/>
                <a:gd name="T12" fmla="*/ 0 w 180"/>
                <a:gd name="T13" fmla="*/ 1049 h 180"/>
                <a:gd name="T14" fmla="*/ 364 w 180"/>
                <a:gd name="T15" fmla="*/ 1049 h 180"/>
                <a:gd name="T16" fmla="*/ 467 w 180"/>
                <a:gd name="T17" fmla="*/ 891 h 180"/>
                <a:gd name="T18" fmla="*/ 572 w 180"/>
                <a:gd name="T19" fmla="*/ 1049 h 180"/>
                <a:gd name="T20" fmla="*/ 831 w 180"/>
                <a:gd name="T21" fmla="*/ 1049 h 180"/>
                <a:gd name="T22" fmla="*/ 831 w 180"/>
                <a:gd name="T23" fmla="*/ 787 h 180"/>
                <a:gd name="T24" fmla="*/ 1041 w 180"/>
                <a:gd name="T25" fmla="*/ 576 h 180"/>
                <a:gd name="T26" fmla="*/ 831 w 180"/>
                <a:gd name="T27" fmla="*/ 473 h 180"/>
                <a:gd name="T28" fmla="*/ 831 w 180"/>
                <a:gd name="T29" fmla="*/ 211 h 180"/>
                <a:gd name="T30" fmla="*/ 522 w 180"/>
                <a:gd name="T31" fmla="*/ 211 h 180"/>
                <a:gd name="T32" fmla="*/ 364 w 180"/>
                <a:gd name="T33" fmla="*/ 0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63" y="0"/>
                  </a:moveTo>
                  <a:cubicBezTo>
                    <a:pt x="27" y="0"/>
                    <a:pt x="63" y="45"/>
                    <a:pt x="54" y="45"/>
                  </a:cubicBezTo>
                  <a:cubicBezTo>
                    <a:pt x="18" y="45"/>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54" y="180"/>
                    <a:pt x="63" y="180"/>
                  </a:cubicBezTo>
                  <a:cubicBezTo>
                    <a:pt x="72" y="180"/>
                    <a:pt x="45" y="153"/>
                    <a:pt x="81" y="153"/>
                  </a:cubicBezTo>
                  <a:cubicBezTo>
                    <a:pt x="117" y="153"/>
                    <a:pt x="81" y="180"/>
                    <a:pt x="99" y="180"/>
                  </a:cubicBezTo>
                  <a:cubicBezTo>
                    <a:pt x="117" y="180"/>
                    <a:pt x="144" y="180"/>
                    <a:pt x="144" y="180"/>
                  </a:cubicBezTo>
                  <a:cubicBezTo>
                    <a:pt x="144" y="180"/>
                    <a:pt x="144" y="180"/>
                    <a:pt x="144" y="135"/>
                  </a:cubicBezTo>
                  <a:cubicBezTo>
                    <a:pt x="144" y="90"/>
                    <a:pt x="180" y="135"/>
                    <a:pt x="180" y="99"/>
                  </a:cubicBezTo>
                  <a:cubicBezTo>
                    <a:pt x="180" y="63"/>
                    <a:pt x="153" y="99"/>
                    <a:pt x="144" y="81"/>
                  </a:cubicBezTo>
                  <a:cubicBezTo>
                    <a:pt x="135" y="63"/>
                    <a:pt x="144" y="36"/>
                    <a:pt x="144" y="36"/>
                  </a:cubicBezTo>
                  <a:cubicBezTo>
                    <a:pt x="144" y="36"/>
                    <a:pt x="99" y="36"/>
                    <a:pt x="90" y="36"/>
                  </a:cubicBezTo>
                  <a:cubicBezTo>
                    <a:pt x="81" y="36"/>
                    <a:pt x="108" y="0"/>
                    <a:pt x="63" y="0"/>
                  </a:cubicBezTo>
                  <a:close/>
                </a:path>
              </a:pathLst>
            </a:custGeom>
            <a:solidFill>
              <a:srgbClr val="FFFFFF"/>
            </a:solidFill>
            <a:ln w="9525">
              <a:noFill/>
              <a:round/>
            </a:ln>
          </p:spPr>
          <p:txBody>
            <a:bodyPr/>
            <a:lstStyle/>
            <a:p>
              <a:endParaRPr lang="en-GB" sz="1815"/>
            </a:p>
          </p:txBody>
        </p:sp>
        <p:sp>
          <p:nvSpPr>
            <p:cNvPr id="140" name="Freeform 58"/>
            <p:cNvSpPr/>
            <p:nvPr/>
          </p:nvSpPr>
          <p:spPr bwMode="auto">
            <a:xfrm>
              <a:off x="2630145" y="5500598"/>
              <a:ext cx="418518" cy="501174"/>
            </a:xfrm>
            <a:custGeom>
              <a:avLst/>
              <a:gdLst>
                <a:gd name="T0" fmla="*/ 421 w 180"/>
                <a:gd name="T1" fmla="*/ 1252 h 216"/>
                <a:gd name="T2" fmla="*/ 526 w 180"/>
                <a:gd name="T3" fmla="*/ 1042 h 216"/>
                <a:gd name="T4" fmla="*/ 839 w 180"/>
                <a:gd name="T5" fmla="*/ 1042 h 216"/>
                <a:gd name="T6" fmla="*/ 839 w 180"/>
                <a:gd name="T7" fmla="*/ 729 h 216"/>
                <a:gd name="T8" fmla="*/ 1049 w 180"/>
                <a:gd name="T9" fmla="*/ 575 h 216"/>
                <a:gd name="T10" fmla="*/ 787 w 180"/>
                <a:gd name="T11" fmla="*/ 523 h 216"/>
                <a:gd name="T12" fmla="*/ 839 w 180"/>
                <a:gd name="T13" fmla="*/ 210 h 216"/>
                <a:gd name="T14" fmla="*/ 526 w 180"/>
                <a:gd name="T15" fmla="*/ 210 h 216"/>
                <a:gd name="T16" fmla="*/ 421 w 180"/>
                <a:gd name="T17" fmla="*/ 0 h 216"/>
                <a:gd name="T18" fmla="*/ 315 w 180"/>
                <a:gd name="T19" fmla="*/ 210 h 216"/>
                <a:gd name="T20" fmla="*/ 0 w 180"/>
                <a:gd name="T21" fmla="*/ 210 h 216"/>
                <a:gd name="T22" fmla="*/ 0 w 180"/>
                <a:gd name="T23" fmla="*/ 523 h 216"/>
                <a:gd name="T24" fmla="*/ 211 w 180"/>
                <a:gd name="T25" fmla="*/ 677 h 216"/>
                <a:gd name="T26" fmla="*/ 0 w 180"/>
                <a:gd name="T27" fmla="*/ 783 h 216"/>
                <a:gd name="T28" fmla="*/ 0 w 180"/>
                <a:gd name="T29" fmla="*/ 1042 h 216"/>
                <a:gd name="T30" fmla="*/ 315 w 180"/>
                <a:gd name="T31" fmla="*/ 1042 h 216"/>
                <a:gd name="T32" fmla="*/ 421 w 180"/>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72" y="216"/>
                  </a:moveTo>
                  <a:cubicBezTo>
                    <a:pt x="108" y="216"/>
                    <a:pt x="81" y="180"/>
                    <a:pt x="90" y="180"/>
                  </a:cubicBezTo>
                  <a:cubicBezTo>
                    <a:pt x="99" y="180"/>
                    <a:pt x="144" y="180"/>
                    <a:pt x="144" y="180"/>
                  </a:cubicBezTo>
                  <a:cubicBezTo>
                    <a:pt x="144" y="180"/>
                    <a:pt x="144" y="135"/>
                    <a:pt x="144" y="126"/>
                  </a:cubicBezTo>
                  <a:cubicBezTo>
                    <a:pt x="144" y="117"/>
                    <a:pt x="180" y="144"/>
                    <a:pt x="180" y="99"/>
                  </a:cubicBezTo>
                  <a:cubicBezTo>
                    <a:pt x="180" y="63"/>
                    <a:pt x="135" y="99"/>
                    <a:pt x="135" y="90"/>
                  </a:cubicBezTo>
                  <a:cubicBezTo>
                    <a:pt x="135" y="54"/>
                    <a:pt x="144" y="36"/>
                    <a:pt x="144" y="36"/>
                  </a:cubicBezTo>
                  <a:cubicBezTo>
                    <a:pt x="144" y="36"/>
                    <a:pt x="108" y="36"/>
                    <a:pt x="90" y="36"/>
                  </a:cubicBezTo>
                  <a:cubicBezTo>
                    <a:pt x="72" y="36"/>
                    <a:pt x="126" y="0"/>
                    <a:pt x="72" y="0"/>
                  </a:cubicBezTo>
                  <a:cubicBezTo>
                    <a:pt x="27" y="0"/>
                    <a:pt x="63" y="36"/>
                    <a:pt x="54" y="36"/>
                  </a:cubicBezTo>
                  <a:cubicBezTo>
                    <a:pt x="45"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36" y="180"/>
                    <a:pt x="54" y="180"/>
                  </a:cubicBezTo>
                  <a:cubicBezTo>
                    <a:pt x="72" y="180"/>
                    <a:pt x="36" y="216"/>
                    <a:pt x="72" y="216"/>
                  </a:cubicBezTo>
                  <a:close/>
                </a:path>
              </a:pathLst>
            </a:custGeom>
            <a:solidFill>
              <a:srgbClr val="FFFFFF"/>
            </a:solidFill>
            <a:ln w="9525">
              <a:noFill/>
              <a:round/>
            </a:ln>
          </p:spPr>
          <p:txBody>
            <a:bodyPr/>
            <a:lstStyle/>
            <a:p>
              <a:endParaRPr lang="en-GB" sz="1815"/>
            </a:p>
          </p:txBody>
        </p:sp>
        <p:sp>
          <p:nvSpPr>
            <p:cNvPr id="141" name="Freeform 59"/>
            <p:cNvSpPr/>
            <p:nvPr/>
          </p:nvSpPr>
          <p:spPr bwMode="auto">
            <a:xfrm>
              <a:off x="3905075" y="3557904"/>
              <a:ext cx="501189" cy="439173"/>
            </a:xfrm>
            <a:custGeom>
              <a:avLst/>
              <a:gdLst>
                <a:gd name="T0" fmla="*/ 158 w 216"/>
                <a:gd name="T1" fmla="*/ 365 h 189"/>
                <a:gd name="T2" fmla="*/ 0 w 216"/>
                <a:gd name="T3" fmla="*/ 473 h 189"/>
                <a:gd name="T4" fmla="*/ 158 w 216"/>
                <a:gd name="T5" fmla="*/ 628 h 189"/>
                <a:gd name="T6" fmla="*/ 158 w 216"/>
                <a:gd name="T7" fmla="*/ 890 h 189"/>
                <a:gd name="T8" fmla="*/ 471 w 216"/>
                <a:gd name="T9" fmla="*/ 890 h 189"/>
                <a:gd name="T10" fmla="*/ 625 w 216"/>
                <a:gd name="T11" fmla="*/ 1101 h 189"/>
                <a:gd name="T12" fmla="*/ 729 w 216"/>
                <a:gd name="T13" fmla="*/ 890 h 189"/>
                <a:gd name="T14" fmla="*/ 990 w 216"/>
                <a:gd name="T15" fmla="*/ 890 h 189"/>
                <a:gd name="T16" fmla="*/ 990 w 216"/>
                <a:gd name="T17" fmla="*/ 628 h 189"/>
                <a:gd name="T18" fmla="*/ 1252 w 216"/>
                <a:gd name="T19" fmla="*/ 473 h 189"/>
                <a:gd name="T20" fmla="*/ 990 w 216"/>
                <a:gd name="T21" fmla="*/ 313 h 189"/>
                <a:gd name="T22" fmla="*/ 990 w 216"/>
                <a:gd name="T23" fmla="*/ 52 h 189"/>
                <a:gd name="T24" fmla="*/ 729 w 216"/>
                <a:gd name="T25" fmla="*/ 52 h 189"/>
                <a:gd name="T26" fmla="*/ 523 w 216"/>
                <a:gd name="T27" fmla="*/ 263 h 189"/>
                <a:gd name="T28" fmla="*/ 365 w 216"/>
                <a:gd name="T29" fmla="*/ 52 h 189"/>
                <a:gd name="T30" fmla="*/ 158 w 216"/>
                <a:gd name="T31" fmla="*/ 52 h 189"/>
                <a:gd name="T32" fmla="*/ 158 w 216"/>
                <a:gd name="T33" fmla="*/ 365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6"/>
                <a:gd name="T52" fmla="*/ 0 h 189"/>
                <a:gd name="T53" fmla="*/ 216 w 216"/>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6" h="189">
                  <a:moveTo>
                    <a:pt x="27" y="63"/>
                  </a:moveTo>
                  <a:cubicBezTo>
                    <a:pt x="27" y="81"/>
                    <a:pt x="0" y="36"/>
                    <a:pt x="0" y="81"/>
                  </a:cubicBezTo>
                  <a:cubicBezTo>
                    <a:pt x="0" y="126"/>
                    <a:pt x="27" y="99"/>
                    <a:pt x="27" y="108"/>
                  </a:cubicBezTo>
                  <a:cubicBezTo>
                    <a:pt x="27" y="117"/>
                    <a:pt x="27" y="153"/>
                    <a:pt x="27" y="153"/>
                  </a:cubicBezTo>
                  <a:cubicBezTo>
                    <a:pt x="27" y="153"/>
                    <a:pt x="54" y="153"/>
                    <a:pt x="81" y="153"/>
                  </a:cubicBezTo>
                  <a:cubicBezTo>
                    <a:pt x="108" y="153"/>
                    <a:pt x="63" y="189"/>
                    <a:pt x="108" y="189"/>
                  </a:cubicBezTo>
                  <a:cubicBezTo>
                    <a:pt x="135" y="189"/>
                    <a:pt x="108" y="153"/>
                    <a:pt x="126" y="153"/>
                  </a:cubicBezTo>
                  <a:cubicBezTo>
                    <a:pt x="135" y="153"/>
                    <a:pt x="171" y="153"/>
                    <a:pt x="171" y="153"/>
                  </a:cubicBezTo>
                  <a:cubicBezTo>
                    <a:pt x="171" y="153"/>
                    <a:pt x="171" y="117"/>
                    <a:pt x="171" y="108"/>
                  </a:cubicBezTo>
                  <a:cubicBezTo>
                    <a:pt x="171" y="99"/>
                    <a:pt x="216" y="126"/>
                    <a:pt x="216" y="81"/>
                  </a:cubicBezTo>
                  <a:cubicBezTo>
                    <a:pt x="216" y="27"/>
                    <a:pt x="171" y="72"/>
                    <a:pt x="171" y="54"/>
                  </a:cubicBezTo>
                  <a:cubicBezTo>
                    <a:pt x="171" y="36"/>
                    <a:pt x="171" y="9"/>
                    <a:pt x="171" y="9"/>
                  </a:cubicBezTo>
                  <a:cubicBezTo>
                    <a:pt x="171" y="9"/>
                    <a:pt x="153" y="18"/>
                    <a:pt x="126" y="9"/>
                  </a:cubicBezTo>
                  <a:cubicBezTo>
                    <a:pt x="99" y="0"/>
                    <a:pt x="144" y="45"/>
                    <a:pt x="90" y="45"/>
                  </a:cubicBezTo>
                  <a:cubicBezTo>
                    <a:pt x="54" y="45"/>
                    <a:pt x="90" y="9"/>
                    <a:pt x="63" y="9"/>
                  </a:cubicBezTo>
                  <a:cubicBezTo>
                    <a:pt x="54" y="9"/>
                    <a:pt x="27" y="9"/>
                    <a:pt x="27" y="9"/>
                  </a:cubicBezTo>
                  <a:cubicBezTo>
                    <a:pt x="36" y="36"/>
                    <a:pt x="27" y="36"/>
                    <a:pt x="27" y="63"/>
                  </a:cubicBezTo>
                  <a:close/>
                </a:path>
              </a:pathLst>
            </a:custGeom>
            <a:solidFill>
              <a:srgbClr val="FFFFFF"/>
            </a:solidFill>
            <a:ln w="9525">
              <a:noFill/>
              <a:round/>
            </a:ln>
          </p:spPr>
          <p:txBody>
            <a:bodyPr/>
            <a:lstStyle/>
            <a:p>
              <a:endParaRPr lang="en-GB" sz="1815"/>
            </a:p>
          </p:txBody>
        </p:sp>
        <p:sp>
          <p:nvSpPr>
            <p:cNvPr id="142" name="Freeform 60"/>
            <p:cNvSpPr/>
            <p:nvPr/>
          </p:nvSpPr>
          <p:spPr bwMode="auto">
            <a:xfrm>
              <a:off x="3632522" y="3808491"/>
              <a:ext cx="439186" cy="543799"/>
            </a:xfrm>
            <a:custGeom>
              <a:avLst/>
              <a:gdLst>
                <a:gd name="T0" fmla="*/ 392 w 189"/>
                <a:gd name="T1" fmla="*/ 1101 h 234"/>
                <a:gd name="T2" fmla="*/ 495 w 189"/>
                <a:gd name="T3" fmla="*/ 1362 h 234"/>
                <a:gd name="T4" fmla="*/ 599 w 189"/>
                <a:gd name="T5" fmla="*/ 1151 h 234"/>
                <a:gd name="T6" fmla="*/ 838 w 189"/>
                <a:gd name="T7" fmla="*/ 1101 h 234"/>
                <a:gd name="T8" fmla="*/ 838 w 189"/>
                <a:gd name="T9" fmla="*/ 838 h 234"/>
                <a:gd name="T10" fmla="*/ 1101 w 189"/>
                <a:gd name="T11" fmla="*/ 657 h 234"/>
                <a:gd name="T12" fmla="*/ 890 w 189"/>
                <a:gd name="T13" fmla="*/ 524 h 234"/>
                <a:gd name="T14" fmla="*/ 838 w 189"/>
                <a:gd name="T15" fmla="*/ 263 h 234"/>
                <a:gd name="T16" fmla="*/ 523 w 189"/>
                <a:gd name="T17" fmla="*/ 263 h 234"/>
                <a:gd name="T18" fmla="*/ 365 w 189"/>
                <a:gd name="T19" fmla="*/ 0 h 234"/>
                <a:gd name="T20" fmla="*/ 263 w 189"/>
                <a:gd name="T21" fmla="*/ 263 h 234"/>
                <a:gd name="T22" fmla="*/ 0 w 189"/>
                <a:gd name="T23" fmla="*/ 263 h 234"/>
                <a:gd name="T24" fmla="*/ 0 w 189"/>
                <a:gd name="T25" fmla="*/ 576 h 234"/>
                <a:gd name="T26" fmla="*/ 158 w 189"/>
                <a:gd name="T27" fmla="*/ 684 h 234"/>
                <a:gd name="T28" fmla="*/ 0 w 189"/>
                <a:gd name="T29" fmla="*/ 838 h 234"/>
                <a:gd name="T30" fmla="*/ 0 w 189"/>
                <a:gd name="T31" fmla="*/ 1101 h 234"/>
                <a:gd name="T32" fmla="*/ 392 w 189"/>
                <a:gd name="T33" fmla="*/ 1101 h 23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34"/>
                <a:gd name="T53" fmla="*/ 189 w 189"/>
                <a:gd name="T54" fmla="*/ 234 h 23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34">
                  <a:moveTo>
                    <a:pt x="67" y="189"/>
                  </a:moveTo>
                  <a:cubicBezTo>
                    <a:pt x="94" y="198"/>
                    <a:pt x="40" y="234"/>
                    <a:pt x="85" y="234"/>
                  </a:cubicBezTo>
                  <a:cubicBezTo>
                    <a:pt x="130" y="234"/>
                    <a:pt x="85" y="207"/>
                    <a:pt x="103" y="198"/>
                  </a:cubicBezTo>
                  <a:cubicBezTo>
                    <a:pt x="121" y="189"/>
                    <a:pt x="144" y="189"/>
                    <a:pt x="144" y="189"/>
                  </a:cubicBezTo>
                  <a:cubicBezTo>
                    <a:pt x="144" y="189"/>
                    <a:pt x="135" y="180"/>
                    <a:pt x="144" y="144"/>
                  </a:cubicBezTo>
                  <a:cubicBezTo>
                    <a:pt x="153" y="108"/>
                    <a:pt x="189" y="162"/>
                    <a:pt x="189" y="113"/>
                  </a:cubicBezTo>
                  <a:cubicBezTo>
                    <a:pt x="189" y="81"/>
                    <a:pt x="153" y="117"/>
                    <a:pt x="153" y="90"/>
                  </a:cubicBezTo>
                  <a:cubicBezTo>
                    <a:pt x="153" y="63"/>
                    <a:pt x="144" y="45"/>
                    <a:pt x="144" y="45"/>
                  </a:cubicBezTo>
                  <a:cubicBezTo>
                    <a:pt x="144" y="45"/>
                    <a:pt x="117" y="45"/>
                    <a:pt x="90" y="45"/>
                  </a:cubicBezTo>
                  <a:cubicBezTo>
                    <a:pt x="58" y="45"/>
                    <a:pt x="117" y="0"/>
                    <a:pt x="63" y="0"/>
                  </a:cubicBezTo>
                  <a:cubicBezTo>
                    <a:pt x="27" y="0"/>
                    <a:pt x="63" y="36"/>
                    <a:pt x="45" y="45"/>
                  </a:cubicBezTo>
                  <a:cubicBezTo>
                    <a:pt x="27" y="54"/>
                    <a:pt x="0" y="45"/>
                    <a:pt x="0" y="45"/>
                  </a:cubicBezTo>
                  <a:cubicBezTo>
                    <a:pt x="0" y="45"/>
                    <a:pt x="0" y="90"/>
                    <a:pt x="0" y="99"/>
                  </a:cubicBezTo>
                  <a:cubicBezTo>
                    <a:pt x="0" y="108"/>
                    <a:pt x="27" y="72"/>
                    <a:pt x="27" y="117"/>
                  </a:cubicBezTo>
                  <a:cubicBezTo>
                    <a:pt x="27" y="153"/>
                    <a:pt x="0" y="117"/>
                    <a:pt x="0" y="144"/>
                  </a:cubicBezTo>
                  <a:cubicBezTo>
                    <a:pt x="0" y="171"/>
                    <a:pt x="0" y="189"/>
                    <a:pt x="0" y="189"/>
                  </a:cubicBezTo>
                  <a:cubicBezTo>
                    <a:pt x="0" y="189"/>
                    <a:pt x="40" y="180"/>
                    <a:pt x="67" y="189"/>
                  </a:cubicBezTo>
                  <a:close/>
                </a:path>
              </a:pathLst>
            </a:custGeom>
            <a:solidFill>
              <a:srgbClr val="FFFFFF"/>
            </a:solidFill>
            <a:ln w="9525">
              <a:noFill/>
              <a:round/>
            </a:ln>
          </p:spPr>
          <p:txBody>
            <a:bodyPr/>
            <a:lstStyle/>
            <a:p>
              <a:endParaRPr lang="en-GB" sz="1815"/>
            </a:p>
          </p:txBody>
        </p:sp>
        <p:sp>
          <p:nvSpPr>
            <p:cNvPr id="143" name="Freeform 61"/>
            <p:cNvSpPr/>
            <p:nvPr/>
          </p:nvSpPr>
          <p:spPr bwMode="auto">
            <a:xfrm>
              <a:off x="4552229" y="3475237"/>
              <a:ext cx="417227" cy="521841"/>
            </a:xfrm>
            <a:custGeom>
              <a:avLst/>
              <a:gdLst>
                <a:gd name="T0" fmla="*/ 0 w 180"/>
                <a:gd name="T1" fmla="*/ 664 h 225"/>
                <a:gd name="T2" fmla="*/ 210 w 180"/>
                <a:gd name="T3" fmla="*/ 822 h 225"/>
                <a:gd name="T4" fmla="*/ 210 w 180"/>
                <a:gd name="T5" fmla="*/ 1093 h 225"/>
                <a:gd name="T6" fmla="*/ 522 w 180"/>
                <a:gd name="T7" fmla="*/ 1093 h 225"/>
                <a:gd name="T8" fmla="*/ 624 w 180"/>
                <a:gd name="T9" fmla="*/ 1302 h 225"/>
                <a:gd name="T10" fmla="*/ 729 w 180"/>
                <a:gd name="T11" fmla="*/ 1093 h 225"/>
                <a:gd name="T12" fmla="*/ 1041 w 180"/>
                <a:gd name="T13" fmla="*/ 1093 h 225"/>
                <a:gd name="T14" fmla="*/ 1041 w 180"/>
                <a:gd name="T15" fmla="*/ 835 h 225"/>
                <a:gd name="T16" fmla="*/ 885 w 180"/>
                <a:gd name="T17" fmla="*/ 677 h 225"/>
                <a:gd name="T18" fmla="*/ 1041 w 180"/>
                <a:gd name="T19" fmla="*/ 575 h 225"/>
                <a:gd name="T20" fmla="*/ 1041 w 180"/>
                <a:gd name="T21" fmla="*/ 260 h 225"/>
                <a:gd name="T22" fmla="*/ 779 w 180"/>
                <a:gd name="T23" fmla="*/ 260 h 225"/>
                <a:gd name="T24" fmla="*/ 677 w 180"/>
                <a:gd name="T25" fmla="*/ 0 h 225"/>
                <a:gd name="T26" fmla="*/ 522 w 180"/>
                <a:gd name="T27" fmla="*/ 260 h 225"/>
                <a:gd name="T28" fmla="*/ 210 w 180"/>
                <a:gd name="T29" fmla="*/ 260 h 225"/>
                <a:gd name="T30" fmla="*/ 210 w 180"/>
                <a:gd name="T31" fmla="*/ 612 h 225"/>
                <a:gd name="T32" fmla="*/ 0 w 180"/>
                <a:gd name="T33" fmla="*/ 664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25"/>
                <a:gd name="T53" fmla="*/ 180 w 180"/>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25">
                  <a:moveTo>
                    <a:pt x="0" y="115"/>
                  </a:moveTo>
                  <a:cubicBezTo>
                    <a:pt x="0" y="160"/>
                    <a:pt x="36" y="133"/>
                    <a:pt x="36" y="142"/>
                  </a:cubicBezTo>
                  <a:cubicBezTo>
                    <a:pt x="36" y="151"/>
                    <a:pt x="36" y="189"/>
                    <a:pt x="36" y="189"/>
                  </a:cubicBezTo>
                  <a:cubicBezTo>
                    <a:pt x="36" y="189"/>
                    <a:pt x="81" y="189"/>
                    <a:pt x="90" y="189"/>
                  </a:cubicBezTo>
                  <a:cubicBezTo>
                    <a:pt x="99" y="189"/>
                    <a:pt x="72" y="225"/>
                    <a:pt x="108" y="225"/>
                  </a:cubicBezTo>
                  <a:cubicBezTo>
                    <a:pt x="144" y="225"/>
                    <a:pt x="108" y="189"/>
                    <a:pt x="126" y="189"/>
                  </a:cubicBezTo>
                  <a:cubicBezTo>
                    <a:pt x="144" y="189"/>
                    <a:pt x="180" y="189"/>
                    <a:pt x="180" y="189"/>
                  </a:cubicBezTo>
                  <a:cubicBezTo>
                    <a:pt x="180" y="189"/>
                    <a:pt x="180" y="171"/>
                    <a:pt x="180" y="144"/>
                  </a:cubicBezTo>
                  <a:cubicBezTo>
                    <a:pt x="180" y="117"/>
                    <a:pt x="153" y="153"/>
                    <a:pt x="153" y="117"/>
                  </a:cubicBezTo>
                  <a:cubicBezTo>
                    <a:pt x="153" y="72"/>
                    <a:pt x="180" y="108"/>
                    <a:pt x="180" y="99"/>
                  </a:cubicBezTo>
                  <a:cubicBezTo>
                    <a:pt x="180" y="90"/>
                    <a:pt x="180" y="45"/>
                    <a:pt x="180" y="45"/>
                  </a:cubicBezTo>
                  <a:cubicBezTo>
                    <a:pt x="180" y="45"/>
                    <a:pt x="144" y="45"/>
                    <a:pt x="135" y="45"/>
                  </a:cubicBezTo>
                  <a:cubicBezTo>
                    <a:pt x="115" y="45"/>
                    <a:pt x="153" y="0"/>
                    <a:pt x="117" y="0"/>
                  </a:cubicBezTo>
                  <a:cubicBezTo>
                    <a:pt x="63" y="0"/>
                    <a:pt x="122" y="45"/>
                    <a:pt x="90" y="45"/>
                  </a:cubicBezTo>
                  <a:cubicBezTo>
                    <a:pt x="63" y="45"/>
                    <a:pt x="36" y="45"/>
                    <a:pt x="36" y="45"/>
                  </a:cubicBezTo>
                  <a:cubicBezTo>
                    <a:pt x="36" y="45"/>
                    <a:pt x="36" y="70"/>
                    <a:pt x="36" y="106"/>
                  </a:cubicBezTo>
                  <a:cubicBezTo>
                    <a:pt x="36" y="115"/>
                    <a:pt x="0" y="79"/>
                    <a:pt x="0" y="115"/>
                  </a:cubicBezTo>
                  <a:close/>
                </a:path>
              </a:pathLst>
            </a:custGeom>
            <a:solidFill>
              <a:srgbClr val="FFFFFF"/>
            </a:solidFill>
            <a:ln w="9525">
              <a:noFill/>
              <a:round/>
            </a:ln>
          </p:spPr>
          <p:txBody>
            <a:bodyPr/>
            <a:lstStyle/>
            <a:p>
              <a:endParaRPr lang="en-GB" sz="1815"/>
            </a:p>
          </p:txBody>
        </p:sp>
        <p:sp>
          <p:nvSpPr>
            <p:cNvPr id="144" name="Freeform 62"/>
            <p:cNvSpPr/>
            <p:nvPr/>
          </p:nvSpPr>
          <p:spPr bwMode="auto">
            <a:xfrm>
              <a:off x="3549852" y="4580919"/>
              <a:ext cx="501189" cy="355213"/>
            </a:xfrm>
            <a:custGeom>
              <a:avLst/>
              <a:gdLst>
                <a:gd name="T0" fmla="*/ 417 w 216"/>
                <a:gd name="T1" fmla="*/ 838 h 153"/>
                <a:gd name="T2" fmla="*/ 625 w 216"/>
                <a:gd name="T3" fmla="*/ 678 h 153"/>
                <a:gd name="T4" fmla="*/ 783 w 216"/>
                <a:gd name="T5" fmla="*/ 888 h 153"/>
                <a:gd name="T6" fmla="*/ 1042 w 216"/>
                <a:gd name="T7" fmla="*/ 838 h 153"/>
                <a:gd name="T8" fmla="*/ 1042 w 216"/>
                <a:gd name="T9" fmla="*/ 575 h 153"/>
                <a:gd name="T10" fmla="*/ 1252 w 216"/>
                <a:gd name="T11" fmla="*/ 417 h 153"/>
                <a:gd name="T12" fmla="*/ 1042 w 216"/>
                <a:gd name="T13" fmla="*/ 262 h 153"/>
                <a:gd name="T14" fmla="*/ 1042 w 216"/>
                <a:gd name="T15" fmla="*/ 0 h 153"/>
                <a:gd name="T16" fmla="*/ 807 w 216"/>
                <a:gd name="T17" fmla="*/ 0 h 153"/>
                <a:gd name="T18" fmla="*/ 648 w 216"/>
                <a:gd name="T19" fmla="*/ 158 h 153"/>
                <a:gd name="T20" fmla="*/ 546 w 216"/>
                <a:gd name="T21" fmla="*/ 0 h 153"/>
                <a:gd name="T22" fmla="*/ 210 w 216"/>
                <a:gd name="T23" fmla="*/ 0 h 153"/>
                <a:gd name="T24" fmla="*/ 210 w 216"/>
                <a:gd name="T25" fmla="*/ 356 h 153"/>
                <a:gd name="T26" fmla="*/ 0 w 216"/>
                <a:gd name="T27" fmla="*/ 406 h 153"/>
                <a:gd name="T28" fmla="*/ 210 w 216"/>
                <a:gd name="T29" fmla="*/ 563 h 153"/>
                <a:gd name="T30" fmla="*/ 210 w 216"/>
                <a:gd name="T31" fmla="*/ 838 h 153"/>
                <a:gd name="T32" fmla="*/ 417 w 216"/>
                <a:gd name="T33" fmla="*/ 838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6"/>
                <a:gd name="T52" fmla="*/ 0 h 153"/>
                <a:gd name="T53" fmla="*/ 216 w 216"/>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6" h="153">
                  <a:moveTo>
                    <a:pt x="72" y="144"/>
                  </a:moveTo>
                  <a:cubicBezTo>
                    <a:pt x="117" y="153"/>
                    <a:pt x="63" y="117"/>
                    <a:pt x="108" y="117"/>
                  </a:cubicBezTo>
                  <a:cubicBezTo>
                    <a:pt x="144" y="117"/>
                    <a:pt x="117" y="153"/>
                    <a:pt x="135" y="153"/>
                  </a:cubicBezTo>
                  <a:cubicBezTo>
                    <a:pt x="148" y="153"/>
                    <a:pt x="180" y="144"/>
                    <a:pt x="180" y="144"/>
                  </a:cubicBezTo>
                  <a:cubicBezTo>
                    <a:pt x="180" y="144"/>
                    <a:pt x="180" y="108"/>
                    <a:pt x="180" y="99"/>
                  </a:cubicBezTo>
                  <a:cubicBezTo>
                    <a:pt x="180" y="90"/>
                    <a:pt x="216" y="126"/>
                    <a:pt x="216" y="72"/>
                  </a:cubicBezTo>
                  <a:cubicBezTo>
                    <a:pt x="216" y="27"/>
                    <a:pt x="180" y="72"/>
                    <a:pt x="180" y="45"/>
                  </a:cubicBezTo>
                  <a:cubicBezTo>
                    <a:pt x="180" y="18"/>
                    <a:pt x="180" y="0"/>
                    <a:pt x="180" y="0"/>
                  </a:cubicBezTo>
                  <a:cubicBezTo>
                    <a:pt x="180" y="0"/>
                    <a:pt x="166" y="0"/>
                    <a:pt x="139" y="0"/>
                  </a:cubicBezTo>
                  <a:cubicBezTo>
                    <a:pt x="112" y="0"/>
                    <a:pt x="148" y="27"/>
                    <a:pt x="112" y="27"/>
                  </a:cubicBezTo>
                  <a:cubicBezTo>
                    <a:pt x="76" y="27"/>
                    <a:pt x="103" y="0"/>
                    <a:pt x="94" y="0"/>
                  </a:cubicBezTo>
                  <a:cubicBezTo>
                    <a:pt x="85" y="0"/>
                    <a:pt x="36" y="0"/>
                    <a:pt x="36" y="0"/>
                  </a:cubicBezTo>
                  <a:cubicBezTo>
                    <a:pt x="36" y="0"/>
                    <a:pt x="36" y="25"/>
                    <a:pt x="36" y="61"/>
                  </a:cubicBezTo>
                  <a:cubicBezTo>
                    <a:pt x="36" y="70"/>
                    <a:pt x="0" y="34"/>
                    <a:pt x="0" y="70"/>
                  </a:cubicBezTo>
                  <a:cubicBezTo>
                    <a:pt x="0" y="115"/>
                    <a:pt x="36" y="88"/>
                    <a:pt x="36" y="97"/>
                  </a:cubicBezTo>
                  <a:cubicBezTo>
                    <a:pt x="36" y="106"/>
                    <a:pt x="36" y="144"/>
                    <a:pt x="36" y="144"/>
                  </a:cubicBezTo>
                  <a:cubicBezTo>
                    <a:pt x="36" y="144"/>
                    <a:pt x="46" y="139"/>
                    <a:pt x="72" y="144"/>
                  </a:cubicBezTo>
                  <a:close/>
                </a:path>
              </a:pathLst>
            </a:custGeom>
            <a:solidFill>
              <a:srgbClr val="FFFFFF"/>
            </a:solidFill>
            <a:ln w="9525">
              <a:noFill/>
              <a:round/>
            </a:ln>
          </p:spPr>
          <p:txBody>
            <a:bodyPr/>
            <a:lstStyle/>
            <a:p>
              <a:endParaRPr lang="en-GB" sz="1815"/>
            </a:p>
          </p:txBody>
        </p:sp>
        <p:sp>
          <p:nvSpPr>
            <p:cNvPr id="145" name="Freeform 63"/>
            <p:cNvSpPr/>
            <p:nvPr/>
          </p:nvSpPr>
          <p:spPr bwMode="auto">
            <a:xfrm>
              <a:off x="6285721" y="3829158"/>
              <a:ext cx="437894" cy="501174"/>
            </a:xfrm>
            <a:custGeom>
              <a:avLst/>
              <a:gdLst>
                <a:gd name="T0" fmla="*/ 414 w 189"/>
                <a:gd name="T1" fmla="*/ 0 h 216"/>
                <a:gd name="T2" fmla="*/ 364 w 189"/>
                <a:gd name="T3" fmla="*/ 262 h 216"/>
                <a:gd name="T4" fmla="*/ 52 w 189"/>
                <a:gd name="T5" fmla="*/ 214 h 216"/>
                <a:gd name="T6" fmla="*/ 52 w 189"/>
                <a:gd name="T7" fmla="*/ 474 h 216"/>
                <a:gd name="T8" fmla="*/ 260 w 189"/>
                <a:gd name="T9" fmla="*/ 684 h 216"/>
                <a:gd name="T10" fmla="*/ 52 w 189"/>
                <a:gd name="T11" fmla="*/ 839 h 216"/>
                <a:gd name="T12" fmla="*/ 52 w 189"/>
                <a:gd name="T13" fmla="*/ 1049 h 216"/>
                <a:gd name="T14" fmla="*/ 364 w 189"/>
                <a:gd name="T15" fmla="*/ 1042 h 216"/>
                <a:gd name="T16" fmla="*/ 466 w 189"/>
                <a:gd name="T17" fmla="*/ 1252 h 216"/>
                <a:gd name="T18" fmla="*/ 572 w 189"/>
                <a:gd name="T19" fmla="*/ 1042 h 216"/>
                <a:gd name="T20" fmla="*/ 881 w 189"/>
                <a:gd name="T21" fmla="*/ 1042 h 216"/>
                <a:gd name="T22" fmla="*/ 881 w 189"/>
                <a:gd name="T23" fmla="*/ 729 h 216"/>
                <a:gd name="T24" fmla="*/ 1091 w 189"/>
                <a:gd name="T25" fmla="*/ 575 h 216"/>
                <a:gd name="T26" fmla="*/ 881 w 189"/>
                <a:gd name="T27" fmla="*/ 471 h 216"/>
                <a:gd name="T28" fmla="*/ 881 w 189"/>
                <a:gd name="T29" fmla="*/ 210 h 216"/>
                <a:gd name="T30" fmla="*/ 572 w 189"/>
                <a:gd name="T31" fmla="*/ 210 h 216"/>
                <a:gd name="T32" fmla="*/ 414 w 189"/>
                <a:gd name="T33" fmla="*/ 0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16"/>
                <a:gd name="T53" fmla="*/ 189 w 189"/>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16">
                  <a:moveTo>
                    <a:pt x="72" y="0"/>
                  </a:moveTo>
                  <a:cubicBezTo>
                    <a:pt x="36" y="0"/>
                    <a:pt x="72" y="45"/>
                    <a:pt x="63" y="45"/>
                  </a:cubicBezTo>
                  <a:cubicBezTo>
                    <a:pt x="27" y="45"/>
                    <a:pt x="9" y="37"/>
                    <a:pt x="9" y="37"/>
                  </a:cubicBezTo>
                  <a:cubicBezTo>
                    <a:pt x="9" y="37"/>
                    <a:pt x="18" y="55"/>
                    <a:pt x="9" y="82"/>
                  </a:cubicBezTo>
                  <a:cubicBezTo>
                    <a:pt x="0" y="109"/>
                    <a:pt x="45" y="64"/>
                    <a:pt x="45" y="118"/>
                  </a:cubicBezTo>
                  <a:cubicBezTo>
                    <a:pt x="45" y="154"/>
                    <a:pt x="9" y="118"/>
                    <a:pt x="9" y="145"/>
                  </a:cubicBezTo>
                  <a:cubicBezTo>
                    <a:pt x="9" y="154"/>
                    <a:pt x="9" y="181"/>
                    <a:pt x="9" y="181"/>
                  </a:cubicBezTo>
                  <a:cubicBezTo>
                    <a:pt x="9" y="181"/>
                    <a:pt x="54" y="180"/>
                    <a:pt x="63" y="180"/>
                  </a:cubicBezTo>
                  <a:cubicBezTo>
                    <a:pt x="72" y="180"/>
                    <a:pt x="45" y="216"/>
                    <a:pt x="81" y="216"/>
                  </a:cubicBezTo>
                  <a:cubicBezTo>
                    <a:pt x="117" y="216"/>
                    <a:pt x="81" y="180"/>
                    <a:pt x="99" y="180"/>
                  </a:cubicBezTo>
                  <a:cubicBezTo>
                    <a:pt x="117" y="180"/>
                    <a:pt x="153" y="180"/>
                    <a:pt x="153" y="180"/>
                  </a:cubicBezTo>
                  <a:cubicBezTo>
                    <a:pt x="153" y="180"/>
                    <a:pt x="153" y="153"/>
                    <a:pt x="153" y="126"/>
                  </a:cubicBezTo>
                  <a:cubicBezTo>
                    <a:pt x="153" y="99"/>
                    <a:pt x="189" y="144"/>
                    <a:pt x="189" y="99"/>
                  </a:cubicBezTo>
                  <a:cubicBezTo>
                    <a:pt x="189" y="72"/>
                    <a:pt x="153" y="99"/>
                    <a:pt x="153" y="81"/>
                  </a:cubicBezTo>
                  <a:cubicBezTo>
                    <a:pt x="153" y="72"/>
                    <a:pt x="153" y="36"/>
                    <a:pt x="153" y="36"/>
                  </a:cubicBezTo>
                  <a:cubicBezTo>
                    <a:pt x="153" y="36"/>
                    <a:pt x="108" y="36"/>
                    <a:pt x="99" y="36"/>
                  </a:cubicBezTo>
                  <a:cubicBezTo>
                    <a:pt x="90" y="36"/>
                    <a:pt x="117" y="0"/>
                    <a:pt x="72" y="0"/>
                  </a:cubicBezTo>
                  <a:close/>
                </a:path>
              </a:pathLst>
            </a:custGeom>
            <a:solidFill>
              <a:srgbClr val="FFFFFF"/>
            </a:solidFill>
            <a:ln w="9525">
              <a:noFill/>
              <a:round/>
            </a:ln>
          </p:spPr>
          <p:txBody>
            <a:bodyPr/>
            <a:lstStyle/>
            <a:p>
              <a:endParaRPr lang="en-GB" sz="1815"/>
            </a:p>
          </p:txBody>
        </p:sp>
        <p:sp>
          <p:nvSpPr>
            <p:cNvPr id="146" name="Freeform 64"/>
            <p:cNvSpPr/>
            <p:nvPr/>
          </p:nvSpPr>
          <p:spPr bwMode="auto">
            <a:xfrm>
              <a:off x="6640945" y="4143038"/>
              <a:ext cx="355224" cy="459840"/>
            </a:xfrm>
            <a:custGeom>
              <a:avLst/>
              <a:gdLst>
                <a:gd name="T0" fmla="*/ 575 w 153"/>
                <a:gd name="T1" fmla="*/ 263 h 198"/>
                <a:gd name="T2" fmla="*/ 394 w 153"/>
                <a:gd name="T3" fmla="*/ 0 h 198"/>
                <a:gd name="T4" fmla="*/ 262 w 153"/>
                <a:gd name="T5" fmla="*/ 210 h 198"/>
                <a:gd name="T6" fmla="*/ 0 w 153"/>
                <a:gd name="T7" fmla="*/ 263 h 198"/>
                <a:gd name="T8" fmla="*/ 0 w 153"/>
                <a:gd name="T9" fmla="*/ 575 h 198"/>
                <a:gd name="T10" fmla="*/ 158 w 153"/>
                <a:gd name="T11" fmla="*/ 680 h 198"/>
                <a:gd name="T12" fmla="*/ 0 w 153"/>
                <a:gd name="T13" fmla="*/ 838 h 198"/>
                <a:gd name="T14" fmla="*/ 0 w 153"/>
                <a:gd name="T15" fmla="*/ 1099 h 198"/>
                <a:gd name="T16" fmla="*/ 210 w 153"/>
                <a:gd name="T17" fmla="*/ 1099 h 198"/>
                <a:gd name="T18" fmla="*/ 417 w 153"/>
                <a:gd name="T19" fmla="*/ 919 h 198"/>
                <a:gd name="T20" fmla="*/ 575 w 153"/>
                <a:gd name="T21" fmla="*/ 1127 h 198"/>
                <a:gd name="T22" fmla="*/ 838 w 153"/>
                <a:gd name="T23" fmla="*/ 1099 h 198"/>
                <a:gd name="T24" fmla="*/ 888 w 153"/>
                <a:gd name="T25" fmla="*/ 786 h 198"/>
                <a:gd name="T26" fmla="*/ 678 w 153"/>
                <a:gd name="T27" fmla="*/ 627 h 198"/>
                <a:gd name="T28" fmla="*/ 838 w 153"/>
                <a:gd name="T29" fmla="*/ 523 h 198"/>
                <a:gd name="T30" fmla="*/ 838 w 153"/>
                <a:gd name="T31" fmla="*/ 263 h 198"/>
                <a:gd name="T32" fmla="*/ 575 w 153"/>
                <a:gd name="T33" fmla="*/ 263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98"/>
                <a:gd name="T53" fmla="*/ 153 w 153"/>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98">
                  <a:moveTo>
                    <a:pt x="99" y="45"/>
                  </a:moveTo>
                  <a:cubicBezTo>
                    <a:pt x="63" y="36"/>
                    <a:pt x="117" y="0"/>
                    <a:pt x="68" y="0"/>
                  </a:cubicBezTo>
                  <a:cubicBezTo>
                    <a:pt x="36" y="0"/>
                    <a:pt x="72" y="36"/>
                    <a:pt x="45" y="36"/>
                  </a:cubicBezTo>
                  <a:cubicBezTo>
                    <a:pt x="18" y="36"/>
                    <a:pt x="0" y="45"/>
                    <a:pt x="0" y="45"/>
                  </a:cubicBezTo>
                  <a:cubicBezTo>
                    <a:pt x="0" y="45"/>
                    <a:pt x="0" y="90"/>
                    <a:pt x="0" y="99"/>
                  </a:cubicBezTo>
                  <a:cubicBezTo>
                    <a:pt x="0" y="108"/>
                    <a:pt x="27" y="72"/>
                    <a:pt x="27" y="117"/>
                  </a:cubicBezTo>
                  <a:cubicBezTo>
                    <a:pt x="27" y="153"/>
                    <a:pt x="0" y="117"/>
                    <a:pt x="0" y="144"/>
                  </a:cubicBezTo>
                  <a:cubicBezTo>
                    <a:pt x="0" y="171"/>
                    <a:pt x="0" y="189"/>
                    <a:pt x="0" y="189"/>
                  </a:cubicBezTo>
                  <a:cubicBezTo>
                    <a:pt x="0" y="189"/>
                    <a:pt x="10" y="184"/>
                    <a:pt x="36" y="189"/>
                  </a:cubicBezTo>
                  <a:cubicBezTo>
                    <a:pt x="81" y="198"/>
                    <a:pt x="27" y="158"/>
                    <a:pt x="72" y="158"/>
                  </a:cubicBezTo>
                  <a:cubicBezTo>
                    <a:pt x="108" y="158"/>
                    <a:pt x="81" y="194"/>
                    <a:pt x="99" y="194"/>
                  </a:cubicBezTo>
                  <a:cubicBezTo>
                    <a:pt x="112" y="194"/>
                    <a:pt x="144" y="189"/>
                    <a:pt x="144" y="189"/>
                  </a:cubicBezTo>
                  <a:cubicBezTo>
                    <a:pt x="144" y="189"/>
                    <a:pt x="153" y="153"/>
                    <a:pt x="153" y="135"/>
                  </a:cubicBezTo>
                  <a:cubicBezTo>
                    <a:pt x="153" y="117"/>
                    <a:pt x="117" y="153"/>
                    <a:pt x="117" y="108"/>
                  </a:cubicBezTo>
                  <a:cubicBezTo>
                    <a:pt x="117" y="72"/>
                    <a:pt x="144" y="117"/>
                    <a:pt x="144" y="90"/>
                  </a:cubicBezTo>
                  <a:cubicBezTo>
                    <a:pt x="144" y="70"/>
                    <a:pt x="144" y="45"/>
                    <a:pt x="144" y="45"/>
                  </a:cubicBezTo>
                  <a:cubicBezTo>
                    <a:pt x="144" y="45"/>
                    <a:pt x="135" y="54"/>
                    <a:pt x="99" y="45"/>
                  </a:cubicBezTo>
                  <a:close/>
                </a:path>
              </a:pathLst>
            </a:custGeom>
            <a:solidFill>
              <a:srgbClr val="FFFFFF"/>
            </a:solidFill>
            <a:ln w="9525">
              <a:noFill/>
              <a:round/>
            </a:ln>
          </p:spPr>
          <p:txBody>
            <a:bodyPr/>
            <a:lstStyle/>
            <a:p>
              <a:endParaRPr lang="en-GB" sz="1815"/>
            </a:p>
          </p:txBody>
        </p:sp>
        <p:sp>
          <p:nvSpPr>
            <p:cNvPr id="147" name="Freeform 65"/>
            <p:cNvSpPr/>
            <p:nvPr/>
          </p:nvSpPr>
          <p:spPr bwMode="auto">
            <a:xfrm>
              <a:off x="5868494" y="3495904"/>
              <a:ext cx="437894" cy="440465"/>
            </a:xfrm>
            <a:custGeom>
              <a:avLst/>
              <a:gdLst>
                <a:gd name="T0" fmla="*/ 0 w 189"/>
                <a:gd name="T1" fmla="*/ 625 h 190"/>
                <a:gd name="T2" fmla="*/ 260 w 189"/>
                <a:gd name="T3" fmla="*/ 779 h 190"/>
                <a:gd name="T4" fmla="*/ 260 w 189"/>
                <a:gd name="T5" fmla="*/ 1046 h 190"/>
                <a:gd name="T6" fmla="*/ 572 w 189"/>
                <a:gd name="T7" fmla="*/ 1046 h 190"/>
                <a:gd name="T8" fmla="*/ 726 w 189"/>
                <a:gd name="T9" fmla="*/ 888 h 190"/>
                <a:gd name="T10" fmla="*/ 881 w 189"/>
                <a:gd name="T11" fmla="*/ 1098 h 190"/>
                <a:gd name="T12" fmla="*/ 1091 w 189"/>
                <a:gd name="T13" fmla="*/ 1046 h 190"/>
                <a:gd name="T14" fmla="*/ 1091 w 189"/>
                <a:gd name="T15" fmla="*/ 779 h 190"/>
                <a:gd name="T16" fmla="*/ 936 w 189"/>
                <a:gd name="T17" fmla="*/ 625 h 190"/>
                <a:gd name="T18" fmla="*/ 1091 w 189"/>
                <a:gd name="T19" fmla="*/ 522 h 190"/>
                <a:gd name="T20" fmla="*/ 1091 w 189"/>
                <a:gd name="T21" fmla="*/ 210 h 190"/>
                <a:gd name="T22" fmla="*/ 741 w 189"/>
                <a:gd name="T23" fmla="*/ 210 h 190"/>
                <a:gd name="T24" fmla="*/ 685 w 189"/>
                <a:gd name="T25" fmla="*/ 0 h 190"/>
                <a:gd name="T26" fmla="*/ 531 w 189"/>
                <a:gd name="T27" fmla="*/ 210 h 190"/>
                <a:gd name="T28" fmla="*/ 260 w 189"/>
                <a:gd name="T29" fmla="*/ 210 h 190"/>
                <a:gd name="T30" fmla="*/ 260 w 189"/>
                <a:gd name="T31" fmla="*/ 467 h 190"/>
                <a:gd name="T32" fmla="*/ 0 w 189"/>
                <a:gd name="T33" fmla="*/ 625 h 19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90"/>
                <a:gd name="T53" fmla="*/ 189 w 189"/>
                <a:gd name="T54" fmla="*/ 190 h 19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90">
                  <a:moveTo>
                    <a:pt x="0" y="108"/>
                  </a:moveTo>
                  <a:cubicBezTo>
                    <a:pt x="0" y="162"/>
                    <a:pt x="45" y="117"/>
                    <a:pt x="45" y="135"/>
                  </a:cubicBezTo>
                  <a:cubicBezTo>
                    <a:pt x="45" y="153"/>
                    <a:pt x="45" y="181"/>
                    <a:pt x="45" y="181"/>
                  </a:cubicBezTo>
                  <a:cubicBezTo>
                    <a:pt x="72" y="172"/>
                    <a:pt x="81" y="181"/>
                    <a:pt x="99" y="181"/>
                  </a:cubicBezTo>
                  <a:cubicBezTo>
                    <a:pt x="117" y="181"/>
                    <a:pt x="81" y="145"/>
                    <a:pt x="126" y="154"/>
                  </a:cubicBezTo>
                  <a:cubicBezTo>
                    <a:pt x="171" y="163"/>
                    <a:pt x="135" y="190"/>
                    <a:pt x="153" y="190"/>
                  </a:cubicBezTo>
                  <a:cubicBezTo>
                    <a:pt x="171" y="190"/>
                    <a:pt x="189" y="181"/>
                    <a:pt x="189" y="181"/>
                  </a:cubicBezTo>
                  <a:cubicBezTo>
                    <a:pt x="189" y="181"/>
                    <a:pt x="189" y="162"/>
                    <a:pt x="189" y="135"/>
                  </a:cubicBezTo>
                  <a:cubicBezTo>
                    <a:pt x="189" y="108"/>
                    <a:pt x="162" y="144"/>
                    <a:pt x="162" y="108"/>
                  </a:cubicBezTo>
                  <a:cubicBezTo>
                    <a:pt x="162" y="63"/>
                    <a:pt x="189" y="99"/>
                    <a:pt x="189" y="90"/>
                  </a:cubicBezTo>
                  <a:cubicBezTo>
                    <a:pt x="189" y="81"/>
                    <a:pt x="189" y="36"/>
                    <a:pt x="189" y="36"/>
                  </a:cubicBezTo>
                  <a:cubicBezTo>
                    <a:pt x="189" y="36"/>
                    <a:pt x="164" y="36"/>
                    <a:pt x="128" y="36"/>
                  </a:cubicBezTo>
                  <a:cubicBezTo>
                    <a:pt x="119" y="36"/>
                    <a:pt x="155" y="0"/>
                    <a:pt x="119" y="0"/>
                  </a:cubicBezTo>
                  <a:cubicBezTo>
                    <a:pt x="74" y="0"/>
                    <a:pt x="101" y="36"/>
                    <a:pt x="92" y="36"/>
                  </a:cubicBezTo>
                  <a:cubicBezTo>
                    <a:pt x="83" y="36"/>
                    <a:pt x="45" y="36"/>
                    <a:pt x="45" y="36"/>
                  </a:cubicBezTo>
                  <a:cubicBezTo>
                    <a:pt x="45" y="36"/>
                    <a:pt x="45" y="72"/>
                    <a:pt x="45" y="81"/>
                  </a:cubicBezTo>
                  <a:cubicBezTo>
                    <a:pt x="45" y="90"/>
                    <a:pt x="0" y="63"/>
                    <a:pt x="0" y="108"/>
                  </a:cubicBezTo>
                  <a:close/>
                </a:path>
              </a:pathLst>
            </a:custGeom>
            <a:solidFill>
              <a:srgbClr val="FFFFFF"/>
            </a:solidFill>
            <a:ln w="9525">
              <a:noFill/>
              <a:round/>
            </a:ln>
          </p:spPr>
          <p:txBody>
            <a:bodyPr/>
            <a:lstStyle/>
            <a:p>
              <a:endParaRPr lang="en-GB" sz="1815"/>
            </a:p>
          </p:txBody>
        </p:sp>
        <p:sp>
          <p:nvSpPr>
            <p:cNvPr id="148" name="Freeform 66"/>
            <p:cNvSpPr/>
            <p:nvPr/>
          </p:nvSpPr>
          <p:spPr bwMode="auto">
            <a:xfrm>
              <a:off x="3967078" y="4853464"/>
              <a:ext cx="396559" cy="501174"/>
            </a:xfrm>
            <a:custGeom>
              <a:avLst/>
              <a:gdLst>
                <a:gd name="T0" fmla="*/ 989 w 171"/>
                <a:gd name="T1" fmla="*/ 575 h 216"/>
                <a:gd name="T2" fmla="*/ 835 w 171"/>
                <a:gd name="T3" fmla="*/ 471 h 216"/>
                <a:gd name="T4" fmla="*/ 835 w 171"/>
                <a:gd name="T5" fmla="*/ 158 h 216"/>
                <a:gd name="T6" fmla="*/ 575 w 171"/>
                <a:gd name="T7" fmla="*/ 158 h 216"/>
                <a:gd name="T8" fmla="*/ 417 w 171"/>
                <a:gd name="T9" fmla="*/ 0 h 216"/>
                <a:gd name="T10" fmla="*/ 312 w 171"/>
                <a:gd name="T11" fmla="*/ 158 h 216"/>
                <a:gd name="T12" fmla="*/ 0 w 171"/>
                <a:gd name="T13" fmla="*/ 158 h 216"/>
                <a:gd name="T14" fmla="*/ 0 w 171"/>
                <a:gd name="T15" fmla="*/ 417 h 216"/>
                <a:gd name="T16" fmla="*/ 154 w 171"/>
                <a:gd name="T17" fmla="*/ 575 h 216"/>
                <a:gd name="T18" fmla="*/ 0 w 171"/>
                <a:gd name="T19" fmla="*/ 677 h 216"/>
                <a:gd name="T20" fmla="*/ 0 w 171"/>
                <a:gd name="T21" fmla="*/ 990 h 216"/>
                <a:gd name="T22" fmla="*/ 260 w 171"/>
                <a:gd name="T23" fmla="*/ 990 h 216"/>
                <a:gd name="T24" fmla="*/ 417 w 171"/>
                <a:gd name="T25" fmla="*/ 1252 h 216"/>
                <a:gd name="T26" fmla="*/ 575 w 171"/>
                <a:gd name="T27" fmla="*/ 990 h 216"/>
                <a:gd name="T28" fmla="*/ 835 w 171"/>
                <a:gd name="T29" fmla="*/ 990 h 216"/>
                <a:gd name="T30" fmla="*/ 835 w 171"/>
                <a:gd name="T31" fmla="*/ 729 h 216"/>
                <a:gd name="T32" fmla="*/ 989 w 171"/>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216"/>
                <a:gd name="T53" fmla="*/ 171 w 171"/>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216">
                  <a:moveTo>
                    <a:pt x="171" y="99"/>
                  </a:moveTo>
                  <a:cubicBezTo>
                    <a:pt x="171" y="54"/>
                    <a:pt x="144" y="99"/>
                    <a:pt x="144" y="81"/>
                  </a:cubicBezTo>
                  <a:cubicBezTo>
                    <a:pt x="144" y="54"/>
                    <a:pt x="135" y="54"/>
                    <a:pt x="144" y="27"/>
                  </a:cubicBezTo>
                  <a:cubicBezTo>
                    <a:pt x="144" y="27"/>
                    <a:pt x="108" y="27"/>
                    <a:pt x="99" y="27"/>
                  </a:cubicBezTo>
                  <a:cubicBezTo>
                    <a:pt x="90" y="27"/>
                    <a:pt x="117" y="0"/>
                    <a:pt x="72" y="0"/>
                  </a:cubicBezTo>
                  <a:cubicBezTo>
                    <a:pt x="27" y="0"/>
                    <a:pt x="72" y="27"/>
                    <a:pt x="54" y="27"/>
                  </a:cubicBezTo>
                  <a:cubicBezTo>
                    <a:pt x="27" y="27"/>
                    <a:pt x="27" y="36"/>
                    <a:pt x="0" y="27"/>
                  </a:cubicBezTo>
                  <a:cubicBezTo>
                    <a:pt x="0" y="27"/>
                    <a:pt x="0" y="45"/>
                    <a:pt x="0" y="72"/>
                  </a:cubicBezTo>
                  <a:cubicBezTo>
                    <a:pt x="0" y="99"/>
                    <a:pt x="27" y="63"/>
                    <a:pt x="27" y="99"/>
                  </a:cubicBezTo>
                  <a:cubicBezTo>
                    <a:pt x="27" y="135"/>
                    <a:pt x="0" y="108"/>
                    <a:pt x="0" y="117"/>
                  </a:cubicBezTo>
                  <a:cubicBezTo>
                    <a:pt x="0" y="126"/>
                    <a:pt x="0" y="171"/>
                    <a:pt x="0" y="171"/>
                  </a:cubicBezTo>
                  <a:cubicBezTo>
                    <a:pt x="0" y="171"/>
                    <a:pt x="36" y="171"/>
                    <a:pt x="45" y="171"/>
                  </a:cubicBezTo>
                  <a:cubicBezTo>
                    <a:pt x="54" y="171"/>
                    <a:pt x="27" y="216"/>
                    <a:pt x="72" y="216"/>
                  </a:cubicBezTo>
                  <a:cubicBezTo>
                    <a:pt x="126" y="216"/>
                    <a:pt x="81" y="171"/>
                    <a:pt x="99" y="171"/>
                  </a:cubicBezTo>
                  <a:cubicBezTo>
                    <a:pt x="117" y="171"/>
                    <a:pt x="144" y="171"/>
                    <a:pt x="144" y="171"/>
                  </a:cubicBezTo>
                  <a:cubicBezTo>
                    <a:pt x="144" y="171"/>
                    <a:pt x="144" y="135"/>
                    <a:pt x="144" y="126"/>
                  </a:cubicBezTo>
                  <a:cubicBezTo>
                    <a:pt x="144" y="117"/>
                    <a:pt x="171" y="144"/>
                    <a:pt x="171" y="99"/>
                  </a:cubicBezTo>
                  <a:close/>
                </a:path>
              </a:pathLst>
            </a:custGeom>
            <a:solidFill>
              <a:srgbClr val="FFFFFF"/>
            </a:solidFill>
            <a:ln w="9525">
              <a:noFill/>
              <a:round/>
            </a:ln>
          </p:spPr>
          <p:txBody>
            <a:bodyPr/>
            <a:lstStyle/>
            <a:p>
              <a:endParaRPr lang="en-GB" sz="1815"/>
            </a:p>
          </p:txBody>
        </p:sp>
        <p:sp>
          <p:nvSpPr>
            <p:cNvPr id="149" name="Freeform 67"/>
            <p:cNvSpPr/>
            <p:nvPr/>
          </p:nvSpPr>
          <p:spPr bwMode="auto">
            <a:xfrm>
              <a:off x="5971832" y="4810839"/>
              <a:ext cx="334556" cy="439173"/>
            </a:xfrm>
            <a:custGeom>
              <a:avLst/>
              <a:gdLst>
                <a:gd name="T0" fmla="*/ 680 w 144"/>
                <a:gd name="T1" fmla="*/ 734 h 189"/>
                <a:gd name="T2" fmla="*/ 838 w 144"/>
                <a:gd name="T3" fmla="*/ 576 h 189"/>
                <a:gd name="T4" fmla="*/ 838 w 144"/>
                <a:gd name="T5" fmla="*/ 263 h 189"/>
                <a:gd name="T6" fmla="*/ 523 w 144"/>
                <a:gd name="T7" fmla="*/ 263 h 189"/>
                <a:gd name="T8" fmla="*/ 365 w 144"/>
                <a:gd name="T9" fmla="*/ 0 h 189"/>
                <a:gd name="T10" fmla="*/ 263 w 144"/>
                <a:gd name="T11" fmla="*/ 263 h 189"/>
                <a:gd name="T12" fmla="*/ 0 w 144"/>
                <a:gd name="T13" fmla="*/ 263 h 189"/>
                <a:gd name="T14" fmla="*/ 0 w 144"/>
                <a:gd name="T15" fmla="*/ 576 h 189"/>
                <a:gd name="T16" fmla="*/ 158 w 144"/>
                <a:gd name="T17" fmla="*/ 680 h 189"/>
                <a:gd name="T18" fmla="*/ 0 w 144"/>
                <a:gd name="T19" fmla="*/ 838 h 189"/>
                <a:gd name="T20" fmla="*/ 0 w 144"/>
                <a:gd name="T21" fmla="*/ 1101 h 189"/>
                <a:gd name="T22" fmla="*/ 313 w 144"/>
                <a:gd name="T23" fmla="*/ 1101 h 189"/>
                <a:gd name="T24" fmla="*/ 473 w 144"/>
                <a:gd name="T25" fmla="*/ 890 h 189"/>
                <a:gd name="T26" fmla="*/ 576 w 144"/>
                <a:gd name="T27" fmla="*/ 1101 h 189"/>
                <a:gd name="T28" fmla="*/ 838 w 144"/>
                <a:gd name="T29" fmla="*/ 1101 h 189"/>
                <a:gd name="T30" fmla="*/ 838 w 144"/>
                <a:gd name="T31" fmla="*/ 838 h 189"/>
                <a:gd name="T32" fmla="*/ 680 w 144"/>
                <a:gd name="T33" fmla="*/ 734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9"/>
                <a:gd name="T53" fmla="*/ 144 w 144"/>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9">
                  <a:moveTo>
                    <a:pt x="117" y="126"/>
                  </a:moveTo>
                  <a:cubicBezTo>
                    <a:pt x="117" y="72"/>
                    <a:pt x="144" y="108"/>
                    <a:pt x="144" y="99"/>
                  </a:cubicBezTo>
                  <a:cubicBezTo>
                    <a:pt x="144" y="90"/>
                    <a:pt x="144" y="45"/>
                    <a:pt x="144" y="45"/>
                  </a:cubicBezTo>
                  <a:cubicBezTo>
                    <a:pt x="144" y="45"/>
                    <a:pt x="117" y="45"/>
                    <a:pt x="90" y="45"/>
                  </a:cubicBezTo>
                  <a:cubicBezTo>
                    <a:pt x="58" y="45"/>
                    <a:pt x="117" y="0"/>
                    <a:pt x="63" y="0"/>
                  </a:cubicBezTo>
                  <a:cubicBezTo>
                    <a:pt x="27" y="0"/>
                    <a:pt x="63" y="36"/>
                    <a:pt x="45" y="45"/>
                  </a:cubicBezTo>
                  <a:cubicBezTo>
                    <a:pt x="27" y="54"/>
                    <a:pt x="0" y="45"/>
                    <a:pt x="0" y="45"/>
                  </a:cubicBezTo>
                  <a:cubicBezTo>
                    <a:pt x="0" y="45"/>
                    <a:pt x="0" y="90"/>
                    <a:pt x="0" y="99"/>
                  </a:cubicBezTo>
                  <a:cubicBezTo>
                    <a:pt x="0" y="108"/>
                    <a:pt x="27" y="72"/>
                    <a:pt x="27" y="117"/>
                  </a:cubicBezTo>
                  <a:cubicBezTo>
                    <a:pt x="27" y="153"/>
                    <a:pt x="0" y="117"/>
                    <a:pt x="0" y="144"/>
                  </a:cubicBezTo>
                  <a:cubicBezTo>
                    <a:pt x="0" y="171"/>
                    <a:pt x="0" y="189"/>
                    <a:pt x="0" y="189"/>
                  </a:cubicBezTo>
                  <a:cubicBezTo>
                    <a:pt x="27" y="189"/>
                    <a:pt x="34" y="189"/>
                    <a:pt x="54" y="189"/>
                  </a:cubicBezTo>
                  <a:cubicBezTo>
                    <a:pt x="72" y="189"/>
                    <a:pt x="35" y="153"/>
                    <a:pt x="81" y="153"/>
                  </a:cubicBezTo>
                  <a:cubicBezTo>
                    <a:pt x="126" y="153"/>
                    <a:pt x="81" y="189"/>
                    <a:pt x="99" y="189"/>
                  </a:cubicBezTo>
                  <a:cubicBezTo>
                    <a:pt x="117" y="189"/>
                    <a:pt x="144" y="189"/>
                    <a:pt x="144" y="189"/>
                  </a:cubicBezTo>
                  <a:cubicBezTo>
                    <a:pt x="144" y="189"/>
                    <a:pt x="144" y="162"/>
                    <a:pt x="144" y="144"/>
                  </a:cubicBezTo>
                  <a:cubicBezTo>
                    <a:pt x="144" y="126"/>
                    <a:pt x="117" y="162"/>
                    <a:pt x="117" y="126"/>
                  </a:cubicBezTo>
                  <a:close/>
                </a:path>
              </a:pathLst>
            </a:custGeom>
            <a:solidFill>
              <a:srgbClr val="FFFFFF"/>
            </a:solidFill>
            <a:ln w="9525">
              <a:noFill/>
              <a:round/>
            </a:ln>
          </p:spPr>
          <p:txBody>
            <a:bodyPr/>
            <a:lstStyle/>
            <a:p>
              <a:endParaRPr lang="en-GB" sz="1815"/>
            </a:p>
          </p:txBody>
        </p:sp>
        <p:sp>
          <p:nvSpPr>
            <p:cNvPr id="150" name="Freeform 68"/>
            <p:cNvSpPr/>
            <p:nvPr/>
          </p:nvSpPr>
          <p:spPr bwMode="auto">
            <a:xfrm>
              <a:off x="6640945" y="4822464"/>
              <a:ext cx="333265" cy="510215"/>
            </a:xfrm>
            <a:custGeom>
              <a:avLst/>
              <a:gdLst>
                <a:gd name="T0" fmla="*/ 568 w 144"/>
                <a:gd name="T1" fmla="*/ 210 h 220"/>
                <a:gd name="T2" fmla="*/ 362 w 144"/>
                <a:gd name="T3" fmla="*/ 0 h 220"/>
                <a:gd name="T4" fmla="*/ 260 w 144"/>
                <a:gd name="T5" fmla="*/ 210 h 220"/>
                <a:gd name="T6" fmla="*/ 0 w 144"/>
                <a:gd name="T7" fmla="*/ 232 h 220"/>
                <a:gd name="T8" fmla="*/ 0 w 144"/>
                <a:gd name="T9" fmla="*/ 544 h 220"/>
                <a:gd name="T10" fmla="*/ 208 w 144"/>
                <a:gd name="T11" fmla="*/ 700 h 220"/>
                <a:gd name="T12" fmla="*/ 0 w 144"/>
                <a:gd name="T13" fmla="*/ 806 h 220"/>
                <a:gd name="T14" fmla="*/ 0 w 144"/>
                <a:gd name="T15" fmla="*/ 1065 h 220"/>
                <a:gd name="T16" fmla="*/ 312 w 144"/>
                <a:gd name="T17" fmla="*/ 1013 h 220"/>
                <a:gd name="T18" fmla="*/ 414 w 144"/>
                <a:gd name="T19" fmla="*/ 1273 h 220"/>
                <a:gd name="T20" fmla="*/ 516 w 144"/>
                <a:gd name="T21" fmla="*/ 1013 h 220"/>
                <a:gd name="T22" fmla="*/ 828 w 144"/>
                <a:gd name="T23" fmla="*/ 1065 h 220"/>
                <a:gd name="T24" fmla="*/ 828 w 144"/>
                <a:gd name="T25" fmla="*/ 700 h 220"/>
                <a:gd name="T26" fmla="*/ 674 w 144"/>
                <a:gd name="T27" fmla="*/ 596 h 220"/>
                <a:gd name="T28" fmla="*/ 828 w 144"/>
                <a:gd name="T29" fmla="*/ 494 h 220"/>
                <a:gd name="T30" fmla="*/ 828 w 144"/>
                <a:gd name="T31" fmla="*/ 232 h 220"/>
                <a:gd name="T32" fmla="*/ 568 w 144"/>
                <a:gd name="T33" fmla="*/ 210 h 22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20"/>
                <a:gd name="T53" fmla="*/ 144 w 144"/>
                <a:gd name="T54" fmla="*/ 220 h 22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20">
                  <a:moveTo>
                    <a:pt x="99" y="36"/>
                  </a:moveTo>
                  <a:cubicBezTo>
                    <a:pt x="54" y="36"/>
                    <a:pt x="99" y="0"/>
                    <a:pt x="63" y="0"/>
                  </a:cubicBezTo>
                  <a:cubicBezTo>
                    <a:pt x="27" y="0"/>
                    <a:pt x="63" y="28"/>
                    <a:pt x="45" y="36"/>
                  </a:cubicBezTo>
                  <a:cubicBezTo>
                    <a:pt x="36" y="40"/>
                    <a:pt x="0" y="40"/>
                    <a:pt x="0" y="40"/>
                  </a:cubicBezTo>
                  <a:cubicBezTo>
                    <a:pt x="0" y="40"/>
                    <a:pt x="0" y="67"/>
                    <a:pt x="0" y="94"/>
                  </a:cubicBezTo>
                  <a:cubicBezTo>
                    <a:pt x="0" y="121"/>
                    <a:pt x="36" y="76"/>
                    <a:pt x="36" y="121"/>
                  </a:cubicBezTo>
                  <a:cubicBezTo>
                    <a:pt x="36" y="166"/>
                    <a:pt x="0" y="130"/>
                    <a:pt x="0" y="139"/>
                  </a:cubicBezTo>
                  <a:cubicBezTo>
                    <a:pt x="0" y="148"/>
                    <a:pt x="0" y="184"/>
                    <a:pt x="0" y="184"/>
                  </a:cubicBezTo>
                  <a:cubicBezTo>
                    <a:pt x="0" y="184"/>
                    <a:pt x="45" y="175"/>
                    <a:pt x="54" y="175"/>
                  </a:cubicBezTo>
                  <a:cubicBezTo>
                    <a:pt x="63" y="175"/>
                    <a:pt x="36" y="220"/>
                    <a:pt x="72" y="220"/>
                  </a:cubicBezTo>
                  <a:cubicBezTo>
                    <a:pt x="108" y="220"/>
                    <a:pt x="81" y="175"/>
                    <a:pt x="90" y="175"/>
                  </a:cubicBezTo>
                  <a:cubicBezTo>
                    <a:pt x="99" y="175"/>
                    <a:pt x="144" y="184"/>
                    <a:pt x="144" y="184"/>
                  </a:cubicBezTo>
                  <a:cubicBezTo>
                    <a:pt x="144" y="184"/>
                    <a:pt x="144" y="130"/>
                    <a:pt x="144" y="121"/>
                  </a:cubicBezTo>
                  <a:cubicBezTo>
                    <a:pt x="144" y="112"/>
                    <a:pt x="117" y="139"/>
                    <a:pt x="117" y="103"/>
                  </a:cubicBezTo>
                  <a:cubicBezTo>
                    <a:pt x="117" y="67"/>
                    <a:pt x="144" y="103"/>
                    <a:pt x="144" y="85"/>
                  </a:cubicBezTo>
                  <a:cubicBezTo>
                    <a:pt x="144" y="67"/>
                    <a:pt x="144" y="40"/>
                    <a:pt x="144" y="40"/>
                  </a:cubicBezTo>
                  <a:cubicBezTo>
                    <a:pt x="144" y="40"/>
                    <a:pt x="144" y="36"/>
                    <a:pt x="99" y="36"/>
                  </a:cubicBezTo>
                  <a:close/>
                </a:path>
              </a:pathLst>
            </a:custGeom>
            <a:solidFill>
              <a:srgbClr val="FFFFFF"/>
            </a:solidFill>
            <a:ln w="9525">
              <a:noFill/>
              <a:round/>
            </a:ln>
          </p:spPr>
          <p:txBody>
            <a:bodyPr/>
            <a:lstStyle/>
            <a:p>
              <a:endParaRPr lang="en-GB" sz="1815"/>
            </a:p>
          </p:txBody>
        </p:sp>
        <p:sp>
          <p:nvSpPr>
            <p:cNvPr id="151" name="Freeform 69"/>
            <p:cNvSpPr/>
            <p:nvPr/>
          </p:nvSpPr>
          <p:spPr bwMode="auto">
            <a:xfrm>
              <a:off x="5304012" y="4831506"/>
              <a:ext cx="334556" cy="501174"/>
            </a:xfrm>
            <a:custGeom>
              <a:avLst/>
              <a:gdLst>
                <a:gd name="T0" fmla="*/ 680 w 144"/>
                <a:gd name="T1" fmla="*/ 575 h 216"/>
                <a:gd name="T2" fmla="*/ 838 w 144"/>
                <a:gd name="T3" fmla="*/ 471 h 216"/>
                <a:gd name="T4" fmla="*/ 838 w 144"/>
                <a:gd name="T5" fmla="*/ 210 h 216"/>
                <a:gd name="T6" fmla="*/ 482 w 144"/>
                <a:gd name="T7" fmla="*/ 210 h 216"/>
                <a:gd name="T8" fmla="*/ 430 w 144"/>
                <a:gd name="T9" fmla="*/ 0 h 216"/>
                <a:gd name="T10" fmla="*/ 275 w 144"/>
                <a:gd name="T11" fmla="*/ 210 h 216"/>
                <a:gd name="T12" fmla="*/ 0 w 144"/>
                <a:gd name="T13" fmla="*/ 210 h 216"/>
                <a:gd name="T14" fmla="*/ 0 w 144"/>
                <a:gd name="T15" fmla="*/ 523 h 216"/>
                <a:gd name="T16" fmla="*/ 210 w 144"/>
                <a:gd name="T17" fmla="*/ 677 h 216"/>
                <a:gd name="T18" fmla="*/ 0 w 144"/>
                <a:gd name="T19" fmla="*/ 783 h 216"/>
                <a:gd name="T20" fmla="*/ 0 w 144"/>
                <a:gd name="T21" fmla="*/ 1042 h 216"/>
                <a:gd name="T22" fmla="*/ 313 w 144"/>
                <a:gd name="T23" fmla="*/ 990 h 216"/>
                <a:gd name="T24" fmla="*/ 421 w 144"/>
                <a:gd name="T25" fmla="*/ 1252 h 216"/>
                <a:gd name="T26" fmla="*/ 523 w 144"/>
                <a:gd name="T27" fmla="*/ 990 h 216"/>
                <a:gd name="T28" fmla="*/ 838 w 144"/>
                <a:gd name="T29" fmla="*/ 1042 h 216"/>
                <a:gd name="T30" fmla="*/ 838 w 144"/>
                <a:gd name="T31" fmla="*/ 677 h 216"/>
                <a:gd name="T32" fmla="*/ 680 w 144"/>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117" y="99"/>
                  </a:moveTo>
                  <a:cubicBezTo>
                    <a:pt x="117" y="63"/>
                    <a:pt x="144" y="99"/>
                    <a:pt x="144" y="81"/>
                  </a:cubicBezTo>
                  <a:cubicBezTo>
                    <a:pt x="144" y="63"/>
                    <a:pt x="144" y="36"/>
                    <a:pt x="144" y="36"/>
                  </a:cubicBezTo>
                  <a:cubicBezTo>
                    <a:pt x="144" y="36"/>
                    <a:pt x="119" y="36"/>
                    <a:pt x="83" y="36"/>
                  </a:cubicBezTo>
                  <a:cubicBezTo>
                    <a:pt x="74" y="36"/>
                    <a:pt x="110" y="0"/>
                    <a:pt x="74" y="0"/>
                  </a:cubicBezTo>
                  <a:cubicBezTo>
                    <a:pt x="29" y="0"/>
                    <a:pt x="56" y="36"/>
                    <a:pt x="47" y="36"/>
                  </a:cubicBezTo>
                  <a:cubicBezTo>
                    <a:pt x="38"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45" y="171"/>
                    <a:pt x="54" y="171"/>
                  </a:cubicBezTo>
                  <a:cubicBezTo>
                    <a:pt x="63" y="171"/>
                    <a:pt x="36" y="216"/>
                    <a:pt x="72" y="216"/>
                  </a:cubicBezTo>
                  <a:cubicBezTo>
                    <a:pt x="108" y="216"/>
                    <a:pt x="81" y="171"/>
                    <a:pt x="90" y="171"/>
                  </a:cubicBezTo>
                  <a:cubicBezTo>
                    <a:pt x="99" y="171"/>
                    <a:pt x="144" y="180"/>
                    <a:pt x="144" y="180"/>
                  </a:cubicBezTo>
                  <a:cubicBezTo>
                    <a:pt x="144" y="180"/>
                    <a:pt x="144" y="126"/>
                    <a:pt x="144" y="117"/>
                  </a:cubicBezTo>
                  <a:cubicBezTo>
                    <a:pt x="144" y="108"/>
                    <a:pt x="117" y="135"/>
                    <a:pt x="117" y="99"/>
                  </a:cubicBezTo>
                  <a:close/>
                </a:path>
              </a:pathLst>
            </a:custGeom>
            <a:solidFill>
              <a:srgbClr val="FFFFFF"/>
            </a:solidFill>
            <a:ln w="9525">
              <a:noFill/>
              <a:round/>
            </a:ln>
          </p:spPr>
          <p:txBody>
            <a:bodyPr/>
            <a:lstStyle/>
            <a:p>
              <a:endParaRPr lang="en-GB" sz="1815"/>
            </a:p>
          </p:txBody>
        </p:sp>
        <p:sp>
          <p:nvSpPr>
            <p:cNvPr id="152" name="Freeform 70"/>
            <p:cNvSpPr/>
            <p:nvPr/>
          </p:nvSpPr>
          <p:spPr bwMode="auto">
            <a:xfrm>
              <a:off x="4614231" y="4915465"/>
              <a:ext cx="355224" cy="355213"/>
            </a:xfrm>
            <a:custGeom>
              <a:avLst/>
              <a:gdLst>
                <a:gd name="T0" fmla="*/ 730 w 153"/>
                <a:gd name="T1" fmla="*/ 471 h 153"/>
                <a:gd name="T2" fmla="*/ 888 w 153"/>
                <a:gd name="T3" fmla="*/ 313 h 153"/>
                <a:gd name="T4" fmla="*/ 888 w 153"/>
                <a:gd name="T5" fmla="*/ 0 h 153"/>
                <a:gd name="T6" fmla="*/ 575 w 153"/>
                <a:gd name="T7" fmla="*/ 0 h 153"/>
                <a:gd name="T8" fmla="*/ 471 w 153"/>
                <a:gd name="T9" fmla="*/ 158 h 153"/>
                <a:gd name="T10" fmla="*/ 313 w 153"/>
                <a:gd name="T11" fmla="*/ 0 h 153"/>
                <a:gd name="T12" fmla="*/ 52 w 153"/>
                <a:gd name="T13" fmla="*/ 0 h 153"/>
                <a:gd name="T14" fmla="*/ 52 w 153"/>
                <a:gd name="T15" fmla="*/ 262 h 153"/>
                <a:gd name="T16" fmla="*/ 210 w 153"/>
                <a:gd name="T17" fmla="*/ 365 h 153"/>
                <a:gd name="T18" fmla="*/ 0 w 153"/>
                <a:gd name="T19" fmla="*/ 523 h 153"/>
                <a:gd name="T20" fmla="*/ 52 w 153"/>
                <a:gd name="T21" fmla="*/ 838 h 153"/>
                <a:gd name="T22" fmla="*/ 365 w 153"/>
                <a:gd name="T23" fmla="*/ 838 h 153"/>
                <a:gd name="T24" fmla="*/ 523 w 153"/>
                <a:gd name="T25" fmla="*/ 678 h 153"/>
                <a:gd name="T26" fmla="*/ 678 w 153"/>
                <a:gd name="T27" fmla="*/ 888 h 153"/>
                <a:gd name="T28" fmla="*/ 888 w 153"/>
                <a:gd name="T29" fmla="*/ 838 h 153"/>
                <a:gd name="T30" fmla="*/ 888 w 153"/>
                <a:gd name="T31" fmla="*/ 575 h 153"/>
                <a:gd name="T32" fmla="*/ 730 w 153"/>
                <a:gd name="T33" fmla="*/ 471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53"/>
                <a:gd name="T53" fmla="*/ 153 w 153"/>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53">
                  <a:moveTo>
                    <a:pt x="126" y="81"/>
                  </a:moveTo>
                  <a:cubicBezTo>
                    <a:pt x="126" y="27"/>
                    <a:pt x="153" y="63"/>
                    <a:pt x="153" y="54"/>
                  </a:cubicBezTo>
                  <a:cubicBezTo>
                    <a:pt x="153" y="45"/>
                    <a:pt x="153" y="0"/>
                    <a:pt x="153" y="0"/>
                  </a:cubicBezTo>
                  <a:cubicBezTo>
                    <a:pt x="153" y="0"/>
                    <a:pt x="108" y="0"/>
                    <a:pt x="99" y="0"/>
                  </a:cubicBezTo>
                  <a:cubicBezTo>
                    <a:pt x="90" y="0"/>
                    <a:pt x="126" y="27"/>
                    <a:pt x="81" y="27"/>
                  </a:cubicBezTo>
                  <a:cubicBezTo>
                    <a:pt x="45" y="27"/>
                    <a:pt x="81" y="0"/>
                    <a:pt x="54" y="0"/>
                  </a:cubicBezTo>
                  <a:cubicBezTo>
                    <a:pt x="27" y="0"/>
                    <a:pt x="9" y="0"/>
                    <a:pt x="9" y="0"/>
                  </a:cubicBezTo>
                  <a:cubicBezTo>
                    <a:pt x="9" y="0"/>
                    <a:pt x="9" y="25"/>
                    <a:pt x="9" y="45"/>
                  </a:cubicBezTo>
                  <a:cubicBezTo>
                    <a:pt x="9" y="72"/>
                    <a:pt x="36" y="27"/>
                    <a:pt x="36" y="63"/>
                  </a:cubicBezTo>
                  <a:cubicBezTo>
                    <a:pt x="36" y="108"/>
                    <a:pt x="0" y="72"/>
                    <a:pt x="0" y="90"/>
                  </a:cubicBezTo>
                  <a:cubicBezTo>
                    <a:pt x="0" y="108"/>
                    <a:pt x="9" y="144"/>
                    <a:pt x="9" y="144"/>
                  </a:cubicBezTo>
                  <a:cubicBezTo>
                    <a:pt x="36" y="135"/>
                    <a:pt x="45" y="144"/>
                    <a:pt x="63" y="144"/>
                  </a:cubicBezTo>
                  <a:cubicBezTo>
                    <a:pt x="81" y="144"/>
                    <a:pt x="45" y="108"/>
                    <a:pt x="90" y="117"/>
                  </a:cubicBezTo>
                  <a:cubicBezTo>
                    <a:pt x="135" y="126"/>
                    <a:pt x="99" y="153"/>
                    <a:pt x="117" y="153"/>
                  </a:cubicBezTo>
                  <a:cubicBezTo>
                    <a:pt x="135" y="153"/>
                    <a:pt x="153" y="144"/>
                    <a:pt x="153" y="144"/>
                  </a:cubicBezTo>
                  <a:cubicBezTo>
                    <a:pt x="153" y="144"/>
                    <a:pt x="153" y="117"/>
                    <a:pt x="153" y="99"/>
                  </a:cubicBezTo>
                  <a:cubicBezTo>
                    <a:pt x="153" y="81"/>
                    <a:pt x="126" y="117"/>
                    <a:pt x="126" y="81"/>
                  </a:cubicBezTo>
                  <a:close/>
                </a:path>
              </a:pathLst>
            </a:custGeom>
            <a:solidFill>
              <a:srgbClr val="FFFFFF"/>
            </a:solidFill>
            <a:ln w="9525">
              <a:noFill/>
              <a:round/>
            </a:ln>
          </p:spPr>
          <p:txBody>
            <a:bodyPr/>
            <a:lstStyle/>
            <a:p>
              <a:endParaRPr lang="en-GB" sz="1815"/>
            </a:p>
          </p:txBody>
        </p:sp>
        <p:sp>
          <p:nvSpPr>
            <p:cNvPr id="153" name="Freeform 71"/>
            <p:cNvSpPr/>
            <p:nvPr/>
          </p:nvSpPr>
          <p:spPr bwMode="auto">
            <a:xfrm>
              <a:off x="5304011" y="3516571"/>
              <a:ext cx="417227" cy="417214"/>
            </a:xfrm>
            <a:custGeom>
              <a:avLst/>
              <a:gdLst>
                <a:gd name="T0" fmla="*/ 154 w 180"/>
                <a:gd name="T1" fmla="*/ 522 h 180"/>
                <a:gd name="T2" fmla="*/ 0 w 180"/>
                <a:gd name="T3" fmla="*/ 624 h 180"/>
                <a:gd name="T4" fmla="*/ 0 w 180"/>
                <a:gd name="T5" fmla="*/ 989 h 180"/>
                <a:gd name="T6" fmla="*/ 210 w 180"/>
                <a:gd name="T7" fmla="*/ 989 h 180"/>
                <a:gd name="T8" fmla="*/ 415 w 180"/>
                <a:gd name="T9" fmla="*/ 831 h 180"/>
                <a:gd name="T10" fmla="*/ 572 w 180"/>
                <a:gd name="T11" fmla="*/ 1041 h 180"/>
                <a:gd name="T12" fmla="*/ 831 w 180"/>
                <a:gd name="T13" fmla="*/ 989 h 180"/>
                <a:gd name="T14" fmla="*/ 831 w 180"/>
                <a:gd name="T15" fmla="*/ 635 h 180"/>
                <a:gd name="T16" fmla="*/ 1041 w 180"/>
                <a:gd name="T17" fmla="*/ 583 h 180"/>
                <a:gd name="T18" fmla="*/ 831 w 180"/>
                <a:gd name="T19" fmla="*/ 429 h 180"/>
                <a:gd name="T20" fmla="*/ 831 w 180"/>
                <a:gd name="T21" fmla="*/ 154 h 180"/>
                <a:gd name="T22" fmla="*/ 467 w 180"/>
                <a:gd name="T23" fmla="*/ 154 h 180"/>
                <a:gd name="T24" fmla="*/ 364 w 180"/>
                <a:gd name="T25" fmla="*/ 0 h 180"/>
                <a:gd name="T26" fmla="*/ 260 w 180"/>
                <a:gd name="T27" fmla="*/ 154 h 180"/>
                <a:gd name="T28" fmla="*/ 0 w 180"/>
                <a:gd name="T29" fmla="*/ 154 h 180"/>
                <a:gd name="T30" fmla="*/ 0 w 180"/>
                <a:gd name="T31" fmla="*/ 415 h 180"/>
                <a:gd name="T32" fmla="*/ 154 w 180"/>
                <a:gd name="T33" fmla="*/ 52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27" y="90"/>
                  </a:moveTo>
                  <a:cubicBezTo>
                    <a:pt x="27" y="126"/>
                    <a:pt x="0" y="99"/>
                    <a:pt x="0" y="108"/>
                  </a:cubicBezTo>
                  <a:cubicBezTo>
                    <a:pt x="0" y="117"/>
                    <a:pt x="0" y="171"/>
                    <a:pt x="0" y="171"/>
                  </a:cubicBezTo>
                  <a:cubicBezTo>
                    <a:pt x="0" y="171"/>
                    <a:pt x="10" y="166"/>
                    <a:pt x="36" y="171"/>
                  </a:cubicBezTo>
                  <a:cubicBezTo>
                    <a:pt x="81" y="180"/>
                    <a:pt x="27" y="144"/>
                    <a:pt x="72" y="144"/>
                  </a:cubicBezTo>
                  <a:cubicBezTo>
                    <a:pt x="108" y="144"/>
                    <a:pt x="81" y="180"/>
                    <a:pt x="99" y="180"/>
                  </a:cubicBezTo>
                  <a:cubicBezTo>
                    <a:pt x="112" y="180"/>
                    <a:pt x="144" y="171"/>
                    <a:pt x="144" y="171"/>
                  </a:cubicBezTo>
                  <a:cubicBezTo>
                    <a:pt x="144" y="171"/>
                    <a:pt x="144" y="146"/>
                    <a:pt x="144" y="110"/>
                  </a:cubicBezTo>
                  <a:cubicBezTo>
                    <a:pt x="144" y="101"/>
                    <a:pt x="180" y="137"/>
                    <a:pt x="180" y="101"/>
                  </a:cubicBezTo>
                  <a:cubicBezTo>
                    <a:pt x="180" y="56"/>
                    <a:pt x="144" y="83"/>
                    <a:pt x="144" y="74"/>
                  </a:cubicBezTo>
                  <a:cubicBezTo>
                    <a:pt x="144" y="65"/>
                    <a:pt x="144" y="27"/>
                    <a:pt x="144" y="27"/>
                  </a:cubicBezTo>
                  <a:cubicBezTo>
                    <a:pt x="144" y="27"/>
                    <a:pt x="99" y="27"/>
                    <a:pt x="81" y="27"/>
                  </a:cubicBezTo>
                  <a:cubicBezTo>
                    <a:pt x="63" y="27"/>
                    <a:pt x="99" y="0"/>
                    <a:pt x="63" y="0"/>
                  </a:cubicBezTo>
                  <a:cubicBezTo>
                    <a:pt x="27" y="0"/>
                    <a:pt x="54" y="27"/>
                    <a:pt x="45" y="27"/>
                  </a:cubicBezTo>
                  <a:cubicBezTo>
                    <a:pt x="36" y="27"/>
                    <a:pt x="0" y="27"/>
                    <a:pt x="0" y="27"/>
                  </a:cubicBezTo>
                  <a:cubicBezTo>
                    <a:pt x="0" y="27"/>
                    <a:pt x="0" y="54"/>
                    <a:pt x="0" y="72"/>
                  </a:cubicBezTo>
                  <a:cubicBezTo>
                    <a:pt x="0" y="90"/>
                    <a:pt x="27" y="54"/>
                    <a:pt x="27" y="90"/>
                  </a:cubicBezTo>
                  <a:close/>
                </a:path>
              </a:pathLst>
            </a:custGeom>
            <a:solidFill>
              <a:srgbClr val="FFFFFF"/>
            </a:solidFill>
            <a:ln w="9525">
              <a:noFill/>
              <a:round/>
            </a:ln>
          </p:spPr>
          <p:txBody>
            <a:bodyPr/>
            <a:lstStyle/>
            <a:p>
              <a:endParaRPr lang="en-GB" sz="1815"/>
            </a:p>
          </p:txBody>
        </p:sp>
        <p:sp>
          <p:nvSpPr>
            <p:cNvPr id="154" name="Freeform 72"/>
            <p:cNvSpPr/>
            <p:nvPr/>
          </p:nvSpPr>
          <p:spPr bwMode="auto">
            <a:xfrm>
              <a:off x="5951165" y="4145621"/>
              <a:ext cx="355224" cy="519257"/>
            </a:xfrm>
            <a:custGeom>
              <a:avLst/>
              <a:gdLst>
                <a:gd name="T0" fmla="*/ 627 w 153"/>
                <a:gd name="T1" fmla="*/ 210 h 224"/>
                <a:gd name="T2" fmla="*/ 446 w 153"/>
                <a:gd name="T3" fmla="*/ 0 h 224"/>
                <a:gd name="T4" fmla="*/ 313 w 153"/>
                <a:gd name="T5" fmla="*/ 210 h 224"/>
                <a:gd name="T6" fmla="*/ 52 w 153"/>
                <a:gd name="T7" fmla="*/ 325 h 224"/>
                <a:gd name="T8" fmla="*/ 210 w 153"/>
                <a:gd name="T9" fmla="*/ 669 h 224"/>
                <a:gd name="T10" fmla="*/ 0 w 153"/>
                <a:gd name="T11" fmla="*/ 827 h 224"/>
                <a:gd name="T12" fmla="*/ 52 w 153"/>
                <a:gd name="T13" fmla="*/ 1086 h 224"/>
                <a:gd name="T14" fmla="*/ 313 w 153"/>
                <a:gd name="T15" fmla="*/ 1086 h 224"/>
                <a:gd name="T16" fmla="*/ 471 w 153"/>
                <a:gd name="T17" fmla="*/ 1294 h 224"/>
                <a:gd name="T18" fmla="*/ 627 w 153"/>
                <a:gd name="T19" fmla="*/ 1086 h 224"/>
                <a:gd name="T20" fmla="*/ 888 w 153"/>
                <a:gd name="T21" fmla="*/ 1086 h 224"/>
                <a:gd name="T22" fmla="*/ 888 w 153"/>
                <a:gd name="T23" fmla="*/ 721 h 224"/>
                <a:gd name="T24" fmla="*/ 730 w 153"/>
                <a:gd name="T25" fmla="*/ 619 h 224"/>
                <a:gd name="T26" fmla="*/ 888 w 153"/>
                <a:gd name="T27" fmla="*/ 515 h 224"/>
                <a:gd name="T28" fmla="*/ 888 w 153"/>
                <a:gd name="T29" fmla="*/ 260 h 224"/>
                <a:gd name="T30" fmla="*/ 627 w 153"/>
                <a:gd name="T31" fmla="*/ 210 h 22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53"/>
                <a:gd name="T49" fmla="*/ 0 h 224"/>
                <a:gd name="T50" fmla="*/ 153 w 153"/>
                <a:gd name="T51" fmla="*/ 224 h 22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53" h="224">
                  <a:moveTo>
                    <a:pt x="108" y="36"/>
                  </a:moveTo>
                  <a:cubicBezTo>
                    <a:pt x="72" y="27"/>
                    <a:pt x="126" y="0"/>
                    <a:pt x="77" y="0"/>
                  </a:cubicBezTo>
                  <a:cubicBezTo>
                    <a:pt x="45" y="0"/>
                    <a:pt x="72" y="18"/>
                    <a:pt x="54" y="36"/>
                  </a:cubicBezTo>
                  <a:cubicBezTo>
                    <a:pt x="45" y="45"/>
                    <a:pt x="9" y="56"/>
                    <a:pt x="9" y="56"/>
                  </a:cubicBezTo>
                  <a:cubicBezTo>
                    <a:pt x="0" y="101"/>
                    <a:pt x="36" y="71"/>
                    <a:pt x="36" y="116"/>
                  </a:cubicBezTo>
                  <a:cubicBezTo>
                    <a:pt x="36" y="152"/>
                    <a:pt x="0" y="125"/>
                    <a:pt x="0" y="143"/>
                  </a:cubicBezTo>
                  <a:cubicBezTo>
                    <a:pt x="0" y="156"/>
                    <a:pt x="9" y="188"/>
                    <a:pt x="9" y="188"/>
                  </a:cubicBezTo>
                  <a:cubicBezTo>
                    <a:pt x="9" y="188"/>
                    <a:pt x="27" y="188"/>
                    <a:pt x="54" y="188"/>
                  </a:cubicBezTo>
                  <a:cubicBezTo>
                    <a:pt x="81" y="188"/>
                    <a:pt x="36" y="224"/>
                    <a:pt x="81" y="224"/>
                  </a:cubicBezTo>
                  <a:cubicBezTo>
                    <a:pt x="135" y="224"/>
                    <a:pt x="99" y="188"/>
                    <a:pt x="108" y="188"/>
                  </a:cubicBezTo>
                  <a:cubicBezTo>
                    <a:pt x="117" y="188"/>
                    <a:pt x="153" y="188"/>
                    <a:pt x="153" y="188"/>
                  </a:cubicBezTo>
                  <a:cubicBezTo>
                    <a:pt x="153" y="188"/>
                    <a:pt x="153" y="134"/>
                    <a:pt x="153" y="125"/>
                  </a:cubicBezTo>
                  <a:cubicBezTo>
                    <a:pt x="153" y="116"/>
                    <a:pt x="126" y="143"/>
                    <a:pt x="126" y="107"/>
                  </a:cubicBezTo>
                  <a:cubicBezTo>
                    <a:pt x="126" y="71"/>
                    <a:pt x="153" y="107"/>
                    <a:pt x="153" y="89"/>
                  </a:cubicBezTo>
                  <a:cubicBezTo>
                    <a:pt x="153" y="71"/>
                    <a:pt x="153" y="45"/>
                    <a:pt x="153" y="45"/>
                  </a:cubicBezTo>
                  <a:cubicBezTo>
                    <a:pt x="153" y="45"/>
                    <a:pt x="144" y="45"/>
                    <a:pt x="108" y="36"/>
                  </a:cubicBezTo>
                  <a:close/>
                </a:path>
              </a:pathLst>
            </a:custGeom>
            <a:solidFill>
              <a:srgbClr val="FFFFFF"/>
            </a:solidFill>
            <a:ln w="9525">
              <a:noFill/>
              <a:round/>
            </a:ln>
          </p:spPr>
          <p:txBody>
            <a:bodyPr/>
            <a:lstStyle/>
            <a:p>
              <a:endParaRPr lang="en-GB" sz="1815"/>
            </a:p>
          </p:txBody>
        </p:sp>
        <p:sp>
          <p:nvSpPr>
            <p:cNvPr id="155" name="Freeform 73"/>
            <p:cNvSpPr/>
            <p:nvPr/>
          </p:nvSpPr>
          <p:spPr bwMode="auto">
            <a:xfrm>
              <a:off x="5638568" y="3913118"/>
              <a:ext cx="417227" cy="439173"/>
            </a:xfrm>
            <a:custGeom>
              <a:avLst/>
              <a:gdLst>
                <a:gd name="T0" fmla="*/ 154 w 180"/>
                <a:gd name="T1" fmla="*/ 421 h 189"/>
                <a:gd name="T2" fmla="*/ 0 w 180"/>
                <a:gd name="T3" fmla="*/ 523 h 189"/>
                <a:gd name="T4" fmla="*/ 0 w 180"/>
                <a:gd name="T5" fmla="*/ 838 h 189"/>
                <a:gd name="T6" fmla="*/ 364 w 180"/>
                <a:gd name="T7" fmla="*/ 838 h 189"/>
                <a:gd name="T8" fmla="*/ 467 w 180"/>
                <a:gd name="T9" fmla="*/ 1101 h 189"/>
                <a:gd name="T10" fmla="*/ 572 w 180"/>
                <a:gd name="T11" fmla="*/ 890 h 189"/>
                <a:gd name="T12" fmla="*/ 831 w 180"/>
                <a:gd name="T13" fmla="*/ 910 h 189"/>
                <a:gd name="T14" fmla="*/ 831 w 180"/>
                <a:gd name="T15" fmla="*/ 531 h 189"/>
                <a:gd name="T16" fmla="*/ 1041 w 180"/>
                <a:gd name="T17" fmla="*/ 372 h 189"/>
                <a:gd name="T18" fmla="*/ 831 w 180"/>
                <a:gd name="T19" fmla="*/ 268 h 189"/>
                <a:gd name="T20" fmla="*/ 831 w 180"/>
                <a:gd name="T21" fmla="*/ 7 h 189"/>
                <a:gd name="T22" fmla="*/ 522 w 180"/>
                <a:gd name="T23" fmla="*/ 0 h 189"/>
                <a:gd name="T24" fmla="*/ 415 w 180"/>
                <a:gd name="T25" fmla="*/ 158 h 189"/>
                <a:gd name="T26" fmla="*/ 260 w 180"/>
                <a:gd name="T27" fmla="*/ 0 h 189"/>
                <a:gd name="T28" fmla="*/ 0 w 180"/>
                <a:gd name="T29" fmla="*/ 0 h 189"/>
                <a:gd name="T30" fmla="*/ 0 w 180"/>
                <a:gd name="T31" fmla="*/ 263 h 189"/>
                <a:gd name="T32" fmla="*/ 154 w 180"/>
                <a:gd name="T33" fmla="*/ 421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9"/>
                <a:gd name="T53" fmla="*/ 180 w 180"/>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9">
                  <a:moveTo>
                    <a:pt x="27" y="72"/>
                  </a:moveTo>
                  <a:cubicBezTo>
                    <a:pt x="27" y="108"/>
                    <a:pt x="0" y="81"/>
                    <a:pt x="0" y="90"/>
                  </a:cubicBezTo>
                  <a:cubicBezTo>
                    <a:pt x="0" y="99"/>
                    <a:pt x="0" y="144"/>
                    <a:pt x="0" y="144"/>
                  </a:cubicBezTo>
                  <a:cubicBezTo>
                    <a:pt x="0" y="144"/>
                    <a:pt x="36" y="135"/>
                    <a:pt x="63" y="144"/>
                  </a:cubicBezTo>
                  <a:cubicBezTo>
                    <a:pt x="90" y="153"/>
                    <a:pt x="36" y="189"/>
                    <a:pt x="81" y="189"/>
                  </a:cubicBezTo>
                  <a:cubicBezTo>
                    <a:pt x="126" y="189"/>
                    <a:pt x="81" y="162"/>
                    <a:pt x="99" y="153"/>
                  </a:cubicBezTo>
                  <a:cubicBezTo>
                    <a:pt x="117" y="144"/>
                    <a:pt x="144" y="156"/>
                    <a:pt x="144" y="156"/>
                  </a:cubicBezTo>
                  <a:cubicBezTo>
                    <a:pt x="144" y="156"/>
                    <a:pt x="144" y="118"/>
                    <a:pt x="144" y="91"/>
                  </a:cubicBezTo>
                  <a:cubicBezTo>
                    <a:pt x="144" y="64"/>
                    <a:pt x="180" y="109"/>
                    <a:pt x="180" y="64"/>
                  </a:cubicBezTo>
                  <a:cubicBezTo>
                    <a:pt x="180" y="19"/>
                    <a:pt x="144" y="55"/>
                    <a:pt x="144" y="46"/>
                  </a:cubicBezTo>
                  <a:cubicBezTo>
                    <a:pt x="144" y="37"/>
                    <a:pt x="144" y="1"/>
                    <a:pt x="144" y="1"/>
                  </a:cubicBezTo>
                  <a:cubicBezTo>
                    <a:pt x="144" y="1"/>
                    <a:pt x="99" y="0"/>
                    <a:pt x="90" y="0"/>
                  </a:cubicBezTo>
                  <a:cubicBezTo>
                    <a:pt x="81" y="0"/>
                    <a:pt x="117" y="27"/>
                    <a:pt x="72" y="27"/>
                  </a:cubicBezTo>
                  <a:cubicBezTo>
                    <a:pt x="36" y="27"/>
                    <a:pt x="72" y="0"/>
                    <a:pt x="45" y="0"/>
                  </a:cubicBezTo>
                  <a:cubicBezTo>
                    <a:pt x="18" y="0"/>
                    <a:pt x="0" y="0"/>
                    <a:pt x="0" y="0"/>
                  </a:cubicBezTo>
                  <a:cubicBezTo>
                    <a:pt x="0" y="0"/>
                    <a:pt x="0" y="18"/>
                    <a:pt x="0" y="45"/>
                  </a:cubicBezTo>
                  <a:cubicBezTo>
                    <a:pt x="0" y="72"/>
                    <a:pt x="27" y="36"/>
                    <a:pt x="27" y="72"/>
                  </a:cubicBezTo>
                  <a:close/>
                </a:path>
              </a:pathLst>
            </a:custGeom>
            <a:solidFill>
              <a:srgbClr val="FFFFFF"/>
            </a:solidFill>
            <a:ln w="9525">
              <a:noFill/>
              <a:round/>
            </a:ln>
          </p:spPr>
          <p:txBody>
            <a:bodyPr/>
            <a:lstStyle/>
            <a:p>
              <a:endParaRPr lang="en-GB" sz="1815"/>
            </a:p>
          </p:txBody>
        </p:sp>
        <p:sp>
          <p:nvSpPr>
            <p:cNvPr id="156" name="Freeform 74"/>
            <p:cNvSpPr/>
            <p:nvPr/>
          </p:nvSpPr>
          <p:spPr bwMode="auto">
            <a:xfrm>
              <a:off x="6244386" y="4498251"/>
              <a:ext cx="501189" cy="501174"/>
            </a:xfrm>
            <a:custGeom>
              <a:avLst/>
              <a:gdLst>
                <a:gd name="T0" fmla="*/ 625 w 216"/>
                <a:gd name="T1" fmla="*/ 0 h 216"/>
                <a:gd name="T2" fmla="*/ 471 w 216"/>
                <a:gd name="T3" fmla="*/ 210 h 216"/>
                <a:gd name="T4" fmla="*/ 158 w 216"/>
                <a:gd name="T5" fmla="*/ 210 h 216"/>
                <a:gd name="T6" fmla="*/ 158 w 216"/>
                <a:gd name="T7" fmla="*/ 523 h 216"/>
                <a:gd name="T8" fmla="*/ 0 w 216"/>
                <a:gd name="T9" fmla="*/ 625 h 216"/>
                <a:gd name="T10" fmla="*/ 158 w 216"/>
                <a:gd name="T11" fmla="*/ 783 h 216"/>
                <a:gd name="T12" fmla="*/ 158 w 216"/>
                <a:gd name="T13" fmla="*/ 1042 h 216"/>
                <a:gd name="T14" fmla="*/ 471 w 216"/>
                <a:gd name="T15" fmla="*/ 1042 h 216"/>
                <a:gd name="T16" fmla="*/ 575 w 216"/>
                <a:gd name="T17" fmla="*/ 1252 h 216"/>
                <a:gd name="T18" fmla="*/ 677 w 216"/>
                <a:gd name="T19" fmla="*/ 1042 h 216"/>
                <a:gd name="T20" fmla="*/ 990 w 216"/>
                <a:gd name="T21" fmla="*/ 1042 h 216"/>
                <a:gd name="T22" fmla="*/ 990 w 216"/>
                <a:gd name="T23" fmla="*/ 656 h 216"/>
                <a:gd name="T24" fmla="*/ 1252 w 216"/>
                <a:gd name="T25" fmla="*/ 551 h 216"/>
                <a:gd name="T26" fmla="*/ 1042 w 216"/>
                <a:gd name="T27" fmla="*/ 445 h 216"/>
                <a:gd name="T28" fmla="*/ 990 w 216"/>
                <a:gd name="T29" fmla="*/ 210 h 216"/>
                <a:gd name="T30" fmla="*/ 677 w 216"/>
                <a:gd name="T31" fmla="*/ 262 h 216"/>
                <a:gd name="T32" fmla="*/ 625 w 216"/>
                <a:gd name="T33" fmla="*/ 0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6"/>
                <a:gd name="T52" fmla="*/ 0 h 216"/>
                <a:gd name="T53" fmla="*/ 216 w 216"/>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6" h="216">
                  <a:moveTo>
                    <a:pt x="108" y="0"/>
                  </a:moveTo>
                  <a:cubicBezTo>
                    <a:pt x="63" y="0"/>
                    <a:pt x="90" y="36"/>
                    <a:pt x="81" y="36"/>
                  </a:cubicBezTo>
                  <a:cubicBezTo>
                    <a:pt x="72" y="36"/>
                    <a:pt x="27" y="36"/>
                    <a:pt x="27" y="36"/>
                  </a:cubicBezTo>
                  <a:cubicBezTo>
                    <a:pt x="36" y="63"/>
                    <a:pt x="27" y="63"/>
                    <a:pt x="27" y="90"/>
                  </a:cubicBezTo>
                  <a:cubicBezTo>
                    <a:pt x="27" y="108"/>
                    <a:pt x="0" y="63"/>
                    <a:pt x="0" y="108"/>
                  </a:cubicBezTo>
                  <a:cubicBezTo>
                    <a:pt x="0" y="153"/>
                    <a:pt x="27" y="126"/>
                    <a:pt x="27" y="135"/>
                  </a:cubicBezTo>
                  <a:cubicBezTo>
                    <a:pt x="27" y="144"/>
                    <a:pt x="27" y="180"/>
                    <a:pt x="27" y="180"/>
                  </a:cubicBezTo>
                  <a:cubicBezTo>
                    <a:pt x="27" y="180"/>
                    <a:pt x="72" y="180"/>
                    <a:pt x="81" y="180"/>
                  </a:cubicBezTo>
                  <a:cubicBezTo>
                    <a:pt x="90" y="180"/>
                    <a:pt x="63" y="216"/>
                    <a:pt x="99" y="216"/>
                  </a:cubicBezTo>
                  <a:cubicBezTo>
                    <a:pt x="135" y="216"/>
                    <a:pt x="108" y="180"/>
                    <a:pt x="117" y="180"/>
                  </a:cubicBezTo>
                  <a:cubicBezTo>
                    <a:pt x="126" y="180"/>
                    <a:pt x="171" y="180"/>
                    <a:pt x="171" y="180"/>
                  </a:cubicBezTo>
                  <a:cubicBezTo>
                    <a:pt x="171" y="180"/>
                    <a:pt x="162" y="140"/>
                    <a:pt x="171" y="113"/>
                  </a:cubicBezTo>
                  <a:cubicBezTo>
                    <a:pt x="180" y="86"/>
                    <a:pt x="216" y="140"/>
                    <a:pt x="216" y="95"/>
                  </a:cubicBezTo>
                  <a:cubicBezTo>
                    <a:pt x="216" y="50"/>
                    <a:pt x="189" y="95"/>
                    <a:pt x="180" y="77"/>
                  </a:cubicBezTo>
                  <a:cubicBezTo>
                    <a:pt x="171" y="59"/>
                    <a:pt x="171" y="36"/>
                    <a:pt x="171" y="36"/>
                  </a:cubicBezTo>
                  <a:cubicBezTo>
                    <a:pt x="171" y="36"/>
                    <a:pt x="153" y="45"/>
                    <a:pt x="117" y="45"/>
                  </a:cubicBezTo>
                  <a:cubicBezTo>
                    <a:pt x="108" y="45"/>
                    <a:pt x="144" y="0"/>
                    <a:pt x="108" y="0"/>
                  </a:cubicBezTo>
                  <a:close/>
                </a:path>
              </a:pathLst>
            </a:custGeom>
            <a:solidFill>
              <a:srgbClr val="FFFFFF"/>
            </a:solidFill>
            <a:ln w="9525">
              <a:noFill/>
              <a:round/>
            </a:ln>
          </p:spPr>
          <p:txBody>
            <a:bodyPr/>
            <a:lstStyle/>
            <a:p>
              <a:endParaRPr lang="en-GB" sz="1815"/>
            </a:p>
          </p:txBody>
        </p:sp>
        <p:sp>
          <p:nvSpPr>
            <p:cNvPr id="157" name="Freeform 75"/>
            <p:cNvSpPr/>
            <p:nvPr/>
          </p:nvSpPr>
          <p:spPr bwMode="auto">
            <a:xfrm>
              <a:off x="5304011" y="4163705"/>
              <a:ext cx="417227" cy="521841"/>
            </a:xfrm>
            <a:custGeom>
              <a:avLst/>
              <a:gdLst>
                <a:gd name="T0" fmla="*/ 1041 w 180"/>
                <a:gd name="T1" fmla="*/ 575 h 225"/>
                <a:gd name="T2" fmla="*/ 831 w 180"/>
                <a:gd name="T3" fmla="*/ 467 h 225"/>
                <a:gd name="T4" fmla="*/ 831 w 180"/>
                <a:gd name="T5" fmla="*/ 210 h 225"/>
                <a:gd name="T6" fmla="*/ 572 w 180"/>
                <a:gd name="T7" fmla="*/ 210 h 225"/>
                <a:gd name="T8" fmla="*/ 364 w 180"/>
                <a:gd name="T9" fmla="*/ 0 h 225"/>
                <a:gd name="T10" fmla="*/ 260 w 180"/>
                <a:gd name="T11" fmla="*/ 210 h 225"/>
                <a:gd name="T12" fmla="*/ 0 w 180"/>
                <a:gd name="T13" fmla="*/ 210 h 225"/>
                <a:gd name="T14" fmla="*/ 0 w 180"/>
                <a:gd name="T15" fmla="*/ 467 h 225"/>
                <a:gd name="T16" fmla="*/ 154 w 180"/>
                <a:gd name="T17" fmla="*/ 575 h 225"/>
                <a:gd name="T18" fmla="*/ 0 w 180"/>
                <a:gd name="T19" fmla="*/ 677 h 225"/>
                <a:gd name="T20" fmla="*/ 0 w 180"/>
                <a:gd name="T21" fmla="*/ 1041 h 225"/>
                <a:gd name="T22" fmla="*/ 260 w 180"/>
                <a:gd name="T23" fmla="*/ 1041 h 225"/>
                <a:gd name="T24" fmla="*/ 415 w 180"/>
                <a:gd name="T25" fmla="*/ 1302 h 225"/>
                <a:gd name="T26" fmla="*/ 572 w 180"/>
                <a:gd name="T27" fmla="*/ 1041 h 225"/>
                <a:gd name="T28" fmla="*/ 831 w 180"/>
                <a:gd name="T29" fmla="*/ 1041 h 225"/>
                <a:gd name="T30" fmla="*/ 831 w 180"/>
                <a:gd name="T31" fmla="*/ 781 h 225"/>
                <a:gd name="T32" fmla="*/ 1041 w 180"/>
                <a:gd name="T33" fmla="*/ 575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25"/>
                <a:gd name="T53" fmla="*/ 180 w 180"/>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25">
                  <a:moveTo>
                    <a:pt x="180" y="99"/>
                  </a:moveTo>
                  <a:cubicBezTo>
                    <a:pt x="180" y="63"/>
                    <a:pt x="153" y="99"/>
                    <a:pt x="144" y="81"/>
                  </a:cubicBezTo>
                  <a:cubicBezTo>
                    <a:pt x="135" y="63"/>
                    <a:pt x="144" y="36"/>
                    <a:pt x="144" y="36"/>
                  </a:cubicBezTo>
                  <a:cubicBezTo>
                    <a:pt x="144" y="36"/>
                    <a:pt x="144" y="36"/>
                    <a:pt x="99" y="36"/>
                  </a:cubicBezTo>
                  <a:cubicBezTo>
                    <a:pt x="54" y="36"/>
                    <a:pt x="99" y="0"/>
                    <a:pt x="63" y="0"/>
                  </a:cubicBezTo>
                  <a:cubicBezTo>
                    <a:pt x="27" y="0"/>
                    <a:pt x="63" y="27"/>
                    <a:pt x="45" y="36"/>
                  </a:cubicBezTo>
                  <a:cubicBezTo>
                    <a:pt x="27" y="45"/>
                    <a:pt x="0" y="36"/>
                    <a:pt x="0" y="36"/>
                  </a:cubicBezTo>
                  <a:cubicBezTo>
                    <a:pt x="0" y="36"/>
                    <a:pt x="0" y="63"/>
                    <a:pt x="0" y="81"/>
                  </a:cubicBezTo>
                  <a:cubicBezTo>
                    <a:pt x="0" y="99"/>
                    <a:pt x="27" y="63"/>
                    <a:pt x="27" y="99"/>
                  </a:cubicBezTo>
                  <a:cubicBezTo>
                    <a:pt x="27" y="135"/>
                    <a:pt x="0" y="108"/>
                    <a:pt x="0" y="117"/>
                  </a:cubicBezTo>
                  <a:cubicBezTo>
                    <a:pt x="0" y="126"/>
                    <a:pt x="0" y="180"/>
                    <a:pt x="0" y="180"/>
                  </a:cubicBezTo>
                  <a:cubicBezTo>
                    <a:pt x="0" y="180"/>
                    <a:pt x="36" y="180"/>
                    <a:pt x="45" y="180"/>
                  </a:cubicBezTo>
                  <a:cubicBezTo>
                    <a:pt x="54" y="180"/>
                    <a:pt x="27" y="225"/>
                    <a:pt x="72" y="225"/>
                  </a:cubicBezTo>
                  <a:cubicBezTo>
                    <a:pt x="126" y="225"/>
                    <a:pt x="81" y="180"/>
                    <a:pt x="99" y="180"/>
                  </a:cubicBezTo>
                  <a:cubicBezTo>
                    <a:pt x="117" y="180"/>
                    <a:pt x="144" y="180"/>
                    <a:pt x="144" y="180"/>
                  </a:cubicBezTo>
                  <a:cubicBezTo>
                    <a:pt x="144" y="180"/>
                    <a:pt x="144" y="180"/>
                    <a:pt x="144" y="135"/>
                  </a:cubicBezTo>
                  <a:cubicBezTo>
                    <a:pt x="144" y="90"/>
                    <a:pt x="180" y="135"/>
                    <a:pt x="180" y="99"/>
                  </a:cubicBezTo>
                  <a:close/>
                </a:path>
              </a:pathLst>
            </a:custGeom>
            <a:solidFill>
              <a:srgbClr val="FFFFFF"/>
            </a:solidFill>
            <a:ln w="9525">
              <a:noFill/>
              <a:round/>
            </a:ln>
          </p:spPr>
          <p:txBody>
            <a:bodyPr/>
            <a:lstStyle/>
            <a:p>
              <a:endParaRPr lang="en-GB" sz="1815"/>
            </a:p>
          </p:txBody>
        </p:sp>
        <p:sp>
          <p:nvSpPr>
            <p:cNvPr id="158" name="Freeform 76"/>
            <p:cNvSpPr/>
            <p:nvPr/>
          </p:nvSpPr>
          <p:spPr bwMode="auto">
            <a:xfrm>
              <a:off x="4969455" y="3829158"/>
              <a:ext cx="439186" cy="501174"/>
            </a:xfrm>
            <a:custGeom>
              <a:avLst/>
              <a:gdLst>
                <a:gd name="T0" fmla="*/ 158 w 189"/>
                <a:gd name="T1" fmla="*/ 625 h 216"/>
                <a:gd name="T2" fmla="*/ 0 w 189"/>
                <a:gd name="T3" fmla="*/ 783 h 216"/>
                <a:gd name="T4" fmla="*/ 0 w 189"/>
                <a:gd name="T5" fmla="*/ 1042 h 216"/>
                <a:gd name="T6" fmla="*/ 313 w 189"/>
                <a:gd name="T7" fmla="*/ 1042 h 216"/>
                <a:gd name="T8" fmla="*/ 421 w 189"/>
                <a:gd name="T9" fmla="*/ 1252 h 216"/>
                <a:gd name="T10" fmla="*/ 523 w 189"/>
                <a:gd name="T11" fmla="*/ 1042 h 216"/>
                <a:gd name="T12" fmla="*/ 838 w 189"/>
                <a:gd name="T13" fmla="*/ 1042 h 216"/>
                <a:gd name="T14" fmla="*/ 838 w 189"/>
                <a:gd name="T15" fmla="*/ 677 h 216"/>
                <a:gd name="T16" fmla="*/ 1101 w 189"/>
                <a:gd name="T17" fmla="*/ 575 h 216"/>
                <a:gd name="T18" fmla="*/ 890 w 189"/>
                <a:gd name="T19" fmla="*/ 471 h 216"/>
                <a:gd name="T20" fmla="*/ 838 w 189"/>
                <a:gd name="T21" fmla="*/ 210 h 216"/>
                <a:gd name="T22" fmla="*/ 523 w 189"/>
                <a:gd name="T23" fmla="*/ 210 h 216"/>
                <a:gd name="T24" fmla="*/ 365 w 189"/>
                <a:gd name="T25" fmla="*/ 0 h 216"/>
                <a:gd name="T26" fmla="*/ 313 w 189"/>
                <a:gd name="T27" fmla="*/ 262 h 216"/>
                <a:gd name="T28" fmla="*/ 0 w 189"/>
                <a:gd name="T29" fmla="*/ 210 h 216"/>
                <a:gd name="T30" fmla="*/ 0 w 189"/>
                <a:gd name="T31" fmla="*/ 523 h 216"/>
                <a:gd name="T32" fmla="*/ 158 w 189"/>
                <a:gd name="T33" fmla="*/ 62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16"/>
                <a:gd name="T53" fmla="*/ 189 w 189"/>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16">
                  <a:moveTo>
                    <a:pt x="27" y="108"/>
                  </a:moveTo>
                  <a:cubicBezTo>
                    <a:pt x="27" y="144"/>
                    <a:pt x="0" y="108"/>
                    <a:pt x="0" y="135"/>
                  </a:cubicBezTo>
                  <a:cubicBezTo>
                    <a:pt x="0" y="162"/>
                    <a:pt x="0" y="180"/>
                    <a:pt x="0" y="180"/>
                  </a:cubicBezTo>
                  <a:cubicBezTo>
                    <a:pt x="0" y="180"/>
                    <a:pt x="36" y="180"/>
                    <a:pt x="54" y="180"/>
                  </a:cubicBezTo>
                  <a:cubicBezTo>
                    <a:pt x="72" y="180"/>
                    <a:pt x="36" y="216"/>
                    <a:pt x="72" y="216"/>
                  </a:cubicBezTo>
                  <a:cubicBezTo>
                    <a:pt x="108" y="216"/>
                    <a:pt x="81" y="180"/>
                    <a:pt x="90" y="180"/>
                  </a:cubicBezTo>
                  <a:cubicBezTo>
                    <a:pt x="99" y="180"/>
                    <a:pt x="144" y="180"/>
                    <a:pt x="144" y="180"/>
                  </a:cubicBezTo>
                  <a:cubicBezTo>
                    <a:pt x="144" y="180"/>
                    <a:pt x="135" y="144"/>
                    <a:pt x="144" y="117"/>
                  </a:cubicBezTo>
                  <a:cubicBezTo>
                    <a:pt x="153" y="90"/>
                    <a:pt x="189" y="144"/>
                    <a:pt x="189" y="99"/>
                  </a:cubicBezTo>
                  <a:cubicBezTo>
                    <a:pt x="189" y="54"/>
                    <a:pt x="162" y="99"/>
                    <a:pt x="153" y="81"/>
                  </a:cubicBezTo>
                  <a:cubicBezTo>
                    <a:pt x="144" y="63"/>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81"/>
                    <a:pt x="0" y="90"/>
                  </a:cubicBezTo>
                  <a:cubicBezTo>
                    <a:pt x="0" y="99"/>
                    <a:pt x="27" y="63"/>
                    <a:pt x="27" y="108"/>
                  </a:cubicBezTo>
                  <a:close/>
                </a:path>
              </a:pathLst>
            </a:custGeom>
            <a:solidFill>
              <a:srgbClr val="FFFFFF"/>
            </a:solidFill>
            <a:ln w="9525">
              <a:noFill/>
              <a:round/>
            </a:ln>
          </p:spPr>
          <p:txBody>
            <a:bodyPr/>
            <a:lstStyle/>
            <a:p>
              <a:endParaRPr lang="en-GB" sz="1815"/>
            </a:p>
          </p:txBody>
        </p:sp>
        <p:sp>
          <p:nvSpPr>
            <p:cNvPr id="159" name="Freeform 77"/>
            <p:cNvSpPr/>
            <p:nvPr/>
          </p:nvSpPr>
          <p:spPr bwMode="auto">
            <a:xfrm>
              <a:off x="4614231" y="4163705"/>
              <a:ext cx="355224" cy="417214"/>
            </a:xfrm>
            <a:custGeom>
              <a:avLst/>
              <a:gdLst>
                <a:gd name="T0" fmla="*/ 730 w 153"/>
                <a:gd name="T1" fmla="*/ 624 h 180"/>
                <a:gd name="T2" fmla="*/ 888 w 153"/>
                <a:gd name="T3" fmla="*/ 522 h 180"/>
                <a:gd name="T4" fmla="*/ 888 w 153"/>
                <a:gd name="T5" fmla="*/ 210 h 180"/>
                <a:gd name="T6" fmla="*/ 575 w 153"/>
                <a:gd name="T7" fmla="*/ 260 h 180"/>
                <a:gd name="T8" fmla="*/ 523 w 153"/>
                <a:gd name="T9" fmla="*/ 0 h 180"/>
                <a:gd name="T10" fmla="*/ 365 w 153"/>
                <a:gd name="T11" fmla="*/ 210 h 180"/>
                <a:gd name="T12" fmla="*/ 52 w 153"/>
                <a:gd name="T13" fmla="*/ 210 h 180"/>
                <a:gd name="T14" fmla="*/ 52 w 153"/>
                <a:gd name="T15" fmla="*/ 415 h 180"/>
                <a:gd name="T16" fmla="*/ 210 w 153"/>
                <a:gd name="T17" fmla="*/ 572 h 180"/>
                <a:gd name="T18" fmla="*/ 0 w 153"/>
                <a:gd name="T19" fmla="*/ 729 h 180"/>
                <a:gd name="T20" fmla="*/ 52 w 153"/>
                <a:gd name="T21" fmla="*/ 1041 h 180"/>
                <a:gd name="T22" fmla="*/ 417 w 153"/>
                <a:gd name="T23" fmla="*/ 1041 h 180"/>
                <a:gd name="T24" fmla="*/ 523 w 153"/>
                <a:gd name="T25" fmla="*/ 885 h 180"/>
                <a:gd name="T26" fmla="*/ 627 w 153"/>
                <a:gd name="T27" fmla="*/ 1041 h 180"/>
                <a:gd name="T28" fmla="*/ 888 w 153"/>
                <a:gd name="T29" fmla="*/ 1041 h 180"/>
                <a:gd name="T30" fmla="*/ 888 w 153"/>
                <a:gd name="T31" fmla="*/ 779 h 180"/>
                <a:gd name="T32" fmla="*/ 730 w 153"/>
                <a:gd name="T33" fmla="*/ 624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126" y="108"/>
                  </a:moveTo>
                  <a:cubicBezTo>
                    <a:pt x="126" y="63"/>
                    <a:pt x="153" y="99"/>
                    <a:pt x="153" y="90"/>
                  </a:cubicBezTo>
                  <a:cubicBezTo>
                    <a:pt x="153" y="81"/>
                    <a:pt x="153" y="36"/>
                    <a:pt x="153" y="36"/>
                  </a:cubicBezTo>
                  <a:cubicBezTo>
                    <a:pt x="153" y="36"/>
                    <a:pt x="135" y="45"/>
                    <a:pt x="99" y="45"/>
                  </a:cubicBezTo>
                  <a:cubicBezTo>
                    <a:pt x="90" y="45"/>
                    <a:pt x="126" y="0"/>
                    <a:pt x="90" y="0"/>
                  </a:cubicBezTo>
                  <a:cubicBezTo>
                    <a:pt x="45" y="0"/>
                    <a:pt x="72" y="36"/>
                    <a:pt x="63" y="36"/>
                  </a:cubicBezTo>
                  <a:cubicBezTo>
                    <a:pt x="54" y="36"/>
                    <a:pt x="9" y="36"/>
                    <a:pt x="9" y="36"/>
                  </a:cubicBezTo>
                  <a:cubicBezTo>
                    <a:pt x="9" y="36"/>
                    <a:pt x="18" y="45"/>
                    <a:pt x="9" y="72"/>
                  </a:cubicBezTo>
                  <a:cubicBezTo>
                    <a:pt x="0" y="99"/>
                    <a:pt x="36" y="63"/>
                    <a:pt x="36" y="99"/>
                  </a:cubicBezTo>
                  <a:cubicBezTo>
                    <a:pt x="36" y="126"/>
                    <a:pt x="0" y="99"/>
                    <a:pt x="0" y="126"/>
                  </a:cubicBezTo>
                  <a:cubicBezTo>
                    <a:pt x="0" y="135"/>
                    <a:pt x="9" y="180"/>
                    <a:pt x="9" y="180"/>
                  </a:cubicBezTo>
                  <a:cubicBezTo>
                    <a:pt x="9" y="180"/>
                    <a:pt x="63" y="180"/>
                    <a:pt x="72" y="180"/>
                  </a:cubicBezTo>
                  <a:cubicBezTo>
                    <a:pt x="81" y="180"/>
                    <a:pt x="54" y="153"/>
                    <a:pt x="90" y="153"/>
                  </a:cubicBezTo>
                  <a:cubicBezTo>
                    <a:pt x="126" y="153"/>
                    <a:pt x="90" y="180"/>
                    <a:pt x="108" y="180"/>
                  </a:cubicBezTo>
                  <a:cubicBezTo>
                    <a:pt x="126" y="180"/>
                    <a:pt x="153" y="180"/>
                    <a:pt x="153" y="180"/>
                  </a:cubicBezTo>
                  <a:cubicBezTo>
                    <a:pt x="153" y="180"/>
                    <a:pt x="153" y="162"/>
                    <a:pt x="153" y="135"/>
                  </a:cubicBezTo>
                  <a:cubicBezTo>
                    <a:pt x="153" y="108"/>
                    <a:pt x="126" y="144"/>
                    <a:pt x="126" y="108"/>
                  </a:cubicBezTo>
                  <a:close/>
                </a:path>
              </a:pathLst>
            </a:custGeom>
            <a:solidFill>
              <a:srgbClr val="FFFFFF"/>
            </a:solidFill>
            <a:ln w="9525">
              <a:noFill/>
              <a:round/>
            </a:ln>
          </p:spPr>
          <p:txBody>
            <a:bodyPr/>
            <a:lstStyle/>
            <a:p>
              <a:endParaRPr lang="en-GB" sz="1815"/>
            </a:p>
          </p:txBody>
        </p:sp>
        <p:sp>
          <p:nvSpPr>
            <p:cNvPr id="160" name="Freeform 78"/>
            <p:cNvSpPr/>
            <p:nvPr/>
          </p:nvSpPr>
          <p:spPr bwMode="auto">
            <a:xfrm>
              <a:off x="5638568" y="4580919"/>
              <a:ext cx="355224" cy="418506"/>
            </a:xfrm>
            <a:custGeom>
              <a:avLst/>
              <a:gdLst>
                <a:gd name="T0" fmla="*/ 678 w 153"/>
                <a:gd name="T1" fmla="*/ 365 h 180"/>
                <a:gd name="T2" fmla="*/ 838 w 153"/>
                <a:gd name="T3" fmla="*/ 263 h 180"/>
                <a:gd name="T4" fmla="*/ 838 w 153"/>
                <a:gd name="T5" fmla="*/ 0 h 180"/>
                <a:gd name="T6" fmla="*/ 575 w 153"/>
                <a:gd name="T7" fmla="*/ 0 h 180"/>
                <a:gd name="T8" fmla="*/ 417 w 153"/>
                <a:gd name="T9" fmla="*/ 158 h 180"/>
                <a:gd name="T10" fmla="*/ 313 w 153"/>
                <a:gd name="T11" fmla="*/ 0 h 180"/>
                <a:gd name="T12" fmla="*/ 0 w 153"/>
                <a:gd name="T13" fmla="*/ 0 h 180"/>
                <a:gd name="T14" fmla="*/ 0 w 153"/>
                <a:gd name="T15" fmla="*/ 315 h 180"/>
                <a:gd name="T16" fmla="*/ 158 w 153"/>
                <a:gd name="T17" fmla="*/ 421 h 180"/>
                <a:gd name="T18" fmla="*/ 0 w 153"/>
                <a:gd name="T19" fmla="*/ 576 h 180"/>
                <a:gd name="T20" fmla="*/ 0 w 153"/>
                <a:gd name="T21" fmla="*/ 839 h 180"/>
                <a:gd name="T22" fmla="*/ 313 w 153"/>
                <a:gd name="T23" fmla="*/ 839 h 180"/>
                <a:gd name="T24" fmla="*/ 417 w 153"/>
                <a:gd name="T25" fmla="*/ 1049 h 180"/>
                <a:gd name="T26" fmla="*/ 523 w 153"/>
                <a:gd name="T27" fmla="*/ 839 h 180"/>
                <a:gd name="T28" fmla="*/ 838 w 153"/>
                <a:gd name="T29" fmla="*/ 839 h 180"/>
                <a:gd name="T30" fmla="*/ 888 w 153"/>
                <a:gd name="T31" fmla="*/ 526 h 180"/>
                <a:gd name="T32" fmla="*/ 678 w 153"/>
                <a:gd name="T33" fmla="*/ 36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117" y="63"/>
                  </a:moveTo>
                  <a:cubicBezTo>
                    <a:pt x="117" y="27"/>
                    <a:pt x="144" y="72"/>
                    <a:pt x="144" y="45"/>
                  </a:cubicBezTo>
                  <a:cubicBezTo>
                    <a:pt x="144" y="25"/>
                    <a:pt x="144" y="0"/>
                    <a:pt x="144" y="0"/>
                  </a:cubicBezTo>
                  <a:cubicBezTo>
                    <a:pt x="144" y="0"/>
                    <a:pt x="126" y="0"/>
                    <a:pt x="99" y="0"/>
                  </a:cubicBezTo>
                  <a:cubicBezTo>
                    <a:pt x="72" y="0"/>
                    <a:pt x="108" y="27"/>
                    <a:pt x="72" y="27"/>
                  </a:cubicBezTo>
                  <a:cubicBezTo>
                    <a:pt x="36" y="27"/>
                    <a:pt x="63" y="0"/>
                    <a:pt x="54" y="0"/>
                  </a:cubicBezTo>
                  <a:cubicBezTo>
                    <a:pt x="45" y="0"/>
                    <a:pt x="0" y="0"/>
                    <a:pt x="0" y="0"/>
                  </a:cubicBezTo>
                  <a:cubicBezTo>
                    <a:pt x="0" y="0"/>
                    <a:pt x="0" y="45"/>
                    <a:pt x="0" y="54"/>
                  </a:cubicBezTo>
                  <a:cubicBezTo>
                    <a:pt x="0" y="63"/>
                    <a:pt x="27" y="27"/>
                    <a:pt x="27" y="72"/>
                  </a:cubicBezTo>
                  <a:cubicBezTo>
                    <a:pt x="27" y="108"/>
                    <a:pt x="0" y="72"/>
                    <a:pt x="0" y="99"/>
                  </a:cubicBezTo>
                  <a:cubicBezTo>
                    <a:pt x="0" y="126"/>
                    <a:pt x="0" y="144"/>
                    <a:pt x="0" y="144"/>
                  </a:cubicBezTo>
                  <a:cubicBezTo>
                    <a:pt x="0" y="144"/>
                    <a:pt x="45" y="144"/>
                    <a:pt x="54" y="144"/>
                  </a:cubicBezTo>
                  <a:cubicBezTo>
                    <a:pt x="63" y="144"/>
                    <a:pt x="36" y="180"/>
                    <a:pt x="72" y="180"/>
                  </a:cubicBezTo>
                  <a:cubicBezTo>
                    <a:pt x="108" y="180"/>
                    <a:pt x="72" y="144"/>
                    <a:pt x="90" y="144"/>
                  </a:cubicBezTo>
                  <a:cubicBezTo>
                    <a:pt x="108" y="144"/>
                    <a:pt x="144" y="144"/>
                    <a:pt x="144" y="144"/>
                  </a:cubicBezTo>
                  <a:cubicBezTo>
                    <a:pt x="144" y="144"/>
                    <a:pt x="153" y="108"/>
                    <a:pt x="153" y="90"/>
                  </a:cubicBezTo>
                  <a:cubicBezTo>
                    <a:pt x="153" y="72"/>
                    <a:pt x="117" y="108"/>
                    <a:pt x="117" y="63"/>
                  </a:cubicBezTo>
                  <a:close/>
                </a:path>
              </a:pathLst>
            </a:custGeom>
            <a:solidFill>
              <a:srgbClr val="FFFFFF"/>
            </a:solidFill>
            <a:ln w="9525">
              <a:noFill/>
              <a:round/>
            </a:ln>
          </p:spPr>
          <p:txBody>
            <a:bodyPr/>
            <a:lstStyle/>
            <a:p>
              <a:endParaRPr lang="en-GB" sz="1815"/>
            </a:p>
          </p:txBody>
        </p:sp>
        <p:sp>
          <p:nvSpPr>
            <p:cNvPr id="161" name="Freeform 79"/>
            <p:cNvSpPr/>
            <p:nvPr/>
          </p:nvSpPr>
          <p:spPr bwMode="auto">
            <a:xfrm>
              <a:off x="4864826" y="4498251"/>
              <a:ext cx="439186" cy="501174"/>
            </a:xfrm>
            <a:custGeom>
              <a:avLst/>
              <a:gdLst>
                <a:gd name="T0" fmla="*/ 941 w 189"/>
                <a:gd name="T1" fmla="*/ 575 h 216"/>
                <a:gd name="T2" fmla="*/ 1101 w 189"/>
                <a:gd name="T3" fmla="*/ 471 h 216"/>
                <a:gd name="T4" fmla="*/ 1101 w 189"/>
                <a:gd name="T5" fmla="*/ 210 h 216"/>
                <a:gd name="T6" fmla="*/ 786 w 189"/>
                <a:gd name="T7" fmla="*/ 210 h 216"/>
                <a:gd name="T8" fmla="*/ 628 w 189"/>
                <a:gd name="T9" fmla="*/ 0 h 216"/>
                <a:gd name="T10" fmla="*/ 576 w 189"/>
                <a:gd name="T11" fmla="*/ 262 h 216"/>
                <a:gd name="T12" fmla="*/ 263 w 189"/>
                <a:gd name="T13" fmla="*/ 210 h 216"/>
                <a:gd name="T14" fmla="*/ 263 w 189"/>
                <a:gd name="T15" fmla="*/ 471 h 216"/>
                <a:gd name="T16" fmla="*/ 0 w 189"/>
                <a:gd name="T17" fmla="*/ 625 h 216"/>
                <a:gd name="T18" fmla="*/ 263 w 189"/>
                <a:gd name="T19" fmla="*/ 783 h 216"/>
                <a:gd name="T20" fmla="*/ 263 w 189"/>
                <a:gd name="T21" fmla="*/ 1042 h 216"/>
                <a:gd name="T22" fmla="*/ 576 w 189"/>
                <a:gd name="T23" fmla="*/ 1042 h 216"/>
                <a:gd name="T24" fmla="*/ 680 w 189"/>
                <a:gd name="T25" fmla="*/ 1252 h 216"/>
                <a:gd name="T26" fmla="*/ 786 w 189"/>
                <a:gd name="T27" fmla="*/ 1042 h 216"/>
                <a:gd name="T28" fmla="*/ 1101 w 189"/>
                <a:gd name="T29" fmla="*/ 1042 h 216"/>
                <a:gd name="T30" fmla="*/ 1101 w 189"/>
                <a:gd name="T31" fmla="*/ 677 h 216"/>
                <a:gd name="T32" fmla="*/ 941 w 189"/>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16"/>
                <a:gd name="T53" fmla="*/ 189 w 189"/>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16">
                  <a:moveTo>
                    <a:pt x="162" y="99"/>
                  </a:moveTo>
                  <a:cubicBezTo>
                    <a:pt x="162" y="63"/>
                    <a:pt x="189" y="99"/>
                    <a:pt x="189" y="81"/>
                  </a:cubicBezTo>
                  <a:cubicBezTo>
                    <a:pt x="189" y="63"/>
                    <a:pt x="189" y="36"/>
                    <a:pt x="189" y="36"/>
                  </a:cubicBezTo>
                  <a:cubicBezTo>
                    <a:pt x="189" y="36"/>
                    <a:pt x="144" y="36"/>
                    <a:pt x="135" y="36"/>
                  </a:cubicBezTo>
                  <a:cubicBezTo>
                    <a:pt x="126" y="36"/>
                    <a:pt x="153" y="0"/>
                    <a:pt x="108" y="0"/>
                  </a:cubicBezTo>
                  <a:cubicBezTo>
                    <a:pt x="72" y="0"/>
                    <a:pt x="108" y="45"/>
                    <a:pt x="99" y="45"/>
                  </a:cubicBezTo>
                  <a:cubicBezTo>
                    <a:pt x="63" y="45"/>
                    <a:pt x="45" y="36"/>
                    <a:pt x="45" y="36"/>
                  </a:cubicBezTo>
                  <a:cubicBezTo>
                    <a:pt x="45" y="36"/>
                    <a:pt x="45" y="72"/>
                    <a:pt x="45" y="81"/>
                  </a:cubicBezTo>
                  <a:cubicBezTo>
                    <a:pt x="45" y="90"/>
                    <a:pt x="0" y="63"/>
                    <a:pt x="0" y="108"/>
                  </a:cubicBezTo>
                  <a:cubicBezTo>
                    <a:pt x="0" y="162"/>
                    <a:pt x="45" y="117"/>
                    <a:pt x="45" y="135"/>
                  </a:cubicBezTo>
                  <a:cubicBezTo>
                    <a:pt x="45" y="153"/>
                    <a:pt x="45" y="180"/>
                    <a:pt x="45" y="180"/>
                  </a:cubicBezTo>
                  <a:cubicBezTo>
                    <a:pt x="45" y="180"/>
                    <a:pt x="90" y="180"/>
                    <a:pt x="99" y="180"/>
                  </a:cubicBezTo>
                  <a:cubicBezTo>
                    <a:pt x="108" y="180"/>
                    <a:pt x="81" y="216"/>
                    <a:pt x="117" y="216"/>
                  </a:cubicBezTo>
                  <a:cubicBezTo>
                    <a:pt x="153" y="216"/>
                    <a:pt x="126" y="180"/>
                    <a:pt x="135" y="180"/>
                  </a:cubicBezTo>
                  <a:cubicBezTo>
                    <a:pt x="144" y="180"/>
                    <a:pt x="189" y="180"/>
                    <a:pt x="189" y="180"/>
                  </a:cubicBezTo>
                  <a:cubicBezTo>
                    <a:pt x="189" y="180"/>
                    <a:pt x="189" y="126"/>
                    <a:pt x="189" y="117"/>
                  </a:cubicBezTo>
                  <a:cubicBezTo>
                    <a:pt x="189" y="108"/>
                    <a:pt x="162" y="135"/>
                    <a:pt x="162" y="99"/>
                  </a:cubicBezTo>
                  <a:close/>
                </a:path>
              </a:pathLst>
            </a:custGeom>
            <a:solidFill>
              <a:srgbClr val="FFFFFF"/>
            </a:solidFill>
            <a:ln w="9525">
              <a:noFill/>
              <a:round/>
            </a:ln>
          </p:spPr>
          <p:txBody>
            <a:bodyPr/>
            <a:lstStyle/>
            <a:p>
              <a:endParaRPr lang="en-GB" sz="1815"/>
            </a:p>
          </p:txBody>
        </p:sp>
        <p:sp>
          <p:nvSpPr>
            <p:cNvPr id="162" name="Freeform 80"/>
            <p:cNvSpPr/>
            <p:nvPr/>
          </p:nvSpPr>
          <p:spPr bwMode="auto">
            <a:xfrm>
              <a:off x="4301634" y="3913118"/>
              <a:ext cx="334556" cy="334546"/>
            </a:xfrm>
            <a:custGeom>
              <a:avLst/>
              <a:gdLst>
                <a:gd name="T0" fmla="*/ 210 w 144"/>
                <a:gd name="T1" fmla="*/ 473 h 144"/>
                <a:gd name="T2" fmla="*/ 0 w 144"/>
                <a:gd name="T3" fmla="*/ 576 h 144"/>
                <a:gd name="T4" fmla="*/ 0 w 144"/>
                <a:gd name="T5" fmla="*/ 838 h 144"/>
                <a:gd name="T6" fmla="*/ 313 w 144"/>
                <a:gd name="T7" fmla="*/ 838 h 144"/>
                <a:gd name="T8" fmla="*/ 473 w 144"/>
                <a:gd name="T9" fmla="*/ 628 h 144"/>
                <a:gd name="T10" fmla="*/ 576 w 144"/>
                <a:gd name="T11" fmla="*/ 838 h 144"/>
                <a:gd name="T12" fmla="*/ 838 w 144"/>
                <a:gd name="T13" fmla="*/ 838 h 144"/>
                <a:gd name="T14" fmla="*/ 838 w 144"/>
                <a:gd name="T15" fmla="*/ 473 h 144"/>
                <a:gd name="T16" fmla="*/ 680 w 144"/>
                <a:gd name="T17" fmla="*/ 365 h 144"/>
                <a:gd name="T18" fmla="*/ 838 w 144"/>
                <a:gd name="T19" fmla="*/ 263 h 144"/>
                <a:gd name="T20" fmla="*/ 838 w 144"/>
                <a:gd name="T21" fmla="*/ 0 h 144"/>
                <a:gd name="T22" fmla="*/ 473 w 144"/>
                <a:gd name="T23" fmla="*/ 0 h 144"/>
                <a:gd name="T24" fmla="*/ 365 w 144"/>
                <a:gd name="T25" fmla="*/ 158 h 144"/>
                <a:gd name="T26" fmla="*/ 263 w 144"/>
                <a:gd name="T27" fmla="*/ 0 h 144"/>
                <a:gd name="T28" fmla="*/ 0 w 144"/>
                <a:gd name="T29" fmla="*/ 0 h 144"/>
                <a:gd name="T30" fmla="*/ 0 w 144"/>
                <a:gd name="T31" fmla="*/ 313 h 144"/>
                <a:gd name="T32" fmla="*/ 210 w 144"/>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44"/>
                <a:gd name="T53" fmla="*/ 144 w 144"/>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44">
                  <a:moveTo>
                    <a:pt x="36" y="81"/>
                  </a:moveTo>
                  <a:cubicBezTo>
                    <a:pt x="36" y="126"/>
                    <a:pt x="0" y="81"/>
                    <a:pt x="0" y="99"/>
                  </a:cubicBezTo>
                  <a:cubicBezTo>
                    <a:pt x="0" y="117"/>
                    <a:pt x="0" y="144"/>
                    <a:pt x="0" y="144"/>
                  </a:cubicBezTo>
                  <a:cubicBezTo>
                    <a:pt x="27" y="144"/>
                    <a:pt x="34" y="144"/>
                    <a:pt x="54" y="144"/>
                  </a:cubicBezTo>
                  <a:cubicBezTo>
                    <a:pt x="72" y="144"/>
                    <a:pt x="35" y="108"/>
                    <a:pt x="81" y="108"/>
                  </a:cubicBezTo>
                  <a:cubicBezTo>
                    <a:pt x="126" y="108"/>
                    <a:pt x="81" y="144"/>
                    <a:pt x="99" y="144"/>
                  </a:cubicBezTo>
                  <a:cubicBezTo>
                    <a:pt x="117" y="144"/>
                    <a:pt x="144" y="144"/>
                    <a:pt x="144" y="144"/>
                  </a:cubicBezTo>
                  <a:cubicBezTo>
                    <a:pt x="144" y="144"/>
                    <a:pt x="144" y="90"/>
                    <a:pt x="144" y="81"/>
                  </a:cubicBezTo>
                  <a:cubicBezTo>
                    <a:pt x="144" y="72"/>
                    <a:pt x="117" y="99"/>
                    <a:pt x="117" y="63"/>
                  </a:cubicBezTo>
                  <a:cubicBezTo>
                    <a:pt x="117" y="27"/>
                    <a:pt x="144" y="63"/>
                    <a:pt x="144" y="45"/>
                  </a:cubicBezTo>
                  <a:cubicBezTo>
                    <a:pt x="144" y="27"/>
                    <a:pt x="144" y="0"/>
                    <a:pt x="144" y="0"/>
                  </a:cubicBezTo>
                  <a:cubicBezTo>
                    <a:pt x="144" y="0"/>
                    <a:pt x="90" y="0"/>
                    <a:pt x="81" y="0"/>
                  </a:cubicBezTo>
                  <a:cubicBezTo>
                    <a:pt x="72" y="0"/>
                    <a:pt x="99" y="27"/>
                    <a:pt x="63" y="27"/>
                  </a:cubicBezTo>
                  <a:cubicBezTo>
                    <a:pt x="27" y="27"/>
                    <a:pt x="63" y="0"/>
                    <a:pt x="45" y="0"/>
                  </a:cubicBezTo>
                  <a:cubicBezTo>
                    <a:pt x="27" y="0"/>
                    <a:pt x="0" y="0"/>
                    <a:pt x="0" y="0"/>
                  </a:cubicBezTo>
                  <a:cubicBezTo>
                    <a:pt x="0" y="27"/>
                    <a:pt x="0" y="34"/>
                    <a:pt x="0" y="54"/>
                  </a:cubicBezTo>
                  <a:cubicBezTo>
                    <a:pt x="0" y="72"/>
                    <a:pt x="36" y="35"/>
                    <a:pt x="36" y="81"/>
                  </a:cubicBezTo>
                  <a:close/>
                </a:path>
              </a:pathLst>
            </a:custGeom>
            <a:solidFill>
              <a:srgbClr val="FFFFFF"/>
            </a:solidFill>
            <a:ln w="9525">
              <a:noFill/>
              <a:round/>
            </a:ln>
          </p:spPr>
          <p:txBody>
            <a:bodyPr/>
            <a:lstStyle/>
            <a:p>
              <a:endParaRPr lang="en-GB" sz="1815"/>
            </a:p>
          </p:txBody>
        </p:sp>
        <p:sp>
          <p:nvSpPr>
            <p:cNvPr id="163" name="Freeform 81"/>
            <p:cNvSpPr/>
            <p:nvPr/>
          </p:nvSpPr>
          <p:spPr bwMode="auto">
            <a:xfrm>
              <a:off x="3955453" y="4226997"/>
              <a:ext cx="430144" cy="375880"/>
            </a:xfrm>
            <a:custGeom>
              <a:avLst/>
              <a:gdLst>
                <a:gd name="T0" fmla="*/ 396 w 185"/>
                <a:gd name="T1" fmla="*/ 729 h 162"/>
                <a:gd name="T2" fmla="*/ 554 w 185"/>
                <a:gd name="T3" fmla="*/ 939 h 162"/>
                <a:gd name="T4" fmla="*/ 868 w 185"/>
                <a:gd name="T5" fmla="*/ 887 h 162"/>
                <a:gd name="T6" fmla="*/ 868 w 185"/>
                <a:gd name="T7" fmla="*/ 575 h 162"/>
                <a:gd name="T8" fmla="*/ 1078 w 185"/>
                <a:gd name="T9" fmla="*/ 417 h 162"/>
                <a:gd name="T10" fmla="*/ 868 w 185"/>
                <a:gd name="T11" fmla="*/ 313 h 162"/>
                <a:gd name="T12" fmla="*/ 868 w 185"/>
                <a:gd name="T13" fmla="*/ 52 h 162"/>
                <a:gd name="T14" fmla="*/ 657 w 185"/>
                <a:gd name="T15" fmla="*/ 52 h 162"/>
                <a:gd name="T16" fmla="*/ 502 w 185"/>
                <a:gd name="T17" fmla="*/ 210 h 162"/>
                <a:gd name="T18" fmla="*/ 344 w 185"/>
                <a:gd name="T19" fmla="*/ 0 h 162"/>
                <a:gd name="T20" fmla="*/ 29 w 185"/>
                <a:gd name="T21" fmla="*/ 52 h 162"/>
                <a:gd name="T22" fmla="*/ 52 w 185"/>
                <a:gd name="T23" fmla="*/ 262 h 162"/>
                <a:gd name="T24" fmla="*/ 211 w 185"/>
                <a:gd name="T25" fmla="*/ 471 h 162"/>
                <a:gd name="T26" fmla="*/ 0 w 185"/>
                <a:gd name="T27" fmla="*/ 625 h 162"/>
                <a:gd name="T28" fmla="*/ 29 w 185"/>
                <a:gd name="T29" fmla="*/ 887 h 162"/>
                <a:gd name="T30" fmla="*/ 292 w 185"/>
                <a:gd name="T31" fmla="*/ 887 h 162"/>
                <a:gd name="T32" fmla="*/ 396 w 185"/>
                <a:gd name="T33" fmla="*/ 729 h 162"/>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5"/>
                <a:gd name="T52" fmla="*/ 0 h 162"/>
                <a:gd name="T53" fmla="*/ 185 w 185"/>
                <a:gd name="T54" fmla="*/ 162 h 162"/>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5" h="162">
                  <a:moveTo>
                    <a:pt x="68" y="126"/>
                  </a:moveTo>
                  <a:cubicBezTo>
                    <a:pt x="113" y="126"/>
                    <a:pt x="77" y="162"/>
                    <a:pt x="95" y="162"/>
                  </a:cubicBezTo>
                  <a:cubicBezTo>
                    <a:pt x="113" y="162"/>
                    <a:pt x="149" y="153"/>
                    <a:pt x="149" y="153"/>
                  </a:cubicBezTo>
                  <a:cubicBezTo>
                    <a:pt x="149" y="153"/>
                    <a:pt x="149" y="126"/>
                    <a:pt x="149" y="99"/>
                  </a:cubicBezTo>
                  <a:cubicBezTo>
                    <a:pt x="149" y="72"/>
                    <a:pt x="185" y="117"/>
                    <a:pt x="185" y="72"/>
                  </a:cubicBezTo>
                  <a:cubicBezTo>
                    <a:pt x="185" y="45"/>
                    <a:pt x="149" y="72"/>
                    <a:pt x="149" y="54"/>
                  </a:cubicBezTo>
                  <a:cubicBezTo>
                    <a:pt x="149" y="45"/>
                    <a:pt x="149" y="9"/>
                    <a:pt x="149" y="9"/>
                  </a:cubicBezTo>
                  <a:cubicBezTo>
                    <a:pt x="149" y="9"/>
                    <a:pt x="140" y="18"/>
                    <a:pt x="113" y="9"/>
                  </a:cubicBezTo>
                  <a:cubicBezTo>
                    <a:pt x="86" y="0"/>
                    <a:pt x="122" y="36"/>
                    <a:pt x="86" y="36"/>
                  </a:cubicBezTo>
                  <a:cubicBezTo>
                    <a:pt x="59" y="36"/>
                    <a:pt x="86" y="0"/>
                    <a:pt x="59" y="0"/>
                  </a:cubicBezTo>
                  <a:cubicBezTo>
                    <a:pt x="50" y="0"/>
                    <a:pt x="5" y="9"/>
                    <a:pt x="5" y="9"/>
                  </a:cubicBezTo>
                  <a:cubicBezTo>
                    <a:pt x="5" y="9"/>
                    <a:pt x="14" y="19"/>
                    <a:pt x="9" y="45"/>
                  </a:cubicBezTo>
                  <a:cubicBezTo>
                    <a:pt x="0" y="90"/>
                    <a:pt x="36" y="36"/>
                    <a:pt x="36" y="81"/>
                  </a:cubicBezTo>
                  <a:cubicBezTo>
                    <a:pt x="36" y="117"/>
                    <a:pt x="0" y="90"/>
                    <a:pt x="0" y="108"/>
                  </a:cubicBezTo>
                  <a:cubicBezTo>
                    <a:pt x="0" y="121"/>
                    <a:pt x="5" y="153"/>
                    <a:pt x="5" y="153"/>
                  </a:cubicBezTo>
                  <a:cubicBezTo>
                    <a:pt x="5" y="153"/>
                    <a:pt x="30" y="153"/>
                    <a:pt x="50" y="153"/>
                  </a:cubicBezTo>
                  <a:cubicBezTo>
                    <a:pt x="77" y="153"/>
                    <a:pt x="32" y="126"/>
                    <a:pt x="68" y="126"/>
                  </a:cubicBezTo>
                  <a:close/>
                </a:path>
              </a:pathLst>
            </a:custGeom>
            <a:solidFill>
              <a:srgbClr val="FFFFFF"/>
            </a:solidFill>
            <a:ln w="9525">
              <a:noFill/>
              <a:round/>
            </a:ln>
          </p:spPr>
          <p:txBody>
            <a:bodyPr/>
            <a:lstStyle/>
            <a:p>
              <a:endParaRPr lang="en-GB" sz="1815"/>
            </a:p>
          </p:txBody>
        </p:sp>
        <p:sp>
          <p:nvSpPr>
            <p:cNvPr id="164" name="Freeform 82"/>
            <p:cNvSpPr/>
            <p:nvPr/>
          </p:nvSpPr>
          <p:spPr bwMode="auto">
            <a:xfrm>
              <a:off x="4197005" y="4477584"/>
              <a:ext cx="521856" cy="521841"/>
            </a:xfrm>
            <a:custGeom>
              <a:avLst/>
              <a:gdLst>
                <a:gd name="T0" fmla="*/ 1302 w 225"/>
                <a:gd name="T1" fmla="*/ 689 h 225"/>
                <a:gd name="T2" fmla="*/ 1093 w 225"/>
                <a:gd name="T3" fmla="*/ 531 h 225"/>
                <a:gd name="T4" fmla="*/ 1093 w 225"/>
                <a:gd name="T5" fmla="*/ 260 h 225"/>
                <a:gd name="T6" fmla="*/ 835 w 225"/>
                <a:gd name="T7" fmla="*/ 260 h 225"/>
                <a:gd name="T8" fmla="*/ 654 w 225"/>
                <a:gd name="T9" fmla="*/ 0 h 225"/>
                <a:gd name="T10" fmla="*/ 523 w 225"/>
                <a:gd name="T11" fmla="*/ 210 h 225"/>
                <a:gd name="T12" fmla="*/ 260 w 225"/>
                <a:gd name="T13" fmla="*/ 260 h 225"/>
                <a:gd name="T14" fmla="*/ 260 w 225"/>
                <a:gd name="T15" fmla="*/ 523 h 225"/>
                <a:gd name="T16" fmla="*/ 0 w 225"/>
                <a:gd name="T17" fmla="*/ 625 h 225"/>
                <a:gd name="T18" fmla="*/ 260 w 225"/>
                <a:gd name="T19" fmla="*/ 781 h 225"/>
                <a:gd name="T20" fmla="*/ 260 w 225"/>
                <a:gd name="T21" fmla="*/ 1093 h 225"/>
                <a:gd name="T22" fmla="*/ 523 w 225"/>
                <a:gd name="T23" fmla="*/ 1093 h 225"/>
                <a:gd name="T24" fmla="*/ 677 w 225"/>
                <a:gd name="T25" fmla="*/ 1302 h 225"/>
                <a:gd name="T26" fmla="*/ 835 w 225"/>
                <a:gd name="T27" fmla="*/ 1093 h 225"/>
                <a:gd name="T28" fmla="*/ 1093 w 225"/>
                <a:gd name="T29" fmla="*/ 1093 h 225"/>
                <a:gd name="T30" fmla="*/ 1093 w 225"/>
                <a:gd name="T31" fmla="*/ 742 h 225"/>
                <a:gd name="T32" fmla="*/ 1302 w 225"/>
                <a:gd name="T33" fmla="*/ 689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25"/>
                <a:gd name="T52" fmla="*/ 0 h 225"/>
                <a:gd name="T53" fmla="*/ 225 w 225"/>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25" h="225">
                  <a:moveTo>
                    <a:pt x="225" y="119"/>
                  </a:moveTo>
                  <a:cubicBezTo>
                    <a:pt x="225" y="74"/>
                    <a:pt x="189" y="101"/>
                    <a:pt x="189" y="92"/>
                  </a:cubicBezTo>
                  <a:cubicBezTo>
                    <a:pt x="189" y="83"/>
                    <a:pt x="189" y="45"/>
                    <a:pt x="189" y="45"/>
                  </a:cubicBezTo>
                  <a:cubicBezTo>
                    <a:pt x="189" y="45"/>
                    <a:pt x="180" y="54"/>
                    <a:pt x="144" y="45"/>
                  </a:cubicBezTo>
                  <a:cubicBezTo>
                    <a:pt x="108" y="36"/>
                    <a:pt x="162" y="0"/>
                    <a:pt x="113" y="0"/>
                  </a:cubicBezTo>
                  <a:cubicBezTo>
                    <a:pt x="81" y="0"/>
                    <a:pt x="117" y="36"/>
                    <a:pt x="90" y="36"/>
                  </a:cubicBezTo>
                  <a:cubicBezTo>
                    <a:pt x="63" y="36"/>
                    <a:pt x="45" y="45"/>
                    <a:pt x="45" y="45"/>
                  </a:cubicBezTo>
                  <a:cubicBezTo>
                    <a:pt x="45" y="45"/>
                    <a:pt x="54" y="72"/>
                    <a:pt x="45" y="90"/>
                  </a:cubicBezTo>
                  <a:cubicBezTo>
                    <a:pt x="36" y="108"/>
                    <a:pt x="0" y="72"/>
                    <a:pt x="0" y="108"/>
                  </a:cubicBezTo>
                  <a:cubicBezTo>
                    <a:pt x="0" y="162"/>
                    <a:pt x="45" y="103"/>
                    <a:pt x="45" y="135"/>
                  </a:cubicBezTo>
                  <a:cubicBezTo>
                    <a:pt x="45" y="162"/>
                    <a:pt x="45" y="189"/>
                    <a:pt x="45" y="189"/>
                  </a:cubicBezTo>
                  <a:cubicBezTo>
                    <a:pt x="45" y="189"/>
                    <a:pt x="81" y="189"/>
                    <a:pt x="90" y="189"/>
                  </a:cubicBezTo>
                  <a:cubicBezTo>
                    <a:pt x="99" y="189"/>
                    <a:pt x="63" y="225"/>
                    <a:pt x="117" y="225"/>
                  </a:cubicBezTo>
                  <a:cubicBezTo>
                    <a:pt x="162" y="225"/>
                    <a:pt x="117" y="189"/>
                    <a:pt x="144" y="189"/>
                  </a:cubicBezTo>
                  <a:cubicBezTo>
                    <a:pt x="171" y="189"/>
                    <a:pt x="189" y="189"/>
                    <a:pt x="189" y="189"/>
                  </a:cubicBezTo>
                  <a:cubicBezTo>
                    <a:pt x="189" y="189"/>
                    <a:pt x="189" y="164"/>
                    <a:pt x="189" y="128"/>
                  </a:cubicBezTo>
                  <a:cubicBezTo>
                    <a:pt x="189" y="119"/>
                    <a:pt x="225" y="155"/>
                    <a:pt x="225" y="119"/>
                  </a:cubicBezTo>
                  <a:close/>
                </a:path>
              </a:pathLst>
            </a:custGeom>
            <a:solidFill>
              <a:srgbClr val="FFFFFF"/>
            </a:solidFill>
            <a:ln w="9525">
              <a:noFill/>
              <a:round/>
            </a:ln>
          </p:spPr>
          <p:txBody>
            <a:bodyPr/>
            <a:lstStyle/>
            <a:p>
              <a:endParaRPr lang="en-GB" sz="1815"/>
            </a:p>
          </p:txBody>
        </p:sp>
        <p:sp>
          <p:nvSpPr>
            <p:cNvPr id="165" name="Freeform 83"/>
            <p:cNvSpPr/>
            <p:nvPr/>
          </p:nvSpPr>
          <p:spPr bwMode="auto">
            <a:xfrm>
              <a:off x="5240717" y="2808727"/>
              <a:ext cx="502480" cy="519257"/>
            </a:xfrm>
            <a:custGeom>
              <a:avLst/>
              <a:gdLst>
                <a:gd name="T0" fmla="*/ 158 w 216"/>
                <a:gd name="T1" fmla="*/ 567 h 224"/>
                <a:gd name="T2" fmla="*/ 0 w 216"/>
                <a:gd name="T3" fmla="*/ 669 h 224"/>
                <a:gd name="T4" fmla="*/ 158 w 216"/>
                <a:gd name="T5" fmla="*/ 827 h 224"/>
                <a:gd name="T6" fmla="*/ 158 w 216"/>
                <a:gd name="T7" fmla="*/ 1086 h 224"/>
                <a:gd name="T8" fmla="*/ 474 w 216"/>
                <a:gd name="T9" fmla="*/ 1086 h 224"/>
                <a:gd name="T10" fmla="*/ 578 w 216"/>
                <a:gd name="T11" fmla="*/ 1294 h 224"/>
                <a:gd name="T12" fmla="*/ 684 w 216"/>
                <a:gd name="T13" fmla="*/ 1086 h 224"/>
                <a:gd name="T14" fmla="*/ 1000 w 216"/>
                <a:gd name="T15" fmla="*/ 1086 h 224"/>
                <a:gd name="T16" fmla="*/ 1000 w 216"/>
                <a:gd name="T17" fmla="*/ 827 h 224"/>
                <a:gd name="T18" fmla="*/ 1262 w 216"/>
                <a:gd name="T19" fmla="*/ 669 h 224"/>
                <a:gd name="T20" fmla="*/ 1000 w 216"/>
                <a:gd name="T21" fmla="*/ 515 h 224"/>
                <a:gd name="T22" fmla="*/ 1000 w 216"/>
                <a:gd name="T23" fmla="*/ 260 h 224"/>
                <a:gd name="T24" fmla="*/ 737 w 216"/>
                <a:gd name="T25" fmla="*/ 210 h 224"/>
                <a:gd name="T26" fmla="*/ 555 w 216"/>
                <a:gd name="T27" fmla="*/ 0 h 224"/>
                <a:gd name="T28" fmla="*/ 421 w 216"/>
                <a:gd name="T29" fmla="*/ 210 h 224"/>
                <a:gd name="T30" fmla="*/ 158 w 216"/>
                <a:gd name="T31" fmla="*/ 260 h 224"/>
                <a:gd name="T32" fmla="*/ 158 w 216"/>
                <a:gd name="T33" fmla="*/ 567 h 22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6"/>
                <a:gd name="T52" fmla="*/ 0 h 224"/>
                <a:gd name="T53" fmla="*/ 216 w 216"/>
                <a:gd name="T54" fmla="*/ 224 h 22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6" h="224">
                  <a:moveTo>
                    <a:pt x="27" y="98"/>
                  </a:moveTo>
                  <a:cubicBezTo>
                    <a:pt x="27" y="116"/>
                    <a:pt x="0" y="71"/>
                    <a:pt x="0" y="116"/>
                  </a:cubicBezTo>
                  <a:cubicBezTo>
                    <a:pt x="0" y="161"/>
                    <a:pt x="27" y="134"/>
                    <a:pt x="27" y="143"/>
                  </a:cubicBezTo>
                  <a:cubicBezTo>
                    <a:pt x="27" y="152"/>
                    <a:pt x="27" y="188"/>
                    <a:pt x="27" y="188"/>
                  </a:cubicBezTo>
                  <a:cubicBezTo>
                    <a:pt x="27" y="188"/>
                    <a:pt x="72" y="188"/>
                    <a:pt x="81" y="188"/>
                  </a:cubicBezTo>
                  <a:cubicBezTo>
                    <a:pt x="90" y="188"/>
                    <a:pt x="63" y="224"/>
                    <a:pt x="99" y="224"/>
                  </a:cubicBezTo>
                  <a:cubicBezTo>
                    <a:pt x="135" y="224"/>
                    <a:pt x="108" y="188"/>
                    <a:pt x="117" y="188"/>
                  </a:cubicBezTo>
                  <a:cubicBezTo>
                    <a:pt x="126" y="188"/>
                    <a:pt x="171" y="188"/>
                    <a:pt x="171" y="188"/>
                  </a:cubicBezTo>
                  <a:cubicBezTo>
                    <a:pt x="171" y="188"/>
                    <a:pt x="171" y="152"/>
                    <a:pt x="171" y="143"/>
                  </a:cubicBezTo>
                  <a:cubicBezTo>
                    <a:pt x="171" y="134"/>
                    <a:pt x="216" y="161"/>
                    <a:pt x="216" y="116"/>
                  </a:cubicBezTo>
                  <a:cubicBezTo>
                    <a:pt x="216" y="62"/>
                    <a:pt x="171" y="107"/>
                    <a:pt x="171" y="89"/>
                  </a:cubicBezTo>
                  <a:cubicBezTo>
                    <a:pt x="171" y="71"/>
                    <a:pt x="171" y="45"/>
                    <a:pt x="171" y="45"/>
                  </a:cubicBezTo>
                  <a:cubicBezTo>
                    <a:pt x="171" y="45"/>
                    <a:pt x="162" y="45"/>
                    <a:pt x="126" y="36"/>
                  </a:cubicBezTo>
                  <a:cubicBezTo>
                    <a:pt x="90" y="27"/>
                    <a:pt x="144" y="0"/>
                    <a:pt x="95" y="0"/>
                  </a:cubicBezTo>
                  <a:cubicBezTo>
                    <a:pt x="63" y="0"/>
                    <a:pt x="90" y="18"/>
                    <a:pt x="72" y="36"/>
                  </a:cubicBezTo>
                  <a:cubicBezTo>
                    <a:pt x="63" y="45"/>
                    <a:pt x="27" y="45"/>
                    <a:pt x="27" y="45"/>
                  </a:cubicBezTo>
                  <a:cubicBezTo>
                    <a:pt x="36" y="72"/>
                    <a:pt x="27" y="71"/>
                    <a:pt x="27" y="98"/>
                  </a:cubicBezTo>
                  <a:close/>
                </a:path>
              </a:pathLst>
            </a:custGeom>
            <a:solidFill>
              <a:srgbClr val="FFFFFF"/>
            </a:solidFill>
            <a:ln w="9525">
              <a:noFill/>
              <a:round/>
            </a:ln>
          </p:spPr>
          <p:txBody>
            <a:bodyPr/>
            <a:lstStyle/>
            <a:p>
              <a:endParaRPr lang="en-GB" sz="1815"/>
            </a:p>
          </p:txBody>
        </p:sp>
        <p:sp>
          <p:nvSpPr>
            <p:cNvPr id="166" name="Freeform 84"/>
            <p:cNvSpPr/>
            <p:nvPr/>
          </p:nvSpPr>
          <p:spPr bwMode="auto">
            <a:xfrm>
              <a:off x="6953542" y="3851117"/>
              <a:ext cx="355224" cy="479215"/>
            </a:xfrm>
            <a:custGeom>
              <a:avLst/>
              <a:gdLst>
                <a:gd name="T0" fmla="*/ 471 w 153"/>
                <a:gd name="T1" fmla="*/ 0 h 207"/>
                <a:gd name="T2" fmla="*/ 365 w 153"/>
                <a:gd name="T3" fmla="*/ 154 h 207"/>
                <a:gd name="T4" fmla="*/ 52 w 153"/>
                <a:gd name="T5" fmla="*/ 154 h 207"/>
                <a:gd name="T6" fmla="*/ 52 w 153"/>
                <a:gd name="T7" fmla="*/ 364 h 207"/>
                <a:gd name="T8" fmla="*/ 210 w 153"/>
                <a:gd name="T9" fmla="*/ 518 h 207"/>
                <a:gd name="T10" fmla="*/ 0 w 153"/>
                <a:gd name="T11" fmla="*/ 674 h 207"/>
                <a:gd name="T12" fmla="*/ 52 w 153"/>
                <a:gd name="T13" fmla="*/ 982 h 207"/>
                <a:gd name="T14" fmla="*/ 313 w 153"/>
                <a:gd name="T15" fmla="*/ 982 h 207"/>
                <a:gd name="T16" fmla="*/ 471 w 153"/>
                <a:gd name="T17" fmla="*/ 1192 h 207"/>
                <a:gd name="T18" fmla="*/ 627 w 153"/>
                <a:gd name="T19" fmla="*/ 982 h 207"/>
                <a:gd name="T20" fmla="*/ 888 w 153"/>
                <a:gd name="T21" fmla="*/ 982 h 207"/>
                <a:gd name="T22" fmla="*/ 888 w 153"/>
                <a:gd name="T23" fmla="*/ 624 h 207"/>
                <a:gd name="T24" fmla="*/ 730 w 153"/>
                <a:gd name="T25" fmla="*/ 518 h 207"/>
                <a:gd name="T26" fmla="*/ 888 w 153"/>
                <a:gd name="T27" fmla="*/ 414 h 207"/>
                <a:gd name="T28" fmla="*/ 888 w 153"/>
                <a:gd name="T29" fmla="*/ 154 h 207"/>
                <a:gd name="T30" fmla="*/ 627 w 153"/>
                <a:gd name="T31" fmla="*/ 154 h 207"/>
                <a:gd name="T32" fmla="*/ 471 w 153"/>
                <a:gd name="T33" fmla="*/ 0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07"/>
                <a:gd name="T53" fmla="*/ 153 w 153"/>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07">
                  <a:moveTo>
                    <a:pt x="81" y="0"/>
                  </a:moveTo>
                  <a:cubicBezTo>
                    <a:pt x="36" y="0"/>
                    <a:pt x="81" y="27"/>
                    <a:pt x="63" y="27"/>
                  </a:cubicBezTo>
                  <a:cubicBezTo>
                    <a:pt x="36" y="27"/>
                    <a:pt x="36" y="36"/>
                    <a:pt x="9" y="27"/>
                  </a:cubicBezTo>
                  <a:cubicBezTo>
                    <a:pt x="9" y="27"/>
                    <a:pt x="18" y="36"/>
                    <a:pt x="9" y="63"/>
                  </a:cubicBezTo>
                  <a:cubicBezTo>
                    <a:pt x="0" y="90"/>
                    <a:pt x="36" y="54"/>
                    <a:pt x="36" y="90"/>
                  </a:cubicBezTo>
                  <a:cubicBezTo>
                    <a:pt x="36" y="117"/>
                    <a:pt x="0" y="90"/>
                    <a:pt x="0" y="117"/>
                  </a:cubicBezTo>
                  <a:cubicBezTo>
                    <a:pt x="0" y="126"/>
                    <a:pt x="9" y="171"/>
                    <a:pt x="9" y="171"/>
                  </a:cubicBezTo>
                  <a:cubicBezTo>
                    <a:pt x="9" y="171"/>
                    <a:pt x="27" y="171"/>
                    <a:pt x="54" y="171"/>
                  </a:cubicBezTo>
                  <a:cubicBezTo>
                    <a:pt x="81" y="171"/>
                    <a:pt x="36" y="207"/>
                    <a:pt x="81" y="207"/>
                  </a:cubicBezTo>
                  <a:cubicBezTo>
                    <a:pt x="135" y="207"/>
                    <a:pt x="99" y="171"/>
                    <a:pt x="108" y="171"/>
                  </a:cubicBezTo>
                  <a:cubicBezTo>
                    <a:pt x="117" y="171"/>
                    <a:pt x="153" y="171"/>
                    <a:pt x="153" y="171"/>
                  </a:cubicBezTo>
                  <a:cubicBezTo>
                    <a:pt x="153" y="171"/>
                    <a:pt x="153" y="117"/>
                    <a:pt x="153" y="108"/>
                  </a:cubicBezTo>
                  <a:cubicBezTo>
                    <a:pt x="153" y="99"/>
                    <a:pt x="126" y="126"/>
                    <a:pt x="126" y="90"/>
                  </a:cubicBezTo>
                  <a:cubicBezTo>
                    <a:pt x="126" y="54"/>
                    <a:pt x="153" y="90"/>
                    <a:pt x="153" y="72"/>
                  </a:cubicBezTo>
                  <a:cubicBezTo>
                    <a:pt x="153" y="54"/>
                    <a:pt x="153" y="27"/>
                    <a:pt x="153" y="27"/>
                  </a:cubicBezTo>
                  <a:cubicBezTo>
                    <a:pt x="153" y="27"/>
                    <a:pt x="117" y="27"/>
                    <a:pt x="108" y="27"/>
                  </a:cubicBezTo>
                  <a:cubicBezTo>
                    <a:pt x="99" y="27"/>
                    <a:pt x="126" y="0"/>
                    <a:pt x="81" y="0"/>
                  </a:cubicBezTo>
                  <a:close/>
                </a:path>
              </a:pathLst>
            </a:custGeom>
            <a:solidFill>
              <a:srgbClr val="FFFFFF"/>
            </a:solidFill>
            <a:ln w="9525">
              <a:noFill/>
              <a:round/>
            </a:ln>
          </p:spPr>
          <p:txBody>
            <a:bodyPr/>
            <a:lstStyle/>
            <a:p>
              <a:endParaRPr lang="en-GB" sz="1815"/>
            </a:p>
          </p:txBody>
        </p:sp>
        <p:sp>
          <p:nvSpPr>
            <p:cNvPr id="167" name="Freeform 85"/>
            <p:cNvSpPr/>
            <p:nvPr/>
          </p:nvSpPr>
          <p:spPr bwMode="auto">
            <a:xfrm>
              <a:off x="6285721" y="5186719"/>
              <a:ext cx="355224" cy="418506"/>
            </a:xfrm>
            <a:custGeom>
              <a:avLst/>
              <a:gdLst>
                <a:gd name="T0" fmla="*/ 730 w 153"/>
                <a:gd name="T1" fmla="*/ 628 h 180"/>
                <a:gd name="T2" fmla="*/ 888 w 153"/>
                <a:gd name="T3" fmla="*/ 473 h 180"/>
                <a:gd name="T4" fmla="*/ 888 w 153"/>
                <a:gd name="T5" fmla="*/ 158 h 180"/>
                <a:gd name="T6" fmla="*/ 523 w 153"/>
                <a:gd name="T7" fmla="*/ 158 h 180"/>
                <a:gd name="T8" fmla="*/ 417 w 153"/>
                <a:gd name="T9" fmla="*/ 0 h 180"/>
                <a:gd name="T10" fmla="*/ 313 w 153"/>
                <a:gd name="T11" fmla="*/ 158 h 180"/>
                <a:gd name="T12" fmla="*/ 52 w 153"/>
                <a:gd name="T13" fmla="*/ 158 h 180"/>
                <a:gd name="T14" fmla="*/ 52 w 153"/>
                <a:gd name="T15" fmla="*/ 365 h 180"/>
                <a:gd name="T16" fmla="*/ 210 w 153"/>
                <a:gd name="T17" fmla="*/ 526 h 180"/>
                <a:gd name="T18" fmla="*/ 0 w 153"/>
                <a:gd name="T19" fmla="*/ 684 h 180"/>
                <a:gd name="T20" fmla="*/ 52 w 153"/>
                <a:gd name="T21" fmla="*/ 997 h 180"/>
                <a:gd name="T22" fmla="*/ 365 w 153"/>
                <a:gd name="T23" fmla="*/ 997 h 180"/>
                <a:gd name="T24" fmla="*/ 523 w 153"/>
                <a:gd name="T25" fmla="*/ 839 h 180"/>
                <a:gd name="T26" fmla="*/ 678 w 153"/>
                <a:gd name="T27" fmla="*/ 1049 h 180"/>
                <a:gd name="T28" fmla="*/ 888 w 153"/>
                <a:gd name="T29" fmla="*/ 997 h 180"/>
                <a:gd name="T30" fmla="*/ 888 w 153"/>
                <a:gd name="T31" fmla="*/ 736 h 180"/>
                <a:gd name="T32" fmla="*/ 730 w 153"/>
                <a:gd name="T33" fmla="*/ 628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126" y="108"/>
                  </a:moveTo>
                  <a:cubicBezTo>
                    <a:pt x="126" y="54"/>
                    <a:pt x="153" y="90"/>
                    <a:pt x="153" y="81"/>
                  </a:cubicBezTo>
                  <a:cubicBezTo>
                    <a:pt x="153" y="72"/>
                    <a:pt x="153" y="27"/>
                    <a:pt x="153" y="27"/>
                  </a:cubicBezTo>
                  <a:cubicBezTo>
                    <a:pt x="153" y="27"/>
                    <a:pt x="108" y="27"/>
                    <a:pt x="90" y="27"/>
                  </a:cubicBezTo>
                  <a:cubicBezTo>
                    <a:pt x="72" y="27"/>
                    <a:pt x="108" y="0"/>
                    <a:pt x="72" y="0"/>
                  </a:cubicBezTo>
                  <a:cubicBezTo>
                    <a:pt x="36" y="0"/>
                    <a:pt x="63" y="27"/>
                    <a:pt x="54" y="27"/>
                  </a:cubicBezTo>
                  <a:cubicBezTo>
                    <a:pt x="45" y="27"/>
                    <a:pt x="9" y="27"/>
                    <a:pt x="9" y="27"/>
                  </a:cubicBezTo>
                  <a:cubicBezTo>
                    <a:pt x="9" y="27"/>
                    <a:pt x="18" y="36"/>
                    <a:pt x="9" y="63"/>
                  </a:cubicBezTo>
                  <a:cubicBezTo>
                    <a:pt x="0" y="90"/>
                    <a:pt x="36" y="54"/>
                    <a:pt x="36" y="90"/>
                  </a:cubicBezTo>
                  <a:cubicBezTo>
                    <a:pt x="36" y="117"/>
                    <a:pt x="0" y="90"/>
                    <a:pt x="0" y="117"/>
                  </a:cubicBezTo>
                  <a:cubicBezTo>
                    <a:pt x="0" y="126"/>
                    <a:pt x="9" y="171"/>
                    <a:pt x="9" y="171"/>
                  </a:cubicBezTo>
                  <a:cubicBezTo>
                    <a:pt x="36" y="162"/>
                    <a:pt x="45" y="171"/>
                    <a:pt x="63" y="171"/>
                  </a:cubicBezTo>
                  <a:cubicBezTo>
                    <a:pt x="81" y="171"/>
                    <a:pt x="45" y="135"/>
                    <a:pt x="90" y="144"/>
                  </a:cubicBezTo>
                  <a:cubicBezTo>
                    <a:pt x="135" y="153"/>
                    <a:pt x="99" y="180"/>
                    <a:pt x="117" y="180"/>
                  </a:cubicBezTo>
                  <a:cubicBezTo>
                    <a:pt x="135" y="180"/>
                    <a:pt x="153" y="171"/>
                    <a:pt x="153" y="171"/>
                  </a:cubicBezTo>
                  <a:cubicBezTo>
                    <a:pt x="153" y="171"/>
                    <a:pt x="153" y="144"/>
                    <a:pt x="153" y="126"/>
                  </a:cubicBezTo>
                  <a:cubicBezTo>
                    <a:pt x="153" y="108"/>
                    <a:pt x="126" y="144"/>
                    <a:pt x="126" y="108"/>
                  </a:cubicBezTo>
                  <a:close/>
                </a:path>
              </a:pathLst>
            </a:custGeom>
            <a:solidFill>
              <a:srgbClr val="FFFFFF"/>
            </a:solidFill>
            <a:ln w="9525">
              <a:noFill/>
              <a:round/>
            </a:ln>
          </p:spPr>
          <p:txBody>
            <a:bodyPr/>
            <a:lstStyle/>
            <a:p>
              <a:endParaRPr lang="en-GB" sz="1815"/>
            </a:p>
          </p:txBody>
        </p:sp>
        <p:sp>
          <p:nvSpPr>
            <p:cNvPr id="168" name="Freeform 86"/>
            <p:cNvSpPr/>
            <p:nvPr/>
          </p:nvSpPr>
          <p:spPr bwMode="auto">
            <a:xfrm>
              <a:off x="6974209" y="5166052"/>
              <a:ext cx="439186" cy="501174"/>
            </a:xfrm>
            <a:custGeom>
              <a:avLst/>
              <a:gdLst>
                <a:gd name="T0" fmla="*/ 430 w 189"/>
                <a:gd name="T1" fmla="*/ 0 h 216"/>
                <a:gd name="T2" fmla="*/ 275 w 189"/>
                <a:gd name="T3" fmla="*/ 210 h 216"/>
                <a:gd name="T4" fmla="*/ 0 w 189"/>
                <a:gd name="T5" fmla="*/ 210 h 216"/>
                <a:gd name="T6" fmla="*/ 0 w 189"/>
                <a:gd name="T7" fmla="*/ 523 h 216"/>
                <a:gd name="T8" fmla="*/ 210 w 189"/>
                <a:gd name="T9" fmla="*/ 677 h 216"/>
                <a:gd name="T10" fmla="*/ 0 w 189"/>
                <a:gd name="T11" fmla="*/ 783 h 216"/>
                <a:gd name="T12" fmla="*/ 0 w 189"/>
                <a:gd name="T13" fmla="*/ 1042 h 216"/>
                <a:gd name="T14" fmla="*/ 313 w 189"/>
                <a:gd name="T15" fmla="*/ 1042 h 216"/>
                <a:gd name="T16" fmla="*/ 421 w 189"/>
                <a:gd name="T17" fmla="*/ 1252 h 216"/>
                <a:gd name="T18" fmla="*/ 523 w 189"/>
                <a:gd name="T19" fmla="*/ 1042 h 216"/>
                <a:gd name="T20" fmla="*/ 838 w 189"/>
                <a:gd name="T21" fmla="*/ 1042 h 216"/>
                <a:gd name="T22" fmla="*/ 838 w 189"/>
                <a:gd name="T23" fmla="*/ 783 h 216"/>
                <a:gd name="T24" fmla="*/ 1101 w 189"/>
                <a:gd name="T25" fmla="*/ 625 h 216"/>
                <a:gd name="T26" fmla="*/ 838 w 189"/>
                <a:gd name="T27" fmla="*/ 471 h 216"/>
                <a:gd name="T28" fmla="*/ 838 w 189"/>
                <a:gd name="T29" fmla="*/ 210 h 216"/>
                <a:gd name="T30" fmla="*/ 482 w 189"/>
                <a:gd name="T31" fmla="*/ 210 h 216"/>
                <a:gd name="T32" fmla="*/ 430 w 189"/>
                <a:gd name="T33" fmla="*/ 0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16"/>
                <a:gd name="T53" fmla="*/ 189 w 189"/>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16">
                  <a:moveTo>
                    <a:pt x="74" y="0"/>
                  </a:moveTo>
                  <a:cubicBezTo>
                    <a:pt x="29" y="0"/>
                    <a:pt x="56" y="36"/>
                    <a:pt x="47" y="36"/>
                  </a:cubicBezTo>
                  <a:cubicBezTo>
                    <a:pt x="38"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45" y="180"/>
                    <a:pt x="54" y="180"/>
                  </a:cubicBezTo>
                  <a:cubicBezTo>
                    <a:pt x="63" y="180"/>
                    <a:pt x="36" y="216"/>
                    <a:pt x="72" y="216"/>
                  </a:cubicBezTo>
                  <a:cubicBezTo>
                    <a:pt x="108" y="216"/>
                    <a:pt x="81" y="180"/>
                    <a:pt x="90" y="180"/>
                  </a:cubicBezTo>
                  <a:cubicBezTo>
                    <a:pt x="99" y="180"/>
                    <a:pt x="144" y="180"/>
                    <a:pt x="144" y="180"/>
                  </a:cubicBezTo>
                  <a:cubicBezTo>
                    <a:pt x="144" y="180"/>
                    <a:pt x="144" y="144"/>
                    <a:pt x="144" y="135"/>
                  </a:cubicBezTo>
                  <a:cubicBezTo>
                    <a:pt x="144" y="126"/>
                    <a:pt x="189" y="153"/>
                    <a:pt x="189" y="108"/>
                  </a:cubicBezTo>
                  <a:cubicBezTo>
                    <a:pt x="189" y="54"/>
                    <a:pt x="144" y="99"/>
                    <a:pt x="144" y="81"/>
                  </a:cubicBezTo>
                  <a:cubicBezTo>
                    <a:pt x="144" y="63"/>
                    <a:pt x="144" y="36"/>
                    <a:pt x="144" y="36"/>
                  </a:cubicBezTo>
                  <a:cubicBezTo>
                    <a:pt x="144" y="36"/>
                    <a:pt x="119" y="36"/>
                    <a:pt x="83" y="36"/>
                  </a:cubicBezTo>
                  <a:cubicBezTo>
                    <a:pt x="74" y="36"/>
                    <a:pt x="110" y="0"/>
                    <a:pt x="74" y="0"/>
                  </a:cubicBezTo>
                  <a:close/>
                </a:path>
              </a:pathLst>
            </a:custGeom>
            <a:solidFill>
              <a:srgbClr val="FFFFFF"/>
            </a:solidFill>
            <a:ln w="9525">
              <a:noFill/>
              <a:round/>
            </a:ln>
          </p:spPr>
          <p:txBody>
            <a:bodyPr/>
            <a:lstStyle/>
            <a:p>
              <a:endParaRPr lang="en-GB" sz="1815"/>
            </a:p>
          </p:txBody>
        </p:sp>
        <p:sp>
          <p:nvSpPr>
            <p:cNvPr id="169" name="Freeform 87"/>
            <p:cNvSpPr/>
            <p:nvPr/>
          </p:nvSpPr>
          <p:spPr bwMode="auto">
            <a:xfrm>
              <a:off x="6556983" y="2890103"/>
              <a:ext cx="439186" cy="355213"/>
            </a:xfrm>
            <a:custGeom>
              <a:avLst/>
              <a:gdLst>
                <a:gd name="T0" fmla="*/ 0 w 189"/>
                <a:gd name="T1" fmla="*/ 458 h 153"/>
                <a:gd name="T2" fmla="*/ 210 w 189"/>
                <a:gd name="T3" fmla="*/ 617 h 153"/>
                <a:gd name="T4" fmla="*/ 210 w 189"/>
                <a:gd name="T5" fmla="*/ 888 h 153"/>
                <a:gd name="T6" fmla="*/ 523 w 189"/>
                <a:gd name="T7" fmla="*/ 888 h 153"/>
                <a:gd name="T8" fmla="*/ 680 w 189"/>
                <a:gd name="T9" fmla="*/ 678 h 153"/>
                <a:gd name="T10" fmla="*/ 786 w 189"/>
                <a:gd name="T11" fmla="*/ 888 h 153"/>
                <a:gd name="T12" fmla="*/ 1049 w 189"/>
                <a:gd name="T13" fmla="*/ 888 h 153"/>
                <a:gd name="T14" fmla="*/ 1101 w 189"/>
                <a:gd name="T15" fmla="*/ 678 h 153"/>
                <a:gd name="T16" fmla="*/ 890 w 189"/>
                <a:gd name="T17" fmla="*/ 523 h 153"/>
                <a:gd name="T18" fmla="*/ 1049 w 189"/>
                <a:gd name="T19" fmla="*/ 365 h 153"/>
                <a:gd name="T20" fmla="*/ 1049 w 189"/>
                <a:gd name="T21" fmla="*/ 52 h 153"/>
                <a:gd name="T22" fmla="*/ 838 w 189"/>
                <a:gd name="T23" fmla="*/ 52 h 153"/>
                <a:gd name="T24" fmla="*/ 680 w 189"/>
                <a:gd name="T25" fmla="*/ 210 h 153"/>
                <a:gd name="T26" fmla="*/ 523 w 189"/>
                <a:gd name="T27" fmla="*/ 0 h 153"/>
                <a:gd name="T28" fmla="*/ 210 w 189"/>
                <a:gd name="T29" fmla="*/ 52 h 153"/>
                <a:gd name="T30" fmla="*/ 210 w 189"/>
                <a:gd name="T31" fmla="*/ 406 h 153"/>
                <a:gd name="T32" fmla="*/ 0 w 189"/>
                <a:gd name="T33" fmla="*/ 458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53"/>
                <a:gd name="T53" fmla="*/ 189 w 189"/>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53">
                  <a:moveTo>
                    <a:pt x="0" y="79"/>
                  </a:moveTo>
                  <a:cubicBezTo>
                    <a:pt x="0" y="124"/>
                    <a:pt x="36" y="97"/>
                    <a:pt x="36" y="106"/>
                  </a:cubicBezTo>
                  <a:cubicBezTo>
                    <a:pt x="36" y="115"/>
                    <a:pt x="36" y="153"/>
                    <a:pt x="36" y="153"/>
                  </a:cubicBezTo>
                  <a:cubicBezTo>
                    <a:pt x="63" y="153"/>
                    <a:pt x="70" y="153"/>
                    <a:pt x="90" y="153"/>
                  </a:cubicBezTo>
                  <a:cubicBezTo>
                    <a:pt x="108" y="153"/>
                    <a:pt x="71" y="117"/>
                    <a:pt x="117" y="117"/>
                  </a:cubicBezTo>
                  <a:cubicBezTo>
                    <a:pt x="162" y="117"/>
                    <a:pt x="117" y="153"/>
                    <a:pt x="135" y="153"/>
                  </a:cubicBezTo>
                  <a:cubicBezTo>
                    <a:pt x="153" y="153"/>
                    <a:pt x="180" y="153"/>
                    <a:pt x="180" y="153"/>
                  </a:cubicBezTo>
                  <a:cubicBezTo>
                    <a:pt x="180" y="153"/>
                    <a:pt x="189" y="135"/>
                    <a:pt x="189" y="117"/>
                  </a:cubicBezTo>
                  <a:cubicBezTo>
                    <a:pt x="189" y="99"/>
                    <a:pt x="162" y="135"/>
                    <a:pt x="153" y="90"/>
                  </a:cubicBezTo>
                  <a:cubicBezTo>
                    <a:pt x="144" y="45"/>
                    <a:pt x="180" y="81"/>
                    <a:pt x="180" y="63"/>
                  </a:cubicBezTo>
                  <a:cubicBezTo>
                    <a:pt x="180" y="45"/>
                    <a:pt x="171" y="36"/>
                    <a:pt x="180" y="9"/>
                  </a:cubicBezTo>
                  <a:cubicBezTo>
                    <a:pt x="180" y="9"/>
                    <a:pt x="171" y="18"/>
                    <a:pt x="144" y="9"/>
                  </a:cubicBezTo>
                  <a:cubicBezTo>
                    <a:pt x="117" y="0"/>
                    <a:pt x="153" y="36"/>
                    <a:pt x="117" y="36"/>
                  </a:cubicBezTo>
                  <a:cubicBezTo>
                    <a:pt x="90" y="36"/>
                    <a:pt x="117" y="0"/>
                    <a:pt x="90" y="0"/>
                  </a:cubicBezTo>
                  <a:cubicBezTo>
                    <a:pt x="81" y="0"/>
                    <a:pt x="36" y="9"/>
                    <a:pt x="36" y="9"/>
                  </a:cubicBezTo>
                  <a:cubicBezTo>
                    <a:pt x="36" y="9"/>
                    <a:pt x="36" y="34"/>
                    <a:pt x="36" y="70"/>
                  </a:cubicBezTo>
                  <a:cubicBezTo>
                    <a:pt x="36" y="79"/>
                    <a:pt x="0" y="43"/>
                    <a:pt x="0" y="79"/>
                  </a:cubicBezTo>
                  <a:close/>
                </a:path>
              </a:pathLst>
            </a:custGeom>
            <a:solidFill>
              <a:srgbClr val="FFFFFF"/>
            </a:solidFill>
            <a:ln w="9525">
              <a:noFill/>
              <a:round/>
            </a:ln>
          </p:spPr>
          <p:txBody>
            <a:bodyPr/>
            <a:lstStyle/>
            <a:p>
              <a:endParaRPr lang="en-GB" sz="1815"/>
            </a:p>
          </p:txBody>
        </p:sp>
        <p:sp>
          <p:nvSpPr>
            <p:cNvPr id="170" name="Freeform 88"/>
            <p:cNvSpPr/>
            <p:nvPr/>
          </p:nvSpPr>
          <p:spPr bwMode="auto">
            <a:xfrm>
              <a:off x="6974209" y="4477584"/>
              <a:ext cx="334556" cy="542508"/>
            </a:xfrm>
            <a:custGeom>
              <a:avLst/>
              <a:gdLst>
                <a:gd name="T0" fmla="*/ 365 w 144"/>
                <a:gd name="T1" fmla="*/ 0 h 234"/>
                <a:gd name="T2" fmla="*/ 263 w 144"/>
                <a:gd name="T3" fmla="*/ 260 h 234"/>
                <a:gd name="T4" fmla="*/ 0 w 144"/>
                <a:gd name="T5" fmla="*/ 260 h 234"/>
                <a:gd name="T6" fmla="*/ 0 w 144"/>
                <a:gd name="T7" fmla="*/ 495 h 234"/>
                <a:gd name="T8" fmla="*/ 158 w 144"/>
                <a:gd name="T9" fmla="*/ 653 h 234"/>
                <a:gd name="T10" fmla="*/ 0 w 144"/>
                <a:gd name="T11" fmla="*/ 757 h 234"/>
                <a:gd name="T12" fmla="*/ 0 w 144"/>
                <a:gd name="T13" fmla="*/ 1091 h 234"/>
                <a:gd name="T14" fmla="*/ 263 w 144"/>
                <a:gd name="T15" fmla="*/ 1091 h 234"/>
                <a:gd name="T16" fmla="*/ 421 w 144"/>
                <a:gd name="T17" fmla="*/ 1353 h 234"/>
                <a:gd name="T18" fmla="*/ 576 w 144"/>
                <a:gd name="T19" fmla="*/ 1091 h 234"/>
                <a:gd name="T20" fmla="*/ 838 w 144"/>
                <a:gd name="T21" fmla="*/ 1091 h 234"/>
                <a:gd name="T22" fmla="*/ 838 w 144"/>
                <a:gd name="T23" fmla="*/ 779 h 234"/>
                <a:gd name="T24" fmla="*/ 628 w 144"/>
                <a:gd name="T25" fmla="*/ 625 h 234"/>
                <a:gd name="T26" fmla="*/ 838 w 144"/>
                <a:gd name="T27" fmla="*/ 522 h 234"/>
                <a:gd name="T28" fmla="*/ 838 w 144"/>
                <a:gd name="T29" fmla="*/ 260 h 234"/>
                <a:gd name="T30" fmla="*/ 523 w 144"/>
                <a:gd name="T31" fmla="*/ 260 h 234"/>
                <a:gd name="T32" fmla="*/ 365 w 144"/>
                <a:gd name="T33" fmla="*/ 0 h 23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34"/>
                <a:gd name="T53" fmla="*/ 144 w 144"/>
                <a:gd name="T54" fmla="*/ 234 h 23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34">
                  <a:moveTo>
                    <a:pt x="63" y="0"/>
                  </a:moveTo>
                  <a:cubicBezTo>
                    <a:pt x="27" y="0"/>
                    <a:pt x="63" y="36"/>
                    <a:pt x="45" y="45"/>
                  </a:cubicBezTo>
                  <a:cubicBezTo>
                    <a:pt x="27" y="54"/>
                    <a:pt x="0" y="45"/>
                    <a:pt x="0" y="45"/>
                  </a:cubicBezTo>
                  <a:cubicBezTo>
                    <a:pt x="0" y="45"/>
                    <a:pt x="0" y="59"/>
                    <a:pt x="0" y="86"/>
                  </a:cubicBezTo>
                  <a:cubicBezTo>
                    <a:pt x="0" y="113"/>
                    <a:pt x="27" y="77"/>
                    <a:pt x="27" y="113"/>
                  </a:cubicBezTo>
                  <a:cubicBezTo>
                    <a:pt x="27" y="149"/>
                    <a:pt x="0" y="122"/>
                    <a:pt x="0" y="131"/>
                  </a:cubicBezTo>
                  <a:cubicBezTo>
                    <a:pt x="0" y="140"/>
                    <a:pt x="0" y="189"/>
                    <a:pt x="0" y="189"/>
                  </a:cubicBezTo>
                  <a:cubicBezTo>
                    <a:pt x="0" y="189"/>
                    <a:pt x="36" y="189"/>
                    <a:pt x="45" y="189"/>
                  </a:cubicBezTo>
                  <a:cubicBezTo>
                    <a:pt x="54" y="189"/>
                    <a:pt x="27" y="234"/>
                    <a:pt x="72" y="234"/>
                  </a:cubicBezTo>
                  <a:cubicBezTo>
                    <a:pt x="126" y="234"/>
                    <a:pt x="81" y="189"/>
                    <a:pt x="99" y="189"/>
                  </a:cubicBezTo>
                  <a:cubicBezTo>
                    <a:pt x="117" y="189"/>
                    <a:pt x="144" y="189"/>
                    <a:pt x="144" y="189"/>
                  </a:cubicBezTo>
                  <a:cubicBezTo>
                    <a:pt x="144" y="162"/>
                    <a:pt x="144" y="155"/>
                    <a:pt x="144" y="135"/>
                  </a:cubicBezTo>
                  <a:cubicBezTo>
                    <a:pt x="144" y="117"/>
                    <a:pt x="108" y="154"/>
                    <a:pt x="108" y="108"/>
                  </a:cubicBezTo>
                  <a:cubicBezTo>
                    <a:pt x="108" y="63"/>
                    <a:pt x="144" y="108"/>
                    <a:pt x="144" y="90"/>
                  </a:cubicBezTo>
                  <a:cubicBezTo>
                    <a:pt x="144" y="72"/>
                    <a:pt x="144" y="45"/>
                    <a:pt x="144" y="45"/>
                  </a:cubicBezTo>
                  <a:cubicBezTo>
                    <a:pt x="144" y="45"/>
                    <a:pt x="117" y="45"/>
                    <a:pt x="90" y="45"/>
                  </a:cubicBezTo>
                  <a:cubicBezTo>
                    <a:pt x="58" y="45"/>
                    <a:pt x="117" y="0"/>
                    <a:pt x="63" y="0"/>
                  </a:cubicBezTo>
                  <a:close/>
                </a:path>
              </a:pathLst>
            </a:custGeom>
            <a:solidFill>
              <a:srgbClr val="FFFFFF"/>
            </a:solidFill>
            <a:ln w="9525">
              <a:noFill/>
              <a:round/>
            </a:ln>
          </p:spPr>
          <p:txBody>
            <a:bodyPr/>
            <a:lstStyle/>
            <a:p>
              <a:endParaRPr lang="en-GB" sz="1815"/>
            </a:p>
          </p:txBody>
        </p:sp>
        <p:sp>
          <p:nvSpPr>
            <p:cNvPr id="171" name="Freeform 89"/>
            <p:cNvSpPr/>
            <p:nvPr/>
          </p:nvSpPr>
          <p:spPr bwMode="auto">
            <a:xfrm>
              <a:off x="6956125" y="3224650"/>
              <a:ext cx="457270" cy="375880"/>
            </a:xfrm>
            <a:custGeom>
              <a:avLst/>
              <a:gdLst>
                <a:gd name="T0" fmla="*/ 518 w 197"/>
                <a:gd name="T1" fmla="*/ 262 h 162"/>
                <a:gd name="T2" fmla="*/ 307 w 197"/>
                <a:gd name="T3" fmla="*/ 52 h 162"/>
                <a:gd name="T4" fmla="*/ 45 w 197"/>
                <a:gd name="T5" fmla="*/ 52 h 162"/>
                <a:gd name="T6" fmla="*/ 151 w 197"/>
                <a:gd name="T7" fmla="*/ 313 h 162"/>
                <a:gd name="T8" fmla="*/ 203 w 197"/>
                <a:gd name="T9" fmla="*/ 575 h 162"/>
                <a:gd name="T10" fmla="*/ 45 w 197"/>
                <a:gd name="T11" fmla="*/ 575 h 162"/>
                <a:gd name="T12" fmla="*/ 45 w 197"/>
                <a:gd name="T13" fmla="*/ 887 h 162"/>
                <a:gd name="T14" fmla="*/ 307 w 197"/>
                <a:gd name="T15" fmla="*/ 887 h 162"/>
                <a:gd name="T16" fmla="*/ 413 w 197"/>
                <a:gd name="T17" fmla="*/ 729 h 162"/>
                <a:gd name="T18" fmla="*/ 568 w 197"/>
                <a:gd name="T19" fmla="*/ 939 h 162"/>
                <a:gd name="T20" fmla="*/ 882 w 197"/>
                <a:gd name="T21" fmla="*/ 887 h 162"/>
                <a:gd name="T22" fmla="*/ 882 w 197"/>
                <a:gd name="T23" fmla="*/ 625 h 162"/>
                <a:gd name="T24" fmla="*/ 1143 w 197"/>
                <a:gd name="T25" fmla="*/ 471 h 162"/>
                <a:gd name="T26" fmla="*/ 882 w 197"/>
                <a:gd name="T27" fmla="*/ 313 h 162"/>
                <a:gd name="T28" fmla="*/ 882 w 197"/>
                <a:gd name="T29" fmla="*/ 52 h 162"/>
                <a:gd name="T30" fmla="*/ 672 w 197"/>
                <a:gd name="T31" fmla="*/ 52 h 162"/>
                <a:gd name="T32" fmla="*/ 518 w 197"/>
                <a:gd name="T33" fmla="*/ 262 h 162"/>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7"/>
                <a:gd name="T52" fmla="*/ 0 h 162"/>
                <a:gd name="T53" fmla="*/ 197 w 197"/>
                <a:gd name="T54" fmla="*/ 162 h 162"/>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7" h="162">
                  <a:moveTo>
                    <a:pt x="89" y="45"/>
                  </a:moveTo>
                  <a:cubicBezTo>
                    <a:pt x="35" y="45"/>
                    <a:pt x="80" y="0"/>
                    <a:pt x="53" y="9"/>
                  </a:cubicBezTo>
                  <a:cubicBezTo>
                    <a:pt x="26" y="18"/>
                    <a:pt x="8" y="9"/>
                    <a:pt x="8" y="9"/>
                  </a:cubicBezTo>
                  <a:cubicBezTo>
                    <a:pt x="8" y="36"/>
                    <a:pt x="8" y="63"/>
                    <a:pt x="26" y="54"/>
                  </a:cubicBezTo>
                  <a:cubicBezTo>
                    <a:pt x="44" y="45"/>
                    <a:pt x="44" y="81"/>
                    <a:pt x="35" y="99"/>
                  </a:cubicBezTo>
                  <a:cubicBezTo>
                    <a:pt x="26" y="117"/>
                    <a:pt x="17" y="81"/>
                    <a:pt x="8" y="99"/>
                  </a:cubicBezTo>
                  <a:cubicBezTo>
                    <a:pt x="0" y="115"/>
                    <a:pt x="8" y="153"/>
                    <a:pt x="8" y="153"/>
                  </a:cubicBezTo>
                  <a:cubicBezTo>
                    <a:pt x="8" y="153"/>
                    <a:pt x="33" y="153"/>
                    <a:pt x="53" y="153"/>
                  </a:cubicBezTo>
                  <a:cubicBezTo>
                    <a:pt x="80" y="153"/>
                    <a:pt x="35" y="126"/>
                    <a:pt x="71" y="126"/>
                  </a:cubicBezTo>
                  <a:cubicBezTo>
                    <a:pt x="116" y="126"/>
                    <a:pt x="80" y="162"/>
                    <a:pt x="98" y="162"/>
                  </a:cubicBezTo>
                  <a:cubicBezTo>
                    <a:pt x="116" y="162"/>
                    <a:pt x="152" y="153"/>
                    <a:pt x="152" y="153"/>
                  </a:cubicBezTo>
                  <a:cubicBezTo>
                    <a:pt x="152" y="153"/>
                    <a:pt x="152" y="117"/>
                    <a:pt x="152" y="108"/>
                  </a:cubicBezTo>
                  <a:cubicBezTo>
                    <a:pt x="152" y="99"/>
                    <a:pt x="197" y="126"/>
                    <a:pt x="197" y="81"/>
                  </a:cubicBezTo>
                  <a:cubicBezTo>
                    <a:pt x="197" y="27"/>
                    <a:pt x="152" y="72"/>
                    <a:pt x="152" y="54"/>
                  </a:cubicBezTo>
                  <a:cubicBezTo>
                    <a:pt x="152" y="36"/>
                    <a:pt x="152" y="9"/>
                    <a:pt x="152" y="9"/>
                  </a:cubicBezTo>
                  <a:cubicBezTo>
                    <a:pt x="152" y="9"/>
                    <a:pt x="125" y="9"/>
                    <a:pt x="116" y="9"/>
                  </a:cubicBezTo>
                  <a:cubicBezTo>
                    <a:pt x="89" y="9"/>
                    <a:pt x="125" y="45"/>
                    <a:pt x="89" y="45"/>
                  </a:cubicBezTo>
                  <a:close/>
                </a:path>
              </a:pathLst>
            </a:custGeom>
            <a:solidFill>
              <a:srgbClr val="FFFFFF"/>
            </a:solidFill>
            <a:ln w="9525">
              <a:noFill/>
              <a:round/>
            </a:ln>
          </p:spPr>
          <p:txBody>
            <a:bodyPr/>
            <a:lstStyle/>
            <a:p>
              <a:endParaRPr lang="en-GB" sz="1815"/>
            </a:p>
          </p:txBody>
        </p:sp>
        <p:sp>
          <p:nvSpPr>
            <p:cNvPr id="172" name="Freeform 90"/>
            <p:cNvSpPr/>
            <p:nvPr/>
          </p:nvSpPr>
          <p:spPr bwMode="auto">
            <a:xfrm>
              <a:off x="5889162" y="2890103"/>
              <a:ext cx="521856" cy="459840"/>
            </a:xfrm>
            <a:custGeom>
              <a:avLst/>
              <a:gdLst>
                <a:gd name="T0" fmla="*/ 0 w 225"/>
                <a:gd name="T1" fmla="*/ 458 h 198"/>
                <a:gd name="T2" fmla="*/ 210 w 225"/>
                <a:gd name="T3" fmla="*/ 617 h 198"/>
                <a:gd name="T4" fmla="*/ 210 w 225"/>
                <a:gd name="T5" fmla="*/ 888 h 198"/>
                <a:gd name="T6" fmla="*/ 467 w 225"/>
                <a:gd name="T7" fmla="*/ 888 h 198"/>
                <a:gd name="T8" fmla="*/ 625 w 225"/>
                <a:gd name="T9" fmla="*/ 1151 h 198"/>
                <a:gd name="T10" fmla="*/ 781 w 225"/>
                <a:gd name="T11" fmla="*/ 888 h 198"/>
                <a:gd name="T12" fmla="*/ 1041 w 225"/>
                <a:gd name="T13" fmla="*/ 888 h 198"/>
                <a:gd name="T14" fmla="*/ 1041 w 225"/>
                <a:gd name="T15" fmla="*/ 627 h 198"/>
                <a:gd name="T16" fmla="*/ 1302 w 225"/>
                <a:gd name="T17" fmla="*/ 473 h 198"/>
                <a:gd name="T18" fmla="*/ 1041 w 225"/>
                <a:gd name="T19" fmla="*/ 313 h 198"/>
                <a:gd name="T20" fmla="*/ 1041 w 225"/>
                <a:gd name="T21" fmla="*/ 52 h 198"/>
                <a:gd name="T22" fmla="*/ 835 w 225"/>
                <a:gd name="T23" fmla="*/ 52 h 198"/>
                <a:gd name="T24" fmla="*/ 677 w 225"/>
                <a:gd name="T25" fmla="*/ 263 h 198"/>
                <a:gd name="T26" fmla="*/ 467 w 225"/>
                <a:gd name="T27" fmla="*/ 52 h 198"/>
                <a:gd name="T28" fmla="*/ 210 w 225"/>
                <a:gd name="T29" fmla="*/ 52 h 198"/>
                <a:gd name="T30" fmla="*/ 210 w 225"/>
                <a:gd name="T31" fmla="*/ 408 h 198"/>
                <a:gd name="T32" fmla="*/ 0 w 225"/>
                <a:gd name="T33" fmla="*/ 458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25"/>
                <a:gd name="T52" fmla="*/ 0 h 198"/>
                <a:gd name="T53" fmla="*/ 225 w 225"/>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25" h="198">
                  <a:moveTo>
                    <a:pt x="0" y="79"/>
                  </a:moveTo>
                  <a:cubicBezTo>
                    <a:pt x="0" y="124"/>
                    <a:pt x="36" y="97"/>
                    <a:pt x="36" y="106"/>
                  </a:cubicBezTo>
                  <a:cubicBezTo>
                    <a:pt x="36" y="115"/>
                    <a:pt x="36" y="153"/>
                    <a:pt x="36" y="153"/>
                  </a:cubicBezTo>
                  <a:cubicBezTo>
                    <a:pt x="36" y="153"/>
                    <a:pt x="72" y="153"/>
                    <a:pt x="81" y="153"/>
                  </a:cubicBezTo>
                  <a:cubicBezTo>
                    <a:pt x="90" y="153"/>
                    <a:pt x="63" y="198"/>
                    <a:pt x="108" y="198"/>
                  </a:cubicBezTo>
                  <a:cubicBezTo>
                    <a:pt x="162" y="198"/>
                    <a:pt x="117" y="153"/>
                    <a:pt x="135" y="153"/>
                  </a:cubicBezTo>
                  <a:cubicBezTo>
                    <a:pt x="153" y="153"/>
                    <a:pt x="180" y="153"/>
                    <a:pt x="180" y="153"/>
                  </a:cubicBezTo>
                  <a:cubicBezTo>
                    <a:pt x="180" y="153"/>
                    <a:pt x="180" y="117"/>
                    <a:pt x="180" y="108"/>
                  </a:cubicBezTo>
                  <a:cubicBezTo>
                    <a:pt x="180" y="99"/>
                    <a:pt x="225" y="126"/>
                    <a:pt x="225" y="81"/>
                  </a:cubicBezTo>
                  <a:cubicBezTo>
                    <a:pt x="225" y="27"/>
                    <a:pt x="180" y="72"/>
                    <a:pt x="180" y="54"/>
                  </a:cubicBezTo>
                  <a:cubicBezTo>
                    <a:pt x="180" y="36"/>
                    <a:pt x="180" y="9"/>
                    <a:pt x="180" y="9"/>
                  </a:cubicBezTo>
                  <a:cubicBezTo>
                    <a:pt x="180" y="9"/>
                    <a:pt x="153" y="9"/>
                    <a:pt x="144" y="9"/>
                  </a:cubicBezTo>
                  <a:cubicBezTo>
                    <a:pt x="117" y="9"/>
                    <a:pt x="153" y="45"/>
                    <a:pt x="117" y="45"/>
                  </a:cubicBezTo>
                  <a:cubicBezTo>
                    <a:pt x="63" y="45"/>
                    <a:pt x="108" y="0"/>
                    <a:pt x="81" y="9"/>
                  </a:cubicBezTo>
                  <a:cubicBezTo>
                    <a:pt x="54" y="18"/>
                    <a:pt x="36" y="9"/>
                    <a:pt x="36" y="9"/>
                  </a:cubicBezTo>
                  <a:cubicBezTo>
                    <a:pt x="36" y="9"/>
                    <a:pt x="36" y="34"/>
                    <a:pt x="36" y="70"/>
                  </a:cubicBezTo>
                  <a:cubicBezTo>
                    <a:pt x="36" y="79"/>
                    <a:pt x="0" y="43"/>
                    <a:pt x="0" y="79"/>
                  </a:cubicBezTo>
                  <a:close/>
                </a:path>
              </a:pathLst>
            </a:custGeom>
            <a:solidFill>
              <a:srgbClr val="FFFFFF"/>
            </a:solidFill>
            <a:ln w="9525">
              <a:noFill/>
              <a:round/>
            </a:ln>
          </p:spPr>
          <p:txBody>
            <a:bodyPr/>
            <a:lstStyle/>
            <a:p>
              <a:endParaRPr lang="en-GB" sz="1815"/>
            </a:p>
          </p:txBody>
        </p:sp>
        <p:sp>
          <p:nvSpPr>
            <p:cNvPr id="173" name="Freeform 91"/>
            <p:cNvSpPr/>
            <p:nvPr/>
          </p:nvSpPr>
          <p:spPr bwMode="auto">
            <a:xfrm>
              <a:off x="3299257" y="2910770"/>
              <a:ext cx="333265" cy="417214"/>
            </a:xfrm>
            <a:custGeom>
              <a:avLst/>
              <a:gdLst>
                <a:gd name="T0" fmla="*/ 154 w 144"/>
                <a:gd name="T1" fmla="*/ 364 h 180"/>
                <a:gd name="T2" fmla="*/ 0 w 144"/>
                <a:gd name="T3" fmla="*/ 467 h 180"/>
                <a:gd name="T4" fmla="*/ 0 w 144"/>
                <a:gd name="T5" fmla="*/ 831 h 180"/>
                <a:gd name="T6" fmla="*/ 312 w 144"/>
                <a:gd name="T7" fmla="*/ 779 h 180"/>
                <a:gd name="T8" fmla="*/ 414 w 144"/>
                <a:gd name="T9" fmla="*/ 1041 h 180"/>
                <a:gd name="T10" fmla="*/ 516 w 144"/>
                <a:gd name="T11" fmla="*/ 779 h 180"/>
                <a:gd name="T12" fmla="*/ 828 w 144"/>
                <a:gd name="T13" fmla="*/ 831 h 180"/>
                <a:gd name="T14" fmla="*/ 828 w 144"/>
                <a:gd name="T15" fmla="*/ 572 h 180"/>
                <a:gd name="T16" fmla="*/ 674 w 144"/>
                <a:gd name="T17" fmla="*/ 467 h 180"/>
                <a:gd name="T18" fmla="*/ 828 w 144"/>
                <a:gd name="T19" fmla="*/ 312 h 180"/>
                <a:gd name="T20" fmla="*/ 828 w 144"/>
                <a:gd name="T21" fmla="*/ 0 h 180"/>
                <a:gd name="T22" fmla="*/ 516 w 144"/>
                <a:gd name="T23" fmla="*/ 0 h 180"/>
                <a:gd name="T24" fmla="*/ 362 w 144"/>
                <a:gd name="T25" fmla="*/ 210 h 180"/>
                <a:gd name="T26" fmla="*/ 260 w 144"/>
                <a:gd name="T27" fmla="*/ 0 h 180"/>
                <a:gd name="T28" fmla="*/ 0 w 144"/>
                <a:gd name="T29" fmla="*/ 0 h 180"/>
                <a:gd name="T30" fmla="*/ 0 w 144"/>
                <a:gd name="T31" fmla="*/ 260 h 180"/>
                <a:gd name="T32" fmla="*/ 154 w 144"/>
                <a:gd name="T33" fmla="*/ 364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0"/>
                <a:gd name="T53" fmla="*/ 144 w 144"/>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0">
                  <a:moveTo>
                    <a:pt x="27" y="63"/>
                  </a:moveTo>
                  <a:cubicBezTo>
                    <a:pt x="27" y="99"/>
                    <a:pt x="0" y="72"/>
                    <a:pt x="0" y="81"/>
                  </a:cubicBezTo>
                  <a:cubicBezTo>
                    <a:pt x="0" y="90"/>
                    <a:pt x="0" y="144"/>
                    <a:pt x="0" y="144"/>
                  </a:cubicBezTo>
                  <a:cubicBezTo>
                    <a:pt x="0" y="144"/>
                    <a:pt x="45" y="135"/>
                    <a:pt x="54" y="135"/>
                  </a:cubicBezTo>
                  <a:cubicBezTo>
                    <a:pt x="63" y="135"/>
                    <a:pt x="36" y="180"/>
                    <a:pt x="72" y="180"/>
                  </a:cubicBezTo>
                  <a:cubicBezTo>
                    <a:pt x="108" y="180"/>
                    <a:pt x="81" y="135"/>
                    <a:pt x="90" y="135"/>
                  </a:cubicBezTo>
                  <a:cubicBezTo>
                    <a:pt x="99" y="135"/>
                    <a:pt x="144" y="144"/>
                    <a:pt x="144" y="144"/>
                  </a:cubicBezTo>
                  <a:cubicBezTo>
                    <a:pt x="144" y="144"/>
                    <a:pt x="144" y="117"/>
                    <a:pt x="144" y="99"/>
                  </a:cubicBezTo>
                  <a:cubicBezTo>
                    <a:pt x="144" y="81"/>
                    <a:pt x="117" y="117"/>
                    <a:pt x="117" y="81"/>
                  </a:cubicBezTo>
                  <a:cubicBezTo>
                    <a:pt x="117" y="27"/>
                    <a:pt x="144" y="63"/>
                    <a:pt x="144" y="54"/>
                  </a:cubicBezTo>
                  <a:cubicBezTo>
                    <a:pt x="144" y="45"/>
                    <a:pt x="144" y="0"/>
                    <a:pt x="144" y="0"/>
                  </a:cubicBezTo>
                  <a:cubicBezTo>
                    <a:pt x="144" y="0"/>
                    <a:pt x="117" y="0"/>
                    <a:pt x="90" y="0"/>
                  </a:cubicBezTo>
                  <a:cubicBezTo>
                    <a:pt x="63" y="0"/>
                    <a:pt x="108" y="36"/>
                    <a:pt x="63" y="36"/>
                  </a:cubicBezTo>
                  <a:cubicBezTo>
                    <a:pt x="18" y="36"/>
                    <a:pt x="54" y="0"/>
                    <a:pt x="45" y="0"/>
                  </a:cubicBezTo>
                  <a:cubicBezTo>
                    <a:pt x="36" y="0"/>
                    <a:pt x="0" y="0"/>
                    <a:pt x="0" y="0"/>
                  </a:cubicBezTo>
                  <a:cubicBezTo>
                    <a:pt x="0" y="0"/>
                    <a:pt x="0" y="27"/>
                    <a:pt x="0" y="45"/>
                  </a:cubicBezTo>
                  <a:cubicBezTo>
                    <a:pt x="0" y="63"/>
                    <a:pt x="27" y="27"/>
                    <a:pt x="27" y="63"/>
                  </a:cubicBezTo>
                  <a:close/>
                </a:path>
              </a:pathLst>
            </a:custGeom>
            <a:solidFill>
              <a:srgbClr val="FFFFFF"/>
            </a:solidFill>
            <a:ln w="9525">
              <a:noFill/>
              <a:round/>
            </a:ln>
          </p:spPr>
          <p:txBody>
            <a:bodyPr/>
            <a:lstStyle/>
            <a:p>
              <a:endParaRPr lang="en-GB" sz="1815"/>
            </a:p>
          </p:txBody>
        </p:sp>
        <p:sp>
          <p:nvSpPr>
            <p:cNvPr id="174" name="Freeform 92"/>
            <p:cNvSpPr/>
            <p:nvPr/>
          </p:nvSpPr>
          <p:spPr bwMode="auto">
            <a:xfrm>
              <a:off x="6640945" y="3578571"/>
              <a:ext cx="417227" cy="334546"/>
            </a:xfrm>
            <a:custGeom>
              <a:avLst/>
              <a:gdLst>
                <a:gd name="T0" fmla="*/ 364 w 180"/>
                <a:gd name="T1" fmla="*/ 210 h 144"/>
                <a:gd name="T2" fmla="*/ 260 w 180"/>
                <a:gd name="T3" fmla="*/ 0 h 144"/>
                <a:gd name="T4" fmla="*/ 0 w 180"/>
                <a:gd name="T5" fmla="*/ 0 h 144"/>
                <a:gd name="T6" fmla="*/ 0 w 180"/>
                <a:gd name="T7" fmla="*/ 263 h 144"/>
                <a:gd name="T8" fmla="*/ 154 w 180"/>
                <a:gd name="T9" fmla="*/ 365 h 144"/>
                <a:gd name="T10" fmla="*/ 0 w 180"/>
                <a:gd name="T11" fmla="*/ 473 h 144"/>
                <a:gd name="T12" fmla="*/ 0 w 180"/>
                <a:gd name="T13" fmla="*/ 838 h 144"/>
                <a:gd name="T14" fmla="*/ 312 w 180"/>
                <a:gd name="T15" fmla="*/ 838 h 144"/>
                <a:gd name="T16" fmla="*/ 467 w 180"/>
                <a:gd name="T17" fmla="*/ 628 h 144"/>
                <a:gd name="T18" fmla="*/ 572 w 180"/>
                <a:gd name="T19" fmla="*/ 838 h 144"/>
                <a:gd name="T20" fmla="*/ 831 w 180"/>
                <a:gd name="T21" fmla="*/ 838 h 144"/>
                <a:gd name="T22" fmla="*/ 831 w 180"/>
                <a:gd name="T23" fmla="*/ 576 h 144"/>
                <a:gd name="T24" fmla="*/ 1041 w 180"/>
                <a:gd name="T25" fmla="*/ 421 h 144"/>
                <a:gd name="T26" fmla="*/ 831 w 180"/>
                <a:gd name="T27" fmla="*/ 263 h 144"/>
                <a:gd name="T28" fmla="*/ 831 w 180"/>
                <a:gd name="T29" fmla="*/ 0 h 144"/>
                <a:gd name="T30" fmla="*/ 522 w 180"/>
                <a:gd name="T31" fmla="*/ 0 h 144"/>
                <a:gd name="T32" fmla="*/ 364 w 180"/>
                <a:gd name="T33" fmla="*/ 210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44"/>
                <a:gd name="T53" fmla="*/ 180 w 180"/>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44">
                  <a:moveTo>
                    <a:pt x="63" y="36"/>
                  </a:moveTo>
                  <a:cubicBezTo>
                    <a:pt x="27" y="36"/>
                    <a:pt x="63" y="0"/>
                    <a:pt x="45" y="0"/>
                  </a:cubicBezTo>
                  <a:cubicBezTo>
                    <a:pt x="27" y="0"/>
                    <a:pt x="0" y="0"/>
                    <a:pt x="0" y="0"/>
                  </a:cubicBezTo>
                  <a:cubicBezTo>
                    <a:pt x="0" y="0"/>
                    <a:pt x="0" y="27"/>
                    <a:pt x="0" y="45"/>
                  </a:cubicBezTo>
                  <a:cubicBezTo>
                    <a:pt x="0" y="63"/>
                    <a:pt x="27" y="27"/>
                    <a:pt x="27" y="63"/>
                  </a:cubicBezTo>
                  <a:cubicBezTo>
                    <a:pt x="27" y="99"/>
                    <a:pt x="0" y="72"/>
                    <a:pt x="0" y="81"/>
                  </a:cubicBezTo>
                  <a:cubicBezTo>
                    <a:pt x="0" y="90"/>
                    <a:pt x="0" y="144"/>
                    <a:pt x="0" y="144"/>
                  </a:cubicBezTo>
                  <a:cubicBezTo>
                    <a:pt x="27" y="144"/>
                    <a:pt x="34" y="144"/>
                    <a:pt x="54" y="144"/>
                  </a:cubicBezTo>
                  <a:cubicBezTo>
                    <a:pt x="72" y="144"/>
                    <a:pt x="35" y="108"/>
                    <a:pt x="81" y="108"/>
                  </a:cubicBezTo>
                  <a:cubicBezTo>
                    <a:pt x="126" y="108"/>
                    <a:pt x="81" y="144"/>
                    <a:pt x="99" y="144"/>
                  </a:cubicBezTo>
                  <a:cubicBezTo>
                    <a:pt x="117" y="144"/>
                    <a:pt x="144" y="144"/>
                    <a:pt x="144" y="144"/>
                  </a:cubicBezTo>
                  <a:cubicBezTo>
                    <a:pt x="144" y="144"/>
                    <a:pt x="144" y="108"/>
                    <a:pt x="144" y="99"/>
                  </a:cubicBezTo>
                  <a:cubicBezTo>
                    <a:pt x="144" y="90"/>
                    <a:pt x="180" y="126"/>
                    <a:pt x="180" y="72"/>
                  </a:cubicBezTo>
                  <a:cubicBezTo>
                    <a:pt x="180" y="27"/>
                    <a:pt x="144" y="72"/>
                    <a:pt x="144" y="45"/>
                  </a:cubicBezTo>
                  <a:cubicBezTo>
                    <a:pt x="144" y="18"/>
                    <a:pt x="144" y="0"/>
                    <a:pt x="144" y="0"/>
                  </a:cubicBezTo>
                  <a:cubicBezTo>
                    <a:pt x="144" y="0"/>
                    <a:pt x="117" y="0"/>
                    <a:pt x="90" y="0"/>
                  </a:cubicBezTo>
                  <a:cubicBezTo>
                    <a:pt x="63" y="0"/>
                    <a:pt x="99" y="36"/>
                    <a:pt x="63" y="36"/>
                  </a:cubicBezTo>
                  <a:close/>
                </a:path>
              </a:pathLst>
            </a:custGeom>
            <a:solidFill>
              <a:srgbClr val="FFFFFF"/>
            </a:solidFill>
            <a:ln w="9525">
              <a:noFill/>
              <a:round/>
            </a:ln>
          </p:spPr>
          <p:txBody>
            <a:bodyPr/>
            <a:lstStyle/>
            <a:p>
              <a:endParaRPr lang="en-GB" sz="1815"/>
            </a:p>
          </p:txBody>
        </p:sp>
        <p:sp>
          <p:nvSpPr>
            <p:cNvPr id="175" name="Freeform 93"/>
            <p:cNvSpPr/>
            <p:nvPr/>
          </p:nvSpPr>
          <p:spPr bwMode="auto">
            <a:xfrm>
              <a:off x="2964701" y="3161357"/>
              <a:ext cx="334556" cy="417214"/>
            </a:xfrm>
            <a:custGeom>
              <a:avLst/>
              <a:gdLst>
                <a:gd name="T0" fmla="*/ 365 w 144"/>
                <a:gd name="T1" fmla="*/ 885 h 180"/>
                <a:gd name="T2" fmla="*/ 473 w 144"/>
                <a:gd name="T3" fmla="*/ 1041 h 180"/>
                <a:gd name="T4" fmla="*/ 838 w 144"/>
                <a:gd name="T5" fmla="*/ 1041 h 180"/>
                <a:gd name="T6" fmla="*/ 838 w 144"/>
                <a:gd name="T7" fmla="*/ 779 h 180"/>
                <a:gd name="T8" fmla="*/ 680 w 144"/>
                <a:gd name="T9" fmla="*/ 677 h 180"/>
                <a:gd name="T10" fmla="*/ 838 w 144"/>
                <a:gd name="T11" fmla="*/ 522 h 180"/>
                <a:gd name="T12" fmla="*/ 838 w 144"/>
                <a:gd name="T13" fmla="*/ 210 h 180"/>
                <a:gd name="T14" fmla="*/ 523 w 144"/>
                <a:gd name="T15" fmla="*/ 210 h 180"/>
                <a:gd name="T16" fmla="*/ 365 w 144"/>
                <a:gd name="T17" fmla="*/ 0 h 180"/>
                <a:gd name="T18" fmla="*/ 313 w 144"/>
                <a:gd name="T19" fmla="*/ 260 h 180"/>
                <a:gd name="T20" fmla="*/ 0 w 144"/>
                <a:gd name="T21" fmla="*/ 210 h 180"/>
                <a:gd name="T22" fmla="*/ 0 w 144"/>
                <a:gd name="T23" fmla="*/ 522 h 180"/>
                <a:gd name="T24" fmla="*/ 210 w 144"/>
                <a:gd name="T25" fmla="*/ 677 h 180"/>
                <a:gd name="T26" fmla="*/ 0 w 144"/>
                <a:gd name="T27" fmla="*/ 779 h 180"/>
                <a:gd name="T28" fmla="*/ 0 w 144"/>
                <a:gd name="T29" fmla="*/ 1041 h 180"/>
                <a:gd name="T30" fmla="*/ 263 w 144"/>
                <a:gd name="T31" fmla="*/ 1041 h 180"/>
                <a:gd name="T32" fmla="*/ 365 w 144"/>
                <a:gd name="T33" fmla="*/ 88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0"/>
                <a:gd name="T53" fmla="*/ 144 w 144"/>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0">
                  <a:moveTo>
                    <a:pt x="63" y="153"/>
                  </a:moveTo>
                  <a:cubicBezTo>
                    <a:pt x="99" y="153"/>
                    <a:pt x="72" y="180"/>
                    <a:pt x="81" y="180"/>
                  </a:cubicBezTo>
                  <a:cubicBezTo>
                    <a:pt x="90" y="180"/>
                    <a:pt x="144" y="180"/>
                    <a:pt x="144" y="180"/>
                  </a:cubicBezTo>
                  <a:cubicBezTo>
                    <a:pt x="144" y="180"/>
                    <a:pt x="144" y="153"/>
                    <a:pt x="144" y="135"/>
                  </a:cubicBezTo>
                  <a:cubicBezTo>
                    <a:pt x="144" y="117"/>
                    <a:pt x="117" y="153"/>
                    <a:pt x="117" y="117"/>
                  </a:cubicBezTo>
                  <a:cubicBezTo>
                    <a:pt x="117" y="63"/>
                    <a:pt x="144" y="99"/>
                    <a:pt x="144" y="90"/>
                  </a:cubicBezTo>
                  <a:cubicBezTo>
                    <a:pt x="144" y="81"/>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27" y="180"/>
                    <a:pt x="45" y="180"/>
                  </a:cubicBezTo>
                  <a:cubicBezTo>
                    <a:pt x="63" y="180"/>
                    <a:pt x="27" y="153"/>
                    <a:pt x="63" y="153"/>
                  </a:cubicBezTo>
                  <a:close/>
                </a:path>
              </a:pathLst>
            </a:custGeom>
            <a:solidFill>
              <a:srgbClr val="FFFFFF"/>
            </a:solidFill>
            <a:ln w="9525">
              <a:noFill/>
              <a:round/>
            </a:ln>
          </p:spPr>
          <p:txBody>
            <a:bodyPr/>
            <a:lstStyle/>
            <a:p>
              <a:endParaRPr lang="en-GB" sz="1815"/>
            </a:p>
          </p:txBody>
        </p:sp>
        <p:sp>
          <p:nvSpPr>
            <p:cNvPr id="176" name="Freeform 94"/>
            <p:cNvSpPr/>
            <p:nvPr/>
          </p:nvSpPr>
          <p:spPr bwMode="auto">
            <a:xfrm>
              <a:off x="4614231" y="2826811"/>
              <a:ext cx="375891" cy="501174"/>
            </a:xfrm>
            <a:custGeom>
              <a:avLst/>
              <a:gdLst>
                <a:gd name="T0" fmla="*/ 210 w 162"/>
                <a:gd name="T1" fmla="*/ 575 h 216"/>
                <a:gd name="T2" fmla="*/ 0 w 162"/>
                <a:gd name="T3" fmla="*/ 729 h 216"/>
                <a:gd name="T4" fmla="*/ 52 w 162"/>
                <a:gd name="T5" fmla="*/ 1042 h 216"/>
                <a:gd name="T6" fmla="*/ 313 w 162"/>
                <a:gd name="T7" fmla="*/ 1042 h 216"/>
                <a:gd name="T8" fmla="*/ 471 w 162"/>
                <a:gd name="T9" fmla="*/ 1252 h 216"/>
                <a:gd name="T10" fmla="*/ 625 w 162"/>
                <a:gd name="T11" fmla="*/ 1042 h 216"/>
                <a:gd name="T12" fmla="*/ 887 w 162"/>
                <a:gd name="T13" fmla="*/ 1042 h 216"/>
                <a:gd name="T14" fmla="*/ 939 w 162"/>
                <a:gd name="T15" fmla="*/ 729 h 216"/>
                <a:gd name="T16" fmla="*/ 729 w 162"/>
                <a:gd name="T17" fmla="*/ 575 h 216"/>
                <a:gd name="T18" fmla="*/ 887 w 162"/>
                <a:gd name="T19" fmla="*/ 471 h 216"/>
                <a:gd name="T20" fmla="*/ 887 w 162"/>
                <a:gd name="T21" fmla="*/ 210 h 216"/>
                <a:gd name="T22" fmla="*/ 575 w 162"/>
                <a:gd name="T23" fmla="*/ 210 h 216"/>
                <a:gd name="T24" fmla="*/ 417 w 162"/>
                <a:gd name="T25" fmla="*/ 0 h 216"/>
                <a:gd name="T26" fmla="*/ 365 w 162"/>
                <a:gd name="T27" fmla="*/ 262 h 216"/>
                <a:gd name="T28" fmla="*/ 52 w 162"/>
                <a:gd name="T29" fmla="*/ 277 h 216"/>
                <a:gd name="T30" fmla="*/ 210 w 162"/>
                <a:gd name="T31" fmla="*/ 575 h 21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62"/>
                <a:gd name="T49" fmla="*/ 0 h 216"/>
                <a:gd name="T50" fmla="*/ 162 w 162"/>
                <a:gd name="T51" fmla="*/ 216 h 21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62" h="216">
                  <a:moveTo>
                    <a:pt x="36" y="99"/>
                  </a:moveTo>
                  <a:cubicBezTo>
                    <a:pt x="36" y="126"/>
                    <a:pt x="0" y="99"/>
                    <a:pt x="0" y="126"/>
                  </a:cubicBezTo>
                  <a:cubicBezTo>
                    <a:pt x="0" y="135"/>
                    <a:pt x="9" y="180"/>
                    <a:pt x="9" y="180"/>
                  </a:cubicBezTo>
                  <a:cubicBezTo>
                    <a:pt x="9" y="180"/>
                    <a:pt x="45" y="180"/>
                    <a:pt x="54" y="180"/>
                  </a:cubicBezTo>
                  <a:cubicBezTo>
                    <a:pt x="63" y="180"/>
                    <a:pt x="27" y="216"/>
                    <a:pt x="81" y="216"/>
                  </a:cubicBezTo>
                  <a:cubicBezTo>
                    <a:pt x="126" y="216"/>
                    <a:pt x="81" y="180"/>
                    <a:pt x="108" y="180"/>
                  </a:cubicBezTo>
                  <a:cubicBezTo>
                    <a:pt x="135" y="180"/>
                    <a:pt x="153" y="180"/>
                    <a:pt x="153" y="180"/>
                  </a:cubicBezTo>
                  <a:cubicBezTo>
                    <a:pt x="153" y="180"/>
                    <a:pt x="162" y="144"/>
                    <a:pt x="162" y="126"/>
                  </a:cubicBezTo>
                  <a:cubicBezTo>
                    <a:pt x="162" y="108"/>
                    <a:pt x="126" y="144"/>
                    <a:pt x="126" y="99"/>
                  </a:cubicBezTo>
                  <a:cubicBezTo>
                    <a:pt x="126" y="63"/>
                    <a:pt x="153" y="108"/>
                    <a:pt x="153" y="81"/>
                  </a:cubicBezTo>
                  <a:cubicBezTo>
                    <a:pt x="153" y="61"/>
                    <a:pt x="153" y="36"/>
                    <a:pt x="153" y="36"/>
                  </a:cubicBezTo>
                  <a:cubicBezTo>
                    <a:pt x="153" y="36"/>
                    <a:pt x="108" y="36"/>
                    <a:pt x="99" y="36"/>
                  </a:cubicBezTo>
                  <a:cubicBezTo>
                    <a:pt x="90" y="36"/>
                    <a:pt x="117" y="0"/>
                    <a:pt x="72" y="0"/>
                  </a:cubicBezTo>
                  <a:cubicBezTo>
                    <a:pt x="36" y="0"/>
                    <a:pt x="72" y="45"/>
                    <a:pt x="63" y="45"/>
                  </a:cubicBezTo>
                  <a:cubicBezTo>
                    <a:pt x="27" y="45"/>
                    <a:pt x="9" y="48"/>
                    <a:pt x="9" y="48"/>
                  </a:cubicBezTo>
                  <a:cubicBezTo>
                    <a:pt x="0" y="75"/>
                    <a:pt x="36" y="63"/>
                    <a:pt x="36" y="99"/>
                  </a:cubicBezTo>
                  <a:close/>
                </a:path>
              </a:pathLst>
            </a:custGeom>
            <a:solidFill>
              <a:srgbClr val="FFFFFF"/>
            </a:solidFill>
            <a:ln w="9525">
              <a:noFill/>
              <a:round/>
            </a:ln>
          </p:spPr>
          <p:txBody>
            <a:bodyPr/>
            <a:lstStyle/>
            <a:p>
              <a:endParaRPr lang="en-GB" sz="1815"/>
            </a:p>
          </p:txBody>
        </p:sp>
        <p:sp>
          <p:nvSpPr>
            <p:cNvPr id="177" name="Freeform 95"/>
            <p:cNvSpPr/>
            <p:nvPr/>
          </p:nvSpPr>
          <p:spPr bwMode="auto">
            <a:xfrm>
              <a:off x="3967078" y="2826811"/>
              <a:ext cx="418518" cy="501174"/>
            </a:xfrm>
            <a:custGeom>
              <a:avLst/>
              <a:gdLst>
                <a:gd name="T0" fmla="*/ 211 w 180"/>
                <a:gd name="T1" fmla="*/ 677 h 216"/>
                <a:gd name="T2" fmla="*/ 0 w 180"/>
                <a:gd name="T3" fmla="*/ 783 h 216"/>
                <a:gd name="T4" fmla="*/ 0 w 180"/>
                <a:gd name="T5" fmla="*/ 1042 h 216"/>
                <a:gd name="T6" fmla="*/ 315 w 180"/>
                <a:gd name="T7" fmla="*/ 1042 h 216"/>
                <a:gd name="T8" fmla="*/ 473 w 180"/>
                <a:gd name="T9" fmla="*/ 1252 h 216"/>
                <a:gd name="T10" fmla="*/ 576 w 180"/>
                <a:gd name="T11" fmla="*/ 1042 h 216"/>
                <a:gd name="T12" fmla="*/ 839 w 180"/>
                <a:gd name="T13" fmla="*/ 1042 h 216"/>
                <a:gd name="T14" fmla="*/ 839 w 180"/>
                <a:gd name="T15" fmla="*/ 729 h 216"/>
                <a:gd name="T16" fmla="*/ 1049 w 180"/>
                <a:gd name="T17" fmla="*/ 575 h 216"/>
                <a:gd name="T18" fmla="*/ 839 w 180"/>
                <a:gd name="T19" fmla="*/ 471 h 216"/>
                <a:gd name="T20" fmla="*/ 839 w 180"/>
                <a:gd name="T21" fmla="*/ 210 h 216"/>
                <a:gd name="T22" fmla="*/ 576 w 180"/>
                <a:gd name="T23" fmla="*/ 210 h 216"/>
                <a:gd name="T24" fmla="*/ 365 w 180"/>
                <a:gd name="T25" fmla="*/ 0 h 216"/>
                <a:gd name="T26" fmla="*/ 263 w 180"/>
                <a:gd name="T27" fmla="*/ 210 h 216"/>
                <a:gd name="T28" fmla="*/ 0 w 180"/>
                <a:gd name="T29" fmla="*/ 210 h 216"/>
                <a:gd name="T30" fmla="*/ 0 w 180"/>
                <a:gd name="T31" fmla="*/ 523 h 216"/>
                <a:gd name="T32" fmla="*/ 211 w 180"/>
                <a:gd name="T33" fmla="*/ 677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36" y="117"/>
                  </a:moveTo>
                  <a:cubicBezTo>
                    <a:pt x="36" y="162"/>
                    <a:pt x="0" y="126"/>
                    <a:pt x="0" y="135"/>
                  </a:cubicBezTo>
                  <a:cubicBezTo>
                    <a:pt x="0" y="144"/>
                    <a:pt x="0" y="180"/>
                    <a:pt x="0" y="180"/>
                  </a:cubicBezTo>
                  <a:cubicBezTo>
                    <a:pt x="0" y="180"/>
                    <a:pt x="27" y="180"/>
                    <a:pt x="54" y="180"/>
                  </a:cubicBezTo>
                  <a:cubicBezTo>
                    <a:pt x="81" y="180"/>
                    <a:pt x="36" y="216"/>
                    <a:pt x="81" y="216"/>
                  </a:cubicBezTo>
                  <a:cubicBezTo>
                    <a:pt x="126" y="216"/>
                    <a:pt x="90" y="180"/>
                    <a:pt x="99" y="180"/>
                  </a:cubicBezTo>
                  <a:cubicBezTo>
                    <a:pt x="108" y="180"/>
                    <a:pt x="144" y="180"/>
                    <a:pt x="144" y="180"/>
                  </a:cubicBezTo>
                  <a:cubicBezTo>
                    <a:pt x="144" y="180"/>
                    <a:pt x="144" y="153"/>
                    <a:pt x="144" y="126"/>
                  </a:cubicBezTo>
                  <a:cubicBezTo>
                    <a:pt x="144" y="99"/>
                    <a:pt x="180" y="144"/>
                    <a:pt x="180" y="99"/>
                  </a:cubicBezTo>
                  <a:cubicBezTo>
                    <a:pt x="180" y="72"/>
                    <a:pt x="144" y="99"/>
                    <a:pt x="144" y="81"/>
                  </a:cubicBezTo>
                  <a:cubicBezTo>
                    <a:pt x="144" y="72"/>
                    <a:pt x="144" y="36"/>
                    <a:pt x="144" y="36"/>
                  </a:cubicBezTo>
                  <a:cubicBezTo>
                    <a:pt x="144" y="36"/>
                    <a:pt x="144" y="36"/>
                    <a:pt x="99" y="36"/>
                  </a:cubicBezTo>
                  <a:cubicBezTo>
                    <a:pt x="54" y="36"/>
                    <a:pt x="99" y="0"/>
                    <a:pt x="63" y="0"/>
                  </a:cubicBezTo>
                  <a:cubicBezTo>
                    <a:pt x="27" y="0"/>
                    <a:pt x="63" y="27"/>
                    <a:pt x="45" y="36"/>
                  </a:cubicBezTo>
                  <a:cubicBezTo>
                    <a:pt x="27" y="45"/>
                    <a:pt x="0" y="36"/>
                    <a:pt x="0" y="36"/>
                  </a:cubicBezTo>
                  <a:cubicBezTo>
                    <a:pt x="0" y="36"/>
                    <a:pt x="0" y="63"/>
                    <a:pt x="0" y="90"/>
                  </a:cubicBezTo>
                  <a:cubicBezTo>
                    <a:pt x="0" y="117"/>
                    <a:pt x="36" y="72"/>
                    <a:pt x="36" y="117"/>
                  </a:cubicBezTo>
                  <a:close/>
                </a:path>
              </a:pathLst>
            </a:custGeom>
            <a:solidFill>
              <a:srgbClr val="FFFFFF"/>
            </a:solidFill>
            <a:ln w="9525">
              <a:noFill/>
              <a:round/>
            </a:ln>
          </p:spPr>
          <p:txBody>
            <a:bodyPr/>
            <a:lstStyle/>
            <a:p>
              <a:endParaRPr lang="en-GB" sz="1815"/>
            </a:p>
          </p:txBody>
        </p:sp>
        <p:sp>
          <p:nvSpPr>
            <p:cNvPr id="178" name="Freeform 96"/>
            <p:cNvSpPr/>
            <p:nvPr/>
          </p:nvSpPr>
          <p:spPr bwMode="auto">
            <a:xfrm>
              <a:off x="4280967" y="3140690"/>
              <a:ext cx="417227" cy="437881"/>
            </a:xfrm>
            <a:custGeom>
              <a:avLst/>
              <a:gdLst>
                <a:gd name="T0" fmla="*/ 52 w 180"/>
                <a:gd name="T1" fmla="*/ 572 h 189"/>
                <a:gd name="T2" fmla="*/ 210 w 180"/>
                <a:gd name="T3" fmla="*/ 726 h 189"/>
                <a:gd name="T4" fmla="*/ 0 w 180"/>
                <a:gd name="T5" fmla="*/ 881 h 189"/>
                <a:gd name="T6" fmla="*/ 52 w 180"/>
                <a:gd name="T7" fmla="*/ 1091 h 189"/>
                <a:gd name="T8" fmla="*/ 364 w 180"/>
                <a:gd name="T9" fmla="*/ 1091 h 189"/>
                <a:gd name="T10" fmla="*/ 467 w 180"/>
                <a:gd name="T11" fmla="*/ 936 h 189"/>
                <a:gd name="T12" fmla="*/ 624 w 180"/>
                <a:gd name="T13" fmla="*/ 1091 h 189"/>
                <a:gd name="T14" fmla="*/ 885 w 180"/>
                <a:gd name="T15" fmla="*/ 1091 h 189"/>
                <a:gd name="T16" fmla="*/ 885 w 180"/>
                <a:gd name="T17" fmla="*/ 830 h 189"/>
                <a:gd name="T18" fmla="*/ 1041 w 180"/>
                <a:gd name="T19" fmla="*/ 676 h 189"/>
                <a:gd name="T20" fmla="*/ 885 w 180"/>
                <a:gd name="T21" fmla="*/ 572 h 189"/>
                <a:gd name="T22" fmla="*/ 885 w 180"/>
                <a:gd name="T23" fmla="*/ 260 h 189"/>
                <a:gd name="T24" fmla="*/ 624 w 180"/>
                <a:gd name="T25" fmla="*/ 260 h 189"/>
                <a:gd name="T26" fmla="*/ 445 w 180"/>
                <a:gd name="T27" fmla="*/ 0 h 189"/>
                <a:gd name="T28" fmla="*/ 312 w 180"/>
                <a:gd name="T29" fmla="*/ 210 h 189"/>
                <a:gd name="T30" fmla="*/ 52 w 180"/>
                <a:gd name="T31" fmla="*/ 260 h 189"/>
                <a:gd name="T32" fmla="*/ 52 w 180"/>
                <a:gd name="T33" fmla="*/ 572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9"/>
                <a:gd name="T53" fmla="*/ 180 w 180"/>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9">
                  <a:moveTo>
                    <a:pt x="9" y="99"/>
                  </a:moveTo>
                  <a:cubicBezTo>
                    <a:pt x="9" y="117"/>
                    <a:pt x="45" y="81"/>
                    <a:pt x="36" y="126"/>
                  </a:cubicBezTo>
                  <a:cubicBezTo>
                    <a:pt x="27" y="171"/>
                    <a:pt x="0" y="135"/>
                    <a:pt x="0" y="153"/>
                  </a:cubicBezTo>
                  <a:cubicBezTo>
                    <a:pt x="0" y="171"/>
                    <a:pt x="9" y="189"/>
                    <a:pt x="9" y="189"/>
                  </a:cubicBezTo>
                  <a:cubicBezTo>
                    <a:pt x="9" y="189"/>
                    <a:pt x="54" y="189"/>
                    <a:pt x="63" y="189"/>
                  </a:cubicBezTo>
                  <a:cubicBezTo>
                    <a:pt x="72" y="189"/>
                    <a:pt x="36" y="162"/>
                    <a:pt x="81" y="162"/>
                  </a:cubicBezTo>
                  <a:cubicBezTo>
                    <a:pt x="117" y="162"/>
                    <a:pt x="81" y="189"/>
                    <a:pt x="108" y="189"/>
                  </a:cubicBezTo>
                  <a:cubicBezTo>
                    <a:pt x="135" y="189"/>
                    <a:pt x="153" y="189"/>
                    <a:pt x="153" y="189"/>
                  </a:cubicBezTo>
                  <a:cubicBezTo>
                    <a:pt x="153" y="189"/>
                    <a:pt x="153" y="153"/>
                    <a:pt x="153" y="144"/>
                  </a:cubicBezTo>
                  <a:cubicBezTo>
                    <a:pt x="153" y="135"/>
                    <a:pt x="180" y="162"/>
                    <a:pt x="180" y="117"/>
                  </a:cubicBezTo>
                  <a:cubicBezTo>
                    <a:pt x="180" y="72"/>
                    <a:pt x="153" y="117"/>
                    <a:pt x="153" y="99"/>
                  </a:cubicBezTo>
                  <a:cubicBezTo>
                    <a:pt x="153" y="81"/>
                    <a:pt x="153" y="63"/>
                    <a:pt x="153" y="45"/>
                  </a:cubicBezTo>
                  <a:cubicBezTo>
                    <a:pt x="153" y="45"/>
                    <a:pt x="144" y="54"/>
                    <a:pt x="108" y="45"/>
                  </a:cubicBezTo>
                  <a:cubicBezTo>
                    <a:pt x="72" y="36"/>
                    <a:pt x="126" y="0"/>
                    <a:pt x="77" y="0"/>
                  </a:cubicBezTo>
                  <a:cubicBezTo>
                    <a:pt x="45" y="0"/>
                    <a:pt x="81" y="36"/>
                    <a:pt x="54" y="36"/>
                  </a:cubicBezTo>
                  <a:cubicBezTo>
                    <a:pt x="27" y="36"/>
                    <a:pt x="9" y="45"/>
                    <a:pt x="9" y="45"/>
                  </a:cubicBezTo>
                  <a:cubicBezTo>
                    <a:pt x="18" y="72"/>
                    <a:pt x="9" y="81"/>
                    <a:pt x="9" y="99"/>
                  </a:cubicBezTo>
                  <a:close/>
                </a:path>
              </a:pathLst>
            </a:custGeom>
            <a:solidFill>
              <a:srgbClr val="FFFFFF"/>
            </a:solidFill>
            <a:ln w="9525">
              <a:noFill/>
              <a:round/>
            </a:ln>
          </p:spPr>
          <p:txBody>
            <a:bodyPr/>
            <a:lstStyle/>
            <a:p>
              <a:endParaRPr lang="en-GB" sz="1815"/>
            </a:p>
          </p:txBody>
        </p:sp>
        <p:sp>
          <p:nvSpPr>
            <p:cNvPr id="179" name="Freeform 97"/>
            <p:cNvSpPr/>
            <p:nvPr/>
          </p:nvSpPr>
          <p:spPr bwMode="auto">
            <a:xfrm>
              <a:off x="3632522" y="3182024"/>
              <a:ext cx="439186" cy="480507"/>
            </a:xfrm>
            <a:custGeom>
              <a:avLst/>
              <a:gdLst>
                <a:gd name="T0" fmla="*/ 210 w 189"/>
                <a:gd name="T1" fmla="*/ 627 h 207"/>
                <a:gd name="T2" fmla="*/ 0 w 189"/>
                <a:gd name="T3" fmla="*/ 730 h 207"/>
                <a:gd name="T4" fmla="*/ 0 w 189"/>
                <a:gd name="T5" fmla="*/ 992 h 207"/>
                <a:gd name="T6" fmla="*/ 263 w 189"/>
                <a:gd name="T7" fmla="*/ 992 h 207"/>
                <a:gd name="T8" fmla="*/ 421 w 189"/>
                <a:gd name="T9" fmla="*/ 1202 h 207"/>
                <a:gd name="T10" fmla="*/ 576 w 189"/>
                <a:gd name="T11" fmla="*/ 992 h 207"/>
                <a:gd name="T12" fmla="*/ 838 w 189"/>
                <a:gd name="T13" fmla="*/ 992 h 207"/>
                <a:gd name="T14" fmla="*/ 890 w 189"/>
                <a:gd name="T15" fmla="*/ 730 h 207"/>
                <a:gd name="T16" fmla="*/ 1101 w 189"/>
                <a:gd name="T17" fmla="*/ 552 h 207"/>
                <a:gd name="T18" fmla="*/ 890 w 189"/>
                <a:gd name="T19" fmla="*/ 417 h 207"/>
                <a:gd name="T20" fmla="*/ 838 w 189"/>
                <a:gd name="T21" fmla="*/ 158 h 207"/>
                <a:gd name="T22" fmla="*/ 473 w 189"/>
                <a:gd name="T23" fmla="*/ 158 h 207"/>
                <a:gd name="T24" fmla="*/ 365 w 189"/>
                <a:gd name="T25" fmla="*/ 0 h 207"/>
                <a:gd name="T26" fmla="*/ 263 w 189"/>
                <a:gd name="T27" fmla="*/ 158 h 207"/>
                <a:gd name="T28" fmla="*/ 0 w 189"/>
                <a:gd name="T29" fmla="*/ 158 h 207"/>
                <a:gd name="T30" fmla="*/ 0 w 189"/>
                <a:gd name="T31" fmla="*/ 471 h 207"/>
                <a:gd name="T32" fmla="*/ 210 w 189"/>
                <a:gd name="T33" fmla="*/ 627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07"/>
                <a:gd name="T53" fmla="*/ 189 w 189"/>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07">
                  <a:moveTo>
                    <a:pt x="36" y="108"/>
                  </a:moveTo>
                  <a:cubicBezTo>
                    <a:pt x="36" y="153"/>
                    <a:pt x="0" y="117"/>
                    <a:pt x="0" y="126"/>
                  </a:cubicBezTo>
                  <a:cubicBezTo>
                    <a:pt x="0" y="135"/>
                    <a:pt x="0" y="171"/>
                    <a:pt x="0" y="171"/>
                  </a:cubicBezTo>
                  <a:cubicBezTo>
                    <a:pt x="0" y="171"/>
                    <a:pt x="18" y="171"/>
                    <a:pt x="45" y="171"/>
                  </a:cubicBezTo>
                  <a:cubicBezTo>
                    <a:pt x="72" y="171"/>
                    <a:pt x="27" y="207"/>
                    <a:pt x="72" y="207"/>
                  </a:cubicBezTo>
                  <a:cubicBezTo>
                    <a:pt x="126" y="207"/>
                    <a:pt x="90" y="171"/>
                    <a:pt x="99" y="171"/>
                  </a:cubicBezTo>
                  <a:cubicBezTo>
                    <a:pt x="108" y="171"/>
                    <a:pt x="144" y="171"/>
                    <a:pt x="144" y="171"/>
                  </a:cubicBezTo>
                  <a:cubicBezTo>
                    <a:pt x="144" y="171"/>
                    <a:pt x="144" y="162"/>
                    <a:pt x="153" y="126"/>
                  </a:cubicBezTo>
                  <a:cubicBezTo>
                    <a:pt x="162" y="90"/>
                    <a:pt x="189" y="144"/>
                    <a:pt x="189" y="95"/>
                  </a:cubicBezTo>
                  <a:cubicBezTo>
                    <a:pt x="189" y="63"/>
                    <a:pt x="171" y="90"/>
                    <a:pt x="153" y="72"/>
                  </a:cubicBezTo>
                  <a:cubicBezTo>
                    <a:pt x="144" y="63"/>
                    <a:pt x="144" y="27"/>
                    <a:pt x="144" y="27"/>
                  </a:cubicBezTo>
                  <a:cubicBezTo>
                    <a:pt x="144" y="27"/>
                    <a:pt x="99" y="27"/>
                    <a:pt x="81" y="27"/>
                  </a:cubicBezTo>
                  <a:cubicBezTo>
                    <a:pt x="63" y="27"/>
                    <a:pt x="99" y="0"/>
                    <a:pt x="63" y="0"/>
                  </a:cubicBezTo>
                  <a:cubicBezTo>
                    <a:pt x="27" y="0"/>
                    <a:pt x="54" y="27"/>
                    <a:pt x="45" y="27"/>
                  </a:cubicBezTo>
                  <a:cubicBezTo>
                    <a:pt x="36" y="27"/>
                    <a:pt x="0" y="27"/>
                    <a:pt x="0" y="27"/>
                  </a:cubicBezTo>
                  <a:cubicBezTo>
                    <a:pt x="0" y="27"/>
                    <a:pt x="0" y="54"/>
                    <a:pt x="0" y="81"/>
                  </a:cubicBezTo>
                  <a:cubicBezTo>
                    <a:pt x="0" y="108"/>
                    <a:pt x="36" y="63"/>
                    <a:pt x="36" y="108"/>
                  </a:cubicBezTo>
                  <a:close/>
                </a:path>
              </a:pathLst>
            </a:custGeom>
            <a:solidFill>
              <a:srgbClr val="FFFFFF"/>
            </a:solidFill>
            <a:ln w="9525">
              <a:noFill/>
              <a:round/>
            </a:ln>
          </p:spPr>
          <p:txBody>
            <a:bodyPr/>
            <a:lstStyle/>
            <a:p>
              <a:endParaRPr lang="en-GB" sz="1815"/>
            </a:p>
          </p:txBody>
        </p:sp>
        <p:sp>
          <p:nvSpPr>
            <p:cNvPr id="180" name="Freeform 98"/>
            <p:cNvSpPr/>
            <p:nvPr/>
          </p:nvSpPr>
          <p:spPr bwMode="auto">
            <a:xfrm>
              <a:off x="3215295" y="3495904"/>
              <a:ext cx="439186" cy="521841"/>
            </a:xfrm>
            <a:custGeom>
              <a:avLst/>
              <a:gdLst>
                <a:gd name="T0" fmla="*/ 628 w 189"/>
                <a:gd name="T1" fmla="*/ 1302 h 225"/>
                <a:gd name="T2" fmla="*/ 786 w 189"/>
                <a:gd name="T3" fmla="*/ 1041 h 225"/>
                <a:gd name="T4" fmla="*/ 1049 w 189"/>
                <a:gd name="T5" fmla="*/ 1041 h 225"/>
                <a:gd name="T6" fmla="*/ 1101 w 189"/>
                <a:gd name="T7" fmla="*/ 729 h 225"/>
                <a:gd name="T8" fmla="*/ 890 w 189"/>
                <a:gd name="T9" fmla="*/ 575 h 225"/>
                <a:gd name="T10" fmla="*/ 1049 w 189"/>
                <a:gd name="T11" fmla="*/ 467 h 225"/>
                <a:gd name="T12" fmla="*/ 1049 w 189"/>
                <a:gd name="T13" fmla="*/ 210 h 225"/>
                <a:gd name="T14" fmla="*/ 734 w 189"/>
                <a:gd name="T15" fmla="*/ 210 h 225"/>
                <a:gd name="T16" fmla="*/ 628 w 189"/>
                <a:gd name="T17" fmla="*/ 0 h 225"/>
                <a:gd name="T18" fmla="*/ 523 w 189"/>
                <a:gd name="T19" fmla="*/ 210 h 225"/>
                <a:gd name="T20" fmla="*/ 210 w 189"/>
                <a:gd name="T21" fmla="*/ 210 h 225"/>
                <a:gd name="T22" fmla="*/ 210 w 189"/>
                <a:gd name="T23" fmla="*/ 523 h 225"/>
                <a:gd name="T24" fmla="*/ 0 w 189"/>
                <a:gd name="T25" fmla="*/ 677 h 225"/>
                <a:gd name="T26" fmla="*/ 263 w 189"/>
                <a:gd name="T27" fmla="*/ 729 h 225"/>
                <a:gd name="T28" fmla="*/ 210 w 189"/>
                <a:gd name="T29" fmla="*/ 1041 h 225"/>
                <a:gd name="T30" fmla="*/ 473 w 189"/>
                <a:gd name="T31" fmla="*/ 1041 h 225"/>
                <a:gd name="T32" fmla="*/ 628 w 189"/>
                <a:gd name="T33" fmla="*/ 1302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25"/>
                <a:gd name="T53" fmla="*/ 189 w 189"/>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25">
                  <a:moveTo>
                    <a:pt x="108" y="225"/>
                  </a:moveTo>
                  <a:cubicBezTo>
                    <a:pt x="162" y="225"/>
                    <a:pt x="117" y="180"/>
                    <a:pt x="135" y="180"/>
                  </a:cubicBezTo>
                  <a:cubicBezTo>
                    <a:pt x="153" y="180"/>
                    <a:pt x="180" y="180"/>
                    <a:pt x="180" y="180"/>
                  </a:cubicBezTo>
                  <a:cubicBezTo>
                    <a:pt x="180" y="180"/>
                    <a:pt x="189" y="144"/>
                    <a:pt x="189" y="126"/>
                  </a:cubicBezTo>
                  <a:cubicBezTo>
                    <a:pt x="189" y="108"/>
                    <a:pt x="153" y="144"/>
                    <a:pt x="153" y="99"/>
                  </a:cubicBezTo>
                  <a:cubicBezTo>
                    <a:pt x="153" y="63"/>
                    <a:pt x="180" y="108"/>
                    <a:pt x="180" y="81"/>
                  </a:cubicBezTo>
                  <a:cubicBezTo>
                    <a:pt x="180" y="61"/>
                    <a:pt x="180" y="36"/>
                    <a:pt x="180" y="36"/>
                  </a:cubicBezTo>
                  <a:cubicBezTo>
                    <a:pt x="180" y="36"/>
                    <a:pt x="144" y="36"/>
                    <a:pt x="126" y="36"/>
                  </a:cubicBezTo>
                  <a:cubicBezTo>
                    <a:pt x="108" y="36"/>
                    <a:pt x="162" y="0"/>
                    <a:pt x="108" y="0"/>
                  </a:cubicBezTo>
                  <a:cubicBezTo>
                    <a:pt x="63" y="0"/>
                    <a:pt x="99" y="36"/>
                    <a:pt x="90" y="36"/>
                  </a:cubicBezTo>
                  <a:cubicBezTo>
                    <a:pt x="81" y="36"/>
                    <a:pt x="36" y="36"/>
                    <a:pt x="36" y="36"/>
                  </a:cubicBezTo>
                  <a:cubicBezTo>
                    <a:pt x="36" y="36"/>
                    <a:pt x="36" y="81"/>
                    <a:pt x="36" y="90"/>
                  </a:cubicBezTo>
                  <a:cubicBezTo>
                    <a:pt x="36" y="99"/>
                    <a:pt x="0" y="72"/>
                    <a:pt x="0" y="117"/>
                  </a:cubicBezTo>
                  <a:cubicBezTo>
                    <a:pt x="0" y="153"/>
                    <a:pt x="45" y="117"/>
                    <a:pt x="45" y="126"/>
                  </a:cubicBezTo>
                  <a:cubicBezTo>
                    <a:pt x="45" y="162"/>
                    <a:pt x="36" y="180"/>
                    <a:pt x="36" y="180"/>
                  </a:cubicBezTo>
                  <a:cubicBezTo>
                    <a:pt x="36" y="180"/>
                    <a:pt x="72" y="180"/>
                    <a:pt x="81" y="180"/>
                  </a:cubicBezTo>
                  <a:cubicBezTo>
                    <a:pt x="90" y="180"/>
                    <a:pt x="63" y="225"/>
                    <a:pt x="108" y="225"/>
                  </a:cubicBezTo>
                  <a:close/>
                </a:path>
              </a:pathLst>
            </a:custGeom>
            <a:solidFill>
              <a:srgbClr val="FFFFFF"/>
            </a:solidFill>
            <a:ln w="9525">
              <a:noFill/>
              <a:round/>
            </a:ln>
          </p:spPr>
          <p:txBody>
            <a:bodyPr/>
            <a:lstStyle/>
            <a:p>
              <a:endParaRPr lang="en-GB" sz="1815"/>
            </a:p>
          </p:txBody>
        </p:sp>
        <p:sp>
          <p:nvSpPr>
            <p:cNvPr id="181" name="Freeform 99"/>
            <p:cNvSpPr/>
            <p:nvPr/>
          </p:nvSpPr>
          <p:spPr bwMode="auto">
            <a:xfrm>
              <a:off x="5638568" y="3245317"/>
              <a:ext cx="333265" cy="333255"/>
            </a:xfrm>
            <a:custGeom>
              <a:avLst/>
              <a:gdLst>
                <a:gd name="T0" fmla="*/ 208 w 144"/>
                <a:gd name="T1" fmla="*/ 466 h 144"/>
                <a:gd name="T2" fmla="*/ 0 w 144"/>
                <a:gd name="T3" fmla="*/ 568 h 144"/>
                <a:gd name="T4" fmla="*/ 0 w 144"/>
                <a:gd name="T5" fmla="*/ 828 h 144"/>
                <a:gd name="T6" fmla="*/ 362 w 144"/>
                <a:gd name="T7" fmla="*/ 828 h 144"/>
                <a:gd name="T8" fmla="*/ 466 w 144"/>
                <a:gd name="T9" fmla="*/ 674 h 144"/>
                <a:gd name="T10" fmla="*/ 568 w 144"/>
                <a:gd name="T11" fmla="*/ 828 h 144"/>
                <a:gd name="T12" fmla="*/ 828 w 144"/>
                <a:gd name="T13" fmla="*/ 828 h 144"/>
                <a:gd name="T14" fmla="*/ 828 w 144"/>
                <a:gd name="T15" fmla="*/ 466 h 144"/>
                <a:gd name="T16" fmla="*/ 674 w 144"/>
                <a:gd name="T17" fmla="*/ 362 h 144"/>
                <a:gd name="T18" fmla="*/ 828 w 144"/>
                <a:gd name="T19" fmla="*/ 260 h 144"/>
                <a:gd name="T20" fmla="*/ 828 w 144"/>
                <a:gd name="T21" fmla="*/ 0 h 144"/>
                <a:gd name="T22" fmla="*/ 466 w 144"/>
                <a:gd name="T23" fmla="*/ 0 h 144"/>
                <a:gd name="T24" fmla="*/ 362 w 144"/>
                <a:gd name="T25" fmla="*/ 154 h 144"/>
                <a:gd name="T26" fmla="*/ 260 w 144"/>
                <a:gd name="T27" fmla="*/ 0 h 144"/>
                <a:gd name="T28" fmla="*/ 0 w 144"/>
                <a:gd name="T29" fmla="*/ 0 h 144"/>
                <a:gd name="T30" fmla="*/ 0 w 144"/>
                <a:gd name="T31" fmla="*/ 312 h 144"/>
                <a:gd name="T32" fmla="*/ 208 w 144"/>
                <a:gd name="T33" fmla="*/ 466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44"/>
                <a:gd name="T53" fmla="*/ 144 w 144"/>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44">
                  <a:moveTo>
                    <a:pt x="36" y="81"/>
                  </a:moveTo>
                  <a:cubicBezTo>
                    <a:pt x="36" y="126"/>
                    <a:pt x="0" y="90"/>
                    <a:pt x="0" y="99"/>
                  </a:cubicBezTo>
                  <a:cubicBezTo>
                    <a:pt x="0" y="108"/>
                    <a:pt x="0" y="144"/>
                    <a:pt x="0" y="144"/>
                  </a:cubicBezTo>
                  <a:cubicBezTo>
                    <a:pt x="0" y="144"/>
                    <a:pt x="54" y="144"/>
                    <a:pt x="63" y="144"/>
                  </a:cubicBezTo>
                  <a:cubicBezTo>
                    <a:pt x="72" y="144"/>
                    <a:pt x="45" y="117"/>
                    <a:pt x="81" y="117"/>
                  </a:cubicBezTo>
                  <a:cubicBezTo>
                    <a:pt x="117" y="117"/>
                    <a:pt x="81" y="144"/>
                    <a:pt x="99" y="144"/>
                  </a:cubicBezTo>
                  <a:cubicBezTo>
                    <a:pt x="117" y="144"/>
                    <a:pt x="144" y="144"/>
                    <a:pt x="144" y="144"/>
                  </a:cubicBezTo>
                  <a:cubicBezTo>
                    <a:pt x="144" y="144"/>
                    <a:pt x="144" y="90"/>
                    <a:pt x="144" y="81"/>
                  </a:cubicBezTo>
                  <a:cubicBezTo>
                    <a:pt x="144" y="72"/>
                    <a:pt x="117" y="99"/>
                    <a:pt x="117" y="63"/>
                  </a:cubicBezTo>
                  <a:cubicBezTo>
                    <a:pt x="117" y="27"/>
                    <a:pt x="144" y="63"/>
                    <a:pt x="144" y="45"/>
                  </a:cubicBezTo>
                  <a:cubicBezTo>
                    <a:pt x="144" y="27"/>
                    <a:pt x="144" y="0"/>
                    <a:pt x="144" y="0"/>
                  </a:cubicBezTo>
                  <a:cubicBezTo>
                    <a:pt x="144" y="0"/>
                    <a:pt x="90" y="0"/>
                    <a:pt x="81" y="0"/>
                  </a:cubicBezTo>
                  <a:cubicBezTo>
                    <a:pt x="72" y="0"/>
                    <a:pt x="99" y="27"/>
                    <a:pt x="63" y="27"/>
                  </a:cubicBezTo>
                  <a:cubicBezTo>
                    <a:pt x="27" y="27"/>
                    <a:pt x="63" y="0"/>
                    <a:pt x="45" y="0"/>
                  </a:cubicBezTo>
                  <a:cubicBezTo>
                    <a:pt x="27" y="0"/>
                    <a:pt x="0" y="0"/>
                    <a:pt x="0" y="0"/>
                  </a:cubicBezTo>
                  <a:cubicBezTo>
                    <a:pt x="0" y="0"/>
                    <a:pt x="0" y="27"/>
                    <a:pt x="0" y="54"/>
                  </a:cubicBezTo>
                  <a:cubicBezTo>
                    <a:pt x="0" y="81"/>
                    <a:pt x="36" y="36"/>
                    <a:pt x="36" y="81"/>
                  </a:cubicBezTo>
                  <a:close/>
                </a:path>
              </a:pathLst>
            </a:custGeom>
            <a:solidFill>
              <a:srgbClr val="FFFFFF"/>
            </a:solidFill>
            <a:ln w="9525">
              <a:noFill/>
              <a:round/>
            </a:ln>
          </p:spPr>
          <p:txBody>
            <a:bodyPr/>
            <a:lstStyle/>
            <a:p>
              <a:endParaRPr lang="en-GB" sz="1815"/>
            </a:p>
          </p:txBody>
        </p:sp>
        <p:sp>
          <p:nvSpPr>
            <p:cNvPr id="182" name="Freeform 100"/>
            <p:cNvSpPr/>
            <p:nvPr/>
          </p:nvSpPr>
          <p:spPr bwMode="auto">
            <a:xfrm>
              <a:off x="6306389" y="3245317"/>
              <a:ext cx="417227" cy="417214"/>
            </a:xfrm>
            <a:custGeom>
              <a:avLst/>
              <a:gdLst>
                <a:gd name="T0" fmla="*/ 154 w 180"/>
                <a:gd name="T1" fmla="*/ 415 h 180"/>
                <a:gd name="T2" fmla="*/ 0 w 180"/>
                <a:gd name="T3" fmla="*/ 572 h 180"/>
                <a:gd name="T4" fmla="*/ 0 w 180"/>
                <a:gd name="T5" fmla="*/ 831 h 180"/>
                <a:gd name="T6" fmla="*/ 312 w 180"/>
                <a:gd name="T7" fmla="*/ 831 h 180"/>
                <a:gd name="T8" fmla="*/ 415 w 180"/>
                <a:gd name="T9" fmla="*/ 1041 h 180"/>
                <a:gd name="T10" fmla="*/ 522 w 180"/>
                <a:gd name="T11" fmla="*/ 831 h 180"/>
                <a:gd name="T12" fmla="*/ 831 w 180"/>
                <a:gd name="T13" fmla="*/ 831 h 180"/>
                <a:gd name="T14" fmla="*/ 831 w 180"/>
                <a:gd name="T15" fmla="*/ 522 h 180"/>
                <a:gd name="T16" fmla="*/ 1041 w 180"/>
                <a:gd name="T17" fmla="*/ 364 h 180"/>
                <a:gd name="T18" fmla="*/ 831 w 180"/>
                <a:gd name="T19" fmla="*/ 260 h 180"/>
                <a:gd name="T20" fmla="*/ 831 w 180"/>
                <a:gd name="T21" fmla="*/ 0 h 180"/>
                <a:gd name="T22" fmla="*/ 467 w 180"/>
                <a:gd name="T23" fmla="*/ 0 h 180"/>
                <a:gd name="T24" fmla="*/ 364 w 180"/>
                <a:gd name="T25" fmla="*/ 154 h 180"/>
                <a:gd name="T26" fmla="*/ 260 w 180"/>
                <a:gd name="T27" fmla="*/ 0 h 180"/>
                <a:gd name="T28" fmla="*/ 0 w 180"/>
                <a:gd name="T29" fmla="*/ 0 h 180"/>
                <a:gd name="T30" fmla="*/ 0 w 180"/>
                <a:gd name="T31" fmla="*/ 312 h 180"/>
                <a:gd name="T32" fmla="*/ 154 w 180"/>
                <a:gd name="T33" fmla="*/ 41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27" y="72"/>
                  </a:moveTo>
                  <a:cubicBezTo>
                    <a:pt x="27" y="108"/>
                    <a:pt x="0" y="72"/>
                    <a:pt x="0" y="99"/>
                  </a:cubicBezTo>
                  <a:cubicBezTo>
                    <a:pt x="0" y="126"/>
                    <a:pt x="0" y="144"/>
                    <a:pt x="0" y="144"/>
                  </a:cubicBezTo>
                  <a:cubicBezTo>
                    <a:pt x="0" y="144"/>
                    <a:pt x="36" y="144"/>
                    <a:pt x="54" y="144"/>
                  </a:cubicBezTo>
                  <a:cubicBezTo>
                    <a:pt x="72" y="144"/>
                    <a:pt x="36" y="180"/>
                    <a:pt x="72" y="180"/>
                  </a:cubicBezTo>
                  <a:cubicBezTo>
                    <a:pt x="108" y="180"/>
                    <a:pt x="81" y="144"/>
                    <a:pt x="90" y="144"/>
                  </a:cubicBezTo>
                  <a:cubicBezTo>
                    <a:pt x="99" y="144"/>
                    <a:pt x="144" y="144"/>
                    <a:pt x="144" y="144"/>
                  </a:cubicBezTo>
                  <a:cubicBezTo>
                    <a:pt x="144" y="144"/>
                    <a:pt x="144" y="117"/>
                    <a:pt x="144" y="90"/>
                  </a:cubicBezTo>
                  <a:cubicBezTo>
                    <a:pt x="144" y="63"/>
                    <a:pt x="180" y="108"/>
                    <a:pt x="180" y="63"/>
                  </a:cubicBezTo>
                  <a:cubicBezTo>
                    <a:pt x="180" y="36"/>
                    <a:pt x="144" y="63"/>
                    <a:pt x="144" y="45"/>
                  </a:cubicBezTo>
                  <a:cubicBezTo>
                    <a:pt x="144" y="36"/>
                    <a:pt x="144" y="0"/>
                    <a:pt x="144" y="0"/>
                  </a:cubicBezTo>
                  <a:cubicBezTo>
                    <a:pt x="144" y="0"/>
                    <a:pt x="90" y="0"/>
                    <a:pt x="81" y="0"/>
                  </a:cubicBezTo>
                  <a:cubicBezTo>
                    <a:pt x="72" y="0"/>
                    <a:pt x="99" y="27"/>
                    <a:pt x="63" y="27"/>
                  </a:cubicBezTo>
                  <a:cubicBezTo>
                    <a:pt x="27" y="27"/>
                    <a:pt x="63" y="0"/>
                    <a:pt x="45" y="0"/>
                  </a:cubicBezTo>
                  <a:cubicBezTo>
                    <a:pt x="27" y="0"/>
                    <a:pt x="0" y="0"/>
                    <a:pt x="0" y="0"/>
                  </a:cubicBezTo>
                  <a:cubicBezTo>
                    <a:pt x="0" y="0"/>
                    <a:pt x="0" y="45"/>
                    <a:pt x="0" y="54"/>
                  </a:cubicBezTo>
                  <a:cubicBezTo>
                    <a:pt x="0" y="63"/>
                    <a:pt x="27" y="27"/>
                    <a:pt x="27" y="72"/>
                  </a:cubicBezTo>
                  <a:close/>
                </a:path>
              </a:pathLst>
            </a:custGeom>
            <a:solidFill>
              <a:srgbClr val="FFFFFF"/>
            </a:solidFill>
            <a:ln w="9525">
              <a:noFill/>
              <a:round/>
            </a:ln>
          </p:spPr>
          <p:txBody>
            <a:bodyPr/>
            <a:lstStyle/>
            <a:p>
              <a:endParaRPr lang="en-GB" sz="1815"/>
            </a:p>
          </p:txBody>
        </p:sp>
        <p:sp>
          <p:nvSpPr>
            <p:cNvPr id="183" name="Freeform 101"/>
            <p:cNvSpPr/>
            <p:nvPr/>
          </p:nvSpPr>
          <p:spPr bwMode="auto">
            <a:xfrm>
              <a:off x="4948788" y="5186719"/>
              <a:ext cx="355224" cy="480507"/>
            </a:xfrm>
            <a:custGeom>
              <a:avLst/>
              <a:gdLst>
                <a:gd name="T0" fmla="*/ 730 w 153"/>
                <a:gd name="T1" fmla="*/ 627 h 207"/>
                <a:gd name="T2" fmla="*/ 888 w 153"/>
                <a:gd name="T3" fmla="*/ 471 h 207"/>
                <a:gd name="T4" fmla="*/ 888 w 153"/>
                <a:gd name="T5" fmla="*/ 158 h 207"/>
                <a:gd name="T6" fmla="*/ 523 w 153"/>
                <a:gd name="T7" fmla="*/ 158 h 207"/>
                <a:gd name="T8" fmla="*/ 417 w 153"/>
                <a:gd name="T9" fmla="*/ 0 h 207"/>
                <a:gd name="T10" fmla="*/ 313 w 153"/>
                <a:gd name="T11" fmla="*/ 158 h 207"/>
                <a:gd name="T12" fmla="*/ 52 w 153"/>
                <a:gd name="T13" fmla="*/ 158 h 207"/>
                <a:gd name="T14" fmla="*/ 52 w 153"/>
                <a:gd name="T15" fmla="*/ 417 h 207"/>
                <a:gd name="T16" fmla="*/ 262 w 153"/>
                <a:gd name="T17" fmla="*/ 627 h 207"/>
                <a:gd name="T18" fmla="*/ 52 w 153"/>
                <a:gd name="T19" fmla="*/ 785 h 207"/>
                <a:gd name="T20" fmla="*/ 52 w 153"/>
                <a:gd name="T21" fmla="*/ 992 h 207"/>
                <a:gd name="T22" fmla="*/ 313 w 153"/>
                <a:gd name="T23" fmla="*/ 992 h 207"/>
                <a:gd name="T24" fmla="*/ 523 w 153"/>
                <a:gd name="T25" fmla="*/ 1202 h 207"/>
                <a:gd name="T26" fmla="*/ 627 w 153"/>
                <a:gd name="T27" fmla="*/ 992 h 207"/>
                <a:gd name="T28" fmla="*/ 888 w 153"/>
                <a:gd name="T29" fmla="*/ 992 h 207"/>
                <a:gd name="T30" fmla="*/ 888 w 153"/>
                <a:gd name="T31" fmla="*/ 730 h 207"/>
                <a:gd name="T32" fmla="*/ 730 w 153"/>
                <a:gd name="T33" fmla="*/ 627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07"/>
                <a:gd name="T53" fmla="*/ 153 w 153"/>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07">
                  <a:moveTo>
                    <a:pt x="126" y="108"/>
                  </a:moveTo>
                  <a:cubicBezTo>
                    <a:pt x="126" y="54"/>
                    <a:pt x="153" y="90"/>
                    <a:pt x="153" y="81"/>
                  </a:cubicBezTo>
                  <a:cubicBezTo>
                    <a:pt x="153" y="72"/>
                    <a:pt x="153" y="27"/>
                    <a:pt x="153" y="27"/>
                  </a:cubicBezTo>
                  <a:cubicBezTo>
                    <a:pt x="153" y="27"/>
                    <a:pt x="108" y="27"/>
                    <a:pt x="90" y="27"/>
                  </a:cubicBezTo>
                  <a:cubicBezTo>
                    <a:pt x="72" y="27"/>
                    <a:pt x="108" y="0"/>
                    <a:pt x="72" y="0"/>
                  </a:cubicBezTo>
                  <a:cubicBezTo>
                    <a:pt x="36" y="0"/>
                    <a:pt x="63" y="27"/>
                    <a:pt x="54" y="27"/>
                  </a:cubicBezTo>
                  <a:cubicBezTo>
                    <a:pt x="45" y="27"/>
                    <a:pt x="9" y="27"/>
                    <a:pt x="9" y="27"/>
                  </a:cubicBezTo>
                  <a:cubicBezTo>
                    <a:pt x="9" y="27"/>
                    <a:pt x="18" y="45"/>
                    <a:pt x="9" y="72"/>
                  </a:cubicBezTo>
                  <a:cubicBezTo>
                    <a:pt x="0" y="99"/>
                    <a:pt x="45" y="54"/>
                    <a:pt x="45" y="108"/>
                  </a:cubicBezTo>
                  <a:cubicBezTo>
                    <a:pt x="45" y="144"/>
                    <a:pt x="9" y="108"/>
                    <a:pt x="9" y="135"/>
                  </a:cubicBezTo>
                  <a:cubicBezTo>
                    <a:pt x="9" y="144"/>
                    <a:pt x="9" y="171"/>
                    <a:pt x="9" y="171"/>
                  </a:cubicBezTo>
                  <a:cubicBezTo>
                    <a:pt x="9" y="171"/>
                    <a:pt x="9" y="171"/>
                    <a:pt x="54" y="171"/>
                  </a:cubicBezTo>
                  <a:cubicBezTo>
                    <a:pt x="99" y="171"/>
                    <a:pt x="54" y="207"/>
                    <a:pt x="90" y="207"/>
                  </a:cubicBezTo>
                  <a:cubicBezTo>
                    <a:pt x="126" y="207"/>
                    <a:pt x="90" y="180"/>
                    <a:pt x="108" y="171"/>
                  </a:cubicBezTo>
                  <a:cubicBezTo>
                    <a:pt x="126" y="162"/>
                    <a:pt x="153" y="171"/>
                    <a:pt x="153" y="171"/>
                  </a:cubicBezTo>
                  <a:cubicBezTo>
                    <a:pt x="153" y="171"/>
                    <a:pt x="153" y="144"/>
                    <a:pt x="153" y="126"/>
                  </a:cubicBezTo>
                  <a:cubicBezTo>
                    <a:pt x="153" y="108"/>
                    <a:pt x="126" y="144"/>
                    <a:pt x="126" y="108"/>
                  </a:cubicBezTo>
                  <a:close/>
                </a:path>
              </a:pathLst>
            </a:custGeom>
            <a:solidFill>
              <a:srgbClr val="FFFFFF"/>
            </a:solidFill>
            <a:ln w="9525">
              <a:noFill/>
              <a:round/>
            </a:ln>
          </p:spPr>
          <p:txBody>
            <a:bodyPr/>
            <a:lstStyle/>
            <a:p>
              <a:endParaRPr lang="en-GB" sz="1815"/>
            </a:p>
          </p:txBody>
        </p:sp>
        <p:sp>
          <p:nvSpPr>
            <p:cNvPr id="184" name="Freeform 102"/>
            <p:cNvSpPr/>
            <p:nvPr/>
          </p:nvSpPr>
          <p:spPr bwMode="auto">
            <a:xfrm>
              <a:off x="4301634" y="5145385"/>
              <a:ext cx="417227" cy="521841"/>
            </a:xfrm>
            <a:custGeom>
              <a:avLst/>
              <a:gdLst>
                <a:gd name="T0" fmla="*/ 1041 w 180"/>
                <a:gd name="T1" fmla="*/ 625 h 225"/>
                <a:gd name="T2" fmla="*/ 831 w 180"/>
                <a:gd name="T3" fmla="*/ 523 h 225"/>
                <a:gd name="T4" fmla="*/ 831 w 180"/>
                <a:gd name="T5" fmla="*/ 260 h 225"/>
                <a:gd name="T6" fmla="*/ 572 w 180"/>
                <a:gd name="T7" fmla="*/ 260 h 225"/>
                <a:gd name="T8" fmla="*/ 467 w 180"/>
                <a:gd name="T9" fmla="*/ 0 h 225"/>
                <a:gd name="T10" fmla="*/ 312 w 180"/>
                <a:gd name="T11" fmla="*/ 260 h 225"/>
                <a:gd name="T12" fmla="*/ 0 w 180"/>
                <a:gd name="T13" fmla="*/ 260 h 225"/>
                <a:gd name="T14" fmla="*/ 0 w 180"/>
                <a:gd name="T15" fmla="*/ 575 h 225"/>
                <a:gd name="T16" fmla="*/ 154 w 180"/>
                <a:gd name="T17" fmla="*/ 677 h 225"/>
                <a:gd name="T18" fmla="*/ 0 w 180"/>
                <a:gd name="T19" fmla="*/ 835 h 225"/>
                <a:gd name="T20" fmla="*/ 0 w 180"/>
                <a:gd name="T21" fmla="*/ 1093 h 225"/>
                <a:gd name="T22" fmla="*/ 260 w 180"/>
                <a:gd name="T23" fmla="*/ 1093 h 225"/>
                <a:gd name="T24" fmla="*/ 415 w 180"/>
                <a:gd name="T25" fmla="*/ 1302 h 225"/>
                <a:gd name="T26" fmla="*/ 572 w 180"/>
                <a:gd name="T27" fmla="*/ 1093 h 225"/>
                <a:gd name="T28" fmla="*/ 831 w 180"/>
                <a:gd name="T29" fmla="*/ 1093 h 225"/>
                <a:gd name="T30" fmla="*/ 831 w 180"/>
                <a:gd name="T31" fmla="*/ 781 h 225"/>
                <a:gd name="T32" fmla="*/ 1041 w 180"/>
                <a:gd name="T33" fmla="*/ 625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25"/>
                <a:gd name="T53" fmla="*/ 180 w 180"/>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25">
                  <a:moveTo>
                    <a:pt x="180" y="108"/>
                  </a:moveTo>
                  <a:cubicBezTo>
                    <a:pt x="180" y="63"/>
                    <a:pt x="144" y="99"/>
                    <a:pt x="144" y="90"/>
                  </a:cubicBezTo>
                  <a:cubicBezTo>
                    <a:pt x="144" y="81"/>
                    <a:pt x="144" y="45"/>
                    <a:pt x="144" y="45"/>
                  </a:cubicBezTo>
                  <a:cubicBezTo>
                    <a:pt x="144" y="45"/>
                    <a:pt x="117" y="54"/>
                    <a:pt x="99" y="45"/>
                  </a:cubicBezTo>
                  <a:cubicBezTo>
                    <a:pt x="81" y="36"/>
                    <a:pt x="117" y="0"/>
                    <a:pt x="81" y="0"/>
                  </a:cubicBezTo>
                  <a:cubicBezTo>
                    <a:pt x="27" y="0"/>
                    <a:pt x="86" y="45"/>
                    <a:pt x="54" y="45"/>
                  </a:cubicBezTo>
                  <a:cubicBezTo>
                    <a:pt x="27" y="45"/>
                    <a:pt x="0" y="45"/>
                    <a:pt x="0" y="45"/>
                  </a:cubicBezTo>
                  <a:cubicBezTo>
                    <a:pt x="0" y="45"/>
                    <a:pt x="0" y="90"/>
                    <a:pt x="0" y="99"/>
                  </a:cubicBezTo>
                  <a:cubicBezTo>
                    <a:pt x="0" y="108"/>
                    <a:pt x="27" y="72"/>
                    <a:pt x="27" y="117"/>
                  </a:cubicBezTo>
                  <a:cubicBezTo>
                    <a:pt x="27" y="153"/>
                    <a:pt x="0" y="117"/>
                    <a:pt x="0" y="144"/>
                  </a:cubicBezTo>
                  <a:cubicBezTo>
                    <a:pt x="0" y="171"/>
                    <a:pt x="0" y="189"/>
                    <a:pt x="0" y="189"/>
                  </a:cubicBezTo>
                  <a:cubicBezTo>
                    <a:pt x="0" y="189"/>
                    <a:pt x="18" y="189"/>
                    <a:pt x="45" y="189"/>
                  </a:cubicBezTo>
                  <a:cubicBezTo>
                    <a:pt x="72" y="189"/>
                    <a:pt x="27" y="225"/>
                    <a:pt x="72" y="225"/>
                  </a:cubicBezTo>
                  <a:cubicBezTo>
                    <a:pt x="126" y="225"/>
                    <a:pt x="90" y="189"/>
                    <a:pt x="99" y="189"/>
                  </a:cubicBezTo>
                  <a:cubicBezTo>
                    <a:pt x="108" y="189"/>
                    <a:pt x="144" y="189"/>
                    <a:pt x="144" y="189"/>
                  </a:cubicBezTo>
                  <a:cubicBezTo>
                    <a:pt x="144" y="189"/>
                    <a:pt x="144" y="162"/>
                    <a:pt x="144" y="135"/>
                  </a:cubicBezTo>
                  <a:cubicBezTo>
                    <a:pt x="144" y="108"/>
                    <a:pt x="180" y="153"/>
                    <a:pt x="180" y="108"/>
                  </a:cubicBezTo>
                  <a:close/>
                </a:path>
              </a:pathLst>
            </a:custGeom>
            <a:solidFill>
              <a:srgbClr val="FFFFFF"/>
            </a:solidFill>
            <a:ln w="9525">
              <a:noFill/>
              <a:round/>
            </a:ln>
          </p:spPr>
          <p:txBody>
            <a:bodyPr/>
            <a:lstStyle/>
            <a:p>
              <a:endParaRPr lang="en-GB" sz="1815"/>
            </a:p>
          </p:txBody>
        </p:sp>
        <p:sp>
          <p:nvSpPr>
            <p:cNvPr id="185" name="Freeform 103"/>
            <p:cNvSpPr/>
            <p:nvPr/>
          </p:nvSpPr>
          <p:spPr bwMode="auto">
            <a:xfrm>
              <a:off x="5638568" y="5166052"/>
              <a:ext cx="417227" cy="501174"/>
            </a:xfrm>
            <a:custGeom>
              <a:avLst/>
              <a:gdLst>
                <a:gd name="T0" fmla="*/ 1041 w 180"/>
                <a:gd name="T1" fmla="*/ 575 h 216"/>
                <a:gd name="T2" fmla="*/ 831 w 180"/>
                <a:gd name="T3" fmla="*/ 471 h 216"/>
                <a:gd name="T4" fmla="*/ 831 w 180"/>
                <a:gd name="T5" fmla="*/ 210 h 216"/>
                <a:gd name="T6" fmla="*/ 522 w 180"/>
                <a:gd name="T7" fmla="*/ 262 h 216"/>
                <a:gd name="T8" fmla="*/ 467 w 180"/>
                <a:gd name="T9" fmla="*/ 0 h 216"/>
                <a:gd name="T10" fmla="*/ 312 w 180"/>
                <a:gd name="T11" fmla="*/ 210 h 216"/>
                <a:gd name="T12" fmla="*/ 0 w 180"/>
                <a:gd name="T13" fmla="*/ 210 h 216"/>
                <a:gd name="T14" fmla="*/ 0 w 180"/>
                <a:gd name="T15" fmla="*/ 523 h 216"/>
                <a:gd name="T16" fmla="*/ 210 w 180"/>
                <a:gd name="T17" fmla="*/ 677 h 216"/>
                <a:gd name="T18" fmla="*/ 0 w 180"/>
                <a:gd name="T19" fmla="*/ 783 h 216"/>
                <a:gd name="T20" fmla="*/ 0 w 180"/>
                <a:gd name="T21" fmla="*/ 1042 h 216"/>
                <a:gd name="T22" fmla="*/ 312 w 180"/>
                <a:gd name="T23" fmla="*/ 1042 h 216"/>
                <a:gd name="T24" fmla="*/ 415 w 180"/>
                <a:gd name="T25" fmla="*/ 1252 h 216"/>
                <a:gd name="T26" fmla="*/ 522 w 180"/>
                <a:gd name="T27" fmla="*/ 1042 h 216"/>
                <a:gd name="T28" fmla="*/ 831 w 180"/>
                <a:gd name="T29" fmla="*/ 1042 h 216"/>
                <a:gd name="T30" fmla="*/ 831 w 180"/>
                <a:gd name="T31" fmla="*/ 729 h 216"/>
                <a:gd name="T32" fmla="*/ 1041 w 180"/>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180" y="99"/>
                  </a:moveTo>
                  <a:cubicBezTo>
                    <a:pt x="180" y="72"/>
                    <a:pt x="144" y="99"/>
                    <a:pt x="144" y="81"/>
                  </a:cubicBezTo>
                  <a:cubicBezTo>
                    <a:pt x="144" y="72"/>
                    <a:pt x="144" y="36"/>
                    <a:pt x="144" y="36"/>
                  </a:cubicBezTo>
                  <a:cubicBezTo>
                    <a:pt x="144" y="36"/>
                    <a:pt x="126" y="45"/>
                    <a:pt x="90" y="45"/>
                  </a:cubicBezTo>
                  <a:cubicBezTo>
                    <a:pt x="81" y="45"/>
                    <a:pt x="117" y="0"/>
                    <a:pt x="81" y="0"/>
                  </a:cubicBezTo>
                  <a:cubicBezTo>
                    <a:pt x="36" y="0"/>
                    <a:pt x="63" y="36"/>
                    <a:pt x="54" y="36"/>
                  </a:cubicBezTo>
                  <a:cubicBezTo>
                    <a:pt x="45"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36" y="180"/>
                    <a:pt x="54" y="180"/>
                  </a:cubicBezTo>
                  <a:cubicBezTo>
                    <a:pt x="72" y="180"/>
                    <a:pt x="36" y="216"/>
                    <a:pt x="72" y="216"/>
                  </a:cubicBezTo>
                  <a:cubicBezTo>
                    <a:pt x="108" y="216"/>
                    <a:pt x="81" y="180"/>
                    <a:pt x="90" y="180"/>
                  </a:cubicBezTo>
                  <a:cubicBezTo>
                    <a:pt x="99" y="180"/>
                    <a:pt x="144" y="180"/>
                    <a:pt x="144" y="180"/>
                  </a:cubicBezTo>
                  <a:cubicBezTo>
                    <a:pt x="144" y="180"/>
                    <a:pt x="144" y="153"/>
                    <a:pt x="144" y="126"/>
                  </a:cubicBezTo>
                  <a:cubicBezTo>
                    <a:pt x="144" y="99"/>
                    <a:pt x="180" y="144"/>
                    <a:pt x="180" y="99"/>
                  </a:cubicBezTo>
                  <a:close/>
                </a:path>
              </a:pathLst>
            </a:custGeom>
            <a:solidFill>
              <a:srgbClr val="FFFFFF"/>
            </a:solidFill>
            <a:ln w="9525">
              <a:noFill/>
              <a:round/>
            </a:ln>
          </p:spPr>
          <p:txBody>
            <a:bodyPr/>
            <a:lstStyle/>
            <a:p>
              <a:endParaRPr lang="en-GB" sz="1815"/>
            </a:p>
          </p:txBody>
        </p:sp>
        <p:sp>
          <p:nvSpPr>
            <p:cNvPr id="186" name="Freeform 104"/>
            <p:cNvSpPr/>
            <p:nvPr/>
          </p:nvSpPr>
          <p:spPr bwMode="auto">
            <a:xfrm>
              <a:off x="3632522" y="5166052"/>
              <a:ext cx="334556" cy="501174"/>
            </a:xfrm>
            <a:custGeom>
              <a:avLst/>
              <a:gdLst>
                <a:gd name="T0" fmla="*/ 680 w 144"/>
                <a:gd name="T1" fmla="*/ 575 h 216"/>
                <a:gd name="T2" fmla="*/ 838 w 144"/>
                <a:gd name="T3" fmla="*/ 471 h 216"/>
                <a:gd name="T4" fmla="*/ 838 w 144"/>
                <a:gd name="T5" fmla="*/ 210 h 216"/>
                <a:gd name="T6" fmla="*/ 576 w 144"/>
                <a:gd name="T7" fmla="*/ 210 h 216"/>
                <a:gd name="T8" fmla="*/ 365 w 144"/>
                <a:gd name="T9" fmla="*/ 0 h 216"/>
                <a:gd name="T10" fmla="*/ 263 w 144"/>
                <a:gd name="T11" fmla="*/ 210 h 216"/>
                <a:gd name="T12" fmla="*/ 0 w 144"/>
                <a:gd name="T13" fmla="*/ 210 h 216"/>
                <a:gd name="T14" fmla="*/ 0 w 144"/>
                <a:gd name="T15" fmla="*/ 523 h 216"/>
                <a:gd name="T16" fmla="*/ 210 w 144"/>
                <a:gd name="T17" fmla="*/ 677 h 216"/>
                <a:gd name="T18" fmla="*/ 0 w 144"/>
                <a:gd name="T19" fmla="*/ 783 h 216"/>
                <a:gd name="T20" fmla="*/ 0 w 144"/>
                <a:gd name="T21" fmla="*/ 1042 h 216"/>
                <a:gd name="T22" fmla="*/ 313 w 144"/>
                <a:gd name="T23" fmla="*/ 1042 h 216"/>
                <a:gd name="T24" fmla="*/ 421 w 144"/>
                <a:gd name="T25" fmla="*/ 1252 h 216"/>
                <a:gd name="T26" fmla="*/ 523 w 144"/>
                <a:gd name="T27" fmla="*/ 1042 h 216"/>
                <a:gd name="T28" fmla="*/ 838 w 144"/>
                <a:gd name="T29" fmla="*/ 1042 h 216"/>
                <a:gd name="T30" fmla="*/ 838 w 144"/>
                <a:gd name="T31" fmla="*/ 677 h 216"/>
                <a:gd name="T32" fmla="*/ 680 w 144"/>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117" y="99"/>
                  </a:moveTo>
                  <a:cubicBezTo>
                    <a:pt x="117" y="63"/>
                    <a:pt x="144" y="99"/>
                    <a:pt x="144" y="81"/>
                  </a:cubicBezTo>
                  <a:cubicBezTo>
                    <a:pt x="144" y="63"/>
                    <a:pt x="144" y="36"/>
                    <a:pt x="144" y="36"/>
                  </a:cubicBezTo>
                  <a:cubicBezTo>
                    <a:pt x="144" y="36"/>
                    <a:pt x="144" y="36"/>
                    <a:pt x="99" y="36"/>
                  </a:cubicBezTo>
                  <a:cubicBezTo>
                    <a:pt x="54" y="36"/>
                    <a:pt x="99" y="0"/>
                    <a:pt x="63" y="0"/>
                  </a:cubicBezTo>
                  <a:cubicBezTo>
                    <a:pt x="27" y="0"/>
                    <a:pt x="63" y="27"/>
                    <a:pt x="45" y="36"/>
                  </a:cubicBezTo>
                  <a:cubicBezTo>
                    <a:pt x="27" y="45"/>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45" y="180"/>
                    <a:pt x="54" y="180"/>
                  </a:cubicBezTo>
                  <a:cubicBezTo>
                    <a:pt x="63" y="180"/>
                    <a:pt x="36" y="216"/>
                    <a:pt x="72" y="216"/>
                  </a:cubicBezTo>
                  <a:cubicBezTo>
                    <a:pt x="108" y="216"/>
                    <a:pt x="81" y="180"/>
                    <a:pt x="90" y="180"/>
                  </a:cubicBezTo>
                  <a:cubicBezTo>
                    <a:pt x="99" y="180"/>
                    <a:pt x="144" y="180"/>
                    <a:pt x="144" y="180"/>
                  </a:cubicBezTo>
                  <a:cubicBezTo>
                    <a:pt x="144" y="180"/>
                    <a:pt x="144" y="126"/>
                    <a:pt x="144" y="117"/>
                  </a:cubicBezTo>
                  <a:cubicBezTo>
                    <a:pt x="144" y="108"/>
                    <a:pt x="117" y="135"/>
                    <a:pt x="117" y="99"/>
                  </a:cubicBezTo>
                  <a:close/>
                </a:path>
              </a:pathLst>
            </a:custGeom>
            <a:solidFill>
              <a:srgbClr val="FFFFFF"/>
            </a:solidFill>
            <a:ln w="9525">
              <a:noFill/>
              <a:round/>
            </a:ln>
          </p:spPr>
          <p:txBody>
            <a:bodyPr/>
            <a:lstStyle/>
            <a:p>
              <a:endParaRPr lang="en-GB" sz="1815"/>
            </a:p>
          </p:txBody>
        </p:sp>
        <p:sp>
          <p:nvSpPr>
            <p:cNvPr id="187" name="Freeform 105"/>
            <p:cNvSpPr/>
            <p:nvPr/>
          </p:nvSpPr>
          <p:spPr bwMode="auto">
            <a:xfrm>
              <a:off x="3299257" y="4915465"/>
              <a:ext cx="437894" cy="417214"/>
            </a:xfrm>
            <a:custGeom>
              <a:avLst/>
              <a:gdLst>
                <a:gd name="T0" fmla="*/ 414 w 189"/>
                <a:gd name="T1" fmla="*/ 1041 h 180"/>
                <a:gd name="T2" fmla="*/ 518 w 189"/>
                <a:gd name="T3" fmla="*/ 779 h 180"/>
                <a:gd name="T4" fmla="*/ 830 w 189"/>
                <a:gd name="T5" fmla="*/ 831 h 180"/>
                <a:gd name="T6" fmla="*/ 830 w 189"/>
                <a:gd name="T7" fmla="*/ 467 h 180"/>
                <a:gd name="T8" fmla="*/ 1091 w 189"/>
                <a:gd name="T9" fmla="*/ 364 h 180"/>
                <a:gd name="T10" fmla="*/ 881 w 189"/>
                <a:gd name="T11" fmla="*/ 260 h 180"/>
                <a:gd name="T12" fmla="*/ 830 w 189"/>
                <a:gd name="T13" fmla="*/ 0 h 180"/>
                <a:gd name="T14" fmla="*/ 466 w 189"/>
                <a:gd name="T15" fmla="*/ 0 h 180"/>
                <a:gd name="T16" fmla="*/ 364 w 189"/>
                <a:gd name="T17" fmla="*/ 154 h 180"/>
                <a:gd name="T18" fmla="*/ 260 w 189"/>
                <a:gd name="T19" fmla="*/ 0 h 180"/>
                <a:gd name="T20" fmla="*/ 0 w 189"/>
                <a:gd name="T21" fmla="*/ 0 h 180"/>
                <a:gd name="T22" fmla="*/ 0 w 189"/>
                <a:gd name="T23" fmla="*/ 312 h 180"/>
                <a:gd name="T24" fmla="*/ 210 w 189"/>
                <a:gd name="T25" fmla="*/ 467 h 180"/>
                <a:gd name="T26" fmla="*/ 0 w 189"/>
                <a:gd name="T27" fmla="*/ 572 h 180"/>
                <a:gd name="T28" fmla="*/ 0 w 189"/>
                <a:gd name="T29" fmla="*/ 831 h 180"/>
                <a:gd name="T30" fmla="*/ 312 w 189"/>
                <a:gd name="T31" fmla="*/ 779 h 180"/>
                <a:gd name="T32" fmla="*/ 414 w 189"/>
                <a:gd name="T33" fmla="*/ 1041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80"/>
                <a:gd name="T53" fmla="*/ 189 w 189"/>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80">
                  <a:moveTo>
                    <a:pt x="72" y="180"/>
                  </a:moveTo>
                  <a:cubicBezTo>
                    <a:pt x="108" y="180"/>
                    <a:pt x="81" y="135"/>
                    <a:pt x="90" y="135"/>
                  </a:cubicBezTo>
                  <a:cubicBezTo>
                    <a:pt x="99" y="135"/>
                    <a:pt x="144" y="144"/>
                    <a:pt x="144" y="144"/>
                  </a:cubicBezTo>
                  <a:cubicBezTo>
                    <a:pt x="144" y="144"/>
                    <a:pt x="135" y="108"/>
                    <a:pt x="144" y="81"/>
                  </a:cubicBezTo>
                  <a:cubicBezTo>
                    <a:pt x="153" y="54"/>
                    <a:pt x="189" y="108"/>
                    <a:pt x="189" y="63"/>
                  </a:cubicBezTo>
                  <a:cubicBezTo>
                    <a:pt x="189" y="18"/>
                    <a:pt x="162" y="63"/>
                    <a:pt x="153" y="45"/>
                  </a:cubicBezTo>
                  <a:cubicBezTo>
                    <a:pt x="144" y="27"/>
                    <a:pt x="144" y="0"/>
                    <a:pt x="144" y="0"/>
                  </a:cubicBezTo>
                  <a:cubicBezTo>
                    <a:pt x="144" y="0"/>
                    <a:pt x="90" y="0"/>
                    <a:pt x="81" y="0"/>
                  </a:cubicBezTo>
                  <a:cubicBezTo>
                    <a:pt x="72" y="0"/>
                    <a:pt x="99" y="27"/>
                    <a:pt x="63" y="27"/>
                  </a:cubicBezTo>
                  <a:cubicBezTo>
                    <a:pt x="27" y="27"/>
                    <a:pt x="63" y="0"/>
                    <a:pt x="45" y="0"/>
                  </a:cubicBezTo>
                  <a:cubicBezTo>
                    <a:pt x="27" y="0"/>
                    <a:pt x="0" y="0"/>
                    <a:pt x="0" y="0"/>
                  </a:cubicBezTo>
                  <a:cubicBezTo>
                    <a:pt x="0" y="0"/>
                    <a:pt x="0" y="27"/>
                    <a:pt x="0" y="54"/>
                  </a:cubicBezTo>
                  <a:cubicBezTo>
                    <a:pt x="0" y="81"/>
                    <a:pt x="36" y="36"/>
                    <a:pt x="36" y="81"/>
                  </a:cubicBezTo>
                  <a:cubicBezTo>
                    <a:pt x="36" y="126"/>
                    <a:pt x="0" y="90"/>
                    <a:pt x="0" y="99"/>
                  </a:cubicBezTo>
                  <a:cubicBezTo>
                    <a:pt x="0" y="108"/>
                    <a:pt x="0" y="144"/>
                    <a:pt x="0" y="144"/>
                  </a:cubicBezTo>
                  <a:cubicBezTo>
                    <a:pt x="0" y="144"/>
                    <a:pt x="45" y="135"/>
                    <a:pt x="54" y="135"/>
                  </a:cubicBezTo>
                  <a:cubicBezTo>
                    <a:pt x="63" y="135"/>
                    <a:pt x="36" y="180"/>
                    <a:pt x="72" y="180"/>
                  </a:cubicBezTo>
                  <a:close/>
                </a:path>
              </a:pathLst>
            </a:custGeom>
            <a:solidFill>
              <a:srgbClr val="FFFFFF"/>
            </a:solidFill>
            <a:ln w="9525">
              <a:noFill/>
              <a:round/>
            </a:ln>
          </p:spPr>
          <p:txBody>
            <a:bodyPr/>
            <a:lstStyle/>
            <a:p>
              <a:endParaRPr lang="en-GB" sz="1815"/>
            </a:p>
          </p:txBody>
        </p:sp>
        <p:sp>
          <p:nvSpPr>
            <p:cNvPr id="188" name="Freeform 106"/>
            <p:cNvSpPr/>
            <p:nvPr/>
          </p:nvSpPr>
          <p:spPr bwMode="auto">
            <a:xfrm>
              <a:off x="3215295" y="4163705"/>
              <a:ext cx="510231" cy="417214"/>
            </a:xfrm>
            <a:custGeom>
              <a:avLst/>
              <a:gdLst>
                <a:gd name="T0" fmla="*/ 625 w 220"/>
                <a:gd name="T1" fmla="*/ 885 h 180"/>
                <a:gd name="T2" fmla="*/ 779 w 220"/>
                <a:gd name="T3" fmla="*/ 1041 h 180"/>
                <a:gd name="T4" fmla="*/ 1041 w 220"/>
                <a:gd name="T5" fmla="*/ 1041 h 180"/>
                <a:gd name="T6" fmla="*/ 1041 w 220"/>
                <a:gd name="T7" fmla="*/ 779 h 180"/>
                <a:gd name="T8" fmla="*/ 1273 w 220"/>
                <a:gd name="T9" fmla="*/ 572 h 180"/>
                <a:gd name="T10" fmla="*/ 1065 w 220"/>
                <a:gd name="T11" fmla="*/ 467 h 180"/>
                <a:gd name="T12" fmla="*/ 1041 w 220"/>
                <a:gd name="T13" fmla="*/ 210 h 180"/>
                <a:gd name="T14" fmla="*/ 689 w 220"/>
                <a:gd name="T15" fmla="*/ 210 h 180"/>
                <a:gd name="T16" fmla="*/ 639 w 220"/>
                <a:gd name="T17" fmla="*/ 0 h 180"/>
                <a:gd name="T18" fmla="*/ 481 w 220"/>
                <a:gd name="T19" fmla="*/ 210 h 180"/>
                <a:gd name="T20" fmla="*/ 210 w 220"/>
                <a:gd name="T21" fmla="*/ 210 h 180"/>
                <a:gd name="T22" fmla="*/ 210 w 220"/>
                <a:gd name="T23" fmla="*/ 522 h 180"/>
                <a:gd name="T24" fmla="*/ 0 w 220"/>
                <a:gd name="T25" fmla="*/ 624 h 180"/>
                <a:gd name="T26" fmla="*/ 210 w 220"/>
                <a:gd name="T27" fmla="*/ 729 h 180"/>
                <a:gd name="T28" fmla="*/ 210 w 220"/>
                <a:gd name="T29" fmla="*/ 1041 h 180"/>
                <a:gd name="T30" fmla="*/ 522 w 220"/>
                <a:gd name="T31" fmla="*/ 1041 h 180"/>
                <a:gd name="T32" fmla="*/ 625 w 220"/>
                <a:gd name="T33" fmla="*/ 88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20"/>
                <a:gd name="T52" fmla="*/ 0 h 180"/>
                <a:gd name="T53" fmla="*/ 220 w 22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20" h="180">
                  <a:moveTo>
                    <a:pt x="108" y="153"/>
                  </a:moveTo>
                  <a:cubicBezTo>
                    <a:pt x="144" y="153"/>
                    <a:pt x="108" y="180"/>
                    <a:pt x="135" y="180"/>
                  </a:cubicBezTo>
                  <a:cubicBezTo>
                    <a:pt x="162" y="180"/>
                    <a:pt x="180" y="180"/>
                    <a:pt x="180" y="180"/>
                  </a:cubicBezTo>
                  <a:cubicBezTo>
                    <a:pt x="180" y="180"/>
                    <a:pt x="180" y="180"/>
                    <a:pt x="180" y="135"/>
                  </a:cubicBezTo>
                  <a:cubicBezTo>
                    <a:pt x="180" y="90"/>
                    <a:pt x="220" y="135"/>
                    <a:pt x="220" y="99"/>
                  </a:cubicBezTo>
                  <a:cubicBezTo>
                    <a:pt x="220" y="63"/>
                    <a:pt x="193" y="99"/>
                    <a:pt x="184" y="81"/>
                  </a:cubicBezTo>
                  <a:cubicBezTo>
                    <a:pt x="175" y="63"/>
                    <a:pt x="180" y="36"/>
                    <a:pt x="180" y="36"/>
                  </a:cubicBezTo>
                  <a:cubicBezTo>
                    <a:pt x="180" y="36"/>
                    <a:pt x="155" y="36"/>
                    <a:pt x="119" y="36"/>
                  </a:cubicBezTo>
                  <a:cubicBezTo>
                    <a:pt x="110" y="36"/>
                    <a:pt x="146" y="0"/>
                    <a:pt x="110" y="0"/>
                  </a:cubicBezTo>
                  <a:cubicBezTo>
                    <a:pt x="65" y="0"/>
                    <a:pt x="92" y="36"/>
                    <a:pt x="83" y="36"/>
                  </a:cubicBezTo>
                  <a:cubicBezTo>
                    <a:pt x="74" y="36"/>
                    <a:pt x="36" y="36"/>
                    <a:pt x="36" y="36"/>
                  </a:cubicBezTo>
                  <a:cubicBezTo>
                    <a:pt x="36" y="36"/>
                    <a:pt x="36" y="81"/>
                    <a:pt x="36" y="90"/>
                  </a:cubicBezTo>
                  <a:cubicBezTo>
                    <a:pt x="36" y="99"/>
                    <a:pt x="0" y="72"/>
                    <a:pt x="0" y="108"/>
                  </a:cubicBezTo>
                  <a:cubicBezTo>
                    <a:pt x="0" y="144"/>
                    <a:pt x="36" y="117"/>
                    <a:pt x="36" y="126"/>
                  </a:cubicBezTo>
                  <a:cubicBezTo>
                    <a:pt x="36" y="135"/>
                    <a:pt x="36" y="180"/>
                    <a:pt x="36" y="180"/>
                  </a:cubicBezTo>
                  <a:cubicBezTo>
                    <a:pt x="36" y="180"/>
                    <a:pt x="81" y="180"/>
                    <a:pt x="90" y="180"/>
                  </a:cubicBezTo>
                  <a:cubicBezTo>
                    <a:pt x="99" y="180"/>
                    <a:pt x="63" y="153"/>
                    <a:pt x="108" y="153"/>
                  </a:cubicBezTo>
                  <a:close/>
                </a:path>
              </a:pathLst>
            </a:custGeom>
            <a:solidFill>
              <a:srgbClr val="FFFFFF"/>
            </a:solidFill>
            <a:ln w="9525">
              <a:noFill/>
              <a:round/>
            </a:ln>
          </p:spPr>
          <p:txBody>
            <a:bodyPr/>
            <a:lstStyle/>
            <a:p>
              <a:endParaRPr lang="en-GB" sz="1815"/>
            </a:p>
          </p:txBody>
        </p:sp>
        <p:sp>
          <p:nvSpPr>
            <p:cNvPr id="189" name="Freeform 107"/>
            <p:cNvSpPr/>
            <p:nvPr/>
          </p:nvSpPr>
          <p:spPr bwMode="auto">
            <a:xfrm>
              <a:off x="4948788" y="3140690"/>
              <a:ext cx="355224" cy="521841"/>
            </a:xfrm>
            <a:custGeom>
              <a:avLst/>
              <a:gdLst>
                <a:gd name="T0" fmla="*/ 210 w 153"/>
                <a:gd name="T1" fmla="*/ 677 h 225"/>
                <a:gd name="T2" fmla="*/ 0 w 153"/>
                <a:gd name="T3" fmla="*/ 835 h 225"/>
                <a:gd name="T4" fmla="*/ 52 w 153"/>
                <a:gd name="T5" fmla="*/ 1093 h 225"/>
                <a:gd name="T6" fmla="*/ 365 w 153"/>
                <a:gd name="T7" fmla="*/ 1093 h 225"/>
                <a:gd name="T8" fmla="*/ 471 w 153"/>
                <a:gd name="T9" fmla="*/ 1302 h 225"/>
                <a:gd name="T10" fmla="*/ 575 w 153"/>
                <a:gd name="T11" fmla="*/ 1093 h 225"/>
                <a:gd name="T12" fmla="*/ 888 w 153"/>
                <a:gd name="T13" fmla="*/ 1093 h 225"/>
                <a:gd name="T14" fmla="*/ 888 w 153"/>
                <a:gd name="T15" fmla="*/ 835 h 225"/>
                <a:gd name="T16" fmla="*/ 730 w 153"/>
                <a:gd name="T17" fmla="*/ 729 h 225"/>
                <a:gd name="T18" fmla="*/ 888 w 153"/>
                <a:gd name="T19" fmla="*/ 575 h 225"/>
                <a:gd name="T20" fmla="*/ 888 w 153"/>
                <a:gd name="T21" fmla="*/ 260 h 225"/>
                <a:gd name="T22" fmla="*/ 575 w 153"/>
                <a:gd name="T23" fmla="*/ 260 h 225"/>
                <a:gd name="T24" fmla="*/ 417 w 153"/>
                <a:gd name="T25" fmla="*/ 0 h 225"/>
                <a:gd name="T26" fmla="*/ 313 w 153"/>
                <a:gd name="T27" fmla="*/ 260 h 225"/>
                <a:gd name="T28" fmla="*/ 52 w 153"/>
                <a:gd name="T29" fmla="*/ 260 h 225"/>
                <a:gd name="T30" fmla="*/ 52 w 153"/>
                <a:gd name="T31" fmla="*/ 523 h 225"/>
                <a:gd name="T32" fmla="*/ 210 w 153"/>
                <a:gd name="T33" fmla="*/ 677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25"/>
                <a:gd name="T53" fmla="*/ 153 w 153"/>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25">
                  <a:moveTo>
                    <a:pt x="36" y="117"/>
                  </a:moveTo>
                  <a:cubicBezTo>
                    <a:pt x="36" y="162"/>
                    <a:pt x="0" y="126"/>
                    <a:pt x="0" y="144"/>
                  </a:cubicBezTo>
                  <a:cubicBezTo>
                    <a:pt x="0" y="162"/>
                    <a:pt x="9" y="189"/>
                    <a:pt x="9" y="189"/>
                  </a:cubicBezTo>
                  <a:cubicBezTo>
                    <a:pt x="9" y="189"/>
                    <a:pt x="45" y="189"/>
                    <a:pt x="63" y="189"/>
                  </a:cubicBezTo>
                  <a:cubicBezTo>
                    <a:pt x="81" y="189"/>
                    <a:pt x="45" y="225"/>
                    <a:pt x="81" y="225"/>
                  </a:cubicBezTo>
                  <a:cubicBezTo>
                    <a:pt x="117" y="225"/>
                    <a:pt x="90" y="189"/>
                    <a:pt x="99" y="189"/>
                  </a:cubicBezTo>
                  <a:cubicBezTo>
                    <a:pt x="108" y="189"/>
                    <a:pt x="153" y="189"/>
                    <a:pt x="153" y="189"/>
                  </a:cubicBezTo>
                  <a:cubicBezTo>
                    <a:pt x="153" y="189"/>
                    <a:pt x="153" y="162"/>
                    <a:pt x="153" y="144"/>
                  </a:cubicBezTo>
                  <a:cubicBezTo>
                    <a:pt x="153" y="126"/>
                    <a:pt x="126" y="162"/>
                    <a:pt x="126" y="126"/>
                  </a:cubicBezTo>
                  <a:cubicBezTo>
                    <a:pt x="126" y="72"/>
                    <a:pt x="153" y="108"/>
                    <a:pt x="153" y="99"/>
                  </a:cubicBezTo>
                  <a:cubicBezTo>
                    <a:pt x="153" y="90"/>
                    <a:pt x="153" y="45"/>
                    <a:pt x="153" y="45"/>
                  </a:cubicBezTo>
                  <a:cubicBezTo>
                    <a:pt x="153" y="45"/>
                    <a:pt x="126" y="45"/>
                    <a:pt x="99" y="45"/>
                  </a:cubicBezTo>
                  <a:cubicBezTo>
                    <a:pt x="67" y="45"/>
                    <a:pt x="126" y="0"/>
                    <a:pt x="72" y="0"/>
                  </a:cubicBezTo>
                  <a:cubicBezTo>
                    <a:pt x="36" y="0"/>
                    <a:pt x="72" y="36"/>
                    <a:pt x="54" y="45"/>
                  </a:cubicBezTo>
                  <a:cubicBezTo>
                    <a:pt x="36" y="54"/>
                    <a:pt x="9" y="45"/>
                    <a:pt x="9" y="45"/>
                  </a:cubicBezTo>
                  <a:cubicBezTo>
                    <a:pt x="9" y="45"/>
                    <a:pt x="9" y="70"/>
                    <a:pt x="9" y="90"/>
                  </a:cubicBezTo>
                  <a:cubicBezTo>
                    <a:pt x="9" y="117"/>
                    <a:pt x="36" y="81"/>
                    <a:pt x="36" y="117"/>
                  </a:cubicBezTo>
                  <a:close/>
                </a:path>
              </a:pathLst>
            </a:custGeom>
            <a:solidFill>
              <a:srgbClr val="FFFFFF"/>
            </a:solidFill>
            <a:ln w="9525">
              <a:noFill/>
              <a:round/>
            </a:ln>
          </p:spPr>
          <p:txBody>
            <a:bodyPr/>
            <a:lstStyle/>
            <a:p>
              <a:endParaRPr lang="en-GB" sz="1815"/>
            </a:p>
          </p:txBody>
        </p:sp>
        <p:sp>
          <p:nvSpPr>
            <p:cNvPr id="190" name="Freeform 108"/>
            <p:cNvSpPr/>
            <p:nvPr/>
          </p:nvSpPr>
          <p:spPr bwMode="auto">
            <a:xfrm>
              <a:off x="1962324" y="3578571"/>
              <a:ext cx="334556" cy="418506"/>
            </a:xfrm>
            <a:custGeom>
              <a:avLst/>
              <a:gdLst>
                <a:gd name="T0" fmla="*/ 313 w 144"/>
                <a:gd name="T1" fmla="*/ 839 h 180"/>
                <a:gd name="T2" fmla="*/ 365 w 144"/>
                <a:gd name="T3" fmla="*/ 997 h 180"/>
                <a:gd name="T4" fmla="*/ 523 w 144"/>
                <a:gd name="T5" fmla="*/ 787 h 180"/>
                <a:gd name="T6" fmla="*/ 838 w 144"/>
                <a:gd name="T7" fmla="*/ 839 h 180"/>
                <a:gd name="T8" fmla="*/ 838 w 144"/>
                <a:gd name="T9" fmla="*/ 576 h 180"/>
                <a:gd name="T10" fmla="*/ 680 w 144"/>
                <a:gd name="T11" fmla="*/ 421 h 180"/>
                <a:gd name="T12" fmla="*/ 838 w 144"/>
                <a:gd name="T13" fmla="*/ 315 h 180"/>
                <a:gd name="T14" fmla="*/ 838 w 144"/>
                <a:gd name="T15" fmla="*/ 0 h 180"/>
                <a:gd name="T16" fmla="*/ 628 w 144"/>
                <a:gd name="T17" fmla="*/ 0 h 180"/>
                <a:gd name="T18" fmla="*/ 473 w 144"/>
                <a:gd name="T19" fmla="*/ 211 h 180"/>
                <a:gd name="T20" fmla="*/ 313 w 144"/>
                <a:gd name="T21" fmla="*/ 0 h 180"/>
                <a:gd name="T22" fmla="*/ 0 w 144"/>
                <a:gd name="T23" fmla="*/ 0 h 180"/>
                <a:gd name="T24" fmla="*/ 0 w 144"/>
                <a:gd name="T25" fmla="*/ 839 h 180"/>
                <a:gd name="T26" fmla="*/ 313 w 144"/>
                <a:gd name="T27" fmla="*/ 839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44"/>
                <a:gd name="T43" fmla="*/ 0 h 180"/>
                <a:gd name="T44" fmla="*/ 144 w 144"/>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44" h="180">
                  <a:moveTo>
                    <a:pt x="54" y="144"/>
                  </a:moveTo>
                  <a:cubicBezTo>
                    <a:pt x="72" y="144"/>
                    <a:pt x="36" y="167"/>
                    <a:pt x="63" y="171"/>
                  </a:cubicBezTo>
                  <a:cubicBezTo>
                    <a:pt x="117" y="180"/>
                    <a:pt x="77" y="135"/>
                    <a:pt x="90" y="135"/>
                  </a:cubicBezTo>
                  <a:cubicBezTo>
                    <a:pt x="108" y="135"/>
                    <a:pt x="144" y="144"/>
                    <a:pt x="144" y="144"/>
                  </a:cubicBezTo>
                  <a:cubicBezTo>
                    <a:pt x="144" y="144"/>
                    <a:pt x="144" y="126"/>
                    <a:pt x="144" y="99"/>
                  </a:cubicBezTo>
                  <a:cubicBezTo>
                    <a:pt x="144" y="72"/>
                    <a:pt x="117" y="108"/>
                    <a:pt x="117" y="72"/>
                  </a:cubicBezTo>
                  <a:cubicBezTo>
                    <a:pt x="117" y="27"/>
                    <a:pt x="144" y="63"/>
                    <a:pt x="144" y="54"/>
                  </a:cubicBezTo>
                  <a:cubicBezTo>
                    <a:pt x="144" y="45"/>
                    <a:pt x="144" y="0"/>
                    <a:pt x="144" y="0"/>
                  </a:cubicBezTo>
                  <a:cubicBezTo>
                    <a:pt x="144" y="0"/>
                    <a:pt x="117" y="0"/>
                    <a:pt x="108" y="0"/>
                  </a:cubicBezTo>
                  <a:cubicBezTo>
                    <a:pt x="99" y="0"/>
                    <a:pt x="126" y="36"/>
                    <a:pt x="81" y="36"/>
                  </a:cubicBezTo>
                  <a:cubicBezTo>
                    <a:pt x="36" y="36"/>
                    <a:pt x="72" y="0"/>
                    <a:pt x="54" y="0"/>
                  </a:cubicBezTo>
                  <a:cubicBezTo>
                    <a:pt x="36" y="0"/>
                    <a:pt x="0" y="0"/>
                    <a:pt x="0" y="0"/>
                  </a:cubicBezTo>
                  <a:cubicBezTo>
                    <a:pt x="0" y="144"/>
                    <a:pt x="0" y="144"/>
                    <a:pt x="0" y="144"/>
                  </a:cubicBezTo>
                  <a:cubicBezTo>
                    <a:pt x="0" y="146"/>
                    <a:pt x="15" y="144"/>
                    <a:pt x="54" y="144"/>
                  </a:cubicBezTo>
                  <a:close/>
                </a:path>
              </a:pathLst>
            </a:custGeom>
            <a:solidFill>
              <a:srgbClr val="FFFFFF"/>
            </a:solidFill>
            <a:ln w="9525">
              <a:noFill/>
              <a:round/>
            </a:ln>
          </p:spPr>
          <p:txBody>
            <a:bodyPr/>
            <a:lstStyle/>
            <a:p>
              <a:endParaRPr lang="en-GB" sz="1815"/>
            </a:p>
          </p:txBody>
        </p:sp>
        <p:sp>
          <p:nvSpPr>
            <p:cNvPr id="191" name="Freeform 109"/>
            <p:cNvSpPr/>
            <p:nvPr/>
          </p:nvSpPr>
          <p:spPr bwMode="auto">
            <a:xfrm>
              <a:off x="1962324" y="6252359"/>
              <a:ext cx="334556" cy="417214"/>
            </a:xfrm>
            <a:custGeom>
              <a:avLst/>
              <a:gdLst>
                <a:gd name="T0" fmla="*/ 313 w 144"/>
                <a:gd name="T1" fmla="*/ 831 h 180"/>
                <a:gd name="T2" fmla="*/ 365 w 144"/>
                <a:gd name="T3" fmla="*/ 989 h 180"/>
                <a:gd name="T4" fmla="*/ 523 w 144"/>
                <a:gd name="T5" fmla="*/ 779 h 180"/>
                <a:gd name="T6" fmla="*/ 838 w 144"/>
                <a:gd name="T7" fmla="*/ 831 h 180"/>
                <a:gd name="T8" fmla="*/ 838 w 144"/>
                <a:gd name="T9" fmla="*/ 572 h 180"/>
                <a:gd name="T10" fmla="*/ 680 w 144"/>
                <a:gd name="T11" fmla="*/ 467 h 180"/>
                <a:gd name="T12" fmla="*/ 838 w 144"/>
                <a:gd name="T13" fmla="*/ 312 h 180"/>
                <a:gd name="T14" fmla="*/ 838 w 144"/>
                <a:gd name="T15" fmla="*/ 0 h 180"/>
                <a:gd name="T16" fmla="*/ 628 w 144"/>
                <a:gd name="T17" fmla="*/ 0 h 180"/>
                <a:gd name="T18" fmla="*/ 576 w 144"/>
                <a:gd name="T19" fmla="*/ 102 h 180"/>
                <a:gd name="T20" fmla="*/ 473 w 144"/>
                <a:gd name="T21" fmla="*/ 210 h 180"/>
                <a:gd name="T22" fmla="*/ 313 w 144"/>
                <a:gd name="T23" fmla="*/ 102 h 180"/>
                <a:gd name="T24" fmla="*/ 313 w 144"/>
                <a:gd name="T25" fmla="*/ 0 h 180"/>
                <a:gd name="T26" fmla="*/ 0 w 144"/>
                <a:gd name="T27" fmla="*/ 0 h 180"/>
                <a:gd name="T28" fmla="*/ 0 w 144"/>
                <a:gd name="T29" fmla="*/ 831 h 180"/>
                <a:gd name="T30" fmla="*/ 313 w 144"/>
                <a:gd name="T31" fmla="*/ 831 h 1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4"/>
                <a:gd name="T49" fmla="*/ 0 h 180"/>
                <a:gd name="T50" fmla="*/ 144 w 144"/>
                <a:gd name="T51" fmla="*/ 180 h 1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4" h="180">
                  <a:moveTo>
                    <a:pt x="54" y="144"/>
                  </a:moveTo>
                  <a:cubicBezTo>
                    <a:pt x="72" y="144"/>
                    <a:pt x="36" y="167"/>
                    <a:pt x="63" y="171"/>
                  </a:cubicBezTo>
                  <a:cubicBezTo>
                    <a:pt x="117" y="180"/>
                    <a:pt x="77" y="135"/>
                    <a:pt x="90" y="135"/>
                  </a:cubicBezTo>
                  <a:cubicBezTo>
                    <a:pt x="108" y="135"/>
                    <a:pt x="144" y="144"/>
                    <a:pt x="144" y="144"/>
                  </a:cubicBezTo>
                  <a:cubicBezTo>
                    <a:pt x="144" y="144"/>
                    <a:pt x="144" y="117"/>
                    <a:pt x="144" y="99"/>
                  </a:cubicBezTo>
                  <a:cubicBezTo>
                    <a:pt x="144" y="81"/>
                    <a:pt x="117" y="117"/>
                    <a:pt x="117" y="81"/>
                  </a:cubicBezTo>
                  <a:cubicBezTo>
                    <a:pt x="117" y="27"/>
                    <a:pt x="144" y="63"/>
                    <a:pt x="144" y="54"/>
                  </a:cubicBezTo>
                  <a:cubicBezTo>
                    <a:pt x="144" y="45"/>
                    <a:pt x="144" y="0"/>
                    <a:pt x="144" y="0"/>
                  </a:cubicBezTo>
                  <a:cubicBezTo>
                    <a:pt x="144" y="0"/>
                    <a:pt x="117" y="0"/>
                    <a:pt x="108" y="0"/>
                  </a:cubicBezTo>
                  <a:cubicBezTo>
                    <a:pt x="99" y="0"/>
                    <a:pt x="90" y="9"/>
                    <a:pt x="99" y="18"/>
                  </a:cubicBezTo>
                  <a:cubicBezTo>
                    <a:pt x="108" y="27"/>
                    <a:pt x="99" y="36"/>
                    <a:pt x="81" y="36"/>
                  </a:cubicBezTo>
                  <a:cubicBezTo>
                    <a:pt x="63" y="36"/>
                    <a:pt x="45" y="27"/>
                    <a:pt x="54" y="18"/>
                  </a:cubicBezTo>
                  <a:cubicBezTo>
                    <a:pt x="63" y="9"/>
                    <a:pt x="63" y="0"/>
                    <a:pt x="54" y="0"/>
                  </a:cubicBezTo>
                  <a:cubicBezTo>
                    <a:pt x="45" y="0"/>
                    <a:pt x="0" y="0"/>
                    <a:pt x="0" y="0"/>
                  </a:cubicBezTo>
                  <a:cubicBezTo>
                    <a:pt x="0" y="144"/>
                    <a:pt x="0" y="144"/>
                    <a:pt x="0" y="144"/>
                  </a:cubicBezTo>
                  <a:cubicBezTo>
                    <a:pt x="0" y="146"/>
                    <a:pt x="15" y="144"/>
                    <a:pt x="54" y="144"/>
                  </a:cubicBezTo>
                  <a:close/>
                </a:path>
              </a:pathLst>
            </a:custGeom>
            <a:solidFill>
              <a:srgbClr val="FFFFFF"/>
            </a:solidFill>
            <a:ln w="9525">
              <a:noFill/>
              <a:round/>
            </a:ln>
          </p:spPr>
          <p:txBody>
            <a:bodyPr/>
            <a:lstStyle/>
            <a:p>
              <a:endParaRPr lang="en-GB" sz="1815"/>
            </a:p>
          </p:txBody>
        </p:sp>
        <p:sp>
          <p:nvSpPr>
            <p:cNvPr id="192" name="Freeform 110"/>
            <p:cNvSpPr/>
            <p:nvPr/>
          </p:nvSpPr>
          <p:spPr bwMode="auto">
            <a:xfrm>
              <a:off x="1962324" y="5562599"/>
              <a:ext cx="334556" cy="439173"/>
            </a:xfrm>
            <a:custGeom>
              <a:avLst/>
              <a:gdLst>
                <a:gd name="T0" fmla="*/ 291 w 144"/>
                <a:gd name="T1" fmla="*/ 997 h 189"/>
                <a:gd name="T2" fmla="*/ 421 w 144"/>
                <a:gd name="T3" fmla="*/ 1101 h 189"/>
                <a:gd name="T4" fmla="*/ 547 w 144"/>
                <a:gd name="T5" fmla="*/ 997 h 189"/>
                <a:gd name="T6" fmla="*/ 599 w 144"/>
                <a:gd name="T7" fmla="*/ 890 h 189"/>
                <a:gd name="T8" fmla="*/ 838 w 144"/>
                <a:gd name="T9" fmla="*/ 890 h 189"/>
                <a:gd name="T10" fmla="*/ 838 w 144"/>
                <a:gd name="T11" fmla="*/ 628 h 189"/>
                <a:gd name="T12" fmla="*/ 680 w 144"/>
                <a:gd name="T13" fmla="*/ 523 h 189"/>
                <a:gd name="T14" fmla="*/ 838 w 144"/>
                <a:gd name="T15" fmla="*/ 365 h 189"/>
                <a:gd name="T16" fmla="*/ 838 w 144"/>
                <a:gd name="T17" fmla="*/ 52 h 189"/>
                <a:gd name="T18" fmla="*/ 523 w 144"/>
                <a:gd name="T19" fmla="*/ 0 h 189"/>
                <a:gd name="T20" fmla="*/ 365 w 144"/>
                <a:gd name="T21" fmla="*/ 210 h 189"/>
                <a:gd name="T22" fmla="*/ 313 w 144"/>
                <a:gd name="T23" fmla="*/ 52 h 189"/>
                <a:gd name="T24" fmla="*/ 0 w 144"/>
                <a:gd name="T25" fmla="*/ 52 h 189"/>
                <a:gd name="T26" fmla="*/ 0 w 144"/>
                <a:gd name="T27" fmla="*/ 890 h 189"/>
                <a:gd name="T28" fmla="*/ 239 w 144"/>
                <a:gd name="T29" fmla="*/ 890 h 189"/>
                <a:gd name="T30" fmla="*/ 291 w 144"/>
                <a:gd name="T31" fmla="*/ 997 h 18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4"/>
                <a:gd name="T49" fmla="*/ 0 h 189"/>
                <a:gd name="T50" fmla="*/ 144 w 144"/>
                <a:gd name="T51" fmla="*/ 189 h 189"/>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4" h="189">
                  <a:moveTo>
                    <a:pt x="50" y="171"/>
                  </a:moveTo>
                  <a:cubicBezTo>
                    <a:pt x="41" y="180"/>
                    <a:pt x="63" y="189"/>
                    <a:pt x="72" y="189"/>
                  </a:cubicBezTo>
                  <a:cubicBezTo>
                    <a:pt x="90" y="189"/>
                    <a:pt x="103" y="180"/>
                    <a:pt x="94" y="171"/>
                  </a:cubicBezTo>
                  <a:cubicBezTo>
                    <a:pt x="85" y="162"/>
                    <a:pt x="94" y="153"/>
                    <a:pt x="103" y="153"/>
                  </a:cubicBezTo>
                  <a:cubicBezTo>
                    <a:pt x="112" y="153"/>
                    <a:pt x="144" y="153"/>
                    <a:pt x="144" y="153"/>
                  </a:cubicBezTo>
                  <a:cubicBezTo>
                    <a:pt x="144" y="153"/>
                    <a:pt x="144" y="126"/>
                    <a:pt x="144" y="108"/>
                  </a:cubicBezTo>
                  <a:cubicBezTo>
                    <a:pt x="144" y="90"/>
                    <a:pt x="117" y="126"/>
                    <a:pt x="117" y="90"/>
                  </a:cubicBezTo>
                  <a:cubicBezTo>
                    <a:pt x="117" y="36"/>
                    <a:pt x="144" y="72"/>
                    <a:pt x="144" y="63"/>
                  </a:cubicBezTo>
                  <a:cubicBezTo>
                    <a:pt x="144" y="54"/>
                    <a:pt x="144" y="9"/>
                    <a:pt x="144" y="9"/>
                  </a:cubicBezTo>
                  <a:cubicBezTo>
                    <a:pt x="144" y="9"/>
                    <a:pt x="108" y="0"/>
                    <a:pt x="90" y="0"/>
                  </a:cubicBezTo>
                  <a:cubicBezTo>
                    <a:pt x="77" y="0"/>
                    <a:pt x="117" y="45"/>
                    <a:pt x="63" y="36"/>
                  </a:cubicBezTo>
                  <a:cubicBezTo>
                    <a:pt x="36" y="32"/>
                    <a:pt x="72" y="9"/>
                    <a:pt x="54" y="9"/>
                  </a:cubicBezTo>
                  <a:cubicBezTo>
                    <a:pt x="15" y="9"/>
                    <a:pt x="0" y="11"/>
                    <a:pt x="0" y="9"/>
                  </a:cubicBezTo>
                  <a:cubicBezTo>
                    <a:pt x="0" y="153"/>
                    <a:pt x="0" y="153"/>
                    <a:pt x="0" y="153"/>
                  </a:cubicBezTo>
                  <a:cubicBezTo>
                    <a:pt x="0" y="153"/>
                    <a:pt x="32" y="153"/>
                    <a:pt x="41" y="153"/>
                  </a:cubicBezTo>
                  <a:cubicBezTo>
                    <a:pt x="50" y="153"/>
                    <a:pt x="59" y="162"/>
                    <a:pt x="50" y="171"/>
                  </a:cubicBezTo>
                  <a:close/>
                </a:path>
              </a:pathLst>
            </a:custGeom>
            <a:solidFill>
              <a:srgbClr val="FFFFFF"/>
            </a:solidFill>
            <a:ln w="9525">
              <a:noFill/>
              <a:round/>
            </a:ln>
          </p:spPr>
          <p:txBody>
            <a:bodyPr/>
            <a:lstStyle/>
            <a:p>
              <a:endParaRPr lang="en-GB" sz="1815"/>
            </a:p>
          </p:txBody>
        </p:sp>
        <p:sp>
          <p:nvSpPr>
            <p:cNvPr id="193" name="Freeform 111"/>
            <p:cNvSpPr/>
            <p:nvPr/>
          </p:nvSpPr>
          <p:spPr bwMode="auto">
            <a:xfrm>
              <a:off x="7893916" y="6252359"/>
              <a:ext cx="492146" cy="355213"/>
            </a:xfrm>
            <a:custGeom>
              <a:avLst/>
              <a:gdLst>
                <a:gd name="T0" fmla="*/ 627 w 212"/>
                <a:gd name="T1" fmla="*/ 158 h 153"/>
                <a:gd name="T2" fmla="*/ 523 w 212"/>
                <a:gd name="T3" fmla="*/ 0 h 153"/>
                <a:gd name="T4" fmla="*/ 210 w 212"/>
                <a:gd name="T5" fmla="*/ 0 h 153"/>
                <a:gd name="T6" fmla="*/ 210 w 212"/>
                <a:gd name="T7" fmla="*/ 313 h 153"/>
                <a:gd name="T8" fmla="*/ 0 w 212"/>
                <a:gd name="T9" fmla="*/ 417 h 153"/>
                <a:gd name="T10" fmla="*/ 210 w 212"/>
                <a:gd name="T11" fmla="*/ 523 h 153"/>
                <a:gd name="T12" fmla="*/ 210 w 212"/>
                <a:gd name="T13" fmla="*/ 838 h 153"/>
                <a:gd name="T14" fmla="*/ 518 w 212"/>
                <a:gd name="T15" fmla="*/ 838 h 153"/>
                <a:gd name="T16" fmla="*/ 620 w 212"/>
                <a:gd name="T17" fmla="*/ 678 h 153"/>
                <a:gd name="T18" fmla="*/ 726 w 212"/>
                <a:gd name="T19" fmla="*/ 838 h 153"/>
                <a:gd name="T20" fmla="*/ 1042 w 212"/>
                <a:gd name="T21" fmla="*/ 802 h 153"/>
                <a:gd name="T22" fmla="*/ 1150 w 212"/>
                <a:gd name="T23" fmla="*/ 575 h 153"/>
                <a:gd name="T24" fmla="*/ 1202 w 212"/>
                <a:gd name="T25" fmla="*/ 388 h 153"/>
                <a:gd name="T26" fmla="*/ 1041 w 212"/>
                <a:gd name="T27" fmla="*/ 327 h 153"/>
                <a:gd name="T28" fmla="*/ 1042 w 212"/>
                <a:gd name="T29" fmla="*/ 0 h 153"/>
                <a:gd name="T30" fmla="*/ 785 w 212"/>
                <a:gd name="T31" fmla="*/ 0 h 153"/>
                <a:gd name="T32" fmla="*/ 627 w 212"/>
                <a:gd name="T33" fmla="*/ 158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2"/>
                <a:gd name="T52" fmla="*/ 0 h 153"/>
                <a:gd name="T53" fmla="*/ 212 w 212"/>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2" h="153">
                  <a:moveTo>
                    <a:pt x="108" y="27"/>
                  </a:moveTo>
                  <a:cubicBezTo>
                    <a:pt x="72" y="27"/>
                    <a:pt x="99" y="0"/>
                    <a:pt x="90" y="0"/>
                  </a:cubicBezTo>
                  <a:cubicBezTo>
                    <a:pt x="81" y="0"/>
                    <a:pt x="36" y="0"/>
                    <a:pt x="36" y="0"/>
                  </a:cubicBezTo>
                  <a:cubicBezTo>
                    <a:pt x="36" y="0"/>
                    <a:pt x="36" y="45"/>
                    <a:pt x="36" y="54"/>
                  </a:cubicBezTo>
                  <a:cubicBezTo>
                    <a:pt x="36" y="63"/>
                    <a:pt x="0" y="36"/>
                    <a:pt x="0" y="72"/>
                  </a:cubicBezTo>
                  <a:cubicBezTo>
                    <a:pt x="0" y="108"/>
                    <a:pt x="36" y="72"/>
                    <a:pt x="36" y="90"/>
                  </a:cubicBezTo>
                  <a:cubicBezTo>
                    <a:pt x="36" y="108"/>
                    <a:pt x="36" y="144"/>
                    <a:pt x="36" y="144"/>
                  </a:cubicBezTo>
                  <a:cubicBezTo>
                    <a:pt x="36" y="144"/>
                    <a:pt x="73" y="152"/>
                    <a:pt x="89" y="144"/>
                  </a:cubicBezTo>
                  <a:cubicBezTo>
                    <a:pt x="107" y="135"/>
                    <a:pt x="62" y="117"/>
                    <a:pt x="107" y="117"/>
                  </a:cubicBezTo>
                  <a:cubicBezTo>
                    <a:pt x="143" y="117"/>
                    <a:pt x="113" y="140"/>
                    <a:pt x="125" y="144"/>
                  </a:cubicBezTo>
                  <a:cubicBezTo>
                    <a:pt x="150" y="153"/>
                    <a:pt x="180" y="138"/>
                    <a:pt x="180" y="138"/>
                  </a:cubicBezTo>
                  <a:cubicBezTo>
                    <a:pt x="171" y="120"/>
                    <a:pt x="171" y="90"/>
                    <a:pt x="198" y="99"/>
                  </a:cubicBezTo>
                  <a:cubicBezTo>
                    <a:pt x="211" y="103"/>
                    <a:pt x="212" y="83"/>
                    <a:pt x="207" y="67"/>
                  </a:cubicBezTo>
                  <a:cubicBezTo>
                    <a:pt x="198" y="40"/>
                    <a:pt x="179" y="81"/>
                    <a:pt x="179" y="56"/>
                  </a:cubicBezTo>
                  <a:cubicBezTo>
                    <a:pt x="179" y="48"/>
                    <a:pt x="180" y="0"/>
                    <a:pt x="180" y="0"/>
                  </a:cubicBezTo>
                  <a:cubicBezTo>
                    <a:pt x="180" y="0"/>
                    <a:pt x="162" y="0"/>
                    <a:pt x="135" y="0"/>
                  </a:cubicBezTo>
                  <a:cubicBezTo>
                    <a:pt x="108" y="0"/>
                    <a:pt x="144" y="27"/>
                    <a:pt x="108" y="27"/>
                  </a:cubicBezTo>
                  <a:close/>
                </a:path>
              </a:pathLst>
            </a:custGeom>
            <a:solidFill>
              <a:srgbClr val="FFFFFF"/>
            </a:solidFill>
            <a:ln w="9525">
              <a:noFill/>
              <a:round/>
            </a:ln>
          </p:spPr>
          <p:txBody>
            <a:bodyPr/>
            <a:lstStyle/>
            <a:p>
              <a:endParaRPr lang="en-GB" sz="1815"/>
            </a:p>
          </p:txBody>
        </p:sp>
        <p:sp>
          <p:nvSpPr>
            <p:cNvPr id="194" name="Freeform 112"/>
            <p:cNvSpPr/>
            <p:nvPr/>
          </p:nvSpPr>
          <p:spPr bwMode="auto">
            <a:xfrm>
              <a:off x="1962324" y="4184372"/>
              <a:ext cx="334556" cy="418506"/>
            </a:xfrm>
            <a:custGeom>
              <a:avLst/>
              <a:gdLst>
                <a:gd name="T0" fmla="*/ 421 w 144"/>
                <a:gd name="T1" fmla="*/ 839 h 180"/>
                <a:gd name="T2" fmla="*/ 576 w 144"/>
                <a:gd name="T3" fmla="*/ 1049 h 180"/>
                <a:gd name="T4" fmla="*/ 838 w 144"/>
                <a:gd name="T5" fmla="*/ 997 h 180"/>
                <a:gd name="T6" fmla="*/ 838 w 144"/>
                <a:gd name="T7" fmla="*/ 736 h 180"/>
                <a:gd name="T8" fmla="*/ 680 w 144"/>
                <a:gd name="T9" fmla="*/ 576 h 180"/>
                <a:gd name="T10" fmla="*/ 838 w 144"/>
                <a:gd name="T11" fmla="*/ 473 h 180"/>
                <a:gd name="T12" fmla="*/ 838 w 144"/>
                <a:gd name="T13" fmla="*/ 158 h 180"/>
                <a:gd name="T14" fmla="*/ 576 w 144"/>
                <a:gd name="T15" fmla="*/ 158 h 180"/>
                <a:gd name="T16" fmla="*/ 473 w 144"/>
                <a:gd name="T17" fmla="*/ 0 h 180"/>
                <a:gd name="T18" fmla="*/ 263 w 144"/>
                <a:gd name="T19" fmla="*/ 158 h 180"/>
                <a:gd name="T20" fmla="*/ 0 w 144"/>
                <a:gd name="T21" fmla="*/ 158 h 180"/>
                <a:gd name="T22" fmla="*/ 0 w 144"/>
                <a:gd name="T23" fmla="*/ 997 h 180"/>
                <a:gd name="T24" fmla="*/ 263 w 144"/>
                <a:gd name="T25" fmla="*/ 1049 h 180"/>
                <a:gd name="T26" fmla="*/ 421 w 144"/>
                <a:gd name="T27" fmla="*/ 839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44"/>
                <a:gd name="T43" fmla="*/ 0 h 180"/>
                <a:gd name="T44" fmla="*/ 144 w 144"/>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44" h="180">
                  <a:moveTo>
                    <a:pt x="72" y="144"/>
                  </a:moveTo>
                  <a:cubicBezTo>
                    <a:pt x="117" y="144"/>
                    <a:pt x="72" y="180"/>
                    <a:pt x="99" y="180"/>
                  </a:cubicBezTo>
                  <a:cubicBezTo>
                    <a:pt x="108" y="180"/>
                    <a:pt x="126" y="171"/>
                    <a:pt x="144" y="171"/>
                  </a:cubicBezTo>
                  <a:cubicBezTo>
                    <a:pt x="144" y="171"/>
                    <a:pt x="144" y="153"/>
                    <a:pt x="144" y="126"/>
                  </a:cubicBezTo>
                  <a:cubicBezTo>
                    <a:pt x="144" y="99"/>
                    <a:pt x="117" y="135"/>
                    <a:pt x="117" y="99"/>
                  </a:cubicBezTo>
                  <a:cubicBezTo>
                    <a:pt x="117" y="54"/>
                    <a:pt x="144" y="90"/>
                    <a:pt x="144" y="81"/>
                  </a:cubicBezTo>
                  <a:cubicBezTo>
                    <a:pt x="144" y="72"/>
                    <a:pt x="144" y="27"/>
                    <a:pt x="144" y="27"/>
                  </a:cubicBezTo>
                  <a:cubicBezTo>
                    <a:pt x="144" y="27"/>
                    <a:pt x="119" y="27"/>
                    <a:pt x="99" y="27"/>
                  </a:cubicBezTo>
                  <a:cubicBezTo>
                    <a:pt x="81" y="27"/>
                    <a:pt x="117" y="0"/>
                    <a:pt x="81" y="0"/>
                  </a:cubicBezTo>
                  <a:cubicBezTo>
                    <a:pt x="36" y="0"/>
                    <a:pt x="81" y="27"/>
                    <a:pt x="45" y="27"/>
                  </a:cubicBezTo>
                  <a:cubicBezTo>
                    <a:pt x="36" y="27"/>
                    <a:pt x="0" y="27"/>
                    <a:pt x="0" y="27"/>
                  </a:cubicBezTo>
                  <a:cubicBezTo>
                    <a:pt x="0" y="171"/>
                    <a:pt x="0" y="171"/>
                    <a:pt x="0" y="171"/>
                  </a:cubicBezTo>
                  <a:cubicBezTo>
                    <a:pt x="0" y="171"/>
                    <a:pt x="36" y="180"/>
                    <a:pt x="45" y="180"/>
                  </a:cubicBezTo>
                  <a:cubicBezTo>
                    <a:pt x="72" y="180"/>
                    <a:pt x="27" y="144"/>
                    <a:pt x="72" y="144"/>
                  </a:cubicBezTo>
                  <a:close/>
                </a:path>
              </a:pathLst>
            </a:custGeom>
            <a:solidFill>
              <a:srgbClr val="FFFFFF"/>
            </a:solidFill>
            <a:ln w="9525">
              <a:noFill/>
              <a:round/>
            </a:ln>
          </p:spPr>
          <p:txBody>
            <a:bodyPr/>
            <a:lstStyle/>
            <a:p>
              <a:endParaRPr lang="en-GB" sz="1815"/>
            </a:p>
          </p:txBody>
        </p:sp>
        <p:sp>
          <p:nvSpPr>
            <p:cNvPr id="195" name="Freeform 113"/>
            <p:cNvSpPr/>
            <p:nvPr/>
          </p:nvSpPr>
          <p:spPr bwMode="auto">
            <a:xfrm>
              <a:off x="1962324" y="4894798"/>
              <a:ext cx="334556" cy="373297"/>
            </a:xfrm>
            <a:custGeom>
              <a:avLst/>
              <a:gdLst>
                <a:gd name="T0" fmla="*/ 365 w 144"/>
                <a:gd name="T1" fmla="*/ 777 h 161"/>
                <a:gd name="T2" fmla="*/ 576 w 144"/>
                <a:gd name="T3" fmla="*/ 828 h 161"/>
                <a:gd name="T4" fmla="*/ 628 w 144"/>
                <a:gd name="T5" fmla="*/ 932 h 161"/>
                <a:gd name="T6" fmla="*/ 838 w 144"/>
                <a:gd name="T7" fmla="*/ 887 h 161"/>
                <a:gd name="T8" fmla="*/ 838 w 144"/>
                <a:gd name="T9" fmla="*/ 625 h 161"/>
                <a:gd name="T10" fmla="*/ 680 w 144"/>
                <a:gd name="T11" fmla="*/ 467 h 161"/>
                <a:gd name="T12" fmla="*/ 838 w 144"/>
                <a:gd name="T13" fmla="*/ 364 h 161"/>
                <a:gd name="T14" fmla="*/ 838 w 144"/>
                <a:gd name="T15" fmla="*/ 52 h 161"/>
                <a:gd name="T16" fmla="*/ 576 w 144"/>
                <a:gd name="T17" fmla="*/ 52 h 161"/>
                <a:gd name="T18" fmla="*/ 421 w 144"/>
                <a:gd name="T19" fmla="*/ 210 h 161"/>
                <a:gd name="T20" fmla="*/ 313 w 144"/>
                <a:gd name="T21" fmla="*/ 0 h 161"/>
                <a:gd name="T22" fmla="*/ 0 w 144"/>
                <a:gd name="T23" fmla="*/ 52 h 161"/>
                <a:gd name="T24" fmla="*/ 0 w 144"/>
                <a:gd name="T25" fmla="*/ 887 h 161"/>
                <a:gd name="T26" fmla="*/ 263 w 144"/>
                <a:gd name="T27" fmla="*/ 887 h 161"/>
                <a:gd name="T28" fmla="*/ 365 w 144"/>
                <a:gd name="T29" fmla="*/ 777 h 16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44"/>
                <a:gd name="T46" fmla="*/ 0 h 161"/>
                <a:gd name="T47" fmla="*/ 144 w 144"/>
                <a:gd name="T48" fmla="*/ 161 h 16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44" h="161">
                  <a:moveTo>
                    <a:pt x="63" y="134"/>
                  </a:moveTo>
                  <a:cubicBezTo>
                    <a:pt x="86" y="122"/>
                    <a:pt x="113" y="129"/>
                    <a:pt x="99" y="143"/>
                  </a:cubicBezTo>
                  <a:cubicBezTo>
                    <a:pt x="90" y="152"/>
                    <a:pt x="95" y="161"/>
                    <a:pt x="108" y="161"/>
                  </a:cubicBezTo>
                  <a:cubicBezTo>
                    <a:pt x="117" y="161"/>
                    <a:pt x="144" y="153"/>
                    <a:pt x="144" y="153"/>
                  </a:cubicBezTo>
                  <a:cubicBezTo>
                    <a:pt x="144" y="153"/>
                    <a:pt x="144" y="135"/>
                    <a:pt x="144" y="108"/>
                  </a:cubicBezTo>
                  <a:cubicBezTo>
                    <a:pt x="144" y="81"/>
                    <a:pt x="117" y="117"/>
                    <a:pt x="117" y="81"/>
                  </a:cubicBezTo>
                  <a:cubicBezTo>
                    <a:pt x="117" y="36"/>
                    <a:pt x="144" y="72"/>
                    <a:pt x="144" y="63"/>
                  </a:cubicBezTo>
                  <a:cubicBezTo>
                    <a:pt x="144" y="54"/>
                    <a:pt x="144" y="9"/>
                    <a:pt x="144" y="9"/>
                  </a:cubicBezTo>
                  <a:cubicBezTo>
                    <a:pt x="144" y="9"/>
                    <a:pt x="108" y="0"/>
                    <a:pt x="99" y="9"/>
                  </a:cubicBezTo>
                  <a:cubicBezTo>
                    <a:pt x="85" y="23"/>
                    <a:pt x="117" y="36"/>
                    <a:pt x="72" y="36"/>
                  </a:cubicBezTo>
                  <a:cubicBezTo>
                    <a:pt x="36" y="36"/>
                    <a:pt x="81" y="0"/>
                    <a:pt x="54" y="0"/>
                  </a:cubicBezTo>
                  <a:cubicBezTo>
                    <a:pt x="45" y="0"/>
                    <a:pt x="0" y="9"/>
                    <a:pt x="0" y="9"/>
                  </a:cubicBezTo>
                  <a:cubicBezTo>
                    <a:pt x="0" y="153"/>
                    <a:pt x="0" y="153"/>
                    <a:pt x="0" y="153"/>
                  </a:cubicBezTo>
                  <a:cubicBezTo>
                    <a:pt x="0" y="153"/>
                    <a:pt x="27" y="153"/>
                    <a:pt x="45" y="153"/>
                  </a:cubicBezTo>
                  <a:cubicBezTo>
                    <a:pt x="81" y="153"/>
                    <a:pt x="45" y="143"/>
                    <a:pt x="63" y="134"/>
                  </a:cubicBezTo>
                  <a:close/>
                </a:path>
              </a:pathLst>
            </a:custGeom>
            <a:solidFill>
              <a:srgbClr val="FFFFFF"/>
            </a:solidFill>
            <a:ln w="9525">
              <a:noFill/>
              <a:round/>
            </a:ln>
          </p:spPr>
          <p:txBody>
            <a:bodyPr/>
            <a:lstStyle/>
            <a:p>
              <a:endParaRPr lang="en-GB" sz="1815"/>
            </a:p>
          </p:txBody>
        </p:sp>
        <p:sp>
          <p:nvSpPr>
            <p:cNvPr id="196" name="Freeform 114"/>
            <p:cNvSpPr/>
            <p:nvPr/>
          </p:nvSpPr>
          <p:spPr bwMode="auto">
            <a:xfrm>
              <a:off x="7977878" y="5562599"/>
              <a:ext cx="417227" cy="459840"/>
            </a:xfrm>
            <a:custGeom>
              <a:avLst/>
              <a:gdLst>
                <a:gd name="T0" fmla="*/ 522 w 180"/>
                <a:gd name="T1" fmla="*/ 263 h 198"/>
                <a:gd name="T2" fmla="*/ 312 w 180"/>
                <a:gd name="T3" fmla="*/ 104 h 198"/>
                <a:gd name="T4" fmla="*/ 260 w 180"/>
                <a:gd name="T5" fmla="*/ 0 h 198"/>
                <a:gd name="T6" fmla="*/ 0 w 180"/>
                <a:gd name="T7" fmla="*/ 52 h 198"/>
                <a:gd name="T8" fmla="*/ 0 w 180"/>
                <a:gd name="T9" fmla="*/ 313 h 198"/>
                <a:gd name="T10" fmla="*/ 154 w 180"/>
                <a:gd name="T11" fmla="*/ 417 h 198"/>
                <a:gd name="T12" fmla="*/ 0 w 180"/>
                <a:gd name="T13" fmla="*/ 523 h 198"/>
                <a:gd name="T14" fmla="*/ 0 w 180"/>
                <a:gd name="T15" fmla="*/ 888 h 198"/>
                <a:gd name="T16" fmla="*/ 364 w 180"/>
                <a:gd name="T17" fmla="*/ 888 h 198"/>
                <a:gd name="T18" fmla="*/ 467 w 180"/>
                <a:gd name="T19" fmla="*/ 1151 h 198"/>
                <a:gd name="T20" fmla="*/ 572 w 180"/>
                <a:gd name="T21" fmla="*/ 940 h 198"/>
                <a:gd name="T22" fmla="*/ 831 w 180"/>
                <a:gd name="T23" fmla="*/ 888 h 198"/>
                <a:gd name="T24" fmla="*/ 831 w 180"/>
                <a:gd name="T25" fmla="*/ 575 h 198"/>
                <a:gd name="T26" fmla="*/ 937 w 180"/>
                <a:gd name="T27" fmla="*/ 575 h 198"/>
                <a:gd name="T28" fmla="*/ 1041 w 180"/>
                <a:gd name="T29" fmla="*/ 417 h 198"/>
                <a:gd name="T30" fmla="*/ 831 w 180"/>
                <a:gd name="T31" fmla="*/ 313 h 198"/>
                <a:gd name="T32" fmla="*/ 831 w 180"/>
                <a:gd name="T33" fmla="*/ 52 h 198"/>
                <a:gd name="T34" fmla="*/ 624 w 180"/>
                <a:gd name="T35" fmla="*/ 52 h 198"/>
                <a:gd name="T36" fmla="*/ 522 w 180"/>
                <a:gd name="T37" fmla="*/ 263 h 19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80"/>
                <a:gd name="T58" fmla="*/ 0 h 198"/>
                <a:gd name="T59" fmla="*/ 180 w 180"/>
                <a:gd name="T60" fmla="*/ 198 h 198"/>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80" h="198">
                  <a:moveTo>
                    <a:pt x="90" y="45"/>
                  </a:moveTo>
                  <a:cubicBezTo>
                    <a:pt x="63" y="45"/>
                    <a:pt x="40" y="32"/>
                    <a:pt x="54" y="18"/>
                  </a:cubicBezTo>
                  <a:cubicBezTo>
                    <a:pt x="63" y="9"/>
                    <a:pt x="63" y="0"/>
                    <a:pt x="45" y="0"/>
                  </a:cubicBezTo>
                  <a:cubicBezTo>
                    <a:pt x="36" y="0"/>
                    <a:pt x="0" y="9"/>
                    <a:pt x="0" y="9"/>
                  </a:cubicBezTo>
                  <a:cubicBezTo>
                    <a:pt x="0" y="9"/>
                    <a:pt x="0" y="36"/>
                    <a:pt x="0" y="54"/>
                  </a:cubicBezTo>
                  <a:cubicBezTo>
                    <a:pt x="0" y="72"/>
                    <a:pt x="27" y="36"/>
                    <a:pt x="27" y="72"/>
                  </a:cubicBezTo>
                  <a:cubicBezTo>
                    <a:pt x="27" y="108"/>
                    <a:pt x="0" y="81"/>
                    <a:pt x="0" y="90"/>
                  </a:cubicBezTo>
                  <a:cubicBezTo>
                    <a:pt x="0" y="99"/>
                    <a:pt x="0" y="153"/>
                    <a:pt x="0" y="153"/>
                  </a:cubicBezTo>
                  <a:cubicBezTo>
                    <a:pt x="0" y="153"/>
                    <a:pt x="36" y="144"/>
                    <a:pt x="63" y="153"/>
                  </a:cubicBezTo>
                  <a:cubicBezTo>
                    <a:pt x="90" y="162"/>
                    <a:pt x="36" y="198"/>
                    <a:pt x="81" y="198"/>
                  </a:cubicBezTo>
                  <a:cubicBezTo>
                    <a:pt x="126" y="198"/>
                    <a:pt x="81" y="171"/>
                    <a:pt x="99" y="162"/>
                  </a:cubicBezTo>
                  <a:cubicBezTo>
                    <a:pt x="117" y="153"/>
                    <a:pt x="144" y="153"/>
                    <a:pt x="144" y="153"/>
                  </a:cubicBezTo>
                  <a:cubicBezTo>
                    <a:pt x="144" y="153"/>
                    <a:pt x="144" y="108"/>
                    <a:pt x="144" y="99"/>
                  </a:cubicBezTo>
                  <a:cubicBezTo>
                    <a:pt x="144" y="90"/>
                    <a:pt x="162" y="99"/>
                    <a:pt x="162" y="99"/>
                  </a:cubicBezTo>
                  <a:cubicBezTo>
                    <a:pt x="162" y="99"/>
                    <a:pt x="180" y="108"/>
                    <a:pt x="180" y="72"/>
                  </a:cubicBezTo>
                  <a:cubicBezTo>
                    <a:pt x="180" y="36"/>
                    <a:pt x="144" y="72"/>
                    <a:pt x="144" y="54"/>
                  </a:cubicBezTo>
                  <a:cubicBezTo>
                    <a:pt x="144" y="36"/>
                    <a:pt x="144" y="9"/>
                    <a:pt x="144" y="9"/>
                  </a:cubicBezTo>
                  <a:cubicBezTo>
                    <a:pt x="144" y="9"/>
                    <a:pt x="115" y="9"/>
                    <a:pt x="108" y="9"/>
                  </a:cubicBezTo>
                  <a:cubicBezTo>
                    <a:pt x="81" y="9"/>
                    <a:pt x="118" y="45"/>
                    <a:pt x="90" y="45"/>
                  </a:cubicBezTo>
                  <a:close/>
                </a:path>
              </a:pathLst>
            </a:custGeom>
            <a:solidFill>
              <a:srgbClr val="FFFFFF"/>
            </a:solidFill>
            <a:ln w="9525">
              <a:noFill/>
              <a:round/>
            </a:ln>
          </p:spPr>
          <p:txBody>
            <a:bodyPr/>
            <a:lstStyle/>
            <a:p>
              <a:endParaRPr lang="en-GB" sz="1815"/>
            </a:p>
          </p:txBody>
        </p:sp>
        <p:sp>
          <p:nvSpPr>
            <p:cNvPr id="197" name="Freeform 115"/>
            <p:cNvSpPr/>
            <p:nvPr/>
          </p:nvSpPr>
          <p:spPr bwMode="auto">
            <a:xfrm>
              <a:off x="2233586" y="6502946"/>
              <a:ext cx="480521" cy="417214"/>
            </a:xfrm>
            <a:custGeom>
              <a:avLst/>
              <a:gdLst>
                <a:gd name="T0" fmla="*/ 992 w 207"/>
                <a:gd name="T1" fmla="*/ 729 h 180"/>
                <a:gd name="T2" fmla="*/ 1202 w 207"/>
                <a:gd name="T3" fmla="*/ 624 h 180"/>
                <a:gd name="T4" fmla="*/ 992 w 207"/>
                <a:gd name="T5" fmla="*/ 415 h 180"/>
                <a:gd name="T6" fmla="*/ 992 w 207"/>
                <a:gd name="T7" fmla="*/ 210 h 180"/>
                <a:gd name="T8" fmla="*/ 678 w 207"/>
                <a:gd name="T9" fmla="*/ 210 h 180"/>
                <a:gd name="T10" fmla="*/ 575 w 207"/>
                <a:gd name="T11" fmla="*/ 0 h 180"/>
                <a:gd name="T12" fmla="*/ 471 w 207"/>
                <a:gd name="T13" fmla="*/ 210 h 180"/>
                <a:gd name="T14" fmla="*/ 158 w 207"/>
                <a:gd name="T15" fmla="*/ 210 h 180"/>
                <a:gd name="T16" fmla="*/ 158 w 207"/>
                <a:gd name="T17" fmla="*/ 415 h 180"/>
                <a:gd name="T18" fmla="*/ 0 w 207"/>
                <a:gd name="T19" fmla="*/ 624 h 180"/>
                <a:gd name="T20" fmla="*/ 158 w 207"/>
                <a:gd name="T21" fmla="*/ 779 h 180"/>
                <a:gd name="T22" fmla="*/ 158 w 207"/>
                <a:gd name="T23" fmla="*/ 1041 h 180"/>
                <a:gd name="T24" fmla="*/ 992 w 207"/>
                <a:gd name="T25" fmla="*/ 1041 h 180"/>
                <a:gd name="T26" fmla="*/ 992 w 207"/>
                <a:gd name="T27" fmla="*/ 729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07"/>
                <a:gd name="T43" fmla="*/ 0 h 180"/>
                <a:gd name="T44" fmla="*/ 207 w 207"/>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07" h="180">
                  <a:moveTo>
                    <a:pt x="171" y="126"/>
                  </a:moveTo>
                  <a:cubicBezTo>
                    <a:pt x="180" y="99"/>
                    <a:pt x="207" y="144"/>
                    <a:pt x="207" y="108"/>
                  </a:cubicBezTo>
                  <a:cubicBezTo>
                    <a:pt x="207" y="54"/>
                    <a:pt x="171" y="108"/>
                    <a:pt x="171" y="72"/>
                  </a:cubicBezTo>
                  <a:cubicBezTo>
                    <a:pt x="171" y="63"/>
                    <a:pt x="171" y="36"/>
                    <a:pt x="171" y="36"/>
                  </a:cubicBezTo>
                  <a:cubicBezTo>
                    <a:pt x="171" y="36"/>
                    <a:pt x="135" y="36"/>
                    <a:pt x="117" y="36"/>
                  </a:cubicBezTo>
                  <a:cubicBezTo>
                    <a:pt x="99" y="36"/>
                    <a:pt x="153" y="0"/>
                    <a:pt x="99" y="0"/>
                  </a:cubicBezTo>
                  <a:cubicBezTo>
                    <a:pt x="54" y="0"/>
                    <a:pt x="90" y="36"/>
                    <a:pt x="81" y="36"/>
                  </a:cubicBezTo>
                  <a:cubicBezTo>
                    <a:pt x="72" y="36"/>
                    <a:pt x="27" y="36"/>
                    <a:pt x="27" y="36"/>
                  </a:cubicBezTo>
                  <a:cubicBezTo>
                    <a:pt x="27" y="36"/>
                    <a:pt x="27" y="36"/>
                    <a:pt x="27" y="72"/>
                  </a:cubicBezTo>
                  <a:cubicBezTo>
                    <a:pt x="27" y="117"/>
                    <a:pt x="0" y="63"/>
                    <a:pt x="0" y="108"/>
                  </a:cubicBezTo>
                  <a:cubicBezTo>
                    <a:pt x="0" y="154"/>
                    <a:pt x="27" y="117"/>
                    <a:pt x="27" y="135"/>
                  </a:cubicBezTo>
                  <a:cubicBezTo>
                    <a:pt x="27" y="162"/>
                    <a:pt x="27" y="180"/>
                    <a:pt x="27" y="180"/>
                  </a:cubicBezTo>
                  <a:cubicBezTo>
                    <a:pt x="171" y="180"/>
                    <a:pt x="171" y="180"/>
                    <a:pt x="171" y="180"/>
                  </a:cubicBezTo>
                  <a:cubicBezTo>
                    <a:pt x="171" y="180"/>
                    <a:pt x="162" y="153"/>
                    <a:pt x="171" y="126"/>
                  </a:cubicBezTo>
                  <a:close/>
                </a:path>
              </a:pathLst>
            </a:custGeom>
            <a:solidFill>
              <a:srgbClr val="FFFFFF"/>
            </a:solidFill>
            <a:ln w="9525">
              <a:noFill/>
              <a:round/>
            </a:ln>
          </p:spPr>
          <p:txBody>
            <a:bodyPr/>
            <a:lstStyle/>
            <a:p>
              <a:endParaRPr lang="en-GB" sz="1815"/>
            </a:p>
          </p:txBody>
        </p:sp>
        <p:sp>
          <p:nvSpPr>
            <p:cNvPr id="198" name="Freeform 116"/>
            <p:cNvSpPr/>
            <p:nvPr/>
          </p:nvSpPr>
          <p:spPr bwMode="auto">
            <a:xfrm>
              <a:off x="4886785" y="6585614"/>
              <a:ext cx="461145" cy="334546"/>
            </a:xfrm>
            <a:custGeom>
              <a:avLst/>
              <a:gdLst>
                <a:gd name="T0" fmla="*/ 1046 w 199"/>
                <a:gd name="T1" fmla="*/ 680 h 144"/>
                <a:gd name="T2" fmla="*/ 888 w 199"/>
                <a:gd name="T3" fmla="*/ 473 h 144"/>
                <a:gd name="T4" fmla="*/ 1046 w 199"/>
                <a:gd name="T5" fmla="*/ 210 h 144"/>
                <a:gd name="T6" fmla="*/ 1046 w 199"/>
                <a:gd name="T7" fmla="*/ 0 h 144"/>
                <a:gd name="T8" fmla="*/ 727 w 199"/>
                <a:gd name="T9" fmla="*/ 0 h 144"/>
                <a:gd name="T10" fmla="*/ 624 w 199"/>
                <a:gd name="T11" fmla="*/ 158 h 144"/>
                <a:gd name="T12" fmla="*/ 466 w 199"/>
                <a:gd name="T13" fmla="*/ 0 h 144"/>
                <a:gd name="T14" fmla="*/ 210 w 199"/>
                <a:gd name="T15" fmla="*/ 0 h 144"/>
                <a:gd name="T16" fmla="*/ 210 w 199"/>
                <a:gd name="T17" fmla="*/ 313 h 144"/>
                <a:gd name="T18" fmla="*/ 52 w 199"/>
                <a:gd name="T19" fmla="*/ 473 h 144"/>
                <a:gd name="T20" fmla="*/ 210 w 199"/>
                <a:gd name="T21" fmla="*/ 523 h 144"/>
                <a:gd name="T22" fmla="*/ 210 w 199"/>
                <a:gd name="T23" fmla="*/ 838 h 144"/>
                <a:gd name="T24" fmla="*/ 1039 w 199"/>
                <a:gd name="T25" fmla="*/ 838 h 144"/>
                <a:gd name="T26" fmla="*/ 1046 w 199"/>
                <a:gd name="T27" fmla="*/ 680 h 14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99"/>
                <a:gd name="T43" fmla="*/ 0 h 144"/>
                <a:gd name="T44" fmla="*/ 199 w 199"/>
                <a:gd name="T45" fmla="*/ 144 h 14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99" h="144">
                  <a:moveTo>
                    <a:pt x="181" y="117"/>
                  </a:moveTo>
                  <a:cubicBezTo>
                    <a:pt x="190" y="63"/>
                    <a:pt x="161" y="125"/>
                    <a:pt x="154" y="81"/>
                  </a:cubicBezTo>
                  <a:cubicBezTo>
                    <a:pt x="145" y="27"/>
                    <a:pt x="199" y="90"/>
                    <a:pt x="181" y="36"/>
                  </a:cubicBezTo>
                  <a:cubicBezTo>
                    <a:pt x="175" y="17"/>
                    <a:pt x="181" y="0"/>
                    <a:pt x="181" y="0"/>
                  </a:cubicBezTo>
                  <a:cubicBezTo>
                    <a:pt x="181" y="0"/>
                    <a:pt x="135" y="0"/>
                    <a:pt x="126" y="0"/>
                  </a:cubicBezTo>
                  <a:cubicBezTo>
                    <a:pt x="117" y="0"/>
                    <a:pt x="153" y="27"/>
                    <a:pt x="108" y="27"/>
                  </a:cubicBezTo>
                  <a:cubicBezTo>
                    <a:pt x="72" y="27"/>
                    <a:pt x="108" y="0"/>
                    <a:pt x="81" y="0"/>
                  </a:cubicBezTo>
                  <a:cubicBezTo>
                    <a:pt x="54" y="0"/>
                    <a:pt x="36" y="0"/>
                    <a:pt x="36" y="0"/>
                  </a:cubicBezTo>
                  <a:cubicBezTo>
                    <a:pt x="36" y="0"/>
                    <a:pt x="45" y="36"/>
                    <a:pt x="36" y="54"/>
                  </a:cubicBezTo>
                  <a:cubicBezTo>
                    <a:pt x="30" y="65"/>
                    <a:pt x="0" y="27"/>
                    <a:pt x="9" y="81"/>
                  </a:cubicBezTo>
                  <a:cubicBezTo>
                    <a:pt x="13" y="108"/>
                    <a:pt x="36" y="72"/>
                    <a:pt x="36" y="90"/>
                  </a:cubicBezTo>
                  <a:cubicBezTo>
                    <a:pt x="36" y="117"/>
                    <a:pt x="45" y="135"/>
                    <a:pt x="36" y="144"/>
                  </a:cubicBezTo>
                  <a:cubicBezTo>
                    <a:pt x="180" y="144"/>
                    <a:pt x="180" y="144"/>
                    <a:pt x="180" y="144"/>
                  </a:cubicBezTo>
                  <a:cubicBezTo>
                    <a:pt x="180" y="144"/>
                    <a:pt x="180" y="126"/>
                    <a:pt x="181" y="117"/>
                  </a:cubicBezTo>
                  <a:close/>
                </a:path>
              </a:pathLst>
            </a:custGeom>
            <a:solidFill>
              <a:srgbClr val="FFFFFF"/>
            </a:solidFill>
            <a:ln w="9525">
              <a:noFill/>
              <a:round/>
            </a:ln>
          </p:spPr>
          <p:txBody>
            <a:bodyPr/>
            <a:lstStyle/>
            <a:p>
              <a:endParaRPr lang="en-GB" sz="1815"/>
            </a:p>
          </p:txBody>
        </p:sp>
        <p:sp>
          <p:nvSpPr>
            <p:cNvPr id="199" name="Freeform 117"/>
            <p:cNvSpPr/>
            <p:nvPr/>
          </p:nvSpPr>
          <p:spPr bwMode="auto">
            <a:xfrm>
              <a:off x="2902698" y="6502946"/>
              <a:ext cx="479229" cy="417214"/>
            </a:xfrm>
            <a:custGeom>
              <a:avLst/>
              <a:gdLst>
                <a:gd name="T0" fmla="*/ 1090 w 207"/>
                <a:gd name="T1" fmla="*/ 750 h 180"/>
                <a:gd name="T2" fmla="*/ 1192 w 207"/>
                <a:gd name="T3" fmla="*/ 624 h 180"/>
                <a:gd name="T4" fmla="*/ 1090 w 207"/>
                <a:gd name="T5" fmla="*/ 495 h 180"/>
                <a:gd name="T6" fmla="*/ 982 w 207"/>
                <a:gd name="T7" fmla="*/ 445 h 180"/>
                <a:gd name="T8" fmla="*/ 982 w 207"/>
                <a:gd name="T9" fmla="*/ 210 h 180"/>
                <a:gd name="T10" fmla="*/ 674 w 207"/>
                <a:gd name="T11" fmla="*/ 260 h 180"/>
                <a:gd name="T12" fmla="*/ 624 w 207"/>
                <a:gd name="T13" fmla="*/ 0 h 180"/>
                <a:gd name="T14" fmla="*/ 466 w 207"/>
                <a:gd name="T15" fmla="*/ 210 h 180"/>
                <a:gd name="T16" fmla="*/ 154 w 207"/>
                <a:gd name="T17" fmla="*/ 210 h 180"/>
                <a:gd name="T18" fmla="*/ 154 w 207"/>
                <a:gd name="T19" fmla="*/ 522 h 180"/>
                <a:gd name="T20" fmla="*/ 0 w 207"/>
                <a:gd name="T21" fmla="*/ 624 h 180"/>
                <a:gd name="T22" fmla="*/ 154 w 207"/>
                <a:gd name="T23" fmla="*/ 779 h 180"/>
                <a:gd name="T24" fmla="*/ 154 w 207"/>
                <a:gd name="T25" fmla="*/ 1041 h 180"/>
                <a:gd name="T26" fmla="*/ 982 w 207"/>
                <a:gd name="T27" fmla="*/ 1041 h 180"/>
                <a:gd name="T28" fmla="*/ 982 w 207"/>
                <a:gd name="T29" fmla="*/ 802 h 180"/>
                <a:gd name="T30" fmla="*/ 1090 w 207"/>
                <a:gd name="T31" fmla="*/ 750 h 1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207"/>
                <a:gd name="T49" fmla="*/ 0 h 180"/>
                <a:gd name="T50" fmla="*/ 207 w 207"/>
                <a:gd name="T51" fmla="*/ 180 h 1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207" h="180">
                  <a:moveTo>
                    <a:pt x="189" y="130"/>
                  </a:moveTo>
                  <a:cubicBezTo>
                    <a:pt x="198" y="139"/>
                    <a:pt x="207" y="117"/>
                    <a:pt x="207" y="108"/>
                  </a:cubicBezTo>
                  <a:cubicBezTo>
                    <a:pt x="207" y="90"/>
                    <a:pt x="198" y="77"/>
                    <a:pt x="189" y="86"/>
                  </a:cubicBezTo>
                  <a:cubicBezTo>
                    <a:pt x="180" y="95"/>
                    <a:pt x="171" y="86"/>
                    <a:pt x="171" y="77"/>
                  </a:cubicBezTo>
                  <a:cubicBezTo>
                    <a:pt x="171" y="68"/>
                    <a:pt x="171" y="36"/>
                    <a:pt x="171" y="36"/>
                  </a:cubicBezTo>
                  <a:cubicBezTo>
                    <a:pt x="171" y="36"/>
                    <a:pt x="153" y="45"/>
                    <a:pt x="117" y="45"/>
                  </a:cubicBezTo>
                  <a:cubicBezTo>
                    <a:pt x="108" y="45"/>
                    <a:pt x="144" y="0"/>
                    <a:pt x="108" y="0"/>
                  </a:cubicBezTo>
                  <a:cubicBezTo>
                    <a:pt x="63" y="0"/>
                    <a:pt x="90" y="36"/>
                    <a:pt x="81" y="36"/>
                  </a:cubicBezTo>
                  <a:cubicBezTo>
                    <a:pt x="72" y="36"/>
                    <a:pt x="27" y="36"/>
                    <a:pt x="27" y="36"/>
                  </a:cubicBezTo>
                  <a:cubicBezTo>
                    <a:pt x="27" y="36"/>
                    <a:pt x="27" y="72"/>
                    <a:pt x="27" y="90"/>
                  </a:cubicBezTo>
                  <a:cubicBezTo>
                    <a:pt x="27" y="108"/>
                    <a:pt x="0" y="63"/>
                    <a:pt x="0" y="108"/>
                  </a:cubicBezTo>
                  <a:cubicBezTo>
                    <a:pt x="0" y="153"/>
                    <a:pt x="27" y="117"/>
                    <a:pt x="27" y="135"/>
                  </a:cubicBezTo>
                  <a:cubicBezTo>
                    <a:pt x="27" y="153"/>
                    <a:pt x="27" y="180"/>
                    <a:pt x="27" y="180"/>
                  </a:cubicBezTo>
                  <a:cubicBezTo>
                    <a:pt x="171" y="180"/>
                    <a:pt x="171" y="180"/>
                    <a:pt x="171" y="180"/>
                  </a:cubicBezTo>
                  <a:cubicBezTo>
                    <a:pt x="171" y="180"/>
                    <a:pt x="171" y="148"/>
                    <a:pt x="171" y="139"/>
                  </a:cubicBezTo>
                  <a:cubicBezTo>
                    <a:pt x="171" y="130"/>
                    <a:pt x="180" y="121"/>
                    <a:pt x="189" y="130"/>
                  </a:cubicBezTo>
                  <a:close/>
                </a:path>
              </a:pathLst>
            </a:custGeom>
            <a:solidFill>
              <a:srgbClr val="FFFFFF"/>
            </a:solidFill>
            <a:ln w="9525">
              <a:noFill/>
              <a:round/>
            </a:ln>
          </p:spPr>
          <p:txBody>
            <a:bodyPr/>
            <a:lstStyle/>
            <a:p>
              <a:endParaRPr lang="en-GB" sz="1815"/>
            </a:p>
          </p:txBody>
        </p:sp>
        <p:sp>
          <p:nvSpPr>
            <p:cNvPr id="200" name="Freeform 118"/>
            <p:cNvSpPr/>
            <p:nvPr/>
          </p:nvSpPr>
          <p:spPr bwMode="auto">
            <a:xfrm>
              <a:off x="4238340" y="6523613"/>
              <a:ext cx="418518" cy="396547"/>
            </a:xfrm>
            <a:custGeom>
              <a:avLst/>
              <a:gdLst>
                <a:gd name="T0" fmla="*/ 997 w 180"/>
                <a:gd name="T1" fmla="*/ 835 h 171"/>
                <a:gd name="T2" fmla="*/ 787 w 180"/>
                <a:gd name="T3" fmla="*/ 625 h 171"/>
                <a:gd name="T4" fmla="*/ 997 w 180"/>
                <a:gd name="T5" fmla="*/ 312 h 171"/>
                <a:gd name="T6" fmla="*/ 997 w 180"/>
                <a:gd name="T7" fmla="*/ 154 h 171"/>
                <a:gd name="T8" fmla="*/ 628 w 180"/>
                <a:gd name="T9" fmla="*/ 154 h 171"/>
                <a:gd name="T10" fmla="*/ 526 w 180"/>
                <a:gd name="T11" fmla="*/ 0 h 171"/>
                <a:gd name="T12" fmla="*/ 421 w 180"/>
                <a:gd name="T13" fmla="*/ 154 h 171"/>
                <a:gd name="T14" fmla="*/ 158 w 180"/>
                <a:gd name="T15" fmla="*/ 154 h 171"/>
                <a:gd name="T16" fmla="*/ 211 w 180"/>
                <a:gd name="T17" fmla="*/ 364 h 171"/>
                <a:gd name="T18" fmla="*/ 104 w 180"/>
                <a:gd name="T19" fmla="*/ 417 h 171"/>
                <a:gd name="T20" fmla="*/ 0 w 180"/>
                <a:gd name="T21" fmla="*/ 522 h 171"/>
                <a:gd name="T22" fmla="*/ 104 w 180"/>
                <a:gd name="T23" fmla="*/ 625 h 171"/>
                <a:gd name="T24" fmla="*/ 158 w 180"/>
                <a:gd name="T25" fmla="*/ 779 h 171"/>
                <a:gd name="T26" fmla="*/ 158 w 180"/>
                <a:gd name="T27" fmla="*/ 989 h 171"/>
                <a:gd name="T28" fmla="*/ 997 w 180"/>
                <a:gd name="T29" fmla="*/ 989 h 171"/>
                <a:gd name="T30" fmla="*/ 997 w 180"/>
                <a:gd name="T31" fmla="*/ 835 h 17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0"/>
                <a:gd name="T49" fmla="*/ 0 h 171"/>
                <a:gd name="T50" fmla="*/ 180 w 180"/>
                <a:gd name="T51" fmla="*/ 171 h 17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0" h="171">
                  <a:moveTo>
                    <a:pt x="171" y="144"/>
                  </a:moveTo>
                  <a:cubicBezTo>
                    <a:pt x="180" y="90"/>
                    <a:pt x="135" y="135"/>
                    <a:pt x="135" y="108"/>
                  </a:cubicBezTo>
                  <a:cubicBezTo>
                    <a:pt x="135" y="18"/>
                    <a:pt x="171" y="117"/>
                    <a:pt x="171" y="54"/>
                  </a:cubicBezTo>
                  <a:cubicBezTo>
                    <a:pt x="171" y="34"/>
                    <a:pt x="171" y="27"/>
                    <a:pt x="171" y="27"/>
                  </a:cubicBezTo>
                  <a:cubicBezTo>
                    <a:pt x="171" y="27"/>
                    <a:pt x="126" y="27"/>
                    <a:pt x="108" y="27"/>
                  </a:cubicBezTo>
                  <a:cubicBezTo>
                    <a:pt x="90" y="27"/>
                    <a:pt x="126" y="0"/>
                    <a:pt x="90" y="0"/>
                  </a:cubicBezTo>
                  <a:cubicBezTo>
                    <a:pt x="54" y="0"/>
                    <a:pt x="81" y="27"/>
                    <a:pt x="72" y="27"/>
                  </a:cubicBezTo>
                  <a:cubicBezTo>
                    <a:pt x="63" y="27"/>
                    <a:pt x="27" y="27"/>
                    <a:pt x="27" y="27"/>
                  </a:cubicBezTo>
                  <a:cubicBezTo>
                    <a:pt x="27" y="27"/>
                    <a:pt x="36" y="54"/>
                    <a:pt x="36" y="63"/>
                  </a:cubicBezTo>
                  <a:cubicBezTo>
                    <a:pt x="36" y="72"/>
                    <a:pt x="27" y="81"/>
                    <a:pt x="18" y="72"/>
                  </a:cubicBezTo>
                  <a:cubicBezTo>
                    <a:pt x="9" y="63"/>
                    <a:pt x="0" y="72"/>
                    <a:pt x="0" y="90"/>
                  </a:cubicBezTo>
                  <a:cubicBezTo>
                    <a:pt x="0" y="108"/>
                    <a:pt x="9" y="117"/>
                    <a:pt x="18" y="108"/>
                  </a:cubicBezTo>
                  <a:cubicBezTo>
                    <a:pt x="27" y="99"/>
                    <a:pt x="29" y="126"/>
                    <a:pt x="27" y="135"/>
                  </a:cubicBezTo>
                  <a:cubicBezTo>
                    <a:pt x="18" y="171"/>
                    <a:pt x="27" y="171"/>
                    <a:pt x="27" y="171"/>
                  </a:cubicBezTo>
                  <a:cubicBezTo>
                    <a:pt x="171" y="171"/>
                    <a:pt x="171" y="171"/>
                    <a:pt x="171" y="171"/>
                  </a:cubicBezTo>
                  <a:cubicBezTo>
                    <a:pt x="171" y="171"/>
                    <a:pt x="170" y="153"/>
                    <a:pt x="171" y="144"/>
                  </a:cubicBezTo>
                  <a:close/>
                </a:path>
              </a:pathLst>
            </a:custGeom>
            <a:solidFill>
              <a:srgbClr val="FFFFFF"/>
            </a:solidFill>
            <a:ln w="9525">
              <a:noFill/>
              <a:round/>
            </a:ln>
          </p:spPr>
          <p:txBody>
            <a:bodyPr/>
            <a:lstStyle/>
            <a:p>
              <a:endParaRPr lang="en-GB" sz="1815"/>
            </a:p>
          </p:txBody>
        </p:sp>
        <p:sp>
          <p:nvSpPr>
            <p:cNvPr id="201" name="Freeform 119"/>
            <p:cNvSpPr/>
            <p:nvPr/>
          </p:nvSpPr>
          <p:spPr bwMode="auto">
            <a:xfrm>
              <a:off x="5971832" y="6168399"/>
              <a:ext cx="439186" cy="439173"/>
            </a:xfrm>
            <a:custGeom>
              <a:avLst/>
              <a:gdLst>
                <a:gd name="T0" fmla="*/ 1101 w 189"/>
                <a:gd name="T1" fmla="*/ 628 h 189"/>
                <a:gd name="T2" fmla="*/ 838 w 189"/>
                <a:gd name="T3" fmla="*/ 473 h 189"/>
                <a:gd name="T4" fmla="*/ 838 w 189"/>
                <a:gd name="T5" fmla="*/ 210 h 189"/>
                <a:gd name="T6" fmla="*/ 576 w 189"/>
                <a:gd name="T7" fmla="*/ 210 h 189"/>
                <a:gd name="T8" fmla="*/ 365 w 189"/>
                <a:gd name="T9" fmla="*/ 0 h 189"/>
                <a:gd name="T10" fmla="*/ 263 w 189"/>
                <a:gd name="T11" fmla="*/ 210 h 189"/>
                <a:gd name="T12" fmla="*/ 0 w 189"/>
                <a:gd name="T13" fmla="*/ 210 h 189"/>
                <a:gd name="T14" fmla="*/ 0 w 189"/>
                <a:gd name="T15" fmla="*/ 523 h 189"/>
                <a:gd name="T16" fmla="*/ 158 w 189"/>
                <a:gd name="T17" fmla="*/ 628 h 189"/>
                <a:gd name="T18" fmla="*/ 0 w 189"/>
                <a:gd name="T19" fmla="*/ 786 h 189"/>
                <a:gd name="T20" fmla="*/ 7 w 189"/>
                <a:gd name="T21" fmla="*/ 1049 h 189"/>
                <a:gd name="T22" fmla="*/ 268 w 189"/>
                <a:gd name="T23" fmla="*/ 1049 h 189"/>
                <a:gd name="T24" fmla="*/ 425 w 189"/>
                <a:gd name="T25" fmla="*/ 890 h 189"/>
                <a:gd name="T26" fmla="*/ 592 w 189"/>
                <a:gd name="T27" fmla="*/ 1049 h 189"/>
                <a:gd name="T28" fmla="*/ 846 w 189"/>
                <a:gd name="T29" fmla="*/ 1049 h 189"/>
                <a:gd name="T30" fmla="*/ 838 w 189"/>
                <a:gd name="T31" fmla="*/ 786 h 189"/>
                <a:gd name="T32" fmla="*/ 1101 w 189"/>
                <a:gd name="T33" fmla="*/ 628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89"/>
                <a:gd name="T53" fmla="*/ 189 w 189"/>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89">
                  <a:moveTo>
                    <a:pt x="189" y="108"/>
                  </a:moveTo>
                  <a:cubicBezTo>
                    <a:pt x="189" y="54"/>
                    <a:pt x="144" y="99"/>
                    <a:pt x="144" y="81"/>
                  </a:cubicBezTo>
                  <a:cubicBezTo>
                    <a:pt x="144" y="63"/>
                    <a:pt x="144" y="36"/>
                    <a:pt x="144" y="36"/>
                  </a:cubicBezTo>
                  <a:cubicBezTo>
                    <a:pt x="144" y="36"/>
                    <a:pt x="144" y="36"/>
                    <a:pt x="99" y="36"/>
                  </a:cubicBezTo>
                  <a:cubicBezTo>
                    <a:pt x="54" y="36"/>
                    <a:pt x="99" y="0"/>
                    <a:pt x="63" y="0"/>
                  </a:cubicBezTo>
                  <a:cubicBezTo>
                    <a:pt x="27" y="0"/>
                    <a:pt x="63" y="27"/>
                    <a:pt x="45" y="36"/>
                  </a:cubicBezTo>
                  <a:cubicBezTo>
                    <a:pt x="27" y="45"/>
                    <a:pt x="0" y="36"/>
                    <a:pt x="0" y="36"/>
                  </a:cubicBezTo>
                  <a:cubicBezTo>
                    <a:pt x="0" y="36"/>
                    <a:pt x="0" y="81"/>
                    <a:pt x="0" y="90"/>
                  </a:cubicBezTo>
                  <a:cubicBezTo>
                    <a:pt x="0" y="99"/>
                    <a:pt x="27" y="63"/>
                    <a:pt x="27" y="108"/>
                  </a:cubicBezTo>
                  <a:cubicBezTo>
                    <a:pt x="27" y="144"/>
                    <a:pt x="0" y="108"/>
                    <a:pt x="0" y="135"/>
                  </a:cubicBezTo>
                  <a:cubicBezTo>
                    <a:pt x="0" y="162"/>
                    <a:pt x="1" y="180"/>
                    <a:pt x="1" y="180"/>
                  </a:cubicBezTo>
                  <a:cubicBezTo>
                    <a:pt x="1" y="180"/>
                    <a:pt x="37" y="180"/>
                    <a:pt x="46" y="180"/>
                  </a:cubicBezTo>
                  <a:cubicBezTo>
                    <a:pt x="72" y="180"/>
                    <a:pt x="28" y="153"/>
                    <a:pt x="73" y="153"/>
                  </a:cubicBezTo>
                  <a:cubicBezTo>
                    <a:pt x="118" y="153"/>
                    <a:pt x="93" y="171"/>
                    <a:pt x="102" y="180"/>
                  </a:cubicBezTo>
                  <a:cubicBezTo>
                    <a:pt x="111" y="189"/>
                    <a:pt x="145" y="180"/>
                    <a:pt x="145" y="180"/>
                  </a:cubicBezTo>
                  <a:cubicBezTo>
                    <a:pt x="145" y="180"/>
                    <a:pt x="144" y="144"/>
                    <a:pt x="144" y="135"/>
                  </a:cubicBezTo>
                  <a:cubicBezTo>
                    <a:pt x="144" y="126"/>
                    <a:pt x="189" y="153"/>
                    <a:pt x="189" y="108"/>
                  </a:cubicBezTo>
                  <a:close/>
                </a:path>
              </a:pathLst>
            </a:custGeom>
            <a:solidFill>
              <a:srgbClr val="FFFFFF"/>
            </a:solidFill>
            <a:ln w="9525">
              <a:noFill/>
              <a:round/>
            </a:ln>
          </p:spPr>
          <p:txBody>
            <a:bodyPr/>
            <a:lstStyle/>
            <a:p>
              <a:endParaRPr lang="en-GB" sz="1815"/>
            </a:p>
          </p:txBody>
        </p:sp>
        <p:sp>
          <p:nvSpPr>
            <p:cNvPr id="202" name="Freeform 120"/>
            <p:cNvSpPr/>
            <p:nvPr/>
          </p:nvSpPr>
          <p:spPr bwMode="auto">
            <a:xfrm>
              <a:off x="7206720" y="6168399"/>
              <a:ext cx="520564" cy="501174"/>
            </a:xfrm>
            <a:custGeom>
              <a:avLst/>
              <a:gdLst>
                <a:gd name="T0" fmla="*/ 1304 w 224"/>
                <a:gd name="T1" fmla="*/ 677 h 216"/>
                <a:gd name="T2" fmla="*/ 1094 w 224"/>
                <a:gd name="T3" fmla="*/ 523 h 216"/>
                <a:gd name="T4" fmla="*/ 1094 w 224"/>
                <a:gd name="T5" fmla="*/ 210 h 216"/>
                <a:gd name="T6" fmla="*/ 781 w 224"/>
                <a:gd name="T7" fmla="*/ 210 h 216"/>
                <a:gd name="T8" fmla="*/ 676 w 224"/>
                <a:gd name="T9" fmla="*/ 0 h 216"/>
                <a:gd name="T10" fmla="*/ 570 w 224"/>
                <a:gd name="T11" fmla="*/ 210 h 216"/>
                <a:gd name="T12" fmla="*/ 263 w 224"/>
                <a:gd name="T13" fmla="*/ 210 h 216"/>
                <a:gd name="T14" fmla="*/ 210 w 224"/>
                <a:gd name="T15" fmla="*/ 471 h 216"/>
                <a:gd name="T16" fmla="*/ 0 w 224"/>
                <a:gd name="T17" fmla="*/ 604 h 216"/>
                <a:gd name="T18" fmla="*/ 210 w 224"/>
                <a:gd name="T19" fmla="*/ 783 h 216"/>
                <a:gd name="T20" fmla="*/ 263 w 224"/>
                <a:gd name="T21" fmla="*/ 1042 h 216"/>
                <a:gd name="T22" fmla="*/ 570 w 224"/>
                <a:gd name="T23" fmla="*/ 1042 h 216"/>
                <a:gd name="T24" fmla="*/ 831 w 224"/>
                <a:gd name="T25" fmla="*/ 1252 h 216"/>
                <a:gd name="T26" fmla="*/ 939 w 224"/>
                <a:gd name="T27" fmla="*/ 1042 h 216"/>
                <a:gd name="T28" fmla="*/ 1094 w 224"/>
                <a:gd name="T29" fmla="*/ 1042 h 216"/>
                <a:gd name="T30" fmla="*/ 1042 w 224"/>
                <a:gd name="T31" fmla="*/ 729 h 216"/>
                <a:gd name="T32" fmla="*/ 1304 w 224"/>
                <a:gd name="T33" fmla="*/ 677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24"/>
                <a:gd name="T52" fmla="*/ 0 h 216"/>
                <a:gd name="T53" fmla="*/ 224 w 22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24" h="216">
                  <a:moveTo>
                    <a:pt x="224" y="117"/>
                  </a:moveTo>
                  <a:cubicBezTo>
                    <a:pt x="224" y="72"/>
                    <a:pt x="188" y="99"/>
                    <a:pt x="188" y="90"/>
                  </a:cubicBezTo>
                  <a:cubicBezTo>
                    <a:pt x="188" y="81"/>
                    <a:pt x="188" y="36"/>
                    <a:pt x="188" y="36"/>
                  </a:cubicBezTo>
                  <a:cubicBezTo>
                    <a:pt x="188" y="36"/>
                    <a:pt x="152" y="36"/>
                    <a:pt x="134" y="36"/>
                  </a:cubicBezTo>
                  <a:cubicBezTo>
                    <a:pt x="116" y="36"/>
                    <a:pt x="170" y="0"/>
                    <a:pt x="116" y="0"/>
                  </a:cubicBezTo>
                  <a:cubicBezTo>
                    <a:pt x="71" y="0"/>
                    <a:pt x="107" y="36"/>
                    <a:pt x="98" y="36"/>
                  </a:cubicBezTo>
                  <a:cubicBezTo>
                    <a:pt x="89" y="36"/>
                    <a:pt x="45" y="36"/>
                    <a:pt x="45" y="36"/>
                  </a:cubicBezTo>
                  <a:cubicBezTo>
                    <a:pt x="45" y="36"/>
                    <a:pt x="45" y="72"/>
                    <a:pt x="36" y="81"/>
                  </a:cubicBezTo>
                  <a:cubicBezTo>
                    <a:pt x="18" y="99"/>
                    <a:pt x="0" y="72"/>
                    <a:pt x="0" y="104"/>
                  </a:cubicBezTo>
                  <a:cubicBezTo>
                    <a:pt x="0" y="153"/>
                    <a:pt x="27" y="99"/>
                    <a:pt x="36" y="135"/>
                  </a:cubicBezTo>
                  <a:cubicBezTo>
                    <a:pt x="45" y="171"/>
                    <a:pt x="45" y="180"/>
                    <a:pt x="45" y="180"/>
                  </a:cubicBezTo>
                  <a:cubicBezTo>
                    <a:pt x="45" y="180"/>
                    <a:pt x="63" y="187"/>
                    <a:pt x="98" y="180"/>
                  </a:cubicBezTo>
                  <a:cubicBezTo>
                    <a:pt x="143" y="171"/>
                    <a:pt x="98" y="216"/>
                    <a:pt x="143" y="216"/>
                  </a:cubicBezTo>
                  <a:cubicBezTo>
                    <a:pt x="179" y="216"/>
                    <a:pt x="143" y="180"/>
                    <a:pt x="161" y="180"/>
                  </a:cubicBezTo>
                  <a:cubicBezTo>
                    <a:pt x="188" y="180"/>
                    <a:pt x="188" y="180"/>
                    <a:pt x="188" y="180"/>
                  </a:cubicBezTo>
                  <a:cubicBezTo>
                    <a:pt x="188" y="180"/>
                    <a:pt x="179" y="162"/>
                    <a:pt x="179" y="126"/>
                  </a:cubicBezTo>
                  <a:cubicBezTo>
                    <a:pt x="179" y="117"/>
                    <a:pt x="224" y="153"/>
                    <a:pt x="224" y="117"/>
                  </a:cubicBezTo>
                  <a:close/>
                </a:path>
              </a:pathLst>
            </a:custGeom>
            <a:solidFill>
              <a:srgbClr val="FFFFFF"/>
            </a:solidFill>
            <a:ln w="9525">
              <a:noFill/>
              <a:round/>
            </a:ln>
          </p:spPr>
          <p:txBody>
            <a:bodyPr/>
            <a:lstStyle/>
            <a:p>
              <a:endParaRPr lang="en-GB" sz="1815"/>
            </a:p>
          </p:txBody>
        </p:sp>
        <p:sp>
          <p:nvSpPr>
            <p:cNvPr id="203" name="Freeform 121"/>
            <p:cNvSpPr/>
            <p:nvPr/>
          </p:nvSpPr>
          <p:spPr bwMode="auto">
            <a:xfrm>
              <a:off x="6556983" y="6252359"/>
              <a:ext cx="440478" cy="417214"/>
            </a:xfrm>
            <a:custGeom>
              <a:avLst/>
              <a:gdLst>
                <a:gd name="T0" fmla="*/ 888 w 190"/>
                <a:gd name="T1" fmla="*/ 467 h 180"/>
                <a:gd name="T2" fmla="*/ 1046 w 190"/>
                <a:gd name="T3" fmla="*/ 312 h 180"/>
                <a:gd name="T4" fmla="*/ 1046 w 190"/>
                <a:gd name="T5" fmla="*/ 0 h 180"/>
                <a:gd name="T6" fmla="*/ 779 w 190"/>
                <a:gd name="T7" fmla="*/ 0 h 180"/>
                <a:gd name="T8" fmla="*/ 677 w 190"/>
                <a:gd name="T9" fmla="*/ 154 h 180"/>
                <a:gd name="T10" fmla="*/ 522 w 190"/>
                <a:gd name="T11" fmla="*/ 0 h 180"/>
                <a:gd name="T12" fmla="*/ 210 w 190"/>
                <a:gd name="T13" fmla="*/ 0 h 180"/>
                <a:gd name="T14" fmla="*/ 210 w 190"/>
                <a:gd name="T15" fmla="*/ 352 h 180"/>
                <a:gd name="T16" fmla="*/ 0 w 190"/>
                <a:gd name="T17" fmla="*/ 406 h 180"/>
                <a:gd name="T18" fmla="*/ 210 w 190"/>
                <a:gd name="T19" fmla="*/ 560 h 180"/>
                <a:gd name="T20" fmla="*/ 210 w 190"/>
                <a:gd name="T21" fmla="*/ 831 h 180"/>
                <a:gd name="T22" fmla="*/ 522 w 190"/>
                <a:gd name="T23" fmla="*/ 779 h 180"/>
                <a:gd name="T24" fmla="*/ 625 w 190"/>
                <a:gd name="T25" fmla="*/ 1041 h 180"/>
                <a:gd name="T26" fmla="*/ 729 w 190"/>
                <a:gd name="T27" fmla="*/ 779 h 180"/>
                <a:gd name="T28" fmla="*/ 1046 w 190"/>
                <a:gd name="T29" fmla="*/ 831 h 180"/>
                <a:gd name="T30" fmla="*/ 1098 w 190"/>
                <a:gd name="T31" fmla="*/ 624 h 180"/>
                <a:gd name="T32" fmla="*/ 888 w 190"/>
                <a:gd name="T33" fmla="*/ 46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0"/>
                <a:gd name="T52" fmla="*/ 0 h 180"/>
                <a:gd name="T53" fmla="*/ 190 w 19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0" h="180">
                  <a:moveTo>
                    <a:pt x="154" y="81"/>
                  </a:moveTo>
                  <a:cubicBezTo>
                    <a:pt x="145" y="36"/>
                    <a:pt x="181" y="72"/>
                    <a:pt x="181" y="54"/>
                  </a:cubicBezTo>
                  <a:cubicBezTo>
                    <a:pt x="181" y="36"/>
                    <a:pt x="172" y="27"/>
                    <a:pt x="181" y="0"/>
                  </a:cubicBezTo>
                  <a:cubicBezTo>
                    <a:pt x="181" y="0"/>
                    <a:pt x="153" y="0"/>
                    <a:pt x="135" y="0"/>
                  </a:cubicBezTo>
                  <a:cubicBezTo>
                    <a:pt x="117" y="0"/>
                    <a:pt x="153" y="27"/>
                    <a:pt x="117" y="27"/>
                  </a:cubicBezTo>
                  <a:cubicBezTo>
                    <a:pt x="63" y="27"/>
                    <a:pt x="99" y="0"/>
                    <a:pt x="90" y="0"/>
                  </a:cubicBezTo>
                  <a:cubicBezTo>
                    <a:pt x="81" y="0"/>
                    <a:pt x="36" y="0"/>
                    <a:pt x="36" y="0"/>
                  </a:cubicBezTo>
                  <a:cubicBezTo>
                    <a:pt x="36" y="0"/>
                    <a:pt x="36" y="25"/>
                    <a:pt x="36" y="61"/>
                  </a:cubicBezTo>
                  <a:cubicBezTo>
                    <a:pt x="36" y="70"/>
                    <a:pt x="0" y="34"/>
                    <a:pt x="0" y="70"/>
                  </a:cubicBezTo>
                  <a:cubicBezTo>
                    <a:pt x="0" y="115"/>
                    <a:pt x="36" y="88"/>
                    <a:pt x="36" y="97"/>
                  </a:cubicBezTo>
                  <a:cubicBezTo>
                    <a:pt x="36" y="106"/>
                    <a:pt x="36" y="144"/>
                    <a:pt x="36" y="144"/>
                  </a:cubicBezTo>
                  <a:cubicBezTo>
                    <a:pt x="36" y="144"/>
                    <a:pt x="81" y="135"/>
                    <a:pt x="90" y="135"/>
                  </a:cubicBezTo>
                  <a:cubicBezTo>
                    <a:pt x="99" y="135"/>
                    <a:pt x="72" y="180"/>
                    <a:pt x="108" y="180"/>
                  </a:cubicBezTo>
                  <a:cubicBezTo>
                    <a:pt x="144" y="180"/>
                    <a:pt x="117" y="135"/>
                    <a:pt x="126" y="135"/>
                  </a:cubicBezTo>
                  <a:cubicBezTo>
                    <a:pt x="135" y="135"/>
                    <a:pt x="181" y="144"/>
                    <a:pt x="181" y="144"/>
                  </a:cubicBezTo>
                  <a:cubicBezTo>
                    <a:pt x="181" y="144"/>
                    <a:pt x="190" y="126"/>
                    <a:pt x="190" y="108"/>
                  </a:cubicBezTo>
                  <a:cubicBezTo>
                    <a:pt x="190" y="90"/>
                    <a:pt x="163" y="126"/>
                    <a:pt x="154" y="81"/>
                  </a:cubicBezTo>
                  <a:close/>
                </a:path>
              </a:pathLst>
            </a:custGeom>
            <a:solidFill>
              <a:srgbClr val="FFFFFF"/>
            </a:solidFill>
            <a:ln w="9525">
              <a:noFill/>
              <a:round/>
            </a:ln>
          </p:spPr>
          <p:txBody>
            <a:bodyPr/>
            <a:lstStyle/>
            <a:p>
              <a:endParaRPr lang="en-GB" sz="1815"/>
            </a:p>
          </p:txBody>
        </p:sp>
        <p:sp>
          <p:nvSpPr>
            <p:cNvPr id="204" name="Freeform 122"/>
            <p:cNvSpPr/>
            <p:nvPr/>
          </p:nvSpPr>
          <p:spPr bwMode="auto">
            <a:xfrm>
              <a:off x="3632522" y="6502946"/>
              <a:ext cx="418518" cy="417214"/>
            </a:xfrm>
            <a:custGeom>
              <a:avLst/>
              <a:gdLst>
                <a:gd name="T0" fmla="*/ 947 w 180"/>
                <a:gd name="T1" fmla="*/ 750 h 180"/>
                <a:gd name="T2" fmla="*/ 1049 w 180"/>
                <a:gd name="T3" fmla="*/ 624 h 180"/>
                <a:gd name="T4" fmla="*/ 947 w 180"/>
                <a:gd name="T5" fmla="*/ 495 h 180"/>
                <a:gd name="T6" fmla="*/ 839 w 180"/>
                <a:gd name="T7" fmla="*/ 445 h 180"/>
                <a:gd name="T8" fmla="*/ 839 w 180"/>
                <a:gd name="T9" fmla="*/ 210 h 180"/>
                <a:gd name="T10" fmla="*/ 526 w 180"/>
                <a:gd name="T11" fmla="*/ 210 h 180"/>
                <a:gd name="T12" fmla="*/ 421 w 180"/>
                <a:gd name="T13" fmla="*/ 0 h 180"/>
                <a:gd name="T14" fmla="*/ 315 w 180"/>
                <a:gd name="T15" fmla="*/ 210 h 180"/>
                <a:gd name="T16" fmla="*/ 0 w 180"/>
                <a:gd name="T17" fmla="*/ 210 h 180"/>
                <a:gd name="T18" fmla="*/ 0 w 180"/>
                <a:gd name="T19" fmla="*/ 415 h 180"/>
                <a:gd name="T20" fmla="*/ 104 w 180"/>
                <a:gd name="T21" fmla="*/ 467 h 180"/>
                <a:gd name="T22" fmla="*/ 211 w 180"/>
                <a:gd name="T23" fmla="*/ 572 h 180"/>
                <a:gd name="T24" fmla="*/ 104 w 180"/>
                <a:gd name="T25" fmla="*/ 729 h 180"/>
                <a:gd name="T26" fmla="*/ 0 w 180"/>
                <a:gd name="T27" fmla="*/ 729 h 180"/>
                <a:gd name="T28" fmla="*/ 0 w 180"/>
                <a:gd name="T29" fmla="*/ 1041 h 180"/>
                <a:gd name="T30" fmla="*/ 839 w 180"/>
                <a:gd name="T31" fmla="*/ 1041 h 180"/>
                <a:gd name="T32" fmla="*/ 839 w 180"/>
                <a:gd name="T33" fmla="*/ 802 h 180"/>
                <a:gd name="T34" fmla="*/ 947 w 180"/>
                <a:gd name="T35" fmla="*/ 750 h 18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180"/>
                <a:gd name="T56" fmla="*/ 180 w 180"/>
                <a:gd name="T57" fmla="*/ 180 h 180"/>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180">
                  <a:moveTo>
                    <a:pt x="162" y="130"/>
                  </a:moveTo>
                  <a:cubicBezTo>
                    <a:pt x="171" y="139"/>
                    <a:pt x="180" y="117"/>
                    <a:pt x="180" y="108"/>
                  </a:cubicBezTo>
                  <a:cubicBezTo>
                    <a:pt x="180" y="90"/>
                    <a:pt x="171" y="77"/>
                    <a:pt x="162" y="86"/>
                  </a:cubicBezTo>
                  <a:cubicBezTo>
                    <a:pt x="153" y="95"/>
                    <a:pt x="144" y="86"/>
                    <a:pt x="144" y="77"/>
                  </a:cubicBezTo>
                  <a:cubicBezTo>
                    <a:pt x="144" y="68"/>
                    <a:pt x="144" y="36"/>
                    <a:pt x="144" y="36"/>
                  </a:cubicBezTo>
                  <a:cubicBezTo>
                    <a:pt x="144" y="36"/>
                    <a:pt x="108" y="36"/>
                    <a:pt x="90" y="36"/>
                  </a:cubicBezTo>
                  <a:cubicBezTo>
                    <a:pt x="72" y="36"/>
                    <a:pt x="126" y="0"/>
                    <a:pt x="72" y="0"/>
                  </a:cubicBezTo>
                  <a:cubicBezTo>
                    <a:pt x="27" y="0"/>
                    <a:pt x="63" y="36"/>
                    <a:pt x="54" y="36"/>
                  </a:cubicBezTo>
                  <a:cubicBezTo>
                    <a:pt x="45" y="36"/>
                    <a:pt x="0" y="36"/>
                    <a:pt x="0" y="36"/>
                  </a:cubicBezTo>
                  <a:cubicBezTo>
                    <a:pt x="0" y="36"/>
                    <a:pt x="0" y="63"/>
                    <a:pt x="0" y="72"/>
                  </a:cubicBezTo>
                  <a:cubicBezTo>
                    <a:pt x="0" y="81"/>
                    <a:pt x="9" y="90"/>
                    <a:pt x="18" y="81"/>
                  </a:cubicBezTo>
                  <a:cubicBezTo>
                    <a:pt x="27" y="72"/>
                    <a:pt x="36" y="81"/>
                    <a:pt x="36" y="99"/>
                  </a:cubicBezTo>
                  <a:cubicBezTo>
                    <a:pt x="36" y="117"/>
                    <a:pt x="27" y="135"/>
                    <a:pt x="18" y="126"/>
                  </a:cubicBezTo>
                  <a:cubicBezTo>
                    <a:pt x="9" y="117"/>
                    <a:pt x="0" y="117"/>
                    <a:pt x="0" y="126"/>
                  </a:cubicBezTo>
                  <a:cubicBezTo>
                    <a:pt x="0" y="135"/>
                    <a:pt x="0" y="180"/>
                    <a:pt x="0" y="180"/>
                  </a:cubicBezTo>
                  <a:cubicBezTo>
                    <a:pt x="144" y="180"/>
                    <a:pt x="144" y="180"/>
                    <a:pt x="144" y="180"/>
                  </a:cubicBezTo>
                  <a:cubicBezTo>
                    <a:pt x="144" y="180"/>
                    <a:pt x="144" y="148"/>
                    <a:pt x="144" y="139"/>
                  </a:cubicBezTo>
                  <a:cubicBezTo>
                    <a:pt x="144" y="130"/>
                    <a:pt x="153" y="121"/>
                    <a:pt x="162" y="130"/>
                  </a:cubicBezTo>
                  <a:close/>
                </a:path>
              </a:pathLst>
            </a:custGeom>
            <a:solidFill>
              <a:srgbClr val="FFFFFF"/>
            </a:solidFill>
            <a:ln w="9525">
              <a:noFill/>
              <a:round/>
            </a:ln>
          </p:spPr>
          <p:txBody>
            <a:bodyPr/>
            <a:lstStyle/>
            <a:p>
              <a:endParaRPr lang="en-GB" sz="1815"/>
            </a:p>
          </p:txBody>
        </p:sp>
        <p:sp>
          <p:nvSpPr>
            <p:cNvPr id="205" name="Freeform 123"/>
            <p:cNvSpPr/>
            <p:nvPr/>
          </p:nvSpPr>
          <p:spPr bwMode="auto">
            <a:xfrm>
              <a:off x="1962324" y="2133176"/>
              <a:ext cx="334556" cy="527007"/>
            </a:xfrm>
            <a:custGeom>
              <a:avLst/>
              <a:gdLst>
                <a:gd name="T0" fmla="*/ 291 w 144"/>
                <a:gd name="T1" fmla="*/ 1215 h 227"/>
                <a:gd name="T2" fmla="*/ 421 w 144"/>
                <a:gd name="T3" fmla="*/ 1317 h 227"/>
                <a:gd name="T4" fmla="*/ 547 w 144"/>
                <a:gd name="T5" fmla="*/ 1215 h 227"/>
                <a:gd name="T6" fmla="*/ 599 w 144"/>
                <a:gd name="T7" fmla="*/ 1107 h 227"/>
                <a:gd name="T8" fmla="*/ 838 w 144"/>
                <a:gd name="T9" fmla="*/ 1107 h 227"/>
                <a:gd name="T10" fmla="*/ 838 w 144"/>
                <a:gd name="T11" fmla="*/ 847 h 227"/>
                <a:gd name="T12" fmla="*/ 680 w 144"/>
                <a:gd name="T13" fmla="*/ 742 h 227"/>
                <a:gd name="T14" fmla="*/ 838 w 144"/>
                <a:gd name="T15" fmla="*/ 588 h 227"/>
                <a:gd name="T16" fmla="*/ 838 w 144"/>
                <a:gd name="T17" fmla="*/ 271 h 227"/>
                <a:gd name="T18" fmla="*/ 540 w 144"/>
                <a:gd name="T19" fmla="*/ 219 h 227"/>
                <a:gd name="T20" fmla="*/ 563 w 144"/>
                <a:gd name="T21" fmla="*/ 58 h 227"/>
                <a:gd name="T22" fmla="*/ 219 w 144"/>
                <a:gd name="T23" fmla="*/ 101 h 227"/>
                <a:gd name="T24" fmla="*/ 284 w 144"/>
                <a:gd name="T25" fmla="*/ 219 h 227"/>
                <a:gd name="T26" fmla="*/ 0 w 144"/>
                <a:gd name="T27" fmla="*/ 271 h 227"/>
                <a:gd name="T28" fmla="*/ 0 w 144"/>
                <a:gd name="T29" fmla="*/ 1107 h 227"/>
                <a:gd name="T30" fmla="*/ 239 w 144"/>
                <a:gd name="T31" fmla="*/ 1107 h 227"/>
                <a:gd name="T32" fmla="*/ 291 w 144"/>
                <a:gd name="T33" fmla="*/ 1215 h 22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27"/>
                <a:gd name="T53" fmla="*/ 144 w 144"/>
                <a:gd name="T54" fmla="*/ 227 h 22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27">
                  <a:moveTo>
                    <a:pt x="50" y="209"/>
                  </a:moveTo>
                  <a:cubicBezTo>
                    <a:pt x="41" y="218"/>
                    <a:pt x="63" y="227"/>
                    <a:pt x="72" y="227"/>
                  </a:cubicBezTo>
                  <a:cubicBezTo>
                    <a:pt x="90" y="227"/>
                    <a:pt x="103" y="218"/>
                    <a:pt x="94" y="209"/>
                  </a:cubicBezTo>
                  <a:cubicBezTo>
                    <a:pt x="85" y="200"/>
                    <a:pt x="94" y="191"/>
                    <a:pt x="103" y="191"/>
                  </a:cubicBezTo>
                  <a:cubicBezTo>
                    <a:pt x="112" y="191"/>
                    <a:pt x="144" y="191"/>
                    <a:pt x="144" y="191"/>
                  </a:cubicBezTo>
                  <a:cubicBezTo>
                    <a:pt x="144" y="191"/>
                    <a:pt x="144" y="164"/>
                    <a:pt x="144" y="146"/>
                  </a:cubicBezTo>
                  <a:cubicBezTo>
                    <a:pt x="144" y="128"/>
                    <a:pt x="117" y="164"/>
                    <a:pt x="117" y="128"/>
                  </a:cubicBezTo>
                  <a:cubicBezTo>
                    <a:pt x="117" y="74"/>
                    <a:pt x="144" y="110"/>
                    <a:pt x="144" y="101"/>
                  </a:cubicBezTo>
                  <a:cubicBezTo>
                    <a:pt x="144" y="92"/>
                    <a:pt x="144" y="47"/>
                    <a:pt x="144" y="47"/>
                  </a:cubicBezTo>
                  <a:cubicBezTo>
                    <a:pt x="144" y="47"/>
                    <a:pt x="105" y="42"/>
                    <a:pt x="93" y="38"/>
                  </a:cubicBezTo>
                  <a:cubicBezTo>
                    <a:pt x="81" y="34"/>
                    <a:pt x="106" y="21"/>
                    <a:pt x="97" y="10"/>
                  </a:cubicBezTo>
                  <a:cubicBezTo>
                    <a:pt x="87" y="0"/>
                    <a:pt x="45" y="6"/>
                    <a:pt x="38" y="17"/>
                  </a:cubicBezTo>
                  <a:cubicBezTo>
                    <a:pt x="31" y="28"/>
                    <a:pt x="57" y="29"/>
                    <a:pt x="49" y="38"/>
                  </a:cubicBezTo>
                  <a:cubicBezTo>
                    <a:pt x="41" y="48"/>
                    <a:pt x="0" y="47"/>
                    <a:pt x="0" y="47"/>
                  </a:cubicBezTo>
                  <a:cubicBezTo>
                    <a:pt x="0" y="191"/>
                    <a:pt x="0" y="191"/>
                    <a:pt x="0" y="191"/>
                  </a:cubicBezTo>
                  <a:cubicBezTo>
                    <a:pt x="0" y="191"/>
                    <a:pt x="32" y="191"/>
                    <a:pt x="41" y="191"/>
                  </a:cubicBezTo>
                  <a:cubicBezTo>
                    <a:pt x="50" y="191"/>
                    <a:pt x="59" y="200"/>
                    <a:pt x="50" y="209"/>
                  </a:cubicBezTo>
                  <a:close/>
                </a:path>
              </a:pathLst>
            </a:custGeom>
            <a:solidFill>
              <a:srgbClr val="FFFFFF"/>
            </a:solidFill>
            <a:ln w="9525">
              <a:noFill/>
              <a:round/>
            </a:ln>
          </p:spPr>
          <p:txBody>
            <a:bodyPr/>
            <a:lstStyle/>
            <a:p>
              <a:endParaRPr lang="en-GB" sz="1815"/>
            </a:p>
          </p:txBody>
        </p:sp>
        <p:sp>
          <p:nvSpPr>
            <p:cNvPr id="206" name="Freeform 124"/>
            <p:cNvSpPr/>
            <p:nvPr/>
          </p:nvSpPr>
          <p:spPr bwMode="auto">
            <a:xfrm>
              <a:off x="7977878" y="2222302"/>
              <a:ext cx="417227" cy="437881"/>
            </a:xfrm>
            <a:custGeom>
              <a:avLst/>
              <a:gdLst>
                <a:gd name="T0" fmla="*/ 583 w 180"/>
                <a:gd name="T1" fmla="*/ 52 h 189"/>
                <a:gd name="T2" fmla="*/ 422 w 180"/>
                <a:gd name="T3" fmla="*/ 210 h 189"/>
                <a:gd name="T4" fmla="*/ 267 w 180"/>
                <a:gd name="T5" fmla="*/ 52 h 189"/>
                <a:gd name="T6" fmla="*/ 0 w 180"/>
                <a:gd name="T7" fmla="*/ 52 h 189"/>
                <a:gd name="T8" fmla="*/ 0 w 180"/>
                <a:gd name="T9" fmla="*/ 312 h 189"/>
                <a:gd name="T10" fmla="*/ 154 w 180"/>
                <a:gd name="T11" fmla="*/ 414 h 189"/>
                <a:gd name="T12" fmla="*/ 0 w 180"/>
                <a:gd name="T13" fmla="*/ 518 h 189"/>
                <a:gd name="T14" fmla="*/ 0 w 180"/>
                <a:gd name="T15" fmla="*/ 881 h 189"/>
                <a:gd name="T16" fmla="*/ 312 w 180"/>
                <a:gd name="T17" fmla="*/ 830 h 189"/>
                <a:gd name="T18" fmla="*/ 415 w 180"/>
                <a:gd name="T19" fmla="*/ 1091 h 189"/>
                <a:gd name="T20" fmla="*/ 522 w 180"/>
                <a:gd name="T21" fmla="*/ 830 h 189"/>
                <a:gd name="T22" fmla="*/ 831 w 180"/>
                <a:gd name="T23" fmla="*/ 881 h 189"/>
                <a:gd name="T24" fmla="*/ 831 w 180"/>
                <a:gd name="T25" fmla="*/ 572 h 189"/>
                <a:gd name="T26" fmla="*/ 937 w 180"/>
                <a:gd name="T27" fmla="*/ 572 h 189"/>
                <a:gd name="T28" fmla="*/ 1041 w 180"/>
                <a:gd name="T29" fmla="*/ 414 h 189"/>
                <a:gd name="T30" fmla="*/ 831 w 180"/>
                <a:gd name="T31" fmla="*/ 312 h 189"/>
                <a:gd name="T32" fmla="*/ 831 w 180"/>
                <a:gd name="T33" fmla="*/ 52 h 189"/>
                <a:gd name="T34" fmla="*/ 583 w 180"/>
                <a:gd name="T35" fmla="*/ 52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189"/>
                <a:gd name="T56" fmla="*/ 180 w 180"/>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189">
                  <a:moveTo>
                    <a:pt x="101" y="9"/>
                  </a:moveTo>
                  <a:cubicBezTo>
                    <a:pt x="90" y="14"/>
                    <a:pt x="118" y="36"/>
                    <a:pt x="73" y="36"/>
                  </a:cubicBezTo>
                  <a:cubicBezTo>
                    <a:pt x="28" y="36"/>
                    <a:pt x="72" y="9"/>
                    <a:pt x="46" y="9"/>
                  </a:cubicBezTo>
                  <a:cubicBezTo>
                    <a:pt x="37" y="9"/>
                    <a:pt x="0" y="9"/>
                    <a:pt x="0" y="9"/>
                  </a:cubicBezTo>
                  <a:cubicBezTo>
                    <a:pt x="0" y="9"/>
                    <a:pt x="0" y="36"/>
                    <a:pt x="0" y="54"/>
                  </a:cubicBezTo>
                  <a:cubicBezTo>
                    <a:pt x="0" y="72"/>
                    <a:pt x="27" y="36"/>
                    <a:pt x="27" y="72"/>
                  </a:cubicBezTo>
                  <a:cubicBezTo>
                    <a:pt x="27" y="108"/>
                    <a:pt x="0" y="81"/>
                    <a:pt x="0" y="90"/>
                  </a:cubicBezTo>
                  <a:cubicBezTo>
                    <a:pt x="0" y="99"/>
                    <a:pt x="0" y="153"/>
                    <a:pt x="0" y="153"/>
                  </a:cubicBezTo>
                  <a:cubicBezTo>
                    <a:pt x="0" y="153"/>
                    <a:pt x="45" y="144"/>
                    <a:pt x="54" y="144"/>
                  </a:cubicBezTo>
                  <a:cubicBezTo>
                    <a:pt x="63" y="144"/>
                    <a:pt x="36" y="189"/>
                    <a:pt x="72" y="189"/>
                  </a:cubicBezTo>
                  <a:cubicBezTo>
                    <a:pt x="108" y="189"/>
                    <a:pt x="81" y="144"/>
                    <a:pt x="90" y="144"/>
                  </a:cubicBezTo>
                  <a:cubicBezTo>
                    <a:pt x="99" y="144"/>
                    <a:pt x="144" y="153"/>
                    <a:pt x="144" y="153"/>
                  </a:cubicBezTo>
                  <a:cubicBezTo>
                    <a:pt x="144" y="153"/>
                    <a:pt x="144" y="108"/>
                    <a:pt x="144" y="99"/>
                  </a:cubicBezTo>
                  <a:cubicBezTo>
                    <a:pt x="144" y="90"/>
                    <a:pt x="162" y="99"/>
                    <a:pt x="162" y="99"/>
                  </a:cubicBezTo>
                  <a:cubicBezTo>
                    <a:pt x="162" y="99"/>
                    <a:pt x="180" y="108"/>
                    <a:pt x="180" y="72"/>
                  </a:cubicBezTo>
                  <a:cubicBezTo>
                    <a:pt x="180" y="36"/>
                    <a:pt x="144" y="72"/>
                    <a:pt x="144" y="54"/>
                  </a:cubicBezTo>
                  <a:cubicBezTo>
                    <a:pt x="144" y="36"/>
                    <a:pt x="144" y="9"/>
                    <a:pt x="144" y="9"/>
                  </a:cubicBezTo>
                  <a:cubicBezTo>
                    <a:pt x="144" y="9"/>
                    <a:pt x="121" y="0"/>
                    <a:pt x="101" y="9"/>
                  </a:cubicBezTo>
                  <a:close/>
                </a:path>
              </a:pathLst>
            </a:custGeom>
            <a:solidFill>
              <a:srgbClr val="FFFFFF"/>
            </a:solidFill>
            <a:ln w="9525">
              <a:noFill/>
              <a:round/>
            </a:ln>
          </p:spPr>
          <p:txBody>
            <a:bodyPr/>
            <a:lstStyle/>
            <a:p>
              <a:endParaRPr lang="en-GB" sz="1815"/>
            </a:p>
          </p:txBody>
        </p:sp>
        <p:sp>
          <p:nvSpPr>
            <p:cNvPr id="207" name="Freeform 125"/>
            <p:cNvSpPr/>
            <p:nvPr/>
          </p:nvSpPr>
          <p:spPr bwMode="auto">
            <a:xfrm>
              <a:off x="4886785" y="1908423"/>
              <a:ext cx="458562" cy="439173"/>
            </a:xfrm>
            <a:custGeom>
              <a:avLst/>
              <a:gdLst>
                <a:gd name="T0" fmla="*/ 52 w 198"/>
                <a:gd name="T1" fmla="*/ 365 h 189"/>
                <a:gd name="T2" fmla="*/ 260 w 198"/>
                <a:gd name="T3" fmla="*/ 523 h 189"/>
                <a:gd name="T4" fmla="*/ 210 w 198"/>
                <a:gd name="T5" fmla="*/ 838 h 189"/>
                <a:gd name="T6" fmla="*/ 466 w 198"/>
                <a:gd name="T7" fmla="*/ 838 h 189"/>
                <a:gd name="T8" fmla="*/ 624 w 198"/>
                <a:gd name="T9" fmla="*/ 1101 h 189"/>
                <a:gd name="T10" fmla="*/ 778 w 198"/>
                <a:gd name="T11" fmla="*/ 838 h 189"/>
                <a:gd name="T12" fmla="*/ 1038 w 198"/>
                <a:gd name="T13" fmla="*/ 838 h 189"/>
                <a:gd name="T14" fmla="*/ 1038 w 198"/>
                <a:gd name="T15" fmla="*/ 576 h 189"/>
                <a:gd name="T16" fmla="*/ 1038 w 198"/>
                <a:gd name="T17" fmla="*/ 421 h 189"/>
                <a:gd name="T18" fmla="*/ 932 w 198"/>
                <a:gd name="T19" fmla="*/ 313 h 189"/>
                <a:gd name="T20" fmla="*/ 1038 w 198"/>
                <a:gd name="T21" fmla="*/ 263 h 189"/>
                <a:gd name="T22" fmla="*/ 1038 w 198"/>
                <a:gd name="T23" fmla="*/ 0 h 189"/>
                <a:gd name="T24" fmla="*/ 210 w 198"/>
                <a:gd name="T25" fmla="*/ 0 h 189"/>
                <a:gd name="T26" fmla="*/ 260 w 198"/>
                <a:gd name="T27" fmla="*/ 313 h 189"/>
                <a:gd name="T28" fmla="*/ 52 w 198"/>
                <a:gd name="T29" fmla="*/ 365 h 18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98"/>
                <a:gd name="T46" fmla="*/ 0 h 189"/>
                <a:gd name="T47" fmla="*/ 198 w 198"/>
                <a:gd name="T48" fmla="*/ 189 h 18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98" h="189">
                  <a:moveTo>
                    <a:pt x="9" y="63"/>
                  </a:moveTo>
                  <a:cubicBezTo>
                    <a:pt x="0" y="117"/>
                    <a:pt x="45" y="77"/>
                    <a:pt x="45" y="90"/>
                  </a:cubicBezTo>
                  <a:cubicBezTo>
                    <a:pt x="45" y="108"/>
                    <a:pt x="36" y="144"/>
                    <a:pt x="36" y="144"/>
                  </a:cubicBezTo>
                  <a:cubicBezTo>
                    <a:pt x="36" y="144"/>
                    <a:pt x="72" y="144"/>
                    <a:pt x="81" y="144"/>
                  </a:cubicBezTo>
                  <a:cubicBezTo>
                    <a:pt x="90" y="144"/>
                    <a:pt x="63" y="189"/>
                    <a:pt x="108" y="189"/>
                  </a:cubicBezTo>
                  <a:cubicBezTo>
                    <a:pt x="162" y="189"/>
                    <a:pt x="117" y="144"/>
                    <a:pt x="135" y="144"/>
                  </a:cubicBezTo>
                  <a:cubicBezTo>
                    <a:pt x="153" y="144"/>
                    <a:pt x="180" y="144"/>
                    <a:pt x="180" y="144"/>
                  </a:cubicBezTo>
                  <a:cubicBezTo>
                    <a:pt x="180" y="144"/>
                    <a:pt x="160" y="99"/>
                    <a:pt x="180" y="99"/>
                  </a:cubicBezTo>
                  <a:cubicBezTo>
                    <a:pt x="198" y="99"/>
                    <a:pt x="191" y="66"/>
                    <a:pt x="180" y="72"/>
                  </a:cubicBezTo>
                  <a:cubicBezTo>
                    <a:pt x="162" y="81"/>
                    <a:pt x="162" y="63"/>
                    <a:pt x="162" y="54"/>
                  </a:cubicBezTo>
                  <a:cubicBezTo>
                    <a:pt x="162" y="36"/>
                    <a:pt x="171" y="45"/>
                    <a:pt x="180" y="45"/>
                  </a:cubicBezTo>
                  <a:cubicBezTo>
                    <a:pt x="189" y="45"/>
                    <a:pt x="180" y="0"/>
                    <a:pt x="180" y="0"/>
                  </a:cubicBezTo>
                  <a:cubicBezTo>
                    <a:pt x="36" y="0"/>
                    <a:pt x="36" y="0"/>
                    <a:pt x="36" y="0"/>
                  </a:cubicBezTo>
                  <a:cubicBezTo>
                    <a:pt x="36" y="0"/>
                    <a:pt x="45" y="15"/>
                    <a:pt x="45" y="54"/>
                  </a:cubicBezTo>
                  <a:cubicBezTo>
                    <a:pt x="45" y="72"/>
                    <a:pt x="13" y="36"/>
                    <a:pt x="9" y="63"/>
                  </a:cubicBezTo>
                  <a:close/>
                </a:path>
              </a:pathLst>
            </a:custGeom>
            <a:solidFill>
              <a:srgbClr val="FFFFFF"/>
            </a:solidFill>
            <a:ln w="9525">
              <a:noFill/>
              <a:round/>
            </a:ln>
          </p:spPr>
          <p:txBody>
            <a:bodyPr/>
            <a:lstStyle/>
            <a:p>
              <a:endParaRPr lang="en-GB" sz="1815"/>
            </a:p>
          </p:txBody>
        </p:sp>
        <p:sp>
          <p:nvSpPr>
            <p:cNvPr id="208" name="Freeform 126"/>
            <p:cNvSpPr/>
            <p:nvPr/>
          </p:nvSpPr>
          <p:spPr bwMode="auto">
            <a:xfrm>
              <a:off x="4280967" y="1908423"/>
              <a:ext cx="396559" cy="417214"/>
            </a:xfrm>
            <a:custGeom>
              <a:avLst/>
              <a:gdLst>
                <a:gd name="T0" fmla="*/ 52 w 171"/>
                <a:gd name="T1" fmla="*/ 154 h 180"/>
                <a:gd name="T2" fmla="*/ 260 w 171"/>
                <a:gd name="T3" fmla="*/ 364 h 180"/>
                <a:gd name="T4" fmla="*/ 52 w 171"/>
                <a:gd name="T5" fmla="*/ 677 h 180"/>
                <a:gd name="T6" fmla="*/ 52 w 171"/>
                <a:gd name="T7" fmla="*/ 831 h 180"/>
                <a:gd name="T8" fmla="*/ 364 w 171"/>
                <a:gd name="T9" fmla="*/ 831 h 180"/>
                <a:gd name="T10" fmla="*/ 467 w 171"/>
                <a:gd name="T11" fmla="*/ 1041 h 180"/>
                <a:gd name="T12" fmla="*/ 575 w 171"/>
                <a:gd name="T13" fmla="*/ 831 h 180"/>
                <a:gd name="T14" fmla="*/ 887 w 171"/>
                <a:gd name="T15" fmla="*/ 831 h 180"/>
                <a:gd name="T16" fmla="*/ 887 w 171"/>
                <a:gd name="T17" fmla="*/ 415 h 180"/>
                <a:gd name="T18" fmla="*/ 779 w 171"/>
                <a:gd name="T19" fmla="*/ 312 h 180"/>
                <a:gd name="T20" fmla="*/ 887 w 171"/>
                <a:gd name="T21" fmla="*/ 260 h 180"/>
                <a:gd name="T22" fmla="*/ 887 w 171"/>
                <a:gd name="T23" fmla="*/ 0 h 180"/>
                <a:gd name="T24" fmla="*/ 52 w 171"/>
                <a:gd name="T25" fmla="*/ 0 h 180"/>
                <a:gd name="T26" fmla="*/ 52 w 171"/>
                <a:gd name="T27" fmla="*/ 154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1"/>
                <a:gd name="T43" fmla="*/ 0 h 180"/>
                <a:gd name="T44" fmla="*/ 171 w 171"/>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1" h="180">
                  <a:moveTo>
                    <a:pt x="9" y="27"/>
                  </a:moveTo>
                  <a:cubicBezTo>
                    <a:pt x="0" y="81"/>
                    <a:pt x="45" y="36"/>
                    <a:pt x="45" y="63"/>
                  </a:cubicBezTo>
                  <a:cubicBezTo>
                    <a:pt x="45" y="153"/>
                    <a:pt x="9" y="54"/>
                    <a:pt x="9" y="117"/>
                  </a:cubicBezTo>
                  <a:cubicBezTo>
                    <a:pt x="9" y="137"/>
                    <a:pt x="9" y="144"/>
                    <a:pt x="9" y="144"/>
                  </a:cubicBezTo>
                  <a:cubicBezTo>
                    <a:pt x="9" y="144"/>
                    <a:pt x="54" y="144"/>
                    <a:pt x="63" y="144"/>
                  </a:cubicBezTo>
                  <a:cubicBezTo>
                    <a:pt x="72" y="144"/>
                    <a:pt x="45" y="180"/>
                    <a:pt x="81" y="180"/>
                  </a:cubicBezTo>
                  <a:cubicBezTo>
                    <a:pt x="117" y="180"/>
                    <a:pt x="81" y="144"/>
                    <a:pt x="99" y="144"/>
                  </a:cubicBezTo>
                  <a:cubicBezTo>
                    <a:pt x="117" y="144"/>
                    <a:pt x="153" y="144"/>
                    <a:pt x="153" y="144"/>
                  </a:cubicBezTo>
                  <a:cubicBezTo>
                    <a:pt x="144" y="117"/>
                    <a:pt x="171" y="63"/>
                    <a:pt x="153" y="72"/>
                  </a:cubicBezTo>
                  <a:cubicBezTo>
                    <a:pt x="135" y="81"/>
                    <a:pt x="135" y="63"/>
                    <a:pt x="135" y="54"/>
                  </a:cubicBezTo>
                  <a:cubicBezTo>
                    <a:pt x="135" y="36"/>
                    <a:pt x="144" y="45"/>
                    <a:pt x="153" y="45"/>
                  </a:cubicBezTo>
                  <a:cubicBezTo>
                    <a:pt x="162" y="45"/>
                    <a:pt x="153" y="0"/>
                    <a:pt x="153" y="0"/>
                  </a:cubicBezTo>
                  <a:cubicBezTo>
                    <a:pt x="9" y="0"/>
                    <a:pt x="9" y="0"/>
                    <a:pt x="9" y="0"/>
                  </a:cubicBezTo>
                  <a:cubicBezTo>
                    <a:pt x="9" y="0"/>
                    <a:pt x="10" y="18"/>
                    <a:pt x="9" y="27"/>
                  </a:cubicBezTo>
                  <a:close/>
                </a:path>
              </a:pathLst>
            </a:custGeom>
            <a:solidFill>
              <a:srgbClr val="FFFFFF"/>
            </a:solidFill>
            <a:ln w="9525">
              <a:noFill/>
              <a:round/>
            </a:ln>
          </p:spPr>
          <p:txBody>
            <a:bodyPr/>
            <a:lstStyle/>
            <a:p>
              <a:endParaRPr lang="en-GB" sz="1815"/>
            </a:p>
          </p:txBody>
        </p:sp>
        <p:sp>
          <p:nvSpPr>
            <p:cNvPr id="209" name="Freeform 127"/>
            <p:cNvSpPr/>
            <p:nvPr/>
          </p:nvSpPr>
          <p:spPr bwMode="auto">
            <a:xfrm>
              <a:off x="6222427" y="1908423"/>
              <a:ext cx="480521" cy="417214"/>
            </a:xfrm>
            <a:custGeom>
              <a:avLst/>
              <a:gdLst>
                <a:gd name="T0" fmla="*/ 210 w 207"/>
                <a:gd name="T1" fmla="*/ 312 h 180"/>
                <a:gd name="T2" fmla="*/ 52 w 207"/>
                <a:gd name="T3" fmla="*/ 364 h 180"/>
                <a:gd name="T4" fmla="*/ 262 w 207"/>
                <a:gd name="T5" fmla="*/ 522 h 180"/>
                <a:gd name="T6" fmla="*/ 210 w 207"/>
                <a:gd name="T7" fmla="*/ 831 h 180"/>
                <a:gd name="T8" fmla="*/ 471 w 207"/>
                <a:gd name="T9" fmla="*/ 831 h 180"/>
                <a:gd name="T10" fmla="*/ 627 w 207"/>
                <a:gd name="T11" fmla="*/ 1041 h 180"/>
                <a:gd name="T12" fmla="*/ 785 w 207"/>
                <a:gd name="T13" fmla="*/ 831 h 180"/>
                <a:gd name="T14" fmla="*/ 1042 w 207"/>
                <a:gd name="T15" fmla="*/ 831 h 180"/>
                <a:gd name="T16" fmla="*/ 1042 w 207"/>
                <a:gd name="T17" fmla="*/ 572 h 180"/>
                <a:gd name="T18" fmla="*/ 1202 w 207"/>
                <a:gd name="T19" fmla="*/ 467 h 180"/>
                <a:gd name="T20" fmla="*/ 1042 w 207"/>
                <a:gd name="T21" fmla="*/ 260 h 180"/>
                <a:gd name="T22" fmla="*/ 1042 w 207"/>
                <a:gd name="T23" fmla="*/ 0 h 180"/>
                <a:gd name="T24" fmla="*/ 210 w 207"/>
                <a:gd name="T25" fmla="*/ 0 h 180"/>
                <a:gd name="T26" fmla="*/ 210 w 207"/>
                <a:gd name="T27" fmla="*/ 0 h 180"/>
                <a:gd name="T28" fmla="*/ 210 w 207"/>
                <a:gd name="T29" fmla="*/ 312 h 18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07"/>
                <a:gd name="T46" fmla="*/ 0 h 180"/>
                <a:gd name="T47" fmla="*/ 207 w 207"/>
                <a:gd name="T48" fmla="*/ 180 h 180"/>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07" h="180">
                  <a:moveTo>
                    <a:pt x="36" y="54"/>
                  </a:moveTo>
                  <a:cubicBezTo>
                    <a:pt x="36" y="72"/>
                    <a:pt x="13" y="36"/>
                    <a:pt x="9" y="63"/>
                  </a:cubicBezTo>
                  <a:cubicBezTo>
                    <a:pt x="0" y="117"/>
                    <a:pt x="45" y="77"/>
                    <a:pt x="45" y="90"/>
                  </a:cubicBezTo>
                  <a:cubicBezTo>
                    <a:pt x="45" y="108"/>
                    <a:pt x="36" y="144"/>
                    <a:pt x="36" y="144"/>
                  </a:cubicBezTo>
                  <a:cubicBezTo>
                    <a:pt x="36" y="144"/>
                    <a:pt x="54" y="144"/>
                    <a:pt x="81" y="144"/>
                  </a:cubicBezTo>
                  <a:cubicBezTo>
                    <a:pt x="108" y="144"/>
                    <a:pt x="63" y="180"/>
                    <a:pt x="108" y="180"/>
                  </a:cubicBezTo>
                  <a:cubicBezTo>
                    <a:pt x="162" y="180"/>
                    <a:pt x="126" y="144"/>
                    <a:pt x="135" y="144"/>
                  </a:cubicBezTo>
                  <a:cubicBezTo>
                    <a:pt x="144" y="144"/>
                    <a:pt x="180" y="144"/>
                    <a:pt x="180" y="144"/>
                  </a:cubicBezTo>
                  <a:cubicBezTo>
                    <a:pt x="180" y="144"/>
                    <a:pt x="180" y="119"/>
                    <a:pt x="180" y="99"/>
                  </a:cubicBezTo>
                  <a:cubicBezTo>
                    <a:pt x="180" y="81"/>
                    <a:pt x="207" y="117"/>
                    <a:pt x="207" y="81"/>
                  </a:cubicBezTo>
                  <a:cubicBezTo>
                    <a:pt x="207" y="36"/>
                    <a:pt x="180" y="81"/>
                    <a:pt x="180" y="45"/>
                  </a:cubicBezTo>
                  <a:cubicBezTo>
                    <a:pt x="180" y="36"/>
                    <a:pt x="180" y="0"/>
                    <a:pt x="180" y="0"/>
                  </a:cubicBezTo>
                  <a:cubicBezTo>
                    <a:pt x="36" y="0"/>
                    <a:pt x="36" y="0"/>
                    <a:pt x="36" y="0"/>
                  </a:cubicBezTo>
                  <a:cubicBezTo>
                    <a:pt x="36" y="0"/>
                    <a:pt x="36" y="0"/>
                    <a:pt x="36" y="0"/>
                  </a:cubicBezTo>
                  <a:cubicBezTo>
                    <a:pt x="35" y="2"/>
                    <a:pt x="36" y="18"/>
                    <a:pt x="36" y="54"/>
                  </a:cubicBezTo>
                  <a:close/>
                </a:path>
              </a:pathLst>
            </a:custGeom>
            <a:solidFill>
              <a:srgbClr val="FFFFFF"/>
            </a:solidFill>
            <a:ln w="9525">
              <a:noFill/>
              <a:round/>
            </a:ln>
          </p:spPr>
          <p:txBody>
            <a:bodyPr/>
            <a:lstStyle/>
            <a:p>
              <a:endParaRPr lang="en-GB" sz="1815"/>
            </a:p>
          </p:txBody>
        </p:sp>
        <p:sp>
          <p:nvSpPr>
            <p:cNvPr id="210" name="Freeform 128"/>
            <p:cNvSpPr/>
            <p:nvPr/>
          </p:nvSpPr>
          <p:spPr bwMode="auto">
            <a:xfrm>
              <a:off x="6891539" y="1908423"/>
              <a:ext cx="480521" cy="417214"/>
            </a:xfrm>
            <a:custGeom>
              <a:avLst/>
              <a:gdLst>
                <a:gd name="T0" fmla="*/ 210 w 207"/>
                <a:gd name="T1" fmla="*/ 312 h 180"/>
                <a:gd name="T2" fmla="*/ 52 w 207"/>
                <a:gd name="T3" fmla="*/ 364 h 180"/>
                <a:gd name="T4" fmla="*/ 262 w 207"/>
                <a:gd name="T5" fmla="*/ 522 h 180"/>
                <a:gd name="T6" fmla="*/ 210 w 207"/>
                <a:gd name="T7" fmla="*/ 831 h 180"/>
                <a:gd name="T8" fmla="*/ 523 w 207"/>
                <a:gd name="T9" fmla="*/ 831 h 180"/>
                <a:gd name="T10" fmla="*/ 627 w 207"/>
                <a:gd name="T11" fmla="*/ 1041 h 180"/>
                <a:gd name="T12" fmla="*/ 730 w 207"/>
                <a:gd name="T13" fmla="*/ 831 h 180"/>
                <a:gd name="T14" fmla="*/ 1042 w 207"/>
                <a:gd name="T15" fmla="*/ 831 h 180"/>
                <a:gd name="T16" fmla="*/ 1042 w 207"/>
                <a:gd name="T17" fmla="*/ 572 h 180"/>
                <a:gd name="T18" fmla="*/ 1202 w 207"/>
                <a:gd name="T19" fmla="*/ 467 h 180"/>
                <a:gd name="T20" fmla="*/ 1042 w 207"/>
                <a:gd name="T21" fmla="*/ 260 h 180"/>
                <a:gd name="T22" fmla="*/ 1042 w 207"/>
                <a:gd name="T23" fmla="*/ 0 h 180"/>
                <a:gd name="T24" fmla="*/ 210 w 207"/>
                <a:gd name="T25" fmla="*/ 0 h 180"/>
                <a:gd name="T26" fmla="*/ 210 w 207"/>
                <a:gd name="T27" fmla="*/ 0 h 180"/>
                <a:gd name="T28" fmla="*/ 210 w 207"/>
                <a:gd name="T29" fmla="*/ 312 h 18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07"/>
                <a:gd name="T46" fmla="*/ 0 h 180"/>
                <a:gd name="T47" fmla="*/ 207 w 207"/>
                <a:gd name="T48" fmla="*/ 180 h 180"/>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07" h="180">
                  <a:moveTo>
                    <a:pt x="36" y="54"/>
                  </a:moveTo>
                  <a:cubicBezTo>
                    <a:pt x="36" y="72"/>
                    <a:pt x="13" y="36"/>
                    <a:pt x="9" y="63"/>
                  </a:cubicBezTo>
                  <a:cubicBezTo>
                    <a:pt x="0" y="117"/>
                    <a:pt x="45" y="77"/>
                    <a:pt x="45" y="90"/>
                  </a:cubicBezTo>
                  <a:cubicBezTo>
                    <a:pt x="45" y="108"/>
                    <a:pt x="36" y="144"/>
                    <a:pt x="36" y="144"/>
                  </a:cubicBezTo>
                  <a:cubicBezTo>
                    <a:pt x="36" y="144"/>
                    <a:pt x="81" y="144"/>
                    <a:pt x="90" y="144"/>
                  </a:cubicBezTo>
                  <a:cubicBezTo>
                    <a:pt x="99" y="144"/>
                    <a:pt x="72" y="180"/>
                    <a:pt x="108" y="180"/>
                  </a:cubicBezTo>
                  <a:cubicBezTo>
                    <a:pt x="144" y="180"/>
                    <a:pt x="117" y="144"/>
                    <a:pt x="126" y="144"/>
                  </a:cubicBezTo>
                  <a:cubicBezTo>
                    <a:pt x="135" y="144"/>
                    <a:pt x="180" y="144"/>
                    <a:pt x="180" y="144"/>
                  </a:cubicBezTo>
                  <a:cubicBezTo>
                    <a:pt x="180" y="144"/>
                    <a:pt x="180" y="119"/>
                    <a:pt x="180" y="99"/>
                  </a:cubicBezTo>
                  <a:cubicBezTo>
                    <a:pt x="180" y="81"/>
                    <a:pt x="207" y="117"/>
                    <a:pt x="207" y="81"/>
                  </a:cubicBezTo>
                  <a:cubicBezTo>
                    <a:pt x="207" y="36"/>
                    <a:pt x="180" y="81"/>
                    <a:pt x="180" y="45"/>
                  </a:cubicBezTo>
                  <a:cubicBezTo>
                    <a:pt x="180" y="36"/>
                    <a:pt x="180" y="0"/>
                    <a:pt x="180" y="0"/>
                  </a:cubicBezTo>
                  <a:cubicBezTo>
                    <a:pt x="36" y="0"/>
                    <a:pt x="36" y="0"/>
                    <a:pt x="36" y="0"/>
                  </a:cubicBezTo>
                  <a:cubicBezTo>
                    <a:pt x="36" y="0"/>
                    <a:pt x="36" y="0"/>
                    <a:pt x="36" y="0"/>
                  </a:cubicBezTo>
                  <a:cubicBezTo>
                    <a:pt x="35" y="2"/>
                    <a:pt x="36" y="18"/>
                    <a:pt x="36" y="54"/>
                  </a:cubicBezTo>
                  <a:close/>
                </a:path>
              </a:pathLst>
            </a:custGeom>
            <a:solidFill>
              <a:srgbClr val="FFFFFF"/>
            </a:solidFill>
            <a:ln w="9525">
              <a:noFill/>
              <a:round/>
            </a:ln>
          </p:spPr>
          <p:txBody>
            <a:bodyPr/>
            <a:lstStyle/>
            <a:p>
              <a:endParaRPr lang="en-GB" sz="1815"/>
            </a:p>
          </p:txBody>
        </p:sp>
        <p:sp>
          <p:nvSpPr>
            <p:cNvPr id="211" name="Freeform 129"/>
            <p:cNvSpPr/>
            <p:nvPr/>
          </p:nvSpPr>
          <p:spPr bwMode="auto">
            <a:xfrm>
              <a:off x="3549852" y="1908423"/>
              <a:ext cx="501189" cy="417214"/>
            </a:xfrm>
            <a:custGeom>
              <a:avLst/>
              <a:gdLst>
                <a:gd name="T0" fmla="*/ 52 w 216"/>
                <a:gd name="T1" fmla="*/ 364 h 180"/>
                <a:gd name="T2" fmla="*/ 262 w 216"/>
                <a:gd name="T3" fmla="*/ 522 h 180"/>
                <a:gd name="T4" fmla="*/ 210 w 216"/>
                <a:gd name="T5" fmla="*/ 831 h 180"/>
                <a:gd name="T6" fmla="*/ 523 w 216"/>
                <a:gd name="T7" fmla="*/ 831 h 180"/>
                <a:gd name="T8" fmla="*/ 625 w 216"/>
                <a:gd name="T9" fmla="*/ 1041 h 180"/>
                <a:gd name="T10" fmla="*/ 729 w 216"/>
                <a:gd name="T11" fmla="*/ 831 h 180"/>
                <a:gd name="T12" fmla="*/ 1042 w 216"/>
                <a:gd name="T13" fmla="*/ 831 h 180"/>
                <a:gd name="T14" fmla="*/ 1042 w 216"/>
                <a:gd name="T15" fmla="*/ 522 h 180"/>
                <a:gd name="T16" fmla="*/ 1200 w 216"/>
                <a:gd name="T17" fmla="*/ 364 h 180"/>
                <a:gd name="T18" fmla="*/ 1042 w 216"/>
                <a:gd name="T19" fmla="*/ 312 h 180"/>
                <a:gd name="T20" fmla="*/ 1042 w 216"/>
                <a:gd name="T21" fmla="*/ 0 h 180"/>
                <a:gd name="T22" fmla="*/ 210 w 216"/>
                <a:gd name="T23" fmla="*/ 0 h 180"/>
                <a:gd name="T24" fmla="*/ 210 w 216"/>
                <a:gd name="T25" fmla="*/ 312 h 180"/>
                <a:gd name="T26" fmla="*/ 52 w 216"/>
                <a:gd name="T27" fmla="*/ 364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16"/>
                <a:gd name="T43" fmla="*/ 0 h 180"/>
                <a:gd name="T44" fmla="*/ 216 w 216"/>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16" h="180">
                  <a:moveTo>
                    <a:pt x="9" y="63"/>
                  </a:moveTo>
                  <a:cubicBezTo>
                    <a:pt x="0" y="117"/>
                    <a:pt x="45" y="78"/>
                    <a:pt x="45" y="90"/>
                  </a:cubicBezTo>
                  <a:cubicBezTo>
                    <a:pt x="45" y="108"/>
                    <a:pt x="37" y="142"/>
                    <a:pt x="36" y="144"/>
                  </a:cubicBezTo>
                  <a:cubicBezTo>
                    <a:pt x="37" y="144"/>
                    <a:pt x="81" y="144"/>
                    <a:pt x="90" y="144"/>
                  </a:cubicBezTo>
                  <a:cubicBezTo>
                    <a:pt x="99" y="144"/>
                    <a:pt x="72" y="180"/>
                    <a:pt x="108" y="180"/>
                  </a:cubicBezTo>
                  <a:cubicBezTo>
                    <a:pt x="144" y="180"/>
                    <a:pt x="117" y="144"/>
                    <a:pt x="126" y="144"/>
                  </a:cubicBezTo>
                  <a:cubicBezTo>
                    <a:pt x="135" y="144"/>
                    <a:pt x="180" y="144"/>
                    <a:pt x="180" y="144"/>
                  </a:cubicBezTo>
                  <a:cubicBezTo>
                    <a:pt x="180" y="144"/>
                    <a:pt x="171" y="108"/>
                    <a:pt x="180" y="90"/>
                  </a:cubicBezTo>
                  <a:cubicBezTo>
                    <a:pt x="186" y="79"/>
                    <a:pt x="216" y="117"/>
                    <a:pt x="207" y="63"/>
                  </a:cubicBezTo>
                  <a:cubicBezTo>
                    <a:pt x="203" y="36"/>
                    <a:pt x="180" y="72"/>
                    <a:pt x="180" y="54"/>
                  </a:cubicBezTo>
                  <a:cubicBezTo>
                    <a:pt x="180" y="27"/>
                    <a:pt x="171" y="9"/>
                    <a:pt x="180" y="0"/>
                  </a:cubicBezTo>
                  <a:cubicBezTo>
                    <a:pt x="36" y="0"/>
                    <a:pt x="36" y="0"/>
                    <a:pt x="36" y="0"/>
                  </a:cubicBezTo>
                  <a:cubicBezTo>
                    <a:pt x="36" y="0"/>
                    <a:pt x="36" y="15"/>
                    <a:pt x="36" y="54"/>
                  </a:cubicBezTo>
                  <a:cubicBezTo>
                    <a:pt x="36" y="72"/>
                    <a:pt x="13" y="37"/>
                    <a:pt x="9" y="63"/>
                  </a:cubicBezTo>
                  <a:close/>
                </a:path>
              </a:pathLst>
            </a:custGeom>
            <a:solidFill>
              <a:srgbClr val="FFFFFF"/>
            </a:solidFill>
            <a:ln w="9525">
              <a:noFill/>
              <a:round/>
            </a:ln>
          </p:spPr>
          <p:txBody>
            <a:bodyPr/>
            <a:lstStyle/>
            <a:p>
              <a:endParaRPr lang="en-GB" sz="1815"/>
            </a:p>
          </p:txBody>
        </p:sp>
        <p:sp>
          <p:nvSpPr>
            <p:cNvPr id="212" name="Freeform 130"/>
            <p:cNvSpPr/>
            <p:nvPr/>
          </p:nvSpPr>
          <p:spPr bwMode="auto">
            <a:xfrm>
              <a:off x="5638568" y="1908423"/>
              <a:ext cx="355224" cy="439173"/>
            </a:xfrm>
            <a:custGeom>
              <a:avLst/>
              <a:gdLst>
                <a:gd name="T0" fmla="*/ 158 w 153"/>
                <a:gd name="T1" fmla="*/ 365 h 189"/>
                <a:gd name="T2" fmla="*/ 0 w 153"/>
                <a:gd name="T3" fmla="*/ 523 h 189"/>
                <a:gd name="T4" fmla="*/ 0 w 153"/>
                <a:gd name="T5" fmla="*/ 838 h 189"/>
                <a:gd name="T6" fmla="*/ 365 w 153"/>
                <a:gd name="T7" fmla="*/ 838 h 189"/>
                <a:gd name="T8" fmla="*/ 471 w 153"/>
                <a:gd name="T9" fmla="*/ 1101 h 189"/>
                <a:gd name="T10" fmla="*/ 575 w 153"/>
                <a:gd name="T11" fmla="*/ 890 h 189"/>
                <a:gd name="T12" fmla="*/ 838 w 153"/>
                <a:gd name="T13" fmla="*/ 838 h 189"/>
                <a:gd name="T14" fmla="*/ 838 w 153"/>
                <a:gd name="T15" fmla="*/ 576 h 189"/>
                <a:gd name="T16" fmla="*/ 678 w 153"/>
                <a:gd name="T17" fmla="*/ 421 h 189"/>
                <a:gd name="T18" fmla="*/ 888 w 153"/>
                <a:gd name="T19" fmla="*/ 313 h 189"/>
                <a:gd name="T20" fmla="*/ 838 w 153"/>
                <a:gd name="T21" fmla="*/ 0 h 189"/>
                <a:gd name="T22" fmla="*/ 0 w 153"/>
                <a:gd name="T23" fmla="*/ 0 h 189"/>
                <a:gd name="T24" fmla="*/ 0 w 153"/>
                <a:gd name="T25" fmla="*/ 210 h 189"/>
                <a:gd name="T26" fmla="*/ 158 w 153"/>
                <a:gd name="T27" fmla="*/ 365 h 189"/>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3"/>
                <a:gd name="T43" fmla="*/ 0 h 189"/>
                <a:gd name="T44" fmla="*/ 153 w 153"/>
                <a:gd name="T45" fmla="*/ 189 h 189"/>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3" h="189">
                  <a:moveTo>
                    <a:pt x="27" y="63"/>
                  </a:moveTo>
                  <a:cubicBezTo>
                    <a:pt x="27" y="108"/>
                    <a:pt x="0" y="63"/>
                    <a:pt x="0" y="90"/>
                  </a:cubicBezTo>
                  <a:cubicBezTo>
                    <a:pt x="0" y="117"/>
                    <a:pt x="9" y="135"/>
                    <a:pt x="0" y="144"/>
                  </a:cubicBezTo>
                  <a:cubicBezTo>
                    <a:pt x="0" y="144"/>
                    <a:pt x="36" y="135"/>
                    <a:pt x="63" y="144"/>
                  </a:cubicBezTo>
                  <a:cubicBezTo>
                    <a:pt x="90" y="153"/>
                    <a:pt x="36" y="189"/>
                    <a:pt x="81" y="189"/>
                  </a:cubicBezTo>
                  <a:cubicBezTo>
                    <a:pt x="126" y="189"/>
                    <a:pt x="81" y="162"/>
                    <a:pt x="99" y="153"/>
                  </a:cubicBezTo>
                  <a:cubicBezTo>
                    <a:pt x="117" y="144"/>
                    <a:pt x="144" y="144"/>
                    <a:pt x="144" y="144"/>
                  </a:cubicBezTo>
                  <a:cubicBezTo>
                    <a:pt x="144" y="144"/>
                    <a:pt x="153" y="108"/>
                    <a:pt x="144" y="99"/>
                  </a:cubicBezTo>
                  <a:cubicBezTo>
                    <a:pt x="130" y="85"/>
                    <a:pt x="117" y="117"/>
                    <a:pt x="117" y="72"/>
                  </a:cubicBezTo>
                  <a:cubicBezTo>
                    <a:pt x="117" y="36"/>
                    <a:pt x="153" y="81"/>
                    <a:pt x="153" y="54"/>
                  </a:cubicBezTo>
                  <a:cubicBezTo>
                    <a:pt x="153" y="45"/>
                    <a:pt x="144" y="0"/>
                    <a:pt x="144" y="0"/>
                  </a:cubicBezTo>
                  <a:cubicBezTo>
                    <a:pt x="0" y="0"/>
                    <a:pt x="0" y="0"/>
                    <a:pt x="0" y="0"/>
                  </a:cubicBezTo>
                  <a:cubicBezTo>
                    <a:pt x="0" y="0"/>
                    <a:pt x="0" y="27"/>
                    <a:pt x="0" y="36"/>
                  </a:cubicBezTo>
                  <a:cubicBezTo>
                    <a:pt x="0" y="63"/>
                    <a:pt x="27" y="18"/>
                    <a:pt x="27" y="63"/>
                  </a:cubicBezTo>
                  <a:close/>
                </a:path>
              </a:pathLst>
            </a:custGeom>
            <a:solidFill>
              <a:srgbClr val="FFFFFF"/>
            </a:solidFill>
            <a:ln w="9525">
              <a:noFill/>
              <a:round/>
            </a:ln>
          </p:spPr>
          <p:txBody>
            <a:bodyPr/>
            <a:lstStyle/>
            <a:p>
              <a:endParaRPr lang="en-GB" sz="1815"/>
            </a:p>
          </p:txBody>
        </p:sp>
        <p:sp>
          <p:nvSpPr>
            <p:cNvPr id="213" name="Freeform 131"/>
            <p:cNvSpPr/>
            <p:nvPr/>
          </p:nvSpPr>
          <p:spPr bwMode="auto">
            <a:xfrm>
              <a:off x="7977878" y="3495904"/>
              <a:ext cx="352640" cy="440465"/>
            </a:xfrm>
            <a:custGeom>
              <a:avLst/>
              <a:gdLst>
                <a:gd name="T0" fmla="*/ 467 w 152"/>
                <a:gd name="T1" fmla="*/ 0 h 190"/>
                <a:gd name="T2" fmla="*/ 313 w 152"/>
                <a:gd name="T3" fmla="*/ 260 h 190"/>
                <a:gd name="T4" fmla="*/ 0 w 152"/>
                <a:gd name="T5" fmla="*/ 210 h 190"/>
                <a:gd name="T6" fmla="*/ 0 w 152"/>
                <a:gd name="T7" fmla="*/ 522 h 190"/>
                <a:gd name="T8" fmla="*/ 154 w 152"/>
                <a:gd name="T9" fmla="*/ 625 h 190"/>
                <a:gd name="T10" fmla="*/ 0 w 152"/>
                <a:gd name="T11" fmla="*/ 779 h 190"/>
                <a:gd name="T12" fmla="*/ 0 w 152"/>
                <a:gd name="T13" fmla="*/ 1046 h 190"/>
                <a:gd name="T14" fmla="*/ 313 w 152"/>
                <a:gd name="T15" fmla="*/ 1046 h 190"/>
                <a:gd name="T16" fmla="*/ 467 w 152"/>
                <a:gd name="T17" fmla="*/ 888 h 190"/>
                <a:gd name="T18" fmla="*/ 625 w 152"/>
                <a:gd name="T19" fmla="*/ 1098 h 190"/>
                <a:gd name="T20" fmla="*/ 835 w 152"/>
                <a:gd name="T21" fmla="*/ 1046 h 190"/>
                <a:gd name="T22" fmla="*/ 835 w 152"/>
                <a:gd name="T23" fmla="*/ 779 h 190"/>
                <a:gd name="T24" fmla="*/ 625 w 152"/>
                <a:gd name="T25" fmla="*/ 648 h 190"/>
                <a:gd name="T26" fmla="*/ 835 w 152"/>
                <a:gd name="T27" fmla="*/ 522 h 190"/>
                <a:gd name="T28" fmla="*/ 835 w 152"/>
                <a:gd name="T29" fmla="*/ 210 h 190"/>
                <a:gd name="T30" fmla="*/ 575 w 152"/>
                <a:gd name="T31" fmla="*/ 154 h 190"/>
                <a:gd name="T32" fmla="*/ 467 w 152"/>
                <a:gd name="T33" fmla="*/ 0 h 19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2"/>
                <a:gd name="T52" fmla="*/ 0 h 190"/>
                <a:gd name="T53" fmla="*/ 152 w 152"/>
                <a:gd name="T54" fmla="*/ 190 h 19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2" h="190">
                  <a:moveTo>
                    <a:pt x="81" y="0"/>
                  </a:moveTo>
                  <a:cubicBezTo>
                    <a:pt x="27" y="0"/>
                    <a:pt x="91" y="45"/>
                    <a:pt x="54" y="45"/>
                  </a:cubicBezTo>
                  <a:cubicBezTo>
                    <a:pt x="36" y="45"/>
                    <a:pt x="0" y="36"/>
                    <a:pt x="0" y="36"/>
                  </a:cubicBezTo>
                  <a:cubicBezTo>
                    <a:pt x="0" y="36"/>
                    <a:pt x="0" y="81"/>
                    <a:pt x="0" y="90"/>
                  </a:cubicBezTo>
                  <a:cubicBezTo>
                    <a:pt x="0" y="99"/>
                    <a:pt x="27" y="63"/>
                    <a:pt x="27" y="108"/>
                  </a:cubicBezTo>
                  <a:cubicBezTo>
                    <a:pt x="27" y="144"/>
                    <a:pt x="0" y="108"/>
                    <a:pt x="0" y="135"/>
                  </a:cubicBezTo>
                  <a:cubicBezTo>
                    <a:pt x="0" y="162"/>
                    <a:pt x="0" y="181"/>
                    <a:pt x="0" y="181"/>
                  </a:cubicBezTo>
                  <a:cubicBezTo>
                    <a:pt x="27" y="172"/>
                    <a:pt x="36" y="181"/>
                    <a:pt x="54" y="181"/>
                  </a:cubicBezTo>
                  <a:cubicBezTo>
                    <a:pt x="72" y="181"/>
                    <a:pt x="36" y="145"/>
                    <a:pt x="81" y="154"/>
                  </a:cubicBezTo>
                  <a:cubicBezTo>
                    <a:pt x="126" y="163"/>
                    <a:pt x="90" y="190"/>
                    <a:pt x="108" y="190"/>
                  </a:cubicBezTo>
                  <a:cubicBezTo>
                    <a:pt x="126" y="190"/>
                    <a:pt x="144" y="181"/>
                    <a:pt x="144" y="181"/>
                  </a:cubicBezTo>
                  <a:cubicBezTo>
                    <a:pt x="144" y="181"/>
                    <a:pt x="148" y="143"/>
                    <a:pt x="144" y="135"/>
                  </a:cubicBezTo>
                  <a:cubicBezTo>
                    <a:pt x="135" y="117"/>
                    <a:pt x="108" y="148"/>
                    <a:pt x="108" y="112"/>
                  </a:cubicBezTo>
                  <a:cubicBezTo>
                    <a:pt x="108" y="67"/>
                    <a:pt x="135" y="108"/>
                    <a:pt x="144" y="90"/>
                  </a:cubicBezTo>
                  <a:cubicBezTo>
                    <a:pt x="152" y="74"/>
                    <a:pt x="144" y="36"/>
                    <a:pt x="144" y="36"/>
                  </a:cubicBezTo>
                  <a:cubicBezTo>
                    <a:pt x="144" y="36"/>
                    <a:pt x="117" y="36"/>
                    <a:pt x="99" y="27"/>
                  </a:cubicBezTo>
                  <a:cubicBezTo>
                    <a:pt x="81" y="18"/>
                    <a:pt x="117" y="0"/>
                    <a:pt x="81" y="0"/>
                  </a:cubicBezTo>
                  <a:close/>
                </a:path>
              </a:pathLst>
            </a:custGeom>
            <a:solidFill>
              <a:srgbClr val="FFFFFF"/>
            </a:solidFill>
            <a:ln w="9525">
              <a:noFill/>
              <a:round/>
            </a:ln>
          </p:spPr>
          <p:txBody>
            <a:bodyPr/>
            <a:lstStyle/>
            <a:p>
              <a:endParaRPr lang="en-GB" sz="1815"/>
            </a:p>
          </p:txBody>
        </p:sp>
        <p:sp>
          <p:nvSpPr>
            <p:cNvPr id="214" name="Freeform 132"/>
            <p:cNvSpPr/>
            <p:nvPr/>
          </p:nvSpPr>
          <p:spPr bwMode="auto">
            <a:xfrm>
              <a:off x="7914584" y="2826811"/>
              <a:ext cx="415935" cy="506340"/>
            </a:xfrm>
            <a:custGeom>
              <a:avLst/>
              <a:gdLst>
                <a:gd name="T0" fmla="*/ 576 w 179"/>
                <a:gd name="T1" fmla="*/ 0 h 218"/>
                <a:gd name="T2" fmla="*/ 473 w 179"/>
                <a:gd name="T3" fmla="*/ 210 h 218"/>
                <a:gd name="T4" fmla="*/ 158 w 179"/>
                <a:gd name="T5" fmla="*/ 210 h 218"/>
                <a:gd name="T6" fmla="*/ 158 w 179"/>
                <a:gd name="T7" fmla="*/ 523 h 218"/>
                <a:gd name="T8" fmla="*/ 0 w 179"/>
                <a:gd name="T9" fmla="*/ 628 h 218"/>
                <a:gd name="T10" fmla="*/ 158 w 179"/>
                <a:gd name="T11" fmla="*/ 786 h 218"/>
                <a:gd name="T12" fmla="*/ 158 w 179"/>
                <a:gd name="T13" fmla="*/ 1048 h 218"/>
                <a:gd name="T14" fmla="*/ 473 w 179"/>
                <a:gd name="T15" fmla="*/ 1048 h 218"/>
                <a:gd name="T16" fmla="*/ 473 w 179"/>
                <a:gd name="T17" fmla="*/ 1203 h 218"/>
                <a:gd name="T18" fmla="*/ 680 w 179"/>
                <a:gd name="T19" fmla="*/ 1203 h 218"/>
                <a:gd name="T20" fmla="*/ 709 w 179"/>
                <a:gd name="T21" fmla="*/ 1048 h 218"/>
                <a:gd name="T22" fmla="*/ 997 w 179"/>
                <a:gd name="T23" fmla="*/ 1050 h 218"/>
                <a:gd name="T24" fmla="*/ 997 w 179"/>
                <a:gd name="T25" fmla="*/ 737 h 218"/>
                <a:gd name="T26" fmla="*/ 838 w 179"/>
                <a:gd name="T27" fmla="*/ 633 h 218"/>
                <a:gd name="T28" fmla="*/ 997 w 179"/>
                <a:gd name="T29" fmla="*/ 530 h 218"/>
                <a:gd name="T30" fmla="*/ 997 w 179"/>
                <a:gd name="T31" fmla="*/ 216 h 218"/>
                <a:gd name="T32" fmla="*/ 680 w 179"/>
                <a:gd name="T33" fmla="*/ 210 h 218"/>
                <a:gd name="T34" fmla="*/ 576 w 179"/>
                <a:gd name="T35" fmla="*/ 0 h 21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79"/>
                <a:gd name="T55" fmla="*/ 0 h 218"/>
                <a:gd name="T56" fmla="*/ 179 w 179"/>
                <a:gd name="T57" fmla="*/ 218 h 218"/>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79" h="218">
                  <a:moveTo>
                    <a:pt x="99" y="0"/>
                  </a:moveTo>
                  <a:cubicBezTo>
                    <a:pt x="54" y="0"/>
                    <a:pt x="90" y="36"/>
                    <a:pt x="81" y="36"/>
                  </a:cubicBezTo>
                  <a:cubicBezTo>
                    <a:pt x="72" y="36"/>
                    <a:pt x="27" y="36"/>
                    <a:pt x="27" y="36"/>
                  </a:cubicBezTo>
                  <a:cubicBezTo>
                    <a:pt x="36" y="63"/>
                    <a:pt x="27" y="63"/>
                    <a:pt x="27" y="90"/>
                  </a:cubicBezTo>
                  <a:cubicBezTo>
                    <a:pt x="27" y="108"/>
                    <a:pt x="0" y="63"/>
                    <a:pt x="0" y="108"/>
                  </a:cubicBezTo>
                  <a:cubicBezTo>
                    <a:pt x="0" y="153"/>
                    <a:pt x="27" y="126"/>
                    <a:pt x="27" y="135"/>
                  </a:cubicBezTo>
                  <a:cubicBezTo>
                    <a:pt x="27" y="144"/>
                    <a:pt x="27" y="180"/>
                    <a:pt x="27" y="180"/>
                  </a:cubicBezTo>
                  <a:cubicBezTo>
                    <a:pt x="27" y="180"/>
                    <a:pt x="69" y="176"/>
                    <a:pt x="81" y="180"/>
                  </a:cubicBezTo>
                  <a:cubicBezTo>
                    <a:pt x="93" y="184"/>
                    <a:pt x="72" y="196"/>
                    <a:pt x="81" y="207"/>
                  </a:cubicBezTo>
                  <a:cubicBezTo>
                    <a:pt x="90" y="218"/>
                    <a:pt x="110" y="218"/>
                    <a:pt x="117" y="207"/>
                  </a:cubicBezTo>
                  <a:cubicBezTo>
                    <a:pt x="124" y="196"/>
                    <a:pt x="114" y="189"/>
                    <a:pt x="122" y="180"/>
                  </a:cubicBezTo>
                  <a:cubicBezTo>
                    <a:pt x="130" y="171"/>
                    <a:pt x="171" y="181"/>
                    <a:pt x="171" y="181"/>
                  </a:cubicBezTo>
                  <a:cubicBezTo>
                    <a:pt x="171" y="181"/>
                    <a:pt x="179" y="143"/>
                    <a:pt x="171" y="127"/>
                  </a:cubicBezTo>
                  <a:cubicBezTo>
                    <a:pt x="162" y="109"/>
                    <a:pt x="144" y="154"/>
                    <a:pt x="144" y="109"/>
                  </a:cubicBezTo>
                  <a:cubicBezTo>
                    <a:pt x="144" y="73"/>
                    <a:pt x="162" y="100"/>
                    <a:pt x="171" y="91"/>
                  </a:cubicBezTo>
                  <a:cubicBezTo>
                    <a:pt x="177" y="85"/>
                    <a:pt x="171" y="37"/>
                    <a:pt x="171" y="37"/>
                  </a:cubicBezTo>
                  <a:cubicBezTo>
                    <a:pt x="171" y="37"/>
                    <a:pt x="135" y="36"/>
                    <a:pt x="117" y="36"/>
                  </a:cubicBezTo>
                  <a:cubicBezTo>
                    <a:pt x="99" y="36"/>
                    <a:pt x="153" y="0"/>
                    <a:pt x="99" y="0"/>
                  </a:cubicBezTo>
                  <a:close/>
                </a:path>
              </a:pathLst>
            </a:custGeom>
            <a:solidFill>
              <a:srgbClr val="FFFFFF"/>
            </a:solidFill>
            <a:ln w="9525">
              <a:noFill/>
              <a:round/>
            </a:ln>
          </p:spPr>
          <p:txBody>
            <a:bodyPr/>
            <a:lstStyle/>
            <a:p>
              <a:endParaRPr lang="en-GB" sz="1815"/>
            </a:p>
          </p:txBody>
        </p:sp>
        <p:sp>
          <p:nvSpPr>
            <p:cNvPr id="215" name="Freeform 133"/>
            <p:cNvSpPr/>
            <p:nvPr/>
          </p:nvSpPr>
          <p:spPr bwMode="auto">
            <a:xfrm>
              <a:off x="1962324" y="2910770"/>
              <a:ext cx="334556" cy="459840"/>
            </a:xfrm>
            <a:custGeom>
              <a:avLst/>
              <a:gdLst>
                <a:gd name="T0" fmla="*/ 313 w 144"/>
                <a:gd name="T1" fmla="*/ 888 h 198"/>
                <a:gd name="T2" fmla="*/ 421 w 144"/>
                <a:gd name="T3" fmla="*/ 1151 h 198"/>
                <a:gd name="T4" fmla="*/ 523 w 144"/>
                <a:gd name="T5" fmla="*/ 940 h 198"/>
                <a:gd name="T6" fmla="*/ 838 w 144"/>
                <a:gd name="T7" fmla="*/ 838 h 198"/>
                <a:gd name="T8" fmla="*/ 838 w 144"/>
                <a:gd name="T9" fmla="*/ 575 h 198"/>
                <a:gd name="T10" fmla="*/ 680 w 144"/>
                <a:gd name="T11" fmla="*/ 473 h 198"/>
                <a:gd name="T12" fmla="*/ 838 w 144"/>
                <a:gd name="T13" fmla="*/ 313 h 198"/>
                <a:gd name="T14" fmla="*/ 838 w 144"/>
                <a:gd name="T15" fmla="*/ 0 h 198"/>
                <a:gd name="T16" fmla="*/ 628 w 144"/>
                <a:gd name="T17" fmla="*/ 0 h 198"/>
                <a:gd name="T18" fmla="*/ 576 w 144"/>
                <a:gd name="T19" fmla="*/ 104 h 198"/>
                <a:gd name="T20" fmla="*/ 473 w 144"/>
                <a:gd name="T21" fmla="*/ 210 h 198"/>
                <a:gd name="T22" fmla="*/ 313 w 144"/>
                <a:gd name="T23" fmla="*/ 104 h 198"/>
                <a:gd name="T24" fmla="*/ 313 w 144"/>
                <a:gd name="T25" fmla="*/ 0 h 198"/>
                <a:gd name="T26" fmla="*/ 0 w 144"/>
                <a:gd name="T27" fmla="*/ 0 h 198"/>
                <a:gd name="T28" fmla="*/ 0 w 144"/>
                <a:gd name="T29" fmla="*/ 838 h 198"/>
                <a:gd name="T30" fmla="*/ 313 w 144"/>
                <a:gd name="T31" fmla="*/ 888 h 1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4"/>
                <a:gd name="T49" fmla="*/ 0 h 198"/>
                <a:gd name="T50" fmla="*/ 144 w 144"/>
                <a:gd name="T51" fmla="*/ 198 h 198"/>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4" h="198">
                  <a:moveTo>
                    <a:pt x="54" y="153"/>
                  </a:moveTo>
                  <a:cubicBezTo>
                    <a:pt x="63" y="171"/>
                    <a:pt x="36" y="198"/>
                    <a:pt x="72" y="198"/>
                  </a:cubicBezTo>
                  <a:cubicBezTo>
                    <a:pt x="117" y="198"/>
                    <a:pt x="90" y="171"/>
                    <a:pt x="90" y="162"/>
                  </a:cubicBezTo>
                  <a:cubicBezTo>
                    <a:pt x="90" y="153"/>
                    <a:pt x="126" y="135"/>
                    <a:pt x="144" y="144"/>
                  </a:cubicBezTo>
                  <a:cubicBezTo>
                    <a:pt x="144" y="144"/>
                    <a:pt x="144" y="117"/>
                    <a:pt x="144" y="99"/>
                  </a:cubicBezTo>
                  <a:cubicBezTo>
                    <a:pt x="144" y="81"/>
                    <a:pt x="117" y="117"/>
                    <a:pt x="117" y="81"/>
                  </a:cubicBezTo>
                  <a:cubicBezTo>
                    <a:pt x="117" y="27"/>
                    <a:pt x="144" y="63"/>
                    <a:pt x="144" y="54"/>
                  </a:cubicBezTo>
                  <a:cubicBezTo>
                    <a:pt x="144" y="45"/>
                    <a:pt x="144" y="0"/>
                    <a:pt x="144" y="0"/>
                  </a:cubicBezTo>
                  <a:cubicBezTo>
                    <a:pt x="144" y="0"/>
                    <a:pt x="117" y="0"/>
                    <a:pt x="108" y="0"/>
                  </a:cubicBezTo>
                  <a:cubicBezTo>
                    <a:pt x="99" y="0"/>
                    <a:pt x="90" y="9"/>
                    <a:pt x="99" y="18"/>
                  </a:cubicBezTo>
                  <a:cubicBezTo>
                    <a:pt x="108" y="27"/>
                    <a:pt x="99" y="36"/>
                    <a:pt x="81" y="36"/>
                  </a:cubicBezTo>
                  <a:cubicBezTo>
                    <a:pt x="63" y="36"/>
                    <a:pt x="45" y="27"/>
                    <a:pt x="54" y="18"/>
                  </a:cubicBezTo>
                  <a:cubicBezTo>
                    <a:pt x="63" y="9"/>
                    <a:pt x="63" y="0"/>
                    <a:pt x="54" y="0"/>
                  </a:cubicBezTo>
                  <a:cubicBezTo>
                    <a:pt x="45" y="0"/>
                    <a:pt x="0" y="0"/>
                    <a:pt x="0" y="0"/>
                  </a:cubicBezTo>
                  <a:cubicBezTo>
                    <a:pt x="0" y="144"/>
                    <a:pt x="0" y="144"/>
                    <a:pt x="0" y="144"/>
                  </a:cubicBezTo>
                  <a:cubicBezTo>
                    <a:pt x="0" y="144"/>
                    <a:pt x="45" y="135"/>
                    <a:pt x="54" y="153"/>
                  </a:cubicBezTo>
                  <a:close/>
                </a:path>
              </a:pathLst>
            </a:custGeom>
            <a:solidFill>
              <a:srgbClr val="FFFFFF"/>
            </a:solidFill>
            <a:ln w="9525">
              <a:noFill/>
              <a:round/>
            </a:ln>
          </p:spPr>
          <p:txBody>
            <a:bodyPr/>
            <a:lstStyle/>
            <a:p>
              <a:endParaRPr lang="en-GB" sz="1815"/>
            </a:p>
          </p:txBody>
        </p:sp>
        <p:sp>
          <p:nvSpPr>
            <p:cNvPr id="216" name="Freeform 134"/>
            <p:cNvSpPr/>
            <p:nvPr/>
          </p:nvSpPr>
          <p:spPr bwMode="auto">
            <a:xfrm>
              <a:off x="5577857" y="6502946"/>
              <a:ext cx="422393" cy="417214"/>
            </a:xfrm>
            <a:custGeom>
              <a:avLst/>
              <a:gdLst>
                <a:gd name="T0" fmla="*/ 888 w 182"/>
                <a:gd name="T1" fmla="*/ 572 h 180"/>
                <a:gd name="T2" fmla="*/ 1042 w 182"/>
                <a:gd name="T3" fmla="*/ 415 h 180"/>
                <a:gd name="T4" fmla="*/ 992 w 182"/>
                <a:gd name="T5" fmla="*/ 210 h 180"/>
                <a:gd name="T6" fmla="*/ 632 w 182"/>
                <a:gd name="T7" fmla="*/ 210 h 180"/>
                <a:gd name="T8" fmla="*/ 580 w 182"/>
                <a:gd name="T9" fmla="*/ 0 h 180"/>
                <a:gd name="T10" fmla="*/ 422 w 182"/>
                <a:gd name="T11" fmla="*/ 210 h 180"/>
                <a:gd name="T12" fmla="*/ 158 w 182"/>
                <a:gd name="T13" fmla="*/ 210 h 180"/>
                <a:gd name="T14" fmla="*/ 158 w 182"/>
                <a:gd name="T15" fmla="*/ 522 h 180"/>
                <a:gd name="T16" fmla="*/ 0 w 182"/>
                <a:gd name="T17" fmla="*/ 624 h 180"/>
                <a:gd name="T18" fmla="*/ 158 w 182"/>
                <a:gd name="T19" fmla="*/ 729 h 180"/>
                <a:gd name="T20" fmla="*/ 158 w 182"/>
                <a:gd name="T21" fmla="*/ 1041 h 180"/>
                <a:gd name="T22" fmla="*/ 1004 w 182"/>
                <a:gd name="T23" fmla="*/ 1041 h 180"/>
                <a:gd name="T24" fmla="*/ 1056 w 182"/>
                <a:gd name="T25" fmla="*/ 729 h 180"/>
                <a:gd name="T26" fmla="*/ 888 w 182"/>
                <a:gd name="T27" fmla="*/ 572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2"/>
                <a:gd name="T43" fmla="*/ 0 h 180"/>
                <a:gd name="T44" fmla="*/ 182 w 182"/>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2" h="180">
                  <a:moveTo>
                    <a:pt x="153" y="99"/>
                  </a:moveTo>
                  <a:cubicBezTo>
                    <a:pt x="153" y="54"/>
                    <a:pt x="180" y="108"/>
                    <a:pt x="180" y="72"/>
                  </a:cubicBezTo>
                  <a:cubicBezTo>
                    <a:pt x="180" y="63"/>
                    <a:pt x="171" y="36"/>
                    <a:pt x="171" y="36"/>
                  </a:cubicBezTo>
                  <a:cubicBezTo>
                    <a:pt x="171" y="36"/>
                    <a:pt x="145" y="36"/>
                    <a:pt x="109" y="36"/>
                  </a:cubicBezTo>
                  <a:cubicBezTo>
                    <a:pt x="100" y="36"/>
                    <a:pt x="136" y="0"/>
                    <a:pt x="100" y="0"/>
                  </a:cubicBezTo>
                  <a:cubicBezTo>
                    <a:pt x="55" y="0"/>
                    <a:pt x="82" y="36"/>
                    <a:pt x="73" y="36"/>
                  </a:cubicBezTo>
                  <a:cubicBezTo>
                    <a:pt x="64" y="36"/>
                    <a:pt x="27" y="36"/>
                    <a:pt x="27" y="36"/>
                  </a:cubicBezTo>
                  <a:cubicBezTo>
                    <a:pt x="27" y="36"/>
                    <a:pt x="36" y="72"/>
                    <a:pt x="27" y="90"/>
                  </a:cubicBezTo>
                  <a:cubicBezTo>
                    <a:pt x="21" y="101"/>
                    <a:pt x="0" y="72"/>
                    <a:pt x="0" y="108"/>
                  </a:cubicBezTo>
                  <a:cubicBezTo>
                    <a:pt x="0" y="135"/>
                    <a:pt x="27" y="108"/>
                    <a:pt x="27" y="126"/>
                  </a:cubicBezTo>
                  <a:cubicBezTo>
                    <a:pt x="27" y="153"/>
                    <a:pt x="36" y="171"/>
                    <a:pt x="27" y="180"/>
                  </a:cubicBezTo>
                  <a:cubicBezTo>
                    <a:pt x="173" y="180"/>
                    <a:pt x="173" y="180"/>
                    <a:pt x="173" y="180"/>
                  </a:cubicBezTo>
                  <a:cubicBezTo>
                    <a:pt x="173" y="180"/>
                    <a:pt x="182" y="144"/>
                    <a:pt x="182" y="126"/>
                  </a:cubicBezTo>
                  <a:cubicBezTo>
                    <a:pt x="182" y="108"/>
                    <a:pt x="153" y="144"/>
                    <a:pt x="153" y="99"/>
                  </a:cubicBezTo>
                  <a:close/>
                </a:path>
              </a:pathLst>
            </a:custGeom>
            <a:solidFill>
              <a:srgbClr val="FFFFFF"/>
            </a:solidFill>
            <a:ln w="9525">
              <a:noFill/>
              <a:round/>
            </a:ln>
          </p:spPr>
          <p:txBody>
            <a:bodyPr/>
            <a:lstStyle/>
            <a:p>
              <a:endParaRPr lang="en-GB" sz="1815"/>
            </a:p>
          </p:txBody>
        </p:sp>
        <p:sp>
          <p:nvSpPr>
            <p:cNvPr id="217" name="Freeform 135"/>
            <p:cNvSpPr/>
            <p:nvPr/>
          </p:nvSpPr>
          <p:spPr bwMode="auto">
            <a:xfrm>
              <a:off x="7977878" y="4145621"/>
              <a:ext cx="353932" cy="437881"/>
            </a:xfrm>
            <a:custGeom>
              <a:avLst/>
              <a:gdLst>
                <a:gd name="T0" fmla="*/ 390 w 153"/>
                <a:gd name="T1" fmla="*/ 0 h 189"/>
                <a:gd name="T2" fmla="*/ 260 w 153"/>
                <a:gd name="T3" fmla="*/ 210 h 189"/>
                <a:gd name="T4" fmla="*/ 0 w 153"/>
                <a:gd name="T5" fmla="*/ 260 h 189"/>
                <a:gd name="T6" fmla="*/ 0 w 153"/>
                <a:gd name="T7" fmla="*/ 567 h 189"/>
                <a:gd name="T8" fmla="*/ 206 w 153"/>
                <a:gd name="T9" fmla="*/ 721 h 189"/>
                <a:gd name="T10" fmla="*/ 0 w 153"/>
                <a:gd name="T11" fmla="*/ 823 h 189"/>
                <a:gd name="T12" fmla="*/ 0 w 153"/>
                <a:gd name="T13" fmla="*/ 1083 h 189"/>
                <a:gd name="T14" fmla="*/ 312 w 153"/>
                <a:gd name="T15" fmla="*/ 1083 h 189"/>
                <a:gd name="T16" fmla="*/ 466 w 153"/>
                <a:gd name="T17" fmla="*/ 879 h 189"/>
                <a:gd name="T18" fmla="*/ 568 w 153"/>
                <a:gd name="T19" fmla="*/ 1083 h 189"/>
                <a:gd name="T20" fmla="*/ 827 w 153"/>
                <a:gd name="T21" fmla="*/ 1091 h 189"/>
                <a:gd name="T22" fmla="*/ 827 w 153"/>
                <a:gd name="T23" fmla="*/ 850 h 189"/>
                <a:gd name="T24" fmla="*/ 673 w 153"/>
                <a:gd name="T25" fmla="*/ 692 h 189"/>
                <a:gd name="T26" fmla="*/ 827 w 153"/>
                <a:gd name="T27" fmla="*/ 531 h 189"/>
                <a:gd name="T28" fmla="*/ 827 w 153"/>
                <a:gd name="T29" fmla="*/ 271 h 189"/>
                <a:gd name="T30" fmla="*/ 568 w 153"/>
                <a:gd name="T31" fmla="*/ 210 h 189"/>
                <a:gd name="T32" fmla="*/ 390 w 153"/>
                <a:gd name="T33" fmla="*/ 0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9"/>
                <a:gd name="T53" fmla="*/ 153 w 153"/>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9">
                  <a:moveTo>
                    <a:pt x="68" y="0"/>
                  </a:moveTo>
                  <a:cubicBezTo>
                    <a:pt x="36" y="0"/>
                    <a:pt x="63" y="18"/>
                    <a:pt x="45" y="36"/>
                  </a:cubicBezTo>
                  <a:cubicBezTo>
                    <a:pt x="36" y="45"/>
                    <a:pt x="0" y="45"/>
                    <a:pt x="0" y="45"/>
                  </a:cubicBezTo>
                  <a:cubicBezTo>
                    <a:pt x="0" y="45"/>
                    <a:pt x="0" y="71"/>
                    <a:pt x="0" y="98"/>
                  </a:cubicBezTo>
                  <a:cubicBezTo>
                    <a:pt x="0" y="125"/>
                    <a:pt x="36" y="80"/>
                    <a:pt x="36" y="125"/>
                  </a:cubicBezTo>
                  <a:cubicBezTo>
                    <a:pt x="36" y="170"/>
                    <a:pt x="0" y="134"/>
                    <a:pt x="0" y="143"/>
                  </a:cubicBezTo>
                  <a:cubicBezTo>
                    <a:pt x="0" y="152"/>
                    <a:pt x="0" y="188"/>
                    <a:pt x="0" y="188"/>
                  </a:cubicBezTo>
                  <a:cubicBezTo>
                    <a:pt x="0" y="188"/>
                    <a:pt x="27" y="188"/>
                    <a:pt x="54" y="188"/>
                  </a:cubicBezTo>
                  <a:cubicBezTo>
                    <a:pt x="81" y="188"/>
                    <a:pt x="36" y="152"/>
                    <a:pt x="81" y="152"/>
                  </a:cubicBezTo>
                  <a:cubicBezTo>
                    <a:pt x="126" y="152"/>
                    <a:pt x="90" y="188"/>
                    <a:pt x="99" y="188"/>
                  </a:cubicBezTo>
                  <a:cubicBezTo>
                    <a:pt x="108" y="188"/>
                    <a:pt x="144" y="189"/>
                    <a:pt x="144" y="189"/>
                  </a:cubicBezTo>
                  <a:cubicBezTo>
                    <a:pt x="144" y="189"/>
                    <a:pt x="144" y="156"/>
                    <a:pt x="144" y="147"/>
                  </a:cubicBezTo>
                  <a:cubicBezTo>
                    <a:pt x="144" y="122"/>
                    <a:pt x="117" y="165"/>
                    <a:pt x="117" y="120"/>
                  </a:cubicBezTo>
                  <a:cubicBezTo>
                    <a:pt x="117" y="75"/>
                    <a:pt x="135" y="101"/>
                    <a:pt x="144" y="92"/>
                  </a:cubicBezTo>
                  <a:cubicBezTo>
                    <a:pt x="153" y="83"/>
                    <a:pt x="144" y="47"/>
                    <a:pt x="144" y="47"/>
                  </a:cubicBezTo>
                  <a:cubicBezTo>
                    <a:pt x="144" y="47"/>
                    <a:pt x="135" y="45"/>
                    <a:pt x="99" y="36"/>
                  </a:cubicBezTo>
                  <a:cubicBezTo>
                    <a:pt x="63" y="27"/>
                    <a:pt x="117" y="0"/>
                    <a:pt x="68" y="0"/>
                  </a:cubicBezTo>
                  <a:close/>
                </a:path>
              </a:pathLst>
            </a:custGeom>
            <a:solidFill>
              <a:srgbClr val="FFFFFF"/>
            </a:solidFill>
            <a:ln w="9525">
              <a:noFill/>
              <a:round/>
            </a:ln>
          </p:spPr>
          <p:txBody>
            <a:bodyPr/>
            <a:lstStyle/>
            <a:p>
              <a:endParaRPr lang="en-GB" sz="1815"/>
            </a:p>
          </p:txBody>
        </p:sp>
        <p:sp>
          <p:nvSpPr>
            <p:cNvPr id="218" name="Freeform 136"/>
            <p:cNvSpPr/>
            <p:nvPr/>
          </p:nvSpPr>
          <p:spPr bwMode="auto">
            <a:xfrm>
              <a:off x="2221960" y="1908423"/>
              <a:ext cx="431435" cy="417214"/>
            </a:xfrm>
            <a:custGeom>
              <a:avLst/>
              <a:gdLst>
                <a:gd name="T0" fmla="*/ 81 w 186"/>
                <a:gd name="T1" fmla="*/ 260 h 180"/>
                <a:gd name="T2" fmla="*/ 29 w 186"/>
                <a:gd name="T3" fmla="*/ 467 h 180"/>
                <a:gd name="T4" fmla="*/ 190 w 186"/>
                <a:gd name="T5" fmla="*/ 538 h 180"/>
                <a:gd name="T6" fmla="*/ 183 w 186"/>
                <a:gd name="T7" fmla="*/ 831 h 180"/>
                <a:gd name="T8" fmla="*/ 497 w 186"/>
                <a:gd name="T9" fmla="*/ 831 h 180"/>
                <a:gd name="T10" fmla="*/ 603 w 186"/>
                <a:gd name="T11" fmla="*/ 1041 h 180"/>
                <a:gd name="T12" fmla="*/ 706 w 186"/>
                <a:gd name="T13" fmla="*/ 831 h 180"/>
                <a:gd name="T14" fmla="*/ 1018 w 186"/>
                <a:gd name="T15" fmla="*/ 831 h 180"/>
                <a:gd name="T16" fmla="*/ 1070 w 186"/>
                <a:gd name="T17" fmla="*/ 624 h 180"/>
                <a:gd name="T18" fmla="*/ 916 w 186"/>
                <a:gd name="T19" fmla="*/ 467 h 180"/>
                <a:gd name="T20" fmla="*/ 1077 w 186"/>
                <a:gd name="T21" fmla="*/ 312 h 180"/>
                <a:gd name="T22" fmla="*/ 1018 w 186"/>
                <a:gd name="T23" fmla="*/ 0 h 180"/>
                <a:gd name="T24" fmla="*/ 183 w 186"/>
                <a:gd name="T25" fmla="*/ 0 h 180"/>
                <a:gd name="T26" fmla="*/ 183 w 186"/>
                <a:gd name="T27" fmla="*/ 102 h 180"/>
                <a:gd name="T28" fmla="*/ 81 w 186"/>
                <a:gd name="T29" fmla="*/ 260 h 18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86"/>
                <a:gd name="T46" fmla="*/ 0 h 180"/>
                <a:gd name="T47" fmla="*/ 186 w 186"/>
                <a:gd name="T48" fmla="*/ 180 h 180"/>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86" h="180">
                  <a:moveTo>
                    <a:pt x="14" y="45"/>
                  </a:moveTo>
                  <a:cubicBezTo>
                    <a:pt x="2" y="39"/>
                    <a:pt x="0" y="65"/>
                    <a:pt x="5" y="81"/>
                  </a:cubicBezTo>
                  <a:cubicBezTo>
                    <a:pt x="14" y="108"/>
                    <a:pt x="31" y="85"/>
                    <a:pt x="33" y="93"/>
                  </a:cubicBezTo>
                  <a:cubicBezTo>
                    <a:pt x="34" y="101"/>
                    <a:pt x="32" y="144"/>
                    <a:pt x="32" y="144"/>
                  </a:cubicBezTo>
                  <a:cubicBezTo>
                    <a:pt x="32" y="144"/>
                    <a:pt x="77" y="144"/>
                    <a:pt x="86" y="144"/>
                  </a:cubicBezTo>
                  <a:cubicBezTo>
                    <a:pt x="95" y="144"/>
                    <a:pt x="68" y="180"/>
                    <a:pt x="104" y="180"/>
                  </a:cubicBezTo>
                  <a:cubicBezTo>
                    <a:pt x="140" y="180"/>
                    <a:pt x="113" y="144"/>
                    <a:pt x="122" y="144"/>
                  </a:cubicBezTo>
                  <a:cubicBezTo>
                    <a:pt x="131" y="144"/>
                    <a:pt x="176" y="144"/>
                    <a:pt x="176" y="144"/>
                  </a:cubicBezTo>
                  <a:cubicBezTo>
                    <a:pt x="176" y="144"/>
                    <a:pt x="185" y="117"/>
                    <a:pt x="185" y="108"/>
                  </a:cubicBezTo>
                  <a:cubicBezTo>
                    <a:pt x="185" y="72"/>
                    <a:pt x="158" y="126"/>
                    <a:pt x="158" y="81"/>
                  </a:cubicBezTo>
                  <a:cubicBezTo>
                    <a:pt x="158" y="36"/>
                    <a:pt x="186" y="72"/>
                    <a:pt x="186" y="54"/>
                  </a:cubicBezTo>
                  <a:cubicBezTo>
                    <a:pt x="186" y="36"/>
                    <a:pt x="176" y="0"/>
                    <a:pt x="176" y="0"/>
                  </a:cubicBezTo>
                  <a:cubicBezTo>
                    <a:pt x="32" y="0"/>
                    <a:pt x="32" y="0"/>
                    <a:pt x="32" y="0"/>
                  </a:cubicBezTo>
                  <a:cubicBezTo>
                    <a:pt x="32" y="0"/>
                    <a:pt x="32" y="11"/>
                    <a:pt x="32" y="18"/>
                  </a:cubicBezTo>
                  <a:cubicBezTo>
                    <a:pt x="32" y="27"/>
                    <a:pt x="32" y="54"/>
                    <a:pt x="14" y="45"/>
                  </a:cubicBezTo>
                  <a:close/>
                </a:path>
              </a:pathLst>
            </a:custGeom>
            <a:solidFill>
              <a:srgbClr val="FFFFFF"/>
            </a:solidFill>
            <a:ln w="9525">
              <a:noFill/>
              <a:round/>
            </a:ln>
          </p:spPr>
          <p:txBody>
            <a:bodyPr/>
            <a:lstStyle/>
            <a:p>
              <a:endParaRPr lang="en-GB" sz="1815"/>
            </a:p>
          </p:txBody>
        </p:sp>
        <p:sp>
          <p:nvSpPr>
            <p:cNvPr id="219" name="Freeform 137"/>
            <p:cNvSpPr/>
            <p:nvPr/>
          </p:nvSpPr>
          <p:spPr bwMode="auto">
            <a:xfrm>
              <a:off x="2880739" y="1908423"/>
              <a:ext cx="480521" cy="417214"/>
            </a:xfrm>
            <a:custGeom>
              <a:avLst/>
              <a:gdLst>
                <a:gd name="T0" fmla="*/ 158 w 207"/>
                <a:gd name="T1" fmla="*/ 312 h 180"/>
                <a:gd name="T2" fmla="*/ 0 w 207"/>
                <a:gd name="T3" fmla="*/ 415 h 180"/>
                <a:gd name="T4" fmla="*/ 162 w 207"/>
                <a:gd name="T5" fmla="*/ 522 h 180"/>
                <a:gd name="T6" fmla="*/ 210 w 207"/>
                <a:gd name="T7" fmla="*/ 831 h 180"/>
                <a:gd name="T8" fmla="*/ 523 w 207"/>
                <a:gd name="T9" fmla="*/ 831 h 180"/>
                <a:gd name="T10" fmla="*/ 678 w 207"/>
                <a:gd name="T11" fmla="*/ 1041 h 180"/>
                <a:gd name="T12" fmla="*/ 730 w 207"/>
                <a:gd name="T13" fmla="*/ 779 h 180"/>
                <a:gd name="T14" fmla="*/ 1042 w 207"/>
                <a:gd name="T15" fmla="*/ 831 h 180"/>
                <a:gd name="T16" fmla="*/ 1042 w 207"/>
                <a:gd name="T17" fmla="*/ 572 h 180"/>
                <a:gd name="T18" fmla="*/ 1202 w 207"/>
                <a:gd name="T19" fmla="*/ 467 h 180"/>
                <a:gd name="T20" fmla="*/ 1042 w 207"/>
                <a:gd name="T21" fmla="*/ 260 h 180"/>
                <a:gd name="T22" fmla="*/ 1042 w 207"/>
                <a:gd name="T23" fmla="*/ 0 h 180"/>
                <a:gd name="T24" fmla="*/ 210 w 207"/>
                <a:gd name="T25" fmla="*/ 0 h 180"/>
                <a:gd name="T26" fmla="*/ 158 w 207"/>
                <a:gd name="T27" fmla="*/ 312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07"/>
                <a:gd name="T43" fmla="*/ 0 h 180"/>
                <a:gd name="T44" fmla="*/ 207 w 207"/>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07" h="180">
                  <a:moveTo>
                    <a:pt x="27" y="54"/>
                  </a:moveTo>
                  <a:cubicBezTo>
                    <a:pt x="18" y="54"/>
                    <a:pt x="0" y="36"/>
                    <a:pt x="0" y="72"/>
                  </a:cubicBezTo>
                  <a:cubicBezTo>
                    <a:pt x="0" y="108"/>
                    <a:pt x="19" y="90"/>
                    <a:pt x="28" y="90"/>
                  </a:cubicBezTo>
                  <a:cubicBezTo>
                    <a:pt x="37" y="90"/>
                    <a:pt x="45" y="126"/>
                    <a:pt x="36" y="144"/>
                  </a:cubicBezTo>
                  <a:cubicBezTo>
                    <a:pt x="36" y="144"/>
                    <a:pt x="81" y="144"/>
                    <a:pt x="90" y="144"/>
                  </a:cubicBezTo>
                  <a:cubicBezTo>
                    <a:pt x="99" y="144"/>
                    <a:pt x="72" y="180"/>
                    <a:pt x="117" y="180"/>
                  </a:cubicBezTo>
                  <a:cubicBezTo>
                    <a:pt x="153" y="180"/>
                    <a:pt x="117" y="135"/>
                    <a:pt x="126" y="135"/>
                  </a:cubicBezTo>
                  <a:cubicBezTo>
                    <a:pt x="162" y="135"/>
                    <a:pt x="180" y="144"/>
                    <a:pt x="180" y="144"/>
                  </a:cubicBezTo>
                  <a:cubicBezTo>
                    <a:pt x="180" y="142"/>
                    <a:pt x="180" y="119"/>
                    <a:pt x="180" y="99"/>
                  </a:cubicBezTo>
                  <a:cubicBezTo>
                    <a:pt x="180" y="81"/>
                    <a:pt x="207" y="117"/>
                    <a:pt x="207" y="81"/>
                  </a:cubicBezTo>
                  <a:cubicBezTo>
                    <a:pt x="207" y="36"/>
                    <a:pt x="180" y="81"/>
                    <a:pt x="180" y="45"/>
                  </a:cubicBezTo>
                  <a:cubicBezTo>
                    <a:pt x="180" y="36"/>
                    <a:pt x="180" y="0"/>
                    <a:pt x="180" y="0"/>
                  </a:cubicBezTo>
                  <a:cubicBezTo>
                    <a:pt x="36" y="0"/>
                    <a:pt x="36" y="0"/>
                    <a:pt x="36" y="0"/>
                  </a:cubicBezTo>
                  <a:cubicBezTo>
                    <a:pt x="36" y="0"/>
                    <a:pt x="47" y="54"/>
                    <a:pt x="27" y="54"/>
                  </a:cubicBezTo>
                  <a:close/>
                </a:path>
              </a:pathLst>
            </a:custGeom>
            <a:solidFill>
              <a:srgbClr val="FFFFFF"/>
            </a:solidFill>
            <a:ln w="9525">
              <a:noFill/>
              <a:round/>
            </a:ln>
          </p:spPr>
          <p:txBody>
            <a:bodyPr/>
            <a:lstStyle/>
            <a:p>
              <a:endParaRPr lang="en-GB" sz="1815"/>
            </a:p>
          </p:txBody>
        </p:sp>
        <p:sp>
          <p:nvSpPr>
            <p:cNvPr id="220" name="Freeform 138"/>
            <p:cNvSpPr/>
            <p:nvPr/>
          </p:nvSpPr>
          <p:spPr bwMode="auto">
            <a:xfrm>
              <a:off x="7977878" y="4915465"/>
              <a:ext cx="417227" cy="355213"/>
            </a:xfrm>
            <a:custGeom>
              <a:avLst/>
              <a:gdLst>
                <a:gd name="T0" fmla="*/ 467 w 180"/>
                <a:gd name="T1" fmla="*/ 158 h 153"/>
                <a:gd name="T2" fmla="*/ 312 w 180"/>
                <a:gd name="T3" fmla="*/ 0 h 153"/>
                <a:gd name="T4" fmla="*/ 0 w 180"/>
                <a:gd name="T5" fmla="*/ 0 h 153"/>
                <a:gd name="T6" fmla="*/ 0 w 180"/>
                <a:gd name="T7" fmla="*/ 313 h 153"/>
                <a:gd name="T8" fmla="*/ 210 w 180"/>
                <a:gd name="T9" fmla="*/ 471 h 153"/>
                <a:gd name="T10" fmla="*/ 0 w 180"/>
                <a:gd name="T11" fmla="*/ 575 h 153"/>
                <a:gd name="T12" fmla="*/ 0 w 180"/>
                <a:gd name="T13" fmla="*/ 838 h 153"/>
                <a:gd name="T14" fmla="*/ 210 w 180"/>
                <a:gd name="T15" fmla="*/ 888 h 153"/>
                <a:gd name="T16" fmla="*/ 364 w 180"/>
                <a:gd name="T17" fmla="*/ 627 h 153"/>
                <a:gd name="T18" fmla="*/ 522 w 180"/>
                <a:gd name="T19" fmla="*/ 888 h 153"/>
                <a:gd name="T20" fmla="*/ 831 w 180"/>
                <a:gd name="T21" fmla="*/ 838 h 153"/>
                <a:gd name="T22" fmla="*/ 831 w 180"/>
                <a:gd name="T23" fmla="*/ 523 h 153"/>
                <a:gd name="T24" fmla="*/ 937 w 180"/>
                <a:gd name="T25" fmla="*/ 523 h 153"/>
                <a:gd name="T26" fmla="*/ 1041 w 180"/>
                <a:gd name="T27" fmla="*/ 365 h 153"/>
                <a:gd name="T28" fmla="*/ 831 w 180"/>
                <a:gd name="T29" fmla="*/ 262 h 153"/>
                <a:gd name="T30" fmla="*/ 831 w 180"/>
                <a:gd name="T31" fmla="*/ 0 h 153"/>
                <a:gd name="T32" fmla="*/ 572 w 180"/>
                <a:gd name="T33" fmla="*/ 0 h 153"/>
                <a:gd name="T34" fmla="*/ 467 w 180"/>
                <a:gd name="T35" fmla="*/ 158 h 153"/>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153"/>
                <a:gd name="T56" fmla="*/ 180 w 180"/>
                <a:gd name="T57" fmla="*/ 153 h 153"/>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153">
                  <a:moveTo>
                    <a:pt x="81" y="27"/>
                  </a:moveTo>
                  <a:cubicBezTo>
                    <a:pt x="27" y="27"/>
                    <a:pt x="63" y="0"/>
                    <a:pt x="54" y="0"/>
                  </a:cubicBezTo>
                  <a:cubicBezTo>
                    <a:pt x="45" y="0"/>
                    <a:pt x="0" y="0"/>
                    <a:pt x="0" y="0"/>
                  </a:cubicBezTo>
                  <a:cubicBezTo>
                    <a:pt x="0" y="0"/>
                    <a:pt x="0" y="27"/>
                    <a:pt x="0" y="54"/>
                  </a:cubicBezTo>
                  <a:cubicBezTo>
                    <a:pt x="0" y="81"/>
                    <a:pt x="36" y="36"/>
                    <a:pt x="36" y="81"/>
                  </a:cubicBezTo>
                  <a:cubicBezTo>
                    <a:pt x="36" y="126"/>
                    <a:pt x="0" y="90"/>
                    <a:pt x="0" y="99"/>
                  </a:cubicBezTo>
                  <a:cubicBezTo>
                    <a:pt x="0" y="108"/>
                    <a:pt x="0" y="144"/>
                    <a:pt x="0" y="144"/>
                  </a:cubicBezTo>
                  <a:cubicBezTo>
                    <a:pt x="0" y="144"/>
                    <a:pt x="18" y="153"/>
                    <a:pt x="36" y="153"/>
                  </a:cubicBezTo>
                  <a:cubicBezTo>
                    <a:pt x="54" y="153"/>
                    <a:pt x="9" y="108"/>
                    <a:pt x="63" y="108"/>
                  </a:cubicBezTo>
                  <a:cubicBezTo>
                    <a:pt x="117" y="108"/>
                    <a:pt x="63" y="153"/>
                    <a:pt x="90" y="153"/>
                  </a:cubicBezTo>
                  <a:cubicBezTo>
                    <a:pt x="117" y="153"/>
                    <a:pt x="144" y="144"/>
                    <a:pt x="144" y="144"/>
                  </a:cubicBezTo>
                  <a:cubicBezTo>
                    <a:pt x="144" y="144"/>
                    <a:pt x="144" y="99"/>
                    <a:pt x="144" y="90"/>
                  </a:cubicBezTo>
                  <a:cubicBezTo>
                    <a:pt x="144" y="81"/>
                    <a:pt x="162" y="90"/>
                    <a:pt x="162" y="90"/>
                  </a:cubicBezTo>
                  <a:cubicBezTo>
                    <a:pt x="162" y="90"/>
                    <a:pt x="180" y="99"/>
                    <a:pt x="180" y="63"/>
                  </a:cubicBezTo>
                  <a:cubicBezTo>
                    <a:pt x="180" y="27"/>
                    <a:pt x="144" y="63"/>
                    <a:pt x="144" y="45"/>
                  </a:cubicBezTo>
                  <a:cubicBezTo>
                    <a:pt x="144" y="27"/>
                    <a:pt x="144" y="0"/>
                    <a:pt x="144" y="0"/>
                  </a:cubicBezTo>
                  <a:cubicBezTo>
                    <a:pt x="144" y="0"/>
                    <a:pt x="117" y="0"/>
                    <a:pt x="99" y="0"/>
                  </a:cubicBezTo>
                  <a:cubicBezTo>
                    <a:pt x="81" y="0"/>
                    <a:pt x="117" y="27"/>
                    <a:pt x="81" y="27"/>
                  </a:cubicBezTo>
                  <a:close/>
                </a:path>
              </a:pathLst>
            </a:custGeom>
            <a:solidFill>
              <a:srgbClr val="FFFFFF"/>
            </a:solidFill>
            <a:ln w="9525">
              <a:noFill/>
              <a:round/>
            </a:ln>
          </p:spPr>
          <p:txBody>
            <a:bodyPr/>
            <a:lstStyle/>
            <a:p>
              <a:endParaRPr lang="en-GB" sz="1815"/>
            </a:p>
          </p:txBody>
        </p:sp>
        <p:sp>
          <p:nvSpPr>
            <p:cNvPr id="221" name="Freeform 139"/>
            <p:cNvSpPr/>
            <p:nvPr/>
          </p:nvSpPr>
          <p:spPr bwMode="auto">
            <a:xfrm>
              <a:off x="8311143" y="2493556"/>
              <a:ext cx="334556" cy="461131"/>
            </a:xfrm>
            <a:custGeom>
              <a:avLst/>
              <a:gdLst>
                <a:gd name="T0" fmla="*/ 547 w 144"/>
                <a:gd name="T1" fmla="*/ 102 h 199"/>
                <a:gd name="T2" fmla="*/ 421 w 144"/>
                <a:gd name="T3" fmla="*/ 0 h 199"/>
                <a:gd name="T4" fmla="*/ 291 w 144"/>
                <a:gd name="T5" fmla="*/ 102 h 199"/>
                <a:gd name="T6" fmla="*/ 239 w 144"/>
                <a:gd name="T7" fmla="*/ 210 h 199"/>
                <a:gd name="T8" fmla="*/ 0 w 144"/>
                <a:gd name="T9" fmla="*/ 210 h 199"/>
                <a:gd name="T10" fmla="*/ 0 w 144"/>
                <a:gd name="T11" fmla="*/ 466 h 199"/>
                <a:gd name="T12" fmla="*/ 210 w 144"/>
                <a:gd name="T13" fmla="*/ 572 h 199"/>
                <a:gd name="T14" fmla="*/ 104 w 144"/>
                <a:gd name="T15" fmla="*/ 727 h 199"/>
                <a:gd name="T16" fmla="*/ 0 w 144"/>
                <a:gd name="T17" fmla="*/ 727 h 199"/>
                <a:gd name="T18" fmla="*/ 0 w 144"/>
                <a:gd name="T19" fmla="*/ 1046 h 199"/>
                <a:gd name="T20" fmla="*/ 210 w 144"/>
                <a:gd name="T21" fmla="*/ 1046 h 199"/>
                <a:gd name="T22" fmla="*/ 473 w 144"/>
                <a:gd name="T23" fmla="*/ 888 h 199"/>
                <a:gd name="T24" fmla="*/ 680 w 144"/>
                <a:gd name="T25" fmla="*/ 1046 h 199"/>
                <a:gd name="T26" fmla="*/ 838 w 144"/>
                <a:gd name="T27" fmla="*/ 1039 h 199"/>
                <a:gd name="T28" fmla="*/ 838 w 144"/>
                <a:gd name="T29" fmla="*/ 203 h 199"/>
                <a:gd name="T30" fmla="*/ 599 w 144"/>
                <a:gd name="T31" fmla="*/ 210 h 199"/>
                <a:gd name="T32" fmla="*/ 547 w 144"/>
                <a:gd name="T33" fmla="*/ 102 h 19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9"/>
                <a:gd name="T53" fmla="*/ 144 w 144"/>
                <a:gd name="T54" fmla="*/ 199 h 19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9">
                  <a:moveTo>
                    <a:pt x="94" y="18"/>
                  </a:moveTo>
                  <a:cubicBezTo>
                    <a:pt x="103" y="9"/>
                    <a:pt x="81" y="0"/>
                    <a:pt x="72" y="0"/>
                  </a:cubicBezTo>
                  <a:cubicBezTo>
                    <a:pt x="54" y="0"/>
                    <a:pt x="41" y="9"/>
                    <a:pt x="50" y="18"/>
                  </a:cubicBezTo>
                  <a:cubicBezTo>
                    <a:pt x="59" y="27"/>
                    <a:pt x="50" y="36"/>
                    <a:pt x="41" y="36"/>
                  </a:cubicBezTo>
                  <a:cubicBezTo>
                    <a:pt x="32" y="36"/>
                    <a:pt x="0" y="36"/>
                    <a:pt x="0" y="36"/>
                  </a:cubicBezTo>
                  <a:cubicBezTo>
                    <a:pt x="0" y="36"/>
                    <a:pt x="0" y="63"/>
                    <a:pt x="0" y="81"/>
                  </a:cubicBezTo>
                  <a:cubicBezTo>
                    <a:pt x="0" y="99"/>
                    <a:pt x="36" y="63"/>
                    <a:pt x="36" y="99"/>
                  </a:cubicBezTo>
                  <a:cubicBezTo>
                    <a:pt x="36" y="135"/>
                    <a:pt x="18" y="126"/>
                    <a:pt x="18" y="126"/>
                  </a:cubicBezTo>
                  <a:cubicBezTo>
                    <a:pt x="18" y="126"/>
                    <a:pt x="0" y="117"/>
                    <a:pt x="0" y="126"/>
                  </a:cubicBezTo>
                  <a:cubicBezTo>
                    <a:pt x="0" y="135"/>
                    <a:pt x="0" y="181"/>
                    <a:pt x="0" y="181"/>
                  </a:cubicBezTo>
                  <a:cubicBezTo>
                    <a:pt x="0" y="181"/>
                    <a:pt x="17" y="175"/>
                    <a:pt x="36" y="181"/>
                  </a:cubicBezTo>
                  <a:cubicBezTo>
                    <a:pt x="90" y="199"/>
                    <a:pt x="27" y="145"/>
                    <a:pt x="81" y="154"/>
                  </a:cubicBezTo>
                  <a:cubicBezTo>
                    <a:pt x="125" y="161"/>
                    <a:pt x="63" y="190"/>
                    <a:pt x="117" y="181"/>
                  </a:cubicBezTo>
                  <a:cubicBezTo>
                    <a:pt x="126" y="180"/>
                    <a:pt x="144" y="180"/>
                    <a:pt x="144" y="180"/>
                  </a:cubicBezTo>
                  <a:cubicBezTo>
                    <a:pt x="144" y="35"/>
                    <a:pt x="144" y="35"/>
                    <a:pt x="144" y="35"/>
                  </a:cubicBezTo>
                  <a:cubicBezTo>
                    <a:pt x="144" y="35"/>
                    <a:pt x="112" y="36"/>
                    <a:pt x="103" y="36"/>
                  </a:cubicBezTo>
                  <a:cubicBezTo>
                    <a:pt x="94" y="36"/>
                    <a:pt x="85" y="27"/>
                    <a:pt x="94" y="18"/>
                  </a:cubicBezTo>
                  <a:close/>
                </a:path>
              </a:pathLst>
            </a:custGeom>
            <a:solidFill>
              <a:srgbClr val="FFFFFF"/>
            </a:solidFill>
            <a:ln w="9525">
              <a:noFill/>
              <a:round/>
            </a:ln>
          </p:spPr>
          <p:txBody>
            <a:bodyPr/>
            <a:lstStyle/>
            <a:p>
              <a:endParaRPr lang="en-GB" sz="1815"/>
            </a:p>
          </p:txBody>
        </p:sp>
        <p:sp>
          <p:nvSpPr>
            <p:cNvPr id="222" name="Freeform 140"/>
            <p:cNvSpPr/>
            <p:nvPr/>
          </p:nvSpPr>
          <p:spPr bwMode="auto">
            <a:xfrm>
              <a:off x="8249140" y="4568002"/>
              <a:ext cx="396559" cy="347463"/>
            </a:xfrm>
            <a:custGeom>
              <a:avLst/>
              <a:gdLst>
                <a:gd name="T0" fmla="*/ 522 w 171"/>
                <a:gd name="T1" fmla="*/ 161 h 150"/>
                <a:gd name="T2" fmla="*/ 364 w 171"/>
                <a:gd name="T3" fmla="*/ 7 h 150"/>
                <a:gd name="T4" fmla="*/ 154 w 171"/>
                <a:gd name="T5" fmla="*/ 41 h 150"/>
                <a:gd name="T6" fmla="*/ 154 w 171"/>
                <a:gd name="T7" fmla="*/ 398 h 150"/>
                <a:gd name="T8" fmla="*/ 0 w 171"/>
                <a:gd name="T9" fmla="*/ 502 h 150"/>
                <a:gd name="T10" fmla="*/ 154 w 171"/>
                <a:gd name="T11" fmla="*/ 604 h 150"/>
                <a:gd name="T12" fmla="*/ 154 w 171"/>
                <a:gd name="T13" fmla="*/ 864 h 150"/>
                <a:gd name="T14" fmla="*/ 364 w 171"/>
                <a:gd name="T15" fmla="*/ 864 h 150"/>
                <a:gd name="T16" fmla="*/ 417 w 171"/>
                <a:gd name="T17" fmla="*/ 762 h 150"/>
                <a:gd name="T18" fmla="*/ 522 w 171"/>
                <a:gd name="T19" fmla="*/ 656 h 150"/>
                <a:gd name="T20" fmla="*/ 677 w 171"/>
                <a:gd name="T21" fmla="*/ 762 h 150"/>
                <a:gd name="T22" fmla="*/ 677 w 171"/>
                <a:gd name="T23" fmla="*/ 864 h 150"/>
                <a:gd name="T24" fmla="*/ 989 w 171"/>
                <a:gd name="T25" fmla="*/ 859 h 150"/>
                <a:gd name="T26" fmla="*/ 989 w 171"/>
                <a:gd name="T27" fmla="*/ 52 h 150"/>
                <a:gd name="T28" fmla="*/ 677 w 171"/>
                <a:gd name="T29" fmla="*/ 0 h 150"/>
                <a:gd name="T30" fmla="*/ 522 w 171"/>
                <a:gd name="T31" fmla="*/ 161 h 15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71"/>
                <a:gd name="T49" fmla="*/ 0 h 150"/>
                <a:gd name="T50" fmla="*/ 171 w 171"/>
                <a:gd name="T51" fmla="*/ 150 h 15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71" h="150">
                  <a:moveTo>
                    <a:pt x="90" y="28"/>
                  </a:moveTo>
                  <a:cubicBezTo>
                    <a:pt x="45" y="28"/>
                    <a:pt x="99" y="1"/>
                    <a:pt x="63" y="1"/>
                  </a:cubicBezTo>
                  <a:cubicBezTo>
                    <a:pt x="54" y="1"/>
                    <a:pt x="27" y="7"/>
                    <a:pt x="27" y="7"/>
                  </a:cubicBezTo>
                  <a:cubicBezTo>
                    <a:pt x="27" y="7"/>
                    <a:pt x="27" y="51"/>
                    <a:pt x="27" y="69"/>
                  </a:cubicBezTo>
                  <a:cubicBezTo>
                    <a:pt x="27" y="87"/>
                    <a:pt x="0" y="51"/>
                    <a:pt x="0" y="87"/>
                  </a:cubicBezTo>
                  <a:cubicBezTo>
                    <a:pt x="0" y="123"/>
                    <a:pt x="27" y="96"/>
                    <a:pt x="27" y="105"/>
                  </a:cubicBezTo>
                  <a:cubicBezTo>
                    <a:pt x="27" y="114"/>
                    <a:pt x="27" y="150"/>
                    <a:pt x="27" y="150"/>
                  </a:cubicBezTo>
                  <a:cubicBezTo>
                    <a:pt x="27" y="150"/>
                    <a:pt x="54" y="150"/>
                    <a:pt x="63" y="150"/>
                  </a:cubicBezTo>
                  <a:cubicBezTo>
                    <a:pt x="72" y="150"/>
                    <a:pt x="81" y="141"/>
                    <a:pt x="72" y="132"/>
                  </a:cubicBezTo>
                  <a:cubicBezTo>
                    <a:pt x="63" y="123"/>
                    <a:pt x="72" y="114"/>
                    <a:pt x="90" y="114"/>
                  </a:cubicBezTo>
                  <a:cubicBezTo>
                    <a:pt x="108" y="114"/>
                    <a:pt x="126" y="123"/>
                    <a:pt x="117" y="132"/>
                  </a:cubicBezTo>
                  <a:cubicBezTo>
                    <a:pt x="108" y="141"/>
                    <a:pt x="108" y="150"/>
                    <a:pt x="117" y="150"/>
                  </a:cubicBezTo>
                  <a:cubicBezTo>
                    <a:pt x="126" y="150"/>
                    <a:pt x="171" y="149"/>
                    <a:pt x="171" y="149"/>
                  </a:cubicBezTo>
                  <a:cubicBezTo>
                    <a:pt x="171" y="9"/>
                    <a:pt x="171" y="9"/>
                    <a:pt x="171" y="9"/>
                  </a:cubicBezTo>
                  <a:cubicBezTo>
                    <a:pt x="171" y="9"/>
                    <a:pt x="135" y="0"/>
                    <a:pt x="117" y="0"/>
                  </a:cubicBezTo>
                  <a:cubicBezTo>
                    <a:pt x="99" y="0"/>
                    <a:pt x="135" y="28"/>
                    <a:pt x="90" y="28"/>
                  </a:cubicBezTo>
                  <a:close/>
                </a:path>
              </a:pathLst>
            </a:custGeom>
            <a:solidFill>
              <a:srgbClr val="FFFFFF"/>
            </a:solidFill>
            <a:ln w="9525">
              <a:noFill/>
              <a:round/>
            </a:ln>
          </p:spPr>
          <p:txBody>
            <a:bodyPr/>
            <a:lstStyle/>
            <a:p>
              <a:endParaRPr lang="en-GB" sz="1815"/>
            </a:p>
          </p:txBody>
        </p:sp>
        <p:sp>
          <p:nvSpPr>
            <p:cNvPr id="223" name="Freeform 141"/>
            <p:cNvSpPr/>
            <p:nvPr/>
          </p:nvSpPr>
          <p:spPr bwMode="auto">
            <a:xfrm>
              <a:off x="2630145" y="6168399"/>
              <a:ext cx="334556" cy="439173"/>
            </a:xfrm>
            <a:custGeom>
              <a:avLst/>
              <a:gdLst>
                <a:gd name="T0" fmla="*/ 680 w 144"/>
                <a:gd name="T1" fmla="*/ 576 h 189"/>
                <a:gd name="T2" fmla="*/ 838 w 144"/>
                <a:gd name="T3" fmla="*/ 473 h 189"/>
                <a:gd name="T4" fmla="*/ 838 w 144"/>
                <a:gd name="T5" fmla="*/ 210 h 189"/>
                <a:gd name="T6" fmla="*/ 523 w 144"/>
                <a:gd name="T7" fmla="*/ 210 h 189"/>
                <a:gd name="T8" fmla="*/ 365 w 144"/>
                <a:gd name="T9" fmla="*/ 0 h 189"/>
                <a:gd name="T10" fmla="*/ 313 w 144"/>
                <a:gd name="T11" fmla="*/ 263 h 189"/>
                <a:gd name="T12" fmla="*/ 0 w 144"/>
                <a:gd name="T13" fmla="*/ 210 h 189"/>
                <a:gd name="T14" fmla="*/ 0 w 144"/>
                <a:gd name="T15" fmla="*/ 473 h 189"/>
                <a:gd name="T16" fmla="*/ 210 w 144"/>
                <a:gd name="T17" fmla="*/ 576 h 189"/>
                <a:gd name="T18" fmla="*/ 104 w 144"/>
                <a:gd name="T19" fmla="*/ 734 h 189"/>
                <a:gd name="T20" fmla="*/ 0 w 144"/>
                <a:gd name="T21" fmla="*/ 734 h 189"/>
                <a:gd name="T22" fmla="*/ 0 w 144"/>
                <a:gd name="T23" fmla="*/ 1049 h 189"/>
                <a:gd name="T24" fmla="*/ 365 w 144"/>
                <a:gd name="T25" fmla="*/ 1049 h 189"/>
                <a:gd name="T26" fmla="*/ 523 w 144"/>
                <a:gd name="T27" fmla="*/ 838 h 189"/>
                <a:gd name="T28" fmla="*/ 680 w 144"/>
                <a:gd name="T29" fmla="*/ 1049 h 189"/>
                <a:gd name="T30" fmla="*/ 838 w 144"/>
                <a:gd name="T31" fmla="*/ 1049 h 189"/>
                <a:gd name="T32" fmla="*/ 838 w 144"/>
                <a:gd name="T33" fmla="*/ 680 h 189"/>
                <a:gd name="T34" fmla="*/ 680 w 144"/>
                <a:gd name="T35" fmla="*/ 576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44"/>
                <a:gd name="T55" fmla="*/ 0 h 189"/>
                <a:gd name="T56" fmla="*/ 144 w 144"/>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44" h="189">
                  <a:moveTo>
                    <a:pt x="117" y="99"/>
                  </a:moveTo>
                  <a:cubicBezTo>
                    <a:pt x="117" y="63"/>
                    <a:pt x="144" y="99"/>
                    <a:pt x="144" y="81"/>
                  </a:cubicBezTo>
                  <a:cubicBezTo>
                    <a:pt x="144" y="63"/>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63"/>
                    <a:pt x="0" y="81"/>
                  </a:cubicBezTo>
                  <a:cubicBezTo>
                    <a:pt x="0" y="99"/>
                    <a:pt x="36" y="63"/>
                    <a:pt x="36" y="99"/>
                  </a:cubicBezTo>
                  <a:cubicBezTo>
                    <a:pt x="36" y="135"/>
                    <a:pt x="18" y="126"/>
                    <a:pt x="18" y="126"/>
                  </a:cubicBezTo>
                  <a:cubicBezTo>
                    <a:pt x="18" y="126"/>
                    <a:pt x="0" y="117"/>
                    <a:pt x="0" y="126"/>
                  </a:cubicBezTo>
                  <a:cubicBezTo>
                    <a:pt x="0" y="135"/>
                    <a:pt x="0" y="180"/>
                    <a:pt x="0" y="180"/>
                  </a:cubicBezTo>
                  <a:cubicBezTo>
                    <a:pt x="36" y="171"/>
                    <a:pt x="47" y="188"/>
                    <a:pt x="63" y="180"/>
                  </a:cubicBezTo>
                  <a:cubicBezTo>
                    <a:pt x="81" y="171"/>
                    <a:pt x="27" y="144"/>
                    <a:pt x="90" y="144"/>
                  </a:cubicBezTo>
                  <a:cubicBezTo>
                    <a:pt x="135" y="144"/>
                    <a:pt x="111" y="174"/>
                    <a:pt x="117" y="180"/>
                  </a:cubicBezTo>
                  <a:cubicBezTo>
                    <a:pt x="126" y="189"/>
                    <a:pt x="144" y="180"/>
                    <a:pt x="144" y="180"/>
                  </a:cubicBezTo>
                  <a:cubicBezTo>
                    <a:pt x="144" y="180"/>
                    <a:pt x="144" y="126"/>
                    <a:pt x="144" y="117"/>
                  </a:cubicBezTo>
                  <a:cubicBezTo>
                    <a:pt x="144" y="108"/>
                    <a:pt x="117" y="135"/>
                    <a:pt x="117" y="99"/>
                  </a:cubicBezTo>
                  <a:close/>
                </a:path>
              </a:pathLst>
            </a:custGeom>
            <a:solidFill>
              <a:srgbClr val="FFFFFF"/>
            </a:solidFill>
            <a:ln w="9525">
              <a:noFill/>
              <a:round/>
            </a:ln>
          </p:spPr>
          <p:txBody>
            <a:bodyPr/>
            <a:lstStyle/>
            <a:p>
              <a:endParaRPr lang="en-GB" sz="1815"/>
            </a:p>
          </p:txBody>
        </p:sp>
        <p:sp>
          <p:nvSpPr>
            <p:cNvPr id="224" name="Freeform 142"/>
            <p:cNvSpPr/>
            <p:nvPr/>
          </p:nvSpPr>
          <p:spPr bwMode="auto">
            <a:xfrm>
              <a:off x="3299257" y="6252359"/>
              <a:ext cx="333265" cy="417214"/>
            </a:xfrm>
            <a:custGeom>
              <a:avLst/>
              <a:gdLst>
                <a:gd name="T0" fmla="*/ 674 w 144"/>
                <a:gd name="T1" fmla="*/ 467 h 180"/>
                <a:gd name="T2" fmla="*/ 828 w 144"/>
                <a:gd name="T3" fmla="*/ 312 h 180"/>
                <a:gd name="T4" fmla="*/ 828 w 144"/>
                <a:gd name="T5" fmla="*/ 0 h 180"/>
                <a:gd name="T6" fmla="*/ 568 w 144"/>
                <a:gd name="T7" fmla="*/ 0 h 180"/>
                <a:gd name="T8" fmla="*/ 466 w 144"/>
                <a:gd name="T9" fmla="*/ 154 h 180"/>
                <a:gd name="T10" fmla="*/ 312 w 144"/>
                <a:gd name="T11" fmla="*/ 0 h 180"/>
                <a:gd name="T12" fmla="*/ 0 w 144"/>
                <a:gd name="T13" fmla="*/ 0 h 180"/>
                <a:gd name="T14" fmla="*/ 0 w 144"/>
                <a:gd name="T15" fmla="*/ 312 h 180"/>
                <a:gd name="T16" fmla="*/ 154 w 144"/>
                <a:gd name="T17" fmla="*/ 415 h 180"/>
                <a:gd name="T18" fmla="*/ 0 w 144"/>
                <a:gd name="T19" fmla="*/ 572 h 180"/>
                <a:gd name="T20" fmla="*/ 0 w 144"/>
                <a:gd name="T21" fmla="*/ 831 h 180"/>
                <a:gd name="T22" fmla="*/ 312 w 144"/>
                <a:gd name="T23" fmla="*/ 831 h 180"/>
                <a:gd name="T24" fmla="*/ 312 w 144"/>
                <a:gd name="T25" fmla="*/ 937 h 180"/>
                <a:gd name="T26" fmla="*/ 466 w 144"/>
                <a:gd name="T27" fmla="*/ 1041 h 180"/>
                <a:gd name="T28" fmla="*/ 568 w 144"/>
                <a:gd name="T29" fmla="*/ 831 h 180"/>
                <a:gd name="T30" fmla="*/ 828 w 144"/>
                <a:gd name="T31" fmla="*/ 831 h 180"/>
                <a:gd name="T32" fmla="*/ 828 w 144"/>
                <a:gd name="T33" fmla="*/ 572 h 180"/>
                <a:gd name="T34" fmla="*/ 674 w 144"/>
                <a:gd name="T35" fmla="*/ 467 h 18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44"/>
                <a:gd name="T55" fmla="*/ 0 h 180"/>
                <a:gd name="T56" fmla="*/ 144 w 144"/>
                <a:gd name="T57" fmla="*/ 180 h 180"/>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44" h="180">
                  <a:moveTo>
                    <a:pt x="117" y="81"/>
                  </a:moveTo>
                  <a:cubicBezTo>
                    <a:pt x="117" y="27"/>
                    <a:pt x="144" y="63"/>
                    <a:pt x="144" y="54"/>
                  </a:cubicBezTo>
                  <a:cubicBezTo>
                    <a:pt x="144" y="45"/>
                    <a:pt x="144" y="0"/>
                    <a:pt x="144" y="0"/>
                  </a:cubicBezTo>
                  <a:cubicBezTo>
                    <a:pt x="144" y="0"/>
                    <a:pt x="117" y="0"/>
                    <a:pt x="99" y="0"/>
                  </a:cubicBezTo>
                  <a:cubicBezTo>
                    <a:pt x="81" y="0"/>
                    <a:pt x="117" y="27"/>
                    <a:pt x="81" y="27"/>
                  </a:cubicBezTo>
                  <a:cubicBezTo>
                    <a:pt x="27" y="27"/>
                    <a:pt x="63" y="0"/>
                    <a:pt x="54" y="0"/>
                  </a:cubicBezTo>
                  <a:cubicBezTo>
                    <a:pt x="45" y="0"/>
                    <a:pt x="0" y="0"/>
                    <a:pt x="0" y="0"/>
                  </a:cubicBezTo>
                  <a:cubicBezTo>
                    <a:pt x="0" y="0"/>
                    <a:pt x="0" y="45"/>
                    <a:pt x="0" y="54"/>
                  </a:cubicBezTo>
                  <a:cubicBezTo>
                    <a:pt x="0" y="63"/>
                    <a:pt x="27" y="27"/>
                    <a:pt x="27" y="72"/>
                  </a:cubicBezTo>
                  <a:cubicBezTo>
                    <a:pt x="27" y="108"/>
                    <a:pt x="0" y="72"/>
                    <a:pt x="0" y="99"/>
                  </a:cubicBezTo>
                  <a:cubicBezTo>
                    <a:pt x="0" y="126"/>
                    <a:pt x="0" y="144"/>
                    <a:pt x="0" y="144"/>
                  </a:cubicBezTo>
                  <a:cubicBezTo>
                    <a:pt x="0" y="144"/>
                    <a:pt x="45" y="144"/>
                    <a:pt x="54" y="144"/>
                  </a:cubicBezTo>
                  <a:cubicBezTo>
                    <a:pt x="63" y="144"/>
                    <a:pt x="54" y="162"/>
                    <a:pt x="54" y="162"/>
                  </a:cubicBezTo>
                  <a:cubicBezTo>
                    <a:pt x="54" y="162"/>
                    <a:pt x="45" y="180"/>
                    <a:pt x="81" y="180"/>
                  </a:cubicBezTo>
                  <a:cubicBezTo>
                    <a:pt x="117" y="180"/>
                    <a:pt x="81" y="144"/>
                    <a:pt x="99" y="144"/>
                  </a:cubicBezTo>
                  <a:cubicBezTo>
                    <a:pt x="117" y="144"/>
                    <a:pt x="144" y="144"/>
                    <a:pt x="144" y="144"/>
                  </a:cubicBezTo>
                  <a:cubicBezTo>
                    <a:pt x="144" y="144"/>
                    <a:pt x="144" y="117"/>
                    <a:pt x="144" y="99"/>
                  </a:cubicBezTo>
                  <a:cubicBezTo>
                    <a:pt x="144" y="81"/>
                    <a:pt x="117" y="117"/>
                    <a:pt x="117" y="81"/>
                  </a:cubicBezTo>
                  <a:close/>
                </a:path>
              </a:pathLst>
            </a:custGeom>
            <a:solidFill>
              <a:srgbClr val="FFFFFF"/>
            </a:solidFill>
            <a:ln w="9525">
              <a:noFill/>
              <a:round/>
            </a:ln>
          </p:spPr>
          <p:txBody>
            <a:bodyPr/>
            <a:lstStyle/>
            <a:p>
              <a:endParaRPr lang="en-GB" sz="1815"/>
            </a:p>
          </p:txBody>
        </p:sp>
        <p:sp>
          <p:nvSpPr>
            <p:cNvPr id="225" name="Freeform 143"/>
            <p:cNvSpPr/>
            <p:nvPr/>
          </p:nvSpPr>
          <p:spPr bwMode="auto">
            <a:xfrm>
              <a:off x="8290475" y="5833853"/>
              <a:ext cx="355224" cy="506340"/>
            </a:xfrm>
            <a:custGeom>
              <a:avLst/>
              <a:gdLst>
                <a:gd name="T0" fmla="*/ 599 w 153"/>
                <a:gd name="T1" fmla="*/ 104 h 218"/>
                <a:gd name="T2" fmla="*/ 471 w 153"/>
                <a:gd name="T3" fmla="*/ 0 h 218"/>
                <a:gd name="T4" fmla="*/ 343 w 153"/>
                <a:gd name="T5" fmla="*/ 104 h 218"/>
                <a:gd name="T6" fmla="*/ 291 w 153"/>
                <a:gd name="T7" fmla="*/ 210 h 218"/>
                <a:gd name="T8" fmla="*/ 52 w 153"/>
                <a:gd name="T9" fmla="*/ 210 h 218"/>
                <a:gd name="T10" fmla="*/ 52 w 153"/>
                <a:gd name="T11" fmla="*/ 417 h 218"/>
                <a:gd name="T12" fmla="*/ 210 w 153"/>
                <a:gd name="T13" fmla="*/ 628 h 218"/>
                <a:gd name="T14" fmla="*/ 0 w 153"/>
                <a:gd name="T15" fmla="*/ 786 h 218"/>
                <a:gd name="T16" fmla="*/ 52 w 153"/>
                <a:gd name="T17" fmla="*/ 1048 h 218"/>
                <a:gd name="T18" fmla="*/ 365 w 153"/>
                <a:gd name="T19" fmla="*/ 1048 h 218"/>
                <a:gd name="T20" fmla="*/ 365 w 153"/>
                <a:gd name="T21" fmla="*/ 1203 h 218"/>
                <a:gd name="T22" fmla="*/ 575 w 153"/>
                <a:gd name="T23" fmla="*/ 1203 h 218"/>
                <a:gd name="T24" fmla="*/ 604 w 153"/>
                <a:gd name="T25" fmla="*/ 1048 h 218"/>
                <a:gd name="T26" fmla="*/ 888 w 153"/>
                <a:gd name="T27" fmla="*/ 1048 h 218"/>
                <a:gd name="T28" fmla="*/ 888 w 153"/>
                <a:gd name="T29" fmla="*/ 210 h 218"/>
                <a:gd name="T30" fmla="*/ 649 w 153"/>
                <a:gd name="T31" fmla="*/ 210 h 218"/>
                <a:gd name="T32" fmla="*/ 599 w 153"/>
                <a:gd name="T33" fmla="*/ 104 h 21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18"/>
                <a:gd name="T53" fmla="*/ 153 w 153"/>
                <a:gd name="T54" fmla="*/ 218 h 21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18">
                  <a:moveTo>
                    <a:pt x="103" y="18"/>
                  </a:moveTo>
                  <a:cubicBezTo>
                    <a:pt x="112" y="9"/>
                    <a:pt x="90" y="0"/>
                    <a:pt x="81" y="0"/>
                  </a:cubicBezTo>
                  <a:cubicBezTo>
                    <a:pt x="63" y="0"/>
                    <a:pt x="50" y="9"/>
                    <a:pt x="59" y="18"/>
                  </a:cubicBezTo>
                  <a:cubicBezTo>
                    <a:pt x="68" y="27"/>
                    <a:pt x="59" y="36"/>
                    <a:pt x="50" y="36"/>
                  </a:cubicBezTo>
                  <a:cubicBezTo>
                    <a:pt x="41" y="36"/>
                    <a:pt x="9" y="36"/>
                    <a:pt x="9" y="36"/>
                  </a:cubicBezTo>
                  <a:cubicBezTo>
                    <a:pt x="9" y="36"/>
                    <a:pt x="14" y="46"/>
                    <a:pt x="9" y="72"/>
                  </a:cubicBezTo>
                  <a:cubicBezTo>
                    <a:pt x="0" y="117"/>
                    <a:pt x="36" y="63"/>
                    <a:pt x="36" y="108"/>
                  </a:cubicBezTo>
                  <a:cubicBezTo>
                    <a:pt x="36" y="144"/>
                    <a:pt x="0" y="117"/>
                    <a:pt x="0" y="135"/>
                  </a:cubicBezTo>
                  <a:cubicBezTo>
                    <a:pt x="0" y="148"/>
                    <a:pt x="9" y="180"/>
                    <a:pt x="9" y="180"/>
                  </a:cubicBezTo>
                  <a:cubicBezTo>
                    <a:pt x="9" y="180"/>
                    <a:pt x="51" y="176"/>
                    <a:pt x="63" y="180"/>
                  </a:cubicBezTo>
                  <a:cubicBezTo>
                    <a:pt x="75" y="184"/>
                    <a:pt x="54" y="196"/>
                    <a:pt x="63" y="207"/>
                  </a:cubicBezTo>
                  <a:cubicBezTo>
                    <a:pt x="72" y="218"/>
                    <a:pt x="92" y="218"/>
                    <a:pt x="99" y="207"/>
                  </a:cubicBezTo>
                  <a:cubicBezTo>
                    <a:pt x="106" y="196"/>
                    <a:pt x="96" y="189"/>
                    <a:pt x="104" y="180"/>
                  </a:cubicBezTo>
                  <a:cubicBezTo>
                    <a:pt x="112" y="171"/>
                    <a:pt x="153" y="180"/>
                    <a:pt x="153" y="180"/>
                  </a:cubicBezTo>
                  <a:cubicBezTo>
                    <a:pt x="153" y="36"/>
                    <a:pt x="153" y="36"/>
                    <a:pt x="153" y="36"/>
                  </a:cubicBezTo>
                  <a:cubicBezTo>
                    <a:pt x="153" y="36"/>
                    <a:pt x="121" y="36"/>
                    <a:pt x="112" y="36"/>
                  </a:cubicBezTo>
                  <a:cubicBezTo>
                    <a:pt x="103" y="36"/>
                    <a:pt x="94" y="27"/>
                    <a:pt x="103" y="18"/>
                  </a:cubicBezTo>
                  <a:close/>
                </a:path>
              </a:pathLst>
            </a:custGeom>
            <a:solidFill>
              <a:srgbClr val="FFFFFF"/>
            </a:solidFill>
            <a:ln w="9525">
              <a:noFill/>
              <a:round/>
            </a:ln>
          </p:spPr>
          <p:txBody>
            <a:bodyPr/>
            <a:lstStyle/>
            <a:p>
              <a:endParaRPr lang="en-GB" sz="1815"/>
            </a:p>
          </p:txBody>
        </p:sp>
        <p:sp>
          <p:nvSpPr>
            <p:cNvPr id="226" name="Freeform 144"/>
            <p:cNvSpPr/>
            <p:nvPr/>
          </p:nvSpPr>
          <p:spPr bwMode="auto">
            <a:xfrm>
              <a:off x="8228472" y="5166052"/>
              <a:ext cx="417227" cy="480507"/>
            </a:xfrm>
            <a:custGeom>
              <a:avLst/>
              <a:gdLst>
                <a:gd name="T0" fmla="*/ 750 w 180"/>
                <a:gd name="T1" fmla="*/ 104 h 207"/>
                <a:gd name="T2" fmla="*/ 624 w 180"/>
                <a:gd name="T3" fmla="*/ 0 h 207"/>
                <a:gd name="T4" fmla="*/ 495 w 180"/>
                <a:gd name="T5" fmla="*/ 104 h 207"/>
                <a:gd name="T6" fmla="*/ 445 w 180"/>
                <a:gd name="T7" fmla="*/ 210 h 207"/>
                <a:gd name="T8" fmla="*/ 210 w 180"/>
                <a:gd name="T9" fmla="*/ 210 h 207"/>
                <a:gd name="T10" fmla="*/ 154 w 180"/>
                <a:gd name="T11" fmla="*/ 471 h 207"/>
                <a:gd name="T12" fmla="*/ 0 w 180"/>
                <a:gd name="T13" fmla="*/ 575 h 207"/>
                <a:gd name="T14" fmla="*/ 260 w 180"/>
                <a:gd name="T15" fmla="*/ 730 h 207"/>
                <a:gd name="T16" fmla="*/ 210 w 180"/>
                <a:gd name="T17" fmla="*/ 1042 h 207"/>
                <a:gd name="T18" fmla="*/ 415 w 180"/>
                <a:gd name="T19" fmla="*/ 992 h 207"/>
                <a:gd name="T20" fmla="*/ 467 w 180"/>
                <a:gd name="T21" fmla="*/ 1098 h 207"/>
                <a:gd name="T22" fmla="*/ 572 w 180"/>
                <a:gd name="T23" fmla="*/ 1202 h 207"/>
                <a:gd name="T24" fmla="*/ 677 w 180"/>
                <a:gd name="T25" fmla="*/ 1098 h 207"/>
                <a:gd name="T26" fmla="*/ 831 w 180"/>
                <a:gd name="T27" fmla="*/ 1042 h 207"/>
                <a:gd name="T28" fmla="*/ 1041 w 180"/>
                <a:gd name="T29" fmla="*/ 1042 h 207"/>
                <a:gd name="T30" fmla="*/ 1041 w 180"/>
                <a:gd name="T31" fmla="*/ 203 h 207"/>
                <a:gd name="T32" fmla="*/ 802 w 180"/>
                <a:gd name="T33" fmla="*/ 210 h 207"/>
                <a:gd name="T34" fmla="*/ 750 w 180"/>
                <a:gd name="T35" fmla="*/ 104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207"/>
                <a:gd name="T56" fmla="*/ 180 w 180"/>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207">
                  <a:moveTo>
                    <a:pt x="130" y="18"/>
                  </a:moveTo>
                  <a:cubicBezTo>
                    <a:pt x="139" y="9"/>
                    <a:pt x="117" y="0"/>
                    <a:pt x="108" y="0"/>
                  </a:cubicBezTo>
                  <a:cubicBezTo>
                    <a:pt x="90" y="0"/>
                    <a:pt x="77" y="9"/>
                    <a:pt x="86" y="18"/>
                  </a:cubicBezTo>
                  <a:cubicBezTo>
                    <a:pt x="95" y="27"/>
                    <a:pt x="86" y="36"/>
                    <a:pt x="77" y="36"/>
                  </a:cubicBezTo>
                  <a:cubicBezTo>
                    <a:pt x="68" y="36"/>
                    <a:pt x="36" y="36"/>
                    <a:pt x="36" y="36"/>
                  </a:cubicBezTo>
                  <a:cubicBezTo>
                    <a:pt x="36" y="36"/>
                    <a:pt x="36" y="63"/>
                    <a:pt x="27" y="81"/>
                  </a:cubicBezTo>
                  <a:cubicBezTo>
                    <a:pt x="18" y="99"/>
                    <a:pt x="0" y="63"/>
                    <a:pt x="0" y="99"/>
                  </a:cubicBezTo>
                  <a:cubicBezTo>
                    <a:pt x="0" y="153"/>
                    <a:pt x="45" y="89"/>
                    <a:pt x="45" y="126"/>
                  </a:cubicBezTo>
                  <a:cubicBezTo>
                    <a:pt x="45" y="144"/>
                    <a:pt x="36" y="180"/>
                    <a:pt x="36" y="180"/>
                  </a:cubicBezTo>
                  <a:cubicBezTo>
                    <a:pt x="36" y="180"/>
                    <a:pt x="63" y="171"/>
                    <a:pt x="72" y="171"/>
                  </a:cubicBezTo>
                  <a:cubicBezTo>
                    <a:pt x="81" y="171"/>
                    <a:pt x="90" y="180"/>
                    <a:pt x="81" y="189"/>
                  </a:cubicBezTo>
                  <a:cubicBezTo>
                    <a:pt x="72" y="198"/>
                    <a:pt x="81" y="207"/>
                    <a:pt x="99" y="207"/>
                  </a:cubicBezTo>
                  <a:cubicBezTo>
                    <a:pt x="117" y="207"/>
                    <a:pt x="126" y="198"/>
                    <a:pt x="117" y="189"/>
                  </a:cubicBezTo>
                  <a:cubicBezTo>
                    <a:pt x="108" y="180"/>
                    <a:pt x="135" y="178"/>
                    <a:pt x="144" y="180"/>
                  </a:cubicBezTo>
                  <a:cubicBezTo>
                    <a:pt x="180" y="189"/>
                    <a:pt x="180" y="180"/>
                    <a:pt x="180" y="180"/>
                  </a:cubicBezTo>
                  <a:cubicBezTo>
                    <a:pt x="180" y="35"/>
                    <a:pt x="180" y="35"/>
                    <a:pt x="180" y="35"/>
                  </a:cubicBezTo>
                  <a:cubicBezTo>
                    <a:pt x="180" y="35"/>
                    <a:pt x="148" y="36"/>
                    <a:pt x="139" y="36"/>
                  </a:cubicBezTo>
                  <a:cubicBezTo>
                    <a:pt x="130" y="36"/>
                    <a:pt x="121" y="27"/>
                    <a:pt x="130" y="18"/>
                  </a:cubicBezTo>
                  <a:close/>
                </a:path>
              </a:pathLst>
            </a:custGeom>
            <a:solidFill>
              <a:srgbClr val="FFFFFF"/>
            </a:solidFill>
            <a:ln w="9525">
              <a:noFill/>
              <a:round/>
            </a:ln>
          </p:spPr>
          <p:txBody>
            <a:bodyPr/>
            <a:lstStyle/>
            <a:p>
              <a:endParaRPr lang="en-GB" sz="1815"/>
            </a:p>
          </p:txBody>
        </p:sp>
        <p:sp>
          <p:nvSpPr>
            <p:cNvPr id="227" name="Freeform 145"/>
            <p:cNvSpPr/>
            <p:nvPr/>
          </p:nvSpPr>
          <p:spPr bwMode="auto">
            <a:xfrm>
              <a:off x="8290475" y="3892451"/>
              <a:ext cx="355224" cy="448215"/>
            </a:xfrm>
            <a:custGeom>
              <a:avLst/>
              <a:gdLst>
                <a:gd name="T0" fmla="*/ 730 w 153"/>
                <a:gd name="T1" fmla="*/ 52 h 193"/>
                <a:gd name="T2" fmla="*/ 523 w 153"/>
                <a:gd name="T3" fmla="*/ 262 h 193"/>
                <a:gd name="T4" fmla="*/ 210 w 153"/>
                <a:gd name="T5" fmla="*/ 52 h 193"/>
                <a:gd name="T6" fmla="*/ 52 w 153"/>
                <a:gd name="T7" fmla="*/ 58 h 193"/>
                <a:gd name="T8" fmla="*/ 52 w 153"/>
                <a:gd name="T9" fmla="*/ 320 h 193"/>
                <a:gd name="T10" fmla="*/ 262 w 153"/>
                <a:gd name="T11" fmla="*/ 530 h 193"/>
                <a:gd name="T12" fmla="*/ 52 w 153"/>
                <a:gd name="T13" fmla="*/ 685 h 193"/>
                <a:gd name="T14" fmla="*/ 52 w 153"/>
                <a:gd name="T15" fmla="*/ 904 h 193"/>
                <a:gd name="T16" fmla="*/ 365 w 153"/>
                <a:gd name="T17" fmla="*/ 960 h 193"/>
                <a:gd name="T18" fmla="*/ 471 w 153"/>
                <a:gd name="T19" fmla="*/ 1122 h 193"/>
                <a:gd name="T20" fmla="*/ 575 w 153"/>
                <a:gd name="T21" fmla="*/ 964 h 193"/>
                <a:gd name="T22" fmla="*/ 888 w 153"/>
                <a:gd name="T23" fmla="*/ 919 h 193"/>
                <a:gd name="T24" fmla="*/ 888 w 153"/>
                <a:gd name="T25" fmla="*/ 52 h 193"/>
                <a:gd name="T26" fmla="*/ 730 w 153"/>
                <a:gd name="T27" fmla="*/ 52 h 19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3"/>
                <a:gd name="T43" fmla="*/ 0 h 193"/>
                <a:gd name="T44" fmla="*/ 153 w 153"/>
                <a:gd name="T45" fmla="*/ 193 h 19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3" h="193">
                  <a:moveTo>
                    <a:pt x="126" y="9"/>
                  </a:moveTo>
                  <a:cubicBezTo>
                    <a:pt x="72" y="0"/>
                    <a:pt x="117" y="45"/>
                    <a:pt x="90" y="45"/>
                  </a:cubicBezTo>
                  <a:cubicBezTo>
                    <a:pt x="0" y="45"/>
                    <a:pt x="99" y="9"/>
                    <a:pt x="36" y="9"/>
                  </a:cubicBezTo>
                  <a:cubicBezTo>
                    <a:pt x="16" y="9"/>
                    <a:pt x="9" y="10"/>
                    <a:pt x="9" y="10"/>
                  </a:cubicBezTo>
                  <a:cubicBezTo>
                    <a:pt x="9" y="10"/>
                    <a:pt x="18" y="28"/>
                    <a:pt x="9" y="55"/>
                  </a:cubicBezTo>
                  <a:cubicBezTo>
                    <a:pt x="0" y="82"/>
                    <a:pt x="45" y="37"/>
                    <a:pt x="45" y="91"/>
                  </a:cubicBezTo>
                  <a:cubicBezTo>
                    <a:pt x="45" y="127"/>
                    <a:pt x="9" y="91"/>
                    <a:pt x="9" y="118"/>
                  </a:cubicBezTo>
                  <a:cubicBezTo>
                    <a:pt x="9" y="127"/>
                    <a:pt x="9" y="156"/>
                    <a:pt x="9" y="156"/>
                  </a:cubicBezTo>
                  <a:cubicBezTo>
                    <a:pt x="27" y="147"/>
                    <a:pt x="63" y="156"/>
                    <a:pt x="63" y="165"/>
                  </a:cubicBezTo>
                  <a:cubicBezTo>
                    <a:pt x="63" y="174"/>
                    <a:pt x="45" y="193"/>
                    <a:pt x="81" y="193"/>
                  </a:cubicBezTo>
                  <a:cubicBezTo>
                    <a:pt x="117" y="193"/>
                    <a:pt x="99" y="175"/>
                    <a:pt x="99" y="166"/>
                  </a:cubicBezTo>
                  <a:cubicBezTo>
                    <a:pt x="99" y="146"/>
                    <a:pt x="153" y="158"/>
                    <a:pt x="153" y="158"/>
                  </a:cubicBezTo>
                  <a:cubicBezTo>
                    <a:pt x="153" y="9"/>
                    <a:pt x="153" y="9"/>
                    <a:pt x="153" y="9"/>
                  </a:cubicBezTo>
                  <a:cubicBezTo>
                    <a:pt x="153" y="9"/>
                    <a:pt x="135" y="10"/>
                    <a:pt x="126" y="9"/>
                  </a:cubicBezTo>
                  <a:close/>
                </a:path>
              </a:pathLst>
            </a:custGeom>
            <a:solidFill>
              <a:srgbClr val="FFFFFF"/>
            </a:solidFill>
            <a:ln w="9525">
              <a:noFill/>
              <a:round/>
            </a:ln>
          </p:spPr>
          <p:txBody>
            <a:bodyPr/>
            <a:lstStyle/>
            <a:p>
              <a:endParaRPr lang="en-GB" sz="1815"/>
            </a:p>
          </p:txBody>
        </p:sp>
        <p:sp>
          <p:nvSpPr>
            <p:cNvPr id="228" name="Freeform 146"/>
            <p:cNvSpPr/>
            <p:nvPr/>
          </p:nvSpPr>
          <p:spPr bwMode="auto">
            <a:xfrm>
              <a:off x="2212918" y="5855812"/>
              <a:ext cx="417227" cy="479215"/>
            </a:xfrm>
            <a:custGeom>
              <a:avLst/>
              <a:gdLst>
                <a:gd name="T0" fmla="*/ 624 w 180"/>
                <a:gd name="T1" fmla="*/ 1192 h 207"/>
                <a:gd name="T2" fmla="*/ 729 w 180"/>
                <a:gd name="T3" fmla="*/ 932 h 207"/>
                <a:gd name="T4" fmla="*/ 1041 w 180"/>
                <a:gd name="T5" fmla="*/ 982 h 207"/>
                <a:gd name="T6" fmla="*/ 1041 w 180"/>
                <a:gd name="T7" fmla="*/ 726 h 207"/>
                <a:gd name="T8" fmla="*/ 885 w 180"/>
                <a:gd name="T9" fmla="*/ 568 h 207"/>
                <a:gd name="T10" fmla="*/ 1041 w 180"/>
                <a:gd name="T11" fmla="*/ 466 h 207"/>
                <a:gd name="T12" fmla="*/ 1041 w 180"/>
                <a:gd name="T13" fmla="*/ 154 h 207"/>
                <a:gd name="T14" fmla="*/ 677 w 180"/>
                <a:gd name="T15" fmla="*/ 154 h 207"/>
                <a:gd name="T16" fmla="*/ 572 w 180"/>
                <a:gd name="T17" fmla="*/ 0 h 207"/>
                <a:gd name="T18" fmla="*/ 467 w 180"/>
                <a:gd name="T19" fmla="*/ 154 h 207"/>
                <a:gd name="T20" fmla="*/ 210 w 180"/>
                <a:gd name="T21" fmla="*/ 154 h 207"/>
                <a:gd name="T22" fmla="*/ 210 w 180"/>
                <a:gd name="T23" fmla="*/ 466 h 207"/>
                <a:gd name="T24" fmla="*/ 102 w 180"/>
                <a:gd name="T25" fmla="*/ 466 h 207"/>
                <a:gd name="T26" fmla="*/ 0 w 180"/>
                <a:gd name="T27" fmla="*/ 624 h 207"/>
                <a:gd name="T28" fmla="*/ 210 w 180"/>
                <a:gd name="T29" fmla="*/ 726 h 207"/>
                <a:gd name="T30" fmla="*/ 210 w 180"/>
                <a:gd name="T31" fmla="*/ 982 h 207"/>
                <a:gd name="T32" fmla="*/ 522 w 180"/>
                <a:gd name="T33" fmla="*/ 932 h 207"/>
                <a:gd name="T34" fmla="*/ 624 w 180"/>
                <a:gd name="T35" fmla="*/ 1192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207"/>
                <a:gd name="T56" fmla="*/ 180 w 180"/>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207">
                  <a:moveTo>
                    <a:pt x="108" y="207"/>
                  </a:moveTo>
                  <a:cubicBezTo>
                    <a:pt x="144" y="207"/>
                    <a:pt x="117" y="162"/>
                    <a:pt x="126" y="162"/>
                  </a:cubicBezTo>
                  <a:cubicBezTo>
                    <a:pt x="135" y="162"/>
                    <a:pt x="180" y="171"/>
                    <a:pt x="180" y="171"/>
                  </a:cubicBezTo>
                  <a:cubicBezTo>
                    <a:pt x="180" y="171"/>
                    <a:pt x="180" y="153"/>
                    <a:pt x="180" y="126"/>
                  </a:cubicBezTo>
                  <a:cubicBezTo>
                    <a:pt x="180" y="99"/>
                    <a:pt x="153" y="135"/>
                    <a:pt x="153" y="99"/>
                  </a:cubicBezTo>
                  <a:cubicBezTo>
                    <a:pt x="153" y="54"/>
                    <a:pt x="180" y="90"/>
                    <a:pt x="180" y="81"/>
                  </a:cubicBezTo>
                  <a:cubicBezTo>
                    <a:pt x="180" y="72"/>
                    <a:pt x="180" y="27"/>
                    <a:pt x="180" y="27"/>
                  </a:cubicBezTo>
                  <a:cubicBezTo>
                    <a:pt x="180" y="27"/>
                    <a:pt x="135" y="27"/>
                    <a:pt x="117" y="27"/>
                  </a:cubicBezTo>
                  <a:cubicBezTo>
                    <a:pt x="99" y="27"/>
                    <a:pt x="135" y="0"/>
                    <a:pt x="99" y="0"/>
                  </a:cubicBezTo>
                  <a:cubicBezTo>
                    <a:pt x="63" y="0"/>
                    <a:pt x="90" y="27"/>
                    <a:pt x="81" y="27"/>
                  </a:cubicBezTo>
                  <a:cubicBezTo>
                    <a:pt x="72" y="27"/>
                    <a:pt x="36" y="27"/>
                    <a:pt x="36" y="27"/>
                  </a:cubicBezTo>
                  <a:cubicBezTo>
                    <a:pt x="36" y="27"/>
                    <a:pt x="36" y="72"/>
                    <a:pt x="36" y="81"/>
                  </a:cubicBezTo>
                  <a:cubicBezTo>
                    <a:pt x="36" y="90"/>
                    <a:pt x="18" y="81"/>
                    <a:pt x="18" y="81"/>
                  </a:cubicBezTo>
                  <a:cubicBezTo>
                    <a:pt x="18" y="81"/>
                    <a:pt x="0" y="72"/>
                    <a:pt x="0" y="108"/>
                  </a:cubicBezTo>
                  <a:cubicBezTo>
                    <a:pt x="0" y="144"/>
                    <a:pt x="36" y="108"/>
                    <a:pt x="36" y="126"/>
                  </a:cubicBezTo>
                  <a:cubicBezTo>
                    <a:pt x="36" y="144"/>
                    <a:pt x="36" y="171"/>
                    <a:pt x="36" y="171"/>
                  </a:cubicBezTo>
                  <a:cubicBezTo>
                    <a:pt x="36" y="171"/>
                    <a:pt x="81" y="162"/>
                    <a:pt x="90" y="162"/>
                  </a:cubicBezTo>
                  <a:cubicBezTo>
                    <a:pt x="99" y="162"/>
                    <a:pt x="72" y="207"/>
                    <a:pt x="108" y="207"/>
                  </a:cubicBezTo>
                  <a:close/>
                </a:path>
              </a:pathLst>
            </a:custGeom>
            <a:solidFill>
              <a:srgbClr val="FFFFFF"/>
            </a:solidFill>
            <a:ln w="9525">
              <a:noFill/>
              <a:round/>
            </a:ln>
          </p:spPr>
          <p:txBody>
            <a:bodyPr/>
            <a:lstStyle/>
            <a:p>
              <a:endParaRPr lang="en-GB" sz="1815"/>
            </a:p>
          </p:txBody>
        </p:sp>
        <p:sp>
          <p:nvSpPr>
            <p:cNvPr id="255" name="Freeform 147"/>
            <p:cNvSpPr/>
            <p:nvPr/>
          </p:nvSpPr>
          <p:spPr bwMode="auto">
            <a:xfrm>
              <a:off x="2233586" y="4498251"/>
              <a:ext cx="396559" cy="501174"/>
            </a:xfrm>
            <a:custGeom>
              <a:avLst/>
              <a:gdLst>
                <a:gd name="T0" fmla="*/ 575 w 171"/>
                <a:gd name="T1" fmla="*/ 1252 h 216"/>
                <a:gd name="T2" fmla="*/ 677 w 171"/>
                <a:gd name="T3" fmla="*/ 1042 h 216"/>
                <a:gd name="T4" fmla="*/ 989 w 171"/>
                <a:gd name="T5" fmla="*/ 1042 h 216"/>
                <a:gd name="T6" fmla="*/ 989 w 171"/>
                <a:gd name="T7" fmla="*/ 677 h 216"/>
                <a:gd name="T8" fmla="*/ 835 w 171"/>
                <a:gd name="T9" fmla="*/ 575 h 216"/>
                <a:gd name="T10" fmla="*/ 989 w 171"/>
                <a:gd name="T11" fmla="*/ 471 h 216"/>
                <a:gd name="T12" fmla="*/ 989 w 171"/>
                <a:gd name="T13" fmla="*/ 210 h 216"/>
                <a:gd name="T14" fmla="*/ 677 w 171"/>
                <a:gd name="T15" fmla="*/ 210 h 216"/>
                <a:gd name="T16" fmla="*/ 522 w 171"/>
                <a:gd name="T17" fmla="*/ 0 h 216"/>
                <a:gd name="T18" fmla="*/ 467 w 171"/>
                <a:gd name="T19" fmla="*/ 262 h 216"/>
                <a:gd name="T20" fmla="*/ 154 w 171"/>
                <a:gd name="T21" fmla="*/ 210 h 216"/>
                <a:gd name="T22" fmla="*/ 154 w 171"/>
                <a:gd name="T23" fmla="*/ 417 h 216"/>
                <a:gd name="T24" fmla="*/ 0 w 171"/>
                <a:gd name="T25" fmla="*/ 625 h 216"/>
                <a:gd name="T26" fmla="*/ 154 w 171"/>
                <a:gd name="T27" fmla="*/ 783 h 216"/>
                <a:gd name="T28" fmla="*/ 154 w 171"/>
                <a:gd name="T29" fmla="*/ 1042 h 216"/>
                <a:gd name="T30" fmla="*/ 467 w 171"/>
                <a:gd name="T31" fmla="*/ 1042 h 216"/>
                <a:gd name="T32" fmla="*/ 575 w 171"/>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216"/>
                <a:gd name="T53" fmla="*/ 171 w 171"/>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216">
                  <a:moveTo>
                    <a:pt x="99" y="216"/>
                  </a:moveTo>
                  <a:cubicBezTo>
                    <a:pt x="135" y="216"/>
                    <a:pt x="108" y="180"/>
                    <a:pt x="117" y="180"/>
                  </a:cubicBezTo>
                  <a:cubicBezTo>
                    <a:pt x="126" y="180"/>
                    <a:pt x="171" y="180"/>
                    <a:pt x="171" y="180"/>
                  </a:cubicBezTo>
                  <a:cubicBezTo>
                    <a:pt x="171" y="180"/>
                    <a:pt x="171" y="126"/>
                    <a:pt x="171" y="117"/>
                  </a:cubicBezTo>
                  <a:cubicBezTo>
                    <a:pt x="171" y="108"/>
                    <a:pt x="144" y="135"/>
                    <a:pt x="144" y="99"/>
                  </a:cubicBezTo>
                  <a:cubicBezTo>
                    <a:pt x="144" y="63"/>
                    <a:pt x="171" y="99"/>
                    <a:pt x="171" y="81"/>
                  </a:cubicBezTo>
                  <a:cubicBezTo>
                    <a:pt x="171" y="63"/>
                    <a:pt x="171" y="36"/>
                    <a:pt x="171" y="36"/>
                  </a:cubicBezTo>
                  <a:cubicBezTo>
                    <a:pt x="171" y="36"/>
                    <a:pt x="126" y="36"/>
                    <a:pt x="117" y="36"/>
                  </a:cubicBezTo>
                  <a:cubicBezTo>
                    <a:pt x="108" y="36"/>
                    <a:pt x="135" y="0"/>
                    <a:pt x="90" y="0"/>
                  </a:cubicBezTo>
                  <a:cubicBezTo>
                    <a:pt x="54" y="0"/>
                    <a:pt x="90" y="45"/>
                    <a:pt x="81" y="45"/>
                  </a:cubicBezTo>
                  <a:cubicBezTo>
                    <a:pt x="45" y="45"/>
                    <a:pt x="27" y="36"/>
                    <a:pt x="27" y="36"/>
                  </a:cubicBezTo>
                  <a:cubicBezTo>
                    <a:pt x="27" y="36"/>
                    <a:pt x="27" y="36"/>
                    <a:pt x="27" y="72"/>
                  </a:cubicBezTo>
                  <a:cubicBezTo>
                    <a:pt x="27" y="117"/>
                    <a:pt x="0" y="63"/>
                    <a:pt x="0" y="108"/>
                  </a:cubicBezTo>
                  <a:cubicBezTo>
                    <a:pt x="0" y="154"/>
                    <a:pt x="27" y="117"/>
                    <a:pt x="27" y="135"/>
                  </a:cubicBezTo>
                  <a:cubicBezTo>
                    <a:pt x="27" y="162"/>
                    <a:pt x="27" y="180"/>
                    <a:pt x="27" y="180"/>
                  </a:cubicBezTo>
                  <a:cubicBezTo>
                    <a:pt x="27" y="180"/>
                    <a:pt x="63" y="180"/>
                    <a:pt x="81" y="180"/>
                  </a:cubicBezTo>
                  <a:cubicBezTo>
                    <a:pt x="99" y="180"/>
                    <a:pt x="63" y="216"/>
                    <a:pt x="99" y="216"/>
                  </a:cubicBezTo>
                  <a:close/>
                </a:path>
              </a:pathLst>
            </a:custGeom>
            <a:solidFill>
              <a:srgbClr val="FFFFFF"/>
            </a:solidFill>
            <a:ln w="9525">
              <a:noFill/>
              <a:round/>
            </a:ln>
          </p:spPr>
          <p:txBody>
            <a:bodyPr/>
            <a:lstStyle/>
            <a:p>
              <a:endParaRPr lang="en-GB" sz="1815"/>
            </a:p>
          </p:txBody>
        </p:sp>
        <p:sp>
          <p:nvSpPr>
            <p:cNvPr id="276" name="Freeform 148"/>
            <p:cNvSpPr/>
            <p:nvPr/>
          </p:nvSpPr>
          <p:spPr bwMode="auto">
            <a:xfrm>
              <a:off x="8290475" y="3149732"/>
              <a:ext cx="355224" cy="512799"/>
            </a:xfrm>
            <a:custGeom>
              <a:avLst/>
              <a:gdLst>
                <a:gd name="T0" fmla="*/ 575 w 153"/>
                <a:gd name="T1" fmla="*/ 291 h 221"/>
                <a:gd name="T2" fmla="*/ 417 w 153"/>
                <a:gd name="T3" fmla="*/ 29 h 221"/>
                <a:gd name="T4" fmla="*/ 313 w 153"/>
                <a:gd name="T5" fmla="*/ 243 h 221"/>
                <a:gd name="T6" fmla="*/ 52 w 153"/>
                <a:gd name="T7" fmla="*/ 243 h 221"/>
                <a:gd name="T8" fmla="*/ 0 w 153"/>
                <a:gd name="T9" fmla="*/ 446 h 221"/>
                <a:gd name="T10" fmla="*/ 262 w 153"/>
                <a:gd name="T11" fmla="*/ 604 h 221"/>
                <a:gd name="T12" fmla="*/ 0 w 153"/>
                <a:gd name="T13" fmla="*/ 758 h 221"/>
                <a:gd name="T14" fmla="*/ 52 w 153"/>
                <a:gd name="T15" fmla="*/ 1071 h 221"/>
                <a:gd name="T16" fmla="*/ 365 w 153"/>
                <a:gd name="T17" fmla="*/ 1071 h 221"/>
                <a:gd name="T18" fmla="*/ 523 w 153"/>
                <a:gd name="T19" fmla="*/ 1229 h 221"/>
                <a:gd name="T20" fmla="*/ 575 w 153"/>
                <a:gd name="T21" fmla="*/ 1071 h 221"/>
                <a:gd name="T22" fmla="*/ 888 w 153"/>
                <a:gd name="T23" fmla="*/ 1071 h 221"/>
                <a:gd name="T24" fmla="*/ 888 w 153"/>
                <a:gd name="T25" fmla="*/ 243 h 221"/>
                <a:gd name="T26" fmla="*/ 575 w 153"/>
                <a:gd name="T27" fmla="*/ 291 h 221"/>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3"/>
                <a:gd name="T43" fmla="*/ 0 h 221"/>
                <a:gd name="T44" fmla="*/ 153 w 153"/>
                <a:gd name="T45" fmla="*/ 221 h 221"/>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3" h="221">
                  <a:moveTo>
                    <a:pt x="99" y="50"/>
                  </a:moveTo>
                  <a:cubicBezTo>
                    <a:pt x="81" y="41"/>
                    <a:pt x="135" y="14"/>
                    <a:pt x="72" y="5"/>
                  </a:cubicBezTo>
                  <a:cubicBezTo>
                    <a:pt x="36" y="0"/>
                    <a:pt x="65" y="36"/>
                    <a:pt x="54" y="42"/>
                  </a:cubicBezTo>
                  <a:cubicBezTo>
                    <a:pt x="36" y="51"/>
                    <a:pt x="9" y="42"/>
                    <a:pt x="9" y="42"/>
                  </a:cubicBezTo>
                  <a:cubicBezTo>
                    <a:pt x="9" y="42"/>
                    <a:pt x="0" y="59"/>
                    <a:pt x="0" y="77"/>
                  </a:cubicBezTo>
                  <a:cubicBezTo>
                    <a:pt x="0" y="95"/>
                    <a:pt x="45" y="50"/>
                    <a:pt x="45" y="104"/>
                  </a:cubicBezTo>
                  <a:cubicBezTo>
                    <a:pt x="45" y="158"/>
                    <a:pt x="0" y="104"/>
                    <a:pt x="0" y="131"/>
                  </a:cubicBezTo>
                  <a:cubicBezTo>
                    <a:pt x="0" y="158"/>
                    <a:pt x="9" y="185"/>
                    <a:pt x="9" y="185"/>
                  </a:cubicBezTo>
                  <a:cubicBezTo>
                    <a:pt x="9" y="185"/>
                    <a:pt x="45" y="176"/>
                    <a:pt x="63" y="185"/>
                  </a:cubicBezTo>
                  <a:cubicBezTo>
                    <a:pt x="74" y="191"/>
                    <a:pt x="36" y="221"/>
                    <a:pt x="90" y="212"/>
                  </a:cubicBezTo>
                  <a:cubicBezTo>
                    <a:pt x="117" y="208"/>
                    <a:pt x="81" y="185"/>
                    <a:pt x="99" y="185"/>
                  </a:cubicBezTo>
                  <a:cubicBezTo>
                    <a:pt x="126" y="185"/>
                    <a:pt x="153" y="185"/>
                    <a:pt x="153" y="185"/>
                  </a:cubicBezTo>
                  <a:cubicBezTo>
                    <a:pt x="153" y="42"/>
                    <a:pt x="153" y="42"/>
                    <a:pt x="153" y="42"/>
                  </a:cubicBezTo>
                  <a:cubicBezTo>
                    <a:pt x="153" y="42"/>
                    <a:pt x="123" y="62"/>
                    <a:pt x="99" y="50"/>
                  </a:cubicBezTo>
                  <a:close/>
                </a:path>
              </a:pathLst>
            </a:custGeom>
            <a:solidFill>
              <a:srgbClr val="FFFFFF"/>
            </a:solidFill>
            <a:ln w="9525">
              <a:noFill/>
              <a:round/>
            </a:ln>
          </p:spPr>
          <p:txBody>
            <a:bodyPr/>
            <a:lstStyle/>
            <a:p>
              <a:endParaRPr lang="en-GB" sz="1815"/>
            </a:p>
          </p:txBody>
        </p:sp>
        <p:sp>
          <p:nvSpPr>
            <p:cNvPr id="286" name="Freeform 149"/>
            <p:cNvSpPr/>
            <p:nvPr/>
          </p:nvSpPr>
          <p:spPr bwMode="auto">
            <a:xfrm>
              <a:off x="8293059" y="1908423"/>
              <a:ext cx="352640" cy="334546"/>
            </a:xfrm>
            <a:custGeom>
              <a:avLst/>
              <a:gdLst>
                <a:gd name="T0" fmla="*/ 45 w 152"/>
                <a:gd name="T1" fmla="*/ 0 h 144"/>
                <a:gd name="T2" fmla="*/ 52 w 152"/>
                <a:gd name="T3" fmla="*/ 284 h 144"/>
                <a:gd name="T4" fmla="*/ 210 w 152"/>
                <a:gd name="T5" fmla="*/ 313 h 144"/>
                <a:gd name="T6" fmla="*/ 210 w 152"/>
                <a:gd name="T7" fmla="*/ 523 h 144"/>
                <a:gd name="T8" fmla="*/ 52 w 152"/>
                <a:gd name="T9" fmla="*/ 523 h 144"/>
                <a:gd name="T10" fmla="*/ 45 w 152"/>
                <a:gd name="T11" fmla="*/ 838 h 144"/>
                <a:gd name="T12" fmla="*/ 255 w 152"/>
                <a:gd name="T13" fmla="*/ 838 h 144"/>
                <a:gd name="T14" fmla="*/ 307 w 152"/>
                <a:gd name="T15" fmla="*/ 734 h 144"/>
                <a:gd name="T16" fmla="*/ 413 w 152"/>
                <a:gd name="T17" fmla="*/ 628 h 144"/>
                <a:gd name="T18" fmla="*/ 568 w 152"/>
                <a:gd name="T19" fmla="*/ 734 h 144"/>
                <a:gd name="T20" fmla="*/ 568 w 152"/>
                <a:gd name="T21" fmla="*/ 838 h 144"/>
                <a:gd name="T22" fmla="*/ 880 w 152"/>
                <a:gd name="T23" fmla="*/ 831 h 144"/>
                <a:gd name="T24" fmla="*/ 880 w 152"/>
                <a:gd name="T25" fmla="*/ 0 h 144"/>
                <a:gd name="T26" fmla="*/ 45 w 152"/>
                <a:gd name="T27" fmla="*/ 0 h 14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2"/>
                <a:gd name="T43" fmla="*/ 0 h 144"/>
                <a:gd name="T44" fmla="*/ 152 w 152"/>
                <a:gd name="T45" fmla="*/ 144 h 14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2" h="144">
                  <a:moveTo>
                    <a:pt x="8" y="0"/>
                  </a:moveTo>
                  <a:cubicBezTo>
                    <a:pt x="8" y="0"/>
                    <a:pt x="0" y="41"/>
                    <a:pt x="9" y="49"/>
                  </a:cubicBezTo>
                  <a:cubicBezTo>
                    <a:pt x="18" y="57"/>
                    <a:pt x="25" y="47"/>
                    <a:pt x="36" y="54"/>
                  </a:cubicBezTo>
                  <a:cubicBezTo>
                    <a:pt x="47" y="61"/>
                    <a:pt x="47" y="81"/>
                    <a:pt x="36" y="90"/>
                  </a:cubicBezTo>
                  <a:cubicBezTo>
                    <a:pt x="25" y="99"/>
                    <a:pt x="13" y="78"/>
                    <a:pt x="9" y="90"/>
                  </a:cubicBezTo>
                  <a:cubicBezTo>
                    <a:pt x="5" y="102"/>
                    <a:pt x="8" y="144"/>
                    <a:pt x="8" y="144"/>
                  </a:cubicBezTo>
                  <a:cubicBezTo>
                    <a:pt x="8" y="144"/>
                    <a:pt x="35" y="144"/>
                    <a:pt x="44" y="144"/>
                  </a:cubicBezTo>
                  <a:cubicBezTo>
                    <a:pt x="53" y="144"/>
                    <a:pt x="62" y="135"/>
                    <a:pt x="53" y="126"/>
                  </a:cubicBezTo>
                  <a:cubicBezTo>
                    <a:pt x="44" y="117"/>
                    <a:pt x="53" y="108"/>
                    <a:pt x="71" y="108"/>
                  </a:cubicBezTo>
                  <a:cubicBezTo>
                    <a:pt x="89" y="108"/>
                    <a:pt x="107" y="117"/>
                    <a:pt x="98" y="126"/>
                  </a:cubicBezTo>
                  <a:cubicBezTo>
                    <a:pt x="89" y="135"/>
                    <a:pt x="89" y="144"/>
                    <a:pt x="98" y="144"/>
                  </a:cubicBezTo>
                  <a:cubicBezTo>
                    <a:pt x="107" y="144"/>
                    <a:pt x="152" y="143"/>
                    <a:pt x="152" y="143"/>
                  </a:cubicBezTo>
                  <a:cubicBezTo>
                    <a:pt x="152" y="0"/>
                    <a:pt x="152" y="0"/>
                    <a:pt x="152" y="0"/>
                  </a:cubicBezTo>
                  <a:lnTo>
                    <a:pt x="8" y="0"/>
                  </a:lnTo>
                  <a:close/>
                </a:path>
              </a:pathLst>
            </a:custGeom>
            <a:solidFill>
              <a:srgbClr val="FFFFFF"/>
            </a:solidFill>
            <a:ln w="9525">
              <a:noFill/>
              <a:round/>
            </a:ln>
          </p:spPr>
          <p:txBody>
            <a:bodyPr/>
            <a:lstStyle/>
            <a:p>
              <a:endParaRPr lang="en-GB" sz="1815"/>
            </a:p>
          </p:txBody>
        </p:sp>
        <p:sp>
          <p:nvSpPr>
            <p:cNvPr id="293" name="Freeform 150"/>
            <p:cNvSpPr/>
            <p:nvPr/>
          </p:nvSpPr>
          <p:spPr bwMode="auto">
            <a:xfrm>
              <a:off x="7559360" y="1908423"/>
              <a:ext cx="443061" cy="417214"/>
            </a:xfrm>
            <a:custGeom>
              <a:avLst/>
              <a:gdLst>
                <a:gd name="T0" fmla="*/ 210 w 191"/>
                <a:gd name="T1" fmla="*/ 312 h 180"/>
                <a:gd name="T2" fmla="*/ 52 w 191"/>
                <a:gd name="T3" fmla="*/ 364 h 180"/>
                <a:gd name="T4" fmla="*/ 210 w 191"/>
                <a:gd name="T5" fmla="*/ 522 h 180"/>
                <a:gd name="T6" fmla="*/ 210 w 191"/>
                <a:gd name="T7" fmla="*/ 831 h 180"/>
                <a:gd name="T8" fmla="*/ 523 w 191"/>
                <a:gd name="T9" fmla="*/ 831 h 180"/>
                <a:gd name="T10" fmla="*/ 625 w 191"/>
                <a:gd name="T11" fmla="*/ 1041 h 180"/>
                <a:gd name="T12" fmla="*/ 729 w 191"/>
                <a:gd name="T13" fmla="*/ 831 h 180"/>
                <a:gd name="T14" fmla="*/ 1042 w 191"/>
                <a:gd name="T15" fmla="*/ 831 h 180"/>
                <a:gd name="T16" fmla="*/ 1099 w 191"/>
                <a:gd name="T17" fmla="*/ 624 h 180"/>
                <a:gd name="T18" fmla="*/ 945 w 191"/>
                <a:gd name="T19" fmla="*/ 467 h 180"/>
                <a:gd name="T20" fmla="*/ 1106 w 191"/>
                <a:gd name="T21" fmla="*/ 312 h 180"/>
                <a:gd name="T22" fmla="*/ 1042 w 191"/>
                <a:gd name="T23" fmla="*/ 0 h 180"/>
                <a:gd name="T24" fmla="*/ 210 w 191"/>
                <a:gd name="T25" fmla="*/ 0 h 180"/>
                <a:gd name="T26" fmla="*/ 210 w 191"/>
                <a:gd name="T27" fmla="*/ 0 h 180"/>
                <a:gd name="T28" fmla="*/ 210 w 191"/>
                <a:gd name="T29" fmla="*/ 312 h 18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91"/>
                <a:gd name="T46" fmla="*/ 0 h 180"/>
                <a:gd name="T47" fmla="*/ 191 w 191"/>
                <a:gd name="T48" fmla="*/ 180 h 180"/>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91" h="180">
                  <a:moveTo>
                    <a:pt x="36" y="54"/>
                  </a:moveTo>
                  <a:cubicBezTo>
                    <a:pt x="36" y="72"/>
                    <a:pt x="13" y="36"/>
                    <a:pt x="9" y="63"/>
                  </a:cubicBezTo>
                  <a:cubicBezTo>
                    <a:pt x="0" y="117"/>
                    <a:pt x="36" y="77"/>
                    <a:pt x="36" y="90"/>
                  </a:cubicBezTo>
                  <a:cubicBezTo>
                    <a:pt x="36" y="126"/>
                    <a:pt x="36" y="144"/>
                    <a:pt x="36" y="144"/>
                  </a:cubicBezTo>
                  <a:cubicBezTo>
                    <a:pt x="36" y="144"/>
                    <a:pt x="72" y="144"/>
                    <a:pt x="90" y="144"/>
                  </a:cubicBezTo>
                  <a:cubicBezTo>
                    <a:pt x="108" y="144"/>
                    <a:pt x="72" y="180"/>
                    <a:pt x="108" y="180"/>
                  </a:cubicBezTo>
                  <a:cubicBezTo>
                    <a:pt x="144" y="180"/>
                    <a:pt x="117" y="144"/>
                    <a:pt x="126" y="144"/>
                  </a:cubicBezTo>
                  <a:cubicBezTo>
                    <a:pt x="135" y="144"/>
                    <a:pt x="180" y="144"/>
                    <a:pt x="180" y="144"/>
                  </a:cubicBezTo>
                  <a:cubicBezTo>
                    <a:pt x="180" y="144"/>
                    <a:pt x="190" y="117"/>
                    <a:pt x="190" y="108"/>
                  </a:cubicBezTo>
                  <a:cubicBezTo>
                    <a:pt x="190" y="72"/>
                    <a:pt x="163" y="126"/>
                    <a:pt x="163" y="81"/>
                  </a:cubicBezTo>
                  <a:cubicBezTo>
                    <a:pt x="163" y="36"/>
                    <a:pt x="191" y="72"/>
                    <a:pt x="191" y="54"/>
                  </a:cubicBezTo>
                  <a:cubicBezTo>
                    <a:pt x="191" y="36"/>
                    <a:pt x="180" y="0"/>
                    <a:pt x="180" y="0"/>
                  </a:cubicBezTo>
                  <a:cubicBezTo>
                    <a:pt x="36" y="0"/>
                    <a:pt x="36" y="0"/>
                    <a:pt x="36" y="0"/>
                  </a:cubicBezTo>
                  <a:cubicBezTo>
                    <a:pt x="36" y="0"/>
                    <a:pt x="36" y="0"/>
                    <a:pt x="36" y="0"/>
                  </a:cubicBezTo>
                  <a:cubicBezTo>
                    <a:pt x="35" y="2"/>
                    <a:pt x="36" y="18"/>
                    <a:pt x="36" y="54"/>
                  </a:cubicBezTo>
                  <a:close/>
                </a:path>
              </a:pathLst>
            </a:custGeom>
            <a:solidFill>
              <a:srgbClr val="FFFFFF"/>
            </a:solidFill>
            <a:ln w="9525">
              <a:noFill/>
              <a:round/>
            </a:ln>
          </p:spPr>
          <p:txBody>
            <a:bodyPr/>
            <a:lstStyle/>
            <a:p>
              <a:endParaRPr lang="en-GB" sz="1815"/>
            </a:p>
          </p:txBody>
        </p:sp>
        <p:sp>
          <p:nvSpPr>
            <p:cNvPr id="298" name="Freeform 151"/>
            <p:cNvSpPr/>
            <p:nvPr/>
          </p:nvSpPr>
          <p:spPr bwMode="auto">
            <a:xfrm>
              <a:off x="3967078" y="6231692"/>
              <a:ext cx="334556" cy="437881"/>
            </a:xfrm>
            <a:custGeom>
              <a:avLst/>
              <a:gdLst>
                <a:gd name="T0" fmla="*/ 680 w 144"/>
                <a:gd name="T1" fmla="*/ 518 h 189"/>
                <a:gd name="T2" fmla="*/ 838 w 144"/>
                <a:gd name="T3" fmla="*/ 364 h 189"/>
                <a:gd name="T4" fmla="*/ 838 w 144"/>
                <a:gd name="T5" fmla="*/ 52 h 189"/>
                <a:gd name="T6" fmla="*/ 628 w 144"/>
                <a:gd name="T7" fmla="*/ 52 h 189"/>
                <a:gd name="T8" fmla="*/ 421 w 144"/>
                <a:gd name="T9" fmla="*/ 210 h 189"/>
                <a:gd name="T10" fmla="*/ 263 w 144"/>
                <a:gd name="T11" fmla="*/ 0 h 189"/>
                <a:gd name="T12" fmla="*/ 0 w 144"/>
                <a:gd name="T13" fmla="*/ 52 h 189"/>
                <a:gd name="T14" fmla="*/ 0 w 144"/>
                <a:gd name="T15" fmla="*/ 364 h 189"/>
                <a:gd name="T16" fmla="*/ 210 w 144"/>
                <a:gd name="T17" fmla="*/ 518 h 189"/>
                <a:gd name="T18" fmla="*/ 0 w 144"/>
                <a:gd name="T19" fmla="*/ 624 h 189"/>
                <a:gd name="T20" fmla="*/ 0 w 144"/>
                <a:gd name="T21" fmla="*/ 881 h 189"/>
                <a:gd name="T22" fmla="*/ 313 w 144"/>
                <a:gd name="T23" fmla="*/ 881 h 189"/>
                <a:gd name="T24" fmla="*/ 313 w 144"/>
                <a:gd name="T25" fmla="*/ 988 h 189"/>
                <a:gd name="T26" fmla="*/ 473 w 144"/>
                <a:gd name="T27" fmla="*/ 1091 h 189"/>
                <a:gd name="T28" fmla="*/ 576 w 144"/>
                <a:gd name="T29" fmla="*/ 881 h 189"/>
                <a:gd name="T30" fmla="*/ 838 w 144"/>
                <a:gd name="T31" fmla="*/ 881 h 189"/>
                <a:gd name="T32" fmla="*/ 838 w 144"/>
                <a:gd name="T33" fmla="*/ 624 h 189"/>
                <a:gd name="T34" fmla="*/ 680 w 144"/>
                <a:gd name="T35" fmla="*/ 518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44"/>
                <a:gd name="T55" fmla="*/ 0 h 189"/>
                <a:gd name="T56" fmla="*/ 144 w 144"/>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44" h="189">
                  <a:moveTo>
                    <a:pt x="117" y="90"/>
                  </a:moveTo>
                  <a:cubicBezTo>
                    <a:pt x="117" y="36"/>
                    <a:pt x="144" y="72"/>
                    <a:pt x="144" y="63"/>
                  </a:cubicBezTo>
                  <a:cubicBezTo>
                    <a:pt x="144" y="54"/>
                    <a:pt x="144" y="9"/>
                    <a:pt x="144" y="9"/>
                  </a:cubicBezTo>
                  <a:cubicBezTo>
                    <a:pt x="144" y="9"/>
                    <a:pt x="134" y="14"/>
                    <a:pt x="108" y="9"/>
                  </a:cubicBezTo>
                  <a:cubicBezTo>
                    <a:pt x="63" y="0"/>
                    <a:pt x="117" y="36"/>
                    <a:pt x="72" y="36"/>
                  </a:cubicBezTo>
                  <a:cubicBezTo>
                    <a:pt x="36" y="36"/>
                    <a:pt x="63" y="0"/>
                    <a:pt x="45" y="0"/>
                  </a:cubicBezTo>
                  <a:cubicBezTo>
                    <a:pt x="32" y="0"/>
                    <a:pt x="0" y="9"/>
                    <a:pt x="0" y="9"/>
                  </a:cubicBezTo>
                  <a:cubicBezTo>
                    <a:pt x="0" y="9"/>
                    <a:pt x="0" y="36"/>
                    <a:pt x="0" y="63"/>
                  </a:cubicBezTo>
                  <a:cubicBezTo>
                    <a:pt x="0" y="90"/>
                    <a:pt x="36" y="45"/>
                    <a:pt x="36" y="90"/>
                  </a:cubicBezTo>
                  <a:cubicBezTo>
                    <a:pt x="36" y="135"/>
                    <a:pt x="0" y="99"/>
                    <a:pt x="0" y="108"/>
                  </a:cubicBezTo>
                  <a:cubicBezTo>
                    <a:pt x="0" y="117"/>
                    <a:pt x="0" y="153"/>
                    <a:pt x="0" y="153"/>
                  </a:cubicBezTo>
                  <a:cubicBezTo>
                    <a:pt x="0" y="153"/>
                    <a:pt x="45" y="153"/>
                    <a:pt x="54" y="153"/>
                  </a:cubicBezTo>
                  <a:cubicBezTo>
                    <a:pt x="63" y="153"/>
                    <a:pt x="54" y="171"/>
                    <a:pt x="54" y="171"/>
                  </a:cubicBezTo>
                  <a:cubicBezTo>
                    <a:pt x="54" y="171"/>
                    <a:pt x="45" y="189"/>
                    <a:pt x="81" y="189"/>
                  </a:cubicBezTo>
                  <a:cubicBezTo>
                    <a:pt x="117" y="189"/>
                    <a:pt x="81" y="153"/>
                    <a:pt x="99" y="153"/>
                  </a:cubicBezTo>
                  <a:cubicBezTo>
                    <a:pt x="117" y="153"/>
                    <a:pt x="144" y="153"/>
                    <a:pt x="144" y="153"/>
                  </a:cubicBezTo>
                  <a:cubicBezTo>
                    <a:pt x="144" y="153"/>
                    <a:pt x="144" y="126"/>
                    <a:pt x="144" y="108"/>
                  </a:cubicBezTo>
                  <a:cubicBezTo>
                    <a:pt x="144" y="90"/>
                    <a:pt x="117" y="126"/>
                    <a:pt x="117" y="90"/>
                  </a:cubicBezTo>
                  <a:close/>
                </a:path>
              </a:pathLst>
            </a:custGeom>
            <a:solidFill>
              <a:srgbClr val="FFFFFF"/>
            </a:solidFill>
            <a:ln w="9525">
              <a:noFill/>
              <a:round/>
            </a:ln>
          </p:spPr>
          <p:txBody>
            <a:bodyPr/>
            <a:lstStyle/>
            <a:p>
              <a:endParaRPr lang="en-GB" sz="1815"/>
            </a:p>
          </p:txBody>
        </p:sp>
        <p:sp>
          <p:nvSpPr>
            <p:cNvPr id="299" name="Freeform 152"/>
            <p:cNvSpPr/>
            <p:nvPr/>
          </p:nvSpPr>
          <p:spPr bwMode="auto">
            <a:xfrm>
              <a:off x="2276213" y="5166052"/>
              <a:ext cx="353932" cy="501174"/>
            </a:xfrm>
            <a:custGeom>
              <a:avLst/>
              <a:gdLst>
                <a:gd name="T0" fmla="*/ 466 w 153"/>
                <a:gd name="T1" fmla="*/ 1252 h 216"/>
                <a:gd name="T2" fmla="*/ 568 w 153"/>
                <a:gd name="T3" fmla="*/ 1042 h 216"/>
                <a:gd name="T4" fmla="*/ 879 w 153"/>
                <a:gd name="T5" fmla="*/ 1042 h 216"/>
                <a:gd name="T6" fmla="*/ 879 w 153"/>
                <a:gd name="T7" fmla="*/ 783 h 216"/>
                <a:gd name="T8" fmla="*/ 725 w 153"/>
                <a:gd name="T9" fmla="*/ 677 h 216"/>
                <a:gd name="T10" fmla="*/ 879 w 153"/>
                <a:gd name="T11" fmla="*/ 523 h 216"/>
                <a:gd name="T12" fmla="*/ 879 w 153"/>
                <a:gd name="T13" fmla="*/ 210 h 216"/>
                <a:gd name="T14" fmla="*/ 568 w 153"/>
                <a:gd name="T15" fmla="*/ 210 h 216"/>
                <a:gd name="T16" fmla="*/ 414 w 153"/>
                <a:gd name="T17" fmla="*/ 0 h 216"/>
                <a:gd name="T18" fmla="*/ 362 w 153"/>
                <a:gd name="T19" fmla="*/ 262 h 216"/>
                <a:gd name="T20" fmla="*/ 52 w 153"/>
                <a:gd name="T21" fmla="*/ 210 h 216"/>
                <a:gd name="T22" fmla="*/ 0 w 153"/>
                <a:gd name="T23" fmla="*/ 465 h 216"/>
                <a:gd name="T24" fmla="*/ 206 w 153"/>
                <a:gd name="T25" fmla="*/ 620 h 216"/>
                <a:gd name="T26" fmla="*/ 52 w 153"/>
                <a:gd name="T27" fmla="*/ 830 h 216"/>
                <a:gd name="T28" fmla="*/ 52 w 153"/>
                <a:gd name="T29" fmla="*/ 1042 h 216"/>
                <a:gd name="T30" fmla="*/ 362 w 153"/>
                <a:gd name="T31" fmla="*/ 1042 h 216"/>
                <a:gd name="T32" fmla="*/ 466 w 153"/>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16"/>
                <a:gd name="T53" fmla="*/ 153 w 153"/>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16">
                  <a:moveTo>
                    <a:pt x="81" y="216"/>
                  </a:moveTo>
                  <a:cubicBezTo>
                    <a:pt x="117" y="216"/>
                    <a:pt x="90" y="180"/>
                    <a:pt x="99" y="180"/>
                  </a:cubicBezTo>
                  <a:cubicBezTo>
                    <a:pt x="108" y="180"/>
                    <a:pt x="153" y="180"/>
                    <a:pt x="153" y="180"/>
                  </a:cubicBezTo>
                  <a:cubicBezTo>
                    <a:pt x="153" y="180"/>
                    <a:pt x="153" y="153"/>
                    <a:pt x="153" y="135"/>
                  </a:cubicBezTo>
                  <a:cubicBezTo>
                    <a:pt x="153" y="117"/>
                    <a:pt x="126" y="153"/>
                    <a:pt x="126" y="117"/>
                  </a:cubicBezTo>
                  <a:cubicBezTo>
                    <a:pt x="126" y="63"/>
                    <a:pt x="153" y="99"/>
                    <a:pt x="153" y="90"/>
                  </a:cubicBezTo>
                  <a:cubicBezTo>
                    <a:pt x="153" y="81"/>
                    <a:pt x="153" y="36"/>
                    <a:pt x="153" y="36"/>
                  </a:cubicBezTo>
                  <a:cubicBezTo>
                    <a:pt x="153" y="36"/>
                    <a:pt x="108" y="36"/>
                    <a:pt x="99" y="36"/>
                  </a:cubicBezTo>
                  <a:cubicBezTo>
                    <a:pt x="90" y="36"/>
                    <a:pt x="117" y="0"/>
                    <a:pt x="72" y="0"/>
                  </a:cubicBezTo>
                  <a:cubicBezTo>
                    <a:pt x="36" y="0"/>
                    <a:pt x="72" y="45"/>
                    <a:pt x="63" y="45"/>
                  </a:cubicBezTo>
                  <a:cubicBezTo>
                    <a:pt x="27" y="45"/>
                    <a:pt x="9" y="36"/>
                    <a:pt x="9" y="36"/>
                  </a:cubicBezTo>
                  <a:cubicBezTo>
                    <a:pt x="9" y="36"/>
                    <a:pt x="0" y="71"/>
                    <a:pt x="0" y="80"/>
                  </a:cubicBezTo>
                  <a:cubicBezTo>
                    <a:pt x="0" y="107"/>
                    <a:pt x="36" y="53"/>
                    <a:pt x="36" y="107"/>
                  </a:cubicBezTo>
                  <a:cubicBezTo>
                    <a:pt x="36" y="152"/>
                    <a:pt x="9" y="107"/>
                    <a:pt x="9" y="143"/>
                  </a:cubicBezTo>
                  <a:cubicBezTo>
                    <a:pt x="9" y="170"/>
                    <a:pt x="9" y="180"/>
                    <a:pt x="9" y="180"/>
                  </a:cubicBezTo>
                  <a:cubicBezTo>
                    <a:pt x="9" y="180"/>
                    <a:pt x="54" y="180"/>
                    <a:pt x="63" y="180"/>
                  </a:cubicBezTo>
                  <a:cubicBezTo>
                    <a:pt x="72" y="180"/>
                    <a:pt x="45" y="216"/>
                    <a:pt x="81" y="216"/>
                  </a:cubicBezTo>
                  <a:close/>
                </a:path>
              </a:pathLst>
            </a:custGeom>
            <a:solidFill>
              <a:srgbClr val="FFFFFF"/>
            </a:solidFill>
            <a:ln w="9525">
              <a:noFill/>
              <a:round/>
            </a:ln>
          </p:spPr>
          <p:txBody>
            <a:bodyPr/>
            <a:lstStyle/>
            <a:p>
              <a:endParaRPr lang="en-GB" sz="1815"/>
            </a:p>
          </p:txBody>
        </p:sp>
        <p:sp>
          <p:nvSpPr>
            <p:cNvPr id="300" name="Freeform 153"/>
            <p:cNvSpPr/>
            <p:nvPr/>
          </p:nvSpPr>
          <p:spPr bwMode="auto">
            <a:xfrm>
              <a:off x="6974209" y="6564947"/>
              <a:ext cx="418518" cy="355213"/>
            </a:xfrm>
            <a:custGeom>
              <a:avLst/>
              <a:gdLst>
                <a:gd name="T0" fmla="*/ 997 w 180"/>
                <a:gd name="T1" fmla="*/ 523 h 153"/>
                <a:gd name="T2" fmla="*/ 787 w 180"/>
                <a:gd name="T3" fmla="*/ 365 h 153"/>
                <a:gd name="T4" fmla="*/ 846 w 180"/>
                <a:gd name="T5" fmla="*/ 52 h 153"/>
                <a:gd name="T6" fmla="*/ 635 w 180"/>
                <a:gd name="T7" fmla="*/ 52 h 153"/>
                <a:gd name="T8" fmla="*/ 479 w 180"/>
                <a:gd name="T9" fmla="*/ 262 h 153"/>
                <a:gd name="T10" fmla="*/ 268 w 180"/>
                <a:gd name="T11" fmla="*/ 52 h 153"/>
                <a:gd name="T12" fmla="*/ 7 w 180"/>
                <a:gd name="T13" fmla="*/ 52 h 153"/>
                <a:gd name="T14" fmla="*/ 0 w 180"/>
                <a:gd name="T15" fmla="*/ 365 h 153"/>
                <a:gd name="T16" fmla="*/ 211 w 180"/>
                <a:gd name="T17" fmla="*/ 523 h 153"/>
                <a:gd name="T18" fmla="*/ 0 w 180"/>
                <a:gd name="T19" fmla="*/ 627 h 153"/>
                <a:gd name="T20" fmla="*/ 0 w 180"/>
                <a:gd name="T21" fmla="*/ 888 h 153"/>
                <a:gd name="T22" fmla="*/ 839 w 180"/>
                <a:gd name="T23" fmla="*/ 888 h 153"/>
                <a:gd name="T24" fmla="*/ 787 w 180"/>
                <a:gd name="T25" fmla="*/ 575 h 153"/>
                <a:gd name="T26" fmla="*/ 997 w 180"/>
                <a:gd name="T27" fmla="*/ 523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0"/>
                <a:gd name="T43" fmla="*/ 0 h 153"/>
                <a:gd name="T44" fmla="*/ 180 w 180"/>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0" h="153">
                  <a:moveTo>
                    <a:pt x="171" y="90"/>
                  </a:moveTo>
                  <a:cubicBezTo>
                    <a:pt x="180" y="36"/>
                    <a:pt x="135" y="76"/>
                    <a:pt x="135" y="63"/>
                  </a:cubicBezTo>
                  <a:cubicBezTo>
                    <a:pt x="135" y="45"/>
                    <a:pt x="145" y="9"/>
                    <a:pt x="145" y="9"/>
                  </a:cubicBezTo>
                  <a:cubicBezTo>
                    <a:pt x="145" y="9"/>
                    <a:pt x="118" y="9"/>
                    <a:pt x="109" y="9"/>
                  </a:cubicBezTo>
                  <a:cubicBezTo>
                    <a:pt x="82" y="9"/>
                    <a:pt x="118" y="45"/>
                    <a:pt x="82" y="45"/>
                  </a:cubicBezTo>
                  <a:cubicBezTo>
                    <a:pt x="28" y="45"/>
                    <a:pt x="73" y="0"/>
                    <a:pt x="46" y="9"/>
                  </a:cubicBezTo>
                  <a:cubicBezTo>
                    <a:pt x="19" y="18"/>
                    <a:pt x="1" y="9"/>
                    <a:pt x="1" y="9"/>
                  </a:cubicBezTo>
                  <a:cubicBezTo>
                    <a:pt x="1" y="9"/>
                    <a:pt x="0" y="36"/>
                    <a:pt x="0" y="63"/>
                  </a:cubicBezTo>
                  <a:cubicBezTo>
                    <a:pt x="0" y="90"/>
                    <a:pt x="36" y="45"/>
                    <a:pt x="36" y="90"/>
                  </a:cubicBezTo>
                  <a:cubicBezTo>
                    <a:pt x="36" y="135"/>
                    <a:pt x="0" y="99"/>
                    <a:pt x="0" y="108"/>
                  </a:cubicBezTo>
                  <a:cubicBezTo>
                    <a:pt x="0" y="117"/>
                    <a:pt x="0" y="153"/>
                    <a:pt x="0" y="153"/>
                  </a:cubicBezTo>
                  <a:cubicBezTo>
                    <a:pt x="144" y="153"/>
                    <a:pt x="144" y="153"/>
                    <a:pt x="144" y="153"/>
                  </a:cubicBezTo>
                  <a:cubicBezTo>
                    <a:pt x="144" y="153"/>
                    <a:pt x="135" y="138"/>
                    <a:pt x="135" y="99"/>
                  </a:cubicBezTo>
                  <a:cubicBezTo>
                    <a:pt x="135" y="81"/>
                    <a:pt x="167" y="117"/>
                    <a:pt x="171" y="90"/>
                  </a:cubicBezTo>
                  <a:close/>
                </a:path>
              </a:pathLst>
            </a:custGeom>
            <a:solidFill>
              <a:srgbClr val="FFFFFF"/>
            </a:solidFill>
            <a:ln w="9525">
              <a:noFill/>
              <a:round/>
            </a:ln>
          </p:spPr>
          <p:txBody>
            <a:bodyPr/>
            <a:lstStyle/>
            <a:p>
              <a:endParaRPr lang="en-GB" sz="1815"/>
            </a:p>
          </p:txBody>
        </p:sp>
        <p:sp>
          <p:nvSpPr>
            <p:cNvPr id="310" name="Freeform 154"/>
            <p:cNvSpPr/>
            <p:nvPr/>
          </p:nvSpPr>
          <p:spPr bwMode="auto">
            <a:xfrm>
              <a:off x="7601987" y="6585614"/>
              <a:ext cx="435311" cy="334546"/>
            </a:xfrm>
            <a:custGeom>
              <a:avLst/>
              <a:gdLst>
                <a:gd name="T0" fmla="*/ 932 w 188"/>
                <a:gd name="T1" fmla="*/ 523 h 144"/>
                <a:gd name="T2" fmla="*/ 1083 w 188"/>
                <a:gd name="T3" fmla="*/ 421 h 144"/>
                <a:gd name="T4" fmla="*/ 932 w 188"/>
                <a:gd name="T5" fmla="*/ 313 h 144"/>
                <a:gd name="T6" fmla="*/ 932 w 188"/>
                <a:gd name="T7" fmla="*/ 0 h 144"/>
                <a:gd name="T8" fmla="*/ 624 w 188"/>
                <a:gd name="T9" fmla="*/ 0 h 144"/>
                <a:gd name="T10" fmla="*/ 518 w 188"/>
                <a:gd name="T11" fmla="*/ 158 h 144"/>
                <a:gd name="T12" fmla="*/ 364 w 188"/>
                <a:gd name="T13" fmla="*/ 0 h 144"/>
                <a:gd name="T14" fmla="*/ 102 w 188"/>
                <a:gd name="T15" fmla="*/ 0 h 144"/>
                <a:gd name="T16" fmla="*/ 102 w 188"/>
                <a:gd name="T17" fmla="*/ 421 h 144"/>
                <a:gd name="T18" fmla="*/ 210 w 188"/>
                <a:gd name="T19" fmla="*/ 523 h 144"/>
                <a:gd name="T20" fmla="*/ 102 w 188"/>
                <a:gd name="T21" fmla="*/ 576 h 144"/>
                <a:gd name="T22" fmla="*/ 102 w 188"/>
                <a:gd name="T23" fmla="*/ 838 h 144"/>
                <a:gd name="T24" fmla="*/ 932 w 188"/>
                <a:gd name="T25" fmla="*/ 838 h 144"/>
                <a:gd name="T26" fmla="*/ 932 w 188"/>
                <a:gd name="T27" fmla="*/ 523 h 14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8"/>
                <a:gd name="T43" fmla="*/ 0 h 144"/>
                <a:gd name="T44" fmla="*/ 188 w 188"/>
                <a:gd name="T45" fmla="*/ 144 h 14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8" h="144">
                  <a:moveTo>
                    <a:pt x="162" y="90"/>
                  </a:moveTo>
                  <a:cubicBezTo>
                    <a:pt x="162" y="72"/>
                    <a:pt x="188" y="99"/>
                    <a:pt x="188" y="72"/>
                  </a:cubicBezTo>
                  <a:cubicBezTo>
                    <a:pt x="188" y="36"/>
                    <a:pt x="168" y="65"/>
                    <a:pt x="162" y="54"/>
                  </a:cubicBezTo>
                  <a:cubicBezTo>
                    <a:pt x="153" y="36"/>
                    <a:pt x="162" y="0"/>
                    <a:pt x="162" y="0"/>
                  </a:cubicBezTo>
                  <a:cubicBezTo>
                    <a:pt x="162" y="0"/>
                    <a:pt x="117" y="0"/>
                    <a:pt x="108" y="0"/>
                  </a:cubicBezTo>
                  <a:cubicBezTo>
                    <a:pt x="99" y="0"/>
                    <a:pt x="135" y="27"/>
                    <a:pt x="90" y="27"/>
                  </a:cubicBezTo>
                  <a:cubicBezTo>
                    <a:pt x="54" y="27"/>
                    <a:pt x="90" y="0"/>
                    <a:pt x="63" y="0"/>
                  </a:cubicBezTo>
                  <a:cubicBezTo>
                    <a:pt x="36" y="0"/>
                    <a:pt x="18" y="0"/>
                    <a:pt x="18" y="0"/>
                  </a:cubicBezTo>
                  <a:cubicBezTo>
                    <a:pt x="27" y="27"/>
                    <a:pt x="0" y="81"/>
                    <a:pt x="18" y="72"/>
                  </a:cubicBezTo>
                  <a:cubicBezTo>
                    <a:pt x="36" y="63"/>
                    <a:pt x="36" y="81"/>
                    <a:pt x="36" y="90"/>
                  </a:cubicBezTo>
                  <a:cubicBezTo>
                    <a:pt x="36" y="108"/>
                    <a:pt x="27" y="99"/>
                    <a:pt x="18" y="99"/>
                  </a:cubicBezTo>
                  <a:cubicBezTo>
                    <a:pt x="9" y="99"/>
                    <a:pt x="18" y="144"/>
                    <a:pt x="18" y="144"/>
                  </a:cubicBezTo>
                  <a:cubicBezTo>
                    <a:pt x="162" y="144"/>
                    <a:pt x="162" y="144"/>
                    <a:pt x="162" y="144"/>
                  </a:cubicBezTo>
                  <a:cubicBezTo>
                    <a:pt x="153" y="135"/>
                    <a:pt x="162" y="117"/>
                    <a:pt x="162" y="90"/>
                  </a:cubicBezTo>
                  <a:close/>
                </a:path>
              </a:pathLst>
            </a:custGeom>
            <a:solidFill>
              <a:srgbClr val="FFFFFF"/>
            </a:solidFill>
            <a:ln w="9525">
              <a:noFill/>
              <a:round/>
            </a:ln>
          </p:spPr>
          <p:txBody>
            <a:bodyPr/>
            <a:lstStyle/>
            <a:p>
              <a:endParaRPr lang="en-GB" sz="1815"/>
            </a:p>
          </p:txBody>
        </p:sp>
        <p:sp>
          <p:nvSpPr>
            <p:cNvPr id="311" name="Freeform 155"/>
            <p:cNvSpPr/>
            <p:nvPr/>
          </p:nvSpPr>
          <p:spPr bwMode="auto">
            <a:xfrm>
              <a:off x="4636191" y="6168399"/>
              <a:ext cx="417227" cy="436589"/>
            </a:xfrm>
            <a:custGeom>
              <a:avLst/>
              <a:gdLst>
                <a:gd name="T0" fmla="*/ 1041 w 180"/>
                <a:gd name="T1" fmla="*/ 640 h 188"/>
                <a:gd name="T2" fmla="*/ 831 w 180"/>
                <a:gd name="T3" fmla="*/ 482 h 188"/>
                <a:gd name="T4" fmla="*/ 831 w 180"/>
                <a:gd name="T5" fmla="*/ 210 h 188"/>
                <a:gd name="T6" fmla="*/ 522 w 180"/>
                <a:gd name="T7" fmla="*/ 210 h 188"/>
                <a:gd name="T8" fmla="*/ 415 w 180"/>
                <a:gd name="T9" fmla="*/ 0 h 188"/>
                <a:gd name="T10" fmla="*/ 312 w 180"/>
                <a:gd name="T11" fmla="*/ 210 h 188"/>
                <a:gd name="T12" fmla="*/ 0 w 180"/>
                <a:gd name="T13" fmla="*/ 210 h 188"/>
                <a:gd name="T14" fmla="*/ 0 w 180"/>
                <a:gd name="T15" fmla="*/ 523 h 188"/>
                <a:gd name="T16" fmla="*/ 210 w 180"/>
                <a:gd name="T17" fmla="*/ 680 h 188"/>
                <a:gd name="T18" fmla="*/ 0 w 180"/>
                <a:gd name="T19" fmla="*/ 786 h 188"/>
                <a:gd name="T20" fmla="*/ 0 w 180"/>
                <a:gd name="T21" fmla="*/ 1048 h 188"/>
                <a:gd name="T22" fmla="*/ 260 w 180"/>
                <a:gd name="T23" fmla="*/ 1048 h 188"/>
                <a:gd name="T24" fmla="*/ 393 w 180"/>
                <a:gd name="T25" fmla="*/ 838 h 188"/>
                <a:gd name="T26" fmla="*/ 522 w 180"/>
                <a:gd name="T27" fmla="*/ 1048 h 188"/>
                <a:gd name="T28" fmla="*/ 831 w 180"/>
                <a:gd name="T29" fmla="*/ 1048 h 188"/>
                <a:gd name="T30" fmla="*/ 831 w 180"/>
                <a:gd name="T31" fmla="*/ 692 h 188"/>
                <a:gd name="T32" fmla="*/ 1041 w 180"/>
                <a:gd name="T33" fmla="*/ 640 h 18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8"/>
                <a:gd name="T53" fmla="*/ 180 w 180"/>
                <a:gd name="T54" fmla="*/ 188 h 18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8">
                  <a:moveTo>
                    <a:pt x="180" y="110"/>
                  </a:moveTo>
                  <a:cubicBezTo>
                    <a:pt x="180" y="65"/>
                    <a:pt x="144" y="92"/>
                    <a:pt x="144" y="83"/>
                  </a:cubicBezTo>
                  <a:cubicBezTo>
                    <a:pt x="144" y="74"/>
                    <a:pt x="144" y="36"/>
                    <a:pt x="144" y="36"/>
                  </a:cubicBezTo>
                  <a:cubicBezTo>
                    <a:pt x="144" y="36"/>
                    <a:pt x="108" y="36"/>
                    <a:pt x="90" y="36"/>
                  </a:cubicBezTo>
                  <a:cubicBezTo>
                    <a:pt x="72" y="36"/>
                    <a:pt x="126" y="0"/>
                    <a:pt x="72" y="0"/>
                  </a:cubicBezTo>
                  <a:cubicBezTo>
                    <a:pt x="27" y="0"/>
                    <a:pt x="63" y="36"/>
                    <a:pt x="54" y="36"/>
                  </a:cubicBezTo>
                  <a:cubicBezTo>
                    <a:pt x="45"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37" y="184"/>
                    <a:pt x="45" y="180"/>
                  </a:cubicBezTo>
                  <a:cubicBezTo>
                    <a:pt x="63" y="171"/>
                    <a:pt x="32" y="144"/>
                    <a:pt x="68" y="144"/>
                  </a:cubicBezTo>
                  <a:cubicBezTo>
                    <a:pt x="113" y="144"/>
                    <a:pt x="72" y="171"/>
                    <a:pt x="90" y="180"/>
                  </a:cubicBezTo>
                  <a:cubicBezTo>
                    <a:pt x="106" y="188"/>
                    <a:pt x="144" y="180"/>
                    <a:pt x="144" y="180"/>
                  </a:cubicBezTo>
                  <a:cubicBezTo>
                    <a:pt x="144" y="180"/>
                    <a:pt x="144" y="155"/>
                    <a:pt x="144" y="119"/>
                  </a:cubicBezTo>
                  <a:cubicBezTo>
                    <a:pt x="144" y="110"/>
                    <a:pt x="180" y="146"/>
                    <a:pt x="180" y="110"/>
                  </a:cubicBezTo>
                  <a:close/>
                </a:path>
              </a:pathLst>
            </a:custGeom>
            <a:solidFill>
              <a:srgbClr val="FFFFFF"/>
            </a:solidFill>
            <a:ln w="9525">
              <a:noFill/>
              <a:round/>
            </a:ln>
          </p:spPr>
          <p:txBody>
            <a:bodyPr/>
            <a:lstStyle/>
            <a:p>
              <a:endParaRPr lang="en-GB" sz="1815"/>
            </a:p>
          </p:txBody>
        </p:sp>
        <p:sp>
          <p:nvSpPr>
            <p:cNvPr id="312" name="Freeform 156"/>
            <p:cNvSpPr/>
            <p:nvPr/>
          </p:nvSpPr>
          <p:spPr bwMode="auto">
            <a:xfrm>
              <a:off x="6225010" y="6585614"/>
              <a:ext cx="415935" cy="334546"/>
            </a:xfrm>
            <a:custGeom>
              <a:avLst/>
              <a:gdLst>
                <a:gd name="T0" fmla="*/ 883 w 179"/>
                <a:gd name="T1" fmla="*/ 473 h 144"/>
                <a:gd name="T2" fmla="*/ 1042 w 179"/>
                <a:gd name="T3" fmla="*/ 313 h 144"/>
                <a:gd name="T4" fmla="*/ 1042 w 179"/>
                <a:gd name="T5" fmla="*/ 0 h 144"/>
                <a:gd name="T6" fmla="*/ 676 w 179"/>
                <a:gd name="T7" fmla="*/ 0 h 144"/>
                <a:gd name="T8" fmla="*/ 570 w 179"/>
                <a:gd name="T9" fmla="*/ 158 h 144"/>
                <a:gd name="T10" fmla="*/ 466 w 179"/>
                <a:gd name="T11" fmla="*/ 0 h 144"/>
                <a:gd name="T12" fmla="*/ 210 w 179"/>
                <a:gd name="T13" fmla="*/ 0 h 144"/>
                <a:gd name="T14" fmla="*/ 169 w 179"/>
                <a:gd name="T15" fmla="*/ 313 h 144"/>
                <a:gd name="T16" fmla="*/ 0 w 179"/>
                <a:gd name="T17" fmla="*/ 421 h 144"/>
                <a:gd name="T18" fmla="*/ 158 w 179"/>
                <a:gd name="T19" fmla="*/ 523 h 144"/>
                <a:gd name="T20" fmla="*/ 210 w 179"/>
                <a:gd name="T21" fmla="*/ 838 h 144"/>
                <a:gd name="T22" fmla="*/ 1042 w 179"/>
                <a:gd name="T23" fmla="*/ 838 h 144"/>
                <a:gd name="T24" fmla="*/ 1042 w 179"/>
                <a:gd name="T25" fmla="*/ 576 h 144"/>
                <a:gd name="T26" fmla="*/ 883 w 179"/>
                <a:gd name="T27" fmla="*/ 473 h 14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9"/>
                <a:gd name="T43" fmla="*/ 0 h 144"/>
                <a:gd name="T44" fmla="*/ 179 w 179"/>
                <a:gd name="T45" fmla="*/ 144 h 14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9" h="144">
                  <a:moveTo>
                    <a:pt x="152" y="81"/>
                  </a:moveTo>
                  <a:cubicBezTo>
                    <a:pt x="152" y="27"/>
                    <a:pt x="179" y="63"/>
                    <a:pt x="179" y="54"/>
                  </a:cubicBezTo>
                  <a:cubicBezTo>
                    <a:pt x="179" y="45"/>
                    <a:pt x="179" y="0"/>
                    <a:pt x="179" y="0"/>
                  </a:cubicBezTo>
                  <a:cubicBezTo>
                    <a:pt x="179" y="0"/>
                    <a:pt x="125" y="0"/>
                    <a:pt x="116" y="0"/>
                  </a:cubicBezTo>
                  <a:cubicBezTo>
                    <a:pt x="107" y="0"/>
                    <a:pt x="134" y="27"/>
                    <a:pt x="98" y="27"/>
                  </a:cubicBezTo>
                  <a:cubicBezTo>
                    <a:pt x="62" y="27"/>
                    <a:pt x="98" y="0"/>
                    <a:pt x="80" y="0"/>
                  </a:cubicBezTo>
                  <a:cubicBezTo>
                    <a:pt x="62" y="0"/>
                    <a:pt x="36" y="0"/>
                    <a:pt x="36" y="0"/>
                  </a:cubicBezTo>
                  <a:cubicBezTo>
                    <a:pt x="45" y="18"/>
                    <a:pt x="38" y="54"/>
                    <a:pt x="29" y="54"/>
                  </a:cubicBezTo>
                  <a:cubicBezTo>
                    <a:pt x="20" y="54"/>
                    <a:pt x="0" y="36"/>
                    <a:pt x="0" y="72"/>
                  </a:cubicBezTo>
                  <a:cubicBezTo>
                    <a:pt x="0" y="108"/>
                    <a:pt x="18" y="90"/>
                    <a:pt x="27" y="90"/>
                  </a:cubicBezTo>
                  <a:cubicBezTo>
                    <a:pt x="47" y="90"/>
                    <a:pt x="36" y="144"/>
                    <a:pt x="36" y="144"/>
                  </a:cubicBezTo>
                  <a:cubicBezTo>
                    <a:pt x="179" y="144"/>
                    <a:pt x="179" y="144"/>
                    <a:pt x="179" y="144"/>
                  </a:cubicBezTo>
                  <a:cubicBezTo>
                    <a:pt x="179" y="144"/>
                    <a:pt x="179" y="117"/>
                    <a:pt x="179" y="99"/>
                  </a:cubicBezTo>
                  <a:cubicBezTo>
                    <a:pt x="179" y="81"/>
                    <a:pt x="152" y="117"/>
                    <a:pt x="152" y="81"/>
                  </a:cubicBezTo>
                  <a:close/>
                </a:path>
              </a:pathLst>
            </a:custGeom>
            <a:solidFill>
              <a:srgbClr val="FFFFFF"/>
            </a:solidFill>
            <a:ln w="9525">
              <a:noFill/>
              <a:round/>
            </a:ln>
          </p:spPr>
          <p:txBody>
            <a:bodyPr/>
            <a:lstStyle/>
            <a:p>
              <a:endParaRPr lang="en-GB" sz="1815"/>
            </a:p>
          </p:txBody>
        </p:sp>
        <p:sp>
          <p:nvSpPr>
            <p:cNvPr id="313" name="Freeform 157"/>
            <p:cNvSpPr/>
            <p:nvPr/>
          </p:nvSpPr>
          <p:spPr bwMode="auto">
            <a:xfrm>
              <a:off x="8269808" y="6523613"/>
              <a:ext cx="375891" cy="396547"/>
            </a:xfrm>
            <a:custGeom>
              <a:avLst/>
              <a:gdLst>
                <a:gd name="T0" fmla="*/ 523 w 162"/>
                <a:gd name="T1" fmla="*/ 0 h 171"/>
                <a:gd name="T2" fmla="*/ 417 w 162"/>
                <a:gd name="T3" fmla="*/ 154 h 171"/>
                <a:gd name="T4" fmla="*/ 102 w 162"/>
                <a:gd name="T5" fmla="*/ 122 h 171"/>
                <a:gd name="T6" fmla="*/ 102 w 162"/>
                <a:gd name="T7" fmla="*/ 122 h 171"/>
                <a:gd name="T8" fmla="*/ 110 w 162"/>
                <a:gd name="T9" fmla="*/ 133 h 171"/>
                <a:gd name="T10" fmla="*/ 110 w 162"/>
                <a:gd name="T11" fmla="*/ 133 h 171"/>
                <a:gd name="T12" fmla="*/ 102 w 162"/>
                <a:gd name="T13" fmla="*/ 122 h 171"/>
                <a:gd name="T14" fmla="*/ 102 w 162"/>
                <a:gd name="T15" fmla="*/ 122 h 171"/>
                <a:gd name="T16" fmla="*/ 101 w 162"/>
                <a:gd name="T17" fmla="*/ 481 h 171"/>
                <a:gd name="T18" fmla="*/ 262 w 162"/>
                <a:gd name="T19" fmla="*/ 544 h 171"/>
                <a:gd name="T20" fmla="*/ 210 w 162"/>
                <a:gd name="T21" fmla="*/ 729 h 171"/>
                <a:gd name="T22" fmla="*/ 52 w 162"/>
                <a:gd name="T23" fmla="*/ 887 h 171"/>
                <a:gd name="T24" fmla="*/ 102 w 162"/>
                <a:gd name="T25" fmla="*/ 989 h 171"/>
                <a:gd name="T26" fmla="*/ 939 w 162"/>
                <a:gd name="T27" fmla="*/ 989 h 171"/>
                <a:gd name="T28" fmla="*/ 939 w 162"/>
                <a:gd name="T29" fmla="*/ 154 h 171"/>
                <a:gd name="T30" fmla="*/ 677 w 162"/>
                <a:gd name="T31" fmla="*/ 154 h 171"/>
                <a:gd name="T32" fmla="*/ 523 w 162"/>
                <a:gd name="T33" fmla="*/ 0 h 1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62"/>
                <a:gd name="T52" fmla="*/ 0 h 171"/>
                <a:gd name="T53" fmla="*/ 162 w 162"/>
                <a:gd name="T54" fmla="*/ 171 h 17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62" h="171">
                  <a:moveTo>
                    <a:pt x="90" y="0"/>
                  </a:moveTo>
                  <a:cubicBezTo>
                    <a:pt x="54" y="0"/>
                    <a:pt x="81" y="27"/>
                    <a:pt x="72" y="27"/>
                  </a:cubicBezTo>
                  <a:cubicBezTo>
                    <a:pt x="63" y="27"/>
                    <a:pt x="18" y="21"/>
                    <a:pt x="18" y="21"/>
                  </a:cubicBezTo>
                  <a:cubicBezTo>
                    <a:pt x="18" y="21"/>
                    <a:pt x="18" y="21"/>
                    <a:pt x="18" y="21"/>
                  </a:cubicBezTo>
                  <a:cubicBezTo>
                    <a:pt x="19" y="22"/>
                    <a:pt x="19" y="23"/>
                    <a:pt x="19" y="23"/>
                  </a:cubicBezTo>
                  <a:cubicBezTo>
                    <a:pt x="19" y="24"/>
                    <a:pt x="19" y="24"/>
                    <a:pt x="19" y="23"/>
                  </a:cubicBezTo>
                  <a:cubicBezTo>
                    <a:pt x="19" y="23"/>
                    <a:pt x="18" y="22"/>
                    <a:pt x="18" y="21"/>
                  </a:cubicBezTo>
                  <a:cubicBezTo>
                    <a:pt x="18" y="21"/>
                    <a:pt x="18" y="21"/>
                    <a:pt x="18" y="21"/>
                  </a:cubicBezTo>
                  <a:cubicBezTo>
                    <a:pt x="18" y="21"/>
                    <a:pt x="17" y="75"/>
                    <a:pt x="17" y="83"/>
                  </a:cubicBezTo>
                  <a:cubicBezTo>
                    <a:pt x="17" y="108"/>
                    <a:pt x="36" y="67"/>
                    <a:pt x="45" y="94"/>
                  </a:cubicBezTo>
                  <a:cubicBezTo>
                    <a:pt x="50" y="110"/>
                    <a:pt x="49" y="130"/>
                    <a:pt x="36" y="126"/>
                  </a:cubicBezTo>
                  <a:cubicBezTo>
                    <a:pt x="9" y="117"/>
                    <a:pt x="0" y="135"/>
                    <a:pt x="9" y="153"/>
                  </a:cubicBezTo>
                  <a:cubicBezTo>
                    <a:pt x="12" y="159"/>
                    <a:pt x="18" y="171"/>
                    <a:pt x="18" y="171"/>
                  </a:cubicBezTo>
                  <a:cubicBezTo>
                    <a:pt x="162" y="171"/>
                    <a:pt x="162" y="171"/>
                    <a:pt x="162" y="171"/>
                  </a:cubicBezTo>
                  <a:cubicBezTo>
                    <a:pt x="162" y="27"/>
                    <a:pt x="162" y="27"/>
                    <a:pt x="162" y="27"/>
                  </a:cubicBezTo>
                  <a:cubicBezTo>
                    <a:pt x="162" y="27"/>
                    <a:pt x="144" y="27"/>
                    <a:pt x="117" y="27"/>
                  </a:cubicBezTo>
                  <a:cubicBezTo>
                    <a:pt x="90" y="27"/>
                    <a:pt x="126" y="0"/>
                    <a:pt x="90" y="0"/>
                  </a:cubicBezTo>
                  <a:close/>
                </a:path>
              </a:pathLst>
            </a:custGeom>
            <a:solidFill>
              <a:srgbClr val="FFFFFF"/>
            </a:solidFill>
            <a:ln w="9525">
              <a:noFill/>
              <a:round/>
            </a:ln>
          </p:spPr>
          <p:txBody>
            <a:bodyPr/>
            <a:lstStyle/>
            <a:p>
              <a:endParaRPr lang="en-GB" sz="1815"/>
            </a:p>
          </p:txBody>
        </p:sp>
        <p:sp>
          <p:nvSpPr>
            <p:cNvPr id="314" name="Freeform 158"/>
            <p:cNvSpPr/>
            <p:nvPr/>
          </p:nvSpPr>
          <p:spPr bwMode="auto">
            <a:xfrm>
              <a:off x="5199382" y="6168399"/>
              <a:ext cx="440478" cy="436589"/>
            </a:xfrm>
            <a:custGeom>
              <a:avLst/>
              <a:gdLst>
                <a:gd name="T0" fmla="*/ 937 w 190"/>
                <a:gd name="T1" fmla="*/ 575 h 188"/>
                <a:gd name="T2" fmla="*/ 1091 w 190"/>
                <a:gd name="T3" fmla="*/ 471 h 188"/>
                <a:gd name="T4" fmla="*/ 1091 w 190"/>
                <a:gd name="T5" fmla="*/ 210 h 188"/>
                <a:gd name="T6" fmla="*/ 779 w 190"/>
                <a:gd name="T7" fmla="*/ 210 h 188"/>
                <a:gd name="T8" fmla="*/ 625 w 190"/>
                <a:gd name="T9" fmla="*/ 0 h 188"/>
                <a:gd name="T10" fmla="*/ 573 w 190"/>
                <a:gd name="T11" fmla="*/ 262 h 188"/>
                <a:gd name="T12" fmla="*/ 260 w 190"/>
                <a:gd name="T13" fmla="*/ 210 h 188"/>
                <a:gd name="T14" fmla="*/ 260 w 190"/>
                <a:gd name="T15" fmla="*/ 471 h 188"/>
                <a:gd name="T16" fmla="*/ 0 w 190"/>
                <a:gd name="T17" fmla="*/ 627 h 188"/>
                <a:gd name="T18" fmla="*/ 260 w 190"/>
                <a:gd name="T19" fmla="*/ 786 h 188"/>
                <a:gd name="T20" fmla="*/ 267 w 190"/>
                <a:gd name="T21" fmla="*/ 1048 h 188"/>
                <a:gd name="T22" fmla="*/ 576 w 190"/>
                <a:gd name="T23" fmla="*/ 1048 h 188"/>
                <a:gd name="T24" fmla="*/ 682 w 190"/>
                <a:gd name="T25" fmla="*/ 888 h 188"/>
                <a:gd name="T26" fmla="*/ 786 w 190"/>
                <a:gd name="T27" fmla="*/ 1048 h 188"/>
                <a:gd name="T28" fmla="*/ 1098 w 190"/>
                <a:gd name="T29" fmla="*/ 1048 h 188"/>
                <a:gd name="T30" fmla="*/ 1091 w 190"/>
                <a:gd name="T31" fmla="*/ 680 h 188"/>
                <a:gd name="T32" fmla="*/ 937 w 190"/>
                <a:gd name="T33" fmla="*/ 575 h 18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0"/>
                <a:gd name="T52" fmla="*/ 0 h 188"/>
                <a:gd name="T53" fmla="*/ 190 w 190"/>
                <a:gd name="T54" fmla="*/ 188 h 18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0" h="188">
                  <a:moveTo>
                    <a:pt x="162" y="99"/>
                  </a:moveTo>
                  <a:cubicBezTo>
                    <a:pt x="162" y="63"/>
                    <a:pt x="189" y="99"/>
                    <a:pt x="189" y="81"/>
                  </a:cubicBezTo>
                  <a:cubicBezTo>
                    <a:pt x="189" y="63"/>
                    <a:pt x="189" y="36"/>
                    <a:pt x="189" y="36"/>
                  </a:cubicBezTo>
                  <a:cubicBezTo>
                    <a:pt x="189" y="36"/>
                    <a:pt x="144" y="36"/>
                    <a:pt x="135" y="36"/>
                  </a:cubicBezTo>
                  <a:cubicBezTo>
                    <a:pt x="126" y="36"/>
                    <a:pt x="153" y="0"/>
                    <a:pt x="108" y="0"/>
                  </a:cubicBezTo>
                  <a:cubicBezTo>
                    <a:pt x="72" y="0"/>
                    <a:pt x="108" y="45"/>
                    <a:pt x="99" y="45"/>
                  </a:cubicBezTo>
                  <a:cubicBezTo>
                    <a:pt x="63" y="45"/>
                    <a:pt x="45" y="36"/>
                    <a:pt x="45" y="36"/>
                  </a:cubicBezTo>
                  <a:cubicBezTo>
                    <a:pt x="45" y="36"/>
                    <a:pt x="45" y="72"/>
                    <a:pt x="45" y="81"/>
                  </a:cubicBezTo>
                  <a:cubicBezTo>
                    <a:pt x="45" y="90"/>
                    <a:pt x="0" y="63"/>
                    <a:pt x="0" y="108"/>
                  </a:cubicBezTo>
                  <a:cubicBezTo>
                    <a:pt x="0" y="162"/>
                    <a:pt x="45" y="117"/>
                    <a:pt x="45" y="135"/>
                  </a:cubicBezTo>
                  <a:cubicBezTo>
                    <a:pt x="45" y="153"/>
                    <a:pt x="46" y="180"/>
                    <a:pt x="46" y="180"/>
                  </a:cubicBezTo>
                  <a:cubicBezTo>
                    <a:pt x="46" y="180"/>
                    <a:pt x="94" y="186"/>
                    <a:pt x="100" y="180"/>
                  </a:cubicBezTo>
                  <a:cubicBezTo>
                    <a:pt x="109" y="171"/>
                    <a:pt x="82" y="153"/>
                    <a:pt x="118" y="153"/>
                  </a:cubicBezTo>
                  <a:cubicBezTo>
                    <a:pt x="163" y="153"/>
                    <a:pt x="118" y="171"/>
                    <a:pt x="136" y="180"/>
                  </a:cubicBezTo>
                  <a:cubicBezTo>
                    <a:pt x="152" y="188"/>
                    <a:pt x="190" y="180"/>
                    <a:pt x="190" y="180"/>
                  </a:cubicBezTo>
                  <a:cubicBezTo>
                    <a:pt x="190" y="180"/>
                    <a:pt x="189" y="126"/>
                    <a:pt x="189" y="117"/>
                  </a:cubicBezTo>
                  <a:cubicBezTo>
                    <a:pt x="189" y="108"/>
                    <a:pt x="162" y="135"/>
                    <a:pt x="162" y="99"/>
                  </a:cubicBezTo>
                  <a:close/>
                </a:path>
              </a:pathLst>
            </a:custGeom>
            <a:solidFill>
              <a:srgbClr val="FFFFFF"/>
            </a:solidFill>
            <a:ln w="9525">
              <a:noFill/>
              <a:round/>
            </a:ln>
          </p:spPr>
          <p:txBody>
            <a:bodyPr/>
            <a:lstStyle/>
            <a:p>
              <a:endParaRPr lang="en-GB" sz="1815"/>
            </a:p>
          </p:txBody>
        </p:sp>
        <p:sp>
          <p:nvSpPr>
            <p:cNvPr id="315" name="Freeform 159"/>
            <p:cNvSpPr/>
            <p:nvPr/>
          </p:nvSpPr>
          <p:spPr bwMode="auto">
            <a:xfrm>
              <a:off x="3632522" y="2242969"/>
              <a:ext cx="1292" cy="1292"/>
            </a:xfrm>
            <a:custGeom>
              <a:avLst/>
              <a:gdLst>
                <a:gd name="T0" fmla="*/ 0 w 1"/>
                <a:gd name="T1" fmla="*/ 0 h 1"/>
                <a:gd name="T2" fmla="*/ 0 w 1"/>
                <a:gd name="T3" fmla="*/ 0 h 1"/>
                <a:gd name="T4" fmla="*/ 0 w 1"/>
                <a:gd name="T5" fmla="*/ 0 h 1"/>
                <a:gd name="T6" fmla="*/ 0 w 1"/>
                <a:gd name="T7" fmla="*/ 0 h 1"/>
                <a:gd name="T8" fmla="*/ 0 60000 65536"/>
                <a:gd name="T9" fmla="*/ 0 60000 65536"/>
                <a:gd name="T10" fmla="*/ 0 60000 65536"/>
                <a:gd name="T11" fmla="*/ 0 60000 65536"/>
                <a:gd name="T12" fmla="*/ 0 w 1"/>
                <a:gd name="T13" fmla="*/ 0 h 1"/>
                <a:gd name="T14" fmla="*/ 1 w 1"/>
                <a:gd name="T15" fmla="*/ 1 h 1"/>
              </a:gdLst>
              <a:ahLst/>
              <a:cxnLst>
                <a:cxn ang="T8">
                  <a:pos x="T0" y="T1"/>
                </a:cxn>
                <a:cxn ang="T9">
                  <a:pos x="T2" y="T3"/>
                </a:cxn>
                <a:cxn ang="T10">
                  <a:pos x="T4" y="T5"/>
                </a:cxn>
                <a:cxn ang="T11">
                  <a:pos x="T6" y="T7"/>
                </a:cxn>
              </a:cxnLst>
              <a:rect l="T12" t="T13" r="T14" b="T15"/>
              <a:pathLst>
                <a:path w="1" h="1">
                  <a:moveTo>
                    <a:pt x="0" y="0"/>
                  </a:moveTo>
                  <a:cubicBezTo>
                    <a:pt x="0" y="0"/>
                    <a:pt x="0" y="0"/>
                    <a:pt x="0" y="0"/>
                  </a:cubicBezTo>
                  <a:cubicBezTo>
                    <a:pt x="0" y="0"/>
                    <a:pt x="0" y="0"/>
                    <a:pt x="0" y="0"/>
                  </a:cubicBezTo>
                  <a:cubicBezTo>
                    <a:pt x="0" y="0"/>
                    <a:pt x="0" y="0"/>
                    <a:pt x="0" y="0"/>
                  </a:cubicBezTo>
                  <a:close/>
                </a:path>
              </a:pathLst>
            </a:custGeom>
            <a:solidFill>
              <a:srgbClr val="FFFFFF"/>
            </a:solidFill>
            <a:ln w="9525">
              <a:noFill/>
              <a:round/>
            </a:ln>
          </p:spPr>
          <p:txBody>
            <a:bodyPr/>
            <a:lstStyle/>
            <a:p>
              <a:endParaRPr lang="en-GB" sz="1815"/>
            </a:p>
          </p:txBody>
        </p:sp>
        <p:sp>
          <p:nvSpPr>
            <p:cNvPr id="316" name="Rectangle 160"/>
            <p:cNvSpPr>
              <a:spLocks noChangeArrowheads="1"/>
            </p:cNvSpPr>
            <p:nvPr/>
          </p:nvSpPr>
          <p:spPr bwMode="auto">
            <a:xfrm>
              <a:off x="4645233" y="2910770"/>
              <a:ext cx="1292" cy="1292"/>
            </a:xfrm>
            <a:prstGeom prst="rect">
              <a:avLst/>
            </a:prstGeom>
            <a:solidFill>
              <a:srgbClr val="FFFFFF"/>
            </a:solidFill>
            <a:ln w="9525">
              <a:noFill/>
              <a:miter lim="800000"/>
            </a:ln>
          </p:spPr>
          <p:txBody>
            <a:bodyPr/>
            <a:lstStyle/>
            <a:p>
              <a:endParaRPr lang="en-US" sz="1815"/>
            </a:p>
          </p:txBody>
        </p:sp>
        <p:sp>
          <p:nvSpPr>
            <p:cNvPr id="317" name="Freeform 161"/>
            <p:cNvSpPr/>
            <p:nvPr/>
          </p:nvSpPr>
          <p:spPr bwMode="auto">
            <a:xfrm>
              <a:off x="4642649" y="2915937"/>
              <a:ext cx="1292" cy="1292"/>
            </a:xfrm>
            <a:custGeom>
              <a:avLst/>
              <a:gdLst>
                <a:gd name="T0" fmla="*/ 0 w 1"/>
                <a:gd name="T1" fmla="*/ 1 h 1"/>
                <a:gd name="T2" fmla="*/ 0 w 1"/>
                <a:gd name="T3" fmla="*/ 0 h 1"/>
                <a:gd name="T4" fmla="*/ 0 w 1"/>
                <a:gd name="T5" fmla="*/ 1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0"/>
                    <a:pt x="0" y="0"/>
                    <a:pt x="0" y="0"/>
                  </a:cubicBezTo>
                  <a:cubicBezTo>
                    <a:pt x="0" y="0"/>
                    <a:pt x="0" y="0"/>
                    <a:pt x="0" y="1"/>
                  </a:cubicBezTo>
                  <a:close/>
                </a:path>
              </a:pathLst>
            </a:custGeom>
            <a:solidFill>
              <a:srgbClr val="FFFFFF"/>
            </a:solidFill>
            <a:ln w="9525">
              <a:noFill/>
              <a:round/>
            </a:ln>
          </p:spPr>
          <p:txBody>
            <a:bodyPr/>
            <a:lstStyle/>
            <a:p>
              <a:endParaRPr lang="en-GB" sz="1815"/>
            </a:p>
          </p:txBody>
        </p:sp>
        <p:sp>
          <p:nvSpPr>
            <p:cNvPr id="318" name="Freeform 162"/>
            <p:cNvSpPr/>
            <p:nvPr/>
          </p:nvSpPr>
          <p:spPr bwMode="auto">
            <a:xfrm>
              <a:off x="4642649" y="2913354"/>
              <a:ext cx="2583" cy="2583"/>
            </a:xfrm>
            <a:custGeom>
              <a:avLst/>
              <a:gdLst>
                <a:gd name="T0" fmla="*/ 0 w 1"/>
                <a:gd name="T1" fmla="*/ 8 h 1"/>
                <a:gd name="T2" fmla="*/ 8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1" y="0"/>
                    <a:pt x="1" y="0"/>
                    <a:pt x="1" y="0"/>
                  </a:cubicBezTo>
                  <a:cubicBezTo>
                    <a:pt x="1" y="0"/>
                    <a:pt x="1" y="0"/>
                    <a:pt x="0" y="1"/>
                  </a:cubicBezTo>
                  <a:close/>
                </a:path>
              </a:pathLst>
            </a:custGeom>
            <a:solidFill>
              <a:srgbClr val="FFFFFF"/>
            </a:solidFill>
            <a:ln w="9525">
              <a:noFill/>
              <a:round/>
            </a:ln>
          </p:spPr>
          <p:txBody>
            <a:bodyPr/>
            <a:lstStyle/>
            <a:p>
              <a:endParaRPr lang="en-GB" sz="1815"/>
            </a:p>
          </p:txBody>
        </p:sp>
        <p:sp>
          <p:nvSpPr>
            <p:cNvPr id="319" name="Freeform 163"/>
            <p:cNvSpPr/>
            <p:nvPr/>
          </p:nvSpPr>
          <p:spPr bwMode="auto">
            <a:xfrm>
              <a:off x="4640066" y="2917229"/>
              <a:ext cx="2583" cy="5167"/>
            </a:xfrm>
            <a:custGeom>
              <a:avLst/>
              <a:gdLst>
                <a:gd name="T0" fmla="*/ 0 w 1"/>
                <a:gd name="T1" fmla="*/ 16 h 2"/>
                <a:gd name="T2" fmla="*/ 8 w 1"/>
                <a:gd name="T3" fmla="*/ 0 h 2"/>
                <a:gd name="T4" fmla="*/ 0 w 1"/>
                <a:gd name="T5" fmla="*/ 1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1" y="1"/>
                    <a:pt x="1" y="0"/>
                    <a:pt x="1" y="0"/>
                  </a:cubicBezTo>
                  <a:cubicBezTo>
                    <a:pt x="1" y="0"/>
                    <a:pt x="1" y="1"/>
                    <a:pt x="0" y="2"/>
                  </a:cubicBezTo>
                  <a:close/>
                </a:path>
              </a:pathLst>
            </a:custGeom>
            <a:solidFill>
              <a:srgbClr val="FFFFFF"/>
            </a:solidFill>
            <a:ln w="9525">
              <a:noFill/>
              <a:round/>
            </a:ln>
          </p:spPr>
          <p:txBody>
            <a:bodyPr/>
            <a:lstStyle/>
            <a:p>
              <a:endParaRPr lang="en-GB" sz="1815"/>
            </a:p>
          </p:txBody>
        </p:sp>
        <p:sp>
          <p:nvSpPr>
            <p:cNvPr id="320" name="Freeform 164"/>
            <p:cNvSpPr/>
            <p:nvPr/>
          </p:nvSpPr>
          <p:spPr bwMode="auto">
            <a:xfrm>
              <a:off x="4645233" y="2910770"/>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1"/>
                    <a:pt x="0" y="0"/>
                  </a:cubicBezTo>
                  <a:cubicBezTo>
                    <a:pt x="0" y="1"/>
                    <a:pt x="0" y="1"/>
                    <a:pt x="0" y="1"/>
                  </a:cubicBezTo>
                  <a:close/>
                </a:path>
              </a:pathLst>
            </a:custGeom>
            <a:solidFill>
              <a:srgbClr val="FFFFFF"/>
            </a:solidFill>
            <a:ln w="9525">
              <a:noFill/>
              <a:round/>
            </a:ln>
          </p:spPr>
          <p:txBody>
            <a:bodyPr/>
            <a:lstStyle/>
            <a:p>
              <a:endParaRPr lang="en-GB" sz="1815"/>
            </a:p>
          </p:txBody>
        </p:sp>
        <p:sp>
          <p:nvSpPr>
            <p:cNvPr id="321" name="Freeform 165"/>
            <p:cNvSpPr/>
            <p:nvPr/>
          </p:nvSpPr>
          <p:spPr bwMode="auto">
            <a:xfrm>
              <a:off x="4636191" y="2939187"/>
              <a:ext cx="1292" cy="1292"/>
            </a:xfrm>
            <a:custGeom>
              <a:avLst/>
              <a:gdLst>
                <a:gd name="T0" fmla="*/ 0 w 1"/>
                <a:gd name="T1" fmla="*/ 0 h 1"/>
                <a:gd name="T2" fmla="*/ 0 w 1"/>
                <a:gd name="T3" fmla="*/ 0 h 1"/>
                <a:gd name="T4" fmla="*/ 0 w 1"/>
                <a:gd name="T5" fmla="*/ 0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0"/>
                  </a:moveTo>
                  <a:cubicBezTo>
                    <a:pt x="0" y="0"/>
                    <a:pt x="0" y="0"/>
                    <a:pt x="0" y="0"/>
                  </a:cubicBezTo>
                  <a:cubicBezTo>
                    <a:pt x="0" y="0"/>
                    <a:pt x="0" y="0"/>
                    <a:pt x="0" y="0"/>
                  </a:cubicBezTo>
                  <a:close/>
                </a:path>
              </a:pathLst>
            </a:custGeom>
            <a:solidFill>
              <a:srgbClr val="FFFFFF"/>
            </a:solidFill>
            <a:ln w="9525">
              <a:noFill/>
              <a:round/>
            </a:ln>
          </p:spPr>
          <p:txBody>
            <a:bodyPr/>
            <a:lstStyle/>
            <a:p>
              <a:endParaRPr lang="en-GB" sz="1815"/>
            </a:p>
          </p:txBody>
        </p:sp>
        <p:sp>
          <p:nvSpPr>
            <p:cNvPr id="322" name="Freeform 166"/>
            <p:cNvSpPr/>
            <p:nvPr/>
          </p:nvSpPr>
          <p:spPr bwMode="auto">
            <a:xfrm>
              <a:off x="4637482" y="2927562"/>
              <a:ext cx="2583" cy="3875"/>
            </a:xfrm>
            <a:custGeom>
              <a:avLst/>
              <a:gdLst>
                <a:gd name="T0" fmla="*/ 0 w 1"/>
                <a:gd name="T1" fmla="*/ 6 h 2"/>
                <a:gd name="T2" fmla="*/ 8 w 1"/>
                <a:gd name="T3" fmla="*/ 0 h 2"/>
                <a:gd name="T4" fmla="*/ 0 w 1"/>
                <a:gd name="T5" fmla="*/ 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0" y="1"/>
                    <a:pt x="1" y="0"/>
                    <a:pt x="1" y="0"/>
                  </a:cubicBezTo>
                  <a:cubicBezTo>
                    <a:pt x="1" y="0"/>
                    <a:pt x="0" y="1"/>
                    <a:pt x="0" y="2"/>
                  </a:cubicBezTo>
                  <a:close/>
                </a:path>
              </a:pathLst>
            </a:custGeom>
            <a:solidFill>
              <a:srgbClr val="FFFFFF"/>
            </a:solidFill>
            <a:ln w="9525">
              <a:noFill/>
              <a:round/>
            </a:ln>
          </p:spPr>
          <p:txBody>
            <a:bodyPr/>
            <a:lstStyle/>
            <a:p>
              <a:endParaRPr lang="en-GB" sz="1815"/>
            </a:p>
          </p:txBody>
        </p:sp>
        <p:sp>
          <p:nvSpPr>
            <p:cNvPr id="323" name="Freeform 167"/>
            <p:cNvSpPr/>
            <p:nvPr/>
          </p:nvSpPr>
          <p:spPr bwMode="auto">
            <a:xfrm>
              <a:off x="4636191" y="2936604"/>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0" y="0"/>
                  </a:cubicBezTo>
                  <a:cubicBezTo>
                    <a:pt x="0" y="0"/>
                    <a:pt x="0" y="0"/>
                    <a:pt x="0" y="1"/>
                  </a:cubicBezTo>
                  <a:close/>
                </a:path>
              </a:pathLst>
            </a:custGeom>
            <a:solidFill>
              <a:srgbClr val="FFFFFF"/>
            </a:solidFill>
            <a:ln w="9525">
              <a:noFill/>
              <a:round/>
            </a:ln>
          </p:spPr>
          <p:txBody>
            <a:bodyPr/>
            <a:lstStyle/>
            <a:p>
              <a:endParaRPr lang="en-GB" sz="1815"/>
            </a:p>
          </p:txBody>
        </p:sp>
        <p:sp>
          <p:nvSpPr>
            <p:cNvPr id="324" name="Freeform 168"/>
            <p:cNvSpPr/>
            <p:nvPr/>
          </p:nvSpPr>
          <p:spPr bwMode="auto">
            <a:xfrm>
              <a:off x="4636191" y="2931437"/>
              <a:ext cx="1292" cy="5167"/>
            </a:xfrm>
            <a:custGeom>
              <a:avLst/>
              <a:gdLst>
                <a:gd name="T0" fmla="*/ 0 w 1"/>
                <a:gd name="T1" fmla="*/ 16 h 2"/>
                <a:gd name="T2" fmla="*/ 1 w 1"/>
                <a:gd name="T3" fmla="*/ 0 h 2"/>
                <a:gd name="T4" fmla="*/ 0 w 1"/>
                <a:gd name="T5" fmla="*/ 1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1" y="1"/>
                    <a:pt x="1" y="1"/>
                    <a:pt x="1" y="0"/>
                  </a:cubicBezTo>
                  <a:cubicBezTo>
                    <a:pt x="1" y="1"/>
                    <a:pt x="0" y="2"/>
                    <a:pt x="0" y="2"/>
                  </a:cubicBezTo>
                  <a:close/>
                </a:path>
              </a:pathLst>
            </a:custGeom>
            <a:solidFill>
              <a:srgbClr val="FFFFFF"/>
            </a:solidFill>
            <a:ln w="9525">
              <a:noFill/>
              <a:round/>
            </a:ln>
          </p:spPr>
          <p:txBody>
            <a:bodyPr/>
            <a:lstStyle/>
            <a:p>
              <a:endParaRPr lang="en-GB" sz="1815"/>
            </a:p>
          </p:txBody>
        </p:sp>
        <p:sp>
          <p:nvSpPr>
            <p:cNvPr id="325" name="Freeform 169"/>
            <p:cNvSpPr/>
            <p:nvPr/>
          </p:nvSpPr>
          <p:spPr bwMode="auto">
            <a:xfrm>
              <a:off x="4637482" y="2931437"/>
              <a:ext cx="1292" cy="1292"/>
            </a:xfrm>
            <a:custGeom>
              <a:avLst/>
              <a:gdLst>
                <a:gd name="T0" fmla="*/ 0 w 1"/>
                <a:gd name="T1" fmla="*/ 0 h 1"/>
                <a:gd name="T2" fmla="*/ 0 w 1"/>
                <a:gd name="T3" fmla="*/ 0 h 1"/>
                <a:gd name="T4" fmla="*/ 0 w 1"/>
                <a:gd name="T5" fmla="*/ 0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0"/>
                  </a:moveTo>
                  <a:cubicBezTo>
                    <a:pt x="0" y="0"/>
                    <a:pt x="0" y="0"/>
                    <a:pt x="0" y="0"/>
                  </a:cubicBezTo>
                  <a:cubicBezTo>
                    <a:pt x="0" y="0"/>
                    <a:pt x="0" y="0"/>
                    <a:pt x="0" y="0"/>
                  </a:cubicBezTo>
                  <a:close/>
                </a:path>
              </a:pathLst>
            </a:custGeom>
            <a:solidFill>
              <a:srgbClr val="FFFFFF"/>
            </a:solidFill>
            <a:ln w="9525">
              <a:noFill/>
              <a:round/>
            </a:ln>
          </p:spPr>
          <p:txBody>
            <a:bodyPr/>
            <a:lstStyle/>
            <a:p>
              <a:endParaRPr lang="en-GB" sz="1815"/>
            </a:p>
          </p:txBody>
        </p:sp>
        <p:sp>
          <p:nvSpPr>
            <p:cNvPr id="326" name="Freeform 170"/>
            <p:cNvSpPr/>
            <p:nvPr/>
          </p:nvSpPr>
          <p:spPr bwMode="auto">
            <a:xfrm>
              <a:off x="4640066" y="2922396"/>
              <a:ext cx="1292" cy="5167"/>
            </a:xfrm>
            <a:custGeom>
              <a:avLst/>
              <a:gdLst>
                <a:gd name="T0" fmla="*/ 0 w 1"/>
                <a:gd name="T1" fmla="*/ 16 h 2"/>
                <a:gd name="T2" fmla="*/ 0 w 1"/>
                <a:gd name="T3" fmla="*/ 0 h 2"/>
                <a:gd name="T4" fmla="*/ 0 w 1"/>
                <a:gd name="T5" fmla="*/ 1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0" y="1"/>
                    <a:pt x="0" y="0"/>
                    <a:pt x="0" y="0"/>
                  </a:cubicBezTo>
                  <a:cubicBezTo>
                    <a:pt x="0" y="0"/>
                    <a:pt x="0" y="1"/>
                    <a:pt x="0" y="2"/>
                  </a:cubicBezTo>
                  <a:close/>
                </a:path>
              </a:pathLst>
            </a:custGeom>
            <a:solidFill>
              <a:srgbClr val="FFFFFF"/>
            </a:solidFill>
            <a:ln w="9525">
              <a:noFill/>
              <a:round/>
            </a:ln>
          </p:spPr>
          <p:txBody>
            <a:bodyPr/>
            <a:lstStyle/>
            <a:p>
              <a:endParaRPr lang="en-GB" sz="1815"/>
            </a:p>
          </p:txBody>
        </p:sp>
        <p:sp>
          <p:nvSpPr>
            <p:cNvPr id="327" name="Freeform 171"/>
            <p:cNvSpPr/>
            <p:nvPr/>
          </p:nvSpPr>
          <p:spPr bwMode="auto">
            <a:xfrm>
              <a:off x="5976999" y="4254123"/>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0" y="0"/>
                  </a:cubicBezTo>
                  <a:cubicBezTo>
                    <a:pt x="0" y="0"/>
                    <a:pt x="0" y="1"/>
                    <a:pt x="0" y="1"/>
                  </a:cubicBezTo>
                  <a:close/>
                </a:path>
              </a:pathLst>
            </a:custGeom>
            <a:solidFill>
              <a:srgbClr val="FFFFFF"/>
            </a:solidFill>
            <a:ln w="9525">
              <a:noFill/>
              <a:round/>
            </a:ln>
          </p:spPr>
          <p:txBody>
            <a:bodyPr/>
            <a:lstStyle/>
            <a:p>
              <a:endParaRPr lang="en-GB" sz="1815"/>
            </a:p>
          </p:txBody>
        </p:sp>
        <p:sp>
          <p:nvSpPr>
            <p:cNvPr id="328" name="Freeform 172"/>
            <p:cNvSpPr/>
            <p:nvPr/>
          </p:nvSpPr>
          <p:spPr bwMode="auto">
            <a:xfrm>
              <a:off x="5971832" y="4272206"/>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1"/>
                    <a:pt x="0" y="0"/>
                  </a:cubicBezTo>
                  <a:cubicBezTo>
                    <a:pt x="0" y="1"/>
                    <a:pt x="0" y="1"/>
                    <a:pt x="0" y="1"/>
                  </a:cubicBezTo>
                  <a:close/>
                </a:path>
              </a:pathLst>
            </a:custGeom>
            <a:solidFill>
              <a:srgbClr val="FFFFFF"/>
            </a:solidFill>
            <a:ln w="9525">
              <a:noFill/>
              <a:round/>
            </a:ln>
          </p:spPr>
          <p:txBody>
            <a:bodyPr/>
            <a:lstStyle/>
            <a:p>
              <a:endParaRPr lang="en-GB" sz="1815"/>
            </a:p>
          </p:txBody>
        </p:sp>
        <p:sp>
          <p:nvSpPr>
            <p:cNvPr id="329" name="Freeform 173"/>
            <p:cNvSpPr/>
            <p:nvPr/>
          </p:nvSpPr>
          <p:spPr bwMode="auto">
            <a:xfrm>
              <a:off x="5974416" y="4268331"/>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0" y="0"/>
                  </a:cubicBezTo>
                  <a:cubicBezTo>
                    <a:pt x="0" y="0"/>
                    <a:pt x="0" y="1"/>
                    <a:pt x="0" y="1"/>
                  </a:cubicBezTo>
                  <a:close/>
                </a:path>
              </a:pathLst>
            </a:custGeom>
            <a:solidFill>
              <a:srgbClr val="FFFFFF"/>
            </a:solidFill>
            <a:ln w="9525">
              <a:noFill/>
              <a:round/>
            </a:ln>
          </p:spPr>
          <p:txBody>
            <a:bodyPr/>
            <a:lstStyle/>
            <a:p>
              <a:endParaRPr lang="en-GB" sz="1815"/>
            </a:p>
          </p:txBody>
        </p:sp>
        <p:sp>
          <p:nvSpPr>
            <p:cNvPr id="330" name="Freeform 174"/>
            <p:cNvSpPr/>
            <p:nvPr/>
          </p:nvSpPr>
          <p:spPr bwMode="auto">
            <a:xfrm>
              <a:off x="5974416" y="4256706"/>
              <a:ext cx="2583" cy="3875"/>
            </a:xfrm>
            <a:custGeom>
              <a:avLst/>
              <a:gdLst>
                <a:gd name="T0" fmla="*/ 0 w 1"/>
                <a:gd name="T1" fmla="*/ 6 h 2"/>
                <a:gd name="T2" fmla="*/ 8 w 1"/>
                <a:gd name="T3" fmla="*/ 0 h 2"/>
                <a:gd name="T4" fmla="*/ 0 w 1"/>
                <a:gd name="T5" fmla="*/ 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0" y="1"/>
                    <a:pt x="1" y="1"/>
                    <a:pt x="1" y="0"/>
                  </a:cubicBezTo>
                  <a:cubicBezTo>
                    <a:pt x="1" y="1"/>
                    <a:pt x="0" y="1"/>
                    <a:pt x="0" y="2"/>
                  </a:cubicBezTo>
                  <a:close/>
                </a:path>
              </a:pathLst>
            </a:custGeom>
            <a:solidFill>
              <a:srgbClr val="FFFFFF"/>
            </a:solidFill>
            <a:ln w="9525">
              <a:noFill/>
              <a:round/>
            </a:ln>
          </p:spPr>
          <p:txBody>
            <a:bodyPr/>
            <a:lstStyle/>
            <a:p>
              <a:endParaRPr lang="en-GB" sz="1815"/>
            </a:p>
          </p:txBody>
        </p:sp>
        <p:sp>
          <p:nvSpPr>
            <p:cNvPr id="331" name="Freeform 175"/>
            <p:cNvSpPr/>
            <p:nvPr/>
          </p:nvSpPr>
          <p:spPr bwMode="auto">
            <a:xfrm>
              <a:off x="5976999" y="4251539"/>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0" y="0"/>
                  </a:cubicBezTo>
                  <a:cubicBezTo>
                    <a:pt x="0" y="0"/>
                    <a:pt x="0" y="1"/>
                    <a:pt x="0" y="1"/>
                  </a:cubicBezTo>
                  <a:close/>
                </a:path>
              </a:pathLst>
            </a:custGeom>
            <a:solidFill>
              <a:srgbClr val="FFFFFF"/>
            </a:solidFill>
            <a:ln w="9525">
              <a:noFill/>
              <a:round/>
            </a:ln>
          </p:spPr>
          <p:txBody>
            <a:bodyPr/>
            <a:lstStyle/>
            <a:p>
              <a:endParaRPr lang="en-GB" sz="1815"/>
            </a:p>
          </p:txBody>
        </p:sp>
        <p:sp>
          <p:nvSpPr>
            <p:cNvPr id="332" name="Freeform 176"/>
            <p:cNvSpPr/>
            <p:nvPr/>
          </p:nvSpPr>
          <p:spPr bwMode="auto">
            <a:xfrm>
              <a:off x="5971832" y="4270914"/>
              <a:ext cx="2583" cy="1292"/>
            </a:xfrm>
            <a:custGeom>
              <a:avLst/>
              <a:gdLst>
                <a:gd name="T0" fmla="*/ 0 w 1"/>
                <a:gd name="T1" fmla="*/ 1 h 1"/>
                <a:gd name="T2" fmla="*/ 8 w 1"/>
                <a:gd name="T3" fmla="*/ 0 h 1"/>
                <a:gd name="T4" fmla="*/ 0 w 1"/>
                <a:gd name="T5" fmla="*/ 1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1" y="0"/>
                  </a:cubicBezTo>
                  <a:cubicBezTo>
                    <a:pt x="0" y="0"/>
                    <a:pt x="0" y="1"/>
                    <a:pt x="0" y="1"/>
                  </a:cubicBezTo>
                  <a:close/>
                </a:path>
              </a:pathLst>
            </a:custGeom>
            <a:solidFill>
              <a:srgbClr val="FFFFFF"/>
            </a:solidFill>
            <a:ln w="9525">
              <a:noFill/>
              <a:round/>
            </a:ln>
          </p:spPr>
          <p:txBody>
            <a:bodyPr/>
            <a:lstStyle/>
            <a:p>
              <a:endParaRPr lang="en-GB" sz="1815"/>
            </a:p>
          </p:txBody>
        </p:sp>
        <p:sp>
          <p:nvSpPr>
            <p:cNvPr id="333" name="Freeform 177"/>
            <p:cNvSpPr/>
            <p:nvPr/>
          </p:nvSpPr>
          <p:spPr bwMode="auto">
            <a:xfrm>
              <a:off x="5976999" y="4248956"/>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0" y="0"/>
                  </a:cubicBezTo>
                  <a:cubicBezTo>
                    <a:pt x="0" y="0"/>
                    <a:pt x="0" y="1"/>
                    <a:pt x="0" y="1"/>
                  </a:cubicBezTo>
                  <a:close/>
                </a:path>
              </a:pathLst>
            </a:custGeom>
            <a:solidFill>
              <a:srgbClr val="FFFFFF"/>
            </a:solidFill>
            <a:ln w="9525">
              <a:noFill/>
              <a:round/>
            </a:ln>
          </p:spPr>
          <p:txBody>
            <a:bodyPr/>
            <a:lstStyle/>
            <a:p>
              <a:endParaRPr lang="en-GB" sz="1815"/>
            </a:p>
          </p:txBody>
        </p:sp>
        <p:sp>
          <p:nvSpPr>
            <p:cNvPr id="334" name="Freeform 178"/>
            <p:cNvSpPr/>
            <p:nvPr/>
          </p:nvSpPr>
          <p:spPr bwMode="auto">
            <a:xfrm>
              <a:off x="5974416" y="4265748"/>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1"/>
                    <a:pt x="0" y="0"/>
                  </a:cubicBezTo>
                  <a:cubicBezTo>
                    <a:pt x="0" y="1"/>
                    <a:pt x="0" y="1"/>
                    <a:pt x="0" y="1"/>
                  </a:cubicBezTo>
                  <a:close/>
                </a:path>
              </a:pathLst>
            </a:custGeom>
            <a:solidFill>
              <a:srgbClr val="FFFFFF"/>
            </a:solidFill>
            <a:ln w="9525">
              <a:noFill/>
              <a:round/>
            </a:ln>
          </p:spPr>
          <p:txBody>
            <a:bodyPr/>
            <a:lstStyle/>
            <a:p>
              <a:endParaRPr lang="en-GB" sz="1815"/>
            </a:p>
          </p:txBody>
        </p:sp>
        <p:sp>
          <p:nvSpPr>
            <p:cNvPr id="335" name="Rectangle 179"/>
            <p:cNvSpPr>
              <a:spLocks noChangeArrowheads="1"/>
            </p:cNvSpPr>
            <p:nvPr/>
          </p:nvSpPr>
          <p:spPr bwMode="auto">
            <a:xfrm>
              <a:off x="5976999" y="4248956"/>
              <a:ext cx="1292" cy="1292"/>
            </a:xfrm>
            <a:prstGeom prst="rect">
              <a:avLst/>
            </a:prstGeom>
            <a:solidFill>
              <a:srgbClr val="FFFFFF"/>
            </a:solidFill>
            <a:ln w="9525">
              <a:noFill/>
              <a:miter lim="800000"/>
            </a:ln>
          </p:spPr>
          <p:txBody>
            <a:bodyPr/>
            <a:lstStyle/>
            <a:p>
              <a:endParaRPr lang="en-US" sz="1815"/>
            </a:p>
          </p:txBody>
        </p:sp>
        <p:sp>
          <p:nvSpPr>
            <p:cNvPr id="336" name="Freeform 180"/>
            <p:cNvSpPr/>
            <p:nvPr/>
          </p:nvSpPr>
          <p:spPr bwMode="auto">
            <a:xfrm>
              <a:off x="5974416" y="4260581"/>
              <a:ext cx="1292" cy="5167"/>
            </a:xfrm>
            <a:custGeom>
              <a:avLst/>
              <a:gdLst>
                <a:gd name="T0" fmla="*/ 0 w 1"/>
                <a:gd name="T1" fmla="*/ 16 h 2"/>
                <a:gd name="T2" fmla="*/ 0 w 1"/>
                <a:gd name="T3" fmla="*/ 0 h 2"/>
                <a:gd name="T4" fmla="*/ 0 w 1"/>
                <a:gd name="T5" fmla="*/ 1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0" y="1"/>
                    <a:pt x="0" y="0"/>
                    <a:pt x="0" y="0"/>
                  </a:cubicBezTo>
                  <a:cubicBezTo>
                    <a:pt x="0" y="1"/>
                    <a:pt x="0" y="2"/>
                    <a:pt x="0" y="2"/>
                  </a:cubicBezTo>
                  <a:close/>
                </a:path>
              </a:pathLst>
            </a:custGeom>
            <a:solidFill>
              <a:srgbClr val="FFFFFF"/>
            </a:solidFill>
            <a:ln w="9525">
              <a:noFill/>
              <a:round/>
            </a:ln>
          </p:spPr>
          <p:txBody>
            <a:bodyPr/>
            <a:lstStyle/>
            <a:p>
              <a:endParaRPr lang="en-GB" sz="1815"/>
            </a:p>
          </p:txBody>
        </p:sp>
        <p:sp>
          <p:nvSpPr>
            <p:cNvPr id="337" name="Freeform 181"/>
            <p:cNvSpPr/>
            <p:nvPr/>
          </p:nvSpPr>
          <p:spPr bwMode="auto">
            <a:xfrm>
              <a:off x="1962324" y="1908423"/>
              <a:ext cx="338431" cy="335838"/>
            </a:xfrm>
            <a:custGeom>
              <a:avLst/>
              <a:gdLst>
                <a:gd name="T0" fmla="*/ 284 w 146"/>
                <a:gd name="T1" fmla="*/ 778 h 145"/>
                <a:gd name="T2" fmla="*/ 219 w 146"/>
                <a:gd name="T3" fmla="*/ 656 h 145"/>
                <a:gd name="T4" fmla="*/ 560 w 146"/>
                <a:gd name="T5" fmla="*/ 617 h 145"/>
                <a:gd name="T6" fmla="*/ 538 w 146"/>
                <a:gd name="T7" fmla="*/ 778 h 145"/>
                <a:gd name="T8" fmla="*/ 831 w 146"/>
                <a:gd name="T9" fmla="*/ 830 h 145"/>
                <a:gd name="T10" fmla="*/ 838 w 146"/>
                <a:gd name="T11" fmla="*/ 536 h 145"/>
                <a:gd name="T12" fmla="*/ 677 w 146"/>
                <a:gd name="T13" fmla="*/ 466 h 145"/>
                <a:gd name="T14" fmla="*/ 729 w 146"/>
                <a:gd name="T15" fmla="*/ 260 h 145"/>
                <a:gd name="T16" fmla="*/ 831 w 146"/>
                <a:gd name="T17" fmla="*/ 102 h 145"/>
                <a:gd name="T18" fmla="*/ 831 w 146"/>
                <a:gd name="T19" fmla="*/ 0 h 145"/>
                <a:gd name="T20" fmla="*/ 0 w 146"/>
                <a:gd name="T21" fmla="*/ 0 h 145"/>
                <a:gd name="T22" fmla="*/ 0 w 146"/>
                <a:gd name="T23" fmla="*/ 830 h 145"/>
                <a:gd name="T24" fmla="*/ 284 w 146"/>
                <a:gd name="T25" fmla="*/ 778 h 145"/>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6"/>
                <a:gd name="T40" fmla="*/ 0 h 145"/>
                <a:gd name="T41" fmla="*/ 146 w 146"/>
                <a:gd name="T42" fmla="*/ 145 h 145"/>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6" h="145">
                  <a:moveTo>
                    <a:pt x="49" y="135"/>
                  </a:moveTo>
                  <a:cubicBezTo>
                    <a:pt x="57" y="126"/>
                    <a:pt x="31" y="125"/>
                    <a:pt x="38" y="114"/>
                  </a:cubicBezTo>
                  <a:cubicBezTo>
                    <a:pt x="45" y="103"/>
                    <a:pt x="87" y="97"/>
                    <a:pt x="97" y="107"/>
                  </a:cubicBezTo>
                  <a:cubicBezTo>
                    <a:pt x="106" y="118"/>
                    <a:pt x="81" y="131"/>
                    <a:pt x="93" y="135"/>
                  </a:cubicBezTo>
                  <a:cubicBezTo>
                    <a:pt x="105" y="139"/>
                    <a:pt x="144" y="144"/>
                    <a:pt x="144" y="144"/>
                  </a:cubicBezTo>
                  <a:cubicBezTo>
                    <a:pt x="144" y="144"/>
                    <a:pt x="146" y="101"/>
                    <a:pt x="145" y="93"/>
                  </a:cubicBezTo>
                  <a:cubicBezTo>
                    <a:pt x="143" y="85"/>
                    <a:pt x="126" y="108"/>
                    <a:pt x="117" y="81"/>
                  </a:cubicBezTo>
                  <a:cubicBezTo>
                    <a:pt x="112" y="65"/>
                    <a:pt x="114" y="39"/>
                    <a:pt x="126" y="45"/>
                  </a:cubicBezTo>
                  <a:cubicBezTo>
                    <a:pt x="144" y="54"/>
                    <a:pt x="144" y="27"/>
                    <a:pt x="144" y="18"/>
                  </a:cubicBezTo>
                  <a:cubicBezTo>
                    <a:pt x="144" y="11"/>
                    <a:pt x="144" y="0"/>
                    <a:pt x="144" y="0"/>
                  </a:cubicBezTo>
                  <a:cubicBezTo>
                    <a:pt x="0" y="0"/>
                    <a:pt x="0" y="0"/>
                    <a:pt x="0" y="0"/>
                  </a:cubicBezTo>
                  <a:cubicBezTo>
                    <a:pt x="0" y="144"/>
                    <a:pt x="0" y="144"/>
                    <a:pt x="0" y="144"/>
                  </a:cubicBezTo>
                  <a:cubicBezTo>
                    <a:pt x="0" y="144"/>
                    <a:pt x="41" y="145"/>
                    <a:pt x="49" y="135"/>
                  </a:cubicBezTo>
                  <a:close/>
                </a:path>
              </a:pathLst>
            </a:custGeom>
            <a:solidFill>
              <a:schemeClr val="accent4"/>
            </a:solidFill>
            <a:ln w="9525">
              <a:noFill/>
              <a:round/>
            </a:ln>
          </p:spPr>
          <p:txBody>
            <a:bodyPr/>
            <a:lstStyle/>
            <a:p>
              <a:endParaRPr lang="en-GB" sz="1815"/>
            </a:p>
          </p:txBody>
        </p:sp>
        <p:sp>
          <p:nvSpPr>
            <p:cNvPr id="338" name="Freeform 182"/>
            <p:cNvSpPr/>
            <p:nvPr/>
          </p:nvSpPr>
          <p:spPr bwMode="auto">
            <a:xfrm>
              <a:off x="8290475" y="6231692"/>
              <a:ext cx="355224" cy="353922"/>
            </a:xfrm>
            <a:custGeom>
              <a:avLst/>
              <a:gdLst>
                <a:gd name="T0" fmla="*/ 604 w 153"/>
                <a:gd name="T1" fmla="*/ 52 h 153"/>
                <a:gd name="T2" fmla="*/ 575 w 153"/>
                <a:gd name="T3" fmla="*/ 206 h 153"/>
                <a:gd name="T4" fmla="*/ 365 w 153"/>
                <a:gd name="T5" fmla="*/ 206 h 153"/>
                <a:gd name="T6" fmla="*/ 365 w 153"/>
                <a:gd name="T7" fmla="*/ 52 h 153"/>
                <a:gd name="T8" fmla="*/ 52 w 153"/>
                <a:gd name="T9" fmla="*/ 52 h 153"/>
                <a:gd name="T10" fmla="*/ 45 w 153"/>
                <a:gd name="T11" fmla="*/ 372 h 153"/>
                <a:gd name="T12" fmla="*/ 210 w 153"/>
                <a:gd name="T13" fmla="*/ 437 h 153"/>
                <a:gd name="T14" fmla="*/ 158 w 153"/>
                <a:gd name="T15" fmla="*/ 620 h 153"/>
                <a:gd name="T16" fmla="*/ 52 w 153"/>
                <a:gd name="T17" fmla="*/ 843 h 153"/>
                <a:gd name="T18" fmla="*/ 365 w 153"/>
                <a:gd name="T19" fmla="*/ 879 h 153"/>
                <a:gd name="T20" fmla="*/ 471 w 153"/>
                <a:gd name="T21" fmla="*/ 725 h 153"/>
                <a:gd name="T22" fmla="*/ 627 w 153"/>
                <a:gd name="T23" fmla="*/ 879 h 153"/>
                <a:gd name="T24" fmla="*/ 888 w 153"/>
                <a:gd name="T25" fmla="*/ 879 h 153"/>
                <a:gd name="T26" fmla="*/ 888 w 153"/>
                <a:gd name="T27" fmla="*/ 52 h 153"/>
                <a:gd name="T28" fmla="*/ 604 w 153"/>
                <a:gd name="T29" fmla="*/ 52 h 15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53"/>
                <a:gd name="T46" fmla="*/ 0 h 153"/>
                <a:gd name="T47" fmla="*/ 153 w 153"/>
                <a:gd name="T48" fmla="*/ 153 h 15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53" h="153">
                  <a:moveTo>
                    <a:pt x="104" y="9"/>
                  </a:moveTo>
                  <a:cubicBezTo>
                    <a:pt x="96" y="18"/>
                    <a:pt x="106" y="25"/>
                    <a:pt x="99" y="36"/>
                  </a:cubicBezTo>
                  <a:cubicBezTo>
                    <a:pt x="92" y="47"/>
                    <a:pt x="72" y="47"/>
                    <a:pt x="63" y="36"/>
                  </a:cubicBezTo>
                  <a:cubicBezTo>
                    <a:pt x="54" y="25"/>
                    <a:pt x="75" y="13"/>
                    <a:pt x="63" y="9"/>
                  </a:cubicBezTo>
                  <a:cubicBezTo>
                    <a:pt x="51" y="5"/>
                    <a:pt x="9" y="9"/>
                    <a:pt x="9" y="9"/>
                  </a:cubicBezTo>
                  <a:cubicBezTo>
                    <a:pt x="9" y="9"/>
                    <a:pt x="8" y="57"/>
                    <a:pt x="8" y="65"/>
                  </a:cubicBezTo>
                  <a:cubicBezTo>
                    <a:pt x="8" y="90"/>
                    <a:pt x="27" y="49"/>
                    <a:pt x="36" y="76"/>
                  </a:cubicBezTo>
                  <a:cubicBezTo>
                    <a:pt x="41" y="92"/>
                    <a:pt x="40" y="112"/>
                    <a:pt x="27" y="108"/>
                  </a:cubicBezTo>
                  <a:cubicBezTo>
                    <a:pt x="0" y="99"/>
                    <a:pt x="0" y="129"/>
                    <a:pt x="9" y="147"/>
                  </a:cubicBezTo>
                  <a:cubicBezTo>
                    <a:pt x="9" y="147"/>
                    <a:pt x="54" y="153"/>
                    <a:pt x="63" y="153"/>
                  </a:cubicBezTo>
                  <a:cubicBezTo>
                    <a:pt x="72" y="153"/>
                    <a:pt x="45" y="126"/>
                    <a:pt x="81" y="126"/>
                  </a:cubicBezTo>
                  <a:cubicBezTo>
                    <a:pt x="117" y="126"/>
                    <a:pt x="81" y="153"/>
                    <a:pt x="108" y="153"/>
                  </a:cubicBezTo>
                  <a:cubicBezTo>
                    <a:pt x="135" y="153"/>
                    <a:pt x="153" y="153"/>
                    <a:pt x="153" y="153"/>
                  </a:cubicBezTo>
                  <a:cubicBezTo>
                    <a:pt x="153" y="9"/>
                    <a:pt x="153" y="9"/>
                    <a:pt x="153" y="9"/>
                  </a:cubicBezTo>
                  <a:cubicBezTo>
                    <a:pt x="153" y="9"/>
                    <a:pt x="112" y="0"/>
                    <a:pt x="104" y="9"/>
                  </a:cubicBezTo>
                  <a:close/>
                </a:path>
              </a:pathLst>
            </a:custGeom>
            <a:solidFill>
              <a:schemeClr val="accent5"/>
            </a:solidFill>
            <a:ln w="9525">
              <a:noFill/>
              <a:round/>
            </a:ln>
          </p:spPr>
          <p:txBody>
            <a:bodyPr/>
            <a:lstStyle/>
            <a:p>
              <a:endParaRPr lang="en-GB" sz="1815"/>
            </a:p>
          </p:txBody>
        </p:sp>
        <p:sp>
          <p:nvSpPr>
            <p:cNvPr id="339" name="Freeform 183"/>
            <p:cNvSpPr/>
            <p:nvPr/>
          </p:nvSpPr>
          <p:spPr bwMode="auto">
            <a:xfrm>
              <a:off x="7893916" y="3224650"/>
              <a:ext cx="501189" cy="375880"/>
            </a:xfrm>
            <a:custGeom>
              <a:avLst/>
              <a:gdLst>
                <a:gd name="T0" fmla="*/ 758 w 216"/>
                <a:gd name="T1" fmla="*/ 52 h 162"/>
                <a:gd name="T2" fmla="*/ 729 w 216"/>
                <a:gd name="T3" fmla="*/ 210 h 162"/>
                <a:gd name="T4" fmla="*/ 523 w 216"/>
                <a:gd name="T5" fmla="*/ 210 h 162"/>
                <a:gd name="T6" fmla="*/ 523 w 216"/>
                <a:gd name="T7" fmla="*/ 52 h 162"/>
                <a:gd name="T8" fmla="*/ 210 w 216"/>
                <a:gd name="T9" fmla="*/ 52 h 162"/>
                <a:gd name="T10" fmla="*/ 262 w 216"/>
                <a:gd name="T11" fmla="*/ 313 h 162"/>
                <a:gd name="T12" fmla="*/ 158 w 216"/>
                <a:gd name="T13" fmla="*/ 365 h 162"/>
                <a:gd name="T14" fmla="*/ 0 w 216"/>
                <a:gd name="T15" fmla="*/ 575 h 162"/>
                <a:gd name="T16" fmla="*/ 210 w 216"/>
                <a:gd name="T17" fmla="*/ 677 h 162"/>
                <a:gd name="T18" fmla="*/ 210 w 216"/>
                <a:gd name="T19" fmla="*/ 887 h 162"/>
                <a:gd name="T20" fmla="*/ 523 w 216"/>
                <a:gd name="T21" fmla="*/ 939 h 162"/>
                <a:gd name="T22" fmla="*/ 677 w 216"/>
                <a:gd name="T23" fmla="*/ 677 h 162"/>
                <a:gd name="T24" fmla="*/ 783 w 216"/>
                <a:gd name="T25" fmla="*/ 835 h 162"/>
                <a:gd name="T26" fmla="*/ 1042 w 216"/>
                <a:gd name="T27" fmla="*/ 887 h 162"/>
                <a:gd name="T28" fmla="*/ 990 w 216"/>
                <a:gd name="T29" fmla="*/ 575 h 162"/>
                <a:gd name="T30" fmla="*/ 1252 w 216"/>
                <a:gd name="T31" fmla="*/ 417 h 162"/>
                <a:gd name="T32" fmla="*/ 990 w 216"/>
                <a:gd name="T33" fmla="*/ 262 h 162"/>
                <a:gd name="T34" fmla="*/ 1042 w 216"/>
                <a:gd name="T35" fmla="*/ 57 h 162"/>
                <a:gd name="T36" fmla="*/ 758 w 216"/>
                <a:gd name="T37" fmla="*/ 52 h 162"/>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216"/>
                <a:gd name="T58" fmla="*/ 0 h 162"/>
                <a:gd name="T59" fmla="*/ 216 w 216"/>
                <a:gd name="T60" fmla="*/ 162 h 162"/>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216" h="162">
                  <a:moveTo>
                    <a:pt x="131" y="9"/>
                  </a:moveTo>
                  <a:cubicBezTo>
                    <a:pt x="123" y="18"/>
                    <a:pt x="133" y="25"/>
                    <a:pt x="126" y="36"/>
                  </a:cubicBezTo>
                  <a:cubicBezTo>
                    <a:pt x="119" y="47"/>
                    <a:pt x="99" y="47"/>
                    <a:pt x="90" y="36"/>
                  </a:cubicBezTo>
                  <a:cubicBezTo>
                    <a:pt x="81" y="25"/>
                    <a:pt x="102" y="13"/>
                    <a:pt x="90" y="9"/>
                  </a:cubicBezTo>
                  <a:cubicBezTo>
                    <a:pt x="78" y="5"/>
                    <a:pt x="36" y="9"/>
                    <a:pt x="36" y="9"/>
                  </a:cubicBezTo>
                  <a:cubicBezTo>
                    <a:pt x="36" y="9"/>
                    <a:pt x="45" y="45"/>
                    <a:pt x="45" y="54"/>
                  </a:cubicBezTo>
                  <a:cubicBezTo>
                    <a:pt x="45" y="72"/>
                    <a:pt x="36" y="72"/>
                    <a:pt x="27" y="63"/>
                  </a:cubicBezTo>
                  <a:cubicBezTo>
                    <a:pt x="13" y="49"/>
                    <a:pt x="0" y="72"/>
                    <a:pt x="0" y="99"/>
                  </a:cubicBezTo>
                  <a:cubicBezTo>
                    <a:pt x="0" y="127"/>
                    <a:pt x="36" y="90"/>
                    <a:pt x="36" y="117"/>
                  </a:cubicBezTo>
                  <a:cubicBezTo>
                    <a:pt x="36" y="124"/>
                    <a:pt x="36" y="153"/>
                    <a:pt x="36" y="153"/>
                  </a:cubicBezTo>
                  <a:cubicBezTo>
                    <a:pt x="36" y="153"/>
                    <a:pt x="72" y="162"/>
                    <a:pt x="90" y="162"/>
                  </a:cubicBezTo>
                  <a:cubicBezTo>
                    <a:pt x="127" y="162"/>
                    <a:pt x="63" y="117"/>
                    <a:pt x="117" y="117"/>
                  </a:cubicBezTo>
                  <a:cubicBezTo>
                    <a:pt x="153" y="117"/>
                    <a:pt x="117" y="135"/>
                    <a:pt x="135" y="144"/>
                  </a:cubicBezTo>
                  <a:cubicBezTo>
                    <a:pt x="153" y="153"/>
                    <a:pt x="180" y="153"/>
                    <a:pt x="180" y="153"/>
                  </a:cubicBezTo>
                  <a:cubicBezTo>
                    <a:pt x="180" y="153"/>
                    <a:pt x="171" y="126"/>
                    <a:pt x="171" y="99"/>
                  </a:cubicBezTo>
                  <a:cubicBezTo>
                    <a:pt x="171" y="72"/>
                    <a:pt x="216" y="126"/>
                    <a:pt x="216" y="72"/>
                  </a:cubicBezTo>
                  <a:cubicBezTo>
                    <a:pt x="216" y="18"/>
                    <a:pt x="171" y="63"/>
                    <a:pt x="171" y="45"/>
                  </a:cubicBezTo>
                  <a:cubicBezTo>
                    <a:pt x="171" y="27"/>
                    <a:pt x="180" y="10"/>
                    <a:pt x="180" y="10"/>
                  </a:cubicBezTo>
                  <a:cubicBezTo>
                    <a:pt x="180" y="10"/>
                    <a:pt x="139" y="0"/>
                    <a:pt x="131" y="9"/>
                  </a:cubicBezTo>
                  <a:close/>
                </a:path>
              </a:pathLst>
            </a:custGeom>
            <a:solidFill>
              <a:schemeClr val="tx2"/>
            </a:solidFill>
            <a:ln w="9525">
              <a:noFill/>
              <a:round/>
            </a:ln>
          </p:spPr>
          <p:txBody>
            <a:bodyPr/>
            <a:lstStyle/>
            <a:p>
              <a:endParaRPr lang="en-GB" sz="1815"/>
            </a:p>
          </p:txBody>
        </p:sp>
        <p:sp>
          <p:nvSpPr>
            <p:cNvPr id="340" name="Freeform 184"/>
            <p:cNvSpPr/>
            <p:nvPr/>
          </p:nvSpPr>
          <p:spPr bwMode="auto">
            <a:xfrm>
              <a:off x="7955919" y="5166052"/>
              <a:ext cx="375891" cy="501174"/>
            </a:xfrm>
            <a:custGeom>
              <a:avLst/>
              <a:gdLst>
                <a:gd name="T0" fmla="*/ 417 w 162"/>
                <a:gd name="T1" fmla="*/ 0 h 216"/>
                <a:gd name="T2" fmla="*/ 262 w 162"/>
                <a:gd name="T3" fmla="*/ 262 h 216"/>
                <a:gd name="T4" fmla="*/ 52 w 162"/>
                <a:gd name="T5" fmla="*/ 210 h 216"/>
                <a:gd name="T6" fmla="*/ 52 w 162"/>
                <a:gd name="T7" fmla="*/ 494 h 216"/>
                <a:gd name="T8" fmla="*/ 210 w 162"/>
                <a:gd name="T9" fmla="*/ 523 h 216"/>
                <a:gd name="T10" fmla="*/ 210 w 162"/>
                <a:gd name="T11" fmla="*/ 729 h 216"/>
                <a:gd name="T12" fmla="*/ 52 w 162"/>
                <a:gd name="T13" fmla="*/ 729 h 216"/>
                <a:gd name="T14" fmla="*/ 52 w 162"/>
                <a:gd name="T15" fmla="*/ 1042 h 216"/>
                <a:gd name="T16" fmla="*/ 313 w 162"/>
                <a:gd name="T17" fmla="*/ 990 h 216"/>
                <a:gd name="T18" fmla="*/ 365 w 162"/>
                <a:gd name="T19" fmla="*/ 1098 h 216"/>
                <a:gd name="T20" fmla="*/ 575 w 162"/>
                <a:gd name="T21" fmla="*/ 1252 h 216"/>
                <a:gd name="T22" fmla="*/ 677 w 162"/>
                <a:gd name="T23" fmla="*/ 1042 h 216"/>
                <a:gd name="T24" fmla="*/ 887 w 162"/>
                <a:gd name="T25" fmla="*/ 1042 h 216"/>
                <a:gd name="T26" fmla="*/ 939 w 162"/>
                <a:gd name="T27" fmla="*/ 729 h 216"/>
                <a:gd name="T28" fmla="*/ 677 w 162"/>
                <a:gd name="T29" fmla="*/ 575 h 216"/>
                <a:gd name="T30" fmla="*/ 835 w 162"/>
                <a:gd name="T31" fmla="*/ 471 h 216"/>
                <a:gd name="T32" fmla="*/ 887 w 162"/>
                <a:gd name="T33" fmla="*/ 210 h 216"/>
                <a:gd name="T34" fmla="*/ 575 w 162"/>
                <a:gd name="T35" fmla="*/ 262 h 216"/>
                <a:gd name="T36" fmla="*/ 417 w 162"/>
                <a:gd name="T37" fmla="*/ 0 h 21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62"/>
                <a:gd name="T58" fmla="*/ 0 h 216"/>
                <a:gd name="T59" fmla="*/ 162 w 162"/>
                <a:gd name="T60" fmla="*/ 216 h 21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62" h="216">
                  <a:moveTo>
                    <a:pt x="72" y="0"/>
                  </a:moveTo>
                  <a:cubicBezTo>
                    <a:pt x="18" y="0"/>
                    <a:pt x="63" y="45"/>
                    <a:pt x="45" y="45"/>
                  </a:cubicBezTo>
                  <a:cubicBezTo>
                    <a:pt x="27" y="45"/>
                    <a:pt x="9" y="36"/>
                    <a:pt x="9" y="36"/>
                  </a:cubicBezTo>
                  <a:cubicBezTo>
                    <a:pt x="9" y="36"/>
                    <a:pt x="0" y="77"/>
                    <a:pt x="9" y="85"/>
                  </a:cubicBezTo>
                  <a:cubicBezTo>
                    <a:pt x="18" y="93"/>
                    <a:pt x="25" y="83"/>
                    <a:pt x="36" y="90"/>
                  </a:cubicBezTo>
                  <a:cubicBezTo>
                    <a:pt x="47" y="97"/>
                    <a:pt x="47" y="117"/>
                    <a:pt x="36" y="126"/>
                  </a:cubicBezTo>
                  <a:cubicBezTo>
                    <a:pt x="25" y="135"/>
                    <a:pt x="13" y="114"/>
                    <a:pt x="9" y="126"/>
                  </a:cubicBezTo>
                  <a:cubicBezTo>
                    <a:pt x="5" y="138"/>
                    <a:pt x="9" y="180"/>
                    <a:pt x="9" y="180"/>
                  </a:cubicBezTo>
                  <a:cubicBezTo>
                    <a:pt x="9" y="180"/>
                    <a:pt x="45" y="171"/>
                    <a:pt x="54" y="171"/>
                  </a:cubicBezTo>
                  <a:cubicBezTo>
                    <a:pt x="72" y="171"/>
                    <a:pt x="72" y="180"/>
                    <a:pt x="63" y="189"/>
                  </a:cubicBezTo>
                  <a:cubicBezTo>
                    <a:pt x="49" y="203"/>
                    <a:pt x="72" y="216"/>
                    <a:pt x="99" y="216"/>
                  </a:cubicBezTo>
                  <a:cubicBezTo>
                    <a:pt x="127" y="216"/>
                    <a:pt x="90" y="180"/>
                    <a:pt x="117" y="180"/>
                  </a:cubicBezTo>
                  <a:cubicBezTo>
                    <a:pt x="124" y="180"/>
                    <a:pt x="153" y="180"/>
                    <a:pt x="153" y="180"/>
                  </a:cubicBezTo>
                  <a:cubicBezTo>
                    <a:pt x="153" y="180"/>
                    <a:pt x="162" y="144"/>
                    <a:pt x="162" y="126"/>
                  </a:cubicBezTo>
                  <a:cubicBezTo>
                    <a:pt x="162" y="89"/>
                    <a:pt x="117" y="153"/>
                    <a:pt x="117" y="99"/>
                  </a:cubicBezTo>
                  <a:cubicBezTo>
                    <a:pt x="117" y="63"/>
                    <a:pt x="135" y="99"/>
                    <a:pt x="144" y="81"/>
                  </a:cubicBezTo>
                  <a:cubicBezTo>
                    <a:pt x="153" y="63"/>
                    <a:pt x="153" y="36"/>
                    <a:pt x="153" y="36"/>
                  </a:cubicBezTo>
                  <a:cubicBezTo>
                    <a:pt x="153" y="36"/>
                    <a:pt x="126" y="45"/>
                    <a:pt x="99" y="45"/>
                  </a:cubicBezTo>
                  <a:cubicBezTo>
                    <a:pt x="72" y="45"/>
                    <a:pt x="126" y="0"/>
                    <a:pt x="72" y="0"/>
                  </a:cubicBezTo>
                  <a:close/>
                </a:path>
              </a:pathLst>
            </a:custGeom>
            <a:solidFill>
              <a:schemeClr val="accent4"/>
            </a:solidFill>
            <a:ln w="9525">
              <a:noFill/>
              <a:round/>
            </a:ln>
          </p:spPr>
          <p:txBody>
            <a:bodyPr/>
            <a:lstStyle/>
            <a:p>
              <a:endParaRPr lang="en-GB" sz="1815"/>
            </a:p>
          </p:txBody>
        </p:sp>
        <p:sp>
          <p:nvSpPr>
            <p:cNvPr id="341" name="Freeform 185"/>
            <p:cNvSpPr/>
            <p:nvPr/>
          </p:nvSpPr>
          <p:spPr bwMode="auto">
            <a:xfrm>
              <a:off x="1962324" y="2576224"/>
              <a:ext cx="334556" cy="418506"/>
            </a:xfrm>
            <a:custGeom>
              <a:avLst/>
              <a:gdLst>
                <a:gd name="T0" fmla="*/ 313 w 144"/>
                <a:gd name="T1" fmla="*/ 947 h 180"/>
                <a:gd name="T2" fmla="*/ 473 w 144"/>
                <a:gd name="T3" fmla="*/ 1049 h 180"/>
                <a:gd name="T4" fmla="*/ 576 w 144"/>
                <a:gd name="T5" fmla="*/ 947 h 180"/>
                <a:gd name="T6" fmla="*/ 628 w 144"/>
                <a:gd name="T7" fmla="*/ 839 h 180"/>
                <a:gd name="T8" fmla="*/ 838 w 144"/>
                <a:gd name="T9" fmla="*/ 839 h 180"/>
                <a:gd name="T10" fmla="*/ 838 w 144"/>
                <a:gd name="T11" fmla="*/ 576 h 180"/>
                <a:gd name="T12" fmla="*/ 628 w 144"/>
                <a:gd name="T13" fmla="*/ 473 h 180"/>
                <a:gd name="T14" fmla="*/ 734 w 144"/>
                <a:gd name="T15" fmla="*/ 315 h 180"/>
                <a:gd name="T16" fmla="*/ 838 w 144"/>
                <a:gd name="T17" fmla="*/ 315 h 180"/>
                <a:gd name="T18" fmla="*/ 838 w 144"/>
                <a:gd name="T19" fmla="*/ 0 h 180"/>
                <a:gd name="T20" fmla="*/ 599 w 144"/>
                <a:gd name="T21" fmla="*/ 0 h 180"/>
                <a:gd name="T22" fmla="*/ 547 w 144"/>
                <a:gd name="T23" fmla="*/ 104 h 180"/>
                <a:gd name="T24" fmla="*/ 421 w 144"/>
                <a:gd name="T25" fmla="*/ 211 h 180"/>
                <a:gd name="T26" fmla="*/ 291 w 144"/>
                <a:gd name="T27" fmla="*/ 104 h 180"/>
                <a:gd name="T28" fmla="*/ 239 w 144"/>
                <a:gd name="T29" fmla="*/ 0 h 180"/>
                <a:gd name="T30" fmla="*/ 0 w 144"/>
                <a:gd name="T31" fmla="*/ 0 h 180"/>
                <a:gd name="T32" fmla="*/ 0 w 144"/>
                <a:gd name="T33" fmla="*/ 839 h 180"/>
                <a:gd name="T34" fmla="*/ 313 w 144"/>
                <a:gd name="T35" fmla="*/ 839 h 180"/>
                <a:gd name="T36" fmla="*/ 313 w 144"/>
                <a:gd name="T37" fmla="*/ 947 h 180"/>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44"/>
                <a:gd name="T58" fmla="*/ 0 h 180"/>
                <a:gd name="T59" fmla="*/ 144 w 144"/>
                <a:gd name="T60" fmla="*/ 180 h 180"/>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44" h="180">
                  <a:moveTo>
                    <a:pt x="54" y="162"/>
                  </a:moveTo>
                  <a:cubicBezTo>
                    <a:pt x="45" y="171"/>
                    <a:pt x="63" y="180"/>
                    <a:pt x="81" y="180"/>
                  </a:cubicBezTo>
                  <a:cubicBezTo>
                    <a:pt x="99" y="180"/>
                    <a:pt x="108" y="171"/>
                    <a:pt x="99" y="162"/>
                  </a:cubicBezTo>
                  <a:cubicBezTo>
                    <a:pt x="90" y="153"/>
                    <a:pt x="99" y="144"/>
                    <a:pt x="108" y="144"/>
                  </a:cubicBezTo>
                  <a:cubicBezTo>
                    <a:pt x="117" y="144"/>
                    <a:pt x="144" y="144"/>
                    <a:pt x="144" y="144"/>
                  </a:cubicBezTo>
                  <a:cubicBezTo>
                    <a:pt x="144" y="144"/>
                    <a:pt x="144" y="117"/>
                    <a:pt x="144" y="99"/>
                  </a:cubicBezTo>
                  <a:cubicBezTo>
                    <a:pt x="144" y="81"/>
                    <a:pt x="108" y="117"/>
                    <a:pt x="108" y="81"/>
                  </a:cubicBezTo>
                  <a:cubicBezTo>
                    <a:pt x="108" y="45"/>
                    <a:pt x="126" y="54"/>
                    <a:pt x="126" y="54"/>
                  </a:cubicBezTo>
                  <a:cubicBezTo>
                    <a:pt x="126" y="54"/>
                    <a:pt x="144" y="63"/>
                    <a:pt x="144" y="54"/>
                  </a:cubicBezTo>
                  <a:cubicBezTo>
                    <a:pt x="144" y="45"/>
                    <a:pt x="144" y="0"/>
                    <a:pt x="144" y="0"/>
                  </a:cubicBezTo>
                  <a:cubicBezTo>
                    <a:pt x="144" y="0"/>
                    <a:pt x="112" y="0"/>
                    <a:pt x="103" y="0"/>
                  </a:cubicBezTo>
                  <a:cubicBezTo>
                    <a:pt x="94" y="0"/>
                    <a:pt x="85" y="9"/>
                    <a:pt x="94" y="18"/>
                  </a:cubicBezTo>
                  <a:cubicBezTo>
                    <a:pt x="103" y="27"/>
                    <a:pt x="90" y="36"/>
                    <a:pt x="72" y="36"/>
                  </a:cubicBezTo>
                  <a:cubicBezTo>
                    <a:pt x="63" y="36"/>
                    <a:pt x="41" y="27"/>
                    <a:pt x="50" y="18"/>
                  </a:cubicBezTo>
                  <a:cubicBezTo>
                    <a:pt x="59" y="9"/>
                    <a:pt x="50" y="0"/>
                    <a:pt x="41" y="0"/>
                  </a:cubicBezTo>
                  <a:cubicBezTo>
                    <a:pt x="32" y="0"/>
                    <a:pt x="0" y="0"/>
                    <a:pt x="0" y="0"/>
                  </a:cubicBezTo>
                  <a:cubicBezTo>
                    <a:pt x="0" y="144"/>
                    <a:pt x="0" y="144"/>
                    <a:pt x="0" y="144"/>
                  </a:cubicBezTo>
                  <a:cubicBezTo>
                    <a:pt x="0" y="144"/>
                    <a:pt x="45" y="144"/>
                    <a:pt x="54" y="144"/>
                  </a:cubicBezTo>
                  <a:cubicBezTo>
                    <a:pt x="63" y="144"/>
                    <a:pt x="63" y="153"/>
                    <a:pt x="54" y="162"/>
                  </a:cubicBezTo>
                  <a:close/>
                </a:path>
              </a:pathLst>
            </a:custGeom>
            <a:solidFill>
              <a:schemeClr val="accent1"/>
            </a:solidFill>
            <a:ln w="9525">
              <a:noFill/>
              <a:round/>
            </a:ln>
          </p:spPr>
          <p:txBody>
            <a:bodyPr/>
            <a:lstStyle/>
            <a:p>
              <a:endParaRPr lang="en-GB" sz="1815"/>
            </a:p>
          </p:txBody>
        </p:sp>
        <p:sp>
          <p:nvSpPr>
            <p:cNvPr id="342" name="Freeform 186"/>
            <p:cNvSpPr/>
            <p:nvPr/>
          </p:nvSpPr>
          <p:spPr bwMode="auto">
            <a:xfrm>
              <a:off x="1962324" y="5917813"/>
              <a:ext cx="334556" cy="417214"/>
            </a:xfrm>
            <a:custGeom>
              <a:avLst/>
              <a:gdLst>
                <a:gd name="T0" fmla="*/ 313 w 144"/>
                <a:gd name="T1" fmla="*/ 937 h 180"/>
                <a:gd name="T2" fmla="*/ 473 w 144"/>
                <a:gd name="T3" fmla="*/ 1041 h 180"/>
                <a:gd name="T4" fmla="*/ 576 w 144"/>
                <a:gd name="T5" fmla="*/ 937 h 180"/>
                <a:gd name="T6" fmla="*/ 628 w 144"/>
                <a:gd name="T7" fmla="*/ 831 h 180"/>
                <a:gd name="T8" fmla="*/ 838 w 144"/>
                <a:gd name="T9" fmla="*/ 831 h 180"/>
                <a:gd name="T10" fmla="*/ 838 w 144"/>
                <a:gd name="T11" fmla="*/ 572 h 180"/>
                <a:gd name="T12" fmla="*/ 628 w 144"/>
                <a:gd name="T13" fmla="*/ 467 h 180"/>
                <a:gd name="T14" fmla="*/ 734 w 144"/>
                <a:gd name="T15" fmla="*/ 312 h 180"/>
                <a:gd name="T16" fmla="*/ 838 w 144"/>
                <a:gd name="T17" fmla="*/ 312 h 180"/>
                <a:gd name="T18" fmla="*/ 838 w 144"/>
                <a:gd name="T19" fmla="*/ 0 h 180"/>
                <a:gd name="T20" fmla="*/ 599 w 144"/>
                <a:gd name="T21" fmla="*/ 0 h 180"/>
                <a:gd name="T22" fmla="*/ 547 w 144"/>
                <a:gd name="T23" fmla="*/ 102 h 180"/>
                <a:gd name="T24" fmla="*/ 421 w 144"/>
                <a:gd name="T25" fmla="*/ 210 h 180"/>
                <a:gd name="T26" fmla="*/ 291 w 144"/>
                <a:gd name="T27" fmla="*/ 102 h 180"/>
                <a:gd name="T28" fmla="*/ 239 w 144"/>
                <a:gd name="T29" fmla="*/ 0 h 180"/>
                <a:gd name="T30" fmla="*/ 0 w 144"/>
                <a:gd name="T31" fmla="*/ 0 h 180"/>
                <a:gd name="T32" fmla="*/ 0 w 144"/>
                <a:gd name="T33" fmla="*/ 831 h 180"/>
                <a:gd name="T34" fmla="*/ 313 w 144"/>
                <a:gd name="T35" fmla="*/ 831 h 180"/>
                <a:gd name="T36" fmla="*/ 313 w 144"/>
                <a:gd name="T37" fmla="*/ 937 h 180"/>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44"/>
                <a:gd name="T58" fmla="*/ 0 h 180"/>
                <a:gd name="T59" fmla="*/ 144 w 144"/>
                <a:gd name="T60" fmla="*/ 180 h 180"/>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44" h="180">
                  <a:moveTo>
                    <a:pt x="54" y="162"/>
                  </a:moveTo>
                  <a:cubicBezTo>
                    <a:pt x="45" y="171"/>
                    <a:pt x="63" y="180"/>
                    <a:pt x="81" y="180"/>
                  </a:cubicBezTo>
                  <a:cubicBezTo>
                    <a:pt x="99" y="180"/>
                    <a:pt x="108" y="171"/>
                    <a:pt x="99" y="162"/>
                  </a:cubicBezTo>
                  <a:cubicBezTo>
                    <a:pt x="90" y="153"/>
                    <a:pt x="99" y="144"/>
                    <a:pt x="108" y="144"/>
                  </a:cubicBezTo>
                  <a:cubicBezTo>
                    <a:pt x="117" y="144"/>
                    <a:pt x="144" y="144"/>
                    <a:pt x="144" y="144"/>
                  </a:cubicBezTo>
                  <a:cubicBezTo>
                    <a:pt x="144" y="144"/>
                    <a:pt x="144" y="117"/>
                    <a:pt x="144" y="99"/>
                  </a:cubicBezTo>
                  <a:cubicBezTo>
                    <a:pt x="144" y="81"/>
                    <a:pt x="108" y="117"/>
                    <a:pt x="108" y="81"/>
                  </a:cubicBezTo>
                  <a:cubicBezTo>
                    <a:pt x="108" y="45"/>
                    <a:pt x="126" y="54"/>
                    <a:pt x="126" y="54"/>
                  </a:cubicBezTo>
                  <a:cubicBezTo>
                    <a:pt x="126" y="54"/>
                    <a:pt x="144" y="63"/>
                    <a:pt x="144" y="54"/>
                  </a:cubicBezTo>
                  <a:cubicBezTo>
                    <a:pt x="144" y="45"/>
                    <a:pt x="144" y="0"/>
                    <a:pt x="144" y="0"/>
                  </a:cubicBezTo>
                  <a:cubicBezTo>
                    <a:pt x="144" y="0"/>
                    <a:pt x="112" y="0"/>
                    <a:pt x="103" y="0"/>
                  </a:cubicBezTo>
                  <a:cubicBezTo>
                    <a:pt x="94" y="0"/>
                    <a:pt x="85" y="9"/>
                    <a:pt x="94" y="18"/>
                  </a:cubicBezTo>
                  <a:cubicBezTo>
                    <a:pt x="103" y="27"/>
                    <a:pt x="90" y="36"/>
                    <a:pt x="72" y="36"/>
                  </a:cubicBezTo>
                  <a:cubicBezTo>
                    <a:pt x="63" y="36"/>
                    <a:pt x="41" y="27"/>
                    <a:pt x="50" y="18"/>
                  </a:cubicBezTo>
                  <a:cubicBezTo>
                    <a:pt x="59" y="9"/>
                    <a:pt x="50" y="0"/>
                    <a:pt x="41" y="0"/>
                  </a:cubicBezTo>
                  <a:cubicBezTo>
                    <a:pt x="32" y="0"/>
                    <a:pt x="0" y="0"/>
                    <a:pt x="0" y="0"/>
                  </a:cubicBezTo>
                  <a:cubicBezTo>
                    <a:pt x="0" y="144"/>
                    <a:pt x="0" y="144"/>
                    <a:pt x="0" y="144"/>
                  </a:cubicBezTo>
                  <a:cubicBezTo>
                    <a:pt x="0" y="144"/>
                    <a:pt x="45" y="144"/>
                    <a:pt x="54" y="144"/>
                  </a:cubicBezTo>
                  <a:cubicBezTo>
                    <a:pt x="63" y="144"/>
                    <a:pt x="63" y="153"/>
                    <a:pt x="54" y="162"/>
                  </a:cubicBezTo>
                  <a:close/>
                </a:path>
              </a:pathLst>
            </a:custGeom>
            <a:solidFill>
              <a:schemeClr val="accent4"/>
            </a:solidFill>
            <a:ln w="9525">
              <a:noFill/>
              <a:round/>
            </a:ln>
          </p:spPr>
          <p:txBody>
            <a:bodyPr/>
            <a:lstStyle/>
            <a:p>
              <a:endParaRPr lang="en-GB" sz="1815"/>
            </a:p>
          </p:txBody>
        </p:sp>
        <p:sp>
          <p:nvSpPr>
            <p:cNvPr id="343" name="Freeform 187"/>
            <p:cNvSpPr/>
            <p:nvPr/>
          </p:nvSpPr>
          <p:spPr bwMode="auto">
            <a:xfrm>
              <a:off x="3967078" y="6585614"/>
              <a:ext cx="355224" cy="334546"/>
            </a:xfrm>
            <a:custGeom>
              <a:avLst/>
              <a:gdLst>
                <a:gd name="T0" fmla="*/ 838 w 153"/>
                <a:gd name="T1" fmla="*/ 628 h 144"/>
                <a:gd name="T2" fmla="*/ 785 w 153"/>
                <a:gd name="T3" fmla="*/ 473 h 144"/>
                <a:gd name="T4" fmla="*/ 678 w 153"/>
                <a:gd name="T5" fmla="*/ 365 h 144"/>
                <a:gd name="T6" fmla="*/ 785 w 153"/>
                <a:gd name="T7" fmla="*/ 263 h 144"/>
                <a:gd name="T8" fmla="*/ 888 w 153"/>
                <a:gd name="T9" fmla="*/ 210 h 144"/>
                <a:gd name="T10" fmla="*/ 838 w 153"/>
                <a:gd name="T11" fmla="*/ 0 h 144"/>
                <a:gd name="T12" fmla="*/ 575 w 153"/>
                <a:gd name="T13" fmla="*/ 0 h 144"/>
                <a:gd name="T14" fmla="*/ 471 w 153"/>
                <a:gd name="T15" fmla="*/ 210 h 144"/>
                <a:gd name="T16" fmla="*/ 313 w 153"/>
                <a:gd name="T17" fmla="*/ 104 h 144"/>
                <a:gd name="T18" fmla="*/ 313 w 153"/>
                <a:gd name="T19" fmla="*/ 0 h 144"/>
                <a:gd name="T20" fmla="*/ 0 w 153"/>
                <a:gd name="T21" fmla="*/ 0 h 144"/>
                <a:gd name="T22" fmla="*/ 0 w 153"/>
                <a:gd name="T23" fmla="*/ 239 h 144"/>
                <a:gd name="T24" fmla="*/ 104 w 153"/>
                <a:gd name="T25" fmla="*/ 291 h 144"/>
                <a:gd name="T26" fmla="*/ 210 w 153"/>
                <a:gd name="T27" fmla="*/ 421 h 144"/>
                <a:gd name="T28" fmla="*/ 104 w 153"/>
                <a:gd name="T29" fmla="*/ 547 h 144"/>
                <a:gd name="T30" fmla="*/ 0 w 153"/>
                <a:gd name="T31" fmla="*/ 599 h 144"/>
                <a:gd name="T32" fmla="*/ 0 w 153"/>
                <a:gd name="T33" fmla="*/ 838 h 144"/>
                <a:gd name="T34" fmla="*/ 838 w 153"/>
                <a:gd name="T35" fmla="*/ 838 h 144"/>
                <a:gd name="T36" fmla="*/ 838 w 153"/>
                <a:gd name="T37" fmla="*/ 628 h 14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53"/>
                <a:gd name="T58" fmla="*/ 0 h 144"/>
                <a:gd name="T59" fmla="*/ 153 w 153"/>
                <a:gd name="T60" fmla="*/ 144 h 144"/>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53" h="144">
                  <a:moveTo>
                    <a:pt x="144" y="108"/>
                  </a:moveTo>
                  <a:cubicBezTo>
                    <a:pt x="146" y="99"/>
                    <a:pt x="144" y="72"/>
                    <a:pt x="135" y="81"/>
                  </a:cubicBezTo>
                  <a:cubicBezTo>
                    <a:pt x="126" y="90"/>
                    <a:pt x="117" y="81"/>
                    <a:pt x="117" y="63"/>
                  </a:cubicBezTo>
                  <a:cubicBezTo>
                    <a:pt x="117" y="45"/>
                    <a:pt x="126" y="36"/>
                    <a:pt x="135" y="45"/>
                  </a:cubicBezTo>
                  <a:cubicBezTo>
                    <a:pt x="144" y="54"/>
                    <a:pt x="153" y="45"/>
                    <a:pt x="153" y="36"/>
                  </a:cubicBezTo>
                  <a:cubicBezTo>
                    <a:pt x="153" y="27"/>
                    <a:pt x="144" y="0"/>
                    <a:pt x="144" y="0"/>
                  </a:cubicBezTo>
                  <a:cubicBezTo>
                    <a:pt x="144" y="0"/>
                    <a:pt x="117" y="0"/>
                    <a:pt x="99" y="0"/>
                  </a:cubicBezTo>
                  <a:cubicBezTo>
                    <a:pt x="81" y="0"/>
                    <a:pt x="117" y="36"/>
                    <a:pt x="81" y="36"/>
                  </a:cubicBezTo>
                  <a:cubicBezTo>
                    <a:pt x="45" y="36"/>
                    <a:pt x="54" y="18"/>
                    <a:pt x="54" y="18"/>
                  </a:cubicBezTo>
                  <a:cubicBezTo>
                    <a:pt x="54" y="18"/>
                    <a:pt x="63" y="0"/>
                    <a:pt x="54" y="0"/>
                  </a:cubicBezTo>
                  <a:cubicBezTo>
                    <a:pt x="45" y="0"/>
                    <a:pt x="0" y="0"/>
                    <a:pt x="0" y="0"/>
                  </a:cubicBezTo>
                  <a:cubicBezTo>
                    <a:pt x="0" y="0"/>
                    <a:pt x="0" y="32"/>
                    <a:pt x="0" y="41"/>
                  </a:cubicBezTo>
                  <a:cubicBezTo>
                    <a:pt x="0" y="50"/>
                    <a:pt x="9" y="59"/>
                    <a:pt x="18" y="50"/>
                  </a:cubicBezTo>
                  <a:cubicBezTo>
                    <a:pt x="27" y="41"/>
                    <a:pt x="36" y="54"/>
                    <a:pt x="36" y="72"/>
                  </a:cubicBezTo>
                  <a:cubicBezTo>
                    <a:pt x="36" y="81"/>
                    <a:pt x="27" y="103"/>
                    <a:pt x="18" y="94"/>
                  </a:cubicBezTo>
                  <a:cubicBezTo>
                    <a:pt x="9" y="85"/>
                    <a:pt x="0" y="94"/>
                    <a:pt x="0" y="103"/>
                  </a:cubicBezTo>
                  <a:cubicBezTo>
                    <a:pt x="0" y="112"/>
                    <a:pt x="0" y="144"/>
                    <a:pt x="0" y="144"/>
                  </a:cubicBezTo>
                  <a:cubicBezTo>
                    <a:pt x="144" y="144"/>
                    <a:pt x="144" y="144"/>
                    <a:pt x="144" y="144"/>
                  </a:cubicBezTo>
                  <a:cubicBezTo>
                    <a:pt x="144" y="144"/>
                    <a:pt x="135" y="144"/>
                    <a:pt x="144" y="108"/>
                  </a:cubicBezTo>
                  <a:close/>
                </a:path>
              </a:pathLst>
            </a:custGeom>
            <a:solidFill>
              <a:schemeClr val="accent4"/>
            </a:solidFill>
            <a:ln w="9525">
              <a:noFill/>
              <a:round/>
            </a:ln>
          </p:spPr>
          <p:txBody>
            <a:bodyPr/>
            <a:lstStyle/>
            <a:p>
              <a:endParaRPr lang="en-GB" sz="1815"/>
            </a:p>
          </p:txBody>
        </p:sp>
        <p:sp>
          <p:nvSpPr>
            <p:cNvPr id="344" name="Freeform 188"/>
            <p:cNvSpPr/>
            <p:nvPr/>
          </p:nvSpPr>
          <p:spPr bwMode="auto">
            <a:xfrm>
              <a:off x="8311143" y="5562599"/>
              <a:ext cx="334556" cy="355213"/>
            </a:xfrm>
            <a:custGeom>
              <a:avLst/>
              <a:gdLst>
                <a:gd name="T0" fmla="*/ 628 w 144"/>
                <a:gd name="T1" fmla="*/ 52 h 153"/>
                <a:gd name="T2" fmla="*/ 473 w 144"/>
                <a:gd name="T3" fmla="*/ 104 h 153"/>
                <a:gd name="T4" fmla="*/ 365 w 144"/>
                <a:gd name="T5" fmla="*/ 210 h 153"/>
                <a:gd name="T6" fmla="*/ 263 w 144"/>
                <a:gd name="T7" fmla="*/ 104 h 153"/>
                <a:gd name="T8" fmla="*/ 210 w 144"/>
                <a:gd name="T9" fmla="*/ 0 h 153"/>
                <a:gd name="T10" fmla="*/ 0 w 144"/>
                <a:gd name="T11" fmla="*/ 52 h 153"/>
                <a:gd name="T12" fmla="*/ 0 w 144"/>
                <a:gd name="T13" fmla="*/ 313 h 153"/>
                <a:gd name="T14" fmla="*/ 210 w 144"/>
                <a:gd name="T15" fmla="*/ 417 h 153"/>
                <a:gd name="T16" fmla="*/ 104 w 144"/>
                <a:gd name="T17" fmla="*/ 575 h 153"/>
                <a:gd name="T18" fmla="*/ 0 w 144"/>
                <a:gd name="T19" fmla="*/ 575 h 153"/>
                <a:gd name="T20" fmla="*/ 0 w 144"/>
                <a:gd name="T21" fmla="*/ 888 h 153"/>
                <a:gd name="T22" fmla="*/ 239 w 144"/>
                <a:gd name="T23" fmla="*/ 888 h 153"/>
                <a:gd name="T24" fmla="*/ 291 w 144"/>
                <a:gd name="T25" fmla="*/ 785 h 153"/>
                <a:gd name="T26" fmla="*/ 421 w 144"/>
                <a:gd name="T27" fmla="*/ 678 h 153"/>
                <a:gd name="T28" fmla="*/ 547 w 144"/>
                <a:gd name="T29" fmla="*/ 785 h 153"/>
                <a:gd name="T30" fmla="*/ 599 w 144"/>
                <a:gd name="T31" fmla="*/ 888 h 153"/>
                <a:gd name="T32" fmla="*/ 838 w 144"/>
                <a:gd name="T33" fmla="*/ 888 h 153"/>
                <a:gd name="T34" fmla="*/ 838 w 144"/>
                <a:gd name="T35" fmla="*/ 52 h 153"/>
                <a:gd name="T36" fmla="*/ 628 w 144"/>
                <a:gd name="T37" fmla="*/ 52 h 153"/>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44"/>
                <a:gd name="T58" fmla="*/ 0 h 153"/>
                <a:gd name="T59" fmla="*/ 144 w 144"/>
                <a:gd name="T60" fmla="*/ 153 h 153"/>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44" h="153">
                  <a:moveTo>
                    <a:pt x="108" y="9"/>
                  </a:moveTo>
                  <a:cubicBezTo>
                    <a:pt x="99" y="7"/>
                    <a:pt x="72" y="9"/>
                    <a:pt x="81" y="18"/>
                  </a:cubicBezTo>
                  <a:cubicBezTo>
                    <a:pt x="90" y="27"/>
                    <a:pt x="81" y="36"/>
                    <a:pt x="63" y="36"/>
                  </a:cubicBezTo>
                  <a:cubicBezTo>
                    <a:pt x="45" y="36"/>
                    <a:pt x="36" y="27"/>
                    <a:pt x="45" y="18"/>
                  </a:cubicBezTo>
                  <a:cubicBezTo>
                    <a:pt x="54" y="9"/>
                    <a:pt x="45" y="0"/>
                    <a:pt x="36" y="0"/>
                  </a:cubicBezTo>
                  <a:cubicBezTo>
                    <a:pt x="27" y="0"/>
                    <a:pt x="0" y="9"/>
                    <a:pt x="0" y="9"/>
                  </a:cubicBezTo>
                  <a:cubicBezTo>
                    <a:pt x="0" y="9"/>
                    <a:pt x="0" y="36"/>
                    <a:pt x="0" y="54"/>
                  </a:cubicBezTo>
                  <a:cubicBezTo>
                    <a:pt x="0" y="72"/>
                    <a:pt x="36" y="36"/>
                    <a:pt x="36" y="72"/>
                  </a:cubicBezTo>
                  <a:cubicBezTo>
                    <a:pt x="36" y="108"/>
                    <a:pt x="18" y="99"/>
                    <a:pt x="18" y="99"/>
                  </a:cubicBezTo>
                  <a:cubicBezTo>
                    <a:pt x="18" y="99"/>
                    <a:pt x="0" y="90"/>
                    <a:pt x="0" y="99"/>
                  </a:cubicBezTo>
                  <a:cubicBezTo>
                    <a:pt x="0" y="108"/>
                    <a:pt x="0" y="153"/>
                    <a:pt x="0" y="153"/>
                  </a:cubicBezTo>
                  <a:cubicBezTo>
                    <a:pt x="0" y="153"/>
                    <a:pt x="32" y="153"/>
                    <a:pt x="41" y="153"/>
                  </a:cubicBezTo>
                  <a:cubicBezTo>
                    <a:pt x="50" y="153"/>
                    <a:pt x="59" y="144"/>
                    <a:pt x="50" y="135"/>
                  </a:cubicBezTo>
                  <a:cubicBezTo>
                    <a:pt x="41" y="126"/>
                    <a:pt x="54" y="117"/>
                    <a:pt x="72" y="117"/>
                  </a:cubicBezTo>
                  <a:cubicBezTo>
                    <a:pt x="81" y="117"/>
                    <a:pt x="103" y="126"/>
                    <a:pt x="94" y="135"/>
                  </a:cubicBezTo>
                  <a:cubicBezTo>
                    <a:pt x="85" y="144"/>
                    <a:pt x="94" y="153"/>
                    <a:pt x="103" y="153"/>
                  </a:cubicBezTo>
                  <a:cubicBezTo>
                    <a:pt x="112" y="153"/>
                    <a:pt x="144" y="153"/>
                    <a:pt x="144" y="153"/>
                  </a:cubicBezTo>
                  <a:cubicBezTo>
                    <a:pt x="144" y="9"/>
                    <a:pt x="144" y="9"/>
                    <a:pt x="144" y="9"/>
                  </a:cubicBezTo>
                  <a:cubicBezTo>
                    <a:pt x="144" y="9"/>
                    <a:pt x="144" y="18"/>
                    <a:pt x="108" y="9"/>
                  </a:cubicBezTo>
                  <a:close/>
                </a:path>
              </a:pathLst>
            </a:custGeom>
            <a:solidFill>
              <a:schemeClr val="accent6"/>
            </a:solidFill>
            <a:ln w="9525">
              <a:noFill/>
              <a:round/>
            </a:ln>
          </p:spPr>
          <p:txBody>
            <a:bodyPr/>
            <a:lstStyle/>
            <a:p>
              <a:endParaRPr lang="en-GB" sz="1815"/>
            </a:p>
          </p:txBody>
        </p:sp>
        <p:sp>
          <p:nvSpPr>
            <p:cNvPr id="345" name="Freeform 189"/>
            <p:cNvSpPr/>
            <p:nvPr/>
          </p:nvSpPr>
          <p:spPr bwMode="auto">
            <a:xfrm>
              <a:off x="3299257" y="6585614"/>
              <a:ext cx="417227" cy="334546"/>
            </a:xfrm>
            <a:custGeom>
              <a:avLst/>
              <a:gdLst>
                <a:gd name="T0" fmla="*/ 937 w 180"/>
                <a:gd name="T1" fmla="*/ 523 h 144"/>
                <a:gd name="T2" fmla="*/ 1041 w 180"/>
                <a:gd name="T3" fmla="*/ 365 h 144"/>
                <a:gd name="T4" fmla="*/ 937 w 180"/>
                <a:gd name="T5" fmla="*/ 263 h 144"/>
                <a:gd name="T6" fmla="*/ 831 w 180"/>
                <a:gd name="T7" fmla="*/ 210 h 144"/>
                <a:gd name="T8" fmla="*/ 831 w 180"/>
                <a:gd name="T9" fmla="*/ 0 h 144"/>
                <a:gd name="T10" fmla="*/ 572 w 180"/>
                <a:gd name="T11" fmla="*/ 0 h 144"/>
                <a:gd name="T12" fmla="*/ 467 w 180"/>
                <a:gd name="T13" fmla="*/ 210 h 144"/>
                <a:gd name="T14" fmla="*/ 312 w 180"/>
                <a:gd name="T15" fmla="*/ 104 h 144"/>
                <a:gd name="T16" fmla="*/ 312 w 180"/>
                <a:gd name="T17" fmla="*/ 0 h 144"/>
                <a:gd name="T18" fmla="*/ 0 w 180"/>
                <a:gd name="T19" fmla="*/ 0 h 144"/>
                <a:gd name="T20" fmla="*/ 0 w 180"/>
                <a:gd name="T21" fmla="*/ 239 h 144"/>
                <a:gd name="T22" fmla="*/ 102 w 180"/>
                <a:gd name="T23" fmla="*/ 291 h 144"/>
                <a:gd name="T24" fmla="*/ 210 w 180"/>
                <a:gd name="T25" fmla="*/ 421 h 144"/>
                <a:gd name="T26" fmla="*/ 102 w 180"/>
                <a:gd name="T27" fmla="*/ 547 h 144"/>
                <a:gd name="T28" fmla="*/ 0 w 180"/>
                <a:gd name="T29" fmla="*/ 599 h 144"/>
                <a:gd name="T30" fmla="*/ 0 w 180"/>
                <a:gd name="T31" fmla="*/ 838 h 144"/>
                <a:gd name="T32" fmla="*/ 831 w 180"/>
                <a:gd name="T33" fmla="*/ 838 h 144"/>
                <a:gd name="T34" fmla="*/ 831 w 180"/>
                <a:gd name="T35" fmla="*/ 523 h 144"/>
                <a:gd name="T36" fmla="*/ 937 w 180"/>
                <a:gd name="T37" fmla="*/ 523 h 14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80"/>
                <a:gd name="T58" fmla="*/ 0 h 144"/>
                <a:gd name="T59" fmla="*/ 180 w 180"/>
                <a:gd name="T60" fmla="*/ 144 h 144"/>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80" h="144">
                  <a:moveTo>
                    <a:pt x="162" y="90"/>
                  </a:moveTo>
                  <a:cubicBezTo>
                    <a:pt x="171" y="99"/>
                    <a:pt x="180" y="81"/>
                    <a:pt x="180" y="63"/>
                  </a:cubicBezTo>
                  <a:cubicBezTo>
                    <a:pt x="180" y="45"/>
                    <a:pt x="171" y="36"/>
                    <a:pt x="162" y="45"/>
                  </a:cubicBezTo>
                  <a:cubicBezTo>
                    <a:pt x="153" y="54"/>
                    <a:pt x="144" y="45"/>
                    <a:pt x="144" y="36"/>
                  </a:cubicBezTo>
                  <a:cubicBezTo>
                    <a:pt x="144" y="27"/>
                    <a:pt x="144" y="0"/>
                    <a:pt x="144" y="0"/>
                  </a:cubicBezTo>
                  <a:cubicBezTo>
                    <a:pt x="144" y="0"/>
                    <a:pt x="117" y="0"/>
                    <a:pt x="99" y="0"/>
                  </a:cubicBezTo>
                  <a:cubicBezTo>
                    <a:pt x="81" y="0"/>
                    <a:pt x="117" y="36"/>
                    <a:pt x="81" y="36"/>
                  </a:cubicBezTo>
                  <a:cubicBezTo>
                    <a:pt x="45" y="36"/>
                    <a:pt x="54" y="18"/>
                    <a:pt x="54" y="18"/>
                  </a:cubicBezTo>
                  <a:cubicBezTo>
                    <a:pt x="54" y="18"/>
                    <a:pt x="63" y="0"/>
                    <a:pt x="54" y="0"/>
                  </a:cubicBezTo>
                  <a:cubicBezTo>
                    <a:pt x="45" y="0"/>
                    <a:pt x="0" y="0"/>
                    <a:pt x="0" y="0"/>
                  </a:cubicBezTo>
                  <a:cubicBezTo>
                    <a:pt x="0" y="0"/>
                    <a:pt x="0" y="32"/>
                    <a:pt x="0" y="41"/>
                  </a:cubicBezTo>
                  <a:cubicBezTo>
                    <a:pt x="0" y="50"/>
                    <a:pt x="9" y="59"/>
                    <a:pt x="18" y="50"/>
                  </a:cubicBezTo>
                  <a:cubicBezTo>
                    <a:pt x="27" y="41"/>
                    <a:pt x="36" y="54"/>
                    <a:pt x="36" y="72"/>
                  </a:cubicBezTo>
                  <a:cubicBezTo>
                    <a:pt x="36" y="81"/>
                    <a:pt x="27" y="103"/>
                    <a:pt x="18" y="94"/>
                  </a:cubicBezTo>
                  <a:cubicBezTo>
                    <a:pt x="9" y="85"/>
                    <a:pt x="0" y="94"/>
                    <a:pt x="0" y="103"/>
                  </a:cubicBezTo>
                  <a:cubicBezTo>
                    <a:pt x="0" y="112"/>
                    <a:pt x="0" y="144"/>
                    <a:pt x="0" y="144"/>
                  </a:cubicBezTo>
                  <a:cubicBezTo>
                    <a:pt x="144" y="144"/>
                    <a:pt x="144" y="144"/>
                    <a:pt x="144" y="144"/>
                  </a:cubicBezTo>
                  <a:cubicBezTo>
                    <a:pt x="144" y="144"/>
                    <a:pt x="144" y="99"/>
                    <a:pt x="144" y="90"/>
                  </a:cubicBezTo>
                  <a:cubicBezTo>
                    <a:pt x="144" y="81"/>
                    <a:pt x="153" y="81"/>
                    <a:pt x="162" y="90"/>
                  </a:cubicBezTo>
                  <a:close/>
                </a:path>
              </a:pathLst>
            </a:custGeom>
            <a:solidFill>
              <a:schemeClr val="accent5"/>
            </a:solidFill>
            <a:ln w="9525">
              <a:noFill/>
              <a:round/>
            </a:ln>
          </p:spPr>
          <p:txBody>
            <a:bodyPr/>
            <a:lstStyle/>
            <a:p>
              <a:endParaRPr lang="en-GB" sz="1815"/>
            </a:p>
          </p:txBody>
        </p:sp>
        <p:sp>
          <p:nvSpPr>
            <p:cNvPr id="346" name="Freeform 190"/>
            <p:cNvSpPr/>
            <p:nvPr/>
          </p:nvSpPr>
          <p:spPr bwMode="auto">
            <a:xfrm>
              <a:off x="8311143" y="2159010"/>
              <a:ext cx="334556" cy="417214"/>
            </a:xfrm>
            <a:custGeom>
              <a:avLst/>
              <a:gdLst>
                <a:gd name="T0" fmla="*/ 523 w 144"/>
                <a:gd name="T1" fmla="*/ 102 h 180"/>
                <a:gd name="T2" fmla="*/ 365 w 144"/>
                <a:gd name="T3" fmla="*/ 0 h 180"/>
                <a:gd name="T4" fmla="*/ 263 w 144"/>
                <a:gd name="T5" fmla="*/ 102 h 180"/>
                <a:gd name="T6" fmla="*/ 210 w 144"/>
                <a:gd name="T7" fmla="*/ 210 h 180"/>
                <a:gd name="T8" fmla="*/ 0 w 144"/>
                <a:gd name="T9" fmla="*/ 210 h 180"/>
                <a:gd name="T10" fmla="*/ 0 w 144"/>
                <a:gd name="T11" fmla="*/ 467 h 180"/>
                <a:gd name="T12" fmla="*/ 210 w 144"/>
                <a:gd name="T13" fmla="*/ 572 h 180"/>
                <a:gd name="T14" fmla="*/ 104 w 144"/>
                <a:gd name="T15" fmla="*/ 729 h 180"/>
                <a:gd name="T16" fmla="*/ 0 w 144"/>
                <a:gd name="T17" fmla="*/ 729 h 180"/>
                <a:gd name="T18" fmla="*/ 0 w 144"/>
                <a:gd name="T19" fmla="*/ 1041 h 180"/>
                <a:gd name="T20" fmla="*/ 239 w 144"/>
                <a:gd name="T21" fmla="*/ 1041 h 180"/>
                <a:gd name="T22" fmla="*/ 291 w 144"/>
                <a:gd name="T23" fmla="*/ 937 h 180"/>
                <a:gd name="T24" fmla="*/ 421 w 144"/>
                <a:gd name="T25" fmla="*/ 831 h 180"/>
                <a:gd name="T26" fmla="*/ 547 w 144"/>
                <a:gd name="T27" fmla="*/ 937 h 180"/>
                <a:gd name="T28" fmla="*/ 599 w 144"/>
                <a:gd name="T29" fmla="*/ 1041 h 180"/>
                <a:gd name="T30" fmla="*/ 838 w 144"/>
                <a:gd name="T31" fmla="*/ 1034 h 180"/>
                <a:gd name="T32" fmla="*/ 838 w 144"/>
                <a:gd name="T33" fmla="*/ 203 h 180"/>
                <a:gd name="T34" fmla="*/ 523 w 144"/>
                <a:gd name="T35" fmla="*/ 210 h 180"/>
                <a:gd name="T36" fmla="*/ 523 w 144"/>
                <a:gd name="T37" fmla="*/ 102 h 180"/>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44"/>
                <a:gd name="T58" fmla="*/ 0 h 180"/>
                <a:gd name="T59" fmla="*/ 144 w 144"/>
                <a:gd name="T60" fmla="*/ 180 h 180"/>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44" h="180">
                  <a:moveTo>
                    <a:pt x="90" y="18"/>
                  </a:moveTo>
                  <a:cubicBezTo>
                    <a:pt x="99" y="9"/>
                    <a:pt x="81" y="0"/>
                    <a:pt x="63" y="0"/>
                  </a:cubicBezTo>
                  <a:cubicBezTo>
                    <a:pt x="45" y="0"/>
                    <a:pt x="36" y="9"/>
                    <a:pt x="45" y="18"/>
                  </a:cubicBezTo>
                  <a:cubicBezTo>
                    <a:pt x="54" y="27"/>
                    <a:pt x="45" y="36"/>
                    <a:pt x="36" y="36"/>
                  </a:cubicBezTo>
                  <a:cubicBezTo>
                    <a:pt x="27" y="36"/>
                    <a:pt x="0" y="36"/>
                    <a:pt x="0" y="36"/>
                  </a:cubicBezTo>
                  <a:cubicBezTo>
                    <a:pt x="0" y="36"/>
                    <a:pt x="0" y="63"/>
                    <a:pt x="0" y="81"/>
                  </a:cubicBezTo>
                  <a:cubicBezTo>
                    <a:pt x="0" y="99"/>
                    <a:pt x="36" y="63"/>
                    <a:pt x="36" y="99"/>
                  </a:cubicBezTo>
                  <a:cubicBezTo>
                    <a:pt x="36" y="135"/>
                    <a:pt x="18" y="126"/>
                    <a:pt x="18" y="126"/>
                  </a:cubicBezTo>
                  <a:cubicBezTo>
                    <a:pt x="18" y="126"/>
                    <a:pt x="0" y="117"/>
                    <a:pt x="0" y="126"/>
                  </a:cubicBezTo>
                  <a:cubicBezTo>
                    <a:pt x="0" y="135"/>
                    <a:pt x="0" y="180"/>
                    <a:pt x="0" y="180"/>
                  </a:cubicBezTo>
                  <a:cubicBezTo>
                    <a:pt x="0" y="180"/>
                    <a:pt x="32" y="180"/>
                    <a:pt x="41" y="180"/>
                  </a:cubicBezTo>
                  <a:cubicBezTo>
                    <a:pt x="50" y="180"/>
                    <a:pt x="59" y="171"/>
                    <a:pt x="50" y="162"/>
                  </a:cubicBezTo>
                  <a:cubicBezTo>
                    <a:pt x="41" y="153"/>
                    <a:pt x="54" y="144"/>
                    <a:pt x="72" y="144"/>
                  </a:cubicBezTo>
                  <a:cubicBezTo>
                    <a:pt x="81" y="144"/>
                    <a:pt x="103" y="153"/>
                    <a:pt x="94" y="162"/>
                  </a:cubicBezTo>
                  <a:cubicBezTo>
                    <a:pt x="85" y="171"/>
                    <a:pt x="94" y="180"/>
                    <a:pt x="103" y="180"/>
                  </a:cubicBezTo>
                  <a:cubicBezTo>
                    <a:pt x="112" y="180"/>
                    <a:pt x="144" y="179"/>
                    <a:pt x="144" y="179"/>
                  </a:cubicBezTo>
                  <a:cubicBezTo>
                    <a:pt x="144" y="35"/>
                    <a:pt x="144" y="35"/>
                    <a:pt x="144" y="35"/>
                  </a:cubicBezTo>
                  <a:cubicBezTo>
                    <a:pt x="144" y="35"/>
                    <a:pt x="99" y="36"/>
                    <a:pt x="90" y="36"/>
                  </a:cubicBezTo>
                  <a:cubicBezTo>
                    <a:pt x="81" y="36"/>
                    <a:pt x="81" y="27"/>
                    <a:pt x="90" y="18"/>
                  </a:cubicBezTo>
                  <a:close/>
                </a:path>
              </a:pathLst>
            </a:custGeom>
            <a:solidFill>
              <a:schemeClr val="accent5"/>
            </a:solidFill>
            <a:ln w="9525">
              <a:noFill/>
              <a:round/>
            </a:ln>
          </p:spPr>
          <p:txBody>
            <a:bodyPr/>
            <a:lstStyle/>
            <a:p>
              <a:endParaRPr lang="en-GB" sz="1815"/>
            </a:p>
          </p:txBody>
        </p:sp>
        <p:sp>
          <p:nvSpPr>
            <p:cNvPr id="347" name="Freeform 191"/>
            <p:cNvSpPr/>
            <p:nvPr/>
          </p:nvSpPr>
          <p:spPr bwMode="auto">
            <a:xfrm>
              <a:off x="8311143" y="4831506"/>
              <a:ext cx="334556" cy="418506"/>
            </a:xfrm>
            <a:custGeom>
              <a:avLst/>
              <a:gdLst>
                <a:gd name="T0" fmla="*/ 523 w 144"/>
                <a:gd name="T1" fmla="*/ 104 h 180"/>
                <a:gd name="T2" fmla="*/ 365 w 144"/>
                <a:gd name="T3" fmla="*/ 0 h 180"/>
                <a:gd name="T4" fmla="*/ 263 w 144"/>
                <a:gd name="T5" fmla="*/ 104 h 180"/>
                <a:gd name="T6" fmla="*/ 210 w 144"/>
                <a:gd name="T7" fmla="*/ 211 h 180"/>
                <a:gd name="T8" fmla="*/ 0 w 144"/>
                <a:gd name="T9" fmla="*/ 211 h 180"/>
                <a:gd name="T10" fmla="*/ 0 w 144"/>
                <a:gd name="T11" fmla="*/ 473 h 180"/>
                <a:gd name="T12" fmla="*/ 210 w 144"/>
                <a:gd name="T13" fmla="*/ 576 h 180"/>
                <a:gd name="T14" fmla="*/ 104 w 144"/>
                <a:gd name="T15" fmla="*/ 736 h 180"/>
                <a:gd name="T16" fmla="*/ 0 w 144"/>
                <a:gd name="T17" fmla="*/ 736 h 180"/>
                <a:gd name="T18" fmla="*/ 0 w 144"/>
                <a:gd name="T19" fmla="*/ 1049 h 180"/>
                <a:gd name="T20" fmla="*/ 239 w 144"/>
                <a:gd name="T21" fmla="*/ 1049 h 180"/>
                <a:gd name="T22" fmla="*/ 291 w 144"/>
                <a:gd name="T23" fmla="*/ 947 h 180"/>
                <a:gd name="T24" fmla="*/ 421 w 144"/>
                <a:gd name="T25" fmla="*/ 839 h 180"/>
                <a:gd name="T26" fmla="*/ 547 w 144"/>
                <a:gd name="T27" fmla="*/ 947 h 180"/>
                <a:gd name="T28" fmla="*/ 599 w 144"/>
                <a:gd name="T29" fmla="*/ 1049 h 180"/>
                <a:gd name="T30" fmla="*/ 838 w 144"/>
                <a:gd name="T31" fmla="*/ 1044 h 180"/>
                <a:gd name="T32" fmla="*/ 838 w 144"/>
                <a:gd name="T33" fmla="*/ 203 h 180"/>
                <a:gd name="T34" fmla="*/ 523 w 144"/>
                <a:gd name="T35" fmla="*/ 211 h 180"/>
                <a:gd name="T36" fmla="*/ 523 w 144"/>
                <a:gd name="T37" fmla="*/ 104 h 180"/>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44"/>
                <a:gd name="T58" fmla="*/ 0 h 180"/>
                <a:gd name="T59" fmla="*/ 144 w 144"/>
                <a:gd name="T60" fmla="*/ 180 h 180"/>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44" h="180">
                  <a:moveTo>
                    <a:pt x="90" y="18"/>
                  </a:moveTo>
                  <a:cubicBezTo>
                    <a:pt x="99" y="9"/>
                    <a:pt x="81" y="0"/>
                    <a:pt x="63" y="0"/>
                  </a:cubicBezTo>
                  <a:cubicBezTo>
                    <a:pt x="45" y="0"/>
                    <a:pt x="36" y="9"/>
                    <a:pt x="45" y="18"/>
                  </a:cubicBezTo>
                  <a:cubicBezTo>
                    <a:pt x="54" y="27"/>
                    <a:pt x="45" y="36"/>
                    <a:pt x="36" y="36"/>
                  </a:cubicBezTo>
                  <a:cubicBezTo>
                    <a:pt x="27" y="36"/>
                    <a:pt x="0" y="36"/>
                    <a:pt x="0" y="36"/>
                  </a:cubicBezTo>
                  <a:cubicBezTo>
                    <a:pt x="0" y="36"/>
                    <a:pt x="0" y="63"/>
                    <a:pt x="0" y="81"/>
                  </a:cubicBezTo>
                  <a:cubicBezTo>
                    <a:pt x="0" y="99"/>
                    <a:pt x="36" y="63"/>
                    <a:pt x="36" y="99"/>
                  </a:cubicBezTo>
                  <a:cubicBezTo>
                    <a:pt x="36" y="135"/>
                    <a:pt x="18" y="126"/>
                    <a:pt x="18" y="126"/>
                  </a:cubicBezTo>
                  <a:cubicBezTo>
                    <a:pt x="18" y="126"/>
                    <a:pt x="0" y="117"/>
                    <a:pt x="0" y="126"/>
                  </a:cubicBezTo>
                  <a:cubicBezTo>
                    <a:pt x="0" y="135"/>
                    <a:pt x="0" y="180"/>
                    <a:pt x="0" y="180"/>
                  </a:cubicBezTo>
                  <a:cubicBezTo>
                    <a:pt x="0" y="180"/>
                    <a:pt x="32" y="180"/>
                    <a:pt x="41" y="180"/>
                  </a:cubicBezTo>
                  <a:cubicBezTo>
                    <a:pt x="50" y="180"/>
                    <a:pt x="59" y="171"/>
                    <a:pt x="50" y="162"/>
                  </a:cubicBezTo>
                  <a:cubicBezTo>
                    <a:pt x="41" y="153"/>
                    <a:pt x="54" y="144"/>
                    <a:pt x="72" y="144"/>
                  </a:cubicBezTo>
                  <a:cubicBezTo>
                    <a:pt x="81" y="144"/>
                    <a:pt x="103" y="153"/>
                    <a:pt x="94" y="162"/>
                  </a:cubicBezTo>
                  <a:cubicBezTo>
                    <a:pt x="85" y="171"/>
                    <a:pt x="94" y="180"/>
                    <a:pt x="103" y="180"/>
                  </a:cubicBezTo>
                  <a:cubicBezTo>
                    <a:pt x="112" y="180"/>
                    <a:pt x="144" y="179"/>
                    <a:pt x="144" y="179"/>
                  </a:cubicBezTo>
                  <a:cubicBezTo>
                    <a:pt x="144" y="35"/>
                    <a:pt x="144" y="35"/>
                    <a:pt x="144" y="35"/>
                  </a:cubicBezTo>
                  <a:cubicBezTo>
                    <a:pt x="144" y="35"/>
                    <a:pt x="99" y="36"/>
                    <a:pt x="90" y="36"/>
                  </a:cubicBezTo>
                  <a:cubicBezTo>
                    <a:pt x="81" y="36"/>
                    <a:pt x="81" y="27"/>
                    <a:pt x="90" y="18"/>
                  </a:cubicBezTo>
                  <a:close/>
                </a:path>
              </a:pathLst>
            </a:custGeom>
            <a:solidFill>
              <a:schemeClr val="accent5"/>
            </a:solidFill>
            <a:ln w="9525">
              <a:noFill/>
              <a:round/>
            </a:ln>
          </p:spPr>
          <p:txBody>
            <a:bodyPr/>
            <a:lstStyle/>
            <a:p>
              <a:endParaRPr lang="en-GB" sz="1815"/>
            </a:p>
          </p:txBody>
        </p:sp>
        <p:sp>
          <p:nvSpPr>
            <p:cNvPr id="348" name="Freeform 192"/>
            <p:cNvSpPr/>
            <p:nvPr/>
          </p:nvSpPr>
          <p:spPr bwMode="auto">
            <a:xfrm>
              <a:off x="1962324" y="3224650"/>
              <a:ext cx="417227" cy="437881"/>
            </a:xfrm>
            <a:custGeom>
              <a:avLst/>
              <a:gdLst>
                <a:gd name="T0" fmla="*/ 467 w 180"/>
                <a:gd name="T1" fmla="*/ 1091 h 189"/>
                <a:gd name="T2" fmla="*/ 624 w 180"/>
                <a:gd name="T3" fmla="*/ 881 h 189"/>
                <a:gd name="T4" fmla="*/ 831 w 180"/>
                <a:gd name="T5" fmla="*/ 881 h 189"/>
                <a:gd name="T6" fmla="*/ 779 w 180"/>
                <a:gd name="T7" fmla="*/ 726 h 189"/>
                <a:gd name="T8" fmla="*/ 1041 w 180"/>
                <a:gd name="T9" fmla="*/ 518 h 189"/>
                <a:gd name="T10" fmla="*/ 831 w 180"/>
                <a:gd name="T11" fmla="*/ 364 h 189"/>
                <a:gd name="T12" fmla="*/ 831 w 180"/>
                <a:gd name="T13" fmla="*/ 52 h 189"/>
                <a:gd name="T14" fmla="*/ 522 w 180"/>
                <a:gd name="T15" fmla="*/ 154 h 189"/>
                <a:gd name="T16" fmla="*/ 415 w 180"/>
                <a:gd name="T17" fmla="*/ 364 h 189"/>
                <a:gd name="T18" fmla="*/ 312 w 180"/>
                <a:gd name="T19" fmla="*/ 102 h 189"/>
                <a:gd name="T20" fmla="*/ 0 w 180"/>
                <a:gd name="T21" fmla="*/ 52 h 189"/>
                <a:gd name="T22" fmla="*/ 0 w 180"/>
                <a:gd name="T23" fmla="*/ 881 h 189"/>
                <a:gd name="T24" fmla="*/ 312 w 180"/>
                <a:gd name="T25" fmla="*/ 881 h 189"/>
                <a:gd name="T26" fmla="*/ 467 w 180"/>
                <a:gd name="T27" fmla="*/ 1091 h 189"/>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0"/>
                <a:gd name="T43" fmla="*/ 0 h 189"/>
                <a:gd name="T44" fmla="*/ 180 w 180"/>
                <a:gd name="T45" fmla="*/ 189 h 189"/>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0" h="189">
                  <a:moveTo>
                    <a:pt x="81" y="189"/>
                  </a:moveTo>
                  <a:cubicBezTo>
                    <a:pt x="126" y="189"/>
                    <a:pt x="99" y="153"/>
                    <a:pt x="108" y="153"/>
                  </a:cubicBezTo>
                  <a:cubicBezTo>
                    <a:pt x="117" y="153"/>
                    <a:pt x="144" y="153"/>
                    <a:pt x="144" y="153"/>
                  </a:cubicBezTo>
                  <a:cubicBezTo>
                    <a:pt x="144" y="153"/>
                    <a:pt x="135" y="135"/>
                    <a:pt x="135" y="126"/>
                  </a:cubicBezTo>
                  <a:cubicBezTo>
                    <a:pt x="135" y="90"/>
                    <a:pt x="180" y="154"/>
                    <a:pt x="180" y="90"/>
                  </a:cubicBezTo>
                  <a:cubicBezTo>
                    <a:pt x="180" y="46"/>
                    <a:pt x="144" y="82"/>
                    <a:pt x="144" y="63"/>
                  </a:cubicBezTo>
                  <a:cubicBezTo>
                    <a:pt x="144" y="50"/>
                    <a:pt x="144" y="9"/>
                    <a:pt x="144" y="9"/>
                  </a:cubicBezTo>
                  <a:cubicBezTo>
                    <a:pt x="126" y="0"/>
                    <a:pt x="90" y="18"/>
                    <a:pt x="90" y="27"/>
                  </a:cubicBezTo>
                  <a:cubicBezTo>
                    <a:pt x="90" y="36"/>
                    <a:pt x="117" y="63"/>
                    <a:pt x="72" y="63"/>
                  </a:cubicBezTo>
                  <a:cubicBezTo>
                    <a:pt x="36" y="63"/>
                    <a:pt x="63" y="36"/>
                    <a:pt x="54" y="18"/>
                  </a:cubicBezTo>
                  <a:cubicBezTo>
                    <a:pt x="45" y="0"/>
                    <a:pt x="0" y="9"/>
                    <a:pt x="0" y="9"/>
                  </a:cubicBezTo>
                  <a:cubicBezTo>
                    <a:pt x="0" y="153"/>
                    <a:pt x="0" y="153"/>
                    <a:pt x="0" y="153"/>
                  </a:cubicBezTo>
                  <a:cubicBezTo>
                    <a:pt x="0" y="153"/>
                    <a:pt x="36" y="153"/>
                    <a:pt x="54" y="153"/>
                  </a:cubicBezTo>
                  <a:cubicBezTo>
                    <a:pt x="72" y="153"/>
                    <a:pt x="36" y="189"/>
                    <a:pt x="81" y="189"/>
                  </a:cubicBezTo>
                  <a:close/>
                </a:path>
              </a:pathLst>
            </a:custGeom>
            <a:solidFill>
              <a:schemeClr val="accent4"/>
            </a:solidFill>
            <a:ln w="9525">
              <a:noFill/>
              <a:round/>
            </a:ln>
          </p:spPr>
          <p:txBody>
            <a:bodyPr/>
            <a:lstStyle/>
            <a:p>
              <a:endParaRPr lang="en-GB" sz="1815"/>
            </a:p>
          </p:txBody>
        </p:sp>
        <p:sp>
          <p:nvSpPr>
            <p:cNvPr id="349" name="Freeform 193"/>
            <p:cNvSpPr/>
            <p:nvPr/>
          </p:nvSpPr>
          <p:spPr bwMode="auto">
            <a:xfrm>
              <a:off x="5933081" y="6523613"/>
              <a:ext cx="401726" cy="396547"/>
            </a:xfrm>
            <a:custGeom>
              <a:avLst/>
              <a:gdLst>
                <a:gd name="T0" fmla="*/ 888 w 173"/>
                <a:gd name="T1" fmla="*/ 677 h 171"/>
                <a:gd name="T2" fmla="*/ 733 w 173"/>
                <a:gd name="T3" fmla="*/ 575 h 171"/>
                <a:gd name="T4" fmla="*/ 902 w 173"/>
                <a:gd name="T5" fmla="*/ 467 h 171"/>
                <a:gd name="T6" fmla="*/ 940 w 173"/>
                <a:gd name="T7" fmla="*/ 154 h 171"/>
                <a:gd name="T8" fmla="*/ 692 w 173"/>
                <a:gd name="T9" fmla="*/ 154 h 171"/>
                <a:gd name="T10" fmla="*/ 523 w 173"/>
                <a:gd name="T11" fmla="*/ 0 h 171"/>
                <a:gd name="T12" fmla="*/ 365 w 173"/>
                <a:gd name="T13" fmla="*/ 154 h 171"/>
                <a:gd name="T14" fmla="*/ 104 w 173"/>
                <a:gd name="T15" fmla="*/ 154 h 171"/>
                <a:gd name="T16" fmla="*/ 158 w 173"/>
                <a:gd name="T17" fmla="*/ 364 h 171"/>
                <a:gd name="T18" fmla="*/ 0 w 173"/>
                <a:gd name="T19" fmla="*/ 522 h 171"/>
                <a:gd name="T20" fmla="*/ 167 w 173"/>
                <a:gd name="T21" fmla="*/ 677 h 171"/>
                <a:gd name="T22" fmla="*/ 117 w 173"/>
                <a:gd name="T23" fmla="*/ 989 h 171"/>
                <a:gd name="T24" fmla="*/ 940 w 173"/>
                <a:gd name="T25" fmla="*/ 989 h 171"/>
                <a:gd name="T26" fmla="*/ 888 w 173"/>
                <a:gd name="T27" fmla="*/ 677 h 171"/>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3"/>
                <a:gd name="T43" fmla="*/ 0 h 171"/>
                <a:gd name="T44" fmla="*/ 173 w 173"/>
                <a:gd name="T45" fmla="*/ 171 h 171"/>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3" h="171">
                  <a:moveTo>
                    <a:pt x="153" y="117"/>
                  </a:moveTo>
                  <a:cubicBezTo>
                    <a:pt x="144" y="117"/>
                    <a:pt x="126" y="135"/>
                    <a:pt x="126" y="99"/>
                  </a:cubicBezTo>
                  <a:cubicBezTo>
                    <a:pt x="126" y="63"/>
                    <a:pt x="146" y="81"/>
                    <a:pt x="155" y="81"/>
                  </a:cubicBezTo>
                  <a:cubicBezTo>
                    <a:pt x="164" y="81"/>
                    <a:pt x="171" y="45"/>
                    <a:pt x="162" y="27"/>
                  </a:cubicBezTo>
                  <a:cubicBezTo>
                    <a:pt x="162" y="27"/>
                    <a:pt x="128" y="36"/>
                    <a:pt x="119" y="27"/>
                  </a:cubicBezTo>
                  <a:cubicBezTo>
                    <a:pt x="110" y="18"/>
                    <a:pt x="135" y="0"/>
                    <a:pt x="90" y="0"/>
                  </a:cubicBezTo>
                  <a:cubicBezTo>
                    <a:pt x="45" y="0"/>
                    <a:pt x="89" y="27"/>
                    <a:pt x="63" y="27"/>
                  </a:cubicBezTo>
                  <a:cubicBezTo>
                    <a:pt x="54" y="27"/>
                    <a:pt x="18" y="27"/>
                    <a:pt x="18" y="27"/>
                  </a:cubicBezTo>
                  <a:cubicBezTo>
                    <a:pt x="18" y="27"/>
                    <a:pt x="27" y="54"/>
                    <a:pt x="27" y="63"/>
                  </a:cubicBezTo>
                  <a:cubicBezTo>
                    <a:pt x="27" y="99"/>
                    <a:pt x="0" y="45"/>
                    <a:pt x="0" y="90"/>
                  </a:cubicBezTo>
                  <a:cubicBezTo>
                    <a:pt x="0" y="135"/>
                    <a:pt x="29" y="99"/>
                    <a:pt x="29" y="117"/>
                  </a:cubicBezTo>
                  <a:cubicBezTo>
                    <a:pt x="29" y="135"/>
                    <a:pt x="20" y="171"/>
                    <a:pt x="20" y="171"/>
                  </a:cubicBezTo>
                  <a:cubicBezTo>
                    <a:pt x="162" y="171"/>
                    <a:pt x="162" y="171"/>
                    <a:pt x="162" y="171"/>
                  </a:cubicBezTo>
                  <a:cubicBezTo>
                    <a:pt x="162" y="171"/>
                    <a:pt x="173" y="117"/>
                    <a:pt x="153" y="117"/>
                  </a:cubicBezTo>
                  <a:close/>
                </a:path>
              </a:pathLst>
            </a:custGeom>
            <a:solidFill>
              <a:schemeClr val="tx2"/>
            </a:solidFill>
            <a:ln w="9525">
              <a:noFill/>
              <a:round/>
            </a:ln>
          </p:spPr>
          <p:txBody>
            <a:bodyPr/>
            <a:lstStyle/>
            <a:p>
              <a:endParaRPr lang="en-GB" sz="1815"/>
            </a:p>
          </p:txBody>
        </p:sp>
        <p:sp>
          <p:nvSpPr>
            <p:cNvPr id="350" name="Freeform 194"/>
            <p:cNvSpPr/>
            <p:nvPr/>
          </p:nvSpPr>
          <p:spPr bwMode="auto">
            <a:xfrm>
              <a:off x="8249140" y="4230872"/>
              <a:ext cx="396559" cy="401714"/>
            </a:xfrm>
            <a:custGeom>
              <a:avLst/>
              <a:gdLst>
                <a:gd name="T0" fmla="*/ 677 w 171"/>
                <a:gd name="T1" fmla="*/ 117 h 173"/>
                <a:gd name="T2" fmla="*/ 575 w 171"/>
                <a:gd name="T3" fmla="*/ 271 h 173"/>
                <a:gd name="T4" fmla="*/ 467 w 171"/>
                <a:gd name="T5" fmla="*/ 110 h 173"/>
                <a:gd name="T6" fmla="*/ 154 w 171"/>
                <a:gd name="T7" fmla="*/ 58 h 173"/>
                <a:gd name="T8" fmla="*/ 154 w 171"/>
                <a:gd name="T9" fmla="*/ 320 h 173"/>
                <a:gd name="T10" fmla="*/ 0 w 171"/>
                <a:gd name="T11" fmla="*/ 482 h 173"/>
                <a:gd name="T12" fmla="*/ 154 w 171"/>
                <a:gd name="T13" fmla="*/ 640 h 173"/>
                <a:gd name="T14" fmla="*/ 154 w 171"/>
                <a:gd name="T15" fmla="*/ 883 h 173"/>
                <a:gd name="T16" fmla="*/ 364 w 171"/>
                <a:gd name="T17" fmla="*/ 847 h 173"/>
                <a:gd name="T18" fmla="*/ 522 w 171"/>
                <a:gd name="T19" fmla="*/ 1005 h 173"/>
                <a:gd name="T20" fmla="*/ 677 w 171"/>
                <a:gd name="T21" fmla="*/ 843 h 173"/>
                <a:gd name="T22" fmla="*/ 989 w 171"/>
                <a:gd name="T23" fmla="*/ 895 h 173"/>
                <a:gd name="T24" fmla="*/ 989 w 171"/>
                <a:gd name="T25" fmla="*/ 72 h 173"/>
                <a:gd name="T26" fmla="*/ 677 w 171"/>
                <a:gd name="T27" fmla="*/ 117 h 17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1"/>
                <a:gd name="T43" fmla="*/ 0 h 173"/>
                <a:gd name="T44" fmla="*/ 171 w 171"/>
                <a:gd name="T45" fmla="*/ 173 h 17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1" h="173">
                  <a:moveTo>
                    <a:pt x="117" y="20"/>
                  </a:moveTo>
                  <a:cubicBezTo>
                    <a:pt x="117" y="29"/>
                    <a:pt x="135" y="47"/>
                    <a:pt x="99" y="47"/>
                  </a:cubicBezTo>
                  <a:cubicBezTo>
                    <a:pt x="63" y="47"/>
                    <a:pt x="81" y="28"/>
                    <a:pt x="81" y="19"/>
                  </a:cubicBezTo>
                  <a:cubicBezTo>
                    <a:pt x="81" y="10"/>
                    <a:pt x="45" y="1"/>
                    <a:pt x="27" y="10"/>
                  </a:cubicBezTo>
                  <a:cubicBezTo>
                    <a:pt x="27" y="10"/>
                    <a:pt x="36" y="46"/>
                    <a:pt x="27" y="55"/>
                  </a:cubicBezTo>
                  <a:cubicBezTo>
                    <a:pt x="18" y="64"/>
                    <a:pt x="0" y="38"/>
                    <a:pt x="0" y="83"/>
                  </a:cubicBezTo>
                  <a:cubicBezTo>
                    <a:pt x="0" y="128"/>
                    <a:pt x="27" y="85"/>
                    <a:pt x="27" y="110"/>
                  </a:cubicBezTo>
                  <a:cubicBezTo>
                    <a:pt x="27" y="119"/>
                    <a:pt x="27" y="152"/>
                    <a:pt x="27" y="152"/>
                  </a:cubicBezTo>
                  <a:cubicBezTo>
                    <a:pt x="27" y="152"/>
                    <a:pt x="54" y="146"/>
                    <a:pt x="63" y="146"/>
                  </a:cubicBezTo>
                  <a:cubicBezTo>
                    <a:pt x="99" y="146"/>
                    <a:pt x="45" y="173"/>
                    <a:pt x="90" y="173"/>
                  </a:cubicBezTo>
                  <a:cubicBezTo>
                    <a:pt x="135" y="173"/>
                    <a:pt x="99" y="145"/>
                    <a:pt x="117" y="145"/>
                  </a:cubicBezTo>
                  <a:cubicBezTo>
                    <a:pt x="135" y="145"/>
                    <a:pt x="171" y="154"/>
                    <a:pt x="171" y="154"/>
                  </a:cubicBezTo>
                  <a:cubicBezTo>
                    <a:pt x="171" y="12"/>
                    <a:pt x="171" y="12"/>
                    <a:pt x="171" y="12"/>
                  </a:cubicBezTo>
                  <a:cubicBezTo>
                    <a:pt x="171" y="12"/>
                    <a:pt x="117" y="0"/>
                    <a:pt x="117" y="20"/>
                  </a:cubicBezTo>
                  <a:close/>
                </a:path>
              </a:pathLst>
            </a:custGeom>
            <a:solidFill>
              <a:schemeClr val="accent6"/>
            </a:solidFill>
            <a:ln w="9525">
              <a:noFill/>
              <a:round/>
            </a:ln>
          </p:spPr>
          <p:txBody>
            <a:bodyPr/>
            <a:lstStyle/>
            <a:p>
              <a:endParaRPr lang="en-GB" sz="1815"/>
            </a:p>
          </p:txBody>
        </p:sp>
        <p:sp>
          <p:nvSpPr>
            <p:cNvPr id="351" name="Freeform 195"/>
            <p:cNvSpPr/>
            <p:nvPr/>
          </p:nvSpPr>
          <p:spPr bwMode="auto">
            <a:xfrm>
              <a:off x="2588810" y="1908423"/>
              <a:ext cx="401726" cy="396547"/>
            </a:xfrm>
            <a:custGeom>
              <a:avLst/>
              <a:gdLst>
                <a:gd name="T0" fmla="*/ 0 w 173"/>
                <a:gd name="T1" fmla="*/ 467 h 171"/>
                <a:gd name="T2" fmla="*/ 158 w 173"/>
                <a:gd name="T3" fmla="*/ 625 h 171"/>
                <a:gd name="T4" fmla="*/ 104 w 173"/>
                <a:gd name="T5" fmla="*/ 835 h 171"/>
                <a:gd name="T6" fmla="*/ 365 w 173"/>
                <a:gd name="T7" fmla="*/ 835 h 171"/>
                <a:gd name="T8" fmla="*/ 523 w 173"/>
                <a:gd name="T9" fmla="*/ 989 h 171"/>
                <a:gd name="T10" fmla="*/ 685 w 173"/>
                <a:gd name="T11" fmla="*/ 835 h 171"/>
                <a:gd name="T12" fmla="*/ 940 w 173"/>
                <a:gd name="T13" fmla="*/ 835 h 171"/>
                <a:gd name="T14" fmla="*/ 895 w 173"/>
                <a:gd name="T15" fmla="*/ 522 h 171"/>
                <a:gd name="T16" fmla="*/ 733 w 173"/>
                <a:gd name="T17" fmla="*/ 417 h 171"/>
                <a:gd name="T18" fmla="*/ 888 w 173"/>
                <a:gd name="T19" fmla="*/ 312 h 171"/>
                <a:gd name="T20" fmla="*/ 940 w 173"/>
                <a:gd name="T21" fmla="*/ 0 h 171"/>
                <a:gd name="T22" fmla="*/ 104 w 173"/>
                <a:gd name="T23" fmla="*/ 0 h 171"/>
                <a:gd name="T24" fmla="*/ 162 w 173"/>
                <a:gd name="T25" fmla="*/ 312 h 171"/>
                <a:gd name="T26" fmla="*/ 0 w 173"/>
                <a:gd name="T27" fmla="*/ 467 h 171"/>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3"/>
                <a:gd name="T43" fmla="*/ 0 h 171"/>
                <a:gd name="T44" fmla="*/ 173 w 173"/>
                <a:gd name="T45" fmla="*/ 171 h 171"/>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3" h="171">
                  <a:moveTo>
                    <a:pt x="0" y="81"/>
                  </a:moveTo>
                  <a:cubicBezTo>
                    <a:pt x="0" y="126"/>
                    <a:pt x="27" y="72"/>
                    <a:pt x="27" y="108"/>
                  </a:cubicBezTo>
                  <a:cubicBezTo>
                    <a:pt x="27" y="117"/>
                    <a:pt x="18" y="144"/>
                    <a:pt x="18" y="144"/>
                  </a:cubicBezTo>
                  <a:cubicBezTo>
                    <a:pt x="18" y="144"/>
                    <a:pt x="54" y="144"/>
                    <a:pt x="63" y="144"/>
                  </a:cubicBezTo>
                  <a:cubicBezTo>
                    <a:pt x="89" y="144"/>
                    <a:pt x="45" y="171"/>
                    <a:pt x="90" y="171"/>
                  </a:cubicBezTo>
                  <a:cubicBezTo>
                    <a:pt x="135" y="171"/>
                    <a:pt x="109" y="153"/>
                    <a:pt x="118" y="144"/>
                  </a:cubicBezTo>
                  <a:cubicBezTo>
                    <a:pt x="127" y="135"/>
                    <a:pt x="162" y="144"/>
                    <a:pt x="162" y="144"/>
                  </a:cubicBezTo>
                  <a:cubicBezTo>
                    <a:pt x="171" y="126"/>
                    <a:pt x="163" y="90"/>
                    <a:pt x="154" y="90"/>
                  </a:cubicBezTo>
                  <a:cubicBezTo>
                    <a:pt x="145" y="90"/>
                    <a:pt x="126" y="108"/>
                    <a:pt x="126" y="72"/>
                  </a:cubicBezTo>
                  <a:cubicBezTo>
                    <a:pt x="126" y="36"/>
                    <a:pt x="144" y="54"/>
                    <a:pt x="153" y="54"/>
                  </a:cubicBezTo>
                  <a:cubicBezTo>
                    <a:pt x="173" y="54"/>
                    <a:pt x="162" y="0"/>
                    <a:pt x="162" y="0"/>
                  </a:cubicBezTo>
                  <a:cubicBezTo>
                    <a:pt x="18" y="0"/>
                    <a:pt x="18" y="0"/>
                    <a:pt x="18" y="0"/>
                  </a:cubicBezTo>
                  <a:cubicBezTo>
                    <a:pt x="18" y="0"/>
                    <a:pt x="28" y="36"/>
                    <a:pt x="28" y="54"/>
                  </a:cubicBezTo>
                  <a:cubicBezTo>
                    <a:pt x="28" y="72"/>
                    <a:pt x="0" y="36"/>
                    <a:pt x="0" y="81"/>
                  </a:cubicBezTo>
                  <a:close/>
                </a:path>
              </a:pathLst>
            </a:custGeom>
            <a:solidFill>
              <a:schemeClr val="accent3"/>
            </a:solidFill>
            <a:ln w="9525">
              <a:noFill/>
              <a:round/>
            </a:ln>
          </p:spPr>
          <p:txBody>
            <a:bodyPr/>
            <a:lstStyle/>
            <a:p>
              <a:endParaRPr lang="en-GB" sz="1815"/>
            </a:p>
          </p:txBody>
        </p:sp>
        <p:sp>
          <p:nvSpPr>
            <p:cNvPr id="352" name="Freeform 196"/>
            <p:cNvSpPr/>
            <p:nvPr/>
          </p:nvSpPr>
          <p:spPr bwMode="auto">
            <a:xfrm>
              <a:off x="2233586" y="2242969"/>
              <a:ext cx="480521" cy="333255"/>
            </a:xfrm>
            <a:custGeom>
              <a:avLst/>
              <a:gdLst>
                <a:gd name="T0" fmla="*/ 523 w 207"/>
                <a:gd name="T1" fmla="*/ 674 h 144"/>
                <a:gd name="T2" fmla="*/ 627 w 207"/>
                <a:gd name="T3" fmla="*/ 828 h 144"/>
                <a:gd name="T4" fmla="*/ 992 w 207"/>
                <a:gd name="T5" fmla="*/ 828 h 144"/>
                <a:gd name="T6" fmla="*/ 992 w 207"/>
                <a:gd name="T7" fmla="*/ 568 h 144"/>
                <a:gd name="T8" fmla="*/ 1202 w 207"/>
                <a:gd name="T9" fmla="*/ 466 h 144"/>
                <a:gd name="T10" fmla="*/ 992 w 207"/>
                <a:gd name="T11" fmla="*/ 312 h 144"/>
                <a:gd name="T12" fmla="*/ 992 w 207"/>
                <a:gd name="T13" fmla="*/ 0 h 144"/>
                <a:gd name="T14" fmla="*/ 678 w 207"/>
                <a:gd name="T15" fmla="*/ 0 h 144"/>
                <a:gd name="T16" fmla="*/ 575 w 207"/>
                <a:gd name="T17" fmla="*/ 208 h 144"/>
                <a:gd name="T18" fmla="*/ 471 w 207"/>
                <a:gd name="T19" fmla="*/ 0 h 144"/>
                <a:gd name="T20" fmla="*/ 158 w 207"/>
                <a:gd name="T21" fmla="*/ 0 h 144"/>
                <a:gd name="T22" fmla="*/ 158 w 207"/>
                <a:gd name="T23" fmla="*/ 312 h 144"/>
                <a:gd name="T24" fmla="*/ 0 w 207"/>
                <a:gd name="T25" fmla="*/ 466 h 144"/>
                <a:gd name="T26" fmla="*/ 158 w 207"/>
                <a:gd name="T27" fmla="*/ 568 h 144"/>
                <a:gd name="T28" fmla="*/ 158 w 207"/>
                <a:gd name="T29" fmla="*/ 828 h 144"/>
                <a:gd name="T30" fmla="*/ 417 w 207"/>
                <a:gd name="T31" fmla="*/ 828 h 144"/>
                <a:gd name="T32" fmla="*/ 523 w 207"/>
                <a:gd name="T33" fmla="*/ 67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0" y="117"/>
                  </a:move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lose/>
                </a:path>
              </a:pathLst>
            </a:custGeom>
            <a:solidFill>
              <a:schemeClr val="accent6"/>
            </a:solidFill>
            <a:ln w="9525">
              <a:noFill/>
              <a:round/>
            </a:ln>
          </p:spPr>
          <p:txBody>
            <a:bodyPr/>
            <a:lstStyle/>
            <a:p>
              <a:endParaRPr lang="en-GB" sz="1815"/>
            </a:p>
          </p:txBody>
        </p:sp>
        <p:sp>
          <p:nvSpPr>
            <p:cNvPr id="353" name="Freeform 197"/>
            <p:cNvSpPr/>
            <p:nvPr/>
          </p:nvSpPr>
          <p:spPr bwMode="auto">
            <a:xfrm>
              <a:off x="3570519" y="2242969"/>
              <a:ext cx="480521" cy="333255"/>
            </a:xfrm>
            <a:custGeom>
              <a:avLst/>
              <a:gdLst>
                <a:gd name="T0" fmla="*/ 0 w 207"/>
                <a:gd name="T1" fmla="*/ 466 h 144"/>
                <a:gd name="T2" fmla="*/ 158 w 207"/>
                <a:gd name="T3" fmla="*/ 568 h 144"/>
                <a:gd name="T4" fmla="*/ 158 w 207"/>
                <a:gd name="T5" fmla="*/ 828 h 144"/>
                <a:gd name="T6" fmla="*/ 417 w 207"/>
                <a:gd name="T7" fmla="*/ 828 h 144"/>
                <a:gd name="T8" fmla="*/ 523 w 207"/>
                <a:gd name="T9" fmla="*/ 674 h 144"/>
                <a:gd name="T10" fmla="*/ 627 w 207"/>
                <a:gd name="T11" fmla="*/ 828 h 144"/>
                <a:gd name="T12" fmla="*/ 992 w 207"/>
                <a:gd name="T13" fmla="*/ 828 h 144"/>
                <a:gd name="T14" fmla="*/ 992 w 207"/>
                <a:gd name="T15" fmla="*/ 568 h 144"/>
                <a:gd name="T16" fmla="*/ 1202 w 207"/>
                <a:gd name="T17" fmla="*/ 466 h 144"/>
                <a:gd name="T18" fmla="*/ 992 w 207"/>
                <a:gd name="T19" fmla="*/ 312 h 144"/>
                <a:gd name="T20" fmla="*/ 992 w 207"/>
                <a:gd name="T21" fmla="*/ 0 h 144"/>
                <a:gd name="T22" fmla="*/ 678 w 207"/>
                <a:gd name="T23" fmla="*/ 0 h 144"/>
                <a:gd name="T24" fmla="*/ 575 w 207"/>
                <a:gd name="T25" fmla="*/ 208 h 144"/>
                <a:gd name="T26" fmla="*/ 471 w 207"/>
                <a:gd name="T27" fmla="*/ 0 h 144"/>
                <a:gd name="T28" fmla="*/ 158 w 207"/>
                <a:gd name="T29" fmla="*/ 0 h 144"/>
                <a:gd name="T30" fmla="*/ 158 w 207"/>
                <a:gd name="T31" fmla="*/ 0 h 144"/>
                <a:gd name="T32" fmla="*/ 158 w 207"/>
                <a:gd name="T33" fmla="*/ 312 h 144"/>
                <a:gd name="T34" fmla="*/ 0 w 207"/>
                <a:gd name="T35" fmla="*/ 466 h 1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07"/>
                <a:gd name="T55" fmla="*/ 0 h 144"/>
                <a:gd name="T56" fmla="*/ 207 w 207"/>
                <a:gd name="T57" fmla="*/ 144 h 144"/>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07" h="144">
                  <a:moveTo>
                    <a:pt x="0" y="81"/>
                  </a:move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8" y="0"/>
                    <a:pt x="27" y="0"/>
                  </a:cubicBezTo>
                  <a:cubicBezTo>
                    <a:pt x="27" y="0"/>
                    <a:pt x="27" y="0"/>
                    <a:pt x="27" y="0"/>
                  </a:cubicBezTo>
                  <a:cubicBezTo>
                    <a:pt x="27" y="2"/>
                    <a:pt x="27" y="45"/>
                    <a:pt x="27" y="54"/>
                  </a:cubicBezTo>
                  <a:cubicBezTo>
                    <a:pt x="27" y="63"/>
                    <a:pt x="0" y="27"/>
                    <a:pt x="0" y="81"/>
                  </a:cubicBezTo>
                  <a:close/>
                </a:path>
              </a:pathLst>
            </a:custGeom>
            <a:solidFill>
              <a:schemeClr val="accent2"/>
            </a:solidFill>
            <a:ln w="9525">
              <a:noFill/>
              <a:round/>
            </a:ln>
          </p:spPr>
          <p:txBody>
            <a:bodyPr/>
            <a:lstStyle/>
            <a:p>
              <a:endParaRPr lang="en-GB" sz="1815"/>
            </a:p>
          </p:txBody>
        </p:sp>
        <p:sp>
          <p:nvSpPr>
            <p:cNvPr id="354" name="Freeform 198"/>
            <p:cNvSpPr/>
            <p:nvPr/>
          </p:nvSpPr>
          <p:spPr bwMode="auto">
            <a:xfrm>
              <a:off x="4907453" y="4915465"/>
              <a:ext cx="480521" cy="334546"/>
            </a:xfrm>
            <a:custGeom>
              <a:avLst/>
              <a:gdLst>
                <a:gd name="T0" fmla="*/ 1202 w 207"/>
                <a:gd name="T1" fmla="*/ 473 h 144"/>
                <a:gd name="T2" fmla="*/ 992 w 207"/>
                <a:gd name="T3" fmla="*/ 313 h 144"/>
                <a:gd name="T4" fmla="*/ 992 w 207"/>
                <a:gd name="T5" fmla="*/ 0 h 144"/>
                <a:gd name="T6" fmla="*/ 678 w 207"/>
                <a:gd name="T7" fmla="*/ 0 h 144"/>
                <a:gd name="T8" fmla="*/ 575 w 207"/>
                <a:gd name="T9" fmla="*/ 210 h 144"/>
                <a:gd name="T10" fmla="*/ 471 w 207"/>
                <a:gd name="T11" fmla="*/ 0 h 144"/>
                <a:gd name="T12" fmla="*/ 158 w 207"/>
                <a:gd name="T13" fmla="*/ 0 h 144"/>
                <a:gd name="T14" fmla="*/ 158 w 207"/>
                <a:gd name="T15" fmla="*/ 313 h 144"/>
                <a:gd name="T16" fmla="*/ 0 w 207"/>
                <a:gd name="T17" fmla="*/ 473 h 144"/>
                <a:gd name="T18" fmla="*/ 158 w 207"/>
                <a:gd name="T19" fmla="*/ 576 h 144"/>
                <a:gd name="T20" fmla="*/ 158 w 207"/>
                <a:gd name="T21" fmla="*/ 838 h 144"/>
                <a:gd name="T22" fmla="*/ 417 w 207"/>
                <a:gd name="T23" fmla="*/ 838 h 144"/>
                <a:gd name="T24" fmla="*/ 523 w 207"/>
                <a:gd name="T25" fmla="*/ 680 h 144"/>
                <a:gd name="T26" fmla="*/ 627 w 207"/>
                <a:gd name="T27" fmla="*/ 838 h 144"/>
                <a:gd name="T28" fmla="*/ 992 w 207"/>
                <a:gd name="T29" fmla="*/ 838 h 144"/>
                <a:gd name="T30" fmla="*/ 992 w 207"/>
                <a:gd name="T31" fmla="*/ 576 h 144"/>
                <a:gd name="T32" fmla="*/ 1202 w 207"/>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207" y="81"/>
                  </a:move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lose/>
                </a:path>
              </a:pathLst>
            </a:custGeom>
            <a:solidFill>
              <a:schemeClr val="accent4"/>
            </a:solidFill>
            <a:ln w="9525">
              <a:noFill/>
              <a:round/>
            </a:ln>
          </p:spPr>
          <p:txBody>
            <a:bodyPr/>
            <a:lstStyle/>
            <a:p>
              <a:endParaRPr lang="en-GB" sz="1815"/>
            </a:p>
          </p:txBody>
        </p:sp>
        <p:sp>
          <p:nvSpPr>
            <p:cNvPr id="355" name="Freeform 199"/>
            <p:cNvSpPr/>
            <p:nvPr/>
          </p:nvSpPr>
          <p:spPr bwMode="auto">
            <a:xfrm>
              <a:off x="7580027" y="4915465"/>
              <a:ext cx="480521" cy="334546"/>
            </a:xfrm>
            <a:custGeom>
              <a:avLst/>
              <a:gdLst>
                <a:gd name="T0" fmla="*/ 575 w 207"/>
                <a:gd name="T1" fmla="*/ 210 h 144"/>
                <a:gd name="T2" fmla="*/ 471 w 207"/>
                <a:gd name="T3" fmla="*/ 0 h 144"/>
                <a:gd name="T4" fmla="*/ 158 w 207"/>
                <a:gd name="T5" fmla="*/ 0 h 144"/>
                <a:gd name="T6" fmla="*/ 158 w 207"/>
                <a:gd name="T7" fmla="*/ 313 h 144"/>
                <a:gd name="T8" fmla="*/ 0 w 207"/>
                <a:gd name="T9" fmla="*/ 473 h 144"/>
                <a:gd name="T10" fmla="*/ 158 w 207"/>
                <a:gd name="T11" fmla="*/ 576 h 144"/>
                <a:gd name="T12" fmla="*/ 158 w 207"/>
                <a:gd name="T13" fmla="*/ 838 h 144"/>
                <a:gd name="T14" fmla="*/ 417 w 207"/>
                <a:gd name="T15" fmla="*/ 838 h 144"/>
                <a:gd name="T16" fmla="*/ 523 w 207"/>
                <a:gd name="T17" fmla="*/ 680 h 144"/>
                <a:gd name="T18" fmla="*/ 627 w 207"/>
                <a:gd name="T19" fmla="*/ 838 h 144"/>
                <a:gd name="T20" fmla="*/ 992 w 207"/>
                <a:gd name="T21" fmla="*/ 838 h 144"/>
                <a:gd name="T22" fmla="*/ 992 w 207"/>
                <a:gd name="T23" fmla="*/ 576 h 144"/>
                <a:gd name="T24" fmla="*/ 1202 w 207"/>
                <a:gd name="T25" fmla="*/ 473 h 144"/>
                <a:gd name="T26" fmla="*/ 992 w 207"/>
                <a:gd name="T27" fmla="*/ 313 h 144"/>
                <a:gd name="T28" fmla="*/ 992 w 207"/>
                <a:gd name="T29" fmla="*/ 0 h 144"/>
                <a:gd name="T30" fmla="*/ 678 w 207"/>
                <a:gd name="T31" fmla="*/ 0 h 144"/>
                <a:gd name="T32" fmla="*/ 575 w 207"/>
                <a:gd name="T33" fmla="*/ 210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9" y="36"/>
                  </a:move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lose/>
                </a:path>
              </a:pathLst>
            </a:custGeom>
            <a:solidFill>
              <a:schemeClr val="accent2"/>
            </a:solidFill>
            <a:ln w="9525">
              <a:noFill/>
              <a:round/>
            </a:ln>
          </p:spPr>
          <p:txBody>
            <a:bodyPr/>
            <a:lstStyle/>
            <a:p>
              <a:endParaRPr lang="en-GB" sz="1815"/>
            </a:p>
          </p:txBody>
        </p:sp>
        <p:sp>
          <p:nvSpPr>
            <p:cNvPr id="356" name="Freeform 200"/>
            <p:cNvSpPr/>
            <p:nvPr/>
          </p:nvSpPr>
          <p:spPr bwMode="auto">
            <a:xfrm>
              <a:off x="5240717" y="3245317"/>
              <a:ext cx="480521" cy="333255"/>
            </a:xfrm>
            <a:custGeom>
              <a:avLst/>
              <a:gdLst>
                <a:gd name="T0" fmla="*/ 0 w 207"/>
                <a:gd name="T1" fmla="*/ 466 h 144"/>
                <a:gd name="T2" fmla="*/ 158 w 207"/>
                <a:gd name="T3" fmla="*/ 568 h 144"/>
                <a:gd name="T4" fmla="*/ 158 w 207"/>
                <a:gd name="T5" fmla="*/ 828 h 144"/>
                <a:gd name="T6" fmla="*/ 417 w 207"/>
                <a:gd name="T7" fmla="*/ 828 h 144"/>
                <a:gd name="T8" fmla="*/ 523 w 207"/>
                <a:gd name="T9" fmla="*/ 674 h 144"/>
                <a:gd name="T10" fmla="*/ 627 w 207"/>
                <a:gd name="T11" fmla="*/ 828 h 144"/>
                <a:gd name="T12" fmla="*/ 992 w 207"/>
                <a:gd name="T13" fmla="*/ 828 h 144"/>
                <a:gd name="T14" fmla="*/ 992 w 207"/>
                <a:gd name="T15" fmla="*/ 568 h 144"/>
                <a:gd name="T16" fmla="*/ 1202 w 207"/>
                <a:gd name="T17" fmla="*/ 466 h 144"/>
                <a:gd name="T18" fmla="*/ 992 w 207"/>
                <a:gd name="T19" fmla="*/ 312 h 144"/>
                <a:gd name="T20" fmla="*/ 992 w 207"/>
                <a:gd name="T21" fmla="*/ 0 h 144"/>
                <a:gd name="T22" fmla="*/ 678 w 207"/>
                <a:gd name="T23" fmla="*/ 0 h 144"/>
                <a:gd name="T24" fmla="*/ 575 w 207"/>
                <a:gd name="T25" fmla="*/ 208 h 144"/>
                <a:gd name="T26" fmla="*/ 471 w 207"/>
                <a:gd name="T27" fmla="*/ 0 h 144"/>
                <a:gd name="T28" fmla="*/ 158 w 207"/>
                <a:gd name="T29" fmla="*/ 0 h 144"/>
                <a:gd name="T30" fmla="*/ 158 w 207"/>
                <a:gd name="T31" fmla="*/ 312 h 144"/>
                <a:gd name="T32" fmla="*/ 0 w 207"/>
                <a:gd name="T33" fmla="*/ 466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0" y="81"/>
                  </a:move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lose/>
                </a:path>
              </a:pathLst>
            </a:custGeom>
            <a:solidFill>
              <a:schemeClr val="accent5"/>
            </a:solidFill>
            <a:ln w="9525">
              <a:noFill/>
              <a:round/>
            </a:ln>
          </p:spPr>
          <p:txBody>
            <a:bodyPr/>
            <a:lstStyle/>
            <a:p>
              <a:endParaRPr lang="en-GB" sz="1815"/>
            </a:p>
          </p:txBody>
        </p:sp>
        <p:sp>
          <p:nvSpPr>
            <p:cNvPr id="357" name="Freeform 201"/>
            <p:cNvSpPr/>
            <p:nvPr/>
          </p:nvSpPr>
          <p:spPr bwMode="auto">
            <a:xfrm>
              <a:off x="6912207" y="2242969"/>
              <a:ext cx="480521" cy="333255"/>
            </a:xfrm>
            <a:custGeom>
              <a:avLst/>
              <a:gdLst>
                <a:gd name="T0" fmla="*/ 0 w 207"/>
                <a:gd name="T1" fmla="*/ 466 h 144"/>
                <a:gd name="T2" fmla="*/ 158 w 207"/>
                <a:gd name="T3" fmla="*/ 568 h 144"/>
                <a:gd name="T4" fmla="*/ 158 w 207"/>
                <a:gd name="T5" fmla="*/ 828 h 144"/>
                <a:gd name="T6" fmla="*/ 417 w 207"/>
                <a:gd name="T7" fmla="*/ 828 h 144"/>
                <a:gd name="T8" fmla="*/ 523 w 207"/>
                <a:gd name="T9" fmla="*/ 674 h 144"/>
                <a:gd name="T10" fmla="*/ 627 w 207"/>
                <a:gd name="T11" fmla="*/ 828 h 144"/>
                <a:gd name="T12" fmla="*/ 992 w 207"/>
                <a:gd name="T13" fmla="*/ 828 h 144"/>
                <a:gd name="T14" fmla="*/ 992 w 207"/>
                <a:gd name="T15" fmla="*/ 568 h 144"/>
                <a:gd name="T16" fmla="*/ 1202 w 207"/>
                <a:gd name="T17" fmla="*/ 466 h 144"/>
                <a:gd name="T18" fmla="*/ 992 w 207"/>
                <a:gd name="T19" fmla="*/ 312 h 144"/>
                <a:gd name="T20" fmla="*/ 992 w 207"/>
                <a:gd name="T21" fmla="*/ 0 h 144"/>
                <a:gd name="T22" fmla="*/ 678 w 207"/>
                <a:gd name="T23" fmla="*/ 0 h 144"/>
                <a:gd name="T24" fmla="*/ 575 w 207"/>
                <a:gd name="T25" fmla="*/ 208 h 144"/>
                <a:gd name="T26" fmla="*/ 471 w 207"/>
                <a:gd name="T27" fmla="*/ 0 h 144"/>
                <a:gd name="T28" fmla="*/ 158 w 207"/>
                <a:gd name="T29" fmla="*/ 0 h 144"/>
                <a:gd name="T30" fmla="*/ 158 w 207"/>
                <a:gd name="T31" fmla="*/ 312 h 144"/>
                <a:gd name="T32" fmla="*/ 0 w 207"/>
                <a:gd name="T33" fmla="*/ 466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0" y="81"/>
                  </a:move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lose/>
                </a:path>
              </a:pathLst>
            </a:custGeom>
            <a:solidFill>
              <a:schemeClr val="accent1"/>
            </a:solidFill>
            <a:ln w="9525">
              <a:noFill/>
              <a:round/>
            </a:ln>
          </p:spPr>
          <p:txBody>
            <a:bodyPr/>
            <a:lstStyle/>
            <a:p>
              <a:endParaRPr lang="en-GB" sz="1815"/>
            </a:p>
          </p:txBody>
        </p:sp>
        <p:sp>
          <p:nvSpPr>
            <p:cNvPr id="358" name="Freeform 202"/>
            <p:cNvSpPr/>
            <p:nvPr/>
          </p:nvSpPr>
          <p:spPr bwMode="auto">
            <a:xfrm>
              <a:off x="2568142" y="3245317"/>
              <a:ext cx="480521" cy="333255"/>
            </a:xfrm>
            <a:custGeom>
              <a:avLst/>
              <a:gdLst>
                <a:gd name="T0" fmla="*/ 523 w 207"/>
                <a:gd name="T1" fmla="*/ 674 h 144"/>
                <a:gd name="T2" fmla="*/ 627 w 207"/>
                <a:gd name="T3" fmla="*/ 828 h 144"/>
                <a:gd name="T4" fmla="*/ 992 w 207"/>
                <a:gd name="T5" fmla="*/ 828 h 144"/>
                <a:gd name="T6" fmla="*/ 992 w 207"/>
                <a:gd name="T7" fmla="*/ 568 h 144"/>
                <a:gd name="T8" fmla="*/ 1202 w 207"/>
                <a:gd name="T9" fmla="*/ 466 h 144"/>
                <a:gd name="T10" fmla="*/ 992 w 207"/>
                <a:gd name="T11" fmla="*/ 312 h 144"/>
                <a:gd name="T12" fmla="*/ 992 w 207"/>
                <a:gd name="T13" fmla="*/ 0 h 144"/>
                <a:gd name="T14" fmla="*/ 678 w 207"/>
                <a:gd name="T15" fmla="*/ 0 h 144"/>
                <a:gd name="T16" fmla="*/ 575 w 207"/>
                <a:gd name="T17" fmla="*/ 208 h 144"/>
                <a:gd name="T18" fmla="*/ 471 w 207"/>
                <a:gd name="T19" fmla="*/ 0 h 144"/>
                <a:gd name="T20" fmla="*/ 158 w 207"/>
                <a:gd name="T21" fmla="*/ 0 h 144"/>
                <a:gd name="T22" fmla="*/ 158 w 207"/>
                <a:gd name="T23" fmla="*/ 312 h 144"/>
                <a:gd name="T24" fmla="*/ 0 w 207"/>
                <a:gd name="T25" fmla="*/ 466 h 144"/>
                <a:gd name="T26" fmla="*/ 158 w 207"/>
                <a:gd name="T27" fmla="*/ 568 h 144"/>
                <a:gd name="T28" fmla="*/ 158 w 207"/>
                <a:gd name="T29" fmla="*/ 828 h 144"/>
                <a:gd name="T30" fmla="*/ 417 w 207"/>
                <a:gd name="T31" fmla="*/ 828 h 144"/>
                <a:gd name="T32" fmla="*/ 523 w 207"/>
                <a:gd name="T33" fmla="*/ 67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0" y="117"/>
                  </a:move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lose/>
                </a:path>
              </a:pathLst>
            </a:custGeom>
            <a:solidFill>
              <a:schemeClr val="accent3"/>
            </a:solidFill>
            <a:ln w="9525">
              <a:noFill/>
              <a:round/>
            </a:ln>
          </p:spPr>
          <p:txBody>
            <a:bodyPr/>
            <a:lstStyle/>
            <a:p>
              <a:endParaRPr lang="en-GB" sz="1815"/>
            </a:p>
          </p:txBody>
        </p:sp>
        <p:sp>
          <p:nvSpPr>
            <p:cNvPr id="359" name="Freeform 203"/>
            <p:cNvSpPr/>
            <p:nvPr/>
          </p:nvSpPr>
          <p:spPr bwMode="auto">
            <a:xfrm>
              <a:off x="4238340" y="6252359"/>
              <a:ext cx="480521" cy="333255"/>
            </a:xfrm>
            <a:custGeom>
              <a:avLst/>
              <a:gdLst>
                <a:gd name="T0" fmla="*/ 1202 w 207"/>
                <a:gd name="T1" fmla="*/ 466 h 144"/>
                <a:gd name="T2" fmla="*/ 992 w 207"/>
                <a:gd name="T3" fmla="*/ 312 h 144"/>
                <a:gd name="T4" fmla="*/ 992 w 207"/>
                <a:gd name="T5" fmla="*/ 0 h 144"/>
                <a:gd name="T6" fmla="*/ 678 w 207"/>
                <a:gd name="T7" fmla="*/ 0 h 144"/>
                <a:gd name="T8" fmla="*/ 575 w 207"/>
                <a:gd name="T9" fmla="*/ 208 h 144"/>
                <a:gd name="T10" fmla="*/ 471 w 207"/>
                <a:gd name="T11" fmla="*/ 0 h 144"/>
                <a:gd name="T12" fmla="*/ 158 w 207"/>
                <a:gd name="T13" fmla="*/ 0 h 144"/>
                <a:gd name="T14" fmla="*/ 158 w 207"/>
                <a:gd name="T15" fmla="*/ 312 h 144"/>
                <a:gd name="T16" fmla="*/ 0 w 207"/>
                <a:gd name="T17" fmla="*/ 466 h 144"/>
                <a:gd name="T18" fmla="*/ 158 w 207"/>
                <a:gd name="T19" fmla="*/ 568 h 144"/>
                <a:gd name="T20" fmla="*/ 158 w 207"/>
                <a:gd name="T21" fmla="*/ 828 h 144"/>
                <a:gd name="T22" fmla="*/ 417 w 207"/>
                <a:gd name="T23" fmla="*/ 828 h 144"/>
                <a:gd name="T24" fmla="*/ 523 w 207"/>
                <a:gd name="T25" fmla="*/ 674 h 144"/>
                <a:gd name="T26" fmla="*/ 627 w 207"/>
                <a:gd name="T27" fmla="*/ 828 h 144"/>
                <a:gd name="T28" fmla="*/ 992 w 207"/>
                <a:gd name="T29" fmla="*/ 828 h 144"/>
                <a:gd name="T30" fmla="*/ 992 w 207"/>
                <a:gd name="T31" fmla="*/ 568 h 144"/>
                <a:gd name="T32" fmla="*/ 1202 w 207"/>
                <a:gd name="T33" fmla="*/ 466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207" y="81"/>
                  </a:move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lose/>
                </a:path>
              </a:pathLst>
            </a:custGeom>
            <a:solidFill>
              <a:schemeClr val="accent5"/>
            </a:solidFill>
            <a:ln w="9525">
              <a:noFill/>
              <a:round/>
            </a:ln>
          </p:spPr>
          <p:txBody>
            <a:bodyPr/>
            <a:lstStyle/>
            <a:p>
              <a:endParaRPr lang="en-GB" sz="1815"/>
            </a:p>
          </p:txBody>
        </p:sp>
        <p:sp>
          <p:nvSpPr>
            <p:cNvPr id="360" name="Freeform 204"/>
            <p:cNvSpPr/>
            <p:nvPr/>
          </p:nvSpPr>
          <p:spPr bwMode="auto">
            <a:xfrm>
              <a:off x="6640945" y="5833853"/>
              <a:ext cx="335848" cy="480507"/>
            </a:xfrm>
            <a:custGeom>
              <a:avLst/>
              <a:gdLst>
                <a:gd name="T0" fmla="*/ 676 w 145"/>
                <a:gd name="T1" fmla="*/ 678 h 207"/>
                <a:gd name="T2" fmla="*/ 830 w 145"/>
                <a:gd name="T3" fmla="*/ 575 h 207"/>
                <a:gd name="T4" fmla="*/ 830 w 145"/>
                <a:gd name="T5" fmla="*/ 210 h 207"/>
                <a:gd name="T6" fmla="*/ 572 w 145"/>
                <a:gd name="T7" fmla="*/ 210 h 207"/>
                <a:gd name="T8" fmla="*/ 466 w 145"/>
                <a:gd name="T9" fmla="*/ 0 h 207"/>
                <a:gd name="T10" fmla="*/ 312 w 145"/>
                <a:gd name="T11" fmla="*/ 210 h 207"/>
                <a:gd name="T12" fmla="*/ 0 w 145"/>
                <a:gd name="T13" fmla="*/ 210 h 207"/>
                <a:gd name="T14" fmla="*/ 0 w 145"/>
                <a:gd name="T15" fmla="*/ 523 h 207"/>
                <a:gd name="T16" fmla="*/ 210 w 145"/>
                <a:gd name="T17" fmla="*/ 627 h 207"/>
                <a:gd name="T18" fmla="*/ 0 w 145"/>
                <a:gd name="T19" fmla="*/ 730 h 207"/>
                <a:gd name="T20" fmla="*/ 0 w 145"/>
                <a:gd name="T21" fmla="*/ 1042 h 207"/>
                <a:gd name="T22" fmla="*/ 312 w 145"/>
                <a:gd name="T23" fmla="*/ 1042 h 207"/>
                <a:gd name="T24" fmla="*/ 466 w 145"/>
                <a:gd name="T25" fmla="*/ 1202 h 207"/>
                <a:gd name="T26" fmla="*/ 572 w 145"/>
                <a:gd name="T27" fmla="*/ 1042 h 207"/>
                <a:gd name="T28" fmla="*/ 836 w 145"/>
                <a:gd name="T29" fmla="*/ 1042 h 207"/>
                <a:gd name="T30" fmla="*/ 830 w 145"/>
                <a:gd name="T31" fmla="*/ 785 h 207"/>
                <a:gd name="T32" fmla="*/ 676 w 145"/>
                <a:gd name="T33" fmla="*/ 678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5"/>
                <a:gd name="T52" fmla="*/ 0 h 207"/>
                <a:gd name="T53" fmla="*/ 145 w 145"/>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5" h="207">
                  <a:moveTo>
                    <a:pt x="117" y="117"/>
                  </a:moveTo>
                  <a:cubicBezTo>
                    <a:pt x="117" y="81"/>
                    <a:pt x="144" y="117"/>
                    <a:pt x="144" y="99"/>
                  </a:cubicBezTo>
                  <a:cubicBezTo>
                    <a:pt x="144" y="81"/>
                    <a:pt x="144" y="36"/>
                    <a:pt x="144" y="36"/>
                  </a:cubicBezTo>
                  <a:cubicBezTo>
                    <a:pt x="144" y="36"/>
                    <a:pt x="108" y="36"/>
                    <a:pt x="99" y="36"/>
                  </a:cubicBezTo>
                  <a:cubicBezTo>
                    <a:pt x="90" y="36"/>
                    <a:pt x="126" y="0"/>
                    <a:pt x="81" y="0"/>
                  </a:cubicBezTo>
                  <a:cubicBezTo>
                    <a:pt x="36" y="0"/>
                    <a:pt x="81" y="36"/>
                    <a:pt x="54" y="36"/>
                  </a:cubicBezTo>
                  <a:cubicBezTo>
                    <a:pt x="27" y="36"/>
                    <a:pt x="0" y="36"/>
                    <a:pt x="0" y="36"/>
                  </a:cubicBezTo>
                  <a:cubicBezTo>
                    <a:pt x="0" y="36"/>
                    <a:pt x="0" y="81"/>
                    <a:pt x="0" y="90"/>
                  </a:cubicBezTo>
                  <a:cubicBezTo>
                    <a:pt x="0" y="99"/>
                    <a:pt x="36" y="72"/>
                    <a:pt x="36" y="108"/>
                  </a:cubicBezTo>
                  <a:cubicBezTo>
                    <a:pt x="36" y="144"/>
                    <a:pt x="0" y="117"/>
                    <a:pt x="0" y="126"/>
                  </a:cubicBezTo>
                  <a:cubicBezTo>
                    <a:pt x="0" y="135"/>
                    <a:pt x="0" y="180"/>
                    <a:pt x="0" y="180"/>
                  </a:cubicBezTo>
                  <a:cubicBezTo>
                    <a:pt x="0" y="180"/>
                    <a:pt x="45" y="180"/>
                    <a:pt x="54" y="180"/>
                  </a:cubicBezTo>
                  <a:cubicBezTo>
                    <a:pt x="63" y="180"/>
                    <a:pt x="27" y="207"/>
                    <a:pt x="81" y="207"/>
                  </a:cubicBezTo>
                  <a:cubicBezTo>
                    <a:pt x="117" y="207"/>
                    <a:pt x="81" y="180"/>
                    <a:pt x="99" y="180"/>
                  </a:cubicBezTo>
                  <a:cubicBezTo>
                    <a:pt x="117" y="180"/>
                    <a:pt x="145" y="180"/>
                    <a:pt x="145" y="180"/>
                  </a:cubicBezTo>
                  <a:cubicBezTo>
                    <a:pt x="145" y="180"/>
                    <a:pt x="144" y="144"/>
                    <a:pt x="144" y="135"/>
                  </a:cubicBezTo>
                  <a:cubicBezTo>
                    <a:pt x="144" y="126"/>
                    <a:pt x="117" y="153"/>
                    <a:pt x="117" y="117"/>
                  </a:cubicBezTo>
                  <a:close/>
                </a:path>
              </a:pathLst>
            </a:custGeom>
            <a:solidFill>
              <a:schemeClr val="accent3"/>
            </a:solidFill>
            <a:ln w="9525">
              <a:noFill/>
              <a:round/>
            </a:ln>
          </p:spPr>
          <p:txBody>
            <a:bodyPr/>
            <a:lstStyle/>
            <a:p>
              <a:endParaRPr lang="en-GB" sz="1815"/>
            </a:p>
          </p:txBody>
        </p:sp>
        <p:sp>
          <p:nvSpPr>
            <p:cNvPr id="361" name="Freeform 205"/>
            <p:cNvSpPr/>
            <p:nvPr/>
          </p:nvSpPr>
          <p:spPr bwMode="auto">
            <a:xfrm>
              <a:off x="3299257" y="5833853"/>
              <a:ext cx="333265" cy="480507"/>
            </a:xfrm>
            <a:custGeom>
              <a:avLst/>
              <a:gdLst>
                <a:gd name="T0" fmla="*/ 674 w 144"/>
                <a:gd name="T1" fmla="*/ 678 h 207"/>
                <a:gd name="T2" fmla="*/ 828 w 144"/>
                <a:gd name="T3" fmla="*/ 575 h 207"/>
                <a:gd name="T4" fmla="*/ 828 w 144"/>
                <a:gd name="T5" fmla="*/ 210 h 207"/>
                <a:gd name="T6" fmla="*/ 568 w 144"/>
                <a:gd name="T7" fmla="*/ 210 h 207"/>
                <a:gd name="T8" fmla="*/ 466 w 144"/>
                <a:gd name="T9" fmla="*/ 0 h 207"/>
                <a:gd name="T10" fmla="*/ 312 w 144"/>
                <a:gd name="T11" fmla="*/ 210 h 207"/>
                <a:gd name="T12" fmla="*/ 0 w 144"/>
                <a:gd name="T13" fmla="*/ 210 h 207"/>
                <a:gd name="T14" fmla="*/ 0 w 144"/>
                <a:gd name="T15" fmla="*/ 523 h 207"/>
                <a:gd name="T16" fmla="*/ 208 w 144"/>
                <a:gd name="T17" fmla="*/ 627 h 207"/>
                <a:gd name="T18" fmla="*/ 0 w 144"/>
                <a:gd name="T19" fmla="*/ 730 h 207"/>
                <a:gd name="T20" fmla="*/ 0 w 144"/>
                <a:gd name="T21" fmla="*/ 1042 h 207"/>
                <a:gd name="T22" fmla="*/ 312 w 144"/>
                <a:gd name="T23" fmla="*/ 1042 h 207"/>
                <a:gd name="T24" fmla="*/ 466 w 144"/>
                <a:gd name="T25" fmla="*/ 1202 h 207"/>
                <a:gd name="T26" fmla="*/ 568 w 144"/>
                <a:gd name="T27" fmla="*/ 1042 h 207"/>
                <a:gd name="T28" fmla="*/ 828 w 144"/>
                <a:gd name="T29" fmla="*/ 1042 h 207"/>
                <a:gd name="T30" fmla="*/ 828 w 144"/>
                <a:gd name="T31" fmla="*/ 785 h 207"/>
                <a:gd name="T32" fmla="*/ 674 w 144"/>
                <a:gd name="T33" fmla="*/ 678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07"/>
                <a:gd name="T53" fmla="*/ 144 w 144"/>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07">
                  <a:moveTo>
                    <a:pt x="117" y="117"/>
                  </a:moveTo>
                  <a:cubicBezTo>
                    <a:pt x="117" y="81"/>
                    <a:pt x="144" y="117"/>
                    <a:pt x="144" y="99"/>
                  </a:cubicBezTo>
                  <a:cubicBezTo>
                    <a:pt x="144" y="81"/>
                    <a:pt x="144" y="36"/>
                    <a:pt x="144" y="36"/>
                  </a:cubicBezTo>
                  <a:cubicBezTo>
                    <a:pt x="144" y="36"/>
                    <a:pt x="108" y="36"/>
                    <a:pt x="99" y="36"/>
                  </a:cubicBezTo>
                  <a:cubicBezTo>
                    <a:pt x="90" y="36"/>
                    <a:pt x="126" y="0"/>
                    <a:pt x="81" y="0"/>
                  </a:cubicBezTo>
                  <a:cubicBezTo>
                    <a:pt x="36" y="0"/>
                    <a:pt x="81" y="36"/>
                    <a:pt x="54" y="36"/>
                  </a:cubicBezTo>
                  <a:cubicBezTo>
                    <a:pt x="27" y="36"/>
                    <a:pt x="0" y="36"/>
                    <a:pt x="0" y="36"/>
                  </a:cubicBezTo>
                  <a:cubicBezTo>
                    <a:pt x="0" y="36"/>
                    <a:pt x="0" y="81"/>
                    <a:pt x="0" y="90"/>
                  </a:cubicBezTo>
                  <a:cubicBezTo>
                    <a:pt x="0" y="99"/>
                    <a:pt x="36" y="72"/>
                    <a:pt x="36" y="108"/>
                  </a:cubicBezTo>
                  <a:cubicBezTo>
                    <a:pt x="36" y="144"/>
                    <a:pt x="0" y="117"/>
                    <a:pt x="0" y="126"/>
                  </a:cubicBezTo>
                  <a:cubicBezTo>
                    <a:pt x="0" y="135"/>
                    <a:pt x="0" y="180"/>
                    <a:pt x="0" y="180"/>
                  </a:cubicBezTo>
                  <a:cubicBezTo>
                    <a:pt x="0" y="180"/>
                    <a:pt x="45" y="180"/>
                    <a:pt x="54" y="180"/>
                  </a:cubicBezTo>
                  <a:cubicBezTo>
                    <a:pt x="63" y="180"/>
                    <a:pt x="27" y="207"/>
                    <a:pt x="81" y="207"/>
                  </a:cubicBezTo>
                  <a:cubicBezTo>
                    <a:pt x="117" y="207"/>
                    <a:pt x="81" y="180"/>
                    <a:pt x="99" y="180"/>
                  </a:cubicBezTo>
                  <a:cubicBezTo>
                    <a:pt x="117" y="180"/>
                    <a:pt x="144" y="180"/>
                    <a:pt x="144" y="180"/>
                  </a:cubicBezTo>
                  <a:cubicBezTo>
                    <a:pt x="144" y="180"/>
                    <a:pt x="144" y="144"/>
                    <a:pt x="144" y="135"/>
                  </a:cubicBezTo>
                  <a:cubicBezTo>
                    <a:pt x="144" y="126"/>
                    <a:pt x="117" y="153"/>
                    <a:pt x="117" y="117"/>
                  </a:cubicBezTo>
                  <a:close/>
                </a:path>
              </a:pathLst>
            </a:custGeom>
            <a:solidFill>
              <a:schemeClr val="accent6"/>
            </a:solidFill>
            <a:ln w="9525">
              <a:noFill/>
              <a:round/>
            </a:ln>
          </p:spPr>
          <p:txBody>
            <a:bodyPr/>
            <a:lstStyle/>
            <a:p>
              <a:endParaRPr lang="en-GB" sz="1815"/>
            </a:p>
          </p:txBody>
        </p:sp>
        <p:sp>
          <p:nvSpPr>
            <p:cNvPr id="362" name="Freeform 206"/>
            <p:cNvSpPr/>
            <p:nvPr/>
          </p:nvSpPr>
          <p:spPr bwMode="auto">
            <a:xfrm>
              <a:off x="6244386" y="4915465"/>
              <a:ext cx="479229" cy="334546"/>
            </a:xfrm>
            <a:custGeom>
              <a:avLst/>
              <a:gdLst>
                <a:gd name="T0" fmla="*/ 1192 w 207"/>
                <a:gd name="T1" fmla="*/ 473 h 144"/>
                <a:gd name="T2" fmla="*/ 982 w 207"/>
                <a:gd name="T3" fmla="*/ 313 h 144"/>
                <a:gd name="T4" fmla="*/ 982 w 207"/>
                <a:gd name="T5" fmla="*/ 0 h 144"/>
                <a:gd name="T6" fmla="*/ 674 w 207"/>
                <a:gd name="T7" fmla="*/ 0 h 144"/>
                <a:gd name="T8" fmla="*/ 568 w 207"/>
                <a:gd name="T9" fmla="*/ 210 h 144"/>
                <a:gd name="T10" fmla="*/ 466 w 207"/>
                <a:gd name="T11" fmla="*/ 0 h 144"/>
                <a:gd name="T12" fmla="*/ 154 w 207"/>
                <a:gd name="T13" fmla="*/ 0 h 144"/>
                <a:gd name="T14" fmla="*/ 154 w 207"/>
                <a:gd name="T15" fmla="*/ 313 h 144"/>
                <a:gd name="T16" fmla="*/ 0 w 207"/>
                <a:gd name="T17" fmla="*/ 473 h 144"/>
                <a:gd name="T18" fmla="*/ 154 w 207"/>
                <a:gd name="T19" fmla="*/ 576 h 144"/>
                <a:gd name="T20" fmla="*/ 154 w 207"/>
                <a:gd name="T21" fmla="*/ 838 h 144"/>
                <a:gd name="T22" fmla="*/ 414 w 207"/>
                <a:gd name="T23" fmla="*/ 838 h 144"/>
                <a:gd name="T24" fmla="*/ 518 w 207"/>
                <a:gd name="T25" fmla="*/ 680 h 144"/>
                <a:gd name="T26" fmla="*/ 624 w 207"/>
                <a:gd name="T27" fmla="*/ 838 h 144"/>
                <a:gd name="T28" fmla="*/ 982 w 207"/>
                <a:gd name="T29" fmla="*/ 838 h 144"/>
                <a:gd name="T30" fmla="*/ 982 w 207"/>
                <a:gd name="T31" fmla="*/ 576 h 144"/>
                <a:gd name="T32" fmla="*/ 1192 w 207"/>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207" y="81"/>
                  </a:move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lose/>
                </a:path>
              </a:pathLst>
            </a:custGeom>
            <a:solidFill>
              <a:schemeClr val="accent6"/>
            </a:solidFill>
            <a:ln w="9525">
              <a:noFill/>
              <a:round/>
            </a:ln>
          </p:spPr>
          <p:txBody>
            <a:bodyPr/>
            <a:lstStyle/>
            <a:p>
              <a:endParaRPr lang="en-GB" sz="1815"/>
            </a:p>
          </p:txBody>
        </p:sp>
        <p:sp>
          <p:nvSpPr>
            <p:cNvPr id="363" name="Freeform 207"/>
            <p:cNvSpPr/>
            <p:nvPr/>
          </p:nvSpPr>
          <p:spPr bwMode="auto">
            <a:xfrm>
              <a:off x="7977878" y="4498251"/>
              <a:ext cx="333265" cy="480507"/>
            </a:xfrm>
            <a:custGeom>
              <a:avLst/>
              <a:gdLst>
                <a:gd name="T0" fmla="*/ 466 w 144"/>
                <a:gd name="T1" fmla="*/ 0 h 207"/>
                <a:gd name="T2" fmla="*/ 312 w 144"/>
                <a:gd name="T3" fmla="*/ 210 h 207"/>
                <a:gd name="T4" fmla="*/ 0 w 144"/>
                <a:gd name="T5" fmla="*/ 210 h 207"/>
                <a:gd name="T6" fmla="*/ 0 w 144"/>
                <a:gd name="T7" fmla="*/ 523 h 207"/>
                <a:gd name="T8" fmla="*/ 208 w 144"/>
                <a:gd name="T9" fmla="*/ 627 h 207"/>
                <a:gd name="T10" fmla="*/ 0 w 144"/>
                <a:gd name="T11" fmla="*/ 730 h 207"/>
                <a:gd name="T12" fmla="*/ 0 w 144"/>
                <a:gd name="T13" fmla="*/ 1042 h 207"/>
                <a:gd name="T14" fmla="*/ 312 w 144"/>
                <a:gd name="T15" fmla="*/ 1042 h 207"/>
                <a:gd name="T16" fmla="*/ 466 w 144"/>
                <a:gd name="T17" fmla="*/ 1202 h 207"/>
                <a:gd name="T18" fmla="*/ 568 w 144"/>
                <a:gd name="T19" fmla="*/ 1042 h 207"/>
                <a:gd name="T20" fmla="*/ 828 w 144"/>
                <a:gd name="T21" fmla="*/ 1042 h 207"/>
                <a:gd name="T22" fmla="*/ 828 w 144"/>
                <a:gd name="T23" fmla="*/ 785 h 207"/>
                <a:gd name="T24" fmla="*/ 674 w 144"/>
                <a:gd name="T25" fmla="*/ 678 h 207"/>
                <a:gd name="T26" fmla="*/ 828 w 144"/>
                <a:gd name="T27" fmla="*/ 575 h 207"/>
                <a:gd name="T28" fmla="*/ 828 w 144"/>
                <a:gd name="T29" fmla="*/ 214 h 207"/>
                <a:gd name="T30" fmla="*/ 568 w 144"/>
                <a:gd name="T31" fmla="*/ 210 h 207"/>
                <a:gd name="T32" fmla="*/ 466 w 144"/>
                <a:gd name="T33" fmla="*/ 0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07"/>
                <a:gd name="T53" fmla="*/ 144 w 144"/>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07">
                  <a:moveTo>
                    <a:pt x="81" y="0"/>
                  </a:moveTo>
                  <a:cubicBezTo>
                    <a:pt x="36" y="0"/>
                    <a:pt x="81" y="36"/>
                    <a:pt x="54" y="36"/>
                  </a:cubicBezTo>
                  <a:cubicBezTo>
                    <a:pt x="27" y="36"/>
                    <a:pt x="0" y="36"/>
                    <a:pt x="0" y="36"/>
                  </a:cubicBezTo>
                  <a:cubicBezTo>
                    <a:pt x="0" y="36"/>
                    <a:pt x="0" y="81"/>
                    <a:pt x="0" y="90"/>
                  </a:cubicBezTo>
                  <a:cubicBezTo>
                    <a:pt x="0" y="99"/>
                    <a:pt x="36" y="72"/>
                    <a:pt x="36" y="108"/>
                  </a:cubicBezTo>
                  <a:cubicBezTo>
                    <a:pt x="36" y="144"/>
                    <a:pt x="0" y="117"/>
                    <a:pt x="0" y="126"/>
                  </a:cubicBezTo>
                  <a:cubicBezTo>
                    <a:pt x="0" y="135"/>
                    <a:pt x="0" y="180"/>
                    <a:pt x="0" y="180"/>
                  </a:cubicBezTo>
                  <a:cubicBezTo>
                    <a:pt x="0" y="180"/>
                    <a:pt x="45" y="180"/>
                    <a:pt x="54" y="180"/>
                  </a:cubicBezTo>
                  <a:cubicBezTo>
                    <a:pt x="63" y="180"/>
                    <a:pt x="27" y="207"/>
                    <a:pt x="81" y="207"/>
                  </a:cubicBezTo>
                  <a:cubicBezTo>
                    <a:pt x="117" y="207"/>
                    <a:pt x="81" y="180"/>
                    <a:pt x="99" y="180"/>
                  </a:cubicBezTo>
                  <a:cubicBezTo>
                    <a:pt x="117" y="180"/>
                    <a:pt x="144" y="180"/>
                    <a:pt x="144" y="180"/>
                  </a:cubicBezTo>
                  <a:cubicBezTo>
                    <a:pt x="144" y="180"/>
                    <a:pt x="144" y="144"/>
                    <a:pt x="144" y="135"/>
                  </a:cubicBezTo>
                  <a:cubicBezTo>
                    <a:pt x="144" y="126"/>
                    <a:pt x="117" y="153"/>
                    <a:pt x="117" y="117"/>
                  </a:cubicBezTo>
                  <a:cubicBezTo>
                    <a:pt x="117" y="81"/>
                    <a:pt x="144" y="117"/>
                    <a:pt x="144" y="99"/>
                  </a:cubicBezTo>
                  <a:cubicBezTo>
                    <a:pt x="144" y="81"/>
                    <a:pt x="144" y="37"/>
                    <a:pt x="144" y="37"/>
                  </a:cubicBezTo>
                  <a:cubicBezTo>
                    <a:pt x="144" y="37"/>
                    <a:pt x="108" y="36"/>
                    <a:pt x="99" y="36"/>
                  </a:cubicBezTo>
                  <a:cubicBezTo>
                    <a:pt x="90" y="36"/>
                    <a:pt x="126" y="0"/>
                    <a:pt x="81" y="0"/>
                  </a:cubicBezTo>
                  <a:close/>
                </a:path>
              </a:pathLst>
            </a:custGeom>
            <a:solidFill>
              <a:schemeClr val="tx2"/>
            </a:solidFill>
            <a:ln w="9525">
              <a:noFill/>
              <a:round/>
            </a:ln>
          </p:spPr>
          <p:txBody>
            <a:bodyPr/>
            <a:lstStyle/>
            <a:p>
              <a:endParaRPr lang="en-GB" sz="1815"/>
            </a:p>
          </p:txBody>
        </p:sp>
        <p:sp>
          <p:nvSpPr>
            <p:cNvPr id="364" name="Freeform 208"/>
            <p:cNvSpPr/>
            <p:nvPr/>
          </p:nvSpPr>
          <p:spPr bwMode="auto">
            <a:xfrm>
              <a:off x="7580027" y="4247664"/>
              <a:ext cx="480521" cy="333255"/>
            </a:xfrm>
            <a:custGeom>
              <a:avLst/>
              <a:gdLst>
                <a:gd name="T0" fmla="*/ 575 w 207"/>
                <a:gd name="T1" fmla="*/ 208 h 144"/>
                <a:gd name="T2" fmla="*/ 471 w 207"/>
                <a:gd name="T3" fmla="*/ 0 h 144"/>
                <a:gd name="T4" fmla="*/ 158 w 207"/>
                <a:gd name="T5" fmla="*/ 0 h 144"/>
                <a:gd name="T6" fmla="*/ 158 w 207"/>
                <a:gd name="T7" fmla="*/ 312 h 144"/>
                <a:gd name="T8" fmla="*/ 0 w 207"/>
                <a:gd name="T9" fmla="*/ 466 h 144"/>
                <a:gd name="T10" fmla="*/ 158 w 207"/>
                <a:gd name="T11" fmla="*/ 568 h 144"/>
                <a:gd name="T12" fmla="*/ 158 w 207"/>
                <a:gd name="T13" fmla="*/ 828 h 144"/>
                <a:gd name="T14" fmla="*/ 417 w 207"/>
                <a:gd name="T15" fmla="*/ 828 h 144"/>
                <a:gd name="T16" fmla="*/ 523 w 207"/>
                <a:gd name="T17" fmla="*/ 674 h 144"/>
                <a:gd name="T18" fmla="*/ 627 w 207"/>
                <a:gd name="T19" fmla="*/ 828 h 144"/>
                <a:gd name="T20" fmla="*/ 992 w 207"/>
                <a:gd name="T21" fmla="*/ 828 h 144"/>
                <a:gd name="T22" fmla="*/ 992 w 207"/>
                <a:gd name="T23" fmla="*/ 568 h 144"/>
                <a:gd name="T24" fmla="*/ 1202 w 207"/>
                <a:gd name="T25" fmla="*/ 466 h 144"/>
                <a:gd name="T26" fmla="*/ 992 w 207"/>
                <a:gd name="T27" fmla="*/ 312 h 144"/>
                <a:gd name="T28" fmla="*/ 992 w 207"/>
                <a:gd name="T29" fmla="*/ 7 h 144"/>
                <a:gd name="T30" fmla="*/ 678 w 207"/>
                <a:gd name="T31" fmla="*/ 0 h 144"/>
                <a:gd name="T32" fmla="*/ 575 w 207"/>
                <a:gd name="T33" fmla="*/ 208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9" y="36"/>
                  </a:move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1"/>
                    <a:pt x="171" y="1"/>
                  </a:cubicBezTo>
                  <a:cubicBezTo>
                    <a:pt x="171" y="1"/>
                    <a:pt x="126" y="0"/>
                    <a:pt x="117" y="0"/>
                  </a:cubicBezTo>
                  <a:cubicBezTo>
                    <a:pt x="108" y="0"/>
                    <a:pt x="135" y="36"/>
                    <a:pt x="99" y="36"/>
                  </a:cubicBezTo>
                  <a:close/>
                </a:path>
              </a:pathLst>
            </a:custGeom>
            <a:solidFill>
              <a:schemeClr val="accent3"/>
            </a:solidFill>
            <a:ln w="9525">
              <a:noFill/>
              <a:round/>
            </a:ln>
          </p:spPr>
          <p:txBody>
            <a:bodyPr/>
            <a:lstStyle/>
            <a:p>
              <a:endParaRPr lang="en-GB" sz="1815"/>
            </a:p>
          </p:txBody>
        </p:sp>
        <p:sp>
          <p:nvSpPr>
            <p:cNvPr id="365" name="Freeform 209"/>
            <p:cNvSpPr/>
            <p:nvPr/>
          </p:nvSpPr>
          <p:spPr bwMode="auto">
            <a:xfrm>
              <a:off x="2902698" y="4915465"/>
              <a:ext cx="479229" cy="334546"/>
            </a:xfrm>
            <a:custGeom>
              <a:avLst/>
              <a:gdLst>
                <a:gd name="T0" fmla="*/ 518 w 207"/>
                <a:gd name="T1" fmla="*/ 680 h 144"/>
                <a:gd name="T2" fmla="*/ 624 w 207"/>
                <a:gd name="T3" fmla="*/ 838 h 144"/>
                <a:gd name="T4" fmla="*/ 982 w 207"/>
                <a:gd name="T5" fmla="*/ 838 h 144"/>
                <a:gd name="T6" fmla="*/ 982 w 207"/>
                <a:gd name="T7" fmla="*/ 576 h 144"/>
                <a:gd name="T8" fmla="*/ 1192 w 207"/>
                <a:gd name="T9" fmla="*/ 473 h 144"/>
                <a:gd name="T10" fmla="*/ 982 w 207"/>
                <a:gd name="T11" fmla="*/ 313 h 144"/>
                <a:gd name="T12" fmla="*/ 982 w 207"/>
                <a:gd name="T13" fmla="*/ 0 h 144"/>
                <a:gd name="T14" fmla="*/ 674 w 207"/>
                <a:gd name="T15" fmla="*/ 0 h 144"/>
                <a:gd name="T16" fmla="*/ 568 w 207"/>
                <a:gd name="T17" fmla="*/ 210 h 144"/>
                <a:gd name="T18" fmla="*/ 466 w 207"/>
                <a:gd name="T19" fmla="*/ 0 h 144"/>
                <a:gd name="T20" fmla="*/ 154 w 207"/>
                <a:gd name="T21" fmla="*/ 0 h 144"/>
                <a:gd name="T22" fmla="*/ 154 w 207"/>
                <a:gd name="T23" fmla="*/ 313 h 144"/>
                <a:gd name="T24" fmla="*/ 0 w 207"/>
                <a:gd name="T25" fmla="*/ 473 h 144"/>
                <a:gd name="T26" fmla="*/ 154 w 207"/>
                <a:gd name="T27" fmla="*/ 576 h 144"/>
                <a:gd name="T28" fmla="*/ 154 w 207"/>
                <a:gd name="T29" fmla="*/ 838 h 144"/>
                <a:gd name="T30" fmla="*/ 414 w 207"/>
                <a:gd name="T31" fmla="*/ 838 h 144"/>
                <a:gd name="T32" fmla="*/ 518 w 207"/>
                <a:gd name="T33" fmla="*/ 680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0" y="117"/>
                  </a:move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lose/>
                </a:path>
              </a:pathLst>
            </a:custGeom>
            <a:solidFill>
              <a:schemeClr val="tx2"/>
            </a:solidFill>
            <a:ln w="9525">
              <a:noFill/>
              <a:round/>
            </a:ln>
          </p:spPr>
          <p:txBody>
            <a:bodyPr/>
            <a:lstStyle/>
            <a:p>
              <a:endParaRPr lang="en-GB" sz="1815"/>
            </a:p>
          </p:txBody>
        </p:sp>
        <p:sp>
          <p:nvSpPr>
            <p:cNvPr id="366" name="Freeform 210"/>
            <p:cNvSpPr/>
            <p:nvPr/>
          </p:nvSpPr>
          <p:spPr bwMode="auto">
            <a:xfrm>
              <a:off x="2964701" y="4184372"/>
              <a:ext cx="334556" cy="480507"/>
            </a:xfrm>
            <a:custGeom>
              <a:avLst/>
              <a:gdLst>
                <a:gd name="T0" fmla="*/ 365 w 144"/>
                <a:gd name="T1" fmla="*/ 1202 h 207"/>
                <a:gd name="T2" fmla="*/ 523 w 144"/>
                <a:gd name="T3" fmla="*/ 992 h 207"/>
                <a:gd name="T4" fmla="*/ 838 w 144"/>
                <a:gd name="T5" fmla="*/ 992 h 207"/>
                <a:gd name="T6" fmla="*/ 838 w 144"/>
                <a:gd name="T7" fmla="*/ 678 h 207"/>
                <a:gd name="T8" fmla="*/ 628 w 144"/>
                <a:gd name="T9" fmla="*/ 575 h 207"/>
                <a:gd name="T10" fmla="*/ 838 w 144"/>
                <a:gd name="T11" fmla="*/ 471 h 207"/>
                <a:gd name="T12" fmla="*/ 838 w 144"/>
                <a:gd name="T13" fmla="*/ 158 h 207"/>
                <a:gd name="T14" fmla="*/ 523 w 144"/>
                <a:gd name="T15" fmla="*/ 158 h 207"/>
                <a:gd name="T16" fmla="*/ 365 w 144"/>
                <a:gd name="T17" fmla="*/ 0 h 207"/>
                <a:gd name="T18" fmla="*/ 263 w 144"/>
                <a:gd name="T19" fmla="*/ 158 h 207"/>
                <a:gd name="T20" fmla="*/ 0 w 144"/>
                <a:gd name="T21" fmla="*/ 158 h 207"/>
                <a:gd name="T22" fmla="*/ 0 w 144"/>
                <a:gd name="T23" fmla="*/ 158 h 207"/>
                <a:gd name="T24" fmla="*/ 0 w 144"/>
                <a:gd name="T25" fmla="*/ 417 h 207"/>
                <a:gd name="T26" fmla="*/ 158 w 144"/>
                <a:gd name="T27" fmla="*/ 523 h 207"/>
                <a:gd name="T28" fmla="*/ 0 w 144"/>
                <a:gd name="T29" fmla="*/ 627 h 207"/>
                <a:gd name="T30" fmla="*/ 0 w 144"/>
                <a:gd name="T31" fmla="*/ 992 h 207"/>
                <a:gd name="T32" fmla="*/ 263 w 144"/>
                <a:gd name="T33" fmla="*/ 992 h 207"/>
                <a:gd name="T34" fmla="*/ 365 w 144"/>
                <a:gd name="T35" fmla="*/ 1202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44"/>
                <a:gd name="T55" fmla="*/ 0 h 207"/>
                <a:gd name="T56" fmla="*/ 144 w 144"/>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44" h="207">
                  <a:moveTo>
                    <a:pt x="63" y="207"/>
                  </a:moveTo>
                  <a:cubicBezTo>
                    <a:pt x="108" y="207"/>
                    <a:pt x="63" y="171"/>
                    <a:pt x="90" y="171"/>
                  </a:cubicBezTo>
                  <a:cubicBezTo>
                    <a:pt x="117" y="171"/>
                    <a:pt x="144" y="171"/>
                    <a:pt x="144" y="171"/>
                  </a:cubicBezTo>
                  <a:cubicBezTo>
                    <a:pt x="144" y="171"/>
                    <a:pt x="144" y="126"/>
                    <a:pt x="144" y="117"/>
                  </a:cubicBezTo>
                  <a:cubicBezTo>
                    <a:pt x="144" y="108"/>
                    <a:pt x="108" y="135"/>
                    <a:pt x="108" y="99"/>
                  </a:cubicBezTo>
                  <a:cubicBezTo>
                    <a:pt x="108" y="63"/>
                    <a:pt x="144" y="90"/>
                    <a:pt x="144" y="81"/>
                  </a:cubicBezTo>
                  <a:cubicBezTo>
                    <a:pt x="144" y="72"/>
                    <a:pt x="144" y="27"/>
                    <a:pt x="144" y="27"/>
                  </a:cubicBezTo>
                  <a:cubicBezTo>
                    <a:pt x="144" y="27"/>
                    <a:pt x="99" y="27"/>
                    <a:pt x="90" y="27"/>
                  </a:cubicBezTo>
                  <a:cubicBezTo>
                    <a:pt x="81" y="27"/>
                    <a:pt x="117" y="0"/>
                    <a:pt x="63" y="0"/>
                  </a:cubicBezTo>
                  <a:cubicBezTo>
                    <a:pt x="27" y="0"/>
                    <a:pt x="63" y="27"/>
                    <a:pt x="45" y="27"/>
                  </a:cubicBezTo>
                  <a:cubicBezTo>
                    <a:pt x="27" y="27"/>
                    <a:pt x="0" y="27"/>
                    <a:pt x="0" y="27"/>
                  </a:cubicBezTo>
                  <a:cubicBezTo>
                    <a:pt x="0" y="27"/>
                    <a:pt x="0" y="27"/>
                    <a:pt x="0" y="27"/>
                  </a:cubicBezTo>
                  <a:cubicBezTo>
                    <a:pt x="0" y="27"/>
                    <a:pt x="0" y="63"/>
                    <a:pt x="0" y="72"/>
                  </a:cubicBezTo>
                  <a:cubicBezTo>
                    <a:pt x="0" y="81"/>
                    <a:pt x="27" y="54"/>
                    <a:pt x="27" y="90"/>
                  </a:cubicBezTo>
                  <a:cubicBezTo>
                    <a:pt x="27" y="126"/>
                    <a:pt x="0" y="90"/>
                    <a:pt x="0" y="108"/>
                  </a:cubicBezTo>
                  <a:cubicBezTo>
                    <a:pt x="0" y="126"/>
                    <a:pt x="0" y="171"/>
                    <a:pt x="0" y="171"/>
                  </a:cubicBezTo>
                  <a:cubicBezTo>
                    <a:pt x="0" y="171"/>
                    <a:pt x="36" y="171"/>
                    <a:pt x="45" y="171"/>
                  </a:cubicBezTo>
                  <a:cubicBezTo>
                    <a:pt x="54" y="171"/>
                    <a:pt x="18" y="207"/>
                    <a:pt x="63" y="207"/>
                  </a:cubicBezTo>
                  <a:close/>
                </a:path>
              </a:pathLst>
            </a:custGeom>
            <a:solidFill>
              <a:schemeClr val="accent4"/>
            </a:solidFill>
            <a:ln w="9525">
              <a:noFill/>
              <a:round/>
            </a:ln>
          </p:spPr>
          <p:txBody>
            <a:bodyPr/>
            <a:lstStyle/>
            <a:p>
              <a:endParaRPr lang="en-GB" sz="1815"/>
            </a:p>
          </p:txBody>
        </p:sp>
        <p:sp>
          <p:nvSpPr>
            <p:cNvPr id="367" name="Freeform 211"/>
            <p:cNvSpPr/>
            <p:nvPr/>
          </p:nvSpPr>
          <p:spPr bwMode="auto">
            <a:xfrm>
              <a:off x="3570519" y="2910770"/>
              <a:ext cx="480521" cy="334546"/>
            </a:xfrm>
            <a:custGeom>
              <a:avLst/>
              <a:gdLst>
                <a:gd name="T0" fmla="*/ 0 w 207"/>
                <a:gd name="T1" fmla="*/ 473 h 144"/>
                <a:gd name="T2" fmla="*/ 158 w 207"/>
                <a:gd name="T3" fmla="*/ 576 h 144"/>
                <a:gd name="T4" fmla="*/ 158 w 207"/>
                <a:gd name="T5" fmla="*/ 838 h 144"/>
                <a:gd name="T6" fmla="*/ 417 w 207"/>
                <a:gd name="T7" fmla="*/ 838 h 144"/>
                <a:gd name="T8" fmla="*/ 523 w 207"/>
                <a:gd name="T9" fmla="*/ 680 h 144"/>
                <a:gd name="T10" fmla="*/ 627 w 207"/>
                <a:gd name="T11" fmla="*/ 838 h 144"/>
                <a:gd name="T12" fmla="*/ 992 w 207"/>
                <a:gd name="T13" fmla="*/ 838 h 144"/>
                <a:gd name="T14" fmla="*/ 992 w 207"/>
                <a:gd name="T15" fmla="*/ 576 h 144"/>
                <a:gd name="T16" fmla="*/ 1202 w 207"/>
                <a:gd name="T17" fmla="*/ 473 h 144"/>
                <a:gd name="T18" fmla="*/ 992 w 207"/>
                <a:gd name="T19" fmla="*/ 313 h 144"/>
                <a:gd name="T20" fmla="*/ 992 w 207"/>
                <a:gd name="T21" fmla="*/ 0 h 144"/>
                <a:gd name="T22" fmla="*/ 678 w 207"/>
                <a:gd name="T23" fmla="*/ 0 h 144"/>
                <a:gd name="T24" fmla="*/ 575 w 207"/>
                <a:gd name="T25" fmla="*/ 210 h 144"/>
                <a:gd name="T26" fmla="*/ 471 w 207"/>
                <a:gd name="T27" fmla="*/ 0 h 144"/>
                <a:gd name="T28" fmla="*/ 158 w 207"/>
                <a:gd name="T29" fmla="*/ 0 h 144"/>
                <a:gd name="T30" fmla="*/ 158 w 207"/>
                <a:gd name="T31" fmla="*/ 313 h 144"/>
                <a:gd name="T32" fmla="*/ 0 w 207"/>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0" y="81"/>
                  </a:move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lose/>
                </a:path>
              </a:pathLst>
            </a:custGeom>
            <a:solidFill>
              <a:schemeClr val="accent3"/>
            </a:solidFill>
            <a:ln w="9525">
              <a:noFill/>
              <a:round/>
            </a:ln>
          </p:spPr>
          <p:txBody>
            <a:bodyPr/>
            <a:lstStyle/>
            <a:p>
              <a:endParaRPr lang="en-GB" sz="1815"/>
            </a:p>
          </p:txBody>
        </p:sp>
        <p:sp>
          <p:nvSpPr>
            <p:cNvPr id="368" name="Freeform 212"/>
            <p:cNvSpPr/>
            <p:nvPr/>
          </p:nvSpPr>
          <p:spPr bwMode="auto">
            <a:xfrm>
              <a:off x="3299257" y="2514223"/>
              <a:ext cx="333265" cy="480507"/>
            </a:xfrm>
            <a:custGeom>
              <a:avLst/>
              <a:gdLst>
                <a:gd name="T0" fmla="*/ 154 w 144"/>
                <a:gd name="T1" fmla="*/ 523 h 207"/>
                <a:gd name="T2" fmla="*/ 0 w 144"/>
                <a:gd name="T3" fmla="*/ 627 h 207"/>
                <a:gd name="T4" fmla="*/ 0 w 144"/>
                <a:gd name="T5" fmla="*/ 992 h 207"/>
                <a:gd name="T6" fmla="*/ 260 w 144"/>
                <a:gd name="T7" fmla="*/ 992 h 207"/>
                <a:gd name="T8" fmla="*/ 362 w 144"/>
                <a:gd name="T9" fmla="*/ 1202 h 207"/>
                <a:gd name="T10" fmla="*/ 516 w 144"/>
                <a:gd name="T11" fmla="*/ 992 h 207"/>
                <a:gd name="T12" fmla="*/ 828 w 144"/>
                <a:gd name="T13" fmla="*/ 992 h 207"/>
                <a:gd name="T14" fmla="*/ 828 w 144"/>
                <a:gd name="T15" fmla="*/ 678 h 207"/>
                <a:gd name="T16" fmla="*/ 620 w 144"/>
                <a:gd name="T17" fmla="*/ 575 h 207"/>
                <a:gd name="T18" fmla="*/ 828 w 144"/>
                <a:gd name="T19" fmla="*/ 471 h 207"/>
                <a:gd name="T20" fmla="*/ 828 w 144"/>
                <a:gd name="T21" fmla="*/ 158 h 207"/>
                <a:gd name="T22" fmla="*/ 516 w 144"/>
                <a:gd name="T23" fmla="*/ 158 h 207"/>
                <a:gd name="T24" fmla="*/ 362 w 144"/>
                <a:gd name="T25" fmla="*/ 0 h 207"/>
                <a:gd name="T26" fmla="*/ 260 w 144"/>
                <a:gd name="T27" fmla="*/ 158 h 207"/>
                <a:gd name="T28" fmla="*/ 0 w 144"/>
                <a:gd name="T29" fmla="*/ 158 h 207"/>
                <a:gd name="T30" fmla="*/ 0 w 144"/>
                <a:gd name="T31" fmla="*/ 417 h 207"/>
                <a:gd name="T32" fmla="*/ 154 w 144"/>
                <a:gd name="T33" fmla="*/ 523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07"/>
                <a:gd name="T53" fmla="*/ 144 w 144"/>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07">
                  <a:moveTo>
                    <a:pt x="27" y="90"/>
                  </a:moveTo>
                  <a:cubicBezTo>
                    <a:pt x="27" y="126"/>
                    <a:pt x="0" y="90"/>
                    <a:pt x="0" y="108"/>
                  </a:cubicBezTo>
                  <a:cubicBezTo>
                    <a:pt x="0" y="126"/>
                    <a:pt x="0" y="171"/>
                    <a:pt x="0" y="171"/>
                  </a:cubicBezTo>
                  <a:cubicBezTo>
                    <a:pt x="0" y="171"/>
                    <a:pt x="36" y="171"/>
                    <a:pt x="45" y="171"/>
                  </a:cubicBezTo>
                  <a:cubicBezTo>
                    <a:pt x="54" y="171"/>
                    <a:pt x="18" y="207"/>
                    <a:pt x="63" y="207"/>
                  </a:cubicBezTo>
                  <a:cubicBezTo>
                    <a:pt x="108" y="207"/>
                    <a:pt x="63" y="171"/>
                    <a:pt x="90" y="171"/>
                  </a:cubicBezTo>
                  <a:cubicBezTo>
                    <a:pt x="117" y="171"/>
                    <a:pt x="144" y="171"/>
                    <a:pt x="144" y="171"/>
                  </a:cubicBezTo>
                  <a:cubicBezTo>
                    <a:pt x="144" y="171"/>
                    <a:pt x="144" y="126"/>
                    <a:pt x="144" y="117"/>
                  </a:cubicBezTo>
                  <a:cubicBezTo>
                    <a:pt x="144" y="108"/>
                    <a:pt x="108" y="135"/>
                    <a:pt x="108" y="99"/>
                  </a:cubicBezTo>
                  <a:cubicBezTo>
                    <a:pt x="108" y="63"/>
                    <a:pt x="144" y="90"/>
                    <a:pt x="144" y="81"/>
                  </a:cubicBezTo>
                  <a:cubicBezTo>
                    <a:pt x="144" y="72"/>
                    <a:pt x="144" y="27"/>
                    <a:pt x="144" y="27"/>
                  </a:cubicBezTo>
                  <a:cubicBezTo>
                    <a:pt x="144" y="27"/>
                    <a:pt x="99" y="27"/>
                    <a:pt x="90" y="27"/>
                  </a:cubicBezTo>
                  <a:cubicBezTo>
                    <a:pt x="81" y="27"/>
                    <a:pt x="117" y="0"/>
                    <a:pt x="63" y="0"/>
                  </a:cubicBezTo>
                  <a:cubicBezTo>
                    <a:pt x="27" y="0"/>
                    <a:pt x="63" y="27"/>
                    <a:pt x="45" y="27"/>
                  </a:cubicBezTo>
                  <a:cubicBezTo>
                    <a:pt x="27" y="27"/>
                    <a:pt x="0" y="27"/>
                    <a:pt x="0" y="27"/>
                  </a:cubicBezTo>
                  <a:cubicBezTo>
                    <a:pt x="0" y="27"/>
                    <a:pt x="0" y="63"/>
                    <a:pt x="0" y="72"/>
                  </a:cubicBezTo>
                  <a:cubicBezTo>
                    <a:pt x="0" y="81"/>
                    <a:pt x="27" y="54"/>
                    <a:pt x="27" y="90"/>
                  </a:cubicBezTo>
                  <a:close/>
                </a:path>
              </a:pathLst>
            </a:custGeom>
            <a:solidFill>
              <a:schemeClr val="accent5"/>
            </a:solidFill>
            <a:ln w="9525">
              <a:noFill/>
              <a:round/>
            </a:ln>
          </p:spPr>
          <p:txBody>
            <a:bodyPr/>
            <a:lstStyle/>
            <a:p>
              <a:endParaRPr lang="en-GB" sz="1815"/>
            </a:p>
          </p:txBody>
        </p:sp>
        <p:sp>
          <p:nvSpPr>
            <p:cNvPr id="369" name="Freeform 213"/>
            <p:cNvSpPr/>
            <p:nvPr/>
          </p:nvSpPr>
          <p:spPr bwMode="auto">
            <a:xfrm>
              <a:off x="2233586" y="2890103"/>
              <a:ext cx="480521" cy="355213"/>
            </a:xfrm>
            <a:custGeom>
              <a:avLst/>
              <a:gdLst>
                <a:gd name="T0" fmla="*/ 575 w 207"/>
                <a:gd name="T1" fmla="*/ 678 h 153"/>
                <a:gd name="T2" fmla="*/ 678 w 207"/>
                <a:gd name="T3" fmla="*/ 888 h 153"/>
                <a:gd name="T4" fmla="*/ 992 w 207"/>
                <a:gd name="T5" fmla="*/ 888 h 153"/>
                <a:gd name="T6" fmla="*/ 992 w 207"/>
                <a:gd name="T7" fmla="*/ 627 h 153"/>
                <a:gd name="T8" fmla="*/ 1202 w 207"/>
                <a:gd name="T9" fmla="*/ 523 h 153"/>
                <a:gd name="T10" fmla="*/ 992 w 207"/>
                <a:gd name="T11" fmla="*/ 365 h 153"/>
                <a:gd name="T12" fmla="*/ 992 w 207"/>
                <a:gd name="T13" fmla="*/ 52 h 153"/>
                <a:gd name="T14" fmla="*/ 678 w 207"/>
                <a:gd name="T15" fmla="*/ 0 h 153"/>
                <a:gd name="T16" fmla="*/ 575 w 207"/>
                <a:gd name="T17" fmla="*/ 262 h 153"/>
                <a:gd name="T18" fmla="*/ 471 w 207"/>
                <a:gd name="T19" fmla="*/ 0 h 153"/>
                <a:gd name="T20" fmla="*/ 158 w 207"/>
                <a:gd name="T21" fmla="*/ 52 h 153"/>
                <a:gd name="T22" fmla="*/ 158 w 207"/>
                <a:gd name="T23" fmla="*/ 365 h 153"/>
                <a:gd name="T24" fmla="*/ 0 w 207"/>
                <a:gd name="T25" fmla="*/ 523 h 153"/>
                <a:gd name="T26" fmla="*/ 158 w 207"/>
                <a:gd name="T27" fmla="*/ 627 h 153"/>
                <a:gd name="T28" fmla="*/ 158 w 207"/>
                <a:gd name="T29" fmla="*/ 888 h 153"/>
                <a:gd name="T30" fmla="*/ 471 w 207"/>
                <a:gd name="T31" fmla="*/ 888 h 153"/>
                <a:gd name="T32" fmla="*/ 575 w 207"/>
                <a:gd name="T33" fmla="*/ 678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99" y="117"/>
                  </a:moveTo>
                  <a:cubicBezTo>
                    <a:pt x="153" y="117"/>
                    <a:pt x="99" y="153"/>
                    <a:pt x="117" y="153"/>
                  </a:cubicBezTo>
                  <a:cubicBezTo>
                    <a:pt x="135" y="153"/>
                    <a:pt x="171" y="153"/>
                    <a:pt x="171" y="153"/>
                  </a:cubicBezTo>
                  <a:cubicBezTo>
                    <a:pt x="171" y="153"/>
                    <a:pt x="171" y="117"/>
                    <a:pt x="171" y="108"/>
                  </a:cubicBezTo>
                  <a:cubicBezTo>
                    <a:pt x="171" y="99"/>
                    <a:pt x="207" y="135"/>
                    <a:pt x="207" y="90"/>
                  </a:cubicBez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lose/>
                </a:path>
              </a:pathLst>
            </a:custGeom>
            <a:solidFill>
              <a:schemeClr val="accent5"/>
            </a:solidFill>
            <a:ln w="9525">
              <a:noFill/>
              <a:round/>
            </a:ln>
          </p:spPr>
          <p:txBody>
            <a:bodyPr/>
            <a:lstStyle/>
            <a:p>
              <a:endParaRPr lang="en-GB" sz="1815"/>
            </a:p>
          </p:txBody>
        </p:sp>
        <p:sp>
          <p:nvSpPr>
            <p:cNvPr id="370" name="Freeform 214"/>
            <p:cNvSpPr/>
            <p:nvPr/>
          </p:nvSpPr>
          <p:spPr bwMode="auto">
            <a:xfrm>
              <a:off x="2568142" y="2576224"/>
              <a:ext cx="459853" cy="355213"/>
            </a:xfrm>
            <a:custGeom>
              <a:avLst/>
              <a:gdLst>
                <a:gd name="T0" fmla="*/ 523 w 198"/>
                <a:gd name="T1" fmla="*/ 627 h 153"/>
                <a:gd name="T2" fmla="*/ 680 w 198"/>
                <a:gd name="T3" fmla="*/ 838 h 153"/>
                <a:gd name="T4" fmla="*/ 992 w 198"/>
                <a:gd name="T5" fmla="*/ 838 h 153"/>
                <a:gd name="T6" fmla="*/ 992 w 198"/>
                <a:gd name="T7" fmla="*/ 471 h 153"/>
                <a:gd name="T8" fmla="*/ 1151 w 198"/>
                <a:gd name="T9" fmla="*/ 365 h 153"/>
                <a:gd name="T10" fmla="*/ 992 w 198"/>
                <a:gd name="T11" fmla="*/ 262 h 153"/>
                <a:gd name="T12" fmla="*/ 992 w 198"/>
                <a:gd name="T13" fmla="*/ 0 h 153"/>
                <a:gd name="T14" fmla="*/ 680 w 198"/>
                <a:gd name="T15" fmla="*/ 0 h 153"/>
                <a:gd name="T16" fmla="*/ 575 w 198"/>
                <a:gd name="T17" fmla="*/ 210 h 153"/>
                <a:gd name="T18" fmla="*/ 473 w 198"/>
                <a:gd name="T19" fmla="*/ 0 h 153"/>
                <a:gd name="T20" fmla="*/ 158 w 198"/>
                <a:gd name="T21" fmla="*/ 0 h 153"/>
                <a:gd name="T22" fmla="*/ 158 w 198"/>
                <a:gd name="T23" fmla="*/ 313 h 153"/>
                <a:gd name="T24" fmla="*/ 0 w 198"/>
                <a:gd name="T25" fmla="*/ 417 h 153"/>
                <a:gd name="T26" fmla="*/ 158 w 198"/>
                <a:gd name="T27" fmla="*/ 575 h 153"/>
                <a:gd name="T28" fmla="*/ 158 w 198"/>
                <a:gd name="T29" fmla="*/ 838 h 153"/>
                <a:gd name="T30" fmla="*/ 473 w 198"/>
                <a:gd name="T31" fmla="*/ 888 h 153"/>
                <a:gd name="T32" fmla="*/ 523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0" y="108"/>
                  </a:move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lose/>
                </a:path>
              </a:pathLst>
            </a:custGeom>
            <a:solidFill>
              <a:schemeClr val="accent2"/>
            </a:solidFill>
            <a:ln w="9525">
              <a:noFill/>
              <a:round/>
            </a:ln>
          </p:spPr>
          <p:txBody>
            <a:bodyPr/>
            <a:lstStyle/>
            <a:p>
              <a:endParaRPr lang="en-GB" sz="1815"/>
            </a:p>
          </p:txBody>
        </p:sp>
        <p:sp>
          <p:nvSpPr>
            <p:cNvPr id="371" name="Freeform 215"/>
            <p:cNvSpPr/>
            <p:nvPr/>
          </p:nvSpPr>
          <p:spPr bwMode="auto">
            <a:xfrm>
              <a:off x="2233586" y="4915465"/>
              <a:ext cx="459853" cy="355213"/>
            </a:xfrm>
            <a:custGeom>
              <a:avLst/>
              <a:gdLst>
                <a:gd name="T0" fmla="*/ 523 w 198"/>
                <a:gd name="T1" fmla="*/ 627 h 153"/>
                <a:gd name="T2" fmla="*/ 680 w 198"/>
                <a:gd name="T3" fmla="*/ 838 h 153"/>
                <a:gd name="T4" fmla="*/ 992 w 198"/>
                <a:gd name="T5" fmla="*/ 838 h 153"/>
                <a:gd name="T6" fmla="*/ 992 w 198"/>
                <a:gd name="T7" fmla="*/ 471 h 153"/>
                <a:gd name="T8" fmla="*/ 1151 w 198"/>
                <a:gd name="T9" fmla="*/ 365 h 153"/>
                <a:gd name="T10" fmla="*/ 992 w 198"/>
                <a:gd name="T11" fmla="*/ 262 h 153"/>
                <a:gd name="T12" fmla="*/ 992 w 198"/>
                <a:gd name="T13" fmla="*/ 0 h 153"/>
                <a:gd name="T14" fmla="*/ 680 w 198"/>
                <a:gd name="T15" fmla="*/ 0 h 153"/>
                <a:gd name="T16" fmla="*/ 575 w 198"/>
                <a:gd name="T17" fmla="*/ 210 h 153"/>
                <a:gd name="T18" fmla="*/ 473 w 198"/>
                <a:gd name="T19" fmla="*/ 0 h 153"/>
                <a:gd name="T20" fmla="*/ 158 w 198"/>
                <a:gd name="T21" fmla="*/ 0 h 153"/>
                <a:gd name="T22" fmla="*/ 158 w 198"/>
                <a:gd name="T23" fmla="*/ 313 h 153"/>
                <a:gd name="T24" fmla="*/ 0 w 198"/>
                <a:gd name="T25" fmla="*/ 417 h 153"/>
                <a:gd name="T26" fmla="*/ 158 w 198"/>
                <a:gd name="T27" fmla="*/ 575 h 153"/>
                <a:gd name="T28" fmla="*/ 158 w 198"/>
                <a:gd name="T29" fmla="*/ 838 h 153"/>
                <a:gd name="T30" fmla="*/ 473 w 198"/>
                <a:gd name="T31" fmla="*/ 888 h 153"/>
                <a:gd name="T32" fmla="*/ 523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0" y="108"/>
                  </a:move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lose/>
                </a:path>
              </a:pathLst>
            </a:custGeom>
            <a:solidFill>
              <a:schemeClr val="accent6"/>
            </a:solidFill>
            <a:ln w="9525">
              <a:noFill/>
              <a:round/>
            </a:ln>
          </p:spPr>
          <p:txBody>
            <a:bodyPr/>
            <a:lstStyle/>
            <a:p>
              <a:endParaRPr lang="en-GB" sz="1815"/>
            </a:p>
          </p:txBody>
        </p:sp>
        <p:sp>
          <p:nvSpPr>
            <p:cNvPr id="372" name="Freeform 216"/>
            <p:cNvSpPr/>
            <p:nvPr/>
          </p:nvSpPr>
          <p:spPr bwMode="auto">
            <a:xfrm>
              <a:off x="2233586" y="4247664"/>
              <a:ext cx="459853" cy="355213"/>
            </a:xfrm>
            <a:custGeom>
              <a:avLst/>
              <a:gdLst>
                <a:gd name="T0" fmla="*/ 523 w 198"/>
                <a:gd name="T1" fmla="*/ 627 h 153"/>
                <a:gd name="T2" fmla="*/ 680 w 198"/>
                <a:gd name="T3" fmla="*/ 838 h 153"/>
                <a:gd name="T4" fmla="*/ 992 w 198"/>
                <a:gd name="T5" fmla="*/ 838 h 153"/>
                <a:gd name="T6" fmla="*/ 992 w 198"/>
                <a:gd name="T7" fmla="*/ 471 h 153"/>
                <a:gd name="T8" fmla="*/ 1151 w 198"/>
                <a:gd name="T9" fmla="*/ 365 h 153"/>
                <a:gd name="T10" fmla="*/ 992 w 198"/>
                <a:gd name="T11" fmla="*/ 262 h 153"/>
                <a:gd name="T12" fmla="*/ 992 w 198"/>
                <a:gd name="T13" fmla="*/ 0 h 153"/>
                <a:gd name="T14" fmla="*/ 680 w 198"/>
                <a:gd name="T15" fmla="*/ 0 h 153"/>
                <a:gd name="T16" fmla="*/ 575 w 198"/>
                <a:gd name="T17" fmla="*/ 210 h 153"/>
                <a:gd name="T18" fmla="*/ 473 w 198"/>
                <a:gd name="T19" fmla="*/ 0 h 153"/>
                <a:gd name="T20" fmla="*/ 158 w 198"/>
                <a:gd name="T21" fmla="*/ 0 h 153"/>
                <a:gd name="T22" fmla="*/ 158 w 198"/>
                <a:gd name="T23" fmla="*/ 313 h 153"/>
                <a:gd name="T24" fmla="*/ 0 w 198"/>
                <a:gd name="T25" fmla="*/ 417 h 153"/>
                <a:gd name="T26" fmla="*/ 158 w 198"/>
                <a:gd name="T27" fmla="*/ 575 h 153"/>
                <a:gd name="T28" fmla="*/ 158 w 198"/>
                <a:gd name="T29" fmla="*/ 838 h 153"/>
                <a:gd name="T30" fmla="*/ 473 w 198"/>
                <a:gd name="T31" fmla="*/ 888 h 153"/>
                <a:gd name="T32" fmla="*/ 523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0" y="108"/>
                  </a:move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lose/>
                </a:path>
              </a:pathLst>
            </a:custGeom>
            <a:solidFill>
              <a:schemeClr val="accent5"/>
            </a:solidFill>
            <a:ln w="9525">
              <a:noFill/>
              <a:round/>
            </a:ln>
          </p:spPr>
          <p:txBody>
            <a:bodyPr/>
            <a:lstStyle/>
            <a:p>
              <a:endParaRPr lang="en-GB" sz="1815"/>
            </a:p>
          </p:txBody>
        </p:sp>
        <p:sp>
          <p:nvSpPr>
            <p:cNvPr id="373" name="Freeform 217"/>
            <p:cNvSpPr/>
            <p:nvPr/>
          </p:nvSpPr>
          <p:spPr bwMode="auto">
            <a:xfrm>
              <a:off x="2902698" y="2910770"/>
              <a:ext cx="458562" cy="355213"/>
            </a:xfrm>
            <a:custGeom>
              <a:avLst/>
              <a:gdLst>
                <a:gd name="T0" fmla="*/ 518 w 198"/>
                <a:gd name="T1" fmla="*/ 627 h 153"/>
                <a:gd name="T2" fmla="*/ 676 w 198"/>
                <a:gd name="T3" fmla="*/ 838 h 153"/>
                <a:gd name="T4" fmla="*/ 986 w 198"/>
                <a:gd name="T5" fmla="*/ 838 h 153"/>
                <a:gd name="T6" fmla="*/ 986 w 198"/>
                <a:gd name="T7" fmla="*/ 471 h 153"/>
                <a:gd name="T8" fmla="*/ 1140 w 198"/>
                <a:gd name="T9" fmla="*/ 365 h 153"/>
                <a:gd name="T10" fmla="*/ 986 w 198"/>
                <a:gd name="T11" fmla="*/ 262 h 153"/>
                <a:gd name="T12" fmla="*/ 986 w 198"/>
                <a:gd name="T13" fmla="*/ 0 h 153"/>
                <a:gd name="T14" fmla="*/ 676 w 198"/>
                <a:gd name="T15" fmla="*/ 0 h 153"/>
                <a:gd name="T16" fmla="*/ 572 w 198"/>
                <a:gd name="T17" fmla="*/ 210 h 153"/>
                <a:gd name="T18" fmla="*/ 466 w 198"/>
                <a:gd name="T19" fmla="*/ 0 h 153"/>
                <a:gd name="T20" fmla="*/ 154 w 198"/>
                <a:gd name="T21" fmla="*/ 0 h 153"/>
                <a:gd name="T22" fmla="*/ 154 w 198"/>
                <a:gd name="T23" fmla="*/ 313 h 153"/>
                <a:gd name="T24" fmla="*/ 0 w 198"/>
                <a:gd name="T25" fmla="*/ 417 h 153"/>
                <a:gd name="T26" fmla="*/ 154 w 198"/>
                <a:gd name="T27" fmla="*/ 575 h 153"/>
                <a:gd name="T28" fmla="*/ 154 w 198"/>
                <a:gd name="T29" fmla="*/ 838 h 153"/>
                <a:gd name="T30" fmla="*/ 466 w 198"/>
                <a:gd name="T31" fmla="*/ 888 h 153"/>
                <a:gd name="T32" fmla="*/ 518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0" y="108"/>
                  </a:move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lose/>
                </a:path>
              </a:pathLst>
            </a:custGeom>
            <a:solidFill>
              <a:schemeClr val="accent4"/>
            </a:solidFill>
            <a:ln w="9525">
              <a:noFill/>
              <a:round/>
            </a:ln>
          </p:spPr>
          <p:txBody>
            <a:bodyPr/>
            <a:lstStyle/>
            <a:p>
              <a:endParaRPr lang="en-GB" sz="1815"/>
            </a:p>
          </p:txBody>
        </p:sp>
        <p:sp>
          <p:nvSpPr>
            <p:cNvPr id="374" name="Freeform 218"/>
            <p:cNvSpPr/>
            <p:nvPr/>
          </p:nvSpPr>
          <p:spPr bwMode="auto">
            <a:xfrm>
              <a:off x="4907453" y="3578571"/>
              <a:ext cx="459853" cy="355213"/>
            </a:xfrm>
            <a:custGeom>
              <a:avLst/>
              <a:gdLst>
                <a:gd name="T0" fmla="*/ 0 w 198"/>
                <a:gd name="T1" fmla="*/ 417 h 153"/>
                <a:gd name="T2" fmla="*/ 158 w 198"/>
                <a:gd name="T3" fmla="*/ 575 h 153"/>
                <a:gd name="T4" fmla="*/ 158 w 198"/>
                <a:gd name="T5" fmla="*/ 838 h 153"/>
                <a:gd name="T6" fmla="*/ 473 w 198"/>
                <a:gd name="T7" fmla="*/ 888 h 153"/>
                <a:gd name="T8" fmla="*/ 523 w 198"/>
                <a:gd name="T9" fmla="*/ 627 h 153"/>
                <a:gd name="T10" fmla="*/ 680 w 198"/>
                <a:gd name="T11" fmla="*/ 838 h 153"/>
                <a:gd name="T12" fmla="*/ 992 w 198"/>
                <a:gd name="T13" fmla="*/ 838 h 153"/>
                <a:gd name="T14" fmla="*/ 992 w 198"/>
                <a:gd name="T15" fmla="*/ 471 h 153"/>
                <a:gd name="T16" fmla="*/ 1151 w 198"/>
                <a:gd name="T17" fmla="*/ 365 h 153"/>
                <a:gd name="T18" fmla="*/ 992 w 198"/>
                <a:gd name="T19" fmla="*/ 262 h 153"/>
                <a:gd name="T20" fmla="*/ 992 w 198"/>
                <a:gd name="T21" fmla="*/ 0 h 153"/>
                <a:gd name="T22" fmla="*/ 680 w 198"/>
                <a:gd name="T23" fmla="*/ 0 h 153"/>
                <a:gd name="T24" fmla="*/ 575 w 198"/>
                <a:gd name="T25" fmla="*/ 210 h 153"/>
                <a:gd name="T26" fmla="*/ 473 w 198"/>
                <a:gd name="T27" fmla="*/ 0 h 153"/>
                <a:gd name="T28" fmla="*/ 158 w 198"/>
                <a:gd name="T29" fmla="*/ 0 h 153"/>
                <a:gd name="T30" fmla="*/ 158 w 198"/>
                <a:gd name="T31" fmla="*/ 313 h 153"/>
                <a:gd name="T32" fmla="*/ 0 w 198"/>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0" y="72"/>
                  </a:move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lose/>
                </a:path>
              </a:pathLst>
            </a:custGeom>
            <a:solidFill>
              <a:schemeClr val="accent4"/>
            </a:solidFill>
            <a:ln w="9525">
              <a:noFill/>
              <a:round/>
            </a:ln>
          </p:spPr>
          <p:txBody>
            <a:bodyPr/>
            <a:lstStyle/>
            <a:p>
              <a:endParaRPr lang="en-GB" sz="1815"/>
            </a:p>
          </p:txBody>
        </p:sp>
        <p:sp>
          <p:nvSpPr>
            <p:cNvPr id="375" name="Freeform 219"/>
            <p:cNvSpPr/>
            <p:nvPr/>
          </p:nvSpPr>
          <p:spPr bwMode="auto">
            <a:xfrm>
              <a:off x="4572896" y="2576224"/>
              <a:ext cx="459853" cy="362963"/>
            </a:xfrm>
            <a:custGeom>
              <a:avLst/>
              <a:gdLst>
                <a:gd name="T0" fmla="*/ 0 w 198"/>
                <a:gd name="T1" fmla="*/ 421 h 156"/>
                <a:gd name="T2" fmla="*/ 158 w 198"/>
                <a:gd name="T3" fmla="*/ 578 h 156"/>
                <a:gd name="T4" fmla="*/ 158 w 198"/>
                <a:gd name="T5" fmla="*/ 911 h 156"/>
                <a:gd name="T6" fmla="*/ 158 w 198"/>
                <a:gd name="T7" fmla="*/ 911 h 156"/>
                <a:gd name="T8" fmla="*/ 158 w 198"/>
                <a:gd name="T9" fmla="*/ 906 h 156"/>
                <a:gd name="T10" fmla="*/ 162 w 198"/>
                <a:gd name="T11" fmla="*/ 895 h 156"/>
                <a:gd name="T12" fmla="*/ 162 w 198"/>
                <a:gd name="T13" fmla="*/ 895 h 156"/>
                <a:gd name="T14" fmla="*/ 167 w 198"/>
                <a:gd name="T15" fmla="*/ 883 h 156"/>
                <a:gd name="T16" fmla="*/ 167 w 198"/>
                <a:gd name="T17" fmla="*/ 870 h 156"/>
                <a:gd name="T18" fmla="*/ 174 w 198"/>
                <a:gd name="T19" fmla="*/ 859 h 156"/>
                <a:gd name="T20" fmla="*/ 174 w 198"/>
                <a:gd name="T21" fmla="*/ 854 h 156"/>
                <a:gd name="T22" fmla="*/ 182 w 198"/>
                <a:gd name="T23" fmla="*/ 847 h 156"/>
                <a:gd name="T24" fmla="*/ 182 w 198"/>
                <a:gd name="T25" fmla="*/ 841 h 156"/>
                <a:gd name="T26" fmla="*/ 182 w 198"/>
                <a:gd name="T27" fmla="*/ 841 h 156"/>
                <a:gd name="T28" fmla="*/ 182 w 198"/>
                <a:gd name="T29" fmla="*/ 847 h 156"/>
                <a:gd name="T30" fmla="*/ 174 w 198"/>
                <a:gd name="T31" fmla="*/ 854 h 156"/>
                <a:gd name="T32" fmla="*/ 174 w 198"/>
                <a:gd name="T33" fmla="*/ 859 h 156"/>
                <a:gd name="T34" fmla="*/ 167 w 198"/>
                <a:gd name="T35" fmla="*/ 870 h 156"/>
                <a:gd name="T36" fmla="*/ 167 w 198"/>
                <a:gd name="T37" fmla="*/ 883 h 156"/>
                <a:gd name="T38" fmla="*/ 162 w 198"/>
                <a:gd name="T39" fmla="*/ 895 h 156"/>
                <a:gd name="T40" fmla="*/ 162 w 198"/>
                <a:gd name="T41" fmla="*/ 895 h 156"/>
                <a:gd name="T42" fmla="*/ 158 w 198"/>
                <a:gd name="T43" fmla="*/ 906 h 156"/>
                <a:gd name="T44" fmla="*/ 158 w 198"/>
                <a:gd name="T45" fmla="*/ 911 h 156"/>
                <a:gd name="T46" fmla="*/ 158 w 198"/>
                <a:gd name="T47" fmla="*/ 911 h 156"/>
                <a:gd name="T48" fmla="*/ 473 w 198"/>
                <a:gd name="T49" fmla="*/ 895 h 156"/>
                <a:gd name="T50" fmla="*/ 523 w 198"/>
                <a:gd name="T51" fmla="*/ 632 h 156"/>
                <a:gd name="T52" fmla="*/ 680 w 198"/>
                <a:gd name="T53" fmla="*/ 841 h 156"/>
                <a:gd name="T54" fmla="*/ 992 w 198"/>
                <a:gd name="T55" fmla="*/ 841 h 156"/>
                <a:gd name="T56" fmla="*/ 992 w 198"/>
                <a:gd name="T57" fmla="*/ 474 h 156"/>
                <a:gd name="T58" fmla="*/ 1151 w 198"/>
                <a:gd name="T59" fmla="*/ 367 h 156"/>
                <a:gd name="T60" fmla="*/ 992 w 198"/>
                <a:gd name="T61" fmla="*/ 263 h 156"/>
                <a:gd name="T62" fmla="*/ 992 w 198"/>
                <a:gd name="T63" fmla="*/ 0 h 156"/>
                <a:gd name="T64" fmla="*/ 680 w 198"/>
                <a:gd name="T65" fmla="*/ 0 h 156"/>
                <a:gd name="T66" fmla="*/ 575 w 198"/>
                <a:gd name="T67" fmla="*/ 211 h 156"/>
                <a:gd name="T68" fmla="*/ 473 w 198"/>
                <a:gd name="T69" fmla="*/ 0 h 156"/>
                <a:gd name="T70" fmla="*/ 158 w 198"/>
                <a:gd name="T71" fmla="*/ 0 h 156"/>
                <a:gd name="T72" fmla="*/ 158 w 198"/>
                <a:gd name="T73" fmla="*/ 315 h 156"/>
                <a:gd name="T74" fmla="*/ 0 w 198"/>
                <a:gd name="T75" fmla="*/ 421 h 15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98"/>
                <a:gd name="T115" fmla="*/ 0 h 156"/>
                <a:gd name="T116" fmla="*/ 198 w 198"/>
                <a:gd name="T117" fmla="*/ 156 h 15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98" h="156">
                  <a:moveTo>
                    <a:pt x="0" y="72"/>
                  </a:moveTo>
                  <a:cubicBezTo>
                    <a:pt x="0" y="108"/>
                    <a:pt x="27" y="72"/>
                    <a:pt x="27" y="99"/>
                  </a:cubicBezTo>
                  <a:cubicBezTo>
                    <a:pt x="27" y="126"/>
                    <a:pt x="27" y="156"/>
                    <a:pt x="27" y="156"/>
                  </a:cubicBezTo>
                  <a:cubicBezTo>
                    <a:pt x="27" y="156"/>
                    <a:pt x="27" y="156"/>
                    <a:pt x="27" y="156"/>
                  </a:cubicBezTo>
                  <a:cubicBezTo>
                    <a:pt x="27" y="155"/>
                    <a:pt x="27" y="155"/>
                    <a:pt x="27" y="155"/>
                  </a:cubicBezTo>
                  <a:cubicBezTo>
                    <a:pt x="27" y="155"/>
                    <a:pt x="28" y="154"/>
                    <a:pt x="28" y="153"/>
                  </a:cubicBezTo>
                  <a:cubicBezTo>
                    <a:pt x="28" y="153"/>
                    <a:pt x="28" y="153"/>
                    <a:pt x="28" y="153"/>
                  </a:cubicBezTo>
                  <a:cubicBezTo>
                    <a:pt x="28" y="152"/>
                    <a:pt x="29" y="151"/>
                    <a:pt x="29" y="151"/>
                  </a:cubicBezTo>
                  <a:cubicBezTo>
                    <a:pt x="29" y="150"/>
                    <a:pt x="29" y="149"/>
                    <a:pt x="29" y="149"/>
                  </a:cubicBezTo>
                  <a:cubicBezTo>
                    <a:pt x="30" y="148"/>
                    <a:pt x="30" y="147"/>
                    <a:pt x="30" y="147"/>
                  </a:cubicBezTo>
                  <a:cubicBezTo>
                    <a:pt x="30" y="146"/>
                    <a:pt x="30" y="146"/>
                    <a:pt x="30" y="146"/>
                  </a:cubicBezTo>
                  <a:cubicBezTo>
                    <a:pt x="31" y="145"/>
                    <a:pt x="31" y="145"/>
                    <a:pt x="31" y="145"/>
                  </a:cubicBezTo>
                  <a:cubicBezTo>
                    <a:pt x="31" y="145"/>
                    <a:pt x="31" y="145"/>
                    <a:pt x="31" y="144"/>
                  </a:cubicBezTo>
                  <a:cubicBezTo>
                    <a:pt x="31" y="144"/>
                    <a:pt x="31" y="144"/>
                    <a:pt x="31" y="144"/>
                  </a:cubicBezTo>
                  <a:cubicBezTo>
                    <a:pt x="31" y="145"/>
                    <a:pt x="31" y="145"/>
                    <a:pt x="31" y="145"/>
                  </a:cubicBezTo>
                  <a:cubicBezTo>
                    <a:pt x="31" y="145"/>
                    <a:pt x="31" y="145"/>
                    <a:pt x="30" y="146"/>
                  </a:cubicBezTo>
                  <a:cubicBezTo>
                    <a:pt x="30" y="146"/>
                    <a:pt x="30" y="146"/>
                    <a:pt x="30" y="147"/>
                  </a:cubicBezTo>
                  <a:cubicBezTo>
                    <a:pt x="30" y="147"/>
                    <a:pt x="30" y="148"/>
                    <a:pt x="29" y="149"/>
                  </a:cubicBezTo>
                  <a:cubicBezTo>
                    <a:pt x="29" y="149"/>
                    <a:pt x="29" y="150"/>
                    <a:pt x="29" y="151"/>
                  </a:cubicBezTo>
                  <a:cubicBezTo>
                    <a:pt x="29" y="151"/>
                    <a:pt x="28" y="152"/>
                    <a:pt x="28" y="153"/>
                  </a:cubicBezTo>
                  <a:cubicBezTo>
                    <a:pt x="28" y="153"/>
                    <a:pt x="28" y="153"/>
                    <a:pt x="28" y="153"/>
                  </a:cubicBezTo>
                  <a:cubicBezTo>
                    <a:pt x="28" y="154"/>
                    <a:pt x="28" y="154"/>
                    <a:pt x="27" y="155"/>
                  </a:cubicBezTo>
                  <a:cubicBezTo>
                    <a:pt x="27" y="155"/>
                    <a:pt x="27" y="156"/>
                    <a:pt x="27" y="156"/>
                  </a:cubicBezTo>
                  <a:cubicBezTo>
                    <a:pt x="27" y="156"/>
                    <a:pt x="27" y="156"/>
                    <a:pt x="27" y="156"/>
                  </a:cubicBezTo>
                  <a:cubicBezTo>
                    <a:pt x="27" y="156"/>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lose/>
                </a:path>
              </a:pathLst>
            </a:custGeom>
            <a:solidFill>
              <a:schemeClr val="accent3"/>
            </a:solidFill>
            <a:ln w="9525">
              <a:noFill/>
              <a:round/>
            </a:ln>
          </p:spPr>
          <p:txBody>
            <a:bodyPr/>
            <a:lstStyle/>
            <a:p>
              <a:endParaRPr lang="en-GB" sz="1815"/>
            </a:p>
          </p:txBody>
        </p:sp>
        <p:sp>
          <p:nvSpPr>
            <p:cNvPr id="376" name="Freeform 220"/>
            <p:cNvSpPr/>
            <p:nvPr/>
          </p:nvSpPr>
          <p:spPr bwMode="auto">
            <a:xfrm>
              <a:off x="2233586" y="3578571"/>
              <a:ext cx="459853" cy="355213"/>
            </a:xfrm>
            <a:custGeom>
              <a:avLst/>
              <a:gdLst>
                <a:gd name="T0" fmla="*/ 523 w 198"/>
                <a:gd name="T1" fmla="*/ 627 h 153"/>
                <a:gd name="T2" fmla="*/ 680 w 198"/>
                <a:gd name="T3" fmla="*/ 838 h 153"/>
                <a:gd name="T4" fmla="*/ 992 w 198"/>
                <a:gd name="T5" fmla="*/ 838 h 153"/>
                <a:gd name="T6" fmla="*/ 992 w 198"/>
                <a:gd name="T7" fmla="*/ 471 h 153"/>
                <a:gd name="T8" fmla="*/ 1151 w 198"/>
                <a:gd name="T9" fmla="*/ 365 h 153"/>
                <a:gd name="T10" fmla="*/ 992 w 198"/>
                <a:gd name="T11" fmla="*/ 262 h 153"/>
                <a:gd name="T12" fmla="*/ 992 w 198"/>
                <a:gd name="T13" fmla="*/ 0 h 153"/>
                <a:gd name="T14" fmla="*/ 680 w 198"/>
                <a:gd name="T15" fmla="*/ 0 h 153"/>
                <a:gd name="T16" fmla="*/ 575 w 198"/>
                <a:gd name="T17" fmla="*/ 210 h 153"/>
                <a:gd name="T18" fmla="*/ 473 w 198"/>
                <a:gd name="T19" fmla="*/ 0 h 153"/>
                <a:gd name="T20" fmla="*/ 158 w 198"/>
                <a:gd name="T21" fmla="*/ 0 h 153"/>
                <a:gd name="T22" fmla="*/ 158 w 198"/>
                <a:gd name="T23" fmla="*/ 313 h 153"/>
                <a:gd name="T24" fmla="*/ 0 w 198"/>
                <a:gd name="T25" fmla="*/ 417 h 153"/>
                <a:gd name="T26" fmla="*/ 158 w 198"/>
                <a:gd name="T27" fmla="*/ 575 h 153"/>
                <a:gd name="T28" fmla="*/ 158 w 198"/>
                <a:gd name="T29" fmla="*/ 838 h 153"/>
                <a:gd name="T30" fmla="*/ 473 w 198"/>
                <a:gd name="T31" fmla="*/ 888 h 153"/>
                <a:gd name="T32" fmla="*/ 523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0" y="108"/>
                  </a:move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lose/>
                </a:path>
              </a:pathLst>
            </a:custGeom>
            <a:solidFill>
              <a:schemeClr val="accent6"/>
            </a:solidFill>
            <a:ln w="9525">
              <a:noFill/>
              <a:round/>
            </a:ln>
          </p:spPr>
          <p:txBody>
            <a:bodyPr/>
            <a:lstStyle/>
            <a:p>
              <a:endParaRPr lang="en-GB" sz="1815"/>
            </a:p>
          </p:txBody>
        </p:sp>
        <p:sp>
          <p:nvSpPr>
            <p:cNvPr id="377" name="Freeform 221"/>
            <p:cNvSpPr/>
            <p:nvPr/>
          </p:nvSpPr>
          <p:spPr bwMode="auto">
            <a:xfrm>
              <a:off x="2568142" y="5917813"/>
              <a:ext cx="459853" cy="355213"/>
            </a:xfrm>
            <a:custGeom>
              <a:avLst/>
              <a:gdLst>
                <a:gd name="T0" fmla="*/ 1151 w 198"/>
                <a:gd name="T1" fmla="*/ 365 h 153"/>
                <a:gd name="T2" fmla="*/ 992 w 198"/>
                <a:gd name="T3" fmla="*/ 262 h 153"/>
                <a:gd name="T4" fmla="*/ 992 w 198"/>
                <a:gd name="T5" fmla="*/ 0 h 153"/>
                <a:gd name="T6" fmla="*/ 680 w 198"/>
                <a:gd name="T7" fmla="*/ 0 h 153"/>
                <a:gd name="T8" fmla="*/ 575 w 198"/>
                <a:gd name="T9" fmla="*/ 210 h 153"/>
                <a:gd name="T10" fmla="*/ 473 w 198"/>
                <a:gd name="T11" fmla="*/ 0 h 153"/>
                <a:gd name="T12" fmla="*/ 158 w 198"/>
                <a:gd name="T13" fmla="*/ 0 h 153"/>
                <a:gd name="T14" fmla="*/ 158 w 198"/>
                <a:gd name="T15" fmla="*/ 313 h 153"/>
                <a:gd name="T16" fmla="*/ 0 w 198"/>
                <a:gd name="T17" fmla="*/ 417 h 153"/>
                <a:gd name="T18" fmla="*/ 158 w 198"/>
                <a:gd name="T19" fmla="*/ 575 h 153"/>
                <a:gd name="T20" fmla="*/ 158 w 198"/>
                <a:gd name="T21" fmla="*/ 838 h 153"/>
                <a:gd name="T22" fmla="*/ 473 w 198"/>
                <a:gd name="T23" fmla="*/ 888 h 153"/>
                <a:gd name="T24" fmla="*/ 523 w 198"/>
                <a:gd name="T25" fmla="*/ 627 h 153"/>
                <a:gd name="T26" fmla="*/ 680 w 198"/>
                <a:gd name="T27" fmla="*/ 838 h 153"/>
                <a:gd name="T28" fmla="*/ 992 w 198"/>
                <a:gd name="T29" fmla="*/ 838 h 153"/>
                <a:gd name="T30" fmla="*/ 992 w 198"/>
                <a:gd name="T31" fmla="*/ 471 h 153"/>
                <a:gd name="T32" fmla="*/ 1151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63"/>
                  </a:move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lose/>
                </a:path>
              </a:pathLst>
            </a:custGeom>
            <a:solidFill>
              <a:schemeClr val="accent3"/>
            </a:solidFill>
            <a:ln w="9525">
              <a:noFill/>
              <a:round/>
            </a:ln>
          </p:spPr>
          <p:txBody>
            <a:bodyPr/>
            <a:lstStyle/>
            <a:p>
              <a:endParaRPr lang="en-GB" sz="1815"/>
            </a:p>
          </p:txBody>
        </p:sp>
        <p:sp>
          <p:nvSpPr>
            <p:cNvPr id="378" name="Freeform 222"/>
            <p:cNvSpPr/>
            <p:nvPr/>
          </p:nvSpPr>
          <p:spPr bwMode="auto">
            <a:xfrm>
              <a:off x="2944034" y="5521265"/>
              <a:ext cx="355224" cy="459840"/>
            </a:xfrm>
            <a:custGeom>
              <a:avLst/>
              <a:gdLst>
                <a:gd name="T0" fmla="*/ 678 w 153"/>
                <a:gd name="T1" fmla="*/ 575 h 198"/>
                <a:gd name="T2" fmla="*/ 888 w 153"/>
                <a:gd name="T3" fmla="*/ 473 h 198"/>
                <a:gd name="T4" fmla="*/ 888 w 153"/>
                <a:gd name="T5" fmla="*/ 158 h 198"/>
                <a:gd name="T6" fmla="*/ 575 w 153"/>
                <a:gd name="T7" fmla="*/ 158 h 198"/>
                <a:gd name="T8" fmla="*/ 471 w 153"/>
                <a:gd name="T9" fmla="*/ 0 h 198"/>
                <a:gd name="T10" fmla="*/ 313 w 153"/>
                <a:gd name="T11" fmla="*/ 158 h 198"/>
                <a:gd name="T12" fmla="*/ 52 w 153"/>
                <a:gd name="T13" fmla="*/ 158 h 198"/>
                <a:gd name="T14" fmla="*/ 0 w 153"/>
                <a:gd name="T15" fmla="*/ 473 h 198"/>
                <a:gd name="T16" fmla="*/ 262 w 153"/>
                <a:gd name="T17" fmla="*/ 523 h 198"/>
                <a:gd name="T18" fmla="*/ 52 w 153"/>
                <a:gd name="T19" fmla="*/ 680 h 198"/>
                <a:gd name="T20" fmla="*/ 52 w 153"/>
                <a:gd name="T21" fmla="*/ 992 h 198"/>
                <a:gd name="T22" fmla="*/ 417 w 153"/>
                <a:gd name="T23" fmla="*/ 992 h 198"/>
                <a:gd name="T24" fmla="*/ 523 w 153"/>
                <a:gd name="T25" fmla="*/ 1151 h 198"/>
                <a:gd name="T26" fmla="*/ 627 w 153"/>
                <a:gd name="T27" fmla="*/ 992 h 198"/>
                <a:gd name="T28" fmla="*/ 888 w 153"/>
                <a:gd name="T29" fmla="*/ 992 h 198"/>
                <a:gd name="T30" fmla="*/ 888 w 153"/>
                <a:gd name="T31" fmla="*/ 680 h 198"/>
                <a:gd name="T32" fmla="*/ 678 w 153"/>
                <a:gd name="T33" fmla="*/ 575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98"/>
                <a:gd name="T53" fmla="*/ 153 w 153"/>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98">
                  <a:moveTo>
                    <a:pt x="117" y="99"/>
                  </a:moveTo>
                  <a:cubicBezTo>
                    <a:pt x="117" y="63"/>
                    <a:pt x="153" y="99"/>
                    <a:pt x="153" y="81"/>
                  </a:cubicBezTo>
                  <a:cubicBezTo>
                    <a:pt x="153" y="63"/>
                    <a:pt x="153" y="27"/>
                    <a:pt x="153" y="27"/>
                  </a:cubicBezTo>
                  <a:cubicBezTo>
                    <a:pt x="153" y="27"/>
                    <a:pt x="108" y="27"/>
                    <a:pt x="99" y="27"/>
                  </a:cubicBezTo>
                  <a:cubicBezTo>
                    <a:pt x="90" y="27"/>
                    <a:pt x="126" y="0"/>
                    <a:pt x="81" y="0"/>
                  </a:cubicBezTo>
                  <a:cubicBezTo>
                    <a:pt x="45" y="0"/>
                    <a:pt x="81" y="27"/>
                    <a:pt x="54" y="27"/>
                  </a:cubicBezTo>
                  <a:cubicBezTo>
                    <a:pt x="27" y="27"/>
                    <a:pt x="9" y="27"/>
                    <a:pt x="9" y="27"/>
                  </a:cubicBezTo>
                  <a:cubicBezTo>
                    <a:pt x="9" y="27"/>
                    <a:pt x="0" y="45"/>
                    <a:pt x="0" y="81"/>
                  </a:cubicBezTo>
                  <a:cubicBezTo>
                    <a:pt x="0" y="90"/>
                    <a:pt x="45" y="54"/>
                    <a:pt x="45" y="90"/>
                  </a:cubicBezTo>
                  <a:cubicBezTo>
                    <a:pt x="45" y="135"/>
                    <a:pt x="9" y="108"/>
                    <a:pt x="9" y="117"/>
                  </a:cubicBezTo>
                  <a:cubicBezTo>
                    <a:pt x="9" y="126"/>
                    <a:pt x="9" y="171"/>
                    <a:pt x="9" y="171"/>
                  </a:cubicBezTo>
                  <a:cubicBezTo>
                    <a:pt x="9" y="171"/>
                    <a:pt x="63" y="171"/>
                    <a:pt x="72" y="171"/>
                  </a:cubicBezTo>
                  <a:cubicBezTo>
                    <a:pt x="81" y="171"/>
                    <a:pt x="54" y="198"/>
                    <a:pt x="90" y="198"/>
                  </a:cubicBezTo>
                  <a:cubicBezTo>
                    <a:pt x="126" y="198"/>
                    <a:pt x="90" y="171"/>
                    <a:pt x="108" y="171"/>
                  </a:cubicBezTo>
                  <a:cubicBezTo>
                    <a:pt x="126" y="171"/>
                    <a:pt x="153" y="171"/>
                    <a:pt x="153" y="171"/>
                  </a:cubicBezTo>
                  <a:cubicBezTo>
                    <a:pt x="153" y="171"/>
                    <a:pt x="153" y="126"/>
                    <a:pt x="153" y="117"/>
                  </a:cubicBezTo>
                  <a:cubicBezTo>
                    <a:pt x="153" y="108"/>
                    <a:pt x="117" y="135"/>
                    <a:pt x="117" y="99"/>
                  </a:cubicBezTo>
                  <a:close/>
                </a:path>
              </a:pathLst>
            </a:custGeom>
            <a:solidFill>
              <a:schemeClr val="accent4"/>
            </a:solidFill>
            <a:ln w="9525">
              <a:noFill/>
              <a:round/>
            </a:ln>
          </p:spPr>
          <p:txBody>
            <a:bodyPr/>
            <a:lstStyle/>
            <a:p>
              <a:endParaRPr lang="en-GB" sz="1815"/>
            </a:p>
          </p:txBody>
        </p:sp>
        <p:sp>
          <p:nvSpPr>
            <p:cNvPr id="379" name="Freeform 223"/>
            <p:cNvSpPr/>
            <p:nvPr/>
          </p:nvSpPr>
          <p:spPr bwMode="auto">
            <a:xfrm>
              <a:off x="5240717" y="5917813"/>
              <a:ext cx="459853" cy="355213"/>
            </a:xfrm>
            <a:custGeom>
              <a:avLst/>
              <a:gdLst>
                <a:gd name="T0" fmla="*/ 1151 w 198"/>
                <a:gd name="T1" fmla="*/ 365 h 153"/>
                <a:gd name="T2" fmla="*/ 992 w 198"/>
                <a:gd name="T3" fmla="*/ 262 h 153"/>
                <a:gd name="T4" fmla="*/ 992 w 198"/>
                <a:gd name="T5" fmla="*/ 0 h 153"/>
                <a:gd name="T6" fmla="*/ 680 w 198"/>
                <a:gd name="T7" fmla="*/ 0 h 153"/>
                <a:gd name="T8" fmla="*/ 575 w 198"/>
                <a:gd name="T9" fmla="*/ 210 h 153"/>
                <a:gd name="T10" fmla="*/ 473 w 198"/>
                <a:gd name="T11" fmla="*/ 0 h 153"/>
                <a:gd name="T12" fmla="*/ 158 w 198"/>
                <a:gd name="T13" fmla="*/ 0 h 153"/>
                <a:gd name="T14" fmla="*/ 158 w 198"/>
                <a:gd name="T15" fmla="*/ 313 h 153"/>
                <a:gd name="T16" fmla="*/ 0 w 198"/>
                <a:gd name="T17" fmla="*/ 417 h 153"/>
                <a:gd name="T18" fmla="*/ 158 w 198"/>
                <a:gd name="T19" fmla="*/ 575 h 153"/>
                <a:gd name="T20" fmla="*/ 158 w 198"/>
                <a:gd name="T21" fmla="*/ 838 h 153"/>
                <a:gd name="T22" fmla="*/ 473 w 198"/>
                <a:gd name="T23" fmla="*/ 888 h 153"/>
                <a:gd name="T24" fmla="*/ 523 w 198"/>
                <a:gd name="T25" fmla="*/ 627 h 153"/>
                <a:gd name="T26" fmla="*/ 680 w 198"/>
                <a:gd name="T27" fmla="*/ 838 h 153"/>
                <a:gd name="T28" fmla="*/ 992 w 198"/>
                <a:gd name="T29" fmla="*/ 838 h 153"/>
                <a:gd name="T30" fmla="*/ 992 w 198"/>
                <a:gd name="T31" fmla="*/ 471 h 153"/>
                <a:gd name="T32" fmla="*/ 1151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63"/>
                  </a:move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lose/>
                </a:path>
              </a:pathLst>
            </a:custGeom>
            <a:solidFill>
              <a:schemeClr val="accent5"/>
            </a:solidFill>
            <a:ln w="9525">
              <a:noFill/>
              <a:round/>
            </a:ln>
          </p:spPr>
          <p:txBody>
            <a:bodyPr/>
            <a:lstStyle/>
            <a:p>
              <a:endParaRPr lang="en-GB" sz="1815"/>
            </a:p>
          </p:txBody>
        </p:sp>
        <p:sp>
          <p:nvSpPr>
            <p:cNvPr id="380" name="Freeform 224"/>
            <p:cNvSpPr/>
            <p:nvPr/>
          </p:nvSpPr>
          <p:spPr bwMode="auto">
            <a:xfrm>
              <a:off x="2964701" y="3516571"/>
              <a:ext cx="355224" cy="459840"/>
            </a:xfrm>
            <a:custGeom>
              <a:avLst/>
              <a:gdLst>
                <a:gd name="T0" fmla="*/ 417 w 153"/>
                <a:gd name="T1" fmla="*/ 1151 h 198"/>
                <a:gd name="T2" fmla="*/ 575 w 153"/>
                <a:gd name="T3" fmla="*/ 992 h 198"/>
                <a:gd name="T4" fmla="*/ 838 w 153"/>
                <a:gd name="T5" fmla="*/ 992 h 198"/>
                <a:gd name="T6" fmla="*/ 888 w 153"/>
                <a:gd name="T7" fmla="*/ 680 h 198"/>
                <a:gd name="T8" fmla="*/ 627 w 153"/>
                <a:gd name="T9" fmla="*/ 627 h 198"/>
                <a:gd name="T10" fmla="*/ 838 w 153"/>
                <a:gd name="T11" fmla="*/ 473 h 198"/>
                <a:gd name="T12" fmla="*/ 838 w 153"/>
                <a:gd name="T13" fmla="*/ 158 h 198"/>
                <a:gd name="T14" fmla="*/ 471 w 153"/>
                <a:gd name="T15" fmla="*/ 158 h 198"/>
                <a:gd name="T16" fmla="*/ 365 w 153"/>
                <a:gd name="T17" fmla="*/ 0 h 198"/>
                <a:gd name="T18" fmla="*/ 262 w 153"/>
                <a:gd name="T19" fmla="*/ 158 h 198"/>
                <a:gd name="T20" fmla="*/ 0 w 153"/>
                <a:gd name="T21" fmla="*/ 158 h 198"/>
                <a:gd name="T22" fmla="*/ 0 w 153"/>
                <a:gd name="T23" fmla="*/ 473 h 198"/>
                <a:gd name="T24" fmla="*/ 210 w 153"/>
                <a:gd name="T25" fmla="*/ 575 h 198"/>
                <a:gd name="T26" fmla="*/ 0 w 153"/>
                <a:gd name="T27" fmla="*/ 680 h 198"/>
                <a:gd name="T28" fmla="*/ 0 w 153"/>
                <a:gd name="T29" fmla="*/ 992 h 198"/>
                <a:gd name="T30" fmla="*/ 313 w 153"/>
                <a:gd name="T31" fmla="*/ 992 h 198"/>
                <a:gd name="T32" fmla="*/ 417 w 153"/>
                <a:gd name="T33" fmla="*/ 1151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98"/>
                <a:gd name="T53" fmla="*/ 153 w 153"/>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98">
                  <a:moveTo>
                    <a:pt x="72" y="198"/>
                  </a:moveTo>
                  <a:cubicBezTo>
                    <a:pt x="108" y="198"/>
                    <a:pt x="72" y="171"/>
                    <a:pt x="99" y="171"/>
                  </a:cubicBezTo>
                  <a:cubicBezTo>
                    <a:pt x="126" y="171"/>
                    <a:pt x="144" y="171"/>
                    <a:pt x="144" y="171"/>
                  </a:cubicBezTo>
                  <a:cubicBezTo>
                    <a:pt x="144" y="171"/>
                    <a:pt x="153" y="153"/>
                    <a:pt x="153" y="117"/>
                  </a:cubicBezTo>
                  <a:cubicBezTo>
                    <a:pt x="153" y="108"/>
                    <a:pt x="108" y="144"/>
                    <a:pt x="108" y="108"/>
                  </a:cubicBezTo>
                  <a:cubicBezTo>
                    <a:pt x="108" y="63"/>
                    <a:pt x="144" y="90"/>
                    <a:pt x="144" y="81"/>
                  </a:cubicBezTo>
                  <a:cubicBezTo>
                    <a:pt x="144" y="72"/>
                    <a:pt x="144" y="27"/>
                    <a:pt x="144" y="27"/>
                  </a:cubicBezTo>
                  <a:cubicBezTo>
                    <a:pt x="144" y="27"/>
                    <a:pt x="90" y="27"/>
                    <a:pt x="81" y="27"/>
                  </a:cubicBezTo>
                  <a:cubicBezTo>
                    <a:pt x="72" y="27"/>
                    <a:pt x="99" y="0"/>
                    <a:pt x="63" y="0"/>
                  </a:cubicBezTo>
                  <a:cubicBezTo>
                    <a:pt x="27" y="0"/>
                    <a:pt x="63" y="27"/>
                    <a:pt x="45" y="27"/>
                  </a:cubicBezTo>
                  <a:cubicBezTo>
                    <a:pt x="27" y="27"/>
                    <a:pt x="0" y="27"/>
                    <a:pt x="0" y="27"/>
                  </a:cubicBezTo>
                  <a:cubicBezTo>
                    <a:pt x="0" y="27"/>
                    <a:pt x="0" y="72"/>
                    <a:pt x="0" y="81"/>
                  </a:cubicBezTo>
                  <a:cubicBezTo>
                    <a:pt x="0" y="90"/>
                    <a:pt x="36" y="63"/>
                    <a:pt x="36" y="99"/>
                  </a:cubicBezTo>
                  <a:cubicBezTo>
                    <a:pt x="36" y="135"/>
                    <a:pt x="0" y="99"/>
                    <a:pt x="0" y="117"/>
                  </a:cubicBezTo>
                  <a:cubicBezTo>
                    <a:pt x="0" y="135"/>
                    <a:pt x="0" y="171"/>
                    <a:pt x="0" y="171"/>
                  </a:cubicBezTo>
                  <a:cubicBezTo>
                    <a:pt x="0" y="171"/>
                    <a:pt x="45" y="171"/>
                    <a:pt x="54" y="171"/>
                  </a:cubicBezTo>
                  <a:cubicBezTo>
                    <a:pt x="63" y="171"/>
                    <a:pt x="27" y="198"/>
                    <a:pt x="72" y="198"/>
                  </a:cubicBezTo>
                  <a:close/>
                </a:path>
              </a:pathLst>
            </a:custGeom>
            <a:solidFill>
              <a:schemeClr val="accent1"/>
            </a:solidFill>
            <a:ln w="9525">
              <a:noFill/>
              <a:round/>
            </a:ln>
          </p:spPr>
          <p:txBody>
            <a:bodyPr/>
            <a:lstStyle/>
            <a:p>
              <a:endParaRPr lang="en-GB" sz="1815"/>
            </a:p>
          </p:txBody>
        </p:sp>
        <p:sp>
          <p:nvSpPr>
            <p:cNvPr id="381" name="Freeform 225"/>
            <p:cNvSpPr/>
            <p:nvPr/>
          </p:nvSpPr>
          <p:spPr bwMode="auto">
            <a:xfrm>
              <a:off x="7580027" y="2242969"/>
              <a:ext cx="459853" cy="355213"/>
            </a:xfrm>
            <a:custGeom>
              <a:avLst/>
              <a:gdLst>
                <a:gd name="T0" fmla="*/ 0 w 198"/>
                <a:gd name="T1" fmla="*/ 417 h 153"/>
                <a:gd name="T2" fmla="*/ 158 w 198"/>
                <a:gd name="T3" fmla="*/ 575 h 153"/>
                <a:gd name="T4" fmla="*/ 158 w 198"/>
                <a:gd name="T5" fmla="*/ 838 h 153"/>
                <a:gd name="T6" fmla="*/ 473 w 198"/>
                <a:gd name="T7" fmla="*/ 888 h 153"/>
                <a:gd name="T8" fmla="*/ 523 w 198"/>
                <a:gd name="T9" fmla="*/ 627 h 153"/>
                <a:gd name="T10" fmla="*/ 680 w 198"/>
                <a:gd name="T11" fmla="*/ 838 h 153"/>
                <a:gd name="T12" fmla="*/ 992 w 198"/>
                <a:gd name="T13" fmla="*/ 838 h 153"/>
                <a:gd name="T14" fmla="*/ 992 w 198"/>
                <a:gd name="T15" fmla="*/ 471 h 153"/>
                <a:gd name="T16" fmla="*/ 1151 w 198"/>
                <a:gd name="T17" fmla="*/ 365 h 153"/>
                <a:gd name="T18" fmla="*/ 992 w 198"/>
                <a:gd name="T19" fmla="*/ 262 h 153"/>
                <a:gd name="T20" fmla="*/ 992 w 198"/>
                <a:gd name="T21" fmla="*/ 0 h 153"/>
                <a:gd name="T22" fmla="*/ 680 w 198"/>
                <a:gd name="T23" fmla="*/ 0 h 153"/>
                <a:gd name="T24" fmla="*/ 575 w 198"/>
                <a:gd name="T25" fmla="*/ 210 h 153"/>
                <a:gd name="T26" fmla="*/ 473 w 198"/>
                <a:gd name="T27" fmla="*/ 0 h 153"/>
                <a:gd name="T28" fmla="*/ 158 w 198"/>
                <a:gd name="T29" fmla="*/ 0 h 153"/>
                <a:gd name="T30" fmla="*/ 158 w 198"/>
                <a:gd name="T31" fmla="*/ 313 h 153"/>
                <a:gd name="T32" fmla="*/ 0 w 198"/>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0" y="72"/>
                  </a:move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lose/>
                </a:path>
              </a:pathLst>
            </a:custGeom>
            <a:solidFill>
              <a:schemeClr val="accent2"/>
            </a:solidFill>
            <a:ln w="9525">
              <a:noFill/>
              <a:round/>
            </a:ln>
          </p:spPr>
          <p:txBody>
            <a:bodyPr/>
            <a:lstStyle/>
            <a:p>
              <a:endParaRPr lang="en-GB" sz="1815"/>
            </a:p>
          </p:txBody>
        </p:sp>
        <p:sp>
          <p:nvSpPr>
            <p:cNvPr id="382" name="Freeform 226"/>
            <p:cNvSpPr/>
            <p:nvPr/>
          </p:nvSpPr>
          <p:spPr bwMode="auto">
            <a:xfrm>
              <a:off x="4907453" y="4247664"/>
              <a:ext cx="459853" cy="355213"/>
            </a:xfrm>
            <a:custGeom>
              <a:avLst/>
              <a:gdLst>
                <a:gd name="T0" fmla="*/ 1151 w 198"/>
                <a:gd name="T1" fmla="*/ 365 h 153"/>
                <a:gd name="T2" fmla="*/ 992 w 198"/>
                <a:gd name="T3" fmla="*/ 262 h 153"/>
                <a:gd name="T4" fmla="*/ 992 w 198"/>
                <a:gd name="T5" fmla="*/ 0 h 153"/>
                <a:gd name="T6" fmla="*/ 680 w 198"/>
                <a:gd name="T7" fmla="*/ 0 h 153"/>
                <a:gd name="T8" fmla="*/ 575 w 198"/>
                <a:gd name="T9" fmla="*/ 210 h 153"/>
                <a:gd name="T10" fmla="*/ 473 w 198"/>
                <a:gd name="T11" fmla="*/ 0 h 153"/>
                <a:gd name="T12" fmla="*/ 158 w 198"/>
                <a:gd name="T13" fmla="*/ 0 h 153"/>
                <a:gd name="T14" fmla="*/ 158 w 198"/>
                <a:gd name="T15" fmla="*/ 313 h 153"/>
                <a:gd name="T16" fmla="*/ 0 w 198"/>
                <a:gd name="T17" fmla="*/ 417 h 153"/>
                <a:gd name="T18" fmla="*/ 158 w 198"/>
                <a:gd name="T19" fmla="*/ 575 h 153"/>
                <a:gd name="T20" fmla="*/ 158 w 198"/>
                <a:gd name="T21" fmla="*/ 838 h 153"/>
                <a:gd name="T22" fmla="*/ 473 w 198"/>
                <a:gd name="T23" fmla="*/ 888 h 153"/>
                <a:gd name="T24" fmla="*/ 523 w 198"/>
                <a:gd name="T25" fmla="*/ 627 h 153"/>
                <a:gd name="T26" fmla="*/ 680 w 198"/>
                <a:gd name="T27" fmla="*/ 838 h 153"/>
                <a:gd name="T28" fmla="*/ 992 w 198"/>
                <a:gd name="T29" fmla="*/ 838 h 153"/>
                <a:gd name="T30" fmla="*/ 992 w 198"/>
                <a:gd name="T31" fmla="*/ 471 h 153"/>
                <a:gd name="T32" fmla="*/ 1151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63"/>
                  </a:move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lose/>
                </a:path>
              </a:pathLst>
            </a:custGeom>
            <a:solidFill>
              <a:schemeClr val="tx2"/>
            </a:solidFill>
            <a:ln w="9525">
              <a:noFill/>
              <a:round/>
            </a:ln>
          </p:spPr>
          <p:txBody>
            <a:bodyPr/>
            <a:lstStyle/>
            <a:p>
              <a:endParaRPr lang="en-GB" sz="1815"/>
            </a:p>
          </p:txBody>
        </p:sp>
        <p:sp>
          <p:nvSpPr>
            <p:cNvPr id="383" name="Freeform 227"/>
            <p:cNvSpPr/>
            <p:nvPr/>
          </p:nvSpPr>
          <p:spPr bwMode="auto">
            <a:xfrm>
              <a:off x="5575273" y="5583266"/>
              <a:ext cx="459853" cy="355213"/>
            </a:xfrm>
            <a:custGeom>
              <a:avLst/>
              <a:gdLst>
                <a:gd name="T0" fmla="*/ 1151 w 198"/>
                <a:gd name="T1" fmla="*/ 365 h 153"/>
                <a:gd name="T2" fmla="*/ 992 w 198"/>
                <a:gd name="T3" fmla="*/ 262 h 153"/>
                <a:gd name="T4" fmla="*/ 992 w 198"/>
                <a:gd name="T5" fmla="*/ 0 h 153"/>
                <a:gd name="T6" fmla="*/ 680 w 198"/>
                <a:gd name="T7" fmla="*/ 0 h 153"/>
                <a:gd name="T8" fmla="*/ 575 w 198"/>
                <a:gd name="T9" fmla="*/ 210 h 153"/>
                <a:gd name="T10" fmla="*/ 473 w 198"/>
                <a:gd name="T11" fmla="*/ 0 h 153"/>
                <a:gd name="T12" fmla="*/ 158 w 198"/>
                <a:gd name="T13" fmla="*/ 0 h 153"/>
                <a:gd name="T14" fmla="*/ 158 w 198"/>
                <a:gd name="T15" fmla="*/ 313 h 153"/>
                <a:gd name="T16" fmla="*/ 0 w 198"/>
                <a:gd name="T17" fmla="*/ 417 h 153"/>
                <a:gd name="T18" fmla="*/ 158 w 198"/>
                <a:gd name="T19" fmla="*/ 575 h 153"/>
                <a:gd name="T20" fmla="*/ 158 w 198"/>
                <a:gd name="T21" fmla="*/ 838 h 153"/>
                <a:gd name="T22" fmla="*/ 473 w 198"/>
                <a:gd name="T23" fmla="*/ 888 h 153"/>
                <a:gd name="T24" fmla="*/ 523 w 198"/>
                <a:gd name="T25" fmla="*/ 627 h 153"/>
                <a:gd name="T26" fmla="*/ 680 w 198"/>
                <a:gd name="T27" fmla="*/ 838 h 153"/>
                <a:gd name="T28" fmla="*/ 992 w 198"/>
                <a:gd name="T29" fmla="*/ 838 h 153"/>
                <a:gd name="T30" fmla="*/ 992 w 198"/>
                <a:gd name="T31" fmla="*/ 471 h 153"/>
                <a:gd name="T32" fmla="*/ 1151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63"/>
                  </a:move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lose/>
                </a:path>
              </a:pathLst>
            </a:custGeom>
            <a:solidFill>
              <a:schemeClr val="accent2"/>
            </a:solidFill>
            <a:ln w="9525">
              <a:noFill/>
              <a:round/>
            </a:ln>
          </p:spPr>
          <p:txBody>
            <a:bodyPr/>
            <a:lstStyle/>
            <a:p>
              <a:endParaRPr lang="en-GB" sz="1815"/>
            </a:p>
          </p:txBody>
        </p:sp>
        <p:sp>
          <p:nvSpPr>
            <p:cNvPr id="384" name="Freeform 228"/>
            <p:cNvSpPr/>
            <p:nvPr/>
          </p:nvSpPr>
          <p:spPr bwMode="auto">
            <a:xfrm>
              <a:off x="7580027" y="3578571"/>
              <a:ext cx="459853" cy="355213"/>
            </a:xfrm>
            <a:custGeom>
              <a:avLst/>
              <a:gdLst>
                <a:gd name="T0" fmla="*/ 575 w 198"/>
                <a:gd name="T1" fmla="*/ 210 h 153"/>
                <a:gd name="T2" fmla="*/ 473 w 198"/>
                <a:gd name="T3" fmla="*/ 0 h 153"/>
                <a:gd name="T4" fmla="*/ 158 w 198"/>
                <a:gd name="T5" fmla="*/ 0 h 153"/>
                <a:gd name="T6" fmla="*/ 158 w 198"/>
                <a:gd name="T7" fmla="*/ 262 h 153"/>
                <a:gd name="T8" fmla="*/ 0 w 198"/>
                <a:gd name="T9" fmla="*/ 365 h 153"/>
                <a:gd name="T10" fmla="*/ 158 w 198"/>
                <a:gd name="T11" fmla="*/ 471 h 153"/>
                <a:gd name="T12" fmla="*/ 158 w 198"/>
                <a:gd name="T13" fmla="*/ 838 h 153"/>
                <a:gd name="T14" fmla="*/ 473 w 198"/>
                <a:gd name="T15" fmla="*/ 838 h 153"/>
                <a:gd name="T16" fmla="*/ 627 w 198"/>
                <a:gd name="T17" fmla="*/ 627 h 153"/>
                <a:gd name="T18" fmla="*/ 680 w 198"/>
                <a:gd name="T19" fmla="*/ 888 h 153"/>
                <a:gd name="T20" fmla="*/ 992 w 198"/>
                <a:gd name="T21" fmla="*/ 843 h 153"/>
                <a:gd name="T22" fmla="*/ 992 w 198"/>
                <a:gd name="T23" fmla="*/ 575 h 153"/>
                <a:gd name="T24" fmla="*/ 1151 w 198"/>
                <a:gd name="T25" fmla="*/ 417 h 153"/>
                <a:gd name="T26" fmla="*/ 992 w 198"/>
                <a:gd name="T27" fmla="*/ 313 h 153"/>
                <a:gd name="T28" fmla="*/ 992 w 198"/>
                <a:gd name="T29" fmla="*/ 0 h 153"/>
                <a:gd name="T30" fmla="*/ 680 w 198"/>
                <a:gd name="T31" fmla="*/ 0 h 153"/>
                <a:gd name="T32" fmla="*/ 575 w 198"/>
                <a:gd name="T33" fmla="*/ 210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9" y="36"/>
                  </a:moveTo>
                  <a:cubicBezTo>
                    <a:pt x="63" y="36"/>
                    <a:pt x="90" y="0"/>
                    <a:pt x="81" y="0"/>
                  </a:cubicBezTo>
                  <a:cubicBezTo>
                    <a:pt x="72"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5"/>
                    <a:pt x="171" y="145"/>
                  </a:cubicBezTo>
                  <a:cubicBezTo>
                    <a:pt x="171" y="145"/>
                    <a:pt x="171" y="126"/>
                    <a:pt x="171" y="99"/>
                  </a:cubicBezTo>
                  <a:cubicBezTo>
                    <a:pt x="171" y="72"/>
                    <a:pt x="198" y="108"/>
                    <a:pt x="198" y="72"/>
                  </a:cubicBezTo>
                  <a:cubicBezTo>
                    <a:pt x="198" y="27"/>
                    <a:pt x="171" y="63"/>
                    <a:pt x="171" y="54"/>
                  </a:cubicBezTo>
                  <a:cubicBezTo>
                    <a:pt x="171" y="45"/>
                    <a:pt x="171" y="0"/>
                    <a:pt x="171" y="0"/>
                  </a:cubicBezTo>
                  <a:cubicBezTo>
                    <a:pt x="171" y="0"/>
                    <a:pt x="135" y="0"/>
                    <a:pt x="117" y="0"/>
                  </a:cubicBezTo>
                  <a:cubicBezTo>
                    <a:pt x="99" y="0"/>
                    <a:pt x="135" y="36"/>
                    <a:pt x="99" y="36"/>
                  </a:cubicBezTo>
                  <a:close/>
                </a:path>
              </a:pathLst>
            </a:custGeom>
            <a:solidFill>
              <a:schemeClr val="accent2"/>
            </a:solidFill>
            <a:ln w="9525">
              <a:noFill/>
              <a:round/>
            </a:ln>
          </p:spPr>
          <p:txBody>
            <a:bodyPr/>
            <a:lstStyle/>
            <a:p>
              <a:endParaRPr lang="en-GB" sz="1815"/>
            </a:p>
          </p:txBody>
        </p:sp>
        <p:sp>
          <p:nvSpPr>
            <p:cNvPr id="385" name="Freeform 229"/>
            <p:cNvSpPr/>
            <p:nvPr/>
          </p:nvSpPr>
          <p:spPr bwMode="auto">
            <a:xfrm>
              <a:off x="6244386" y="4247664"/>
              <a:ext cx="458562" cy="355213"/>
            </a:xfrm>
            <a:custGeom>
              <a:avLst/>
              <a:gdLst>
                <a:gd name="T0" fmla="*/ 572 w 198"/>
                <a:gd name="T1" fmla="*/ 210 h 153"/>
                <a:gd name="T2" fmla="*/ 466 w 198"/>
                <a:gd name="T3" fmla="*/ 0 h 153"/>
                <a:gd name="T4" fmla="*/ 154 w 198"/>
                <a:gd name="T5" fmla="*/ 7 h 153"/>
                <a:gd name="T6" fmla="*/ 154 w 198"/>
                <a:gd name="T7" fmla="*/ 262 h 153"/>
                <a:gd name="T8" fmla="*/ 0 w 198"/>
                <a:gd name="T9" fmla="*/ 365 h 153"/>
                <a:gd name="T10" fmla="*/ 154 w 198"/>
                <a:gd name="T11" fmla="*/ 471 h 153"/>
                <a:gd name="T12" fmla="*/ 154 w 198"/>
                <a:gd name="T13" fmla="*/ 838 h 153"/>
                <a:gd name="T14" fmla="*/ 466 w 198"/>
                <a:gd name="T15" fmla="*/ 838 h 153"/>
                <a:gd name="T16" fmla="*/ 624 w 198"/>
                <a:gd name="T17" fmla="*/ 627 h 153"/>
                <a:gd name="T18" fmla="*/ 676 w 198"/>
                <a:gd name="T19" fmla="*/ 888 h 153"/>
                <a:gd name="T20" fmla="*/ 986 w 198"/>
                <a:gd name="T21" fmla="*/ 838 h 153"/>
                <a:gd name="T22" fmla="*/ 986 w 198"/>
                <a:gd name="T23" fmla="*/ 575 h 153"/>
                <a:gd name="T24" fmla="*/ 1140 w 198"/>
                <a:gd name="T25" fmla="*/ 417 h 153"/>
                <a:gd name="T26" fmla="*/ 986 w 198"/>
                <a:gd name="T27" fmla="*/ 313 h 153"/>
                <a:gd name="T28" fmla="*/ 986 w 198"/>
                <a:gd name="T29" fmla="*/ 0 h 153"/>
                <a:gd name="T30" fmla="*/ 676 w 198"/>
                <a:gd name="T31" fmla="*/ 0 h 153"/>
                <a:gd name="T32" fmla="*/ 572 w 198"/>
                <a:gd name="T33" fmla="*/ 210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9" y="36"/>
                  </a:moveTo>
                  <a:cubicBezTo>
                    <a:pt x="63" y="36"/>
                    <a:pt x="90" y="0"/>
                    <a:pt x="81" y="0"/>
                  </a:cubicBezTo>
                  <a:cubicBezTo>
                    <a:pt x="72" y="0"/>
                    <a:pt x="27" y="1"/>
                    <a:pt x="27" y="1"/>
                  </a:cubicBezTo>
                  <a:cubicBezTo>
                    <a:pt x="27" y="1"/>
                    <a:pt x="27" y="27"/>
                    <a:pt x="27" y="45"/>
                  </a:cubicBezTo>
                  <a:cubicBezTo>
                    <a:pt x="27" y="63"/>
                    <a:pt x="0" y="27"/>
                    <a:pt x="0" y="63"/>
                  </a:cubicBez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35" y="0"/>
                    <a:pt x="117" y="0"/>
                  </a:cubicBezTo>
                  <a:cubicBezTo>
                    <a:pt x="99" y="0"/>
                    <a:pt x="135" y="36"/>
                    <a:pt x="99" y="36"/>
                  </a:cubicBezTo>
                  <a:close/>
                </a:path>
              </a:pathLst>
            </a:custGeom>
            <a:solidFill>
              <a:schemeClr val="accent5"/>
            </a:solidFill>
            <a:ln w="9525">
              <a:noFill/>
              <a:round/>
            </a:ln>
          </p:spPr>
          <p:txBody>
            <a:bodyPr/>
            <a:lstStyle/>
            <a:p>
              <a:endParaRPr lang="en-GB" sz="1815"/>
            </a:p>
          </p:txBody>
        </p:sp>
        <p:sp>
          <p:nvSpPr>
            <p:cNvPr id="386" name="Freeform 230"/>
            <p:cNvSpPr/>
            <p:nvPr/>
          </p:nvSpPr>
          <p:spPr bwMode="auto">
            <a:xfrm>
              <a:off x="4238340" y="2242969"/>
              <a:ext cx="459853" cy="355213"/>
            </a:xfrm>
            <a:custGeom>
              <a:avLst/>
              <a:gdLst>
                <a:gd name="T0" fmla="*/ 0 w 198"/>
                <a:gd name="T1" fmla="*/ 365 h 153"/>
                <a:gd name="T2" fmla="*/ 158 w 198"/>
                <a:gd name="T3" fmla="*/ 471 h 153"/>
                <a:gd name="T4" fmla="*/ 158 w 198"/>
                <a:gd name="T5" fmla="*/ 838 h 153"/>
                <a:gd name="T6" fmla="*/ 473 w 198"/>
                <a:gd name="T7" fmla="*/ 838 h 153"/>
                <a:gd name="T8" fmla="*/ 627 w 198"/>
                <a:gd name="T9" fmla="*/ 627 h 153"/>
                <a:gd name="T10" fmla="*/ 680 w 198"/>
                <a:gd name="T11" fmla="*/ 888 h 153"/>
                <a:gd name="T12" fmla="*/ 992 w 198"/>
                <a:gd name="T13" fmla="*/ 838 h 153"/>
                <a:gd name="T14" fmla="*/ 992 w 198"/>
                <a:gd name="T15" fmla="*/ 575 h 153"/>
                <a:gd name="T16" fmla="*/ 1151 w 198"/>
                <a:gd name="T17" fmla="*/ 417 h 153"/>
                <a:gd name="T18" fmla="*/ 992 w 198"/>
                <a:gd name="T19" fmla="*/ 313 h 153"/>
                <a:gd name="T20" fmla="*/ 992 w 198"/>
                <a:gd name="T21" fmla="*/ 0 h 153"/>
                <a:gd name="T22" fmla="*/ 680 w 198"/>
                <a:gd name="T23" fmla="*/ 0 h 153"/>
                <a:gd name="T24" fmla="*/ 575 w 198"/>
                <a:gd name="T25" fmla="*/ 210 h 153"/>
                <a:gd name="T26" fmla="*/ 473 w 198"/>
                <a:gd name="T27" fmla="*/ 0 h 153"/>
                <a:gd name="T28" fmla="*/ 158 w 198"/>
                <a:gd name="T29" fmla="*/ 0 h 153"/>
                <a:gd name="T30" fmla="*/ 158 w 198"/>
                <a:gd name="T31" fmla="*/ 262 h 153"/>
                <a:gd name="T32" fmla="*/ 0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0" y="63"/>
                  </a:move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35" y="0"/>
                    <a:pt x="117" y="0"/>
                  </a:cubicBezTo>
                  <a:cubicBezTo>
                    <a:pt x="99" y="0"/>
                    <a:pt x="135" y="36"/>
                    <a:pt x="99" y="36"/>
                  </a:cubicBezTo>
                  <a:cubicBezTo>
                    <a:pt x="63" y="36"/>
                    <a:pt x="90" y="0"/>
                    <a:pt x="81" y="0"/>
                  </a:cubicBezTo>
                  <a:cubicBezTo>
                    <a:pt x="72" y="0"/>
                    <a:pt x="27" y="0"/>
                    <a:pt x="27" y="0"/>
                  </a:cubicBezTo>
                  <a:cubicBezTo>
                    <a:pt x="27" y="0"/>
                    <a:pt x="27" y="27"/>
                    <a:pt x="27" y="45"/>
                  </a:cubicBezTo>
                  <a:cubicBezTo>
                    <a:pt x="27" y="63"/>
                    <a:pt x="0" y="27"/>
                    <a:pt x="0" y="63"/>
                  </a:cubicBezTo>
                  <a:close/>
                </a:path>
              </a:pathLst>
            </a:custGeom>
            <a:solidFill>
              <a:schemeClr val="accent5"/>
            </a:solidFill>
            <a:ln w="9525">
              <a:noFill/>
              <a:round/>
            </a:ln>
          </p:spPr>
          <p:txBody>
            <a:bodyPr/>
            <a:lstStyle/>
            <a:p>
              <a:endParaRPr lang="en-GB" sz="1815"/>
            </a:p>
          </p:txBody>
        </p:sp>
        <p:sp>
          <p:nvSpPr>
            <p:cNvPr id="387" name="Freeform 231"/>
            <p:cNvSpPr/>
            <p:nvPr/>
          </p:nvSpPr>
          <p:spPr bwMode="auto">
            <a:xfrm>
              <a:off x="5575273" y="4915465"/>
              <a:ext cx="459853" cy="355213"/>
            </a:xfrm>
            <a:custGeom>
              <a:avLst/>
              <a:gdLst>
                <a:gd name="T0" fmla="*/ 1151 w 198"/>
                <a:gd name="T1" fmla="*/ 417 h 153"/>
                <a:gd name="T2" fmla="*/ 992 w 198"/>
                <a:gd name="T3" fmla="*/ 313 h 153"/>
                <a:gd name="T4" fmla="*/ 992 w 198"/>
                <a:gd name="T5" fmla="*/ 0 h 153"/>
                <a:gd name="T6" fmla="*/ 680 w 198"/>
                <a:gd name="T7" fmla="*/ 0 h 153"/>
                <a:gd name="T8" fmla="*/ 575 w 198"/>
                <a:gd name="T9" fmla="*/ 210 h 153"/>
                <a:gd name="T10" fmla="*/ 473 w 198"/>
                <a:gd name="T11" fmla="*/ 0 h 153"/>
                <a:gd name="T12" fmla="*/ 158 w 198"/>
                <a:gd name="T13" fmla="*/ 0 h 153"/>
                <a:gd name="T14" fmla="*/ 158 w 198"/>
                <a:gd name="T15" fmla="*/ 262 h 153"/>
                <a:gd name="T16" fmla="*/ 0 w 198"/>
                <a:gd name="T17" fmla="*/ 365 h 153"/>
                <a:gd name="T18" fmla="*/ 158 w 198"/>
                <a:gd name="T19" fmla="*/ 471 h 153"/>
                <a:gd name="T20" fmla="*/ 158 w 198"/>
                <a:gd name="T21" fmla="*/ 838 h 153"/>
                <a:gd name="T22" fmla="*/ 473 w 198"/>
                <a:gd name="T23" fmla="*/ 838 h 153"/>
                <a:gd name="T24" fmla="*/ 627 w 198"/>
                <a:gd name="T25" fmla="*/ 627 h 153"/>
                <a:gd name="T26" fmla="*/ 680 w 198"/>
                <a:gd name="T27" fmla="*/ 888 h 153"/>
                <a:gd name="T28" fmla="*/ 992 w 198"/>
                <a:gd name="T29" fmla="*/ 838 h 153"/>
                <a:gd name="T30" fmla="*/ 992 w 198"/>
                <a:gd name="T31" fmla="*/ 575 h 153"/>
                <a:gd name="T32" fmla="*/ 1151 w 198"/>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72"/>
                  </a:moveTo>
                  <a:cubicBezTo>
                    <a:pt x="198" y="27"/>
                    <a:pt x="171" y="63"/>
                    <a:pt x="171" y="54"/>
                  </a:cubicBezTo>
                  <a:cubicBezTo>
                    <a:pt x="171" y="45"/>
                    <a:pt x="171" y="0"/>
                    <a:pt x="171" y="0"/>
                  </a:cubicBezTo>
                  <a:cubicBezTo>
                    <a:pt x="171" y="0"/>
                    <a:pt x="135" y="0"/>
                    <a:pt x="117" y="0"/>
                  </a:cubicBezTo>
                  <a:cubicBezTo>
                    <a:pt x="99" y="0"/>
                    <a:pt x="135" y="36"/>
                    <a:pt x="99" y="36"/>
                  </a:cubicBezTo>
                  <a:cubicBezTo>
                    <a:pt x="63" y="36"/>
                    <a:pt x="90" y="0"/>
                    <a:pt x="81" y="0"/>
                  </a:cubicBezTo>
                  <a:cubicBezTo>
                    <a:pt x="72"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4"/>
                    <a:pt x="171" y="144"/>
                  </a:cubicBezTo>
                  <a:cubicBezTo>
                    <a:pt x="171" y="144"/>
                    <a:pt x="171" y="126"/>
                    <a:pt x="171" y="99"/>
                  </a:cubicBezTo>
                  <a:cubicBezTo>
                    <a:pt x="171" y="72"/>
                    <a:pt x="198" y="108"/>
                    <a:pt x="198" y="72"/>
                  </a:cubicBezTo>
                  <a:close/>
                </a:path>
              </a:pathLst>
            </a:custGeom>
            <a:solidFill>
              <a:schemeClr val="accent3"/>
            </a:solidFill>
            <a:ln w="9525">
              <a:noFill/>
              <a:round/>
            </a:ln>
          </p:spPr>
          <p:txBody>
            <a:bodyPr/>
            <a:lstStyle/>
            <a:p>
              <a:endParaRPr lang="en-GB" sz="1815"/>
            </a:p>
          </p:txBody>
        </p:sp>
        <p:sp>
          <p:nvSpPr>
            <p:cNvPr id="388" name="Freeform 232"/>
            <p:cNvSpPr/>
            <p:nvPr/>
          </p:nvSpPr>
          <p:spPr bwMode="auto">
            <a:xfrm>
              <a:off x="7622654" y="6189066"/>
              <a:ext cx="355224" cy="459840"/>
            </a:xfrm>
            <a:custGeom>
              <a:avLst/>
              <a:gdLst>
                <a:gd name="T0" fmla="*/ 678 w 153"/>
                <a:gd name="T1" fmla="*/ 575 h 198"/>
                <a:gd name="T2" fmla="*/ 888 w 153"/>
                <a:gd name="T3" fmla="*/ 473 h 198"/>
                <a:gd name="T4" fmla="*/ 888 w 153"/>
                <a:gd name="T5" fmla="*/ 158 h 198"/>
                <a:gd name="T6" fmla="*/ 627 w 153"/>
                <a:gd name="T7" fmla="*/ 158 h 198"/>
                <a:gd name="T8" fmla="*/ 523 w 153"/>
                <a:gd name="T9" fmla="*/ 0 h 198"/>
                <a:gd name="T10" fmla="*/ 417 w 153"/>
                <a:gd name="T11" fmla="*/ 158 h 198"/>
                <a:gd name="T12" fmla="*/ 52 w 153"/>
                <a:gd name="T13" fmla="*/ 158 h 198"/>
                <a:gd name="T14" fmla="*/ 52 w 153"/>
                <a:gd name="T15" fmla="*/ 473 h 198"/>
                <a:gd name="T16" fmla="*/ 262 w 153"/>
                <a:gd name="T17" fmla="*/ 627 h 198"/>
                <a:gd name="T18" fmla="*/ 0 w 153"/>
                <a:gd name="T19" fmla="*/ 680 h 198"/>
                <a:gd name="T20" fmla="*/ 52 w 153"/>
                <a:gd name="T21" fmla="*/ 992 h 198"/>
                <a:gd name="T22" fmla="*/ 313 w 153"/>
                <a:gd name="T23" fmla="*/ 992 h 198"/>
                <a:gd name="T24" fmla="*/ 471 w 153"/>
                <a:gd name="T25" fmla="*/ 1151 h 198"/>
                <a:gd name="T26" fmla="*/ 575 w 153"/>
                <a:gd name="T27" fmla="*/ 992 h 198"/>
                <a:gd name="T28" fmla="*/ 888 w 153"/>
                <a:gd name="T29" fmla="*/ 992 h 198"/>
                <a:gd name="T30" fmla="*/ 888 w 153"/>
                <a:gd name="T31" fmla="*/ 680 h 198"/>
                <a:gd name="T32" fmla="*/ 678 w 153"/>
                <a:gd name="T33" fmla="*/ 575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98"/>
                <a:gd name="T53" fmla="*/ 153 w 153"/>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98">
                  <a:moveTo>
                    <a:pt x="117" y="99"/>
                  </a:moveTo>
                  <a:cubicBezTo>
                    <a:pt x="117" y="63"/>
                    <a:pt x="153" y="90"/>
                    <a:pt x="153" y="81"/>
                  </a:cubicBezTo>
                  <a:cubicBezTo>
                    <a:pt x="153" y="72"/>
                    <a:pt x="153" y="27"/>
                    <a:pt x="153" y="27"/>
                  </a:cubicBezTo>
                  <a:cubicBezTo>
                    <a:pt x="153" y="27"/>
                    <a:pt x="126" y="27"/>
                    <a:pt x="108" y="27"/>
                  </a:cubicBezTo>
                  <a:cubicBezTo>
                    <a:pt x="90" y="27"/>
                    <a:pt x="126" y="0"/>
                    <a:pt x="90" y="0"/>
                  </a:cubicBezTo>
                  <a:cubicBezTo>
                    <a:pt x="54" y="0"/>
                    <a:pt x="81" y="27"/>
                    <a:pt x="72" y="27"/>
                  </a:cubicBezTo>
                  <a:cubicBezTo>
                    <a:pt x="63" y="27"/>
                    <a:pt x="9" y="27"/>
                    <a:pt x="9" y="27"/>
                  </a:cubicBezTo>
                  <a:cubicBezTo>
                    <a:pt x="9" y="27"/>
                    <a:pt x="9" y="72"/>
                    <a:pt x="9" y="81"/>
                  </a:cubicBezTo>
                  <a:cubicBezTo>
                    <a:pt x="9" y="90"/>
                    <a:pt x="45" y="63"/>
                    <a:pt x="45" y="108"/>
                  </a:cubicBezTo>
                  <a:cubicBezTo>
                    <a:pt x="45" y="144"/>
                    <a:pt x="0" y="108"/>
                    <a:pt x="0" y="117"/>
                  </a:cubicBezTo>
                  <a:cubicBezTo>
                    <a:pt x="0" y="153"/>
                    <a:pt x="9" y="171"/>
                    <a:pt x="9" y="171"/>
                  </a:cubicBezTo>
                  <a:cubicBezTo>
                    <a:pt x="9" y="171"/>
                    <a:pt x="27" y="171"/>
                    <a:pt x="54" y="171"/>
                  </a:cubicBezTo>
                  <a:cubicBezTo>
                    <a:pt x="81" y="171"/>
                    <a:pt x="45" y="198"/>
                    <a:pt x="81" y="198"/>
                  </a:cubicBezTo>
                  <a:cubicBezTo>
                    <a:pt x="126" y="198"/>
                    <a:pt x="90" y="171"/>
                    <a:pt x="99" y="171"/>
                  </a:cubicBezTo>
                  <a:cubicBezTo>
                    <a:pt x="108" y="171"/>
                    <a:pt x="153" y="171"/>
                    <a:pt x="153" y="171"/>
                  </a:cubicBezTo>
                  <a:cubicBezTo>
                    <a:pt x="153" y="171"/>
                    <a:pt x="153" y="135"/>
                    <a:pt x="153" y="117"/>
                  </a:cubicBezTo>
                  <a:cubicBezTo>
                    <a:pt x="153" y="99"/>
                    <a:pt x="117" y="135"/>
                    <a:pt x="117" y="99"/>
                  </a:cubicBezTo>
                  <a:close/>
                </a:path>
              </a:pathLst>
            </a:custGeom>
            <a:solidFill>
              <a:schemeClr val="accent2"/>
            </a:solidFill>
            <a:ln w="9525">
              <a:noFill/>
              <a:round/>
            </a:ln>
          </p:spPr>
          <p:txBody>
            <a:bodyPr/>
            <a:lstStyle/>
            <a:p>
              <a:endParaRPr lang="en-GB" sz="1815"/>
            </a:p>
          </p:txBody>
        </p:sp>
        <p:sp>
          <p:nvSpPr>
            <p:cNvPr id="389" name="Freeform 233"/>
            <p:cNvSpPr/>
            <p:nvPr/>
          </p:nvSpPr>
          <p:spPr bwMode="auto">
            <a:xfrm>
              <a:off x="2902698" y="6252359"/>
              <a:ext cx="458562" cy="355213"/>
            </a:xfrm>
            <a:custGeom>
              <a:avLst/>
              <a:gdLst>
                <a:gd name="T0" fmla="*/ 1140 w 198"/>
                <a:gd name="T1" fmla="*/ 417 h 153"/>
                <a:gd name="T2" fmla="*/ 986 w 198"/>
                <a:gd name="T3" fmla="*/ 313 h 153"/>
                <a:gd name="T4" fmla="*/ 986 w 198"/>
                <a:gd name="T5" fmla="*/ 0 h 153"/>
                <a:gd name="T6" fmla="*/ 676 w 198"/>
                <a:gd name="T7" fmla="*/ 0 h 153"/>
                <a:gd name="T8" fmla="*/ 572 w 198"/>
                <a:gd name="T9" fmla="*/ 210 h 153"/>
                <a:gd name="T10" fmla="*/ 466 w 198"/>
                <a:gd name="T11" fmla="*/ 0 h 153"/>
                <a:gd name="T12" fmla="*/ 154 w 198"/>
                <a:gd name="T13" fmla="*/ 0 h 153"/>
                <a:gd name="T14" fmla="*/ 154 w 198"/>
                <a:gd name="T15" fmla="*/ 262 h 153"/>
                <a:gd name="T16" fmla="*/ 0 w 198"/>
                <a:gd name="T17" fmla="*/ 365 h 153"/>
                <a:gd name="T18" fmla="*/ 154 w 198"/>
                <a:gd name="T19" fmla="*/ 471 h 153"/>
                <a:gd name="T20" fmla="*/ 154 w 198"/>
                <a:gd name="T21" fmla="*/ 838 h 153"/>
                <a:gd name="T22" fmla="*/ 466 w 198"/>
                <a:gd name="T23" fmla="*/ 838 h 153"/>
                <a:gd name="T24" fmla="*/ 624 w 198"/>
                <a:gd name="T25" fmla="*/ 627 h 153"/>
                <a:gd name="T26" fmla="*/ 676 w 198"/>
                <a:gd name="T27" fmla="*/ 888 h 153"/>
                <a:gd name="T28" fmla="*/ 986 w 198"/>
                <a:gd name="T29" fmla="*/ 838 h 153"/>
                <a:gd name="T30" fmla="*/ 986 w 198"/>
                <a:gd name="T31" fmla="*/ 575 h 153"/>
                <a:gd name="T32" fmla="*/ 1140 w 198"/>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72"/>
                  </a:moveTo>
                  <a:cubicBezTo>
                    <a:pt x="198" y="27"/>
                    <a:pt x="171" y="63"/>
                    <a:pt x="171" y="54"/>
                  </a:cubicBezTo>
                  <a:cubicBezTo>
                    <a:pt x="171" y="45"/>
                    <a:pt x="171" y="0"/>
                    <a:pt x="171" y="0"/>
                  </a:cubicBezTo>
                  <a:cubicBezTo>
                    <a:pt x="171" y="0"/>
                    <a:pt x="135" y="0"/>
                    <a:pt x="117" y="0"/>
                  </a:cubicBezTo>
                  <a:cubicBezTo>
                    <a:pt x="99" y="0"/>
                    <a:pt x="135" y="36"/>
                    <a:pt x="99" y="36"/>
                  </a:cubicBezTo>
                  <a:cubicBezTo>
                    <a:pt x="63" y="36"/>
                    <a:pt x="90" y="0"/>
                    <a:pt x="81" y="0"/>
                  </a:cubicBezTo>
                  <a:cubicBezTo>
                    <a:pt x="72"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4"/>
                    <a:pt x="171" y="144"/>
                  </a:cubicBezTo>
                  <a:cubicBezTo>
                    <a:pt x="171" y="144"/>
                    <a:pt x="171" y="126"/>
                    <a:pt x="171" y="99"/>
                  </a:cubicBezTo>
                  <a:cubicBezTo>
                    <a:pt x="171" y="72"/>
                    <a:pt x="198" y="108"/>
                    <a:pt x="198" y="72"/>
                  </a:cubicBezTo>
                  <a:close/>
                </a:path>
              </a:pathLst>
            </a:custGeom>
            <a:solidFill>
              <a:schemeClr val="tx2"/>
            </a:solidFill>
            <a:ln w="9525">
              <a:noFill/>
              <a:round/>
            </a:ln>
          </p:spPr>
          <p:txBody>
            <a:bodyPr/>
            <a:lstStyle/>
            <a:p>
              <a:endParaRPr lang="en-GB" sz="1815"/>
            </a:p>
          </p:txBody>
        </p:sp>
        <p:sp>
          <p:nvSpPr>
            <p:cNvPr id="390" name="Freeform 234"/>
            <p:cNvSpPr/>
            <p:nvPr/>
          </p:nvSpPr>
          <p:spPr bwMode="auto">
            <a:xfrm>
              <a:off x="2568142" y="4580919"/>
              <a:ext cx="459853" cy="355213"/>
            </a:xfrm>
            <a:custGeom>
              <a:avLst/>
              <a:gdLst>
                <a:gd name="T0" fmla="*/ 627 w 198"/>
                <a:gd name="T1" fmla="*/ 627 h 153"/>
                <a:gd name="T2" fmla="*/ 680 w 198"/>
                <a:gd name="T3" fmla="*/ 888 h 153"/>
                <a:gd name="T4" fmla="*/ 992 w 198"/>
                <a:gd name="T5" fmla="*/ 838 h 153"/>
                <a:gd name="T6" fmla="*/ 992 w 198"/>
                <a:gd name="T7" fmla="*/ 575 h 153"/>
                <a:gd name="T8" fmla="*/ 1151 w 198"/>
                <a:gd name="T9" fmla="*/ 417 h 153"/>
                <a:gd name="T10" fmla="*/ 992 w 198"/>
                <a:gd name="T11" fmla="*/ 313 h 153"/>
                <a:gd name="T12" fmla="*/ 992 w 198"/>
                <a:gd name="T13" fmla="*/ 0 h 153"/>
                <a:gd name="T14" fmla="*/ 680 w 198"/>
                <a:gd name="T15" fmla="*/ 0 h 153"/>
                <a:gd name="T16" fmla="*/ 575 w 198"/>
                <a:gd name="T17" fmla="*/ 210 h 153"/>
                <a:gd name="T18" fmla="*/ 473 w 198"/>
                <a:gd name="T19" fmla="*/ 0 h 153"/>
                <a:gd name="T20" fmla="*/ 158 w 198"/>
                <a:gd name="T21" fmla="*/ 0 h 153"/>
                <a:gd name="T22" fmla="*/ 158 w 198"/>
                <a:gd name="T23" fmla="*/ 262 h 153"/>
                <a:gd name="T24" fmla="*/ 0 w 198"/>
                <a:gd name="T25" fmla="*/ 365 h 153"/>
                <a:gd name="T26" fmla="*/ 158 w 198"/>
                <a:gd name="T27" fmla="*/ 471 h 153"/>
                <a:gd name="T28" fmla="*/ 158 w 198"/>
                <a:gd name="T29" fmla="*/ 838 h 153"/>
                <a:gd name="T30" fmla="*/ 473 w 198"/>
                <a:gd name="T31" fmla="*/ 838 h 153"/>
                <a:gd name="T32" fmla="*/ 627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08" y="108"/>
                  </a:moveTo>
                  <a:cubicBezTo>
                    <a:pt x="144" y="108"/>
                    <a:pt x="108" y="153"/>
                    <a:pt x="117" y="153"/>
                  </a:cubicBezTo>
                  <a:cubicBezTo>
                    <a:pt x="153" y="153"/>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35" y="0"/>
                    <a:pt x="117" y="0"/>
                  </a:cubicBezTo>
                  <a:cubicBezTo>
                    <a:pt x="99" y="0"/>
                    <a:pt x="135" y="36"/>
                    <a:pt x="99" y="36"/>
                  </a:cubicBezTo>
                  <a:cubicBezTo>
                    <a:pt x="63" y="36"/>
                    <a:pt x="90" y="0"/>
                    <a:pt x="81" y="0"/>
                  </a:cubicBezTo>
                  <a:cubicBezTo>
                    <a:pt x="72"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72" y="144"/>
                    <a:pt x="81" y="144"/>
                  </a:cubicBezTo>
                  <a:cubicBezTo>
                    <a:pt x="90" y="144"/>
                    <a:pt x="63" y="108"/>
                    <a:pt x="108" y="108"/>
                  </a:cubicBezTo>
                  <a:close/>
                </a:path>
              </a:pathLst>
            </a:custGeom>
            <a:solidFill>
              <a:schemeClr val="accent3"/>
            </a:solidFill>
            <a:ln w="9525">
              <a:noFill/>
              <a:round/>
            </a:ln>
          </p:spPr>
          <p:txBody>
            <a:bodyPr/>
            <a:lstStyle/>
            <a:p>
              <a:endParaRPr lang="en-GB" sz="1815"/>
            </a:p>
          </p:txBody>
        </p:sp>
        <p:sp>
          <p:nvSpPr>
            <p:cNvPr id="391" name="Freeform 235"/>
            <p:cNvSpPr/>
            <p:nvPr/>
          </p:nvSpPr>
          <p:spPr bwMode="auto">
            <a:xfrm>
              <a:off x="4572896" y="3913118"/>
              <a:ext cx="459853" cy="355213"/>
            </a:xfrm>
            <a:custGeom>
              <a:avLst/>
              <a:gdLst>
                <a:gd name="T0" fmla="*/ 0 w 198"/>
                <a:gd name="T1" fmla="*/ 365 h 153"/>
                <a:gd name="T2" fmla="*/ 158 w 198"/>
                <a:gd name="T3" fmla="*/ 471 h 153"/>
                <a:gd name="T4" fmla="*/ 158 w 198"/>
                <a:gd name="T5" fmla="*/ 838 h 153"/>
                <a:gd name="T6" fmla="*/ 473 w 198"/>
                <a:gd name="T7" fmla="*/ 838 h 153"/>
                <a:gd name="T8" fmla="*/ 627 w 198"/>
                <a:gd name="T9" fmla="*/ 627 h 153"/>
                <a:gd name="T10" fmla="*/ 680 w 198"/>
                <a:gd name="T11" fmla="*/ 888 h 153"/>
                <a:gd name="T12" fmla="*/ 992 w 198"/>
                <a:gd name="T13" fmla="*/ 838 h 153"/>
                <a:gd name="T14" fmla="*/ 992 w 198"/>
                <a:gd name="T15" fmla="*/ 575 h 153"/>
                <a:gd name="T16" fmla="*/ 1151 w 198"/>
                <a:gd name="T17" fmla="*/ 417 h 153"/>
                <a:gd name="T18" fmla="*/ 992 w 198"/>
                <a:gd name="T19" fmla="*/ 313 h 153"/>
                <a:gd name="T20" fmla="*/ 992 w 198"/>
                <a:gd name="T21" fmla="*/ 0 h 153"/>
                <a:gd name="T22" fmla="*/ 680 w 198"/>
                <a:gd name="T23" fmla="*/ 0 h 153"/>
                <a:gd name="T24" fmla="*/ 575 w 198"/>
                <a:gd name="T25" fmla="*/ 210 h 153"/>
                <a:gd name="T26" fmla="*/ 473 w 198"/>
                <a:gd name="T27" fmla="*/ 0 h 153"/>
                <a:gd name="T28" fmla="*/ 158 w 198"/>
                <a:gd name="T29" fmla="*/ 0 h 153"/>
                <a:gd name="T30" fmla="*/ 158 w 198"/>
                <a:gd name="T31" fmla="*/ 262 h 153"/>
                <a:gd name="T32" fmla="*/ 0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0" y="63"/>
                  </a:move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35" y="0"/>
                    <a:pt x="117" y="0"/>
                  </a:cubicBezTo>
                  <a:cubicBezTo>
                    <a:pt x="99" y="0"/>
                    <a:pt x="135" y="36"/>
                    <a:pt x="99" y="36"/>
                  </a:cubicBezTo>
                  <a:cubicBezTo>
                    <a:pt x="63" y="36"/>
                    <a:pt x="90" y="0"/>
                    <a:pt x="81" y="0"/>
                  </a:cubicBezTo>
                  <a:cubicBezTo>
                    <a:pt x="72" y="0"/>
                    <a:pt x="27" y="0"/>
                    <a:pt x="27" y="0"/>
                  </a:cubicBezTo>
                  <a:cubicBezTo>
                    <a:pt x="27" y="0"/>
                    <a:pt x="27" y="27"/>
                    <a:pt x="27" y="45"/>
                  </a:cubicBezTo>
                  <a:cubicBezTo>
                    <a:pt x="27" y="63"/>
                    <a:pt x="0" y="27"/>
                    <a:pt x="0" y="63"/>
                  </a:cubicBezTo>
                  <a:close/>
                </a:path>
              </a:pathLst>
            </a:custGeom>
            <a:solidFill>
              <a:schemeClr val="accent3"/>
            </a:solidFill>
            <a:ln w="9525">
              <a:noFill/>
              <a:round/>
            </a:ln>
          </p:spPr>
          <p:txBody>
            <a:bodyPr/>
            <a:lstStyle/>
            <a:p>
              <a:endParaRPr lang="en-GB" sz="1815"/>
            </a:p>
          </p:txBody>
        </p:sp>
        <p:sp>
          <p:nvSpPr>
            <p:cNvPr id="392" name="Freeform 236"/>
            <p:cNvSpPr/>
            <p:nvPr/>
          </p:nvSpPr>
          <p:spPr bwMode="auto">
            <a:xfrm>
              <a:off x="3235963" y="3913118"/>
              <a:ext cx="459853" cy="334546"/>
            </a:xfrm>
            <a:custGeom>
              <a:avLst/>
              <a:gdLst>
                <a:gd name="T0" fmla="*/ 588 w 198"/>
                <a:gd name="T1" fmla="*/ 628 h 144"/>
                <a:gd name="T2" fmla="*/ 640 w 198"/>
                <a:gd name="T3" fmla="*/ 838 h 144"/>
                <a:gd name="T4" fmla="*/ 992 w 198"/>
                <a:gd name="T5" fmla="*/ 838 h 144"/>
                <a:gd name="T6" fmla="*/ 992 w 198"/>
                <a:gd name="T7" fmla="*/ 576 h 144"/>
                <a:gd name="T8" fmla="*/ 1151 w 198"/>
                <a:gd name="T9" fmla="*/ 421 h 144"/>
                <a:gd name="T10" fmla="*/ 992 w 198"/>
                <a:gd name="T11" fmla="*/ 313 h 144"/>
                <a:gd name="T12" fmla="*/ 992 w 198"/>
                <a:gd name="T13" fmla="*/ 0 h 144"/>
                <a:gd name="T14" fmla="*/ 734 w 198"/>
                <a:gd name="T15" fmla="*/ 0 h 144"/>
                <a:gd name="T16" fmla="*/ 575 w 198"/>
                <a:gd name="T17" fmla="*/ 263 h 144"/>
                <a:gd name="T18" fmla="*/ 417 w 198"/>
                <a:gd name="T19" fmla="*/ 0 h 144"/>
                <a:gd name="T20" fmla="*/ 158 w 198"/>
                <a:gd name="T21" fmla="*/ 0 h 144"/>
                <a:gd name="T22" fmla="*/ 158 w 198"/>
                <a:gd name="T23" fmla="*/ 263 h 144"/>
                <a:gd name="T24" fmla="*/ 0 w 198"/>
                <a:gd name="T25" fmla="*/ 365 h 144"/>
                <a:gd name="T26" fmla="*/ 158 w 198"/>
                <a:gd name="T27" fmla="*/ 473 h 144"/>
                <a:gd name="T28" fmla="*/ 158 w 198"/>
                <a:gd name="T29" fmla="*/ 838 h 144"/>
                <a:gd name="T30" fmla="*/ 430 w 198"/>
                <a:gd name="T31" fmla="*/ 838 h 144"/>
                <a:gd name="T32" fmla="*/ 588 w 198"/>
                <a:gd name="T33" fmla="*/ 628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101" y="108"/>
                  </a:moveTo>
                  <a:cubicBezTo>
                    <a:pt x="137" y="108"/>
                    <a:pt x="101" y="144"/>
                    <a:pt x="110" y="144"/>
                  </a:cubicBezTo>
                  <a:cubicBezTo>
                    <a:pt x="146" y="144"/>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65" y="144"/>
                    <a:pt x="74" y="144"/>
                  </a:cubicBezTo>
                  <a:cubicBezTo>
                    <a:pt x="83" y="144"/>
                    <a:pt x="56" y="108"/>
                    <a:pt x="101" y="108"/>
                  </a:cubicBezTo>
                  <a:close/>
                </a:path>
              </a:pathLst>
            </a:custGeom>
            <a:solidFill>
              <a:schemeClr val="accent5"/>
            </a:solidFill>
            <a:ln w="9525">
              <a:noFill/>
              <a:round/>
            </a:ln>
          </p:spPr>
          <p:txBody>
            <a:bodyPr/>
            <a:lstStyle/>
            <a:p>
              <a:endParaRPr lang="en-GB" sz="1815"/>
            </a:p>
          </p:txBody>
        </p:sp>
        <p:sp>
          <p:nvSpPr>
            <p:cNvPr id="393" name="Freeform 237"/>
            <p:cNvSpPr/>
            <p:nvPr/>
          </p:nvSpPr>
          <p:spPr bwMode="auto">
            <a:xfrm>
              <a:off x="3905075" y="5250012"/>
              <a:ext cx="458562" cy="333255"/>
            </a:xfrm>
            <a:custGeom>
              <a:avLst/>
              <a:gdLst>
                <a:gd name="T0" fmla="*/ 1140 w 198"/>
                <a:gd name="T1" fmla="*/ 414 h 144"/>
                <a:gd name="T2" fmla="*/ 986 w 198"/>
                <a:gd name="T3" fmla="*/ 312 h 144"/>
                <a:gd name="T4" fmla="*/ 986 w 198"/>
                <a:gd name="T5" fmla="*/ 0 h 144"/>
                <a:gd name="T6" fmla="*/ 726 w 198"/>
                <a:gd name="T7" fmla="*/ 0 h 144"/>
                <a:gd name="T8" fmla="*/ 572 w 198"/>
                <a:gd name="T9" fmla="*/ 260 h 144"/>
                <a:gd name="T10" fmla="*/ 414 w 198"/>
                <a:gd name="T11" fmla="*/ 0 h 144"/>
                <a:gd name="T12" fmla="*/ 154 w 198"/>
                <a:gd name="T13" fmla="*/ 0 h 144"/>
                <a:gd name="T14" fmla="*/ 154 w 198"/>
                <a:gd name="T15" fmla="*/ 260 h 144"/>
                <a:gd name="T16" fmla="*/ 0 w 198"/>
                <a:gd name="T17" fmla="*/ 362 h 144"/>
                <a:gd name="T18" fmla="*/ 154 w 198"/>
                <a:gd name="T19" fmla="*/ 466 h 144"/>
                <a:gd name="T20" fmla="*/ 154 w 198"/>
                <a:gd name="T21" fmla="*/ 828 h 144"/>
                <a:gd name="T22" fmla="*/ 427 w 198"/>
                <a:gd name="T23" fmla="*/ 828 h 144"/>
                <a:gd name="T24" fmla="*/ 583 w 198"/>
                <a:gd name="T25" fmla="*/ 620 h 144"/>
                <a:gd name="T26" fmla="*/ 633 w 198"/>
                <a:gd name="T27" fmla="*/ 828 h 144"/>
                <a:gd name="T28" fmla="*/ 986 w 198"/>
                <a:gd name="T29" fmla="*/ 828 h 144"/>
                <a:gd name="T30" fmla="*/ 986 w 198"/>
                <a:gd name="T31" fmla="*/ 568 h 144"/>
                <a:gd name="T32" fmla="*/ 1140 w 198"/>
                <a:gd name="T33" fmla="*/ 41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198" y="72"/>
                  </a:move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4"/>
                    <a:pt x="171" y="144"/>
                  </a:cubicBezTo>
                  <a:cubicBezTo>
                    <a:pt x="171" y="144"/>
                    <a:pt x="171" y="126"/>
                    <a:pt x="171" y="99"/>
                  </a:cubicBezTo>
                  <a:cubicBezTo>
                    <a:pt x="171" y="72"/>
                    <a:pt x="198" y="108"/>
                    <a:pt x="198" y="72"/>
                  </a:cubicBezTo>
                  <a:close/>
                </a:path>
              </a:pathLst>
            </a:custGeom>
            <a:solidFill>
              <a:schemeClr val="accent4"/>
            </a:solidFill>
            <a:ln w="9525">
              <a:noFill/>
              <a:round/>
            </a:ln>
          </p:spPr>
          <p:txBody>
            <a:bodyPr/>
            <a:lstStyle/>
            <a:p>
              <a:endParaRPr lang="en-GB" sz="1815"/>
            </a:p>
          </p:txBody>
        </p:sp>
        <p:sp>
          <p:nvSpPr>
            <p:cNvPr id="394" name="Freeform 238"/>
            <p:cNvSpPr/>
            <p:nvPr/>
          </p:nvSpPr>
          <p:spPr bwMode="auto">
            <a:xfrm>
              <a:off x="5240717" y="4580919"/>
              <a:ext cx="459853" cy="334546"/>
            </a:xfrm>
            <a:custGeom>
              <a:avLst/>
              <a:gdLst>
                <a:gd name="T0" fmla="*/ 1151 w 198"/>
                <a:gd name="T1" fmla="*/ 421 h 144"/>
                <a:gd name="T2" fmla="*/ 992 w 198"/>
                <a:gd name="T3" fmla="*/ 313 h 144"/>
                <a:gd name="T4" fmla="*/ 992 w 198"/>
                <a:gd name="T5" fmla="*/ 0 h 144"/>
                <a:gd name="T6" fmla="*/ 734 w 198"/>
                <a:gd name="T7" fmla="*/ 0 h 144"/>
                <a:gd name="T8" fmla="*/ 575 w 198"/>
                <a:gd name="T9" fmla="*/ 263 h 144"/>
                <a:gd name="T10" fmla="*/ 417 w 198"/>
                <a:gd name="T11" fmla="*/ 0 h 144"/>
                <a:gd name="T12" fmla="*/ 158 w 198"/>
                <a:gd name="T13" fmla="*/ 0 h 144"/>
                <a:gd name="T14" fmla="*/ 158 w 198"/>
                <a:gd name="T15" fmla="*/ 263 h 144"/>
                <a:gd name="T16" fmla="*/ 0 w 198"/>
                <a:gd name="T17" fmla="*/ 365 h 144"/>
                <a:gd name="T18" fmla="*/ 158 w 198"/>
                <a:gd name="T19" fmla="*/ 473 h 144"/>
                <a:gd name="T20" fmla="*/ 158 w 198"/>
                <a:gd name="T21" fmla="*/ 838 h 144"/>
                <a:gd name="T22" fmla="*/ 430 w 198"/>
                <a:gd name="T23" fmla="*/ 838 h 144"/>
                <a:gd name="T24" fmla="*/ 588 w 198"/>
                <a:gd name="T25" fmla="*/ 628 h 144"/>
                <a:gd name="T26" fmla="*/ 640 w 198"/>
                <a:gd name="T27" fmla="*/ 838 h 144"/>
                <a:gd name="T28" fmla="*/ 992 w 198"/>
                <a:gd name="T29" fmla="*/ 838 h 144"/>
                <a:gd name="T30" fmla="*/ 992 w 198"/>
                <a:gd name="T31" fmla="*/ 576 h 144"/>
                <a:gd name="T32" fmla="*/ 1151 w 198"/>
                <a:gd name="T33" fmla="*/ 421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198" y="72"/>
                  </a:move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4"/>
                    <a:pt x="171" y="144"/>
                  </a:cubicBezTo>
                  <a:cubicBezTo>
                    <a:pt x="171" y="144"/>
                    <a:pt x="171" y="126"/>
                    <a:pt x="171" y="99"/>
                  </a:cubicBezTo>
                  <a:cubicBezTo>
                    <a:pt x="171" y="72"/>
                    <a:pt x="198" y="108"/>
                    <a:pt x="198" y="72"/>
                  </a:cubicBezTo>
                  <a:close/>
                </a:path>
              </a:pathLst>
            </a:custGeom>
            <a:solidFill>
              <a:schemeClr val="accent5"/>
            </a:solidFill>
            <a:ln w="9525">
              <a:noFill/>
              <a:round/>
            </a:ln>
          </p:spPr>
          <p:txBody>
            <a:bodyPr/>
            <a:lstStyle/>
            <a:p>
              <a:endParaRPr lang="en-GB" sz="1815"/>
            </a:p>
          </p:txBody>
        </p:sp>
        <p:sp>
          <p:nvSpPr>
            <p:cNvPr id="395" name="Freeform 239"/>
            <p:cNvSpPr/>
            <p:nvPr/>
          </p:nvSpPr>
          <p:spPr bwMode="auto">
            <a:xfrm>
              <a:off x="5909830" y="3245317"/>
              <a:ext cx="459853" cy="333255"/>
            </a:xfrm>
            <a:custGeom>
              <a:avLst/>
              <a:gdLst>
                <a:gd name="T0" fmla="*/ 0 w 198"/>
                <a:gd name="T1" fmla="*/ 362 h 144"/>
                <a:gd name="T2" fmla="*/ 158 w 198"/>
                <a:gd name="T3" fmla="*/ 466 h 144"/>
                <a:gd name="T4" fmla="*/ 158 w 198"/>
                <a:gd name="T5" fmla="*/ 828 h 144"/>
                <a:gd name="T6" fmla="*/ 430 w 198"/>
                <a:gd name="T7" fmla="*/ 828 h 144"/>
                <a:gd name="T8" fmla="*/ 588 w 198"/>
                <a:gd name="T9" fmla="*/ 620 h 144"/>
                <a:gd name="T10" fmla="*/ 640 w 198"/>
                <a:gd name="T11" fmla="*/ 828 h 144"/>
                <a:gd name="T12" fmla="*/ 992 w 198"/>
                <a:gd name="T13" fmla="*/ 828 h 144"/>
                <a:gd name="T14" fmla="*/ 992 w 198"/>
                <a:gd name="T15" fmla="*/ 568 h 144"/>
                <a:gd name="T16" fmla="*/ 1151 w 198"/>
                <a:gd name="T17" fmla="*/ 414 h 144"/>
                <a:gd name="T18" fmla="*/ 992 w 198"/>
                <a:gd name="T19" fmla="*/ 312 h 144"/>
                <a:gd name="T20" fmla="*/ 992 w 198"/>
                <a:gd name="T21" fmla="*/ 0 h 144"/>
                <a:gd name="T22" fmla="*/ 734 w 198"/>
                <a:gd name="T23" fmla="*/ 0 h 144"/>
                <a:gd name="T24" fmla="*/ 575 w 198"/>
                <a:gd name="T25" fmla="*/ 260 h 144"/>
                <a:gd name="T26" fmla="*/ 417 w 198"/>
                <a:gd name="T27" fmla="*/ 0 h 144"/>
                <a:gd name="T28" fmla="*/ 158 w 198"/>
                <a:gd name="T29" fmla="*/ 0 h 144"/>
                <a:gd name="T30" fmla="*/ 158 w 198"/>
                <a:gd name="T31" fmla="*/ 260 h 144"/>
                <a:gd name="T32" fmla="*/ 0 w 198"/>
                <a:gd name="T33" fmla="*/ 362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0" y="63"/>
                  </a:move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lose/>
                </a:path>
              </a:pathLst>
            </a:custGeom>
            <a:solidFill>
              <a:schemeClr val="accent4"/>
            </a:solidFill>
            <a:ln w="9525">
              <a:noFill/>
              <a:round/>
            </a:ln>
          </p:spPr>
          <p:txBody>
            <a:bodyPr/>
            <a:lstStyle/>
            <a:p>
              <a:endParaRPr lang="en-GB" sz="1815"/>
            </a:p>
          </p:txBody>
        </p:sp>
        <p:sp>
          <p:nvSpPr>
            <p:cNvPr id="396" name="Freeform 240"/>
            <p:cNvSpPr/>
            <p:nvPr/>
          </p:nvSpPr>
          <p:spPr bwMode="auto">
            <a:xfrm>
              <a:off x="4907453" y="2242969"/>
              <a:ext cx="459853" cy="335838"/>
            </a:xfrm>
            <a:custGeom>
              <a:avLst/>
              <a:gdLst>
                <a:gd name="T0" fmla="*/ 0 w 198"/>
                <a:gd name="T1" fmla="*/ 364 h 145"/>
                <a:gd name="T2" fmla="*/ 158 w 198"/>
                <a:gd name="T3" fmla="*/ 466 h 145"/>
                <a:gd name="T4" fmla="*/ 158 w 198"/>
                <a:gd name="T5" fmla="*/ 830 h 145"/>
                <a:gd name="T6" fmla="*/ 430 w 198"/>
                <a:gd name="T7" fmla="*/ 830 h 145"/>
                <a:gd name="T8" fmla="*/ 588 w 198"/>
                <a:gd name="T9" fmla="*/ 624 h 145"/>
                <a:gd name="T10" fmla="*/ 640 w 198"/>
                <a:gd name="T11" fmla="*/ 830 h 145"/>
                <a:gd name="T12" fmla="*/ 992 w 198"/>
                <a:gd name="T13" fmla="*/ 836 h 145"/>
                <a:gd name="T14" fmla="*/ 992 w 198"/>
                <a:gd name="T15" fmla="*/ 572 h 145"/>
                <a:gd name="T16" fmla="*/ 1151 w 198"/>
                <a:gd name="T17" fmla="*/ 414 h 145"/>
                <a:gd name="T18" fmla="*/ 992 w 198"/>
                <a:gd name="T19" fmla="*/ 312 h 145"/>
                <a:gd name="T20" fmla="*/ 992 w 198"/>
                <a:gd name="T21" fmla="*/ 0 h 145"/>
                <a:gd name="T22" fmla="*/ 734 w 198"/>
                <a:gd name="T23" fmla="*/ 0 h 145"/>
                <a:gd name="T24" fmla="*/ 575 w 198"/>
                <a:gd name="T25" fmla="*/ 260 h 145"/>
                <a:gd name="T26" fmla="*/ 417 w 198"/>
                <a:gd name="T27" fmla="*/ 0 h 145"/>
                <a:gd name="T28" fmla="*/ 158 w 198"/>
                <a:gd name="T29" fmla="*/ 0 h 145"/>
                <a:gd name="T30" fmla="*/ 158 w 198"/>
                <a:gd name="T31" fmla="*/ 260 h 145"/>
                <a:gd name="T32" fmla="*/ 0 w 198"/>
                <a:gd name="T33" fmla="*/ 364 h 1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5"/>
                <a:gd name="T53" fmla="*/ 198 w 198"/>
                <a:gd name="T54" fmla="*/ 145 h 14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5">
                  <a:moveTo>
                    <a:pt x="0" y="63"/>
                  </a:move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5"/>
                    <a:pt x="171" y="145"/>
                  </a:cubicBezTo>
                  <a:cubicBezTo>
                    <a:pt x="171" y="145"/>
                    <a:pt x="171" y="126"/>
                    <a:pt x="171" y="99"/>
                  </a:cubicBezTo>
                  <a:cubicBezTo>
                    <a:pt x="171" y="72"/>
                    <a:pt x="198" y="108"/>
                    <a:pt x="198" y="72"/>
                  </a:cubicBez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lose/>
                </a:path>
              </a:pathLst>
            </a:custGeom>
            <a:solidFill>
              <a:schemeClr val="accent4"/>
            </a:solidFill>
            <a:ln w="9525">
              <a:noFill/>
              <a:round/>
            </a:ln>
          </p:spPr>
          <p:txBody>
            <a:bodyPr/>
            <a:lstStyle/>
            <a:p>
              <a:endParaRPr lang="en-GB" sz="1815"/>
            </a:p>
          </p:txBody>
        </p:sp>
        <p:sp>
          <p:nvSpPr>
            <p:cNvPr id="397" name="Freeform 241"/>
            <p:cNvSpPr/>
            <p:nvPr/>
          </p:nvSpPr>
          <p:spPr bwMode="auto">
            <a:xfrm>
              <a:off x="6912207" y="4915465"/>
              <a:ext cx="459853" cy="334546"/>
            </a:xfrm>
            <a:custGeom>
              <a:avLst/>
              <a:gdLst>
                <a:gd name="T0" fmla="*/ 575 w 198"/>
                <a:gd name="T1" fmla="*/ 263 h 144"/>
                <a:gd name="T2" fmla="*/ 417 w 198"/>
                <a:gd name="T3" fmla="*/ 0 h 144"/>
                <a:gd name="T4" fmla="*/ 158 w 198"/>
                <a:gd name="T5" fmla="*/ 0 h 144"/>
                <a:gd name="T6" fmla="*/ 158 w 198"/>
                <a:gd name="T7" fmla="*/ 263 h 144"/>
                <a:gd name="T8" fmla="*/ 0 w 198"/>
                <a:gd name="T9" fmla="*/ 365 h 144"/>
                <a:gd name="T10" fmla="*/ 158 w 198"/>
                <a:gd name="T11" fmla="*/ 473 h 144"/>
                <a:gd name="T12" fmla="*/ 158 w 198"/>
                <a:gd name="T13" fmla="*/ 838 h 144"/>
                <a:gd name="T14" fmla="*/ 430 w 198"/>
                <a:gd name="T15" fmla="*/ 838 h 144"/>
                <a:gd name="T16" fmla="*/ 588 w 198"/>
                <a:gd name="T17" fmla="*/ 628 h 144"/>
                <a:gd name="T18" fmla="*/ 640 w 198"/>
                <a:gd name="T19" fmla="*/ 838 h 144"/>
                <a:gd name="T20" fmla="*/ 992 w 198"/>
                <a:gd name="T21" fmla="*/ 838 h 144"/>
                <a:gd name="T22" fmla="*/ 992 w 198"/>
                <a:gd name="T23" fmla="*/ 576 h 144"/>
                <a:gd name="T24" fmla="*/ 1151 w 198"/>
                <a:gd name="T25" fmla="*/ 421 h 144"/>
                <a:gd name="T26" fmla="*/ 992 w 198"/>
                <a:gd name="T27" fmla="*/ 313 h 144"/>
                <a:gd name="T28" fmla="*/ 992 w 198"/>
                <a:gd name="T29" fmla="*/ 0 h 144"/>
                <a:gd name="T30" fmla="*/ 734 w 198"/>
                <a:gd name="T31" fmla="*/ 0 h 144"/>
                <a:gd name="T32" fmla="*/ 575 w 198"/>
                <a:gd name="T33" fmla="*/ 26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99" y="45"/>
                  </a:move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44" y="0"/>
                    <a:pt x="126" y="0"/>
                  </a:cubicBezTo>
                  <a:cubicBezTo>
                    <a:pt x="108" y="0"/>
                    <a:pt x="153" y="45"/>
                    <a:pt x="99" y="45"/>
                  </a:cubicBezTo>
                  <a:close/>
                </a:path>
              </a:pathLst>
            </a:custGeom>
            <a:solidFill>
              <a:schemeClr val="tx2"/>
            </a:solidFill>
            <a:ln w="9525">
              <a:noFill/>
              <a:round/>
            </a:ln>
          </p:spPr>
          <p:txBody>
            <a:bodyPr/>
            <a:lstStyle/>
            <a:p>
              <a:endParaRPr lang="en-GB" sz="1815"/>
            </a:p>
          </p:txBody>
        </p:sp>
        <p:sp>
          <p:nvSpPr>
            <p:cNvPr id="398" name="Freeform 242"/>
            <p:cNvSpPr/>
            <p:nvPr/>
          </p:nvSpPr>
          <p:spPr bwMode="auto">
            <a:xfrm>
              <a:off x="5575273" y="6252359"/>
              <a:ext cx="459853" cy="333255"/>
            </a:xfrm>
            <a:custGeom>
              <a:avLst/>
              <a:gdLst>
                <a:gd name="T0" fmla="*/ 1151 w 198"/>
                <a:gd name="T1" fmla="*/ 414 h 144"/>
                <a:gd name="T2" fmla="*/ 992 w 198"/>
                <a:gd name="T3" fmla="*/ 312 h 144"/>
                <a:gd name="T4" fmla="*/ 992 w 198"/>
                <a:gd name="T5" fmla="*/ 0 h 144"/>
                <a:gd name="T6" fmla="*/ 734 w 198"/>
                <a:gd name="T7" fmla="*/ 0 h 144"/>
                <a:gd name="T8" fmla="*/ 575 w 198"/>
                <a:gd name="T9" fmla="*/ 260 h 144"/>
                <a:gd name="T10" fmla="*/ 417 w 198"/>
                <a:gd name="T11" fmla="*/ 0 h 144"/>
                <a:gd name="T12" fmla="*/ 158 w 198"/>
                <a:gd name="T13" fmla="*/ 0 h 144"/>
                <a:gd name="T14" fmla="*/ 158 w 198"/>
                <a:gd name="T15" fmla="*/ 260 h 144"/>
                <a:gd name="T16" fmla="*/ 0 w 198"/>
                <a:gd name="T17" fmla="*/ 362 h 144"/>
                <a:gd name="T18" fmla="*/ 158 w 198"/>
                <a:gd name="T19" fmla="*/ 466 h 144"/>
                <a:gd name="T20" fmla="*/ 162 w 198"/>
                <a:gd name="T21" fmla="*/ 828 h 144"/>
                <a:gd name="T22" fmla="*/ 430 w 198"/>
                <a:gd name="T23" fmla="*/ 828 h 144"/>
                <a:gd name="T24" fmla="*/ 588 w 198"/>
                <a:gd name="T25" fmla="*/ 620 h 144"/>
                <a:gd name="T26" fmla="*/ 640 w 198"/>
                <a:gd name="T27" fmla="*/ 828 h 144"/>
                <a:gd name="T28" fmla="*/ 1000 w 198"/>
                <a:gd name="T29" fmla="*/ 828 h 144"/>
                <a:gd name="T30" fmla="*/ 992 w 198"/>
                <a:gd name="T31" fmla="*/ 568 h 144"/>
                <a:gd name="T32" fmla="*/ 1151 w 198"/>
                <a:gd name="T33" fmla="*/ 41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198" y="72"/>
                  </a:move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8" y="144"/>
                    <a:pt x="28" y="144"/>
                  </a:cubicBezTo>
                  <a:cubicBezTo>
                    <a:pt x="28" y="144"/>
                    <a:pt x="65" y="144"/>
                    <a:pt x="74" y="144"/>
                  </a:cubicBezTo>
                  <a:cubicBezTo>
                    <a:pt x="83" y="144"/>
                    <a:pt x="56" y="108"/>
                    <a:pt x="101" y="108"/>
                  </a:cubicBezTo>
                  <a:cubicBezTo>
                    <a:pt x="137" y="108"/>
                    <a:pt x="101" y="144"/>
                    <a:pt x="110" y="144"/>
                  </a:cubicBezTo>
                  <a:cubicBezTo>
                    <a:pt x="146" y="144"/>
                    <a:pt x="172" y="144"/>
                    <a:pt x="172" y="144"/>
                  </a:cubicBezTo>
                  <a:cubicBezTo>
                    <a:pt x="172" y="144"/>
                    <a:pt x="171" y="126"/>
                    <a:pt x="171" y="99"/>
                  </a:cubicBezTo>
                  <a:cubicBezTo>
                    <a:pt x="171" y="72"/>
                    <a:pt x="198" y="108"/>
                    <a:pt x="198" y="72"/>
                  </a:cubicBezTo>
                  <a:close/>
                </a:path>
              </a:pathLst>
            </a:custGeom>
            <a:solidFill>
              <a:schemeClr val="accent3"/>
            </a:solidFill>
            <a:ln w="9525">
              <a:noFill/>
              <a:round/>
            </a:ln>
          </p:spPr>
          <p:txBody>
            <a:bodyPr/>
            <a:lstStyle/>
            <a:p>
              <a:endParaRPr lang="en-GB" sz="1815"/>
            </a:p>
          </p:txBody>
        </p:sp>
        <p:sp>
          <p:nvSpPr>
            <p:cNvPr id="399" name="Freeform 243"/>
            <p:cNvSpPr/>
            <p:nvPr/>
          </p:nvSpPr>
          <p:spPr bwMode="auto">
            <a:xfrm>
              <a:off x="7246763" y="3913118"/>
              <a:ext cx="458562" cy="334546"/>
            </a:xfrm>
            <a:custGeom>
              <a:avLst/>
              <a:gdLst>
                <a:gd name="T0" fmla="*/ 572 w 198"/>
                <a:gd name="T1" fmla="*/ 263 h 144"/>
                <a:gd name="T2" fmla="*/ 414 w 198"/>
                <a:gd name="T3" fmla="*/ 0 h 144"/>
                <a:gd name="T4" fmla="*/ 154 w 198"/>
                <a:gd name="T5" fmla="*/ 0 h 144"/>
                <a:gd name="T6" fmla="*/ 154 w 198"/>
                <a:gd name="T7" fmla="*/ 263 h 144"/>
                <a:gd name="T8" fmla="*/ 0 w 198"/>
                <a:gd name="T9" fmla="*/ 365 h 144"/>
                <a:gd name="T10" fmla="*/ 154 w 198"/>
                <a:gd name="T11" fmla="*/ 473 h 144"/>
                <a:gd name="T12" fmla="*/ 154 w 198"/>
                <a:gd name="T13" fmla="*/ 838 h 144"/>
                <a:gd name="T14" fmla="*/ 427 w 198"/>
                <a:gd name="T15" fmla="*/ 838 h 144"/>
                <a:gd name="T16" fmla="*/ 583 w 198"/>
                <a:gd name="T17" fmla="*/ 628 h 144"/>
                <a:gd name="T18" fmla="*/ 633 w 198"/>
                <a:gd name="T19" fmla="*/ 838 h 144"/>
                <a:gd name="T20" fmla="*/ 986 w 198"/>
                <a:gd name="T21" fmla="*/ 838 h 144"/>
                <a:gd name="T22" fmla="*/ 986 w 198"/>
                <a:gd name="T23" fmla="*/ 576 h 144"/>
                <a:gd name="T24" fmla="*/ 1140 w 198"/>
                <a:gd name="T25" fmla="*/ 421 h 144"/>
                <a:gd name="T26" fmla="*/ 986 w 198"/>
                <a:gd name="T27" fmla="*/ 313 h 144"/>
                <a:gd name="T28" fmla="*/ 986 w 198"/>
                <a:gd name="T29" fmla="*/ 0 h 144"/>
                <a:gd name="T30" fmla="*/ 726 w 198"/>
                <a:gd name="T31" fmla="*/ 0 h 144"/>
                <a:gd name="T32" fmla="*/ 572 w 198"/>
                <a:gd name="T33" fmla="*/ 26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99" y="45"/>
                  </a:move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44" y="0"/>
                    <a:pt x="126" y="0"/>
                  </a:cubicBezTo>
                  <a:cubicBezTo>
                    <a:pt x="108" y="0"/>
                    <a:pt x="153" y="45"/>
                    <a:pt x="99" y="45"/>
                  </a:cubicBezTo>
                  <a:close/>
                </a:path>
              </a:pathLst>
            </a:custGeom>
            <a:solidFill>
              <a:schemeClr val="accent5"/>
            </a:solidFill>
            <a:ln w="9525">
              <a:noFill/>
              <a:round/>
            </a:ln>
          </p:spPr>
          <p:txBody>
            <a:bodyPr/>
            <a:lstStyle/>
            <a:p>
              <a:endParaRPr lang="en-GB" sz="1815"/>
            </a:p>
          </p:txBody>
        </p:sp>
        <p:sp>
          <p:nvSpPr>
            <p:cNvPr id="400" name="Freeform 244"/>
            <p:cNvSpPr/>
            <p:nvPr/>
          </p:nvSpPr>
          <p:spPr bwMode="auto">
            <a:xfrm>
              <a:off x="3299257" y="4518918"/>
              <a:ext cx="333265" cy="459840"/>
            </a:xfrm>
            <a:custGeom>
              <a:avLst/>
              <a:gdLst>
                <a:gd name="T0" fmla="*/ 362 w 144"/>
                <a:gd name="T1" fmla="*/ 1151 h 198"/>
                <a:gd name="T2" fmla="*/ 466 w 144"/>
                <a:gd name="T3" fmla="*/ 992 h 198"/>
                <a:gd name="T4" fmla="*/ 828 w 144"/>
                <a:gd name="T5" fmla="*/ 992 h 198"/>
                <a:gd name="T6" fmla="*/ 828 w 144"/>
                <a:gd name="T7" fmla="*/ 721 h 198"/>
                <a:gd name="T8" fmla="*/ 620 w 144"/>
                <a:gd name="T9" fmla="*/ 563 h 198"/>
                <a:gd name="T10" fmla="*/ 828 w 144"/>
                <a:gd name="T11" fmla="*/ 511 h 198"/>
                <a:gd name="T12" fmla="*/ 828 w 144"/>
                <a:gd name="T13" fmla="*/ 158 h 198"/>
                <a:gd name="T14" fmla="*/ 568 w 144"/>
                <a:gd name="T15" fmla="*/ 158 h 198"/>
                <a:gd name="T16" fmla="*/ 414 w 144"/>
                <a:gd name="T17" fmla="*/ 0 h 198"/>
                <a:gd name="T18" fmla="*/ 312 w 144"/>
                <a:gd name="T19" fmla="*/ 158 h 198"/>
                <a:gd name="T20" fmla="*/ 0 w 144"/>
                <a:gd name="T21" fmla="*/ 158 h 198"/>
                <a:gd name="T22" fmla="*/ 0 w 144"/>
                <a:gd name="T23" fmla="*/ 417 h 198"/>
                <a:gd name="T24" fmla="*/ 260 w 144"/>
                <a:gd name="T25" fmla="*/ 575 h 198"/>
                <a:gd name="T26" fmla="*/ 0 w 144"/>
                <a:gd name="T27" fmla="*/ 734 h 198"/>
                <a:gd name="T28" fmla="*/ 0 w 144"/>
                <a:gd name="T29" fmla="*/ 992 h 198"/>
                <a:gd name="T30" fmla="*/ 260 w 144"/>
                <a:gd name="T31" fmla="*/ 992 h 198"/>
                <a:gd name="T32" fmla="*/ 362 w 144"/>
                <a:gd name="T33" fmla="*/ 1151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63" y="198"/>
                  </a:move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ubicBezTo>
                    <a:pt x="27" y="0"/>
                    <a:pt x="63" y="27"/>
                    <a:pt x="54" y="27"/>
                  </a:cubicBezTo>
                  <a:cubicBezTo>
                    <a:pt x="45" y="27"/>
                    <a:pt x="0" y="27"/>
                    <a:pt x="0" y="27"/>
                  </a:cubicBezTo>
                  <a:cubicBezTo>
                    <a:pt x="0" y="27"/>
                    <a:pt x="0" y="54"/>
                    <a:pt x="0" y="72"/>
                  </a:cubicBezTo>
                  <a:cubicBezTo>
                    <a:pt x="0" y="90"/>
                    <a:pt x="45" y="45"/>
                    <a:pt x="45" y="99"/>
                  </a:cubicBezTo>
                  <a:cubicBezTo>
                    <a:pt x="45" y="144"/>
                    <a:pt x="0" y="117"/>
                    <a:pt x="0" y="126"/>
                  </a:cubicBezTo>
                  <a:cubicBezTo>
                    <a:pt x="0" y="135"/>
                    <a:pt x="0" y="171"/>
                    <a:pt x="0" y="171"/>
                  </a:cubicBezTo>
                  <a:cubicBezTo>
                    <a:pt x="0" y="171"/>
                    <a:pt x="27" y="171"/>
                    <a:pt x="45" y="171"/>
                  </a:cubicBezTo>
                  <a:cubicBezTo>
                    <a:pt x="63" y="171"/>
                    <a:pt x="27" y="198"/>
                    <a:pt x="63" y="198"/>
                  </a:cubicBezTo>
                  <a:close/>
                </a:path>
              </a:pathLst>
            </a:custGeom>
            <a:solidFill>
              <a:schemeClr val="accent6"/>
            </a:solidFill>
            <a:ln w="9525">
              <a:noFill/>
              <a:round/>
            </a:ln>
          </p:spPr>
          <p:txBody>
            <a:bodyPr/>
            <a:lstStyle/>
            <a:p>
              <a:endParaRPr lang="en-GB" sz="1815"/>
            </a:p>
          </p:txBody>
        </p:sp>
        <p:sp>
          <p:nvSpPr>
            <p:cNvPr id="401" name="Freeform 245"/>
            <p:cNvSpPr/>
            <p:nvPr/>
          </p:nvSpPr>
          <p:spPr bwMode="auto">
            <a:xfrm>
              <a:off x="5638568" y="2848770"/>
              <a:ext cx="333265" cy="458548"/>
            </a:xfrm>
            <a:custGeom>
              <a:avLst/>
              <a:gdLst>
                <a:gd name="T0" fmla="*/ 260 w 144"/>
                <a:gd name="T1" fmla="*/ 572 h 198"/>
                <a:gd name="T2" fmla="*/ 0 w 144"/>
                <a:gd name="T3" fmla="*/ 726 h 198"/>
                <a:gd name="T4" fmla="*/ 0 w 144"/>
                <a:gd name="T5" fmla="*/ 986 h 198"/>
                <a:gd name="T6" fmla="*/ 260 w 144"/>
                <a:gd name="T7" fmla="*/ 986 h 198"/>
                <a:gd name="T8" fmla="*/ 362 w 144"/>
                <a:gd name="T9" fmla="*/ 1140 h 198"/>
                <a:gd name="T10" fmla="*/ 466 w 144"/>
                <a:gd name="T11" fmla="*/ 986 h 198"/>
                <a:gd name="T12" fmla="*/ 828 w 144"/>
                <a:gd name="T13" fmla="*/ 986 h 198"/>
                <a:gd name="T14" fmla="*/ 828 w 144"/>
                <a:gd name="T15" fmla="*/ 714 h 198"/>
                <a:gd name="T16" fmla="*/ 620 w 144"/>
                <a:gd name="T17" fmla="*/ 559 h 198"/>
                <a:gd name="T18" fmla="*/ 828 w 144"/>
                <a:gd name="T19" fmla="*/ 507 h 198"/>
                <a:gd name="T20" fmla="*/ 828 w 144"/>
                <a:gd name="T21" fmla="*/ 154 h 198"/>
                <a:gd name="T22" fmla="*/ 568 w 144"/>
                <a:gd name="T23" fmla="*/ 154 h 198"/>
                <a:gd name="T24" fmla="*/ 414 w 144"/>
                <a:gd name="T25" fmla="*/ 0 h 198"/>
                <a:gd name="T26" fmla="*/ 312 w 144"/>
                <a:gd name="T27" fmla="*/ 154 h 198"/>
                <a:gd name="T28" fmla="*/ 0 w 144"/>
                <a:gd name="T29" fmla="*/ 161 h 198"/>
                <a:gd name="T30" fmla="*/ 0 w 144"/>
                <a:gd name="T31" fmla="*/ 414 h 198"/>
                <a:gd name="T32" fmla="*/ 260 w 144"/>
                <a:gd name="T33" fmla="*/ 572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45" y="99"/>
                  </a:moveTo>
                  <a:cubicBezTo>
                    <a:pt x="45" y="144"/>
                    <a:pt x="0" y="117"/>
                    <a:pt x="0" y="126"/>
                  </a:cubicBezTo>
                  <a:cubicBezTo>
                    <a:pt x="0" y="135"/>
                    <a:pt x="0" y="171"/>
                    <a:pt x="0" y="171"/>
                  </a:cubicBezTo>
                  <a:cubicBezTo>
                    <a:pt x="0"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ubicBezTo>
                    <a:pt x="27" y="0"/>
                    <a:pt x="63" y="27"/>
                    <a:pt x="54" y="27"/>
                  </a:cubicBezTo>
                  <a:cubicBezTo>
                    <a:pt x="45" y="27"/>
                    <a:pt x="0" y="28"/>
                    <a:pt x="0" y="28"/>
                  </a:cubicBezTo>
                  <a:cubicBezTo>
                    <a:pt x="0" y="28"/>
                    <a:pt x="0" y="54"/>
                    <a:pt x="0" y="72"/>
                  </a:cubicBezTo>
                  <a:cubicBezTo>
                    <a:pt x="0" y="90"/>
                    <a:pt x="45" y="45"/>
                    <a:pt x="45" y="99"/>
                  </a:cubicBezTo>
                  <a:close/>
                </a:path>
              </a:pathLst>
            </a:custGeom>
            <a:solidFill>
              <a:schemeClr val="accent2"/>
            </a:solidFill>
            <a:ln w="9525">
              <a:noFill/>
              <a:round/>
            </a:ln>
          </p:spPr>
          <p:txBody>
            <a:bodyPr/>
            <a:lstStyle/>
            <a:p>
              <a:endParaRPr lang="en-GB" sz="1815"/>
            </a:p>
          </p:txBody>
        </p:sp>
        <p:sp>
          <p:nvSpPr>
            <p:cNvPr id="402" name="Freeform 246"/>
            <p:cNvSpPr/>
            <p:nvPr/>
          </p:nvSpPr>
          <p:spPr bwMode="auto">
            <a:xfrm>
              <a:off x="4301634" y="3516571"/>
              <a:ext cx="334556" cy="459840"/>
            </a:xfrm>
            <a:custGeom>
              <a:avLst/>
              <a:gdLst>
                <a:gd name="T0" fmla="*/ 263 w 144"/>
                <a:gd name="T1" fmla="*/ 575 h 198"/>
                <a:gd name="T2" fmla="*/ 0 w 144"/>
                <a:gd name="T3" fmla="*/ 734 h 198"/>
                <a:gd name="T4" fmla="*/ 0 w 144"/>
                <a:gd name="T5" fmla="*/ 992 h 198"/>
                <a:gd name="T6" fmla="*/ 263 w 144"/>
                <a:gd name="T7" fmla="*/ 992 h 198"/>
                <a:gd name="T8" fmla="*/ 365 w 144"/>
                <a:gd name="T9" fmla="*/ 1151 h 198"/>
                <a:gd name="T10" fmla="*/ 473 w 144"/>
                <a:gd name="T11" fmla="*/ 992 h 198"/>
                <a:gd name="T12" fmla="*/ 838 w 144"/>
                <a:gd name="T13" fmla="*/ 992 h 198"/>
                <a:gd name="T14" fmla="*/ 838 w 144"/>
                <a:gd name="T15" fmla="*/ 721 h 198"/>
                <a:gd name="T16" fmla="*/ 628 w 144"/>
                <a:gd name="T17" fmla="*/ 563 h 198"/>
                <a:gd name="T18" fmla="*/ 838 w 144"/>
                <a:gd name="T19" fmla="*/ 511 h 198"/>
                <a:gd name="T20" fmla="*/ 838 w 144"/>
                <a:gd name="T21" fmla="*/ 158 h 198"/>
                <a:gd name="T22" fmla="*/ 576 w 144"/>
                <a:gd name="T23" fmla="*/ 158 h 198"/>
                <a:gd name="T24" fmla="*/ 421 w 144"/>
                <a:gd name="T25" fmla="*/ 0 h 198"/>
                <a:gd name="T26" fmla="*/ 313 w 144"/>
                <a:gd name="T27" fmla="*/ 158 h 198"/>
                <a:gd name="T28" fmla="*/ 0 w 144"/>
                <a:gd name="T29" fmla="*/ 158 h 198"/>
                <a:gd name="T30" fmla="*/ 0 w 144"/>
                <a:gd name="T31" fmla="*/ 417 h 198"/>
                <a:gd name="T32" fmla="*/ 263 w 144"/>
                <a:gd name="T33" fmla="*/ 575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45" y="99"/>
                  </a:moveTo>
                  <a:cubicBezTo>
                    <a:pt x="45" y="144"/>
                    <a:pt x="0" y="117"/>
                    <a:pt x="0" y="126"/>
                  </a:cubicBezTo>
                  <a:cubicBezTo>
                    <a:pt x="0" y="135"/>
                    <a:pt x="0" y="171"/>
                    <a:pt x="0" y="171"/>
                  </a:cubicBezTo>
                  <a:cubicBezTo>
                    <a:pt x="0"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ubicBezTo>
                    <a:pt x="27" y="0"/>
                    <a:pt x="63" y="27"/>
                    <a:pt x="54" y="27"/>
                  </a:cubicBezTo>
                  <a:cubicBezTo>
                    <a:pt x="45" y="27"/>
                    <a:pt x="0" y="27"/>
                    <a:pt x="0" y="27"/>
                  </a:cubicBezTo>
                  <a:cubicBezTo>
                    <a:pt x="0" y="27"/>
                    <a:pt x="0" y="54"/>
                    <a:pt x="0" y="72"/>
                  </a:cubicBezTo>
                  <a:cubicBezTo>
                    <a:pt x="0" y="90"/>
                    <a:pt x="45" y="45"/>
                    <a:pt x="45" y="99"/>
                  </a:cubicBezTo>
                  <a:close/>
                </a:path>
              </a:pathLst>
            </a:custGeom>
            <a:solidFill>
              <a:schemeClr val="accent5"/>
            </a:solidFill>
            <a:ln w="9525">
              <a:noFill/>
              <a:round/>
            </a:ln>
          </p:spPr>
          <p:txBody>
            <a:bodyPr/>
            <a:lstStyle/>
            <a:p>
              <a:endParaRPr lang="en-GB" sz="1815"/>
            </a:p>
          </p:txBody>
        </p:sp>
        <p:sp>
          <p:nvSpPr>
            <p:cNvPr id="403" name="Freeform 247"/>
            <p:cNvSpPr/>
            <p:nvPr/>
          </p:nvSpPr>
          <p:spPr bwMode="auto">
            <a:xfrm>
              <a:off x="6306389" y="2848770"/>
              <a:ext cx="334556" cy="458548"/>
            </a:xfrm>
            <a:custGeom>
              <a:avLst/>
              <a:gdLst>
                <a:gd name="T0" fmla="*/ 263 w 144"/>
                <a:gd name="T1" fmla="*/ 572 h 198"/>
                <a:gd name="T2" fmla="*/ 0 w 144"/>
                <a:gd name="T3" fmla="*/ 726 h 198"/>
                <a:gd name="T4" fmla="*/ 0 w 144"/>
                <a:gd name="T5" fmla="*/ 986 h 198"/>
                <a:gd name="T6" fmla="*/ 263 w 144"/>
                <a:gd name="T7" fmla="*/ 986 h 198"/>
                <a:gd name="T8" fmla="*/ 365 w 144"/>
                <a:gd name="T9" fmla="*/ 1140 h 198"/>
                <a:gd name="T10" fmla="*/ 473 w 144"/>
                <a:gd name="T11" fmla="*/ 986 h 198"/>
                <a:gd name="T12" fmla="*/ 838 w 144"/>
                <a:gd name="T13" fmla="*/ 986 h 198"/>
                <a:gd name="T14" fmla="*/ 838 w 144"/>
                <a:gd name="T15" fmla="*/ 714 h 198"/>
                <a:gd name="T16" fmla="*/ 628 w 144"/>
                <a:gd name="T17" fmla="*/ 559 h 198"/>
                <a:gd name="T18" fmla="*/ 838 w 144"/>
                <a:gd name="T19" fmla="*/ 507 h 198"/>
                <a:gd name="T20" fmla="*/ 838 w 144"/>
                <a:gd name="T21" fmla="*/ 154 h 198"/>
                <a:gd name="T22" fmla="*/ 576 w 144"/>
                <a:gd name="T23" fmla="*/ 154 h 198"/>
                <a:gd name="T24" fmla="*/ 421 w 144"/>
                <a:gd name="T25" fmla="*/ 0 h 198"/>
                <a:gd name="T26" fmla="*/ 313 w 144"/>
                <a:gd name="T27" fmla="*/ 154 h 198"/>
                <a:gd name="T28" fmla="*/ 0 w 144"/>
                <a:gd name="T29" fmla="*/ 154 h 198"/>
                <a:gd name="T30" fmla="*/ 0 w 144"/>
                <a:gd name="T31" fmla="*/ 414 h 198"/>
                <a:gd name="T32" fmla="*/ 263 w 144"/>
                <a:gd name="T33" fmla="*/ 572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45" y="99"/>
                  </a:moveTo>
                  <a:cubicBezTo>
                    <a:pt x="45" y="144"/>
                    <a:pt x="0" y="117"/>
                    <a:pt x="0" y="126"/>
                  </a:cubicBezTo>
                  <a:cubicBezTo>
                    <a:pt x="0" y="135"/>
                    <a:pt x="0" y="171"/>
                    <a:pt x="0" y="171"/>
                  </a:cubicBezTo>
                  <a:cubicBezTo>
                    <a:pt x="0"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ubicBezTo>
                    <a:pt x="27" y="0"/>
                    <a:pt x="63" y="27"/>
                    <a:pt x="54" y="27"/>
                  </a:cubicBezTo>
                  <a:cubicBezTo>
                    <a:pt x="45" y="27"/>
                    <a:pt x="0" y="27"/>
                    <a:pt x="0" y="27"/>
                  </a:cubicBezTo>
                  <a:cubicBezTo>
                    <a:pt x="0" y="27"/>
                    <a:pt x="0" y="54"/>
                    <a:pt x="0" y="72"/>
                  </a:cubicBezTo>
                  <a:cubicBezTo>
                    <a:pt x="0" y="90"/>
                    <a:pt x="45" y="45"/>
                    <a:pt x="45" y="99"/>
                  </a:cubicBezTo>
                  <a:close/>
                </a:path>
              </a:pathLst>
            </a:custGeom>
            <a:solidFill>
              <a:schemeClr val="accent5"/>
            </a:solidFill>
            <a:ln w="9525">
              <a:noFill/>
              <a:round/>
            </a:ln>
          </p:spPr>
          <p:txBody>
            <a:bodyPr/>
            <a:lstStyle/>
            <a:p>
              <a:endParaRPr lang="en-GB" sz="1815"/>
            </a:p>
          </p:txBody>
        </p:sp>
        <p:sp>
          <p:nvSpPr>
            <p:cNvPr id="404" name="Freeform 248"/>
            <p:cNvSpPr/>
            <p:nvPr/>
          </p:nvSpPr>
          <p:spPr bwMode="auto">
            <a:xfrm>
              <a:off x="7308766" y="5186719"/>
              <a:ext cx="334556" cy="459840"/>
            </a:xfrm>
            <a:custGeom>
              <a:avLst/>
              <a:gdLst>
                <a:gd name="T0" fmla="*/ 421 w 144"/>
                <a:gd name="T1" fmla="*/ 0 h 198"/>
                <a:gd name="T2" fmla="*/ 313 w 144"/>
                <a:gd name="T3" fmla="*/ 158 h 198"/>
                <a:gd name="T4" fmla="*/ 0 w 144"/>
                <a:gd name="T5" fmla="*/ 158 h 198"/>
                <a:gd name="T6" fmla="*/ 0 w 144"/>
                <a:gd name="T7" fmla="*/ 417 h 198"/>
                <a:gd name="T8" fmla="*/ 263 w 144"/>
                <a:gd name="T9" fmla="*/ 575 h 198"/>
                <a:gd name="T10" fmla="*/ 0 w 144"/>
                <a:gd name="T11" fmla="*/ 734 h 198"/>
                <a:gd name="T12" fmla="*/ 0 w 144"/>
                <a:gd name="T13" fmla="*/ 992 h 198"/>
                <a:gd name="T14" fmla="*/ 263 w 144"/>
                <a:gd name="T15" fmla="*/ 992 h 198"/>
                <a:gd name="T16" fmla="*/ 365 w 144"/>
                <a:gd name="T17" fmla="*/ 1151 h 198"/>
                <a:gd name="T18" fmla="*/ 473 w 144"/>
                <a:gd name="T19" fmla="*/ 992 h 198"/>
                <a:gd name="T20" fmla="*/ 838 w 144"/>
                <a:gd name="T21" fmla="*/ 992 h 198"/>
                <a:gd name="T22" fmla="*/ 838 w 144"/>
                <a:gd name="T23" fmla="*/ 721 h 198"/>
                <a:gd name="T24" fmla="*/ 628 w 144"/>
                <a:gd name="T25" fmla="*/ 563 h 198"/>
                <a:gd name="T26" fmla="*/ 838 w 144"/>
                <a:gd name="T27" fmla="*/ 511 h 198"/>
                <a:gd name="T28" fmla="*/ 838 w 144"/>
                <a:gd name="T29" fmla="*/ 158 h 198"/>
                <a:gd name="T30" fmla="*/ 576 w 144"/>
                <a:gd name="T31" fmla="*/ 158 h 198"/>
                <a:gd name="T32" fmla="*/ 421 w 144"/>
                <a:gd name="T33" fmla="*/ 0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72" y="0"/>
                  </a:moveTo>
                  <a:cubicBezTo>
                    <a:pt x="27" y="0"/>
                    <a:pt x="63" y="27"/>
                    <a:pt x="54" y="27"/>
                  </a:cubicBezTo>
                  <a:cubicBezTo>
                    <a:pt x="45" y="27"/>
                    <a:pt x="0" y="27"/>
                    <a:pt x="0" y="27"/>
                  </a:cubicBezTo>
                  <a:cubicBezTo>
                    <a:pt x="0" y="27"/>
                    <a:pt x="0" y="54"/>
                    <a:pt x="0" y="72"/>
                  </a:cubicBezTo>
                  <a:cubicBezTo>
                    <a:pt x="0" y="90"/>
                    <a:pt x="45" y="45"/>
                    <a:pt x="45" y="99"/>
                  </a:cubicBezTo>
                  <a:cubicBezTo>
                    <a:pt x="45" y="144"/>
                    <a:pt x="0" y="117"/>
                    <a:pt x="0" y="126"/>
                  </a:cubicBezTo>
                  <a:cubicBezTo>
                    <a:pt x="0" y="135"/>
                    <a:pt x="0" y="171"/>
                    <a:pt x="0" y="171"/>
                  </a:cubicBezTo>
                  <a:cubicBezTo>
                    <a:pt x="0"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lose/>
                </a:path>
              </a:pathLst>
            </a:custGeom>
            <a:solidFill>
              <a:schemeClr val="accent5"/>
            </a:solidFill>
            <a:ln w="9525">
              <a:noFill/>
              <a:round/>
            </a:ln>
          </p:spPr>
          <p:txBody>
            <a:bodyPr/>
            <a:lstStyle/>
            <a:p>
              <a:endParaRPr lang="en-GB" sz="1815"/>
            </a:p>
          </p:txBody>
        </p:sp>
        <p:sp>
          <p:nvSpPr>
            <p:cNvPr id="405" name="Freeform 249"/>
            <p:cNvSpPr/>
            <p:nvPr/>
          </p:nvSpPr>
          <p:spPr bwMode="auto">
            <a:xfrm>
              <a:off x="7308766" y="3182024"/>
              <a:ext cx="334556" cy="459840"/>
            </a:xfrm>
            <a:custGeom>
              <a:avLst/>
              <a:gdLst>
                <a:gd name="T0" fmla="*/ 421 w 144"/>
                <a:gd name="T1" fmla="*/ 0 h 198"/>
                <a:gd name="T2" fmla="*/ 313 w 144"/>
                <a:gd name="T3" fmla="*/ 158 h 198"/>
                <a:gd name="T4" fmla="*/ 0 w 144"/>
                <a:gd name="T5" fmla="*/ 158 h 198"/>
                <a:gd name="T6" fmla="*/ 0 w 144"/>
                <a:gd name="T7" fmla="*/ 417 h 198"/>
                <a:gd name="T8" fmla="*/ 263 w 144"/>
                <a:gd name="T9" fmla="*/ 575 h 198"/>
                <a:gd name="T10" fmla="*/ 0 w 144"/>
                <a:gd name="T11" fmla="*/ 734 h 198"/>
                <a:gd name="T12" fmla="*/ 0 w 144"/>
                <a:gd name="T13" fmla="*/ 992 h 198"/>
                <a:gd name="T14" fmla="*/ 263 w 144"/>
                <a:gd name="T15" fmla="*/ 992 h 198"/>
                <a:gd name="T16" fmla="*/ 365 w 144"/>
                <a:gd name="T17" fmla="*/ 1151 h 198"/>
                <a:gd name="T18" fmla="*/ 473 w 144"/>
                <a:gd name="T19" fmla="*/ 992 h 198"/>
                <a:gd name="T20" fmla="*/ 838 w 144"/>
                <a:gd name="T21" fmla="*/ 992 h 198"/>
                <a:gd name="T22" fmla="*/ 838 w 144"/>
                <a:gd name="T23" fmla="*/ 721 h 198"/>
                <a:gd name="T24" fmla="*/ 628 w 144"/>
                <a:gd name="T25" fmla="*/ 563 h 198"/>
                <a:gd name="T26" fmla="*/ 838 w 144"/>
                <a:gd name="T27" fmla="*/ 511 h 198"/>
                <a:gd name="T28" fmla="*/ 838 w 144"/>
                <a:gd name="T29" fmla="*/ 158 h 198"/>
                <a:gd name="T30" fmla="*/ 576 w 144"/>
                <a:gd name="T31" fmla="*/ 158 h 198"/>
                <a:gd name="T32" fmla="*/ 421 w 144"/>
                <a:gd name="T33" fmla="*/ 0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72" y="0"/>
                  </a:moveTo>
                  <a:cubicBezTo>
                    <a:pt x="27" y="0"/>
                    <a:pt x="63" y="27"/>
                    <a:pt x="54" y="27"/>
                  </a:cubicBezTo>
                  <a:cubicBezTo>
                    <a:pt x="45" y="27"/>
                    <a:pt x="0" y="27"/>
                    <a:pt x="0" y="27"/>
                  </a:cubicBezTo>
                  <a:cubicBezTo>
                    <a:pt x="0" y="27"/>
                    <a:pt x="0" y="54"/>
                    <a:pt x="0" y="72"/>
                  </a:cubicBezTo>
                  <a:cubicBezTo>
                    <a:pt x="0" y="90"/>
                    <a:pt x="45" y="45"/>
                    <a:pt x="45" y="99"/>
                  </a:cubicBezTo>
                  <a:cubicBezTo>
                    <a:pt x="45" y="144"/>
                    <a:pt x="0" y="117"/>
                    <a:pt x="0" y="126"/>
                  </a:cubicBezTo>
                  <a:cubicBezTo>
                    <a:pt x="0" y="135"/>
                    <a:pt x="0" y="171"/>
                    <a:pt x="0" y="171"/>
                  </a:cubicBezTo>
                  <a:cubicBezTo>
                    <a:pt x="0"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lose/>
                </a:path>
              </a:pathLst>
            </a:custGeom>
            <a:solidFill>
              <a:schemeClr val="accent6"/>
            </a:solidFill>
            <a:ln w="9525">
              <a:noFill/>
              <a:round/>
            </a:ln>
          </p:spPr>
          <p:txBody>
            <a:bodyPr/>
            <a:lstStyle/>
            <a:p>
              <a:endParaRPr lang="en-GB" sz="1815"/>
            </a:p>
          </p:txBody>
        </p:sp>
        <p:sp>
          <p:nvSpPr>
            <p:cNvPr id="406" name="Freeform 250"/>
            <p:cNvSpPr/>
            <p:nvPr/>
          </p:nvSpPr>
          <p:spPr bwMode="auto">
            <a:xfrm>
              <a:off x="6306389" y="6189066"/>
              <a:ext cx="334556" cy="459840"/>
            </a:xfrm>
            <a:custGeom>
              <a:avLst/>
              <a:gdLst>
                <a:gd name="T0" fmla="*/ 628 w 144"/>
                <a:gd name="T1" fmla="*/ 563 h 198"/>
                <a:gd name="T2" fmla="*/ 838 w 144"/>
                <a:gd name="T3" fmla="*/ 511 h 198"/>
                <a:gd name="T4" fmla="*/ 838 w 144"/>
                <a:gd name="T5" fmla="*/ 158 h 198"/>
                <a:gd name="T6" fmla="*/ 576 w 144"/>
                <a:gd name="T7" fmla="*/ 158 h 198"/>
                <a:gd name="T8" fmla="*/ 421 w 144"/>
                <a:gd name="T9" fmla="*/ 0 h 198"/>
                <a:gd name="T10" fmla="*/ 313 w 144"/>
                <a:gd name="T11" fmla="*/ 158 h 198"/>
                <a:gd name="T12" fmla="*/ 0 w 144"/>
                <a:gd name="T13" fmla="*/ 158 h 198"/>
                <a:gd name="T14" fmla="*/ 0 w 144"/>
                <a:gd name="T15" fmla="*/ 417 h 198"/>
                <a:gd name="T16" fmla="*/ 263 w 144"/>
                <a:gd name="T17" fmla="*/ 575 h 198"/>
                <a:gd name="T18" fmla="*/ 0 w 144"/>
                <a:gd name="T19" fmla="*/ 734 h 198"/>
                <a:gd name="T20" fmla="*/ 7 w 144"/>
                <a:gd name="T21" fmla="*/ 992 h 198"/>
                <a:gd name="T22" fmla="*/ 263 w 144"/>
                <a:gd name="T23" fmla="*/ 992 h 198"/>
                <a:gd name="T24" fmla="*/ 365 w 144"/>
                <a:gd name="T25" fmla="*/ 1151 h 198"/>
                <a:gd name="T26" fmla="*/ 473 w 144"/>
                <a:gd name="T27" fmla="*/ 992 h 198"/>
                <a:gd name="T28" fmla="*/ 838 w 144"/>
                <a:gd name="T29" fmla="*/ 992 h 198"/>
                <a:gd name="T30" fmla="*/ 838 w 144"/>
                <a:gd name="T31" fmla="*/ 721 h 198"/>
                <a:gd name="T32" fmla="*/ 628 w 144"/>
                <a:gd name="T33" fmla="*/ 563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108" y="97"/>
                  </a:moveTo>
                  <a:cubicBezTo>
                    <a:pt x="108" y="61"/>
                    <a:pt x="144" y="97"/>
                    <a:pt x="144" y="88"/>
                  </a:cubicBezTo>
                  <a:cubicBezTo>
                    <a:pt x="144" y="52"/>
                    <a:pt x="144" y="27"/>
                    <a:pt x="144" y="27"/>
                  </a:cubicBezTo>
                  <a:cubicBezTo>
                    <a:pt x="144" y="27"/>
                    <a:pt x="126" y="27"/>
                    <a:pt x="99" y="27"/>
                  </a:cubicBezTo>
                  <a:cubicBezTo>
                    <a:pt x="72" y="27"/>
                    <a:pt x="108" y="0"/>
                    <a:pt x="72" y="0"/>
                  </a:cubicBezTo>
                  <a:cubicBezTo>
                    <a:pt x="27" y="0"/>
                    <a:pt x="63" y="27"/>
                    <a:pt x="54" y="27"/>
                  </a:cubicBezTo>
                  <a:cubicBezTo>
                    <a:pt x="45" y="27"/>
                    <a:pt x="0" y="27"/>
                    <a:pt x="0" y="27"/>
                  </a:cubicBezTo>
                  <a:cubicBezTo>
                    <a:pt x="0" y="27"/>
                    <a:pt x="0" y="54"/>
                    <a:pt x="0" y="72"/>
                  </a:cubicBezTo>
                  <a:cubicBezTo>
                    <a:pt x="0" y="90"/>
                    <a:pt x="45" y="45"/>
                    <a:pt x="45" y="99"/>
                  </a:cubicBezTo>
                  <a:cubicBezTo>
                    <a:pt x="45" y="144"/>
                    <a:pt x="0" y="117"/>
                    <a:pt x="0" y="126"/>
                  </a:cubicBezTo>
                  <a:cubicBezTo>
                    <a:pt x="0" y="135"/>
                    <a:pt x="1" y="171"/>
                    <a:pt x="1" y="171"/>
                  </a:cubicBezTo>
                  <a:cubicBezTo>
                    <a:pt x="1"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lose/>
                </a:path>
              </a:pathLst>
            </a:custGeom>
            <a:solidFill>
              <a:schemeClr val="accent6"/>
            </a:solidFill>
            <a:ln w="9525">
              <a:noFill/>
              <a:round/>
            </a:ln>
          </p:spPr>
          <p:txBody>
            <a:bodyPr/>
            <a:lstStyle/>
            <a:p>
              <a:endParaRPr lang="en-GB" sz="1815"/>
            </a:p>
          </p:txBody>
        </p:sp>
        <p:sp>
          <p:nvSpPr>
            <p:cNvPr id="407" name="Freeform 251"/>
            <p:cNvSpPr/>
            <p:nvPr/>
          </p:nvSpPr>
          <p:spPr bwMode="auto">
            <a:xfrm>
              <a:off x="4969455" y="6189066"/>
              <a:ext cx="337140" cy="459840"/>
            </a:xfrm>
            <a:custGeom>
              <a:avLst/>
              <a:gdLst>
                <a:gd name="T0" fmla="*/ 576 w 145"/>
                <a:gd name="T1" fmla="*/ 575 h 198"/>
                <a:gd name="T2" fmla="*/ 839 w 145"/>
                <a:gd name="T3" fmla="*/ 417 h 198"/>
                <a:gd name="T4" fmla="*/ 839 w 145"/>
                <a:gd name="T5" fmla="*/ 158 h 198"/>
                <a:gd name="T6" fmla="*/ 576 w 145"/>
                <a:gd name="T7" fmla="*/ 158 h 198"/>
                <a:gd name="T8" fmla="*/ 473 w 145"/>
                <a:gd name="T9" fmla="*/ 0 h 198"/>
                <a:gd name="T10" fmla="*/ 365 w 145"/>
                <a:gd name="T11" fmla="*/ 158 h 198"/>
                <a:gd name="T12" fmla="*/ 0 w 145"/>
                <a:gd name="T13" fmla="*/ 158 h 198"/>
                <a:gd name="T14" fmla="*/ 0 w 145"/>
                <a:gd name="T15" fmla="*/ 430 h 198"/>
                <a:gd name="T16" fmla="*/ 211 w 145"/>
                <a:gd name="T17" fmla="*/ 588 h 198"/>
                <a:gd name="T18" fmla="*/ 0 w 145"/>
                <a:gd name="T19" fmla="*/ 640 h 198"/>
                <a:gd name="T20" fmla="*/ 0 w 145"/>
                <a:gd name="T21" fmla="*/ 992 h 198"/>
                <a:gd name="T22" fmla="*/ 263 w 145"/>
                <a:gd name="T23" fmla="*/ 992 h 198"/>
                <a:gd name="T24" fmla="*/ 421 w 145"/>
                <a:gd name="T25" fmla="*/ 1151 h 198"/>
                <a:gd name="T26" fmla="*/ 526 w 145"/>
                <a:gd name="T27" fmla="*/ 992 h 198"/>
                <a:gd name="T28" fmla="*/ 846 w 145"/>
                <a:gd name="T29" fmla="*/ 992 h 198"/>
                <a:gd name="T30" fmla="*/ 839 w 145"/>
                <a:gd name="T31" fmla="*/ 734 h 198"/>
                <a:gd name="T32" fmla="*/ 576 w 145"/>
                <a:gd name="T33" fmla="*/ 575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5"/>
                <a:gd name="T52" fmla="*/ 0 h 198"/>
                <a:gd name="T53" fmla="*/ 145 w 145"/>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5" h="198">
                  <a:moveTo>
                    <a:pt x="99" y="99"/>
                  </a:moveTo>
                  <a:cubicBezTo>
                    <a:pt x="99" y="54"/>
                    <a:pt x="144" y="81"/>
                    <a:pt x="144" y="72"/>
                  </a:cubicBezTo>
                  <a:cubicBezTo>
                    <a:pt x="144" y="63"/>
                    <a:pt x="144" y="27"/>
                    <a:pt x="144" y="27"/>
                  </a:cubicBezTo>
                  <a:cubicBezTo>
                    <a:pt x="144" y="27"/>
                    <a:pt x="117" y="27"/>
                    <a:pt x="99" y="27"/>
                  </a:cubicBezTo>
                  <a:cubicBezTo>
                    <a:pt x="81" y="27"/>
                    <a:pt x="117" y="0"/>
                    <a:pt x="81" y="0"/>
                  </a:cubicBezTo>
                  <a:cubicBezTo>
                    <a:pt x="45" y="0"/>
                    <a:pt x="72" y="27"/>
                    <a:pt x="63" y="27"/>
                  </a:cubicBezTo>
                  <a:cubicBezTo>
                    <a:pt x="54" y="27"/>
                    <a:pt x="0" y="27"/>
                    <a:pt x="0" y="27"/>
                  </a:cubicBezTo>
                  <a:cubicBezTo>
                    <a:pt x="0" y="27"/>
                    <a:pt x="0" y="65"/>
                    <a:pt x="0" y="74"/>
                  </a:cubicBezTo>
                  <a:cubicBezTo>
                    <a:pt x="0" y="83"/>
                    <a:pt x="36" y="56"/>
                    <a:pt x="36" y="101"/>
                  </a:cubicBezTo>
                  <a:cubicBezTo>
                    <a:pt x="36" y="137"/>
                    <a:pt x="0" y="101"/>
                    <a:pt x="0" y="110"/>
                  </a:cubicBezTo>
                  <a:cubicBezTo>
                    <a:pt x="0" y="146"/>
                    <a:pt x="0" y="171"/>
                    <a:pt x="0" y="171"/>
                  </a:cubicBezTo>
                  <a:cubicBezTo>
                    <a:pt x="0" y="171"/>
                    <a:pt x="18" y="171"/>
                    <a:pt x="45" y="171"/>
                  </a:cubicBezTo>
                  <a:cubicBezTo>
                    <a:pt x="72" y="171"/>
                    <a:pt x="36" y="198"/>
                    <a:pt x="72" y="198"/>
                  </a:cubicBezTo>
                  <a:cubicBezTo>
                    <a:pt x="117" y="198"/>
                    <a:pt x="81" y="171"/>
                    <a:pt x="90" y="171"/>
                  </a:cubicBezTo>
                  <a:cubicBezTo>
                    <a:pt x="99" y="171"/>
                    <a:pt x="145" y="171"/>
                    <a:pt x="145" y="171"/>
                  </a:cubicBezTo>
                  <a:cubicBezTo>
                    <a:pt x="145" y="171"/>
                    <a:pt x="144" y="144"/>
                    <a:pt x="144" y="126"/>
                  </a:cubicBezTo>
                  <a:cubicBezTo>
                    <a:pt x="144" y="108"/>
                    <a:pt x="99" y="153"/>
                    <a:pt x="99" y="99"/>
                  </a:cubicBezTo>
                  <a:close/>
                </a:path>
              </a:pathLst>
            </a:custGeom>
            <a:solidFill>
              <a:schemeClr val="accent4"/>
            </a:solidFill>
            <a:ln w="9525">
              <a:noFill/>
              <a:round/>
            </a:ln>
          </p:spPr>
          <p:txBody>
            <a:bodyPr/>
            <a:lstStyle/>
            <a:p>
              <a:endParaRPr lang="en-GB" sz="1815"/>
            </a:p>
          </p:txBody>
        </p:sp>
        <p:sp>
          <p:nvSpPr>
            <p:cNvPr id="408" name="Freeform 252"/>
            <p:cNvSpPr/>
            <p:nvPr/>
          </p:nvSpPr>
          <p:spPr bwMode="auto">
            <a:xfrm>
              <a:off x="4636191" y="4518918"/>
              <a:ext cx="333265" cy="459840"/>
            </a:xfrm>
            <a:custGeom>
              <a:avLst/>
              <a:gdLst>
                <a:gd name="T0" fmla="*/ 568 w 144"/>
                <a:gd name="T1" fmla="*/ 575 h 198"/>
                <a:gd name="T2" fmla="*/ 828 w 144"/>
                <a:gd name="T3" fmla="*/ 417 h 198"/>
                <a:gd name="T4" fmla="*/ 828 w 144"/>
                <a:gd name="T5" fmla="*/ 158 h 198"/>
                <a:gd name="T6" fmla="*/ 568 w 144"/>
                <a:gd name="T7" fmla="*/ 158 h 198"/>
                <a:gd name="T8" fmla="*/ 466 w 144"/>
                <a:gd name="T9" fmla="*/ 0 h 198"/>
                <a:gd name="T10" fmla="*/ 362 w 144"/>
                <a:gd name="T11" fmla="*/ 158 h 198"/>
                <a:gd name="T12" fmla="*/ 0 w 144"/>
                <a:gd name="T13" fmla="*/ 158 h 198"/>
                <a:gd name="T14" fmla="*/ 0 w 144"/>
                <a:gd name="T15" fmla="*/ 430 h 198"/>
                <a:gd name="T16" fmla="*/ 208 w 144"/>
                <a:gd name="T17" fmla="*/ 588 h 198"/>
                <a:gd name="T18" fmla="*/ 0 w 144"/>
                <a:gd name="T19" fmla="*/ 640 h 198"/>
                <a:gd name="T20" fmla="*/ 0 w 144"/>
                <a:gd name="T21" fmla="*/ 992 h 198"/>
                <a:gd name="T22" fmla="*/ 260 w 144"/>
                <a:gd name="T23" fmla="*/ 992 h 198"/>
                <a:gd name="T24" fmla="*/ 414 w 144"/>
                <a:gd name="T25" fmla="*/ 1151 h 198"/>
                <a:gd name="T26" fmla="*/ 516 w 144"/>
                <a:gd name="T27" fmla="*/ 992 h 198"/>
                <a:gd name="T28" fmla="*/ 828 w 144"/>
                <a:gd name="T29" fmla="*/ 992 h 198"/>
                <a:gd name="T30" fmla="*/ 828 w 144"/>
                <a:gd name="T31" fmla="*/ 734 h 198"/>
                <a:gd name="T32" fmla="*/ 568 w 144"/>
                <a:gd name="T33" fmla="*/ 575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99" y="99"/>
                  </a:moveTo>
                  <a:cubicBezTo>
                    <a:pt x="99" y="54"/>
                    <a:pt x="144" y="81"/>
                    <a:pt x="144" y="72"/>
                  </a:cubicBezTo>
                  <a:cubicBezTo>
                    <a:pt x="144" y="63"/>
                    <a:pt x="144" y="27"/>
                    <a:pt x="144" y="27"/>
                  </a:cubicBezTo>
                  <a:cubicBezTo>
                    <a:pt x="144" y="27"/>
                    <a:pt x="117" y="27"/>
                    <a:pt x="99" y="27"/>
                  </a:cubicBezTo>
                  <a:cubicBezTo>
                    <a:pt x="81" y="27"/>
                    <a:pt x="117" y="0"/>
                    <a:pt x="81" y="0"/>
                  </a:cubicBezTo>
                  <a:cubicBezTo>
                    <a:pt x="45" y="0"/>
                    <a:pt x="72" y="27"/>
                    <a:pt x="63" y="27"/>
                  </a:cubicBezTo>
                  <a:cubicBezTo>
                    <a:pt x="54" y="27"/>
                    <a:pt x="0" y="27"/>
                    <a:pt x="0" y="27"/>
                  </a:cubicBezTo>
                  <a:cubicBezTo>
                    <a:pt x="0" y="27"/>
                    <a:pt x="0" y="65"/>
                    <a:pt x="0" y="74"/>
                  </a:cubicBezTo>
                  <a:cubicBezTo>
                    <a:pt x="0" y="83"/>
                    <a:pt x="36" y="56"/>
                    <a:pt x="36" y="101"/>
                  </a:cubicBezTo>
                  <a:cubicBezTo>
                    <a:pt x="36" y="137"/>
                    <a:pt x="0" y="101"/>
                    <a:pt x="0" y="110"/>
                  </a:cubicBezTo>
                  <a:cubicBezTo>
                    <a:pt x="0" y="146"/>
                    <a:pt x="0" y="171"/>
                    <a:pt x="0" y="171"/>
                  </a:cubicBezTo>
                  <a:cubicBezTo>
                    <a:pt x="0" y="171"/>
                    <a:pt x="18" y="171"/>
                    <a:pt x="45" y="171"/>
                  </a:cubicBezTo>
                  <a:cubicBezTo>
                    <a:pt x="72" y="171"/>
                    <a:pt x="36" y="198"/>
                    <a:pt x="72" y="198"/>
                  </a:cubicBezTo>
                  <a:cubicBezTo>
                    <a:pt x="117" y="198"/>
                    <a:pt x="81" y="171"/>
                    <a:pt x="90" y="171"/>
                  </a:cubicBezTo>
                  <a:cubicBezTo>
                    <a:pt x="99" y="171"/>
                    <a:pt x="144" y="171"/>
                    <a:pt x="144" y="171"/>
                  </a:cubicBezTo>
                  <a:cubicBezTo>
                    <a:pt x="144" y="171"/>
                    <a:pt x="144" y="144"/>
                    <a:pt x="144" y="126"/>
                  </a:cubicBezTo>
                  <a:cubicBezTo>
                    <a:pt x="144" y="108"/>
                    <a:pt x="99" y="153"/>
                    <a:pt x="99" y="99"/>
                  </a:cubicBezTo>
                  <a:close/>
                </a:path>
              </a:pathLst>
            </a:custGeom>
            <a:solidFill>
              <a:schemeClr val="accent2"/>
            </a:solidFill>
            <a:ln w="9525">
              <a:noFill/>
              <a:round/>
            </a:ln>
          </p:spPr>
          <p:txBody>
            <a:bodyPr/>
            <a:lstStyle/>
            <a:p>
              <a:endParaRPr lang="en-GB" sz="1815"/>
            </a:p>
          </p:txBody>
        </p:sp>
        <p:sp>
          <p:nvSpPr>
            <p:cNvPr id="409" name="Freeform 253"/>
            <p:cNvSpPr/>
            <p:nvPr/>
          </p:nvSpPr>
          <p:spPr bwMode="auto">
            <a:xfrm>
              <a:off x="5638568" y="3516571"/>
              <a:ext cx="333265" cy="459840"/>
            </a:xfrm>
            <a:custGeom>
              <a:avLst/>
              <a:gdLst>
                <a:gd name="T0" fmla="*/ 208 w 144"/>
                <a:gd name="T1" fmla="*/ 588 h 198"/>
                <a:gd name="T2" fmla="*/ 0 w 144"/>
                <a:gd name="T3" fmla="*/ 640 h 198"/>
                <a:gd name="T4" fmla="*/ 0 w 144"/>
                <a:gd name="T5" fmla="*/ 992 h 198"/>
                <a:gd name="T6" fmla="*/ 260 w 144"/>
                <a:gd name="T7" fmla="*/ 992 h 198"/>
                <a:gd name="T8" fmla="*/ 414 w 144"/>
                <a:gd name="T9" fmla="*/ 1151 h 198"/>
                <a:gd name="T10" fmla="*/ 516 w 144"/>
                <a:gd name="T11" fmla="*/ 992 h 198"/>
                <a:gd name="T12" fmla="*/ 828 w 144"/>
                <a:gd name="T13" fmla="*/ 1000 h 198"/>
                <a:gd name="T14" fmla="*/ 828 w 144"/>
                <a:gd name="T15" fmla="*/ 734 h 198"/>
                <a:gd name="T16" fmla="*/ 568 w 144"/>
                <a:gd name="T17" fmla="*/ 575 h 198"/>
                <a:gd name="T18" fmla="*/ 828 w 144"/>
                <a:gd name="T19" fmla="*/ 417 h 198"/>
                <a:gd name="T20" fmla="*/ 828 w 144"/>
                <a:gd name="T21" fmla="*/ 158 h 198"/>
                <a:gd name="T22" fmla="*/ 568 w 144"/>
                <a:gd name="T23" fmla="*/ 158 h 198"/>
                <a:gd name="T24" fmla="*/ 466 w 144"/>
                <a:gd name="T25" fmla="*/ 0 h 198"/>
                <a:gd name="T26" fmla="*/ 362 w 144"/>
                <a:gd name="T27" fmla="*/ 158 h 198"/>
                <a:gd name="T28" fmla="*/ 0 w 144"/>
                <a:gd name="T29" fmla="*/ 158 h 198"/>
                <a:gd name="T30" fmla="*/ 0 w 144"/>
                <a:gd name="T31" fmla="*/ 430 h 198"/>
                <a:gd name="T32" fmla="*/ 208 w 144"/>
                <a:gd name="T33" fmla="*/ 588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36" y="101"/>
                  </a:moveTo>
                  <a:cubicBezTo>
                    <a:pt x="36" y="137"/>
                    <a:pt x="0" y="101"/>
                    <a:pt x="0" y="110"/>
                  </a:cubicBezTo>
                  <a:cubicBezTo>
                    <a:pt x="0" y="146"/>
                    <a:pt x="0" y="171"/>
                    <a:pt x="0" y="171"/>
                  </a:cubicBezTo>
                  <a:cubicBezTo>
                    <a:pt x="0" y="171"/>
                    <a:pt x="18" y="171"/>
                    <a:pt x="45" y="171"/>
                  </a:cubicBezTo>
                  <a:cubicBezTo>
                    <a:pt x="72" y="171"/>
                    <a:pt x="36" y="198"/>
                    <a:pt x="72" y="198"/>
                  </a:cubicBezTo>
                  <a:cubicBezTo>
                    <a:pt x="117" y="198"/>
                    <a:pt x="81" y="171"/>
                    <a:pt x="90" y="171"/>
                  </a:cubicBezTo>
                  <a:cubicBezTo>
                    <a:pt x="99" y="171"/>
                    <a:pt x="144" y="172"/>
                    <a:pt x="144" y="172"/>
                  </a:cubicBezTo>
                  <a:cubicBezTo>
                    <a:pt x="144" y="172"/>
                    <a:pt x="144" y="144"/>
                    <a:pt x="144" y="126"/>
                  </a:cubicBezTo>
                  <a:cubicBezTo>
                    <a:pt x="144" y="108"/>
                    <a:pt x="99" y="153"/>
                    <a:pt x="99" y="99"/>
                  </a:cubicBezTo>
                  <a:cubicBezTo>
                    <a:pt x="99" y="54"/>
                    <a:pt x="144" y="81"/>
                    <a:pt x="144" y="72"/>
                  </a:cubicBezTo>
                  <a:cubicBezTo>
                    <a:pt x="144" y="63"/>
                    <a:pt x="144" y="27"/>
                    <a:pt x="144" y="27"/>
                  </a:cubicBezTo>
                  <a:cubicBezTo>
                    <a:pt x="144" y="27"/>
                    <a:pt x="117" y="27"/>
                    <a:pt x="99" y="27"/>
                  </a:cubicBezTo>
                  <a:cubicBezTo>
                    <a:pt x="81" y="27"/>
                    <a:pt x="117" y="0"/>
                    <a:pt x="81" y="0"/>
                  </a:cubicBezTo>
                  <a:cubicBezTo>
                    <a:pt x="45" y="0"/>
                    <a:pt x="72" y="27"/>
                    <a:pt x="63" y="27"/>
                  </a:cubicBezTo>
                  <a:cubicBezTo>
                    <a:pt x="54" y="27"/>
                    <a:pt x="0" y="27"/>
                    <a:pt x="0" y="27"/>
                  </a:cubicBezTo>
                  <a:cubicBezTo>
                    <a:pt x="0" y="27"/>
                    <a:pt x="0" y="65"/>
                    <a:pt x="0" y="74"/>
                  </a:cubicBezTo>
                  <a:cubicBezTo>
                    <a:pt x="0" y="83"/>
                    <a:pt x="36" y="56"/>
                    <a:pt x="36" y="101"/>
                  </a:cubicBezTo>
                  <a:close/>
                </a:path>
              </a:pathLst>
            </a:custGeom>
            <a:solidFill>
              <a:schemeClr val="accent3"/>
            </a:solidFill>
            <a:ln w="9525">
              <a:noFill/>
              <a:round/>
            </a:ln>
          </p:spPr>
          <p:txBody>
            <a:bodyPr/>
            <a:lstStyle/>
            <a:p>
              <a:endParaRPr lang="en-GB" sz="1815"/>
            </a:p>
          </p:txBody>
        </p:sp>
        <p:sp>
          <p:nvSpPr>
            <p:cNvPr id="410" name="Freeform 254"/>
            <p:cNvSpPr/>
            <p:nvPr/>
          </p:nvSpPr>
          <p:spPr bwMode="auto">
            <a:xfrm>
              <a:off x="6244386" y="3578571"/>
              <a:ext cx="458562" cy="355213"/>
            </a:xfrm>
            <a:custGeom>
              <a:avLst/>
              <a:gdLst>
                <a:gd name="T0" fmla="*/ 0 w 198"/>
                <a:gd name="T1" fmla="*/ 417 h 153"/>
                <a:gd name="T2" fmla="*/ 154 w 198"/>
                <a:gd name="T3" fmla="*/ 575 h 153"/>
                <a:gd name="T4" fmla="*/ 154 w 198"/>
                <a:gd name="T5" fmla="*/ 843 h 153"/>
                <a:gd name="T6" fmla="*/ 466 w 198"/>
                <a:gd name="T7" fmla="*/ 888 h 153"/>
                <a:gd name="T8" fmla="*/ 518 w 198"/>
                <a:gd name="T9" fmla="*/ 627 h 153"/>
                <a:gd name="T10" fmla="*/ 676 w 198"/>
                <a:gd name="T11" fmla="*/ 838 h 153"/>
                <a:gd name="T12" fmla="*/ 986 w 198"/>
                <a:gd name="T13" fmla="*/ 838 h 153"/>
                <a:gd name="T14" fmla="*/ 986 w 198"/>
                <a:gd name="T15" fmla="*/ 471 h 153"/>
                <a:gd name="T16" fmla="*/ 1140 w 198"/>
                <a:gd name="T17" fmla="*/ 365 h 153"/>
                <a:gd name="T18" fmla="*/ 986 w 198"/>
                <a:gd name="T19" fmla="*/ 262 h 153"/>
                <a:gd name="T20" fmla="*/ 986 w 198"/>
                <a:gd name="T21" fmla="*/ 0 h 153"/>
                <a:gd name="T22" fmla="*/ 676 w 198"/>
                <a:gd name="T23" fmla="*/ 0 h 153"/>
                <a:gd name="T24" fmla="*/ 572 w 198"/>
                <a:gd name="T25" fmla="*/ 210 h 153"/>
                <a:gd name="T26" fmla="*/ 466 w 198"/>
                <a:gd name="T27" fmla="*/ 0 h 153"/>
                <a:gd name="T28" fmla="*/ 154 w 198"/>
                <a:gd name="T29" fmla="*/ 0 h 153"/>
                <a:gd name="T30" fmla="*/ 154 w 198"/>
                <a:gd name="T31" fmla="*/ 313 h 153"/>
                <a:gd name="T32" fmla="*/ 0 w 198"/>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0" y="72"/>
                  </a:moveTo>
                  <a:cubicBezTo>
                    <a:pt x="0" y="108"/>
                    <a:pt x="27" y="72"/>
                    <a:pt x="27" y="99"/>
                  </a:cubicBezTo>
                  <a:cubicBezTo>
                    <a:pt x="27" y="126"/>
                    <a:pt x="27" y="145"/>
                    <a:pt x="27" y="145"/>
                  </a:cubicBezTo>
                  <a:cubicBezTo>
                    <a:pt x="27" y="145"/>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lose/>
                </a:path>
              </a:pathLst>
            </a:custGeom>
            <a:solidFill>
              <a:schemeClr val="accent6"/>
            </a:solidFill>
            <a:ln w="9525">
              <a:noFill/>
              <a:round/>
            </a:ln>
          </p:spPr>
          <p:txBody>
            <a:bodyPr/>
            <a:lstStyle/>
            <a:p>
              <a:endParaRPr lang="en-GB" sz="1815"/>
            </a:p>
          </p:txBody>
        </p:sp>
        <p:sp>
          <p:nvSpPr>
            <p:cNvPr id="411" name="Freeform 255"/>
            <p:cNvSpPr/>
            <p:nvPr/>
          </p:nvSpPr>
          <p:spPr bwMode="auto">
            <a:xfrm>
              <a:off x="6912207" y="5583266"/>
              <a:ext cx="480521" cy="334546"/>
            </a:xfrm>
            <a:custGeom>
              <a:avLst/>
              <a:gdLst>
                <a:gd name="T0" fmla="*/ 1202 w 207"/>
                <a:gd name="T1" fmla="*/ 473 h 144"/>
                <a:gd name="T2" fmla="*/ 992 w 207"/>
                <a:gd name="T3" fmla="*/ 313 h 144"/>
                <a:gd name="T4" fmla="*/ 992 w 207"/>
                <a:gd name="T5" fmla="*/ 0 h 144"/>
                <a:gd name="T6" fmla="*/ 678 w 207"/>
                <a:gd name="T7" fmla="*/ 0 h 144"/>
                <a:gd name="T8" fmla="*/ 575 w 207"/>
                <a:gd name="T9" fmla="*/ 210 h 144"/>
                <a:gd name="T10" fmla="*/ 471 w 207"/>
                <a:gd name="T11" fmla="*/ 0 h 144"/>
                <a:gd name="T12" fmla="*/ 158 w 207"/>
                <a:gd name="T13" fmla="*/ 0 h 144"/>
                <a:gd name="T14" fmla="*/ 158 w 207"/>
                <a:gd name="T15" fmla="*/ 313 h 144"/>
                <a:gd name="T16" fmla="*/ 0 w 207"/>
                <a:gd name="T17" fmla="*/ 473 h 144"/>
                <a:gd name="T18" fmla="*/ 158 w 207"/>
                <a:gd name="T19" fmla="*/ 576 h 144"/>
                <a:gd name="T20" fmla="*/ 158 w 207"/>
                <a:gd name="T21" fmla="*/ 838 h 144"/>
                <a:gd name="T22" fmla="*/ 417 w 207"/>
                <a:gd name="T23" fmla="*/ 838 h 144"/>
                <a:gd name="T24" fmla="*/ 523 w 207"/>
                <a:gd name="T25" fmla="*/ 680 h 144"/>
                <a:gd name="T26" fmla="*/ 627 w 207"/>
                <a:gd name="T27" fmla="*/ 838 h 144"/>
                <a:gd name="T28" fmla="*/ 992 w 207"/>
                <a:gd name="T29" fmla="*/ 838 h 144"/>
                <a:gd name="T30" fmla="*/ 992 w 207"/>
                <a:gd name="T31" fmla="*/ 576 h 144"/>
                <a:gd name="T32" fmla="*/ 1202 w 207"/>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207" y="81"/>
                  </a:move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lose/>
                </a:path>
              </a:pathLst>
            </a:custGeom>
            <a:solidFill>
              <a:schemeClr val="accent4"/>
            </a:solidFill>
            <a:ln w="9525">
              <a:noFill/>
              <a:round/>
            </a:ln>
          </p:spPr>
          <p:txBody>
            <a:bodyPr/>
            <a:lstStyle/>
            <a:p>
              <a:endParaRPr lang="en-GB" sz="1815"/>
            </a:p>
          </p:txBody>
        </p:sp>
        <p:sp>
          <p:nvSpPr>
            <p:cNvPr id="412" name="Freeform 256"/>
            <p:cNvSpPr/>
            <p:nvPr/>
          </p:nvSpPr>
          <p:spPr bwMode="auto">
            <a:xfrm>
              <a:off x="3570519" y="5583266"/>
              <a:ext cx="480521" cy="334546"/>
            </a:xfrm>
            <a:custGeom>
              <a:avLst/>
              <a:gdLst>
                <a:gd name="T0" fmla="*/ 1202 w 207"/>
                <a:gd name="T1" fmla="*/ 473 h 144"/>
                <a:gd name="T2" fmla="*/ 992 w 207"/>
                <a:gd name="T3" fmla="*/ 313 h 144"/>
                <a:gd name="T4" fmla="*/ 992 w 207"/>
                <a:gd name="T5" fmla="*/ 0 h 144"/>
                <a:gd name="T6" fmla="*/ 678 w 207"/>
                <a:gd name="T7" fmla="*/ 0 h 144"/>
                <a:gd name="T8" fmla="*/ 575 w 207"/>
                <a:gd name="T9" fmla="*/ 210 h 144"/>
                <a:gd name="T10" fmla="*/ 471 w 207"/>
                <a:gd name="T11" fmla="*/ 0 h 144"/>
                <a:gd name="T12" fmla="*/ 158 w 207"/>
                <a:gd name="T13" fmla="*/ 0 h 144"/>
                <a:gd name="T14" fmla="*/ 158 w 207"/>
                <a:gd name="T15" fmla="*/ 313 h 144"/>
                <a:gd name="T16" fmla="*/ 0 w 207"/>
                <a:gd name="T17" fmla="*/ 473 h 144"/>
                <a:gd name="T18" fmla="*/ 158 w 207"/>
                <a:gd name="T19" fmla="*/ 576 h 144"/>
                <a:gd name="T20" fmla="*/ 158 w 207"/>
                <a:gd name="T21" fmla="*/ 838 h 144"/>
                <a:gd name="T22" fmla="*/ 417 w 207"/>
                <a:gd name="T23" fmla="*/ 838 h 144"/>
                <a:gd name="T24" fmla="*/ 523 w 207"/>
                <a:gd name="T25" fmla="*/ 680 h 144"/>
                <a:gd name="T26" fmla="*/ 627 w 207"/>
                <a:gd name="T27" fmla="*/ 838 h 144"/>
                <a:gd name="T28" fmla="*/ 992 w 207"/>
                <a:gd name="T29" fmla="*/ 838 h 144"/>
                <a:gd name="T30" fmla="*/ 992 w 207"/>
                <a:gd name="T31" fmla="*/ 576 h 144"/>
                <a:gd name="T32" fmla="*/ 1202 w 207"/>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207" y="81"/>
                  </a:move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lose/>
                </a:path>
              </a:pathLst>
            </a:custGeom>
            <a:solidFill>
              <a:schemeClr val="accent3"/>
            </a:solidFill>
            <a:ln w="9525">
              <a:noFill/>
              <a:round/>
            </a:ln>
          </p:spPr>
          <p:txBody>
            <a:bodyPr/>
            <a:lstStyle/>
            <a:p>
              <a:endParaRPr lang="en-GB" sz="1815"/>
            </a:p>
          </p:txBody>
        </p:sp>
        <p:sp>
          <p:nvSpPr>
            <p:cNvPr id="413" name="Freeform 257"/>
            <p:cNvSpPr/>
            <p:nvPr/>
          </p:nvSpPr>
          <p:spPr bwMode="auto">
            <a:xfrm>
              <a:off x="7246763" y="5897146"/>
              <a:ext cx="480521" cy="355213"/>
            </a:xfrm>
            <a:custGeom>
              <a:avLst/>
              <a:gdLst>
                <a:gd name="T0" fmla="*/ 1202 w 207"/>
                <a:gd name="T1" fmla="*/ 523 h 153"/>
                <a:gd name="T2" fmla="*/ 992 w 207"/>
                <a:gd name="T3" fmla="*/ 365 h 153"/>
                <a:gd name="T4" fmla="*/ 992 w 207"/>
                <a:gd name="T5" fmla="*/ 52 h 153"/>
                <a:gd name="T6" fmla="*/ 678 w 207"/>
                <a:gd name="T7" fmla="*/ 0 h 153"/>
                <a:gd name="T8" fmla="*/ 575 w 207"/>
                <a:gd name="T9" fmla="*/ 262 h 153"/>
                <a:gd name="T10" fmla="*/ 471 w 207"/>
                <a:gd name="T11" fmla="*/ 0 h 153"/>
                <a:gd name="T12" fmla="*/ 158 w 207"/>
                <a:gd name="T13" fmla="*/ 52 h 153"/>
                <a:gd name="T14" fmla="*/ 158 w 207"/>
                <a:gd name="T15" fmla="*/ 365 h 153"/>
                <a:gd name="T16" fmla="*/ 0 w 207"/>
                <a:gd name="T17" fmla="*/ 523 h 153"/>
                <a:gd name="T18" fmla="*/ 158 w 207"/>
                <a:gd name="T19" fmla="*/ 627 h 153"/>
                <a:gd name="T20" fmla="*/ 162 w 207"/>
                <a:gd name="T21" fmla="*/ 888 h 153"/>
                <a:gd name="T22" fmla="*/ 471 w 207"/>
                <a:gd name="T23" fmla="*/ 888 h 153"/>
                <a:gd name="T24" fmla="*/ 575 w 207"/>
                <a:gd name="T25" fmla="*/ 678 h 153"/>
                <a:gd name="T26" fmla="*/ 678 w 207"/>
                <a:gd name="T27" fmla="*/ 888 h 153"/>
                <a:gd name="T28" fmla="*/ 992 w 207"/>
                <a:gd name="T29" fmla="*/ 888 h 153"/>
                <a:gd name="T30" fmla="*/ 992 w 207"/>
                <a:gd name="T31" fmla="*/ 627 h 153"/>
                <a:gd name="T32" fmla="*/ 1202 w 207"/>
                <a:gd name="T33" fmla="*/ 523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8" y="153"/>
                    <a:pt x="28" y="153"/>
                  </a:cubicBezTo>
                  <a:cubicBezTo>
                    <a:pt x="28"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6"/>
            </a:solidFill>
            <a:ln w="9525">
              <a:noFill/>
              <a:round/>
            </a:ln>
          </p:spPr>
          <p:txBody>
            <a:bodyPr/>
            <a:lstStyle/>
            <a:p>
              <a:endParaRPr lang="en-GB" sz="1815"/>
            </a:p>
          </p:txBody>
        </p:sp>
        <p:sp>
          <p:nvSpPr>
            <p:cNvPr id="414" name="Freeform 258"/>
            <p:cNvSpPr/>
            <p:nvPr/>
          </p:nvSpPr>
          <p:spPr bwMode="auto">
            <a:xfrm>
              <a:off x="2609477" y="3829158"/>
              <a:ext cx="355224" cy="480507"/>
            </a:xfrm>
            <a:custGeom>
              <a:avLst/>
              <a:gdLst>
                <a:gd name="T0" fmla="*/ 523 w 153"/>
                <a:gd name="T1" fmla="*/ 1202 h 207"/>
                <a:gd name="T2" fmla="*/ 627 w 153"/>
                <a:gd name="T3" fmla="*/ 1042 h 207"/>
                <a:gd name="T4" fmla="*/ 888 w 153"/>
                <a:gd name="T5" fmla="*/ 1042 h 207"/>
                <a:gd name="T6" fmla="*/ 888 w 153"/>
                <a:gd name="T7" fmla="*/ 1042 h 207"/>
                <a:gd name="T8" fmla="*/ 888 w 153"/>
                <a:gd name="T9" fmla="*/ 730 h 207"/>
                <a:gd name="T10" fmla="*/ 678 w 153"/>
                <a:gd name="T11" fmla="*/ 627 h 207"/>
                <a:gd name="T12" fmla="*/ 888 w 153"/>
                <a:gd name="T13" fmla="*/ 523 h 207"/>
                <a:gd name="T14" fmla="*/ 888 w 153"/>
                <a:gd name="T15" fmla="*/ 210 h 207"/>
                <a:gd name="T16" fmla="*/ 627 w 153"/>
                <a:gd name="T17" fmla="*/ 210 h 207"/>
                <a:gd name="T18" fmla="*/ 523 w 153"/>
                <a:gd name="T19" fmla="*/ 0 h 207"/>
                <a:gd name="T20" fmla="*/ 365 w 153"/>
                <a:gd name="T21" fmla="*/ 210 h 207"/>
                <a:gd name="T22" fmla="*/ 52 w 153"/>
                <a:gd name="T23" fmla="*/ 210 h 207"/>
                <a:gd name="T24" fmla="*/ 0 w 153"/>
                <a:gd name="T25" fmla="*/ 523 h 207"/>
                <a:gd name="T26" fmla="*/ 262 w 153"/>
                <a:gd name="T27" fmla="*/ 627 h 207"/>
                <a:gd name="T28" fmla="*/ 0 w 153"/>
                <a:gd name="T29" fmla="*/ 730 h 207"/>
                <a:gd name="T30" fmla="*/ 52 w 153"/>
                <a:gd name="T31" fmla="*/ 1042 h 207"/>
                <a:gd name="T32" fmla="*/ 365 w 153"/>
                <a:gd name="T33" fmla="*/ 1042 h 207"/>
                <a:gd name="T34" fmla="*/ 523 w 153"/>
                <a:gd name="T35" fmla="*/ 1202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53"/>
                <a:gd name="T55" fmla="*/ 0 h 207"/>
                <a:gd name="T56" fmla="*/ 153 w 153"/>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53" h="207">
                  <a:moveTo>
                    <a:pt x="90" y="207"/>
                  </a:moveTo>
                  <a:cubicBezTo>
                    <a:pt x="126" y="207"/>
                    <a:pt x="90" y="180"/>
                    <a:pt x="108" y="180"/>
                  </a:cubicBezTo>
                  <a:cubicBezTo>
                    <a:pt x="126" y="180"/>
                    <a:pt x="153" y="180"/>
                    <a:pt x="153" y="180"/>
                  </a:cubicBezTo>
                  <a:cubicBezTo>
                    <a:pt x="153" y="180"/>
                    <a:pt x="153" y="180"/>
                    <a:pt x="153" y="180"/>
                  </a:cubicBezTo>
                  <a:cubicBezTo>
                    <a:pt x="153" y="180"/>
                    <a:pt x="153" y="135"/>
                    <a:pt x="153" y="126"/>
                  </a:cubicBezTo>
                  <a:cubicBezTo>
                    <a:pt x="153" y="117"/>
                    <a:pt x="117" y="153"/>
                    <a:pt x="117" y="108"/>
                  </a:cubicBezTo>
                  <a:cubicBezTo>
                    <a:pt x="117" y="54"/>
                    <a:pt x="153" y="108"/>
                    <a:pt x="153" y="90"/>
                  </a:cubicBezTo>
                  <a:cubicBezTo>
                    <a:pt x="153" y="72"/>
                    <a:pt x="153" y="36"/>
                    <a:pt x="153" y="36"/>
                  </a:cubicBezTo>
                  <a:cubicBezTo>
                    <a:pt x="153" y="36"/>
                    <a:pt x="117" y="36"/>
                    <a:pt x="108" y="36"/>
                  </a:cubicBezTo>
                  <a:cubicBezTo>
                    <a:pt x="99" y="36"/>
                    <a:pt x="135" y="0"/>
                    <a:pt x="90" y="0"/>
                  </a:cubicBezTo>
                  <a:cubicBezTo>
                    <a:pt x="45" y="0"/>
                    <a:pt x="90" y="36"/>
                    <a:pt x="63" y="36"/>
                  </a:cubicBezTo>
                  <a:cubicBezTo>
                    <a:pt x="36" y="36"/>
                    <a:pt x="9" y="36"/>
                    <a:pt x="9" y="36"/>
                  </a:cubicBezTo>
                  <a:cubicBezTo>
                    <a:pt x="9" y="36"/>
                    <a:pt x="0" y="81"/>
                    <a:pt x="0" y="90"/>
                  </a:cubicBezTo>
                  <a:cubicBezTo>
                    <a:pt x="0" y="99"/>
                    <a:pt x="45" y="72"/>
                    <a:pt x="45" y="108"/>
                  </a:cubicBezTo>
                  <a:cubicBezTo>
                    <a:pt x="45" y="144"/>
                    <a:pt x="0" y="117"/>
                    <a:pt x="0" y="126"/>
                  </a:cubicBezTo>
                  <a:cubicBezTo>
                    <a:pt x="0" y="135"/>
                    <a:pt x="9" y="180"/>
                    <a:pt x="9" y="180"/>
                  </a:cubicBezTo>
                  <a:cubicBezTo>
                    <a:pt x="9" y="180"/>
                    <a:pt x="54" y="180"/>
                    <a:pt x="63" y="180"/>
                  </a:cubicBezTo>
                  <a:cubicBezTo>
                    <a:pt x="72" y="180"/>
                    <a:pt x="36" y="207"/>
                    <a:pt x="90" y="207"/>
                  </a:cubicBezTo>
                  <a:close/>
                </a:path>
              </a:pathLst>
            </a:custGeom>
            <a:solidFill>
              <a:schemeClr val="accent2"/>
            </a:solidFill>
            <a:ln w="9525">
              <a:noFill/>
              <a:round/>
            </a:ln>
          </p:spPr>
          <p:txBody>
            <a:bodyPr/>
            <a:lstStyle/>
            <a:p>
              <a:endParaRPr lang="en-GB" sz="1815"/>
            </a:p>
          </p:txBody>
        </p:sp>
        <p:sp>
          <p:nvSpPr>
            <p:cNvPr id="415" name="Freeform 259"/>
            <p:cNvSpPr/>
            <p:nvPr/>
          </p:nvSpPr>
          <p:spPr bwMode="auto">
            <a:xfrm>
              <a:off x="3235963" y="5229345"/>
              <a:ext cx="480521" cy="353922"/>
            </a:xfrm>
            <a:custGeom>
              <a:avLst/>
              <a:gdLst>
                <a:gd name="T0" fmla="*/ 1202 w 207"/>
                <a:gd name="T1" fmla="*/ 516 h 153"/>
                <a:gd name="T2" fmla="*/ 992 w 207"/>
                <a:gd name="T3" fmla="*/ 362 h 153"/>
                <a:gd name="T4" fmla="*/ 992 w 207"/>
                <a:gd name="T5" fmla="*/ 52 h 153"/>
                <a:gd name="T6" fmla="*/ 678 w 207"/>
                <a:gd name="T7" fmla="*/ 0 h 153"/>
                <a:gd name="T8" fmla="*/ 575 w 207"/>
                <a:gd name="T9" fmla="*/ 260 h 153"/>
                <a:gd name="T10" fmla="*/ 471 w 207"/>
                <a:gd name="T11" fmla="*/ 0 h 153"/>
                <a:gd name="T12" fmla="*/ 158 w 207"/>
                <a:gd name="T13" fmla="*/ 52 h 153"/>
                <a:gd name="T14" fmla="*/ 158 w 207"/>
                <a:gd name="T15" fmla="*/ 362 h 153"/>
                <a:gd name="T16" fmla="*/ 0 w 207"/>
                <a:gd name="T17" fmla="*/ 516 h 153"/>
                <a:gd name="T18" fmla="*/ 158 w 207"/>
                <a:gd name="T19" fmla="*/ 620 h 153"/>
                <a:gd name="T20" fmla="*/ 158 w 207"/>
                <a:gd name="T21" fmla="*/ 879 h 153"/>
                <a:gd name="T22" fmla="*/ 471 w 207"/>
                <a:gd name="T23" fmla="*/ 879 h 153"/>
                <a:gd name="T24" fmla="*/ 575 w 207"/>
                <a:gd name="T25" fmla="*/ 673 h 153"/>
                <a:gd name="T26" fmla="*/ 678 w 207"/>
                <a:gd name="T27" fmla="*/ 879 h 153"/>
                <a:gd name="T28" fmla="*/ 992 w 207"/>
                <a:gd name="T29" fmla="*/ 879 h 153"/>
                <a:gd name="T30" fmla="*/ 992 w 207"/>
                <a:gd name="T31" fmla="*/ 620 h 153"/>
                <a:gd name="T32" fmla="*/ 1202 w 207"/>
                <a:gd name="T33" fmla="*/ 516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5"/>
            </a:solidFill>
            <a:ln w="9525">
              <a:noFill/>
              <a:round/>
            </a:ln>
          </p:spPr>
          <p:txBody>
            <a:bodyPr/>
            <a:lstStyle/>
            <a:p>
              <a:endParaRPr lang="en-GB" sz="1815"/>
            </a:p>
          </p:txBody>
        </p:sp>
        <p:sp>
          <p:nvSpPr>
            <p:cNvPr id="416" name="Freeform 260"/>
            <p:cNvSpPr/>
            <p:nvPr/>
          </p:nvSpPr>
          <p:spPr bwMode="auto">
            <a:xfrm>
              <a:off x="3235963" y="3224650"/>
              <a:ext cx="480521" cy="353922"/>
            </a:xfrm>
            <a:custGeom>
              <a:avLst/>
              <a:gdLst>
                <a:gd name="T0" fmla="*/ 575 w 207"/>
                <a:gd name="T1" fmla="*/ 673 h 153"/>
                <a:gd name="T2" fmla="*/ 678 w 207"/>
                <a:gd name="T3" fmla="*/ 879 h 153"/>
                <a:gd name="T4" fmla="*/ 992 w 207"/>
                <a:gd name="T5" fmla="*/ 879 h 153"/>
                <a:gd name="T6" fmla="*/ 992 w 207"/>
                <a:gd name="T7" fmla="*/ 620 h 153"/>
                <a:gd name="T8" fmla="*/ 1202 w 207"/>
                <a:gd name="T9" fmla="*/ 516 h 153"/>
                <a:gd name="T10" fmla="*/ 992 w 207"/>
                <a:gd name="T11" fmla="*/ 362 h 153"/>
                <a:gd name="T12" fmla="*/ 992 w 207"/>
                <a:gd name="T13" fmla="*/ 52 h 153"/>
                <a:gd name="T14" fmla="*/ 678 w 207"/>
                <a:gd name="T15" fmla="*/ 0 h 153"/>
                <a:gd name="T16" fmla="*/ 575 w 207"/>
                <a:gd name="T17" fmla="*/ 260 h 153"/>
                <a:gd name="T18" fmla="*/ 471 w 207"/>
                <a:gd name="T19" fmla="*/ 0 h 153"/>
                <a:gd name="T20" fmla="*/ 158 w 207"/>
                <a:gd name="T21" fmla="*/ 52 h 153"/>
                <a:gd name="T22" fmla="*/ 158 w 207"/>
                <a:gd name="T23" fmla="*/ 362 h 153"/>
                <a:gd name="T24" fmla="*/ 0 w 207"/>
                <a:gd name="T25" fmla="*/ 516 h 153"/>
                <a:gd name="T26" fmla="*/ 158 w 207"/>
                <a:gd name="T27" fmla="*/ 620 h 153"/>
                <a:gd name="T28" fmla="*/ 158 w 207"/>
                <a:gd name="T29" fmla="*/ 879 h 153"/>
                <a:gd name="T30" fmla="*/ 471 w 207"/>
                <a:gd name="T31" fmla="*/ 879 h 153"/>
                <a:gd name="T32" fmla="*/ 575 w 207"/>
                <a:gd name="T33" fmla="*/ 673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99" y="117"/>
                  </a:moveTo>
                  <a:cubicBezTo>
                    <a:pt x="153" y="117"/>
                    <a:pt x="99" y="153"/>
                    <a:pt x="117" y="153"/>
                  </a:cubicBezTo>
                  <a:cubicBezTo>
                    <a:pt x="135" y="153"/>
                    <a:pt x="171" y="153"/>
                    <a:pt x="171" y="153"/>
                  </a:cubicBezTo>
                  <a:cubicBezTo>
                    <a:pt x="171" y="153"/>
                    <a:pt x="171" y="117"/>
                    <a:pt x="171" y="108"/>
                  </a:cubicBezTo>
                  <a:cubicBezTo>
                    <a:pt x="171" y="99"/>
                    <a:pt x="207" y="135"/>
                    <a:pt x="207" y="90"/>
                  </a:cubicBez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lose/>
                </a:path>
              </a:pathLst>
            </a:custGeom>
            <a:solidFill>
              <a:schemeClr val="accent6"/>
            </a:solidFill>
            <a:ln w="9525">
              <a:noFill/>
              <a:round/>
            </a:ln>
          </p:spPr>
          <p:txBody>
            <a:bodyPr/>
            <a:lstStyle/>
            <a:p>
              <a:endParaRPr lang="en-GB" sz="1815"/>
            </a:p>
          </p:txBody>
        </p:sp>
        <p:sp>
          <p:nvSpPr>
            <p:cNvPr id="417" name="Freeform 261"/>
            <p:cNvSpPr/>
            <p:nvPr/>
          </p:nvSpPr>
          <p:spPr bwMode="auto">
            <a:xfrm>
              <a:off x="3570519" y="6231692"/>
              <a:ext cx="480521" cy="353922"/>
            </a:xfrm>
            <a:custGeom>
              <a:avLst/>
              <a:gdLst>
                <a:gd name="T0" fmla="*/ 1202 w 207"/>
                <a:gd name="T1" fmla="*/ 516 h 153"/>
                <a:gd name="T2" fmla="*/ 992 w 207"/>
                <a:gd name="T3" fmla="*/ 362 h 153"/>
                <a:gd name="T4" fmla="*/ 992 w 207"/>
                <a:gd name="T5" fmla="*/ 52 h 153"/>
                <a:gd name="T6" fmla="*/ 678 w 207"/>
                <a:gd name="T7" fmla="*/ 0 h 153"/>
                <a:gd name="T8" fmla="*/ 575 w 207"/>
                <a:gd name="T9" fmla="*/ 260 h 153"/>
                <a:gd name="T10" fmla="*/ 471 w 207"/>
                <a:gd name="T11" fmla="*/ 0 h 153"/>
                <a:gd name="T12" fmla="*/ 158 w 207"/>
                <a:gd name="T13" fmla="*/ 52 h 153"/>
                <a:gd name="T14" fmla="*/ 158 w 207"/>
                <a:gd name="T15" fmla="*/ 362 h 153"/>
                <a:gd name="T16" fmla="*/ 0 w 207"/>
                <a:gd name="T17" fmla="*/ 516 h 153"/>
                <a:gd name="T18" fmla="*/ 158 w 207"/>
                <a:gd name="T19" fmla="*/ 620 h 153"/>
                <a:gd name="T20" fmla="*/ 158 w 207"/>
                <a:gd name="T21" fmla="*/ 879 h 153"/>
                <a:gd name="T22" fmla="*/ 471 w 207"/>
                <a:gd name="T23" fmla="*/ 879 h 153"/>
                <a:gd name="T24" fmla="*/ 575 w 207"/>
                <a:gd name="T25" fmla="*/ 673 h 153"/>
                <a:gd name="T26" fmla="*/ 678 w 207"/>
                <a:gd name="T27" fmla="*/ 879 h 153"/>
                <a:gd name="T28" fmla="*/ 992 w 207"/>
                <a:gd name="T29" fmla="*/ 879 h 153"/>
                <a:gd name="T30" fmla="*/ 992 w 207"/>
                <a:gd name="T31" fmla="*/ 620 h 153"/>
                <a:gd name="T32" fmla="*/ 1202 w 207"/>
                <a:gd name="T33" fmla="*/ 516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2"/>
            </a:solidFill>
            <a:ln w="9525">
              <a:noFill/>
              <a:round/>
            </a:ln>
          </p:spPr>
          <p:txBody>
            <a:bodyPr/>
            <a:lstStyle/>
            <a:p>
              <a:endParaRPr lang="en-GB" sz="1815"/>
            </a:p>
          </p:txBody>
        </p:sp>
        <p:sp>
          <p:nvSpPr>
            <p:cNvPr id="418" name="Freeform 262"/>
            <p:cNvSpPr/>
            <p:nvPr/>
          </p:nvSpPr>
          <p:spPr bwMode="auto">
            <a:xfrm>
              <a:off x="6577650" y="5229345"/>
              <a:ext cx="480521" cy="353922"/>
            </a:xfrm>
            <a:custGeom>
              <a:avLst/>
              <a:gdLst>
                <a:gd name="T0" fmla="*/ 1202 w 207"/>
                <a:gd name="T1" fmla="*/ 516 h 153"/>
                <a:gd name="T2" fmla="*/ 992 w 207"/>
                <a:gd name="T3" fmla="*/ 362 h 153"/>
                <a:gd name="T4" fmla="*/ 992 w 207"/>
                <a:gd name="T5" fmla="*/ 52 h 153"/>
                <a:gd name="T6" fmla="*/ 678 w 207"/>
                <a:gd name="T7" fmla="*/ 0 h 153"/>
                <a:gd name="T8" fmla="*/ 575 w 207"/>
                <a:gd name="T9" fmla="*/ 260 h 153"/>
                <a:gd name="T10" fmla="*/ 471 w 207"/>
                <a:gd name="T11" fmla="*/ 0 h 153"/>
                <a:gd name="T12" fmla="*/ 158 w 207"/>
                <a:gd name="T13" fmla="*/ 52 h 153"/>
                <a:gd name="T14" fmla="*/ 158 w 207"/>
                <a:gd name="T15" fmla="*/ 362 h 153"/>
                <a:gd name="T16" fmla="*/ 0 w 207"/>
                <a:gd name="T17" fmla="*/ 516 h 153"/>
                <a:gd name="T18" fmla="*/ 158 w 207"/>
                <a:gd name="T19" fmla="*/ 620 h 153"/>
                <a:gd name="T20" fmla="*/ 158 w 207"/>
                <a:gd name="T21" fmla="*/ 879 h 153"/>
                <a:gd name="T22" fmla="*/ 471 w 207"/>
                <a:gd name="T23" fmla="*/ 879 h 153"/>
                <a:gd name="T24" fmla="*/ 575 w 207"/>
                <a:gd name="T25" fmla="*/ 673 h 153"/>
                <a:gd name="T26" fmla="*/ 678 w 207"/>
                <a:gd name="T27" fmla="*/ 879 h 153"/>
                <a:gd name="T28" fmla="*/ 992 w 207"/>
                <a:gd name="T29" fmla="*/ 879 h 153"/>
                <a:gd name="T30" fmla="*/ 992 w 207"/>
                <a:gd name="T31" fmla="*/ 620 h 153"/>
                <a:gd name="T32" fmla="*/ 1202 w 207"/>
                <a:gd name="T33" fmla="*/ 516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2"/>
            </a:solidFill>
            <a:ln w="9525">
              <a:noFill/>
              <a:round/>
            </a:ln>
          </p:spPr>
          <p:txBody>
            <a:bodyPr/>
            <a:lstStyle/>
            <a:p>
              <a:endParaRPr lang="en-GB" sz="1815"/>
            </a:p>
          </p:txBody>
        </p:sp>
        <p:sp>
          <p:nvSpPr>
            <p:cNvPr id="419" name="Freeform 263"/>
            <p:cNvSpPr/>
            <p:nvPr/>
          </p:nvSpPr>
          <p:spPr bwMode="auto">
            <a:xfrm>
              <a:off x="5240717" y="5229345"/>
              <a:ext cx="480521" cy="353922"/>
            </a:xfrm>
            <a:custGeom>
              <a:avLst/>
              <a:gdLst>
                <a:gd name="T0" fmla="*/ 1202 w 207"/>
                <a:gd name="T1" fmla="*/ 516 h 153"/>
                <a:gd name="T2" fmla="*/ 992 w 207"/>
                <a:gd name="T3" fmla="*/ 362 h 153"/>
                <a:gd name="T4" fmla="*/ 992 w 207"/>
                <a:gd name="T5" fmla="*/ 52 h 153"/>
                <a:gd name="T6" fmla="*/ 678 w 207"/>
                <a:gd name="T7" fmla="*/ 0 h 153"/>
                <a:gd name="T8" fmla="*/ 575 w 207"/>
                <a:gd name="T9" fmla="*/ 260 h 153"/>
                <a:gd name="T10" fmla="*/ 471 w 207"/>
                <a:gd name="T11" fmla="*/ 0 h 153"/>
                <a:gd name="T12" fmla="*/ 158 w 207"/>
                <a:gd name="T13" fmla="*/ 52 h 153"/>
                <a:gd name="T14" fmla="*/ 158 w 207"/>
                <a:gd name="T15" fmla="*/ 362 h 153"/>
                <a:gd name="T16" fmla="*/ 0 w 207"/>
                <a:gd name="T17" fmla="*/ 516 h 153"/>
                <a:gd name="T18" fmla="*/ 158 w 207"/>
                <a:gd name="T19" fmla="*/ 620 h 153"/>
                <a:gd name="T20" fmla="*/ 158 w 207"/>
                <a:gd name="T21" fmla="*/ 879 h 153"/>
                <a:gd name="T22" fmla="*/ 471 w 207"/>
                <a:gd name="T23" fmla="*/ 879 h 153"/>
                <a:gd name="T24" fmla="*/ 575 w 207"/>
                <a:gd name="T25" fmla="*/ 673 h 153"/>
                <a:gd name="T26" fmla="*/ 678 w 207"/>
                <a:gd name="T27" fmla="*/ 879 h 153"/>
                <a:gd name="T28" fmla="*/ 992 w 207"/>
                <a:gd name="T29" fmla="*/ 879 h 153"/>
                <a:gd name="T30" fmla="*/ 992 w 207"/>
                <a:gd name="T31" fmla="*/ 620 h 153"/>
                <a:gd name="T32" fmla="*/ 1202 w 207"/>
                <a:gd name="T33" fmla="*/ 516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6"/>
            </a:solidFill>
            <a:ln w="9525">
              <a:noFill/>
              <a:round/>
            </a:ln>
          </p:spPr>
          <p:txBody>
            <a:bodyPr/>
            <a:lstStyle/>
            <a:p>
              <a:endParaRPr lang="en-GB" sz="1815"/>
            </a:p>
          </p:txBody>
        </p:sp>
        <p:sp>
          <p:nvSpPr>
            <p:cNvPr id="420" name="Freeform 264"/>
            <p:cNvSpPr/>
            <p:nvPr/>
          </p:nvSpPr>
          <p:spPr bwMode="auto">
            <a:xfrm>
              <a:off x="4572896" y="5897146"/>
              <a:ext cx="480521" cy="355213"/>
            </a:xfrm>
            <a:custGeom>
              <a:avLst/>
              <a:gdLst>
                <a:gd name="T0" fmla="*/ 1202 w 207"/>
                <a:gd name="T1" fmla="*/ 523 h 153"/>
                <a:gd name="T2" fmla="*/ 992 w 207"/>
                <a:gd name="T3" fmla="*/ 365 h 153"/>
                <a:gd name="T4" fmla="*/ 992 w 207"/>
                <a:gd name="T5" fmla="*/ 52 h 153"/>
                <a:gd name="T6" fmla="*/ 678 w 207"/>
                <a:gd name="T7" fmla="*/ 0 h 153"/>
                <a:gd name="T8" fmla="*/ 575 w 207"/>
                <a:gd name="T9" fmla="*/ 262 h 153"/>
                <a:gd name="T10" fmla="*/ 471 w 207"/>
                <a:gd name="T11" fmla="*/ 0 h 153"/>
                <a:gd name="T12" fmla="*/ 158 w 207"/>
                <a:gd name="T13" fmla="*/ 52 h 153"/>
                <a:gd name="T14" fmla="*/ 158 w 207"/>
                <a:gd name="T15" fmla="*/ 365 h 153"/>
                <a:gd name="T16" fmla="*/ 0 w 207"/>
                <a:gd name="T17" fmla="*/ 523 h 153"/>
                <a:gd name="T18" fmla="*/ 158 w 207"/>
                <a:gd name="T19" fmla="*/ 627 h 153"/>
                <a:gd name="T20" fmla="*/ 158 w 207"/>
                <a:gd name="T21" fmla="*/ 888 h 153"/>
                <a:gd name="T22" fmla="*/ 471 w 207"/>
                <a:gd name="T23" fmla="*/ 888 h 153"/>
                <a:gd name="T24" fmla="*/ 575 w 207"/>
                <a:gd name="T25" fmla="*/ 678 h 153"/>
                <a:gd name="T26" fmla="*/ 678 w 207"/>
                <a:gd name="T27" fmla="*/ 888 h 153"/>
                <a:gd name="T28" fmla="*/ 992 w 207"/>
                <a:gd name="T29" fmla="*/ 888 h 153"/>
                <a:gd name="T30" fmla="*/ 992 w 207"/>
                <a:gd name="T31" fmla="*/ 627 h 153"/>
                <a:gd name="T32" fmla="*/ 1202 w 207"/>
                <a:gd name="T33" fmla="*/ 523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2"/>
            </a:solidFill>
            <a:ln w="9525">
              <a:noFill/>
              <a:round/>
            </a:ln>
          </p:spPr>
          <p:txBody>
            <a:bodyPr/>
            <a:lstStyle/>
            <a:p>
              <a:endParaRPr lang="en-GB" sz="1815"/>
            </a:p>
          </p:txBody>
        </p:sp>
        <p:sp>
          <p:nvSpPr>
            <p:cNvPr id="421" name="Freeform 265"/>
            <p:cNvSpPr/>
            <p:nvPr/>
          </p:nvSpPr>
          <p:spPr bwMode="auto">
            <a:xfrm>
              <a:off x="6577650" y="6564947"/>
              <a:ext cx="480521" cy="355213"/>
            </a:xfrm>
            <a:custGeom>
              <a:avLst/>
              <a:gdLst>
                <a:gd name="T0" fmla="*/ 1202 w 207"/>
                <a:gd name="T1" fmla="*/ 523 h 153"/>
                <a:gd name="T2" fmla="*/ 992 w 207"/>
                <a:gd name="T3" fmla="*/ 365 h 153"/>
                <a:gd name="T4" fmla="*/ 997 w 207"/>
                <a:gd name="T5" fmla="*/ 52 h 153"/>
                <a:gd name="T6" fmla="*/ 678 w 207"/>
                <a:gd name="T7" fmla="*/ 0 h 153"/>
                <a:gd name="T8" fmla="*/ 575 w 207"/>
                <a:gd name="T9" fmla="*/ 262 h 153"/>
                <a:gd name="T10" fmla="*/ 471 w 207"/>
                <a:gd name="T11" fmla="*/ 0 h 153"/>
                <a:gd name="T12" fmla="*/ 158 w 207"/>
                <a:gd name="T13" fmla="*/ 52 h 153"/>
                <a:gd name="T14" fmla="*/ 158 w 207"/>
                <a:gd name="T15" fmla="*/ 365 h 153"/>
                <a:gd name="T16" fmla="*/ 0 w 207"/>
                <a:gd name="T17" fmla="*/ 523 h 153"/>
                <a:gd name="T18" fmla="*/ 158 w 207"/>
                <a:gd name="T19" fmla="*/ 627 h 153"/>
                <a:gd name="T20" fmla="*/ 158 w 207"/>
                <a:gd name="T21" fmla="*/ 888 h 153"/>
                <a:gd name="T22" fmla="*/ 992 w 207"/>
                <a:gd name="T23" fmla="*/ 888 h 153"/>
                <a:gd name="T24" fmla="*/ 992 w 207"/>
                <a:gd name="T25" fmla="*/ 627 h 153"/>
                <a:gd name="T26" fmla="*/ 1202 w 207"/>
                <a:gd name="T27" fmla="*/ 523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07"/>
                <a:gd name="T43" fmla="*/ 0 h 153"/>
                <a:gd name="T44" fmla="*/ 207 w 207"/>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07" h="153">
                  <a:moveTo>
                    <a:pt x="207" y="90"/>
                  </a:moveTo>
                  <a:cubicBezTo>
                    <a:pt x="207" y="45"/>
                    <a:pt x="171" y="90"/>
                    <a:pt x="171" y="63"/>
                  </a:cubicBezTo>
                  <a:cubicBezTo>
                    <a:pt x="171" y="36"/>
                    <a:pt x="172" y="9"/>
                    <a:pt x="172" y="9"/>
                  </a:cubicBezTo>
                  <a:cubicBezTo>
                    <a:pt x="172"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171" y="153"/>
                    <a:pt x="171" y="153"/>
                    <a:pt x="171" y="153"/>
                  </a:cubicBezTo>
                  <a:cubicBezTo>
                    <a:pt x="171" y="153"/>
                    <a:pt x="171" y="117"/>
                    <a:pt x="171" y="108"/>
                  </a:cubicBezTo>
                  <a:cubicBezTo>
                    <a:pt x="171" y="99"/>
                    <a:pt x="207" y="135"/>
                    <a:pt x="207" y="90"/>
                  </a:cubicBezTo>
                  <a:close/>
                </a:path>
              </a:pathLst>
            </a:custGeom>
            <a:solidFill>
              <a:schemeClr val="accent2"/>
            </a:solidFill>
            <a:ln w="9525">
              <a:noFill/>
              <a:round/>
            </a:ln>
          </p:spPr>
          <p:txBody>
            <a:bodyPr/>
            <a:lstStyle/>
            <a:p>
              <a:endParaRPr lang="en-GB" sz="1815"/>
            </a:p>
          </p:txBody>
        </p:sp>
        <p:sp>
          <p:nvSpPr>
            <p:cNvPr id="422" name="Freeform 266"/>
            <p:cNvSpPr/>
            <p:nvPr/>
          </p:nvSpPr>
          <p:spPr bwMode="auto">
            <a:xfrm>
              <a:off x="2568142" y="5229345"/>
              <a:ext cx="480521" cy="353922"/>
            </a:xfrm>
            <a:custGeom>
              <a:avLst/>
              <a:gdLst>
                <a:gd name="T0" fmla="*/ 575 w 207"/>
                <a:gd name="T1" fmla="*/ 673 h 153"/>
                <a:gd name="T2" fmla="*/ 678 w 207"/>
                <a:gd name="T3" fmla="*/ 879 h 153"/>
                <a:gd name="T4" fmla="*/ 992 w 207"/>
                <a:gd name="T5" fmla="*/ 879 h 153"/>
                <a:gd name="T6" fmla="*/ 992 w 207"/>
                <a:gd name="T7" fmla="*/ 620 h 153"/>
                <a:gd name="T8" fmla="*/ 1202 w 207"/>
                <a:gd name="T9" fmla="*/ 516 h 153"/>
                <a:gd name="T10" fmla="*/ 992 w 207"/>
                <a:gd name="T11" fmla="*/ 362 h 153"/>
                <a:gd name="T12" fmla="*/ 992 w 207"/>
                <a:gd name="T13" fmla="*/ 52 h 153"/>
                <a:gd name="T14" fmla="*/ 678 w 207"/>
                <a:gd name="T15" fmla="*/ 0 h 153"/>
                <a:gd name="T16" fmla="*/ 575 w 207"/>
                <a:gd name="T17" fmla="*/ 260 h 153"/>
                <a:gd name="T18" fmla="*/ 471 w 207"/>
                <a:gd name="T19" fmla="*/ 0 h 153"/>
                <a:gd name="T20" fmla="*/ 158 w 207"/>
                <a:gd name="T21" fmla="*/ 52 h 153"/>
                <a:gd name="T22" fmla="*/ 158 w 207"/>
                <a:gd name="T23" fmla="*/ 362 h 153"/>
                <a:gd name="T24" fmla="*/ 0 w 207"/>
                <a:gd name="T25" fmla="*/ 516 h 153"/>
                <a:gd name="T26" fmla="*/ 158 w 207"/>
                <a:gd name="T27" fmla="*/ 620 h 153"/>
                <a:gd name="T28" fmla="*/ 158 w 207"/>
                <a:gd name="T29" fmla="*/ 879 h 153"/>
                <a:gd name="T30" fmla="*/ 471 w 207"/>
                <a:gd name="T31" fmla="*/ 879 h 153"/>
                <a:gd name="T32" fmla="*/ 575 w 207"/>
                <a:gd name="T33" fmla="*/ 673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99" y="117"/>
                  </a:moveTo>
                  <a:cubicBezTo>
                    <a:pt x="153" y="117"/>
                    <a:pt x="99" y="153"/>
                    <a:pt x="117" y="153"/>
                  </a:cubicBezTo>
                  <a:cubicBezTo>
                    <a:pt x="135" y="153"/>
                    <a:pt x="171" y="153"/>
                    <a:pt x="171" y="153"/>
                  </a:cubicBezTo>
                  <a:cubicBezTo>
                    <a:pt x="171" y="153"/>
                    <a:pt x="171" y="117"/>
                    <a:pt x="171" y="108"/>
                  </a:cubicBezTo>
                  <a:cubicBezTo>
                    <a:pt x="171" y="99"/>
                    <a:pt x="207" y="135"/>
                    <a:pt x="207" y="90"/>
                  </a:cubicBez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lose/>
                </a:path>
              </a:pathLst>
            </a:custGeom>
            <a:solidFill>
              <a:schemeClr val="accent2"/>
            </a:solidFill>
            <a:ln w="9525">
              <a:noFill/>
              <a:round/>
            </a:ln>
          </p:spPr>
          <p:txBody>
            <a:bodyPr/>
            <a:lstStyle/>
            <a:p>
              <a:endParaRPr lang="en-GB" sz="1815"/>
            </a:p>
          </p:txBody>
        </p:sp>
        <p:sp>
          <p:nvSpPr>
            <p:cNvPr id="423" name="Freeform 267"/>
            <p:cNvSpPr/>
            <p:nvPr/>
          </p:nvSpPr>
          <p:spPr bwMode="auto">
            <a:xfrm>
              <a:off x="7580027" y="5583266"/>
              <a:ext cx="459853" cy="355213"/>
            </a:xfrm>
            <a:custGeom>
              <a:avLst/>
              <a:gdLst>
                <a:gd name="T0" fmla="*/ 575 w 198"/>
                <a:gd name="T1" fmla="*/ 210 h 153"/>
                <a:gd name="T2" fmla="*/ 473 w 198"/>
                <a:gd name="T3" fmla="*/ 0 h 153"/>
                <a:gd name="T4" fmla="*/ 158 w 198"/>
                <a:gd name="T5" fmla="*/ 0 h 153"/>
                <a:gd name="T6" fmla="*/ 158 w 198"/>
                <a:gd name="T7" fmla="*/ 313 h 153"/>
                <a:gd name="T8" fmla="*/ 0 w 198"/>
                <a:gd name="T9" fmla="*/ 417 h 153"/>
                <a:gd name="T10" fmla="*/ 158 w 198"/>
                <a:gd name="T11" fmla="*/ 575 h 153"/>
                <a:gd name="T12" fmla="*/ 158 w 198"/>
                <a:gd name="T13" fmla="*/ 838 h 153"/>
                <a:gd name="T14" fmla="*/ 473 w 198"/>
                <a:gd name="T15" fmla="*/ 888 h 153"/>
                <a:gd name="T16" fmla="*/ 523 w 198"/>
                <a:gd name="T17" fmla="*/ 627 h 153"/>
                <a:gd name="T18" fmla="*/ 680 w 198"/>
                <a:gd name="T19" fmla="*/ 838 h 153"/>
                <a:gd name="T20" fmla="*/ 992 w 198"/>
                <a:gd name="T21" fmla="*/ 838 h 153"/>
                <a:gd name="T22" fmla="*/ 992 w 198"/>
                <a:gd name="T23" fmla="*/ 471 h 153"/>
                <a:gd name="T24" fmla="*/ 1151 w 198"/>
                <a:gd name="T25" fmla="*/ 365 h 153"/>
                <a:gd name="T26" fmla="*/ 992 w 198"/>
                <a:gd name="T27" fmla="*/ 262 h 153"/>
                <a:gd name="T28" fmla="*/ 992 w 198"/>
                <a:gd name="T29" fmla="*/ 0 h 153"/>
                <a:gd name="T30" fmla="*/ 680 w 198"/>
                <a:gd name="T31" fmla="*/ 0 h 153"/>
                <a:gd name="T32" fmla="*/ 575 w 198"/>
                <a:gd name="T33" fmla="*/ 210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9" y="36"/>
                  </a:move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lose/>
                </a:path>
              </a:pathLst>
            </a:custGeom>
            <a:solidFill>
              <a:schemeClr val="accent3"/>
            </a:solidFill>
            <a:ln w="9525">
              <a:noFill/>
              <a:round/>
            </a:ln>
          </p:spPr>
          <p:txBody>
            <a:bodyPr/>
            <a:lstStyle/>
            <a:p>
              <a:endParaRPr lang="en-GB" sz="1815"/>
            </a:p>
          </p:txBody>
        </p:sp>
        <p:sp>
          <p:nvSpPr>
            <p:cNvPr id="424" name="Freeform 268"/>
            <p:cNvSpPr/>
            <p:nvPr/>
          </p:nvSpPr>
          <p:spPr bwMode="auto">
            <a:xfrm>
              <a:off x="2902698" y="2222302"/>
              <a:ext cx="458562" cy="353922"/>
            </a:xfrm>
            <a:custGeom>
              <a:avLst/>
              <a:gdLst>
                <a:gd name="T0" fmla="*/ 0 w 198"/>
                <a:gd name="T1" fmla="*/ 516 h 153"/>
                <a:gd name="T2" fmla="*/ 154 w 198"/>
                <a:gd name="T3" fmla="*/ 620 h 153"/>
                <a:gd name="T4" fmla="*/ 154 w 198"/>
                <a:gd name="T5" fmla="*/ 879 h 153"/>
                <a:gd name="T6" fmla="*/ 466 w 198"/>
                <a:gd name="T7" fmla="*/ 879 h 153"/>
                <a:gd name="T8" fmla="*/ 572 w 198"/>
                <a:gd name="T9" fmla="*/ 673 h 153"/>
                <a:gd name="T10" fmla="*/ 676 w 198"/>
                <a:gd name="T11" fmla="*/ 879 h 153"/>
                <a:gd name="T12" fmla="*/ 986 w 198"/>
                <a:gd name="T13" fmla="*/ 879 h 153"/>
                <a:gd name="T14" fmla="*/ 986 w 198"/>
                <a:gd name="T15" fmla="*/ 568 h 153"/>
                <a:gd name="T16" fmla="*/ 1140 w 198"/>
                <a:gd name="T17" fmla="*/ 466 h 153"/>
                <a:gd name="T18" fmla="*/ 986 w 198"/>
                <a:gd name="T19" fmla="*/ 312 h 153"/>
                <a:gd name="T20" fmla="*/ 986 w 198"/>
                <a:gd name="T21" fmla="*/ 52 h 153"/>
                <a:gd name="T22" fmla="*/ 986 w 198"/>
                <a:gd name="T23" fmla="*/ 52 h 153"/>
                <a:gd name="T24" fmla="*/ 676 w 198"/>
                <a:gd name="T25" fmla="*/ 0 h 153"/>
                <a:gd name="T26" fmla="*/ 624 w 198"/>
                <a:gd name="T27" fmla="*/ 260 h 153"/>
                <a:gd name="T28" fmla="*/ 466 w 198"/>
                <a:gd name="T29" fmla="*/ 52 h 153"/>
                <a:gd name="T30" fmla="*/ 154 w 198"/>
                <a:gd name="T31" fmla="*/ 52 h 153"/>
                <a:gd name="T32" fmla="*/ 154 w 198"/>
                <a:gd name="T33" fmla="*/ 414 h 153"/>
                <a:gd name="T34" fmla="*/ 0 w 198"/>
                <a:gd name="T35" fmla="*/ 516 h 153"/>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98"/>
                <a:gd name="T55" fmla="*/ 0 h 153"/>
                <a:gd name="T56" fmla="*/ 198 w 198"/>
                <a:gd name="T57" fmla="*/ 153 h 153"/>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98" h="153">
                  <a:moveTo>
                    <a:pt x="0" y="90"/>
                  </a:moveTo>
                  <a:cubicBezTo>
                    <a:pt x="0" y="126"/>
                    <a:pt x="27" y="90"/>
                    <a:pt x="27" y="108"/>
                  </a:cubicBezTo>
                  <a:cubicBezTo>
                    <a:pt x="27" y="126"/>
                    <a:pt x="27" y="153"/>
                    <a:pt x="27" y="153"/>
                  </a:cubicBezTo>
                  <a:cubicBezTo>
                    <a:pt x="27" y="153"/>
                    <a:pt x="72" y="153"/>
                    <a:pt x="81" y="153"/>
                  </a:cubicBezTo>
                  <a:cubicBezTo>
                    <a:pt x="90" y="153"/>
                    <a:pt x="63" y="117"/>
                    <a:pt x="99" y="117"/>
                  </a:cubicBezTo>
                  <a:cubicBezTo>
                    <a:pt x="135" y="117"/>
                    <a:pt x="99" y="153"/>
                    <a:pt x="117" y="153"/>
                  </a:cubicBezTo>
                  <a:cubicBezTo>
                    <a:pt x="135" y="153"/>
                    <a:pt x="171" y="153"/>
                    <a:pt x="171" y="153"/>
                  </a:cubicBezTo>
                  <a:cubicBezTo>
                    <a:pt x="171" y="153"/>
                    <a:pt x="171" y="108"/>
                    <a:pt x="171" y="99"/>
                  </a:cubicBezTo>
                  <a:cubicBezTo>
                    <a:pt x="171" y="90"/>
                    <a:pt x="198" y="126"/>
                    <a:pt x="198" y="81"/>
                  </a:cubicBezTo>
                  <a:cubicBezTo>
                    <a:pt x="198" y="45"/>
                    <a:pt x="171" y="81"/>
                    <a:pt x="171" y="54"/>
                  </a:cubicBezTo>
                  <a:cubicBezTo>
                    <a:pt x="171" y="28"/>
                    <a:pt x="171" y="10"/>
                    <a:pt x="171" y="9"/>
                  </a:cubicBezTo>
                  <a:cubicBezTo>
                    <a:pt x="171" y="9"/>
                    <a:pt x="171" y="9"/>
                    <a:pt x="171" y="9"/>
                  </a:cubicBezTo>
                  <a:cubicBezTo>
                    <a:pt x="171" y="9"/>
                    <a:pt x="153" y="0"/>
                    <a:pt x="117" y="0"/>
                  </a:cubicBezTo>
                  <a:cubicBezTo>
                    <a:pt x="108" y="0"/>
                    <a:pt x="144" y="45"/>
                    <a:pt x="108" y="45"/>
                  </a:cubicBezTo>
                  <a:cubicBezTo>
                    <a:pt x="63" y="45"/>
                    <a:pt x="90" y="9"/>
                    <a:pt x="81" y="9"/>
                  </a:cubicBezTo>
                  <a:cubicBezTo>
                    <a:pt x="72" y="9"/>
                    <a:pt x="27" y="9"/>
                    <a:pt x="27" y="9"/>
                  </a:cubicBezTo>
                  <a:cubicBezTo>
                    <a:pt x="27" y="9"/>
                    <a:pt x="27" y="63"/>
                    <a:pt x="27" y="72"/>
                  </a:cubicBezTo>
                  <a:cubicBezTo>
                    <a:pt x="27" y="81"/>
                    <a:pt x="0" y="54"/>
                    <a:pt x="0" y="90"/>
                  </a:cubicBezTo>
                  <a:close/>
                </a:path>
              </a:pathLst>
            </a:custGeom>
            <a:solidFill>
              <a:schemeClr val="accent1"/>
            </a:solidFill>
            <a:ln w="9525">
              <a:noFill/>
              <a:round/>
            </a:ln>
          </p:spPr>
          <p:txBody>
            <a:bodyPr/>
            <a:lstStyle/>
            <a:p>
              <a:endParaRPr lang="en-GB" sz="1815"/>
            </a:p>
          </p:txBody>
        </p:sp>
        <p:sp>
          <p:nvSpPr>
            <p:cNvPr id="425" name="Freeform 269"/>
            <p:cNvSpPr/>
            <p:nvPr/>
          </p:nvSpPr>
          <p:spPr bwMode="auto">
            <a:xfrm>
              <a:off x="2609477" y="6502946"/>
              <a:ext cx="355224" cy="417214"/>
            </a:xfrm>
            <a:custGeom>
              <a:avLst/>
              <a:gdLst>
                <a:gd name="T0" fmla="*/ 730 w 153"/>
                <a:gd name="T1" fmla="*/ 624 h 180"/>
                <a:gd name="T2" fmla="*/ 888 w 153"/>
                <a:gd name="T3" fmla="*/ 522 h 180"/>
                <a:gd name="T4" fmla="*/ 888 w 153"/>
                <a:gd name="T5" fmla="*/ 210 h 180"/>
                <a:gd name="T6" fmla="*/ 730 w 153"/>
                <a:gd name="T7" fmla="*/ 210 h 180"/>
                <a:gd name="T8" fmla="*/ 575 w 153"/>
                <a:gd name="T9" fmla="*/ 0 h 180"/>
                <a:gd name="T10" fmla="*/ 417 w 153"/>
                <a:gd name="T11" fmla="*/ 210 h 180"/>
                <a:gd name="T12" fmla="*/ 52 w 153"/>
                <a:gd name="T13" fmla="*/ 210 h 180"/>
                <a:gd name="T14" fmla="*/ 52 w 153"/>
                <a:gd name="T15" fmla="*/ 415 h 180"/>
                <a:gd name="T16" fmla="*/ 262 w 153"/>
                <a:gd name="T17" fmla="*/ 624 h 180"/>
                <a:gd name="T18" fmla="*/ 52 w 153"/>
                <a:gd name="T19" fmla="*/ 729 h 180"/>
                <a:gd name="T20" fmla="*/ 52 w 153"/>
                <a:gd name="T21" fmla="*/ 1041 h 180"/>
                <a:gd name="T22" fmla="*/ 888 w 153"/>
                <a:gd name="T23" fmla="*/ 1041 h 180"/>
                <a:gd name="T24" fmla="*/ 888 w 153"/>
                <a:gd name="T25" fmla="*/ 779 h 180"/>
                <a:gd name="T26" fmla="*/ 730 w 153"/>
                <a:gd name="T27" fmla="*/ 624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3"/>
                <a:gd name="T43" fmla="*/ 0 h 180"/>
                <a:gd name="T44" fmla="*/ 153 w 153"/>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3" h="180">
                  <a:moveTo>
                    <a:pt x="126" y="108"/>
                  </a:moveTo>
                  <a:cubicBezTo>
                    <a:pt x="126" y="63"/>
                    <a:pt x="153" y="108"/>
                    <a:pt x="153" y="90"/>
                  </a:cubicBezTo>
                  <a:cubicBezTo>
                    <a:pt x="153" y="72"/>
                    <a:pt x="153" y="36"/>
                    <a:pt x="153" y="36"/>
                  </a:cubicBezTo>
                  <a:cubicBezTo>
                    <a:pt x="153" y="36"/>
                    <a:pt x="135" y="45"/>
                    <a:pt x="126" y="36"/>
                  </a:cubicBezTo>
                  <a:cubicBezTo>
                    <a:pt x="120" y="30"/>
                    <a:pt x="144" y="0"/>
                    <a:pt x="99" y="0"/>
                  </a:cubicBezTo>
                  <a:cubicBezTo>
                    <a:pt x="36" y="0"/>
                    <a:pt x="90" y="27"/>
                    <a:pt x="72" y="36"/>
                  </a:cubicBezTo>
                  <a:cubicBezTo>
                    <a:pt x="56" y="44"/>
                    <a:pt x="45" y="27"/>
                    <a:pt x="9" y="36"/>
                  </a:cubicBezTo>
                  <a:cubicBezTo>
                    <a:pt x="9" y="36"/>
                    <a:pt x="9" y="63"/>
                    <a:pt x="9" y="72"/>
                  </a:cubicBezTo>
                  <a:cubicBezTo>
                    <a:pt x="9" y="108"/>
                    <a:pt x="45" y="54"/>
                    <a:pt x="45" y="108"/>
                  </a:cubicBezTo>
                  <a:cubicBezTo>
                    <a:pt x="45" y="144"/>
                    <a:pt x="18" y="99"/>
                    <a:pt x="9" y="126"/>
                  </a:cubicBezTo>
                  <a:cubicBezTo>
                    <a:pt x="0" y="153"/>
                    <a:pt x="9" y="180"/>
                    <a:pt x="9" y="180"/>
                  </a:cubicBezTo>
                  <a:cubicBezTo>
                    <a:pt x="153" y="180"/>
                    <a:pt x="153" y="180"/>
                    <a:pt x="153" y="180"/>
                  </a:cubicBezTo>
                  <a:cubicBezTo>
                    <a:pt x="153" y="180"/>
                    <a:pt x="153" y="153"/>
                    <a:pt x="153" y="135"/>
                  </a:cubicBezTo>
                  <a:cubicBezTo>
                    <a:pt x="153" y="117"/>
                    <a:pt x="126" y="153"/>
                    <a:pt x="126" y="108"/>
                  </a:cubicBezTo>
                  <a:close/>
                </a:path>
              </a:pathLst>
            </a:custGeom>
            <a:solidFill>
              <a:schemeClr val="accent2"/>
            </a:solidFill>
            <a:ln w="9525">
              <a:noFill/>
              <a:round/>
            </a:ln>
          </p:spPr>
          <p:txBody>
            <a:bodyPr/>
            <a:lstStyle/>
            <a:p>
              <a:endParaRPr lang="en-GB" sz="1815"/>
            </a:p>
          </p:txBody>
        </p:sp>
        <p:sp>
          <p:nvSpPr>
            <p:cNvPr id="426" name="Freeform 270"/>
            <p:cNvSpPr/>
            <p:nvPr/>
          </p:nvSpPr>
          <p:spPr bwMode="auto">
            <a:xfrm>
              <a:off x="5222633" y="6523613"/>
              <a:ext cx="439186" cy="396547"/>
            </a:xfrm>
            <a:custGeom>
              <a:avLst/>
              <a:gdLst>
                <a:gd name="T0" fmla="*/ 1049 w 189"/>
                <a:gd name="T1" fmla="*/ 677 h 171"/>
                <a:gd name="T2" fmla="*/ 890 w 189"/>
                <a:gd name="T3" fmla="*/ 575 h 171"/>
                <a:gd name="T4" fmla="*/ 1049 w 189"/>
                <a:gd name="T5" fmla="*/ 467 h 171"/>
                <a:gd name="T6" fmla="*/ 1049 w 189"/>
                <a:gd name="T7" fmla="*/ 154 h 171"/>
                <a:gd name="T8" fmla="*/ 734 w 189"/>
                <a:gd name="T9" fmla="*/ 154 h 171"/>
                <a:gd name="T10" fmla="*/ 628 w 189"/>
                <a:gd name="T11" fmla="*/ 0 h 171"/>
                <a:gd name="T12" fmla="*/ 523 w 189"/>
                <a:gd name="T13" fmla="*/ 154 h 171"/>
                <a:gd name="T14" fmla="*/ 210 w 189"/>
                <a:gd name="T15" fmla="*/ 154 h 171"/>
                <a:gd name="T16" fmla="*/ 210 w 189"/>
                <a:gd name="T17" fmla="*/ 364 h 171"/>
                <a:gd name="T18" fmla="*/ 52 w 189"/>
                <a:gd name="T19" fmla="*/ 625 h 171"/>
                <a:gd name="T20" fmla="*/ 210 w 189"/>
                <a:gd name="T21" fmla="*/ 835 h 171"/>
                <a:gd name="T22" fmla="*/ 203 w 189"/>
                <a:gd name="T23" fmla="*/ 989 h 171"/>
                <a:gd name="T24" fmla="*/ 1049 w 189"/>
                <a:gd name="T25" fmla="*/ 989 h 171"/>
                <a:gd name="T26" fmla="*/ 1049 w 189"/>
                <a:gd name="T27" fmla="*/ 677 h 171"/>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9"/>
                <a:gd name="T43" fmla="*/ 0 h 171"/>
                <a:gd name="T44" fmla="*/ 189 w 189"/>
                <a:gd name="T45" fmla="*/ 171 h 171"/>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9" h="171">
                  <a:moveTo>
                    <a:pt x="180" y="117"/>
                  </a:moveTo>
                  <a:cubicBezTo>
                    <a:pt x="180" y="99"/>
                    <a:pt x="153" y="126"/>
                    <a:pt x="153" y="99"/>
                  </a:cubicBezTo>
                  <a:cubicBezTo>
                    <a:pt x="153" y="63"/>
                    <a:pt x="174" y="92"/>
                    <a:pt x="180" y="81"/>
                  </a:cubicBezTo>
                  <a:cubicBezTo>
                    <a:pt x="189" y="63"/>
                    <a:pt x="180" y="27"/>
                    <a:pt x="180" y="27"/>
                  </a:cubicBezTo>
                  <a:cubicBezTo>
                    <a:pt x="180" y="27"/>
                    <a:pt x="142" y="35"/>
                    <a:pt x="126" y="27"/>
                  </a:cubicBezTo>
                  <a:cubicBezTo>
                    <a:pt x="108" y="18"/>
                    <a:pt x="153" y="0"/>
                    <a:pt x="108" y="0"/>
                  </a:cubicBezTo>
                  <a:cubicBezTo>
                    <a:pt x="72" y="0"/>
                    <a:pt x="99" y="18"/>
                    <a:pt x="90" y="27"/>
                  </a:cubicBezTo>
                  <a:cubicBezTo>
                    <a:pt x="84" y="33"/>
                    <a:pt x="36" y="27"/>
                    <a:pt x="36" y="27"/>
                  </a:cubicBezTo>
                  <a:cubicBezTo>
                    <a:pt x="36" y="27"/>
                    <a:pt x="30" y="44"/>
                    <a:pt x="36" y="63"/>
                  </a:cubicBezTo>
                  <a:cubicBezTo>
                    <a:pt x="54" y="117"/>
                    <a:pt x="0" y="54"/>
                    <a:pt x="9" y="108"/>
                  </a:cubicBezTo>
                  <a:cubicBezTo>
                    <a:pt x="16" y="152"/>
                    <a:pt x="45" y="90"/>
                    <a:pt x="36" y="144"/>
                  </a:cubicBezTo>
                  <a:cubicBezTo>
                    <a:pt x="35" y="153"/>
                    <a:pt x="35" y="171"/>
                    <a:pt x="35" y="171"/>
                  </a:cubicBezTo>
                  <a:cubicBezTo>
                    <a:pt x="180" y="171"/>
                    <a:pt x="180" y="171"/>
                    <a:pt x="180" y="171"/>
                  </a:cubicBezTo>
                  <a:cubicBezTo>
                    <a:pt x="189" y="162"/>
                    <a:pt x="180" y="144"/>
                    <a:pt x="180" y="117"/>
                  </a:cubicBezTo>
                  <a:close/>
                </a:path>
              </a:pathLst>
            </a:custGeom>
            <a:solidFill>
              <a:schemeClr val="accent6"/>
            </a:solidFill>
            <a:ln w="9525">
              <a:noFill/>
              <a:round/>
            </a:ln>
          </p:spPr>
          <p:txBody>
            <a:bodyPr/>
            <a:lstStyle/>
            <a:p>
              <a:endParaRPr lang="en-GB" sz="1815"/>
            </a:p>
          </p:txBody>
        </p:sp>
        <p:sp>
          <p:nvSpPr>
            <p:cNvPr id="427" name="Freeform 271"/>
            <p:cNvSpPr/>
            <p:nvPr/>
          </p:nvSpPr>
          <p:spPr bwMode="auto">
            <a:xfrm>
              <a:off x="8249140" y="2829394"/>
              <a:ext cx="396559" cy="463715"/>
            </a:xfrm>
            <a:custGeom>
              <a:avLst/>
              <a:gdLst>
                <a:gd name="T0" fmla="*/ 835 w 171"/>
                <a:gd name="T1" fmla="*/ 210 h 200"/>
                <a:gd name="T2" fmla="*/ 625 w 171"/>
                <a:gd name="T3" fmla="*/ 52 h 200"/>
                <a:gd name="T4" fmla="*/ 364 w 171"/>
                <a:gd name="T5" fmla="*/ 210 h 200"/>
                <a:gd name="T6" fmla="*/ 154 w 171"/>
                <a:gd name="T7" fmla="*/ 210 h 200"/>
                <a:gd name="T8" fmla="*/ 154 w 171"/>
                <a:gd name="T9" fmla="*/ 522 h 200"/>
                <a:gd name="T10" fmla="*/ 0 w 171"/>
                <a:gd name="T11" fmla="*/ 625 h 200"/>
                <a:gd name="T12" fmla="*/ 154 w 171"/>
                <a:gd name="T13" fmla="*/ 729 h 200"/>
                <a:gd name="T14" fmla="*/ 154 w 171"/>
                <a:gd name="T15" fmla="*/ 1041 h 200"/>
                <a:gd name="T16" fmla="*/ 417 w 171"/>
                <a:gd name="T17" fmla="*/ 1041 h 200"/>
                <a:gd name="T18" fmla="*/ 522 w 171"/>
                <a:gd name="T19" fmla="*/ 827 h 200"/>
                <a:gd name="T20" fmla="*/ 677 w 171"/>
                <a:gd name="T21" fmla="*/ 1086 h 200"/>
                <a:gd name="T22" fmla="*/ 989 w 171"/>
                <a:gd name="T23" fmla="*/ 1041 h 200"/>
                <a:gd name="T24" fmla="*/ 989 w 171"/>
                <a:gd name="T25" fmla="*/ 203 h 200"/>
                <a:gd name="T26" fmla="*/ 835 w 171"/>
                <a:gd name="T27" fmla="*/ 210 h 20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1"/>
                <a:gd name="T43" fmla="*/ 0 h 200"/>
                <a:gd name="T44" fmla="*/ 171 w 171"/>
                <a:gd name="T45" fmla="*/ 200 h 20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1" h="200">
                  <a:moveTo>
                    <a:pt x="144" y="36"/>
                  </a:moveTo>
                  <a:cubicBezTo>
                    <a:pt x="90" y="45"/>
                    <a:pt x="152" y="16"/>
                    <a:pt x="108" y="9"/>
                  </a:cubicBezTo>
                  <a:cubicBezTo>
                    <a:pt x="54" y="0"/>
                    <a:pt x="117" y="54"/>
                    <a:pt x="63" y="36"/>
                  </a:cubicBezTo>
                  <a:cubicBezTo>
                    <a:pt x="44" y="30"/>
                    <a:pt x="27" y="36"/>
                    <a:pt x="27" y="36"/>
                  </a:cubicBezTo>
                  <a:cubicBezTo>
                    <a:pt x="27" y="36"/>
                    <a:pt x="33" y="84"/>
                    <a:pt x="27" y="90"/>
                  </a:cubicBezTo>
                  <a:cubicBezTo>
                    <a:pt x="18" y="99"/>
                    <a:pt x="0" y="72"/>
                    <a:pt x="0" y="108"/>
                  </a:cubicBezTo>
                  <a:cubicBezTo>
                    <a:pt x="0" y="153"/>
                    <a:pt x="18" y="108"/>
                    <a:pt x="27" y="126"/>
                  </a:cubicBezTo>
                  <a:cubicBezTo>
                    <a:pt x="35" y="142"/>
                    <a:pt x="27" y="180"/>
                    <a:pt x="27" y="180"/>
                  </a:cubicBezTo>
                  <a:cubicBezTo>
                    <a:pt x="27" y="180"/>
                    <a:pt x="54" y="189"/>
                    <a:pt x="72" y="180"/>
                  </a:cubicBezTo>
                  <a:cubicBezTo>
                    <a:pt x="83" y="174"/>
                    <a:pt x="54" y="138"/>
                    <a:pt x="90" y="143"/>
                  </a:cubicBezTo>
                  <a:cubicBezTo>
                    <a:pt x="153" y="152"/>
                    <a:pt x="99" y="179"/>
                    <a:pt x="117" y="188"/>
                  </a:cubicBezTo>
                  <a:cubicBezTo>
                    <a:pt x="141" y="200"/>
                    <a:pt x="171" y="180"/>
                    <a:pt x="171" y="180"/>
                  </a:cubicBezTo>
                  <a:cubicBezTo>
                    <a:pt x="171" y="35"/>
                    <a:pt x="171" y="35"/>
                    <a:pt x="171" y="35"/>
                  </a:cubicBezTo>
                  <a:cubicBezTo>
                    <a:pt x="171" y="35"/>
                    <a:pt x="153" y="35"/>
                    <a:pt x="144" y="36"/>
                  </a:cubicBezTo>
                  <a:close/>
                </a:path>
              </a:pathLst>
            </a:custGeom>
            <a:solidFill>
              <a:schemeClr val="accent6"/>
            </a:solidFill>
            <a:ln w="9525">
              <a:noFill/>
              <a:round/>
            </a:ln>
          </p:spPr>
          <p:txBody>
            <a:bodyPr/>
            <a:lstStyle/>
            <a:p>
              <a:endParaRPr lang="en-GB" sz="1815"/>
            </a:p>
          </p:txBody>
        </p:sp>
        <p:sp>
          <p:nvSpPr>
            <p:cNvPr id="428" name="Freeform 272"/>
            <p:cNvSpPr/>
            <p:nvPr/>
          </p:nvSpPr>
          <p:spPr bwMode="auto">
            <a:xfrm>
              <a:off x="4552229" y="6502946"/>
              <a:ext cx="437894" cy="417214"/>
            </a:xfrm>
            <a:custGeom>
              <a:avLst/>
              <a:gdLst>
                <a:gd name="T0" fmla="*/ 1039 w 189"/>
                <a:gd name="T1" fmla="*/ 729 h 180"/>
                <a:gd name="T2" fmla="*/ 881 w 189"/>
                <a:gd name="T3" fmla="*/ 677 h 180"/>
                <a:gd name="T4" fmla="*/ 1039 w 189"/>
                <a:gd name="T5" fmla="*/ 522 h 180"/>
                <a:gd name="T6" fmla="*/ 1039 w 189"/>
                <a:gd name="T7" fmla="*/ 210 h 180"/>
                <a:gd name="T8" fmla="*/ 726 w 189"/>
                <a:gd name="T9" fmla="*/ 210 h 180"/>
                <a:gd name="T10" fmla="*/ 601 w 189"/>
                <a:gd name="T11" fmla="*/ 0 h 180"/>
                <a:gd name="T12" fmla="*/ 466 w 189"/>
                <a:gd name="T13" fmla="*/ 210 h 180"/>
                <a:gd name="T14" fmla="*/ 210 w 189"/>
                <a:gd name="T15" fmla="*/ 210 h 180"/>
                <a:gd name="T16" fmla="*/ 210 w 189"/>
                <a:gd name="T17" fmla="*/ 364 h 180"/>
                <a:gd name="T18" fmla="*/ 0 w 189"/>
                <a:gd name="T19" fmla="*/ 677 h 180"/>
                <a:gd name="T20" fmla="*/ 210 w 189"/>
                <a:gd name="T21" fmla="*/ 885 h 180"/>
                <a:gd name="T22" fmla="*/ 210 w 189"/>
                <a:gd name="T23" fmla="*/ 1041 h 180"/>
                <a:gd name="T24" fmla="*/ 1039 w 189"/>
                <a:gd name="T25" fmla="*/ 1041 h 180"/>
                <a:gd name="T26" fmla="*/ 1039 w 189"/>
                <a:gd name="T27" fmla="*/ 729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9"/>
                <a:gd name="T43" fmla="*/ 0 h 180"/>
                <a:gd name="T44" fmla="*/ 189 w 189"/>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9" h="180">
                  <a:moveTo>
                    <a:pt x="180" y="126"/>
                  </a:moveTo>
                  <a:cubicBezTo>
                    <a:pt x="180" y="108"/>
                    <a:pt x="157" y="144"/>
                    <a:pt x="153" y="117"/>
                  </a:cubicBezTo>
                  <a:cubicBezTo>
                    <a:pt x="144" y="63"/>
                    <a:pt x="174" y="101"/>
                    <a:pt x="180" y="90"/>
                  </a:cubicBezTo>
                  <a:cubicBezTo>
                    <a:pt x="189" y="72"/>
                    <a:pt x="180" y="36"/>
                    <a:pt x="180" y="36"/>
                  </a:cubicBezTo>
                  <a:cubicBezTo>
                    <a:pt x="180" y="36"/>
                    <a:pt x="142" y="44"/>
                    <a:pt x="126" y="36"/>
                  </a:cubicBezTo>
                  <a:cubicBezTo>
                    <a:pt x="108" y="27"/>
                    <a:pt x="149" y="0"/>
                    <a:pt x="104" y="0"/>
                  </a:cubicBezTo>
                  <a:cubicBezTo>
                    <a:pt x="68" y="0"/>
                    <a:pt x="99" y="27"/>
                    <a:pt x="81" y="36"/>
                  </a:cubicBezTo>
                  <a:cubicBezTo>
                    <a:pt x="73" y="40"/>
                    <a:pt x="36" y="36"/>
                    <a:pt x="36" y="36"/>
                  </a:cubicBezTo>
                  <a:cubicBezTo>
                    <a:pt x="36" y="36"/>
                    <a:pt x="36" y="43"/>
                    <a:pt x="36" y="63"/>
                  </a:cubicBezTo>
                  <a:cubicBezTo>
                    <a:pt x="36" y="126"/>
                    <a:pt x="0" y="27"/>
                    <a:pt x="0" y="117"/>
                  </a:cubicBezTo>
                  <a:cubicBezTo>
                    <a:pt x="0" y="144"/>
                    <a:pt x="45" y="99"/>
                    <a:pt x="36" y="153"/>
                  </a:cubicBezTo>
                  <a:cubicBezTo>
                    <a:pt x="35" y="162"/>
                    <a:pt x="36" y="180"/>
                    <a:pt x="36" y="180"/>
                  </a:cubicBezTo>
                  <a:cubicBezTo>
                    <a:pt x="180" y="180"/>
                    <a:pt x="180" y="180"/>
                    <a:pt x="180" y="180"/>
                  </a:cubicBezTo>
                  <a:cubicBezTo>
                    <a:pt x="189" y="171"/>
                    <a:pt x="180" y="153"/>
                    <a:pt x="180" y="126"/>
                  </a:cubicBezTo>
                  <a:close/>
                </a:path>
              </a:pathLst>
            </a:custGeom>
            <a:solidFill>
              <a:schemeClr val="accent3"/>
            </a:solidFill>
            <a:ln w="9525">
              <a:noFill/>
              <a:round/>
            </a:ln>
          </p:spPr>
          <p:txBody>
            <a:bodyPr/>
            <a:lstStyle/>
            <a:p>
              <a:endParaRPr lang="en-GB" sz="1815"/>
            </a:p>
          </p:txBody>
        </p:sp>
        <p:sp>
          <p:nvSpPr>
            <p:cNvPr id="429" name="Freeform 273"/>
            <p:cNvSpPr/>
            <p:nvPr/>
          </p:nvSpPr>
          <p:spPr bwMode="auto">
            <a:xfrm>
              <a:off x="3946411" y="1908423"/>
              <a:ext cx="439186" cy="417214"/>
            </a:xfrm>
            <a:custGeom>
              <a:avLst/>
              <a:gdLst>
                <a:gd name="T0" fmla="*/ 52 w 189"/>
                <a:gd name="T1" fmla="*/ 312 h 180"/>
                <a:gd name="T2" fmla="*/ 210 w 189"/>
                <a:gd name="T3" fmla="*/ 364 h 180"/>
                <a:gd name="T4" fmla="*/ 52 w 189"/>
                <a:gd name="T5" fmla="*/ 522 h 180"/>
                <a:gd name="T6" fmla="*/ 52 w 189"/>
                <a:gd name="T7" fmla="*/ 831 h 180"/>
                <a:gd name="T8" fmla="*/ 365 w 189"/>
                <a:gd name="T9" fmla="*/ 831 h 180"/>
                <a:gd name="T10" fmla="*/ 495 w 189"/>
                <a:gd name="T11" fmla="*/ 1041 h 180"/>
                <a:gd name="T12" fmla="*/ 628 w 189"/>
                <a:gd name="T13" fmla="*/ 831 h 180"/>
                <a:gd name="T14" fmla="*/ 890 w 189"/>
                <a:gd name="T15" fmla="*/ 831 h 180"/>
                <a:gd name="T16" fmla="*/ 890 w 189"/>
                <a:gd name="T17" fmla="*/ 677 h 180"/>
                <a:gd name="T18" fmla="*/ 1101 w 189"/>
                <a:gd name="T19" fmla="*/ 364 h 180"/>
                <a:gd name="T20" fmla="*/ 890 w 189"/>
                <a:gd name="T21" fmla="*/ 154 h 180"/>
                <a:gd name="T22" fmla="*/ 890 w 189"/>
                <a:gd name="T23" fmla="*/ 0 h 180"/>
                <a:gd name="T24" fmla="*/ 52 w 189"/>
                <a:gd name="T25" fmla="*/ 0 h 180"/>
                <a:gd name="T26" fmla="*/ 52 w 189"/>
                <a:gd name="T27" fmla="*/ 312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9"/>
                <a:gd name="T43" fmla="*/ 0 h 180"/>
                <a:gd name="T44" fmla="*/ 189 w 189"/>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9" h="180">
                  <a:moveTo>
                    <a:pt x="9" y="54"/>
                  </a:moveTo>
                  <a:cubicBezTo>
                    <a:pt x="9" y="72"/>
                    <a:pt x="32" y="36"/>
                    <a:pt x="36" y="63"/>
                  </a:cubicBezTo>
                  <a:cubicBezTo>
                    <a:pt x="45" y="117"/>
                    <a:pt x="15" y="79"/>
                    <a:pt x="9" y="90"/>
                  </a:cubicBezTo>
                  <a:cubicBezTo>
                    <a:pt x="0" y="108"/>
                    <a:pt x="9" y="144"/>
                    <a:pt x="9" y="144"/>
                  </a:cubicBezTo>
                  <a:cubicBezTo>
                    <a:pt x="9" y="144"/>
                    <a:pt x="47" y="136"/>
                    <a:pt x="63" y="144"/>
                  </a:cubicBezTo>
                  <a:cubicBezTo>
                    <a:pt x="81" y="153"/>
                    <a:pt x="40" y="180"/>
                    <a:pt x="85" y="180"/>
                  </a:cubicBezTo>
                  <a:cubicBezTo>
                    <a:pt x="121" y="180"/>
                    <a:pt x="90" y="153"/>
                    <a:pt x="108" y="144"/>
                  </a:cubicBezTo>
                  <a:cubicBezTo>
                    <a:pt x="116" y="140"/>
                    <a:pt x="153" y="144"/>
                    <a:pt x="153" y="144"/>
                  </a:cubicBezTo>
                  <a:cubicBezTo>
                    <a:pt x="153" y="144"/>
                    <a:pt x="153" y="137"/>
                    <a:pt x="153" y="117"/>
                  </a:cubicBezTo>
                  <a:cubicBezTo>
                    <a:pt x="153" y="54"/>
                    <a:pt x="189" y="153"/>
                    <a:pt x="189" y="63"/>
                  </a:cubicBezTo>
                  <a:cubicBezTo>
                    <a:pt x="189" y="36"/>
                    <a:pt x="144" y="81"/>
                    <a:pt x="153" y="27"/>
                  </a:cubicBezTo>
                  <a:cubicBezTo>
                    <a:pt x="154" y="18"/>
                    <a:pt x="153" y="0"/>
                    <a:pt x="153" y="0"/>
                  </a:cubicBezTo>
                  <a:cubicBezTo>
                    <a:pt x="9" y="0"/>
                    <a:pt x="9" y="0"/>
                    <a:pt x="9" y="0"/>
                  </a:cubicBezTo>
                  <a:cubicBezTo>
                    <a:pt x="0" y="9"/>
                    <a:pt x="9" y="27"/>
                    <a:pt x="9" y="54"/>
                  </a:cubicBezTo>
                  <a:close/>
                </a:path>
              </a:pathLst>
            </a:custGeom>
            <a:solidFill>
              <a:schemeClr val="accent1"/>
            </a:solidFill>
            <a:ln w="9525">
              <a:noFill/>
              <a:round/>
            </a:ln>
          </p:spPr>
          <p:txBody>
            <a:bodyPr/>
            <a:lstStyle/>
            <a:p>
              <a:endParaRPr lang="en-GB" sz="1815"/>
            </a:p>
          </p:txBody>
        </p:sp>
        <p:sp>
          <p:nvSpPr>
            <p:cNvPr id="430" name="Freeform 274"/>
            <p:cNvSpPr/>
            <p:nvPr/>
          </p:nvSpPr>
          <p:spPr bwMode="auto">
            <a:xfrm>
              <a:off x="8228472" y="3557904"/>
              <a:ext cx="417227" cy="439173"/>
            </a:xfrm>
            <a:custGeom>
              <a:avLst/>
              <a:gdLst>
                <a:gd name="T0" fmla="*/ 677 w 180"/>
                <a:gd name="T1" fmla="*/ 210 h 189"/>
                <a:gd name="T2" fmla="*/ 522 w 180"/>
                <a:gd name="T3" fmla="*/ 52 h 189"/>
                <a:gd name="T4" fmla="*/ 210 w 180"/>
                <a:gd name="T5" fmla="*/ 52 h 189"/>
                <a:gd name="T6" fmla="*/ 210 w 180"/>
                <a:gd name="T7" fmla="*/ 365 h 189"/>
                <a:gd name="T8" fmla="*/ 0 w 180"/>
                <a:gd name="T9" fmla="*/ 495 h 189"/>
                <a:gd name="T10" fmla="*/ 210 w 180"/>
                <a:gd name="T11" fmla="*/ 628 h 189"/>
                <a:gd name="T12" fmla="*/ 210 w 180"/>
                <a:gd name="T13" fmla="*/ 896 h 189"/>
                <a:gd name="T14" fmla="*/ 364 w 180"/>
                <a:gd name="T15" fmla="*/ 890 h 189"/>
                <a:gd name="T16" fmla="*/ 677 w 180"/>
                <a:gd name="T17" fmla="*/ 1101 h 189"/>
                <a:gd name="T18" fmla="*/ 885 w 180"/>
                <a:gd name="T19" fmla="*/ 890 h 189"/>
                <a:gd name="T20" fmla="*/ 1041 w 180"/>
                <a:gd name="T21" fmla="*/ 890 h 189"/>
                <a:gd name="T22" fmla="*/ 1041 w 180"/>
                <a:gd name="T23" fmla="*/ 52 h 189"/>
                <a:gd name="T24" fmla="*/ 729 w 180"/>
                <a:gd name="T25" fmla="*/ 52 h 189"/>
                <a:gd name="T26" fmla="*/ 677 w 180"/>
                <a:gd name="T27" fmla="*/ 210 h 189"/>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0"/>
                <a:gd name="T43" fmla="*/ 0 h 189"/>
                <a:gd name="T44" fmla="*/ 180 w 180"/>
                <a:gd name="T45" fmla="*/ 189 h 189"/>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0" h="189">
                  <a:moveTo>
                    <a:pt x="117" y="36"/>
                  </a:moveTo>
                  <a:cubicBezTo>
                    <a:pt x="63" y="45"/>
                    <a:pt x="101" y="15"/>
                    <a:pt x="90" y="9"/>
                  </a:cubicBezTo>
                  <a:cubicBezTo>
                    <a:pt x="72" y="0"/>
                    <a:pt x="36" y="9"/>
                    <a:pt x="36" y="9"/>
                  </a:cubicBezTo>
                  <a:cubicBezTo>
                    <a:pt x="36" y="9"/>
                    <a:pt x="44" y="47"/>
                    <a:pt x="36" y="63"/>
                  </a:cubicBezTo>
                  <a:cubicBezTo>
                    <a:pt x="27" y="81"/>
                    <a:pt x="0" y="40"/>
                    <a:pt x="0" y="85"/>
                  </a:cubicBezTo>
                  <a:cubicBezTo>
                    <a:pt x="0" y="121"/>
                    <a:pt x="27" y="90"/>
                    <a:pt x="36" y="108"/>
                  </a:cubicBezTo>
                  <a:cubicBezTo>
                    <a:pt x="40" y="116"/>
                    <a:pt x="36" y="154"/>
                    <a:pt x="36" y="154"/>
                  </a:cubicBezTo>
                  <a:cubicBezTo>
                    <a:pt x="36" y="154"/>
                    <a:pt x="43" y="153"/>
                    <a:pt x="63" y="153"/>
                  </a:cubicBezTo>
                  <a:cubicBezTo>
                    <a:pt x="126" y="153"/>
                    <a:pt x="27" y="189"/>
                    <a:pt x="117" y="189"/>
                  </a:cubicBezTo>
                  <a:cubicBezTo>
                    <a:pt x="144" y="189"/>
                    <a:pt x="99" y="144"/>
                    <a:pt x="153" y="153"/>
                  </a:cubicBezTo>
                  <a:cubicBezTo>
                    <a:pt x="162" y="154"/>
                    <a:pt x="180" y="153"/>
                    <a:pt x="180" y="153"/>
                  </a:cubicBezTo>
                  <a:cubicBezTo>
                    <a:pt x="180" y="9"/>
                    <a:pt x="180" y="9"/>
                    <a:pt x="180" y="9"/>
                  </a:cubicBezTo>
                  <a:cubicBezTo>
                    <a:pt x="180" y="9"/>
                    <a:pt x="153" y="9"/>
                    <a:pt x="126" y="9"/>
                  </a:cubicBezTo>
                  <a:cubicBezTo>
                    <a:pt x="108" y="9"/>
                    <a:pt x="144" y="32"/>
                    <a:pt x="117" y="36"/>
                  </a:cubicBezTo>
                  <a:close/>
                </a:path>
              </a:pathLst>
            </a:custGeom>
            <a:solidFill>
              <a:schemeClr val="accent5"/>
            </a:solidFill>
            <a:ln w="9525">
              <a:noFill/>
              <a:round/>
            </a:ln>
          </p:spPr>
          <p:txBody>
            <a:bodyPr/>
            <a:lstStyle/>
            <a:p>
              <a:endParaRPr lang="en-GB" sz="1815"/>
            </a:p>
          </p:txBody>
        </p:sp>
        <p:sp>
          <p:nvSpPr>
            <p:cNvPr id="431" name="Freeform 275"/>
            <p:cNvSpPr/>
            <p:nvPr/>
          </p:nvSpPr>
          <p:spPr bwMode="auto">
            <a:xfrm>
              <a:off x="7308766" y="1908423"/>
              <a:ext cx="334556" cy="355213"/>
            </a:xfrm>
            <a:custGeom>
              <a:avLst/>
              <a:gdLst>
                <a:gd name="T0" fmla="*/ 158 w 144"/>
                <a:gd name="T1" fmla="*/ 471 h 153"/>
                <a:gd name="T2" fmla="*/ 0 w 144"/>
                <a:gd name="T3" fmla="*/ 575 h 153"/>
                <a:gd name="T4" fmla="*/ 0 w 144"/>
                <a:gd name="T5" fmla="*/ 838 h 153"/>
                <a:gd name="T6" fmla="*/ 263 w 144"/>
                <a:gd name="T7" fmla="*/ 838 h 153"/>
                <a:gd name="T8" fmla="*/ 313 w 144"/>
                <a:gd name="T9" fmla="*/ 678 h 153"/>
                <a:gd name="T10" fmla="*/ 523 w 144"/>
                <a:gd name="T11" fmla="*/ 838 h 153"/>
                <a:gd name="T12" fmla="*/ 838 w 144"/>
                <a:gd name="T13" fmla="*/ 838 h 153"/>
                <a:gd name="T14" fmla="*/ 838 w 144"/>
                <a:gd name="T15" fmla="*/ 523 h 153"/>
                <a:gd name="T16" fmla="*/ 680 w 144"/>
                <a:gd name="T17" fmla="*/ 365 h 153"/>
                <a:gd name="T18" fmla="*/ 838 w 144"/>
                <a:gd name="T19" fmla="*/ 313 h 153"/>
                <a:gd name="T20" fmla="*/ 838 w 144"/>
                <a:gd name="T21" fmla="*/ 0 h 153"/>
                <a:gd name="T22" fmla="*/ 0 w 144"/>
                <a:gd name="T23" fmla="*/ 0 h 153"/>
                <a:gd name="T24" fmla="*/ 0 w 144"/>
                <a:gd name="T25" fmla="*/ 262 h 153"/>
                <a:gd name="T26" fmla="*/ 158 w 144"/>
                <a:gd name="T27" fmla="*/ 471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44"/>
                <a:gd name="T43" fmla="*/ 0 h 153"/>
                <a:gd name="T44" fmla="*/ 144 w 144"/>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44" h="153">
                  <a:moveTo>
                    <a:pt x="27" y="81"/>
                  </a:moveTo>
                  <a:cubicBezTo>
                    <a:pt x="27" y="117"/>
                    <a:pt x="0" y="81"/>
                    <a:pt x="0" y="99"/>
                  </a:cubicBezTo>
                  <a:cubicBezTo>
                    <a:pt x="0" y="119"/>
                    <a:pt x="0" y="144"/>
                    <a:pt x="0" y="144"/>
                  </a:cubicBezTo>
                  <a:cubicBezTo>
                    <a:pt x="0" y="144"/>
                    <a:pt x="39" y="150"/>
                    <a:pt x="45" y="144"/>
                  </a:cubicBezTo>
                  <a:cubicBezTo>
                    <a:pt x="54" y="135"/>
                    <a:pt x="27" y="117"/>
                    <a:pt x="54" y="117"/>
                  </a:cubicBezTo>
                  <a:cubicBezTo>
                    <a:pt x="108" y="117"/>
                    <a:pt x="63" y="153"/>
                    <a:pt x="90" y="144"/>
                  </a:cubicBezTo>
                  <a:cubicBezTo>
                    <a:pt x="107" y="138"/>
                    <a:pt x="144" y="144"/>
                    <a:pt x="144" y="144"/>
                  </a:cubicBezTo>
                  <a:cubicBezTo>
                    <a:pt x="144" y="144"/>
                    <a:pt x="144" y="126"/>
                    <a:pt x="144" y="90"/>
                  </a:cubicBezTo>
                  <a:cubicBezTo>
                    <a:pt x="144" y="77"/>
                    <a:pt x="108" y="117"/>
                    <a:pt x="117" y="63"/>
                  </a:cubicBezTo>
                  <a:cubicBezTo>
                    <a:pt x="121" y="36"/>
                    <a:pt x="144" y="72"/>
                    <a:pt x="144" y="54"/>
                  </a:cubicBezTo>
                  <a:cubicBezTo>
                    <a:pt x="144" y="18"/>
                    <a:pt x="143" y="2"/>
                    <a:pt x="144" y="0"/>
                  </a:cubicBezTo>
                  <a:cubicBezTo>
                    <a:pt x="0" y="0"/>
                    <a:pt x="0" y="0"/>
                    <a:pt x="0" y="0"/>
                  </a:cubicBezTo>
                  <a:cubicBezTo>
                    <a:pt x="0" y="0"/>
                    <a:pt x="0" y="36"/>
                    <a:pt x="0" y="45"/>
                  </a:cubicBezTo>
                  <a:cubicBezTo>
                    <a:pt x="0" y="81"/>
                    <a:pt x="27" y="36"/>
                    <a:pt x="27" y="81"/>
                  </a:cubicBezTo>
                  <a:close/>
                </a:path>
              </a:pathLst>
            </a:custGeom>
            <a:solidFill>
              <a:schemeClr val="accent6"/>
            </a:solidFill>
            <a:ln w="9525">
              <a:noFill/>
              <a:round/>
            </a:ln>
          </p:spPr>
          <p:txBody>
            <a:bodyPr/>
            <a:lstStyle/>
            <a:p>
              <a:endParaRPr lang="en-GB" sz="1815"/>
            </a:p>
          </p:txBody>
        </p:sp>
        <p:sp>
          <p:nvSpPr>
            <p:cNvPr id="432" name="Freeform 276"/>
            <p:cNvSpPr/>
            <p:nvPr/>
          </p:nvSpPr>
          <p:spPr bwMode="auto">
            <a:xfrm>
              <a:off x="6640945" y="1908423"/>
              <a:ext cx="355224" cy="417214"/>
            </a:xfrm>
            <a:custGeom>
              <a:avLst/>
              <a:gdLst>
                <a:gd name="T0" fmla="*/ 158 w 153"/>
                <a:gd name="T1" fmla="*/ 467 h 180"/>
                <a:gd name="T2" fmla="*/ 0 w 153"/>
                <a:gd name="T3" fmla="*/ 572 h 180"/>
                <a:gd name="T4" fmla="*/ 0 w 153"/>
                <a:gd name="T5" fmla="*/ 831 h 180"/>
                <a:gd name="T6" fmla="*/ 262 w 153"/>
                <a:gd name="T7" fmla="*/ 831 h 180"/>
                <a:gd name="T8" fmla="*/ 417 w 153"/>
                <a:gd name="T9" fmla="*/ 1041 h 180"/>
                <a:gd name="T10" fmla="*/ 627 w 153"/>
                <a:gd name="T11" fmla="*/ 831 h 180"/>
                <a:gd name="T12" fmla="*/ 838 w 153"/>
                <a:gd name="T13" fmla="*/ 831 h 180"/>
                <a:gd name="T14" fmla="*/ 888 w 153"/>
                <a:gd name="T15" fmla="*/ 522 h 180"/>
                <a:gd name="T16" fmla="*/ 678 w 153"/>
                <a:gd name="T17" fmla="*/ 364 h 180"/>
                <a:gd name="T18" fmla="*/ 838 w 153"/>
                <a:gd name="T19" fmla="*/ 312 h 180"/>
                <a:gd name="T20" fmla="*/ 838 w 153"/>
                <a:gd name="T21" fmla="*/ 0 h 180"/>
                <a:gd name="T22" fmla="*/ 0 w 153"/>
                <a:gd name="T23" fmla="*/ 0 h 180"/>
                <a:gd name="T24" fmla="*/ 0 w 153"/>
                <a:gd name="T25" fmla="*/ 260 h 180"/>
                <a:gd name="T26" fmla="*/ 158 w 153"/>
                <a:gd name="T27" fmla="*/ 467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3"/>
                <a:gd name="T43" fmla="*/ 0 h 180"/>
                <a:gd name="T44" fmla="*/ 153 w 153"/>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3" h="180">
                  <a:moveTo>
                    <a:pt x="27" y="81"/>
                  </a:moveTo>
                  <a:cubicBezTo>
                    <a:pt x="27" y="117"/>
                    <a:pt x="0" y="81"/>
                    <a:pt x="0" y="99"/>
                  </a:cubicBezTo>
                  <a:cubicBezTo>
                    <a:pt x="0" y="119"/>
                    <a:pt x="0" y="144"/>
                    <a:pt x="0" y="144"/>
                  </a:cubicBezTo>
                  <a:cubicBezTo>
                    <a:pt x="0" y="144"/>
                    <a:pt x="18" y="144"/>
                    <a:pt x="45" y="144"/>
                  </a:cubicBezTo>
                  <a:cubicBezTo>
                    <a:pt x="72" y="144"/>
                    <a:pt x="36" y="180"/>
                    <a:pt x="72" y="180"/>
                  </a:cubicBezTo>
                  <a:cubicBezTo>
                    <a:pt x="126" y="180"/>
                    <a:pt x="72" y="144"/>
                    <a:pt x="108" y="144"/>
                  </a:cubicBezTo>
                  <a:cubicBezTo>
                    <a:pt x="144" y="144"/>
                    <a:pt x="144" y="144"/>
                    <a:pt x="144" y="144"/>
                  </a:cubicBezTo>
                  <a:cubicBezTo>
                    <a:pt x="144" y="144"/>
                    <a:pt x="153" y="108"/>
                    <a:pt x="153" y="90"/>
                  </a:cubicBezTo>
                  <a:cubicBezTo>
                    <a:pt x="153" y="77"/>
                    <a:pt x="108" y="117"/>
                    <a:pt x="117" y="63"/>
                  </a:cubicBezTo>
                  <a:cubicBezTo>
                    <a:pt x="121" y="36"/>
                    <a:pt x="144" y="72"/>
                    <a:pt x="144" y="54"/>
                  </a:cubicBezTo>
                  <a:cubicBezTo>
                    <a:pt x="144" y="18"/>
                    <a:pt x="143" y="2"/>
                    <a:pt x="144" y="0"/>
                  </a:cubicBezTo>
                  <a:cubicBezTo>
                    <a:pt x="0" y="0"/>
                    <a:pt x="0" y="0"/>
                    <a:pt x="0" y="0"/>
                  </a:cubicBezTo>
                  <a:cubicBezTo>
                    <a:pt x="0" y="0"/>
                    <a:pt x="0" y="36"/>
                    <a:pt x="0" y="45"/>
                  </a:cubicBezTo>
                  <a:cubicBezTo>
                    <a:pt x="0" y="81"/>
                    <a:pt x="27" y="36"/>
                    <a:pt x="27" y="81"/>
                  </a:cubicBezTo>
                  <a:close/>
                </a:path>
              </a:pathLst>
            </a:custGeom>
            <a:solidFill>
              <a:schemeClr val="accent3"/>
            </a:solidFill>
            <a:ln w="9525">
              <a:noFill/>
              <a:round/>
            </a:ln>
          </p:spPr>
          <p:txBody>
            <a:bodyPr/>
            <a:lstStyle/>
            <a:p>
              <a:endParaRPr lang="en-GB" sz="1815"/>
            </a:p>
          </p:txBody>
        </p:sp>
        <p:sp>
          <p:nvSpPr>
            <p:cNvPr id="433" name="Freeform 277"/>
            <p:cNvSpPr/>
            <p:nvPr/>
          </p:nvSpPr>
          <p:spPr bwMode="auto">
            <a:xfrm>
              <a:off x="3299257" y="1908423"/>
              <a:ext cx="355224" cy="417214"/>
            </a:xfrm>
            <a:custGeom>
              <a:avLst/>
              <a:gdLst>
                <a:gd name="T0" fmla="*/ 158 w 153"/>
                <a:gd name="T1" fmla="*/ 467 h 180"/>
                <a:gd name="T2" fmla="*/ 0 w 153"/>
                <a:gd name="T3" fmla="*/ 572 h 180"/>
                <a:gd name="T4" fmla="*/ 0 w 153"/>
                <a:gd name="T5" fmla="*/ 831 h 180"/>
                <a:gd name="T6" fmla="*/ 0 w 153"/>
                <a:gd name="T7" fmla="*/ 831 h 180"/>
                <a:gd name="T8" fmla="*/ 262 w 153"/>
                <a:gd name="T9" fmla="*/ 831 h 180"/>
                <a:gd name="T10" fmla="*/ 417 w 153"/>
                <a:gd name="T11" fmla="*/ 1041 h 180"/>
                <a:gd name="T12" fmla="*/ 627 w 153"/>
                <a:gd name="T13" fmla="*/ 831 h 180"/>
                <a:gd name="T14" fmla="*/ 838 w 153"/>
                <a:gd name="T15" fmla="*/ 831 h 180"/>
                <a:gd name="T16" fmla="*/ 838 w 153"/>
                <a:gd name="T17" fmla="*/ 831 h 180"/>
                <a:gd name="T18" fmla="*/ 838 w 153"/>
                <a:gd name="T19" fmla="*/ 831 h 180"/>
                <a:gd name="T20" fmla="*/ 888 w 153"/>
                <a:gd name="T21" fmla="*/ 522 h 180"/>
                <a:gd name="T22" fmla="*/ 678 w 153"/>
                <a:gd name="T23" fmla="*/ 364 h 180"/>
                <a:gd name="T24" fmla="*/ 838 w 153"/>
                <a:gd name="T25" fmla="*/ 312 h 180"/>
                <a:gd name="T26" fmla="*/ 838 w 153"/>
                <a:gd name="T27" fmla="*/ 0 h 180"/>
                <a:gd name="T28" fmla="*/ 0 w 153"/>
                <a:gd name="T29" fmla="*/ 0 h 180"/>
                <a:gd name="T30" fmla="*/ 0 w 153"/>
                <a:gd name="T31" fmla="*/ 260 h 180"/>
                <a:gd name="T32" fmla="*/ 158 w 153"/>
                <a:gd name="T33" fmla="*/ 46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27" y="81"/>
                  </a:moveTo>
                  <a:cubicBezTo>
                    <a:pt x="27" y="117"/>
                    <a:pt x="0" y="81"/>
                    <a:pt x="0" y="99"/>
                  </a:cubicBezTo>
                  <a:cubicBezTo>
                    <a:pt x="0" y="119"/>
                    <a:pt x="0" y="142"/>
                    <a:pt x="0" y="144"/>
                  </a:cubicBezTo>
                  <a:cubicBezTo>
                    <a:pt x="0" y="144"/>
                    <a:pt x="0" y="144"/>
                    <a:pt x="0" y="144"/>
                  </a:cubicBezTo>
                  <a:cubicBezTo>
                    <a:pt x="0" y="144"/>
                    <a:pt x="18" y="144"/>
                    <a:pt x="45" y="144"/>
                  </a:cubicBezTo>
                  <a:cubicBezTo>
                    <a:pt x="72" y="144"/>
                    <a:pt x="36" y="180"/>
                    <a:pt x="72" y="180"/>
                  </a:cubicBezTo>
                  <a:cubicBezTo>
                    <a:pt x="126" y="180"/>
                    <a:pt x="72" y="144"/>
                    <a:pt x="108" y="144"/>
                  </a:cubicBezTo>
                  <a:cubicBezTo>
                    <a:pt x="144" y="144"/>
                    <a:pt x="144" y="144"/>
                    <a:pt x="144" y="144"/>
                  </a:cubicBezTo>
                  <a:cubicBezTo>
                    <a:pt x="144" y="144"/>
                    <a:pt x="144" y="144"/>
                    <a:pt x="144" y="144"/>
                  </a:cubicBezTo>
                  <a:cubicBezTo>
                    <a:pt x="144" y="144"/>
                    <a:pt x="144" y="144"/>
                    <a:pt x="144" y="144"/>
                  </a:cubicBezTo>
                  <a:cubicBezTo>
                    <a:pt x="145" y="142"/>
                    <a:pt x="153" y="108"/>
                    <a:pt x="153" y="90"/>
                  </a:cubicBezTo>
                  <a:cubicBezTo>
                    <a:pt x="153" y="78"/>
                    <a:pt x="108" y="117"/>
                    <a:pt x="117" y="63"/>
                  </a:cubicBezTo>
                  <a:cubicBezTo>
                    <a:pt x="121" y="37"/>
                    <a:pt x="144" y="72"/>
                    <a:pt x="144" y="54"/>
                  </a:cubicBezTo>
                  <a:cubicBezTo>
                    <a:pt x="144" y="15"/>
                    <a:pt x="144" y="0"/>
                    <a:pt x="144" y="0"/>
                  </a:cubicBezTo>
                  <a:cubicBezTo>
                    <a:pt x="0" y="0"/>
                    <a:pt x="0" y="0"/>
                    <a:pt x="0" y="0"/>
                  </a:cubicBezTo>
                  <a:cubicBezTo>
                    <a:pt x="0" y="0"/>
                    <a:pt x="0" y="36"/>
                    <a:pt x="0" y="45"/>
                  </a:cubicBezTo>
                  <a:cubicBezTo>
                    <a:pt x="0" y="81"/>
                    <a:pt x="27" y="36"/>
                    <a:pt x="27" y="81"/>
                  </a:cubicBezTo>
                  <a:close/>
                </a:path>
              </a:pathLst>
            </a:custGeom>
            <a:solidFill>
              <a:schemeClr val="accent6"/>
            </a:solidFill>
            <a:ln w="9525">
              <a:noFill/>
              <a:round/>
            </a:ln>
          </p:spPr>
          <p:txBody>
            <a:bodyPr/>
            <a:lstStyle/>
            <a:p>
              <a:endParaRPr lang="en-GB" sz="1815"/>
            </a:p>
          </p:txBody>
        </p:sp>
        <p:sp>
          <p:nvSpPr>
            <p:cNvPr id="434" name="Freeform 278"/>
            <p:cNvSpPr/>
            <p:nvPr/>
          </p:nvSpPr>
          <p:spPr bwMode="auto">
            <a:xfrm>
              <a:off x="5909830" y="1908423"/>
              <a:ext cx="417227" cy="334546"/>
            </a:xfrm>
            <a:custGeom>
              <a:avLst/>
              <a:gdLst>
                <a:gd name="T0" fmla="*/ 0 w 180"/>
                <a:gd name="T1" fmla="*/ 421 h 144"/>
                <a:gd name="T2" fmla="*/ 154 w 180"/>
                <a:gd name="T3" fmla="*/ 576 h 144"/>
                <a:gd name="T4" fmla="*/ 154 w 180"/>
                <a:gd name="T5" fmla="*/ 838 h 144"/>
                <a:gd name="T6" fmla="*/ 415 w 180"/>
                <a:gd name="T7" fmla="*/ 838 h 144"/>
                <a:gd name="T8" fmla="*/ 572 w 180"/>
                <a:gd name="T9" fmla="*/ 680 h 144"/>
                <a:gd name="T10" fmla="*/ 779 w 180"/>
                <a:gd name="T11" fmla="*/ 838 h 144"/>
                <a:gd name="T12" fmla="*/ 989 w 180"/>
                <a:gd name="T13" fmla="*/ 838 h 144"/>
                <a:gd name="T14" fmla="*/ 1041 w 180"/>
                <a:gd name="T15" fmla="*/ 523 h 144"/>
                <a:gd name="T16" fmla="*/ 831 w 180"/>
                <a:gd name="T17" fmla="*/ 365 h 144"/>
                <a:gd name="T18" fmla="*/ 989 w 180"/>
                <a:gd name="T19" fmla="*/ 313 h 144"/>
                <a:gd name="T20" fmla="*/ 989 w 180"/>
                <a:gd name="T21" fmla="*/ 0 h 144"/>
                <a:gd name="T22" fmla="*/ 154 w 180"/>
                <a:gd name="T23" fmla="*/ 0 h 144"/>
                <a:gd name="T24" fmla="*/ 210 w 180"/>
                <a:gd name="T25" fmla="*/ 313 h 144"/>
                <a:gd name="T26" fmla="*/ 0 w 180"/>
                <a:gd name="T27" fmla="*/ 421 h 14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0"/>
                <a:gd name="T43" fmla="*/ 0 h 144"/>
                <a:gd name="T44" fmla="*/ 180 w 180"/>
                <a:gd name="T45" fmla="*/ 144 h 14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0" h="144">
                  <a:moveTo>
                    <a:pt x="0" y="72"/>
                  </a:moveTo>
                  <a:cubicBezTo>
                    <a:pt x="0" y="117"/>
                    <a:pt x="13" y="85"/>
                    <a:pt x="27" y="99"/>
                  </a:cubicBezTo>
                  <a:cubicBezTo>
                    <a:pt x="36" y="108"/>
                    <a:pt x="27" y="144"/>
                    <a:pt x="27" y="144"/>
                  </a:cubicBezTo>
                  <a:cubicBezTo>
                    <a:pt x="27" y="144"/>
                    <a:pt x="45" y="144"/>
                    <a:pt x="72" y="144"/>
                  </a:cubicBezTo>
                  <a:cubicBezTo>
                    <a:pt x="90" y="144"/>
                    <a:pt x="53" y="117"/>
                    <a:pt x="99" y="117"/>
                  </a:cubicBezTo>
                  <a:cubicBezTo>
                    <a:pt x="144" y="117"/>
                    <a:pt x="90" y="144"/>
                    <a:pt x="135" y="144"/>
                  </a:cubicBezTo>
                  <a:cubicBezTo>
                    <a:pt x="171" y="144"/>
                    <a:pt x="171" y="144"/>
                    <a:pt x="171" y="144"/>
                  </a:cubicBezTo>
                  <a:cubicBezTo>
                    <a:pt x="171" y="144"/>
                    <a:pt x="180" y="108"/>
                    <a:pt x="180" y="90"/>
                  </a:cubicBezTo>
                  <a:cubicBezTo>
                    <a:pt x="180" y="77"/>
                    <a:pt x="135" y="117"/>
                    <a:pt x="144" y="63"/>
                  </a:cubicBezTo>
                  <a:cubicBezTo>
                    <a:pt x="148" y="36"/>
                    <a:pt x="171" y="72"/>
                    <a:pt x="171" y="54"/>
                  </a:cubicBezTo>
                  <a:cubicBezTo>
                    <a:pt x="171" y="18"/>
                    <a:pt x="170" y="2"/>
                    <a:pt x="171" y="0"/>
                  </a:cubicBezTo>
                  <a:cubicBezTo>
                    <a:pt x="27" y="0"/>
                    <a:pt x="27" y="0"/>
                    <a:pt x="27" y="0"/>
                  </a:cubicBezTo>
                  <a:cubicBezTo>
                    <a:pt x="27" y="0"/>
                    <a:pt x="36" y="45"/>
                    <a:pt x="36" y="54"/>
                  </a:cubicBezTo>
                  <a:cubicBezTo>
                    <a:pt x="36" y="81"/>
                    <a:pt x="0" y="36"/>
                    <a:pt x="0" y="72"/>
                  </a:cubicBezTo>
                  <a:close/>
                </a:path>
              </a:pathLst>
            </a:custGeom>
            <a:solidFill>
              <a:schemeClr val="accent4"/>
            </a:solidFill>
            <a:ln w="9525">
              <a:noFill/>
              <a:round/>
            </a:ln>
          </p:spPr>
          <p:txBody>
            <a:bodyPr/>
            <a:lstStyle/>
            <a:p>
              <a:endParaRPr lang="en-GB" sz="1815"/>
            </a:p>
          </p:txBody>
        </p:sp>
        <p:sp>
          <p:nvSpPr>
            <p:cNvPr id="435" name="Freeform 279"/>
            <p:cNvSpPr/>
            <p:nvPr/>
          </p:nvSpPr>
          <p:spPr bwMode="auto">
            <a:xfrm>
              <a:off x="1962324" y="3892451"/>
              <a:ext cx="417227" cy="355213"/>
            </a:xfrm>
            <a:custGeom>
              <a:avLst/>
              <a:gdLst>
                <a:gd name="T0" fmla="*/ 467 w 180"/>
                <a:gd name="T1" fmla="*/ 730 h 153"/>
                <a:gd name="T2" fmla="*/ 572 w 180"/>
                <a:gd name="T3" fmla="*/ 888 h 153"/>
                <a:gd name="T4" fmla="*/ 831 w 180"/>
                <a:gd name="T5" fmla="*/ 888 h 153"/>
                <a:gd name="T6" fmla="*/ 831 w 180"/>
                <a:gd name="T7" fmla="*/ 627 h 153"/>
                <a:gd name="T8" fmla="*/ 1041 w 180"/>
                <a:gd name="T9" fmla="*/ 471 h 153"/>
                <a:gd name="T10" fmla="*/ 831 w 180"/>
                <a:gd name="T11" fmla="*/ 262 h 153"/>
                <a:gd name="T12" fmla="*/ 831 w 180"/>
                <a:gd name="T13" fmla="*/ 52 h 153"/>
                <a:gd name="T14" fmla="*/ 522 w 180"/>
                <a:gd name="T15" fmla="*/ 0 h 153"/>
                <a:gd name="T16" fmla="*/ 364 w 180"/>
                <a:gd name="T17" fmla="*/ 210 h 153"/>
                <a:gd name="T18" fmla="*/ 312 w 180"/>
                <a:gd name="T19" fmla="*/ 52 h 153"/>
                <a:gd name="T20" fmla="*/ 0 w 180"/>
                <a:gd name="T21" fmla="*/ 52 h 153"/>
                <a:gd name="T22" fmla="*/ 0 w 180"/>
                <a:gd name="T23" fmla="*/ 888 h 153"/>
                <a:gd name="T24" fmla="*/ 260 w 180"/>
                <a:gd name="T25" fmla="*/ 888 h 153"/>
                <a:gd name="T26" fmla="*/ 467 w 180"/>
                <a:gd name="T27" fmla="*/ 730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0"/>
                <a:gd name="T43" fmla="*/ 0 h 153"/>
                <a:gd name="T44" fmla="*/ 180 w 180"/>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0" h="153">
                  <a:moveTo>
                    <a:pt x="81" y="126"/>
                  </a:moveTo>
                  <a:cubicBezTo>
                    <a:pt x="117" y="126"/>
                    <a:pt x="81" y="153"/>
                    <a:pt x="99" y="153"/>
                  </a:cubicBezTo>
                  <a:cubicBezTo>
                    <a:pt x="119" y="153"/>
                    <a:pt x="144" y="153"/>
                    <a:pt x="144" y="153"/>
                  </a:cubicBezTo>
                  <a:cubicBezTo>
                    <a:pt x="144" y="153"/>
                    <a:pt x="144" y="135"/>
                    <a:pt x="144" y="108"/>
                  </a:cubicBezTo>
                  <a:cubicBezTo>
                    <a:pt x="144" y="81"/>
                    <a:pt x="180" y="117"/>
                    <a:pt x="180" y="81"/>
                  </a:cubicBezTo>
                  <a:cubicBezTo>
                    <a:pt x="180" y="27"/>
                    <a:pt x="144" y="81"/>
                    <a:pt x="144" y="45"/>
                  </a:cubicBezTo>
                  <a:cubicBezTo>
                    <a:pt x="144" y="9"/>
                    <a:pt x="144" y="9"/>
                    <a:pt x="144" y="9"/>
                  </a:cubicBezTo>
                  <a:cubicBezTo>
                    <a:pt x="144" y="9"/>
                    <a:pt x="108" y="0"/>
                    <a:pt x="90" y="0"/>
                  </a:cubicBezTo>
                  <a:cubicBezTo>
                    <a:pt x="77" y="0"/>
                    <a:pt x="117" y="45"/>
                    <a:pt x="63" y="36"/>
                  </a:cubicBezTo>
                  <a:cubicBezTo>
                    <a:pt x="36" y="32"/>
                    <a:pt x="72" y="9"/>
                    <a:pt x="54" y="9"/>
                  </a:cubicBezTo>
                  <a:cubicBezTo>
                    <a:pt x="15" y="9"/>
                    <a:pt x="0" y="11"/>
                    <a:pt x="0" y="9"/>
                  </a:cubicBezTo>
                  <a:cubicBezTo>
                    <a:pt x="0" y="153"/>
                    <a:pt x="0" y="153"/>
                    <a:pt x="0" y="153"/>
                  </a:cubicBezTo>
                  <a:cubicBezTo>
                    <a:pt x="0" y="153"/>
                    <a:pt x="36" y="153"/>
                    <a:pt x="45" y="153"/>
                  </a:cubicBezTo>
                  <a:cubicBezTo>
                    <a:pt x="81" y="153"/>
                    <a:pt x="36" y="126"/>
                    <a:pt x="81" y="126"/>
                  </a:cubicBezTo>
                  <a:close/>
                </a:path>
              </a:pathLst>
            </a:custGeom>
            <a:solidFill>
              <a:schemeClr val="accent1"/>
            </a:solidFill>
            <a:ln w="9525">
              <a:noFill/>
              <a:round/>
            </a:ln>
          </p:spPr>
          <p:txBody>
            <a:bodyPr/>
            <a:lstStyle/>
            <a:p>
              <a:endParaRPr lang="en-GB" sz="1815"/>
            </a:p>
          </p:txBody>
        </p:sp>
        <p:sp>
          <p:nvSpPr>
            <p:cNvPr id="436" name="Freeform 280"/>
            <p:cNvSpPr/>
            <p:nvPr/>
          </p:nvSpPr>
          <p:spPr bwMode="auto">
            <a:xfrm>
              <a:off x="1962324" y="6564947"/>
              <a:ext cx="334556" cy="355213"/>
            </a:xfrm>
            <a:custGeom>
              <a:avLst/>
              <a:gdLst>
                <a:gd name="T0" fmla="*/ 680 w 144"/>
                <a:gd name="T1" fmla="*/ 471 h 153"/>
                <a:gd name="T2" fmla="*/ 838 w 144"/>
                <a:gd name="T3" fmla="*/ 262 h 153"/>
                <a:gd name="T4" fmla="*/ 838 w 144"/>
                <a:gd name="T5" fmla="*/ 52 h 153"/>
                <a:gd name="T6" fmla="*/ 523 w 144"/>
                <a:gd name="T7" fmla="*/ 0 h 153"/>
                <a:gd name="T8" fmla="*/ 365 w 144"/>
                <a:gd name="T9" fmla="*/ 210 h 153"/>
                <a:gd name="T10" fmla="*/ 313 w 144"/>
                <a:gd name="T11" fmla="*/ 52 h 153"/>
                <a:gd name="T12" fmla="*/ 0 w 144"/>
                <a:gd name="T13" fmla="*/ 52 h 153"/>
                <a:gd name="T14" fmla="*/ 0 w 144"/>
                <a:gd name="T15" fmla="*/ 888 h 153"/>
                <a:gd name="T16" fmla="*/ 838 w 144"/>
                <a:gd name="T17" fmla="*/ 888 h 153"/>
                <a:gd name="T18" fmla="*/ 838 w 144"/>
                <a:gd name="T19" fmla="*/ 627 h 153"/>
                <a:gd name="T20" fmla="*/ 680 w 144"/>
                <a:gd name="T21" fmla="*/ 471 h 15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44"/>
                <a:gd name="T34" fmla="*/ 0 h 153"/>
                <a:gd name="T35" fmla="*/ 144 w 144"/>
                <a:gd name="T36" fmla="*/ 153 h 15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44" h="153">
                  <a:moveTo>
                    <a:pt x="117" y="81"/>
                  </a:moveTo>
                  <a:cubicBezTo>
                    <a:pt x="117" y="36"/>
                    <a:pt x="144" y="90"/>
                    <a:pt x="144" y="45"/>
                  </a:cubicBezTo>
                  <a:cubicBezTo>
                    <a:pt x="144" y="9"/>
                    <a:pt x="144" y="9"/>
                    <a:pt x="144" y="9"/>
                  </a:cubicBezTo>
                  <a:cubicBezTo>
                    <a:pt x="144" y="9"/>
                    <a:pt x="108" y="0"/>
                    <a:pt x="90" y="0"/>
                  </a:cubicBezTo>
                  <a:cubicBezTo>
                    <a:pt x="77" y="0"/>
                    <a:pt x="117" y="45"/>
                    <a:pt x="63" y="36"/>
                  </a:cubicBezTo>
                  <a:cubicBezTo>
                    <a:pt x="36" y="32"/>
                    <a:pt x="72" y="9"/>
                    <a:pt x="54" y="9"/>
                  </a:cubicBezTo>
                  <a:cubicBezTo>
                    <a:pt x="15" y="9"/>
                    <a:pt x="0" y="11"/>
                    <a:pt x="0" y="9"/>
                  </a:cubicBezTo>
                  <a:cubicBezTo>
                    <a:pt x="0" y="153"/>
                    <a:pt x="0" y="153"/>
                    <a:pt x="0" y="153"/>
                  </a:cubicBezTo>
                  <a:cubicBezTo>
                    <a:pt x="144" y="153"/>
                    <a:pt x="144" y="153"/>
                    <a:pt x="144" y="153"/>
                  </a:cubicBezTo>
                  <a:cubicBezTo>
                    <a:pt x="144" y="153"/>
                    <a:pt x="144" y="135"/>
                    <a:pt x="144" y="108"/>
                  </a:cubicBezTo>
                  <a:cubicBezTo>
                    <a:pt x="144" y="90"/>
                    <a:pt x="117" y="127"/>
                    <a:pt x="117" y="81"/>
                  </a:cubicBezTo>
                  <a:close/>
                </a:path>
              </a:pathLst>
            </a:custGeom>
            <a:solidFill>
              <a:schemeClr val="tx2"/>
            </a:solidFill>
            <a:ln w="9525">
              <a:noFill/>
              <a:round/>
            </a:ln>
          </p:spPr>
          <p:txBody>
            <a:bodyPr/>
            <a:lstStyle/>
            <a:p>
              <a:endParaRPr lang="en-GB" sz="1815"/>
            </a:p>
          </p:txBody>
        </p:sp>
        <p:sp>
          <p:nvSpPr>
            <p:cNvPr id="437" name="Freeform 281"/>
            <p:cNvSpPr/>
            <p:nvPr/>
          </p:nvSpPr>
          <p:spPr bwMode="auto">
            <a:xfrm>
              <a:off x="2233586" y="5583266"/>
              <a:ext cx="480521" cy="334546"/>
            </a:xfrm>
            <a:custGeom>
              <a:avLst/>
              <a:gdLst>
                <a:gd name="T0" fmla="*/ 523 w 207"/>
                <a:gd name="T1" fmla="*/ 680 h 144"/>
                <a:gd name="T2" fmla="*/ 627 w 207"/>
                <a:gd name="T3" fmla="*/ 838 h 144"/>
                <a:gd name="T4" fmla="*/ 992 w 207"/>
                <a:gd name="T5" fmla="*/ 838 h 144"/>
                <a:gd name="T6" fmla="*/ 992 w 207"/>
                <a:gd name="T7" fmla="*/ 576 h 144"/>
                <a:gd name="T8" fmla="*/ 1202 w 207"/>
                <a:gd name="T9" fmla="*/ 473 h 144"/>
                <a:gd name="T10" fmla="*/ 992 w 207"/>
                <a:gd name="T11" fmla="*/ 313 h 144"/>
                <a:gd name="T12" fmla="*/ 992 w 207"/>
                <a:gd name="T13" fmla="*/ 0 h 144"/>
                <a:gd name="T14" fmla="*/ 678 w 207"/>
                <a:gd name="T15" fmla="*/ 0 h 144"/>
                <a:gd name="T16" fmla="*/ 575 w 207"/>
                <a:gd name="T17" fmla="*/ 210 h 144"/>
                <a:gd name="T18" fmla="*/ 471 w 207"/>
                <a:gd name="T19" fmla="*/ 0 h 144"/>
                <a:gd name="T20" fmla="*/ 158 w 207"/>
                <a:gd name="T21" fmla="*/ 0 h 144"/>
                <a:gd name="T22" fmla="*/ 158 w 207"/>
                <a:gd name="T23" fmla="*/ 313 h 144"/>
                <a:gd name="T24" fmla="*/ 0 w 207"/>
                <a:gd name="T25" fmla="*/ 473 h 144"/>
                <a:gd name="T26" fmla="*/ 158 w 207"/>
                <a:gd name="T27" fmla="*/ 576 h 144"/>
                <a:gd name="T28" fmla="*/ 158 w 207"/>
                <a:gd name="T29" fmla="*/ 838 h 144"/>
                <a:gd name="T30" fmla="*/ 417 w 207"/>
                <a:gd name="T31" fmla="*/ 838 h 144"/>
                <a:gd name="T32" fmla="*/ 523 w 207"/>
                <a:gd name="T33" fmla="*/ 680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0" y="117"/>
                  </a:move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lose/>
                </a:path>
              </a:pathLst>
            </a:custGeom>
            <a:solidFill>
              <a:schemeClr val="accent5"/>
            </a:solidFill>
            <a:ln w="9525">
              <a:noFill/>
              <a:round/>
            </a:ln>
          </p:spPr>
          <p:txBody>
            <a:bodyPr/>
            <a:lstStyle/>
            <a:p>
              <a:endParaRPr lang="en-GB" sz="1815"/>
            </a:p>
          </p:txBody>
        </p:sp>
        <p:sp>
          <p:nvSpPr>
            <p:cNvPr id="438" name="Freeform 282"/>
            <p:cNvSpPr/>
            <p:nvPr/>
          </p:nvSpPr>
          <p:spPr bwMode="auto">
            <a:xfrm>
              <a:off x="1962324" y="5177677"/>
              <a:ext cx="396559" cy="489549"/>
            </a:xfrm>
            <a:custGeom>
              <a:avLst/>
              <a:gdLst>
                <a:gd name="T0" fmla="*/ 312 w 171"/>
                <a:gd name="T1" fmla="*/ 1013 h 211"/>
                <a:gd name="T2" fmla="*/ 364 w 171"/>
                <a:gd name="T3" fmla="*/ 1171 h 211"/>
                <a:gd name="T4" fmla="*/ 522 w 171"/>
                <a:gd name="T5" fmla="*/ 961 h 211"/>
                <a:gd name="T6" fmla="*/ 835 w 171"/>
                <a:gd name="T7" fmla="*/ 1013 h 211"/>
                <a:gd name="T8" fmla="*/ 835 w 171"/>
                <a:gd name="T9" fmla="*/ 799 h 211"/>
                <a:gd name="T10" fmla="*/ 989 w 171"/>
                <a:gd name="T11" fmla="*/ 591 h 211"/>
                <a:gd name="T12" fmla="*/ 779 w 171"/>
                <a:gd name="T13" fmla="*/ 435 h 211"/>
                <a:gd name="T14" fmla="*/ 835 w 171"/>
                <a:gd name="T15" fmla="*/ 181 h 211"/>
                <a:gd name="T16" fmla="*/ 625 w 171"/>
                <a:gd name="T17" fmla="*/ 226 h 211"/>
                <a:gd name="T18" fmla="*/ 575 w 171"/>
                <a:gd name="T19" fmla="*/ 122 h 211"/>
                <a:gd name="T20" fmla="*/ 364 w 171"/>
                <a:gd name="T21" fmla="*/ 72 h 211"/>
                <a:gd name="T22" fmla="*/ 260 w 171"/>
                <a:gd name="T23" fmla="*/ 181 h 211"/>
                <a:gd name="T24" fmla="*/ 0 w 171"/>
                <a:gd name="T25" fmla="*/ 181 h 211"/>
                <a:gd name="T26" fmla="*/ 0 w 171"/>
                <a:gd name="T27" fmla="*/ 1013 h 211"/>
                <a:gd name="T28" fmla="*/ 312 w 171"/>
                <a:gd name="T29" fmla="*/ 1013 h 21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71"/>
                <a:gd name="T46" fmla="*/ 0 h 211"/>
                <a:gd name="T47" fmla="*/ 171 w 171"/>
                <a:gd name="T48" fmla="*/ 211 h 21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71" h="211">
                  <a:moveTo>
                    <a:pt x="54" y="175"/>
                  </a:moveTo>
                  <a:cubicBezTo>
                    <a:pt x="72" y="175"/>
                    <a:pt x="36" y="198"/>
                    <a:pt x="63" y="202"/>
                  </a:cubicBezTo>
                  <a:cubicBezTo>
                    <a:pt x="117" y="211"/>
                    <a:pt x="77" y="166"/>
                    <a:pt x="90" y="166"/>
                  </a:cubicBezTo>
                  <a:cubicBezTo>
                    <a:pt x="108" y="166"/>
                    <a:pt x="144" y="175"/>
                    <a:pt x="144" y="175"/>
                  </a:cubicBezTo>
                  <a:cubicBezTo>
                    <a:pt x="144" y="175"/>
                    <a:pt x="144" y="165"/>
                    <a:pt x="144" y="138"/>
                  </a:cubicBezTo>
                  <a:cubicBezTo>
                    <a:pt x="144" y="102"/>
                    <a:pt x="171" y="147"/>
                    <a:pt x="171" y="102"/>
                  </a:cubicBezTo>
                  <a:cubicBezTo>
                    <a:pt x="171" y="48"/>
                    <a:pt x="135" y="102"/>
                    <a:pt x="135" y="75"/>
                  </a:cubicBezTo>
                  <a:cubicBezTo>
                    <a:pt x="135" y="66"/>
                    <a:pt x="144" y="31"/>
                    <a:pt x="144" y="31"/>
                  </a:cubicBezTo>
                  <a:cubicBezTo>
                    <a:pt x="144" y="31"/>
                    <a:pt x="117" y="39"/>
                    <a:pt x="108" y="39"/>
                  </a:cubicBezTo>
                  <a:cubicBezTo>
                    <a:pt x="95" y="39"/>
                    <a:pt x="90" y="30"/>
                    <a:pt x="99" y="21"/>
                  </a:cubicBezTo>
                  <a:cubicBezTo>
                    <a:pt x="113" y="7"/>
                    <a:pt x="86" y="0"/>
                    <a:pt x="63" y="12"/>
                  </a:cubicBezTo>
                  <a:cubicBezTo>
                    <a:pt x="45" y="21"/>
                    <a:pt x="81" y="31"/>
                    <a:pt x="45" y="31"/>
                  </a:cubicBezTo>
                  <a:cubicBezTo>
                    <a:pt x="27" y="31"/>
                    <a:pt x="0" y="31"/>
                    <a:pt x="0" y="31"/>
                  </a:cubicBezTo>
                  <a:cubicBezTo>
                    <a:pt x="0" y="175"/>
                    <a:pt x="0" y="175"/>
                    <a:pt x="0" y="175"/>
                  </a:cubicBezTo>
                  <a:cubicBezTo>
                    <a:pt x="0" y="177"/>
                    <a:pt x="15" y="175"/>
                    <a:pt x="54" y="175"/>
                  </a:cubicBezTo>
                  <a:close/>
                </a:path>
              </a:pathLst>
            </a:custGeom>
            <a:solidFill>
              <a:schemeClr val="tx2"/>
            </a:solidFill>
            <a:ln w="9525">
              <a:noFill/>
              <a:round/>
            </a:ln>
          </p:spPr>
          <p:txBody>
            <a:bodyPr/>
            <a:lstStyle/>
            <a:p>
              <a:endParaRPr lang="en-GB" sz="1815"/>
            </a:p>
          </p:txBody>
        </p:sp>
        <p:sp>
          <p:nvSpPr>
            <p:cNvPr id="439" name="Freeform 283"/>
            <p:cNvSpPr/>
            <p:nvPr/>
          </p:nvSpPr>
          <p:spPr bwMode="auto">
            <a:xfrm>
              <a:off x="1962324" y="4518918"/>
              <a:ext cx="334556" cy="459840"/>
            </a:xfrm>
            <a:custGeom>
              <a:avLst/>
              <a:gdLst>
                <a:gd name="T0" fmla="*/ 421 w 144"/>
                <a:gd name="T1" fmla="*/ 1151 h 198"/>
                <a:gd name="T2" fmla="*/ 576 w 144"/>
                <a:gd name="T3" fmla="*/ 992 h 198"/>
                <a:gd name="T4" fmla="*/ 838 w 144"/>
                <a:gd name="T5" fmla="*/ 992 h 198"/>
                <a:gd name="T6" fmla="*/ 838 w 144"/>
                <a:gd name="T7" fmla="*/ 734 h 198"/>
                <a:gd name="T8" fmla="*/ 680 w 144"/>
                <a:gd name="T9" fmla="*/ 575 h 198"/>
                <a:gd name="T10" fmla="*/ 838 w 144"/>
                <a:gd name="T11" fmla="*/ 365 h 198"/>
                <a:gd name="T12" fmla="*/ 838 w 144"/>
                <a:gd name="T13" fmla="*/ 158 h 198"/>
                <a:gd name="T14" fmla="*/ 576 w 144"/>
                <a:gd name="T15" fmla="*/ 210 h 198"/>
                <a:gd name="T16" fmla="*/ 421 w 144"/>
                <a:gd name="T17" fmla="*/ 0 h 198"/>
                <a:gd name="T18" fmla="*/ 263 w 144"/>
                <a:gd name="T19" fmla="*/ 210 h 198"/>
                <a:gd name="T20" fmla="*/ 0 w 144"/>
                <a:gd name="T21" fmla="*/ 158 h 198"/>
                <a:gd name="T22" fmla="*/ 0 w 144"/>
                <a:gd name="T23" fmla="*/ 992 h 198"/>
                <a:gd name="T24" fmla="*/ 313 w 144"/>
                <a:gd name="T25" fmla="*/ 940 h 198"/>
                <a:gd name="T26" fmla="*/ 421 w 144"/>
                <a:gd name="T27" fmla="*/ 1151 h 19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44"/>
                <a:gd name="T43" fmla="*/ 0 h 198"/>
                <a:gd name="T44" fmla="*/ 144 w 144"/>
                <a:gd name="T45" fmla="*/ 198 h 19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44" h="198">
                  <a:moveTo>
                    <a:pt x="72" y="198"/>
                  </a:moveTo>
                  <a:cubicBezTo>
                    <a:pt x="117" y="198"/>
                    <a:pt x="85" y="185"/>
                    <a:pt x="99" y="171"/>
                  </a:cubicBezTo>
                  <a:cubicBezTo>
                    <a:pt x="108" y="162"/>
                    <a:pt x="144" y="171"/>
                    <a:pt x="144" y="171"/>
                  </a:cubicBezTo>
                  <a:cubicBezTo>
                    <a:pt x="144" y="171"/>
                    <a:pt x="144" y="153"/>
                    <a:pt x="144" y="126"/>
                  </a:cubicBezTo>
                  <a:cubicBezTo>
                    <a:pt x="144" y="108"/>
                    <a:pt x="117" y="145"/>
                    <a:pt x="117" y="99"/>
                  </a:cubicBezTo>
                  <a:cubicBezTo>
                    <a:pt x="117" y="54"/>
                    <a:pt x="144" y="108"/>
                    <a:pt x="144" y="63"/>
                  </a:cubicBezTo>
                  <a:cubicBezTo>
                    <a:pt x="144" y="27"/>
                    <a:pt x="144" y="27"/>
                    <a:pt x="144" y="27"/>
                  </a:cubicBezTo>
                  <a:cubicBezTo>
                    <a:pt x="126" y="27"/>
                    <a:pt x="108" y="36"/>
                    <a:pt x="99" y="36"/>
                  </a:cubicBezTo>
                  <a:cubicBezTo>
                    <a:pt x="72" y="36"/>
                    <a:pt x="117" y="0"/>
                    <a:pt x="72" y="0"/>
                  </a:cubicBezTo>
                  <a:cubicBezTo>
                    <a:pt x="27" y="0"/>
                    <a:pt x="72" y="36"/>
                    <a:pt x="45" y="36"/>
                  </a:cubicBezTo>
                  <a:cubicBezTo>
                    <a:pt x="36" y="36"/>
                    <a:pt x="0" y="27"/>
                    <a:pt x="0" y="27"/>
                  </a:cubicBezTo>
                  <a:cubicBezTo>
                    <a:pt x="0" y="171"/>
                    <a:pt x="0" y="171"/>
                    <a:pt x="0" y="171"/>
                  </a:cubicBezTo>
                  <a:cubicBezTo>
                    <a:pt x="0" y="171"/>
                    <a:pt x="45" y="162"/>
                    <a:pt x="54" y="162"/>
                  </a:cubicBezTo>
                  <a:cubicBezTo>
                    <a:pt x="81" y="162"/>
                    <a:pt x="36" y="198"/>
                    <a:pt x="72" y="198"/>
                  </a:cubicBezTo>
                  <a:close/>
                </a:path>
              </a:pathLst>
            </a:custGeom>
            <a:solidFill>
              <a:schemeClr val="accent4"/>
            </a:solidFill>
            <a:ln w="9525">
              <a:noFill/>
              <a:round/>
            </a:ln>
          </p:spPr>
          <p:txBody>
            <a:bodyPr/>
            <a:lstStyle/>
            <a:p>
              <a:endParaRPr lang="en-GB" sz="1815"/>
            </a:p>
          </p:txBody>
        </p:sp>
        <p:sp>
          <p:nvSpPr>
            <p:cNvPr id="440" name="Freeform 284"/>
            <p:cNvSpPr/>
            <p:nvPr/>
          </p:nvSpPr>
          <p:spPr bwMode="auto">
            <a:xfrm>
              <a:off x="5257509" y="1908423"/>
              <a:ext cx="443061" cy="334546"/>
            </a:xfrm>
            <a:custGeom>
              <a:avLst/>
              <a:gdLst>
                <a:gd name="T0" fmla="*/ 117 w 191"/>
                <a:gd name="T1" fmla="*/ 263 h 144"/>
                <a:gd name="T2" fmla="*/ 13 w 191"/>
                <a:gd name="T3" fmla="*/ 313 h 144"/>
                <a:gd name="T4" fmla="*/ 117 w 191"/>
                <a:gd name="T5" fmla="*/ 421 h 144"/>
                <a:gd name="T6" fmla="*/ 117 w 191"/>
                <a:gd name="T7" fmla="*/ 576 h 144"/>
                <a:gd name="T8" fmla="*/ 117 w 191"/>
                <a:gd name="T9" fmla="*/ 838 h 144"/>
                <a:gd name="T10" fmla="*/ 377 w 191"/>
                <a:gd name="T11" fmla="*/ 838 h 144"/>
                <a:gd name="T12" fmla="*/ 532 w 191"/>
                <a:gd name="T13" fmla="*/ 680 h 144"/>
                <a:gd name="T14" fmla="*/ 742 w 191"/>
                <a:gd name="T15" fmla="*/ 838 h 144"/>
                <a:gd name="T16" fmla="*/ 952 w 191"/>
                <a:gd name="T17" fmla="*/ 838 h 144"/>
                <a:gd name="T18" fmla="*/ 952 w 191"/>
                <a:gd name="T19" fmla="*/ 523 h 144"/>
                <a:gd name="T20" fmla="*/ 1106 w 191"/>
                <a:gd name="T21" fmla="*/ 365 h 144"/>
                <a:gd name="T22" fmla="*/ 952 w 191"/>
                <a:gd name="T23" fmla="*/ 210 h 144"/>
                <a:gd name="T24" fmla="*/ 952 w 191"/>
                <a:gd name="T25" fmla="*/ 0 h 144"/>
                <a:gd name="T26" fmla="*/ 117 w 191"/>
                <a:gd name="T27" fmla="*/ 0 h 144"/>
                <a:gd name="T28" fmla="*/ 117 w 191"/>
                <a:gd name="T29" fmla="*/ 263 h 14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91"/>
                <a:gd name="T46" fmla="*/ 0 h 144"/>
                <a:gd name="T47" fmla="*/ 191 w 191"/>
                <a:gd name="T48" fmla="*/ 144 h 144"/>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91" h="144">
                  <a:moveTo>
                    <a:pt x="20" y="45"/>
                  </a:moveTo>
                  <a:cubicBezTo>
                    <a:pt x="11" y="45"/>
                    <a:pt x="2" y="36"/>
                    <a:pt x="2" y="54"/>
                  </a:cubicBezTo>
                  <a:cubicBezTo>
                    <a:pt x="2" y="63"/>
                    <a:pt x="2" y="81"/>
                    <a:pt x="20" y="72"/>
                  </a:cubicBezTo>
                  <a:cubicBezTo>
                    <a:pt x="31" y="66"/>
                    <a:pt x="38" y="99"/>
                    <a:pt x="20" y="99"/>
                  </a:cubicBezTo>
                  <a:cubicBezTo>
                    <a:pt x="0" y="99"/>
                    <a:pt x="20" y="144"/>
                    <a:pt x="20" y="144"/>
                  </a:cubicBezTo>
                  <a:cubicBezTo>
                    <a:pt x="20" y="144"/>
                    <a:pt x="38" y="144"/>
                    <a:pt x="65" y="144"/>
                  </a:cubicBezTo>
                  <a:cubicBezTo>
                    <a:pt x="83" y="144"/>
                    <a:pt x="46" y="117"/>
                    <a:pt x="92" y="117"/>
                  </a:cubicBezTo>
                  <a:cubicBezTo>
                    <a:pt x="137" y="117"/>
                    <a:pt x="83" y="144"/>
                    <a:pt x="128" y="144"/>
                  </a:cubicBezTo>
                  <a:cubicBezTo>
                    <a:pt x="164" y="144"/>
                    <a:pt x="164" y="144"/>
                    <a:pt x="164" y="144"/>
                  </a:cubicBezTo>
                  <a:cubicBezTo>
                    <a:pt x="173" y="135"/>
                    <a:pt x="164" y="117"/>
                    <a:pt x="164" y="90"/>
                  </a:cubicBezTo>
                  <a:cubicBezTo>
                    <a:pt x="164" y="63"/>
                    <a:pt x="191" y="108"/>
                    <a:pt x="191" y="63"/>
                  </a:cubicBezTo>
                  <a:cubicBezTo>
                    <a:pt x="191" y="18"/>
                    <a:pt x="164" y="63"/>
                    <a:pt x="164" y="36"/>
                  </a:cubicBezTo>
                  <a:cubicBezTo>
                    <a:pt x="164" y="27"/>
                    <a:pt x="164" y="0"/>
                    <a:pt x="164" y="0"/>
                  </a:cubicBezTo>
                  <a:cubicBezTo>
                    <a:pt x="20" y="0"/>
                    <a:pt x="20" y="0"/>
                    <a:pt x="20" y="0"/>
                  </a:cubicBezTo>
                  <a:cubicBezTo>
                    <a:pt x="20" y="0"/>
                    <a:pt x="29" y="45"/>
                    <a:pt x="20" y="45"/>
                  </a:cubicBezTo>
                  <a:close/>
                </a:path>
              </a:pathLst>
            </a:custGeom>
            <a:solidFill>
              <a:schemeClr val="accent5"/>
            </a:solidFill>
            <a:ln w="9525">
              <a:noFill/>
              <a:round/>
            </a:ln>
          </p:spPr>
          <p:txBody>
            <a:bodyPr/>
            <a:lstStyle/>
            <a:p>
              <a:endParaRPr lang="en-GB" sz="1815"/>
            </a:p>
          </p:txBody>
        </p:sp>
        <p:sp>
          <p:nvSpPr>
            <p:cNvPr id="441" name="Freeform 285"/>
            <p:cNvSpPr/>
            <p:nvPr/>
          </p:nvSpPr>
          <p:spPr bwMode="auto">
            <a:xfrm>
              <a:off x="4593564" y="1908423"/>
              <a:ext cx="396559" cy="355213"/>
            </a:xfrm>
            <a:custGeom>
              <a:avLst/>
              <a:gdLst>
                <a:gd name="T0" fmla="*/ 102 w 171"/>
                <a:gd name="T1" fmla="*/ 262 h 153"/>
                <a:gd name="T2" fmla="*/ 0 w 171"/>
                <a:gd name="T3" fmla="*/ 313 h 153"/>
                <a:gd name="T4" fmla="*/ 102 w 171"/>
                <a:gd name="T5" fmla="*/ 417 h 153"/>
                <a:gd name="T6" fmla="*/ 102 w 171"/>
                <a:gd name="T7" fmla="*/ 838 h 153"/>
                <a:gd name="T8" fmla="*/ 260 w 171"/>
                <a:gd name="T9" fmla="*/ 838 h 153"/>
                <a:gd name="T10" fmla="*/ 364 w 171"/>
                <a:gd name="T11" fmla="*/ 627 h 153"/>
                <a:gd name="T12" fmla="*/ 625 w 171"/>
                <a:gd name="T13" fmla="*/ 838 h 153"/>
                <a:gd name="T14" fmla="*/ 937 w 171"/>
                <a:gd name="T15" fmla="*/ 838 h 153"/>
                <a:gd name="T16" fmla="*/ 989 w 171"/>
                <a:gd name="T17" fmla="*/ 523 h 153"/>
                <a:gd name="T18" fmla="*/ 779 w 171"/>
                <a:gd name="T19" fmla="*/ 365 h 153"/>
                <a:gd name="T20" fmla="*/ 989 w 171"/>
                <a:gd name="T21" fmla="*/ 313 h 153"/>
                <a:gd name="T22" fmla="*/ 937 w 171"/>
                <a:gd name="T23" fmla="*/ 0 h 153"/>
                <a:gd name="T24" fmla="*/ 102 w 171"/>
                <a:gd name="T25" fmla="*/ 0 h 153"/>
                <a:gd name="T26" fmla="*/ 102 w 171"/>
                <a:gd name="T27" fmla="*/ 262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1"/>
                <a:gd name="T43" fmla="*/ 0 h 153"/>
                <a:gd name="T44" fmla="*/ 171 w 171"/>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1" h="153">
                  <a:moveTo>
                    <a:pt x="18" y="45"/>
                  </a:moveTo>
                  <a:cubicBezTo>
                    <a:pt x="9" y="45"/>
                    <a:pt x="0" y="36"/>
                    <a:pt x="0" y="54"/>
                  </a:cubicBezTo>
                  <a:cubicBezTo>
                    <a:pt x="0" y="63"/>
                    <a:pt x="0" y="81"/>
                    <a:pt x="18" y="72"/>
                  </a:cubicBezTo>
                  <a:cubicBezTo>
                    <a:pt x="36" y="63"/>
                    <a:pt x="9" y="117"/>
                    <a:pt x="18" y="144"/>
                  </a:cubicBezTo>
                  <a:cubicBezTo>
                    <a:pt x="18" y="144"/>
                    <a:pt x="18" y="144"/>
                    <a:pt x="45" y="144"/>
                  </a:cubicBezTo>
                  <a:cubicBezTo>
                    <a:pt x="63" y="144"/>
                    <a:pt x="27" y="108"/>
                    <a:pt x="63" y="108"/>
                  </a:cubicBezTo>
                  <a:cubicBezTo>
                    <a:pt x="108" y="108"/>
                    <a:pt x="63" y="153"/>
                    <a:pt x="108" y="144"/>
                  </a:cubicBezTo>
                  <a:cubicBezTo>
                    <a:pt x="143" y="137"/>
                    <a:pt x="162" y="144"/>
                    <a:pt x="162" y="144"/>
                  </a:cubicBezTo>
                  <a:cubicBezTo>
                    <a:pt x="162" y="144"/>
                    <a:pt x="171" y="108"/>
                    <a:pt x="171" y="90"/>
                  </a:cubicBezTo>
                  <a:cubicBezTo>
                    <a:pt x="171" y="77"/>
                    <a:pt x="126" y="117"/>
                    <a:pt x="135" y="63"/>
                  </a:cubicBezTo>
                  <a:cubicBezTo>
                    <a:pt x="139" y="36"/>
                    <a:pt x="171" y="72"/>
                    <a:pt x="171" y="54"/>
                  </a:cubicBezTo>
                  <a:cubicBezTo>
                    <a:pt x="171" y="15"/>
                    <a:pt x="162" y="0"/>
                    <a:pt x="162" y="0"/>
                  </a:cubicBezTo>
                  <a:cubicBezTo>
                    <a:pt x="18" y="0"/>
                    <a:pt x="18" y="0"/>
                    <a:pt x="18" y="0"/>
                  </a:cubicBezTo>
                  <a:cubicBezTo>
                    <a:pt x="18" y="0"/>
                    <a:pt x="27" y="45"/>
                    <a:pt x="18" y="45"/>
                  </a:cubicBezTo>
                  <a:close/>
                </a:path>
              </a:pathLst>
            </a:custGeom>
            <a:solidFill>
              <a:schemeClr val="accent2"/>
            </a:solidFill>
            <a:ln w="9525">
              <a:noFill/>
              <a:round/>
            </a:ln>
          </p:spPr>
          <p:txBody>
            <a:bodyPr/>
            <a:lstStyle/>
            <a:p>
              <a:endParaRPr lang="en-GB" sz="1815"/>
            </a:p>
          </p:txBody>
        </p:sp>
        <p:sp>
          <p:nvSpPr>
            <p:cNvPr id="442" name="Freeform 286"/>
            <p:cNvSpPr/>
            <p:nvPr/>
          </p:nvSpPr>
          <p:spPr bwMode="auto">
            <a:xfrm>
              <a:off x="7288098" y="6564947"/>
              <a:ext cx="396559" cy="355213"/>
            </a:xfrm>
            <a:custGeom>
              <a:avLst/>
              <a:gdLst>
                <a:gd name="T0" fmla="*/ 887 w 171"/>
                <a:gd name="T1" fmla="*/ 627 h 153"/>
                <a:gd name="T2" fmla="*/ 989 w 171"/>
                <a:gd name="T3" fmla="*/ 575 h 153"/>
                <a:gd name="T4" fmla="*/ 887 w 171"/>
                <a:gd name="T5" fmla="*/ 471 h 153"/>
                <a:gd name="T6" fmla="*/ 887 w 171"/>
                <a:gd name="T7" fmla="*/ 52 h 153"/>
                <a:gd name="T8" fmla="*/ 729 w 171"/>
                <a:gd name="T9" fmla="*/ 52 h 153"/>
                <a:gd name="T10" fmla="*/ 625 w 171"/>
                <a:gd name="T11" fmla="*/ 262 h 153"/>
                <a:gd name="T12" fmla="*/ 364 w 171"/>
                <a:gd name="T13" fmla="*/ 52 h 153"/>
                <a:gd name="T14" fmla="*/ 57 w 171"/>
                <a:gd name="T15" fmla="*/ 52 h 153"/>
                <a:gd name="T16" fmla="*/ 0 w 171"/>
                <a:gd name="T17" fmla="*/ 365 h 153"/>
                <a:gd name="T18" fmla="*/ 210 w 171"/>
                <a:gd name="T19" fmla="*/ 523 h 153"/>
                <a:gd name="T20" fmla="*/ 0 w 171"/>
                <a:gd name="T21" fmla="*/ 575 h 153"/>
                <a:gd name="T22" fmla="*/ 52 w 171"/>
                <a:gd name="T23" fmla="*/ 888 h 153"/>
                <a:gd name="T24" fmla="*/ 887 w 171"/>
                <a:gd name="T25" fmla="*/ 888 h 153"/>
                <a:gd name="T26" fmla="*/ 887 w 171"/>
                <a:gd name="T27" fmla="*/ 627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1"/>
                <a:gd name="T43" fmla="*/ 0 h 153"/>
                <a:gd name="T44" fmla="*/ 171 w 171"/>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1" h="153">
                  <a:moveTo>
                    <a:pt x="153" y="108"/>
                  </a:moveTo>
                  <a:cubicBezTo>
                    <a:pt x="162" y="108"/>
                    <a:pt x="171" y="117"/>
                    <a:pt x="171" y="99"/>
                  </a:cubicBezTo>
                  <a:cubicBezTo>
                    <a:pt x="171" y="90"/>
                    <a:pt x="171" y="72"/>
                    <a:pt x="153" y="81"/>
                  </a:cubicBezTo>
                  <a:cubicBezTo>
                    <a:pt x="135" y="90"/>
                    <a:pt x="162" y="36"/>
                    <a:pt x="153" y="9"/>
                  </a:cubicBezTo>
                  <a:cubicBezTo>
                    <a:pt x="153" y="9"/>
                    <a:pt x="153" y="9"/>
                    <a:pt x="126" y="9"/>
                  </a:cubicBezTo>
                  <a:cubicBezTo>
                    <a:pt x="108" y="9"/>
                    <a:pt x="144" y="45"/>
                    <a:pt x="108" y="45"/>
                  </a:cubicBezTo>
                  <a:cubicBezTo>
                    <a:pt x="63" y="45"/>
                    <a:pt x="108" y="0"/>
                    <a:pt x="63" y="9"/>
                  </a:cubicBezTo>
                  <a:cubicBezTo>
                    <a:pt x="28" y="16"/>
                    <a:pt x="10" y="9"/>
                    <a:pt x="10" y="9"/>
                  </a:cubicBezTo>
                  <a:cubicBezTo>
                    <a:pt x="10" y="9"/>
                    <a:pt x="0" y="45"/>
                    <a:pt x="0" y="63"/>
                  </a:cubicBezTo>
                  <a:cubicBezTo>
                    <a:pt x="0" y="76"/>
                    <a:pt x="45" y="36"/>
                    <a:pt x="36" y="90"/>
                  </a:cubicBezTo>
                  <a:cubicBezTo>
                    <a:pt x="32" y="117"/>
                    <a:pt x="0" y="81"/>
                    <a:pt x="0" y="99"/>
                  </a:cubicBezTo>
                  <a:cubicBezTo>
                    <a:pt x="0" y="138"/>
                    <a:pt x="9" y="153"/>
                    <a:pt x="9" y="153"/>
                  </a:cubicBezTo>
                  <a:cubicBezTo>
                    <a:pt x="153" y="153"/>
                    <a:pt x="153" y="153"/>
                    <a:pt x="153" y="153"/>
                  </a:cubicBezTo>
                  <a:cubicBezTo>
                    <a:pt x="153" y="153"/>
                    <a:pt x="144" y="108"/>
                    <a:pt x="153" y="108"/>
                  </a:cubicBezTo>
                  <a:close/>
                </a:path>
              </a:pathLst>
            </a:custGeom>
            <a:solidFill>
              <a:schemeClr val="accent5"/>
            </a:solidFill>
            <a:ln w="9525">
              <a:noFill/>
              <a:round/>
            </a:ln>
          </p:spPr>
          <p:txBody>
            <a:bodyPr/>
            <a:lstStyle/>
            <a:p>
              <a:endParaRPr lang="en-GB" sz="1815"/>
            </a:p>
          </p:txBody>
        </p:sp>
        <p:sp>
          <p:nvSpPr>
            <p:cNvPr id="443" name="Freeform 287"/>
            <p:cNvSpPr/>
            <p:nvPr/>
          </p:nvSpPr>
          <p:spPr bwMode="auto">
            <a:xfrm>
              <a:off x="7937835" y="1908423"/>
              <a:ext cx="463729" cy="396547"/>
            </a:xfrm>
            <a:custGeom>
              <a:avLst/>
              <a:gdLst>
                <a:gd name="T0" fmla="*/ 0 w 200"/>
                <a:gd name="T1" fmla="*/ 467 h 171"/>
                <a:gd name="T2" fmla="*/ 154 w 200"/>
                <a:gd name="T3" fmla="*/ 625 h 171"/>
                <a:gd name="T4" fmla="*/ 101 w 200"/>
                <a:gd name="T5" fmla="*/ 835 h 171"/>
                <a:gd name="T6" fmla="*/ 364 w 200"/>
                <a:gd name="T7" fmla="*/ 835 h 171"/>
                <a:gd name="T8" fmla="*/ 522 w 200"/>
                <a:gd name="T9" fmla="*/ 989 h 171"/>
                <a:gd name="T10" fmla="*/ 684 w 200"/>
                <a:gd name="T11" fmla="*/ 835 h 171"/>
                <a:gd name="T12" fmla="*/ 932 w 200"/>
                <a:gd name="T13" fmla="*/ 835 h 171"/>
                <a:gd name="T14" fmla="*/ 937 w 200"/>
                <a:gd name="T15" fmla="*/ 522 h 171"/>
                <a:gd name="T16" fmla="*/ 1093 w 200"/>
                <a:gd name="T17" fmla="*/ 522 h 171"/>
                <a:gd name="T18" fmla="*/ 1093 w 200"/>
                <a:gd name="T19" fmla="*/ 312 h 171"/>
                <a:gd name="T20" fmla="*/ 937 w 200"/>
                <a:gd name="T21" fmla="*/ 284 h 171"/>
                <a:gd name="T22" fmla="*/ 932 w 200"/>
                <a:gd name="T23" fmla="*/ 0 h 171"/>
                <a:gd name="T24" fmla="*/ 101 w 200"/>
                <a:gd name="T25" fmla="*/ 0 h 171"/>
                <a:gd name="T26" fmla="*/ 162 w 200"/>
                <a:gd name="T27" fmla="*/ 312 h 171"/>
                <a:gd name="T28" fmla="*/ 0 w 200"/>
                <a:gd name="T29" fmla="*/ 467 h 17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00"/>
                <a:gd name="T46" fmla="*/ 0 h 171"/>
                <a:gd name="T47" fmla="*/ 200 w 200"/>
                <a:gd name="T48" fmla="*/ 171 h 17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00" h="171">
                  <a:moveTo>
                    <a:pt x="0" y="81"/>
                  </a:moveTo>
                  <a:cubicBezTo>
                    <a:pt x="0" y="126"/>
                    <a:pt x="27" y="72"/>
                    <a:pt x="27" y="108"/>
                  </a:cubicBezTo>
                  <a:cubicBezTo>
                    <a:pt x="27" y="117"/>
                    <a:pt x="17" y="144"/>
                    <a:pt x="17" y="144"/>
                  </a:cubicBezTo>
                  <a:cubicBezTo>
                    <a:pt x="17" y="144"/>
                    <a:pt x="54" y="144"/>
                    <a:pt x="63" y="144"/>
                  </a:cubicBezTo>
                  <a:cubicBezTo>
                    <a:pt x="89" y="144"/>
                    <a:pt x="45" y="171"/>
                    <a:pt x="90" y="171"/>
                  </a:cubicBezTo>
                  <a:cubicBezTo>
                    <a:pt x="135" y="171"/>
                    <a:pt x="107" y="149"/>
                    <a:pt x="118" y="144"/>
                  </a:cubicBezTo>
                  <a:cubicBezTo>
                    <a:pt x="138" y="135"/>
                    <a:pt x="161" y="144"/>
                    <a:pt x="161" y="144"/>
                  </a:cubicBezTo>
                  <a:cubicBezTo>
                    <a:pt x="161" y="144"/>
                    <a:pt x="158" y="102"/>
                    <a:pt x="162" y="90"/>
                  </a:cubicBezTo>
                  <a:cubicBezTo>
                    <a:pt x="166" y="78"/>
                    <a:pt x="178" y="99"/>
                    <a:pt x="189" y="90"/>
                  </a:cubicBezTo>
                  <a:cubicBezTo>
                    <a:pt x="200" y="81"/>
                    <a:pt x="200" y="61"/>
                    <a:pt x="189" y="54"/>
                  </a:cubicBezTo>
                  <a:cubicBezTo>
                    <a:pt x="178" y="47"/>
                    <a:pt x="171" y="57"/>
                    <a:pt x="162" y="49"/>
                  </a:cubicBezTo>
                  <a:cubicBezTo>
                    <a:pt x="153" y="41"/>
                    <a:pt x="161" y="0"/>
                    <a:pt x="161" y="0"/>
                  </a:cubicBezTo>
                  <a:cubicBezTo>
                    <a:pt x="17" y="0"/>
                    <a:pt x="17" y="0"/>
                    <a:pt x="17" y="0"/>
                  </a:cubicBezTo>
                  <a:cubicBezTo>
                    <a:pt x="17" y="0"/>
                    <a:pt x="28" y="36"/>
                    <a:pt x="28" y="54"/>
                  </a:cubicBezTo>
                  <a:cubicBezTo>
                    <a:pt x="28" y="72"/>
                    <a:pt x="0" y="36"/>
                    <a:pt x="0" y="81"/>
                  </a:cubicBezTo>
                  <a:close/>
                </a:path>
              </a:pathLst>
            </a:custGeom>
            <a:solidFill>
              <a:schemeClr val="accent1"/>
            </a:solidFill>
            <a:ln w="9525">
              <a:noFill/>
              <a:round/>
            </a:ln>
          </p:spPr>
          <p:txBody>
            <a:bodyPr/>
            <a:lstStyle/>
            <a:p>
              <a:endParaRPr lang="en-GB" sz="1815"/>
            </a:p>
          </p:txBody>
        </p:sp>
        <p:sp>
          <p:nvSpPr>
            <p:cNvPr id="444" name="Freeform 288"/>
            <p:cNvSpPr/>
            <p:nvPr/>
          </p:nvSpPr>
          <p:spPr bwMode="auto">
            <a:xfrm>
              <a:off x="7955919" y="6523613"/>
              <a:ext cx="430144" cy="396547"/>
            </a:xfrm>
            <a:custGeom>
              <a:avLst/>
              <a:gdLst>
                <a:gd name="T0" fmla="*/ 997 w 185"/>
                <a:gd name="T1" fmla="*/ 729 h 171"/>
                <a:gd name="T2" fmla="*/ 1049 w 185"/>
                <a:gd name="T3" fmla="*/ 544 h 171"/>
                <a:gd name="T4" fmla="*/ 887 w 185"/>
                <a:gd name="T5" fmla="*/ 481 h 171"/>
                <a:gd name="T6" fmla="*/ 891 w 185"/>
                <a:gd name="T7" fmla="*/ 122 h 171"/>
                <a:gd name="T8" fmla="*/ 571 w 185"/>
                <a:gd name="T9" fmla="*/ 154 h 171"/>
                <a:gd name="T10" fmla="*/ 466 w 185"/>
                <a:gd name="T11" fmla="*/ 0 h 171"/>
                <a:gd name="T12" fmla="*/ 364 w 185"/>
                <a:gd name="T13" fmla="*/ 154 h 171"/>
                <a:gd name="T14" fmla="*/ 52 w 185"/>
                <a:gd name="T15" fmla="*/ 154 h 171"/>
                <a:gd name="T16" fmla="*/ 52 w 185"/>
                <a:gd name="T17" fmla="*/ 467 h 171"/>
                <a:gd name="T18" fmla="*/ 203 w 185"/>
                <a:gd name="T19" fmla="*/ 575 h 171"/>
                <a:gd name="T20" fmla="*/ 52 w 185"/>
                <a:gd name="T21" fmla="*/ 677 h 171"/>
                <a:gd name="T22" fmla="*/ 52 w 185"/>
                <a:gd name="T23" fmla="*/ 989 h 171"/>
                <a:gd name="T24" fmla="*/ 891 w 185"/>
                <a:gd name="T25" fmla="*/ 989 h 171"/>
                <a:gd name="T26" fmla="*/ 839 w 185"/>
                <a:gd name="T27" fmla="*/ 887 h 171"/>
                <a:gd name="T28" fmla="*/ 997 w 185"/>
                <a:gd name="T29" fmla="*/ 729 h 17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85"/>
                <a:gd name="T46" fmla="*/ 0 h 171"/>
                <a:gd name="T47" fmla="*/ 185 w 185"/>
                <a:gd name="T48" fmla="*/ 171 h 17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85" h="171">
                  <a:moveTo>
                    <a:pt x="171" y="126"/>
                  </a:moveTo>
                  <a:cubicBezTo>
                    <a:pt x="184" y="130"/>
                    <a:pt x="185" y="110"/>
                    <a:pt x="180" y="94"/>
                  </a:cubicBezTo>
                  <a:cubicBezTo>
                    <a:pt x="171" y="67"/>
                    <a:pt x="152" y="108"/>
                    <a:pt x="152" y="83"/>
                  </a:cubicBezTo>
                  <a:cubicBezTo>
                    <a:pt x="152" y="75"/>
                    <a:pt x="153" y="21"/>
                    <a:pt x="153" y="21"/>
                  </a:cubicBezTo>
                  <a:cubicBezTo>
                    <a:pt x="153" y="21"/>
                    <a:pt x="123" y="36"/>
                    <a:pt x="98" y="27"/>
                  </a:cubicBezTo>
                  <a:cubicBezTo>
                    <a:pt x="86" y="23"/>
                    <a:pt x="116" y="0"/>
                    <a:pt x="80" y="0"/>
                  </a:cubicBezTo>
                  <a:cubicBezTo>
                    <a:pt x="35" y="0"/>
                    <a:pt x="80" y="18"/>
                    <a:pt x="62" y="27"/>
                  </a:cubicBezTo>
                  <a:cubicBezTo>
                    <a:pt x="46" y="35"/>
                    <a:pt x="9" y="27"/>
                    <a:pt x="9" y="27"/>
                  </a:cubicBezTo>
                  <a:cubicBezTo>
                    <a:pt x="9" y="27"/>
                    <a:pt x="0" y="63"/>
                    <a:pt x="9" y="81"/>
                  </a:cubicBezTo>
                  <a:cubicBezTo>
                    <a:pt x="15" y="92"/>
                    <a:pt x="35" y="63"/>
                    <a:pt x="35" y="99"/>
                  </a:cubicBezTo>
                  <a:cubicBezTo>
                    <a:pt x="35" y="126"/>
                    <a:pt x="9" y="99"/>
                    <a:pt x="9" y="117"/>
                  </a:cubicBezTo>
                  <a:cubicBezTo>
                    <a:pt x="9" y="144"/>
                    <a:pt x="0" y="162"/>
                    <a:pt x="9" y="171"/>
                  </a:cubicBezTo>
                  <a:cubicBezTo>
                    <a:pt x="153" y="171"/>
                    <a:pt x="153" y="171"/>
                    <a:pt x="153" y="171"/>
                  </a:cubicBezTo>
                  <a:cubicBezTo>
                    <a:pt x="153" y="171"/>
                    <a:pt x="147" y="159"/>
                    <a:pt x="144" y="153"/>
                  </a:cubicBezTo>
                  <a:cubicBezTo>
                    <a:pt x="135" y="135"/>
                    <a:pt x="144" y="117"/>
                    <a:pt x="171" y="126"/>
                  </a:cubicBezTo>
                  <a:close/>
                </a:path>
              </a:pathLst>
            </a:custGeom>
            <a:solidFill>
              <a:schemeClr val="accent4"/>
            </a:solidFill>
            <a:ln w="9525">
              <a:noFill/>
              <a:round/>
            </a:ln>
          </p:spPr>
          <p:txBody>
            <a:bodyPr/>
            <a:lstStyle/>
            <a:p>
              <a:endParaRPr lang="en-GB" sz="1815"/>
            </a:p>
          </p:txBody>
        </p:sp>
        <p:sp>
          <p:nvSpPr>
            <p:cNvPr id="445" name="Freeform 289"/>
            <p:cNvSpPr/>
            <p:nvPr/>
          </p:nvSpPr>
          <p:spPr bwMode="auto">
            <a:xfrm>
              <a:off x="7914584" y="2555557"/>
              <a:ext cx="480521" cy="357797"/>
            </a:xfrm>
            <a:custGeom>
              <a:avLst/>
              <a:gdLst>
                <a:gd name="T0" fmla="*/ 575 w 207"/>
                <a:gd name="T1" fmla="*/ 263 h 154"/>
                <a:gd name="T2" fmla="*/ 471 w 207"/>
                <a:gd name="T3" fmla="*/ 0 h 154"/>
                <a:gd name="T4" fmla="*/ 158 w 207"/>
                <a:gd name="T5" fmla="*/ 52 h 154"/>
                <a:gd name="T6" fmla="*/ 158 w 207"/>
                <a:gd name="T7" fmla="*/ 365 h 154"/>
                <a:gd name="T8" fmla="*/ 0 w 207"/>
                <a:gd name="T9" fmla="*/ 523 h 154"/>
                <a:gd name="T10" fmla="*/ 158 w 207"/>
                <a:gd name="T11" fmla="*/ 628 h 154"/>
                <a:gd name="T12" fmla="*/ 158 w 207"/>
                <a:gd name="T13" fmla="*/ 890 h 154"/>
                <a:gd name="T14" fmla="*/ 471 w 207"/>
                <a:gd name="T15" fmla="*/ 890 h 154"/>
                <a:gd name="T16" fmla="*/ 575 w 207"/>
                <a:gd name="T17" fmla="*/ 680 h 154"/>
                <a:gd name="T18" fmla="*/ 678 w 207"/>
                <a:gd name="T19" fmla="*/ 890 h 154"/>
                <a:gd name="T20" fmla="*/ 992 w 207"/>
                <a:gd name="T21" fmla="*/ 896 h 154"/>
                <a:gd name="T22" fmla="*/ 992 w 207"/>
                <a:gd name="T23" fmla="*/ 576 h 154"/>
                <a:gd name="T24" fmla="*/ 1098 w 207"/>
                <a:gd name="T25" fmla="*/ 576 h 154"/>
                <a:gd name="T26" fmla="*/ 1202 w 207"/>
                <a:gd name="T27" fmla="*/ 421 h 154"/>
                <a:gd name="T28" fmla="*/ 992 w 207"/>
                <a:gd name="T29" fmla="*/ 313 h 154"/>
                <a:gd name="T30" fmla="*/ 992 w 207"/>
                <a:gd name="T31" fmla="*/ 52 h 154"/>
                <a:gd name="T32" fmla="*/ 678 w 207"/>
                <a:gd name="T33" fmla="*/ 0 h 154"/>
                <a:gd name="T34" fmla="*/ 575 w 207"/>
                <a:gd name="T35" fmla="*/ 263 h 15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07"/>
                <a:gd name="T55" fmla="*/ 0 h 154"/>
                <a:gd name="T56" fmla="*/ 207 w 207"/>
                <a:gd name="T57" fmla="*/ 154 h 154"/>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07" h="154">
                  <a:moveTo>
                    <a:pt x="99" y="45"/>
                  </a:move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4"/>
                    <a:pt x="171" y="154"/>
                  </a:cubicBezTo>
                  <a:cubicBezTo>
                    <a:pt x="171" y="154"/>
                    <a:pt x="171" y="108"/>
                    <a:pt x="171" y="99"/>
                  </a:cubicBezTo>
                  <a:cubicBezTo>
                    <a:pt x="171" y="90"/>
                    <a:pt x="189" y="99"/>
                    <a:pt x="189" y="99"/>
                  </a:cubicBezTo>
                  <a:cubicBezTo>
                    <a:pt x="189" y="99"/>
                    <a:pt x="207" y="108"/>
                    <a:pt x="207" y="72"/>
                  </a:cubicBezTo>
                  <a:cubicBezTo>
                    <a:pt x="207" y="36"/>
                    <a:pt x="171" y="72"/>
                    <a:pt x="171" y="54"/>
                  </a:cubicBezTo>
                  <a:cubicBezTo>
                    <a:pt x="171" y="36"/>
                    <a:pt x="171" y="9"/>
                    <a:pt x="171" y="9"/>
                  </a:cubicBezTo>
                  <a:cubicBezTo>
                    <a:pt x="171" y="9"/>
                    <a:pt x="126" y="0"/>
                    <a:pt x="117" y="0"/>
                  </a:cubicBezTo>
                  <a:cubicBezTo>
                    <a:pt x="108" y="0"/>
                    <a:pt x="135" y="45"/>
                    <a:pt x="99" y="45"/>
                  </a:cubicBezTo>
                  <a:close/>
                </a:path>
              </a:pathLst>
            </a:custGeom>
            <a:solidFill>
              <a:schemeClr val="accent4"/>
            </a:solidFill>
            <a:ln w="9525">
              <a:noFill/>
              <a:round/>
            </a:ln>
          </p:spPr>
          <p:txBody>
            <a:bodyPr/>
            <a:lstStyle/>
            <a:p>
              <a:endParaRPr lang="en-GB" sz="1815"/>
            </a:p>
          </p:txBody>
        </p:sp>
        <p:sp>
          <p:nvSpPr>
            <p:cNvPr id="446" name="Freeform 290"/>
            <p:cNvSpPr/>
            <p:nvPr/>
          </p:nvSpPr>
          <p:spPr bwMode="auto">
            <a:xfrm>
              <a:off x="2233586" y="6231692"/>
              <a:ext cx="480521" cy="353922"/>
            </a:xfrm>
            <a:custGeom>
              <a:avLst/>
              <a:gdLst>
                <a:gd name="T0" fmla="*/ 1098 w 207"/>
                <a:gd name="T1" fmla="*/ 568 h 153"/>
                <a:gd name="T2" fmla="*/ 1202 w 207"/>
                <a:gd name="T3" fmla="*/ 414 h 153"/>
                <a:gd name="T4" fmla="*/ 992 w 207"/>
                <a:gd name="T5" fmla="*/ 312 h 153"/>
                <a:gd name="T6" fmla="*/ 992 w 207"/>
                <a:gd name="T7" fmla="*/ 52 h 153"/>
                <a:gd name="T8" fmla="*/ 678 w 207"/>
                <a:gd name="T9" fmla="*/ 0 h 153"/>
                <a:gd name="T10" fmla="*/ 575 w 207"/>
                <a:gd name="T11" fmla="*/ 260 h 153"/>
                <a:gd name="T12" fmla="*/ 471 w 207"/>
                <a:gd name="T13" fmla="*/ 0 h 153"/>
                <a:gd name="T14" fmla="*/ 158 w 207"/>
                <a:gd name="T15" fmla="*/ 52 h 153"/>
                <a:gd name="T16" fmla="*/ 158 w 207"/>
                <a:gd name="T17" fmla="*/ 362 h 153"/>
                <a:gd name="T18" fmla="*/ 0 w 207"/>
                <a:gd name="T19" fmla="*/ 516 h 153"/>
                <a:gd name="T20" fmla="*/ 158 w 207"/>
                <a:gd name="T21" fmla="*/ 620 h 153"/>
                <a:gd name="T22" fmla="*/ 158 w 207"/>
                <a:gd name="T23" fmla="*/ 879 h 153"/>
                <a:gd name="T24" fmla="*/ 471 w 207"/>
                <a:gd name="T25" fmla="*/ 879 h 153"/>
                <a:gd name="T26" fmla="*/ 575 w 207"/>
                <a:gd name="T27" fmla="*/ 673 h 153"/>
                <a:gd name="T28" fmla="*/ 678 w 207"/>
                <a:gd name="T29" fmla="*/ 879 h 153"/>
                <a:gd name="T30" fmla="*/ 992 w 207"/>
                <a:gd name="T31" fmla="*/ 879 h 153"/>
                <a:gd name="T32" fmla="*/ 992 w 207"/>
                <a:gd name="T33" fmla="*/ 568 h 153"/>
                <a:gd name="T34" fmla="*/ 1098 w 207"/>
                <a:gd name="T35" fmla="*/ 568 h 153"/>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07"/>
                <a:gd name="T55" fmla="*/ 0 h 153"/>
                <a:gd name="T56" fmla="*/ 207 w 207"/>
                <a:gd name="T57" fmla="*/ 153 h 153"/>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07" h="153">
                  <a:moveTo>
                    <a:pt x="189" y="99"/>
                  </a:moveTo>
                  <a:cubicBezTo>
                    <a:pt x="189" y="99"/>
                    <a:pt x="207" y="108"/>
                    <a:pt x="207" y="72"/>
                  </a:cubicBezTo>
                  <a:cubicBezTo>
                    <a:pt x="207" y="36"/>
                    <a:pt x="171" y="72"/>
                    <a:pt x="171" y="54"/>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08"/>
                    <a:pt x="171" y="99"/>
                  </a:cubicBezTo>
                  <a:cubicBezTo>
                    <a:pt x="171" y="90"/>
                    <a:pt x="189" y="99"/>
                    <a:pt x="189" y="99"/>
                  </a:cubicBezTo>
                  <a:close/>
                </a:path>
              </a:pathLst>
            </a:custGeom>
            <a:solidFill>
              <a:schemeClr val="accent6"/>
            </a:solidFill>
            <a:ln w="9525">
              <a:noFill/>
              <a:round/>
            </a:ln>
          </p:spPr>
          <p:txBody>
            <a:bodyPr/>
            <a:lstStyle/>
            <a:p>
              <a:endParaRPr lang="en-GB" sz="1815"/>
            </a:p>
          </p:txBody>
        </p:sp>
        <p:sp>
          <p:nvSpPr>
            <p:cNvPr id="447" name="Freeform 291"/>
            <p:cNvSpPr/>
            <p:nvPr/>
          </p:nvSpPr>
          <p:spPr bwMode="auto">
            <a:xfrm>
              <a:off x="3611854" y="4853464"/>
              <a:ext cx="418518" cy="417214"/>
            </a:xfrm>
            <a:custGeom>
              <a:avLst/>
              <a:gdLst>
                <a:gd name="T0" fmla="*/ 1049 w 180"/>
                <a:gd name="T1" fmla="*/ 572 h 180"/>
                <a:gd name="T2" fmla="*/ 891 w 180"/>
                <a:gd name="T3" fmla="*/ 415 h 180"/>
                <a:gd name="T4" fmla="*/ 891 w 180"/>
                <a:gd name="T5" fmla="*/ 154 h 180"/>
                <a:gd name="T6" fmla="*/ 628 w 180"/>
                <a:gd name="T7" fmla="*/ 210 h 180"/>
                <a:gd name="T8" fmla="*/ 473 w 180"/>
                <a:gd name="T9" fmla="*/ 0 h 180"/>
                <a:gd name="T10" fmla="*/ 263 w 180"/>
                <a:gd name="T11" fmla="*/ 154 h 180"/>
                <a:gd name="T12" fmla="*/ 52 w 180"/>
                <a:gd name="T13" fmla="*/ 154 h 180"/>
                <a:gd name="T14" fmla="*/ 104 w 180"/>
                <a:gd name="T15" fmla="*/ 415 h 180"/>
                <a:gd name="T16" fmla="*/ 315 w 180"/>
                <a:gd name="T17" fmla="*/ 522 h 180"/>
                <a:gd name="T18" fmla="*/ 52 w 180"/>
                <a:gd name="T19" fmla="*/ 624 h 180"/>
                <a:gd name="T20" fmla="*/ 52 w 180"/>
                <a:gd name="T21" fmla="*/ 989 h 180"/>
                <a:gd name="T22" fmla="*/ 315 w 180"/>
                <a:gd name="T23" fmla="*/ 989 h 180"/>
                <a:gd name="T24" fmla="*/ 421 w 180"/>
                <a:gd name="T25" fmla="*/ 779 h 180"/>
                <a:gd name="T26" fmla="*/ 628 w 180"/>
                <a:gd name="T27" fmla="*/ 989 h 180"/>
                <a:gd name="T28" fmla="*/ 891 w 180"/>
                <a:gd name="T29" fmla="*/ 989 h 180"/>
                <a:gd name="T30" fmla="*/ 891 w 180"/>
                <a:gd name="T31" fmla="*/ 677 h 180"/>
                <a:gd name="T32" fmla="*/ 1049 w 180"/>
                <a:gd name="T33" fmla="*/ 57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80" y="99"/>
                  </a:moveTo>
                  <a:cubicBezTo>
                    <a:pt x="180" y="63"/>
                    <a:pt x="153" y="99"/>
                    <a:pt x="153" y="72"/>
                  </a:cubicBezTo>
                  <a:cubicBezTo>
                    <a:pt x="153" y="45"/>
                    <a:pt x="153" y="27"/>
                    <a:pt x="153" y="27"/>
                  </a:cubicBezTo>
                  <a:cubicBezTo>
                    <a:pt x="153" y="27"/>
                    <a:pt x="121" y="36"/>
                    <a:pt x="108" y="36"/>
                  </a:cubicBezTo>
                  <a:cubicBezTo>
                    <a:pt x="90" y="36"/>
                    <a:pt x="117" y="0"/>
                    <a:pt x="81" y="0"/>
                  </a:cubicBezTo>
                  <a:cubicBezTo>
                    <a:pt x="36" y="0"/>
                    <a:pt x="90" y="36"/>
                    <a:pt x="45" y="27"/>
                  </a:cubicBezTo>
                  <a:cubicBezTo>
                    <a:pt x="19" y="22"/>
                    <a:pt x="9" y="27"/>
                    <a:pt x="9" y="27"/>
                  </a:cubicBezTo>
                  <a:cubicBezTo>
                    <a:pt x="9" y="27"/>
                    <a:pt x="9" y="54"/>
                    <a:pt x="18" y="72"/>
                  </a:cubicBezTo>
                  <a:cubicBezTo>
                    <a:pt x="27" y="90"/>
                    <a:pt x="54" y="45"/>
                    <a:pt x="54" y="90"/>
                  </a:cubicBezTo>
                  <a:cubicBezTo>
                    <a:pt x="54" y="135"/>
                    <a:pt x="18" y="81"/>
                    <a:pt x="9" y="108"/>
                  </a:cubicBezTo>
                  <a:cubicBezTo>
                    <a:pt x="0" y="135"/>
                    <a:pt x="9" y="171"/>
                    <a:pt x="9" y="171"/>
                  </a:cubicBezTo>
                  <a:cubicBezTo>
                    <a:pt x="9" y="171"/>
                    <a:pt x="36" y="180"/>
                    <a:pt x="54" y="171"/>
                  </a:cubicBezTo>
                  <a:cubicBezTo>
                    <a:pt x="72" y="162"/>
                    <a:pt x="36" y="135"/>
                    <a:pt x="72" y="135"/>
                  </a:cubicBezTo>
                  <a:cubicBezTo>
                    <a:pt x="108" y="135"/>
                    <a:pt x="63" y="171"/>
                    <a:pt x="108" y="171"/>
                  </a:cubicBezTo>
                  <a:cubicBezTo>
                    <a:pt x="153" y="171"/>
                    <a:pt x="153" y="171"/>
                    <a:pt x="153" y="171"/>
                  </a:cubicBezTo>
                  <a:cubicBezTo>
                    <a:pt x="153" y="171"/>
                    <a:pt x="153" y="126"/>
                    <a:pt x="153" y="117"/>
                  </a:cubicBezTo>
                  <a:cubicBezTo>
                    <a:pt x="153" y="108"/>
                    <a:pt x="180" y="135"/>
                    <a:pt x="180" y="99"/>
                  </a:cubicBezTo>
                  <a:close/>
                </a:path>
              </a:pathLst>
            </a:custGeom>
            <a:solidFill>
              <a:schemeClr val="accent2"/>
            </a:solidFill>
            <a:ln w="9525">
              <a:noFill/>
              <a:round/>
            </a:ln>
          </p:spPr>
          <p:txBody>
            <a:bodyPr/>
            <a:lstStyle/>
            <a:p>
              <a:endParaRPr lang="en-GB" sz="1815"/>
            </a:p>
          </p:txBody>
        </p:sp>
        <p:sp>
          <p:nvSpPr>
            <p:cNvPr id="448" name="Freeform 292"/>
            <p:cNvSpPr/>
            <p:nvPr/>
          </p:nvSpPr>
          <p:spPr bwMode="auto">
            <a:xfrm>
              <a:off x="3946411" y="2511640"/>
              <a:ext cx="417227" cy="419798"/>
            </a:xfrm>
            <a:custGeom>
              <a:avLst/>
              <a:gdLst>
                <a:gd name="T0" fmla="*/ 102 w 180"/>
                <a:gd name="T1" fmla="*/ 422 h 181"/>
                <a:gd name="T2" fmla="*/ 312 w 180"/>
                <a:gd name="T3" fmla="*/ 526 h 181"/>
                <a:gd name="T4" fmla="*/ 52 w 180"/>
                <a:gd name="T5" fmla="*/ 632 h 181"/>
                <a:gd name="T6" fmla="*/ 52 w 180"/>
                <a:gd name="T7" fmla="*/ 997 h 181"/>
                <a:gd name="T8" fmla="*/ 312 w 180"/>
                <a:gd name="T9" fmla="*/ 997 h 181"/>
                <a:gd name="T10" fmla="*/ 415 w 180"/>
                <a:gd name="T11" fmla="*/ 786 h 181"/>
                <a:gd name="T12" fmla="*/ 624 w 180"/>
                <a:gd name="T13" fmla="*/ 997 h 181"/>
                <a:gd name="T14" fmla="*/ 885 w 180"/>
                <a:gd name="T15" fmla="*/ 997 h 181"/>
                <a:gd name="T16" fmla="*/ 885 w 180"/>
                <a:gd name="T17" fmla="*/ 684 h 181"/>
                <a:gd name="T18" fmla="*/ 1041 w 180"/>
                <a:gd name="T19" fmla="*/ 580 h 181"/>
                <a:gd name="T20" fmla="*/ 885 w 180"/>
                <a:gd name="T21" fmla="*/ 422 h 181"/>
                <a:gd name="T22" fmla="*/ 885 w 180"/>
                <a:gd name="T23" fmla="*/ 162 h 181"/>
                <a:gd name="T24" fmla="*/ 624 w 180"/>
                <a:gd name="T25" fmla="*/ 214 h 181"/>
                <a:gd name="T26" fmla="*/ 467 w 180"/>
                <a:gd name="T27" fmla="*/ 7 h 181"/>
                <a:gd name="T28" fmla="*/ 52 w 180"/>
                <a:gd name="T29" fmla="*/ 162 h 181"/>
                <a:gd name="T30" fmla="*/ 102 w 180"/>
                <a:gd name="T31" fmla="*/ 422 h 18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0"/>
                <a:gd name="T49" fmla="*/ 0 h 181"/>
                <a:gd name="T50" fmla="*/ 180 w 180"/>
                <a:gd name="T51" fmla="*/ 181 h 18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0" h="181">
                  <a:moveTo>
                    <a:pt x="18" y="73"/>
                  </a:moveTo>
                  <a:cubicBezTo>
                    <a:pt x="27" y="91"/>
                    <a:pt x="54" y="46"/>
                    <a:pt x="54" y="91"/>
                  </a:cubicBezTo>
                  <a:cubicBezTo>
                    <a:pt x="54" y="136"/>
                    <a:pt x="18" y="82"/>
                    <a:pt x="9" y="109"/>
                  </a:cubicBezTo>
                  <a:cubicBezTo>
                    <a:pt x="0" y="136"/>
                    <a:pt x="9" y="172"/>
                    <a:pt x="9" y="172"/>
                  </a:cubicBezTo>
                  <a:cubicBezTo>
                    <a:pt x="9" y="172"/>
                    <a:pt x="36" y="181"/>
                    <a:pt x="54" y="172"/>
                  </a:cubicBezTo>
                  <a:cubicBezTo>
                    <a:pt x="72" y="163"/>
                    <a:pt x="36" y="136"/>
                    <a:pt x="72" y="136"/>
                  </a:cubicBezTo>
                  <a:cubicBezTo>
                    <a:pt x="108" y="136"/>
                    <a:pt x="63" y="172"/>
                    <a:pt x="108" y="172"/>
                  </a:cubicBezTo>
                  <a:cubicBezTo>
                    <a:pt x="153" y="172"/>
                    <a:pt x="153" y="172"/>
                    <a:pt x="153" y="172"/>
                  </a:cubicBezTo>
                  <a:cubicBezTo>
                    <a:pt x="153" y="172"/>
                    <a:pt x="153" y="127"/>
                    <a:pt x="153" y="118"/>
                  </a:cubicBezTo>
                  <a:cubicBezTo>
                    <a:pt x="153" y="109"/>
                    <a:pt x="180" y="136"/>
                    <a:pt x="180" y="100"/>
                  </a:cubicBezTo>
                  <a:cubicBezTo>
                    <a:pt x="180" y="64"/>
                    <a:pt x="153" y="100"/>
                    <a:pt x="153" y="73"/>
                  </a:cubicBezTo>
                  <a:cubicBezTo>
                    <a:pt x="153" y="46"/>
                    <a:pt x="153" y="28"/>
                    <a:pt x="153" y="28"/>
                  </a:cubicBezTo>
                  <a:cubicBezTo>
                    <a:pt x="153" y="28"/>
                    <a:pt x="121" y="37"/>
                    <a:pt x="108" y="37"/>
                  </a:cubicBezTo>
                  <a:cubicBezTo>
                    <a:pt x="90" y="37"/>
                    <a:pt x="117" y="0"/>
                    <a:pt x="81" y="1"/>
                  </a:cubicBezTo>
                  <a:cubicBezTo>
                    <a:pt x="22" y="2"/>
                    <a:pt x="105" y="42"/>
                    <a:pt x="9" y="28"/>
                  </a:cubicBezTo>
                  <a:cubicBezTo>
                    <a:pt x="9" y="28"/>
                    <a:pt x="3" y="43"/>
                    <a:pt x="18" y="73"/>
                  </a:cubicBezTo>
                  <a:close/>
                </a:path>
              </a:pathLst>
            </a:custGeom>
            <a:solidFill>
              <a:schemeClr val="accent4"/>
            </a:solidFill>
            <a:ln w="9525">
              <a:noFill/>
              <a:round/>
            </a:ln>
          </p:spPr>
          <p:txBody>
            <a:bodyPr/>
            <a:lstStyle/>
            <a:p>
              <a:endParaRPr lang="en-GB" sz="1815"/>
            </a:p>
          </p:txBody>
        </p:sp>
        <p:sp>
          <p:nvSpPr>
            <p:cNvPr id="449" name="Freeform 293"/>
            <p:cNvSpPr/>
            <p:nvPr/>
          </p:nvSpPr>
          <p:spPr bwMode="auto">
            <a:xfrm>
              <a:off x="5283344" y="3851117"/>
              <a:ext cx="417227" cy="417214"/>
            </a:xfrm>
            <a:custGeom>
              <a:avLst/>
              <a:gdLst>
                <a:gd name="T0" fmla="*/ 312 w 180"/>
                <a:gd name="T1" fmla="*/ 522 h 180"/>
                <a:gd name="T2" fmla="*/ 52 w 180"/>
                <a:gd name="T3" fmla="*/ 624 h 180"/>
                <a:gd name="T4" fmla="*/ 52 w 180"/>
                <a:gd name="T5" fmla="*/ 989 h 180"/>
                <a:gd name="T6" fmla="*/ 312 w 180"/>
                <a:gd name="T7" fmla="*/ 989 h 180"/>
                <a:gd name="T8" fmla="*/ 415 w 180"/>
                <a:gd name="T9" fmla="*/ 779 h 180"/>
                <a:gd name="T10" fmla="*/ 624 w 180"/>
                <a:gd name="T11" fmla="*/ 989 h 180"/>
                <a:gd name="T12" fmla="*/ 885 w 180"/>
                <a:gd name="T13" fmla="*/ 989 h 180"/>
                <a:gd name="T14" fmla="*/ 885 w 180"/>
                <a:gd name="T15" fmla="*/ 677 h 180"/>
                <a:gd name="T16" fmla="*/ 1041 w 180"/>
                <a:gd name="T17" fmla="*/ 572 h 180"/>
                <a:gd name="T18" fmla="*/ 885 w 180"/>
                <a:gd name="T19" fmla="*/ 415 h 180"/>
                <a:gd name="T20" fmla="*/ 885 w 180"/>
                <a:gd name="T21" fmla="*/ 154 h 180"/>
                <a:gd name="T22" fmla="*/ 624 w 180"/>
                <a:gd name="T23" fmla="*/ 210 h 180"/>
                <a:gd name="T24" fmla="*/ 467 w 180"/>
                <a:gd name="T25" fmla="*/ 0 h 180"/>
                <a:gd name="T26" fmla="*/ 260 w 180"/>
                <a:gd name="T27" fmla="*/ 154 h 180"/>
                <a:gd name="T28" fmla="*/ 52 w 180"/>
                <a:gd name="T29" fmla="*/ 154 h 180"/>
                <a:gd name="T30" fmla="*/ 102 w 180"/>
                <a:gd name="T31" fmla="*/ 415 h 180"/>
                <a:gd name="T32" fmla="*/ 312 w 180"/>
                <a:gd name="T33" fmla="*/ 52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54" y="90"/>
                  </a:moveTo>
                  <a:cubicBezTo>
                    <a:pt x="54" y="135"/>
                    <a:pt x="18" y="81"/>
                    <a:pt x="9" y="108"/>
                  </a:cubicBezTo>
                  <a:cubicBezTo>
                    <a:pt x="0" y="135"/>
                    <a:pt x="9" y="171"/>
                    <a:pt x="9" y="171"/>
                  </a:cubicBezTo>
                  <a:cubicBezTo>
                    <a:pt x="9" y="171"/>
                    <a:pt x="36" y="180"/>
                    <a:pt x="54" y="171"/>
                  </a:cubicBezTo>
                  <a:cubicBezTo>
                    <a:pt x="72" y="162"/>
                    <a:pt x="36" y="135"/>
                    <a:pt x="72" y="135"/>
                  </a:cubicBezTo>
                  <a:cubicBezTo>
                    <a:pt x="108" y="135"/>
                    <a:pt x="63" y="171"/>
                    <a:pt x="108" y="171"/>
                  </a:cubicBezTo>
                  <a:cubicBezTo>
                    <a:pt x="153" y="171"/>
                    <a:pt x="153" y="171"/>
                    <a:pt x="153" y="171"/>
                  </a:cubicBezTo>
                  <a:cubicBezTo>
                    <a:pt x="153" y="171"/>
                    <a:pt x="153" y="126"/>
                    <a:pt x="153" y="117"/>
                  </a:cubicBezTo>
                  <a:cubicBezTo>
                    <a:pt x="153" y="108"/>
                    <a:pt x="180" y="135"/>
                    <a:pt x="180" y="99"/>
                  </a:cubicBezTo>
                  <a:cubicBezTo>
                    <a:pt x="180" y="63"/>
                    <a:pt x="153" y="99"/>
                    <a:pt x="153" y="72"/>
                  </a:cubicBezTo>
                  <a:cubicBezTo>
                    <a:pt x="153" y="45"/>
                    <a:pt x="153" y="27"/>
                    <a:pt x="153" y="27"/>
                  </a:cubicBezTo>
                  <a:cubicBezTo>
                    <a:pt x="153" y="27"/>
                    <a:pt x="121" y="36"/>
                    <a:pt x="108" y="36"/>
                  </a:cubicBezTo>
                  <a:cubicBezTo>
                    <a:pt x="90" y="36"/>
                    <a:pt x="117" y="0"/>
                    <a:pt x="81" y="0"/>
                  </a:cubicBezTo>
                  <a:cubicBezTo>
                    <a:pt x="36" y="0"/>
                    <a:pt x="90" y="36"/>
                    <a:pt x="45" y="27"/>
                  </a:cubicBezTo>
                  <a:cubicBezTo>
                    <a:pt x="19" y="22"/>
                    <a:pt x="9" y="27"/>
                    <a:pt x="9" y="27"/>
                  </a:cubicBezTo>
                  <a:cubicBezTo>
                    <a:pt x="9" y="27"/>
                    <a:pt x="9" y="54"/>
                    <a:pt x="18" y="72"/>
                  </a:cubicBezTo>
                  <a:cubicBezTo>
                    <a:pt x="27" y="90"/>
                    <a:pt x="54" y="45"/>
                    <a:pt x="54" y="90"/>
                  </a:cubicBezTo>
                  <a:close/>
                </a:path>
              </a:pathLst>
            </a:custGeom>
            <a:solidFill>
              <a:schemeClr val="accent6"/>
            </a:solidFill>
            <a:ln w="9525">
              <a:noFill/>
              <a:round/>
            </a:ln>
          </p:spPr>
          <p:txBody>
            <a:bodyPr/>
            <a:lstStyle/>
            <a:p>
              <a:endParaRPr lang="en-GB" sz="1815"/>
            </a:p>
          </p:txBody>
        </p:sp>
        <p:sp>
          <p:nvSpPr>
            <p:cNvPr id="450" name="Freeform 294"/>
            <p:cNvSpPr/>
            <p:nvPr/>
          </p:nvSpPr>
          <p:spPr bwMode="auto">
            <a:xfrm>
              <a:off x="6620277" y="4509876"/>
              <a:ext cx="417227" cy="405589"/>
            </a:xfrm>
            <a:custGeom>
              <a:avLst/>
              <a:gdLst>
                <a:gd name="T0" fmla="*/ 467 w 180"/>
                <a:gd name="T1" fmla="*/ 0 h 175"/>
                <a:gd name="T2" fmla="*/ 260 w 180"/>
                <a:gd name="T3" fmla="*/ 179 h 175"/>
                <a:gd name="T4" fmla="*/ 52 w 180"/>
                <a:gd name="T5" fmla="*/ 179 h 175"/>
                <a:gd name="T6" fmla="*/ 102 w 180"/>
                <a:gd name="T7" fmla="*/ 414 h 175"/>
                <a:gd name="T8" fmla="*/ 312 w 180"/>
                <a:gd name="T9" fmla="*/ 519 h 175"/>
                <a:gd name="T10" fmla="*/ 52 w 180"/>
                <a:gd name="T11" fmla="*/ 624 h 175"/>
                <a:gd name="T12" fmla="*/ 52 w 180"/>
                <a:gd name="T13" fmla="*/ 1010 h 175"/>
                <a:gd name="T14" fmla="*/ 312 w 180"/>
                <a:gd name="T15" fmla="*/ 989 h 175"/>
                <a:gd name="T16" fmla="*/ 415 w 180"/>
                <a:gd name="T17" fmla="*/ 779 h 175"/>
                <a:gd name="T18" fmla="*/ 624 w 180"/>
                <a:gd name="T19" fmla="*/ 989 h 175"/>
                <a:gd name="T20" fmla="*/ 885 w 180"/>
                <a:gd name="T21" fmla="*/ 1010 h 175"/>
                <a:gd name="T22" fmla="*/ 885 w 180"/>
                <a:gd name="T23" fmla="*/ 676 h 175"/>
                <a:gd name="T24" fmla="*/ 1041 w 180"/>
                <a:gd name="T25" fmla="*/ 572 h 175"/>
                <a:gd name="T26" fmla="*/ 885 w 180"/>
                <a:gd name="T27" fmla="*/ 414 h 175"/>
                <a:gd name="T28" fmla="*/ 885 w 180"/>
                <a:gd name="T29" fmla="*/ 179 h 175"/>
                <a:gd name="T30" fmla="*/ 624 w 180"/>
                <a:gd name="T31" fmla="*/ 210 h 175"/>
                <a:gd name="T32" fmla="*/ 467 w 180"/>
                <a:gd name="T33" fmla="*/ 0 h 17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75"/>
                <a:gd name="T53" fmla="*/ 180 w 180"/>
                <a:gd name="T54" fmla="*/ 175 h 17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75">
                  <a:moveTo>
                    <a:pt x="81" y="0"/>
                  </a:moveTo>
                  <a:cubicBezTo>
                    <a:pt x="36" y="0"/>
                    <a:pt x="90" y="40"/>
                    <a:pt x="45" y="31"/>
                  </a:cubicBezTo>
                  <a:cubicBezTo>
                    <a:pt x="19" y="26"/>
                    <a:pt x="9" y="31"/>
                    <a:pt x="9" y="31"/>
                  </a:cubicBezTo>
                  <a:cubicBezTo>
                    <a:pt x="9" y="31"/>
                    <a:pt x="9" y="54"/>
                    <a:pt x="18" y="72"/>
                  </a:cubicBezTo>
                  <a:cubicBezTo>
                    <a:pt x="27" y="90"/>
                    <a:pt x="54" y="45"/>
                    <a:pt x="54" y="90"/>
                  </a:cubicBezTo>
                  <a:cubicBezTo>
                    <a:pt x="54" y="135"/>
                    <a:pt x="18" y="81"/>
                    <a:pt x="9" y="108"/>
                  </a:cubicBezTo>
                  <a:cubicBezTo>
                    <a:pt x="0" y="135"/>
                    <a:pt x="9" y="175"/>
                    <a:pt x="9" y="175"/>
                  </a:cubicBezTo>
                  <a:cubicBezTo>
                    <a:pt x="9" y="175"/>
                    <a:pt x="45" y="175"/>
                    <a:pt x="54" y="171"/>
                  </a:cubicBezTo>
                  <a:cubicBezTo>
                    <a:pt x="72" y="163"/>
                    <a:pt x="36" y="135"/>
                    <a:pt x="72" y="135"/>
                  </a:cubicBezTo>
                  <a:cubicBezTo>
                    <a:pt x="108" y="135"/>
                    <a:pt x="63" y="171"/>
                    <a:pt x="108" y="171"/>
                  </a:cubicBezTo>
                  <a:cubicBezTo>
                    <a:pt x="153" y="171"/>
                    <a:pt x="153" y="175"/>
                    <a:pt x="153" y="175"/>
                  </a:cubicBezTo>
                  <a:cubicBezTo>
                    <a:pt x="153" y="175"/>
                    <a:pt x="153" y="126"/>
                    <a:pt x="153" y="117"/>
                  </a:cubicBezTo>
                  <a:cubicBezTo>
                    <a:pt x="153" y="108"/>
                    <a:pt x="180" y="135"/>
                    <a:pt x="180" y="99"/>
                  </a:cubicBezTo>
                  <a:cubicBezTo>
                    <a:pt x="180" y="63"/>
                    <a:pt x="153" y="99"/>
                    <a:pt x="153" y="72"/>
                  </a:cubicBezTo>
                  <a:cubicBezTo>
                    <a:pt x="153" y="45"/>
                    <a:pt x="153" y="31"/>
                    <a:pt x="153" y="31"/>
                  </a:cubicBezTo>
                  <a:cubicBezTo>
                    <a:pt x="153" y="31"/>
                    <a:pt x="121" y="36"/>
                    <a:pt x="108" y="36"/>
                  </a:cubicBezTo>
                  <a:cubicBezTo>
                    <a:pt x="90" y="36"/>
                    <a:pt x="117" y="0"/>
                    <a:pt x="81" y="0"/>
                  </a:cubicBezTo>
                  <a:close/>
                </a:path>
              </a:pathLst>
            </a:custGeom>
            <a:solidFill>
              <a:schemeClr val="accent3"/>
            </a:solidFill>
            <a:ln w="9525">
              <a:noFill/>
              <a:round/>
            </a:ln>
          </p:spPr>
          <p:txBody>
            <a:bodyPr/>
            <a:lstStyle/>
            <a:p>
              <a:endParaRPr lang="en-GB" sz="1815"/>
            </a:p>
          </p:txBody>
        </p:sp>
        <p:sp>
          <p:nvSpPr>
            <p:cNvPr id="451" name="Freeform 295"/>
            <p:cNvSpPr/>
            <p:nvPr/>
          </p:nvSpPr>
          <p:spPr bwMode="auto">
            <a:xfrm>
              <a:off x="5951165" y="5855812"/>
              <a:ext cx="418518" cy="417214"/>
            </a:xfrm>
            <a:custGeom>
              <a:avLst/>
              <a:gdLst>
                <a:gd name="T0" fmla="*/ 1049 w 180"/>
                <a:gd name="T1" fmla="*/ 572 h 180"/>
                <a:gd name="T2" fmla="*/ 891 w 180"/>
                <a:gd name="T3" fmla="*/ 415 h 180"/>
                <a:gd name="T4" fmla="*/ 891 w 180"/>
                <a:gd name="T5" fmla="*/ 154 h 180"/>
                <a:gd name="T6" fmla="*/ 628 w 180"/>
                <a:gd name="T7" fmla="*/ 210 h 180"/>
                <a:gd name="T8" fmla="*/ 473 w 180"/>
                <a:gd name="T9" fmla="*/ 0 h 180"/>
                <a:gd name="T10" fmla="*/ 263 w 180"/>
                <a:gd name="T11" fmla="*/ 154 h 180"/>
                <a:gd name="T12" fmla="*/ 52 w 180"/>
                <a:gd name="T13" fmla="*/ 154 h 180"/>
                <a:gd name="T14" fmla="*/ 104 w 180"/>
                <a:gd name="T15" fmla="*/ 415 h 180"/>
                <a:gd name="T16" fmla="*/ 315 w 180"/>
                <a:gd name="T17" fmla="*/ 522 h 180"/>
                <a:gd name="T18" fmla="*/ 52 w 180"/>
                <a:gd name="T19" fmla="*/ 624 h 180"/>
                <a:gd name="T20" fmla="*/ 52 w 180"/>
                <a:gd name="T21" fmla="*/ 989 h 180"/>
                <a:gd name="T22" fmla="*/ 315 w 180"/>
                <a:gd name="T23" fmla="*/ 989 h 180"/>
                <a:gd name="T24" fmla="*/ 421 w 180"/>
                <a:gd name="T25" fmla="*/ 779 h 180"/>
                <a:gd name="T26" fmla="*/ 628 w 180"/>
                <a:gd name="T27" fmla="*/ 989 h 180"/>
                <a:gd name="T28" fmla="*/ 891 w 180"/>
                <a:gd name="T29" fmla="*/ 989 h 180"/>
                <a:gd name="T30" fmla="*/ 891 w 180"/>
                <a:gd name="T31" fmla="*/ 677 h 180"/>
                <a:gd name="T32" fmla="*/ 1049 w 180"/>
                <a:gd name="T33" fmla="*/ 57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80" y="99"/>
                  </a:moveTo>
                  <a:cubicBezTo>
                    <a:pt x="180" y="63"/>
                    <a:pt x="153" y="99"/>
                    <a:pt x="153" y="72"/>
                  </a:cubicBezTo>
                  <a:cubicBezTo>
                    <a:pt x="153" y="45"/>
                    <a:pt x="153" y="27"/>
                    <a:pt x="153" y="27"/>
                  </a:cubicBezTo>
                  <a:cubicBezTo>
                    <a:pt x="153" y="27"/>
                    <a:pt x="121" y="36"/>
                    <a:pt x="108" y="36"/>
                  </a:cubicBezTo>
                  <a:cubicBezTo>
                    <a:pt x="90" y="36"/>
                    <a:pt x="117" y="0"/>
                    <a:pt x="81" y="0"/>
                  </a:cubicBezTo>
                  <a:cubicBezTo>
                    <a:pt x="36" y="0"/>
                    <a:pt x="90" y="36"/>
                    <a:pt x="45" y="27"/>
                  </a:cubicBezTo>
                  <a:cubicBezTo>
                    <a:pt x="19" y="22"/>
                    <a:pt x="9" y="27"/>
                    <a:pt x="9" y="27"/>
                  </a:cubicBezTo>
                  <a:cubicBezTo>
                    <a:pt x="9" y="27"/>
                    <a:pt x="9" y="54"/>
                    <a:pt x="18" y="72"/>
                  </a:cubicBezTo>
                  <a:cubicBezTo>
                    <a:pt x="27" y="90"/>
                    <a:pt x="54" y="45"/>
                    <a:pt x="54" y="90"/>
                  </a:cubicBezTo>
                  <a:cubicBezTo>
                    <a:pt x="54" y="135"/>
                    <a:pt x="18" y="81"/>
                    <a:pt x="9" y="108"/>
                  </a:cubicBezTo>
                  <a:cubicBezTo>
                    <a:pt x="0" y="135"/>
                    <a:pt x="9" y="171"/>
                    <a:pt x="9" y="171"/>
                  </a:cubicBezTo>
                  <a:cubicBezTo>
                    <a:pt x="9" y="171"/>
                    <a:pt x="36" y="180"/>
                    <a:pt x="54" y="171"/>
                  </a:cubicBezTo>
                  <a:cubicBezTo>
                    <a:pt x="72" y="162"/>
                    <a:pt x="36" y="135"/>
                    <a:pt x="72" y="135"/>
                  </a:cubicBezTo>
                  <a:cubicBezTo>
                    <a:pt x="108" y="135"/>
                    <a:pt x="63" y="171"/>
                    <a:pt x="108" y="171"/>
                  </a:cubicBezTo>
                  <a:cubicBezTo>
                    <a:pt x="153" y="171"/>
                    <a:pt x="153" y="171"/>
                    <a:pt x="153" y="171"/>
                  </a:cubicBezTo>
                  <a:cubicBezTo>
                    <a:pt x="153" y="171"/>
                    <a:pt x="153" y="126"/>
                    <a:pt x="153" y="117"/>
                  </a:cubicBezTo>
                  <a:cubicBezTo>
                    <a:pt x="153" y="108"/>
                    <a:pt x="180" y="135"/>
                    <a:pt x="180" y="99"/>
                  </a:cubicBezTo>
                  <a:close/>
                </a:path>
              </a:pathLst>
            </a:custGeom>
            <a:solidFill>
              <a:schemeClr val="accent4"/>
            </a:solidFill>
            <a:ln w="9525">
              <a:noFill/>
              <a:round/>
            </a:ln>
          </p:spPr>
          <p:txBody>
            <a:bodyPr/>
            <a:lstStyle/>
            <a:p>
              <a:endParaRPr lang="en-GB" sz="1815"/>
            </a:p>
          </p:txBody>
        </p:sp>
        <p:sp>
          <p:nvSpPr>
            <p:cNvPr id="452" name="Freeform 296"/>
            <p:cNvSpPr/>
            <p:nvPr/>
          </p:nvSpPr>
          <p:spPr bwMode="auto">
            <a:xfrm>
              <a:off x="5617900" y="2222302"/>
              <a:ext cx="417227" cy="417214"/>
            </a:xfrm>
            <a:custGeom>
              <a:avLst/>
              <a:gdLst>
                <a:gd name="T0" fmla="*/ 52 w 180"/>
                <a:gd name="T1" fmla="*/ 312 h 180"/>
                <a:gd name="T2" fmla="*/ 260 w 180"/>
                <a:gd name="T3" fmla="*/ 415 h 180"/>
                <a:gd name="T4" fmla="*/ 52 w 180"/>
                <a:gd name="T5" fmla="*/ 624 h 180"/>
                <a:gd name="T6" fmla="*/ 52 w 180"/>
                <a:gd name="T7" fmla="*/ 888 h 180"/>
                <a:gd name="T8" fmla="*/ 364 w 180"/>
                <a:gd name="T9" fmla="*/ 885 h 180"/>
                <a:gd name="T10" fmla="*/ 467 w 180"/>
                <a:gd name="T11" fmla="*/ 1041 h 180"/>
                <a:gd name="T12" fmla="*/ 624 w 180"/>
                <a:gd name="T13" fmla="*/ 885 h 180"/>
                <a:gd name="T14" fmla="*/ 885 w 180"/>
                <a:gd name="T15" fmla="*/ 885 h 180"/>
                <a:gd name="T16" fmla="*/ 831 w 180"/>
                <a:gd name="T17" fmla="*/ 624 h 180"/>
                <a:gd name="T18" fmla="*/ 1041 w 180"/>
                <a:gd name="T19" fmla="*/ 467 h 180"/>
                <a:gd name="T20" fmla="*/ 885 w 180"/>
                <a:gd name="T21" fmla="*/ 260 h 180"/>
                <a:gd name="T22" fmla="*/ 885 w 180"/>
                <a:gd name="T23" fmla="*/ 52 h 180"/>
                <a:gd name="T24" fmla="*/ 624 w 180"/>
                <a:gd name="T25" fmla="*/ 102 h 180"/>
                <a:gd name="T26" fmla="*/ 522 w 180"/>
                <a:gd name="T27" fmla="*/ 312 h 180"/>
                <a:gd name="T28" fmla="*/ 415 w 180"/>
                <a:gd name="T29" fmla="*/ 52 h 180"/>
                <a:gd name="T30" fmla="*/ 52 w 180"/>
                <a:gd name="T31" fmla="*/ 52 h 180"/>
                <a:gd name="T32" fmla="*/ 52 w 180"/>
                <a:gd name="T33" fmla="*/ 31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9" y="54"/>
                  </a:moveTo>
                  <a:cubicBezTo>
                    <a:pt x="18" y="72"/>
                    <a:pt x="45" y="36"/>
                    <a:pt x="45" y="72"/>
                  </a:cubicBezTo>
                  <a:cubicBezTo>
                    <a:pt x="45" y="108"/>
                    <a:pt x="9" y="63"/>
                    <a:pt x="9" y="108"/>
                  </a:cubicBezTo>
                  <a:cubicBezTo>
                    <a:pt x="9" y="153"/>
                    <a:pt x="9" y="154"/>
                    <a:pt x="9" y="154"/>
                  </a:cubicBezTo>
                  <a:cubicBezTo>
                    <a:pt x="9" y="154"/>
                    <a:pt x="54" y="153"/>
                    <a:pt x="63" y="153"/>
                  </a:cubicBezTo>
                  <a:cubicBezTo>
                    <a:pt x="72" y="153"/>
                    <a:pt x="45" y="180"/>
                    <a:pt x="81" y="180"/>
                  </a:cubicBezTo>
                  <a:cubicBezTo>
                    <a:pt x="117" y="180"/>
                    <a:pt x="81" y="153"/>
                    <a:pt x="108" y="153"/>
                  </a:cubicBezTo>
                  <a:cubicBezTo>
                    <a:pt x="135" y="153"/>
                    <a:pt x="153" y="153"/>
                    <a:pt x="153" y="153"/>
                  </a:cubicBezTo>
                  <a:cubicBezTo>
                    <a:pt x="153" y="153"/>
                    <a:pt x="144" y="121"/>
                    <a:pt x="144" y="108"/>
                  </a:cubicBezTo>
                  <a:cubicBezTo>
                    <a:pt x="144" y="90"/>
                    <a:pt x="180" y="117"/>
                    <a:pt x="180" y="81"/>
                  </a:cubicBezTo>
                  <a:cubicBezTo>
                    <a:pt x="180" y="36"/>
                    <a:pt x="144" y="90"/>
                    <a:pt x="153" y="45"/>
                  </a:cubicBezTo>
                  <a:cubicBezTo>
                    <a:pt x="158" y="19"/>
                    <a:pt x="153" y="9"/>
                    <a:pt x="153" y="9"/>
                  </a:cubicBezTo>
                  <a:cubicBezTo>
                    <a:pt x="153" y="9"/>
                    <a:pt x="126" y="9"/>
                    <a:pt x="108" y="18"/>
                  </a:cubicBezTo>
                  <a:cubicBezTo>
                    <a:pt x="90" y="27"/>
                    <a:pt x="135" y="54"/>
                    <a:pt x="90" y="54"/>
                  </a:cubicBezTo>
                  <a:cubicBezTo>
                    <a:pt x="45" y="54"/>
                    <a:pt x="99" y="18"/>
                    <a:pt x="72" y="9"/>
                  </a:cubicBezTo>
                  <a:cubicBezTo>
                    <a:pt x="45" y="0"/>
                    <a:pt x="9" y="9"/>
                    <a:pt x="9" y="9"/>
                  </a:cubicBezTo>
                  <a:cubicBezTo>
                    <a:pt x="9" y="9"/>
                    <a:pt x="0" y="36"/>
                    <a:pt x="9" y="54"/>
                  </a:cubicBezTo>
                  <a:close/>
                </a:path>
              </a:pathLst>
            </a:custGeom>
            <a:solidFill>
              <a:schemeClr val="accent3"/>
            </a:solidFill>
            <a:ln w="9525">
              <a:noFill/>
              <a:round/>
            </a:ln>
          </p:spPr>
          <p:txBody>
            <a:bodyPr/>
            <a:lstStyle/>
            <a:p>
              <a:endParaRPr lang="en-GB" sz="1815"/>
            </a:p>
          </p:txBody>
        </p:sp>
        <p:sp>
          <p:nvSpPr>
            <p:cNvPr id="453" name="Freeform 297"/>
            <p:cNvSpPr/>
            <p:nvPr/>
          </p:nvSpPr>
          <p:spPr bwMode="auto">
            <a:xfrm>
              <a:off x="3622188" y="4226997"/>
              <a:ext cx="417227" cy="417214"/>
            </a:xfrm>
            <a:custGeom>
              <a:avLst/>
              <a:gdLst>
                <a:gd name="T0" fmla="*/ 467 w 180"/>
                <a:gd name="T1" fmla="*/ 1041 h 180"/>
                <a:gd name="T2" fmla="*/ 624 w 180"/>
                <a:gd name="T3" fmla="*/ 885 h 180"/>
                <a:gd name="T4" fmla="*/ 860 w 180"/>
                <a:gd name="T5" fmla="*/ 885 h 180"/>
                <a:gd name="T6" fmla="*/ 831 w 180"/>
                <a:gd name="T7" fmla="*/ 624 h 180"/>
                <a:gd name="T8" fmla="*/ 1041 w 180"/>
                <a:gd name="T9" fmla="*/ 467 h 180"/>
                <a:gd name="T10" fmla="*/ 885 w 180"/>
                <a:gd name="T11" fmla="*/ 260 h 180"/>
                <a:gd name="T12" fmla="*/ 860 w 180"/>
                <a:gd name="T13" fmla="*/ 52 h 180"/>
                <a:gd name="T14" fmla="*/ 624 w 180"/>
                <a:gd name="T15" fmla="*/ 102 h 180"/>
                <a:gd name="T16" fmla="*/ 522 w 180"/>
                <a:gd name="T17" fmla="*/ 312 h 180"/>
                <a:gd name="T18" fmla="*/ 415 w 180"/>
                <a:gd name="T19" fmla="*/ 52 h 180"/>
                <a:gd name="T20" fmla="*/ 29 w 180"/>
                <a:gd name="T21" fmla="*/ 52 h 180"/>
                <a:gd name="T22" fmla="*/ 52 w 180"/>
                <a:gd name="T23" fmla="*/ 312 h 180"/>
                <a:gd name="T24" fmla="*/ 260 w 180"/>
                <a:gd name="T25" fmla="*/ 415 h 180"/>
                <a:gd name="T26" fmla="*/ 29 w 180"/>
                <a:gd name="T27" fmla="*/ 624 h 180"/>
                <a:gd name="T28" fmla="*/ 29 w 180"/>
                <a:gd name="T29" fmla="*/ 885 h 180"/>
                <a:gd name="T30" fmla="*/ 364 w 180"/>
                <a:gd name="T31" fmla="*/ 885 h 180"/>
                <a:gd name="T32" fmla="*/ 467 w 180"/>
                <a:gd name="T33" fmla="*/ 1041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81" y="180"/>
                  </a:moveTo>
                  <a:cubicBezTo>
                    <a:pt x="117" y="180"/>
                    <a:pt x="81" y="153"/>
                    <a:pt x="108" y="153"/>
                  </a:cubicBezTo>
                  <a:cubicBezTo>
                    <a:pt x="135" y="153"/>
                    <a:pt x="149" y="153"/>
                    <a:pt x="149" y="153"/>
                  </a:cubicBezTo>
                  <a:cubicBezTo>
                    <a:pt x="149" y="153"/>
                    <a:pt x="144" y="121"/>
                    <a:pt x="144" y="108"/>
                  </a:cubicBezTo>
                  <a:cubicBezTo>
                    <a:pt x="144" y="90"/>
                    <a:pt x="180" y="117"/>
                    <a:pt x="180" y="81"/>
                  </a:cubicBezTo>
                  <a:cubicBezTo>
                    <a:pt x="180" y="36"/>
                    <a:pt x="144" y="90"/>
                    <a:pt x="153" y="45"/>
                  </a:cubicBezTo>
                  <a:cubicBezTo>
                    <a:pt x="158" y="19"/>
                    <a:pt x="149" y="9"/>
                    <a:pt x="149" y="9"/>
                  </a:cubicBezTo>
                  <a:cubicBezTo>
                    <a:pt x="149" y="9"/>
                    <a:pt x="126" y="9"/>
                    <a:pt x="108" y="18"/>
                  </a:cubicBezTo>
                  <a:cubicBezTo>
                    <a:pt x="90" y="27"/>
                    <a:pt x="135" y="54"/>
                    <a:pt x="90" y="54"/>
                  </a:cubicBezTo>
                  <a:cubicBezTo>
                    <a:pt x="45" y="54"/>
                    <a:pt x="99" y="18"/>
                    <a:pt x="72" y="9"/>
                  </a:cubicBezTo>
                  <a:cubicBezTo>
                    <a:pt x="45" y="0"/>
                    <a:pt x="5" y="9"/>
                    <a:pt x="5" y="9"/>
                  </a:cubicBezTo>
                  <a:cubicBezTo>
                    <a:pt x="5" y="9"/>
                    <a:pt x="0" y="36"/>
                    <a:pt x="9" y="54"/>
                  </a:cubicBezTo>
                  <a:cubicBezTo>
                    <a:pt x="18" y="72"/>
                    <a:pt x="45" y="36"/>
                    <a:pt x="45" y="72"/>
                  </a:cubicBezTo>
                  <a:cubicBezTo>
                    <a:pt x="45" y="108"/>
                    <a:pt x="5" y="63"/>
                    <a:pt x="5" y="108"/>
                  </a:cubicBezTo>
                  <a:cubicBezTo>
                    <a:pt x="5" y="153"/>
                    <a:pt x="5" y="153"/>
                    <a:pt x="5" y="153"/>
                  </a:cubicBezTo>
                  <a:cubicBezTo>
                    <a:pt x="5" y="153"/>
                    <a:pt x="54" y="153"/>
                    <a:pt x="63" y="153"/>
                  </a:cubicBezTo>
                  <a:cubicBezTo>
                    <a:pt x="72" y="153"/>
                    <a:pt x="45" y="180"/>
                    <a:pt x="81" y="180"/>
                  </a:cubicBezTo>
                  <a:close/>
                </a:path>
              </a:pathLst>
            </a:custGeom>
            <a:solidFill>
              <a:schemeClr val="accent3"/>
            </a:solidFill>
            <a:ln w="9525">
              <a:noFill/>
              <a:round/>
            </a:ln>
          </p:spPr>
          <p:txBody>
            <a:bodyPr/>
            <a:lstStyle/>
            <a:p>
              <a:endParaRPr lang="en-GB" sz="1815"/>
            </a:p>
          </p:txBody>
        </p:sp>
        <p:sp>
          <p:nvSpPr>
            <p:cNvPr id="454" name="Freeform 298"/>
            <p:cNvSpPr/>
            <p:nvPr/>
          </p:nvSpPr>
          <p:spPr bwMode="auto">
            <a:xfrm>
              <a:off x="7288098" y="2555557"/>
              <a:ext cx="417227" cy="418506"/>
            </a:xfrm>
            <a:custGeom>
              <a:avLst/>
              <a:gdLst>
                <a:gd name="T0" fmla="*/ 52 w 180"/>
                <a:gd name="T1" fmla="*/ 315 h 180"/>
                <a:gd name="T2" fmla="*/ 260 w 180"/>
                <a:gd name="T3" fmla="*/ 421 h 180"/>
                <a:gd name="T4" fmla="*/ 52 w 180"/>
                <a:gd name="T5" fmla="*/ 628 h 180"/>
                <a:gd name="T6" fmla="*/ 52 w 180"/>
                <a:gd name="T7" fmla="*/ 891 h 180"/>
                <a:gd name="T8" fmla="*/ 364 w 180"/>
                <a:gd name="T9" fmla="*/ 891 h 180"/>
                <a:gd name="T10" fmla="*/ 467 w 180"/>
                <a:gd name="T11" fmla="*/ 1049 h 180"/>
                <a:gd name="T12" fmla="*/ 624 w 180"/>
                <a:gd name="T13" fmla="*/ 891 h 180"/>
                <a:gd name="T14" fmla="*/ 885 w 180"/>
                <a:gd name="T15" fmla="*/ 891 h 180"/>
                <a:gd name="T16" fmla="*/ 831 w 180"/>
                <a:gd name="T17" fmla="*/ 628 h 180"/>
                <a:gd name="T18" fmla="*/ 1041 w 180"/>
                <a:gd name="T19" fmla="*/ 473 h 180"/>
                <a:gd name="T20" fmla="*/ 885 w 180"/>
                <a:gd name="T21" fmla="*/ 263 h 180"/>
                <a:gd name="T22" fmla="*/ 885 w 180"/>
                <a:gd name="T23" fmla="*/ 52 h 180"/>
                <a:gd name="T24" fmla="*/ 624 w 180"/>
                <a:gd name="T25" fmla="*/ 104 h 180"/>
                <a:gd name="T26" fmla="*/ 522 w 180"/>
                <a:gd name="T27" fmla="*/ 315 h 180"/>
                <a:gd name="T28" fmla="*/ 415 w 180"/>
                <a:gd name="T29" fmla="*/ 52 h 180"/>
                <a:gd name="T30" fmla="*/ 52 w 180"/>
                <a:gd name="T31" fmla="*/ 52 h 180"/>
                <a:gd name="T32" fmla="*/ 52 w 180"/>
                <a:gd name="T33" fmla="*/ 31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9" y="54"/>
                  </a:moveTo>
                  <a:cubicBezTo>
                    <a:pt x="18" y="72"/>
                    <a:pt x="45" y="36"/>
                    <a:pt x="45" y="72"/>
                  </a:cubicBezTo>
                  <a:cubicBezTo>
                    <a:pt x="45" y="108"/>
                    <a:pt x="9" y="63"/>
                    <a:pt x="9" y="108"/>
                  </a:cubicBezTo>
                  <a:cubicBezTo>
                    <a:pt x="9" y="153"/>
                    <a:pt x="9" y="153"/>
                    <a:pt x="9" y="153"/>
                  </a:cubicBezTo>
                  <a:cubicBezTo>
                    <a:pt x="9" y="153"/>
                    <a:pt x="54" y="153"/>
                    <a:pt x="63" y="153"/>
                  </a:cubicBezTo>
                  <a:cubicBezTo>
                    <a:pt x="72" y="153"/>
                    <a:pt x="45" y="180"/>
                    <a:pt x="81" y="180"/>
                  </a:cubicBezTo>
                  <a:cubicBezTo>
                    <a:pt x="117" y="180"/>
                    <a:pt x="81" y="153"/>
                    <a:pt x="108" y="153"/>
                  </a:cubicBezTo>
                  <a:cubicBezTo>
                    <a:pt x="135" y="153"/>
                    <a:pt x="153" y="153"/>
                    <a:pt x="153" y="153"/>
                  </a:cubicBezTo>
                  <a:cubicBezTo>
                    <a:pt x="153" y="153"/>
                    <a:pt x="144" y="121"/>
                    <a:pt x="144" y="108"/>
                  </a:cubicBezTo>
                  <a:cubicBezTo>
                    <a:pt x="144" y="90"/>
                    <a:pt x="180" y="117"/>
                    <a:pt x="180" y="81"/>
                  </a:cubicBezTo>
                  <a:cubicBezTo>
                    <a:pt x="180" y="36"/>
                    <a:pt x="144" y="90"/>
                    <a:pt x="153" y="45"/>
                  </a:cubicBezTo>
                  <a:cubicBezTo>
                    <a:pt x="158" y="19"/>
                    <a:pt x="153" y="9"/>
                    <a:pt x="153" y="9"/>
                  </a:cubicBezTo>
                  <a:cubicBezTo>
                    <a:pt x="153" y="9"/>
                    <a:pt x="126" y="9"/>
                    <a:pt x="108" y="18"/>
                  </a:cubicBezTo>
                  <a:cubicBezTo>
                    <a:pt x="90" y="27"/>
                    <a:pt x="135" y="54"/>
                    <a:pt x="90" y="54"/>
                  </a:cubicBezTo>
                  <a:cubicBezTo>
                    <a:pt x="45" y="54"/>
                    <a:pt x="99" y="18"/>
                    <a:pt x="72" y="9"/>
                  </a:cubicBezTo>
                  <a:cubicBezTo>
                    <a:pt x="45" y="0"/>
                    <a:pt x="9" y="9"/>
                    <a:pt x="9" y="9"/>
                  </a:cubicBezTo>
                  <a:cubicBezTo>
                    <a:pt x="9" y="9"/>
                    <a:pt x="0" y="36"/>
                    <a:pt x="9" y="54"/>
                  </a:cubicBezTo>
                  <a:close/>
                </a:path>
              </a:pathLst>
            </a:custGeom>
            <a:solidFill>
              <a:schemeClr val="accent5"/>
            </a:solidFill>
            <a:ln w="9525">
              <a:noFill/>
              <a:round/>
            </a:ln>
          </p:spPr>
          <p:txBody>
            <a:bodyPr/>
            <a:lstStyle/>
            <a:p>
              <a:endParaRPr lang="en-GB" sz="1815"/>
            </a:p>
          </p:txBody>
        </p:sp>
        <p:sp>
          <p:nvSpPr>
            <p:cNvPr id="455" name="Freeform 299"/>
            <p:cNvSpPr/>
            <p:nvPr/>
          </p:nvSpPr>
          <p:spPr bwMode="auto">
            <a:xfrm>
              <a:off x="7955919" y="5897146"/>
              <a:ext cx="418518" cy="417214"/>
            </a:xfrm>
            <a:custGeom>
              <a:avLst/>
              <a:gdLst>
                <a:gd name="T0" fmla="*/ 526 w 180"/>
                <a:gd name="T1" fmla="*/ 312 h 180"/>
                <a:gd name="T2" fmla="*/ 421 w 180"/>
                <a:gd name="T3" fmla="*/ 52 h 180"/>
                <a:gd name="T4" fmla="*/ 52 w 180"/>
                <a:gd name="T5" fmla="*/ 52 h 180"/>
                <a:gd name="T6" fmla="*/ 52 w 180"/>
                <a:gd name="T7" fmla="*/ 312 h 180"/>
                <a:gd name="T8" fmla="*/ 263 w 180"/>
                <a:gd name="T9" fmla="*/ 415 h 180"/>
                <a:gd name="T10" fmla="*/ 52 w 180"/>
                <a:gd name="T11" fmla="*/ 624 h 180"/>
                <a:gd name="T12" fmla="*/ 52 w 180"/>
                <a:gd name="T13" fmla="*/ 885 h 180"/>
                <a:gd name="T14" fmla="*/ 365 w 180"/>
                <a:gd name="T15" fmla="*/ 885 h 180"/>
                <a:gd name="T16" fmla="*/ 473 w 180"/>
                <a:gd name="T17" fmla="*/ 1041 h 180"/>
                <a:gd name="T18" fmla="*/ 628 w 180"/>
                <a:gd name="T19" fmla="*/ 885 h 180"/>
                <a:gd name="T20" fmla="*/ 891 w 180"/>
                <a:gd name="T21" fmla="*/ 885 h 180"/>
                <a:gd name="T22" fmla="*/ 839 w 180"/>
                <a:gd name="T23" fmla="*/ 624 h 180"/>
                <a:gd name="T24" fmla="*/ 1049 w 180"/>
                <a:gd name="T25" fmla="*/ 467 h 180"/>
                <a:gd name="T26" fmla="*/ 891 w 180"/>
                <a:gd name="T27" fmla="*/ 260 h 180"/>
                <a:gd name="T28" fmla="*/ 891 w 180"/>
                <a:gd name="T29" fmla="*/ 52 h 180"/>
                <a:gd name="T30" fmla="*/ 628 w 180"/>
                <a:gd name="T31" fmla="*/ 102 h 180"/>
                <a:gd name="T32" fmla="*/ 526 w 180"/>
                <a:gd name="T33" fmla="*/ 31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90" y="54"/>
                  </a:moveTo>
                  <a:cubicBezTo>
                    <a:pt x="45" y="54"/>
                    <a:pt x="99" y="18"/>
                    <a:pt x="72" y="9"/>
                  </a:cubicBezTo>
                  <a:cubicBezTo>
                    <a:pt x="45" y="0"/>
                    <a:pt x="9" y="9"/>
                    <a:pt x="9" y="9"/>
                  </a:cubicBezTo>
                  <a:cubicBezTo>
                    <a:pt x="9" y="9"/>
                    <a:pt x="0" y="36"/>
                    <a:pt x="9" y="54"/>
                  </a:cubicBezTo>
                  <a:cubicBezTo>
                    <a:pt x="18" y="72"/>
                    <a:pt x="45" y="36"/>
                    <a:pt x="45" y="72"/>
                  </a:cubicBezTo>
                  <a:cubicBezTo>
                    <a:pt x="45" y="108"/>
                    <a:pt x="9" y="63"/>
                    <a:pt x="9" y="108"/>
                  </a:cubicBezTo>
                  <a:cubicBezTo>
                    <a:pt x="9" y="153"/>
                    <a:pt x="9" y="153"/>
                    <a:pt x="9" y="153"/>
                  </a:cubicBezTo>
                  <a:cubicBezTo>
                    <a:pt x="9" y="153"/>
                    <a:pt x="54" y="153"/>
                    <a:pt x="63" y="153"/>
                  </a:cubicBezTo>
                  <a:cubicBezTo>
                    <a:pt x="72" y="153"/>
                    <a:pt x="45" y="180"/>
                    <a:pt x="81" y="180"/>
                  </a:cubicBezTo>
                  <a:cubicBezTo>
                    <a:pt x="117" y="180"/>
                    <a:pt x="81" y="153"/>
                    <a:pt x="108" y="153"/>
                  </a:cubicBezTo>
                  <a:cubicBezTo>
                    <a:pt x="135" y="153"/>
                    <a:pt x="153" y="153"/>
                    <a:pt x="153" y="153"/>
                  </a:cubicBezTo>
                  <a:cubicBezTo>
                    <a:pt x="153" y="153"/>
                    <a:pt x="144" y="121"/>
                    <a:pt x="144" y="108"/>
                  </a:cubicBezTo>
                  <a:cubicBezTo>
                    <a:pt x="144" y="90"/>
                    <a:pt x="180" y="117"/>
                    <a:pt x="180" y="81"/>
                  </a:cubicBezTo>
                  <a:cubicBezTo>
                    <a:pt x="180" y="36"/>
                    <a:pt x="144" y="90"/>
                    <a:pt x="153" y="45"/>
                  </a:cubicBezTo>
                  <a:cubicBezTo>
                    <a:pt x="158" y="19"/>
                    <a:pt x="153" y="9"/>
                    <a:pt x="153" y="9"/>
                  </a:cubicBezTo>
                  <a:cubicBezTo>
                    <a:pt x="153" y="9"/>
                    <a:pt x="126" y="9"/>
                    <a:pt x="108" y="18"/>
                  </a:cubicBezTo>
                  <a:cubicBezTo>
                    <a:pt x="90" y="27"/>
                    <a:pt x="135" y="54"/>
                    <a:pt x="90" y="54"/>
                  </a:cubicBezTo>
                  <a:close/>
                </a:path>
              </a:pathLst>
            </a:custGeom>
            <a:solidFill>
              <a:schemeClr val="tx2"/>
            </a:solidFill>
            <a:ln w="9525">
              <a:noFill/>
              <a:round/>
            </a:ln>
          </p:spPr>
          <p:txBody>
            <a:bodyPr/>
            <a:lstStyle/>
            <a:p>
              <a:endParaRPr lang="en-GB" sz="1815"/>
            </a:p>
          </p:txBody>
        </p:sp>
        <p:sp>
          <p:nvSpPr>
            <p:cNvPr id="456" name="Freeform 300"/>
            <p:cNvSpPr/>
            <p:nvPr/>
          </p:nvSpPr>
          <p:spPr bwMode="auto">
            <a:xfrm>
              <a:off x="5617900" y="4226997"/>
              <a:ext cx="417227" cy="417214"/>
            </a:xfrm>
            <a:custGeom>
              <a:avLst/>
              <a:gdLst>
                <a:gd name="T0" fmla="*/ 1041 w 180"/>
                <a:gd name="T1" fmla="*/ 467 h 180"/>
                <a:gd name="T2" fmla="*/ 885 w 180"/>
                <a:gd name="T3" fmla="*/ 122 h 180"/>
                <a:gd name="T4" fmla="*/ 624 w 180"/>
                <a:gd name="T5" fmla="*/ 102 h 180"/>
                <a:gd name="T6" fmla="*/ 522 w 180"/>
                <a:gd name="T7" fmla="*/ 312 h 180"/>
                <a:gd name="T8" fmla="*/ 415 w 180"/>
                <a:gd name="T9" fmla="*/ 52 h 180"/>
                <a:gd name="T10" fmla="*/ 52 w 180"/>
                <a:gd name="T11" fmla="*/ 52 h 180"/>
                <a:gd name="T12" fmla="*/ 52 w 180"/>
                <a:gd name="T13" fmla="*/ 312 h 180"/>
                <a:gd name="T14" fmla="*/ 260 w 180"/>
                <a:gd name="T15" fmla="*/ 415 h 180"/>
                <a:gd name="T16" fmla="*/ 52 w 180"/>
                <a:gd name="T17" fmla="*/ 624 h 180"/>
                <a:gd name="T18" fmla="*/ 52 w 180"/>
                <a:gd name="T19" fmla="*/ 885 h 180"/>
                <a:gd name="T20" fmla="*/ 364 w 180"/>
                <a:gd name="T21" fmla="*/ 885 h 180"/>
                <a:gd name="T22" fmla="*/ 467 w 180"/>
                <a:gd name="T23" fmla="*/ 1041 h 180"/>
                <a:gd name="T24" fmla="*/ 624 w 180"/>
                <a:gd name="T25" fmla="*/ 885 h 180"/>
                <a:gd name="T26" fmla="*/ 885 w 180"/>
                <a:gd name="T27" fmla="*/ 885 h 180"/>
                <a:gd name="T28" fmla="*/ 831 w 180"/>
                <a:gd name="T29" fmla="*/ 624 h 180"/>
                <a:gd name="T30" fmla="*/ 1041 w 180"/>
                <a:gd name="T31" fmla="*/ 467 h 1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0"/>
                <a:gd name="T49" fmla="*/ 0 h 180"/>
                <a:gd name="T50" fmla="*/ 180 w 180"/>
                <a:gd name="T51" fmla="*/ 180 h 1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0" h="180">
                  <a:moveTo>
                    <a:pt x="180" y="81"/>
                  </a:moveTo>
                  <a:cubicBezTo>
                    <a:pt x="180" y="36"/>
                    <a:pt x="144" y="66"/>
                    <a:pt x="153" y="21"/>
                  </a:cubicBezTo>
                  <a:cubicBezTo>
                    <a:pt x="153" y="21"/>
                    <a:pt x="126" y="9"/>
                    <a:pt x="108" y="18"/>
                  </a:cubicBezTo>
                  <a:cubicBezTo>
                    <a:pt x="90" y="27"/>
                    <a:pt x="135" y="54"/>
                    <a:pt x="90" y="54"/>
                  </a:cubicBezTo>
                  <a:cubicBezTo>
                    <a:pt x="45" y="54"/>
                    <a:pt x="99" y="18"/>
                    <a:pt x="72" y="9"/>
                  </a:cubicBezTo>
                  <a:cubicBezTo>
                    <a:pt x="45" y="0"/>
                    <a:pt x="9" y="9"/>
                    <a:pt x="9" y="9"/>
                  </a:cubicBezTo>
                  <a:cubicBezTo>
                    <a:pt x="9" y="9"/>
                    <a:pt x="0" y="36"/>
                    <a:pt x="9" y="54"/>
                  </a:cubicBezTo>
                  <a:cubicBezTo>
                    <a:pt x="18" y="72"/>
                    <a:pt x="45" y="36"/>
                    <a:pt x="45" y="72"/>
                  </a:cubicBezTo>
                  <a:cubicBezTo>
                    <a:pt x="45" y="108"/>
                    <a:pt x="9" y="63"/>
                    <a:pt x="9" y="108"/>
                  </a:cubicBezTo>
                  <a:cubicBezTo>
                    <a:pt x="9" y="153"/>
                    <a:pt x="9" y="153"/>
                    <a:pt x="9" y="153"/>
                  </a:cubicBezTo>
                  <a:cubicBezTo>
                    <a:pt x="9" y="153"/>
                    <a:pt x="54" y="153"/>
                    <a:pt x="63" y="153"/>
                  </a:cubicBezTo>
                  <a:cubicBezTo>
                    <a:pt x="72" y="153"/>
                    <a:pt x="45" y="180"/>
                    <a:pt x="81" y="180"/>
                  </a:cubicBezTo>
                  <a:cubicBezTo>
                    <a:pt x="117" y="180"/>
                    <a:pt x="81" y="153"/>
                    <a:pt x="108" y="153"/>
                  </a:cubicBezTo>
                  <a:cubicBezTo>
                    <a:pt x="135" y="153"/>
                    <a:pt x="153" y="153"/>
                    <a:pt x="153" y="153"/>
                  </a:cubicBezTo>
                  <a:cubicBezTo>
                    <a:pt x="153" y="153"/>
                    <a:pt x="144" y="121"/>
                    <a:pt x="144" y="108"/>
                  </a:cubicBezTo>
                  <a:cubicBezTo>
                    <a:pt x="144" y="90"/>
                    <a:pt x="180" y="117"/>
                    <a:pt x="180" y="81"/>
                  </a:cubicBezTo>
                  <a:close/>
                </a:path>
              </a:pathLst>
            </a:custGeom>
            <a:solidFill>
              <a:schemeClr val="accent2"/>
            </a:solidFill>
            <a:ln w="9525">
              <a:noFill/>
              <a:round/>
            </a:ln>
          </p:spPr>
          <p:txBody>
            <a:bodyPr/>
            <a:lstStyle/>
            <a:p>
              <a:endParaRPr lang="en-GB" sz="1815"/>
            </a:p>
          </p:txBody>
        </p:sp>
        <p:sp>
          <p:nvSpPr>
            <p:cNvPr id="457" name="Freeform 301"/>
            <p:cNvSpPr/>
            <p:nvPr/>
          </p:nvSpPr>
          <p:spPr bwMode="auto">
            <a:xfrm>
              <a:off x="3905075" y="5897146"/>
              <a:ext cx="417227" cy="417214"/>
            </a:xfrm>
            <a:custGeom>
              <a:avLst/>
              <a:gdLst>
                <a:gd name="T0" fmla="*/ 729 w 180"/>
                <a:gd name="T1" fmla="*/ 522 h 180"/>
                <a:gd name="T2" fmla="*/ 989 w 180"/>
                <a:gd name="T3" fmla="*/ 415 h 180"/>
                <a:gd name="T4" fmla="*/ 989 w 180"/>
                <a:gd name="T5" fmla="*/ 52 h 180"/>
                <a:gd name="T6" fmla="*/ 729 w 180"/>
                <a:gd name="T7" fmla="*/ 52 h 180"/>
                <a:gd name="T8" fmla="*/ 624 w 180"/>
                <a:gd name="T9" fmla="*/ 260 h 180"/>
                <a:gd name="T10" fmla="*/ 415 w 180"/>
                <a:gd name="T11" fmla="*/ 52 h 180"/>
                <a:gd name="T12" fmla="*/ 154 w 180"/>
                <a:gd name="T13" fmla="*/ 52 h 180"/>
                <a:gd name="T14" fmla="*/ 154 w 180"/>
                <a:gd name="T15" fmla="*/ 364 h 180"/>
                <a:gd name="T16" fmla="*/ 0 w 180"/>
                <a:gd name="T17" fmla="*/ 467 h 180"/>
                <a:gd name="T18" fmla="*/ 154 w 180"/>
                <a:gd name="T19" fmla="*/ 624 h 180"/>
                <a:gd name="T20" fmla="*/ 154 w 180"/>
                <a:gd name="T21" fmla="*/ 885 h 180"/>
                <a:gd name="T22" fmla="*/ 415 w 180"/>
                <a:gd name="T23" fmla="*/ 831 h 180"/>
                <a:gd name="T24" fmla="*/ 572 w 180"/>
                <a:gd name="T25" fmla="*/ 1041 h 180"/>
                <a:gd name="T26" fmla="*/ 779 w 180"/>
                <a:gd name="T27" fmla="*/ 885 h 180"/>
                <a:gd name="T28" fmla="*/ 989 w 180"/>
                <a:gd name="T29" fmla="*/ 885 h 180"/>
                <a:gd name="T30" fmla="*/ 937 w 180"/>
                <a:gd name="T31" fmla="*/ 624 h 180"/>
                <a:gd name="T32" fmla="*/ 729 w 180"/>
                <a:gd name="T33" fmla="*/ 52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26" y="90"/>
                  </a:moveTo>
                  <a:cubicBezTo>
                    <a:pt x="126" y="45"/>
                    <a:pt x="162" y="99"/>
                    <a:pt x="171" y="72"/>
                  </a:cubicBezTo>
                  <a:cubicBezTo>
                    <a:pt x="180" y="45"/>
                    <a:pt x="171" y="9"/>
                    <a:pt x="171" y="9"/>
                  </a:cubicBezTo>
                  <a:cubicBezTo>
                    <a:pt x="171" y="9"/>
                    <a:pt x="144" y="0"/>
                    <a:pt x="126" y="9"/>
                  </a:cubicBezTo>
                  <a:cubicBezTo>
                    <a:pt x="108" y="18"/>
                    <a:pt x="144" y="45"/>
                    <a:pt x="108" y="45"/>
                  </a:cubicBezTo>
                  <a:cubicBezTo>
                    <a:pt x="72" y="45"/>
                    <a:pt x="117" y="9"/>
                    <a:pt x="72" y="9"/>
                  </a:cubicBezTo>
                  <a:cubicBezTo>
                    <a:pt x="27" y="9"/>
                    <a:pt x="27" y="9"/>
                    <a:pt x="27" y="9"/>
                  </a:cubicBezTo>
                  <a:cubicBezTo>
                    <a:pt x="27" y="9"/>
                    <a:pt x="27" y="54"/>
                    <a:pt x="27" y="63"/>
                  </a:cubicBezTo>
                  <a:cubicBezTo>
                    <a:pt x="27" y="72"/>
                    <a:pt x="0" y="45"/>
                    <a:pt x="0" y="81"/>
                  </a:cubicBezTo>
                  <a:cubicBezTo>
                    <a:pt x="0" y="117"/>
                    <a:pt x="27" y="81"/>
                    <a:pt x="27" y="108"/>
                  </a:cubicBezTo>
                  <a:cubicBezTo>
                    <a:pt x="27" y="135"/>
                    <a:pt x="27" y="153"/>
                    <a:pt x="27" y="153"/>
                  </a:cubicBezTo>
                  <a:cubicBezTo>
                    <a:pt x="27" y="153"/>
                    <a:pt x="59" y="144"/>
                    <a:pt x="72" y="144"/>
                  </a:cubicBezTo>
                  <a:cubicBezTo>
                    <a:pt x="90" y="144"/>
                    <a:pt x="63" y="180"/>
                    <a:pt x="99" y="180"/>
                  </a:cubicBezTo>
                  <a:cubicBezTo>
                    <a:pt x="144" y="180"/>
                    <a:pt x="90" y="144"/>
                    <a:pt x="135" y="153"/>
                  </a:cubicBezTo>
                  <a:cubicBezTo>
                    <a:pt x="161" y="158"/>
                    <a:pt x="171" y="153"/>
                    <a:pt x="171" y="153"/>
                  </a:cubicBezTo>
                  <a:cubicBezTo>
                    <a:pt x="171" y="153"/>
                    <a:pt x="171" y="126"/>
                    <a:pt x="162" y="108"/>
                  </a:cubicBezTo>
                  <a:cubicBezTo>
                    <a:pt x="153" y="90"/>
                    <a:pt x="126" y="135"/>
                    <a:pt x="126" y="90"/>
                  </a:cubicBezTo>
                  <a:close/>
                </a:path>
              </a:pathLst>
            </a:custGeom>
            <a:solidFill>
              <a:schemeClr val="tx2"/>
            </a:solidFill>
            <a:ln w="9525">
              <a:noFill/>
              <a:round/>
            </a:ln>
          </p:spPr>
          <p:txBody>
            <a:bodyPr/>
            <a:lstStyle/>
            <a:p>
              <a:endParaRPr lang="en-GB" sz="1815"/>
            </a:p>
          </p:txBody>
        </p:sp>
        <p:sp>
          <p:nvSpPr>
            <p:cNvPr id="458" name="Freeform 302"/>
            <p:cNvSpPr/>
            <p:nvPr/>
          </p:nvSpPr>
          <p:spPr bwMode="auto">
            <a:xfrm>
              <a:off x="4907453" y="5562599"/>
              <a:ext cx="417227" cy="418506"/>
            </a:xfrm>
            <a:custGeom>
              <a:avLst/>
              <a:gdLst>
                <a:gd name="T0" fmla="*/ 729 w 180"/>
                <a:gd name="T1" fmla="*/ 526 h 180"/>
                <a:gd name="T2" fmla="*/ 989 w 180"/>
                <a:gd name="T3" fmla="*/ 421 h 180"/>
                <a:gd name="T4" fmla="*/ 989 w 180"/>
                <a:gd name="T5" fmla="*/ 52 h 180"/>
                <a:gd name="T6" fmla="*/ 729 w 180"/>
                <a:gd name="T7" fmla="*/ 52 h 180"/>
                <a:gd name="T8" fmla="*/ 624 w 180"/>
                <a:gd name="T9" fmla="*/ 263 h 180"/>
                <a:gd name="T10" fmla="*/ 415 w 180"/>
                <a:gd name="T11" fmla="*/ 52 h 180"/>
                <a:gd name="T12" fmla="*/ 154 w 180"/>
                <a:gd name="T13" fmla="*/ 52 h 180"/>
                <a:gd name="T14" fmla="*/ 154 w 180"/>
                <a:gd name="T15" fmla="*/ 365 h 180"/>
                <a:gd name="T16" fmla="*/ 0 w 180"/>
                <a:gd name="T17" fmla="*/ 473 h 180"/>
                <a:gd name="T18" fmla="*/ 154 w 180"/>
                <a:gd name="T19" fmla="*/ 628 h 180"/>
                <a:gd name="T20" fmla="*/ 154 w 180"/>
                <a:gd name="T21" fmla="*/ 891 h 180"/>
                <a:gd name="T22" fmla="*/ 415 w 180"/>
                <a:gd name="T23" fmla="*/ 839 h 180"/>
                <a:gd name="T24" fmla="*/ 572 w 180"/>
                <a:gd name="T25" fmla="*/ 1049 h 180"/>
                <a:gd name="T26" fmla="*/ 779 w 180"/>
                <a:gd name="T27" fmla="*/ 891 h 180"/>
                <a:gd name="T28" fmla="*/ 989 w 180"/>
                <a:gd name="T29" fmla="*/ 891 h 180"/>
                <a:gd name="T30" fmla="*/ 937 w 180"/>
                <a:gd name="T31" fmla="*/ 628 h 180"/>
                <a:gd name="T32" fmla="*/ 729 w 180"/>
                <a:gd name="T33" fmla="*/ 526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26" y="90"/>
                  </a:moveTo>
                  <a:cubicBezTo>
                    <a:pt x="126" y="45"/>
                    <a:pt x="162" y="99"/>
                    <a:pt x="171" y="72"/>
                  </a:cubicBezTo>
                  <a:cubicBezTo>
                    <a:pt x="180" y="45"/>
                    <a:pt x="171" y="9"/>
                    <a:pt x="171" y="9"/>
                  </a:cubicBezTo>
                  <a:cubicBezTo>
                    <a:pt x="171" y="9"/>
                    <a:pt x="144" y="0"/>
                    <a:pt x="126" y="9"/>
                  </a:cubicBezTo>
                  <a:cubicBezTo>
                    <a:pt x="108" y="18"/>
                    <a:pt x="144" y="45"/>
                    <a:pt x="108" y="45"/>
                  </a:cubicBezTo>
                  <a:cubicBezTo>
                    <a:pt x="72" y="45"/>
                    <a:pt x="117" y="9"/>
                    <a:pt x="72" y="9"/>
                  </a:cubicBezTo>
                  <a:cubicBezTo>
                    <a:pt x="27" y="9"/>
                    <a:pt x="27" y="9"/>
                    <a:pt x="27" y="9"/>
                  </a:cubicBezTo>
                  <a:cubicBezTo>
                    <a:pt x="27" y="9"/>
                    <a:pt x="27" y="54"/>
                    <a:pt x="27" y="63"/>
                  </a:cubicBezTo>
                  <a:cubicBezTo>
                    <a:pt x="27" y="72"/>
                    <a:pt x="0" y="45"/>
                    <a:pt x="0" y="81"/>
                  </a:cubicBezTo>
                  <a:cubicBezTo>
                    <a:pt x="0" y="117"/>
                    <a:pt x="27" y="81"/>
                    <a:pt x="27" y="108"/>
                  </a:cubicBezTo>
                  <a:cubicBezTo>
                    <a:pt x="27" y="135"/>
                    <a:pt x="27" y="153"/>
                    <a:pt x="27" y="153"/>
                  </a:cubicBezTo>
                  <a:cubicBezTo>
                    <a:pt x="27" y="153"/>
                    <a:pt x="59" y="144"/>
                    <a:pt x="72" y="144"/>
                  </a:cubicBezTo>
                  <a:cubicBezTo>
                    <a:pt x="90" y="144"/>
                    <a:pt x="63" y="180"/>
                    <a:pt x="99" y="180"/>
                  </a:cubicBezTo>
                  <a:cubicBezTo>
                    <a:pt x="144" y="180"/>
                    <a:pt x="90" y="144"/>
                    <a:pt x="135" y="153"/>
                  </a:cubicBezTo>
                  <a:cubicBezTo>
                    <a:pt x="161" y="158"/>
                    <a:pt x="171" y="153"/>
                    <a:pt x="171" y="153"/>
                  </a:cubicBezTo>
                  <a:cubicBezTo>
                    <a:pt x="171" y="153"/>
                    <a:pt x="171" y="126"/>
                    <a:pt x="162" y="108"/>
                  </a:cubicBezTo>
                  <a:cubicBezTo>
                    <a:pt x="153" y="90"/>
                    <a:pt x="126" y="135"/>
                    <a:pt x="126" y="90"/>
                  </a:cubicBezTo>
                  <a:close/>
                </a:path>
              </a:pathLst>
            </a:custGeom>
            <a:solidFill>
              <a:schemeClr val="tx2"/>
            </a:solidFill>
            <a:ln w="9525">
              <a:noFill/>
              <a:round/>
            </a:ln>
          </p:spPr>
          <p:txBody>
            <a:bodyPr/>
            <a:lstStyle/>
            <a:p>
              <a:endParaRPr lang="en-GB" sz="1815"/>
            </a:p>
          </p:txBody>
        </p:sp>
        <p:sp>
          <p:nvSpPr>
            <p:cNvPr id="459" name="Freeform 303"/>
            <p:cNvSpPr/>
            <p:nvPr/>
          </p:nvSpPr>
          <p:spPr bwMode="auto">
            <a:xfrm>
              <a:off x="3570519" y="3578571"/>
              <a:ext cx="417227" cy="355213"/>
            </a:xfrm>
            <a:custGeom>
              <a:avLst/>
              <a:gdLst>
                <a:gd name="T0" fmla="*/ 415 w 180"/>
                <a:gd name="T1" fmla="*/ 838 h 153"/>
                <a:gd name="T2" fmla="*/ 522 w 180"/>
                <a:gd name="T3" fmla="*/ 575 h 153"/>
                <a:gd name="T4" fmla="*/ 677 w 180"/>
                <a:gd name="T5" fmla="*/ 838 h 153"/>
                <a:gd name="T6" fmla="*/ 989 w 180"/>
                <a:gd name="T7" fmla="*/ 838 h 153"/>
                <a:gd name="T8" fmla="*/ 989 w 180"/>
                <a:gd name="T9" fmla="*/ 575 h 153"/>
                <a:gd name="T10" fmla="*/ 831 w 180"/>
                <a:gd name="T11" fmla="*/ 417 h 153"/>
                <a:gd name="T12" fmla="*/ 989 w 180"/>
                <a:gd name="T13" fmla="*/ 313 h 153"/>
                <a:gd name="T14" fmla="*/ 989 w 180"/>
                <a:gd name="T15" fmla="*/ 0 h 153"/>
                <a:gd name="T16" fmla="*/ 729 w 180"/>
                <a:gd name="T17" fmla="*/ 0 h 153"/>
                <a:gd name="T18" fmla="*/ 572 w 180"/>
                <a:gd name="T19" fmla="*/ 210 h 153"/>
                <a:gd name="T20" fmla="*/ 415 w 180"/>
                <a:gd name="T21" fmla="*/ 0 h 153"/>
                <a:gd name="T22" fmla="*/ 154 w 180"/>
                <a:gd name="T23" fmla="*/ 0 h 153"/>
                <a:gd name="T24" fmla="*/ 154 w 180"/>
                <a:gd name="T25" fmla="*/ 262 h 153"/>
                <a:gd name="T26" fmla="*/ 0 w 180"/>
                <a:gd name="T27" fmla="*/ 365 h 153"/>
                <a:gd name="T28" fmla="*/ 210 w 180"/>
                <a:gd name="T29" fmla="*/ 523 h 153"/>
                <a:gd name="T30" fmla="*/ 154 w 180"/>
                <a:gd name="T31" fmla="*/ 838 h 153"/>
                <a:gd name="T32" fmla="*/ 415 w 180"/>
                <a:gd name="T33" fmla="*/ 838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72" y="144"/>
                  </a:move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ubicBezTo>
                    <a:pt x="144" y="27"/>
                    <a:pt x="171" y="72"/>
                    <a:pt x="171" y="54"/>
                  </a:cubicBezTo>
                  <a:cubicBezTo>
                    <a:pt x="171" y="27"/>
                    <a:pt x="180" y="27"/>
                    <a:pt x="171" y="0"/>
                  </a:cubicBezTo>
                  <a:cubicBezTo>
                    <a:pt x="171" y="0"/>
                    <a:pt x="135" y="0"/>
                    <a:pt x="126" y="0"/>
                  </a:cubicBezTo>
                  <a:cubicBezTo>
                    <a:pt x="117" y="0"/>
                    <a:pt x="153" y="36"/>
                    <a:pt x="99" y="36"/>
                  </a:cubicBezTo>
                  <a:cubicBezTo>
                    <a:pt x="54" y="36"/>
                    <a:pt x="99" y="0"/>
                    <a:pt x="72" y="0"/>
                  </a:cubicBezTo>
                  <a:cubicBezTo>
                    <a:pt x="45" y="0"/>
                    <a:pt x="27" y="0"/>
                    <a:pt x="27" y="0"/>
                  </a:cubicBezTo>
                  <a:cubicBezTo>
                    <a:pt x="27" y="0"/>
                    <a:pt x="27" y="25"/>
                    <a:pt x="27" y="45"/>
                  </a:cubicBezTo>
                  <a:cubicBezTo>
                    <a:pt x="27" y="72"/>
                    <a:pt x="0" y="27"/>
                    <a:pt x="0" y="63"/>
                  </a:cubicBezTo>
                  <a:cubicBezTo>
                    <a:pt x="0" y="108"/>
                    <a:pt x="36" y="72"/>
                    <a:pt x="36" y="90"/>
                  </a:cubicBezTo>
                  <a:cubicBezTo>
                    <a:pt x="36" y="108"/>
                    <a:pt x="27" y="144"/>
                    <a:pt x="27" y="144"/>
                  </a:cubicBezTo>
                  <a:cubicBezTo>
                    <a:pt x="27" y="144"/>
                    <a:pt x="54" y="153"/>
                    <a:pt x="72" y="144"/>
                  </a:cubicBezTo>
                  <a:close/>
                </a:path>
              </a:pathLst>
            </a:custGeom>
            <a:solidFill>
              <a:schemeClr val="accent2"/>
            </a:solidFill>
            <a:ln w="9525">
              <a:noFill/>
              <a:round/>
            </a:ln>
          </p:spPr>
          <p:txBody>
            <a:bodyPr/>
            <a:lstStyle/>
            <a:p>
              <a:endParaRPr lang="en-GB" sz="1815"/>
            </a:p>
          </p:txBody>
        </p:sp>
        <p:sp>
          <p:nvSpPr>
            <p:cNvPr id="460" name="Freeform 304"/>
            <p:cNvSpPr/>
            <p:nvPr/>
          </p:nvSpPr>
          <p:spPr bwMode="auto">
            <a:xfrm>
              <a:off x="4238340" y="5583266"/>
              <a:ext cx="418518" cy="355213"/>
            </a:xfrm>
            <a:custGeom>
              <a:avLst/>
              <a:gdLst>
                <a:gd name="T0" fmla="*/ 839 w 180"/>
                <a:gd name="T1" fmla="*/ 417 h 153"/>
                <a:gd name="T2" fmla="*/ 997 w 180"/>
                <a:gd name="T3" fmla="*/ 313 h 153"/>
                <a:gd name="T4" fmla="*/ 997 w 180"/>
                <a:gd name="T5" fmla="*/ 0 h 153"/>
                <a:gd name="T6" fmla="*/ 736 w 180"/>
                <a:gd name="T7" fmla="*/ 0 h 153"/>
                <a:gd name="T8" fmla="*/ 576 w 180"/>
                <a:gd name="T9" fmla="*/ 210 h 153"/>
                <a:gd name="T10" fmla="*/ 421 w 180"/>
                <a:gd name="T11" fmla="*/ 0 h 153"/>
                <a:gd name="T12" fmla="*/ 158 w 180"/>
                <a:gd name="T13" fmla="*/ 0 h 153"/>
                <a:gd name="T14" fmla="*/ 158 w 180"/>
                <a:gd name="T15" fmla="*/ 262 h 153"/>
                <a:gd name="T16" fmla="*/ 0 w 180"/>
                <a:gd name="T17" fmla="*/ 365 h 153"/>
                <a:gd name="T18" fmla="*/ 211 w 180"/>
                <a:gd name="T19" fmla="*/ 523 h 153"/>
                <a:gd name="T20" fmla="*/ 158 w 180"/>
                <a:gd name="T21" fmla="*/ 838 h 153"/>
                <a:gd name="T22" fmla="*/ 421 w 180"/>
                <a:gd name="T23" fmla="*/ 838 h 153"/>
                <a:gd name="T24" fmla="*/ 526 w 180"/>
                <a:gd name="T25" fmla="*/ 575 h 153"/>
                <a:gd name="T26" fmla="*/ 684 w 180"/>
                <a:gd name="T27" fmla="*/ 838 h 153"/>
                <a:gd name="T28" fmla="*/ 997 w 180"/>
                <a:gd name="T29" fmla="*/ 838 h 153"/>
                <a:gd name="T30" fmla="*/ 997 w 180"/>
                <a:gd name="T31" fmla="*/ 575 h 153"/>
                <a:gd name="T32" fmla="*/ 839 w 180"/>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144" y="72"/>
                  </a:moveTo>
                  <a:cubicBezTo>
                    <a:pt x="144" y="27"/>
                    <a:pt x="171" y="72"/>
                    <a:pt x="171" y="54"/>
                  </a:cubicBezTo>
                  <a:cubicBezTo>
                    <a:pt x="171" y="27"/>
                    <a:pt x="180" y="27"/>
                    <a:pt x="171" y="0"/>
                  </a:cubicBezTo>
                  <a:cubicBezTo>
                    <a:pt x="171" y="0"/>
                    <a:pt x="135" y="0"/>
                    <a:pt x="126" y="0"/>
                  </a:cubicBezTo>
                  <a:cubicBezTo>
                    <a:pt x="117" y="0"/>
                    <a:pt x="153" y="36"/>
                    <a:pt x="99" y="36"/>
                  </a:cubicBezTo>
                  <a:cubicBezTo>
                    <a:pt x="54" y="36"/>
                    <a:pt x="99" y="0"/>
                    <a:pt x="72" y="0"/>
                  </a:cubicBezTo>
                  <a:cubicBezTo>
                    <a:pt x="45" y="0"/>
                    <a:pt x="27" y="0"/>
                    <a:pt x="27" y="0"/>
                  </a:cubicBezTo>
                  <a:cubicBezTo>
                    <a:pt x="27" y="0"/>
                    <a:pt x="27" y="25"/>
                    <a:pt x="27" y="45"/>
                  </a:cubicBezTo>
                  <a:cubicBezTo>
                    <a:pt x="27" y="72"/>
                    <a:pt x="0" y="27"/>
                    <a:pt x="0" y="63"/>
                  </a:cubicBez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lose/>
                </a:path>
              </a:pathLst>
            </a:custGeom>
            <a:solidFill>
              <a:schemeClr val="accent6"/>
            </a:solidFill>
            <a:ln w="9525">
              <a:noFill/>
              <a:round/>
            </a:ln>
          </p:spPr>
          <p:txBody>
            <a:bodyPr/>
            <a:lstStyle/>
            <a:p>
              <a:endParaRPr lang="en-GB" sz="1815"/>
            </a:p>
          </p:txBody>
        </p:sp>
        <p:sp>
          <p:nvSpPr>
            <p:cNvPr id="461" name="Freeform 305"/>
            <p:cNvSpPr/>
            <p:nvPr/>
          </p:nvSpPr>
          <p:spPr bwMode="auto">
            <a:xfrm>
              <a:off x="5909830" y="4580919"/>
              <a:ext cx="417227" cy="355213"/>
            </a:xfrm>
            <a:custGeom>
              <a:avLst/>
              <a:gdLst>
                <a:gd name="T0" fmla="*/ 831 w 180"/>
                <a:gd name="T1" fmla="*/ 417 h 153"/>
                <a:gd name="T2" fmla="*/ 989 w 180"/>
                <a:gd name="T3" fmla="*/ 313 h 153"/>
                <a:gd name="T4" fmla="*/ 989 w 180"/>
                <a:gd name="T5" fmla="*/ 0 h 153"/>
                <a:gd name="T6" fmla="*/ 729 w 180"/>
                <a:gd name="T7" fmla="*/ 0 h 153"/>
                <a:gd name="T8" fmla="*/ 572 w 180"/>
                <a:gd name="T9" fmla="*/ 210 h 153"/>
                <a:gd name="T10" fmla="*/ 415 w 180"/>
                <a:gd name="T11" fmla="*/ 0 h 153"/>
                <a:gd name="T12" fmla="*/ 154 w 180"/>
                <a:gd name="T13" fmla="*/ 0 h 153"/>
                <a:gd name="T14" fmla="*/ 154 w 180"/>
                <a:gd name="T15" fmla="*/ 262 h 153"/>
                <a:gd name="T16" fmla="*/ 0 w 180"/>
                <a:gd name="T17" fmla="*/ 365 h 153"/>
                <a:gd name="T18" fmla="*/ 210 w 180"/>
                <a:gd name="T19" fmla="*/ 523 h 153"/>
                <a:gd name="T20" fmla="*/ 154 w 180"/>
                <a:gd name="T21" fmla="*/ 838 h 153"/>
                <a:gd name="T22" fmla="*/ 415 w 180"/>
                <a:gd name="T23" fmla="*/ 838 h 153"/>
                <a:gd name="T24" fmla="*/ 522 w 180"/>
                <a:gd name="T25" fmla="*/ 575 h 153"/>
                <a:gd name="T26" fmla="*/ 677 w 180"/>
                <a:gd name="T27" fmla="*/ 838 h 153"/>
                <a:gd name="T28" fmla="*/ 989 w 180"/>
                <a:gd name="T29" fmla="*/ 838 h 153"/>
                <a:gd name="T30" fmla="*/ 989 w 180"/>
                <a:gd name="T31" fmla="*/ 575 h 153"/>
                <a:gd name="T32" fmla="*/ 831 w 180"/>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144" y="72"/>
                  </a:moveTo>
                  <a:cubicBezTo>
                    <a:pt x="144" y="27"/>
                    <a:pt x="171" y="72"/>
                    <a:pt x="171" y="54"/>
                  </a:cubicBezTo>
                  <a:cubicBezTo>
                    <a:pt x="171" y="27"/>
                    <a:pt x="180" y="27"/>
                    <a:pt x="171" y="0"/>
                  </a:cubicBezTo>
                  <a:cubicBezTo>
                    <a:pt x="171" y="0"/>
                    <a:pt x="135" y="0"/>
                    <a:pt x="126" y="0"/>
                  </a:cubicBezTo>
                  <a:cubicBezTo>
                    <a:pt x="117" y="0"/>
                    <a:pt x="153" y="36"/>
                    <a:pt x="99" y="36"/>
                  </a:cubicBezTo>
                  <a:cubicBezTo>
                    <a:pt x="54" y="36"/>
                    <a:pt x="99" y="0"/>
                    <a:pt x="72" y="0"/>
                  </a:cubicBezTo>
                  <a:cubicBezTo>
                    <a:pt x="45" y="0"/>
                    <a:pt x="27" y="0"/>
                    <a:pt x="27" y="0"/>
                  </a:cubicBezTo>
                  <a:cubicBezTo>
                    <a:pt x="27" y="0"/>
                    <a:pt x="27" y="25"/>
                    <a:pt x="27" y="45"/>
                  </a:cubicBezTo>
                  <a:cubicBezTo>
                    <a:pt x="27" y="72"/>
                    <a:pt x="0" y="27"/>
                    <a:pt x="0" y="63"/>
                  </a:cubicBez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lose/>
                </a:path>
              </a:pathLst>
            </a:custGeom>
            <a:solidFill>
              <a:schemeClr val="accent4"/>
            </a:solidFill>
            <a:ln w="9525">
              <a:noFill/>
              <a:round/>
            </a:ln>
          </p:spPr>
          <p:txBody>
            <a:bodyPr/>
            <a:lstStyle/>
            <a:p>
              <a:endParaRPr lang="en-GB" sz="1815"/>
            </a:p>
          </p:txBody>
        </p:sp>
        <p:sp>
          <p:nvSpPr>
            <p:cNvPr id="462" name="Freeform 306"/>
            <p:cNvSpPr/>
            <p:nvPr/>
          </p:nvSpPr>
          <p:spPr bwMode="auto">
            <a:xfrm>
              <a:off x="4907453" y="2910770"/>
              <a:ext cx="417227" cy="355213"/>
            </a:xfrm>
            <a:custGeom>
              <a:avLst/>
              <a:gdLst>
                <a:gd name="T0" fmla="*/ 0 w 180"/>
                <a:gd name="T1" fmla="*/ 365 h 153"/>
                <a:gd name="T2" fmla="*/ 210 w 180"/>
                <a:gd name="T3" fmla="*/ 523 h 153"/>
                <a:gd name="T4" fmla="*/ 154 w 180"/>
                <a:gd name="T5" fmla="*/ 838 h 153"/>
                <a:gd name="T6" fmla="*/ 415 w 180"/>
                <a:gd name="T7" fmla="*/ 838 h 153"/>
                <a:gd name="T8" fmla="*/ 522 w 180"/>
                <a:gd name="T9" fmla="*/ 575 h 153"/>
                <a:gd name="T10" fmla="*/ 677 w 180"/>
                <a:gd name="T11" fmla="*/ 838 h 153"/>
                <a:gd name="T12" fmla="*/ 989 w 180"/>
                <a:gd name="T13" fmla="*/ 838 h 153"/>
                <a:gd name="T14" fmla="*/ 989 w 180"/>
                <a:gd name="T15" fmla="*/ 575 h 153"/>
                <a:gd name="T16" fmla="*/ 831 w 180"/>
                <a:gd name="T17" fmla="*/ 417 h 153"/>
                <a:gd name="T18" fmla="*/ 989 w 180"/>
                <a:gd name="T19" fmla="*/ 313 h 153"/>
                <a:gd name="T20" fmla="*/ 989 w 180"/>
                <a:gd name="T21" fmla="*/ 7 h 153"/>
                <a:gd name="T22" fmla="*/ 729 w 180"/>
                <a:gd name="T23" fmla="*/ 0 h 153"/>
                <a:gd name="T24" fmla="*/ 572 w 180"/>
                <a:gd name="T25" fmla="*/ 210 h 153"/>
                <a:gd name="T26" fmla="*/ 415 w 180"/>
                <a:gd name="T27" fmla="*/ 0 h 153"/>
                <a:gd name="T28" fmla="*/ 154 w 180"/>
                <a:gd name="T29" fmla="*/ 0 h 153"/>
                <a:gd name="T30" fmla="*/ 154 w 180"/>
                <a:gd name="T31" fmla="*/ 262 h 153"/>
                <a:gd name="T32" fmla="*/ 0 w 180"/>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0" y="63"/>
                  </a:move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ubicBezTo>
                    <a:pt x="144" y="27"/>
                    <a:pt x="171" y="72"/>
                    <a:pt x="171" y="54"/>
                  </a:cubicBezTo>
                  <a:cubicBezTo>
                    <a:pt x="171" y="27"/>
                    <a:pt x="180" y="28"/>
                    <a:pt x="171" y="1"/>
                  </a:cubicBezTo>
                  <a:cubicBezTo>
                    <a:pt x="171" y="1"/>
                    <a:pt x="135" y="0"/>
                    <a:pt x="126" y="0"/>
                  </a:cubicBezTo>
                  <a:cubicBezTo>
                    <a:pt x="117" y="0"/>
                    <a:pt x="153" y="36"/>
                    <a:pt x="99" y="36"/>
                  </a:cubicBezTo>
                  <a:cubicBezTo>
                    <a:pt x="54" y="36"/>
                    <a:pt x="99" y="0"/>
                    <a:pt x="72" y="0"/>
                  </a:cubicBezTo>
                  <a:cubicBezTo>
                    <a:pt x="45" y="0"/>
                    <a:pt x="27" y="0"/>
                    <a:pt x="27" y="0"/>
                  </a:cubicBezTo>
                  <a:cubicBezTo>
                    <a:pt x="27" y="0"/>
                    <a:pt x="27" y="25"/>
                    <a:pt x="27" y="45"/>
                  </a:cubicBezTo>
                  <a:cubicBezTo>
                    <a:pt x="27" y="72"/>
                    <a:pt x="0" y="27"/>
                    <a:pt x="0" y="63"/>
                  </a:cubicBezTo>
                  <a:close/>
                </a:path>
              </a:pathLst>
            </a:custGeom>
            <a:solidFill>
              <a:schemeClr val="accent1"/>
            </a:solidFill>
            <a:ln w="9525">
              <a:noFill/>
              <a:round/>
            </a:ln>
          </p:spPr>
          <p:txBody>
            <a:bodyPr/>
            <a:lstStyle/>
            <a:p>
              <a:endParaRPr lang="en-GB" sz="1815"/>
            </a:p>
          </p:txBody>
        </p:sp>
        <p:sp>
          <p:nvSpPr>
            <p:cNvPr id="463" name="Freeform 307"/>
            <p:cNvSpPr/>
            <p:nvPr/>
          </p:nvSpPr>
          <p:spPr bwMode="auto">
            <a:xfrm>
              <a:off x="6244386" y="2242969"/>
              <a:ext cx="417227" cy="355213"/>
            </a:xfrm>
            <a:custGeom>
              <a:avLst/>
              <a:gdLst>
                <a:gd name="T0" fmla="*/ 0 w 180"/>
                <a:gd name="T1" fmla="*/ 365 h 153"/>
                <a:gd name="T2" fmla="*/ 210 w 180"/>
                <a:gd name="T3" fmla="*/ 523 h 153"/>
                <a:gd name="T4" fmla="*/ 154 w 180"/>
                <a:gd name="T5" fmla="*/ 838 h 153"/>
                <a:gd name="T6" fmla="*/ 415 w 180"/>
                <a:gd name="T7" fmla="*/ 838 h 153"/>
                <a:gd name="T8" fmla="*/ 522 w 180"/>
                <a:gd name="T9" fmla="*/ 575 h 153"/>
                <a:gd name="T10" fmla="*/ 677 w 180"/>
                <a:gd name="T11" fmla="*/ 838 h 153"/>
                <a:gd name="T12" fmla="*/ 989 w 180"/>
                <a:gd name="T13" fmla="*/ 838 h 153"/>
                <a:gd name="T14" fmla="*/ 989 w 180"/>
                <a:gd name="T15" fmla="*/ 575 h 153"/>
                <a:gd name="T16" fmla="*/ 831 w 180"/>
                <a:gd name="T17" fmla="*/ 417 h 153"/>
                <a:gd name="T18" fmla="*/ 989 w 180"/>
                <a:gd name="T19" fmla="*/ 313 h 153"/>
                <a:gd name="T20" fmla="*/ 989 w 180"/>
                <a:gd name="T21" fmla="*/ 0 h 153"/>
                <a:gd name="T22" fmla="*/ 729 w 180"/>
                <a:gd name="T23" fmla="*/ 0 h 153"/>
                <a:gd name="T24" fmla="*/ 572 w 180"/>
                <a:gd name="T25" fmla="*/ 210 h 153"/>
                <a:gd name="T26" fmla="*/ 415 w 180"/>
                <a:gd name="T27" fmla="*/ 0 h 153"/>
                <a:gd name="T28" fmla="*/ 154 w 180"/>
                <a:gd name="T29" fmla="*/ 0 h 153"/>
                <a:gd name="T30" fmla="*/ 154 w 180"/>
                <a:gd name="T31" fmla="*/ 262 h 153"/>
                <a:gd name="T32" fmla="*/ 0 w 180"/>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0" y="63"/>
                  </a:move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ubicBezTo>
                    <a:pt x="144" y="27"/>
                    <a:pt x="171" y="72"/>
                    <a:pt x="171" y="54"/>
                  </a:cubicBezTo>
                  <a:cubicBezTo>
                    <a:pt x="171" y="27"/>
                    <a:pt x="180" y="27"/>
                    <a:pt x="171" y="0"/>
                  </a:cubicBezTo>
                  <a:cubicBezTo>
                    <a:pt x="171" y="0"/>
                    <a:pt x="135" y="0"/>
                    <a:pt x="126" y="0"/>
                  </a:cubicBezTo>
                  <a:cubicBezTo>
                    <a:pt x="117" y="0"/>
                    <a:pt x="153" y="36"/>
                    <a:pt x="99" y="36"/>
                  </a:cubicBezTo>
                  <a:cubicBezTo>
                    <a:pt x="54" y="36"/>
                    <a:pt x="99" y="0"/>
                    <a:pt x="72" y="0"/>
                  </a:cubicBezTo>
                  <a:cubicBezTo>
                    <a:pt x="45" y="0"/>
                    <a:pt x="27" y="0"/>
                    <a:pt x="27" y="0"/>
                  </a:cubicBezTo>
                  <a:cubicBezTo>
                    <a:pt x="27" y="0"/>
                    <a:pt x="27" y="25"/>
                    <a:pt x="27" y="45"/>
                  </a:cubicBezTo>
                  <a:cubicBezTo>
                    <a:pt x="27" y="72"/>
                    <a:pt x="0" y="27"/>
                    <a:pt x="0" y="63"/>
                  </a:cubicBezTo>
                  <a:close/>
                </a:path>
              </a:pathLst>
            </a:custGeom>
            <a:solidFill>
              <a:schemeClr val="accent6"/>
            </a:solidFill>
            <a:ln w="9525">
              <a:noFill/>
              <a:round/>
            </a:ln>
          </p:spPr>
          <p:txBody>
            <a:bodyPr/>
            <a:lstStyle/>
            <a:p>
              <a:endParaRPr lang="en-GB" sz="1815"/>
            </a:p>
          </p:txBody>
        </p:sp>
        <p:sp>
          <p:nvSpPr>
            <p:cNvPr id="464" name="Freeform 308"/>
            <p:cNvSpPr/>
            <p:nvPr/>
          </p:nvSpPr>
          <p:spPr bwMode="auto">
            <a:xfrm>
              <a:off x="7580027" y="2910770"/>
              <a:ext cx="418518" cy="355213"/>
            </a:xfrm>
            <a:custGeom>
              <a:avLst/>
              <a:gdLst>
                <a:gd name="T0" fmla="*/ 576 w 180"/>
                <a:gd name="T1" fmla="*/ 210 h 153"/>
                <a:gd name="T2" fmla="*/ 421 w 180"/>
                <a:gd name="T3" fmla="*/ 0 h 153"/>
                <a:gd name="T4" fmla="*/ 158 w 180"/>
                <a:gd name="T5" fmla="*/ 0 h 153"/>
                <a:gd name="T6" fmla="*/ 158 w 180"/>
                <a:gd name="T7" fmla="*/ 262 h 153"/>
                <a:gd name="T8" fmla="*/ 0 w 180"/>
                <a:gd name="T9" fmla="*/ 365 h 153"/>
                <a:gd name="T10" fmla="*/ 211 w 180"/>
                <a:gd name="T11" fmla="*/ 523 h 153"/>
                <a:gd name="T12" fmla="*/ 158 w 180"/>
                <a:gd name="T13" fmla="*/ 838 h 153"/>
                <a:gd name="T14" fmla="*/ 421 w 180"/>
                <a:gd name="T15" fmla="*/ 838 h 153"/>
                <a:gd name="T16" fmla="*/ 526 w 180"/>
                <a:gd name="T17" fmla="*/ 575 h 153"/>
                <a:gd name="T18" fmla="*/ 684 w 180"/>
                <a:gd name="T19" fmla="*/ 838 h 153"/>
                <a:gd name="T20" fmla="*/ 997 w 180"/>
                <a:gd name="T21" fmla="*/ 838 h 153"/>
                <a:gd name="T22" fmla="*/ 997 w 180"/>
                <a:gd name="T23" fmla="*/ 575 h 153"/>
                <a:gd name="T24" fmla="*/ 839 w 180"/>
                <a:gd name="T25" fmla="*/ 417 h 153"/>
                <a:gd name="T26" fmla="*/ 997 w 180"/>
                <a:gd name="T27" fmla="*/ 313 h 153"/>
                <a:gd name="T28" fmla="*/ 997 w 180"/>
                <a:gd name="T29" fmla="*/ 0 h 153"/>
                <a:gd name="T30" fmla="*/ 736 w 180"/>
                <a:gd name="T31" fmla="*/ 0 h 153"/>
                <a:gd name="T32" fmla="*/ 576 w 180"/>
                <a:gd name="T33" fmla="*/ 210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99" y="36"/>
                  </a:moveTo>
                  <a:cubicBezTo>
                    <a:pt x="54" y="36"/>
                    <a:pt x="99" y="0"/>
                    <a:pt x="72" y="0"/>
                  </a:cubicBezTo>
                  <a:cubicBezTo>
                    <a:pt x="45" y="0"/>
                    <a:pt x="27" y="0"/>
                    <a:pt x="27" y="0"/>
                  </a:cubicBezTo>
                  <a:cubicBezTo>
                    <a:pt x="27" y="0"/>
                    <a:pt x="27" y="25"/>
                    <a:pt x="27" y="45"/>
                  </a:cubicBezTo>
                  <a:cubicBezTo>
                    <a:pt x="27" y="72"/>
                    <a:pt x="0" y="27"/>
                    <a:pt x="0" y="63"/>
                  </a:cubicBez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ubicBezTo>
                    <a:pt x="144" y="27"/>
                    <a:pt x="171" y="72"/>
                    <a:pt x="171" y="54"/>
                  </a:cubicBezTo>
                  <a:cubicBezTo>
                    <a:pt x="171" y="27"/>
                    <a:pt x="180" y="27"/>
                    <a:pt x="171" y="0"/>
                  </a:cubicBezTo>
                  <a:cubicBezTo>
                    <a:pt x="171" y="0"/>
                    <a:pt x="135" y="0"/>
                    <a:pt x="126" y="0"/>
                  </a:cubicBezTo>
                  <a:cubicBezTo>
                    <a:pt x="117" y="0"/>
                    <a:pt x="153" y="36"/>
                    <a:pt x="99" y="36"/>
                  </a:cubicBezTo>
                  <a:close/>
                </a:path>
              </a:pathLst>
            </a:custGeom>
            <a:solidFill>
              <a:schemeClr val="accent3"/>
            </a:solidFill>
            <a:ln w="9525">
              <a:noFill/>
              <a:round/>
            </a:ln>
          </p:spPr>
          <p:txBody>
            <a:bodyPr/>
            <a:lstStyle/>
            <a:p>
              <a:endParaRPr lang="en-GB" sz="1815"/>
            </a:p>
          </p:txBody>
        </p:sp>
        <p:sp>
          <p:nvSpPr>
            <p:cNvPr id="465" name="Freeform 309"/>
            <p:cNvSpPr/>
            <p:nvPr/>
          </p:nvSpPr>
          <p:spPr bwMode="auto">
            <a:xfrm>
              <a:off x="6912207" y="4247664"/>
              <a:ext cx="417227" cy="355213"/>
            </a:xfrm>
            <a:custGeom>
              <a:avLst/>
              <a:gdLst>
                <a:gd name="T0" fmla="*/ 572 w 180"/>
                <a:gd name="T1" fmla="*/ 210 h 153"/>
                <a:gd name="T2" fmla="*/ 415 w 180"/>
                <a:gd name="T3" fmla="*/ 0 h 153"/>
                <a:gd name="T4" fmla="*/ 154 w 180"/>
                <a:gd name="T5" fmla="*/ 0 h 153"/>
                <a:gd name="T6" fmla="*/ 154 w 180"/>
                <a:gd name="T7" fmla="*/ 262 h 153"/>
                <a:gd name="T8" fmla="*/ 0 w 180"/>
                <a:gd name="T9" fmla="*/ 365 h 153"/>
                <a:gd name="T10" fmla="*/ 210 w 180"/>
                <a:gd name="T11" fmla="*/ 523 h 153"/>
                <a:gd name="T12" fmla="*/ 154 w 180"/>
                <a:gd name="T13" fmla="*/ 838 h 153"/>
                <a:gd name="T14" fmla="*/ 415 w 180"/>
                <a:gd name="T15" fmla="*/ 838 h 153"/>
                <a:gd name="T16" fmla="*/ 522 w 180"/>
                <a:gd name="T17" fmla="*/ 575 h 153"/>
                <a:gd name="T18" fmla="*/ 677 w 180"/>
                <a:gd name="T19" fmla="*/ 838 h 153"/>
                <a:gd name="T20" fmla="*/ 989 w 180"/>
                <a:gd name="T21" fmla="*/ 838 h 153"/>
                <a:gd name="T22" fmla="*/ 989 w 180"/>
                <a:gd name="T23" fmla="*/ 575 h 153"/>
                <a:gd name="T24" fmla="*/ 831 w 180"/>
                <a:gd name="T25" fmla="*/ 417 h 153"/>
                <a:gd name="T26" fmla="*/ 989 w 180"/>
                <a:gd name="T27" fmla="*/ 313 h 153"/>
                <a:gd name="T28" fmla="*/ 989 w 180"/>
                <a:gd name="T29" fmla="*/ 0 h 153"/>
                <a:gd name="T30" fmla="*/ 729 w 180"/>
                <a:gd name="T31" fmla="*/ 0 h 153"/>
                <a:gd name="T32" fmla="*/ 572 w 180"/>
                <a:gd name="T33" fmla="*/ 210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99" y="36"/>
                  </a:moveTo>
                  <a:cubicBezTo>
                    <a:pt x="54" y="36"/>
                    <a:pt x="99" y="0"/>
                    <a:pt x="72" y="0"/>
                  </a:cubicBezTo>
                  <a:cubicBezTo>
                    <a:pt x="45" y="0"/>
                    <a:pt x="27" y="0"/>
                    <a:pt x="27" y="0"/>
                  </a:cubicBezTo>
                  <a:cubicBezTo>
                    <a:pt x="27" y="0"/>
                    <a:pt x="27" y="25"/>
                    <a:pt x="27" y="45"/>
                  </a:cubicBezTo>
                  <a:cubicBezTo>
                    <a:pt x="27" y="72"/>
                    <a:pt x="0" y="27"/>
                    <a:pt x="0" y="63"/>
                  </a:cubicBez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ubicBezTo>
                    <a:pt x="144" y="27"/>
                    <a:pt x="171" y="72"/>
                    <a:pt x="171" y="54"/>
                  </a:cubicBezTo>
                  <a:cubicBezTo>
                    <a:pt x="171" y="27"/>
                    <a:pt x="180" y="27"/>
                    <a:pt x="171" y="0"/>
                  </a:cubicBezTo>
                  <a:cubicBezTo>
                    <a:pt x="171" y="0"/>
                    <a:pt x="135" y="0"/>
                    <a:pt x="126" y="0"/>
                  </a:cubicBezTo>
                  <a:cubicBezTo>
                    <a:pt x="117" y="0"/>
                    <a:pt x="153" y="36"/>
                    <a:pt x="99" y="36"/>
                  </a:cubicBezTo>
                  <a:close/>
                </a:path>
              </a:pathLst>
            </a:custGeom>
            <a:solidFill>
              <a:schemeClr val="accent4"/>
            </a:solidFill>
            <a:ln w="9525">
              <a:noFill/>
              <a:round/>
            </a:ln>
          </p:spPr>
          <p:txBody>
            <a:bodyPr/>
            <a:lstStyle/>
            <a:p>
              <a:endParaRPr lang="en-GB" sz="1815"/>
            </a:p>
          </p:txBody>
        </p:sp>
        <p:sp>
          <p:nvSpPr>
            <p:cNvPr id="466" name="Freeform 310"/>
            <p:cNvSpPr/>
            <p:nvPr/>
          </p:nvSpPr>
          <p:spPr bwMode="auto">
            <a:xfrm>
              <a:off x="6974209" y="3516571"/>
              <a:ext cx="355224" cy="417214"/>
            </a:xfrm>
            <a:custGeom>
              <a:avLst/>
              <a:gdLst>
                <a:gd name="T0" fmla="*/ 365 w 153"/>
                <a:gd name="T1" fmla="*/ 0 h 180"/>
                <a:gd name="T2" fmla="*/ 262 w 153"/>
                <a:gd name="T3" fmla="*/ 154 h 180"/>
                <a:gd name="T4" fmla="*/ 0 w 153"/>
                <a:gd name="T5" fmla="*/ 154 h 180"/>
                <a:gd name="T6" fmla="*/ 0 w 153"/>
                <a:gd name="T7" fmla="*/ 415 h 180"/>
                <a:gd name="T8" fmla="*/ 210 w 153"/>
                <a:gd name="T9" fmla="*/ 572 h 180"/>
                <a:gd name="T10" fmla="*/ 0 w 153"/>
                <a:gd name="T11" fmla="*/ 729 h 180"/>
                <a:gd name="T12" fmla="*/ 0 w 153"/>
                <a:gd name="T13" fmla="*/ 989 h 180"/>
                <a:gd name="T14" fmla="*/ 313 w 153"/>
                <a:gd name="T15" fmla="*/ 989 h 180"/>
                <a:gd name="T16" fmla="*/ 417 w 153"/>
                <a:gd name="T17" fmla="*/ 831 h 180"/>
                <a:gd name="T18" fmla="*/ 575 w 153"/>
                <a:gd name="T19" fmla="*/ 989 h 180"/>
                <a:gd name="T20" fmla="*/ 838 w 153"/>
                <a:gd name="T21" fmla="*/ 989 h 180"/>
                <a:gd name="T22" fmla="*/ 838 w 153"/>
                <a:gd name="T23" fmla="*/ 677 h 180"/>
                <a:gd name="T24" fmla="*/ 575 w 153"/>
                <a:gd name="T25" fmla="*/ 522 h 180"/>
                <a:gd name="T26" fmla="*/ 838 w 153"/>
                <a:gd name="T27" fmla="*/ 415 h 180"/>
                <a:gd name="T28" fmla="*/ 838 w 153"/>
                <a:gd name="T29" fmla="*/ 154 h 180"/>
                <a:gd name="T30" fmla="*/ 523 w 153"/>
                <a:gd name="T31" fmla="*/ 210 h 180"/>
                <a:gd name="T32" fmla="*/ 365 w 153"/>
                <a:gd name="T33" fmla="*/ 0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63" y="0"/>
                  </a:moveTo>
                  <a:cubicBezTo>
                    <a:pt x="27" y="0"/>
                    <a:pt x="72" y="27"/>
                    <a:pt x="45" y="27"/>
                  </a:cubicBezTo>
                  <a:cubicBezTo>
                    <a:pt x="25" y="27"/>
                    <a:pt x="0" y="27"/>
                    <a:pt x="0" y="27"/>
                  </a:cubicBezTo>
                  <a:cubicBezTo>
                    <a:pt x="0" y="27"/>
                    <a:pt x="0" y="45"/>
                    <a:pt x="0" y="72"/>
                  </a:cubicBezTo>
                  <a:cubicBezTo>
                    <a:pt x="0" y="99"/>
                    <a:pt x="36" y="54"/>
                    <a:pt x="36" y="99"/>
                  </a:cubicBezTo>
                  <a:cubicBezTo>
                    <a:pt x="36" y="153"/>
                    <a:pt x="0" y="117"/>
                    <a:pt x="0" y="126"/>
                  </a:cubicBezTo>
                  <a:cubicBezTo>
                    <a:pt x="0" y="135"/>
                    <a:pt x="0" y="171"/>
                    <a:pt x="0" y="171"/>
                  </a:cubicBezTo>
                  <a:cubicBezTo>
                    <a:pt x="27" y="180"/>
                    <a:pt x="27" y="171"/>
                    <a:pt x="54" y="171"/>
                  </a:cubicBezTo>
                  <a:cubicBezTo>
                    <a:pt x="72" y="171"/>
                    <a:pt x="27" y="144"/>
                    <a:pt x="72" y="144"/>
                  </a:cubicBezTo>
                  <a:cubicBezTo>
                    <a:pt x="117" y="144"/>
                    <a:pt x="90" y="171"/>
                    <a:pt x="99" y="171"/>
                  </a:cubicBezTo>
                  <a:cubicBezTo>
                    <a:pt x="108" y="171"/>
                    <a:pt x="144" y="171"/>
                    <a:pt x="144" y="171"/>
                  </a:cubicBezTo>
                  <a:cubicBezTo>
                    <a:pt x="144" y="171"/>
                    <a:pt x="144" y="144"/>
                    <a:pt x="144" y="117"/>
                  </a:cubicBezTo>
                  <a:cubicBezTo>
                    <a:pt x="144" y="85"/>
                    <a:pt x="99" y="144"/>
                    <a:pt x="99" y="90"/>
                  </a:cubicBezTo>
                  <a:cubicBezTo>
                    <a:pt x="99" y="54"/>
                    <a:pt x="135" y="90"/>
                    <a:pt x="144" y="72"/>
                  </a:cubicBezTo>
                  <a:cubicBezTo>
                    <a:pt x="153" y="54"/>
                    <a:pt x="144" y="27"/>
                    <a:pt x="144" y="27"/>
                  </a:cubicBezTo>
                  <a:cubicBezTo>
                    <a:pt x="144" y="27"/>
                    <a:pt x="108" y="36"/>
                    <a:pt x="90" y="36"/>
                  </a:cubicBezTo>
                  <a:cubicBezTo>
                    <a:pt x="72" y="36"/>
                    <a:pt x="108" y="0"/>
                    <a:pt x="63" y="0"/>
                  </a:cubicBezTo>
                  <a:close/>
                </a:path>
              </a:pathLst>
            </a:custGeom>
            <a:solidFill>
              <a:schemeClr val="tx2"/>
            </a:solidFill>
            <a:ln w="9525">
              <a:noFill/>
              <a:round/>
            </a:ln>
          </p:spPr>
          <p:txBody>
            <a:bodyPr/>
            <a:lstStyle/>
            <a:p>
              <a:endParaRPr lang="en-GB" sz="1815"/>
            </a:p>
          </p:txBody>
        </p:sp>
        <p:sp>
          <p:nvSpPr>
            <p:cNvPr id="467" name="Freeform 311"/>
            <p:cNvSpPr/>
            <p:nvPr/>
          </p:nvSpPr>
          <p:spPr bwMode="auto">
            <a:xfrm>
              <a:off x="3967078" y="4518918"/>
              <a:ext cx="355224" cy="417214"/>
            </a:xfrm>
            <a:custGeom>
              <a:avLst/>
              <a:gdLst>
                <a:gd name="T0" fmla="*/ 575 w 153"/>
                <a:gd name="T1" fmla="*/ 522 h 180"/>
                <a:gd name="T2" fmla="*/ 838 w 153"/>
                <a:gd name="T3" fmla="*/ 415 h 180"/>
                <a:gd name="T4" fmla="*/ 838 w 153"/>
                <a:gd name="T5" fmla="*/ 154 h 180"/>
                <a:gd name="T6" fmla="*/ 523 w 153"/>
                <a:gd name="T7" fmla="*/ 210 h 180"/>
                <a:gd name="T8" fmla="*/ 365 w 153"/>
                <a:gd name="T9" fmla="*/ 0 h 180"/>
                <a:gd name="T10" fmla="*/ 262 w 153"/>
                <a:gd name="T11" fmla="*/ 154 h 180"/>
                <a:gd name="T12" fmla="*/ 0 w 153"/>
                <a:gd name="T13" fmla="*/ 154 h 180"/>
                <a:gd name="T14" fmla="*/ 0 w 153"/>
                <a:gd name="T15" fmla="*/ 415 h 180"/>
                <a:gd name="T16" fmla="*/ 210 w 153"/>
                <a:gd name="T17" fmla="*/ 572 h 180"/>
                <a:gd name="T18" fmla="*/ 0 w 153"/>
                <a:gd name="T19" fmla="*/ 729 h 180"/>
                <a:gd name="T20" fmla="*/ 0 w 153"/>
                <a:gd name="T21" fmla="*/ 989 h 180"/>
                <a:gd name="T22" fmla="*/ 313 w 153"/>
                <a:gd name="T23" fmla="*/ 989 h 180"/>
                <a:gd name="T24" fmla="*/ 417 w 153"/>
                <a:gd name="T25" fmla="*/ 831 h 180"/>
                <a:gd name="T26" fmla="*/ 575 w 153"/>
                <a:gd name="T27" fmla="*/ 989 h 180"/>
                <a:gd name="T28" fmla="*/ 838 w 153"/>
                <a:gd name="T29" fmla="*/ 989 h 180"/>
                <a:gd name="T30" fmla="*/ 838 w 153"/>
                <a:gd name="T31" fmla="*/ 677 h 180"/>
                <a:gd name="T32" fmla="*/ 575 w 153"/>
                <a:gd name="T33" fmla="*/ 52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99" y="90"/>
                  </a:moveTo>
                  <a:cubicBezTo>
                    <a:pt x="99" y="54"/>
                    <a:pt x="135" y="90"/>
                    <a:pt x="144" y="72"/>
                  </a:cubicBezTo>
                  <a:cubicBezTo>
                    <a:pt x="153" y="54"/>
                    <a:pt x="144" y="27"/>
                    <a:pt x="144" y="27"/>
                  </a:cubicBezTo>
                  <a:cubicBezTo>
                    <a:pt x="144" y="27"/>
                    <a:pt x="108" y="36"/>
                    <a:pt x="90" y="36"/>
                  </a:cubicBezTo>
                  <a:cubicBezTo>
                    <a:pt x="72" y="36"/>
                    <a:pt x="108" y="0"/>
                    <a:pt x="63" y="0"/>
                  </a:cubicBezTo>
                  <a:cubicBezTo>
                    <a:pt x="27" y="0"/>
                    <a:pt x="72" y="27"/>
                    <a:pt x="45" y="27"/>
                  </a:cubicBezTo>
                  <a:cubicBezTo>
                    <a:pt x="25" y="27"/>
                    <a:pt x="0" y="27"/>
                    <a:pt x="0" y="27"/>
                  </a:cubicBezTo>
                  <a:cubicBezTo>
                    <a:pt x="0" y="27"/>
                    <a:pt x="0" y="45"/>
                    <a:pt x="0" y="72"/>
                  </a:cubicBezTo>
                  <a:cubicBezTo>
                    <a:pt x="0" y="99"/>
                    <a:pt x="36" y="54"/>
                    <a:pt x="36" y="99"/>
                  </a:cubicBezTo>
                  <a:cubicBezTo>
                    <a:pt x="36" y="153"/>
                    <a:pt x="0" y="117"/>
                    <a:pt x="0" y="126"/>
                  </a:cubicBezTo>
                  <a:cubicBezTo>
                    <a:pt x="0" y="135"/>
                    <a:pt x="0" y="171"/>
                    <a:pt x="0" y="171"/>
                  </a:cubicBezTo>
                  <a:cubicBezTo>
                    <a:pt x="27" y="180"/>
                    <a:pt x="27" y="171"/>
                    <a:pt x="54" y="171"/>
                  </a:cubicBezTo>
                  <a:cubicBezTo>
                    <a:pt x="72" y="171"/>
                    <a:pt x="27" y="144"/>
                    <a:pt x="72" y="144"/>
                  </a:cubicBezTo>
                  <a:cubicBezTo>
                    <a:pt x="117" y="144"/>
                    <a:pt x="90" y="171"/>
                    <a:pt x="99" y="171"/>
                  </a:cubicBezTo>
                  <a:cubicBezTo>
                    <a:pt x="108" y="171"/>
                    <a:pt x="144" y="171"/>
                    <a:pt x="144" y="171"/>
                  </a:cubicBezTo>
                  <a:cubicBezTo>
                    <a:pt x="144" y="171"/>
                    <a:pt x="144" y="144"/>
                    <a:pt x="144" y="117"/>
                  </a:cubicBezTo>
                  <a:cubicBezTo>
                    <a:pt x="144" y="85"/>
                    <a:pt x="99" y="144"/>
                    <a:pt x="99" y="90"/>
                  </a:cubicBezTo>
                  <a:close/>
                </a:path>
              </a:pathLst>
            </a:custGeom>
            <a:solidFill>
              <a:schemeClr val="tx2"/>
            </a:solidFill>
            <a:ln w="9525">
              <a:noFill/>
              <a:round/>
            </a:ln>
          </p:spPr>
          <p:txBody>
            <a:bodyPr/>
            <a:lstStyle/>
            <a:p>
              <a:endParaRPr lang="en-GB" sz="1815"/>
            </a:p>
          </p:txBody>
        </p:sp>
        <p:sp>
          <p:nvSpPr>
            <p:cNvPr id="468" name="Freeform 312"/>
            <p:cNvSpPr/>
            <p:nvPr/>
          </p:nvSpPr>
          <p:spPr bwMode="auto">
            <a:xfrm>
              <a:off x="4280967" y="4915465"/>
              <a:ext cx="417227" cy="355213"/>
            </a:xfrm>
            <a:custGeom>
              <a:avLst/>
              <a:gdLst>
                <a:gd name="T0" fmla="*/ 1041 w 180"/>
                <a:gd name="T1" fmla="*/ 365 h 153"/>
                <a:gd name="T2" fmla="*/ 885 w 180"/>
                <a:gd name="T3" fmla="*/ 262 h 153"/>
                <a:gd name="T4" fmla="*/ 885 w 180"/>
                <a:gd name="T5" fmla="*/ 0 h 153"/>
                <a:gd name="T6" fmla="*/ 624 w 180"/>
                <a:gd name="T7" fmla="*/ 0 h 153"/>
                <a:gd name="T8" fmla="*/ 467 w 180"/>
                <a:gd name="T9" fmla="*/ 210 h 153"/>
                <a:gd name="T10" fmla="*/ 312 w 180"/>
                <a:gd name="T11" fmla="*/ 0 h 153"/>
                <a:gd name="T12" fmla="*/ 52 w 180"/>
                <a:gd name="T13" fmla="*/ 0 h 153"/>
                <a:gd name="T14" fmla="*/ 52 w 180"/>
                <a:gd name="T15" fmla="*/ 313 h 153"/>
                <a:gd name="T16" fmla="*/ 210 w 180"/>
                <a:gd name="T17" fmla="*/ 417 h 153"/>
                <a:gd name="T18" fmla="*/ 52 w 180"/>
                <a:gd name="T19" fmla="*/ 575 h 153"/>
                <a:gd name="T20" fmla="*/ 52 w 180"/>
                <a:gd name="T21" fmla="*/ 838 h 153"/>
                <a:gd name="T22" fmla="*/ 364 w 180"/>
                <a:gd name="T23" fmla="*/ 838 h 153"/>
                <a:gd name="T24" fmla="*/ 522 w 180"/>
                <a:gd name="T25" fmla="*/ 575 h 153"/>
                <a:gd name="T26" fmla="*/ 624 w 180"/>
                <a:gd name="T27" fmla="*/ 838 h 153"/>
                <a:gd name="T28" fmla="*/ 885 w 180"/>
                <a:gd name="T29" fmla="*/ 838 h 153"/>
                <a:gd name="T30" fmla="*/ 831 w 180"/>
                <a:gd name="T31" fmla="*/ 523 h 153"/>
                <a:gd name="T32" fmla="*/ 1041 w 180"/>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180" y="63"/>
                  </a:moveTo>
                  <a:cubicBezTo>
                    <a:pt x="180" y="27"/>
                    <a:pt x="153" y="72"/>
                    <a:pt x="153" y="45"/>
                  </a:cubicBezTo>
                  <a:cubicBezTo>
                    <a:pt x="153" y="25"/>
                    <a:pt x="153" y="0"/>
                    <a:pt x="153" y="0"/>
                  </a:cubicBezTo>
                  <a:cubicBezTo>
                    <a:pt x="153" y="0"/>
                    <a:pt x="135" y="0"/>
                    <a:pt x="108" y="0"/>
                  </a:cubicBezTo>
                  <a:cubicBezTo>
                    <a:pt x="81" y="0"/>
                    <a:pt x="126" y="36"/>
                    <a:pt x="81" y="36"/>
                  </a:cubicBezTo>
                  <a:cubicBezTo>
                    <a:pt x="27" y="36"/>
                    <a:pt x="63" y="0"/>
                    <a:pt x="54" y="0"/>
                  </a:cubicBezTo>
                  <a:cubicBezTo>
                    <a:pt x="45" y="0"/>
                    <a:pt x="9" y="0"/>
                    <a:pt x="9" y="0"/>
                  </a:cubicBezTo>
                  <a:cubicBezTo>
                    <a:pt x="0" y="27"/>
                    <a:pt x="9" y="27"/>
                    <a:pt x="9" y="54"/>
                  </a:cubicBezTo>
                  <a:cubicBezTo>
                    <a:pt x="9" y="72"/>
                    <a:pt x="36" y="27"/>
                    <a:pt x="36" y="72"/>
                  </a:cubicBezTo>
                  <a:cubicBezTo>
                    <a:pt x="36" y="117"/>
                    <a:pt x="9" y="90"/>
                    <a:pt x="9" y="99"/>
                  </a:cubicBezTo>
                  <a:cubicBezTo>
                    <a:pt x="9" y="108"/>
                    <a:pt x="9" y="144"/>
                    <a:pt x="9" y="144"/>
                  </a:cubicBezTo>
                  <a:cubicBezTo>
                    <a:pt x="9" y="144"/>
                    <a:pt x="36" y="144"/>
                    <a:pt x="63" y="144"/>
                  </a:cubicBezTo>
                  <a:cubicBezTo>
                    <a:pt x="95" y="144"/>
                    <a:pt x="36" y="99"/>
                    <a:pt x="90" y="99"/>
                  </a:cubicBezTo>
                  <a:cubicBezTo>
                    <a:pt x="126" y="99"/>
                    <a:pt x="90" y="135"/>
                    <a:pt x="108" y="144"/>
                  </a:cubicBezTo>
                  <a:cubicBezTo>
                    <a:pt x="126" y="153"/>
                    <a:pt x="153" y="144"/>
                    <a:pt x="153" y="144"/>
                  </a:cubicBezTo>
                  <a:cubicBezTo>
                    <a:pt x="153" y="144"/>
                    <a:pt x="144" y="108"/>
                    <a:pt x="144" y="90"/>
                  </a:cubicBezTo>
                  <a:cubicBezTo>
                    <a:pt x="144" y="72"/>
                    <a:pt x="180" y="108"/>
                    <a:pt x="180" y="63"/>
                  </a:cubicBezTo>
                  <a:close/>
                </a:path>
              </a:pathLst>
            </a:custGeom>
            <a:solidFill>
              <a:schemeClr val="accent5"/>
            </a:solidFill>
            <a:ln w="9525">
              <a:noFill/>
              <a:round/>
            </a:ln>
          </p:spPr>
          <p:txBody>
            <a:bodyPr/>
            <a:lstStyle/>
            <a:p>
              <a:endParaRPr lang="en-GB" sz="1815"/>
            </a:p>
          </p:txBody>
        </p:sp>
        <p:sp>
          <p:nvSpPr>
            <p:cNvPr id="469" name="Freeform 313"/>
            <p:cNvSpPr/>
            <p:nvPr/>
          </p:nvSpPr>
          <p:spPr bwMode="auto">
            <a:xfrm>
              <a:off x="4636191" y="3245317"/>
              <a:ext cx="396559" cy="333255"/>
            </a:xfrm>
            <a:custGeom>
              <a:avLst/>
              <a:gdLst>
                <a:gd name="T0" fmla="*/ 154 w 171"/>
                <a:gd name="T1" fmla="*/ 414 h 144"/>
                <a:gd name="T2" fmla="*/ 0 w 171"/>
                <a:gd name="T3" fmla="*/ 568 h 144"/>
                <a:gd name="T4" fmla="*/ 0 w 171"/>
                <a:gd name="T5" fmla="*/ 828 h 144"/>
                <a:gd name="T6" fmla="*/ 312 w 171"/>
                <a:gd name="T7" fmla="*/ 828 h 144"/>
                <a:gd name="T8" fmla="*/ 467 w 171"/>
                <a:gd name="T9" fmla="*/ 568 h 144"/>
                <a:gd name="T10" fmla="*/ 575 w 171"/>
                <a:gd name="T11" fmla="*/ 828 h 144"/>
                <a:gd name="T12" fmla="*/ 835 w 171"/>
                <a:gd name="T13" fmla="*/ 828 h 144"/>
                <a:gd name="T14" fmla="*/ 779 w 171"/>
                <a:gd name="T15" fmla="*/ 568 h 144"/>
                <a:gd name="T16" fmla="*/ 989 w 171"/>
                <a:gd name="T17" fmla="*/ 414 h 144"/>
                <a:gd name="T18" fmla="*/ 835 w 171"/>
                <a:gd name="T19" fmla="*/ 260 h 144"/>
                <a:gd name="T20" fmla="*/ 835 w 171"/>
                <a:gd name="T21" fmla="*/ 0 h 144"/>
                <a:gd name="T22" fmla="*/ 575 w 171"/>
                <a:gd name="T23" fmla="*/ 0 h 144"/>
                <a:gd name="T24" fmla="*/ 417 w 171"/>
                <a:gd name="T25" fmla="*/ 208 h 144"/>
                <a:gd name="T26" fmla="*/ 260 w 171"/>
                <a:gd name="T27" fmla="*/ 0 h 144"/>
                <a:gd name="T28" fmla="*/ 0 w 171"/>
                <a:gd name="T29" fmla="*/ 0 h 144"/>
                <a:gd name="T30" fmla="*/ 0 w 171"/>
                <a:gd name="T31" fmla="*/ 312 h 144"/>
                <a:gd name="T32" fmla="*/ 154 w 171"/>
                <a:gd name="T33" fmla="*/ 41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44"/>
                <a:gd name="T53" fmla="*/ 171 w 171"/>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44">
                  <a:moveTo>
                    <a:pt x="27" y="72"/>
                  </a:moveTo>
                  <a:cubicBezTo>
                    <a:pt x="27" y="117"/>
                    <a:pt x="0" y="90"/>
                    <a:pt x="0" y="99"/>
                  </a:cubicBezTo>
                  <a:cubicBezTo>
                    <a:pt x="0" y="108"/>
                    <a:pt x="0" y="144"/>
                    <a:pt x="0" y="144"/>
                  </a:cubicBezTo>
                  <a:cubicBezTo>
                    <a:pt x="0" y="144"/>
                    <a:pt x="27" y="144"/>
                    <a:pt x="54" y="144"/>
                  </a:cubicBezTo>
                  <a:cubicBezTo>
                    <a:pt x="86" y="144"/>
                    <a:pt x="27" y="99"/>
                    <a:pt x="81" y="99"/>
                  </a:cubicBezTo>
                  <a:cubicBezTo>
                    <a:pt x="117" y="99"/>
                    <a:pt x="79" y="144"/>
                    <a:pt x="99" y="144"/>
                  </a:cubicBezTo>
                  <a:cubicBezTo>
                    <a:pt x="108" y="144"/>
                    <a:pt x="144" y="144"/>
                    <a:pt x="144" y="144"/>
                  </a:cubicBezTo>
                  <a:cubicBezTo>
                    <a:pt x="144" y="144"/>
                    <a:pt x="135" y="117"/>
                    <a:pt x="135" y="99"/>
                  </a:cubicBezTo>
                  <a:cubicBezTo>
                    <a:pt x="135" y="81"/>
                    <a:pt x="171" y="117"/>
                    <a:pt x="171" y="72"/>
                  </a:cubicBezTo>
                  <a:cubicBezTo>
                    <a:pt x="171" y="36"/>
                    <a:pt x="144" y="72"/>
                    <a:pt x="144" y="45"/>
                  </a:cubicBezTo>
                  <a:cubicBezTo>
                    <a:pt x="144" y="25"/>
                    <a:pt x="144" y="0"/>
                    <a:pt x="144" y="0"/>
                  </a:cubicBezTo>
                  <a:cubicBezTo>
                    <a:pt x="144" y="0"/>
                    <a:pt x="126" y="0"/>
                    <a:pt x="99" y="0"/>
                  </a:cubicBezTo>
                  <a:cubicBezTo>
                    <a:pt x="72" y="0"/>
                    <a:pt x="117" y="36"/>
                    <a:pt x="72" y="36"/>
                  </a:cubicBezTo>
                  <a:cubicBezTo>
                    <a:pt x="18" y="36"/>
                    <a:pt x="54" y="0"/>
                    <a:pt x="45" y="0"/>
                  </a:cubicBezTo>
                  <a:cubicBezTo>
                    <a:pt x="36" y="0"/>
                    <a:pt x="0" y="0"/>
                    <a:pt x="0" y="0"/>
                  </a:cubicBezTo>
                  <a:cubicBezTo>
                    <a:pt x="0" y="18"/>
                    <a:pt x="0" y="36"/>
                    <a:pt x="0" y="54"/>
                  </a:cubicBezTo>
                  <a:cubicBezTo>
                    <a:pt x="0" y="72"/>
                    <a:pt x="27" y="27"/>
                    <a:pt x="27" y="72"/>
                  </a:cubicBezTo>
                  <a:close/>
                </a:path>
              </a:pathLst>
            </a:custGeom>
            <a:solidFill>
              <a:schemeClr val="accent2"/>
            </a:solidFill>
            <a:ln w="9525">
              <a:noFill/>
              <a:round/>
            </a:ln>
          </p:spPr>
          <p:txBody>
            <a:bodyPr/>
            <a:lstStyle/>
            <a:p>
              <a:endParaRPr lang="en-GB" sz="1815"/>
            </a:p>
          </p:txBody>
        </p:sp>
        <p:sp>
          <p:nvSpPr>
            <p:cNvPr id="470" name="Freeform 314"/>
            <p:cNvSpPr/>
            <p:nvPr/>
          </p:nvSpPr>
          <p:spPr bwMode="auto">
            <a:xfrm>
              <a:off x="6640945" y="3161357"/>
              <a:ext cx="417227" cy="501174"/>
            </a:xfrm>
            <a:custGeom>
              <a:avLst/>
              <a:gdLst>
                <a:gd name="T0" fmla="*/ 210 w 180"/>
                <a:gd name="T1" fmla="*/ 575 h 216"/>
                <a:gd name="T2" fmla="*/ 0 w 180"/>
                <a:gd name="T3" fmla="*/ 729 h 216"/>
                <a:gd name="T4" fmla="*/ 0 w 180"/>
                <a:gd name="T5" fmla="*/ 1042 h 216"/>
                <a:gd name="T6" fmla="*/ 260 w 180"/>
                <a:gd name="T7" fmla="*/ 1042 h 216"/>
                <a:gd name="T8" fmla="*/ 364 w 180"/>
                <a:gd name="T9" fmla="*/ 1252 h 216"/>
                <a:gd name="T10" fmla="*/ 522 w 180"/>
                <a:gd name="T11" fmla="*/ 1042 h 216"/>
                <a:gd name="T12" fmla="*/ 831 w 180"/>
                <a:gd name="T13" fmla="*/ 1042 h 216"/>
                <a:gd name="T14" fmla="*/ 831 w 180"/>
                <a:gd name="T15" fmla="*/ 729 h 216"/>
                <a:gd name="T16" fmla="*/ 989 w 180"/>
                <a:gd name="T17" fmla="*/ 729 h 216"/>
                <a:gd name="T18" fmla="*/ 937 w 180"/>
                <a:gd name="T19" fmla="*/ 471 h 216"/>
                <a:gd name="T20" fmla="*/ 831 w 180"/>
                <a:gd name="T21" fmla="*/ 210 h 216"/>
                <a:gd name="T22" fmla="*/ 572 w 180"/>
                <a:gd name="T23" fmla="*/ 210 h 216"/>
                <a:gd name="T24" fmla="*/ 467 w 180"/>
                <a:gd name="T25" fmla="*/ 0 h 216"/>
                <a:gd name="T26" fmla="*/ 312 w 180"/>
                <a:gd name="T27" fmla="*/ 210 h 216"/>
                <a:gd name="T28" fmla="*/ 0 w 180"/>
                <a:gd name="T29" fmla="*/ 210 h 216"/>
                <a:gd name="T30" fmla="*/ 0 w 180"/>
                <a:gd name="T31" fmla="*/ 471 h 216"/>
                <a:gd name="T32" fmla="*/ 210 w 180"/>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36" y="99"/>
                  </a:moveTo>
                  <a:cubicBezTo>
                    <a:pt x="36" y="144"/>
                    <a:pt x="0" y="99"/>
                    <a:pt x="0" y="126"/>
                  </a:cubicBezTo>
                  <a:cubicBezTo>
                    <a:pt x="0" y="153"/>
                    <a:pt x="0" y="180"/>
                    <a:pt x="0" y="180"/>
                  </a:cubicBezTo>
                  <a:cubicBezTo>
                    <a:pt x="0" y="180"/>
                    <a:pt x="27" y="180"/>
                    <a:pt x="45" y="180"/>
                  </a:cubicBezTo>
                  <a:cubicBezTo>
                    <a:pt x="63" y="180"/>
                    <a:pt x="27" y="216"/>
                    <a:pt x="63" y="216"/>
                  </a:cubicBezTo>
                  <a:cubicBezTo>
                    <a:pt x="99" y="216"/>
                    <a:pt x="63" y="180"/>
                    <a:pt x="90" y="180"/>
                  </a:cubicBezTo>
                  <a:cubicBezTo>
                    <a:pt x="117" y="180"/>
                    <a:pt x="144" y="180"/>
                    <a:pt x="144" y="180"/>
                  </a:cubicBezTo>
                  <a:cubicBezTo>
                    <a:pt x="144" y="180"/>
                    <a:pt x="136" y="142"/>
                    <a:pt x="144" y="126"/>
                  </a:cubicBezTo>
                  <a:cubicBezTo>
                    <a:pt x="153" y="108"/>
                    <a:pt x="162" y="144"/>
                    <a:pt x="171" y="126"/>
                  </a:cubicBezTo>
                  <a:cubicBezTo>
                    <a:pt x="180" y="108"/>
                    <a:pt x="180" y="72"/>
                    <a:pt x="162" y="81"/>
                  </a:cubicBezTo>
                  <a:cubicBezTo>
                    <a:pt x="144" y="90"/>
                    <a:pt x="144" y="63"/>
                    <a:pt x="144" y="36"/>
                  </a:cubicBezTo>
                  <a:cubicBezTo>
                    <a:pt x="144" y="36"/>
                    <a:pt x="117" y="36"/>
                    <a:pt x="99" y="36"/>
                  </a:cubicBezTo>
                  <a:cubicBezTo>
                    <a:pt x="81" y="36"/>
                    <a:pt x="126" y="0"/>
                    <a:pt x="81" y="0"/>
                  </a:cubicBezTo>
                  <a:cubicBezTo>
                    <a:pt x="35" y="0"/>
                    <a:pt x="72" y="36"/>
                    <a:pt x="54" y="36"/>
                  </a:cubicBezTo>
                  <a:cubicBezTo>
                    <a:pt x="34" y="36"/>
                    <a:pt x="27" y="36"/>
                    <a:pt x="0" y="36"/>
                  </a:cubicBezTo>
                  <a:cubicBezTo>
                    <a:pt x="0" y="36"/>
                    <a:pt x="0" y="72"/>
                    <a:pt x="0" y="81"/>
                  </a:cubicBezTo>
                  <a:cubicBezTo>
                    <a:pt x="0" y="99"/>
                    <a:pt x="36" y="72"/>
                    <a:pt x="36" y="99"/>
                  </a:cubicBezTo>
                  <a:close/>
                </a:path>
              </a:pathLst>
            </a:custGeom>
            <a:solidFill>
              <a:schemeClr val="accent3"/>
            </a:solidFill>
            <a:ln w="9525">
              <a:noFill/>
              <a:round/>
            </a:ln>
          </p:spPr>
          <p:txBody>
            <a:bodyPr/>
            <a:lstStyle/>
            <a:p>
              <a:endParaRPr lang="en-GB" sz="1815"/>
            </a:p>
          </p:txBody>
        </p:sp>
        <p:sp>
          <p:nvSpPr>
            <p:cNvPr id="471" name="Freeform 315"/>
            <p:cNvSpPr/>
            <p:nvPr/>
          </p:nvSpPr>
          <p:spPr bwMode="auto">
            <a:xfrm>
              <a:off x="7226095" y="4498251"/>
              <a:ext cx="501189" cy="417214"/>
            </a:xfrm>
            <a:custGeom>
              <a:avLst/>
              <a:gdLst>
                <a:gd name="T0" fmla="*/ 729 w 216"/>
                <a:gd name="T1" fmla="*/ 210 h 180"/>
                <a:gd name="T2" fmla="*/ 729 w 216"/>
                <a:gd name="T3" fmla="*/ 52 h 180"/>
                <a:gd name="T4" fmla="*/ 471 w 216"/>
                <a:gd name="T5" fmla="*/ 102 h 180"/>
                <a:gd name="T6" fmla="*/ 210 w 216"/>
                <a:gd name="T7" fmla="*/ 210 h 180"/>
                <a:gd name="T8" fmla="*/ 210 w 216"/>
                <a:gd name="T9" fmla="*/ 467 h 180"/>
                <a:gd name="T10" fmla="*/ 0 w 216"/>
                <a:gd name="T11" fmla="*/ 572 h 180"/>
                <a:gd name="T12" fmla="*/ 210 w 216"/>
                <a:gd name="T13" fmla="*/ 729 h 180"/>
                <a:gd name="T14" fmla="*/ 210 w 216"/>
                <a:gd name="T15" fmla="*/ 1041 h 180"/>
                <a:gd name="T16" fmla="*/ 471 w 216"/>
                <a:gd name="T17" fmla="*/ 1041 h 180"/>
                <a:gd name="T18" fmla="*/ 575 w 216"/>
                <a:gd name="T19" fmla="*/ 831 h 180"/>
                <a:gd name="T20" fmla="*/ 729 w 216"/>
                <a:gd name="T21" fmla="*/ 1041 h 180"/>
                <a:gd name="T22" fmla="*/ 1042 w 216"/>
                <a:gd name="T23" fmla="*/ 1041 h 180"/>
                <a:gd name="T24" fmla="*/ 1042 w 216"/>
                <a:gd name="T25" fmla="*/ 779 h 180"/>
                <a:gd name="T26" fmla="*/ 1252 w 216"/>
                <a:gd name="T27" fmla="*/ 677 h 180"/>
                <a:gd name="T28" fmla="*/ 1042 w 216"/>
                <a:gd name="T29" fmla="*/ 522 h 180"/>
                <a:gd name="T30" fmla="*/ 1042 w 216"/>
                <a:gd name="T31" fmla="*/ 210 h 180"/>
                <a:gd name="T32" fmla="*/ 729 w 216"/>
                <a:gd name="T33" fmla="*/ 210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6"/>
                <a:gd name="T52" fmla="*/ 0 h 180"/>
                <a:gd name="T53" fmla="*/ 216 w 216"/>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6" h="180">
                  <a:moveTo>
                    <a:pt x="126" y="36"/>
                  </a:moveTo>
                  <a:cubicBezTo>
                    <a:pt x="108" y="27"/>
                    <a:pt x="144" y="18"/>
                    <a:pt x="126" y="9"/>
                  </a:cubicBezTo>
                  <a:cubicBezTo>
                    <a:pt x="108" y="0"/>
                    <a:pt x="72" y="0"/>
                    <a:pt x="81" y="18"/>
                  </a:cubicBezTo>
                  <a:cubicBezTo>
                    <a:pt x="90" y="36"/>
                    <a:pt x="63" y="36"/>
                    <a:pt x="36" y="36"/>
                  </a:cubicBezTo>
                  <a:cubicBezTo>
                    <a:pt x="36" y="36"/>
                    <a:pt x="36" y="63"/>
                    <a:pt x="36" y="81"/>
                  </a:cubicBezTo>
                  <a:cubicBezTo>
                    <a:pt x="36" y="99"/>
                    <a:pt x="0" y="54"/>
                    <a:pt x="0" y="99"/>
                  </a:cubicBezTo>
                  <a:cubicBezTo>
                    <a:pt x="0" y="145"/>
                    <a:pt x="36" y="108"/>
                    <a:pt x="36" y="126"/>
                  </a:cubicBezTo>
                  <a:cubicBezTo>
                    <a:pt x="36" y="146"/>
                    <a:pt x="36" y="153"/>
                    <a:pt x="36" y="180"/>
                  </a:cubicBezTo>
                  <a:cubicBezTo>
                    <a:pt x="36" y="180"/>
                    <a:pt x="72" y="180"/>
                    <a:pt x="81" y="180"/>
                  </a:cubicBezTo>
                  <a:cubicBezTo>
                    <a:pt x="99" y="180"/>
                    <a:pt x="72" y="144"/>
                    <a:pt x="99" y="144"/>
                  </a:cubicBezTo>
                  <a:cubicBezTo>
                    <a:pt x="144" y="144"/>
                    <a:pt x="99" y="180"/>
                    <a:pt x="126" y="180"/>
                  </a:cubicBezTo>
                  <a:cubicBezTo>
                    <a:pt x="153" y="180"/>
                    <a:pt x="180" y="180"/>
                    <a:pt x="180" y="180"/>
                  </a:cubicBezTo>
                  <a:cubicBezTo>
                    <a:pt x="180" y="180"/>
                    <a:pt x="180" y="153"/>
                    <a:pt x="180" y="135"/>
                  </a:cubicBezTo>
                  <a:cubicBezTo>
                    <a:pt x="180" y="117"/>
                    <a:pt x="216" y="153"/>
                    <a:pt x="216" y="117"/>
                  </a:cubicBezTo>
                  <a:cubicBezTo>
                    <a:pt x="216" y="81"/>
                    <a:pt x="180" y="117"/>
                    <a:pt x="180" y="90"/>
                  </a:cubicBezTo>
                  <a:cubicBezTo>
                    <a:pt x="180" y="63"/>
                    <a:pt x="180" y="36"/>
                    <a:pt x="180" y="36"/>
                  </a:cubicBezTo>
                  <a:cubicBezTo>
                    <a:pt x="180" y="36"/>
                    <a:pt x="142" y="44"/>
                    <a:pt x="126" y="36"/>
                  </a:cubicBezTo>
                  <a:close/>
                </a:path>
              </a:pathLst>
            </a:custGeom>
            <a:solidFill>
              <a:schemeClr val="accent6"/>
            </a:solidFill>
            <a:ln w="9525">
              <a:noFill/>
              <a:round/>
            </a:ln>
          </p:spPr>
          <p:txBody>
            <a:bodyPr/>
            <a:lstStyle/>
            <a:p>
              <a:endParaRPr lang="en-GB" sz="1815"/>
            </a:p>
          </p:txBody>
        </p:sp>
        <p:sp>
          <p:nvSpPr>
            <p:cNvPr id="472" name="Freeform 316"/>
            <p:cNvSpPr/>
            <p:nvPr/>
          </p:nvSpPr>
          <p:spPr bwMode="auto">
            <a:xfrm>
              <a:off x="5971832" y="5166052"/>
              <a:ext cx="397851" cy="439173"/>
            </a:xfrm>
            <a:custGeom>
              <a:avLst/>
              <a:gdLst>
                <a:gd name="T0" fmla="*/ 1000 w 171"/>
                <a:gd name="T1" fmla="*/ 576 h 189"/>
                <a:gd name="T2" fmla="*/ 841 w 171"/>
                <a:gd name="T3" fmla="*/ 421 h 189"/>
                <a:gd name="T4" fmla="*/ 841 w 171"/>
                <a:gd name="T5" fmla="*/ 210 h 189"/>
                <a:gd name="T6" fmla="*/ 578 w 171"/>
                <a:gd name="T7" fmla="*/ 210 h 189"/>
                <a:gd name="T8" fmla="*/ 474 w 171"/>
                <a:gd name="T9" fmla="*/ 0 h 189"/>
                <a:gd name="T10" fmla="*/ 315 w 171"/>
                <a:gd name="T11" fmla="*/ 210 h 189"/>
                <a:gd name="T12" fmla="*/ 0 w 171"/>
                <a:gd name="T13" fmla="*/ 210 h 189"/>
                <a:gd name="T14" fmla="*/ 0 w 171"/>
                <a:gd name="T15" fmla="*/ 473 h 189"/>
                <a:gd name="T16" fmla="*/ 211 w 171"/>
                <a:gd name="T17" fmla="*/ 576 h 189"/>
                <a:gd name="T18" fmla="*/ 0 w 171"/>
                <a:gd name="T19" fmla="*/ 734 h 189"/>
                <a:gd name="T20" fmla="*/ 0 w 171"/>
                <a:gd name="T21" fmla="*/ 1049 h 189"/>
                <a:gd name="T22" fmla="*/ 263 w 171"/>
                <a:gd name="T23" fmla="*/ 997 h 189"/>
                <a:gd name="T24" fmla="*/ 396 w 171"/>
                <a:gd name="T25" fmla="*/ 786 h 189"/>
                <a:gd name="T26" fmla="*/ 578 w 171"/>
                <a:gd name="T27" fmla="*/ 1049 h 189"/>
                <a:gd name="T28" fmla="*/ 841 w 171"/>
                <a:gd name="T29" fmla="*/ 1049 h 189"/>
                <a:gd name="T30" fmla="*/ 789 w 171"/>
                <a:gd name="T31" fmla="*/ 734 h 189"/>
                <a:gd name="T32" fmla="*/ 1000 w 171"/>
                <a:gd name="T33" fmla="*/ 576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9"/>
                <a:gd name="T53" fmla="*/ 171 w 171"/>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9">
                  <a:moveTo>
                    <a:pt x="171" y="99"/>
                  </a:moveTo>
                  <a:cubicBezTo>
                    <a:pt x="171" y="63"/>
                    <a:pt x="135" y="99"/>
                    <a:pt x="144" y="72"/>
                  </a:cubicBezTo>
                  <a:cubicBezTo>
                    <a:pt x="153" y="45"/>
                    <a:pt x="144" y="36"/>
                    <a:pt x="144" y="36"/>
                  </a:cubicBezTo>
                  <a:cubicBezTo>
                    <a:pt x="144" y="36"/>
                    <a:pt x="117" y="36"/>
                    <a:pt x="99" y="36"/>
                  </a:cubicBezTo>
                  <a:cubicBezTo>
                    <a:pt x="81" y="36"/>
                    <a:pt x="126" y="0"/>
                    <a:pt x="81" y="0"/>
                  </a:cubicBezTo>
                  <a:cubicBezTo>
                    <a:pt x="35" y="0"/>
                    <a:pt x="72" y="36"/>
                    <a:pt x="54" y="36"/>
                  </a:cubicBezTo>
                  <a:cubicBezTo>
                    <a:pt x="34" y="36"/>
                    <a:pt x="27" y="36"/>
                    <a:pt x="0" y="36"/>
                  </a:cubicBezTo>
                  <a:cubicBezTo>
                    <a:pt x="0" y="36"/>
                    <a:pt x="0" y="72"/>
                    <a:pt x="0" y="81"/>
                  </a:cubicBezTo>
                  <a:cubicBezTo>
                    <a:pt x="0" y="99"/>
                    <a:pt x="36" y="72"/>
                    <a:pt x="36" y="99"/>
                  </a:cubicBezTo>
                  <a:cubicBezTo>
                    <a:pt x="36" y="144"/>
                    <a:pt x="0" y="99"/>
                    <a:pt x="0" y="126"/>
                  </a:cubicBezTo>
                  <a:cubicBezTo>
                    <a:pt x="0" y="153"/>
                    <a:pt x="0" y="180"/>
                    <a:pt x="0" y="180"/>
                  </a:cubicBezTo>
                  <a:cubicBezTo>
                    <a:pt x="0" y="180"/>
                    <a:pt x="18" y="171"/>
                    <a:pt x="45" y="171"/>
                  </a:cubicBezTo>
                  <a:cubicBezTo>
                    <a:pt x="72" y="171"/>
                    <a:pt x="36" y="135"/>
                    <a:pt x="68" y="135"/>
                  </a:cubicBezTo>
                  <a:cubicBezTo>
                    <a:pt x="117" y="135"/>
                    <a:pt x="63" y="171"/>
                    <a:pt x="99" y="180"/>
                  </a:cubicBezTo>
                  <a:cubicBezTo>
                    <a:pt x="135" y="189"/>
                    <a:pt x="144" y="180"/>
                    <a:pt x="144" y="180"/>
                  </a:cubicBezTo>
                  <a:cubicBezTo>
                    <a:pt x="144" y="180"/>
                    <a:pt x="135" y="135"/>
                    <a:pt x="135" y="126"/>
                  </a:cubicBezTo>
                  <a:cubicBezTo>
                    <a:pt x="135" y="99"/>
                    <a:pt x="171" y="126"/>
                    <a:pt x="171" y="99"/>
                  </a:cubicBezTo>
                  <a:close/>
                </a:path>
              </a:pathLst>
            </a:custGeom>
            <a:solidFill>
              <a:schemeClr val="tx2"/>
            </a:solidFill>
            <a:ln w="9525">
              <a:noFill/>
              <a:round/>
            </a:ln>
          </p:spPr>
          <p:txBody>
            <a:bodyPr/>
            <a:lstStyle/>
            <a:p>
              <a:endParaRPr lang="en-GB" sz="1815"/>
            </a:p>
          </p:txBody>
        </p:sp>
        <p:sp>
          <p:nvSpPr>
            <p:cNvPr id="473" name="Freeform 317"/>
            <p:cNvSpPr/>
            <p:nvPr/>
          </p:nvSpPr>
          <p:spPr bwMode="auto">
            <a:xfrm>
              <a:off x="6640945" y="3829158"/>
              <a:ext cx="396559" cy="439173"/>
            </a:xfrm>
            <a:custGeom>
              <a:avLst/>
              <a:gdLst>
                <a:gd name="T0" fmla="*/ 467 w 171"/>
                <a:gd name="T1" fmla="*/ 0 h 189"/>
                <a:gd name="T2" fmla="*/ 312 w 171"/>
                <a:gd name="T3" fmla="*/ 210 h 189"/>
                <a:gd name="T4" fmla="*/ 0 w 171"/>
                <a:gd name="T5" fmla="*/ 210 h 189"/>
                <a:gd name="T6" fmla="*/ 0 w 171"/>
                <a:gd name="T7" fmla="*/ 473 h 189"/>
                <a:gd name="T8" fmla="*/ 210 w 171"/>
                <a:gd name="T9" fmla="*/ 576 h 189"/>
                <a:gd name="T10" fmla="*/ 0 w 171"/>
                <a:gd name="T11" fmla="*/ 734 h 189"/>
                <a:gd name="T12" fmla="*/ 0 w 171"/>
                <a:gd name="T13" fmla="*/ 1049 h 189"/>
                <a:gd name="T14" fmla="*/ 260 w 171"/>
                <a:gd name="T15" fmla="*/ 997 h 189"/>
                <a:gd name="T16" fmla="*/ 393 w 171"/>
                <a:gd name="T17" fmla="*/ 786 h 189"/>
                <a:gd name="T18" fmla="*/ 575 w 171"/>
                <a:gd name="T19" fmla="*/ 1049 h 189"/>
                <a:gd name="T20" fmla="*/ 835 w 171"/>
                <a:gd name="T21" fmla="*/ 1049 h 189"/>
                <a:gd name="T22" fmla="*/ 779 w 171"/>
                <a:gd name="T23" fmla="*/ 734 h 189"/>
                <a:gd name="T24" fmla="*/ 989 w 171"/>
                <a:gd name="T25" fmla="*/ 576 h 189"/>
                <a:gd name="T26" fmla="*/ 835 w 171"/>
                <a:gd name="T27" fmla="*/ 421 h 189"/>
                <a:gd name="T28" fmla="*/ 835 w 171"/>
                <a:gd name="T29" fmla="*/ 210 h 189"/>
                <a:gd name="T30" fmla="*/ 575 w 171"/>
                <a:gd name="T31" fmla="*/ 210 h 189"/>
                <a:gd name="T32" fmla="*/ 467 w 171"/>
                <a:gd name="T33" fmla="*/ 0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9"/>
                <a:gd name="T53" fmla="*/ 171 w 171"/>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9">
                  <a:moveTo>
                    <a:pt x="81" y="0"/>
                  </a:moveTo>
                  <a:cubicBezTo>
                    <a:pt x="35" y="0"/>
                    <a:pt x="72" y="36"/>
                    <a:pt x="54" y="36"/>
                  </a:cubicBezTo>
                  <a:cubicBezTo>
                    <a:pt x="34" y="36"/>
                    <a:pt x="27" y="36"/>
                    <a:pt x="0" y="36"/>
                  </a:cubicBezTo>
                  <a:cubicBezTo>
                    <a:pt x="0" y="36"/>
                    <a:pt x="0" y="72"/>
                    <a:pt x="0" y="81"/>
                  </a:cubicBezTo>
                  <a:cubicBezTo>
                    <a:pt x="0" y="99"/>
                    <a:pt x="36" y="72"/>
                    <a:pt x="36" y="99"/>
                  </a:cubicBezTo>
                  <a:cubicBezTo>
                    <a:pt x="36" y="144"/>
                    <a:pt x="0" y="99"/>
                    <a:pt x="0" y="126"/>
                  </a:cubicBezTo>
                  <a:cubicBezTo>
                    <a:pt x="0" y="153"/>
                    <a:pt x="0" y="180"/>
                    <a:pt x="0" y="180"/>
                  </a:cubicBezTo>
                  <a:cubicBezTo>
                    <a:pt x="0" y="180"/>
                    <a:pt x="18" y="171"/>
                    <a:pt x="45" y="171"/>
                  </a:cubicBezTo>
                  <a:cubicBezTo>
                    <a:pt x="72" y="171"/>
                    <a:pt x="36" y="135"/>
                    <a:pt x="68" y="135"/>
                  </a:cubicBezTo>
                  <a:cubicBezTo>
                    <a:pt x="117" y="135"/>
                    <a:pt x="63" y="171"/>
                    <a:pt x="99" y="180"/>
                  </a:cubicBezTo>
                  <a:cubicBezTo>
                    <a:pt x="135" y="189"/>
                    <a:pt x="144" y="180"/>
                    <a:pt x="144" y="180"/>
                  </a:cubicBezTo>
                  <a:cubicBezTo>
                    <a:pt x="144" y="180"/>
                    <a:pt x="135" y="135"/>
                    <a:pt x="135" y="126"/>
                  </a:cubicBezTo>
                  <a:cubicBezTo>
                    <a:pt x="135" y="99"/>
                    <a:pt x="171" y="126"/>
                    <a:pt x="171" y="99"/>
                  </a:cubicBezTo>
                  <a:cubicBezTo>
                    <a:pt x="171" y="63"/>
                    <a:pt x="135" y="99"/>
                    <a:pt x="144" y="72"/>
                  </a:cubicBezTo>
                  <a:cubicBezTo>
                    <a:pt x="153" y="45"/>
                    <a:pt x="144" y="36"/>
                    <a:pt x="144" y="36"/>
                  </a:cubicBezTo>
                  <a:cubicBezTo>
                    <a:pt x="144" y="36"/>
                    <a:pt x="117" y="36"/>
                    <a:pt x="99" y="36"/>
                  </a:cubicBezTo>
                  <a:cubicBezTo>
                    <a:pt x="81" y="36"/>
                    <a:pt x="126" y="0"/>
                    <a:pt x="81" y="0"/>
                  </a:cubicBezTo>
                  <a:close/>
                </a:path>
              </a:pathLst>
            </a:custGeom>
            <a:solidFill>
              <a:schemeClr val="accent2"/>
            </a:solidFill>
            <a:ln w="9525">
              <a:noFill/>
              <a:round/>
            </a:ln>
          </p:spPr>
          <p:txBody>
            <a:bodyPr/>
            <a:lstStyle/>
            <a:p>
              <a:endParaRPr lang="en-GB" sz="1815"/>
            </a:p>
          </p:txBody>
        </p:sp>
        <p:sp>
          <p:nvSpPr>
            <p:cNvPr id="474" name="Freeform 318"/>
            <p:cNvSpPr/>
            <p:nvPr/>
          </p:nvSpPr>
          <p:spPr bwMode="auto">
            <a:xfrm>
              <a:off x="4301634" y="2826811"/>
              <a:ext cx="396559" cy="439173"/>
            </a:xfrm>
            <a:custGeom>
              <a:avLst/>
              <a:gdLst>
                <a:gd name="T0" fmla="*/ 210 w 171"/>
                <a:gd name="T1" fmla="*/ 576 h 189"/>
                <a:gd name="T2" fmla="*/ 0 w 171"/>
                <a:gd name="T3" fmla="*/ 734 h 189"/>
                <a:gd name="T4" fmla="*/ 0 w 171"/>
                <a:gd name="T5" fmla="*/ 1049 h 189"/>
                <a:gd name="T6" fmla="*/ 260 w 171"/>
                <a:gd name="T7" fmla="*/ 997 h 189"/>
                <a:gd name="T8" fmla="*/ 393 w 171"/>
                <a:gd name="T9" fmla="*/ 786 h 189"/>
                <a:gd name="T10" fmla="*/ 575 w 171"/>
                <a:gd name="T11" fmla="*/ 1049 h 189"/>
                <a:gd name="T12" fmla="*/ 835 w 171"/>
                <a:gd name="T13" fmla="*/ 1049 h 189"/>
                <a:gd name="T14" fmla="*/ 779 w 171"/>
                <a:gd name="T15" fmla="*/ 734 h 189"/>
                <a:gd name="T16" fmla="*/ 989 w 171"/>
                <a:gd name="T17" fmla="*/ 576 h 189"/>
                <a:gd name="T18" fmla="*/ 835 w 171"/>
                <a:gd name="T19" fmla="*/ 279 h 189"/>
                <a:gd name="T20" fmla="*/ 575 w 171"/>
                <a:gd name="T21" fmla="*/ 210 h 189"/>
                <a:gd name="T22" fmla="*/ 467 w 171"/>
                <a:gd name="T23" fmla="*/ 0 h 189"/>
                <a:gd name="T24" fmla="*/ 312 w 171"/>
                <a:gd name="T25" fmla="*/ 210 h 189"/>
                <a:gd name="T26" fmla="*/ 0 w 171"/>
                <a:gd name="T27" fmla="*/ 210 h 189"/>
                <a:gd name="T28" fmla="*/ 0 w 171"/>
                <a:gd name="T29" fmla="*/ 473 h 189"/>
                <a:gd name="T30" fmla="*/ 210 w 171"/>
                <a:gd name="T31" fmla="*/ 576 h 18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71"/>
                <a:gd name="T49" fmla="*/ 0 h 189"/>
                <a:gd name="T50" fmla="*/ 171 w 171"/>
                <a:gd name="T51" fmla="*/ 189 h 189"/>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71" h="189">
                  <a:moveTo>
                    <a:pt x="36" y="99"/>
                  </a:moveTo>
                  <a:cubicBezTo>
                    <a:pt x="36" y="144"/>
                    <a:pt x="0" y="99"/>
                    <a:pt x="0" y="126"/>
                  </a:cubicBezTo>
                  <a:cubicBezTo>
                    <a:pt x="0" y="153"/>
                    <a:pt x="0" y="180"/>
                    <a:pt x="0" y="180"/>
                  </a:cubicBezTo>
                  <a:cubicBezTo>
                    <a:pt x="0" y="180"/>
                    <a:pt x="18" y="171"/>
                    <a:pt x="45" y="171"/>
                  </a:cubicBezTo>
                  <a:cubicBezTo>
                    <a:pt x="72" y="171"/>
                    <a:pt x="36" y="135"/>
                    <a:pt x="68" y="135"/>
                  </a:cubicBezTo>
                  <a:cubicBezTo>
                    <a:pt x="117" y="135"/>
                    <a:pt x="63" y="171"/>
                    <a:pt x="99" y="180"/>
                  </a:cubicBezTo>
                  <a:cubicBezTo>
                    <a:pt x="135" y="189"/>
                    <a:pt x="144" y="180"/>
                    <a:pt x="144" y="180"/>
                  </a:cubicBezTo>
                  <a:cubicBezTo>
                    <a:pt x="144" y="180"/>
                    <a:pt x="135" y="135"/>
                    <a:pt x="135" y="126"/>
                  </a:cubicBezTo>
                  <a:cubicBezTo>
                    <a:pt x="135" y="99"/>
                    <a:pt x="171" y="126"/>
                    <a:pt x="171" y="99"/>
                  </a:cubicBezTo>
                  <a:cubicBezTo>
                    <a:pt x="171" y="63"/>
                    <a:pt x="135" y="75"/>
                    <a:pt x="144" y="48"/>
                  </a:cubicBezTo>
                  <a:cubicBezTo>
                    <a:pt x="144" y="48"/>
                    <a:pt x="117" y="36"/>
                    <a:pt x="99" y="36"/>
                  </a:cubicBezTo>
                  <a:cubicBezTo>
                    <a:pt x="81" y="36"/>
                    <a:pt x="126" y="0"/>
                    <a:pt x="81" y="0"/>
                  </a:cubicBezTo>
                  <a:cubicBezTo>
                    <a:pt x="35" y="0"/>
                    <a:pt x="72" y="36"/>
                    <a:pt x="54" y="36"/>
                  </a:cubicBezTo>
                  <a:cubicBezTo>
                    <a:pt x="34" y="36"/>
                    <a:pt x="27" y="36"/>
                    <a:pt x="0" y="36"/>
                  </a:cubicBezTo>
                  <a:cubicBezTo>
                    <a:pt x="0" y="36"/>
                    <a:pt x="0" y="72"/>
                    <a:pt x="0" y="81"/>
                  </a:cubicBezTo>
                  <a:cubicBezTo>
                    <a:pt x="0" y="99"/>
                    <a:pt x="36" y="72"/>
                    <a:pt x="36" y="99"/>
                  </a:cubicBezTo>
                  <a:close/>
                </a:path>
              </a:pathLst>
            </a:custGeom>
            <a:solidFill>
              <a:schemeClr val="accent6"/>
            </a:solidFill>
            <a:ln w="9525">
              <a:noFill/>
              <a:round/>
            </a:ln>
          </p:spPr>
          <p:txBody>
            <a:bodyPr/>
            <a:lstStyle/>
            <a:p>
              <a:endParaRPr lang="en-GB" sz="1815"/>
            </a:p>
          </p:txBody>
        </p:sp>
        <p:sp>
          <p:nvSpPr>
            <p:cNvPr id="475" name="Freeform 319"/>
            <p:cNvSpPr/>
            <p:nvPr/>
          </p:nvSpPr>
          <p:spPr bwMode="auto">
            <a:xfrm>
              <a:off x="4301634" y="4163705"/>
              <a:ext cx="396559" cy="439173"/>
            </a:xfrm>
            <a:custGeom>
              <a:avLst/>
              <a:gdLst>
                <a:gd name="T0" fmla="*/ 989 w 171"/>
                <a:gd name="T1" fmla="*/ 576 h 189"/>
                <a:gd name="T2" fmla="*/ 835 w 171"/>
                <a:gd name="T3" fmla="*/ 421 h 189"/>
                <a:gd name="T4" fmla="*/ 835 w 171"/>
                <a:gd name="T5" fmla="*/ 210 h 189"/>
                <a:gd name="T6" fmla="*/ 575 w 171"/>
                <a:gd name="T7" fmla="*/ 210 h 189"/>
                <a:gd name="T8" fmla="*/ 467 w 171"/>
                <a:gd name="T9" fmla="*/ 0 h 189"/>
                <a:gd name="T10" fmla="*/ 312 w 171"/>
                <a:gd name="T11" fmla="*/ 210 h 189"/>
                <a:gd name="T12" fmla="*/ 0 w 171"/>
                <a:gd name="T13" fmla="*/ 210 h 189"/>
                <a:gd name="T14" fmla="*/ 0 w 171"/>
                <a:gd name="T15" fmla="*/ 473 h 189"/>
                <a:gd name="T16" fmla="*/ 210 w 171"/>
                <a:gd name="T17" fmla="*/ 576 h 189"/>
                <a:gd name="T18" fmla="*/ 0 w 171"/>
                <a:gd name="T19" fmla="*/ 734 h 189"/>
                <a:gd name="T20" fmla="*/ 0 w 171"/>
                <a:gd name="T21" fmla="*/ 1049 h 189"/>
                <a:gd name="T22" fmla="*/ 260 w 171"/>
                <a:gd name="T23" fmla="*/ 997 h 189"/>
                <a:gd name="T24" fmla="*/ 393 w 171"/>
                <a:gd name="T25" fmla="*/ 786 h 189"/>
                <a:gd name="T26" fmla="*/ 575 w 171"/>
                <a:gd name="T27" fmla="*/ 1049 h 189"/>
                <a:gd name="T28" fmla="*/ 835 w 171"/>
                <a:gd name="T29" fmla="*/ 1049 h 189"/>
                <a:gd name="T30" fmla="*/ 779 w 171"/>
                <a:gd name="T31" fmla="*/ 734 h 189"/>
                <a:gd name="T32" fmla="*/ 989 w 171"/>
                <a:gd name="T33" fmla="*/ 576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9"/>
                <a:gd name="T53" fmla="*/ 171 w 171"/>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9">
                  <a:moveTo>
                    <a:pt x="171" y="99"/>
                  </a:moveTo>
                  <a:cubicBezTo>
                    <a:pt x="171" y="63"/>
                    <a:pt x="135" y="99"/>
                    <a:pt x="144" y="72"/>
                  </a:cubicBezTo>
                  <a:cubicBezTo>
                    <a:pt x="153" y="45"/>
                    <a:pt x="144" y="36"/>
                    <a:pt x="144" y="36"/>
                  </a:cubicBezTo>
                  <a:cubicBezTo>
                    <a:pt x="144" y="36"/>
                    <a:pt x="117" y="36"/>
                    <a:pt x="99" y="36"/>
                  </a:cubicBezTo>
                  <a:cubicBezTo>
                    <a:pt x="81" y="36"/>
                    <a:pt x="126" y="0"/>
                    <a:pt x="81" y="0"/>
                  </a:cubicBezTo>
                  <a:cubicBezTo>
                    <a:pt x="35" y="0"/>
                    <a:pt x="72" y="36"/>
                    <a:pt x="54" y="36"/>
                  </a:cubicBezTo>
                  <a:cubicBezTo>
                    <a:pt x="34" y="36"/>
                    <a:pt x="27" y="36"/>
                    <a:pt x="0" y="36"/>
                  </a:cubicBezTo>
                  <a:cubicBezTo>
                    <a:pt x="0" y="36"/>
                    <a:pt x="0" y="72"/>
                    <a:pt x="0" y="81"/>
                  </a:cubicBezTo>
                  <a:cubicBezTo>
                    <a:pt x="0" y="99"/>
                    <a:pt x="36" y="72"/>
                    <a:pt x="36" y="99"/>
                  </a:cubicBezTo>
                  <a:cubicBezTo>
                    <a:pt x="36" y="144"/>
                    <a:pt x="0" y="99"/>
                    <a:pt x="0" y="126"/>
                  </a:cubicBezTo>
                  <a:cubicBezTo>
                    <a:pt x="0" y="153"/>
                    <a:pt x="0" y="180"/>
                    <a:pt x="0" y="180"/>
                  </a:cubicBezTo>
                  <a:cubicBezTo>
                    <a:pt x="0" y="180"/>
                    <a:pt x="18" y="171"/>
                    <a:pt x="45" y="171"/>
                  </a:cubicBezTo>
                  <a:cubicBezTo>
                    <a:pt x="72" y="171"/>
                    <a:pt x="36" y="135"/>
                    <a:pt x="68" y="135"/>
                  </a:cubicBezTo>
                  <a:cubicBezTo>
                    <a:pt x="117" y="135"/>
                    <a:pt x="63" y="171"/>
                    <a:pt x="99" y="180"/>
                  </a:cubicBezTo>
                  <a:cubicBezTo>
                    <a:pt x="135" y="189"/>
                    <a:pt x="144" y="180"/>
                    <a:pt x="144" y="180"/>
                  </a:cubicBezTo>
                  <a:cubicBezTo>
                    <a:pt x="144" y="180"/>
                    <a:pt x="135" y="135"/>
                    <a:pt x="135" y="126"/>
                  </a:cubicBezTo>
                  <a:cubicBezTo>
                    <a:pt x="135" y="99"/>
                    <a:pt x="171" y="126"/>
                    <a:pt x="171" y="99"/>
                  </a:cubicBezTo>
                  <a:close/>
                </a:path>
              </a:pathLst>
            </a:custGeom>
            <a:solidFill>
              <a:schemeClr val="accent6"/>
            </a:solidFill>
            <a:ln w="9525">
              <a:noFill/>
              <a:round/>
            </a:ln>
          </p:spPr>
          <p:txBody>
            <a:bodyPr/>
            <a:lstStyle/>
            <a:p>
              <a:endParaRPr lang="en-GB" sz="1815"/>
            </a:p>
          </p:txBody>
        </p:sp>
        <p:sp>
          <p:nvSpPr>
            <p:cNvPr id="476" name="Freeform 320"/>
            <p:cNvSpPr/>
            <p:nvPr/>
          </p:nvSpPr>
          <p:spPr bwMode="auto">
            <a:xfrm>
              <a:off x="6620277" y="2576224"/>
              <a:ext cx="437894" cy="397839"/>
            </a:xfrm>
            <a:custGeom>
              <a:avLst/>
              <a:gdLst>
                <a:gd name="T0" fmla="*/ 312 w 189"/>
                <a:gd name="T1" fmla="*/ 396 h 171"/>
                <a:gd name="T2" fmla="*/ 52 w 189"/>
                <a:gd name="T3" fmla="*/ 578 h 171"/>
                <a:gd name="T4" fmla="*/ 52 w 189"/>
                <a:gd name="T5" fmla="*/ 841 h 171"/>
                <a:gd name="T6" fmla="*/ 364 w 189"/>
                <a:gd name="T7" fmla="*/ 789 h 171"/>
                <a:gd name="T8" fmla="*/ 518 w 189"/>
                <a:gd name="T9" fmla="*/ 1000 h 171"/>
                <a:gd name="T10" fmla="*/ 676 w 189"/>
                <a:gd name="T11" fmla="*/ 841 h 171"/>
                <a:gd name="T12" fmla="*/ 881 w 189"/>
                <a:gd name="T13" fmla="*/ 841 h 171"/>
                <a:gd name="T14" fmla="*/ 881 w 189"/>
                <a:gd name="T15" fmla="*/ 578 h 171"/>
                <a:gd name="T16" fmla="*/ 1091 w 189"/>
                <a:gd name="T17" fmla="*/ 474 h 171"/>
                <a:gd name="T18" fmla="*/ 881 w 189"/>
                <a:gd name="T19" fmla="*/ 315 h 171"/>
                <a:gd name="T20" fmla="*/ 881 w 189"/>
                <a:gd name="T21" fmla="*/ 0 h 171"/>
                <a:gd name="T22" fmla="*/ 624 w 189"/>
                <a:gd name="T23" fmla="*/ 0 h 171"/>
                <a:gd name="T24" fmla="*/ 518 w 189"/>
                <a:gd name="T25" fmla="*/ 211 h 171"/>
                <a:gd name="T26" fmla="*/ 364 w 189"/>
                <a:gd name="T27" fmla="*/ 0 h 171"/>
                <a:gd name="T28" fmla="*/ 52 w 189"/>
                <a:gd name="T29" fmla="*/ 0 h 171"/>
                <a:gd name="T30" fmla="*/ 102 w 189"/>
                <a:gd name="T31" fmla="*/ 263 h 171"/>
                <a:gd name="T32" fmla="*/ 312 w 189"/>
                <a:gd name="T33" fmla="*/ 396 h 1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71"/>
                <a:gd name="T53" fmla="*/ 189 w 189"/>
                <a:gd name="T54" fmla="*/ 171 h 17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71">
                  <a:moveTo>
                    <a:pt x="54" y="68"/>
                  </a:moveTo>
                  <a:cubicBezTo>
                    <a:pt x="54" y="117"/>
                    <a:pt x="18" y="63"/>
                    <a:pt x="9" y="99"/>
                  </a:cubicBezTo>
                  <a:cubicBezTo>
                    <a:pt x="0" y="135"/>
                    <a:pt x="9" y="144"/>
                    <a:pt x="9" y="144"/>
                  </a:cubicBezTo>
                  <a:cubicBezTo>
                    <a:pt x="9" y="144"/>
                    <a:pt x="54" y="135"/>
                    <a:pt x="63" y="135"/>
                  </a:cubicBezTo>
                  <a:cubicBezTo>
                    <a:pt x="90" y="135"/>
                    <a:pt x="63" y="171"/>
                    <a:pt x="90" y="171"/>
                  </a:cubicBezTo>
                  <a:cubicBezTo>
                    <a:pt x="126" y="171"/>
                    <a:pt x="90" y="135"/>
                    <a:pt x="117" y="144"/>
                  </a:cubicBezTo>
                  <a:cubicBezTo>
                    <a:pt x="144" y="153"/>
                    <a:pt x="153" y="144"/>
                    <a:pt x="153" y="144"/>
                  </a:cubicBezTo>
                  <a:cubicBezTo>
                    <a:pt x="153" y="144"/>
                    <a:pt x="153" y="117"/>
                    <a:pt x="153" y="99"/>
                  </a:cubicBezTo>
                  <a:cubicBezTo>
                    <a:pt x="153" y="81"/>
                    <a:pt x="189" y="126"/>
                    <a:pt x="189" y="81"/>
                  </a:cubicBezTo>
                  <a:cubicBezTo>
                    <a:pt x="189" y="35"/>
                    <a:pt x="153" y="72"/>
                    <a:pt x="153" y="54"/>
                  </a:cubicBezTo>
                  <a:cubicBezTo>
                    <a:pt x="153" y="34"/>
                    <a:pt x="153" y="27"/>
                    <a:pt x="153" y="0"/>
                  </a:cubicBezTo>
                  <a:cubicBezTo>
                    <a:pt x="153" y="0"/>
                    <a:pt x="117" y="0"/>
                    <a:pt x="108" y="0"/>
                  </a:cubicBezTo>
                  <a:cubicBezTo>
                    <a:pt x="90" y="0"/>
                    <a:pt x="117" y="36"/>
                    <a:pt x="90" y="36"/>
                  </a:cubicBezTo>
                  <a:cubicBezTo>
                    <a:pt x="45" y="36"/>
                    <a:pt x="90" y="0"/>
                    <a:pt x="63" y="0"/>
                  </a:cubicBezTo>
                  <a:cubicBezTo>
                    <a:pt x="36" y="0"/>
                    <a:pt x="9" y="0"/>
                    <a:pt x="9" y="0"/>
                  </a:cubicBezTo>
                  <a:cubicBezTo>
                    <a:pt x="9" y="0"/>
                    <a:pt x="18" y="18"/>
                    <a:pt x="18" y="45"/>
                  </a:cubicBezTo>
                  <a:cubicBezTo>
                    <a:pt x="18" y="72"/>
                    <a:pt x="54" y="36"/>
                    <a:pt x="54" y="68"/>
                  </a:cubicBezTo>
                  <a:close/>
                </a:path>
              </a:pathLst>
            </a:custGeom>
            <a:solidFill>
              <a:schemeClr val="accent2"/>
            </a:solidFill>
            <a:ln w="9525">
              <a:noFill/>
              <a:round/>
            </a:ln>
          </p:spPr>
          <p:txBody>
            <a:bodyPr/>
            <a:lstStyle/>
            <a:p>
              <a:endParaRPr lang="en-GB" sz="1815"/>
            </a:p>
          </p:txBody>
        </p:sp>
        <p:sp>
          <p:nvSpPr>
            <p:cNvPr id="477" name="Freeform 321"/>
            <p:cNvSpPr/>
            <p:nvPr/>
          </p:nvSpPr>
          <p:spPr bwMode="auto">
            <a:xfrm>
              <a:off x="3946411" y="3913118"/>
              <a:ext cx="439186" cy="396547"/>
            </a:xfrm>
            <a:custGeom>
              <a:avLst/>
              <a:gdLst>
                <a:gd name="T0" fmla="*/ 523 w 189"/>
                <a:gd name="T1" fmla="*/ 989 h 171"/>
                <a:gd name="T2" fmla="*/ 680 w 189"/>
                <a:gd name="T3" fmla="*/ 835 h 171"/>
                <a:gd name="T4" fmla="*/ 890 w 189"/>
                <a:gd name="T5" fmla="*/ 835 h 171"/>
                <a:gd name="T6" fmla="*/ 890 w 189"/>
                <a:gd name="T7" fmla="*/ 575 h 171"/>
                <a:gd name="T8" fmla="*/ 1101 w 189"/>
                <a:gd name="T9" fmla="*/ 467 h 171"/>
                <a:gd name="T10" fmla="*/ 890 w 189"/>
                <a:gd name="T11" fmla="*/ 312 h 171"/>
                <a:gd name="T12" fmla="*/ 890 w 189"/>
                <a:gd name="T13" fmla="*/ 0 h 171"/>
                <a:gd name="T14" fmla="*/ 628 w 189"/>
                <a:gd name="T15" fmla="*/ 0 h 171"/>
                <a:gd name="T16" fmla="*/ 523 w 189"/>
                <a:gd name="T17" fmla="*/ 210 h 171"/>
                <a:gd name="T18" fmla="*/ 365 w 189"/>
                <a:gd name="T19" fmla="*/ 0 h 171"/>
                <a:gd name="T20" fmla="*/ 52 w 189"/>
                <a:gd name="T21" fmla="*/ 0 h 171"/>
                <a:gd name="T22" fmla="*/ 104 w 189"/>
                <a:gd name="T23" fmla="*/ 260 h 171"/>
                <a:gd name="T24" fmla="*/ 313 w 189"/>
                <a:gd name="T25" fmla="*/ 393 h 171"/>
                <a:gd name="T26" fmla="*/ 52 w 189"/>
                <a:gd name="T27" fmla="*/ 575 h 171"/>
                <a:gd name="T28" fmla="*/ 52 w 189"/>
                <a:gd name="T29" fmla="*/ 835 h 171"/>
                <a:gd name="T30" fmla="*/ 365 w 189"/>
                <a:gd name="T31" fmla="*/ 779 h 171"/>
                <a:gd name="T32" fmla="*/ 523 w 189"/>
                <a:gd name="T33" fmla="*/ 989 h 1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71"/>
                <a:gd name="T53" fmla="*/ 189 w 189"/>
                <a:gd name="T54" fmla="*/ 171 h 17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71">
                  <a:moveTo>
                    <a:pt x="90" y="171"/>
                  </a:moveTo>
                  <a:cubicBezTo>
                    <a:pt x="126" y="171"/>
                    <a:pt x="90" y="135"/>
                    <a:pt x="117" y="144"/>
                  </a:cubicBezTo>
                  <a:cubicBezTo>
                    <a:pt x="144" y="153"/>
                    <a:pt x="153" y="144"/>
                    <a:pt x="153" y="144"/>
                  </a:cubicBezTo>
                  <a:cubicBezTo>
                    <a:pt x="153" y="144"/>
                    <a:pt x="153" y="117"/>
                    <a:pt x="153" y="99"/>
                  </a:cubicBezTo>
                  <a:cubicBezTo>
                    <a:pt x="153" y="81"/>
                    <a:pt x="189" y="126"/>
                    <a:pt x="189" y="81"/>
                  </a:cubicBezTo>
                  <a:cubicBezTo>
                    <a:pt x="189" y="35"/>
                    <a:pt x="153" y="72"/>
                    <a:pt x="153" y="54"/>
                  </a:cubicBezTo>
                  <a:cubicBezTo>
                    <a:pt x="153" y="34"/>
                    <a:pt x="153" y="27"/>
                    <a:pt x="153" y="0"/>
                  </a:cubicBezTo>
                  <a:cubicBezTo>
                    <a:pt x="153" y="0"/>
                    <a:pt x="117" y="0"/>
                    <a:pt x="108" y="0"/>
                  </a:cubicBezTo>
                  <a:cubicBezTo>
                    <a:pt x="90" y="0"/>
                    <a:pt x="117" y="36"/>
                    <a:pt x="90" y="36"/>
                  </a:cubicBezTo>
                  <a:cubicBezTo>
                    <a:pt x="45" y="36"/>
                    <a:pt x="90" y="0"/>
                    <a:pt x="63" y="0"/>
                  </a:cubicBezTo>
                  <a:cubicBezTo>
                    <a:pt x="36" y="0"/>
                    <a:pt x="9" y="0"/>
                    <a:pt x="9" y="0"/>
                  </a:cubicBezTo>
                  <a:cubicBezTo>
                    <a:pt x="9" y="0"/>
                    <a:pt x="18" y="18"/>
                    <a:pt x="18" y="45"/>
                  </a:cubicBezTo>
                  <a:cubicBezTo>
                    <a:pt x="18" y="72"/>
                    <a:pt x="54" y="36"/>
                    <a:pt x="54" y="68"/>
                  </a:cubicBezTo>
                  <a:cubicBezTo>
                    <a:pt x="54" y="117"/>
                    <a:pt x="18" y="63"/>
                    <a:pt x="9" y="99"/>
                  </a:cubicBezTo>
                  <a:cubicBezTo>
                    <a:pt x="0" y="135"/>
                    <a:pt x="9" y="144"/>
                    <a:pt x="9" y="144"/>
                  </a:cubicBezTo>
                  <a:cubicBezTo>
                    <a:pt x="9" y="144"/>
                    <a:pt x="54" y="135"/>
                    <a:pt x="63" y="135"/>
                  </a:cubicBezTo>
                  <a:cubicBezTo>
                    <a:pt x="90" y="135"/>
                    <a:pt x="63" y="171"/>
                    <a:pt x="90" y="171"/>
                  </a:cubicBezTo>
                  <a:close/>
                </a:path>
              </a:pathLst>
            </a:custGeom>
            <a:solidFill>
              <a:schemeClr val="accent4"/>
            </a:solidFill>
            <a:ln w="9525">
              <a:noFill/>
              <a:round/>
            </a:ln>
          </p:spPr>
          <p:txBody>
            <a:bodyPr/>
            <a:lstStyle/>
            <a:p>
              <a:endParaRPr lang="en-GB" sz="1815"/>
            </a:p>
          </p:txBody>
        </p:sp>
        <p:sp>
          <p:nvSpPr>
            <p:cNvPr id="478" name="Freeform 322"/>
            <p:cNvSpPr/>
            <p:nvPr/>
          </p:nvSpPr>
          <p:spPr bwMode="auto">
            <a:xfrm>
              <a:off x="4636191" y="5166052"/>
              <a:ext cx="417227" cy="417214"/>
            </a:xfrm>
            <a:custGeom>
              <a:avLst/>
              <a:gdLst>
                <a:gd name="T0" fmla="*/ 1041 w 180"/>
                <a:gd name="T1" fmla="*/ 677 h 180"/>
                <a:gd name="T2" fmla="*/ 831 w 180"/>
                <a:gd name="T3" fmla="*/ 467 h 180"/>
                <a:gd name="T4" fmla="*/ 831 w 180"/>
                <a:gd name="T5" fmla="*/ 210 h 180"/>
                <a:gd name="T6" fmla="*/ 624 w 180"/>
                <a:gd name="T7" fmla="*/ 260 h 180"/>
                <a:gd name="T8" fmla="*/ 467 w 180"/>
                <a:gd name="T9" fmla="*/ 52 h 180"/>
                <a:gd name="T10" fmla="*/ 312 w 180"/>
                <a:gd name="T11" fmla="*/ 210 h 180"/>
                <a:gd name="T12" fmla="*/ 0 w 180"/>
                <a:gd name="T13" fmla="*/ 210 h 180"/>
                <a:gd name="T14" fmla="*/ 0 w 180"/>
                <a:gd name="T15" fmla="*/ 467 h 180"/>
                <a:gd name="T16" fmla="*/ 210 w 180"/>
                <a:gd name="T17" fmla="*/ 572 h 180"/>
                <a:gd name="T18" fmla="*/ 0 w 180"/>
                <a:gd name="T19" fmla="*/ 729 h 180"/>
                <a:gd name="T20" fmla="*/ 0 w 180"/>
                <a:gd name="T21" fmla="*/ 1041 h 180"/>
                <a:gd name="T22" fmla="*/ 260 w 180"/>
                <a:gd name="T23" fmla="*/ 989 h 180"/>
                <a:gd name="T24" fmla="*/ 393 w 180"/>
                <a:gd name="T25" fmla="*/ 779 h 180"/>
                <a:gd name="T26" fmla="*/ 572 w 180"/>
                <a:gd name="T27" fmla="*/ 989 h 180"/>
                <a:gd name="T28" fmla="*/ 831 w 180"/>
                <a:gd name="T29" fmla="*/ 1041 h 180"/>
                <a:gd name="T30" fmla="*/ 831 w 180"/>
                <a:gd name="T31" fmla="*/ 831 h 180"/>
                <a:gd name="T32" fmla="*/ 1041 w 180"/>
                <a:gd name="T33" fmla="*/ 67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80" y="117"/>
                  </a:moveTo>
                  <a:cubicBezTo>
                    <a:pt x="180" y="63"/>
                    <a:pt x="135" y="108"/>
                    <a:pt x="144" y="81"/>
                  </a:cubicBezTo>
                  <a:cubicBezTo>
                    <a:pt x="153" y="54"/>
                    <a:pt x="144" y="36"/>
                    <a:pt x="144" y="36"/>
                  </a:cubicBezTo>
                  <a:cubicBezTo>
                    <a:pt x="144" y="36"/>
                    <a:pt x="126" y="45"/>
                    <a:pt x="108" y="45"/>
                  </a:cubicBezTo>
                  <a:cubicBezTo>
                    <a:pt x="90" y="45"/>
                    <a:pt x="126" y="18"/>
                    <a:pt x="81" y="9"/>
                  </a:cubicBezTo>
                  <a:cubicBezTo>
                    <a:pt x="36" y="0"/>
                    <a:pt x="72" y="36"/>
                    <a:pt x="54" y="36"/>
                  </a:cubicBezTo>
                  <a:cubicBezTo>
                    <a:pt x="36" y="36"/>
                    <a:pt x="27" y="27"/>
                    <a:pt x="0" y="36"/>
                  </a:cubicBezTo>
                  <a:cubicBezTo>
                    <a:pt x="0" y="36"/>
                    <a:pt x="0" y="72"/>
                    <a:pt x="0" y="81"/>
                  </a:cubicBezTo>
                  <a:cubicBezTo>
                    <a:pt x="0" y="90"/>
                    <a:pt x="36" y="54"/>
                    <a:pt x="36" y="99"/>
                  </a:cubicBezTo>
                  <a:cubicBezTo>
                    <a:pt x="36" y="144"/>
                    <a:pt x="0" y="99"/>
                    <a:pt x="0" y="126"/>
                  </a:cubicBezTo>
                  <a:cubicBezTo>
                    <a:pt x="0" y="153"/>
                    <a:pt x="0" y="180"/>
                    <a:pt x="0" y="180"/>
                  </a:cubicBezTo>
                  <a:cubicBezTo>
                    <a:pt x="0" y="180"/>
                    <a:pt x="36" y="180"/>
                    <a:pt x="45" y="171"/>
                  </a:cubicBezTo>
                  <a:cubicBezTo>
                    <a:pt x="63" y="153"/>
                    <a:pt x="36" y="135"/>
                    <a:pt x="68" y="135"/>
                  </a:cubicBezTo>
                  <a:cubicBezTo>
                    <a:pt x="117" y="135"/>
                    <a:pt x="63" y="162"/>
                    <a:pt x="99" y="171"/>
                  </a:cubicBezTo>
                  <a:cubicBezTo>
                    <a:pt x="135" y="180"/>
                    <a:pt x="144" y="180"/>
                    <a:pt x="144" y="180"/>
                  </a:cubicBezTo>
                  <a:cubicBezTo>
                    <a:pt x="144" y="180"/>
                    <a:pt x="144" y="153"/>
                    <a:pt x="144" y="144"/>
                  </a:cubicBezTo>
                  <a:cubicBezTo>
                    <a:pt x="144" y="117"/>
                    <a:pt x="180" y="153"/>
                    <a:pt x="180" y="117"/>
                  </a:cubicBezTo>
                  <a:close/>
                </a:path>
              </a:pathLst>
            </a:custGeom>
            <a:solidFill>
              <a:schemeClr val="accent3"/>
            </a:solidFill>
            <a:ln w="9525">
              <a:noFill/>
              <a:round/>
            </a:ln>
          </p:spPr>
          <p:txBody>
            <a:bodyPr/>
            <a:lstStyle/>
            <a:p>
              <a:endParaRPr lang="en-GB" sz="1815"/>
            </a:p>
          </p:txBody>
        </p:sp>
        <p:sp>
          <p:nvSpPr>
            <p:cNvPr id="479" name="Freeform 323"/>
            <p:cNvSpPr/>
            <p:nvPr/>
          </p:nvSpPr>
          <p:spPr bwMode="auto">
            <a:xfrm>
              <a:off x="3967078" y="3245317"/>
              <a:ext cx="418518" cy="417214"/>
            </a:xfrm>
            <a:custGeom>
              <a:avLst/>
              <a:gdLst>
                <a:gd name="T0" fmla="*/ 263 w 180"/>
                <a:gd name="T1" fmla="*/ 393 h 180"/>
                <a:gd name="T2" fmla="*/ 52 w 180"/>
                <a:gd name="T3" fmla="*/ 572 h 180"/>
                <a:gd name="T4" fmla="*/ 0 w 180"/>
                <a:gd name="T5" fmla="*/ 831 h 180"/>
                <a:gd name="T6" fmla="*/ 211 w 180"/>
                <a:gd name="T7" fmla="*/ 831 h 180"/>
                <a:gd name="T8" fmla="*/ 365 w 180"/>
                <a:gd name="T9" fmla="*/ 1041 h 180"/>
                <a:gd name="T10" fmla="*/ 576 w 180"/>
                <a:gd name="T11" fmla="*/ 831 h 180"/>
                <a:gd name="T12" fmla="*/ 839 w 180"/>
                <a:gd name="T13" fmla="*/ 831 h 180"/>
                <a:gd name="T14" fmla="*/ 787 w 180"/>
                <a:gd name="T15" fmla="*/ 624 h 180"/>
                <a:gd name="T16" fmla="*/ 997 w 180"/>
                <a:gd name="T17" fmla="*/ 467 h 180"/>
                <a:gd name="T18" fmla="*/ 839 w 180"/>
                <a:gd name="T19" fmla="*/ 312 h 180"/>
                <a:gd name="T20" fmla="*/ 839 w 180"/>
                <a:gd name="T21" fmla="*/ 0 h 180"/>
                <a:gd name="T22" fmla="*/ 576 w 180"/>
                <a:gd name="T23" fmla="*/ 0 h 180"/>
                <a:gd name="T24" fmla="*/ 473 w 180"/>
                <a:gd name="T25" fmla="*/ 210 h 180"/>
                <a:gd name="T26" fmla="*/ 315 w 180"/>
                <a:gd name="T27" fmla="*/ 0 h 180"/>
                <a:gd name="T28" fmla="*/ 0 w 180"/>
                <a:gd name="T29" fmla="*/ 0 h 180"/>
                <a:gd name="T30" fmla="*/ 52 w 180"/>
                <a:gd name="T31" fmla="*/ 260 h 180"/>
                <a:gd name="T32" fmla="*/ 263 w 180"/>
                <a:gd name="T33" fmla="*/ 393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45" y="68"/>
                  </a:moveTo>
                  <a:cubicBezTo>
                    <a:pt x="45" y="117"/>
                    <a:pt x="18" y="63"/>
                    <a:pt x="9" y="99"/>
                  </a:cubicBezTo>
                  <a:cubicBezTo>
                    <a:pt x="0" y="135"/>
                    <a:pt x="0" y="144"/>
                    <a:pt x="0" y="144"/>
                  </a:cubicBezTo>
                  <a:cubicBezTo>
                    <a:pt x="0" y="144"/>
                    <a:pt x="27" y="144"/>
                    <a:pt x="36" y="144"/>
                  </a:cubicBezTo>
                  <a:cubicBezTo>
                    <a:pt x="63" y="144"/>
                    <a:pt x="27" y="180"/>
                    <a:pt x="63" y="180"/>
                  </a:cubicBezTo>
                  <a:cubicBezTo>
                    <a:pt x="117" y="180"/>
                    <a:pt x="72" y="135"/>
                    <a:pt x="99" y="144"/>
                  </a:cubicBezTo>
                  <a:cubicBezTo>
                    <a:pt x="126" y="153"/>
                    <a:pt x="144" y="144"/>
                    <a:pt x="144" y="144"/>
                  </a:cubicBezTo>
                  <a:cubicBezTo>
                    <a:pt x="144" y="144"/>
                    <a:pt x="135" y="126"/>
                    <a:pt x="135" y="108"/>
                  </a:cubicBezTo>
                  <a:cubicBezTo>
                    <a:pt x="135" y="90"/>
                    <a:pt x="162" y="126"/>
                    <a:pt x="171" y="81"/>
                  </a:cubicBezTo>
                  <a:cubicBezTo>
                    <a:pt x="180" y="36"/>
                    <a:pt x="144" y="72"/>
                    <a:pt x="144" y="54"/>
                  </a:cubicBezTo>
                  <a:cubicBezTo>
                    <a:pt x="144" y="36"/>
                    <a:pt x="153" y="27"/>
                    <a:pt x="144" y="0"/>
                  </a:cubicBezTo>
                  <a:cubicBezTo>
                    <a:pt x="144" y="0"/>
                    <a:pt x="108" y="0"/>
                    <a:pt x="99" y="0"/>
                  </a:cubicBezTo>
                  <a:cubicBezTo>
                    <a:pt x="90" y="0"/>
                    <a:pt x="126" y="36"/>
                    <a:pt x="81" y="36"/>
                  </a:cubicBezTo>
                  <a:cubicBezTo>
                    <a:pt x="36" y="36"/>
                    <a:pt x="81" y="0"/>
                    <a:pt x="54" y="0"/>
                  </a:cubicBezTo>
                  <a:cubicBezTo>
                    <a:pt x="27" y="0"/>
                    <a:pt x="0" y="0"/>
                    <a:pt x="0" y="0"/>
                  </a:cubicBezTo>
                  <a:cubicBezTo>
                    <a:pt x="0" y="0"/>
                    <a:pt x="0" y="36"/>
                    <a:pt x="9" y="45"/>
                  </a:cubicBezTo>
                  <a:cubicBezTo>
                    <a:pt x="27" y="63"/>
                    <a:pt x="45" y="36"/>
                    <a:pt x="45" y="68"/>
                  </a:cubicBezTo>
                  <a:close/>
                </a:path>
              </a:pathLst>
            </a:custGeom>
            <a:solidFill>
              <a:schemeClr val="accent1"/>
            </a:solidFill>
            <a:ln w="9525">
              <a:noFill/>
              <a:round/>
            </a:ln>
          </p:spPr>
          <p:txBody>
            <a:bodyPr/>
            <a:lstStyle/>
            <a:p>
              <a:endParaRPr lang="en-GB" sz="1815"/>
            </a:p>
          </p:txBody>
        </p:sp>
        <p:sp>
          <p:nvSpPr>
            <p:cNvPr id="480" name="Freeform 324"/>
            <p:cNvSpPr/>
            <p:nvPr/>
          </p:nvSpPr>
          <p:spPr bwMode="auto">
            <a:xfrm>
              <a:off x="6306389" y="5500598"/>
              <a:ext cx="417227" cy="417214"/>
            </a:xfrm>
            <a:custGeom>
              <a:avLst/>
              <a:gdLst>
                <a:gd name="T0" fmla="*/ 1041 w 180"/>
                <a:gd name="T1" fmla="*/ 677 h 180"/>
                <a:gd name="T2" fmla="*/ 831 w 180"/>
                <a:gd name="T3" fmla="*/ 467 h 180"/>
                <a:gd name="T4" fmla="*/ 831 w 180"/>
                <a:gd name="T5" fmla="*/ 210 h 180"/>
                <a:gd name="T6" fmla="*/ 624 w 180"/>
                <a:gd name="T7" fmla="*/ 260 h 180"/>
                <a:gd name="T8" fmla="*/ 467 w 180"/>
                <a:gd name="T9" fmla="*/ 52 h 180"/>
                <a:gd name="T10" fmla="*/ 312 w 180"/>
                <a:gd name="T11" fmla="*/ 210 h 180"/>
                <a:gd name="T12" fmla="*/ 0 w 180"/>
                <a:gd name="T13" fmla="*/ 210 h 180"/>
                <a:gd name="T14" fmla="*/ 0 w 180"/>
                <a:gd name="T15" fmla="*/ 467 h 180"/>
                <a:gd name="T16" fmla="*/ 210 w 180"/>
                <a:gd name="T17" fmla="*/ 572 h 180"/>
                <a:gd name="T18" fmla="*/ 0 w 180"/>
                <a:gd name="T19" fmla="*/ 729 h 180"/>
                <a:gd name="T20" fmla="*/ 0 w 180"/>
                <a:gd name="T21" fmla="*/ 1041 h 180"/>
                <a:gd name="T22" fmla="*/ 260 w 180"/>
                <a:gd name="T23" fmla="*/ 989 h 180"/>
                <a:gd name="T24" fmla="*/ 393 w 180"/>
                <a:gd name="T25" fmla="*/ 779 h 180"/>
                <a:gd name="T26" fmla="*/ 572 w 180"/>
                <a:gd name="T27" fmla="*/ 989 h 180"/>
                <a:gd name="T28" fmla="*/ 831 w 180"/>
                <a:gd name="T29" fmla="*/ 1041 h 180"/>
                <a:gd name="T30" fmla="*/ 831 w 180"/>
                <a:gd name="T31" fmla="*/ 831 h 180"/>
                <a:gd name="T32" fmla="*/ 1041 w 180"/>
                <a:gd name="T33" fmla="*/ 67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80" y="117"/>
                  </a:moveTo>
                  <a:cubicBezTo>
                    <a:pt x="180" y="63"/>
                    <a:pt x="135" y="108"/>
                    <a:pt x="144" y="81"/>
                  </a:cubicBezTo>
                  <a:cubicBezTo>
                    <a:pt x="153" y="54"/>
                    <a:pt x="144" y="36"/>
                    <a:pt x="144" y="36"/>
                  </a:cubicBezTo>
                  <a:cubicBezTo>
                    <a:pt x="144" y="36"/>
                    <a:pt x="126" y="45"/>
                    <a:pt x="108" y="45"/>
                  </a:cubicBezTo>
                  <a:cubicBezTo>
                    <a:pt x="90" y="45"/>
                    <a:pt x="126" y="18"/>
                    <a:pt x="81" y="9"/>
                  </a:cubicBezTo>
                  <a:cubicBezTo>
                    <a:pt x="36" y="0"/>
                    <a:pt x="72" y="36"/>
                    <a:pt x="54" y="36"/>
                  </a:cubicBezTo>
                  <a:cubicBezTo>
                    <a:pt x="36" y="36"/>
                    <a:pt x="27" y="27"/>
                    <a:pt x="0" y="36"/>
                  </a:cubicBezTo>
                  <a:cubicBezTo>
                    <a:pt x="0" y="36"/>
                    <a:pt x="0" y="72"/>
                    <a:pt x="0" y="81"/>
                  </a:cubicBezTo>
                  <a:cubicBezTo>
                    <a:pt x="0" y="90"/>
                    <a:pt x="36" y="54"/>
                    <a:pt x="36" y="99"/>
                  </a:cubicBezTo>
                  <a:cubicBezTo>
                    <a:pt x="36" y="144"/>
                    <a:pt x="0" y="99"/>
                    <a:pt x="0" y="126"/>
                  </a:cubicBezTo>
                  <a:cubicBezTo>
                    <a:pt x="0" y="153"/>
                    <a:pt x="0" y="180"/>
                    <a:pt x="0" y="180"/>
                  </a:cubicBezTo>
                  <a:cubicBezTo>
                    <a:pt x="0" y="180"/>
                    <a:pt x="36" y="180"/>
                    <a:pt x="45" y="171"/>
                  </a:cubicBezTo>
                  <a:cubicBezTo>
                    <a:pt x="63" y="153"/>
                    <a:pt x="36" y="135"/>
                    <a:pt x="68" y="135"/>
                  </a:cubicBezTo>
                  <a:cubicBezTo>
                    <a:pt x="117" y="135"/>
                    <a:pt x="63" y="162"/>
                    <a:pt x="99" y="171"/>
                  </a:cubicBezTo>
                  <a:cubicBezTo>
                    <a:pt x="135" y="180"/>
                    <a:pt x="144" y="180"/>
                    <a:pt x="144" y="180"/>
                  </a:cubicBezTo>
                  <a:cubicBezTo>
                    <a:pt x="144" y="180"/>
                    <a:pt x="144" y="153"/>
                    <a:pt x="144" y="144"/>
                  </a:cubicBezTo>
                  <a:cubicBezTo>
                    <a:pt x="144" y="117"/>
                    <a:pt x="180" y="153"/>
                    <a:pt x="180" y="117"/>
                  </a:cubicBezTo>
                  <a:close/>
                </a:path>
              </a:pathLst>
            </a:custGeom>
            <a:solidFill>
              <a:schemeClr val="accent5"/>
            </a:solidFill>
            <a:ln w="9525">
              <a:noFill/>
              <a:round/>
            </a:ln>
          </p:spPr>
          <p:txBody>
            <a:bodyPr/>
            <a:lstStyle/>
            <a:p>
              <a:endParaRPr lang="en-GB" sz="1815"/>
            </a:p>
          </p:txBody>
        </p:sp>
        <p:sp>
          <p:nvSpPr>
            <p:cNvPr id="481" name="Freeform 325"/>
            <p:cNvSpPr/>
            <p:nvPr/>
          </p:nvSpPr>
          <p:spPr bwMode="auto">
            <a:xfrm>
              <a:off x="5971832" y="3831742"/>
              <a:ext cx="418518" cy="443048"/>
            </a:xfrm>
            <a:custGeom>
              <a:avLst/>
              <a:gdLst>
                <a:gd name="T0" fmla="*/ 211 w 180"/>
                <a:gd name="T1" fmla="*/ 575 h 191"/>
                <a:gd name="T2" fmla="*/ 0 w 180"/>
                <a:gd name="T3" fmla="*/ 729 h 191"/>
                <a:gd name="T4" fmla="*/ 0 w 180"/>
                <a:gd name="T5" fmla="*/ 1106 h 191"/>
                <a:gd name="T6" fmla="*/ 0 w 180"/>
                <a:gd name="T7" fmla="*/ 1099 h 191"/>
                <a:gd name="T8" fmla="*/ 7 w 180"/>
                <a:gd name="T9" fmla="*/ 1094 h 191"/>
                <a:gd name="T10" fmla="*/ 7 w 180"/>
                <a:gd name="T11" fmla="*/ 1090 h 191"/>
                <a:gd name="T12" fmla="*/ 7 w 180"/>
                <a:gd name="T13" fmla="*/ 1083 h 191"/>
                <a:gd name="T14" fmla="*/ 7 w 180"/>
                <a:gd name="T15" fmla="*/ 1070 h 191"/>
                <a:gd name="T16" fmla="*/ 13 w 180"/>
                <a:gd name="T17" fmla="*/ 1061 h 191"/>
                <a:gd name="T18" fmla="*/ 13 w 180"/>
                <a:gd name="T19" fmla="*/ 1054 h 191"/>
                <a:gd name="T20" fmla="*/ 13 w 180"/>
                <a:gd name="T21" fmla="*/ 1049 h 191"/>
                <a:gd name="T22" fmla="*/ 13 w 180"/>
                <a:gd name="T23" fmla="*/ 1042 h 191"/>
                <a:gd name="T24" fmla="*/ 13 w 180"/>
                <a:gd name="T25" fmla="*/ 1042 h 191"/>
                <a:gd name="T26" fmla="*/ 13 w 180"/>
                <a:gd name="T27" fmla="*/ 1049 h 191"/>
                <a:gd name="T28" fmla="*/ 13 w 180"/>
                <a:gd name="T29" fmla="*/ 1054 h 191"/>
                <a:gd name="T30" fmla="*/ 13 w 180"/>
                <a:gd name="T31" fmla="*/ 1061 h 191"/>
                <a:gd name="T32" fmla="*/ 7 w 180"/>
                <a:gd name="T33" fmla="*/ 1070 h 191"/>
                <a:gd name="T34" fmla="*/ 7 w 180"/>
                <a:gd name="T35" fmla="*/ 1083 h 191"/>
                <a:gd name="T36" fmla="*/ 7 w 180"/>
                <a:gd name="T37" fmla="*/ 1090 h 191"/>
                <a:gd name="T38" fmla="*/ 7 w 180"/>
                <a:gd name="T39" fmla="*/ 1094 h 191"/>
                <a:gd name="T40" fmla="*/ 0 w 180"/>
                <a:gd name="T41" fmla="*/ 1099 h 191"/>
                <a:gd name="T42" fmla="*/ 0 w 180"/>
                <a:gd name="T43" fmla="*/ 1106 h 191"/>
                <a:gd name="T44" fmla="*/ 263 w 180"/>
                <a:gd name="T45" fmla="*/ 989 h 191"/>
                <a:gd name="T46" fmla="*/ 396 w 180"/>
                <a:gd name="T47" fmla="*/ 781 h 191"/>
                <a:gd name="T48" fmla="*/ 576 w 180"/>
                <a:gd name="T49" fmla="*/ 989 h 191"/>
                <a:gd name="T50" fmla="*/ 839 w 180"/>
                <a:gd name="T51" fmla="*/ 1042 h 191"/>
                <a:gd name="T52" fmla="*/ 839 w 180"/>
                <a:gd name="T53" fmla="*/ 835 h 191"/>
                <a:gd name="T54" fmla="*/ 1049 w 180"/>
                <a:gd name="T55" fmla="*/ 677 h 191"/>
                <a:gd name="T56" fmla="*/ 839 w 180"/>
                <a:gd name="T57" fmla="*/ 467 h 191"/>
                <a:gd name="T58" fmla="*/ 839 w 180"/>
                <a:gd name="T59" fmla="*/ 210 h 191"/>
                <a:gd name="T60" fmla="*/ 628 w 180"/>
                <a:gd name="T61" fmla="*/ 260 h 191"/>
                <a:gd name="T62" fmla="*/ 473 w 180"/>
                <a:gd name="T63" fmla="*/ 52 h 191"/>
                <a:gd name="T64" fmla="*/ 315 w 180"/>
                <a:gd name="T65" fmla="*/ 210 h 191"/>
                <a:gd name="T66" fmla="*/ 0 w 180"/>
                <a:gd name="T67" fmla="*/ 210 h 191"/>
                <a:gd name="T68" fmla="*/ 0 w 180"/>
                <a:gd name="T69" fmla="*/ 467 h 191"/>
                <a:gd name="T70" fmla="*/ 211 w 180"/>
                <a:gd name="T71" fmla="*/ 575 h 191"/>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180"/>
                <a:gd name="T109" fmla="*/ 0 h 191"/>
                <a:gd name="T110" fmla="*/ 180 w 180"/>
                <a:gd name="T111" fmla="*/ 191 h 191"/>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180" h="191">
                  <a:moveTo>
                    <a:pt x="36" y="99"/>
                  </a:moveTo>
                  <a:cubicBezTo>
                    <a:pt x="36" y="144"/>
                    <a:pt x="0" y="99"/>
                    <a:pt x="0" y="126"/>
                  </a:cubicBezTo>
                  <a:cubicBezTo>
                    <a:pt x="0" y="153"/>
                    <a:pt x="0" y="191"/>
                    <a:pt x="0" y="191"/>
                  </a:cubicBezTo>
                  <a:cubicBezTo>
                    <a:pt x="0" y="191"/>
                    <a:pt x="0" y="191"/>
                    <a:pt x="0" y="190"/>
                  </a:cubicBezTo>
                  <a:cubicBezTo>
                    <a:pt x="0" y="190"/>
                    <a:pt x="0" y="189"/>
                    <a:pt x="1" y="189"/>
                  </a:cubicBezTo>
                  <a:cubicBezTo>
                    <a:pt x="1" y="189"/>
                    <a:pt x="1" y="188"/>
                    <a:pt x="1" y="188"/>
                  </a:cubicBezTo>
                  <a:cubicBezTo>
                    <a:pt x="1" y="188"/>
                    <a:pt x="1" y="188"/>
                    <a:pt x="1" y="187"/>
                  </a:cubicBezTo>
                  <a:cubicBezTo>
                    <a:pt x="1" y="187"/>
                    <a:pt x="1" y="186"/>
                    <a:pt x="1" y="185"/>
                  </a:cubicBezTo>
                  <a:cubicBezTo>
                    <a:pt x="1" y="184"/>
                    <a:pt x="2" y="184"/>
                    <a:pt x="2" y="183"/>
                  </a:cubicBezTo>
                  <a:cubicBezTo>
                    <a:pt x="2" y="183"/>
                    <a:pt x="2" y="182"/>
                    <a:pt x="2" y="182"/>
                  </a:cubicBezTo>
                  <a:cubicBezTo>
                    <a:pt x="2" y="182"/>
                    <a:pt x="2" y="181"/>
                    <a:pt x="2" y="181"/>
                  </a:cubicBezTo>
                  <a:cubicBezTo>
                    <a:pt x="2" y="181"/>
                    <a:pt x="2" y="180"/>
                    <a:pt x="2" y="180"/>
                  </a:cubicBezTo>
                  <a:cubicBezTo>
                    <a:pt x="2" y="180"/>
                    <a:pt x="2" y="180"/>
                    <a:pt x="2" y="180"/>
                  </a:cubicBezTo>
                  <a:cubicBezTo>
                    <a:pt x="2" y="180"/>
                    <a:pt x="2" y="181"/>
                    <a:pt x="2" y="181"/>
                  </a:cubicBezTo>
                  <a:cubicBezTo>
                    <a:pt x="2" y="181"/>
                    <a:pt x="2" y="182"/>
                    <a:pt x="2" y="182"/>
                  </a:cubicBezTo>
                  <a:cubicBezTo>
                    <a:pt x="2" y="182"/>
                    <a:pt x="2" y="183"/>
                    <a:pt x="2" y="183"/>
                  </a:cubicBezTo>
                  <a:cubicBezTo>
                    <a:pt x="2" y="184"/>
                    <a:pt x="1" y="184"/>
                    <a:pt x="1" y="185"/>
                  </a:cubicBezTo>
                  <a:cubicBezTo>
                    <a:pt x="1" y="185"/>
                    <a:pt x="1" y="186"/>
                    <a:pt x="1" y="187"/>
                  </a:cubicBezTo>
                  <a:cubicBezTo>
                    <a:pt x="1" y="188"/>
                    <a:pt x="1" y="188"/>
                    <a:pt x="1" y="188"/>
                  </a:cubicBezTo>
                  <a:cubicBezTo>
                    <a:pt x="1" y="188"/>
                    <a:pt x="1" y="189"/>
                    <a:pt x="1" y="189"/>
                  </a:cubicBezTo>
                  <a:cubicBezTo>
                    <a:pt x="0" y="189"/>
                    <a:pt x="0" y="190"/>
                    <a:pt x="0" y="190"/>
                  </a:cubicBezTo>
                  <a:cubicBezTo>
                    <a:pt x="0" y="191"/>
                    <a:pt x="0" y="191"/>
                    <a:pt x="0" y="191"/>
                  </a:cubicBezTo>
                  <a:cubicBezTo>
                    <a:pt x="0" y="191"/>
                    <a:pt x="36" y="180"/>
                    <a:pt x="45" y="171"/>
                  </a:cubicBezTo>
                  <a:cubicBezTo>
                    <a:pt x="63" y="153"/>
                    <a:pt x="36" y="135"/>
                    <a:pt x="68" y="135"/>
                  </a:cubicBezTo>
                  <a:cubicBezTo>
                    <a:pt x="117" y="135"/>
                    <a:pt x="63" y="162"/>
                    <a:pt x="99" y="171"/>
                  </a:cubicBezTo>
                  <a:cubicBezTo>
                    <a:pt x="135" y="180"/>
                    <a:pt x="144" y="180"/>
                    <a:pt x="144" y="180"/>
                  </a:cubicBezTo>
                  <a:cubicBezTo>
                    <a:pt x="144" y="180"/>
                    <a:pt x="144" y="153"/>
                    <a:pt x="144" y="144"/>
                  </a:cubicBezTo>
                  <a:cubicBezTo>
                    <a:pt x="144" y="117"/>
                    <a:pt x="180" y="153"/>
                    <a:pt x="180" y="117"/>
                  </a:cubicBezTo>
                  <a:cubicBezTo>
                    <a:pt x="180" y="63"/>
                    <a:pt x="135" y="108"/>
                    <a:pt x="144" y="81"/>
                  </a:cubicBezTo>
                  <a:cubicBezTo>
                    <a:pt x="153" y="54"/>
                    <a:pt x="144" y="36"/>
                    <a:pt x="144" y="36"/>
                  </a:cubicBezTo>
                  <a:cubicBezTo>
                    <a:pt x="144" y="36"/>
                    <a:pt x="126" y="45"/>
                    <a:pt x="108" y="45"/>
                  </a:cubicBezTo>
                  <a:cubicBezTo>
                    <a:pt x="90" y="45"/>
                    <a:pt x="126" y="18"/>
                    <a:pt x="81" y="9"/>
                  </a:cubicBezTo>
                  <a:cubicBezTo>
                    <a:pt x="36" y="0"/>
                    <a:pt x="72" y="36"/>
                    <a:pt x="54" y="36"/>
                  </a:cubicBezTo>
                  <a:cubicBezTo>
                    <a:pt x="36" y="36"/>
                    <a:pt x="27" y="27"/>
                    <a:pt x="0" y="36"/>
                  </a:cubicBezTo>
                  <a:cubicBezTo>
                    <a:pt x="0" y="36"/>
                    <a:pt x="0" y="72"/>
                    <a:pt x="0" y="81"/>
                  </a:cubicBezTo>
                  <a:cubicBezTo>
                    <a:pt x="0" y="90"/>
                    <a:pt x="36" y="54"/>
                    <a:pt x="36" y="99"/>
                  </a:cubicBezTo>
                  <a:close/>
                </a:path>
              </a:pathLst>
            </a:custGeom>
            <a:solidFill>
              <a:schemeClr val="tx2"/>
            </a:solidFill>
            <a:ln w="9525">
              <a:noFill/>
              <a:round/>
            </a:ln>
          </p:spPr>
          <p:txBody>
            <a:bodyPr/>
            <a:lstStyle/>
            <a:p>
              <a:endParaRPr lang="en-GB" sz="1815"/>
            </a:p>
          </p:txBody>
        </p:sp>
        <p:sp>
          <p:nvSpPr>
            <p:cNvPr id="482" name="Freeform 326"/>
            <p:cNvSpPr/>
            <p:nvPr/>
          </p:nvSpPr>
          <p:spPr bwMode="auto">
            <a:xfrm>
              <a:off x="5304011" y="2494848"/>
              <a:ext cx="417227" cy="418506"/>
            </a:xfrm>
            <a:custGeom>
              <a:avLst/>
              <a:gdLst>
                <a:gd name="T0" fmla="*/ 210 w 180"/>
                <a:gd name="T1" fmla="*/ 576 h 180"/>
                <a:gd name="T2" fmla="*/ 0 w 180"/>
                <a:gd name="T3" fmla="*/ 736 h 180"/>
                <a:gd name="T4" fmla="*/ 0 w 180"/>
                <a:gd name="T5" fmla="*/ 1049 h 180"/>
                <a:gd name="T6" fmla="*/ 260 w 180"/>
                <a:gd name="T7" fmla="*/ 997 h 180"/>
                <a:gd name="T8" fmla="*/ 393 w 180"/>
                <a:gd name="T9" fmla="*/ 787 h 180"/>
                <a:gd name="T10" fmla="*/ 572 w 180"/>
                <a:gd name="T11" fmla="*/ 997 h 180"/>
                <a:gd name="T12" fmla="*/ 831 w 180"/>
                <a:gd name="T13" fmla="*/ 1049 h 180"/>
                <a:gd name="T14" fmla="*/ 831 w 180"/>
                <a:gd name="T15" fmla="*/ 839 h 180"/>
                <a:gd name="T16" fmla="*/ 1041 w 180"/>
                <a:gd name="T17" fmla="*/ 684 h 180"/>
                <a:gd name="T18" fmla="*/ 831 w 180"/>
                <a:gd name="T19" fmla="*/ 473 h 180"/>
                <a:gd name="T20" fmla="*/ 831 w 180"/>
                <a:gd name="T21" fmla="*/ 211 h 180"/>
                <a:gd name="T22" fmla="*/ 624 w 180"/>
                <a:gd name="T23" fmla="*/ 263 h 180"/>
                <a:gd name="T24" fmla="*/ 467 w 180"/>
                <a:gd name="T25" fmla="*/ 52 h 180"/>
                <a:gd name="T26" fmla="*/ 312 w 180"/>
                <a:gd name="T27" fmla="*/ 211 h 180"/>
                <a:gd name="T28" fmla="*/ 0 w 180"/>
                <a:gd name="T29" fmla="*/ 211 h 180"/>
                <a:gd name="T30" fmla="*/ 0 w 180"/>
                <a:gd name="T31" fmla="*/ 473 h 180"/>
                <a:gd name="T32" fmla="*/ 210 w 180"/>
                <a:gd name="T33" fmla="*/ 576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36" y="99"/>
                  </a:moveTo>
                  <a:cubicBezTo>
                    <a:pt x="36" y="144"/>
                    <a:pt x="0" y="99"/>
                    <a:pt x="0" y="126"/>
                  </a:cubicBezTo>
                  <a:cubicBezTo>
                    <a:pt x="0" y="153"/>
                    <a:pt x="0" y="180"/>
                    <a:pt x="0" y="180"/>
                  </a:cubicBezTo>
                  <a:cubicBezTo>
                    <a:pt x="0" y="180"/>
                    <a:pt x="36" y="180"/>
                    <a:pt x="45" y="171"/>
                  </a:cubicBezTo>
                  <a:cubicBezTo>
                    <a:pt x="63" y="153"/>
                    <a:pt x="36" y="135"/>
                    <a:pt x="68" y="135"/>
                  </a:cubicBezTo>
                  <a:cubicBezTo>
                    <a:pt x="117" y="135"/>
                    <a:pt x="63" y="162"/>
                    <a:pt x="99" y="171"/>
                  </a:cubicBezTo>
                  <a:cubicBezTo>
                    <a:pt x="135" y="180"/>
                    <a:pt x="144" y="180"/>
                    <a:pt x="144" y="180"/>
                  </a:cubicBezTo>
                  <a:cubicBezTo>
                    <a:pt x="144" y="180"/>
                    <a:pt x="144" y="153"/>
                    <a:pt x="144" y="144"/>
                  </a:cubicBezTo>
                  <a:cubicBezTo>
                    <a:pt x="144" y="117"/>
                    <a:pt x="180" y="153"/>
                    <a:pt x="180" y="117"/>
                  </a:cubicBezTo>
                  <a:cubicBezTo>
                    <a:pt x="180" y="63"/>
                    <a:pt x="135" y="108"/>
                    <a:pt x="144" y="81"/>
                  </a:cubicBezTo>
                  <a:cubicBezTo>
                    <a:pt x="153" y="54"/>
                    <a:pt x="144" y="36"/>
                    <a:pt x="144" y="36"/>
                  </a:cubicBezTo>
                  <a:cubicBezTo>
                    <a:pt x="144" y="36"/>
                    <a:pt x="126" y="45"/>
                    <a:pt x="108" y="45"/>
                  </a:cubicBezTo>
                  <a:cubicBezTo>
                    <a:pt x="90" y="45"/>
                    <a:pt x="126" y="18"/>
                    <a:pt x="81" y="9"/>
                  </a:cubicBezTo>
                  <a:cubicBezTo>
                    <a:pt x="36" y="0"/>
                    <a:pt x="72" y="36"/>
                    <a:pt x="54" y="36"/>
                  </a:cubicBezTo>
                  <a:cubicBezTo>
                    <a:pt x="36" y="36"/>
                    <a:pt x="27" y="27"/>
                    <a:pt x="0" y="36"/>
                  </a:cubicBezTo>
                  <a:cubicBezTo>
                    <a:pt x="0" y="36"/>
                    <a:pt x="0" y="72"/>
                    <a:pt x="0" y="81"/>
                  </a:cubicBezTo>
                  <a:cubicBezTo>
                    <a:pt x="0" y="90"/>
                    <a:pt x="36" y="54"/>
                    <a:pt x="36" y="99"/>
                  </a:cubicBezTo>
                  <a:close/>
                </a:path>
              </a:pathLst>
            </a:custGeom>
            <a:solidFill>
              <a:schemeClr val="accent6"/>
            </a:solidFill>
            <a:ln w="9525">
              <a:noFill/>
              <a:round/>
            </a:ln>
          </p:spPr>
          <p:txBody>
            <a:bodyPr/>
            <a:lstStyle/>
            <a:p>
              <a:endParaRPr lang="en-GB" sz="1815"/>
            </a:p>
          </p:txBody>
        </p:sp>
        <p:sp>
          <p:nvSpPr>
            <p:cNvPr id="483" name="Freeform 327"/>
            <p:cNvSpPr/>
            <p:nvPr/>
          </p:nvSpPr>
          <p:spPr bwMode="auto">
            <a:xfrm>
              <a:off x="7977878" y="3831742"/>
              <a:ext cx="417227" cy="422381"/>
            </a:xfrm>
            <a:custGeom>
              <a:avLst/>
              <a:gdLst>
                <a:gd name="T0" fmla="*/ 467 w 180"/>
                <a:gd name="T1" fmla="*/ 52 h 182"/>
                <a:gd name="T2" fmla="*/ 312 w 180"/>
                <a:gd name="T3" fmla="*/ 210 h 182"/>
                <a:gd name="T4" fmla="*/ 0 w 180"/>
                <a:gd name="T5" fmla="*/ 210 h 182"/>
                <a:gd name="T6" fmla="*/ 0 w 180"/>
                <a:gd name="T7" fmla="*/ 471 h 182"/>
                <a:gd name="T8" fmla="*/ 210 w 180"/>
                <a:gd name="T9" fmla="*/ 575 h 182"/>
                <a:gd name="T10" fmla="*/ 0 w 180"/>
                <a:gd name="T11" fmla="*/ 729 h 182"/>
                <a:gd name="T12" fmla="*/ 0 w 180"/>
                <a:gd name="T13" fmla="*/ 1042 h 182"/>
                <a:gd name="T14" fmla="*/ 260 w 180"/>
                <a:gd name="T15" fmla="*/ 992 h 182"/>
                <a:gd name="T16" fmla="*/ 393 w 180"/>
                <a:gd name="T17" fmla="*/ 785 h 182"/>
                <a:gd name="T18" fmla="*/ 572 w 180"/>
                <a:gd name="T19" fmla="*/ 992 h 182"/>
                <a:gd name="T20" fmla="*/ 831 w 180"/>
                <a:gd name="T21" fmla="*/ 1056 h 182"/>
                <a:gd name="T22" fmla="*/ 831 w 180"/>
                <a:gd name="T23" fmla="*/ 835 h 182"/>
                <a:gd name="T24" fmla="*/ 1041 w 180"/>
                <a:gd name="T25" fmla="*/ 677 h 182"/>
                <a:gd name="T26" fmla="*/ 831 w 180"/>
                <a:gd name="T27" fmla="*/ 471 h 182"/>
                <a:gd name="T28" fmla="*/ 831 w 180"/>
                <a:gd name="T29" fmla="*/ 210 h 182"/>
                <a:gd name="T30" fmla="*/ 624 w 180"/>
                <a:gd name="T31" fmla="*/ 262 h 182"/>
                <a:gd name="T32" fmla="*/ 467 w 180"/>
                <a:gd name="T33" fmla="*/ 52 h 182"/>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2"/>
                <a:gd name="T53" fmla="*/ 180 w 180"/>
                <a:gd name="T54" fmla="*/ 182 h 182"/>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2">
                  <a:moveTo>
                    <a:pt x="81" y="9"/>
                  </a:moveTo>
                  <a:cubicBezTo>
                    <a:pt x="36" y="0"/>
                    <a:pt x="72" y="36"/>
                    <a:pt x="54" y="36"/>
                  </a:cubicBezTo>
                  <a:cubicBezTo>
                    <a:pt x="36" y="36"/>
                    <a:pt x="27" y="27"/>
                    <a:pt x="0" y="36"/>
                  </a:cubicBezTo>
                  <a:cubicBezTo>
                    <a:pt x="0" y="36"/>
                    <a:pt x="0" y="72"/>
                    <a:pt x="0" y="81"/>
                  </a:cubicBezTo>
                  <a:cubicBezTo>
                    <a:pt x="0" y="90"/>
                    <a:pt x="36" y="54"/>
                    <a:pt x="36" y="99"/>
                  </a:cubicBezTo>
                  <a:cubicBezTo>
                    <a:pt x="36" y="144"/>
                    <a:pt x="0" y="99"/>
                    <a:pt x="0" y="126"/>
                  </a:cubicBezTo>
                  <a:cubicBezTo>
                    <a:pt x="0" y="153"/>
                    <a:pt x="0" y="180"/>
                    <a:pt x="0" y="180"/>
                  </a:cubicBezTo>
                  <a:cubicBezTo>
                    <a:pt x="0" y="180"/>
                    <a:pt x="36" y="180"/>
                    <a:pt x="45" y="171"/>
                  </a:cubicBezTo>
                  <a:cubicBezTo>
                    <a:pt x="63" y="153"/>
                    <a:pt x="36" y="135"/>
                    <a:pt x="68" y="135"/>
                  </a:cubicBezTo>
                  <a:cubicBezTo>
                    <a:pt x="117" y="135"/>
                    <a:pt x="63" y="162"/>
                    <a:pt x="99" y="171"/>
                  </a:cubicBezTo>
                  <a:cubicBezTo>
                    <a:pt x="135" y="180"/>
                    <a:pt x="144" y="182"/>
                    <a:pt x="144" y="182"/>
                  </a:cubicBezTo>
                  <a:cubicBezTo>
                    <a:pt x="144" y="182"/>
                    <a:pt x="144" y="153"/>
                    <a:pt x="144" y="144"/>
                  </a:cubicBezTo>
                  <a:cubicBezTo>
                    <a:pt x="144" y="117"/>
                    <a:pt x="180" y="153"/>
                    <a:pt x="180" y="117"/>
                  </a:cubicBezTo>
                  <a:cubicBezTo>
                    <a:pt x="180" y="63"/>
                    <a:pt x="135" y="108"/>
                    <a:pt x="144" y="81"/>
                  </a:cubicBezTo>
                  <a:cubicBezTo>
                    <a:pt x="153" y="54"/>
                    <a:pt x="144" y="36"/>
                    <a:pt x="144" y="36"/>
                  </a:cubicBezTo>
                  <a:cubicBezTo>
                    <a:pt x="144" y="36"/>
                    <a:pt x="126" y="45"/>
                    <a:pt x="108" y="45"/>
                  </a:cubicBezTo>
                  <a:cubicBezTo>
                    <a:pt x="90" y="45"/>
                    <a:pt x="126" y="18"/>
                    <a:pt x="81" y="9"/>
                  </a:cubicBezTo>
                  <a:close/>
                </a:path>
              </a:pathLst>
            </a:custGeom>
            <a:solidFill>
              <a:schemeClr val="accent4"/>
            </a:solidFill>
            <a:ln w="9525">
              <a:noFill/>
              <a:round/>
            </a:ln>
          </p:spPr>
          <p:txBody>
            <a:bodyPr/>
            <a:lstStyle/>
            <a:p>
              <a:endParaRPr lang="en-GB" sz="1815"/>
            </a:p>
          </p:txBody>
        </p:sp>
        <p:sp>
          <p:nvSpPr>
            <p:cNvPr id="484" name="Freeform 328"/>
            <p:cNvSpPr/>
            <p:nvPr/>
          </p:nvSpPr>
          <p:spPr bwMode="auto">
            <a:xfrm>
              <a:off x="6894123" y="6252359"/>
              <a:ext cx="417227" cy="417214"/>
            </a:xfrm>
            <a:custGeom>
              <a:avLst/>
              <a:gdLst>
                <a:gd name="T0" fmla="*/ 989 w 180"/>
                <a:gd name="T1" fmla="*/ 572 h 180"/>
                <a:gd name="T2" fmla="*/ 779 w 180"/>
                <a:gd name="T3" fmla="*/ 393 h 180"/>
                <a:gd name="T4" fmla="*/ 989 w 180"/>
                <a:gd name="T5" fmla="*/ 260 h 180"/>
                <a:gd name="T6" fmla="*/ 1041 w 180"/>
                <a:gd name="T7" fmla="*/ 0 h 180"/>
                <a:gd name="T8" fmla="*/ 729 w 180"/>
                <a:gd name="T9" fmla="*/ 0 h 180"/>
                <a:gd name="T10" fmla="*/ 572 w 180"/>
                <a:gd name="T11" fmla="*/ 210 h 180"/>
                <a:gd name="T12" fmla="*/ 467 w 180"/>
                <a:gd name="T13" fmla="*/ 0 h 180"/>
                <a:gd name="T14" fmla="*/ 210 w 180"/>
                <a:gd name="T15" fmla="*/ 0 h 180"/>
                <a:gd name="T16" fmla="*/ 210 w 180"/>
                <a:gd name="T17" fmla="*/ 312 h 180"/>
                <a:gd name="T18" fmla="*/ 52 w 180"/>
                <a:gd name="T19" fmla="*/ 467 h 180"/>
                <a:gd name="T20" fmla="*/ 260 w 180"/>
                <a:gd name="T21" fmla="*/ 624 h 180"/>
                <a:gd name="T22" fmla="*/ 210 w 180"/>
                <a:gd name="T23" fmla="*/ 831 h 180"/>
                <a:gd name="T24" fmla="*/ 467 w 180"/>
                <a:gd name="T25" fmla="*/ 831 h 180"/>
                <a:gd name="T26" fmla="*/ 677 w 180"/>
                <a:gd name="T27" fmla="*/ 1041 h 180"/>
                <a:gd name="T28" fmla="*/ 831 w 180"/>
                <a:gd name="T29" fmla="*/ 831 h 180"/>
                <a:gd name="T30" fmla="*/ 1041 w 180"/>
                <a:gd name="T31" fmla="*/ 831 h 180"/>
                <a:gd name="T32" fmla="*/ 989 w 180"/>
                <a:gd name="T33" fmla="*/ 57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71" y="99"/>
                  </a:moveTo>
                  <a:cubicBezTo>
                    <a:pt x="162" y="63"/>
                    <a:pt x="135" y="117"/>
                    <a:pt x="135" y="68"/>
                  </a:cubicBezTo>
                  <a:cubicBezTo>
                    <a:pt x="135" y="36"/>
                    <a:pt x="153" y="63"/>
                    <a:pt x="171" y="45"/>
                  </a:cubicBezTo>
                  <a:cubicBezTo>
                    <a:pt x="180" y="36"/>
                    <a:pt x="180" y="0"/>
                    <a:pt x="180" y="0"/>
                  </a:cubicBezTo>
                  <a:cubicBezTo>
                    <a:pt x="180" y="0"/>
                    <a:pt x="153" y="0"/>
                    <a:pt x="126" y="0"/>
                  </a:cubicBezTo>
                  <a:cubicBezTo>
                    <a:pt x="99" y="0"/>
                    <a:pt x="144" y="36"/>
                    <a:pt x="99" y="36"/>
                  </a:cubicBezTo>
                  <a:cubicBezTo>
                    <a:pt x="54" y="36"/>
                    <a:pt x="90" y="0"/>
                    <a:pt x="81" y="0"/>
                  </a:cubicBezTo>
                  <a:cubicBezTo>
                    <a:pt x="72" y="0"/>
                    <a:pt x="36" y="0"/>
                    <a:pt x="36" y="0"/>
                  </a:cubicBezTo>
                  <a:cubicBezTo>
                    <a:pt x="27" y="27"/>
                    <a:pt x="36" y="36"/>
                    <a:pt x="36" y="54"/>
                  </a:cubicBezTo>
                  <a:cubicBezTo>
                    <a:pt x="36" y="72"/>
                    <a:pt x="0" y="36"/>
                    <a:pt x="9" y="81"/>
                  </a:cubicBezTo>
                  <a:cubicBezTo>
                    <a:pt x="18" y="126"/>
                    <a:pt x="45" y="90"/>
                    <a:pt x="45" y="108"/>
                  </a:cubicBezTo>
                  <a:cubicBezTo>
                    <a:pt x="45" y="126"/>
                    <a:pt x="36" y="144"/>
                    <a:pt x="36" y="144"/>
                  </a:cubicBezTo>
                  <a:cubicBezTo>
                    <a:pt x="36" y="144"/>
                    <a:pt x="54" y="153"/>
                    <a:pt x="81" y="144"/>
                  </a:cubicBezTo>
                  <a:cubicBezTo>
                    <a:pt x="108" y="135"/>
                    <a:pt x="63" y="180"/>
                    <a:pt x="117" y="180"/>
                  </a:cubicBezTo>
                  <a:cubicBezTo>
                    <a:pt x="153" y="180"/>
                    <a:pt x="117" y="144"/>
                    <a:pt x="144" y="144"/>
                  </a:cubicBezTo>
                  <a:cubicBezTo>
                    <a:pt x="153" y="144"/>
                    <a:pt x="180" y="144"/>
                    <a:pt x="180" y="144"/>
                  </a:cubicBezTo>
                  <a:cubicBezTo>
                    <a:pt x="180" y="144"/>
                    <a:pt x="180" y="135"/>
                    <a:pt x="171" y="99"/>
                  </a:cubicBezTo>
                  <a:close/>
                </a:path>
              </a:pathLst>
            </a:custGeom>
            <a:solidFill>
              <a:schemeClr val="tx2"/>
            </a:solidFill>
            <a:ln w="9525">
              <a:noFill/>
              <a:round/>
            </a:ln>
          </p:spPr>
          <p:txBody>
            <a:bodyPr/>
            <a:lstStyle/>
            <a:p>
              <a:endParaRPr lang="en-GB" sz="1815"/>
            </a:p>
          </p:txBody>
        </p:sp>
        <p:sp>
          <p:nvSpPr>
            <p:cNvPr id="485" name="Freeform 329"/>
            <p:cNvSpPr/>
            <p:nvPr/>
          </p:nvSpPr>
          <p:spPr bwMode="auto">
            <a:xfrm>
              <a:off x="5889162" y="2576224"/>
              <a:ext cx="417227" cy="418506"/>
            </a:xfrm>
            <a:custGeom>
              <a:avLst/>
              <a:gdLst>
                <a:gd name="T0" fmla="*/ 210 w 180"/>
                <a:gd name="T1" fmla="*/ 315 h 180"/>
                <a:gd name="T2" fmla="*/ 52 w 180"/>
                <a:gd name="T3" fmla="*/ 473 h 180"/>
                <a:gd name="T4" fmla="*/ 260 w 180"/>
                <a:gd name="T5" fmla="*/ 628 h 180"/>
                <a:gd name="T6" fmla="*/ 210 w 180"/>
                <a:gd name="T7" fmla="*/ 839 h 180"/>
                <a:gd name="T8" fmla="*/ 467 w 180"/>
                <a:gd name="T9" fmla="*/ 839 h 180"/>
                <a:gd name="T10" fmla="*/ 677 w 180"/>
                <a:gd name="T11" fmla="*/ 1049 h 180"/>
                <a:gd name="T12" fmla="*/ 831 w 180"/>
                <a:gd name="T13" fmla="*/ 839 h 180"/>
                <a:gd name="T14" fmla="*/ 1041 w 180"/>
                <a:gd name="T15" fmla="*/ 839 h 180"/>
                <a:gd name="T16" fmla="*/ 989 w 180"/>
                <a:gd name="T17" fmla="*/ 576 h 180"/>
                <a:gd name="T18" fmla="*/ 779 w 180"/>
                <a:gd name="T19" fmla="*/ 396 h 180"/>
                <a:gd name="T20" fmla="*/ 989 w 180"/>
                <a:gd name="T21" fmla="*/ 263 h 180"/>
                <a:gd name="T22" fmla="*/ 1041 w 180"/>
                <a:gd name="T23" fmla="*/ 0 h 180"/>
                <a:gd name="T24" fmla="*/ 729 w 180"/>
                <a:gd name="T25" fmla="*/ 0 h 180"/>
                <a:gd name="T26" fmla="*/ 572 w 180"/>
                <a:gd name="T27" fmla="*/ 211 h 180"/>
                <a:gd name="T28" fmla="*/ 467 w 180"/>
                <a:gd name="T29" fmla="*/ 0 h 180"/>
                <a:gd name="T30" fmla="*/ 210 w 180"/>
                <a:gd name="T31" fmla="*/ 0 h 180"/>
                <a:gd name="T32" fmla="*/ 210 w 180"/>
                <a:gd name="T33" fmla="*/ 31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36" y="54"/>
                  </a:moveTo>
                  <a:cubicBezTo>
                    <a:pt x="36" y="72"/>
                    <a:pt x="0" y="36"/>
                    <a:pt x="9" y="81"/>
                  </a:cubicBezTo>
                  <a:cubicBezTo>
                    <a:pt x="18" y="126"/>
                    <a:pt x="45" y="90"/>
                    <a:pt x="45" y="108"/>
                  </a:cubicBezTo>
                  <a:cubicBezTo>
                    <a:pt x="45" y="126"/>
                    <a:pt x="36" y="144"/>
                    <a:pt x="36" y="144"/>
                  </a:cubicBezTo>
                  <a:cubicBezTo>
                    <a:pt x="36" y="144"/>
                    <a:pt x="54" y="153"/>
                    <a:pt x="81" y="144"/>
                  </a:cubicBezTo>
                  <a:cubicBezTo>
                    <a:pt x="108" y="135"/>
                    <a:pt x="63" y="180"/>
                    <a:pt x="117" y="180"/>
                  </a:cubicBezTo>
                  <a:cubicBezTo>
                    <a:pt x="153" y="180"/>
                    <a:pt x="117" y="144"/>
                    <a:pt x="144" y="144"/>
                  </a:cubicBezTo>
                  <a:cubicBezTo>
                    <a:pt x="153" y="144"/>
                    <a:pt x="180" y="144"/>
                    <a:pt x="180" y="144"/>
                  </a:cubicBezTo>
                  <a:cubicBezTo>
                    <a:pt x="180" y="144"/>
                    <a:pt x="180" y="135"/>
                    <a:pt x="171" y="99"/>
                  </a:cubicBezTo>
                  <a:cubicBezTo>
                    <a:pt x="162" y="63"/>
                    <a:pt x="135" y="117"/>
                    <a:pt x="135" y="68"/>
                  </a:cubicBezTo>
                  <a:cubicBezTo>
                    <a:pt x="135" y="36"/>
                    <a:pt x="153" y="63"/>
                    <a:pt x="171" y="45"/>
                  </a:cubicBezTo>
                  <a:cubicBezTo>
                    <a:pt x="180" y="36"/>
                    <a:pt x="180" y="0"/>
                    <a:pt x="180" y="0"/>
                  </a:cubicBezTo>
                  <a:cubicBezTo>
                    <a:pt x="180" y="0"/>
                    <a:pt x="153" y="0"/>
                    <a:pt x="126" y="0"/>
                  </a:cubicBezTo>
                  <a:cubicBezTo>
                    <a:pt x="99" y="0"/>
                    <a:pt x="144" y="36"/>
                    <a:pt x="99" y="36"/>
                  </a:cubicBezTo>
                  <a:cubicBezTo>
                    <a:pt x="54" y="36"/>
                    <a:pt x="90" y="0"/>
                    <a:pt x="81" y="0"/>
                  </a:cubicBezTo>
                  <a:cubicBezTo>
                    <a:pt x="72" y="0"/>
                    <a:pt x="36" y="0"/>
                    <a:pt x="36" y="0"/>
                  </a:cubicBezTo>
                  <a:cubicBezTo>
                    <a:pt x="27" y="27"/>
                    <a:pt x="36" y="36"/>
                    <a:pt x="36" y="54"/>
                  </a:cubicBezTo>
                  <a:close/>
                </a:path>
              </a:pathLst>
            </a:custGeom>
            <a:solidFill>
              <a:schemeClr val="accent1"/>
            </a:solidFill>
            <a:ln w="9525">
              <a:noFill/>
              <a:round/>
            </a:ln>
          </p:spPr>
          <p:txBody>
            <a:bodyPr/>
            <a:lstStyle/>
            <a:p>
              <a:endParaRPr lang="en-GB" sz="1815"/>
            </a:p>
          </p:txBody>
        </p:sp>
        <p:sp>
          <p:nvSpPr>
            <p:cNvPr id="486" name="Freeform 330"/>
            <p:cNvSpPr/>
            <p:nvPr/>
          </p:nvSpPr>
          <p:spPr bwMode="auto">
            <a:xfrm>
              <a:off x="6891539" y="2910770"/>
              <a:ext cx="417227" cy="417214"/>
            </a:xfrm>
            <a:custGeom>
              <a:avLst/>
              <a:gdLst>
                <a:gd name="T0" fmla="*/ 210 w 180"/>
                <a:gd name="T1" fmla="*/ 312 h 180"/>
                <a:gd name="T2" fmla="*/ 52 w 180"/>
                <a:gd name="T3" fmla="*/ 467 h 180"/>
                <a:gd name="T4" fmla="*/ 260 w 180"/>
                <a:gd name="T5" fmla="*/ 624 h 180"/>
                <a:gd name="T6" fmla="*/ 210 w 180"/>
                <a:gd name="T7" fmla="*/ 831 h 180"/>
                <a:gd name="T8" fmla="*/ 467 w 180"/>
                <a:gd name="T9" fmla="*/ 831 h 180"/>
                <a:gd name="T10" fmla="*/ 677 w 180"/>
                <a:gd name="T11" fmla="*/ 1041 h 180"/>
                <a:gd name="T12" fmla="*/ 831 w 180"/>
                <a:gd name="T13" fmla="*/ 831 h 180"/>
                <a:gd name="T14" fmla="*/ 1041 w 180"/>
                <a:gd name="T15" fmla="*/ 831 h 180"/>
                <a:gd name="T16" fmla="*/ 989 w 180"/>
                <a:gd name="T17" fmla="*/ 572 h 180"/>
                <a:gd name="T18" fmla="*/ 779 w 180"/>
                <a:gd name="T19" fmla="*/ 393 h 180"/>
                <a:gd name="T20" fmla="*/ 989 w 180"/>
                <a:gd name="T21" fmla="*/ 260 h 180"/>
                <a:gd name="T22" fmla="*/ 1041 w 180"/>
                <a:gd name="T23" fmla="*/ 0 h 180"/>
                <a:gd name="T24" fmla="*/ 729 w 180"/>
                <a:gd name="T25" fmla="*/ 0 h 180"/>
                <a:gd name="T26" fmla="*/ 572 w 180"/>
                <a:gd name="T27" fmla="*/ 210 h 180"/>
                <a:gd name="T28" fmla="*/ 467 w 180"/>
                <a:gd name="T29" fmla="*/ 0 h 180"/>
                <a:gd name="T30" fmla="*/ 210 w 180"/>
                <a:gd name="T31" fmla="*/ 0 h 180"/>
                <a:gd name="T32" fmla="*/ 210 w 180"/>
                <a:gd name="T33" fmla="*/ 31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36" y="54"/>
                  </a:moveTo>
                  <a:cubicBezTo>
                    <a:pt x="36" y="72"/>
                    <a:pt x="0" y="36"/>
                    <a:pt x="9" y="81"/>
                  </a:cubicBezTo>
                  <a:cubicBezTo>
                    <a:pt x="18" y="126"/>
                    <a:pt x="45" y="90"/>
                    <a:pt x="45" y="108"/>
                  </a:cubicBezTo>
                  <a:cubicBezTo>
                    <a:pt x="45" y="126"/>
                    <a:pt x="36" y="144"/>
                    <a:pt x="36" y="144"/>
                  </a:cubicBezTo>
                  <a:cubicBezTo>
                    <a:pt x="36" y="144"/>
                    <a:pt x="54" y="153"/>
                    <a:pt x="81" y="144"/>
                  </a:cubicBezTo>
                  <a:cubicBezTo>
                    <a:pt x="108" y="135"/>
                    <a:pt x="63" y="180"/>
                    <a:pt x="117" y="180"/>
                  </a:cubicBezTo>
                  <a:cubicBezTo>
                    <a:pt x="153" y="180"/>
                    <a:pt x="117" y="144"/>
                    <a:pt x="144" y="144"/>
                  </a:cubicBezTo>
                  <a:cubicBezTo>
                    <a:pt x="153" y="144"/>
                    <a:pt x="180" y="144"/>
                    <a:pt x="180" y="144"/>
                  </a:cubicBezTo>
                  <a:cubicBezTo>
                    <a:pt x="180" y="144"/>
                    <a:pt x="180" y="135"/>
                    <a:pt x="171" y="99"/>
                  </a:cubicBezTo>
                  <a:cubicBezTo>
                    <a:pt x="162" y="63"/>
                    <a:pt x="135" y="117"/>
                    <a:pt x="135" y="68"/>
                  </a:cubicBezTo>
                  <a:cubicBezTo>
                    <a:pt x="135" y="36"/>
                    <a:pt x="153" y="63"/>
                    <a:pt x="171" y="45"/>
                  </a:cubicBezTo>
                  <a:cubicBezTo>
                    <a:pt x="180" y="36"/>
                    <a:pt x="180" y="0"/>
                    <a:pt x="180" y="0"/>
                  </a:cubicBezTo>
                  <a:cubicBezTo>
                    <a:pt x="180" y="0"/>
                    <a:pt x="153" y="0"/>
                    <a:pt x="126" y="0"/>
                  </a:cubicBezTo>
                  <a:cubicBezTo>
                    <a:pt x="99" y="0"/>
                    <a:pt x="144" y="36"/>
                    <a:pt x="99" y="36"/>
                  </a:cubicBezTo>
                  <a:cubicBezTo>
                    <a:pt x="54" y="36"/>
                    <a:pt x="90" y="0"/>
                    <a:pt x="81" y="0"/>
                  </a:cubicBezTo>
                  <a:cubicBezTo>
                    <a:pt x="72" y="0"/>
                    <a:pt x="36" y="0"/>
                    <a:pt x="36" y="0"/>
                  </a:cubicBezTo>
                  <a:cubicBezTo>
                    <a:pt x="27" y="27"/>
                    <a:pt x="36" y="36"/>
                    <a:pt x="36" y="54"/>
                  </a:cubicBezTo>
                  <a:close/>
                </a:path>
              </a:pathLst>
            </a:custGeom>
            <a:solidFill>
              <a:schemeClr val="accent4"/>
            </a:solidFill>
            <a:ln w="9525">
              <a:noFill/>
              <a:round/>
            </a:ln>
          </p:spPr>
          <p:txBody>
            <a:bodyPr/>
            <a:lstStyle/>
            <a:p>
              <a:endParaRPr lang="en-GB" sz="1815"/>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T</a:t>
            </a:r>
            <a:r>
              <a:rPr lang="en-GB" dirty="0" smtClean="0"/>
              <a:t>imelines</a:t>
            </a:r>
            <a:endParaRPr lang="en-GB"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Bridge diagram / waterfall chart</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50" name="Rectangle 4"/>
          <p:cNvSpPr>
            <a:spLocks noChangeArrowheads="1"/>
          </p:cNvSpPr>
          <p:nvPr/>
        </p:nvSpPr>
        <p:spPr bwMode="auto">
          <a:xfrm>
            <a:off x="1760738" y="1535056"/>
            <a:ext cx="8657789" cy="1045014"/>
          </a:xfrm>
          <a:prstGeom prst="rect">
            <a:avLst/>
          </a:prstGeom>
          <a:noFill/>
          <a:ln w="3175">
            <a:noFill/>
            <a:miter lim="800000"/>
          </a:ln>
        </p:spPr>
        <p:txBody>
          <a:bodyPr lIns="37247" tIns="37247" rIns="37247" bIns="37247"/>
          <a:lstStyle/>
          <a:p>
            <a:pPr marL="219075" indent="-219075" defTabSz="1043305" eaLnBrk="0" hangingPunct="0">
              <a:buSzTx/>
              <a:tabLst>
                <a:tab pos="219075" algn="l"/>
              </a:tabLst>
            </a:pPr>
            <a:r>
              <a:rPr lang="en-US" sz="725" b="1" dirty="0">
                <a:solidFill>
                  <a:schemeClr val="tx1"/>
                </a:solidFill>
                <a:latin typeface="+mj-lt"/>
              </a:rPr>
              <a:t>Hints:</a:t>
            </a:r>
            <a:endParaRPr lang="en-US" sz="725" b="1" dirty="0">
              <a:solidFill>
                <a:schemeClr val="tx1"/>
              </a:solidFill>
              <a:latin typeface="+mj-lt"/>
            </a:endParaRPr>
          </a:p>
          <a:p>
            <a:pPr marL="219075" indent="-219075" defTabSz="1043305" eaLnBrk="0" hangingPunct="0">
              <a:buSzTx/>
              <a:tabLst>
                <a:tab pos="219075" algn="l"/>
              </a:tabLst>
            </a:pPr>
            <a:r>
              <a:rPr lang="en-US" sz="725" dirty="0">
                <a:solidFill>
                  <a:schemeClr val="tx1"/>
                </a:solidFill>
                <a:latin typeface="+mj-lt"/>
              </a:rPr>
              <a:t>1	Calculate and enter the value corresponding to the area below the column in the row marked "Space"</a:t>
            </a:r>
            <a:endParaRPr lang="en-US" sz="725" dirty="0">
              <a:solidFill>
                <a:schemeClr val="tx1"/>
              </a:solidFill>
              <a:latin typeface="+mj-lt"/>
            </a:endParaRPr>
          </a:p>
          <a:p>
            <a:pPr marL="219075" indent="-219075" defTabSz="1043305" eaLnBrk="0" hangingPunct="0">
              <a:buSzTx/>
              <a:tabLst>
                <a:tab pos="219075" algn="l"/>
              </a:tabLst>
            </a:pPr>
            <a:r>
              <a:rPr lang="en-US" sz="725" dirty="0">
                <a:solidFill>
                  <a:schemeClr val="tx1"/>
                </a:solidFill>
                <a:latin typeface="+mj-lt"/>
              </a:rPr>
              <a:t>2	Enter the height of the column in the row marked "Column" row</a:t>
            </a:r>
            <a:endParaRPr lang="en-US" sz="725" dirty="0">
              <a:solidFill>
                <a:schemeClr val="tx1"/>
              </a:solidFill>
              <a:latin typeface="+mj-lt"/>
            </a:endParaRPr>
          </a:p>
          <a:p>
            <a:pPr marL="219075" indent="-219075" defTabSz="1043305" eaLnBrk="0" hangingPunct="0">
              <a:buSzTx/>
              <a:tabLst>
                <a:tab pos="219075" algn="l"/>
              </a:tabLst>
            </a:pPr>
            <a:r>
              <a:rPr lang="en-US" sz="725" dirty="0">
                <a:solidFill>
                  <a:schemeClr val="tx1"/>
                </a:solidFill>
                <a:latin typeface="+mj-lt"/>
              </a:rPr>
              <a:t>3	Drag the data labels to the top of the column manually (Make sure that "Snap to Shape" in the Drawing menu is selected)</a:t>
            </a:r>
            <a:endParaRPr lang="en-US" sz="725" dirty="0">
              <a:solidFill>
                <a:schemeClr val="tx1"/>
              </a:solidFill>
              <a:latin typeface="+mj-lt"/>
            </a:endParaRPr>
          </a:p>
          <a:p>
            <a:pPr marL="219075" indent="-219075" defTabSz="1043305" eaLnBrk="0" hangingPunct="0">
              <a:buSzTx/>
              <a:tabLst>
                <a:tab pos="219075" algn="l"/>
              </a:tabLst>
            </a:pPr>
            <a:r>
              <a:rPr lang="en-US" sz="725" dirty="0">
                <a:solidFill>
                  <a:schemeClr val="tx1"/>
                </a:solidFill>
                <a:latin typeface="+mj-lt"/>
              </a:rPr>
              <a:t>4	Align the lines between the columns manually</a:t>
            </a:r>
            <a:endParaRPr lang="en-US" sz="725" dirty="0">
              <a:solidFill>
                <a:schemeClr val="tx1"/>
              </a:solidFill>
              <a:latin typeface="+mj-lt"/>
            </a:endParaRPr>
          </a:p>
          <a:p>
            <a:pPr marL="219075" indent="-219075" defTabSz="1043305" eaLnBrk="0" hangingPunct="0">
              <a:buSzTx/>
              <a:tabLst>
                <a:tab pos="219075" algn="l"/>
              </a:tabLst>
            </a:pPr>
            <a:r>
              <a:rPr lang="en-US" sz="725" dirty="0">
                <a:solidFill>
                  <a:schemeClr val="tx1"/>
                </a:solidFill>
                <a:latin typeface="+mj-lt"/>
              </a:rPr>
              <a:t>5	To change the height of the columns select Chart Options and turn on the y-axis, then use Format Axis/Scale to set the length of the y-axis. Once the scale is set, use Chart Options again to remove the y-axis</a:t>
            </a:r>
            <a:endParaRPr lang="en-US" sz="725" dirty="0">
              <a:solidFill>
                <a:schemeClr val="tx1"/>
              </a:solidFill>
              <a:latin typeface="+mj-lt"/>
            </a:endParaRPr>
          </a:p>
        </p:txBody>
      </p:sp>
      <p:graphicFrame>
        <p:nvGraphicFramePr>
          <p:cNvPr id="51" name="Object 7"/>
          <p:cNvGraphicFramePr>
            <a:graphicFrameLocks noChangeAspect="1"/>
          </p:cNvGraphicFramePr>
          <p:nvPr/>
        </p:nvGraphicFramePr>
        <p:xfrm>
          <a:off x="1748005" y="2057563"/>
          <a:ext cx="8670522" cy="4079263"/>
        </p:xfrm>
        <a:graphic>
          <a:graphicData uri="http://schemas.openxmlformats.org/drawingml/2006/chart">
            <c:chart xmlns:c="http://schemas.openxmlformats.org/drawingml/2006/chart" xmlns:r="http://schemas.openxmlformats.org/officeDocument/2006/relationships" r:id="rId1"/>
          </a:graphicData>
        </a:graphic>
      </p:graphicFrame>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6"/>
          <p:cNvSpPr>
            <a:spLocks noChangeArrowheads="1"/>
          </p:cNvSpPr>
          <p:nvPr/>
        </p:nvSpPr>
        <p:spPr bwMode="gray">
          <a:xfrm>
            <a:off x="7256600" y="1145010"/>
            <a:ext cx="3069729" cy="651299"/>
          </a:xfrm>
          <a:prstGeom prst="rect">
            <a:avLst/>
          </a:prstGeom>
          <a:solidFill>
            <a:schemeClr val="bg2"/>
          </a:solidFill>
          <a:ln w="9525">
            <a:solidFill>
              <a:srgbClr val="FFFFFF"/>
            </a:solidFill>
            <a:miter lim="800000"/>
          </a:ln>
        </p:spPr>
        <p:txBody>
          <a:bodyPr wrap="none" lIns="81632" tIns="81632" rIns="65306" bIns="81632" anchor="ctr"/>
          <a:lstStyle/>
          <a:p>
            <a:pPr defTabSz="802005">
              <a:spcBef>
                <a:spcPct val="20000"/>
              </a:spcBef>
            </a:pPr>
            <a:r>
              <a:rPr lang="de-DE" sz="1815" b="1" dirty="0" smtClean="0">
                <a:solidFill>
                  <a:schemeClr val="accent4"/>
                </a:solidFill>
                <a:latin typeface="+mj-lt"/>
                <a:cs typeface="腾讯体 W3" panose="020C04030202040F0204" pitchFamily="34" charset="-122"/>
              </a:rPr>
              <a:t>Active chart – </a:t>
            </a:r>
            <a:br>
              <a:rPr lang="de-DE" sz="1815" b="1" dirty="0" smtClean="0">
                <a:solidFill>
                  <a:schemeClr val="accent4"/>
                </a:solidFill>
                <a:latin typeface="+mj-lt"/>
                <a:cs typeface="腾讯体 W3" panose="020C04030202040F0204" pitchFamily="34" charset="-122"/>
              </a:rPr>
            </a:br>
            <a:r>
              <a:rPr lang="de-DE" sz="1815" b="1" dirty="0" smtClean="0">
                <a:solidFill>
                  <a:schemeClr val="accent4"/>
                </a:solidFill>
                <a:latin typeface="+mj-lt"/>
                <a:cs typeface="腾讯体 W3" panose="020C04030202040F0204" pitchFamily="34" charset="-122"/>
              </a:rPr>
              <a:t>values can be changed</a:t>
            </a:r>
            <a:endParaRPr lang="de-DE" sz="1815" b="1" dirty="0">
              <a:solidFill>
                <a:schemeClr val="accent4"/>
              </a:solidFill>
              <a:latin typeface="+mj-lt"/>
              <a:cs typeface="腾讯体 W3" panose="020C04030202040F0204" pitchFamily="34" charset="-122"/>
            </a:endParaRPr>
          </a:p>
        </p:txBody>
      </p:sp>
      <p:sp>
        <p:nvSpPr>
          <p:cNvPr id="2" name="Title 1"/>
          <p:cNvSpPr>
            <a:spLocks noGrp="1"/>
          </p:cNvSpPr>
          <p:nvPr>
            <p:ph type="title"/>
          </p:nvPr>
        </p:nvSpPr>
        <p:spPr/>
        <p:txBody>
          <a:bodyPr/>
          <a:lstStyle/>
          <a:p>
            <a:r>
              <a:rPr lang="en-GB" dirty="0" smtClean="0"/>
              <a:t>Diagrams</a:t>
            </a:r>
            <a:br>
              <a:rPr lang="en-GB" dirty="0" smtClean="0"/>
            </a:br>
            <a:r>
              <a:rPr lang="en-GB" b="0" i="0" dirty="0" smtClean="0"/>
              <a:t>Line chart</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aphicFrame>
        <p:nvGraphicFramePr>
          <p:cNvPr id="5" name="Chart 4"/>
          <p:cNvGraphicFramePr/>
          <p:nvPr/>
        </p:nvGraphicFramePr>
        <p:xfrm>
          <a:off x="1915944" y="2057563"/>
          <a:ext cx="8425426" cy="4180056"/>
        </p:xfrm>
        <a:graphic>
          <a:graphicData uri="http://schemas.openxmlformats.org/drawingml/2006/chart">
            <c:chart xmlns:c="http://schemas.openxmlformats.org/drawingml/2006/chart" xmlns:r="http://schemas.openxmlformats.org/officeDocument/2006/relationships" r:id="rId1"/>
          </a:graphicData>
        </a:graphic>
      </p:graphicFrame>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Chevron 77"/>
          <p:cNvSpPr/>
          <p:nvPr/>
        </p:nvSpPr>
        <p:spPr bwMode="ltGray">
          <a:xfrm>
            <a:off x="3611420" y="3126792"/>
            <a:ext cx="1792294" cy="1216739"/>
          </a:xfrm>
          <a:prstGeom prst="chevron">
            <a:avLst>
              <a:gd name="adj" fmla="val 31595"/>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70" err="1" smtClean="0">
              <a:solidFill>
                <a:schemeClr val="bg1"/>
              </a:solidFill>
              <a:latin typeface="腾讯体 W7" panose="020C08030202040F0204" pitchFamily="18" charset="-122"/>
            </a:endParaRPr>
          </a:p>
        </p:txBody>
      </p:sp>
      <p:sp>
        <p:nvSpPr>
          <p:cNvPr id="77" name="Pentagon 76"/>
          <p:cNvSpPr/>
          <p:nvPr/>
        </p:nvSpPr>
        <p:spPr bwMode="ltGray">
          <a:xfrm>
            <a:off x="1915944" y="3135086"/>
            <a:ext cx="1834823" cy="1208445"/>
          </a:xfrm>
          <a:prstGeom prst="homePlate">
            <a:avLst>
              <a:gd name="adj" fmla="val 31469"/>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70" err="1" smtClean="0">
              <a:solidFill>
                <a:schemeClr val="bg1"/>
              </a:solidFill>
              <a:latin typeface="腾讯体 W7" panose="020C08030202040F0204" pitchFamily="18" charset="-122"/>
            </a:endParaRPr>
          </a:p>
        </p:txBody>
      </p:sp>
      <p:sp>
        <p:nvSpPr>
          <p:cNvPr id="79" name="Chevron 78"/>
          <p:cNvSpPr/>
          <p:nvPr/>
        </p:nvSpPr>
        <p:spPr bwMode="ltGray">
          <a:xfrm>
            <a:off x="5264366" y="3126792"/>
            <a:ext cx="1792294" cy="1216739"/>
          </a:xfrm>
          <a:prstGeom prst="chevron">
            <a:avLst>
              <a:gd name="adj" fmla="val 31595"/>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70" err="1" smtClean="0">
              <a:solidFill>
                <a:schemeClr val="bg1"/>
              </a:solidFill>
              <a:latin typeface="腾讯体 W7" panose="020C08030202040F0204" pitchFamily="18" charset="-122"/>
            </a:endParaRPr>
          </a:p>
        </p:txBody>
      </p:sp>
      <p:sp>
        <p:nvSpPr>
          <p:cNvPr id="80" name="Chevron 79"/>
          <p:cNvSpPr/>
          <p:nvPr/>
        </p:nvSpPr>
        <p:spPr bwMode="ltGray">
          <a:xfrm>
            <a:off x="6917313" y="3126792"/>
            <a:ext cx="1792294" cy="1216739"/>
          </a:xfrm>
          <a:prstGeom prst="chevron">
            <a:avLst>
              <a:gd name="adj" fmla="val 31595"/>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70" err="1" smtClean="0">
              <a:solidFill>
                <a:schemeClr val="bg1"/>
              </a:solidFill>
              <a:latin typeface="腾讯体 W7" panose="020C08030202040F0204" pitchFamily="18" charset="-122"/>
            </a:endParaRPr>
          </a:p>
        </p:txBody>
      </p:sp>
      <p:sp>
        <p:nvSpPr>
          <p:cNvPr id="81" name="Chevron 80"/>
          <p:cNvSpPr/>
          <p:nvPr/>
        </p:nvSpPr>
        <p:spPr bwMode="ltGray">
          <a:xfrm>
            <a:off x="8570260" y="3126792"/>
            <a:ext cx="1792294" cy="1216739"/>
          </a:xfrm>
          <a:prstGeom prst="chevron">
            <a:avLst>
              <a:gd name="adj" fmla="val 31595"/>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70" err="1" smtClean="0">
              <a:solidFill>
                <a:schemeClr val="bg1"/>
              </a:solidFill>
              <a:latin typeface="腾讯体 W7" panose="020C08030202040F0204" pitchFamily="18" charset="-122"/>
            </a:endParaRPr>
          </a:p>
        </p:txBody>
      </p:sp>
      <p:sp>
        <p:nvSpPr>
          <p:cNvPr id="2" name="Title 1"/>
          <p:cNvSpPr>
            <a:spLocks noGrp="1"/>
          </p:cNvSpPr>
          <p:nvPr>
            <p:ph type="title"/>
          </p:nvPr>
        </p:nvSpPr>
        <p:spPr/>
        <p:txBody>
          <a:bodyPr/>
          <a:lstStyle/>
          <a:p>
            <a:r>
              <a:rPr lang="en-GB" smtClean="0"/>
              <a:t>Process charts</a:t>
            </a:r>
            <a:br>
              <a:rPr lang="en-GB" smtClean="0"/>
            </a:br>
            <a:br>
              <a:rPr lang="en-GB" smtClean="0"/>
            </a:br>
            <a:endParaRPr lang="en-GB" b="0" i="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44" name="Text Box 6"/>
          <p:cNvSpPr txBox="1">
            <a:spLocks noChangeAspect="1" noChangeArrowheads="1"/>
          </p:cNvSpPr>
          <p:nvPr/>
        </p:nvSpPr>
        <p:spPr bwMode="gray">
          <a:xfrm>
            <a:off x="2031669" y="3363830"/>
            <a:ext cx="1300104" cy="746760"/>
          </a:xfrm>
          <a:prstGeom prst="rect">
            <a:avLst/>
          </a:prstGeom>
          <a:noFill/>
          <a:ln w="9525">
            <a:noFill/>
            <a:miter lim="800000"/>
          </a:ln>
        </p:spPr>
        <p:txBody>
          <a:bodyPr wrap="square" lIns="81632" tIns="81632" rIns="65306" bIns="81632">
            <a:spAutoFit/>
          </a:bodyPr>
          <a:lstStyle/>
          <a:p>
            <a:pPr defTabSz="802005">
              <a:spcBef>
                <a:spcPct val="20000"/>
              </a:spcBef>
            </a:pPr>
            <a:r>
              <a:rPr lang="de-DE" sz="1270" b="1" dirty="0">
                <a:solidFill>
                  <a:schemeClr val="bg1"/>
                </a:solidFill>
                <a:latin typeface="+mj-lt"/>
                <a:cs typeface="腾讯体 W3" panose="020C04030202040F0204" pitchFamily="34" charset="-122"/>
              </a:rPr>
              <a:t>This is a placeholder </a:t>
            </a:r>
            <a:br>
              <a:rPr lang="de-DE" sz="1270" b="1" dirty="0">
                <a:solidFill>
                  <a:schemeClr val="bg1"/>
                </a:solidFill>
                <a:latin typeface="+mj-lt"/>
                <a:cs typeface="腾讯体 W3" panose="020C04030202040F0204" pitchFamily="34" charset="-122"/>
              </a:rPr>
            </a:br>
            <a:r>
              <a:rPr lang="de-DE" sz="1270" b="1" dirty="0">
                <a:solidFill>
                  <a:schemeClr val="bg1"/>
                </a:solidFill>
                <a:latin typeface="+mj-lt"/>
                <a:cs typeface="腾讯体 W3" panose="020C04030202040F0204" pitchFamily="34" charset="-122"/>
              </a:rPr>
              <a:t>text</a:t>
            </a:r>
            <a:endParaRPr lang="de-DE" sz="1270" b="1" dirty="0">
              <a:solidFill>
                <a:schemeClr val="bg1"/>
              </a:solidFill>
              <a:latin typeface="+mj-lt"/>
              <a:cs typeface="腾讯体 W3" panose="020C04030202040F0204" pitchFamily="34" charset="-122"/>
            </a:endParaRPr>
          </a:p>
        </p:txBody>
      </p:sp>
      <p:sp>
        <p:nvSpPr>
          <p:cNvPr id="49" name="Text Box 11"/>
          <p:cNvSpPr txBox="1">
            <a:spLocks noChangeAspect="1" noChangeArrowheads="1"/>
          </p:cNvSpPr>
          <p:nvPr/>
        </p:nvSpPr>
        <p:spPr bwMode="gray">
          <a:xfrm>
            <a:off x="4043139" y="3349341"/>
            <a:ext cx="1190805" cy="551815"/>
          </a:xfrm>
          <a:prstGeom prst="rect">
            <a:avLst/>
          </a:prstGeom>
          <a:noFill/>
          <a:ln w="9525">
            <a:noFill/>
            <a:miter lim="800000"/>
          </a:ln>
        </p:spPr>
        <p:txBody>
          <a:bodyPr lIns="81632" tIns="81632" rIns="65306" bIns="81632">
            <a:spAutoFit/>
          </a:bodyPr>
          <a:lstStyle/>
          <a:p>
            <a:pPr defTabSz="802005">
              <a:spcBef>
                <a:spcPct val="20000"/>
              </a:spcBef>
            </a:pPr>
            <a:r>
              <a:rPr lang="de-DE" sz="1270" b="1" dirty="0">
                <a:solidFill>
                  <a:schemeClr val="bg1"/>
                </a:solidFill>
                <a:latin typeface="+mj-lt"/>
                <a:cs typeface="腾讯体 W3" panose="020C04030202040F0204" pitchFamily="34" charset="-122"/>
              </a:rPr>
              <a:t>Please insert your text</a:t>
            </a:r>
            <a:endParaRPr lang="de-DE" sz="1270" b="1" dirty="0">
              <a:solidFill>
                <a:schemeClr val="bg1"/>
              </a:solidFill>
              <a:latin typeface="+mj-lt"/>
              <a:cs typeface="腾讯体 W3" panose="020C04030202040F0204" pitchFamily="34" charset="-122"/>
            </a:endParaRPr>
          </a:p>
        </p:txBody>
      </p:sp>
      <p:sp>
        <p:nvSpPr>
          <p:cNvPr id="67" name="Line 28"/>
          <p:cNvSpPr>
            <a:spLocks noChangeShapeType="1"/>
          </p:cNvSpPr>
          <p:nvPr/>
        </p:nvSpPr>
        <p:spPr bwMode="gray">
          <a:xfrm flipV="1">
            <a:off x="3586238" y="1904167"/>
            <a:ext cx="0" cy="1141848"/>
          </a:xfrm>
          <a:prstGeom prst="line">
            <a:avLst/>
          </a:prstGeom>
          <a:noFill/>
          <a:ln w="3175">
            <a:solidFill>
              <a:srgbClr val="1450B8"/>
            </a:solid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270" b="0" i="0" u="none" strike="noStrike" kern="0" cap="none" spc="0" normalizeH="0" baseline="0" noProof="0" smtClean="0">
              <a:ln>
                <a:noFill/>
              </a:ln>
              <a:solidFill>
                <a:sysClr val="windowText" lastClr="000000"/>
              </a:solidFill>
              <a:effectLst/>
              <a:uLnTx/>
              <a:uFillTx/>
            </a:endParaRPr>
          </a:p>
        </p:txBody>
      </p:sp>
      <p:sp>
        <p:nvSpPr>
          <p:cNvPr id="68" name="Text Box 29"/>
          <p:cNvSpPr txBox="1">
            <a:spLocks noChangeArrowheads="1"/>
          </p:cNvSpPr>
          <p:nvPr/>
        </p:nvSpPr>
        <p:spPr bwMode="gray">
          <a:xfrm>
            <a:off x="3643834" y="1904167"/>
            <a:ext cx="1678934" cy="1388073"/>
          </a:xfrm>
          <a:prstGeom prst="rect">
            <a:avLst/>
          </a:prstGeom>
          <a:noFill/>
          <a:ln w="9525">
            <a:noFill/>
            <a:miter lim="800000"/>
          </a:ln>
        </p:spPr>
        <p:txBody>
          <a:bodyPr lIns="0" tIns="0" rIns="0" bIns="0"/>
          <a:lstStyle/>
          <a:p>
            <a:pPr defTabSz="802005">
              <a:spcBef>
                <a:spcPct val="20000"/>
              </a:spcBef>
            </a:pPr>
            <a:r>
              <a:rPr lang="de-DE" sz="1270">
                <a:latin typeface="+mj-lt"/>
                <a:cs typeface="腾讯体 W3" panose="020C04030202040F0204" pitchFamily="34" charset="-122"/>
              </a:rPr>
              <a:t>This is a placeholder text. It can be replaced by your own one.</a:t>
            </a:r>
            <a:endParaRPr lang="de-DE" sz="1270">
              <a:latin typeface="+mj-lt"/>
              <a:cs typeface="腾讯体 W3" panose="020C04030202040F0204" pitchFamily="34" charset="-122"/>
            </a:endParaRPr>
          </a:p>
        </p:txBody>
      </p:sp>
      <p:sp>
        <p:nvSpPr>
          <p:cNvPr id="69" name="Text Box 30"/>
          <p:cNvSpPr txBox="1">
            <a:spLocks noChangeArrowheads="1"/>
          </p:cNvSpPr>
          <p:nvPr/>
        </p:nvSpPr>
        <p:spPr bwMode="gray">
          <a:xfrm>
            <a:off x="5253653" y="4938897"/>
            <a:ext cx="1696213" cy="685345"/>
          </a:xfrm>
          <a:prstGeom prst="rect">
            <a:avLst/>
          </a:prstGeom>
          <a:noFill/>
          <a:ln w="9525">
            <a:noFill/>
            <a:miter lim="800000"/>
          </a:ln>
        </p:spPr>
        <p:txBody>
          <a:bodyPr lIns="65306" tIns="0" rIns="0" bIns="0"/>
          <a:lstStyle/>
          <a:p>
            <a:pPr defTabSz="802005">
              <a:spcBef>
                <a:spcPct val="20000"/>
              </a:spcBef>
            </a:pPr>
            <a:r>
              <a:rPr lang="de-DE" sz="1270">
                <a:latin typeface="+mj-lt"/>
                <a:cs typeface="腾讯体 W3" panose="020C04030202040F0204" pitchFamily="34" charset="-122"/>
              </a:rPr>
              <a:t>This is a placeholder text. It can be replaced by your own one.</a:t>
            </a:r>
            <a:endParaRPr lang="de-DE" sz="1270">
              <a:latin typeface="+mj-lt"/>
              <a:cs typeface="腾讯体 W3" panose="020C04030202040F0204" pitchFamily="34" charset="-122"/>
            </a:endParaRPr>
          </a:p>
        </p:txBody>
      </p:sp>
      <p:sp>
        <p:nvSpPr>
          <p:cNvPr id="70" name="Line 31"/>
          <p:cNvSpPr>
            <a:spLocks noChangeShapeType="1"/>
          </p:cNvSpPr>
          <p:nvPr/>
        </p:nvSpPr>
        <p:spPr bwMode="gray">
          <a:xfrm flipV="1">
            <a:off x="5246453" y="4414643"/>
            <a:ext cx="0" cy="1110204"/>
          </a:xfrm>
          <a:prstGeom prst="line">
            <a:avLst/>
          </a:prstGeom>
          <a:noFill/>
          <a:ln w="3175">
            <a:solidFill>
              <a:schemeClr val="accent5"/>
            </a:solid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270" b="0" i="0" u="none" strike="noStrike" kern="0" cap="none" spc="0" normalizeH="0" baseline="0" noProof="0" smtClean="0">
              <a:ln>
                <a:noFill/>
              </a:ln>
              <a:solidFill>
                <a:sysClr val="windowText" lastClr="000000"/>
              </a:solidFill>
              <a:effectLst/>
              <a:uLnTx/>
              <a:uFillTx/>
            </a:endParaRPr>
          </a:p>
        </p:txBody>
      </p:sp>
      <p:sp>
        <p:nvSpPr>
          <p:cNvPr id="71" name="Text Box 32"/>
          <p:cNvSpPr txBox="1">
            <a:spLocks noChangeArrowheads="1"/>
          </p:cNvSpPr>
          <p:nvPr/>
        </p:nvSpPr>
        <p:spPr bwMode="gray">
          <a:xfrm>
            <a:off x="6908108" y="1904167"/>
            <a:ext cx="1838765" cy="1372233"/>
          </a:xfrm>
          <a:prstGeom prst="rect">
            <a:avLst/>
          </a:prstGeom>
          <a:noFill/>
          <a:ln w="9525">
            <a:noFill/>
            <a:miter lim="800000"/>
          </a:ln>
        </p:spPr>
        <p:txBody>
          <a:bodyPr lIns="65306" tIns="0" rIns="0" bIns="0"/>
          <a:lstStyle/>
          <a:p>
            <a:pPr defTabSz="802005">
              <a:spcBef>
                <a:spcPct val="20000"/>
              </a:spcBef>
            </a:pPr>
            <a:r>
              <a:rPr lang="de-DE" sz="1270">
                <a:latin typeface="+mj-lt"/>
                <a:cs typeface="腾讯体 W3" panose="020C04030202040F0204" pitchFamily="34" charset="-122"/>
              </a:rPr>
              <a:t>This is a placeholder text. It can be replaced by your own one.</a:t>
            </a:r>
            <a:endParaRPr lang="de-DE" sz="1270">
              <a:latin typeface="+mj-lt"/>
              <a:cs typeface="腾讯体 W3" panose="020C04030202040F0204" pitchFamily="34" charset="-122"/>
            </a:endParaRPr>
          </a:p>
        </p:txBody>
      </p:sp>
      <p:sp>
        <p:nvSpPr>
          <p:cNvPr id="72" name="Line 33"/>
          <p:cNvSpPr>
            <a:spLocks noChangeShapeType="1"/>
          </p:cNvSpPr>
          <p:nvPr/>
        </p:nvSpPr>
        <p:spPr bwMode="gray">
          <a:xfrm flipV="1">
            <a:off x="6908108" y="1904167"/>
            <a:ext cx="0" cy="1141848"/>
          </a:xfrm>
          <a:prstGeom prst="line">
            <a:avLst/>
          </a:prstGeom>
          <a:noFill/>
          <a:ln w="3175">
            <a:solidFill>
              <a:schemeClr val="accent4"/>
            </a:solid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270" b="0" i="0" u="none" strike="noStrike" kern="0" cap="none" spc="0" normalizeH="0" baseline="0" noProof="0" smtClean="0">
              <a:ln>
                <a:noFill/>
              </a:ln>
              <a:solidFill>
                <a:sysClr val="windowText" lastClr="000000"/>
              </a:solidFill>
              <a:effectLst/>
              <a:uLnTx/>
              <a:uFillTx/>
            </a:endParaRPr>
          </a:p>
        </p:txBody>
      </p:sp>
      <p:sp>
        <p:nvSpPr>
          <p:cNvPr id="73" name="Line 35"/>
          <p:cNvSpPr>
            <a:spLocks noChangeShapeType="1"/>
          </p:cNvSpPr>
          <p:nvPr/>
        </p:nvSpPr>
        <p:spPr bwMode="gray">
          <a:xfrm flipV="1">
            <a:off x="1914848" y="4414643"/>
            <a:ext cx="0" cy="1110204"/>
          </a:xfrm>
          <a:prstGeom prst="line">
            <a:avLst/>
          </a:prstGeom>
          <a:noFill/>
          <a:ln w="3175">
            <a:solidFill>
              <a:schemeClr val="tx2"/>
            </a:solidFill>
            <a:round/>
          </a:ln>
        </p:spPr>
        <p:txBody>
          <a:bodyPr lIns="65306"/>
          <a:lstStyle/>
          <a:p>
            <a:pPr marL="0" marR="0" lvl="0" indent="0" defTabSz="914400" eaLnBrk="1" fontAlgn="auto" latinLnBrk="0" hangingPunct="1">
              <a:lnSpc>
                <a:spcPct val="100000"/>
              </a:lnSpc>
              <a:spcBef>
                <a:spcPts val="0"/>
              </a:spcBef>
              <a:spcAft>
                <a:spcPts val="0"/>
              </a:spcAft>
              <a:buClrTx/>
              <a:buSzTx/>
              <a:buFontTx/>
              <a:buNone/>
              <a:defRPr/>
            </a:pPr>
            <a:endParaRPr kumimoji="0" lang="en-GB" sz="1270" b="0" i="0" u="none" strike="noStrike" kern="0" cap="none" spc="0" normalizeH="0" baseline="0" noProof="0" smtClean="0">
              <a:ln>
                <a:noFill/>
              </a:ln>
              <a:solidFill>
                <a:sysClr val="windowText" lastClr="000000"/>
              </a:solidFill>
              <a:effectLst/>
              <a:uLnTx/>
              <a:uFillTx/>
            </a:endParaRPr>
          </a:p>
        </p:txBody>
      </p:sp>
      <p:sp>
        <p:nvSpPr>
          <p:cNvPr id="74" name="Text Box 36"/>
          <p:cNvSpPr txBox="1">
            <a:spLocks noChangeArrowheads="1"/>
          </p:cNvSpPr>
          <p:nvPr/>
        </p:nvSpPr>
        <p:spPr bwMode="gray">
          <a:xfrm>
            <a:off x="1914848" y="4923058"/>
            <a:ext cx="1701973" cy="694710"/>
          </a:xfrm>
          <a:prstGeom prst="rect">
            <a:avLst/>
          </a:prstGeom>
          <a:noFill/>
          <a:ln w="9525">
            <a:noFill/>
            <a:miter lim="800000"/>
          </a:ln>
        </p:spPr>
        <p:txBody>
          <a:bodyPr lIns="65306" tIns="0" rIns="0" bIns="0"/>
          <a:lstStyle/>
          <a:p>
            <a:pPr defTabSz="802005">
              <a:spcBef>
                <a:spcPct val="20000"/>
              </a:spcBef>
            </a:pPr>
            <a:r>
              <a:rPr lang="de-DE" sz="1270">
                <a:latin typeface="+mj-lt"/>
                <a:cs typeface="腾讯体 W3" panose="020C04030202040F0204" pitchFamily="34" charset="-122"/>
              </a:rPr>
              <a:t>This is a placeholder text. It can be replaced by your own one.</a:t>
            </a:r>
            <a:endParaRPr lang="de-DE" sz="1270">
              <a:latin typeface="+mj-lt"/>
              <a:cs typeface="腾讯体 W3" panose="020C04030202040F0204" pitchFamily="34" charset="-122"/>
            </a:endParaRPr>
          </a:p>
        </p:txBody>
      </p:sp>
      <p:sp>
        <p:nvSpPr>
          <p:cNvPr id="75" name="Text Box 37"/>
          <p:cNvSpPr txBox="1">
            <a:spLocks noChangeArrowheads="1"/>
          </p:cNvSpPr>
          <p:nvPr/>
        </p:nvSpPr>
        <p:spPr bwMode="gray">
          <a:xfrm>
            <a:off x="8569763" y="4938897"/>
            <a:ext cx="1706293" cy="685345"/>
          </a:xfrm>
          <a:prstGeom prst="rect">
            <a:avLst/>
          </a:prstGeom>
          <a:noFill/>
          <a:ln w="9525">
            <a:noFill/>
            <a:miter lim="800000"/>
          </a:ln>
        </p:spPr>
        <p:txBody>
          <a:bodyPr lIns="65306" tIns="0" rIns="0" bIns="0"/>
          <a:lstStyle/>
          <a:p>
            <a:pPr defTabSz="802005">
              <a:spcBef>
                <a:spcPct val="20000"/>
              </a:spcBef>
            </a:pPr>
            <a:r>
              <a:rPr lang="de-DE" sz="1270">
                <a:latin typeface="+mj-lt"/>
                <a:cs typeface="腾讯体 W3" panose="020C04030202040F0204" pitchFamily="34" charset="-122"/>
              </a:rPr>
              <a:t>This is a </a:t>
            </a:r>
            <a:r>
              <a:rPr lang="de-DE" sz="1270" smtClean="0">
                <a:latin typeface="+mj-lt"/>
                <a:cs typeface="腾讯体 W3" panose="020C04030202040F0204" pitchFamily="34" charset="-122"/>
              </a:rPr>
              <a:t>laceholder </a:t>
            </a:r>
            <a:r>
              <a:rPr lang="de-DE" sz="1270">
                <a:latin typeface="+mj-lt"/>
                <a:cs typeface="腾讯体 W3" panose="020C04030202040F0204" pitchFamily="34" charset="-122"/>
              </a:rPr>
              <a:t>text. It can be replaced by your own one.</a:t>
            </a:r>
            <a:endParaRPr lang="de-DE" sz="1270">
              <a:latin typeface="+mj-lt"/>
              <a:cs typeface="腾讯体 W3" panose="020C04030202040F0204" pitchFamily="34" charset="-122"/>
            </a:endParaRPr>
          </a:p>
        </p:txBody>
      </p:sp>
      <p:sp>
        <p:nvSpPr>
          <p:cNvPr id="76" name="Line 38"/>
          <p:cNvSpPr>
            <a:spLocks noChangeShapeType="1"/>
          </p:cNvSpPr>
          <p:nvPr/>
        </p:nvSpPr>
        <p:spPr bwMode="gray">
          <a:xfrm flipV="1">
            <a:off x="8569763" y="4414643"/>
            <a:ext cx="0" cy="1110204"/>
          </a:xfrm>
          <a:prstGeom prst="line">
            <a:avLst/>
          </a:prstGeom>
          <a:noFill/>
          <a:ln w="3175">
            <a:solidFill>
              <a:schemeClr val="accent3"/>
            </a:solid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270" b="0" i="0" u="none" strike="noStrike" kern="0" cap="none" spc="0" normalizeH="0" baseline="0" noProof="0" smtClean="0">
              <a:ln>
                <a:noFill/>
              </a:ln>
              <a:solidFill>
                <a:sysClr val="windowText" lastClr="000000"/>
              </a:solidFill>
              <a:effectLst/>
              <a:uLnTx/>
              <a:uFillTx/>
            </a:endParaRPr>
          </a:p>
        </p:txBody>
      </p:sp>
      <p:sp>
        <p:nvSpPr>
          <p:cNvPr id="24" name="Text Box 11"/>
          <p:cNvSpPr txBox="1">
            <a:spLocks noChangeAspect="1" noChangeArrowheads="1"/>
          </p:cNvSpPr>
          <p:nvPr/>
        </p:nvSpPr>
        <p:spPr bwMode="gray">
          <a:xfrm>
            <a:off x="5694575" y="3349341"/>
            <a:ext cx="1190805" cy="551815"/>
          </a:xfrm>
          <a:prstGeom prst="rect">
            <a:avLst/>
          </a:prstGeom>
          <a:noFill/>
          <a:ln w="9525">
            <a:noFill/>
            <a:miter lim="800000"/>
          </a:ln>
        </p:spPr>
        <p:txBody>
          <a:bodyPr lIns="81632" tIns="81632" rIns="65306" bIns="81632">
            <a:spAutoFit/>
          </a:bodyPr>
          <a:lstStyle/>
          <a:p>
            <a:pPr defTabSz="802005">
              <a:spcBef>
                <a:spcPct val="20000"/>
              </a:spcBef>
            </a:pPr>
            <a:r>
              <a:rPr lang="de-DE" sz="1270" b="1" dirty="0">
                <a:solidFill>
                  <a:schemeClr val="bg1"/>
                </a:solidFill>
                <a:latin typeface="+mj-lt"/>
                <a:cs typeface="腾讯体 W3" panose="020C04030202040F0204" pitchFamily="34" charset="-122"/>
              </a:rPr>
              <a:t>Please insert your text</a:t>
            </a:r>
            <a:endParaRPr lang="de-DE" sz="1270" b="1" dirty="0">
              <a:solidFill>
                <a:schemeClr val="bg1"/>
              </a:solidFill>
              <a:latin typeface="+mj-lt"/>
              <a:cs typeface="腾讯体 W3" panose="020C04030202040F0204" pitchFamily="34" charset="-122"/>
            </a:endParaRPr>
          </a:p>
        </p:txBody>
      </p:sp>
      <p:sp>
        <p:nvSpPr>
          <p:cNvPr id="25" name="Text Box 11"/>
          <p:cNvSpPr txBox="1">
            <a:spLocks noChangeAspect="1" noChangeArrowheads="1"/>
          </p:cNvSpPr>
          <p:nvPr/>
        </p:nvSpPr>
        <p:spPr bwMode="gray">
          <a:xfrm>
            <a:off x="7353351" y="3349341"/>
            <a:ext cx="1190805" cy="551815"/>
          </a:xfrm>
          <a:prstGeom prst="rect">
            <a:avLst/>
          </a:prstGeom>
          <a:noFill/>
          <a:ln w="9525">
            <a:noFill/>
            <a:miter lim="800000"/>
          </a:ln>
        </p:spPr>
        <p:txBody>
          <a:bodyPr lIns="81632" tIns="81632" rIns="65306" bIns="81632">
            <a:spAutoFit/>
          </a:bodyPr>
          <a:lstStyle/>
          <a:p>
            <a:pPr defTabSz="802005">
              <a:spcBef>
                <a:spcPct val="20000"/>
              </a:spcBef>
            </a:pPr>
            <a:r>
              <a:rPr lang="de-DE" sz="1270" b="1" dirty="0">
                <a:solidFill>
                  <a:schemeClr val="bg1"/>
                </a:solidFill>
                <a:latin typeface="+mj-lt"/>
                <a:cs typeface="腾讯体 W3" panose="020C04030202040F0204" pitchFamily="34" charset="-122"/>
              </a:rPr>
              <a:t>Please insert your text</a:t>
            </a:r>
            <a:endParaRPr lang="de-DE" sz="1270" b="1" dirty="0">
              <a:solidFill>
                <a:schemeClr val="bg1"/>
              </a:solidFill>
              <a:latin typeface="+mj-lt"/>
              <a:cs typeface="腾讯体 W3" panose="020C04030202040F0204" pitchFamily="34" charset="-122"/>
            </a:endParaRPr>
          </a:p>
        </p:txBody>
      </p:sp>
      <p:sp>
        <p:nvSpPr>
          <p:cNvPr id="26" name="Text Box 11"/>
          <p:cNvSpPr txBox="1">
            <a:spLocks noChangeAspect="1" noChangeArrowheads="1"/>
          </p:cNvSpPr>
          <p:nvPr/>
        </p:nvSpPr>
        <p:spPr bwMode="gray">
          <a:xfrm>
            <a:off x="8997447" y="3349341"/>
            <a:ext cx="1190805" cy="551815"/>
          </a:xfrm>
          <a:prstGeom prst="rect">
            <a:avLst/>
          </a:prstGeom>
          <a:noFill/>
          <a:ln w="9525">
            <a:noFill/>
            <a:miter lim="800000"/>
          </a:ln>
        </p:spPr>
        <p:txBody>
          <a:bodyPr lIns="81632" tIns="81632" rIns="65306" bIns="81632">
            <a:spAutoFit/>
          </a:bodyPr>
          <a:lstStyle/>
          <a:p>
            <a:pPr defTabSz="802005">
              <a:spcBef>
                <a:spcPct val="20000"/>
              </a:spcBef>
            </a:pPr>
            <a:r>
              <a:rPr lang="de-DE" sz="1270" b="1" dirty="0">
                <a:solidFill>
                  <a:schemeClr val="bg1"/>
                </a:solidFill>
                <a:latin typeface="+mj-lt"/>
                <a:cs typeface="腾讯体 W3" panose="020C04030202040F0204" pitchFamily="34" charset="-122"/>
              </a:rPr>
              <a:t>Please insert your text</a:t>
            </a:r>
            <a:endParaRPr lang="de-DE" sz="1270" b="1" dirty="0">
              <a:solidFill>
                <a:schemeClr val="bg1"/>
              </a:solidFill>
              <a:latin typeface="+mj-lt"/>
              <a:cs typeface="腾讯体 W3" panose="020C04030202040F0204" pitchFamily="34" charset="-122"/>
            </a:endParaRPr>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
          </p:nvPr>
        </p:nvSpPr>
        <p:spPr/>
        <p:txBody>
          <a:bodyPr/>
          <a:lstStyle/>
          <a:p>
            <a:fld id="{FEBD7F86-1881-4698-8703-FB80B0800997}" type="slidenum">
              <a:rPr lang="en-GB" sz="905" smtClean="0"/>
            </a:fld>
            <a:endParaRPr lang="en-GB" sz="905"/>
          </a:p>
        </p:txBody>
      </p:sp>
      <p:graphicFrame>
        <p:nvGraphicFramePr>
          <p:cNvPr id="5" name="Diagram 4"/>
          <p:cNvGraphicFramePr/>
          <p:nvPr/>
        </p:nvGraphicFramePr>
        <p:xfrm>
          <a:off x="674990" y="2906637"/>
          <a:ext cx="11210519" cy="3009221"/>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sp>
        <p:nvSpPr>
          <p:cNvPr id="6" name="Title 5"/>
          <p:cNvSpPr>
            <a:spLocks noGrp="1"/>
          </p:cNvSpPr>
          <p:nvPr>
            <p:ph type="title"/>
          </p:nvPr>
        </p:nvSpPr>
        <p:spPr/>
        <p:txBody>
          <a:bodyPr/>
          <a:lstStyle/>
          <a:p>
            <a:r>
              <a:rPr lang="en-US" dirty="0" smtClean="0"/>
              <a:t>Process Charts</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Process charts</a:t>
            </a:r>
            <a:br>
              <a:rPr lang="en-GB" smtClean="0"/>
            </a:br>
            <a:br>
              <a:rPr lang="en-GB" smtClean="0"/>
            </a:br>
            <a:endParaRPr lang="en-GB" b="0" i="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97" name="Group 96"/>
          <p:cNvGrpSpPr/>
          <p:nvPr/>
        </p:nvGrpSpPr>
        <p:grpSpPr>
          <a:xfrm>
            <a:off x="1760739" y="2078288"/>
            <a:ext cx="8645944" cy="1600388"/>
            <a:chOff x="567075" y="2291313"/>
            <a:chExt cx="9532153" cy="1764428"/>
          </a:xfrm>
        </p:grpSpPr>
        <p:sp>
          <p:nvSpPr>
            <p:cNvPr id="31" name="TextBox 30"/>
            <p:cNvSpPr txBox="1"/>
            <p:nvPr/>
          </p:nvSpPr>
          <p:spPr>
            <a:xfrm>
              <a:off x="567075" y="3335741"/>
              <a:ext cx="1800000" cy="720000"/>
            </a:xfrm>
            <a:prstGeom prst="rect">
              <a:avLst/>
            </a:prstGeom>
            <a:noFill/>
          </p:spPr>
          <p:txBody>
            <a:bodyPr wrap="square" lIns="0" tIns="0" rIns="82938" bIns="0" rtlCol="0">
              <a:noAutofit/>
            </a:bodyPr>
            <a:lstStyle/>
            <a:p>
              <a:pPr marL="116205" indent="-116205">
                <a:spcAft>
                  <a:spcPts val="200"/>
                </a:spcAft>
                <a:buFont typeface="腾讯体 W3" panose="020C04030202040F0204" pitchFamily="34" charset="-122"/>
                <a:buChar char="•"/>
                <a:defRPr/>
              </a:pPr>
              <a:r>
                <a:rPr lang="en-US" sz="725" dirty="0" err="1">
                  <a:latin typeface="+mj-lt"/>
                </a:rPr>
                <a:t>Mauris</a:t>
              </a:r>
              <a:r>
                <a:rPr lang="en-US" sz="725" dirty="0">
                  <a:latin typeface="+mj-lt"/>
                </a:rPr>
                <a:t> </a:t>
              </a:r>
              <a:r>
                <a:rPr lang="en-US" sz="725" dirty="0" err="1">
                  <a:latin typeface="+mj-lt"/>
                </a:rPr>
                <a:t>consectetuer</a:t>
              </a:r>
              <a:r>
                <a:rPr lang="en-US" sz="725" dirty="0">
                  <a:latin typeface="+mj-lt"/>
                </a:rPr>
                <a:t> </a:t>
              </a:r>
              <a:r>
                <a:rPr lang="en-US" sz="725" dirty="0" err="1">
                  <a:latin typeface="+mj-lt"/>
                </a:rPr>
                <a:t>ullamcorper</a:t>
              </a:r>
              <a:r>
                <a:rPr lang="en-US" sz="725" dirty="0">
                  <a:latin typeface="+mj-lt"/>
                </a:rPr>
                <a:t> quam. </a:t>
              </a:r>
              <a:r>
                <a:rPr lang="en-US" sz="725" dirty="0" err="1">
                  <a:latin typeface="+mj-lt"/>
                </a:rPr>
                <a:t>Morbi</a:t>
              </a:r>
              <a:r>
                <a:rPr lang="en-US" sz="725" dirty="0">
                  <a:latin typeface="+mj-lt"/>
                </a:rPr>
                <a:t> </a:t>
              </a:r>
              <a:r>
                <a:rPr lang="en-US" sz="725" dirty="0" err="1">
                  <a:latin typeface="+mj-lt"/>
                </a:rPr>
                <a:t>tincidunt</a:t>
              </a:r>
              <a:r>
                <a:rPr lang="en-US" sz="725" dirty="0">
                  <a:latin typeface="+mj-lt"/>
                </a:rPr>
                <a:t> mi </a:t>
              </a:r>
              <a:r>
                <a:rPr lang="en-US" sz="725" dirty="0" err="1">
                  <a:latin typeface="+mj-lt"/>
                </a:rPr>
                <a:t>ut</a:t>
              </a:r>
              <a:r>
                <a:rPr lang="en-US" sz="725" dirty="0">
                  <a:latin typeface="+mj-lt"/>
                </a:rPr>
                <a:t> </a:t>
              </a:r>
              <a:r>
                <a:rPr lang="en-US" sz="725" dirty="0" err="1">
                  <a:latin typeface="+mj-lt"/>
                </a:rPr>
                <a:t>diam</a:t>
              </a:r>
              <a:r>
                <a:rPr lang="en-US" sz="725" dirty="0">
                  <a:latin typeface="+mj-lt"/>
                </a:rPr>
                <a:t> </a:t>
              </a:r>
              <a:r>
                <a:rPr lang="en-US" sz="725" dirty="0" err="1">
                  <a:latin typeface="+mj-lt"/>
                </a:rPr>
                <a:t>ultricies</a:t>
              </a:r>
              <a:r>
                <a:rPr lang="en-US" sz="725" dirty="0">
                  <a:latin typeface="+mj-lt"/>
                </a:rPr>
                <a:t> non, </a:t>
              </a:r>
              <a:r>
                <a:rPr lang="en-US" sz="725" dirty="0" err="1">
                  <a:latin typeface="+mj-lt"/>
                </a:rPr>
                <a:t>hendrerit</a:t>
              </a:r>
              <a:r>
                <a:rPr lang="en-US" sz="725" dirty="0">
                  <a:latin typeface="+mj-lt"/>
                </a:rPr>
                <a:t> </a:t>
              </a:r>
              <a:r>
                <a:rPr lang="en-US" sz="725" dirty="0" err="1">
                  <a:latin typeface="+mj-lt"/>
                </a:rPr>
                <a:t>quis</a:t>
              </a:r>
              <a:r>
                <a:rPr lang="en-US" sz="725" dirty="0">
                  <a:latin typeface="+mj-lt"/>
                </a:rPr>
                <a:t>, </a:t>
              </a:r>
              <a:r>
                <a:rPr lang="en-US" sz="725" dirty="0" err="1">
                  <a:latin typeface="+mj-lt"/>
                </a:rPr>
                <a:t>pellentesque</a:t>
              </a:r>
              <a:r>
                <a:rPr lang="en-US" sz="725" dirty="0">
                  <a:latin typeface="+mj-lt"/>
                </a:rPr>
                <a:t> a, </a:t>
              </a:r>
              <a:r>
                <a:rPr lang="en-US" sz="725" dirty="0" err="1">
                  <a:latin typeface="+mj-lt"/>
                </a:rPr>
                <a:t>eros</a:t>
              </a:r>
              <a:r>
                <a:rPr lang="en-US" sz="725" dirty="0">
                  <a:latin typeface="+mj-lt"/>
                </a:rPr>
                <a:t>. </a:t>
              </a:r>
              <a:endParaRPr lang="en-US" sz="725" dirty="0">
                <a:latin typeface="+mj-lt"/>
              </a:endParaRPr>
            </a:p>
          </p:txBody>
        </p:sp>
        <p:sp>
          <p:nvSpPr>
            <p:cNvPr id="32" name="Oval 31"/>
            <p:cNvSpPr/>
            <p:nvPr/>
          </p:nvSpPr>
          <p:spPr bwMode="ltGray">
            <a:xfrm>
              <a:off x="8736628" y="2291313"/>
              <a:ext cx="925200" cy="924030"/>
            </a:xfrm>
            <a:prstGeom prst="ellipse">
              <a:avLst/>
            </a:prstGeom>
            <a:solidFill>
              <a:srgbClr val="1450B8"/>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725" b="1" dirty="0" smtClean="0">
                  <a:solidFill>
                    <a:schemeClr val="bg1"/>
                  </a:solidFill>
                  <a:latin typeface="+mj-lt"/>
                </a:rPr>
                <a:t>xxx</a:t>
              </a:r>
              <a:endParaRPr lang="en-US" sz="725" b="1" dirty="0" smtClean="0">
                <a:solidFill>
                  <a:schemeClr val="bg1"/>
                </a:solidFill>
                <a:latin typeface="+mj-lt"/>
              </a:endParaRPr>
            </a:p>
          </p:txBody>
        </p:sp>
        <p:sp>
          <p:nvSpPr>
            <p:cNvPr id="33" name="Oval 32"/>
            <p:cNvSpPr/>
            <p:nvPr/>
          </p:nvSpPr>
          <p:spPr bwMode="ltGray">
            <a:xfrm>
              <a:off x="2980887" y="2291313"/>
              <a:ext cx="925200" cy="924030"/>
            </a:xfrm>
            <a:prstGeom prst="ellipse">
              <a:avLst/>
            </a:prstGeom>
            <a:solidFill>
              <a:schemeClr val="accent5"/>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725" b="1" dirty="0" smtClean="0">
                  <a:solidFill>
                    <a:schemeClr val="bg1"/>
                  </a:solidFill>
                  <a:latin typeface="+mj-lt"/>
                </a:rPr>
                <a:t>xxx</a:t>
              </a:r>
              <a:endParaRPr lang="en-US" sz="725" b="1" dirty="0" smtClean="0">
                <a:solidFill>
                  <a:schemeClr val="bg1"/>
                </a:solidFill>
                <a:latin typeface="+mj-lt"/>
              </a:endParaRPr>
            </a:p>
          </p:txBody>
        </p:sp>
        <p:sp>
          <p:nvSpPr>
            <p:cNvPr id="34" name="Oval 33"/>
            <p:cNvSpPr/>
            <p:nvPr/>
          </p:nvSpPr>
          <p:spPr bwMode="ltGray">
            <a:xfrm>
              <a:off x="1062307" y="2291313"/>
              <a:ext cx="925200" cy="924030"/>
            </a:xfrm>
            <a:prstGeom prst="ellipse">
              <a:avLst/>
            </a:prstGeom>
            <a:solidFill>
              <a:schemeClr val="accent6"/>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725" b="1" dirty="0" smtClean="0">
                  <a:solidFill>
                    <a:schemeClr val="bg2"/>
                  </a:solidFill>
                  <a:latin typeface="+mj-lt"/>
                </a:rPr>
                <a:t>xxx</a:t>
              </a:r>
              <a:endParaRPr lang="en-US" sz="725" b="1" dirty="0" smtClean="0">
                <a:solidFill>
                  <a:schemeClr val="bg2"/>
                </a:solidFill>
                <a:latin typeface="+mj-lt"/>
              </a:endParaRPr>
            </a:p>
          </p:txBody>
        </p:sp>
        <p:sp>
          <p:nvSpPr>
            <p:cNvPr id="35" name="Oval 34"/>
            <p:cNvSpPr/>
            <p:nvPr/>
          </p:nvSpPr>
          <p:spPr bwMode="ltGray">
            <a:xfrm>
              <a:off x="6818047" y="2291313"/>
              <a:ext cx="925200" cy="924030"/>
            </a:xfrm>
            <a:prstGeom prst="ellipse">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725" b="1" dirty="0" smtClean="0">
                  <a:solidFill>
                    <a:schemeClr val="bg1"/>
                  </a:solidFill>
                  <a:latin typeface="+mj-lt"/>
                </a:rPr>
                <a:t>xxx</a:t>
              </a:r>
              <a:endParaRPr lang="en-US" sz="725" b="1" dirty="0" smtClean="0">
                <a:solidFill>
                  <a:schemeClr val="bg1"/>
                </a:solidFill>
                <a:latin typeface="+mj-lt"/>
              </a:endParaRPr>
            </a:p>
          </p:txBody>
        </p:sp>
        <p:sp>
          <p:nvSpPr>
            <p:cNvPr id="36" name="Oval 35"/>
            <p:cNvSpPr/>
            <p:nvPr/>
          </p:nvSpPr>
          <p:spPr bwMode="ltGray">
            <a:xfrm>
              <a:off x="4899467" y="2291313"/>
              <a:ext cx="925200" cy="924030"/>
            </a:xfrm>
            <a:prstGeom prst="ellipse">
              <a:avLst/>
            </a:prstGeom>
            <a:solidFill>
              <a:schemeClr val="accent3"/>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725" b="1" dirty="0" smtClean="0">
                  <a:solidFill>
                    <a:schemeClr val="bg1"/>
                  </a:solidFill>
                  <a:latin typeface="+mj-lt"/>
                </a:rPr>
                <a:t>xxx</a:t>
              </a:r>
              <a:endParaRPr lang="en-US" sz="725" b="1" dirty="0" smtClean="0">
                <a:solidFill>
                  <a:schemeClr val="bg1"/>
                </a:solidFill>
                <a:latin typeface="+mj-lt"/>
              </a:endParaRPr>
            </a:p>
          </p:txBody>
        </p:sp>
        <p:sp>
          <p:nvSpPr>
            <p:cNvPr id="37" name="TextBox 36"/>
            <p:cNvSpPr txBox="1"/>
            <p:nvPr/>
          </p:nvSpPr>
          <p:spPr>
            <a:xfrm>
              <a:off x="2500113" y="3335741"/>
              <a:ext cx="1800000" cy="720000"/>
            </a:xfrm>
            <a:prstGeom prst="rect">
              <a:avLst/>
            </a:prstGeom>
            <a:noFill/>
          </p:spPr>
          <p:txBody>
            <a:bodyPr wrap="square" lIns="0" tIns="0" rIns="82938" bIns="0" rtlCol="0">
              <a:noAutofit/>
            </a:bodyPr>
            <a:lstStyle/>
            <a:p>
              <a:pPr marL="116205" indent="-116205">
                <a:spcAft>
                  <a:spcPts val="200"/>
                </a:spcAft>
                <a:buFont typeface="腾讯体 W3" panose="020C04030202040F0204" pitchFamily="34" charset="-122"/>
                <a:buChar char="•"/>
                <a:defRPr/>
              </a:pPr>
              <a:r>
                <a:rPr lang="en-US" sz="725" dirty="0" err="1">
                  <a:latin typeface="+mj-lt"/>
                </a:rPr>
                <a:t>Mauris</a:t>
              </a:r>
              <a:r>
                <a:rPr lang="en-US" sz="725" dirty="0">
                  <a:latin typeface="+mj-lt"/>
                </a:rPr>
                <a:t> </a:t>
              </a:r>
              <a:r>
                <a:rPr lang="en-US" sz="725" dirty="0" err="1">
                  <a:latin typeface="+mj-lt"/>
                </a:rPr>
                <a:t>consectetuer</a:t>
              </a:r>
              <a:r>
                <a:rPr lang="en-US" sz="725" dirty="0">
                  <a:latin typeface="+mj-lt"/>
                </a:rPr>
                <a:t> </a:t>
              </a:r>
              <a:r>
                <a:rPr lang="en-US" sz="725" dirty="0" err="1">
                  <a:latin typeface="+mj-lt"/>
                </a:rPr>
                <a:t>ullamcorper</a:t>
              </a:r>
              <a:r>
                <a:rPr lang="en-US" sz="725" dirty="0">
                  <a:latin typeface="+mj-lt"/>
                </a:rPr>
                <a:t> quam. </a:t>
              </a:r>
              <a:r>
                <a:rPr lang="en-US" sz="725" dirty="0" err="1">
                  <a:latin typeface="+mj-lt"/>
                </a:rPr>
                <a:t>Morbi</a:t>
              </a:r>
              <a:r>
                <a:rPr lang="en-US" sz="725" dirty="0">
                  <a:latin typeface="+mj-lt"/>
                </a:rPr>
                <a:t> </a:t>
              </a:r>
              <a:r>
                <a:rPr lang="en-US" sz="725" dirty="0" err="1">
                  <a:latin typeface="+mj-lt"/>
                </a:rPr>
                <a:t>tincidunt</a:t>
              </a:r>
              <a:r>
                <a:rPr lang="en-US" sz="725" dirty="0">
                  <a:latin typeface="+mj-lt"/>
                </a:rPr>
                <a:t> mi </a:t>
              </a:r>
              <a:r>
                <a:rPr lang="en-US" sz="725" dirty="0" err="1">
                  <a:latin typeface="+mj-lt"/>
                </a:rPr>
                <a:t>ut</a:t>
              </a:r>
              <a:r>
                <a:rPr lang="en-US" sz="725" dirty="0">
                  <a:latin typeface="+mj-lt"/>
                </a:rPr>
                <a:t> </a:t>
              </a:r>
              <a:r>
                <a:rPr lang="en-US" sz="725" dirty="0" err="1">
                  <a:latin typeface="+mj-lt"/>
                </a:rPr>
                <a:t>diam</a:t>
              </a:r>
              <a:r>
                <a:rPr lang="en-US" sz="725" dirty="0">
                  <a:latin typeface="+mj-lt"/>
                </a:rPr>
                <a:t> </a:t>
              </a:r>
              <a:r>
                <a:rPr lang="en-US" sz="725" dirty="0" err="1">
                  <a:latin typeface="+mj-lt"/>
                </a:rPr>
                <a:t>ultricies</a:t>
              </a:r>
              <a:r>
                <a:rPr lang="en-US" sz="725" dirty="0">
                  <a:latin typeface="+mj-lt"/>
                </a:rPr>
                <a:t> non, </a:t>
              </a:r>
              <a:r>
                <a:rPr lang="en-US" sz="725" dirty="0" err="1">
                  <a:latin typeface="+mj-lt"/>
                </a:rPr>
                <a:t>hendrerit</a:t>
              </a:r>
              <a:r>
                <a:rPr lang="en-US" sz="725" dirty="0">
                  <a:latin typeface="+mj-lt"/>
                </a:rPr>
                <a:t> </a:t>
              </a:r>
              <a:r>
                <a:rPr lang="en-US" sz="725" dirty="0" err="1">
                  <a:latin typeface="+mj-lt"/>
                </a:rPr>
                <a:t>quis</a:t>
              </a:r>
              <a:r>
                <a:rPr lang="en-US" sz="725" dirty="0">
                  <a:latin typeface="+mj-lt"/>
                </a:rPr>
                <a:t>, </a:t>
              </a:r>
              <a:r>
                <a:rPr lang="en-US" sz="725" dirty="0" err="1">
                  <a:latin typeface="+mj-lt"/>
                </a:rPr>
                <a:t>pellentesque</a:t>
              </a:r>
              <a:r>
                <a:rPr lang="en-US" sz="725" dirty="0">
                  <a:latin typeface="+mj-lt"/>
                </a:rPr>
                <a:t> a, </a:t>
              </a:r>
              <a:r>
                <a:rPr lang="en-US" sz="725" dirty="0" err="1">
                  <a:latin typeface="+mj-lt"/>
                </a:rPr>
                <a:t>eros</a:t>
              </a:r>
              <a:r>
                <a:rPr lang="en-US" sz="725" dirty="0">
                  <a:latin typeface="+mj-lt"/>
                </a:rPr>
                <a:t>. </a:t>
              </a:r>
              <a:endParaRPr lang="en-US" sz="725" dirty="0">
                <a:latin typeface="+mj-lt"/>
              </a:endParaRPr>
            </a:p>
          </p:txBody>
        </p:sp>
        <p:sp>
          <p:nvSpPr>
            <p:cNvPr id="38" name="TextBox 37"/>
            <p:cNvSpPr txBox="1"/>
            <p:nvPr/>
          </p:nvSpPr>
          <p:spPr>
            <a:xfrm>
              <a:off x="4433151" y="3335740"/>
              <a:ext cx="1800000" cy="720000"/>
            </a:xfrm>
            <a:prstGeom prst="rect">
              <a:avLst/>
            </a:prstGeom>
            <a:noFill/>
          </p:spPr>
          <p:txBody>
            <a:bodyPr wrap="square" lIns="0" tIns="0" rIns="82938" bIns="0" rtlCol="0">
              <a:noAutofit/>
            </a:bodyPr>
            <a:lstStyle/>
            <a:p>
              <a:pPr marL="116205" indent="-116205">
                <a:spcAft>
                  <a:spcPts val="200"/>
                </a:spcAft>
                <a:buFont typeface="腾讯体 W3" panose="020C04030202040F0204" pitchFamily="34" charset="-122"/>
                <a:buChar char="•"/>
                <a:defRPr/>
              </a:pPr>
              <a:r>
                <a:rPr lang="en-US" sz="725" dirty="0" err="1">
                  <a:latin typeface="+mj-lt"/>
                </a:rPr>
                <a:t>Mauris</a:t>
              </a:r>
              <a:r>
                <a:rPr lang="en-US" sz="725" dirty="0">
                  <a:latin typeface="+mj-lt"/>
                </a:rPr>
                <a:t> </a:t>
              </a:r>
              <a:r>
                <a:rPr lang="en-US" sz="725" dirty="0" err="1">
                  <a:latin typeface="+mj-lt"/>
                </a:rPr>
                <a:t>consectetuer</a:t>
              </a:r>
              <a:r>
                <a:rPr lang="en-US" sz="725" dirty="0">
                  <a:latin typeface="+mj-lt"/>
                </a:rPr>
                <a:t> </a:t>
              </a:r>
              <a:r>
                <a:rPr lang="en-US" sz="725" dirty="0" err="1">
                  <a:latin typeface="+mj-lt"/>
                </a:rPr>
                <a:t>ullamcorper</a:t>
              </a:r>
              <a:r>
                <a:rPr lang="en-US" sz="725" dirty="0">
                  <a:latin typeface="+mj-lt"/>
                </a:rPr>
                <a:t> quam. </a:t>
              </a:r>
              <a:r>
                <a:rPr lang="en-US" sz="725" dirty="0" err="1">
                  <a:latin typeface="+mj-lt"/>
                </a:rPr>
                <a:t>Morbi</a:t>
              </a:r>
              <a:r>
                <a:rPr lang="en-US" sz="725" dirty="0">
                  <a:latin typeface="+mj-lt"/>
                </a:rPr>
                <a:t> </a:t>
              </a:r>
              <a:r>
                <a:rPr lang="en-US" sz="725" dirty="0" err="1">
                  <a:latin typeface="+mj-lt"/>
                </a:rPr>
                <a:t>tincidunt</a:t>
              </a:r>
              <a:r>
                <a:rPr lang="en-US" sz="725" dirty="0">
                  <a:latin typeface="+mj-lt"/>
                </a:rPr>
                <a:t> mi </a:t>
              </a:r>
              <a:r>
                <a:rPr lang="en-US" sz="725" dirty="0" err="1">
                  <a:latin typeface="+mj-lt"/>
                </a:rPr>
                <a:t>ut</a:t>
              </a:r>
              <a:r>
                <a:rPr lang="en-US" sz="725" dirty="0">
                  <a:latin typeface="+mj-lt"/>
                </a:rPr>
                <a:t> </a:t>
              </a:r>
              <a:r>
                <a:rPr lang="en-US" sz="725" dirty="0" err="1">
                  <a:latin typeface="+mj-lt"/>
                </a:rPr>
                <a:t>diam</a:t>
              </a:r>
              <a:r>
                <a:rPr lang="en-US" sz="725" dirty="0">
                  <a:latin typeface="+mj-lt"/>
                </a:rPr>
                <a:t> </a:t>
              </a:r>
              <a:r>
                <a:rPr lang="en-US" sz="725" dirty="0" err="1">
                  <a:latin typeface="+mj-lt"/>
                </a:rPr>
                <a:t>ultricies</a:t>
              </a:r>
              <a:r>
                <a:rPr lang="en-US" sz="725" dirty="0">
                  <a:latin typeface="+mj-lt"/>
                </a:rPr>
                <a:t> non, </a:t>
              </a:r>
              <a:r>
                <a:rPr lang="en-US" sz="725" dirty="0" err="1">
                  <a:latin typeface="+mj-lt"/>
                </a:rPr>
                <a:t>hendrerit</a:t>
              </a:r>
              <a:r>
                <a:rPr lang="en-US" sz="725" dirty="0">
                  <a:latin typeface="+mj-lt"/>
                </a:rPr>
                <a:t> </a:t>
              </a:r>
              <a:r>
                <a:rPr lang="en-US" sz="725" dirty="0" err="1">
                  <a:latin typeface="+mj-lt"/>
                </a:rPr>
                <a:t>quis</a:t>
              </a:r>
              <a:r>
                <a:rPr lang="en-US" sz="725" dirty="0">
                  <a:latin typeface="+mj-lt"/>
                </a:rPr>
                <a:t>, </a:t>
              </a:r>
              <a:r>
                <a:rPr lang="en-US" sz="725" dirty="0" err="1">
                  <a:latin typeface="+mj-lt"/>
                </a:rPr>
                <a:t>pellentesque</a:t>
              </a:r>
              <a:r>
                <a:rPr lang="en-US" sz="725" dirty="0">
                  <a:latin typeface="+mj-lt"/>
                </a:rPr>
                <a:t> a, </a:t>
              </a:r>
              <a:r>
                <a:rPr lang="en-US" sz="725" dirty="0" err="1">
                  <a:latin typeface="+mj-lt"/>
                </a:rPr>
                <a:t>eros</a:t>
              </a:r>
              <a:r>
                <a:rPr lang="en-US" sz="725" dirty="0">
                  <a:latin typeface="+mj-lt"/>
                </a:rPr>
                <a:t>. </a:t>
              </a:r>
              <a:endParaRPr lang="en-US" sz="725" dirty="0">
                <a:latin typeface="+mj-lt"/>
              </a:endParaRPr>
            </a:p>
          </p:txBody>
        </p:sp>
        <p:sp>
          <p:nvSpPr>
            <p:cNvPr id="39" name="TextBox 38"/>
            <p:cNvSpPr txBox="1"/>
            <p:nvPr/>
          </p:nvSpPr>
          <p:spPr>
            <a:xfrm>
              <a:off x="6366189" y="3335740"/>
              <a:ext cx="1800000" cy="720000"/>
            </a:xfrm>
            <a:prstGeom prst="rect">
              <a:avLst/>
            </a:prstGeom>
            <a:noFill/>
          </p:spPr>
          <p:txBody>
            <a:bodyPr wrap="square" lIns="0" tIns="0" rIns="82938" bIns="0" rtlCol="0">
              <a:noAutofit/>
            </a:bodyPr>
            <a:lstStyle/>
            <a:p>
              <a:pPr marL="116205" indent="-116205">
                <a:spcAft>
                  <a:spcPts val="200"/>
                </a:spcAft>
                <a:buFont typeface="腾讯体 W3" panose="020C04030202040F0204" pitchFamily="34" charset="-122"/>
                <a:buChar char="•"/>
                <a:defRPr/>
              </a:pPr>
              <a:r>
                <a:rPr lang="en-US" sz="725" dirty="0" err="1">
                  <a:latin typeface="+mj-lt"/>
                </a:rPr>
                <a:t>Mauris</a:t>
              </a:r>
              <a:r>
                <a:rPr lang="en-US" sz="725" dirty="0">
                  <a:latin typeface="+mj-lt"/>
                </a:rPr>
                <a:t> </a:t>
              </a:r>
              <a:r>
                <a:rPr lang="en-US" sz="725" dirty="0" err="1">
                  <a:latin typeface="+mj-lt"/>
                </a:rPr>
                <a:t>consectetuer</a:t>
              </a:r>
              <a:r>
                <a:rPr lang="en-US" sz="725" dirty="0">
                  <a:latin typeface="+mj-lt"/>
                </a:rPr>
                <a:t> </a:t>
              </a:r>
              <a:r>
                <a:rPr lang="en-US" sz="725" dirty="0" err="1">
                  <a:latin typeface="+mj-lt"/>
                </a:rPr>
                <a:t>ullamcorper</a:t>
              </a:r>
              <a:r>
                <a:rPr lang="en-US" sz="725" dirty="0">
                  <a:latin typeface="+mj-lt"/>
                </a:rPr>
                <a:t> quam. </a:t>
              </a:r>
              <a:r>
                <a:rPr lang="en-US" sz="725" dirty="0" err="1">
                  <a:latin typeface="+mj-lt"/>
                </a:rPr>
                <a:t>Morbi</a:t>
              </a:r>
              <a:r>
                <a:rPr lang="en-US" sz="725" dirty="0">
                  <a:latin typeface="+mj-lt"/>
                </a:rPr>
                <a:t> </a:t>
              </a:r>
              <a:r>
                <a:rPr lang="en-US" sz="725" dirty="0" err="1">
                  <a:latin typeface="+mj-lt"/>
                </a:rPr>
                <a:t>tincidunt</a:t>
              </a:r>
              <a:r>
                <a:rPr lang="en-US" sz="725" dirty="0">
                  <a:latin typeface="+mj-lt"/>
                </a:rPr>
                <a:t> mi </a:t>
              </a:r>
              <a:r>
                <a:rPr lang="en-US" sz="725" dirty="0" err="1">
                  <a:latin typeface="+mj-lt"/>
                </a:rPr>
                <a:t>ut</a:t>
              </a:r>
              <a:r>
                <a:rPr lang="en-US" sz="725" dirty="0">
                  <a:latin typeface="+mj-lt"/>
                </a:rPr>
                <a:t> </a:t>
              </a:r>
              <a:r>
                <a:rPr lang="en-US" sz="725" dirty="0" err="1">
                  <a:latin typeface="+mj-lt"/>
                </a:rPr>
                <a:t>diam</a:t>
              </a:r>
              <a:r>
                <a:rPr lang="en-US" sz="725" dirty="0">
                  <a:latin typeface="+mj-lt"/>
                </a:rPr>
                <a:t> </a:t>
              </a:r>
              <a:r>
                <a:rPr lang="en-US" sz="725" dirty="0" err="1">
                  <a:latin typeface="+mj-lt"/>
                </a:rPr>
                <a:t>ultricies</a:t>
              </a:r>
              <a:r>
                <a:rPr lang="en-US" sz="725" dirty="0">
                  <a:latin typeface="+mj-lt"/>
                </a:rPr>
                <a:t> non, </a:t>
              </a:r>
              <a:r>
                <a:rPr lang="en-US" sz="725" dirty="0" err="1">
                  <a:latin typeface="+mj-lt"/>
                </a:rPr>
                <a:t>hendrerit</a:t>
              </a:r>
              <a:r>
                <a:rPr lang="en-US" sz="725" dirty="0">
                  <a:latin typeface="+mj-lt"/>
                </a:rPr>
                <a:t> </a:t>
              </a:r>
              <a:r>
                <a:rPr lang="en-US" sz="725" dirty="0" err="1">
                  <a:latin typeface="+mj-lt"/>
                </a:rPr>
                <a:t>quis</a:t>
              </a:r>
              <a:r>
                <a:rPr lang="en-US" sz="725" dirty="0">
                  <a:latin typeface="+mj-lt"/>
                </a:rPr>
                <a:t>, </a:t>
              </a:r>
              <a:r>
                <a:rPr lang="en-US" sz="725" dirty="0" err="1">
                  <a:latin typeface="+mj-lt"/>
                </a:rPr>
                <a:t>pellentesque</a:t>
              </a:r>
              <a:r>
                <a:rPr lang="en-US" sz="725" dirty="0">
                  <a:latin typeface="+mj-lt"/>
                </a:rPr>
                <a:t> a, </a:t>
              </a:r>
              <a:r>
                <a:rPr lang="en-US" sz="725" dirty="0" err="1">
                  <a:latin typeface="+mj-lt"/>
                </a:rPr>
                <a:t>eros</a:t>
              </a:r>
              <a:r>
                <a:rPr lang="en-US" sz="725" dirty="0">
                  <a:latin typeface="+mj-lt"/>
                </a:rPr>
                <a:t>. </a:t>
              </a:r>
              <a:endParaRPr lang="en-US" sz="725" dirty="0">
                <a:latin typeface="+mj-lt"/>
              </a:endParaRPr>
            </a:p>
          </p:txBody>
        </p:sp>
        <p:sp>
          <p:nvSpPr>
            <p:cNvPr id="40" name="TextBox 39"/>
            <p:cNvSpPr txBox="1"/>
            <p:nvPr/>
          </p:nvSpPr>
          <p:spPr>
            <a:xfrm>
              <a:off x="8299228" y="3335741"/>
              <a:ext cx="1800000" cy="720000"/>
            </a:xfrm>
            <a:prstGeom prst="rect">
              <a:avLst/>
            </a:prstGeom>
            <a:noFill/>
          </p:spPr>
          <p:txBody>
            <a:bodyPr wrap="square" lIns="0" tIns="0" rIns="82938" bIns="0" rtlCol="0">
              <a:noAutofit/>
            </a:bodyPr>
            <a:lstStyle/>
            <a:p>
              <a:pPr marL="116205" indent="-116205">
                <a:spcAft>
                  <a:spcPts val="200"/>
                </a:spcAft>
                <a:buFont typeface="腾讯体 W3" panose="020C04030202040F0204" pitchFamily="34" charset="-122"/>
                <a:buChar char="•"/>
                <a:defRPr/>
              </a:pPr>
              <a:r>
                <a:rPr lang="en-US" sz="725" dirty="0" err="1">
                  <a:latin typeface="+mj-lt"/>
                </a:rPr>
                <a:t>Mauris</a:t>
              </a:r>
              <a:r>
                <a:rPr lang="en-US" sz="725" dirty="0">
                  <a:latin typeface="+mj-lt"/>
                </a:rPr>
                <a:t> </a:t>
              </a:r>
              <a:r>
                <a:rPr lang="en-US" sz="725" dirty="0" err="1">
                  <a:latin typeface="+mj-lt"/>
                </a:rPr>
                <a:t>consectetuer</a:t>
              </a:r>
              <a:r>
                <a:rPr lang="en-US" sz="725" dirty="0">
                  <a:latin typeface="+mj-lt"/>
                </a:rPr>
                <a:t> </a:t>
              </a:r>
              <a:r>
                <a:rPr lang="en-US" sz="725" dirty="0" err="1">
                  <a:latin typeface="+mj-lt"/>
                </a:rPr>
                <a:t>ullamcorper</a:t>
              </a:r>
              <a:r>
                <a:rPr lang="en-US" sz="725" dirty="0">
                  <a:latin typeface="+mj-lt"/>
                </a:rPr>
                <a:t> quam. </a:t>
              </a:r>
              <a:r>
                <a:rPr lang="en-US" sz="725" dirty="0" err="1">
                  <a:latin typeface="+mj-lt"/>
                </a:rPr>
                <a:t>Morbi</a:t>
              </a:r>
              <a:r>
                <a:rPr lang="en-US" sz="725" dirty="0">
                  <a:latin typeface="+mj-lt"/>
                </a:rPr>
                <a:t> </a:t>
              </a:r>
              <a:r>
                <a:rPr lang="en-US" sz="725" dirty="0" err="1">
                  <a:latin typeface="+mj-lt"/>
                </a:rPr>
                <a:t>tincidunt</a:t>
              </a:r>
              <a:r>
                <a:rPr lang="en-US" sz="725" dirty="0">
                  <a:latin typeface="+mj-lt"/>
                </a:rPr>
                <a:t> mi </a:t>
              </a:r>
              <a:r>
                <a:rPr lang="en-US" sz="725" dirty="0" err="1">
                  <a:latin typeface="+mj-lt"/>
                </a:rPr>
                <a:t>ut</a:t>
              </a:r>
              <a:r>
                <a:rPr lang="en-US" sz="725" dirty="0">
                  <a:latin typeface="+mj-lt"/>
                </a:rPr>
                <a:t> </a:t>
              </a:r>
              <a:r>
                <a:rPr lang="en-US" sz="725" dirty="0" err="1">
                  <a:latin typeface="+mj-lt"/>
                </a:rPr>
                <a:t>diam</a:t>
              </a:r>
              <a:r>
                <a:rPr lang="en-US" sz="725" dirty="0">
                  <a:latin typeface="+mj-lt"/>
                </a:rPr>
                <a:t> </a:t>
              </a:r>
              <a:r>
                <a:rPr lang="en-US" sz="725" dirty="0" err="1">
                  <a:latin typeface="+mj-lt"/>
                </a:rPr>
                <a:t>ultricies</a:t>
              </a:r>
              <a:r>
                <a:rPr lang="en-US" sz="725" dirty="0">
                  <a:latin typeface="+mj-lt"/>
                </a:rPr>
                <a:t> non, </a:t>
              </a:r>
              <a:r>
                <a:rPr lang="en-US" sz="725" dirty="0" err="1">
                  <a:latin typeface="+mj-lt"/>
                </a:rPr>
                <a:t>hendrerit</a:t>
              </a:r>
              <a:r>
                <a:rPr lang="en-US" sz="725" dirty="0">
                  <a:latin typeface="+mj-lt"/>
                </a:rPr>
                <a:t> </a:t>
              </a:r>
              <a:r>
                <a:rPr lang="en-US" sz="725" dirty="0" err="1">
                  <a:latin typeface="+mj-lt"/>
                </a:rPr>
                <a:t>quis</a:t>
              </a:r>
              <a:r>
                <a:rPr lang="en-US" sz="725" dirty="0">
                  <a:latin typeface="+mj-lt"/>
                </a:rPr>
                <a:t>, </a:t>
              </a:r>
              <a:r>
                <a:rPr lang="en-US" sz="725" dirty="0" err="1">
                  <a:latin typeface="+mj-lt"/>
                </a:rPr>
                <a:t>pellentesque</a:t>
              </a:r>
              <a:r>
                <a:rPr lang="en-US" sz="725" dirty="0">
                  <a:latin typeface="+mj-lt"/>
                </a:rPr>
                <a:t> a, </a:t>
              </a:r>
              <a:r>
                <a:rPr lang="en-US" sz="725" dirty="0" err="1">
                  <a:latin typeface="+mj-lt"/>
                </a:rPr>
                <a:t>eros</a:t>
              </a:r>
              <a:r>
                <a:rPr lang="en-US" sz="725" dirty="0">
                  <a:latin typeface="+mj-lt"/>
                </a:rPr>
                <a:t>. </a:t>
              </a:r>
              <a:endParaRPr lang="en-US" sz="725" dirty="0">
                <a:latin typeface="+mj-lt"/>
              </a:endParaRPr>
            </a:p>
          </p:txBody>
        </p:sp>
        <p:cxnSp>
          <p:nvCxnSpPr>
            <p:cNvPr id="41" name="Shape 40"/>
            <p:cNvCxnSpPr>
              <a:stCxn id="32" idx="6"/>
              <a:endCxn id="34" idx="2"/>
            </p:cNvCxnSpPr>
            <p:nvPr/>
          </p:nvCxnSpPr>
          <p:spPr>
            <a:xfrm flipH="1">
              <a:off x="1062307" y="2753328"/>
              <a:ext cx="8599521" cy="12700"/>
            </a:xfrm>
            <a:prstGeom prst="bentConnector5">
              <a:avLst>
                <a:gd name="adj1" fmla="val -5406"/>
                <a:gd name="adj2" fmla="val -5483435"/>
                <a:gd name="adj3" fmla="val 105645"/>
              </a:avLst>
            </a:prstGeom>
            <a:noFill/>
            <a:ln w="19050" cap="flat">
              <a:solidFill>
                <a:schemeClr val="tx1"/>
              </a:solidFill>
              <a:prstDash val="sysDot"/>
              <a:miter lim="800000"/>
              <a:headEnd type="none" w="med" len="med"/>
              <a:tailEnd type="triangle" w="med" len="med"/>
            </a:ln>
          </p:spPr>
        </p:cxnSp>
        <p:cxnSp>
          <p:nvCxnSpPr>
            <p:cNvPr id="42" name="Straight Connector 41"/>
            <p:cNvCxnSpPr>
              <a:stCxn id="34" idx="6"/>
              <a:endCxn id="33" idx="2"/>
            </p:cNvCxnSpPr>
            <p:nvPr/>
          </p:nvCxnSpPr>
          <p:spPr>
            <a:xfrm>
              <a:off x="1987507" y="2753328"/>
              <a:ext cx="993380" cy="0"/>
            </a:xfrm>
            <a:prstGeom prst="line">
              <a:avLst/>
            </a:prstGeom>
            <a:noFill/>
            <a:ln w="19050" cap="flat">
              <a:solidFill>
                <a:schemeClr val="tx1"/>
              </a:solidFill>
              <a:prstDash val="sysDot"/>
              <a:miter lim="800000"/>
              <a:headEnd type="none" w="med" len="med"/>
              <a:tailEnd type="triangle" w="med" len="med"/>
            </a:ln>
          </p:spPr>
        </p:cxnSp>
        <p:cxnSp>
          <p:nvCxnSpPr>
            <p:cNvPr id="43" name="Straight Connector 42"/>
            <p:cNvCxnSpPr>
              <a:stCxn id="36" idx="6"/>
              <a:endCxn id="35" idx="2"/>
            </p:cNvCxnSpPr>
            <p:nvPr/>
          </p:nvCxnSpPr>
          <p:spPr>
            <a:xfrm>
              <a:off x="5824667" y="2753328"/>
              <a:ext cx="993380" cy="0"/>
            </a:xfrm>
            <a:prstGeom prst="line">
              <a:avLst/>
            </a:prstGeom>
            <a:noFill/>
            <a:ln w="19050" cap="flat">
              <a:solidFill>
                <a:schemeClr val="tx1"/>
              </a:solidFill>
              <a:prstDash val="sysDot"/>
              <a:miter lim="800000"/>
              <a:headEnd type="none" w="med" len="med"/>
              <a:tailEnd type="triangle" w="med" len="med"/>
            </a:ln>
          </p:spPr>
        </p:cxnSp>
        <p:cxnSp>
          <p:nvCxnSpPr>
            <p:cNvPr id="45" name="Straight Connector 44"/>
            <p:cNvCxnSpPr>
              <a:stCxn id="33" idx="6"/>
              <a:endCxn id="36" idx="2"/>
            </p:cNvCxnSpPr>
            <p:nvPr/>
          </p:nvCxnSpPr>
          <p:spPr>
            <a:xfrm>
              <a:off x="3906087" y="2753328"/>
              <a:ext cx="993380" cy="0"/>
            </a:xfrm>
            <a:prstGeom prst="line">
              <a:avLst/>
            </a:prstGeom>
            <a:noFill/>
            <a:ln w="19050" cap="flat">
              <a:solidFill>
                <a:schemeClr val="tx1"/>
              </a:solidFill>
              <a:prstDash val="sysDot"/>
              <a:miter lim="800000"/>
              <a:headEnd type="none" w="med" len="med"/>
              <a:tailEnd type="triangle" w="med" len="med"/>
            </a:ln>
          </p:spPr>
        </p:cxnSp>
        <p:cxnSp>
          <p:nvCxnSpPr>
            <p:cNvPr id="46" name="Straight Connector 45"/>
            <p:cNvCxnSpPr>
              <a:stCxn id="35" idx="6"/>
              <a:endCxn id="32" idx="2"/>
            </p:cNvCxnSpPr>
            <p:nvPr/>
          </p:nvCxnSpPr>
          <p:spPr>
            <a:xfrm>
              <a:off x="7743247" y="2753328"/>
              <a:ext cx="993381" cy="0"/>
            </a:xfrm>
            <a:prstGeom prst="line">
              <a:avLst/>
            </a:prstGeom>
            <a:noFill/>
            <a:ln w="19050" cap="flat">
              <a:solidFill>
                <a:schemeClr val="tx1"/>
              </a:solidFill>
              <a:prstDash val="sysDot"/>
              <a:miter lim="800000"/>
              <a:headEnd type="none" w="med" len="med"/>
              <a:tailEnd type="triangle" w="med" len="med"/>
            </a:ln>
          </p:spPr>
        </p:cxnSp>
      </p:grpSp>
      <p:grpSp>
        <p:nvGrpSpPr>
          <p:cNvPr id="98" name="Group 97"/>
          <p:cNvGrpSpPr/>
          <p:nvPr/>
        </p:nvGrpSpPr>
        <p:grpSpPr>
          <a:xfrm>
            <a:off x="1983605" y="5009703"/>
            <a:ext cx="8567952" cy="1118780"/>
            <a:chOff x="812785" y="5523198"/>
            <a:chExt cx="9446167" cy="1233455"/>
          </a:xfrm>
        </p:grpSpPr>
        <p:cxnSp>
          <p:nvCxnSpPr>
            <p:cNvPr id="25" name="Straight Connector 24"/>
            <p:cNvCxnSpPr>
              <a:stCxn id="62" idx="6"/>
              <a:endCxn id="64" idx="2"/>
            </p:cNvCxnSpPr>
            <p:nvPr/>
          </p:nvCxnSpPr>
          <p:spPr>
            <a:xfrm>
              <a:off x="4255631" y="5829198"/>
              <a:ext cx="744150" cy="0"/>
            </a:xfrm>
            <a:prstGeom prst="line">
              <a:avLst/>
            </a:prstGeom>
            <a:noFill/>
            <a:ln w="19050" cap="flat">
              <a:solidFill>
                <a:schemeClr val="tx1"/>
              </a:solidFill>
              <a:prstDash val="sysDot"/>
              <a:miter lim="800000"/>
              <a:headEnd type="none" w="med" len="med"/>
              <a:tailEnd type="triangle" w="med" len="med"/>
            </a:ln>
          </p:spPr>
        </p:cxnSp>
        <p:cxnSp>
          <p:nvCxnSpPr>
            <p:cNvPr id="26" name="Straight Connector 25"/>
            <p:cNvCxnSpPr>
              <a:stCxn id="58" idx="6"/>
              <a:endCxn id="62" idx="2"/>
            </p:cNvCxnSpPr>
            <p:nvPr/>
          </p:nvCxnSpPr>
          <p:spPr>
            <a:xfrm>
              <a:off x="2899481" y="5829198"/>
              <a:ext cx="744150" cy="0"/>
            </a:xfrm>
            <a:prstGeom prst="line">
              <a:avLst/>
            </a:prstGeom>
            <a:noFill/>
            <a:ln w="19050" cap="flat">
              <a:solidFill>
                <a:schemeClr val="tx1"/>
              </a:solidFill>
              <a:prstDash val="sysDot"/>
              <a:miter lim="800000"/>
              <a:headEnd type="none" w="med" len="med"/>
              <a:tailEnd type="triangle" w="med" len="med"/>
            </a:ln>
          </p:spPr>
        </p:cxnSp>
        <p:cxnSp>
          <p:nvCxnSpPr>
            <p:cNvPr id="27" name="Straight Connector 26"/>
            <p:cNvCxnSpPr>
              <a:stCxn id="59" idx="6"/>
              <a:endCxn id="58" idx="2"/>
            </p:cNvCxnSpPr>
            <p:nvPr/>
          </p:nvCxnSpPr>
          <p:spPr>
            <a:xfrm>
              <a:off x="1543331" y="5829198"/>
              <a:ext cx="744150" cy="0"/>
            </a:xfrm>
            <a:prstGeom prst="line">
              <a:avLst/>
            </a:prstGeom>
            <a:noFill/>
            <a:ln w="19050" cap="flat">
              <a:solidFill>
                <a:schemeClr val="tx1"/>
              </a:solidFill>
              <a:prstDash val="sysDot"/>
              <a:miter lim="800000"/>
              <a:headEnd type="none" w="med" len="med"/>
              <a:tailEnd type="triangle" w="med" len="med"/>
            </a:ln>
          </p:spPr>
        </p:cxnSp>
        <p:cxnSp>
          <p:nvCxnSpPr>
            <p:cNvPr id="28" name="Straight Connector 27"/>
            <p:cNvCxnSpPr>
              <a:stCxn id="63" idx="6"/>
              <a:endCxn id="61" idx="2"/>
            </p:cNvCxnSpPr>
            <p:nvPr/>
          </p:nvCxnSpPr>
          <p:spPr>
            <a:xfrm>
              <a:off x="6967931" y="5829198"/>
              <a:ext cx="744150" cy="0"/>
            </a:xfrm>
            <a:prstGeom prst="line">
              <a:avLst/>
            </a:prstGeom>
            <a:noFill/>
            <a:ln w="19050" cap="flat">
              <a:solidFill>
                <a:schemeClr val="tx1"/>
              </a:solidFill>
              <a:prstDash val="sysDot"/>
              <a:miter lim="800000"/>
              <a:headEnd type="none" w="med" len="med"/>
              <a:tailEnd type="triangle" w="med" len="med"/>
            </a:ln>
          </p:spPr>
        </p:cxnSp>
        <p:cxnSp>
          <p:nvCxnSpPr>
            <p:cNvPr id="29" name="Straight Connector 28"/>
            <p:cNvCxnSpPr>
              <a:stCxn id="64" idx="6"/>
              <a:endCxn id="63" idx="2"/>
            </p:cNvCxnSpPr>
            <p:nvPr/>
          </p:nvCxnSpPr>
          <p:spPr>
            <a:xfrm>
              <a:off x="5611781" y="5829198"/>
              <a:ext cx="744150" cy="0"/>
            </a:xfrm>
            <a:prstGeom prst="line">
              <a:avLst/>
            </a:prstGeom>
            <a:noFill/>
            <a:ln w="19050" cap="flat">
              <a:solidFill>
                <a:schemeClr val="tx1"/>
              </a:solidFill>
              <a:prstDash val="sysDot"/>
              <a:miter lim="800000"/>
              <a:headEnd type="none" w="med" len="med"/>
              <a:tailEnd type="triangle" w="med" len="med"/>
            </a:ln>
          </p:spPr>
        </p:cxnSp>
        <p:cxnSp>
          <p:nvCxnSpPr>
            <p:cNvPr id="30" name="Straight Connector 29"/>
            <p:cNvCxnSpPr>
              <a:stCxn id="61" idx="6"/>
              <a:endCxn id="57" idx="2"/>
            </p:cNvCxnSpPr>
            <p:nvPr/>
          </p:nvCxnSpPr>
          <p:spPr>
            <a:xfrm>
              <a:off x="8324081" y="5829198"/>
              <a:ext cx="744151" cy="0"/>
            </a:xfrm>
            <a:prstGeom prst="line">
              <a:avLst/>
            </a:prstGeom>
            <a:noFill/>
            <a:ln w="19050" cap="flat">
              <a:solidFill>
                <a:schemeClr val="tx1"/>
              </a:solidFill>
              <a:prstDash val="sysDot"/>
              <a:miter lim="800000"/>
              <a:headEnd type="none" w="med" len="med"/>
              <a:tailEnd type="triangle" w="med" len="med"/>
            </a:ln>
          </p:spPr>
        </p:cxnSp>
        <p:sp>
          <p:nvSpPr>
            <p:cNvPr id="47" name="TextBox 46"/>
            <p:cNvSpPr txBox="1"/>
            <p:nvPr/>
          </p:nvSpPr>
          <p:spPr>
            <a:xfrm>
              <a:off x="812785" y="6251421"/>
              <a:ext cx="1188000" cy="419308"/>
            </a:xfrm>
            <a:prstGeom prst="rect">
              <a:avLst/>
            </a:prstGeom>
            <a:noFill/>
          </p:spPr>
          <p:txBody>
            <a:bodyPr wrap="square" lIns="0" tIns="0" rIns="82938" bIns="0" rtlCol="0">
              <a:noAutofit/>
            </a:bodyPr>
            <a:lstStyle/>
            <a:p>
              <a:pPr>
                <a:spcAft>
                  <a:spcPts val="200"/>
                </a:spcAft>
                <a:defRPr/>
              </a:pPr>
              <a:r>
                <a:rPr lang="en-US" sz="725" b="1" dirty="0" err="1">
                  <a:latin typeface="+mj-lt"/>
                </a:rPr>
                <a:t>Mauris</a:t>
              </a:r>
              <a:r>
                <a:rPr lang="en-US" sz="725" b="1" dirty="0">
                  <a:latin typeface="+mj-lt"/>
                </a:rPr>
                <a:t> </a:t>
              </a:r>
              <a:r>
                <a:rPr lang="en-US" sz="725" b="1" dirty="0" err="1">
                  <a:latin typeface="+mj-lt"/>
                </a:rPr>
                <a:t>consectetuer</a:t>
              </a:r>
              <a:r>
                <a:rPr lang="en-US" sz="725" b="1" dirty="0">
                  <a:latin typeface="+mj-lt"/>
                </a:rPr>
                <a:t> </a:t>
              </a:r>
              <a:r>
                <a:rPr lang="en-US" sz="725" b="1" dirty="0" err="1">
                  <a:latin typeface="+mj-lt"/>
                </a:rPr>
                <a:t>ullamcorper</a:t>
              </a:r>
              <a:r>
                <a:rPr lang="en-US" sz="725" b="1" dirty="0">
                  <a:latin typeface="+mj-lt"/>
                </a:rPr>
                <a:t> quam. </a:t>
              </a:r>
              <a:endParaRPr lang="en-US" sz="725" dirty="0" smtClean="0">
                <a:latin typeface="+mj-lt"/>
              </a:endParaRPr>
            </a:p>
          </p:txBody>
        </p:sp>
        <p:cxnSp>
          <p:nvCxnSpPr>
            <p:cNvPr id="48" name="Shape 47"/>
            <p:cNvCxnSpPr>
              <a:stCxn id="57" idx="6"/>
              <a:endCxn id="59" idx="2"/>
            </p:cNvCxnSpPr>
            <p:nvPr/>
          </p:nvCxnSpPr>
          <p:spPr>
            <a:xfrm flipH="1">
              <a:off x="931331" y="5829198"/>
              <a:ext cx="8748901" cy="12700"/>
            </a:xfrm>
            <a:prstGeom prst="bentConnector5">
              <a:avLst>
                <a:gd name="adj1" fmla="val -5314"/>
                <a:gd name="adj2" fmla="val -4204041"/>
                <a:gd name="adj3" fmla="val 104375"/>
              </a:avLst>
            </a:prstGeom>
            <a:noFill/>
            <a:ln w="19050" cap="flat">
              <a:solidFill>
                <a:schemeClr val="tx1"/>
              </a:solidFill>
              <a:prstDash val="sysDot"/>
              <a:miter lim="800000"/>
              <a:headEnd type="none" w="med" len="med"/>
              <a:tailEnd type="triangle" w="med" len="med"/>
            </a:ln>
          </p:spPr>
        </p:cxnSp>
        <p:sp>
          <p:nvSpPr>
            <p:cNvPr id="50" name="TextBox 49"/>
            <p:cNvSpPr txBox="1"/>
            <p:nvPr/>
          </p:nvSpPr>
          <p:spPr>
            <a:xfrm>
              <a:off x="2310227" y="6251421"/>
              <a:ext cx="1188000" cy="505232"/>
            </a:xfrm>
            <a:prstGeom prst="rect">
              <a:avLst/>
            </a:prstGeom>
            <a:noFill/>
          </p:spPr>
          <p:txBody>
            <a:bodyPr wrap="square" lIns="0" tIns="0" rIns="82938" bIns="0" rtlCol="0">
              <a:noAutofit/>
            </a:bodyPr>
            <a:lstStyle/>
            <a:p>
              <a:pPr>
                <a:spcAft>
                  <a:spcPts val="200"/>
                </a:spcAft>
                <a:defRPr/>
              </a:pPr>
              <a:r>
                <a:rPr lang="en-US" sz="725" b="1" dirty="0" err="1">
                  <a:latin typeface="+mj-lt"/>
                </a:rPr>
                <a:t>Mauris</a:t>
              </a:r>
              <a:r>
                <a:rPr lang="en-US" sz="725" b="1" dirty="0">
                  <a:latin typeface="+mj-lt"/>
                </a:rPr>
                <a:t> </a:t>
              </a:r>
              <a:r>
                <a:rPr lang="en-US" sz="725" b="1" dirty="0" err="1">
                  <a:latin typeface="+mj-lt"/>
                </a:rPr>
                <a:t>consectetuer</a:t>
              </a:r>
              <a:r>
                <a:rPr lang="en-US" sz="725" b="1" dirty="0">
                  <a:latin typeface="+mj-lt"/>
                </a:rPr>
                <a:t> </a:t>
              </a:r>
              <a:r>
                <a:rPr lang="en-US" sz="725" b="1" dirty="0" err="1">
                  <a:latin typeface="+mj-lt"/>
                </a:rPr>
                <a:t>ullamcorper</a:t>
              </a:r>
              <a:r>
                <a:rPr lang="en-US" sz="725" b="1" dirty="0">
                  <a:latin typeface="+mj-lt"/>
                </a:rPr>
                <a:t> quam. </a:t>
              </a:r>
              <a:endParaRPr lang="en-US" sz="725" dirty="0" smtClean="0">
                <a:latin typeface="+mj-lt"/>
              </a:endParaRPr>
            </a:p>
          </p:txBody>
        </p:sp>
        <p:sp>
          <p:nvSpPr>
            <p:cNvPr id="51" name="TextBox 50"/>
            <p:cNvSpPr txBox="1"/>
            <p:nvPr/>
          </p:nvSpPr>
          <p:spPr>
            <a:xfrm>
              <a:off x="4986660" y="6251421"/>
              <a:ext cx="1188000" cy="505232"/>
            </a:xfrm>
            <a:prstGeom prst="rect">
              <a:avLst/>
            </a:prstGeom>
            <a:noFill/>
          </p:spPr>
          <p:txBody>
            <a:bodyPr wrap="square" lIns="0" tIns="0" rIns="82938" bIns="0" rtlCol="0">
              <a:noAutofit/>
            </a:bodyPr>
            <a:lstStyle/>
            <a:p>
              <a:pPr>
                <a:spcAft>
                  <a:spcPts val="200"/>
                </a:spcAft>
                <a:defRPr/>
              </a:pPr>
              <a:r>
                <a:rPr lang="en-US" sz="725" b="1" dirty="0" err="1">
                  <a:latin typeface="+mj-lt"/>
                </a:rPr>
                <a:t>Mauris</a:t>
              </a:r>
              <a:r>
                <a:rPr lang="en-US" sz="725" b="1" dirty="0">
                  <a:latin typeface="+mj-lt"/>
                </a:rPr>
                <a:t> </a:t>
              </a:r>
              <a:r>
                <a:rPr lang="en-US" sz="725" b="1" dirty="0" err="1">
                  <a:latin typeface="+mj-lt"/>
                </a:rPr>
                <a:t>consectetuer</a:t>
              </a:r>
              <a:r>
                <a:rPr lang="en-US" sz="725" b="1" dirty="0">
                  <a:latin typeface="+mj-lt"/>
                </a:rPr>
                <a:t> </a:t>
              </a:r>
              <a:r>
                <a:rPr lang="en-US" sz="725" b="1" dirty="0" err="1">
                  <a:latin typeface="+mj-lt"/>
                </a:rPr>
                <a:t>ullamcorper</a:t>
              </a:r>
              <a:r>
                <a:rPr lang="en-US" sz="725" b="1" dirty="0">
                  <a:latin typeface="+mj-lt"/>
                </a:rPr>
                <a:t> quam. </a:t>
              </a:r>
              <a:endParaRPr lang="en-US" sz="725" dirty="0" smtClean="0">
                <a:latin typeface="+mj-lt"/>
              </a:endParaRPr>
            </a:p>
          </p:txBody>
        </p:sp>
        <p:sp>
          <p:nvSpPr>
            <p:cNvPr id="52" name="TextBox 51"/>
            <p:cNvSpPr txBox="1"/>
            <p:nvPr/>
          </p:nvSpPr>
          <p:spPr>
            <a:xfrm>
              <a:off x="6387084" y="6251421"/>
              <a:ext cx="1188000" cy="505232"/>
            </a:xfrm>
            <a:prstGeom prst="rect">
              <a:avLst/>
            </a:prstGeom>
            <a:noFill/>
          </p:spPr>
          <p:txBody>
            <a:bodyPr wrap="square" lIns="0" tIns="0" rIns="82938" bIns="0" rtlCol="0">
              <a:noAutofit/>
            </a:bodyPr>
            <a:lstStyle/>
            <a:p>
              <a:pPr>
                <a:spcAft>
                  <a:spcPts val="200"/>
                </a:spcAft>
                <a:defRPr/>
              </a:pPr>
              <a:r>
                <a:rPr lang="en-US" sz="725" b="1" dirty="0" err="1">
                  <a:latin typeface="+mj-lt"/>
                </a:rPr>
                <a:t>Mauris</a:t>
              </a:r>
              <a:r>
                <a:rPr lang="en-US" sz="725" b="1" dirty="0">
                  <a:latin typeface="+mj-lt"/>
                </a:rPr>
                <a:t> </a:t>
              </a:r>
              <a:r>
                <a:rPr lang="en-US" sz="725" b="1" dirty="0" err="1">
                  <a:latin typeface="+mj-lt"/>
                </a:rPr>
                <a:t>consectetuer</a:t>
              </a:r>
              <a:r>
                <a:rPr lang="en-US" sz="725" b="1" dirty="0">
                  <a:latin typeface="+mj-lt"/>
                </a:rPr>
                <a:t> </a:t>
              </a:r>
              <a:r>
                <a:rPr lang="en-US" sz="725" b="1" dirty="0" err="1">
                  <a:latin typeface="+mj-lt"/>
                </a:rPr>
                <a:t>ullamcorper</a:t>
              </a:r>
              <a:r>
                <a:rPr lang="en-US" sz="725" b="1" dirty="0">
                  <a:latin typeface="+mj-lt"/>
                </a:rPr>
                <a:t> quam. </a:t>
              </a:r>
              <a:endParaRPr lang="en-US" sz="725" dirty="0" smtClean="0">
                <a:latin typeface="+mj-lt"/>
              </a:endParaRPr>
            </a:p>
          </p:txBody>
        </p:sp>
        <p:sp>
          <p:nvSpPr>
            <p:cNvPr id="53" name="TextBox 52"/>
            <p:cNvSpPr txBox="1"/>
            <p:nvPr/>
          </p:nvSpPr>
          <p:spPr>
            <a:xfrm>
              <a:off x="9070952" y="6251421"/>
              <a:ext cx="1188000" cy="505232"/>
            </a:xfrm>
            <a:prstGeom prst="rect">
              <a:avLst/>
            </a:prstGeom>
            <a:noFill/>
          </p:spPr>
          <p:txBody>
            <a:bodyPr wrap="square" lIns="0" tIns="0" rIns="82938" bIns="0" rtlCol="0">
              <a:noAutofit/>
            </a:bodyPr>
            <a:lstStyle/>
            <a:p>
              <a:pPr>
                <a:spcAft>
                  <a:spcPts val="200"/>
                </a:spcAft>
                <a:defRPr/>
              </a:pPr>
              <a:r>
                <a:rPr lang="en-US" sz="725" b="1" dirty="0" err="1">
                  <a:latin typeface="+mj-lt"/>
                </a:rPr>
                <a:t>Mauris</a:t>
              </a:r>
              <a:r>
                <a:rPr lang="en-US" sz="725" b="1" dirty="0">
                  <a:latin typeface="+mj-lt"/>
                </a:rPr>
                <a:t> </a:t>
              </a:r>
              <a:r>
                <a:rPr lang="en-US" sz="725" b="1" dirty="0" err="1">
                  <a:latin typeface="+mj-lt"/>
                </a:rPr>
                <a:t>consectetuer</a:t>
              </a:r>
              <a:r>
                <a:rPr lang="en-US" sz="725" b="1" dirty="0">
                  <a:latin typeface="+mj-lt"/>
                </a:rPr>
                <a:t> </a:t>
              </a:r>
              <a:r>
                <a:rPr lang="en-US" sz="725" b="1" dirty="0" err="1">
                  <a:latin typeface="+mj-lt"/>
                </a:rPr>
                <a:t>ullamcorper</a:t>
              </a:r>
              <a:r>
                <a:rPr lang="en-US" sz="725" b="1" dirty="0">
                  <a:latin typeface="+mj-lt"/>
                </a:rPr>
                <a:t> quam. </a:t>
              </a:r>
              <a:endParaRPr lang="en-US" sz="725" dirty="0" smtClean="0">
                <a:latin typeface="+mj-lt"/>
              </a:endParaRPr>
            </a:p>
          </p:txBody>
        </p:sp>
        <p:sp>
          <p:nvSpPr>
            <p:cNvPr id="55" name="TextBox 54"/>
            <p:cNvSpPr txBox="1"/>
            <p:nvPr/>
          </p:nvSpPr>
          <p:spPr>
            <a:xfrm>
              <a:off x="7671337" y="6251421"/>
              <a:ext cx="1188000" cy="505232"/>
            </a:xfrm>
            <a:prstGeom prst="rect">
              <a:avLst/>
            </a:prstGeom>
            <a:noFill/>
          </p:spPr>
          <p:txBody>
            <a:bodyPr wrap="square" lIns="0" tIns="0" rIns="82938" bIns="0" rtlCol="0">
              <a:noAutofit/>
            </a:bodyPr>
            <a:lstStyle/>
            <a:p>
              <a:pPr>
                <a:spcAft>
                  <a:spcPts val="200"/>
                </a:spcAft>
                <a:defRPr/>
              </a:pPr>
              <a:r>
                <a:rPr lang="en-US" sz="725" b="1" dirty="0" err="1">
                  <a:latin typeface="+mj-lt"/>
                </a:rPr>
                <a:t>Mauris</a:t>
              </a:r>
              <a:r>
                <a:rPr lang="en-US" sz="725" b="1" dirty="0">
                  <a:latin typeface="+mj-lt"/>
                </a:rPr>
                <a:t> </a:t>
              </a:r>
              <a:r>
                <a:rPr lang="en-US" sz="725" b="1" dirty="0" err="1">
                  <a:latin typeface="+mj-lt"/>
                </a:rPr>
                <a:t>consectetuer</a:t>
              </a:r>
              <a:r>
                <a:rPr lang="en-US" sz="725" b="1" dirty="0">
                  <a:latin typeface="+mj-lt"/>
                </a:rPr>
                <a:t> </a:t>
              </a:r>
              <a:r>
                <a:rPr lang="en-US" sz="725" b="1" dirty="0" err="1">
                  <a:latin typeface="+mj-lt"/>
                </a:rPr>
                <a:t>ullamcorper</a:t>
              </a:r>
              <a:r>
                <a:rPr lang="en-US" sz="725" b="1" dirty="0">
                  <a:latin typeface="+mj-lt"/>
                </a:rPr>
                <a:t> quam. </a:t>
              </a:r>
              <a:endParaRPr lang="en-US" sz="725" dirty="0" smtClean="0">
                <a:latin typeface="+mj-lt"/>
              </a:endParaRPr>
            </a:p>
          </p:txBody>
        </p:sp>
        <p:sp>
          <p:nvSpPr>
            <p:cNvPr id="56" name="TextBox 55"/>
            <p:cNvSpPr txBox="1"/>
            <p:nvPr/>
          </p:nvSpPr>
          <p:spPr>
            <a:xfrm>
              <a:off x="3621291" y="6251421"/>
              <a:ext cx="1188000" cy="505232"/>
            </a:xfrm>
            <a:prstGeom prst="rect">
              <a:avLst/>
            </a:prstGeom>
            <a:noFill/>
          </p:spPr>
          <p:txBody>
            <a:bodyPr wrap="square" lIns="0" tIns="0" rIns="82938" bIns="0" rtlCol="0">
              <a:noAutofit/>
            </a:bodyPr>
            <a:lstStyle/>
            <a:p>
              <a:pPr>
                <a:spcAft>
                  <a:spcPts val="200"/>
                </a:spcAft>
                <a:defRPr/>
              </a:pPr>
              <a:r>
                <a:rPr lang="en-US" sz="725" b="1" dirty="0" err="1">
                  <a:latin typeface="+mj-lt"/>
                </a:rPr>
                <a:t>Mauris</a:t>
              </a:r>
              <a:r>
                <a:rPr lang="en-US" sz="725" b="1" dirty="0">
                  <a:latin typeface="+mj-lt"/>
                </a:rPr>
                <a:t> </a:t>
              </a:r>
              <a:r>
                <a:rPr lang="en-US" sz="725" b="1" dirty="0" err="1">
                  <a:latin typeface="+mj-lt"/>
                </a:rPr>
                <a:t>consectetuer</a:t>
              </a:r>
              <a:r>
                <a:rPr lang="en-US" sz="725" b="1" dirty="0">
                  <a:latin typeface="+mj-lt"/>
                </a:rPr>
                <a:t> </a:t>
              </a:r>
              <a:r>
                <a:rPr lang="en-US" sz="725" b="1" dirty="0" err="1">
                  <a:latin typeface="+mj-lt"/>
                </a:rPr>
                <a:t>ullamcorper</a:t>
              </a:r>
              <a:r>
                <a:rPr lang="en-US" sz="725" b="1" dirty="0">
                  <a:latin typeface="+mj-lt"/>
                </a:rPr>
                <a:t> quam. </a:t>
              </a:r>
              <a:endParaRPr lang="en-US" sz="725" dirty="0" smtClean="0">
                <a:latin typeface="+mj-lt"/>
              </a:endParaRPr>
            </a:p>
          </p:txBody>
        </p:sp>
        <p:sp>
          <p:nvSpPr>
            <p:cNvPr id="57" name="Oval 56"/>
            <p:cNvSpPr/>
            <p:nvPr/>
          </p:nvSpPr>
          <p:spPr bwMode="ltGray">
            <a:xfrm>
              <a:off x="9068232"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270" b="1" dirty="0" smtClean="0">
                  <a:solidFill>
                    <a:schemeClr val="tx2"/>
                  </a:solidFill>
                  <a:latin typeface="+mj-lt"/>
                </a:rPr>
                <a:t>7</a:t>
              </a:r>
              <a:endParaRPr lang="en-US" sz="1270" b="1" dirty="0" smtClean="0">
                <a:solidFill>
                  <a:schemeClr val="tx2"/>
                </a:solidFill>
                <a:latin typeface="+mj-lt"/>
              </a:endParaRPr>
            </a:p>
          </p:txBody>
        </p:sp>
        <p:sp>
          <p:nvSpPr>
            <p:cNvPr id="58" name="Oval 57"/>
            <p:cNvSpPr/>
            <p:nvPr/>
          </p:nvSpPr>
          <p:spPr bwMode="ltGray">
            <a:xfrm>
              <a:off x="228748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270" b="1" dirty="0" smtClean="0">
                  <a:solidFill>
                    <a:schemeClr val="tx2"/>
                  </a:solidFill>
                  <a:latin typeface="+mj-lt"/>
                </a:rPr>
                <a:t>2</a:t>
              </a:r>
              <a:endParaRPr lang="en-US" sz="1270" b="1" dirty="0" smtClean="0">
                <a:solidFill>
                  <a:schemeClr val="tx2"/>
                </a:solidFill>
                <a:latin typeface="+mj-lt"/>
              </a:endParaRPr>
            </a:p>
          </p:txBody>
        </p:sp>
        <p:sp>
          <p:nvSpPr>
            <p:cNvPr id="59" name="Oval 58"/>
            <p:cNvSpPr/>
            <p:nvPr/>
          </p:nvSpPr>
          <p:spPr bwMode="ltGray">
            <a:xfrm>
              <a:off x="93133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270" b="1" dirty="0" smtClean="0">
                  <a:solidFill>
                    <a:schemeClr val="tx2"/>
                  </a:solidFill>
                  <a:latin typeface="+mj-lt"/>
                </a:rPr>
                <a:t>1</a:t>
              </a:r>
              <a:endParaRPr lang="en-US" sz="1270" b="1" dirty="0" smtClean="0">
                <a:solidFill>
                  <a:schemeClr val="tx2"/>
                </a:solidFill>
                <a:latin typeface="+mj-lt"/>
              </a:endParaRPr>
            </a:p>
          </p:txBody>
        </p:sp>
        <p:sp>
          <p:nvSpPr>
            <p:cNvPr id="61" name="Oval 60"/>
            <p:cNvSpPr/>
            <p:nvPr/>
          </p:nvSpPr>
          <p:spPr bwMode="ltGray">
            <a:xfrm>
              <a:off x="771208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270" b="1" dirty="0" smtClean="0">
                  <a:solidFill>
                    <a:schemeClr val="tx2"/>
                  </a:solidFill>
                  <a:latin typeface="+mj-lt"/>
                </a:rPr>
                <a:t>6</a:t>
              </a:r>
              <a:endParaRPr lang="en-US" sz="1270" b="1" dirty="0" smtClean="0">
                <a:solidFill>
                  <a:schemeClr val="tx2"/>
                </a:solidFill>
                <a:latin typeface="+mj-lt"/>
              </a:endParaRPr>
            </a:p>
          </p:txBody>
        </p:sp>
        <p:sp>
          <p:nvSpPr>
            <p:cNvPr id="62" name="Oval 61"/>
            <p:cNvSpPr/>
            <p:nvPr/>
          </p:nvSpPr>
          <p:spPr bwMode="ltGray">
            <a:xfrm>
              <a:off x="364363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270" b="1" dirty="0" smtClean="0">
                  <a:solidFill>
                    <a:schemeClr val="tx2"/>
                  </a:solidFill>
                  <a:latin typeface="+mj-lt"/>
                </a:rPr>
                <a:t>3</a:t>
              </a:r>
              <a:endParaRPr lang="en-US" sz="1270" b="1" dirty="0" smtClean="0">
                <a:solidFill>
                  <a:schemeClr val="tx2"/>
                </a:solidFill>
                <a:latin typeface="+mj-lt"/>
              </a:endParaRPr>
            </a:p>
          </p:txBody>
        </p:sp>
        <p:sp>
          <p:nvSpPr>
            <p:cNvPr id="63" name="Oval 62"/>
            <p:cNvSpPr/>
            <p:nvPr/>
          </p:nvSpPr>
          <p:spPr bwMode="ltGray">
            <a:xfrm>
              <a:off x="635593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270" b="1" dirty="0" smtClean="0">
                  <a:solidFill>
                    <a:schemeClr val="tx2"/>
                  </a:solidFill>
                  <a:latin typeface="+mj-lt"/>
                </a:rPr>
                <a:t>5</a:t>
              </a:r>
              <a:endParaRPr lang="en-US" sz="1270" b="1" dirty="0" smtClean="0">
                <a:solidFill>
                  <a:schemeClr val="tx2"/>
                </a:solidFill>
                <a:latin typeface="+mj-lt"/>
              </a:endParaRPr>
            </a:p>
          </p:txBody>
        </p:sp>
        <p:sp>
          <p:nvSpPr>
            <p:cNvPr id="64" name="Oval 63"/>
            <p:cNvSpPr/>
            <p:nvPr/>
          </p:nvSpPr>
          <p:spPr bwMode="ltGray">
            <a:xfrm>
              <a:off x="499978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270" b="1" dirty="0" smtClean="0">
                  <a:solidFill>
                    <a:schemeClr val="tx2"/>
                  </a:solidFill>
                  <a:latin typeface="+mj-lt"/>
                </a:rPr>
                <a:t>4</a:t>
              </a:r>
              <a:endParaRPr lang="en-US" sz="1270" b="1" dirty="0" smtClean="0">
                <a:solidFill>
                  <a:schemeClr val="tx2"/>
                </a:solidFill>
                <a:latin typeface="+mj-lt"/>
              </a:endParaRPr>
            </a:p>
          </p:txBody>
        </p:sp>
      </p:gr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Rectangle 232"/>
          <p:cNvSpPr/>
          <p:nvPr/>
        </p:nvSpPr>
        <p:spPr bwMode="ltGray">
          <a:xfrm>
            <a:off x="6030687" y="855882"/>
            <a:ext cx="171566" cy="152689"/>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2" name="Title 1"/>
          <p:cNvSpPr>
            <a:spLocks noGrp="1"/>
          </p:cNvSpPr>
          <p:nvPr>
            <p:ph type="title"/>
          </p:nvPr>
        </p:nvSpPr>
        <p:spPr/>
        <p:txBody>
          <a:bodyPr/>
          <a:lstStyle/>
          <a:p>
            <a:r>
              <a:rPr lang="en-GB" dirty="0" smtClean="0"/>
              <a:t>Timelines</a:t>
            </a:r>
            <a:br>
              <a:rPr lang="en-GB" dirty="0" smtClean="0"/>
            </a:br>
            <a:r>
              <a:rPr lang="en-GB" b="0" i="0" dirty="0" smtClean="0"/>
              <a:t>FiT UK History</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132" name="Rectangle 131"/>
          <p:cNvSpPr/>
          <p:nvPr/>
        </p:nvSpPr>
        <p:spPr bwMode="ltGray">
          <a:xfrm>
            <a:off x="6202253" y="0"/>
            <a:ext cx="4734694" cy="6857143"/>
          </a:xfrm>
          <a:prstGeom prst="rect">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腾讯体 W7" panose="020C08030202040F0204" pitchFamily="18" charset="-122"/>
            </a:endParaRPr>
          </a:p>
        </p:txBody>
      </p:sp>
      <p:sp>
        <p:nvSpPr>
          <p:cNvPr id="133" name="TextBox 132"/>
          <p:cNvSpPr txBox="1"/>
          <p:nvPr/>
        </p:nvSpPr>
        <p:spPr>
          <a:xfrm>
            <a:off x="6611051" y="364692"/>
            <a:ext cx="1202068" cy="345578"/>
          </a:xfrm>
          <a:prstGeom prst="rect">
            <a:avLst/>
          </a:prstGeom>
          <a:noFill/>
        </p:spPr>
        <p:txBody>
          <a:bodyPr wrap="square" lIns="0" tIns="0" rIns="0" bIns="0" rtlCol="0">
            <a:noAutofit/>
          </a:bodyPr>
          <a:lstStyle/>
          <a:p>
            <a:pPr indent="-313055">
              <a:spcAft>
                <a:spcPts val="1025"/>
              </a:spcAft>
            </a:pPr>
            <a:r>
              <a:rPr lang="en-GB" sz="1270" b="1" dirty="0" smtClean="0">
                <a:solidFill>
                  <a:schemeClr val="bg2"/>
                </a:solidFill>
                <a:latin typeface="腾讯体 W7" panose="020C08030202040F0204" pitchFamily="18" charset="-122"/>
              </a:rPr>
              <a:t>FiT history</a:t>
            </a:r>
            <a:endParaRPr lang="en-GB" sz="1270" b="1" dirty="0" smtClean="0">
              <a:solidFill>
                <a:schemeClr val="bg2"/>
              </a:solidFill>
              <a:latin typeface="腾讯体 W7" panose="020C08030202040F0204" pitchFamily="18" charset="-122"/>
            </a:endParaRPr>
          </a:p>
        </p:txBody>
      </p:sp>
      <p:sp>
        <p:nvSpPr>
          <p:cNvPr id="134" name="Freeform 133"/>
          <p:cNvSpPr/>
          <p:nvPr/>
        </p:nvSpPr>
        <p:spPr>
          <a:xfrm>
            <a:off x="8272975" y="1772666"/>
            <a:ext cx="788050" cy="4214941"/>
          </a:xfrm>
          <a:custGeom>
            <a:avLst/>
            <a:gdLst>
              <a:gd name="connsiteX0" fmla="*/ 0 w 1039906"/>
              <a:gd name="connsiteY0" fmla="*/ 0 h 6131859"/>
              <a:gd name="connsiteX1" fmla="*/ 986117 w 1039906"/>
              <a:gd name="connsiteY1" fmla="*/ 1757083 h 6131859"/>
              <a:gd name="connsiteX2" fmla="*/ 26894 w 1039906"/>
              <a:gd name="connsiteY2" fmla="*/ 4043083 h 6131859"/>
              <a:gd name="connsiteX3" fmla="*/ 1039906 w 1039906"/>
              <a:gd name="connsiteY3" fmla="*/ 6131859 h 6131859"/>
              <a:gd name="connsiteX0-1" fmla="*/ 0 w 1143000"/>
              <a:gd name="connsiteY0-2" fmla="*/ 0 h 6131859"/>
              <a:gd name="connsiteX1-3" fmla="*/ 1089211 w 1143000"/>
              <a:gd name="connsiteY1-4" fmla="*/ 1757083 h 6131859"/>
              <a:gd name="connsiteX2-5" fmla="*/ 129988 w 1143000"/>
              <a:gd name="connsiteY2-6" fmla="*/ 4043083 h 6131859"/>
              <a:gd name="connsiteX3-7" fmla="*/ 1143000 w 1143000"/>
              <a:gd name="connsiteY3-8" fmla="*/ 6131859 h 6131859"/>
              <a:gd name="connsiteX0-9" fmla="*/ 31377 w 1021977"/>
              <a:gd name="connsiteY0-10" fmla="*/ 0 h 6131859"/>
              <a:gd name="connsiteX1-11" fmla="*/ 968188 w 1021977"/>
              <a:gd name="connsiteY1-12" fmla="*/ 1757083 h 6131859"/>
              <a:gd name="connsiteX2-13" fmla="*/ 8965 w 1021977"/>
              <a:gd name="connsiteY2-14" fmla="*/ 4043083 h 6131859"/>
              <a:gd name="connsiteX3-15" fmla="*/ 1021977 w 1021977"/>
              <a:gd name="connsiteY3-16" fmla="*/ 6131859 h 6131859"/>
              <a:gd name="connsiteX0-17" fmla="*/ 55532 w 1046132"/>
              <a:gd name="connsiteY0-18" fmla="*/ 0 h 6131859"/>
              <a:gd name="connsiteX1-19" fmla="*/ 847412 w 1046132"/>
              <a:gd name="connsiteY1-20" fmla="*/ 1745643 h 6131859"/>
              <a:gd name="connsiteX2-21" fmla="*/ 33120 w 1046132"/>
              <a:gd name="connsiteY2-22" fmla="*/ 4043083 h 6131859"/>
              <a:gd name="connsiteX3-23" fmla="*/ 1046132 w 1046132"/>
              <a:gd name="connsiteY3-24" fmla="*/ 6131859 h 6131859"/>
              <a:gd name="connsiteX0-25" fmla="*/ 22412 w 818027"/>
              <a:gd name="connsiteY0-26" fmla="*/ 0 h 6013732"/>
              <a:gd name="connsiteX1-27" fmla="*/ 814292 w 818027"/>
              <a:gd name="connsiteY1-28" fmla="*/ 1745643 h 6013732"/>
              <a:gd name="connsiteX2-29" fmla="*/ 0 w 818027"/>
              <a:gd name="connsiteY2-30" fmla="*/ 4043083 h 6013732"/>
              <a:gd name="connsiteX3-31" fmla="*/ 814292 w 818027"/>
              <a:gd name="connsiteY3-32" fmla="*/ 6013732 h 6013732"/>
              <a:gd name="connsiteX0-33" fmla="*/ 0 w 809560"/>
              <a:gd name="connsiteY0-34" fmla="*/ 0 h 6013732"/>
              <a:gd name="connsiteX1-35" fmla="*/ 791880 w 809560"/>
              <a:gd name="connsiteY1-36" fmla="*/ 1745643 h 6013732"/>
              <a:gd name="connsiteX2-37" fmla="*/ 106081 w 809560"/>
              <a:gd name="connsiteY2-38" fmla="*/ 3879243 h 6013732"/>
              <a:gd name="connsiteX3-39" fmla="*/ 791880 w 809560"/>
              <a:gd name="connsiteY3-40" fmla="*/ 6013732 h 6013732"/>
              <a:gd name="connsiteX0-41" fmla="*/ 0 w 791880"/>
              <a:gd name="connsiteY0-42" fmla="*/ 0 h 6013732"/>
              <a:gd name="connsiteX1-43" fmla="*/ 609600 w 791880"/>
              <a:gd name="connsiteY1-44" fmla="*/ 1593243 h 6013732"/>
              <a:gd name="connsiteX2-45" fmla="*/ 106081 w 791880"/>
              <a:gd name="connsiteY2-46" fmla="*/ 3879243 h 6013732"/>
              <a:gd name="connsiteX3-47" fmla="*/ 791880 w 791880"/>
              <a:gd name="connsiteY3-48" fmla="*/ 6013732 h 6013732"/>
              <a:gd name="connsiteX0-49" fmla="*/ 0 w 868825"/>
              <a:gd name="connsiteY0-50" fmla="*/ 0 h 6022562"/>
              <a:gd name="connsiteX1-51" fmla="*/ 609600 w 868825"/>
              <a:gd name="connsiteY1-52" fmla="*/ 1593243 h 6022562"/>
              <a:gd name="connsiteX2-53" fmla="*/ 106081 w 868825"/>
              <a:gd name="connsiteY2-54" fmla="*/ 3879243 h 6022562"/>
              <a:gd name="connsiteX3-55" fmla="*/ 868825 w 868825"/>
              <a:gd name="connsiteY3-56" fmla="*/ 6022562 h 6022562"/>
            </a:gdLst>
            <a:ahLst/>
            <a:cxnLst>
              <a:cxn ang="0">
                <a:pos x="connsiteX0-1" y="connsiteY0-2"/>
              </a:cxn>
              <a:cxn ang="0">
                <a:pos x="connsiteX1-3" y="connsiteY1-4"/>
              </a:cxn>
              <a:cxn ang="0">
                <a:pos x="connsiteX2-5" y="connsiteY2-6"/>
              </a:cxn>
              <a:cxn ang="0">
                <a:pos x="connsiteX3-7" y="connsiteY3-8"/>
              </a:cxn>
            </a:cxnLst>
            <a:rect l="l" t="t" r="r" b="b"/>
            <a:pathLst>
              <a:path w="868825" h="6022562">
                <a:moveTo>
                  <a:pt x="0" y="0"/>
                </a:moveTo>
                <a:cubicBezTo>
                  <a:pt x="490817" y="541618"/>
                  <a:pt x="591920" y="946703"/>
                  <a:pt x="609600" y="1593243"/>
                </a:cubicBezTo>
                <a:cubicBezTo>
                  <a:pt x="627280" y="2239784"/>
                  <a:pt x="62877" y="3141023"/>
                  <a:pt x="106081" y="3879243"/>
                </a:cubicBezTo>
                <a:cubicBezTo>
                  <a:pt x="149285" y="4617463"/>
                  <a:pt x="366801" y="5342738"/>
                  <a:pt x="868825" y="6022562"/>
                </a:cubicBezTo>
              </a:path>
            </a:pathLst>
          </a:custGeom>
          <a:ln w="28575">
            <a:solidFill>
              <a:schemeClr val="bg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p>
        </p:txBody>
      </p:sp>
      <p:sp>
        <p:nvSpPr>
          <p:cNvPr id="135" name="Oval 134"/>
          <p:cNvSpPr/>
          <p:nvPr/>
        </p:nvSpPr>
        <p:spPr bwMode="ltGray">
          <a:xfrm>
            <a:off x="8203859" y="1711141"/>
            <a:ext cx="163265" cy="163265"/>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36" name="Oval 135"/>
          <p:cNvSpPr/>
          <p:nvPr/>
        </p:nvSpPr>
        <p:spPr bwMode="ltGray">
          <a:xfrm>
            <a:off x="8970263" y="5855835"/>
            <a:ext cx="163265" cy="163265"/>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37" name="Rectangle 136"/>
          <p:cNvSpPr/>
          <p:nvPr/>
        </p:nvSpPr>
        <p:spPr>
          <a:xfrm>
            <a:off x="6611052" y="4815029"/>
            <a:ext cx="1379037" cy="480695"/>
          </a:xfrm>
          <a:prstGeom prst="rect">
            <a:avLst/>
          </a:prstGeom>
        </p:spPr>
        <p:txBody>
          <a:bodyPr wrap="square" lIns="0" tIns="32653" rIns="0" bIns="0">
            <a:spAutoFit/>
          </a:bodyPr>
          <a:lstStyle/>
          <a:p>
            <a:pPr indent="-274320">
              <a:spcAft>
                <a:spcPts val="150"/>
              </a:spcAft>
            </a:pPr>
            <a:r>
              <a:rPr lang="en-GB" sz="725" dirty="0" smtClean="0">
                <a:solidFill>
                  <a:schemeClr val="bg2"/>
                </a:solidFill>
                <a:latin typeface="腾讯体 W7" panose="020C08030202040F0204" pitchFamily="18" charset="-122"/>
              </a:rPr>
              <a:t>1990 Coopers &amp; Lybrand merges with Deloitte Haskins &amp; Sells in a number of countries around the world </a:t>
            </a:r>
            <a:endParaRPr lang="en-GB" sz="725" dirty="0" smtClean="0">
              <a:solidFill>
                <a:schemeClr val="bg2"/>
              </a:solidFill>
              <a:latin typeface="腾讯体 W7" panose="020C08030202040F0204" pitchFamily="18" charset="-122"/>
            </a:endParaRPr>
          </a:p>
        </p:txBody>
      </p:sp>
      <p:sp>
        <p:nvSpPr>
          <p:cNvPr id="138" name="Rectangle 137"/>
          <p:cNvSpPr/>
          <p:nvPr/>
        </p:nvSpPr>
        <p:spPr>
          <a:xfrm>
            <a:off x="8970263" y="4287214"/>
            <a:ext cx="1331971" cy="256540"/>
          </a:xfrm>
          <a:prstGeom prst="rect">
            <a:avLst/>
          </a:prstGeom>
        </p:spPr>
        <p:txBody>
          <a:bodyPr wrap="square" lIns="0" tIns="32653" rIns="0" bIns="0">
            <a:spAutoFit/>
          </a:bodyPr>
          <a:lstStyle/>
          <a:p>
            <a:pPr indent="-274320">
              <a:spcAft>
                <a:spcPts val="150"/>
              </a:spcAft>
            </a:pPr>
            <a:r>
              <a:rPr lang="en-GB" sz="725" dirty="0" smtClean="0">
                <a:solidFill>
                  <a:schemeClr val="bg2"/>
                </a:solidFill>
                <a:latin typeface="腾讯体 W7" panose="020C08030202040F0204" pitchFamily="18" charset="-122"/>
              </a:rPr>
              <a:t>Price Waterhouse World Firm formed </a:t>
            </a:r>
            <a:endParaRPr lang="en-GB" sz="725" dirty="0" smtClean="0">
              <a:solidFill>
                <a:schemeClr val="bg2"/>
              </a:solidFill>
              <a:latin typeface="腾讯体 W7" panose="020C08030202040F0204" pitchFamily="18" charset="-122"/>
            </a:endParaRPr>
          </a:p>
        </p:txBody>
      </p:sp>
      <p:sp>
        <p:nvSpPr>
          <p:cNvPr id="139" name="Oval 138"/>
          <p:cNvSpPr/>
          <p:nvPr/>
        </p:nvSpPr>
        <p:spPr bwMode="ltGray">
          <a:xfrm>
            <a:off x="8341963" y="4733396"/>
            <a:ext cx="163265" cy="163265"/>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40" name="Oval 139"/>
          <p:cNvSpPr/>
          <p:nvPr/>
        </p:nvSpPr>
        <p:spPr bwMode="ltGray">
          <a:xfrm>
            <a:off x="8288236" y="4205581"/>
            <a:ext cx="163265" cy="163265"/>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41" name="Oval 140"/>
          <p:cNvSpPr/>
          <p:nvPr/>
        </p:nvSpPr>
        <p:spPr bwMode="ltGray">
          <a:xfrm>
            <a:off x="8480194" y="3652656"/>
            <a:ext cx="163265" cy="163265"/>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42" name="Oval 141"/>
          <p:cNvSpPr/>
          <p:nvPr/>
        </p:nvSpPr>
        <p:spPr bwMode="ltGray">
          <a:xfrm>
            <a:off x="8712575" y="3030615"/>
            <a:ext cx="163265" cy="163265"/>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43" name="Oval 142"/>
          <p:cNvSpPr/>
          <p:nvPr/>
        </p:nvSpPr>
        <p:spPr bwMode="ltGray">
          <a:xfrm>
            <a:off x="8703038" y="2509784"/>
            <a:ext cx="163265" cy="163265"/>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cxnSp>
        <p:nvCxnSpPr>
          <p:cNvPr id="144" name="Straight Connector 143"/>
          <p:cNvCxnSpPr/>
          <p:nvPr/>
        </p:nvCxnSpPr>
        <p:spPr>
          <a:xfrm>
            <a:off x="8451501" y="4287214"/>
            <a:ext cx="1836190"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cxnSp>
        <p:nvCxnSpPr>
          <p:cNvPr id="145" name="Straight Connector 144"/>
          <p:cNvCxnSpPr>
            <a:endCxn id="139" idx="2"/>
          </p:cNvCxnSpPr>
          <p:nvPr/>
        </p:nvCxnSpPr>
        <p:spPr>
          <a:xfrm>
            <a:off x="6611051" y="4815029"/>
            <a:ext cx="1730912"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146" name="Rectangle 145"/>
          <p:cNvSpPr/>
          <p:nvPr/>
        </p:nvSpPr>
        <p:spPr>
          <a:xfrm>
            <a:off x="6611051" y="855882"/>
            <a:ext cx="3760299" cy="336550"/>
          </a:xfrm>
          <a:prstGeom prst="rect">
            <a:avLst/>
          </a:prstGeom>
        </p:spPr>
        <p:txBody>
          <a:bodyPr wrap="square" lIns="0" tIns="0" rIns="0" bIns="0">
            <a:spAutoFit/>
          </a:bodyPr>
          <a:lstStyle/>
          <a:p>
            <a:pPr indent="-274320">
              <a:spcAft>
                <a:spcPts val="150"/>
              </a:spcAft>
            </a:pPr>
            <a:r>
              <a:rPr lang="en-GB" sz="725" dirty="0" smtClean="0">
                <a:solidFill>
                  <a:schemeClr val="bg2"/>
                </a:solidFill>
                <a:latin typeface="腾讯体 W7" panose="020C08030202040F0204" pitchFamily="18" charset="-122"/>
              </a:rPr>
              <a:t>PricewaterhouseCoopers was created on 1 July 1998 by the merger of two firms - Price Waterhouse and Coopers &amp; Lybrand - each with historical roots going back some 150 years. </a:t>
            </a:r>
            <a:endParaRPr lang="en-GB" sz="725" dirty="0" smtClean="0">
              <a:solidFill>
                <a:schemeClr val="bg2"/>
              </a:solidFill>
              <a:latin typeface="腾讯体 W7" panose="020C08030202040F0204" pitchFamily="18" charset="-122"/>
            </a:endParaRPr>
          </a:p>
        </p:txBody>
      </p:sp>
      <p:sp>
        <p:nvSpPr>
          <p:cNvPr id="147" name="Oval 146"/>
          <p:cNvSpPr/>
          <p:nvPr/>
        </p:nvSpPr>
        <p:spPr bwMode="ltGray">
          <a:xfrm>
            <a:off x="8505228" y="2046135"/>
            <a:ext cx="163265" cy="163265"/>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48" name="Rectangle 147"/>
          <p:cNvSpPr/>
          <p:nvPr/>
        </p:nvSpPr>
        <p:spPr>
          <a:xfrm>
            <a:off x="8989039" y="2127768"/>
            <a:ext cx="1313196" cy="480695"/>
          </a:xfrm>
          <a:prstGeom prst="rect">
            <a:avLst/>
          </a:prstGeom>
        </p:spPr>
        <p:txBody>
          <a:bodyPr wrap="square" lIns="0" tIns="32653" rIns="0" bIns="0">
            <a:spAutoFit/>
          </a:bodyPr>
          <a:lstStyle/>
          <a:p>
            <a:pPr indent="-274320">
              <a:spcAft>
                <a:spcPts val="150"/>
              </a:spcAft>
            </a:pPr>
            <a:r>
              <a:rPr lang="en-GB" sz="725" dirty="0" smtClean="0">
                <a:solidFill>
                  <a:schemeClr val="bg2"/>
                </a:solidFill>
                <a:latin typeface="腾讯体 W7" panose="020C08030202040F0204" pitchFamily="18" charset="-122"/>
              </a:rPr>
              <a:t>William Cooper establishes his own practice in London, which seven years later becomes Cooper Brothers </a:t>
            </a:r>
            <a:endParaRPr lang="en-GB" sz="725" dirty="0" smtClean="0">
              <a:solidFill>
                <a:schemeClr val="bg2"/>
              </a:solidFill>
              <a:latin typeface="腾讯体 W7" panose="020C08030202040F0204" pitchFamily="18" charset="-122"/>
            </a:endParaRPr>
          </a:p>
        </p:txBody>
      </p:sp>
      <p:sp>
        <p:nvSpPr>
          <p:cNvPr id="149" name="Rectangle 148"/>
          <p:cNvSpPr/>
          <p:nvPr/>
        </p:nvSpPr>
        <p:spPr>
          <a:xfrm>
            <a:off x="9890119" y="1899382"/>
            <a:ext cx="412115" cy="226695"/>
          </a:xfrm>
          <a:prstGeom prst="rect">
            <a:avLst/>
          </a:prstGeom>
        </p:spPr>
        <p:txBody>
          <a:bodyPr wrap="none" lIns="0" tIns="0" rIns="0" bIns="32653">
            <a:spAutoFit/>
          </a:bodyPr>
          <a:lstStyle/>
          <a:p>
            <a:pPr algn="r"/>
            <a:r>
              <a:rPr lang="en-GB" sz="1270" b="1" dirty="0" smtClean="0">
                <a:solidFill>
                  <a:schemeClr val="bg2"/>
                </a:solidFill>
                <a:latin typeface="腾讯体 W7" panose="020C08030202040F0204" pitchFamily="18" charset="-122"/>
              </a:rPr>
              <a:t>1854 </a:t>
            </a:r>
            <a:endParaRPr lang="en-GB" sz="1270" dirty="0"/>
          </a:p>
        </p:txBody>
      </p:sp>
      <p:cxnSp>
        <p:nvCxnSpPr>
          <p:cNvPr id="150" name="Straight Connector 149"/>
          <p:cNvCxnSpPr>
            <a:stCxn id="147" idx="6"/>
          </p:cNvCxnSpPr>
          <p:nvPr/>
        </p:nvCxnSpPr>
        <p:spPr>
          <a:xfrm>
            <a:off x="8668493" y="2127768"/>
            <a:ext cx="1632653"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151" name="Rectangle 150"/>
          <p:cNvSpPr/>
          <p:nvPr/>
        </p:nvSpPr>
        <p:spPr>
          <a:xfrm>
            <a:off x="6611052" y="1792774"/>
            <a:ext cx="1379037" cy="256540"/>
          </a:xfrm>
          <a:prstGeom prst="rect">
            <a:avLst/>
          </a:prstGeom>
        </p:spPr>
        <p:txBody>
          <a:bodyPr wrap="square" lIns="0" tIns="32653" rIns="0" bIns="0">
            <a:spAutoFit/>
          </a:bodyPr>
          <a:lstStyle/>
          <a:p>
            <a:pPr indent="-274320">
              <a:spcAft>
                <a:spcPts val="150"/>
              </a:spcAft>
            </a:pPr>
            <a:r>
              <a:rPr lang="en-GB" sz="725" dirty="0" smtClean="0">
                <a:solidFill>
                  <a:schemeClr val="bg2"/>
                </a:solidFill>
                <a:latin typeface="腾讯体 W7" panose="020C08030202040F0204" pitchFamily="18" charset="-122"/>
              </a:rPr>
              <a:t>Samuel Lowell Price sets up in business in London </a:t>
            </a:r>
            <a:endParaRPr lang="en-GB" sz="725" dirty="0" smtClean="0">
              <a:solidFill>
                <a:schemeClr val="bg2"/>
              </a:solidFill>
              <a:latin typeface="腾讯体 W7" panose="020C08030202040F0204" pitchFamily="18" charset="-122"/>
            </a:endParaRPr>
          </a:p>
        </p:txBody>
      </p:sp>
      <p:sp>
        <p:nvSpPr>
          <p:cNvPr id="152" name="Rectangle 151"/>
          <p:cNvSpPr/>
          <p:nvPr/>
        </p:nvSpPr>
        <p:spPr>
          <a:xfrm>
            <a:off x="6611052" y="1564388"/>
            <a:ext cx="416560" cy="226695"/>
          </a:xfrm>
          <a:prstGeom prst="rect">
            <a:avLst/>
          </a:prstGeom>
        </p:spPr>
        <p:txBody>
          <a:bodyPr wrap="none" lIns="0" tIns="0" rIns="0" bIns="32653">
            <a:spAutoFit/>
          </a:bodyPr>
          <a:lstStyle/>
          <a:p>
            <a:r>
              <a:rPr lang="en-GB" sz="1270" b="1" dirty="0" smtClean="0">
                <a:solidFill>
                  <a:schemeClr val="bg2"/>
                </a:solidFill>
                <a:latin typeface="腾讯体 W7" panose="020C08030202040F0204" pitchFamily="18" charset="-122"/>
              </a:rPr>
              <a:t>1849 </a:t>
            </a:r>
            <a:endParaRPr lang="en-GB" sz="1270" dirty="0"/>
          </a:p>
        </p:txBody>
      </p:sp>
      <p:cxnSp>
        <p:nvCxnSpPr>
          <p:cNvPr id="153" name="Straight Connector 152"/>
          <p:cNvCxnSpPr/>
          <p:nvPr/>
        </p:nvCxnSpPr>
        <p:spPr>
          <a:xfrm flipV="1">
            <a:off x="6611052" y="1792774"/>
            <a:ext cx="1592807"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cxnSp>
        <p:nvCxnSpPr>
          <p:cNvPr id="158" name="Straight Connector 157"/>
          <p:cNvCxnSpPr>
            <a:stCxn id="143" idx="2"/>
          </p:cNvCxnSpPr>
          <p:nvPr/>
        </p:nvCxnSpPr>
        <p:spPr>
          <a:xfrm flipH="1">
            <a:off x="6611052" y="2591417"/>
            <a:ext cx="2091985"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159" name="Rectangle 158"/>
          <p:cNvSpPr/>
          <p:nvPr/>
        </p:nvSpPr>
        <p:spPr>
          <a:xfrm>
            <a:off x="6611051" y="2591417"/>
            <a:ext cx="1379038" cy="593090"/>
          </a:xfrm>
          <a:prstGeom prst="rect">
            <a:avLst/>
          </a:prstGeom>
        </p:spPr>
        <p:txBody>
          <a:bodyPr wrap="square" lIns="0" tIns="32653" rIns="0" bIns="0">
            <a:spAutoFit/>
          </a:bodyPr>
          <a:lstStyle/>
          <a:p>
            <a:pPr indent="-274320">
              <a:spcAft>
                <a:spcPts val="150"/>
              </a:spcAft>
            </a:pPr>
            <a:r>
              <a:rPr lang="en-GB" sz="725" dirty="0" smtClean="0">
                <a:solidFill>
                  <a:schemeClr val="bg2"/>
                </a:solidFill>
                <a:latin typeface="腾讯体 W7" panose="020C08030202040F0204" pitchFamily="18" charset="-122"/>
              </a:rPr>
              <a:t>Price, </a:t>
            </a:r>
            <a:r>
              <a:rPr lang="en-GB" sz="725" dirty="0" err="1" smtClean="0">
                <a:solidFill>
                  <a:schemeClr val="bg2"/>
                </a:solidFill>
                <a:latin typeface="腾讯体 W7" panose="020C08030202040F0204" pitchFamily="18" charset="-122"/>
              </a:rPr>
              <a:t>Holyland</a:t>
            </a:r>
            <a:r>
              <a:rPr lang="en-GB" sz="725" dirty="0" smtClean="0">
                <a:solidFill>
                  <a:schemeClr val="bg2"/>
                </a:solidFill>
                <a:latin typeface="腾讯体 W7" panose="020C08030202040F0204" pitchFamily="18" charset="-122"/>
              </a:rPr>
              <a:t> and Waterhouse join forces in partnership 1874 Name changes to Price, Waterhouse &amp; Co. </a:t>
            </a:r>
            <a:endParaRPr lang="en-GB" sz="725" dirty="0" smtClean="0">
              <a:solidFill>
                <a:schemeClr val="bg2"/>
              </a:solidFill>
              <a:latin typeface="腾讯体 W7" panose="020C08030202040F0204" pitchFamily="18" charset="-122"/>
            </a:endParaRPr>
          </a:p>
        </p:txBody>
      </p:sp>
      <p:sp>
        <p:nvSpPr>
          <p:cNvPr id="160" name="Rectangle 159"/>
          <p:cNvSpPr/>
          <p:nvPr/>
        </p:nvSpPr>
        <p:spPr>
          <a:xfrm>
            <a:off x="6611051" y="2363031"/>
            <a:ext cx="443461" cy="226695"/>
          </a:xfrm>
          <a:prstGeom prst="rect">
            <a:avLst/>
          </a:prstGeom>
        </p:spPr>
        <p:txBody>
          <a:bodyPr wrap="square" lIns="0" tIns="0" rIns="0" bIns="32653">
            <a:spAutoFit/>
          </a:bodyPr>
          <a:lstStyle/>
          <a:p>
            <a:r>
              <a:rPr lang="en-GB" sz="1270" b="1" dirty="0" smtClean="0">
                <a:solidFill>
                  <a:schemeClr val="bg2"/>
                </a:solidFill>
                <a:latin typeface="腾讯体 W7" panose="020C08030202040F0204" pitchFamily="18" charset="-122"/>
              </a:rPr>
              <a:t>1865</a:t>
            </a:r>
            <a:endParaRPr lang="en-GB" sz="1270" dirty="0"/>
          </a:p>
        </p:txBody>
      </p:sp>
      <p:sp>
        <p:nvSpPr>
          <p:cNvPr id="161" name="Rectangle 160"/>
          <p:cNvSpPr/>
          <p:nvPr/>
        </p:nvSpPr>
        <p:spPr>
          <a:xfrm>
            <a:off x="8970263" y="3112248"/>
            <a:ext cx="1331972" cy="705485"/>
          </a:xfrm>
          <a:prstGeom prst="rect">
            <a:avLst/>
          </a:prstGeom>
        </p:spPr>
        <p:txBody>
          <a:bodyPr wrap="square" lIns="0" tIns="32653" rIns="0" bIns="0">
            <a:spAutoFit/>
          </a:bodyPr>
          <a:lstStyle/>
          <a:p>
            <a:pPr indent="-274320">
              <a:spcAft>
                <a:spcPts val="150"/>
              </a:spcAft>
            </a:pPr>
            <a:r>
              <a:rPr lang="en-GB" sz="725" dirty="0" smtClean="0">
                <a:solidFill>
                  <a:schemeClr val="bg2"/>
                </a:solidFill>
                <a:latin typeface="腾讯体 W7" panose="020C08030202040F0204" pitchFamily="18" charset="-122"/>
              </a:rPr>
              <a:t>Robert H. Montgomery, William M. Lybrand, Adam A. Ross Jr. and his brother T. Edward Ross form Lybrand, Ross Brothers and Montgomery </a:t>
            </a:r>
            <a:endParaRPr lang="en-GB" sz="725" dirty="0" smtClean="0">
              <a:solidFill>
                <a:schemeClr val="bg2"/>
              </a:solidFill>
              <a:latin typeface="腾讯体 W7" panose="020C08030202040F0204" pitchFamily="18" charset="-122"/>
            </a:endParaRPr>
          </a:p>
        </p:txBody>
      </p:sp>
      <p:cxnSp>
        <p:nvCxnSpPr>
          <p:cNvPr id="162" name="Straight Connector 161"/>
          <p:cNvCxnSpPr>
            <a:endCxn id="142" idx="6"/>
          </p:cNvCxnSpPr>
          <p:nvPr/>
        </p:nvCxnSpPr>
        <p:spPr>
          <a:xfrm flipH="1">
            <a:off x="8875840" y="3112248"/>
            <a:ext cx="1404082"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163" name="Rectangle 162"/>
          <p:cNvSpPr/>
          <p:nvPr/>
        </p:nvSpPr>
        <p:spPr>
          <a:xfrm>
            <a:off x="9886192" y="2883862"/>
            <a:ext cx="414020" cy="226695"/>
          </a:xfrm>
          <a:prstGeom prst="rect">
            <a:avLst/>
          </a:prstGeom>
        </p:spPr>
        <p:txBody>
          <a:bodyPr wrap="none" lIns="0" tIns="0" rIns="0" bIns="32653">
            <a:spAutoFit/>
          </a:bodyPr>
          <a:lstStyle/>
          <a:p>
            <a:pPr algn="r"/>
            <a:r>
              <a:rPr lang="en-GB" sz="1270" b="1" dirty="0" smtClean="0">
                <a:solidFill>
                  <a:schemeClr val="bg2"/>
                </a:solidFill>
                <a:latin typeface="腾讯体 W7" panose="020C08030202040F0204" pitchFamily="18" charset="-122"/>
              </a:rPr>
              <a:t>1898 </a:t>
            </a:r>
            <a:endParaRPr lang="en-GB" sz="1270" dirty="0"/>
          </a:p>
        </p:txBody>
      </p:sp>
      <p:sp>
        <p:nvSpPr>
          <p:cNvPr id="164" name="Rectangle 163"/>
          <p:cNvSpPr/>
          <p:nvPr/>
        </p:nvSpPr>
        <p:spPr>
          <a:xfrm>
            <a:off x="6611052" y="5937468"/>
            <a:ext cx="1379037" cy="368935"/>
          </a:xfrm>
          <a:prstGeom prst="rect">
            <a:avLst/>
          </a:prstGeom>
        </p:spPr>
        <p:txBody>
          <a:bodyPr wrap="square" lIns="0" tIns="32653" rIns="0" bIns="0">
            <a:spAutoFit/>
          </a:bodyPr>
          <a:lstStyle/>
          <a:p>
            <a:pPr indent="-274320">
              <a:spcAft>
                <a:spcPts val="150"/>
              </a:spcAft>
            </a:pPr>
            <a:r>
              <a:rPr lang="en-GB" sz="725" dirty="0" smtClean="0">
                <a:solidFill>
                  <a:schemeClr val="bg2"/>
                </a:solidFill>
                <a:latin typeface="腾讯体 W7" panose="020C08030202040F0204" pitchFamily="18" charset="-122"/>
              </a:rPr>
              <a:t>PricewaterhouseCoopers UK adopts Limited Liability Partnership (LLP) status.</a:t>
            </a:r>
            <a:endParaRPr lang="en-GB" sz="725" dirty="0" smtClean="0">
              <a:solidFill>
                <a:schemeClr val="bg2"/>
              </a:solidFill>
              <a:latin typeface="腾讯体 W7" panose="020C08030202040F0204" pitchFamily="18" charset="-122"/>
            </a:endParaRPr>
          </a:p>
        </p:txBody>
      </p:sp>
      <p:sp>
        <p:nvSpPr>
          <p:cNvPr id="174" name="Rectangle 173"/>
          <p:cNvSpPr/>
          <p:nvPr/>
        </p:nvSpPr>
        <p:spPr>
          <a:xfrm>
            <a:off x="9133528" y="5254833"/>
            <a:ext cx="1168706" cy="593090"/>
          </a:xfrm>
          <a:prstGeom prst="rect">
            <a:avLst/>
          </a:prstGeom>
        </p:spPr>
        <p:txBody>
          <a:bodyPr wrap="square" lIns="0" tIns="32653" rIns="0" bIns="0">
            <a:spAutoFit/>
          </a:bodyPr>
          <a:lstStyle/>
          <a:p>
            <a:pPr indent="-274320">
              <a:spcAft>
                <a:spcPts val="150"/>
              </a:spcAft>
            </a:pPr>
            <a:r>
              <a:rPr lang="en-GB" sz="725" dirty="0" smtClean="0">
                <a:solidFill>
                  <a:schemeClr val="bg2"/>
                </a:solidFill>
                <a:latin typeface="腾讯体 W7" panose="020C08030202040F0204" pitchFamily="18" charset="-122"/>
              </a:rPr>
              <a:t>Worldwide merger of Price Waterhouse and Coopers &amp; Lybrand to create PricewaterhouseCoopers </a:t>
            </a:r>
            <a:endParaRPr lang="en-GB" sz="725" dirty="0" smtClean="0">
              <a:solidFill>
                <a:schemeClr val="bg2"/>
              </a:solidFill>
              <a:latin typeface="腾讯体 W7" panose="020C08030202040F0204" pitchFamily="18" charset="-122"/>
            </a:endParaRPr>
          </a:p>
        </p:txBody>
      </p:sp>
      <p:sp>
        <p:nvSpPr>
          <p:cNvPr id="202" name="Oval 201"/>
          <p:cNvSpPr/>
          <p:nvPr/>
        </p:nvSpPr>
        <p:spPr bwMode="ltGray">
          <a:xfrm>
            <a:off x="8470183" y="5173200"/>
            <a:ext cx="163265" cy="163265"/>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cxnSp>
        <p:nvCxnSpPr>
          <p:cNvPr id="207" name="Straight Connector 206"/>
          <p:cNvCxnSpPr>
            <a:stCxn id="202" idx="6"/>
          </p:cNvCxnSpPr>
          <p:nvPr/>
        </p:nvCxnSpPr>
        <p:spPr>
          <a:xfrm>
            <a:off x="8633449" y="5254833"/>
            <a:ext cx="1654243"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cxnSp>
        <p:nvCxnSpPr>
          <p:cNvPr id="215" name="Straight Connector 214"/>
          <p:cNvCxnSpPr/>
          <p:nvPr/>
        </p:nvCxnSpPr>
        <p:spPr>
          <a:xfrm>
            <a:off x="6611051" y="5937468"/>
            <a:ext cx="2359212"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220" name="Rectangle 219"/>
          <p:cNvSpPr/>
          <p:nvPr/>
        </p:nvSpPr>
        <p:spPr>
          <a:xfrm>
            <a:off x="6611051" y="3734288"/>
            <a:ext cx="1379038" cy="705485"/>
          </a:xfrm>
          <a:prstGeom prst="rect">
            <a:avLst/>
          </a:prstGeom>
        </p:spPr>
        <p:txBody>
          <a:bodyPr wrap="square" lIns="0" tIns="32653" rIns="0" bIns="0">
            <a:spAutoFit/>
          </a:bodyPr>
          <a:lstStyle/>
          <a:p>
            <a:pPr indent="-274320">
              <a:spcAft>
                <a:spcPts val="150"/>
              </a:spcAft>
            </a:pPr>
            <a:r>
              <a:rPr lang="en-GB" sz="725" dirty="0" smtClean="0">
                <a:solidFill>
                  <a:schemeClr val="bg2"/>
                </a:solidFill>
                <a:latin typeface="腾讯体 W7" panose="020C08030202040F0204" pitchFamily="18" charset="-122"/>
              </a:rPr>
              <a:t>Cooper Brothers &amp; Co (UK), McDonald, Currie and Co (Canada) and Lybrand, Ross Bros &amp; Montgomery (US) merge to form Coopers &amp; Lybrand </a:t>
            </a:r>
            <a:endParaRPr lang="en-GB" sz="725" dirty="0" smtClean="0">
              <a:solidFill>
                <a:schemeClr val="bg2"/>
              </a:solidFill>
              <a:latin typeface="腾讯体 W7" panose="020C08030202040F0204" pitchFamily="18" charset="-122"/>
            </a:endParaRPr>
          </a:p>
        </p:txBody>
      </p:sp>
      <p:cxnSp>
        <p:nvCxnSpPr>
          <p:cNvPr id="225" name="Straight Connector 224"/>
          <p:cNvCxnSpPr>
            <a:endCxn id="141" idx="2"/>
          </p:cNvCxnSpPr>
          <p:nvPr/>
        </p:nvCxnSpPr>
        <p:spPr>
          <a:xfrm>
            <a:off x="6611052" y="3734288"/>
            <a:ext cx="1869142"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228" name="Rectangle 227"/>
          <p:cNvSpPr/>
          <p:nvPr/>
        </p:nvSpPr>
        <p:spPr>
          <a:xfrm>
            <a:off x="6611051" y="3505903"/>
            <a:ext cx="443461" cy="226695"/>
          </a:xfrm>
          <a:prstGeom prst="rect">
            <a:avLst/>
          </a:prstGeom>
        </p:spPr>
        <p:txBody>
          <a:bodyPr wrap="square" lIns="0" tIns="0" rIns="0" bIns="32653">
            <a:spAutoFit/>
          </a:bodyPr>
          <a:lstStyle/>
          <a:p>
            <a:r>
              <a:rPr lang="en-GB" sz="1270" b="1" dirty="0" smtClean="0">
                <a:solidFill>
                  <a:schemeClr val="bg2"/>
                </a:solidFill>
                <a:latin typeface="腾讯体 W7" panose="020C08030202040F0204" pitchFamily="18" charset="-122"/>
              </a:rPr>
              <a:t>1957</a:t>
            </a:r>
            <a:endParaRPr lang="en-GB" sz="1270" dirty="0"/>
          </a:p>
        </p:txBody>
      </p:sp>
      <p:sp>
        <p:nvSpPr>
          <p:cNvPr id="229" name="Rectangle 228"/>
          <p:cNvSpPr/>
          <p:nvPr/>
        </p:nvSpPr>
        <p:spPr>
          <a:xfrm>
            <a:off x="9935840" y="4058828"/>
            <a:ext cx="366395" cy="226695"/>
          </a:xfrm>
          <a:prstGeom prst="rect">
            <a:avLst/>
          </a:prstGeom>
        </p:spPr>
        <p:txBody>
          <a:bodyPr wrap="none" lIns="0" tIns="0" rIns="0" bIns="32653">
            <a:spAutoFit/>
          </a:bodyPr>
          <a:lstStyle/>
          <a:p>
            <a:pPr algn="r"/>
            <a:r>
              <a:rPr lang="en-GB" sz="1270" b="1" dirty="0" smtClean="0">
                <a:solidFill>
                  <a:schemeClr val="bg2"/>
                </a:solidFill>
                <a:latin typeface="腾讯体 W7" panose="020C08030202040F0204" pitchFamily="18" charset="-122"/>
              </a:rPr>
              <a:t>1982</a:t>
            </a:r>
            <a:endParaRPr lang="en-GB" sz="1270" dirty="0"/>
          </a:p>
        </p:txBody>
      </p:sp>
      <p:sp>
        <p:nvSpPr>
          <p:cNvPr id="230" name="Rectangle 229"/>
          <p:cNvSpPr/>
          <p:nvPr/>
        </p:nvSpPr>
        <p:spPr>
          <a:xfrm>
            <a:off x="6611051" y="4586643"/>
            <a:ext cx="443461" cy="226695"/>
          </a:xfrm>
          <a:prstGeom prst="rect">
            <a:avLst/>
          </a:prstGeom>
        </p:spPr>
        <p:txBody>
          <a:bodyPr wrap="square" lIns="0" tIns="0" rIns="0" bIns="32653">
            <a:spAutoFit/>
          </a:bodyPr>
          <a:lstStyle/>
          <a:p>
            <a:r>
              <a:rPr lang="en-GB" sz="1270" b="1" dirty="0" smtClean="0">
                <a:solidFill>
                  <a:schemeClr val="bg2"/>
                </a:solidFill>
                <a:latin typeface="腾讯体 W7" panose="020C08030202040F0204" pitchFamily="18" charset="-122"/>
              </a:rPr>
              <a:t>1990</a:t>
            </a:r>
            <a:endParaRPr lang="en-GB" sz="1270" dirty="0"/>
          </a:p>
        </p:txBody>
      </p:sp>
      <p:sp>
        <p:nvSpPr>
          <p:cNvPr id="231" name="Rectangle 230"/>
          <p:cNvSpPr/>
          <p:nvPr/>
        </p:nvSpPr>
        <p:spPr>
          <a:xfrm>
            <a:off x="9451970" y="5026447"/>
            <a:ext cx="850265" cy="226695"/>
          </a:xfrm>
          <a:prstGeom prst="rect">
            <a:avLst/>
          </a:prstGeom>
        </p:spPr>
        <p:txBody>
          <a:bodyPr wrap="none" lIns="0" tIns="0" rIns="0" bIns="32653">
            <a:spAutoFit/>
          </a:bodyPr>
          <a:lstStyle/>
          <a:p>
            <a:pPr algn="r"/>
            <a:r>
              <a:rPr lang="en-GB" sz="1270" b="1" dirty="0" smtClean="0">
                <a:solidFill>
                  <a:schemeClr val="bg2"/>
                </a:solidFill>
                <a:latin typeface="腾讯体 W7" panose="020C08030202040F0204" pitchFamily="18" charset="-122"/>
              </a:rPr>
              <a:t>1 July 1998</a:t>
            </a:r>
            <a:endParaRPr lang="en-GB" sz="1270" dirty="0"/>
          </a:p>
        </p:txBody>
      </p:sp>
      <p:sp>
        <p:nvSpPr>
          <p:cNvPr id="232" name="Rectangle 231"/>
          <p:cNvSpPr/>
          <p:nvPr/>
        </p:nvSpPr>
        <p:spPr>
          <a:xfrm>
            <a:off x="6611050" y="5709082"/>
            <a:ext cx="1535261" cy="226695"/>
          </a:xfrm>
          <a:prstGeom prst="rect">
            <a:avLst/>
          </a:prstGeom>
        </p:spPr>
        <p:txBody>
          <a:bodyPr wrap="square" lIns="0" tIns="0" rIns="0" bIns="32653">
            <a:spAutoFit/>
          </a:bodyPr>
          <a:lstStyle/>
          <a:p>
            <a:r>
              <a:rPr lang="en-GB" sz="1270" b="1" dirty="0" smtClean="0">
                <a:solidFill>
                  <a:schemeClr val="bg2"/>
                </a:solidFill>
                <a:latin typeface="腾讯体 W7" panose="020C08030202040F0204" pitchFamily="18" charset="-122"/>
              </a:rPr>
              <a:t>1 January 2003 </a:t>
            </a:r>
            <a:endParaRPr lang="en-GB" sz="1270" dirty="0"/>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Timelines</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228" name="Group 227"/>
          <p:cNvGrpSpPr/>
          <p:nvPr/>
        </p:nvGrpSpPr>
        <p:grpSpPr>
          <a:xfrm>
            <a:off x="292735" y="1391920"/>
            <a:ext cx="11221720" cy="4930775"/>
            <a:chOff x="523205" y="2658374"/>
            <a:chExt cx="14094841" cy="5712662"/>
          </a:xfrm>
        </p:grpSpPr>
        <p:cxnSp>
          <p:nvCxnSpPr>
            <p:cNvPr id="69" name="Straight Connector 68"/>
            <p:cNvCxnSpPr>
              <a:endCxn id="179" idx="0"/>
            </p:cNvCxnSpPr>
            <p:nvPr/>
          </p:nvCxnSpPr>
          <p:spPr>
            <a:xfrm>
              <a:off x="9600330" y="3528206"/>
              <a:ext cx="0" cy="2387624"/>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70" name="Rectangle 69"/>
            <p:cNvSpPr/>
            <p:nvPr/>
          </p:nvSpPr>
          <p:spPr>
            <a:xfrm>
              <a:off x="607887" y="2862524"/>
              <a:ext cx="989385" cy="660195"/>
            </a:xfrm>
            <a:prstGeom prst="rect">
              <a:avLst/>
            </a:prstGeom>
            <a:solidFill>
              <a:schemeClr val="accent4"/>
            </a:solidFill>
            <a:ln w="12700">
              <a:noFill/>
            </a:ln>
          </p:spPr>
          <p:txBody>
            <a:bodyPr wrap="square" lIns="32653" rIns="32653" anchor="ctr">
              <a:noAutofit/>
            </a:bodyPr>
            <a:lstStyle/>
            <a:p>
              <a:pPr algn="ctr" fontAlgn="b"/>
              <a:r>
                <a:rPr lang="en-GB" sz="545" dirty="0" err="1" smtClean="0">
                  <a:solidFill>
                    <a:schemeClr val="bg2"/>
                  </a:solidFill>
                  <a:latin typeface="腾讯体 W7" panose="020C08030202040F0204" pitchFamily="18" charset="-122"/>
                </a:rPr>
                <a:t>xxxxxxxxxxxxxxxxxxxxxxxxxxxxxxxxxxxxxxxxxxxxxxxxxxxxxxxxxxxx</a:t>
              </a:r>
              <a:endParaRPr lang="en-GB" sz="545" dirty="0" smtClean="0">
                <a:solidFill>
                  <a:schemeClr val="bg2"/>
                </a:solidFill>
                <a:latin typeface="腾讯体 W7" panose="020C08030202040F0204" pitchFamily="18" charset="-122"/>
              </a:endParaRPr>
            </a:p>
          </p:txBody>
        </p:sp>
        <p:sp>
          <p:nvSpPr>
            <p:cNvPr id="71" name="Rectangle 70"/>
            <p:cNvSpPr/>
            <p:nvPr/>
          </p:nvSpPr>
          <p:spPr>
            <a:xfrm>
              <a:off x="523205" y="2658374"/>
              <a:ext cx="1133401" cy="924149"/>
            </a:xfrm>
            <a:prstGeom prst="rect">
              <a:avLst/>
            </a:prstGeom>
            <a:noFill/>
            <a:ln w="9525">
              <a:solidFill>
                <a:srgbClr val="1450B8"/>
              </a:solidFill>
              <a:prstDash val="sysDash"/>
            </a:ln>
          </p:spPr>
          <p:txBody>
            <a:bodyPr wrap="square" lIns="32653" tIns="16326" rIns="32653" anchor="t">
              <a:noAutofit/>
            </a:bodyPr>
            <a:lstStyle/>
            <a:p>
              <a:pPr fontAlgn="b">
                <a:spcAft>
                  <a:spcPts val="300"/>
                </a:spcAft>
              </a:pPr>
              <a:r>
                <a:rPr lang="nl-NL" sz="545" b="1" dirty="0" smtClean="0">
                  <a:solidFill>
                    <a:srgbClr val="1450B8"/>
                  </a:solidFill>
                  <a:latin typeface="腾讯体 W7" panose="020C08030202040F0204" pitchFamily="18" charset="-122"/>
                </a:rPr>
                <a:t>27/01/2012</a:t>
              </a:r>
              <a:endParaRPr lang="nl-NL" sz="545" b="1" dirty="0" smtClean="0">
                <a:solidFill>
                  <a:srgbClr val="1450B8"/>
                </a:solidFill>
                <a:latin typeface="腾讯体 W7" panose="020C08030202040F0204" pitchFamily="18" charset="-122"/>
              </a:endParaRPr>
            </a:p>
          </p:txBody>
        </p:sp>
        <p:sp>
          <p:nvSpPr>
            <p:cNvPr id="72" name="Rectangle 71"/>
            <p:cNvSpPr/>
            <p:nvPr/>
          </p:nvSpPr>
          <p:spPr>
            <a:xfrm>
              <a:off x="1800959" y="2862524"/>
              <a:ext cx="1044000" cy="719999"/>
            </a:xfrm>
            <a:prstGeom prst="rect">
              <a:avLst/>
            </a:prstGeom>
            <a:solidFill>
              <a:schemeClr val="accent6"/>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xxxxxxxxxxxxxxxxxxxxxxxxxxxxxxxxxxxxxxxxxxxxxxxxxxxxxxxxxxxxxxxxxxxxxxxxxxxxxxxx</a:t>
              </a:r>
              <a:endParaRPr lang="en-GB" sz="545" smtClean="0">
                <a:solidFill>
                  <a:schemeClr val="bg2"/>
                </a:solidFill>
                <a:latin typeface="腾讯体 W7" panose="020C08030202040F0204" pitchFamily="18" charset="-122"/>
              </a:endParaRPr>
            </a:p>
          </p:txBody>
        </p:sp>
        <p:sp>
          <p:nvSpPr>
            <p:cNvPr id="73" name="Rectangle 72"/>
            <p:cNvSpPr/>
            <p:nvPr/>
          </p:nvSpPr>
          <p:spPr>
            <a:xfrm>
              <a:off x="1800958" y="3654612"/>
              <a:ext cx="1044000" cy="540000"/>
            </a:xfrm>
            <a:prstGeom prst="rect">
              <a:avLst/>
            </a:prstGeom>
            <a:solidFill>
              <a:schemeClr val="accent4"/>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a:t>
              </a:r>
              <a:endParaRPr lang="en-GB" sz="545" smtClean="0">
                <a:solidFill>
                  <a:schemeClr val="bg2"/>
                </a:solidFill>
                <a:latin typeface="腾讯体 W7" panose="020C08030202040F0204" pitchFamily="18" charset="-122"/>
              </a:endParaRPr>
            </a:p>
          </p:txBody>
        </p:sp>
        <p:sp>
          <p:nvSpPr>
            <p:cNvPr id="74" name="Rectangle 73"/>
            <p:cNvSpPr/>
            <p:nvPr/>
          </p:nvSpPr>
          <p:spPr>
            <a:xfrm>
              <a:off x="1800958" y="4254426"/>
              <a:ext cx="1044000" cy="720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xxxxxxxxxxxxxxxxxxxxxxxxxxxxxxxxxxxxxxxxxxxxxxxxxxxxxxxxxxxxxxxxxxxxxxxxxxxxxxxx</a:t>
              </a:r>
              <a:endParaRPr lang="en-GB" sz="545" smtClean="0">
                <a:solidFill>
                  <a:schemeClr val="bg2"/>
                </a:solidFill>
                <a:latin typeface="腾讯体 W7" panose="020C08030202040F0204" pitchFamily="18" charset="-122"/>
              </a:endParaRPr>
            </a:p>
          </p:txBody>
        </p:sp>
        <p:sp>
          <p:nvSpPr>
            <p:cNvPr id="75" name="Rectangle 74"/>
            <p:cNvSpPr/>
            <p:nvPr/>
          </p:nvSpPr>
          <p:spPr>
            <a:xfrm>
              <a:off x="2010224" y="6696931"/>
              <a:ext cx="1080000" cy="720000"/>
            </a:xfrm>
            <a:prstGeom prst="rect">
              <a:avLst/>
            </a:prstGeom>
            <a:solidFill>
              <a:schemeClr val="accent6"/>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xxxxxxxxxxxxxxxxxxxxxxxxxxxxxxxxxxxxxxxxxxxxxxxxxxxxxxxxxxxxxxxxxxxx</a:t>
              </a:r>
              <a:endParaRPr lang="en-GB" sz="545" smtClean="0">
                <a:solidFill>
                  <a:schemeClr val="bg2"/>
                </a:solidFill>
                <a:latin typeface="腾讯体 W7" panose="020C08030202040F0204" pitchFamily="18" charset="-122"/>
              </a:endParaRPr>
            </a:p>
          </p:txBody>
        </p:sp>
        <p:sp>
          <p:nvSpPr>
            <p:cNvPr id="76" name="Rectangle 75"/>
            <p:cNvSpPr/>
            <p:nvPr/>
          </p:nvSpPr>
          <p:spPr>
            <a:xfrm>
              <a:off x="3066871" y="2862524"/>
              <a:ext cx="1044000" cy="720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xxxxxxxxxxxxxxxxxxxxxxxxxxxxxxxxxxxxxxxxxxxxxxxxxxxxxxxxxxxxxxxxxxxxxxxxxxxxxxxx</a:t>
              </a:r>
              <a:endParaRPr lang="en-GB" sz="545" smtClean="0">
                <a:solidFill>
                  <a:schemeClr val="bg2"/>
                </a:solidFill>
                <a:latin typeface="腾讯体 W7" panose="020C08030202040F0204" pitchFamily="18" charset="-122"/>
              </a:endParaRPr>
            </a:p>
          </p:txBody>
        </p:sp>
        <p:sp>
          <p:nvSpPr>
            <p:cNvPr id="77" name="Rectangle 76"/>
            <p:cNvSpPr/>
            <p:nvPr/>
          </p:nvSpPr>
          <p:spPr>
            <a:xfrm>
              <a:off x="3066871" y="3654612"/>
              <a:ext cx="1044000" cy="540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a:t>
              </a:r>
              <a:endParaRPr lang="en-GB" sz="545" smtClean="0">
                <a:solidFill>
                  <a:schemeClr val="bg2"/>
                </a:solidFill>
                <a:latin typeface="腾讯体 W7" panose="020C08030202040F0204" pitchFamily="18" charset="-122"/>
              </a:endParaRPr>
            </a:p>
          </p:txBody>
        </p:sp>
        <p:sp>
          <p:nvSpPr>
            <p:cNvPr id="78" name="Rectangle 77"/>
            <p:cNvSpPr/>
            <p:nvPr/>
          </p:nvSpPr>
          <p:spPr>
            <a:xfrm>
              <a:off x="3066872" y="4254426"/>
              <a:ext cx="1044000" cy="612000"/>
            </a:xfrm>
            <a:prstGeom prst="rect">
              <a:avLst/>
            </a:prstGeom>
            <a:solidFill>
              <a:schemeClr val="accent6"/>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xxxxxxxxxxxxxxxxxxxxxxxxxxxxxxxxxxxxxxxxxxxxxxxxxxxxxxxxxxxxxxxx</a:t>
              </a:r>
              <a:endParaRPr lang="en-GB" sz="545" smtClean="0">
                <a:solidFill>
                  <a:schemeClr val="bg2"/>
                </a:solidFill>
                <a:latin typeface="腾讯体 W7" panose="020C08030202040F0204" pitchFamily="18" charset="-122"/>
              </a:endParaRPr>
            </a:p>
          </p:txBody>
        </p:sp>
        <p:sp>
          <p:nvSpPr>
            <p:cNvPr id="79" name="Rectangle 78"/>
            <p:cNvSpPr/>
            <p:nvPr/>
          </p:nvSpPr>
          <p:spPr>
            <a:xfrm>
              <a:off x="3336500" y="6696931"/>
              <a:ext cx="1008000" cy="720000"/>
            </a:xfrm>
            <a:prstGeom prst="rect">
              <a:avLst/>
            </a:prstGeom>
            <a:solidFill>
              <a:schemeClr val="accent5"/>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a:t>
              </a:r>
              <a:endParaRPr lang="en-GB" sz="545" smtClean="0">
                <a:solidFill>
                  <a:schemeClr val="bg2"/>
                </a:solidFill>
                <a:latin typeface="腾讯体 W7" panose="020C08030202040F0204" pitchFamily="18" charset="-122"/>
              </a:endParaRPr>
            </a:p>
          </p:txBody>
        </p:sp>
        <p:sp>
          <p:nvSpPr>
            <p:cNvPr id="80" name="Rectangle 79"/>
            <p:cNvSpPr/>
            <p:nvPr/>
          </p:nvSpPr>
          <p:spPr>
            <a:xfrm>
              <a:off x="4320990" y="2862524"/>
              <a:ext cx="936000" cy="612000"/>
            </a:xfrm>
            <a:prstGeom prst="rect">
              <a:avLst/>
            </a:prstGeom>
            <a:solidFill>
              <a:schemeClr val="accent6"/>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a:t>
              </a:r>
              <a:endParaRPr lang="en-GB" sz="545" smtClean="0">
                <a:solidFill>
                  <a:schemeClr val="bg2"/>
                </a:solidFill>
                <a:latin typeface="腾讯体 W7" panose="020C08030202040F0204" pitchFamily="18" charset="-122"/>
              </a:endParaRPr>
            </a:p>
          </p:txBody>
        </p:sp>
        <p:sp>
          <p:nvSpPr>
            <p:cNvPr id="81" name="Rectangle 80"/>
            <p:cNvSpPr/>
            <p:nvPr/>
          </p:nvSpPr>
          <p:spPr>
            <a:xfrm>
              <a:off x="4608335" y="6696931"/>
              <a:ext cx="972000" cy="936000"/>
            </a:xfrm>
            <a:prstGeom prst="rect">
              <a:avLst/>
            </a:prstGeom>
            <a:solidFill>
              <a:schemeClr val="accent5"/>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xxxxxxxxxxxxxxxxxxxxxxxxxxxxxxxxxxxxxxxxxxxxxxxxxxxxxxxxxxxxxxxxxxxxxxxxxxxxxxxxxxxxxxxxxx</a:t>
              </a:r>
              <a:endParaRPr lang="en-GB" sz="545" smtClean="0">
                <a:solidFill>
                  <a:schemeClr val="bg2"/>
                </a:solidFill>
                <a:latin typeface="腾讯体 W7" panose="020C08030202040F0204" pitchFamily="18" charset="-122"/>
              </a:endParaRPr>
            </a:p>
          </p:txBody>
        </p:sp>
        <p:sp>
          <p:nvSpPr>
            <p:cNvPr id="82" name="Rectangle 81"/>
            <p:cNvSpPr/>
            <p:nvPr/>
          </p:nvSpPr>
          <p:spPr>
            <a:xfrm>
              <a:off x="4608615" y="7687116"/>
              <a:ext cx="972000" cy="504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a:t>
              </a:r>
              <a:endParaRPr lang="en-GB" sz="545" smtClean="0">
                <a:solidFill>
                  <a:schemeClr val="bg2"/>
                </a:solidFill>
                <a:latin typeface="腾讯体 W7" panose="020C08030202040F0204" pitchFamily="18" charset="-122"/>
              </a:endParaRPr>
            </a:p>
          </p:txBody>
        </p:sp>
        <p:sp>
          <p:nvSpPr>
            <p:cNvPr id="83" name="Rectangle 82"/>
            <p:cNvSpPr/>
            <p:nvPr/>
          </p:nvSpPr>
          <p:spPr>
            <a:xfrm>
              <a:off x="5113110" y="3860455"/>
              <a:ext cx="936000" cy="612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a:t>
              </a:r>
              <a:endParaRPr lang="en-GB" sz="545" smtClean="0">
                <a:solidFill>
                  <a:schemeClr val="bg2"/>
                </a:solidFill>
                <a:latin typeface="腾讯体 W7" panose="020C08030202040F0204" pitchFamily="18" charset="-122"/>
              </a:endParaRPr>
            </a:p>
          </p:txBody>
        </p:sp>
        <p:sp>
          <p:nvSpPr>
            <p:cNvPr id="84" name="Rectangle 83"/>
            <p:cNvSpPr/>
            <p:nvPr/>
          </p:nvSpPr>
          <p:spPr>
            <a:xfrm>
              <a:off x="5797493" y="6696931"/>
              <a:ext cx="864000" cy="972000"/>
            </a:xfrm>
            <a:prstGeom prst="rect">
              <a:avLst/>
            </a:prstGeom>
            <a:solidFill>
              <a:srgbClr val="1450B8"/>
            </a:solidFill>
            <a:ln w="12700">
              <a:noFill/>
            </a:ln>
          </p:spPr>
          <p:txBody>
            <a:bodyPr wrap="square" lIns="32653" rIns="32653" anchor="ctr">
              <a:noAutofit/>
            </a:bodyPr>
            <a:lstStyle/>
            <a:p>
              <a:pPr algn="ctr" fontAlgn="b"/>
              <a:r>
                <a:rPr lang="en-GB" sz="545" dirty="0" smtClean="0">
                  <a:solidFill>
                    <a:schemeClr val="bg2"/>
                  </a:solidFill>
                  <a:latin typeface="腾讯体 W7" panose="020C08030202040F0204" pitchFamily="18" charset="-122"/>
                </a:rPr>
                <a:t>xxxxxxxxxxxxxxxxxxxxxxxxxxxxxxxxxxxxxxxxxxxxxxxxxxxxxxxxxxxxxxxxxxxxxxxxxxxxxx</a:t>
              </a:r>
              <a:endParaRPr lang="en-GB" sz="545" dirty="0" smtClean="0">
                <a:solidFill>
                  <a:schemeClr val="bg2"/>
                </a:solidFill>
                <a:latin typeface="腾讯体 W7" panose="020C08030202040F0204" pitchFamily="18" charset="-122"/>
              </a:endParaRPr>
            </a:p>
          </p:txBody>
        </p:sp>
        <p:sp>
          <p:nvSpPr>
            <p:cNvPr id="85" name="Rectangle 84"/>
            <p:cNvSpPr/>
            <p:nvPr/>
          </p:nvSpPr>
          <p:spPr>
            <a:xfrm>
              <a:off x="6269410" y="2862524"/>
              <a:ext cx="864000" cy="828000"/>
            </a:xfrm>
            <a:prstGeom prst="rect">
              <a:avLst/>
            </a:prstGeom>
            <a:solidFill>
              <a:schemeClr val="accent6"/>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xxxxxxxxxxxxxxxxxxxxxxxxxxxxxxxxxxxxxxxxxxxxxxxxxxxxxxxxxxxxxxxxxxxxxxxxxxxxxx</a:t>
              </a:r>
              <a:endParaRPr lang="en-GB" sz="545" smtClean="0">
                <a:solidFill>
                  <a:schemeClr val="bg2"/>
                </a:solidFill>
                <a:latin typeface="腾讯体 W7" panose="020C08030202040F0204" pitchFamily="18" charset="-122"/>
              </a:endParaRPr>
            </a:p>
          </p:txBody>
        </p:sp>
        <p:sp>
          <p:nvSpPr>
            <p:cNvPr id="86" name="Rectangle 85"/>
            <p:cNvSpPr/>
            <p:nvPr/>
          </p:nvSpPr>
          <p:spPr>
            <a:xfrm>
              <a:off x="6269410" y="3762548"/>
              <a:ext cx="864000" cy="684000"/>
            </a:xfrm>
            <a:prstGeom prst="rect">
              <a:avLst/>
            </a:prstGeom>
            <a:solidFill>
              <a:schemeClr val="accent6"/>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a:t>
              </a:r>
              <a:endParaRPr lang="en-GB" sz="545" smtClean="0">
                <a:solidFill>
                  <a:schemeClr val="bg2"/>
                </a:solidFill>
                <a:latin typeface="腾讯体 W7" panose="020C08030202040F0204" pitchFamily="18" charset="-122"/>
              </a:endParaRPr>
            </a:p>
          </p:txBody>
        </p:sp>
        <p:sp>
          <p:nvSpPr>
            <p:cNvPr id="87" name="Rectangle 86"/>
            <p:cNvSpPr/>
            <p:nvPr/>
          </p:nvSpPr>
          <p:spPr>
            <a:xfrm>
              <a:off x="6269281" y="4494503"/>
              <a:ext cx="864000" cy="950468"/>
            </a:xfrm>
            <a:prstGeom prst="rect">
              <a:avLst/>
            </a:prstGeom>
            <a:solidFill>
              <a:schemeClr val="accent3"/>
            </a:solidFill>
            <a:ln w="12700">
              <a:solidFill>
                <a:srgbClr val="1450B8"/>
              </a:solid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xxxxxxxxxxxxxxxxxxxxxxxxxxxxxxxxxxxxxxxxxxxxxxxxxxxxxxxxxxxxxxxxxxxxxxxxxxxxxx</a:t>
              </a:r>
              <a:endParaRPr lang="en-GB" sz="545" smtClean="0">
                <a:solidFill>
                  <a:schemeClr val="bg2"/>
                </a:solidFill>
                <a:latin typeface="腾讯体 W7" panose="020C08030202040F0204" pitchFamily="18" charset="-122"/>
              </a:endParaRPr>
            </a:p>
          </p:txBody>
        </p:sp>
        <p:cxnSp>
          <p:nvCxnSpPr>
            <p:cNvPr id="88" name="Straight Arrow Connector 87"/>
            <p:cNvCxnSpPr/>
            <p:nvPr/>
          </p:nvCxnSpPr>
          <p:spPr>
            <a:xfrm>
              <a:off x="1080542" y="6030875"/>
              <a:ext cx="13537504" cy="0"/>
            </a:xfrm>
            <a:prstGeom prst="straightConnector1">
              <a:avLst/>
            </a:prstGeom>
            <a:ln w="38100">
              <a:solidFill>
                <a:srgbClr val="1450B8"/>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Straight Connector 88"/>
            <p:cNvCxnSpPr>
              <a:stCxn id="71" idx="2"/>
              <a:endCxn id="98" idx="0"/>
            </p:cNvCxnSpPr>
            <p:nvPr/>
          </p:nvCxnSpPr>
          <p:spPr>
            <a:xfrm flipH="1">
              <a:off x="1080542" y="3582523"/>
              <a:ext cx="9364" cy="2333307"/>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cxnSp>
          <p:nvCxnSpPr>
            <p:cNvPr id="90" name="Straight Connector 89"/>
            <p:cNvCxnSpPr>
              <a:stCxn id="94" idx="2"/>
              <a:endCxn id="96" idx="0"/>
            </p:cNvCxnSpPr>
            <p:nvPr/>
          </p:nvCxnSpPr>
          <p:spPr>
            <a:xfrm flipH="1">
              <a:off x="2316370" y="5034374"/>
              <a:ext cx="2644" cy="88145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a:stCxn id="97" idx="4"/>
            </p:cNvCxnSpPr>
            <p:nvPr/>
          </p:nvCxnSpPr>
          <p:spPr>
            <a:xfrm>
              <a:off x="2801921" y="6131830"/>
              <a:ext cx="0" cy="375702"/>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a:endCxn id="100" idx="0"/>
            </p:cNvCxnSpPr>
            <p:nvPr/>
          </p:nvCxnSpPr>
          <p:spPr>
            <a:xfrm>
              <a:off x="3348782" y="4936556"/>
              <a:ext cx="0" cy="979274"/>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93" name="Rectangle 92"/>
            <p:cNvSpPr/>
            <p:nvPr/>
          </p:nvSpPr>
          <p:spPr>
            <a:xfrm>
              <a:off x="1944638" y="6498645"/>
              <a:ext cx="1206000" cy="972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dirty="0" smtClean="0">
                  <a:solidFill>
                    <a:srgbClr val="1450B8"/>
                  </a:solidFill>
                  <a:latin typeface="腾讯体 W7" panose="020C08030202040F0204" pitchFamily="18" charset="-122"/>
                </a:rPr>
                <a:t>10/02/2012</a:t>
              </a:r>
              <a:endParaRPr lang="nl-NL" sz="545" dirty="0" smtClean="0">
                <a:solidFill>
                  <a:srgbClr val="1450B8"/>
                </a:solidFill>
                <a:latin typeface="腾讯体 W7" panose="020C08030202040F0204" pitchFamily="18" charset="-122"/>
              </a:endParaRPr>
            </a:p>
          </p:txBody>
        </p:sp>
        <p:sp>
          <p:nvSpPr>
            <p:cNvPr id="94" name="Rectangle 93"/>
            <p:cNvSpPr/>
            <p:nvPr/>
          </p:nvSpPr>
          <p:spPr>
            <a:xfrm>
              <a:off x="1728614" y="2658374"/>
              <a:ext cx="1180800" cy="2376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dirty="0" smtClean="0">
                  <a:solidFill>
                    <a:srgbClr val="1450B8"/>
                  </a:solidFill>
                  <a:latin typeface="腾讯体 W7" panose="020C08030202040F0204" pitchFamily="18" charset="-122"/>
                </a:rPr>
                <a:t>03/02/2012</a:t>
              </a:r>
              <a:endParaRPr lang="nl-NL" sz="545" dirty="0" smtClean="0">
                <a:solidFill>
                  <a:srgbClr val="1450B8"/>
                </a:solidFill>
                <a:latin typeface="腾讯体 W7" panose="020C08030202040F0204" pitchFamily="18" charset="-122"/>
              </a:endParaRPr>
            </a:p>
          </p:txBody>
        </p:sp>
        <p:sp>
          <p:nvSpPr>
            <p:cNvPr id="95" name="Rectangle 94"/>
            <p:cNvSpPr/>
            <p:nvPr/>
          </p:nvSpPr>
          <p:spPr>
            <a:xfrm>
              <a:off x="3276910" y="6498645"/>
              <a:ext cx="1116000" cy="972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24/02/2012</a:t>
              </a:r>
              <a:endParaRPr lang="nl-NL" sz="545" smtClean="0">
                <a:solidFill>
                  <a:srgbClr val="1450B8"/>
                </a:solidFill>
                <a:latin typeface="腾讯体 W7" panose="020C08030202040F0204" pitchFamily="18" charset="-122"/>
              </a:endParaRPr>
            </a:p>
          </p:txBody>
        </p:sp>
        <p:sp>
          <p:nvSpPr>
            <p:cNvPr id="96" name="Oval 95"/>
            <p:cNvSpPr/>
            <p:nvPr/>
          </p:nvSpPr>
          <p:spPr bwMode="ltGray">
            <a:xfrm>
              <a:off x="2208370"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97" name="Oval 96"/>
            <p:cNvSpPr/>
            <p:nvPr/>
          </p:nvSpPr>
          <p:spPr bwMode="ltGray">
            <a:xfrm>
              <a:off x="2693921"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98" name="Oval 97"/>
            <p:cNvSpPr/>
            <p:nvPr/>
          </p:nvSpPr>
          <p:spPr bwMode="ltGray">
            <a:xfrm>
              <a:off x="972542"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99" name="Rectangle 98"/>
            <p:cNvSpPr/>
            <p:nvPr/>
          </p:nvSpPr>
          <p:spPr>
            <a:xfrm>
              <a:off x="2996086" y="2658374"/>
              <a:ext cx="1180800" cy="2268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17/02/2012</a:t>
              </a:r>
              <a:endParaRPr lang="nl-NL" sz="545" smtClean="0">
                <a:solidFill>
                  <a:srgbClr val="1450B8"/>
                </a:solidFill>
                <a:latin typeface="腾讯体 W7" panose="020C08030202040F0204" pitchFamily="18" charset="-122"/>
              </a:endParaRPr>
            </a:p>
          </p:txBody>
        </p:sp>
        <p:sp>
          <p:nvSpPr>
            <p:cNvPr id="100" name="Oval 99"/>
            <p:cNvSpPr/>
            <p:nvPr/>
          </p:nvSpPr>
          <p:spPr bwMode="ltGray">
            <a:xfrm>
              <a:off x="3240782"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cxnSp>
          <p:nvCxnSpPr>
            <p:cNvPr id="101" name="Straight Connector 100"/>
            <p:cNvCxnSpPr>
              <a:stCxn id="102" idx="4"/>
            </p:cNvCxnSpPr>
            <p:nvPr/>
          </p:nvCxnSpPr>
          <p:spPr>
            <a:xfrm>
              <a:off x="3888973" y="6131830"/>
              <a:ext cx="0" cy="376093"/>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02" name="Oval 101"/>
            <p:cNvSpPr/>
            <p:nvPr/>
          </p:nvSpPr>
          <p:spPr bwMode="ltGray">
            <a:xfrm>
              <a:off x="3780973"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03" name="Rectangle 102"/>
            <p:cNvSpPr/>
            <p:nvPr/>
          </p:nvSpPr>
          <p:spPr>
            <a:xfrm>
              <a:off x="4248894" y="2658374"/>
              <a:ext cx="1080000" cy="8784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02/03/2012</a:t>
              </a:r>
              <a:endParaRPr lang="nl-NL" sz="545" smtClean="0">
                <a:solidFill>
                  <a:srgbClr val="1450B8"/>
                </a:solidFill>
                <a:latin typeface="腾讯体 W7" panose="020C08030202040F0204" pitchFamily="18" charset="-122"/>
              </a:endParaRPr>
            </a:p>
          </p:txBody>
        </p:sp>
        <p:cxnSp>
          <p:nvCxnSpPr>
            <p:cNvPr id="104" name="Straight Connector 103"/>
            <p:cNvCxnSpPr>
              <a:stCxn id="103" idx="2"/>
              <a:endCxn id="105" idx="0"/>
            </p:cNvCxnSpPr>
            <p:nvPr/>
          </p:nvCxnSpPr>
          <p:spPr>
            <a:xfrm>
              <a:off x="4788894" y="3536774"/>
              <a:ext cx="32" cy="237905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05" name="Oval 104"/>
            <p:cNvSpPr/>
            <p:nvPr/>
          </p:nvSpPr>
          <p:spPr bwMode="ltGray">
            <a:xfrm>
              <a:off x="4680926"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06" name="Rectangle 105"/>
            <p:cNvSpPr/>
            <p:nvPr/>
          </p:nvSpPr>
          <p:spPr>
            <a:xfrm>
              <a:off x="4536926" y="6498645"/>
              <a:ext cx="1116000" cy="1758928"/>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09/03/2012</a:t>
              </a:r>
              <a:endParaRPr lang="nl-NL" sz="545" smtClean="0">
                <a:solidFill>
                  <a:srgbClr val="1450B8"/>
                </a:solidFill>
                <a:latin typeface="腾讯体 W7" panose="020C08030202040F0204" pitchFamily="18" charset="-122"/>
              </a:endParaRPr>
            </a:p>
          </p:txBody>
        </p:sp>
        <p:cxnSp>
          <p:nvCxnSpPr>
            <p:cNvPr id="107" name="Straight Connector 106"/>
            <p:cNvCxnSpPr>
              <a:stCxn id="108" idx="4"/>
            </p:cNvCxnSpPr>
            <p:nvPr/>
          </p:nvCxnSpPr>
          <p:spPr>
            <a:xfrm>
              <a:off x="5148982" y="6131830"/>
              <a:ext cx="0" cy="376093"/>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08" name="Oval 107"/>
            <p:cNvSpPr/>
            <p:nvPr/>
          </p:nvSpPr>
          <p:spPr bwMode="ltGray">
            <a:xfrm>
              <a:off x="5040982"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09" name="Rectangle 108"/>
            <p:cNvSpPr/>
            <p:nvPr/>
          </p:nvSpPr>
          <p:spPr>
            <a:xfrm>
              <a:off x="5041102" y="3654612"/>
              <a:ext cx="1080000" cy="8784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23/03/2012</a:t>
              </a:r>
              <a:endParaRPr lang="nl-NL" sz="545" smtClean="0">
                <a:solidFill>
                  <a:srgbClr val="1450B8"/>
                </a:solidFill>
                <a:latin typeface="腾讯体 W7" panose="020C08030202040F0204" pitchFamily="18" charset="-122"/>
              </a:endParaRPr>
            </a:p>
          </p:txBody>
        </p:sp>
        <p:cxnSp>
          <p:nvCxnSpPr>
            <p:cNvPr id="110" name="Straight Connector 109"/>
            <p:cNvCxnSpPr>
              <a:endCxn id="111" idx="0"/>
            </p:cNvCxnSpPr>
            <p:nvPr/>
          </p:nvCxnSpPr>
          <p:spPr>
            <a:xfrm>
              <a:off x="5940974" y="4536748"/>
              <a:ext cx="0" cy="1379082"/>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11" name="Oval 110"/>
            <p:cNvSpPr/>
            <p:nvPr/>
          </p:nvSpPr>
          <p:spPr bwMode="ltGray">
            <a:xfrm>
              <a:off x="5832974"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12" name="Rectangle 111"/>
            <p:cNvSpPr/>
            <p:nvPr/>
          </p:nvSpPr>
          <p:spPr>
            <a:xfrm>
              <a:off x="5724934" y="6498645"/>
              <a:ext cx="1001491" cy="1224147"/>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30/03/2012</a:t>
              </a:r>
              <a:endParaRPr lang="nl-NL" sz="545" smtClean="0">
                <a:solidFill>
                  <a:srgbClr val="1450B8"/>
                </a:solidFill>
                <a:latin typeface="腾讯体 W7" panose="020C08030202040F0204" pitchFamily="18" charset="-122"/>
              </a:endParaRPr>
            </a:p>
          </p:txBody>
        </p:sp>
        <p:cxnSp>
          <p:nvCxnSpPr>
            <p:cNvPr id="113" name="Straight Connector 112"/>
            <p:cNvCxnSpPr>
              <a:stCxn id="114" idx="4"/>
            </p:cNvCxnSpPr>
            <p:nvPr/>
          </p:nvCxnSpPr>
          <p:spPr>
            <a:xfrm>
              <a:off x="6301014" y="6131830"/>
              <a:ext cx="0" cy="388957"/>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14" name="Oval 113"/>
            <p:cNvSpPr/>
            <p:nvPr/>
          </p:nvSpPr>
          <p:spPr bwMode="ltGray">
            <a:xfrm>
              <a:off x="6193014"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15" name="Rectangle 114"/>
            <p:cNvSpPr/>
            <p:nvPr/>
          </p:nvSpPr>
          <p:spPr>
            <a:xfrm>
              <a:off x="6193110" y="2658374"/>
              <a:ext cx="1008000" cy="2844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05/04/2012</a:t>
              </a:r>
              <a:endParaRPr lang="nl-NL" sz="545" smtClean="0">
                <a:solidFill>
                  <a:srgbClr val="1450B8"/>
                </a:solidFill>
                <a:latin typeface="腾讯体 W7" panose="020C08030202040F0204" pitchFamily="18" charset="-122"/>
              </a:endParaRPr>
            </a:p>
          </p:txBody>
        </p:sp>
        <p:sp>
          <p:nvSpPr>
            <p:cNvPr id="116" name="Rectangle 115"/>
            <p:cNvSpPr/>
            <p:nvPr/>
          </p:nvSpPr>
          <p:spPr>
            <a:xfrm>
              <a:off x="6817576" y="6498645"/>
              <a:ext cx="1080000" cy="1853932"/>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13/04/2012</a:t>
              </a:r>
              <a:endParaRPr lang="nl-NL" sz="545" smtClean="0">
                <a:solidFill>
                  <a:srgbClr val="1450B8"/>
                </a:solidFill>
                <a:latin typeface="腾讯体 W7" panose="020C08030202040F0204" pitchFamily="18" charset="-122"/>
              </a:endParaRPr>
            </a:p>
          </p:txBody>
        </p:sp>
        <p:sp>
          <p:nvSpPr>
            <p:cNvPr id="117" name="Rectangle 116"/>
            <p:cNvSpPr/>
            <p:nvPr/>
          </p:nvSpPr>
          <p:spPr>
            <a:xfrm>
              <a:off x="7273230" y="2658374"/>
              <a:ext cx="2124000" cy="2618263"/>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17/04/2012</a:t>
              </a:r>
              <a:endParaRPr lang="nl-NL" sz="545" smtClean="0">
                <a:solidFill>
                  <a:srgbClr val="1450B8"/>
                </a:solidFill>
                <a:latin typeface="腾讯体 W7" panose="020C08030202040F0204" pitchFamily="18" charset="-122"/>
              </a:endParaRPr>
            </a:p>
          </p:txBody>
        </p:sp>
        <p:sp>
          <p:nvSpPr>
            <p:cNvPr id="118" name="Rectangle 117"/>
            <p:cNvSpPr/>
            <p:nvPr/>
          </p:nvSpPr>
          <p:spPr>
            <a:xfrm>
              <a:off x="7981579" y="6498645"/>
              <a:ext cx="1080000" cy="1440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20/04/2012</a:t>
              </a:r>
              <a:endParaRPr lang="nl-NL" sz="545" smtClean="0">
                <a:solidFill>
                  <a:srgbClr val="1450B8"/>
                </a:solidFill>
                <a:latin typeface="腾讯体 W7" panose="020C08030202040F0204" pitchFamily="18" charset="-122"/>
              </a:endParaRPr>
            </a:p>
          </p:txBody>
        </p:sp>
        <p:sp>
          <p:nvSpPr>
            <p:cNvPr id="119" name="Rectangle 118"/>
            <p:cNvSpPr/>
            <p:nvPr/>
          </p:nvSpPr>
          <p:spPr>
            <a:xfrm>
              <a:off x="9541366" y="2658374"/>
              <a:ext cx="1116000" cy="864344"/>
            </a:xfrm>
            <a:prstGeom prst="rect">
              <a:avLst/>
            </a:prstGeom>
            <a:solidFill>
              <a:schemeClr val="bg2"/>
            </a:solid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02/05/2012</a:t>
              </a:r>
              <a:endParaRPr lang="nl-NL" sz="545" smtClean="0">
                <a:solidFill>
                  <a:srgbClr val="1450B8"/>
                </a:solidFill>
                <a:latin typeface="腾讯体 W7" panose="020C08030202040F0204" pitchFamily="18" charset="-122"/>
              </a:endParaRPr>
            </a:p>
          </p:txBody>
        </p:sp>
        <p:sp>
          <p:nvSpPr>
            <p:cNvPr id="120" name="Rectangle 119"/>
            <p:cNvSpPr/>
            <p:nvPr/>
          </p:nvSpPr>
          <p:spPr>
            <a:xfrm>
              <a:off x="9685382" y="3630862"/>
              <a:ext cx="978704" cy="1116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04/05/2012</a:t>
              </a:r>
              <a:endParaRPr lang="nl-NL" sz="545" smtClean="0">
                <a:solidFill>
                  <a:srgbClr val="1450B8"/>
                </a:solidFill>
                <a:latin typeface="腾讯体 W7" panose="020C08030202040F0204" pitchFamily="18" charset="-122"/>
              </a:endParaRPr>
            </a:p>
          </p:txBody>
        </p:sp>
        <p:sp>
          <p:nvSpPr>
            <p:cNvPr id="121" name="Rectangle 120"/>
            <p:cNvSpPr/>
            <p:nvPr/>
          </p:nvSpPr>
          <p:spPr>
            <a:xfrm>
              <a:off x="9145438" y="6498645"/>
              <a:ext cx="1044000" cy="864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08/05/2012</a:t>
              </a:r>
              <a:endParaRPr lang="nl-NL" sz="545" smtClean="0">
                <a:solidFill>
                  <a:srgbClr val="1450B8"/>
                </a:solidFill>
                <a:latin typeface="腾讯体 W7" panose="020C08030202040F0204" pitchFamily="18" charset="-122"/>
              </a:endParaRPr>
            </a:p>
          </p:txBody>
        </p:sp>
        <p:sp>
          <p:nvSpPr>
            <p:cNvPr id="122" name="Rectangle 121"/>
            <p:cNvSpPr/>
            <p:nvPr/>
          </p:nvSpPr>
          <p:spPr>
            <a:xfrm>
              <a:off x="9361470" y="7471036"/>
              <a:ext cx="1116000" cy="900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09/05/2012</a:t>
              </a:r>
              <a:endParaRPr lang="nl-NL" sz="545" smtClean="0">
                <a:solidFill>
                  <a:srgbClr val="1450B8"/>
                </a:solidFill>
                <a:latin typeface="腾讯体 W7" panose="020C08030202040F0204" pitchFamily="18" charset="-122"/>
              </a:endParaRPr>
            </a:p>
          </p:txBody>
        </p:sp>
        <p:sp>
          <p:nvSpPr>
            <p:cNvPr id="123" name="Rectangle 122"/>
            <p:cNvSpPr/>
            <p:nvPr/>
          </p:nvSpPr>
          <p:spPr>
            <a:xfrm>
              <a:off x="10585597" y="7722757"/>
              <a:ext cx="1068029" cy="648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10/05/2012</a:t>
              </a:r>
              <a:endParaRPr lang="nl-NL" sz="545" smtClean="0">
                <a:solidFill>
                  <a:srgbClr val="1450B8"/>
                </a:solidFill>
                <a:latin typeface="腾讯体 W7" panose="020C08030202040F0204" pitchFamily="18" charset="-122"/>
              </a:endParaRPr>
            </a:p>
          </p:txBody>
        </p:sp>
        <p:sp>
          <p:nvSpPr>
            <p:cNvPr id="124" name="Rectangle 123"/>
            <p:cNvSpPr/>
            <p:nvPr/>
          </p:nvSpPr>
          <p:spPr>
            <a:xfrm>
              <a:off x="10765502" y="2658374"/>
              <a:ext cx="900000" cy="67258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14/05/2012</a:t>
              </a:r>
              <a:endParaRPr lang="nl-NL" sz="545" smtClean="0">
                <a:solidFill>
                  <a:srgbClr val="1450B8"/>
                </a:solidFill>
                <a:latin typeface="腾讯体 W7" panose="020C08030202040F0204" pitchFamily="18" charset="-122"/>
              </a:endParaRPr>
            </a:p>
          </p:txBody>
        </p:sp>
        <p:sp>
          <p:nvSpPr>
            <p:cNvPr id="125" name="Rectangle 124"/>
            <p:cNvSpPr/>
            <p:nvPr/>
          </p:nvSpPr>
          <p:spPr>
            <a:xfrm>
              <a:off x="10753627" y="6498645"/>
              <a:ext cx="900000" cy="972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18/05/2012</a:t>
              </a:r>
              <a:endParaRPr lang="nl-NL" sz="545" smtClean="0">
                <a:solidFill>
                  <a:srgbClr val="1450B8"/>
                </a:solidFill>
                <a:latin typeface="腾讯体 W7" panose="020C08030202040F0204" pitchFamily="18" charset="-122"/>
              </a:endParaRPr>
            </a:p>
          </p:txBody>
        </p:sp>
        <p:sp>
          <p:nvSpPr>
            <p:cNvPr id="126" name="Rectangle 125"/>
            <p:cNvSpPr/>
            <p:nvPr/>
          </p:nvSpPr>
          <p:spPr>
            <a:xfrm>
              <a:off x="11233670" y="3618724"/>
              <a:ext cx="864000" cy="1008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25/05/2012</a:t>
              </a:r>
              <a:endParaRPr lang="nl-NL" sz="545" smtClean="0">
                <a:solidFill>
                  <a:srgbClr val="1450B8"/>
                </a:solidFill>
                <a:latin typeface="腾讯体 W7" panose="020C08030202040F0204" pitchFamily="18" charset="-122"/>
              </a:endParaRPr>
            </a:p>
          </p:txBody>
        </p:sp>
        <p:sp>
          <p:nvSpPr>
            <p:cNvPr id="127" name="Rectangle 126"/>
            <p:cNvSpPr/>
            <p:nvPr/>
          </p:nvSpPr>
          <p:spPr>
            <a:xfrm>
              <a:off x="11857705" y="6498645"/>
              <a:ext cx="828000" cy="792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01/06/2012</a:t>
              </a:r>
              <a:endParaRPr lang="nl-NL" sz="545" smtClean="0">
                <a:solidFill>
                  <a:srgbClr val="1450B8"/>
                </a:solidFill>
                <a:latin typeface="腾讯体 W7" panose="020C08030202040F0204" pitchFamily="18" charset="-122"/>
              </a:endParaRPr>
            </a:p>
          </p:txBody>
        </p:sp>
        <p:cxnSp>
          <p:nvCxnSpPr>
            <p:cNvPr id="128" name="Straight Connector 127"/>
            <p:cNvCxnSpPr>
              <a:stCxn id="115" idx="2"/>
              <a:endCxn id="129" idx="0"/>
            </p:cNvCxnSpPr>
            <p:nvPr/>
          </p:nvCxnSpPr>
          <p:spPr>
            <a:xfrm flipH="1">
              <a:off x="6689591" y="5502374"/>
              <a:ext cx="0" cy="41345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29" name="Oval 128"/>
            <p:cNvSpPr/>
            <p:nvPr/>
          </p:nvSpPr>
          <p:spPr bwMode="ltGray">
            <a:xfrm>
              <a:off x="6581591"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30" name="Rectangle 129"/>
            <p:cNvSpPr/>
            <p:nvPr/>
          </p:nvSpPr>
          <p:spPr>
            <a:xfrm>
              <a:off x="6877438" y="6696931"/>
              <a:ext cx="972000" cy="972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xxxxxxxxxxxxxxxxxxxxxxxxxxxxxxxxxxxxxxxxxxxxxxxxxxxxxxxxxxxxxxxxxxxxxxxxxxxxxxxxxxxxxxxxxx</a:t>
              </a:r>
              <a:endParaRPr lang="en-GB" sz="545" smtClean="0">
                <a:solidFill>
                  <a:schemeClr val="bg2"/>
                </a:solidFill>
                <a:latin typeface="腾讯体 W7" panose="020C08030202040F0204" pitchFamily="18" charset="-122"/>
              </a:endParaRPr>
            </a:p>
          </p:txBody>
        </p:sp>
        <p:cxnSp>
          <p:nvCxnSpPr>
            <p:cNvPr id="131" name="Straight Connector 130"/>
            <p:cNvCxnSpPr>
              <a:stCxn id="154" idx="4"/>
            </p:cNvCxnSpPr>
            <p:nvPr/>
          </p:nvCxnSpPr>
          <p:spPr>
            <a:xfrm>
              <a:off x="7332541" y="6131830"/>
              <a:ext cx="0" cy="38856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54" name="Oval 153"/>
            <p:cNvSpPr/>
            <p:nvPr/>
          </p:nvSpPr>
          <p:spPr bwMode="ltGray">
            <a:xfrm>
              <a:off x="7224541"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cxnSp>
          <p:nvCxnSpPr>
            <p:cNvPr id="155" name="Straight Connector 154"/>
            <p:cNvCxnSpPr>
              <a:endCxn id="156" idx="0"/>
            </p:cNvCxnSpPr>
            <p:nvPr/>
          </p:nvCxnSpPr>
          <p:spPr>
            <a:xfrm>
              <a:off x="7849438" y="5285754"/>
              <a:ext cx="0" cy="63007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56" name="Oval 155"/>
            <p:cNvSpPr/>
            <p:nvPr/>
          </p:nvSpPr>
          <p:spPr bwMode="ltGray">
            <a:xfrm>
              <a:off x="7753209"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57" name="Rectangle 156"/>
            <p:cNvSpPr/>
            <p:nvPr/>
          </p:nvSpPr>
          <p:spPr>
            <a:xfrm>
              <a:off x="6877438" y="7722685"/>
              <a:ext cx="972000" cy="576000"/>
            </a:xfrm>
            <a:prstGeom prst="rect">
              <a:avLst/>
            </a:prstGeom>
            <a:solidFill>
              <a:schemeClr val="accent6"/>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a:t>
              </a:r>
              <a:endParaRPr lang="en-GB" sz="545" smtClean="0">
                <a:solidFill>
                  <a:schemeClr val="bg2"/>
                </a:solidFill>
                <a:latin typeface="腾讯体 W7" panose="020C08030202040F0204" pitchFamily="18" charset="-122"/>
              </a:endParaRPr>
            </a:p>
          </p:txBody>
        </p:sp>
        <p:sp>
          <p:nvSpPr>
            <p:cNvPr id="165" name="Rectangle 164"/>
            <p:cNvSpPr/>
            <p:nvPr/>
          </p:nvSpPr>
          <p:spPr>
            <a:xfrm>
              <a:off x="7339656" y="2862524"/>
              <a:ext cx="972000" cy="612000"/>
            </a:xfrm>
            <a:prstGeom prst="rect">
              <a:avLst/>
            </a:prstGeom>
            <a:solidFill>
              <a:schemeClr val="accent5"/>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a:t>
              </a:r>
              <a:endParaRPr lang="en-GB" sz="545" smtClean="0">
                <a:solidFill>
                  <a:schemeClr val="bg2"/>
                </a:solidFill>
                <a:latin typeface="腾讯体 W7" panose="020C08030202040F0204" pitchFamily="18" charset="-122"/>
              </a:endParaRPr>
            </a:p>
          </p:txBody>
        </p:sp>
        <p:sp>
          <p:nvSpPr>
            <p:cNvPr id="166" name="Rectangle 165"/>
            <p:cNvSpPr/>
            <p:nvPr/>
          </p:nvSpPr>
          <p:spPr>
            <a:xfrm>
              <a:off x="7339656" y="3522918"/>
              <a:ext cx="972000" cy="612000"/>
            </a:xfrm>
            <a:prstGeom prst="rect">
              <a:avLst/>
            </a:prstGeom>
            <a:solidFill>
              <a:schemeClr val="accent5"/>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a:t>
              </a:r>
              <a:endParaRPr lang="en-GB" sz="545" smtClean="0">
                <a:solidFill>
                  <a:schemeClr val="bg2"/>
                </a:solidFill>
                <a:latin typeface="腾讯体 W7" panose="020C08030202040F0204" pitchFamily="18" charset="-122"/>
              </a:endParaRPr>
            </a:p>
          </p:txBody>
        </p:sp>
        <p:sp>
          <p:nvSpPr>
            <p:cNvPr id="167" name="Rectangle 166"/>
            <p:cNvSpPr/>
            <p:nvPr/>
          </p:nvSpPr>
          <p:spPr>
            <a:xfrm>
              <a:off x="7339656" y="4171437"/>
              <a:ext cx="972000" cy="612000"/>
            </a:xfrm>
            <a:prstGeom prst="rect">
              <a:avLst/>
            </a:prstGeom>
            <a:solidFill>
              <a:schemeClr val="accent5"/>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a:t>
              </a:r>
              <a:endParaRPr lang="en-GB" sz="545" smtClean="0">
                <a:solidFill>
                  <a:schemeClr val="bg2"/>
                </a:solidFill>
                <a:latin typeface="腾讯体 W7" panose="020C08030202040F0204" pitchFamily="18" charset="-122"/>
              </a:endParaRPr>
            </a:p>
          </p:txBody>
        </p:sp>
        <p:sp>
          <p:nvSpPr>
            <p:cNvPr id="168" name="Rectangle 167"/>
            <p:cNvSpPr/>
            <p:nvPr/>
          </p:nvSpPr>
          <p:spPr>
            <a:xfrm>
              <a:off x="7339656" y="4830913"/>
              <a:ext cx="972000" cy="396000"/>
            </a:xfrm>
            <a:prstGeom prst="rect">
              <a:avLst/>
            </a:prstGeom>
            <a:solidFill>
              <a:srgbClr val="1450B8"/>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a:t>
              </a:r>
              <a:endParaRPr lang="en-GB" sz="545" smtClean="0">
                <a:solidFill>
                  <a:schemeClr val="bg2"/>
                </a:solidFill>
                <a:latin typeface="腾讯体 W7" panose="020C08030202040F0204" pitchFamily="18" charset="-122"/>
              </a:endParaRPr>
            </a:p>
          </p:txBody>
        </p:sp>
        <p:sp>
          <p:nvSpPr>
            <p:cNvPr id="169" name="Rectangle 168"/>
            <p:cNvSpPr/>
            <p:nvPr/>
          </p:nvSpPr>
          <p:spPr>
            <a:xfrm>
              <a:off x="8359643" y="2862524"/>
              <a:ext cx="972000" cy="612000"/>
            </a:xfrm>
            <a:prstGeom prst="rect">
              <a:avLst/>
            </a:prstGeom>
            <a:solidFill>
              <a:schemeClr val="accent4"/>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a:t>
              </a:r>
              <a:endParaRPr lang="en-GB" sz="545" smtClean="0">
                <a:solidFill>
                  <a:schemeClr val="bg2"/>
                </a:solidFill>
                <a:latin typeface="腾讯体 W7" panose="020C08030202040F0204" pitchFamily="18" charset="-122"/>
              </a:endParaRPr>
            </a:p>
          </p:txBody>
        </p:sp>
        <p:sp>
          <p:nvSpPr>
            <p:cNvPr id="170" name="Rectangle 169"/>
            <p:cNvSpPr/>
            <p:nvPr/>
          </p:nvSpPr>
          <p:spPr>
            <a:xfrm>
              <a:off x="8359643" y="3527157"/>
              <a:ext cx="972000" cy="971585"/>
            </a:xfrm>
            <a:prstGeom prst="rect">
              <a:avLst/>
            </a:prstGeom>
            <a:solidFill>
              <a:schemeClr val="accent5"/>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xxxxxxxxxxxxxxxxxxxxxxxxxxxxxxxxxxxxxxxxxxxxxxxxxxxxxxxxxxxxxxxxxxxxxxxxxxxxxxxxxxxxxxxxxx</a:t>
              </a:r>
              <a:endParaRPr lang="en-GB" sz="545" smtClean="0">
                <a:solidFill>
                  <a:schemeClr val="bg2"/>
                </a:solidFill>
                <a:latin typeface="腾讯体 W7" panose="020C08030202040F0204" pitchFamily="18" charset="-122"/>
              </a:endParaRPr>
            </a:p>
          </p:txBody>
        </p:sp>
        <p:sp>
          <p:nvSpPr>
            <p:cNvPr id="171" name="Rectangle 170"/>
            <p:cNvSpPr/>
            <p:nvPr/>
          </p:nvSpPr>
          <p:spPr>
            <a:xfrm>
              <a:off x="8359643" y="4536748"/>
              <a:ext cx="972000" cy="342000"/>
            </a:xfrm>
            <a:prstGeom prst="rect">
              <a:avLst/>
            </a:prstGeom>
            <a:solidFill>
              <a:schemeClr val="accent6"/>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a:t>
              </a:r>
              <a:endParaRPr lang="en-GB" sz="545" smtClean="0">
                <a:solidFill>
                  <a:schemeClr val="bg2"/>
                </a:solidFill>
                <a:latin typeface="腾讯体 W7" panose="020C08030202040F0204" pitchFamily="18" charset="-122"/>
              </a:endParaRPr>
            </a:p>
          </p:txBody>
        </p:sp>
        <p:sp>
          <p:nvSpPr>
            <p:cNvPr id="172" name="Rectangle 171"/>
            <p:cNvSpPr/>
            <p:nvPr/>
          </p:nvSpPr>
          <p:spPr>
            <a:xfrm>
              <a:off x="8053691" y="6696931"/>
              <a:ext cx="936000" cy="720000"/>
            </a:xfrm>
            <a:prstGeom prst="rect">
              <a:avLst/>
            </a:prstGeom>
            <a:solidFill>
              <a:schemeClr val="accent6"/>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xxxxxxxxxxxxxxxxxxxxxxxxxxxxxxxxxxxxxxxxxxxxxxxxxxxxxxxxxxxxxxxxxxxxxx</a:t>
              </a:r>
              <a:endParaRPr lang="en-GB" sz="545" smtClean="0">
                <a:solidFill>
                  <a:schemeClr val="bg2"/>
                </a:solidFill>
                <a:latin typeface="腾讯体 W7" panose="020C08030202040F0204" pitchFamily="18" charset="-122"/>
              </a:endParaRPr>
            </a:p>
          </p:txBody>
        </p:sp>
        <p:sp>
          <p:nvSpPr>
            <p:cNvPr id="173" name="Rectangle 172"/>
            <p:cNvSpPr/>
            <p:nvPr/>
          </p:nvSpPr>
          <p:spPr>
            <a:xfrm>
              <a:off x="8053691" y="7480070"/>
              <a:ext cx="936000" cy="396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a:t>
              </a:r>
              <a:endParaRPr lang="en-GB" sz="545" smtClean="0">
                <a:solidFill>
                  <a:schemeClr val="bg2"/>
                </a:solidFill>
                <a:latin typeface="腾讯体 W7" panose="020C08030202040F0204" pitchFamily="18" charset="-122"/>
              </a:endParaRPr>
            </a:p>
          </p:txBody>
        </p:sp>
        <p:cxnSp>
          <p:nvCxnSpPr>
            <p:cNvPr id="175" name="Straight Connector 174"/>
            <p:cNvCxnSpPr>
              <a:stCxn id="176" idx="4"/>
            </p:cNvCxnSpPr>
            <p:nvPr/>
          </p:nvCxnSpPr>
          <p:spPr>
            <a:xfrm>
              <a:off x="8305507" y="6131830"/>
              <a:ext cx="0" cy="375702"/>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76" name="Oval 175"/>
            <p:cNvSpPr/>
            <p:nvPr/>
          </p:nvSpPr>
          <p:spPr bwMode="ltGray">
            <a:xfrm>
              <a:off x="8197507"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77" name="Rectangle 176"/>
            <p:cNvSpPr/>
            <p:nvPr/>
          </p:nvSpPr>
          <p:spPr>
            <a:xfrm>
              <a:off x="9611830" y="2862524"/>
              <a:ext cx="972000" cy="612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a:t>
              </a:r>
              <a:endParaRPr lang="en-GB" sz="545" smtClean="0">
                <a:solidFill>
                  <a:schemeClr val="bg2"/>
                </a:solidFill>
                <a:latin typeface="腾讯体 W7" panose="020C08030202040F0204" pitchFamily="18" charset="-122"/>
              </a:endParaRPr>
            </a:p>
          </p:txBody>
        </p:sp>
        <p:sp>
          <p:nvSpPr>
            <p:cNvPr id="178" name="Rectangle 177"/>
            <p:cNvSpPr/>
            <p:nvPr/>
          </p:nvSpPr>
          <p:spPr>
            <a:xfrm>
              <a:off x="9755830" y="3846886"/>
              <a:ext cx="828000" cy="828024"/>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a:t>
              </a:r>
              <a:endParaRPr lang="en-GB" sz="545" smtClean="0">
                <a:solidFill>
                  <a:schemeClr val="bg2"/>
                </a:solidFill>
                <a:latin typeface="腾讯体 W7" panose="020C08030202040F0204" pitchFamily="18" charset="-122"/>
              </a:endParaRPr>
            </a:p>
          </p:txBody>
        </p:sp>
        <p:sp>
          <p:nvSpPr>
            <p:cNvPr id="179" name="Oval 178"/>
            <p:cNvSpPr/>
            <p:nvPr/>
          </p:nvSpPr>
          <p:spPr bwMode="ltGray">
            <a:xfrm>
              <a:off x="9492330"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cxnSp>
          <p:nvCxnSpPr>
            <p:cNvPr id="180" name="Straight Connector 179"/>
            <p:cNvCxnSpPr>
              <a:stCxn id="120" idx="2"/>
              <a:endCxn id="181" idx="0"/>
            </p:cNvCxnSpPr>
            <p:nvPr/>
          </p:nvCxnSpPr>
          <p:spPr>
            <a:xfrm flipH="1">
              <a:off x="9865414" y="4746862"/>
              <a:ext cx="0" cy="1168968"/>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81" name="Oval 180"/>
            <p:cNvSpPr/>
            <p:nvPr/>
          </p:nvSpPr>
          <p:spPr bwMode="ltGray">
            <a:xfrm>
              <a:off x="9757414"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82" name="Oval 181"/>
            <p:cNvSpPr/>
            <p:nvPr/>
          </p:nvSpPr>
          <p:spPr bwMode="ltGray">
            <a:xfrm>
              <a:off x="10021672"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83" name="Oval 182"/>
            <p:cNvSpPr/>
            <p:nvPr/>
          </p:nvSpPr>
          <p:spPr bwMode="ltGray">
            <a:xfrm>
              <a:off x="10274881"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84" name="Oval 183"/>
            <p:cNvSpPr/>
            <p:nvPr/>
          </p:nvSpPr>
          <p:spPr bwMode="ltGray">
            <a:xfrm>
              <a:off x="10539139"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85" name="Oval 184"/>
            <p:cNvSpPr/>
            <p:nvPr/>
          </p:nvSpPr>
          <p:spPr bwMode="ltGray">
            <a:xfrm>
              <a:off x="10909518"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86" name="Oval 185"/>
            <p:cNvSpPr/>
            <p:nvPr/>
          </p:nvSpPr>
          <p:spPr bwMode="ltGray">
            <a:xfrm>
              <a:off x="11305678"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187" name="Oval 186"/>
            <p:cNvSpPr/>
            <p:nvPr/>
          </p:nvSpPr>
          <p:spPr bwMode="ltGray">
            <a:xfrm>
              <a:off x="11665742"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cxnSp>
          <p:nvCxnSpPr>
            <p:cNvPr id="188" name="Straight Connector 187"/>
            <p:cNvCxnSpPr>
              <a:stCxn id="182" idx="4"/>
            </p:cNvCxnSpPr>
            <p:nvPr/>
          </p:nvCxnSpPr>
          <p:spPr>
            <a:xfrm>
              <a:off x="10129672" y="6131830"/>
              <a:ext cx="0" cy="388957"/>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89" name="Rectangle 188"/>
            <p:cNvSpPr/>
            <p:nvPr/>
          </p:nvSpPr>
          <p:spPr>
            <a:xfrm>
              <a:off x="9197830" y="6696931"/>
              <a:ext cx="936000" cy="612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a:t>
              </a:r>
              <a:endParaRPr lang="en-GB" sz="545" smtClean="0">
                <a:solidFill>
                  <a:schemeClr val="bg2"/>
                </a:solidFill>
                <a:latin typeface="腾讯体 W7" panose="020C08030202040F0204" pitchFamily="18" charset="-122"/>
              </a:endParaRPr>
            </a:p>
          </p:txBody>
        </p:sp>
        <p:sp>
          <p:nvSpPr>
            <p:cNvPr id="190" name="Rectangle 189"/>
            <p:cNvSpPr/>
            <p:nvPr/>
          </p:nvSpPr>
          <p:spPr>
            <a:xfrm>
              <a:off x="9433462" y="7687020"/>
              <a:ext cx="972000" cy="612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a:t>
              </a:r>
              <a:endParaRPr lang="en-GB" sz="545" smtClean="0">
                <a:solidFill>
                  <a:schemeClr val="bg2"/>
                </a:solidFill>
                <a:latin typeface="腾讯体 W7" panose="020C08030202040F0204" pitchFamily="18" charset="-122"/>
              </a:endParaRPr>
            </a:p>
          </p:txBody>
        </p:sp>
        <p:sp>
          <p:nvSpPr>
            <p:cNvPr id="191" name="Rectangle 190"/>
            <p:cNvSpPr/>
            <p:nvPr/>
          </p:nvSpPr>
          <p:spPr>
            <a:xfrm>
              <a:off x="10656304" y="7938781"/>
              <a:ext cx="931375" cy="360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a:t>
              </a:r>
              <a:endParaRPr lang="en-GB" sz="545" smtClean="0">
                <a:solidFill>
                  <a:schemeClr val="bg2"/>
                </a:solidFill>
                <a:latin typeface="腾讯体 W7" panose="020C08030202040F0204" pitchFamily="18" charset="-122"/>
              </a:endParaRPr>
            </a:p>
          </p:txBody>
        </p:sp>
        <p:cxnSp>
          <p:nvCxnSpPr>
            <p:cNvPr id="192" name="Straight Connector 191"/>
            <p:cNvCxnSpPr>
              <a:stCxn id="183" idx="4"/>
            </p:cNvCxnSpPr>
            <p:nvPr/>
          </p:nvCxnSpPr>
          <p:spPr>
            <a:xfrm>
              <a:off x="10382881" y="6131830"/>
              <a:ext cx="0" cy="1348240"/>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cxnSp>
          <p:nvCxnSpPr>
            <p:cNvPr id="193" name="Straight Connector 192"/>
            <p:cNvCxnSpPr>
              <a:stCxn id="184" idx="4"/>
            </p:cNvCxnSpPr>
            <p:nvPr/>
          </p:nvCxnSpPr>
          <p:spPr>
            <a:xfrm>
              <a:off x="10647139" y="6131830"/>
              <a:ext cx="0" cy="1590855"/>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94" name="Rectangle 193"/>
            <p:cNvSpPr/>
            <p:nvPr/>
          </p:nvSpPr>
          <p:spPr>
            <a:xfrm>
              <a:off x="10843555" y="2862524"/>
              <a:ext cx="756000" cy="396000"/>
            </a:xfrm>
            <a:prstGeom prst="rect">
              <a:avLst/>
            </a:prstGeom>
            <a:solidFill>
              <a:schemeClr val="accent1"/>
            </a:solidFill>
            <a:ln w="12700">
              <a:noFill/>
            </a:ln>
          </p:spPr>
          <p:txBody>
            <a:bodyPr wrap="square" lIns="32653" rIns="32653" anchor="ctr">
              <a:noAutofit/>
            </a:bodyPr>
            <a:lstStyle/>
            <a:p>
              <a:pPr algn="ctr" fontAlgn="b"/>
              <a:r>
                <a:rPr lang="en-GB" sz="545" err="1" smtClean="0">
                  <a:solidFill>
                    <a:schemeClr val="bg2"/>
                  </a:solidFill>
                  <a:latin typeface="腾讯体 W7" panose="020C08030202040F0204" pitchFamily="18" charset="-122"/>
                </a:rPr>
                <a:t>xxxxxxxxxxxxxxxxxxxxxx</a:t>
              </a:r>
              <a:endParaRPr lang="en-GB" sz="545" smtClean="0">
                <a:solidFill>
                  <a:schemeClr val="bg2"/>
                </a:solidFill>
                <a:latin typeface="腾讯体 W7" panose="020C08030202040F0204" pitchFamily="18" charset="-122"/>
              </a:endParaRPr>
            </a:p>
          </p:txBody>
        </p:sp>
        <p:cxnSp>
          <p:nvCxnSpPr>
            <p:cNvPr id="195" name="Straight Connector 194"/>
            <p:cNvCxnSpPr>
              <a:stCxn id="124" idx="2"/>
              <a:endCxn id="185" idx="0"/>
            </p:cNvCxnSpPr>
            <p:nvPr/>
          </p:nvCxnSpPr>
          <p:spPr>
            <a:xfrm flipH="1">
              <a:off x="11017518" y="3330954"/>
              <a:ext cx="0" cy="258487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96" name="Rectangle 195"/>
            <p:cNvSpPr/>
            <p:nvPr/>
          </p:nvSpPr>
          <p:spPr>
            <a:xfrm>
              <a:off x="10813712" y="6696931"/>
              <a:ext cx="792000" cy="720000"/>
            </a:xfrm>
            <a:prstGeom prst="rect">
              <a:avLst/>
            </a:prstGeom>
            <a:solidFill>
              <a:schemeClr val="accent6"/>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a:t>
              </a:r>
              <a:endParaRPr lang="en-GB" sz="545" smtClean="0">
                <a:solidFill>
                  <a:schemeClr val="bg2"/>
                </a:solidFill>
                <a:latin typeface="腾讯体 W7" panose="020C08030202040F0204" pitchFamily="18" charset="-122"/>
              </a:endParaRPr>
            </a:p>
          </p:txBody>
        </p:sp>
        <p:cxnSp>
          <p:nvCxnSpPr>
            <p:cNvPr id="197" name="Straight Connector 196"/>
            <p:cNvCxnSpPr>
              <a:endCxn id="186" idx="4"/>
            </p:cNvCxnSpPr>
            <p:nvPr/>
          </p:nvCxnSpPr>
          <p:spPr>
            <a:xfrm flipV="1">
              <a:off x="11413678" y="6131830"/>
              <a:ext cx="0" cy="376094"/>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98" name="Rectangle 197"/>
            <p:cNvSpPr/>
            <p:nvPr/>
          </p:nvSpPr>
          <p:spPr>
            <a:xfrm>
              <a:off x="11293907" y="3846399"/>
              <a:ext cx="756000" cy="729119"/>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a:t>
              </a:r>
              <a:endParaRPr lang="en-GB" sz="545" smtClean="0">
                <a:solidFill>
                  <a:schemeClr val="bg2"/>
                </a:solidFill>
                <a:latin typeface="腾讯体 W7" panose="020C08030202040F0204" pitchFamily="18" charset="-122"/>
              </a:endParaRPr>
            </a:p>
          </p:txBody>
        </p:sp>
        <p:cxnSp>
          <p:nvCxnSpPr>
            <p:cNvPr id="199" name="Straight Connector 198"/>
            <p:cNvCxnSpPr>
              <a:endCxn id="187" idx="0"/>
            </p:cNvCxnSpPr>
            <p:nvPr/>
          </p:nvCxnSpPr>
          <p:spPr>
            <a:xfrm flipH="1">
              <a:off x="11773742" y="4626724"/>
              <a:ext cx="56" cy="128910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200" name="Rectangle 199"/>
            <p:cNvSpPr/>
            <p:nvPr/>
          </p:nvSpPr>
          <p:spPr>
            <a:xfrm>
              <a:off x="11922435" y="6696931"/>
              <a:ext cx="684000" cy="540000"/>
            </a:xfrm>
            <a:prstGeom prst="rect">
              <a:avLst/>
            </a:prstGeom>
            <a:solidFill>
              <a:schemeClr val="accent3"/>
            </a:solidFill>
            <a:ln w="12700">
              <a:solidFill>
                <a:srgbClr val="1450B8"/>
              </a:solid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a:t>
              </a:r>
              <a:endParaRPr lang="en-GB" sz="545" smtClean="0">
                <a:solidFill>
                  <a:schemeClr val="bg2"/>
                </a:solidFill>
                <a:latin typeface="腾讯体 W7" panose="020C08030202040F0204" pitchFamily="18" charset="-122"/>
              </a:endParaRPr>
            </a:p>
          </p:txBody>
        </p:sp>
        <p:cxnSp>
          <p:nvCxnSpPr>
            <p:cNvPr id="201" name="Straight Connector 200"/>
            <p:cNvCxnSpPr>
              <a:stCxn id="203" idx="4"/>
              <a:endCxn id="127" idx="0"/>
            </p:cNvCxnSpPr>
            <p:nvPr/>
          </p:nvCxnSpPr>
          <p:spPr>
            <a:xfrm flipH="1">
              <a:off x="12271705" y="6131830"/>
              <a:ext cx="6093" cy="366815"/>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203" name="Oval 202"/>
            <p:cNvSpPr/>
            <p:nvPr/>
          </p:nvSpPr>
          <p:spPr bwMode="ltGray">
            <a:xfrm>
              <a:off x="12169798"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204" name="Rectangle 203"/>
            <p:cNvSpPr/>
            <p:nvPr/>
          </p:nvSpPr>
          <p:spPr>
            <a:xfrm>
              <a:off x="12097766" y="2658374"/>
              <a:ext cx="1044104" cy="828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14/06/2012</a:t>
              </a:r>
              <a:endParaRPr lang="nl-NL" sz="545" smtClean="0">
                <a:solidFill>
                  <a:srgbClr val="1450B8"/>
                </a:solidFill>
                <a:latin typeface="腾讯体 W7" panose="020C08030202040F0204" pitchFamily="18" charset="-122"/>
              </a:endParaRPr>
            </a:p>
          </p:txBody>
        </p:sp>
        <p:sp>
          <p:nvSpPr>
            <p:cNvPr id="205" name="Rectangle 204"/>
            <p:cNvSpPr/>
            <p:nvPr/>
          </p:nvSpPr>
          <p:spPr>
            <a:xfrm>
              <a:off x="12169870" y="2862524"/>
              <a:ext cx="900000" cy="540000"/>
            </a:xfrm>
            <a:prstGeom prst="rect">
              <a:avLst/>
            </a:prstGeom>
            <a:solidFill>
              <a:schemeClr val="accent1"/>
            </a:solidFill>
            <a:ln w="12700">
              <a:noFill/>
            </a:ln>
          </p:spPr>
          <p:txBody>
            <a:bodyPr wrap="square" lIns="32653" rIns="32653" anchor="ctr">
              <a:noAutofit/>
            </a:bodyPr>
            <a:lstStyle/>
            <a:p>
              <a:pPr algn="ctr" fontAlgn="b"/>
              <a:r>
                <a:rPr lang="en-GB" sz="545" err="1" smtClean="0">
                  <a:solidFill>
                    <a:schemeClr val="bg2"/>
                  </a:solidFill>
                  <a:latin typeface="腾讯体 W7" panose="020C08030202040F0204" pitchFamily="18" charset="-122"/>
                </a:rPr>
                <a:t>xxxxxxxxxxxxxxxxxxxxxxxxxxxxxxxxxxxxxxxxxx</a:t>
              </a:r>
              <a:endParaRPr lang="en-GB" sz="545" smtClean="0">
                <a:solidFill>
                  <a:schemeClr val="bg2"/>
                </a:solidFill>
                <a:latin typeface="腾讯体 W7" panose="020C08030202040F0204" pitchFamily="18" charset="-122"/>
              </a:endParaRPr>
            </a:p>
          </p:txBody>
        </p:sp>
        <p:sp>
          <p:nvSpPr>
            <p:cNvPr id="206" name="Oval 205"/>
            <p:cNvSpPr/>
            <p:nvPr/>
          </p:nvSpPr>
          <p:spPr bwMode="ltGray">
            <a:xfrm>
              <a:off x="12493822"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cxnSp>
          <p:nvCxnSpPr>
            <p:cNvPr id="208" name="Straight Connector 207"/>
            <p:cNvCxnSpPr>
              <a:stCxn id="204" idx="2"/>
              <a:endCxn id="206" idx="0"/>
            </p:cNvCxnSpPr>
            <p:nvPr/>
          </p:nvCxnSpPr>
          <p:spPr>
            <a:xfrm flipH="1">
              <a:off x="12601822" y="3486374"/>
              <a:ext cx="17996" cy="242945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209" name="Rectangle 208"/>
            <p:cNvSpPr/>
            <p:nvPr/>
          </p:nvSpPr>
          <p:spPr>
            <a:xfrm>
              <a:off x="12277774" y="7399028"/>
              <a:ext cx="1114704" cy="936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18/06/2012</a:t>
              </a:r>
              <a:endParaRPr lang="nl-NL" sz="545" smtClean="0">
                <a:solidFill>
                  <a:srgbClr val="1450B8"/>
                </a:solidFill>
                <a:latin typeface="腾讯体 W7" panose="020C08030202040F0204" pitchFamily="18" charset="-122"/>
              </a:endParaRPr>
            </a:p>
          </p:txBody>
        </p:sp>
        <p:sp>
          <p:nvSpPr>
            <p:cNvPr id="210" name="Rectangle 209"/>
            <p:cNvSpPr/>
            <p:nvPr/>
          </p:nvSpPr>
          <p:spPr>
            <a:xfrm>
              <a:off x="12342504" y="7595041"/>
              <a:ext cx="979510" cy="684000"/>
            </a:xfrm>
            <a:prstGeom prst="rect">
              <a:avLst/>
            </a:prstGeom>
            <a:solidFill>
              <a:schemeClr val="accent3"/>
            </a:solidFill>
            <a:ln w="12700">
              <a:solidFill>
                <a:srgbClr val="1450B8"/>
              </a:solid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xxxxxxxxxxxxxxxxxxxxxxxxxxxxxxxxxxxxxxxxxxxxxxxxxxxxxxxxxxxx</a:t>
              </a:r>
              <a:endParaRPr lang="en-GB" sz="545" smtClean="0">
                <a:solidFill>
                  <a:schemeClr val="bg2"/>
                </a:solidFill>
                <a:latin typeface="腾讯体 W7" panose="020C08030202040F0204" pitchFamily="18" charset="-122"/>
              </a:endParaRPr>
            </a:p>
          </p:txBody>
        </p:sp>
        <p:sp>
          <p:nvSpPr>
            <p:cNvPr id="211" name="Oval 210"/>
            <p:cNvSpPr/>
            <p:nvPr/>
          </p:nvSpPr>
          <p:spPr bwMode="ltGray">
            <a:xfrm>
              <a:off x="12769979"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cxnSp>
          <p:nvCxnSpPr>
            <p:cNvPr id="212" name="Straight Connector 211"/>
            <p:cNvCxnSpPr>
              <a:endCxn id="211" idx="4"/>
            </p:cNvCxnSpPr>
            <p:nvPr/>
          </p:nvCxnSpPr>
          <p:spPr>
            <a:xfrm flipV="1">
              <a:off x="12877979" y="6131830"/>
              <a:ext cx="0" cy="1267199"/>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213" name="Rectangle 212"/>
            <p:cNvSpPr/>
            <p:nvPr/>
          </p:nvSpPr>
          <p:spPr>
            <a:xfrm>
              <a:off x="13322014" y="3618724"/>
              <a:ext cx="1116000" cy="791888"/>
            </a:xfrm>
            <a:prstGeom prst="rect">
              <a:avLst/>
            </a:prstGeom>
            <a:solidFill>
              <a:schemeClr val="bg2"/>
            </a:solid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25/05/2012</a:t>
              </a:r>
              <a:endParaRPr lang="nl-NL" sz="545" smtClean="0">
                <a:solidFill>
                  <a:srgbClr val="1450B8"/>
                </a:solidFill>
                <a:latin typeface="腾讯体 W7" panose="020C08030202040F0204" pitchFamily="18" charset="-122"/>
              </a:endParaRPr>
            </a:p>
          </p:txBody>
        </p:sp>
        <p:sp>
          <p:nvSpPr>
            <p:cNvPr id="214" name="Rectangle 213"/>
            <p:cNvSpPr/>
            <p:nvPr/>
          </p:nvSpPr>
          <p:spPr>
            <a:xfrm>
              <a:off x="13610046" y="4590804"/>
              <a:ext cx="1008000" cy="792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26/05/2012</a:t>
              </a:r>
              <a:endParaRPr lang="nl-NL" sz="545" smtClean="0">
                <a:solidFill>
                  <a:srgbClr val="1450B8"/>
                </a:solidFill>
                <a:latin typeface="腾讯体 W7" panose="020C08030202040F0204" pitchFamily="18" charset="-122"/>
              </a:endParaRPr>
            </a:p>
          </p:txBody>
        </p:sp>
        <p:sp>
          <p:nvSpPr>
            <p:cNvPr id="216" name="Rectangle 215"/>
            <p:cNvSpPr/>
            <p:nvPr/>
          </p:nvSpPr>
          <p:spPr>
            <a:xfrm>
              <a:off x="13392478" y="3846399"/>
              <a:ext cx="972000" cy="504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a:t>
              </a:r>
              <a:endParaRPr lang="en-GB" sz="545" smtClean="0">
                <a:solidFill>
                  <a:schemeClr val="bg2"/>
                </a:solidFill>
                <a:latin typeface="腾讯体 W7" panose="020C08030202040F0204" pitchFamily="18" charset="-122"/>
              </a:endParaRPr>
            </a:p>
          </p:txBody>
        </p:sp>
        <p:sp>
          <p:nvSpPr>
            <p:cNvPr id="217" name="Rectangle 216"/>
            <p:cNvSpPr/>
            <p:nvPr/>
          </p:nvSpPr>
          <p:spPr>
            <a:xfrm>
              <a:off x="13680494" y="4806828"/>
              <a:ext cx="864000" cy="504000"/>
            </a:xfrm>
            <a:prstGeom prst="rect">
              <a:avLst/>
            </a:prstGeom>
            <a:solidFill>
              <a:schemeClr val="accent1"/>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a:t>
              </a:r>
              <a:endParaRPr lang="en-GB" sz="545" smtClean="0">
                <a:solidFill>
                  <a:schemeClr val="bg2"/>
                </a:solidFill>
                <a:latin typeface="腾讯体 W7" panose="020C08030202040F0204" pitchFamily="18" charset="-122"/>
              </a:endParaRPr>
            </a:p>
          </p:txBody>
        </p:sp>
        <p:sp>
          <p:nvSpPr>
            <p:cNvPr id="218" name="Oval 217"/>
            <p:cNvSpPr/>
            <p:nvPr/>
          </p:nvSpPr>
          <p:spPr bwMode="ltGray">
            <a:xfrm>
              <a:off x="13322014"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cxnSp>
          <p:nvCxnSpPr>
            <p:cNvPr id="219" name="Straight Connector 218"/>
            <p:cNvCxnSpPr>
              <a:endCxn id="218" idx="0"/>
            </p:cNvCxnSpPr>
            <p:nvPr/>
          </p:nvCxnSpPr>
          <p:spPr>
            <a:xfrm flipH="1">
              <a:off x="13430014" y="4410612"/>
              <a:ext cx="56" cy="1505218"/>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221" name="Oval 220"/>
            <p:cNvSpPr/>
            <p:nvPr/>
          </p:nvSpPr>
          <p:spPr bwMode="ltGray">
            <a:xfrm>
              <a:off x="13610070"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cxnSp>
          <p:nvCxnSpPr>
            <p:cNvPr id="222" name="Straight Connector 221"/>
            <p:cNvCxnSpPr>
              <a:endCxn id="221" idx="0"/>
            </p:cNvCxnSpPr>
            <p:nvPr/>
          </p:nvCxnSpPr>
          <p:spPr>
            <a:xfrm>
              <a:off x="13718070" y="5392631"/>
              <a:ext cx="0" cy="523199"/>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223" name="Rectangle 222"/>
            <p:cNvSpPr/>
            <p:nvPr/>
          </p:nvSpPr>
          <p:spPr>
            <a:xfrm>
              <a:off x="13646038" y="6498645"/>
              <a:ext cx="900000" cy="828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smtClean="0">
                  <a:solidFill>
                    <a:srgbClr val="1450B8"/>
                  </a:solidFill>
                  <a:latin typeface="腾讯体 W7" panose="020C08030202040F0204" pitchFamily="18" charset="-122"/>
                </a:rPr>
                <a:t>19/07/2012</a:t>
              </a:r>
              <a:endParaRPr lang="nl-NL" sz="545" smtClean="0">
                <a:solidFill>
                  <a:srgbClr val="1450B8"/>
                </a:solidFill>
                <a:latin typeface="腾讯体 W7" panose="020C08030202040F0204" pitchFamily="18" charset="-122"/>
              </a:endParaRPr>
            </a:p>
          </p:txBody>
        </p:sp>
        <p:sp>
          <p:nvSpPr>
            <p:cNvPr id="224" name="Oval 223"/>
            <p:cNvSpPr/>
            <p:nvPr/>
          </p:nvSpPr>
          <p:spPr bwMode="ltGray">
            <a:xfrm>
              <a:off x="14198089"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smtClean="0">
                <a:solidFill>
                  <a:schemeClr val="bg1"/>
                </a:solidFill>
                <a:latin typeface="腾讯体 W7" panose="020C08030202040F0204" pitchFamily="18" charset="-122"/>
              </a:endParaRPr>
            </a:p>
          </p:txBody>
        </p:sp>
        <p:sp>
          <p:nvSpPr>
            <p:cNvPr id="226" name="Rectangle 225"/>
            <p:cNvSpPr/>
            <p:nvPr/>
          </p:nvSpPr>
          <p:spPr>
            <a:xfrm>
              <a:off x="13706123" y="6696931"/>
              <a:ext cx="792000" cy="576000"/>
            </a:xfrm>
            <a:prstGeom prst="rect">
              <a:avLst/>
            </a:prstGeom>
            <a:solidFill>
              <a:schemeClr val="accent6"/>
            </a:solidFill>
            <a:ln w="12700">
              <a:noFill/>
            </a:ln>
          </p:spPr>
          <p:txBody>
            <a:bodyPr wrap="square" lIns="32653" rIns="32653" anchor="ctr">
              <a:noAutofit/>
            </a:bodyPr>
            <a:lstStyle/>
            <a:p>
              <a:pPr algn="ctr" fontAlgn="b"/>
              <a:r>
                <a:rPr lang="en-GB" sz="545" smtClean="0">
                  <a:solidFill>
                    <a:schemeClr val="bg2"/>
                  </a:solidFill>
                  <a:latin typeface="腾讯体 W7" panose="020C08030202040F0204" pitchFamily="18" charset="-122"/>
                </a:rPr>
                <a:t>xxxxxxxxxxxxxxxxxxxxxxxxxxxxxxxxxxxxxxxxxxxxxxxx</a:t>
              </a:r>
              <a:endParaRPr lang="en-GB" sz="545" smtClean="0">
                <a:solidFill>
                  <a:schemeClr val="bg2"/>
                </a:solidFill>
                <a:latin typeface="腾讯体 W7" panose="020C08030202040F0204" pitchFamily="18" charset="-122"/>
              </a:endParaRPr>
            </a:p>
          </p:txBody>
        </p:sp>
        <p:cxnSp>
          <p:nvCxnSpPr>
            <p:cNvPr id="227" name="Straight Connector 226"/>
            <p:cNvCxnSpPr>
              <a:endCxn id="224" idx="4"/>
            </p:cNvCxnSpPr>
            <p:nvPr/>
          </p:nvCxnSpPr>
          <p:spPr>
            <a:xfrm flipV="1">
              <a:off x="14306089" y="6131830"/>
              <a:ext cx="0" cy="375704"/>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grpSp>
      <p:grpSp>
        <p:nvGrpSpPr>
          <p:cNvPr id="152" name="Group 151"/>
          <p:cNvGrpSpPr/>
          <p:nvPr/>
        </p:nvGrpSpPr>
        <p:grpSpPr>
          <a:xfrm>
            <a:off x="1799382" y="6559784"/>
            <a:ext cx="638877" cy="195918"/>
            <a:chOff x="574207" y="6536034"/>
            <a:chExt cx="704362" cy="216000"/>
          </a:xfrm>
        </p:grpSpPr>
        <p:sp>
          <p:nvSpPr>
            <p:cNvPr id="132" name="Rectangle 131"/>
            <p:cNvSpPr/>
            <p:nvPr/>
          </p:nvSpPr>
          <p:spPr>
            <a:xfrm>
              <a:off x="574207" y="6536034"/>
              <a:ext cx="214273" cy="216000"/>
            </a:xfrm>
            <a:prstGeom prst="rect">
              <a:avLst/>
            </a:prstGeom>
            <a:solidFill>
              <a:schemeClr val="accent4"/>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33" name="Rectangle 132"/>
            <p:cNvSpPr/>
            <p:nvPr/>
          </p:nvSpPr>
          <p:spPr>
            <a:xfrm>
              <a:off x="819354"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Team A</a:t>
              </a:r>
              <a:endParaRPr lang="nl-NL" sz="545" b="1" dirty="0" smtClean="0">
                <a:solidFill>
                  <a:srgbClr val="1450B8"/>
                </a:solidFill>
                <a:latin typeface="腾讯体 W7" panose="020C08030202040F0204" pitchFamily="18" charset="-122"/>
              </a:endParaRPr>
            </a:p>
          </p:txBody>
        </p:sp>
      </p:grpSp>
      <p:grpSp>
        <p:nvGrpSpPr>
          <p:cNvPr id="151" name="Group 150"/>
          <p:cNvGrpSpPr/>
          <p:nvPr/>
        </p:nvGrpSpPr>
        <p:grpSpPr>
          <a:xfrm>
            <a:off x="2553505" y="6559784"/>
            <a:ext cx="638877" cy="195918"/>
            <a:chOff x="1506889" y="6536034"/>
            <a:chExt cx="704362" cy="216000"/>
          </a:xfrm>
        </p:grpSpPr>
        <p:sp>
          <p:nvSpPr>
            <p:cNvPr id="134" name="Rectangle 133"/>
            <p:cNvSpPr/>
            <p:nvPr/>
          </p:nvSpPr>
          <p:spPr>
            <a:xfrm>
              <a:off x="1506889" y="6536034"/>
              <a:ext cx="214273" cy="216000"/>
            </a:xfrm>
            <a:prstGeom prst="rect">
              <a:avLst/>
            </a:prstGeom>
            <a:solidFill>
              <a:schemeClr val="accent6"/>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35" name="Rectangle 134"/>
            <p:cNvSpPr/>
            <p:nvPr/>
          </p:nvSpPr>
          <p:spPr>
            <a:xfrm>
              <a:off x="1752036"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Team B</a:t>
              </a:r>
              <a:endParaRPr lang="nl-NL" sz="545" b="1" dirty="0" smtClean="0">
                <a:solidFill>
                  <a:srgbClr val="1450B8"/>
                </a:solidFill>
                <a:latin typeface="腾讯体 W7" panose="020C08030202040F0204" pitchFamily="18" charset="-122"/>
              </a:endParaRPr>
            </a:p>
          </p:txBody>
        </p:sp>
      </p:grpSp>
      <p:grpSp>
        <p:nvGrpSpPr>
          <p:cNvPr id="150" name="Group 149"/>
          <p:cNvGrpSpPr/>
          <p:nvPr/>
        </p:nvGrpSpPr>
        <p:grpSpPr>
          <a:xfrm>
            <a:off x="3307627" y="6559784"/>
            <a:ext cx="638877" cy="195918"/>
            <a:chOff x="2439571" y="6536034"/>
            <a:chExt cx="704362" cy="216000"/>
          </a:xfrm>
        </p:grpSpPr>
        <p:sp>
          <p:nvSpPr>
            <p:cNvPr id="136" name="Rectangle 135"/>
            <p:cNvSpPr/>
            <p:nvPr/>
          </p:nvSpPr>
          <p:spPr>
            <a:xfrm>
              <a:off x="2439571" y="6536034"/>
              <a:ext cx="214273" cy="216000"/>
            </a:xfrm>
            <a:prstGeom prst="rect">
              <a:avLst/>
            </a:prstGeom>
            <a:solidFill>
              <a:schemeClr val="accent1"/>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37" name="Rectangle 136"/>
            <p:cNvSpPr/>
            <p:nvPr/>
          </p:nvSpPr>
          <p:spPr>
            <a:xfrm>
              <a:off x="2684718"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Team C</a:t>
              </a:r>
              <a:endParaRPr lang="nl-NL" sz="545" b="1" dirty="0" smtClean="0">
                <a:solidFill>
                  <a:srgbClr val="1450B8"/>
                </a:solidFill>
                <a:latin typeface="腾讯体 W7" panose="020C08030202040F0204" pitchFamily="18" charset="-122"/>
              </a:endParaRPr>
            </a:p>
          </p:txBody>
        </p:sp>
      </p:grpSp>
      <p:grpSp>
        <p:nvGrpSpPr>
          <p:cNvPr id="149" name="Group 148"/>
          <p:cNvGrpSpPr/>
          <p:nvPr/>
        </p:nvGrpSpPr>
        <p:grpSpPr>
          <a:xfrm>
            <a:off x="4061750" y="6559784"/>
            <a:ext cx="638877" cy="195918"/>
            <a:chOff x="3372253" y="6536034"/>
            <a:chExt cx="704362" cy="216000"/>
          </a:xfrm>
        </p:grpSpPr>
        <p:sp>
          <p:nvSpPr>
            <p:cNvPr id="138" name="Rectangle 137"/>
            <p:cNvSpPr/>
            <p:nvPr/>
          </p:nvSpPr>
          <p:spPr>
            <a:xfrm>
              <a:off x="3372253" y="6536034"/>
              <a:ext cx="214273" cy="216000"/>
            </a:xfrm>
            <a:prstGeom prst="rect">
              <a:avLst/>
            </a:prstGeom>
            <a:solidFill>
              <a:schemeClr val="accent5"/>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39" name="Rectangle 138"/>
            <p:cNvSpPr/>
            <p:nvPr/>
          </p:nvSpPr>
          <p:spPr>
            <a:xfrm>
              <a:off x="3617400"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Team D</a:t>
              </a:r>
              <a:endParaRPr lang="nl-NL" sz="545" b="1" dirty="0" smtClean="0">
                <a:solidFill>
                  <a:srgbClr val="1450B8"/>
                </a:solidFill>
                <a:latin typeface="腾讯体 W7" panose="020C08030202040F0204" pitchFamily="18" charset="-122"/>
              </a:endParaRPr>
            </a:p>
          </p:txBody>
        </p:sp>
      </p:grpSp>
      <p:grpSp>
        <p:nvGrpSpPr>
          <p:cNvPr id="148" name="Group 147"/>
          <p:cNvGrpSpPr/>
          <p:nvPr/>
        </p:nvGrpSpPr>
        <p:grpSpPr>
          <a:xfrm>
            <a:off x="4815872" y="6559784"/>
            <a:ext cx="638877" cy="195918"/>
            <a:chOff x="4326047" y="6536034"/>
            <a:chExt cx="704362" cy="216000"/>
          </a:xfrm>
        </p:grpSpPr>
        <p:sp>
          <p:nvSpPr>
            <p:cNvPr id="140" name="Rectangle 139"/>
            <p:cNvSpPr/>
            <p:nvPr/>
          </p:nvSpPr>
          <p:spPr>
            <a:xfrm>
              <a:off x="4326047" y="6536034"/>
              <a:ext cx="214273" cy="216000"/>
            </a:xfrm>
            <a:prstGeom prst="rect">
              <a:avLst/>
            </a:prstGeom>
            <a:solidFill>
              <a:schemeClr val="accent3"/>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41" name="Rectangle 140"/>
            <p:cNvSpPr/>
            <p:nvPr/>
          </p:nvSpPr>
          <p:spPr>
            <a:xfrm>
              <a:off x="4571194"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Team E</a:t>
              </a:r>
              <a:endParaRPr lang="nl-NL" sz="545" b="1" dirty="0" smtClean="0">
                <a:solidFill>
                  <a:srgbClr val="1450B8"/>
                </a:solidFill>
                <a:latin typeface="腾讯体 W7" panose="020C08030202040F0204" pitchFamily="18" charset="-122"/>
              </a:endParaRPr>
            </a:p>
          </p:txBody>
        </p:sp>
      </p:grpSp>
      <p:grpSp>
        <p:nvGrpSpPr>
          <p:cNvPr id="147" name="Group 146"/>
          <p:cNvGrpSpPr/>
          <p:nvPr/>
        </p:nvGrpSpPr>
        <p:grpSpPr>
          <a:xfrm>
            <a:off x="5569995" y="6559784"/>
            <a:ext cx="638877" cy="195918"/>
            <a:chOff x="5279841" y="6536034"/>
            <a:chExt cx="704362" cy="216000"/>
          </a:xfrm>
        </p:grpSpPr>
        <p:sp>
          <p:nvSpPr>
            <p:cNvPr id="142" name="Rectangle 141"/>
            <p:cNvSpPr/>
            <p:nvPr/>
          </p:nvSpPr>
          <p:spPr>
            <a:xfrm>
              <a:off x="5279841" y="6536034"/>
              <a:ext cx="214273" cy="216000"/>
            </a:xfrm>
            <a:prstGeom prst="rect">
              <a:avLst/>
            </a:prstGeom>
            <a:solidFill>
              <a:srgbClr val="1450B8"/>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43" name="Rectangle 142"/>
            <p:cNvSpPr/>
            <p:nvPr/>
          </p:nvSpPr>
          <p:spPr>
            <a:xfrm>
              <a:off x="5524988"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Team F</a:t>
              </a:r>
              <a:endParaRPr lang="nl-NL" sz="545" b="1" dirty="0" smtClean="0">
                <a:solidFill>
                  <a:srgbClr val="1450B8"/>
                </a:solidFill>
                <a:latin typeface="腾讯体 W7" panose="020C08030202040F0204" pitchFamily="18" charset="-122"/>
              </a:endParaRPr>
            </a:p>
          </p:txBody>
        </p:sp>
      </p:grpSp>
      <p:grpSp>
        <p:nvGrpSpPr>
          <p:cNvPr id="146" name="Group 145"/>
          <p:cNvGrpSpPr/>
          <p:nvPr/>
        </p:nvGrpSpPr>
        <p:grpSpPr>
          <a:xfrm>
            <a:off x="6324114" y="6559784"/>
            <a:ext cx="638877" cy="195918"/>
            <a:chOff x="6233635" y="6536034"/>
            <a:chExt cx="704362" cy="216000"/>
          </a:xfrm>
        </p:grpSpPr>
        <p:sp>
          <p:nvSpPr>
            <p:cNvPr id="144" name="Rectangle 143"/>
            <p:cNvSpPr/>
            <p:nvPr/>
          </p:nvSpPr>
          <p:spPr>
            <a:xfrm>
              <a:off x="6233635" y="6536034"/>
              <a:ext cx="214273" cy="216000"/>
            </a:xfrm>
            <a:prstGeom prst="rect">
              <a:avLst/>
            </a:prstGeom>
            <a:solidFill>
              <a:srgbClr val="1450B8"/>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45" name="Rectangle 144"/>
            <p:cNvSpPr/>
            <p:nvPr/>
          </p:nvSpPr>
          <p:spPr>
            <a:xfrm>
              <a:off x="6478782"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Team G</a:t>
              </a:r>
              <a:endParaRPr lang="nl-NL" sz="545" b="1" dirty="0" smtClean="0">
                <a:solidFill>
                  <a:srgbClr val="1450B8"/>
                </a:solidFill>
                <a:latin typeface="腾讯体 W7" panose="020C08030202040F0204" pitchFamily="18" charset="-122"/>
              </a:endParaRPr>
            </a:p>
          </p:txBody>
        </p:sp>
      </p:grpSp>
      <p:sp>
        <p:nvSpPr>
          <p:cNvPr id="153" name="Rectangle 152"/>
          <p:cNvSpPr/>
          <p:nvPr/>
        </p:nvSpPr>
        <p:spPr>
          <a:xfrm>
            <a:off x="1767207" y="6429135"/>
            <a:ext cx="5257143" cy="359184"/>
          </a:xfrm>
          <a:prstGeom prst="rect">
            <a:avLst/>
          </a:prstGeom>
          <a:noFill/>
          <a:ln w="9525">
            <a:solidFill>
              <a:srgbClr val="1450B8"/>
            </a:solidFill>
            <a:prstDash val="sysDash"/>
          </a:ln>
        </p:spPr>
        <p:txBody>
          <a:bodyPr wrap="square" lIns="32653" tIns="16326" rIns="32653" anchor="t">
            <a:noAutofit/>
          </a:bodyPr>
          <a:lstStyle/>
          <a:p>
            <a:pPr fontAlgn="b">
              <a:spcAft>
                <a:spcPts val="300"/>
              </a:spcAft>
            </a:pPr>
            <a:r>
              <a:rPr lang="nl-NL" sz="545" b="1" dirty="0" smtClean="0">
                <a:solidFill>
                  <a:srgbClr val="1450B8"/>
                </a:solidFill>
                <a:latin typeface="腾讯体 W7" panose="020C08030202040F0204" pitchFamily="18" charset="-122"/>
              </a:rPr>
              <a:t>KEY</a:t>
            </a:r>
            <a:endParaRPr lang="nl-NL" sz="545" b="1" dirty="0" smtClean="0">
              <a:solidFill>
                <a:srgbClr val="1450B8"/>
              </a:solidFill>
              <a:latin typeface="腾讯体 W7" panose="020C08030202040F0204" pitchFamily="18" charset="-122"/>
            </a:endParaRPr>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 name="Trapezoid 201"/>
          <p:cNvSpPr/>
          <p:nvPr/>
        </p:nvSpPr>
        <p:spPr bwMode="ltGray">
          <a:xfrm rot="10800000">
            <a:off x="8008211" y="3315810"/>
            <a:ext cx="344285" cy="522449"/>
          </a:xfrm>
          <a:prstGeom prst="trapezoid">
            <a:avLst/>
          </a:prstGeom>
          <a:solidFill>
            <a:schemeClr val="accent3">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158" name="Trapezoid 157"/>
          <p:cNvSpPr/>
          <p:nvPr/>
        </p:nvSpPr>
        <p:spPr bwMode="ltGray">
          <a:xfrm>
            <a:off x="8146833" y="2777527"/>
            <a:ext cx="2039755" cy="522449"/>
          </a:xfrm>
          <a:prstGeom prst="trapezoid">
            <a:avLst/>
          </a:prstGeom>
          <a:solidFill>
            <a:schemeClr val="tx2">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159" name="Trapezoid 158"/>
          <p:cNvSpPr/>
          <p:nvPr/>
        </p:nvSpPr>
        <p:spPr bwMode="ltGray">
          <a:xfrm>
            <a:off x="6737455" y="2777527"/>
            <a:ext cx="1400982" cy="522449"/>
          </a:xfrm>
          <a:prstGeom prst="trapezoid">
            <a:avLst/>
          </a:prstGeom>
          <a:solidFill>
            <a:schemeClr val="tx2">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 name="Title 1"/>
          <p:cNvSpPr>
            <a:spLocks noGrp="1"/>
          </p:cNvSpPr>
          <p:nvPr>
            <p:ph type="title"/>
          </p:nvPr>
        </p:nvSpPr>
        <p:spPr/>
        <p:txBody>
          <a:bodyPr/>
          <a:lstStyle/>
          <a:p>
            <a:r>
              <a:rPr lang="en-GB" smtClean="0"/>
              <a:t>Timelines</a:t>
            </a:r>
            <a:br>
              <a:rPr lang="en-GB" smtClean="0"/>
            </a:br>
            <a:endParaRPr lang="en-GB" b="0" i="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152" name="Group 151"/>
          <p:cNvGrpSpPr/>
          <p:nvPr/>
        </p:nvGrpSpPr>
        <p:grpSpPr>
          <a:xfrm>
            <a:off x="1799382" y="6057499"/>
            <a:ext cx="638877" cy="195918"/>
            <a:chOff x="574207" y="6536034"/>
            <a:chExt cx="704362" cy="216000"/>
          </a:xfrm>
        </p:grpSpPr>
        <p:sp>
          <p:nvSpPr>
            <p:cNvPr id="132" name="Rectangle 131"/>
            <p:cNvSpPr/>
            <p:nvPr/>
          </p:nvSpPr>
          <p:spPr>
            <a:xfrm>
              <a:off x="574207" y="6536034"/>
              <a:ext cx="214273" cy="216000"/>
            </a:xfrm>
            <a:prstGeom prst="rect">
              <a:avLst/>
            </a:prstGeom>
            <a:solidFill>
              <a:srgbClr val="2972F4"/>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33" name="Rectangle 132"/>
            <p:cNvSpPr/>
            <p:nvPr/>
          </p:nvSpPr>
          <p:spPr>
            <a:xfrm>
              <a:off x="819354"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xxx</a:t>
              </a:r>
              <a:endParaRPr lang="nl-NL" sz="545" b="1" dirty="0" smtClean="0">
                <a:solidFill>
                  <a:srgbClr val="1450B8"/>
                </a:solidFill>
                <a:latin typeface="腾讯体 W7" panose="020C08030202040F0204" pitchFamily="18" charset="-122"/>
              </a:endParaRPr>
            </a:p>
          </p:txBody>
        </p:sp>
      </p:grpSp>
      <p:grpSp>
        <p:nvGrpSpPr>
          <p:cNvPr id="151" name="Group 150"/>
          <p:cNvGrpSpPr/>
          <p:nvPr/>
        </p:nvGrpSpPr>
        <p:grpSpPr>
          <a:xfrm>
            <a:off x="2553505" y="6057499"/>
            <a:ext cx="638877" cy="195918"/>
            <a:chOff x="1506889" y="6536034"/>
            <a:chExt cx="704362" cy="216000"/>
          </a:xfrm>
        </p:grpSpPr>
        <p:sp>
          <p:nvSpPr>
            <p:cNvPr id="134" name="Rectangle 133"/>
            <p:cNvSpPr/>
            <p:nvPr/>
          </p:nvSpPr>
          <p:spPr>
            <a:xfrm>
              <a:off x="1506889" y="6536034"/>
              <a:ext cx="214273" cy="216000"/>
            </a:xfrm>
            <a:prstGeom prst="rect">
              <a:avLst/>
            </a:prstGeom>
            <a:solidFill>
              <a:schemeClr val="accent5"/>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35" name="Rectangle 134"/>
            <p:cNvSpPr/>
            <p:nvPr/>
          </p:nvSpPr>
          <p:spPr>
            <a:xfrm>
              <a:off x="1752036"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xxx</a:t>
              </a:r>
              <a:endParaRPr lang="nl-NL" sz="545" b="1" dirty="0" smtClean="0">
                <a:solidFill>
                  <a:srgbClr val="1450B8"/>
                </a:solidFill>
                <a:latin typeface="腾讯体 W7" panose="020C08030202040F0204" pitchFamily="18" charset="-122"/>
              </a:endParaRPr>
            </a:p>
          </p:txBody>
        </p:sp>
      </p:grpSp>
      <p:grpSp>
        <p:nvGrpSpPr>
          <p:cNvPr id="150" name="Group 149"/>
          <p:cNvGrpSpPr/>
          <p:nvPr/>
        </p:nvGrpSpPr>
        <p:grpSpPr>
          <a:xfrm>
            <a:off x="3307627" y="6057499"/>
            <a:ext cx="638877" cy="195918"/>
            <a:chOff x="2439571" y="6536034"/>
            <a:chExt cx="704362" cy="216000"/>
          </a:xfrm>
        </p:grpSpPr>
        <p:sp>
          <p:nvSpPr>
            <p:cNvPr id="136" name="Rectangle 135"/>
            <p:cNvSpPr/>
            <p:nvPr/>
          </p:nvSpPr>
          <p:spPr>
            <a:xfrm>
              <a:off x="2439571" y="6536034"/>
              <a:ext cx="214273" cy="216000"/>
            </a:xfrm>
            <a:prstGeom prst="rect">
              <a:avLst/>
            </a:prstGeom>
            <a:solidFill>
              <a:schemeClr val="accent6"/>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37" name="Rectangle 136"/>
            <p:cNvSpPr/>
            <p:nvPr/>
          </p:nvSpPr>
          <p:spPr>
            <a:xfrm>
              <a:off x="2684718"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xxx</a:t>
              </a:r>
              <a:endParaRPr lang="nl-NL" sz="545" b="1" dirty="0" smtClean="0">
                <a:solidFill>
                  <a:srgbClr val="1450B8"/>
                </a:solidFill>
                <a:latin typeface="腾讯体 W7" panose="020C08030202040F0204" pitchFamily="18" charset="-122"/>
              </a:endParaRPr>
            </a:p>
          </p:txBody>
        </p:sp>
      </p:grpSp>
      <p:grpSp>
        <p:nvGrpSpPr>
          <p:cNvPr id="149" name="Group 148"/>
          <p:cNvGrpSpPr/>
          <p:nvPr/>
        </p:nvGrpSpPr>
        <p:grpSpPr>
          <a:xfrm>
            <a:off x="4061750" y="6057499"/>
            <a:ext cx="638877" cy="195918"/>
            <a:chOff x="3372253" y="6536034"/>
            <a:chExt cx="704362" cy="216000"/>
          </a:xfrm>
        </p:grpSpPr>
        <p:sp>
          <p:nvSpPr>
            <p:cNvPr id="138" name="Rectangle 137"/>
            <p:cNvSpPr/>
            <p:nvPr/>
          </p:nvSpPr>
          <p:spPr>
            <a:xfrm>
              <a:off x="3372253" y="6536034"/>
              <a:ext cx="214273" cy="216000"/>
            </a:xfrm>
            <a:prstGeom prst="rect">
              <a:avLst/>
            </a:prstGeom>
            <a:solidFill>
              <a:schemeClr val="accent2"/>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39" name="Rectangle 138"/>
            <p:cNvSpPr/>
            <p:nvPr/>
          </p:nvSpPr>
          <p:spPr>
            <a:xfrm>
              <a:off x="3617400"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xxx</a:t>
              </a:r>
              <a:endParaRPr lang="nl-NL" sz="545" b="1" dirty="0" smtClean="0">
                <a:solidFill>
                  <a:srgbClr val="1450B8"/>
                </a:solidFill>
                <a:latin typeface="腾讯体 W7" panose="020C08030202040F0204" pitchFamily="18" charset="-122"/>
              </a:endParaRPr>
            </a:p>
          </p:txBody>
        </p:sp>
      </p:grpSp>
      <p:grpSp>
        <p:nvGrpSpPr>
          <p:cNvPr id="148" name="Group 147"/>
          <p:cNvGrpSpPr/>
          <p:nvPr/>
        </p:nvGrpSpPr>
        <p:grpSpPr>
          <a:xfrm>
            <a:off x="4815872" y="6057499"/>
            <a:ext cx="638877" cy="195918"/>
            <a:chOff x="4326047" y="6536034"/>
            <a:chExt cx="704362" cy="216000"/>
          </a:xfrm>
        </p:grpSpPr>
        <p:sp>
          <p:nvSpPr>
            <p:cNvPr id="140" name="Rectangle 139"/>
            <p:cNvSpPr/>
            <p:nvPr/>
          </p:nvSpPr>
          <p:spPr>
            <a:xfrm>
              <a:off x="4326047" y="6536034"/>
              <a:ext cx="214273" cy="216000"/>
            </a:xfrm>
            <a:prstGeom prst="rect">
              <a:avLst/>
            </a:prstGeom>
            <a:solidFill>
              <a:srgbClr val="1450B8"/>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141" name="Rectangle 140"/>
            <p:cNvSpPr/>
            <p:nvPr/>
          </p:nvSpPr>
          <p:spPr>
            <a:xfrm>
              <a:off x="4571194"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xxx</a:t>
              </a:r>
              <a:endParaRPr lang="nl-NL" sz="545" b="1" dirty="0" smtClean="0">
                <a:solidFill>
                  <a:srgbClr val="1450B8"/>
                </a:solidFill>
                <a:latin typeface="腾讯体 W7" panose="020C08030202040F0204" pitchFamily="18" charset="-122"/>
              </a:endParaRPr>
            </a:p>
          </p:txBody>
        </p:sp>
      </p:grpSp>
      <p:sp>
        <p:nvSpPr>
          <p:cNvPr id="153" name="Rectangle 152"/>
          <p:cNvSpPr/>
          <p:nvPr/>
        </p:nvSpPr>
        <p:spPr>
          <a:xfrm>
            <a:off x="1767207" y="5926850"/>
            <a:ext cx="4384540" cy="359184"/>
          </a:xfrm>
          <a:prstGeom prst="rect">
            <a:avLst/>
          </a:prstGeom>
          <a:noFill/>
          <a:ln w="12700">
            <a:solidFill>
              <a:srgbClr val="1450B8"/>
            </a:solidFill>
            <a:prstDash val="sysDash"/>
          </a:ln>
        </p:spPr>
        <p:txBody>
          <a:bodyPr wrap="square" lIns="32653" tIns="16326" rIns="32653" anchor="t">
            <a:noAutofit/>
          </a:bodyPr>
          <a:lstStyle/>
          <a:p>
            <a:pPr fontAlgn="b">
              <a:spcAft>
                <a:spcPts val="300"/>
              </a:spcAft>
            </a:pPr>
            <a:r>
              <a:rPr lang="nl-NL" sz="545" b="1" dirty="0" smtClean="0">
                <a:solidFill>
                  <a:srgbClr val="1450B8"/>
                </a:solidFill>
                <a:latin typeface="腾讯体 W7" panose="020C08030202040F0204" pitchFamily="18" charset="-122"/>
              </a:rPr>
              <a:t>KEY</a:t>
            </a:r>
            <a:endParaRPr lang="nl-NL" sz="545" b="1" dirty="0" smtClean="0">
              <a:solidFill>
                <a:srgbClr val="1450B8"/>
              </a:solidFill>
              <a:latin typeface="腾讯体 W7" panose="020C08030202040F0204" pitchFamily="18" charset="-122"/>
            </a:endParaRPr>
          </a:p>
        </p:txBody>
      </p:sp>
      <p:sp>
        <p:nvSpPr>
          <p:cNvPr id="160" name="Trapezoid 159"/>
          <p:cNvSpPr/>
          <p:nvPr/>
        </p:nvSpPr>
        <p:spPr bwMode="ltGray">
          <a:xfrm>
            <a:off x="6042372" y="2984092"/>
            <a:ext cx="1389300" cy="315884"/>
          </a:xfrm>
          <a:prstGeom prst="trapezoid">
            <a:avLst/>
          </a:prstGeom>
          <a:solidFill>
            <a:srgbClr val="1450B8">
              <a:alpha val="89804"/>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161" name="Trapezoid 160"/>
          <p:cNvSpPr/>
          <p:nvPr/>
        </p:nvSpPr>
        <p:spPr bwMode="ltGray">
          <a:xfrm rot="10800000">
            <a:off x="8146834" y="3315810"/>
            <a:ext cx="2039755" cy="288712"/>
          </a:xfrm>
          <a:prstGeom prst="trapezoid">
            <a:avLst/>
          </a:prstGeom>
          <a:solidFill>
            <a:srgbClr val="1450B8">
              <a:alpha val="89804"/>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162" name="Trapezoid 161"/>
          <p:cNvSpPr/>
          <p:nvPr/>
        </p:nvSpPr>
        <p:spPr bwMode="ltGray">
          <a:xfrm rot="10800000">
            <a:off x="2207468" y="3312656"/>
            <a:ext cx="1724055" cy="522449"/>
          </a:xfrm>
          <a:prstGeom prst="trapezoid">
            <a:avLst/>
          </a:prstGeom>
          <a:solidFill>
            <a:schemeClr val="accent5">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164" name="Trapezoid 163"/>
          <p:cNvSpPr/>
          <p:nvPr/>
        </p:nvSpPr>
        <p:spPr bwMode="ltGray">
          <a:xfrm rot="10800000">
            <a:off x="4644095" y="3312656"/>
            <a:ext cx="315400" cy="522449"/>
          </a:xfrm>
          <a:prstGeom prst="trapezoid">
            <a:avLst>
              <a:gd name="adj" fmla="val 32012"/>
            </a:avLst>
          </a:prstGeom>
          <a:solidFill>
            <a:schemeClr val="accent3">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174" name="Trapezoid 173"/>
          <p:cNvSpPr/>
          <p:nvPr/>
        </p:nvSpPr>
        <p:spPr bwMode="ltGray">
          <a:xfrm rot="10800000">
            <a:off x="4988377" y="3315810"/>
            <a:ext cx="1045819" cy="522449"/>
          </a:xfrm>
          <a:prstGeom prst="trapezoid">
            <a:avLst/>
          </a:prstGeom>
          <a:solidFill>
            <a:schemeClr val="accent6">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07" name="Trapezoid 206"/>
          <p:cNvSpPr/>
          <p:nvPr/>
        </p:nvSpPr>
        <p:spPr bwMode="ltGray">
          <a:xfrm rot="10800000">
            <a:off x="7262375" y="3315810"/>
            <a:ext cx="228571" cy="522449"/>
          </a:xfrm>
          <a:prstGeom prst="trapezoid">
            <a:avLst/>
          </a:prstGeom>
          <a:solidFill>
            <a:schemeClr val="accent6">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cxnSp>
        <p:nvCxnSpPr>
          <p:cNvPr id="229" name="Straight Arrow Connector 228"/>
          <p:cNvCxnSpPr/>
          <p:nvPr/>
        </p:nvCxnSpPr>
        <p:spPr>
          <a:xfrm>
            <a:off x="1767207" y="3299976"/>
            <a:ext cx="8769079" cy="6515"/>
          </a:xfrm>
          <a:prstGeom prst="straightConnector1">
            <a:avLst/>
          </a:prstGeom>
          <a:ln w="28575">
            <a:solidFill>
              <a:srgbClr val="1450B8"/>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sp>
        <p:nvSpPr>
          <p:cNvPr id="230" name="Oval 229"/>
          <p:cNvSpPr/>
          <p:nvPr/>
        </p:nvSpPr>
        <p:spPr bwMode="ltGray">
          <a:xfrm>
            <a:off x="2155614"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31" name="Oval 230"/>
          <p:cNvSpPr/>
          <p:nvPr/>
        </p:nvSpPr>
        <p:spPr bwMode="ltGray">
          <a:xfrm>
            <a:off x="2505733"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34" name="Oval 233"/>
          <p:cNvSpPr/>
          <p:nvPr/>
        </p:nvSpPr>
        <p:spPr bwMode="ltGray">
          <a:xfrm>
            <a:off x="2855853"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38" name="Oval 237"/>
          <p:cNvSpPr/>
          <p:nvPr/>
        </p:nvSpPr>
        <p:spPr bwMode="ltGray">
          <a:xfrm>
            <a:off x="4956571"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39" name="Oval 238"/>
          <p:cNvSpPr/>
          <p:nvPr/>
        </p:nvSpPr>
        <p:spPr bwMode="ltGray">
          <a:xfrm>
            <a:off x="5306691"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40" name="Oval 239"/>
          <p:cNvSpPr/>
          <p:nvPr/>
        </p:nvSpPr>
        <p:spPr bwMode="ltGray">
          <a:xfrm>
            <a:off x="5656811"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41" name="Oval 240"/>
          <p:cNvSpPr/>
          <p:nvPr/>
        </p:nvSpPr>
        <p:spPr bwMode="ltGray">
          <a:xfrm>
            <a:off x="6006931"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42" name="Oval 241"/>
          <p:cNvSpPr/>
          <p:nvPr/>
        </p:nvSpPr>
        <p:spPr bwMode="ltGray">
          <a:xfrm>
            <a:off x="6357050"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43" name="Oval 242"/>
          <p:cNvSpPr/>
          <p:nvPr/>
        </p:nvSpPr>
        <p:spPr bwMode="ltGray">
          <a:xfrm>
            <a:off x="6707170"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44" name="Oval 243"/>
          <p:cNvSpPr/>
          <p:nvPr/>
        </p:nvSpPr>
        <p:spPr bwMode="ltGray">
          <a:xfrm>
            <a:off x="7057290"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45" name="Oval 244"/>
          <p:cNvSpPr/>
          <p:nvPr/>
        </p:nvSpPr>
        <p:spPr bwMode="ltGray">
          <a:xfrm>
            <a:off x="7407410"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46" name="Oval 245"/>
          <p:cNvSpPr/>
          <p:nvPr/>
        </p:nvSpPr>
        <p:spPr bwMode="ltGray">
          <a:xfrm>
            <a:off x="7757529"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47" name="Oval 246"/>
          <p:cNvSpPr/>
          <p:nvPr/>
        </p:nvSpPr>
        <p:spPr bwMode="ltGray">
          <a:xfrm>
            <a:off x="8107649"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48" name="Oval 247"/>
          <p:cNvSpPr/>
          <p:nvPr/>
        </p:nvSpPr>
        <p:spPr bwMode="ltGray">
          <a:xfrm>
            <a:off x="8457769"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49" name="Oval 248"/>
          <p:cNvSpPr/>
          <p:nvPr/>
        </p:nvSpPr>
        <p:spPr bwMode="ltGray">
          <a:xfrm>
            <a:off x="8807888"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50" name="Oval 249"/>
          <p:cNvSpPr/>
          <p:nvPr/>
        </p:nvSpPr>
        <p:spPr bwMode="ltGray">
          <a:xfrm>
            <a:off x="9158008"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51" name="Oval 250"/>
          <p:cNvSpPr/>
          <p:nvPr/>
        </p:nvSpPr>
        <p:spPr bwMode="ltGray">
          <a:xfrm>
            <a:off x="9508128"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52" name="Oval 251"/>
          <p:cNvSpPr/>
          <p:nvPr/>
        </p:nvSpPr>
        <p:spPr bwMode="ltGray">
          <a:xfrm>
            <a:off x="9858248"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53" name="Rectangle 252"/>
          <p:cNvSpPr/>
          <p:nvPr/>
        </p:nvSpPr>
        <p:spPr>
          <a:xfrm>
            <a:off x="2468613" y="4050658"/>
            <a:ext cx="1149647" cy="279400"/>
          </a:xfrm>
          <a:prstGeom prst="rect">
            <a:avLst/>
          </a:prstGeom>
        </p:spPr>
        <p:txBody>
          <a:bodyPr wrap="square" lIns="0" tIns="0" rIns="0" bIns="0">
            <a:spAutoFit/>
          </a:bodyPr>
          <a:lstStyle/>
          <a:p>
            <a:r>
              <a:rPr lang="en-GB" sz="905" b="1" dirty="0" smtClean="0">
                <a:solidFill>
                  <a:schemeClr val="accent5"/>
                </a:solidFill>
                <a:latin typeface="+mj-lt"/>
              </a:rPr>
              <a:t>Event</a:t>
            </a:r>
            <a:endParaRPr lang="en-GB" sz="905" b="1" dirty="0">
              <a:solidFill>
                <a:schemeClr val="accent5"/>
              </a:solidFill>
              <a:latin typeface="+mj-lt"/>
            </a:endParaRPr>
          </a:p>
          <a:p>
            <a:r>
              <a:rPr lang="en-GB" sz="905" dirty="0">
                <a:latin typeface="+mj-lt"/>
              </a:rPr>
              <a:t>Description</a:t>
            </a:r>
            <a:endParaRPr lang="en-GB" sz="905" dirty="0">
              <a:latin typeface="+mj-lt"/>
            </a:endParaRPr>
          </a:p>
        </p:txBody>
      </p:sp>
      <p:sp>
        <p:nvSpPr>
          <p:cNvPr id="254" name="Rectangle 253"/>
          <p:cNvSpPr/>
          <p:nvPr/>
        </p:nvSpPr>
        <p:spPr>
          <a:xfrm>
            <a:off x="3798039" y="4050658"/>
            <a:ext cx="761792" cy="279400"/>
          </a:xfrm>
          <a:prstGeom prst="rect">
            <a:avLst/>
          </a:prstGeom>
        </p:spPr>
        <p:txBody>
          <a:bodyPr wrap="square" lIns="0" tIns="0" rIns="0" bIns="0">
            <a:spAutoFit/>
          </a:bodyPr>
          <a:lstStyle/>
          <a:p>
            <a:r>
              <a:rPr lang="en-GB" sz="905" b="1" dirty="0" smtClean="0">
                <a:solidFill>
                  <a:schemeClr val="accent4"/>
                </a:solidFill>
                <a:latin typeface="+mj-lt"/>
              </a:rPr>
              <a:t>Event</a:t>
            </a:r>
            <a:endParaRPr lang="en-GB" sz="905" b="1" dirty="0">
              <a:solidFill>
                <a:schemeClr val="accent4"/>
              </a:solidFill>
              <a:latin typeface="+mj-lt"/>
            </a:endParaRPr>
          </a:p>
          <a:p>
            <a:r>
              <a:rPr lang="en-GB" sz="905" dirty="0">
                <a:latin typeface="+mj-lt"/>
              </a:rPr>
              <a:t>Description</a:t>
            </a:r>
            <a:endParaRPr lang="en-GB" sz="905" dirty="0">
              <a:latin typeface="+mj-lt"/>
            </a:endParaRPr>
          </a:p>
        </p:txBody>
      </p:sp>
      <p:sp>
        <p:nvSpPr>
          <p:cNvPr id="255" name="Rectangle 254"/>
          <p:cNvSpPr/>
          <p:nvPr/>
        </p:nvSpPr>
        <p:spPr>
          <a:xfrm>
            <a:off x="4874648" y="4586875"/>
            <a:ext cx="2220408" cy="279400"/>
          </a:xfrm>
          <a:prstGeom prst="rect">
            <a:avLst/>
          </a:prstGeom>
        </p:spPr>
        <p:txBody>
          <a:bodyPr wrap="square" lIns="0" tIns="0" rIns="0" bIns="0">
            <a:spAutoFit/>
          </a:bodyPr>
          <a:lstStyle/>
          <a:p>
            <a:r>
              <a:rPr lang="en-GB" sz="905" b="1" dirty="0" smtClean="0">
                <a:solidFill>
                  <a:schemeClr val="accent5"/>
                </a:solidFill>
                <a:latin typeface="+mj-lt"/>
              </a:rPr>
              <a:t>Event</a:t>
            </a:r>
            <a:endParaRPr lang="en-GB" sz="905" b="1" dirty="0">
              <a:solidFill>
                <a:schemeClr val="accent5"/>
              </a:solidFill>
              <a:latin typeface="+mj-lt"/>
            </a:endParaRPr>
          </a:p>
          <a:p>
            <a:r>
              <a:rPr lang="en-GB" sz="905" dirty="0">
                <a:latin typeface="+mj-lt"/>
              </a:rPr>
              <a:t>Description</a:t>
            </a:r>
            <a:endParaRPr lang="en-GB" sz="905" dirty="0">
              <a:latin typeface="+mj-lt"/>
            </a:endParaRPr>
          </a:p>
        </p:txBody>
      </p:sp>
      <p:sp>
        <p:nvSpPr>
          <p:cNvPr id="256" name="Rectangle 255"/>
          <p:cNvSpPr/>
          <p:nvPr/>
        </p:nvSpPr>
        <p:spPr>
          <a:xfrm>
            <a:off x="5608957" y="4050658"/>
            <a:ext cx="1502656" cy="279400"/>
          </a:xfrm>
          <a:prstGeom prst="rect">
            <a:avLst/>
          </a:prstGeom>
        </p:spPr>
        <p:txBody>
          <a:bodyPr wrap="square" lIns="0" tIns="0" rIns="0" bIns="0">
            <a:spAutoFit/>
          </a:bodyPr>
          <a:lstStyle/>
          <a:p>
            <a:r>
              <a:rPr lang="en-GB" sz="905" b="1" dirty="0" smtClean="0">
                <a:solidFill>
                  <a:schemeClr val="accent6"/>
                </a:solidFill>
                <a:latin typeface="+mj-lt"/>
              </a:rPr>
              <a:t>Event</a:t>
            </a:r>
            <a:endParaRPr lang="en-GB" sz="905" b="1" dirty="0">
              <a:solidFill>
                <a:schemeClr val="accent6"/>
              </a:solidFill>
              <a:latin typeface="+mj-lt"/>
            </a:endParaRPr>
          </a:p>
          <a:p>
            <a:r>
              <a:rPr lang="en-GB" sz="905" dirty="0">
                <a:latin typeface="+mj-lt"/>
              </a:rPr>
              <a:t>Description</a:t>
            </a:r>
            <a:endParaRPr lang="en-GB" sz="905" dirty="0">
              <a:latin typeface="+mj-lt"/>
            </a:endParaRPr>
          </a:p>
        </p:txBody>
      </p:sp>
      <p:sp>
        <p:nvSpPr>
          <p:cNvPr id="257" name="Rectangle 256"/>
          <p:cNvSpPr/>
          <p:nvPr/>
        </p:nvSpPr>
        <p:spPr>
          <a:xfrm>
            <a:off x="8257552" y="4050658"/>
            <a:ext cx="1371429" cy="279400"/>
          </a:xfrm>
          <a:prstGeom prst="rect">
            <a:avLst/>
          </a:prstGeom>
        </p:spPr>
        <p:txBody>
          <a:bodyPr wrap="square" lIns="0" tIns="0" rIns="0" bIns="0">
            <a:spAutoFit/>
          </a:bodyPr>
          <a:lstStyle/>
          <a:p>
            <a:r>
              <a:rPr lang="en-GB" sz="905" b="1" dirty="0" smtClean="0">
                <a:solidFill>
                  <a:schemeClr val="accent3"/>
                </a:solidFill>
                <a:latin typeface="+mj-lt"/>
              </a:rPr>
              <a:t>Event</a:t>
            </a:r>
            <a:endParaRPr lang="en-GB" sz="905" b="1" dirty="0">
              <a:solidFill>
                <a:schemeClr val="accent3"/>
              </a:solidFill>
              <a:latin typeface="+mj-lt"/>
            </a:endParaRPr>
          </a:p>
          <a:p>
            <a:r>
              <a:rPr lang="en-GB" sz="905" dirty="0">
                <a:latin typeface="+mj-lt"/>
              </a:rPr>
              <a:t>Description</a:t>
            </a:r>
            <a:endParaRPr lang="en-GB" sz="905" dirty="0">
              <a:latin typeface="+mj-lt"/>
            </a:endParaRPr>
          </a:p>
        </p:txBody>
      </p:sp>
      <p:sp>
        <p:nvSpPr>
          <p:cNvPr id="258" name="Rectangle 257"/>
          <p:cNvSpPr/>
          <p:nvPr/>
        </p:nvSpPr>
        <p:spPr>
          <a:xfrm>
            <a:off x="7458130" y="4586875"/>
            <a:ext cx="1101195" cy="279400"/>
          </a:xfrm>
          <a:prstGeom prst="rect">
            <a:avLst/>
          </a:prstGeom>
        </p:spPr>
        <p:txBody>
          <a:bodyPr wrap="square" lIns="0" tIns="0" rIns="0" bIns="0">
            <a:spAutoFit/>
          </a:bodyPr>
          <a:lstStyle/>
          <a:p>
            <a:r>
              <a:rPr lang="en-GB" sz="905" b="1" dirty="0" smtClean="0">
                <a:solidFill>
                  <a:schemeClr val="accent6"/>
                </a:solidFill>
                <a:latin typeface="+mj-lt"/>
              </a:rPr>
              <a:t>Event</a:t>
            </a:r>
            <a:endParaRPr lang="en-GB" sz="905" b="1" dirty="0" smtClean="0">
              <a:solidFill>
                <a:schemeClr val="accent6"/>
              </a:solidFill>
              <a:latin typeface="+mj-lt"/>
            </a:endParaRPr>
          </a:p>
          <a:p>
            <a:r>
              <a:rPr lang="en-GB" sz="905" dirty="0" smtClean="0">
                <a:latin typeface="+mj-lt"/>
              </a:rPr>
              <a:t>Description</a:t>
            </a:r>
            <a:endParaRPr lang="en-GB" sz="905" dirty="0">
              <a:latin typeface="+mj-lt"/>
            </a:endParaRPr>
          </a:p>
        </p:txBody>
      </p:sp>
      <p:cxnSp>
        <p:nvCxnSpPr>
          <p:cNvPr id="259" name="Straight Arrow Connector 258"/>
          <p:cNvCxnSpPr/>
          <p:nvPr/>
        </p:nvCxnSpPr>
        <p:spPr>
          <a:xfrm flipV="1">
            <a:off x="2378736" y="3830359"/>
            <a:ext cx="0" cy="278137"/>
          </a:xfrm>
          <a:prstGeom prst="straightConnector1">
            <a:avLst/>
          </a:prstGeom>
          <a:ln w="12700">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0" name="Straight Arrow Connector 259"/>
          <p:cNvCxnSpPr/>
          <p:nvPr/>
        </p:nvCxnSpPr>
        <p:spPr>
          <a:xfrm flipV="1">
            <a:off x="3724044" y="3595258"/>
            <a:ext cx="0" cy="513238"/>
          </a:xfrm>
          <a:prstGeom prst="straightConnector1">
            <a:avLst/>
          </a:prstGeom>
          <a:ln w="12700">
            <a:solidFill>
              <a:schemeClr val="accent4"/>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1" name="Straight Arrow Connector 260"/>
          <p:cNvCxnSpPr/>
          <p:nvPr/>
        </p:nvCxnSpPr>
        <p:spPr>
          <a:xfrm flipV="1">
            <a:off x="5508180" y="3830359"/>
            <a:ext cx="0" cy="286036"/>
          </a:xfrm>
          <a:prstGeom prst="straightConnector1">
            <a:avLst/>
          </a:prstGeom>
          <a:ln w="12700">
            <a:solidFill>
              <a:schemeClr val="accent6"/>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2" name="Straight Arrow Connector 261"/>
          <p:cNvCxnSpPr/>
          <p:nvPr/>
        </p:nvCxnSpPr>
        <p:spPr>
          <a:xfrm flipH="1" flipV="1">
            <a:off x="4803856" y="3830359"/>
            <a:ext cx="0" cy="815016"/>
          </a:xfrm>
          <a:prstGeom prst="straightConnector1">
            <a:avLst/>
          </a:prstGeom>
          <a:ln w="12700">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3" name="Straight Arrow Connector 262"/>
          <p:cNvCxnSpPr/>
          <p:nvPr/>
        </p:nvCxnSpPr>
        <p:spPr>
          <a:xfrm flipV="1">
            <a:off x="8170975" y="3780069"/>
            <a:ext cx="0" cy="336327"/>
          </a:xfrm>
          <a:prstGeom prst="straightConnector1">
            <a:avLst/>
          </a:prstGeom>
          <a:ln w="12700">
            <a:solidFill>
              <a:schemeClr val="accent3"/>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Straight Arrow Connector 263"/>
          <p:cNvCxnSpPr/>
          <p:nvPr/>
        </p:nvCxnSpPr>
        <p:spPr>
          <a:xfrm flipV="1">
            <a:off x="7370075" y="3780069"/>
            <a:ext cx="0" cy="865306"/>
          </a:xfrm>
          <a:prstGeom prst="straightConnector1">
            <a:avLst/>
          </a:prstGeom>
          <a:ln w="12700">
            <a:solidFill>
              <a:schemeClr val="accent6"/>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sp>
        <p:nvSpPr>
          <p:cNvPr id="265" name="Rectangle 264"/>
          <p:cNvSpPr/>
          <p:nvPr/>
        </p:nvSpPr>
        <p:spPr>
          <a:xfrm>
            <a:off x="6285537" y="2138675"/>
            <a:ext cx="729719" cy="419100"/>
          </a:xfrm>
          <a:prstGeom prst="rect">
            <a:avLst/>
          </a:prstGeom>
        </p:spPr>
        <p:txBody>
          <a:bodyPr wrap="square" lIns="0" tIns="0" rIns="0" bIns="0">
            <a:spAutoFit/>
          </a:bodyPr>
          <a:lstStyle/>
          <a:p>
            <a:r>
              <a:rPr lang="en-GB" sz="905" b="1" dirty="0" smtClean="0">
                <a:solidFill>
                  <a:srgbClr val="1450B8"/>
                </a:solidFill>
                <a:latin typeface="+mj-lt"/>
              </a:rPr>
              <a:t>Event</a:t>
            </a:r>
            <a:endParaRPr lang="en-GB" sz="905" b="1" dirty="0">
              <a:solidFill>
                <a:srgbClr val="1450B8"/>
              </a:solidFill>
              <a:latin typeface="+mj-lt"/>
            </a:endParaRPr>
          </a:p>
          <a:p>
            <a:r>
              <a:rPr lang="en-GB" sz="905" dirty="0">
                <a:latin typeface="+mj-lt"/>
              </a:rPr>
              <a:t>Description</a:t>
            </a:r>
            <a:endParaRPr lang="en-GB" sz="905" dirty="0">
              <a:latin typeface="+mj-lt"/>
            </a:endParaRPr>
          </a:p>
          <a:p>
            <a:endParaRPr lang="en-GB" sz="905" dirty="0">
              <a:solidFill>
                <a:srgbClr val="1450B8"/>
              </a:solidFill>
              <a:latin typeface="+mj-lt"/>
            </a:endParaRPr>
          </a:p>
        </p:txBody>
      </p:sp>
      <p:cxnSp>
        <p:nvCxnSpPr>
          <p:cNvPr id="266" name="Straight Arrow Connector 265"/>
          <p:cNvCxnSpPr/>
          <p:nvPr/>
        </p:nvCxnSpPr>
        <p:spPr>
          <a:xfrm flipV="1">
            <a:off x="6185179" y="2188190"/>
            <a:ext cx="0" cy="795901"/>
          </a:xfrm>
          <a:prstGeom prst="straightConnector1">
            <a:avLst/>
          </a:prstGeom>
          <a:ln w="12700">
            <a:solidFill>
              <a:schemeClr val="accent2"/>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67" name="Rectangle 266"/>
          <p:cNvSpPr/>
          <p:nvPr/>
        </p:nvSpPr>
        <p:spPr>
          <a:xfrm>
            <a:off x="8925939" y="2138675"/>
            <a:ext cx="1327857" cy="279400"/>
          </a:xfrm>
          <a:prstGeom prst="rect">
            <a:avLst/>
          </a:prstGeom>
        </p:spPr>
        <p:txBody>
          <a:bodyPr wrap="square" lIns="0" tIns="0" rIns="0" bIns="0">
            <a:spAutoFit/>
          </a:bodyPr>
          <a:lstStyle/>
          <a:p>
            <a:r>
              <a:rPr lang="en-GB" sz="905" b="1" dirty="0" smtClean="0">
                <a:solidFill>
                  <a:schemeClr val="accent1"/>
                </a:solidFill>
                <a:latin typeface="+mj-lt"/>
              </a:rPr>
              <a:t>Event</a:t>
            </a:r>
            <a:endParaRPr lang="en-GB" sz="905" b="1" dirty="0">
              <a:solidFill>
                <a:schemeClr val="accent1"/>
              </a:solidFill>
              <a:latin typeface="+mj-lt"/>
            </a:endParaRPr>
          </a:p>
          <a:p>
            <a:r>
              <a:rPr lang="en-GB" sz="905" dirty="0">
                <a:latin typeface="+mj-lt"/>
              </a:rPr>
              <a:t>Description</a:t>
            </a:r>
            <a:endParaRPr lang="en-GB" sz="905" dirty="0">
              <a:latin typeface="+mj-lt"/>
            </a:endParaRPr>
          </a:p>
        </p:txBody>
      </p:sp>
      <p:cxnSp>
        <p:nvCxnSpPr>
          <p:cNvPr id="268" name="Straight Arrow Connector 267"/>
          <p:cNvCxnSpPr/>
          <p:nvPr/>
        </p:nvCxnSpPr>
        <p:spPr>
          <a:xfrm flipH="1" flipV="1">
            <a:off x="8852507" y="2188190"/>
            <a:ext cx="0" cy="589337"/>
          </a:xfrm>
          <a:prstGeom prst="straightConnector1">
            <a:avLst/>
          </a:prstGeom>
          <a:ln w="12700">
            <a:solidFill>
              <a:srgbClr val="1450B8"/>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69" name="Rectangle 268"/>
          <p:cNvSpPr/>
          <p:nvPr/>
        </p:nvSpPr>
        <p:spPr>
          <a:xfrm>
            <a:off x="7327380" y="2138675"/>
            <a:ext cx="989275" cy="419100"/>
          </a:xfrm>
          <a:prstGeom prst="rect">
            <a:avLst/>
          </a:prstGeom>
        </p:spPr>
        <p:txBody>
          <a:bodyPr wrap="square" lIns="0" tIns="0" rIns="0" bIns="0">
            <a:spAutoFit/>
          </a:bodyPr>
          <a:lstStyle/>
          <a:p>
            <a:r>
              <a:rPr lang="en-GB" sz="905" b="1" dirty="0" smtClean="0">
                <a:solidFill>
                  <a:schemeClr val="accent1"/>
                </a:solidFill>
                <a:latin typeface="+mj-lt"/>
              </a:rPr>
              <a:t>Event</a:t>
            </a:r>
            <a:endParaRPr lang="en-GB" sz="905" b="1" dirty="0">
              <a:solidFill>
                <a:schemeClr val="accent1"/>
              </a:solidFill>
              <a:latin typeface="+mj-lt"/>
            </a:endParaRPr>
          </a:p>
          <a:p>
            <a:r>
              <a:rPr lang="en-GB" sz="905" dirty="0">
                <a:latin typeface="+mj-lt"/>
              </a:rPr>
              <a:t>Description</a:t>
            </a:r>
            <a:endParaRPr lang="en-GB" sz="905" dirty="0">
              <a:latin typeface="+mj-lt"/>
            </a:endParaRPr>
          </a:p>
          <a:p>
            <a:endParaRPr lang="en-GB" sz="905" dirty="0">
              <a:latin typeface="+mj-lt"/>
            </a:endParaRPr>
          </a:p>
        </p:txBody>
      </p:sp>
      <p:cxnSp>
        <p:nvCxnSpPr>
          <p:cNvPr id="270" name="Straight Arrow Connector 269"/>
          <p:cNvCxnSpPr/>
          <p:nvPr/>
        </p:nvCxnSpPr>
        <p:spPr>
          <a:xfrm flipH="1" flipV="1">
            <a:off x="7260836" y="2188190"/>
            <a:ext cx="0" cy="589337"/>
          </a:xfrm>
          <a:prstGeom prst="straightConnector1">
            <a:avLst/>
          </a:prstGeom>
          <a:ln w="12700">
            <a:solidFill>
              <a:srgbClr val="1450B8"/>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71" name="Rectangle 270"/>
          <p:cNvSpPr/>
          <p:nvPr/>
        </p:nvSpPr>
        <p:spPr>
          <a:xfrm>
            <a:off x="9444219" y="4586875"/>
            <a:ext cx="884584" cy="279400"/>
          </a:xfrm>
          <a:prstGeom prst="rect">
            <a:avLst/>
          </a:prstGeom>
        </p:spPr>
        <p:txBody>
          <a:bodyPr wrap="square" lIns="0" tIns="0" rIns="0" bIns="0">
            <a:spAutoFit/>
          </a:bodyPr>
          <a:lstStyle/>
          <a:p>
            <a:r>
              <a:rPr lang="en-GB" sz="905" b="1" dirty="0" smtClean="0">
                <a:solidFill>
                  <a:srgbClr val="1450B8"/>
                </a:solidFill>
                <a:latin typeface="+mj-lt"/>
              </a:rPr>
              <a:t>Event</a:t>
            </a:r>
            <a:endParaRPr lang="en-GB" sz="905" b="1" dirty="0">
              <a:solidFill>
                <a:srgbClr val="1450B8"/>
              </a:solidFill>
              <a:latin typeface="+mj-lt"/>
            </a:endParaRPr>
          </a:p>
          <a:p>
            <a:r>
              <a:rPr lang="en-GB" sz="905" dirty="0">
                <a:latin typeface="+mj-lt"/>
              </a:rPr>
              <a:t>Description</a:t>
            </a:r>
            <a:endParaRPr lang="en-GB" sz="905" dirty="0">
              <a:latin typeface="+mj-lt"/>
            </a:endParaRPr>
          </a:p>
        </p:txBody>
      </p:sp>
      <p:cxnSp>
        <p:nvCxnSpPr>
          <p:cNvPr id="272" name="Straight Arrow Connector 271"/>
          <p:cNvCxnSpPr/>
          <p:nvPr/>
        </p:nvCxnSpPr>
        <p:spPr>
          <a:xfrm flipV="1">
            <a:off x="9361669" y="3595258"/>
            <a:ext cx="0" cy="1042218"/>
          </a:xfrm>
          <a:prstGeom prst="straightConnector1">
            <a:avLst/>
          </a:prstGeom>
          <a:ln w="12700">
            <a:solidFill>
              <a:schemeClr val="accent2"/>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75" name="Group 274"/>
          <p:cNvGrpSpPr/>
          <p:nvPr/>
        </p:nvGrpSpPr>
        <p:grpSpPr>
          <a:xfrm>
            <a:off x="5525318" y="6057499"/>
            <a:ext cx="638877" cy="195918"/>
            <a:chOff x="4326047" y="6536034"/>
            <a:chExt cx="704362" cy="216000"/>
          </a:xfrm>
        </p:grpSpPr>
        <p:sp>
          <p:nvSpPr>
            <p:cNvPr id="276" name="Rectangle 275"/>
            <p:cNvSpPr/>
            <p:nvPr/>
          </p:nvSpPr>
          <p:spPr>
            <a:xfrm>
              <a:off x="4326047" y="6536034"/>
              <a:ext cx="214273" cy="216000"/>
            </a:xfrm>
            <a:prstGeom prst="rect">
              <a:avLst/>
            </a:prstGeom>
            <a:solidFill>
              <a:schemeClr val="accent3"/>
            </a:solidFill>
            <a:ln w="12700">
              <a:noFill/>
            </a:ln>
          </p:spPr>
          <p:txBody>
            <a:bodyPr wrap="square" lIns="32653" rIns="32653" anchor="ctr">
              <a:noAutofit/>
            </a:bodyPr>
            <a:lstStyle/>
            <a:p>
              <a:pPr algn="ctr" fontAlgn="b"/>
              <a:endParaRPr lang="en-GB" sz="545" dirty="0" smtClean="0">
                <a:solidFill>
                  <a:schemeClr val="bg2"/>
                </a:solidFill>
                <a:latin typeface="腾讯体 W7" panose="020C08030202040F0204" pitchFamily="18" charset="-122"/>
              </a:endParaRPr>
            </a:p>
          </p:txBody>
        </p:sp>
        <p:sp>
          <p:nvSpPr>
            <p:cNvPr id="277" name="Rectangle 276"/>
            <p:cNvSpPr/>
            <p:nvPr/>
          </p:nvSpPr>
          <p:spPr>
            <a:xfrm>
              <a:off x="4571194"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smtClean="0">
                  <a:solidFill>
                    <a:srgbClr val="1450B8"/>
                  </a:solidFill>
                  <a:latin typeface="腾讯体 W7" panose="020C08030202040F0204" pitchFamily="18" charset="-122"/>
                </a:rPr>
                <a:t>xxx</a:t>
              </a:r>
              <a:endParaRPr lang="nl-NL" sz="545" b="1" dirty="0" smtClean="0">
                <a:solidFill>
                  <a:srgbClr val="1450B8"/>
                </a:solidFill>
                <a:latin typeface="腾讯体 W7" panose="020C08030202040F0204" pitchFamily="18" charset="-122"/>
              </a:endParaRPr>
            </a:p>
          </p:txBody>
        </p:sp>
      </p:grpSp>
      <p:sp>
        <p:nvSpPr>
          <p:cNvPr id="163" name="Trapezoid 162"/>
          <p:cNvSpPr/>
          <p:nvPr/>
        </p:nvSpPr>
        <p:spPr bwMode="ltGray">
          <a:xfrm rot="10800000">
            <a:off x="3236271" y="3312656"/>
            <a:ext cx="1607454" cy="287347"/>
          </a:xfrm>
          <a:prstGeom prst="trapezoid">
            <a:avLst/>
          </a:prstGeom>
          <a:solidFill>
            <a:schemeClr val="accent4">
              <a:lumMod val="60000"/>
              <a:lumOff val="40000"/>
              <a:alpha val="89804"/>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32" name="Oval 231"/>
          <p:cNvSpPr/>
          <p:nvPr/>
        </p:nvSpPr>
        <p:spPr bwMode="ltGray">
          <a:xfrm>
            <a:off x="3205973"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33" name="Oval 232"/>
          <p:cNvSpPr/>
          <p:nvPr/>
        </p:nvSpPr>
        <p:spPr bwMode="ltGray">
          <a:xfrm>
            <a:off x="3906212"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35" name="Oval 234"/>
          <p:cNvSpPr/>
          <p:nvPr/>
        </p:nvSpPr>
        <p:spPr bwMode="ltGray">
          <a:xfrm>
            <a:off x="3556093"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36" name="Oval 235"/>
          <p:cNvSpPr/>
          <p:nvPr/>
        </p:nvSpPr>
        <p:spPr bwMode="ltGray">
          <a:xfrm>
            <a:off x="4256332"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
        <p:nvSpPr>
          <p:cNvPr id="237" name="Oval 236"/>
          <p:cNvSpPr/>
          <p:nvPr/>
        </p:nvSpPr>
        <p:spPr bwMode="ltGray">
          <a:xfrm>
            <a:off x="4606452"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graphicFrame>
        <p:nvGraphicFramePr>
          <p:cNvPr id="215" name="Table 214"/>
          <p:cNvGraphicFramePr>
            <a:graphicFrameLocks noGrp="1"/>
          </p:cNvGraphicFramePr>
          <p:nvPr/>
        </p:nvGraphicFramePr>
        <p:xfrm>
          <a:off x="2030762" y="3380520"/>
          <a:ext cx="8412480" cy="505460"/>
        </p:xfrm>
        <a:graphic>
          <a:graphicData uri="http://schemas.openxmlformats.org/drawingml/2006/table">
            <a:tbl>
              <a:tblPr firstRow="1" bandRow="1">
                <a:tableStyleId>{69D073F8-1565-44D7-B386-08B59EADF2EE}</a:tableStyleId>
              </a:tblPr>
              <a:tblGrid>
                <a:gridCol w="350520"/>
                <a:gridCol w="350520"/>
                <a:gridCol w="350520"/>
                <a:gridCol w="350520"/>
                <a:gridCol w="350520"/>
                <a:gridCol w="350520"/>
                <a:gridCol w="350520"/>
                <a:gridCol w="350520"/>
                <a:gridCol w="350520"/>
                <a:gridCol w="350520"/>
                <a:gridCol w="350520"/>
                <a:gridCol w="350520"/>
                <a:gridCol w="350520"/>
                <a:gridCol w="350520"/>
                <a:gridCol w="350520"/>
                <a:gridCol w="350520"/>
                <a:gridCol w="350520"/>
                <a:gridCol w="350520"/>
                <a:gridCol w="350520"/>
                <a:gridCol w="350520"/>
                <a:gridCol w="350520"/>
                <a:gridCol w="350520"/>
                <a:gridCol w="350520"/>
                <a:gridCol w="350520"/>
              </a:tblGrid>
              <a:tr h="505460">
                <a:tc>
                  <a:txBody>
                    <a:bodyPr/>
                    <a:lstStyle/>
                    <a:p>
                      <a:r>
                        <a:rPr lang="en-GB" sz="905" i="0" dirty="0" smtClean="0">
                          <a:solidFill>
                            <a:schemeClr val="tx1"/>
                          </a:solidFill>
                          <a:latin typeface="+mj-lt"/>
                        </a:rPr>
                        <a:t>1990</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1991</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1992</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1993</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1994</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1995</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1996</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1997</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1998</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1999</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2000</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2001</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2002</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2003</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2004</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2005</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2006</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2007</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2008</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2009</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2010</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2011</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2012</a:t>
                      </a:r>
                      <a:endParaRPr lang="en-GB" sz="905" i="0" dirty="0">
                        <a:solidFill>
                          <a:schemeClr val="tx1"/>
                        </a:solidFill>
                        <a:latin typeface="+mj-lt"/>
                      </a:endParaRPr>
                    </a:p>
                  </a:txBody>
                  <a:tcPr marL="82938" marR="82938" marT="41469" marB="41469" vert="vert" anchor="ctr"/>
                </a:tc>
                <a:tc>
                  <a:txBody>
                    <a:bodyPr/>
                    <a:lstStyle/>
                    <a:p>
                      <a:r>
                        <a:rPr lang="en-GB" sz="905" i="0" dirty="0" smtClean="0">
                          <a:solidFill>
                            <a:schemeClr val="tx1"/>
                          </a:solidFill>
                          <a:latin typeface="+mj-lt"/>
                        </a:rPr>
                        <a:t>2013</a:t>
                      </a:r>
                      <a:endParaRPr lang="en-GB" sz="905" i="0" dirty="0">
                        <a:solidFill>
                          <a:schemeClr val="tx1"/>
                        </a:solidFill>
                        <a:latin typeface="+mj-lt"/>
                      </a:endParaRPr>
                    </a:p>
                  </a:txBody>
                  <a:tcPr marL="82938" marR="82938" marT="41469" marB="41469" vert="vert" anchor="ctr"/>
                </a:tc>
              </a:tr>
            </a:tbl>
          </a:graphicData>
        </a:graphic>
      </p:graphicFrame>
      <p:sp>
        <p:nvSpPr>
          <p:cNvPr id="79" name="Oval 78"/>
          <p:cNvSpPr/>
          <p:nvPr/>
        </p:nvSpPr>
        <p:spPr bwMode="ltGray">
          <a:xfrm>
            <a:off x="10208363"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mj-lt"/>
            </a:endParaRPr>
          </a:p>
        </p:txBody>
      </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682" name="Rectangle 2"/>
          <p:cNvSpPr>
            <a:spLocks noGrp="1" noChangeArrowheads="1"/>
          </p:cNvSpPr>
          <p:nvPr>
            <p:ph type="title"/>
            <p:custDataLst>
              <p:tags r:id="rId1"/>
            </p:custDataLst>
          </p:nvPr>
        </p:nvSpPr>
        <p:spPr/>
        <p:txBody>
          <a:bodyPr/>
          <a:lstStyle/>
          <a:p>
            <a:pPr eaLnBrk="1" hangingPunct="1"/>
            <a:r>
              <a:rPr lang="en-AU" smtClean="0">
                <a:solidFill>
                  <a:srgbClr val="0C306E"/>
                </a:solidFill>
              </a:rPr>
              <a:t>Timeline with statuses</a:t>
            </a:r>
            <a:endParaRPr lang="en-AU" smtClean="0">
              <a:solidFill>
                <a:srgbClr val="0C306E"/>
              </a:solidFill>
            </a:endParaRPr>
          </a:p>
        </p:txBody>
      </p:sp>
      <p:sp>
        <p:nvSpPr>
          <p:cNvPr id="199684" name="Slide Number Placeholder 2"/>
          <p:cNvSpPr>
            <a:spLocks noGrp="1"/>
          </p:cNvSpPr>
          <p:nvPr>
            <p:ph type="sldNum" sz="quarter" idx="4294967295"/>
          </p:nvPr>
        </p:nvSpPr>
        <p:spPr bwMode="auto">
          <a:xfrm>
            <a:off x="8763037" y="6476260"/>
            <a:ext cx="1619657" cy="152608"/>
          </a:xfrm>
          <a:prstGeom prst="rect">
            <a:avLst/>
          </a:prstGeom>
          <a:noFill/>
          <a:ln>
            <a:miter lim="800000"/>
          </a:ln>
        </p:spPr>
        <p:txBody>
          <a:bodyPr vert="horz" wrap="square" numCol="1" compatLnSpc="1"/>
          <a:lstStyle/>
          <a:p>
            <a:pPr defTabSz="993140"/>
            <a:fld id="{FD1899F6-24A6-47A4-9076-1B00F17FB398}" type="slidenum">
              <a:rPr lang="en-GB" sz="905" smtClean="0"/>
            </a:fld>
            <a:endParaRPr lang="en-GB" sz="905" smtClean="0"/>
          </a:p>
        </p:txBody>
      </p:sp>
      <p:sp>
        <p:nvSpPr>
          <p:cNvPr id="199686" name="Freeform 5"/>
          <p:cNvSpPr/>
          <p:nvPr/>
        </p:nvSpPr>
        <p:spPr bwMode="auto">
          <a:xfrm>
            <a:off x="4992478" y="2132698"/>
            <a:ext cx="1772266" cy="380080"/>
          </a:xfrm>
          <a:custGeom>
            <a:avLst/>
            <a:gdLst>
              <a:gd name="T0" fmla="*/ 0 w 284"/>
              <a:gd name="T1" fmla="*/ 0 h 279"/>
              <a:gd name="T2" fmla="*/ 2147483647 w 284"/>
              <a:gd name="T3" fmla="*/ 2147483647 h 279"/>
              <a:gd name="T4" fmla="*/ 2147483647 w 284"/>
              <a:gd name="T5" fmla="*/ 2147483647 h 279"/>
              <a:gd name="T6" fmla="*/ 0 w 284"/>
              <a:gd name="T7" fmla="*/ 0 h 279"/>
              <a:gd name="T8" fmla="*/ 0 60000 65536"/>
              <a:gd name="T9" fmla="*/ 0 60000 65536"/>
              <a:gd name="T10" fmla="*/ 0 60000 65536"/>
              <a:gd name="T11" fmla="*/ 0 60000 65536"/>
              <a:gd name="T12" fmla="*/ 0 w 284"/>
              <a:gd name="T13" fmla="*/ 0 h 279"/>
              <a:gd name="T14" fmla="*/ 284 w 284"/>
              <a:gd name="T15" fmla="*/ 279 h 279"/>
            </a:gdLst>
            <a:ahLst/>
            <a:cxnLst>
              <a:cxn ang="T8">
                <a:pos x="T0" y="T1"/>
              </a:cxn>
              <a:cxn ang="T9">
                <a:pos x="T2" y="T3"/>
              </a:cxn>
              <a:cxn ang="T10">
                <a:pos x="T4" y="T5"/>
              </a:cxn>
              <a:cxn ang="T11">
                <a:pos x="T6" y="T7"/>
              </a:cxn>
            </a:cxnLst>
            <a:rect l="T12" t="T13" r="T14" b="T15"/>
            <a:pathLst>
              <a:path w="284" h="279">
                <a:moveTo>
                  <a:pt x="0" y="0"/>
                </a:moveTo>
                <a:cubicBezTo>
                  <a:pt x="5" y="4"/>
                  <a:pt x="5" y="4"/>
                  <a:pt x="5" y="4"/>
                </a:cubicBezTo>
                <a:cubicBezTo>
                  <a:pt x="5" y="4"/>
                  <a:pt x="244" y="135"/>
                  <a:pt x="284" y="279"/>
                </a:cubicBezTo>
                <a:cubicBezTo>
                  <a:pt x="277" y="137"/>
                  <a:pt x="0" y="0"/>
                  <a:pt x="0" y="0"/>
                </a:cubicBezTo>
                <a:close/>
              </a:path>
            </a:pathLst>
          </a:custGeom>
          <a:solidFill>
            <a:schemeClr val="accent5"/>
          </a:solidFill>
          <a:ln w="8001" cap="flat">
            <a:noFill/>
            <a:prstDash val="solid"/>
            <a:miter lim="800000"/>
          </a:ln>
        </p:spPr>
        <p:txBody>
          <a:bodyPr lIns="82897" tIns="41448" rIns="82897" bIns="41448"/>
          <a:lstStyle/>
          <a:p>
            <a:endParaRPr lang="en-GB" sz="1815"/>
          </a:p>
        </p:txBody>
      </p:sp>
      <p:sp>
        <p:nvSpPr>
          <p:cNvPr id="199687" name="Freeform 6"/>
          <p:cNvSpPr/>
          <p:nvPr/>
        </p:nvSpPr>
        <p:spPr bwMode="auto">
          <a:xfrm>
            <a:off x="3413129" y="3894890"/>
            <a:ext cx="4221187" cy="1078332"/>
          </a:xfrm>
          <a:custGeom>
            <a:avLst/>
            <a:gdLst>
              <a:gd name="T0" fmla="*/ 2147483647 w 675"/>
              <a:gd name="T1" fmla="*/ 2147483647 h 786"/>
              <a:gd name="T2" fmla="*/ 0 w 675"/>
              <a:gd name="T3" fmla="*/ 2147483647 h 786"/>
              <a:gd name="T4" fmla="*/ 2147483647 w 675"/>
              <a:gd name="T5" fmla="*/ 2147483647 h 786"/>
              <a:gd name="T6" fmla="*/ 2147483647 w 675"/>
              <a:gd name="T7" fmla="*/ 2147483647 h 786"/>
              <a:gd name="T8" fmla="*/ 2147483647 w 675"/>
              <a:gd name="T9" fmla="*/ 0 h 786"/>
              <a:gd name="T10" fmla="*/ 0 60000 65536"/>
              <a:gd name="T11" fmla="*/ 0 60000 65536"/>
              <a:gd name="T12" fmla="*/ 0 60000 65536"/>
              <a:gd name="T13" fmla="*/ 0 60000 65536"/>
              <a:gd name="T14" fmla="*/ 0 60000 65536"/>
              <a:gd name="T15" fmla="*/ 0 w 675"/>
              <a:gd name="T16" fmla="*/ 0 h 786"/>
              <a:gd name="T17" fmla="*/ 675 w 675"/>
              <a:gd name="T18" fmla="*/ 786 h 786"/>
            </a:gdLst>
            <a:ahLst/>
            <a:cxnLst>
              <a:cxn ang="T10">
                <a:pos x="T0" y="T1"/>
              </a:cxn>
              <a:cxn ang="T11">
                <a:pos x="T2" y="T3"/>
              </a:cxn>
              <a:cxn ang="T12">
                <a:pos x="T4" y="T5"/>
              </a:cxn>
              <a:cxn ang="T13">
                <a:pos x="T6" y="T7"/>
              </a:cxn>
              <a:cxn ang="T14">
                <a:pos x="T8" y="T9"/>
              </a:cxn>
            </a:cxnLst>
            <a:rect l="T15" t="T16" r="T17" b="T18"/>
            <a:pathLst>
              <a:path w="675" h="786">
                <a:moveTo>
                  <a:pt x="659" y="58"/>
                </a:moveTo>
                <a:cubicBezTo>
                  <a:pt x="571" y="285"/>
                  <a:pt x="0" y="445"/>
                  <a:pt x="0" y="670"/>
                </a:cubicBezTo>
                <a:cubicBezTo>
                  <a:pt x="0" y="708"/>
                  <a:pt x="13" y="747"/>
                  <a:pt x="35" y="786"/>
                </a:cubicBezTo>
                <a:cubicBezTo>
                  <a:pt x="164" y="566"/>
                  <a:pt x="675" y="392"/>
                  <a:pt x="675" y="142"/>
                </a:cubicBezTo>
                <a:cubicBezTo>
                  <a:pt x="670" y="0"/>
                  <a:pt x="670" y="0"/>
                  <a:pt x="670" y="0"/>
                </a:cubicBezTo>
              </a:path>
            </a:pathLst>
          </a:custGeom>
          <a:solidFill>
            <a:schemeClr val="accent3">
              <a:lumMod val="20000"/>
              <a:lumOff val="80000"/>
            </a:schemeClr>
          </a:solidFill>
          <a:ln w="8001" cap="flat">
            <a:noFill/>
            <a:prstDash val="solid"/>
            <a:miter lim="800000"/>
          </a:ln>
        </p:spPr>
        <p:txBody>
          <a:bodyPr lIns="82897" tIns="41448" rIns="82897" bIns="41448"/>
          <a:lstStyle/>
          <a:p>
            <a:endParaRPr lang="en-GB" sz="1815"/>
          </a:p>
        </p:txBody>
      </p:sp>
      <p:sp>
        <p:nvSpPr>
          <p:cNvPr id="199688" name="Freeform 7"/>
          <p:cNvSpPr/>
          <p:nvPr/>
        </p:nvSpPr>
        <p:spPr bwMode="auto">
          <a:xfrm>
            <a:off x="4026443" y="2488303"/>
            <a:ext cx="2742620" cy="670899"/>
          </a:xfrm>
          <a:custGeom>
            <a:avLst/>
            <a:gdLst>
              <a:gd name="T0" fmla="*/ 2147483647 w 439"/>
              <a:gd name="T1" fmla="*/ 2147483647 h 485"/>
              <a:gd name="T2" fmla="*/ 2147483647 w 439"/>
              <a:gd name="T3" fmla="*/ 2147483647 h 485"/>
              <a:gd name="T4" fmla="*/ 0 w 439"/>
              <a:gd name="T5" fmla="*/ 2147483647 h 485"/>
              <a:gd name="T6" fmla="*/ 2147483647 w 439"/>
              <a:gd name="T7" fmla="*/ 2147483647 h 485"/>
              <a:gd name="T8" fmla="*/ 2147483647 w 439"/>
              <a:gd name="T9" fmla="*/ 0 h 485"/>
              <a:gd name="T10" fmla="*/ 2147483647 w 439"/>
              <a:gd name="T11" fmla="*/ 2147483647 h 485"/>
              <a:gd name="T12" fmla="*/ 0 60000 65536"/>
              <a:gd name="T13" fmla="*/ 0 60000 65536"/>
              <a:gd name="T14" fmla="*/ 0 60000 65536"/>
              <a:gd name="T15" fmla="*/ 0 60000 65536"/>
              <a:gd name="T16" fmla="*/ 0 60000 65536"/>
              <a:gd name="T17" fmla="*/ 0 60000 65536"/>
              <a:gd name="T18" fmla="*/ 0 w 439"/>
              <a:gd name="T19" fmla="*/ 0 h 485"/>
              <a:gd name="T20" fmla="*/ 439 w 439"/>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439" h="485">
                <a:moveTo>
                  <a:pt x="439" y="40"/>
                </a:moveTo>
                <a:cubicBezTo>
                  <a:pt x="439" y="187"/>
                  <a:pt x="71" y="330"/>
                  <a:pt x="13" y="485"/>
                </a:cubicBezTo>
                <a:cubicBezTo>
                  <a:pt x="5" y="471"/>
                  <a:pt x="0" y="457"/>
                  <a:pt x="0" y="443"/>
                </a:cubicBezTo>
                <a:cubicBezTo>
                  <a:pt x="0" y="289"/>
                  <a:pt x="438" y="149"/>
                  <a:pt x="438" y="5"/>
                </a:cubicBezTo>
                <a:cubicBezTo>
                  <a:pt x="438" y="4"/>
                  <a:pt x="438" y="2"/>
                  <a:pt x="438" y="0"/>
                </a:cubicBezTo>
                <a:lnTo>
                  <a:pt x="439" y="40"/>
                </a:lnTo>
                <a:close/>
              </a:path>
            </a:pathLst>
          </a:custGeom>
          <a:solidFill>
            <a:schemeClr val="accent3">
              <a:lumMod val="20000"/>
              <a:lumOff val="80000"/>
            </a:schemeClr>
          </a:solidFill>
          <a:ln w="8001" cap="flat">
            <a:noFill/>
            <a:prstDash val="solid"/>
            <a:miter lim="800000"/>
          </a:ln>
        </p:spPr>
        <p:txBody>
          <a:bodyPr lIns="82897" tIns="41448" rIns="82897" bIns="41448"/>
          <a:lstStyle/>
          <a:p>
            <a:endParaRPr lang="en-GB" sz="1815"/>
          </a:p>
        </p:txBody>
      </p:sp>
      <p:sp>
        <p:nvSpPr>
          <p:cNvPr id="199689" name="Freeform 8"/>
          <p:cNvSpPr/>
          <p:nvPr/>
        </p:nvSpPr>
        <p:spPr bwMode="auto">
          <a:xfrm>
            <a:off x="4026439" y="3095859"/>
            <a:ext cx="3579083" cy="868137"/>
          </a:xfrm>
          <a:custGeom>
            <a:avLst/>
            <a:gdLst>
              <a:gd name="T0" fmla="*/ 2147483647 w 572"/>
              <a:gd name="T1" fmla="*/ 2147483647 h 630"/>
              <a:gd name="T2" fmla="*/ 2147483647 w 572"/>
              <a:gd name="T3" fmla="*/ 2147483647 h 630"/>
              <a:gd name="T4" fmla="*/ 2147483647 w 572"/>
              <a:gd name="T5" fmla="*/ 2147483647 h 630"/>
              <a:gd name="T6" fmla="*/ 2147483647 w 572"/>
              <a:gd name="T7" fmla="*/ 2147483647 h 630"/>
              <a:gd name="T8" fmla="*/ 0 w 572"/>
              <a:gd name="T9" fmla="*/ 0 h 630"/>
              <a:gd name="T10" fmla="*/ 0 60000 65536"/>
              <a:gd name="T11" fmla="*/ 0 60000 65536"/>
              <a:gd name="T12" fmla="*/ 0 60000 65536"/>
              <a:gd name="T13" fmla="*/ 0 60000 65536"/>
              <a:gd name="T14" fmla="*/ 0 60000 65536"/>
              <a:gd name="T15" fmla="*/ 0 w 572"/>
              <a:gd name="T16" fmla="*/ 0 h 630"/>
              <a:gd name="T17" fmla="*/ 572 w 572"/>
              <a:gd name="T18" fmla="*/ 630 h 630"/>
            </a:gdLst>
            <a:ahLst/>
            <a:cxnLst>
              <a:cxn ang="T10">
                <a:pos x="T0" y="T1"/>
              </a:cxn>
              <a:cxn ang="T11">
                <a:pos x="T2" y="T3"/>
              </a:cxn>
              <a:cxn ang="T12">
                <a:pos x="T4" y="T5"/>
              </a:cxn>
              <a:cxn ang="T13">
                <a:pos x="T6" y="T7"/>
              </a:cxn>
              <a:cxn ang="T14">
                <a:pos x="T8" y="T9"/>
              </a:cxn>
            </a:cxnLst>
            <a:rect l="T15" t="T16" r="T17" b="T18"/>
            <a:pathLst>
              <a:path w="572" h="630">
                <a:moveTo>
                  <a:pt x="13" y="42"/>
                </a:moveTo>
                <a:cubicBezTo>
                  <a:pt x="98" y="184"/>
                  <a:pt x="572" y="338"/>
                  <a:pt x="572" y="572"/>
                </a:cubicBezTo>
                <a:cubicBezTo>
                  <a:pt x="572" y="592"/>
                  <a:pt x="568" y="612"/>
                  <a:pt x="561" y="630"/>
                </a:cubicBezTo>
                <a:cubicBezTo>
                  <a:pt x="467" y="393"/>
                  <a:pt x="5" y="235"/>
                  <a:pt x="5" y="81"/>
                </a:cubicBezTo>
                <a:cubicBezTo>
                  <a:pt x="0" y="0"/>
                  <a:pt x="0" y="0"/>
                  <a:pt x="0" y="0"/>
                </a:cubicBezTo>
              </a:path>
            </a:pathLst>
          </a:custGeom>
          <a:solidFill>
            <a:schemeClr val="accent5"/>
          </a:solidFill>
          <a:ln w="8001" cap="flat">
            <a:noFill/>
            <a:prstDash val="solid"/>
            <a:miter lim="800000"/>
          </a:ln>
        </p:spPr>
        <p:txBody>
          <a:bodyPr lIns="82897" tIns="41448" rIns="82897" bIns="41448"/>
          <a:lstStyle/>
          <a:p>
            <a:endParaRPr lang="en-GB" sz="1815"/>
          </a:p>
        </p:txBody>
      </p:sp>
      <p:sp>
        <p:nvSpPr>
          <p:cNvPr id="199690" name="Freeform 9"/>
          <p:cNvSpPr/>
          <p:nvPr/>
        </p:nvSpPr>
        <p:spPr bwMode="auto">
          <a:xfrm>
            <a:off x="3413128" y="4811976"/>
            <a:ext cx="4298931" cy="1184870"/>
          </a:xfrm>
          <a:custGeom>
            <a:avLst/>
            <a:gdLst>
              <a:gd name="T0" fmla="*/ 0 w 687"/>
              <a:gd name="T1" fmla="*/ 0 h 861"/>
              <a:gd name="T2" fmla="*/ 2147483647 w 687"/>
              <a:gd name="T3" fmla="*/ 2147483647 h 861"/>
              <a:gd name="T4" fmla="*/ 2147483647 w 687"/>
              <a:gd name="T5" fmla="*/ 2147483647 h 861"/>
              <a:gd name="T6" fmla="*/ 2147483647 w 687"/>
              <a:gd name="T7" fmla="*/ 2147483647 h 861"/>
              <a:gd name="T8" fmla="*/ 2147483647 w 687"/>
              <a:gd name="T9" fmla="*/ 2147483647 h 861"/>
              <a:gd name="T10" fmla="*/ 2147483647 w 687"/>
              <a:gd name="T11" fmla="*/ 2147483647 h 861"/>
              <a:gd name="T12" fmla="*/ 2147483647 w 687"/>
              <a:gd name="T13" fmla="*/ 2147483647 h 861"/>
              <a:gd name="T14" fmla="*/ 2147483647 w 687"/>
              <a:gd name="T15" fmla="*/ 2147483647 h 861"/>
              <a:gd name="T16" fmla="*/ 0 60000 65536"/>
              <a:gd name="T17" fmla="*/ 0 60000 65536"/>
              <a:gd name="T18" fmla="*/ 0 60000 65536"/>
              <a:gd name="T19" fmla="*/ 0 60000 65536"/>
              <a:gd name="T20" fmla="*/ 0 60000 65536"/>
              <a:gd name="T21" fmla="*/ 0 60000 65536"/>
              <a:gd name="T22" fmla="*/ 0 60000 65536"/>
              <a:gd name="T23" fmla="*/ 0 60000 65536"/>
              <a:gd name="T24" fmla="*/ 0 w 687"/>
              <a:gd name="T25" fmla="*/ 0 h 861"/>
              <a:gd name="T26" fmla="*/ 687 w 687"/>
              <a:gd name="T27" fmla="*/ 861 h 861"/>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687" h="861">
                <a:moveTo>
                  <a:pt x="0" y="0"/>
                </a:moveTo>
                <a:cubicBezTo>
                  <a:pt x="5" y="214"/>
                  <a:pt x="5" y="214"/>
                  <a:pt x="5" y="214"/>
                </a:cubicBezTo>
                <a:cubicBezTo>
                  <a:pt x="5" y="484"/>
                  <a:pt x="553" y="820"/>
                  <a:pt x="553" y="820"/>
                </a:cubicBezTo>
                <a:cubicBezTo>
                  <a:pt x="552" y="861"/>
                  <a:pt x="552" y="861"/>
                  <a:pt x="552" y="861"/>
                </a:cubicBezTo>
                <a:cubicBezTo>
                  <a:pt x="687" y="725"/>
                  <a:pt x="687" y="725"/>
                  <a:pt x="687" y="725"/>
                </a:cubicBezTo>
                <a:cubicBezTo>
                  <a:pt x="545" y="501"/>
                  <a:pt x="545" y="501"/>
                  <a:pt x="545" y="501"/>
                </a:cubicBezTo>
                <a:cubicBezTo>
                  <a:pt x="548" y="548"/>
                  <a:pt x="548" y="548"/>
                  <a:pt x="548" y="548"/>
                </a:cubicBezTo>
                <a:cubicBezTo>
                  <a:pt x="548" y="548"/>
                  <a:pt x="155" y="330"/>
                  <a:pt x="35" y="116"/>
                </a:cubicBezTo>
              </a:path>
            </a:pathLst>
          </a:custGeom>
          <a:solidFill>
            <a:schemeClr val="accent5"/>
          </a:solidFill>
          <a:ln w="8001" cap="flat">
            <a:noFill/>
            <a:prstDash val="solid"/>
            <a:miter lim="800000"/>
          </a:ln>
        </p:spPr>
        <p:txBody>
          <a:bodyPr lIns="82897" tIns="41448" rIns="82897" bIns="41448"/>
          <a:lstStyle/>
          <a:p>
            <a:endParaRPr lang="en-GB" sz="1815"/>
          </a:p>
        </p:txBody>
      </p:sp>
      <p:sp>
        <p:nvSpPr>
          <p:cNvPr id="199691" name="Text Box 10"/>
          <p:cNvSpPr txBox="1">
            <a:spLocks noChangeArrowheads="1"/>
          </p:cNvSpPr>
          <p:nvPr/>
        </p:nvSpPr>
        <p:spPr bwMode="auto">
          <a:xfrm>
            <a:off x="6515672" y="5605248"/>
            <a:ext cx="676910" cy="293370"/>
          </a:xfrm>
          <a:prstGeom prst="rect">
            <a:avLst/>
          </a:prstGeom>
          <a:noFill/>
          <a:ln w="9525">
            <a:noFill/>
            <a:miter lim="800000"/>
          </a:ln>
        </p:spPr>
        <p:txBody>
          <a:bodyPr wrap="none" lIns="0" tIns="0" rIns="0" bIns="0">
            <a:spAutoFit/>
          </a:bodyPr>
          <a:lstStyle/>
          <a:p>
            <a:pPr defTabSz="972820"/>
            <a:r>
              <a:rPr lang="en-AU" sz="1905">
                <a:solidFill>
                  <a:schemeClr val="accent5"/>
                </a:solidFill>
              </a:rPr>
              <a:t>[Year]</a:t>
            </a:r>
            <a:endParaRPr lang="en-AU" sz="1905">
              <a:solidFill>
                <a:schemeClr val="accent5"/>
              </a:solidFill>
            </a:endParaRPr>
          </a:p>
        </p:txBody>
      </p:sp>
      <p:sp>
        <p:nvSpPr>
          <p:cNvPr id="199692" name="Text Box 19"/>
          <p:cNvSpPr txBox="1">
            <a:spLocks noChangeArrowheads="1"/>
          </p:cNvSpPr>
          <p:nvPr/>
        </p:nvSpPr>
        <p:spPr bwMode="auto">
          <a:xfrm>
            <a:off x="4749166" y="1851963"/>
            <a:ext cx="676910" cy="293370"/>
          </a:xfrm>
          <a:prstGeom prst="rect">
            <a:avLst/>
          </a:prstGeom>
          <a:noFill/>
          <a:ln w="9525">
            <a:noFill/>
            <a:miter lim="800000"/>
          </a:ln>
        </p:spPr>
        <p:txBody>
          <a:bodyPr wrap="none" lIns="0" tIns="0" rIns="0" bIns="0">
            <a:spAutoFit/>
          </a:bodyPr>
          <a:lstStyle/>
          <a:p>
            <a:pPr defTabSz="972820"/>
            <a:r>
              <a:rPr lang="en-AU" sz="1905">
                <a:solidFill>
                  <a:schemeClr val="accent5"/>
                </a:solidFill>
              </a:rPr>
              <a:t>[Year]</a:t>
            </a:r>
            <a:endParaRPr lang="en-AU" sz="1905">
              <a:solidFill>
                <a:schemeClr val="accent5"/>
              </a:solidFill>
            </a:endParaRPr>
          </a:p>
        </p:txBody>
      </p:sp>
      <p:graphicFrame>
        <p:nvGraphicFramePr>
          <p:cNvPr id="2212965" name="Group 101"/>
          <p:cNvGraphicFramePr>
            <a:graphicFrameLocks noGrp="1"/>
          </p:cNvGraphicFramePr>
          <p:nvPr/>
        </p:nvGraphicFramePr>
        <p:xfrm>
          <a:off x="7072776" y="2093416"/>
          <a:ext cx="2689225" cy="508000"/>
        </p:xfrm>
        <a:graphic>
          <a:graphicData uri="http://schemas.openxmlformats.org/drawingml/2006/table">
            <a:tbl>
              <a:tblPr firstRow="1">
                <a:tableStyleId>{21E4AEA4-8DFA-4A89-87EB-49C32662AFE0}</a:tableStyleId>
              </a:tblPr>
              <a:tblGrid>
                <a:gridCol w="2689225"/>
              </a:tblGrid>
              <a:tr h="24193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Month / year</a:t>
                      </a:r>
                      <a:endParaRPr kumimoji="0" lang="en-GB" sz="815"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What happened / will happen / status</a:t>
                      </a:r>
                      <a:endParaRPr kumimoji="0" lang="en-GB" sz="81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tr>
            </a:tbl>
          </a:graphicData>
        </a:graphic>
      </p:graphicFrame>
      <p:graphicFrame>
        <p:nvGraphicFramePr>
          <p:cNvPr id="22" name="Group 101"/>
          <p:cNvGraphicFramePr>
            <a:graphicFrameLocks noGrp="1"/>
          </p:cNvGraphicFramePr>
          <p:nvPr/>
        </p:nvGraphicFramePr>
        <p:xfrm>
          <a:off x="6327875" y="2821550"/>
          <a:ext cx="2689225" cy="488950"/>
        </p:xfrm>
        <a:graphic>
          <a:graphicData uri="http://schemas.openxmlformats.org/drawingml/2006/table">
            <a:tbl>
              <a:tblPr firstRow="1">
                <a:tableStyleId>{21E4AEA4-8DFA-4A89-87EB-49C32662AFE0}</a:tableStyleId>
              </a:tblPr>
              <a:tblGrid>
                <a:gridCol w="2689225"/>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Month / year</a:t>
                      </a:r>
                      <a:endParaRPr kumimoji="0" lang="en-GB" sz="815"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What happened / will happen / status</a:t>
                      </a:r>
                      <a:endParaRPr kumimoji="0" lang="en-GB" sz="81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tr>
            </a:tbl>
          </a:graphicData>
        </a:graphic>
      </p:graphicFrame>
      <p:graphicFrame>
        <p:nvGraphicFramePr>
          <p:cNvPr id="23" name="Group 101"/>
          <p:cNvGraphicFramePr>
            <a:graphicFrameLocks noGrp="1"/>
          </p:cNvGraphicFramePr>
          <p:nvPr/>
        </p:nvGraphicFramePr>
        <p:xfrm>
          <a:off x="1447419" y="5576791"/>
          <a:ext cx="2689225" cy="488950"/>
        </p:xfrm>
        <a:graphic>
          <a:graphicData uri="http://schemas.openxmlformats.org/drawingml/2006/table">
            <a:tbl>
              <a:tblPr firstRow="1">
                <a:tableStyleId>{21E4AEA4-8DFA-4A89-87EB-49C32662AFE0}</a:tableStyleId>
              </a:tblPr>
              <a:tblGrid>
                <a:gridCol w="2689225"/>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Month / year</a:t>
                      </a:r>
                      <a:endParaRPr kumimoji="0" lang="en-GB" sz="815"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What happened / will happen / status</a:t>
                      </a:r>
                      <a:endParaRPr kumimoji="0" lang="en-GB" sz="81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tr>
            </a:tbl>
          </a:graphicData>
        </a:graphic>
      </p:graphicFrame>
      <p:graphicFrame>
        <p:nvGraphicFramePr>
          <p:cNvPr id="24" name="Group 101"/>
          <p:cNvGraphicFramePr>
            <a:graphicFrameLocks noGrp="1"/>
          </p:cNvGraphicFramePr>
          <p:nvPr/>
        </p:nvGraphicFramePr>
        <p:xfrm>
          <a:off x="1488703" y="3981081"/>
          <a:ext cx="2689225" cy="488950"/>
        </p:xfrm>
        <a:graphic>
          <a:graphicData uri="http://schemas.openxmlformats.org/drawingml/2006/table">
            <a:tbl>
              <a:tblPr firstRow="1">
                <a:tableStyleId>{21E4AEA4-8DFA-4A89-87EB-49C32662AFE0}</a:tableStyleId>
              </a:tblPr>
              <a:tblGrid>
                <a:gridCol w="2689225"/>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Month / year</a:t>
                      </a:r>
                      <a:endParaRPr kumimoji="0" lang="en-GB" sz="815"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What happened / will happen / status</a:t>
                      </a:r>
                      <a:endParaRPr kumimoji="0" lang="en-GB" sz="81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tr>
            </a:tbl>
          </a:graphicData>
        </a:graphic>
      </p:graphicFrame>
      <p:graphicFrame>
        <p:nvGraphicFramePr>
          <p:cNvPr id="25" name="Group 101"/>
          <p:cNvGraphicFramePr>
            <a:graphicFrameLocks noGrp="1"/>
          </p:cNvGraphicFramePr>
          <p:nvPr/>
        </p:nvGraphicFramePr>
        <p:xfrm>
          <a:off x="1831544" y="3397726"/>
          <a:ext cx="2689225" cy="488950"/>
        </p:xfrm>
        <a:graphic>
          <a:graphicData uri="http://schemas.openxmlformats.org/drawingml/2006/table">
            <a:tbl>
              <a:tblPr firstRow="1">
                <a:tableStyleId>{21E4AEA4-8DFA-4A89-87EB-49C32662AFE0}</a:tableStyleId>
              </a:tblPr>
              <a:tblGrid>
                <a:gridCol w="2689225"/>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Month / year</a:t>
                      </a:r>
                      <a:endParaRPr kumimoji="0" lang="en-GB" sz="815"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What happened / will happen / status</a:t>
                      </a:r>
                      <a:endParaRPr kumimoji="0" lang="en-GB" sz="81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tr>
            </a:tbl>
          </a:graphicData>
        </a:graphic>
      </p:graphicFrame>
      <p:graphicFrame>
        <p:nvGraphicFramePr>
          <p:cNvPr id="26" name="Group 101"/>
          <p:cNvGraphicFramePr>
            <a:graphicFrameLocks noGrp="1"/>
          </p:cNvGraphicFramePr>
          <p:nvPr/>
        </p:nvGraphicFramePr>
        <p:xfrm>
          <a:off x="1872818" y="2340502"/>
          <a:ext cx="2689225" cy="488950"/>
        </p:xfrm>
        <a:graphic>
          <a:graphicData uri="http://schemas.openxmlformats.org/drawingml/2006/table">
            <a:tbl>
              <a:tblPr firstRow="1">
                <a:tableStyleId>{21E4AEA4-8DFA-4A89-87EB-49C32662AFE0}</a:tableStyleId>
              </a:tblPr>
              <a:tblGrid>
                <a:gridCol w="2689225"/>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Month / year</a:t>
                      </a:r>
                      <a:endParaRPr kumimoji="0" lang="en-GB" sz="815"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What happened / will happen / status</a:t>
                      </a:r>
                      <a:endParaRPr kumimoji="0" lang="en-GB" sz="81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tr>
            </a:tbl>
          </a:graphicData>
        </a:graphic>
      </p:graphicFrame>
      <p:graphicFrame>
        <p:nvGraphicFramePr>
          <p:cNvPr id="27" name="Group 101"/>
          <p:cNvGraphicFramePr>
            <a:graphicFrameLocks noGrp="1"/>
          </p:cNvGraphicFramePr>
          <p:nvPr/>
        </p:nvGraphicFramePr>
        <p:xfrm>
          <a:off x="7837427" y="3738765"/>
          <a:ext cx="2689225" cy="488950"/>
        </p:xfrm>
        <a:graphic>
          <a:graphicData uri="http://schemas.openxmlformats.org/drawingml/2006/table">
            <a:tbl>
              <a:tblPr firstRow="1">
                <a:tableStyleId>{21E4AEA4-8DFA-4A89-87EB-49C32662AFE0}</a:tableStyleId>
              </a:tblPr>
              <a:tblGrid>
                <a:gridCol w="2689225"/>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Month / year</a:t>
                      </a:r>
                      <a:endParaRPr kumimoji="0" lang="en-GB" sz="815"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What happened / will happen / status</a:t>
                      </a:r>
                      <a:endParaRPr kumimoji="0" lang="en-GB" sz="81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tr>
            </a:tbl>
          </a:graphicData>
        </a:graphic>
      </p:graphicFrame>
      <p:graphicFrame>
        <p:nvGraphicFramePr>
          <p:cNvPr id="28" name="Group 101"/>
          <p:cNvGraphicFramePr>
            <a:graphicFrameLocks noGrp="1"/>
          </p:cNvGraphicFramePr>
          <p:nvPr/>
        </p:nvGraphicFramePr>
        <p:xfrm>
          <a:off x="6155563" y="4717010"/>
          <a:ext cx="2689225" cy="488950"/>
        </p:xfrm>
        <a:graphic>
          <a:graphicData uri="http://schemas.openxmlformats.org/drawingml/2006/table">
            <a:tbl>
              <a:tblPr firstRow="1">
                <a:tableStyleId>{21E4AEA4-8DFA-4A89-87EB-49C32662AFE0}</a:tableStyleId>
              </a:tblPr>
              <a:tblGrid>
                <a:gridCol w="2689225"/>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Month / year</a:t>
                      </a:r>
                      <a:endParaRPr kumimoji="0" lang="en-GB" sz="815"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What happened / will happen / status</a:t>
                      </a:r>
                      <a:endParaRPr kumimoji="0" lang="en-GB" sz="81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tr>
            </a:tbl>
          </a:graphicData>
        </a:graphic>
      </p:graphicFrame>
      <p:graphicFrame>
        <p:nvGraphicFramePr>
          <p:cNvPr id="29" name="Group 101"/>
          <p:cNvGraphicFramePr>
            <a:graphicFrameLocks noGrp="1"/>
          </p:cNvGraphicFramePr>
          <p:nvPr/>
        </p:nvGraphicFramePr>
        <p:xfrm>
          <a:off x="7801531" y="5630637"/>
          <a:ext cx="2689225" cy="488950"/>
        </p:xfrm>
        <a:graphic>
          <a:graphicData uri="http://schemas.openxmlformats.org/drawingml/2006/table">
            <a:tbl>
              <a:tblPr firstRow="1">
                <a:tableStyleId>{21E4AEA4-8DFA-4A89-87EB-49C32662AFE0}</a:tableStyleId>
              </a:tblPr>
              <a:tblGrid>
                <a:gridCol w="2689225"/>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Month / year</a:t>
                      </a:r>
                      <a:endParaRPr kumimoji="0" lang="en-GB" sz="815"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smtClean="0">
                          <a:ln>
                            <a:noFill/>
                          </a:ln>
                          <a:effectLst/>
                        </a:rPr>
                        <a:t>What happened / will happen / status</a:t>
                      </a:r>
                      <a:endParaRPr kumimoji="0" lang="en-GB" sz="81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tr>
            </a:tbl>
          </a:graphicData>
        </a:graphic>
      </p:graphicFrame>
    </p:spTree>
    <p:custDataLst>
      <p:tags r:id="rId2"/>
    </p:custData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Timelines</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15" name="Group 14"/>
          <p:cNvGrpSpPr/>
          <p:nvPr/>
        </p:nvGrpSpPr>
        <p:grpSpPr>
          <a:xfrm>
            <a:off x="1850630" y="3625084"/>
            <a:ext cx="7684909" cy="946939"/>
            <a:chOff x="666180" y="3996655"/>
            <a:chExt cx="8472612" cy="1044000"/>
          </a:xfrm>
        </p:grpSpPr>
        <p:sp>
          <p:nvSpPr>
            <p:cNvPr id="43" name="Block Arc 42"/>
            <p:cNvSpPr/>
            <p:nvPr/>
          </p:nvSpPr>
          <p:spPr bwMode="ltGray">
            <a:xfrm>
              <a:off x="666180" y="4011551"/>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44" name="Block Arc 43"/>
            <p:cNvSpPr/>
            <p:nvPr/>
          </p:nvSpPr>
          <p:spPr bwMode="ltGray">
            <a:xfrm flipV="1">
              <a:off x="1590717" y="4105106"/>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47" name="Block Arc 46"/>
            <p:cNvSpPr/>
            <p:nvPr/>
          </p:nvSpPr>
          <p:spPr bwMode="ltGray">
            <a:xfrm>
              <a:off x="2523346" y="4011655"/>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84" name="Block Arc 83"/>
            <p:cNvSpPr/>
            <p:nvPr/>
          </p:nvSpPr>
          <p:spPr bwMode="ltGray">
            <a:xfrm flipV="1">
              <a:off x="3455974" y="4105210"/>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85" name="Block Arc 84"/>
            <p:cNvSpPr/>
            <p:nvPr/>
          </p:nvSpPr>
          <p:spPr bwMode="ltGray">
            <a:xfrm>
              <a:off x="4388603" y="4011655"/>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86" name="Block Arc 85"/>
            <p:cNvSpPr/>
            <p:nvPr/>
          </p:nvSpPr>
          <p:spPr bwMode="ltGray">
            <a:xfrm flipV="1">
              <a:off x="5313140" y="4105210"/>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87" name="Block Arc 86"/>
            <p:cNvSpPr/>
            <p:nvPr/>
          </p:nvSpPr>
          <p:spPr bwMode="ltGray">
            <a:xfrm>
              <a:off x="6245883" y="3996655"/>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88" name="Block Arc 87"/>
            <p:cNvSpPr/>
            <p:nvPr/>
          </p:nvSpPr>
          <p:spPr bwMode="ltGray">
            <a:xfrm flipV="1">
              <a:off x="7178512" y="4090210"/>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89" name="Block Arc 88"/>
            <p:cNvSpPr/>
            <p:nvPr/>
          </p:nvSpPr>
          <p:spPr bwMode="ltGray">
            <a:xfrm>
              <a:off x="8111026" y="4011551"/>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grpSp>
        <p:nvGrpSpPr>
          <p:cNvPr id="90" name="Group 89"/>
          <p:cNvGrpSpPr/>
          <p:nvPr/>
        </p:nvGrpSpPr>
        <p:grpSpPr>
          <a:xfrm>
            <a:off x="2101587" y="3903047"/>
            <a:ext cx="430300" cy="2008005"/>
            <a:chOff x="1062172" y="3420655"/>
            <a:chExt cx="432048" cy="2016160"/>
          </a:xfrm>
          <a:solidFill>
            <a:srgbClr val="1450B8"/>
          </a:solidFill>
        </p:grpSpPr>
        <p:cxnSp>
          <p:nvCxnSpPr>
            <p:cNvPr id="91" name="Straight Connector 90"/>
            <p:cNvCxnSpPr>
              <a:stCxn id="92" idx="4"/>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92" name="Oval 91"/>
            <p:cNvSpPr/>
            <p:nvPr/>
          </p:nvSpPr>
          <p:spPr bwMode="ltGray">
            <a:xfrm>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smtClean="0">
                  <a:solidFill>
                    <a:schemeClr val="bg1"/>
                  </a:solidFill>
                  <a:latin typeface="腾讯体 W7" panose="020C08030202040F0204" pitchFamily="18" charset="-122"/>
                </a:rPr>
                <a:t>1</a:t>
              </a:r>
              <a:endParaRPr lang="en-GB" sz="1815" dirty="0" smtClean="0">
                <a:solidFill>
                  <a:schemeClr val="bg1"/>
                </a:solidFill>
                <a:latin typeface="腾讯体 W7" panose="020C08030202040F0204" pitchFamily="18" charset="-122"/>
              </a:endParaRPr>
            </a:p>
          </p:txBody>
        </p:sp>
      </p:grpSp>
      <p:grpSp>
        <p:nvGrpSpPr>
          <p:cNvPr id="93" name="Group 92"/>
          <p:cNvGrpSpPr/>
          <p:nvPr/>
        </p:nvGrpSpPr>
        <p:grpSpPr>
          <a:xfrm>
            <a:off x="3787729" y="3903048"/>
            <a:ext cx="430300" cy="2008005"/>
            <a:chOff x="1062172" y="3420656"/>
            <a:chExt cx="432048" cy="2016159"/>
          </a:xfrm>
          <a:solidFill>
            <a:srgbClr val="1450B8"/>
          </a:solidFill>
        </p:grpSpPr>
        <p:cxnSp>
          <p:nvCxnSpPr>
            <p:cNvPr id="94" name="Straight Connector 93"/>
            <p:cNvCxnSpPr>
              <a:stCxn id="95" idx="4"/>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95" name="Oval 94"/>
            <p:cNvSpPr/>
            <p:nvPr/>
          </p:nvSpPr>
          <p:spPr bwMode="ltGray">
            <a:xfrm>
              <a:off x="1062172" y="3420656"/>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3</a:t>
              </a:r>
              <a:endParaRPr lang="en-GB" sz="1815" dirty="0" smtClean="0">
                <a:solidFill>
                  <a:schemeClr val="bg1"/>
                </a:solidFill>
                <a:latin typeface="腾讯体 W7" panose="020C08030202040F0204" pitchFamily="18" charset="-122"/>
              </a:endParaRPr>
            </a:p>
          </p:txBody>
        </p:sp>
      </p:grpSp>
      <p:grpSp>
        <p:nvGrpSpPr>
          <p:cNvPr id="96" name="Group 95"/>
          <p:cNvGrpSpPr/>
          <p:nvPr/>
        </p:nvGrpSpPr>
        <p:grpSpPr>
          <a:xfrm>
            <a:off x="5473871" y="3903047"/>
            <a:ext cx="430300" cy="2008005"/>
            <a:chOff x="1062172" y="3420655"/>
            <a:chExt cx="432048" cy="2016160"/>
          </a:xfrm>
          <a:solidFill>
            <a:srgbClr val="1450B8"/>
          </a:solidFill>
        </p:grpSpPr>
        <p:cxnSp>
          <p:nvCxnSpPr>
            <p:cNvPr id="97" name="Straight Connector 96"/>
            <p:cNvCxnSpPr>
              <a:stCxn id="98" idx="4"/>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98" name="Oval 97"/>
            <p:cNvSpPr/>
            <p:nvPr/>
          </p:nvSpPr>
          <p:spPr bwMode="ltGray">
            <a:xfrm>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5</a:t>
              </a:r>
              <a:endParaRPr lang="en-GB" sz="1815" dirty="0" smtClean="0">
                <a:solidFill>
                  <a:schemeClr val="bg1"/>
                </a:solidFill>
                <a:latin typeface="腾讯体 W7" panose="020C08030202040F0204" pitchFamily="18" charset="-122"/>
              </a:endParaRPr>
            </a:p>
          </p:txBody>
        </p:sp>
      </p:grpSp>
      <p:grpSp>
        <p:nvGrpSpPr>
          <p:cNvPr id="99" name="Group 98"/>
          <p:cNvGrpSpPr/>
          <p:nvPr/>
        </p:nvGrpSpPr>
        <p:grpSpPr>
          <a:xfrm>
            <a:off x="7160013" y="3903047"/>
            <a:ext cx="430300" cy="2008005"/>
            <a:chOff x="1062172" y="3420655"/>
            <a:chExt cx="432048" cy="2016160"/>
          </a:xfrm>
          <a:solidFill>
            <a:srgbClr val="1450B8"/>
          </a:solidFill>
        </p:grpSpPr>
        <p:cxnSp>
          <p:nvCxnSpPr>
            <p:cNvPr id="100" name="Straight Connector 99"/>
            <p:cNvCxnSpPr>
              <a:stCxn id="101" idx="4"/>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01" name="Oval 100"/>
            <p:cNvSpPr/>
            <p:nvPr/>
          </p:nvSpPr>
          <p:spPr bwMode="ltGray">
            <a:xfrm>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7</a:t>
              </a:r>
              <a:endParaRPr lang="en-GB" sz="1815" dirty="0" smtClean="0">
                <a:solidFill>
                  <a:schemeClr val="bg1"/>
                </a:solidFill>
                <a:latin typeface="腾讯体 W7" panose="020C08030202040F0204" pitchFamily="18" charset="-122"/>
              </a:endParaRPr>
            </a:p>
          </p:txBody>
        </p:sp>
      </p:grpSp>
      <p:grpSp>
        <p:nvGrpSpPr>
          <p:cNvPr id="102" name="Group 101"/>
          <p:cNvGrpSpPr/>
          <p:nvPr/>
        </p:nvGrpSpPr>
        <p:grpSpPr>
          <a:xfrm>
            <a:off x="8852354" y="3903047"/>
            <a:ext cx="430300" cy="2008005"/>
            <a:chOff x="1062172" y="3420655"/>
            <a:chExt cx="432048" cy="2016160"/>
          </a:xfrm>
          <a:solidFill>
            <a:srgbClr val="1450B8"/>
          </a:solidFill>
        </p:grpSpPr>
        <p:cxnSp>
          <p:nvCxnSpPr>
            <p:cNvPr id="103" name="Straight Connector 102"/>
            <p:cNvCxnSpPr>
              <a:stCxn id="104" idx="4"/>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04" name="Oval 103"/>
            <p:cNvSpPr/>
            <p:nvPr/>
          </p:nvSpPr>
          <p:spPr bwMode="ltGray">
            <a:xfrm>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9</a:t>
              </a:r>
              <a:endParaRPr lang="en-GB" sz="1815" dirty="0" smtClean="0">
                <a:solidFill>
                  <a:schemeClr val="bg1"/>
                </a:solidFill>
                <a:latin typeface="腾讯体 W7" panose="020C08030202040F0204" pitchFamily="18" charset="-122"/>
              </a:endParaRPr>
            </a:p>
          </p:txBody>
        </p:sp>
      </p:grpSp>
      <p:sp>
        <p:nvSpPr>
          <p:cNvPr id="105" name="TextBox 104"/>
          <p:cNvSpPr txBox="1"/>
          <p:nvPr/>
        </p:nvSpPr>
        <p:spPr>
          <a:xfrm>
            <a:off x="2424365" y="4691868"/>
            <a:ext cx="1004034" cy="1219185"/>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a:t>
            </a:r>
            <a:endParaRPr lang="en-GB" sz="905" dirty="0" smtClean="0">
              <a:latin typeface="腾讯体 W7" panose="020C08030202040F0204" pitchFamily="18" charset="-122"/>
            </a:endParaRPr>
          </a:p>
        </p:txBody>
      </p:sp>
      <p:sp>
        <p:nvSpPr>
          <p:cNvPr id="106" name="TextBox 105"/>
          <p:cNvSpPr txBox="1"/>
          <p:nvPr/>
        </p:nvSpPr>
        <p:spPr>
          <a:xfrm>
            <a:off x="4137387" y="4691868"/>
            <a:ext cx="1004034" cy="1219185"/>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a:t>
            </a:r>
            <a:endParaRPr lang="en-GB" sz="905" dirty="0" smtClean="0">
              <a:latin typeface="腾讯体 W7" panose="020C08030202040F0204" pitchFamily="18" charset="-122"/>
            </a:endParaRPr>
          </a:p>
        </p:txBody>
      </p:sp>
      <p:sp>
        <p:nvSpPr>
          <p:cNvPr id="107" name="TextBox 106"/>
          <p:cNvSpPr txBox="1"/>
          <p:nvPr/>
        </p:nvSpPr>
        <p:spPr>
          <a:xfrm>
            <a:off x="5813712" y="4691868"/>
            <a:ext cx="1004034" cy="1219185"/>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a:t>
            </a:r>
            <a:endParaRPr lang="en-GB" sz="905" dirty="0" smtClean="0">
              <a:latin typeface="腾讯体 W7" panose="020C08030202040F0204" pitchFamily="18" charset="-122"/>
            </a:endParaRPr>
          </a:p>
        </p:txBody>
      </p:sp>
      <p:sp>
        <p:nvSpPr>
          <p:cNvPr id="108" name="TextBox 107"/>
          <p:cNvSpPr txBox="1"/>
          <p:nvPr/>
        </p:nvSpPr>
        <p:spPr>
          <a:xfrm>
            <a:off x="7512054" y="4691868"/>
            <a:ext cx="1004034" cy="1219185"/>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a:t>
            </a:r>
            <a:endParaRPr lang="en-GB" sz="905" dirty="0" smtClean="0">
              <a:latin typeface="腾讯体 W7" panose="020C08030202040F0204" pitchFamily="18" charset="-122"/>
            </a:endParaRPr>
          </a:p>
        </p:txBody>
      </p:sp>
      <p:sp>
        <p:nvSpPr>
          <p:cNvPr id="109" name="TextBox 108"/>
          <p:cNvSpPr txBox="1"/>
          <p:nvPr/>
        </p:nvSpPr>
        <p:spPr>
          <a:xfrm>
            <a:off x="9201918" y="4691868"/>
            <a:ext cx="1004034" cy="1219185"/>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a:t>
            </a:r>
            <a:endParaRPr lang="en-GB" sz="905" dirty="0" smtClean="0">
              <a:latin typeface="腾讯体 W7" panose="020C08030202040F0204" pitchFamily="18" charset="-122"/>
            </a:endParaRPr>
          </a:p>
        </p:txBody>
      </p:sp>
      <p:grpSp>
        <p:nvGrpSpPr>
          <p:cNvPr id="110" name="Group 109"/>
          <p:cNvGrpSpPr/>
          <p:nvPr/>
        </p:nvGrpSpPr>
        <p:grpSpPr>
          <a:xfrm flipV="1">
            <a:off x="4614950" y="2297599"/>
            <a:ext cx="430300" cy="2008005"/>
            <a:chOff x="1062172" y="3420655"/>
            <a:chExt cx="432048" cy="2016160"/>
          </a:xfrm>
          <a:solidFill>
            <a:srgbClr val="1450B8"/>
          </a:solidFill>
        </p:grpSpPr>
        <p:cxnSp>
          <p:nvCxnSpPr>
            <p:cNvPr id="111" name="Straight Connector 110"/>
            <p:cNvCxnSpPr>
              <a:stCxn id="112" idx="0"/>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12" name="Oval 111"/>
            <p:cNvSpPr/>
            <p:nvPr/>
          </p:nvSpPr>
          <p:spPr bwMode="ltGray">
            <a:xfrm flipV="1">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4</a:t>
              </a:r>
              <a:endParaRPr lang="en-GB" sz="1815" dirty="0" smtClean="0">
                <a:solidFill>
                  <a:schemeClr val="bg1"/>
                </a:solidFill>
                <a:latin typeface="腾讯体 W7" panose="020C08030202040F0204" pitchFamily="18" charset="-122"/>
              </a:endParaRPr>
            </a:p>
          </p:txBody>
        </p:sp>
      </p:grpSp>
      <p:grpSp>
        <p:nvGrpSpPr>
          <p:cNvPr id="113" name="Group 112"/>
          <p:cNvGrpSpPr/>
          <p:nvPr/>
        </p:nvGrpSpPr>
        <p:grpSpPr>
          <a:xfrm flipV="1">
            <a:off x="6308431" y="2297599"/>
            <a:ext cx="430300" cy="2008005"/>
            <a:chOff x="1062172" y="3420655"/>
            <a:chExt cx="432048" cy="2016160"/>
          </a:xfrm>
          <a:solidFill>
            <a:srgbClr val="1450B8"/>
          </a:solidFill>
        </p:grpSpPr>
        <p:cxnSp>
          <p:nvCxnSpPr>
            <p:cNvPr id="114" name="Straight Connector 113"/>
            <p:cNvCxnSpPr>
              <a:stCxn id="115" idx="0"/>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15" name="Oval 114"/>
            <p:cNvSpPr/>
            <p:nvPr/>
          </p:nvSpPr>
          <p:spPr bwMode="ltGray">
            <a:xfrm flipV="1">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6</a:t>
              </a:r>
              <a:endParaRPr lang="en-GB" sz="1815" dirty="0" smtClean="0">
                <a:solidFill>
                  <a:schemeClr val="bg1"/>
                </a:solidFill>
                <a:latin typeface="腾讯体 W7" panose="020C08030202040F0204" pitchFamily="18" charset="-122"/>
              </a:endParaRPr>
            </a:p>
          </p:txBody>
        </p:sp>
      </p:grpSp>
      <p:grpSp>
        <p:nvGrpSpPr>
          <p:cNvPr id="116" name="Group 115"/>
          <p:cNvGrpSpPr/>
          <p:nvPr/>
        </p:nvGrpSpPr>
        <p:grpSpPr>
          <a:xfrm flipV="1">
            <a:off x="8001913" y="2297599"/>
            <a:ext cx="430300" cy="2008005"/>
            <a:chOff x="1062172" y="3420655"/>
            <a:chExt cx="432048" cy="2016160"/>
          </a:xfrm>
          <a:solidFill>
            <a:srgbClr val="1450B8"/>
          </a:solidFill>
        </p:grpSpPr>
        <p:cxnSp>
          <p:nvCxnSpPr>
            <p:cNvPr id="117" name="Straight Connector 116"/>
            <p:cNvCxnSpPr>
              <a:stCxn id="118" idx="0"/>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18" name="Oval 117"/>
            <p:cNvSpPr/>
            <p:nvPr/>
          </p:nvSpPr>
          <p:spPr bwMode="ltGray">
            <a:xfrm flipV="1">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8</a:t>
              </a:r>
              <a:endParaRPr lang="en-GB" sz="1815" dirty="0" smtClean="0">
                <a:solidFill>
                  <a:schemeClr val="bg1"/>
                </a:solidFill>
                <a:latin typeface="腾讯体 W7" panose="020C08030202040F0204" pitchFamily="18" charset="-122"/>
              </a:endParaRPr>
            </a:p>
          </p:txBody>
        </p:sp>
      </p:grpSp>
      <p:sp>
        <p:nvSpPr>
          <p:cNvPr id="119" name="TextBox 118"/>
          <p:cNvSpPr txBox="1"/>
          <p:nvPr/>
        </p:nvSpPr>
        <p:spPr>
          <a:xfrm>
            <a:off x="4919772" y="2457229"/>
            <a:ext cx="1004034" cy="1219185"/>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a:t>
            </a:r>
            <a:endParaRPr lang="en-GB" sz="905" dirty="0" smtClean="0">
              <a:latin typeface="腾讯体 W7" panose="020C08030202040F0204" pitchFamily="18" charset="-122"/>
            </a:endParaRPr>
          </a:p>
        </p:txBody>
      </p:sp>
      <p:sp>
        <p:nvSpPr>
          <p:cNvPr id="120" name="TextBox 119"/>
          <p:cNvSpPr txBox="1"/>
          <p:nvPr/>
        </p:nvSpPr>
        <p:spPr>
          <a:xfrm>
            <a:off x="6640134" y="2457229"/>
            <a:ext cx="1004034" cy="1219185"/>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a:t>
            </a:r>
            <a:endParaRPr lang="en-GB" sz="905" dirty="0" smtClean="0">
              <a:latin typeface="腾讯体 W7" panose="020C08030202040F0204" pitchFamily="18" charset="-122"/>
            </a:endParaRPr>
          </a:p>
        </p:txBody>
      </p:sp>
      <p:sp>
        <p:nvSpPr>
          <p:cNvPr id="121" name="TextBox 120"/>
          <p:cNvSpPr txBox="1"/>
          <p:nvPr/>
        </p:nvSpPr>
        <p:spPr>
          <a:xfrm>
            <a:off x="8323798" y="2457229"/>
            <a:ext cx="1004034" cy="1219185"/>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a:t>
            </a:r>
            <a:endParaRPr lang="en-GB" sz="905" dirty="0" smtClean="0">
              <a:latin typeface="腾讯体 W7" panose="020C08030202040F0204" pitchFamily="18" charset="-122"/>
            </a:endParaRPr>
          </a:p>
        </p:txBody>
      </p:sp>
      <p:grpSp>
        <p:nvGrpSpPr>
          <p:cNvPr id="122" name="Group 121"/>
          <p:cNvGrpSpPr/>
          <p:nvPr/>
        </p:nvGrpSpPr>
        <p:grpSpPr>
          <a:xfrm flipV="1">
            <a:off x="2945871" y="2297599"/>
            <a:ext cx="430300" cy="2008005"/>
            <a:chOff x="1062172" y="3420655"/>
            <a:chExt cx="432048" cy="2016160"/>
          </a:xfrm>
          <a:solidFill>
            <a:srgbClr val="1450B8"/>
          </a:solidFill>
        </p:grpSpPr>
        <p:cxnSp>
          <p:nvCxnSpPr>
            <p:cNvPr id="123" name="Straight Connector 122"/>
            <p:cNvCxnSpPr>
              <a:stCxn id="124" idx="0"/>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24" name="Oval 123"/>
            <p:cNvSpPr/>
            <p:nvPr/>
          </p:nvSpPr>
          <p:spPr bwMode="ltGray">
            <a:xfrm flipV="1">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2</a:t>
              </a:r>
              <a:endParaRPr lang="en-GB" sz="1815" dirty="0" smtClean="0">
                <a:solidFill>
                  <a:schemeClr val="bg1"/>
                </a:solidFill>
                <a:latin typeface="腾讯体 W7" panose="020C08030202040F0204" pitchFamily="18" charset="-122"/>
              </a:endParaRPr>
            </a:p>
          </p:txBody>
        </p:sp>
      </p:grpSp>
      <p:sp>
        <p:nvSpPr>
          <p:cNvPr id="125" name="TextBox 124"/>
          <p:cNvSpPr txBox="1"/>
          <p:nvPr/>
        </p:nvSpPr>
        <p:spPr>
          <a:xfrm>
            <a:off x="3280052" y="2457229"/>
            <a:ext cx="1004034" cy="1219185"/>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a:t>
            </a:r>
            <a:endParaRPr lang="en-GB" sz="905" dirty="0" smtClean="0">
              <a:latin typeface="腾讯体 W7" panose="020C08030202040F0204" pitchFamily="18" charset="-122"/>
            </a:endParaRPr>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id" hidden="1"/>
          <p:cNvGrpSpPr/>
          <p:nvPr>
            <p:custDataLst>
              <p:tags r:id="rId1"/>
            </p:custDataLst>
          </p:nvPr>
        </p:nvGrpSpPr>
        <p:grpSpPr>
          <a:xfrm>
            <a:off x="2126262" y="540594"/>
            <a:ext cx="7939477" cy="6043362"/>
            <a:chOff x="530352" y="612648"/>
            <a:chExt cx="8997696" cy="6848856"/>
          </a:xfrm>
        </p:grpSpPr>
        <p:grpSp>
          <p:nvGrpSpPr>
            <p:cNvPr id="7" name="Group 6" hidden="1"/>
            <p:cNvGrpSpPr/>
            <p:nvPr userDrawn="1"/>
          </p:nvGrpSpPr>
          <p:grpSpPr>
            <a:xfrm>
              <a:off x="530352" y="7159752"/>
              <a:ext cx="8997696" cy="301752"/>
              <a:chOff x="530352" y="7159752"/>
              <a:chExt cx="8997696" cy="301752"/>
            </a:xfrm>
          </p:grpSpPr>
          <p:sp>
            <p:nvSpPr>
              <p:cNvPr id="54" name="Footer block" hidden="1"/>
              <p:cNvSpPr>
                <a:spLocks noChangeArrowheads="1"/>
              </p:cNvSpPr>
              <p:nvPr/>
            </p:nvSpPr>
            <p:spPr bwMode="gray">
              <a:xfrm>
                <a:off x="6629400" y="7159752"/>
                <a:ext cx="2898648" cy="301752"/>
              </a:xfrm>
              <a:prstGeom prst="rect">
                <a:avLst/>
              </a:prstGeom>
              <a:solidFill>
                <a:srgbClr val="E5F6FF">
                  <a:alpha val="25000"/>
                </a:srgbClr>
              </a:solidFill>
              <a:ln w="6350" cap="rnd">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55" name="Footer block" hidden="1"/>
              <p:cNvSpPr>
                <a:spLocks noChangeArrowheads="1"/>
              </p:cNvSpPr>
              <p:nvPr/>
            </p:nvSpPr>
            <p:spPr bwMode="gray">
              <a:xfrm>
                <a:off x="3584448" y="7159752"/>
                <a:ext cx="2898648" cy="301752"/>
              </a:xfrm>
              <a:prstGeom prst="rect">
                <a:avLst/>
              </a:prstGeom>
              <a:solidFill>
                <a:srgbClr val="E5F6FF">
                  <a:alpha val="25000"/>
                </a:srgbClr>
              </a:solidFill>
              <a:ln w="6350" cap="rnd">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56" name="Footer block" hidden="1"/>
              <p:cNvSpPr>
                <a:spLocks noChangeArrowheads="1"/>
              </p:cNvSpPr>
              <p:nvPr/>
            </p:nvSpPr>
            <p:spPr bwMode="gray">
              <a:xfrm>
                <a:off x="530352" y="7159752"/>
                <a:ext cx="2898648" cy="301752"/>
              </a:xfrm>
              <a:prstGeom prst="rect">
                <a:avLst/>
              </a:prstGeom>
              <a:solidFill>
                <a:srgbClr val="E5F6FF">
                  <a:alpha val="25000"/>
                </a:srgbClr>
              </a:solidFill>
              <a:ln w="6350" cap="rnd">
                <a:solidFill>
                  <a:srgbClr val="E5F6FF"/>
                </a:solidFill>
                <a:prstDash val="sysDot"/>
                <a:miter lim="800000"/>
              </a:ln>
              <a:effectLst/>
            </p:spPr>
            <p:txBody>
              <a:bodyPr wrap="none" lIns="0" tIns="0" rIns="0" bIns="0" anchor="ctr"/>
              <a:lstStyle/>
              <a:p>
                <a:pPr algn="ctr" defTabSz="887730">
                  <a:defRPr/>
                </a:pPr>
                <a:endParaRPr lang="en-GB" sz="1765" dirty="0"/>
              </a:p>
            </p:txBody>
          </p:sp>
        </p:grpSp>
        <p:grpSp>
          <p:nvGrpSpPr>
            <p:cNvPr id="8" name="Group 7" hidden="1"/>
            <p:cNvGrpSpPr/>
            <p:nvPr userDrawn="1"/>
          </p:nvGrpSpPr>
          <p:grpSpPr>
            <a:xfrm>
              <a:off x="530352" y="1066800"/>
              <a:ext cx="8997696" cy="835152"/>
              <a:chOff x="530352" y="1066800"/>
              <a:chExt cx="8997696" cy="835152"/>
            </a:xfrm>
          </p:grpSpPr>
          <p:sp>
            <p:nvSpPr>
              <p:cNvPr id="52" name="Title block" hidden="1"/>
              <p:cNvSpPr>
                <a:spLocks noChangeArrowheads="1"/>
              </p:cNvSpPr>
              <p:nvPr userDrawn="1"/>
            </p:nvSpPr>
            <p:spPr bwMode="gray">
              <a:xfrm>
                <a:off x="5102352" y="1066800"/>
                <a:ext cx="4425696" cy="832104"/>
              </a:xfrm>
              <a:prstGeom prst="rect">
                <a:avLst/>
              </a:prstGeom>
              <a:solidFill>
                <a:srgbClr val="C7ECFF">
                  <a:alpha val="25000"/>
                </a:srgbClr>
              </a:solidFill>
              <a:ln w="6350" cap="rnd">
                <a:solidFill>
                  <a:srgbClr val="C7ECFF"/>
                </a:solidFill>
                <a:prstDash val="sysDot"/>
                <a:miter lim="800000"/>
              </a:ln>
              <a:effectLst/>
            </p:spPr>
            <p:txBody>
              <a:bodyPr wrap="none" lIns="0" tIns="0" rIns="0" bIns="0" anchor="ctr"/>
              <a:lstStyle/>
              <a:p>
                <a:pPr algn="ctr" defTabSz="887730">
                  <a:defRPr/>
                </a:pPr>
                <a:endParaRPr lang="en-GB" sz="1765" dirty="0"/>
              </a:p>
            </p:txBody>
          </p:sp>
          <p:sp>
            <p:nvSpPr>
              <p:cNvPr id="53" name="Title block" hidden="1"/>
              <p:cNvSpPr>
                <a:spLocks noChangeArrowheads="1"/>
              </p:cNvSpPr>
              <p:nvPr/>
            </p:nvSpPr>
            <p:spPr bwMode="gray">
              <a:xfrm>
                <a:off x="530352" y="1069848"/>
                <a:ext cx="4425696" cy="832104"/>
              </a:xfrm>
              <a:prstGeom prst="rect">
                <a:avLst/>
              </a:prstGeom>
              <a:solidFill>
                <a:srgbClr val="C7ECFF">
                  <a:alpha val="25000"/>
                </a:srgbClr>
              </a:solidFill>
              <a:ln w="6350" cap="rnd">
                <a:solidFill>
                  <a:srgbClr val="C7ECFF"/>
                </a:solidFill>
                <a:prstDash val="sysDot"/>
                <a:miter lim="800000"/>
              </a:ln>
              <a:effectLst/>
            </p:spPr>
            <p:txBody>
              <a:bodyPr wrap="none" lIns="0" tIns="0" rIns="0" bIns="0" anchor="ctr"/>
              <a:lstStyle/>
              <a:p>
                <a:pPr algn="ctr" defTabSz="887730">
                  <a:defRPr/>
                </a:pPr>
                <a:endParaRPr lang="en-GB" sz="1765" dirty="0"/>
              </a:p>
            </p:txBody>
          </p:sp>
        </p:grpSp>
        <p:sp>
          <p:nvSpPr>
            <p:cNvPr id="9" name="Header block" hidden="1"/>
            <p:cNvSpPr>
              <a:spLocks noChangeArrowheads="1"/>
            </p:cNvSpPr>
            <p:nvPr userDrawn="1"/>
          </p:nvSpPr>
          <p:spPr bwMode="gray">
            <a:xfrm>
              <a:off x="530352" y="612648"/>
              <a:ext cx="8988552" cy="228600"/>
            </a:xfrm>
            <a:prstGeom prst="rect">
              <a:avLst/>
            </a:prstGeom>
            <a:solidFill>
              <a:srgbClr val="E5F6FF">
                <a:alpha val="25000"/>
              </a:srgbClr>
            </a:solidFill>
            <a:ln w="6350" cap="rnd">
              <a:solidFill>
                <a:srgbClr val="E5F6FF"/>
              </a:solidFill>
              <a:prstDash val="sysDot"/>
              <a:miter lim="800000"/>
            </a:ln>
            <a:effectLst/>
          </p:spPr>
          <p:txBody>
            <a:bodyPr wrap="none" lIns="0" tIns="0" rIns="0" bIns="0" anchor="ctr"/>
            <a:lstStyle/>
            <a:p>
              <a:pPr algn="ctr" defTabSz="779780">
                <a:buSzPct val="90000"/>
                <a:defRPr/>
              </a:pPr>
              <a:endParaRPr lang="en-GB" sz="1235" dirty="0">
                <a:solidFill>
                  <a:schemeClr val="folHlink"/>
                </a:solidFill>
                <a:cs typeface="腾讯体 W3" panose="020C04030202040F0204" pitchFamily="34" charset="-122"/>
              </a:endParaRPr>
            </a:p>
          </p:txBody>
        </p:sp>
        <p:grpSp>
          <p:nvGrpSpPr>
            <p:cNvPr id="10" name="Group 600" hidden="1"/>
            <p:cNvGrpSpPr/>
            <p:nvPr userDrawn="1"/>
          </p:nvGrpSpPr>
          <p:grpSpPr>
            <a:xfrm>
              <a:off x="533400" y="6245352"/>
              <a:ext cx="8994648" cy="688848"/>
              <a:chOff x="533400" y="6013704"/>
              <a:chExt cx="8994648" cy="688848"/>
            </a:xfrm>
          </p:grpSpPr>
          <p:sp>
            <p:nvSpPr>
              <p:cNvPr id="46" name="Content block 606" hidden="1"/>
              <p:cNvSpPr>
                <a:spLocks noChangeArrowheads="1"/>
              </p:cNvSpPr>
              <p:nvPr userDrawn="1"/>
            </p:nvSpPr>
            <p:spPr bwMode="gray">
              <a:xfrm>
                <a:off x="8156448" y="6013704"/>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7" name="Content block 605" hidden="1"/>
              <p:cNvSpPr>
                <a:spLocks noChangeArrowheads="1"/>
              </p:cNvSpPr>
              <p:nvPr userDrawn="1"/>
            </p:nvSpPr>
            <p:spPr bwMode="gray">
              <a:xfrm>
                <a:off x="6631840" y="6013704"/>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8" name="Content block 604" hidden="1"/>
              <p:cNvSpPr>
                <a:spLocks noChangeArrowheads="1"/>
              </p:cNvSpPr>
              <p:nvPr/>
            </p:nvSpPr>
            <p:spPr bwMode="gray">
              <a:xfrm>
                <a:off x="5107230" y="60167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9" name="Content block 603" hidden="1"/>
              <p:cNvSpPr>
                <a:spLocks noChangeArrowheads="1"/>
              </p:cNvSpPr>
              <p:nvPr/>
            </p:nvSpPr>
            <p:spPr bwMode="gray">
              <a:xfrm>
                <a:off x="3582620" y="60167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50" name="Content block 602" hidden="1"/>
              <p:cNvSpPr>
                <a:spLocks noChangeArrowheads="1"/>
              </p:cNvSpPr>
              <p:nvPr/>
            </p:nvSpPr>
            <p:spPr bwMode="gray">
              <a:xfrm>
                <a:off x="2058010" y="60167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51" name="Content block 601" hidden="1"/>
              <p:cNvSpPr>
                <a:spLocks noChangeArrowheads="1"/>
              </p:cNvSpPr>
              <p:nvPr/>
            </p:nvSpPr>
            <p:spPr bwMode="gray">
              <a:xfrm>
                <a:off x="533400" y="60167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grpSp>
        <p:grpSp>
          <p:nvGrpSpPr>
            <p:cNvPr id="11" name="Group 500" hidden="1"/>
            <p:cNvGrpSpPr/>
            <p:nvPr userDrawn="1"/>
          </p:nvGrpSpPr>
          <p:grpSpPr>
            <a:xfrm>
              <a:off x="533400" y="5407152"/>
              <a:ext cx="8994648" cy="688848"/>
              <a:chOff x="533400" y="5026152"/>
              <a:chExt cx="8994648" cy="688848"/>
            </a:xfrm>
          </p:grpSpPr>
          <p:sp>
            <p:nvSpPr>
              <p:cNvPr id="40" name="Content block 506" hidden="1"/>
              <p:cNvSpPr>
                <a:spLocks noChangeArrowheads="1"/>
              </p:cNvSpPr>
              <p:nvPr userDrawn="1"/>
            </p:nvSpPr>
            <p:spPr bwMode="gray">
              <a:xfrm>
                <a:off x="8156448" y="50261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1" name="Content block 505" hidden="1"/>
              <p:cNvSpPr>
                <a:spLocks noChangeArrowheads="1"/>
              </p:cNvSpPr>
              <p:nvPr userDrawn="1"/>
            </p:nvSpPr>
            <p:spPr bwMode="gray">
              <a:xfrm>
                <a:off x="6631840" y="50261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2" name="Content block 504" hidden="1"/>
              <p:cNvSpPr>
                <a:spLocks noChangeArrowheads="1"/>
              </p:cNvSpPr>
              <p:nvPr/>
            </p:nvSpPr>
            <p:spPr bwMode="gray">
              <a:xfrm>
                <a:off x="5107230" y="50292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3" name="Content block 503" hidden="1"/>
              <p:cNvSpPr>
                <a:spLocks noChangeArrowheads="1"/>
              </p:cNvSpPr>
              <p:nvPr/>
            </p:nvSpPr>
            <p:spPr bwMode="gray">
              <a:xfrm>
                <a:off x="3582620" y="50292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4" name="Content block 502" hidden="1"/>
              <p:cNvSpPr>
                <a:spLocks noChangeArrowheads="1"/>
              </p:cNvSpPr>
              <p:nvPr/>
            </p:nvSpPr>
            <p:spPr bwMode="gray">
              <a:xfrm>
                <a:off x="2058010" y="50292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5" name="Content block 501" hidden="1"/>
              <p:cNvSpPr>
                <a:spLocks noChangeArrowheads="1"/>
              </p:cNvSpPr>
              <p:nvPr/>
            </p:nvSpPr>
            <p:spPr bwMode="gray">
              <a:xfrm>
                <a:off x="533400" y="50292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grpSp>
        <p:grpSp>
          <p:nvGrpSpPr>
            <p:cNvPr id="12" name="Group 400" hidden="1"/>
            <p:cNvGrpSpPr/>
            <p:nvPr userDrawn="1"/>
          </p:nvGrpSpPr>
          <p:grpSpPr>
            <a:xfrm>
              <a:off x="533400" y="4568952"/>
              <a:ext cx="8994648" cy="688848"/>
              <a:chOff x="533400" y="4038600"/>
              <a:chExt cx="8994648" cy="688848"/>
            </a:xfrm>
          </p:grpSpPr>
          <p:sp>
            <p:nvSpPr>
              <p:cNvPr id="34" name="Content block 406" hidden="1"/>
              <p:cNvSpPr>
                <a:spLocks noChangeArrowheads="1"/>
              </p:cNvSpPr>
              <p:nvPr userDrawn="1"/>
            </p:nvSpPr>
            <p:spPr bwMode="gray">
              <a:xfrm>
                <a:off x="8156448" y="40386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5" name="Content block 405" hidden="1"/>
              <p:cNvSpPr>
                <a:spLocks noChangeArrowheads="1"/>
              </p:cNvSpPr>
              <p:nvPr userDrawn="1"/>
            </p:nvSpPr>
            <p:spPr bwMode="gray">
              <a:xfrm>
                <a:off x="6631840" y="40386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6" name="Content block 404" hidden="1"/>
              <p:cNvSpPr>
                <a:spLocks noChangeArrowheads="1"/>
              </p:cNvSpPr>
              <p:nvPr/>
            </p:nvSpPr>
            <p:spPr bwMode="gray">
              <a:xfrm>
                <a:off x="5107230" y="40416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7" name="Content block 403" hidden="1"/>
              <p:cNvSpPr>
                <a:spLocks noChangeArrowheads="1"/>
              </p:cNvSpPr>
              <p:nvPr/>
            </p:nvSpPr>
            <p:spPr bwMode="gray">
              <a:xfrm>
                <a:off x="3582620" y="40416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8" name="Content block 402" hidden="1"/>
              <p:cNvSpPr>
                <a:spLocks noChangeArrowheads="1"/>
              </p:cNvSpPr>
              <p:nvPr/>
            </p:nvSpPr>
            <p:spPr bwMode="gray">
              <a:xfrm>
                <a:off x="2058010" y="40416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9" name="Content block 401" hidden="1"/>
              <p:cNvSpPr>
                <a:spLocks noChangeArrowheads="1"/>
              </p:cNvSpPr>
              <p:nvPr/>
            </p:nvSpPr>
            <p:spPr bwMode="gray">
              <a:xfrm>
                <a:off x="533400" y="40416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grpSp>
        <p:grpSp>
          <p:nvGrpSpPr>
            <p:cNvPr id="13" name="Group 300" hidden="1"/>
            <p:cNvGrpSpPr/>
            <p:nvPr userDrawn="1"/>
          </p:nvGrpSpPr>
          <p:grpSpPr>
            <a:xfrm>
              <a:off x="533400" y="3730752"/>
              <a:ext cx="8994648" cy="688848"/>
              <a:chOff x="533400" y="3041904"/>
              <a:chExt cx="8994648" cy="688848"/>
            </a:xfrm>
          </p:grpSpPr>
          <p:sp>
            <p:nvSpPr>
              <p:cNvPr id="28" name="Content block 306" hidden="1"/>
              <p:cNvSpPr>
                <a:spLocks noChangeArrowheads="1"/>
              </p:cNvSpPr>
              <p:nvPr userDrawn="1"/>
            </p:nvSpPr>
            <p:spPr bwMode="gray">
              <a:xfrm>
                <a:off x="8156448" y="3041904"/>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9" name="Content block 305" hidden="1"/>
              <p:cNvSpPr>
                <a:spLocks noChangeArrowheads="1"/>
              </p:cNvSpPr>
              <p:nvPr userDrawn="1"/>
            </p:nvSpPr>
            <p:spPr bwMode="gray">
              <a:xfrm>
                <a:off x="6631840" y="3041904"/>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0" name="Content block 304" hidden="1"/>
              <p:cNvSpPr>
                <a:spLocks noChangeArrowheads="1"/>
              </p:cNvSpPr>
              <p:nvPr/>
            </p:nvSpPr>
            <p:spPr bwMode="gray">
              <a:xfrm>
                <a:off x="5107230" y="30449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1" name="Content block 303" hidden="1"/>
              <p:cNvSpPr>
                <a:spLocks noChangeArrowheads="1"/>
              </p:cNvSpPr>
              <p:nvPr/>
            </p:nvSpPr>
            <p:spPr bwMode="gray">
              <a:xfrm>
                <a:off x="3582620" y="30449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2" name="Content block 302" hidden="1"/>
              <p:cNvSpPr>
                <a:spLocks noChangeArrowheads="1"/>
              </p:cNvSpPr>
              <p:nvPr/>
            </p:nvSpPr>
            <p:spPr bwMode="gray">
              <a:xfrm>
                <a:off x="2058010" y="30449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3" name="Content block 301" hidden="1"/>
              <p:cNvSpPr>
                <a:spLocks noChangeArrowheads="1"/>
              </p:cNvSpPr>
              <p:nvPr/>
            </p:nvSpPr>
            <p:spPr bwMode="gray">
              <a:xfrm>
                <a:off x="533400" y="30449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grpSp>
        <p:grpSp>
          <p:nvGrpSpPr>
            <p:cNvPr id="14" name="Group 200" hidden="1"/>
            <p:cNvGrpSpPr/>
            <p:nvPr userDrawn="1"/>
          </p:nvGrpSpPr>
          <p:grpSpPr>
            <a:xfrm>
              <a:off x="533400" y="2892552"/>
              <a:ext cx="8994648" cy="688848"/>
              <a:chOff x="533400" y="1066800"/>
              <a:chExt cx="8994648" cy="688848"/>
            </a:xfrm>
          </p:grpSpPr>
          <p:sp>
            <p:nvSpPr>
              <p:cNvPr id="22" name="Content block 206" hidden="1"/>
              <p:cNvSpPr>
                <a:spLocks noChangeArrowheads="1"/>
              </p:cNvSpPr>
              <p:nvPr userDrawn="1"/>
            </p:nvSpPr>
            <p:spPr bwMode="gray">
              <a:xfrm>
                <a:off x="8156448" y="10668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3" name="Content block 205" hidden="1"/>
              <p:cNvSpPr>
                <a:spLocks noChangeArrowheads="1"/>
              </p:cNvSpPr>
              <p:nvPr userDrawn="1"/>
            </p:nvSpPr>
            <p:spPr bwMode="gray">
              <a:xfrm>
                <a:off x="6631840" y="10668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4" name="Content block 204" hidden="1"/>
              <p:cNvSpPr>
                <a:spLocks noChangeArrowheads="1"/>
              </p:cNvSpPr>
              <p:nvPr/>
            </p:nvSpPr>
            <p:spPr bwMode="gray">
              <a:xfrm>
                <a:off x="5107230" y="10698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5" name="Content block 203" hidden="1"/>
              <p:cNvSpPr>
                <a:spLocks noChangeArrowheads="1"/>
              </p:cNvSpPr>
              <p:nvPr/>
            </p:nvSpPr>
            <p:spPr bwMode="gray">
              <a:xfrm>
                <a:off x="3582620" y="10698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6" name="Content block 202" hidden="1"/>
              <p:cNvSpPr>
                <a:spLocks noChangeArrowheads="1"/>
              </p:cNvSpPr>
              <p:nvPr/>
            </p:nvSpPr>
            <p:spPr bwMode="gray">
              <a:xfrm>
                <a:off x="2058010" y="10698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7" name="Content block 201" hidden="1"/>
              <p:cNvSpPr>
                <a:spLocks noChangeArrowheads="1"/>
              </p:cNvSpPr>
              <p:nvPr/>
            </p:nvSpPr>
            <p:spPr bwMode="gray">
              <a:xfrm>
                <a:off x="533400" y="10698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grpSp>
        <p:grpSp>
          <p:nvGrpSpPr>
            <p:cNvPr id="15" name="Group 100" hidden="1"/>
            <p:cNvGrpSpPr/>
            <p:nvPr userDrawn="1"/>
          </p:nvGrpSpPr>
          <p:grpSpPr>
            <a:xfrm>
              <a:off x="533400" y="2054352"/>
              <a:ext cx="8994648" cy="688848"/>
              <a:chOff x="533400" y="2054352"/>
              <a:chExt cx="8994648" cy="688848"/>
            </a:xfrm>
          </p:grpSpPr>
          <p:sp>
            <p:nvSpPr>
              <p:cNvPr id="16" name="Content block 106" hidden="1"/>
              <p:cNvSpPr>
                <a:spLocks noChangeArrowheads="1"/>
              </p:cNvSpPr>
              <p:nvPr userDrawn="1"/>
            </p:nvSpPr>
            <p:spPr bwMode="gray">
              <a:xfrm>
                <a:off x="8156448" y="20543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17" name="Content block 105" hidden="1"/>
              <p:cNvSpPr>
                <a:spLocks noChangeArrowheads="1"/>
              </p:cNvSpPr>
              <p:nvPr userDrawn="1"/>
            </p:nvSpPr>
            <p:spPr bwMode="gray">
              <a:xfrm>
                <a:off x="6631840" y="20543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18" name="Content block 104" hidden="1"/>
              <p:cNvSpPr>
                <a:spLocks noChangeArrowheads="1"/>
              </p:cNvSpPr>
              <p:nvPr/>
            </p:nvSpPr>
            <p:spPr bwMode="gray">
              <a:xfrm>
                <a:off x="5107230" y="20574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19" name="Content block 103" hidden="1"/>
              <p:cNvSpPr>
                <a:spLocks noChangeArrowheads="1"/>
              </p:cNvSpPr>
              <p:nvPr/>
            </p:nvSpPr>
            <p:spPr bwMode="gray">
              <a:xfrm>
                <a:off x="3582620" y="20574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0" name="Content block 102" hidden="1"/>
              <p:cNvSpPr>
                <a:spLocks noChangeArrowheads="1"/>
              </p:cNvSpPr>
              <p:nvPr/>
            </p:nvSpPr>
            <p:spPr bwMode="gray">
              <a:xfrm>
                <a:off x="2058010" y="20574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1" name="Content block 101" hidden="1"/>
              <p:cNvSpPr>
                <a:spLocks noChangeArrowheads="1"/>
              </p:cNvSpPr>
              <p:nvPr/>
            </p:nvSpPr>
            <p:spPr bwMode="gray">
              <a:xfrm>
                <a:off x="533400" y="20574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grpSp>
      </p:grpSp>
      <p:sp>
        <p:nvSpPr>
          <p:cNvPr id="57" name="Page Number"/>
          <p:cNvSpPr txBox="1"/>
          <p:nvPr>
            <p:custDataLst>
              <p:tags r:id="rId2"/>
            </p:custDataLst>
          </p:nvPr>
        </p:nvSpPr>
        <p:spPr>
          <a:xfrm>
            <a:off x="9791407" y="6454859"/>
            <a:ext cx="282400" cy="137166"/>
          </a:xfrm>
          <a:prstGeom prst="rect">
            <a:avLst/>
          </a:prstGeom>
          <a:noFill/>
        </p:spPr>
        <p:txBody>
          <a:bodyPr wrap="none" lIns="0" tIns="0" rIns="0" bIns="0" rtlCol="0">
            <a:noAutofit/>
          </a:bodyPr>
          <a:lstStyle/>
          <a:p>
            <a:pPr algn="r">
              <a:lnSpc>
                <a:spcPts val="975"/>
              </a:lnSpc>
            </a:pPr>
            <a:r>
              <a:rPr lang="en-GB" sz="795" noProof="1"/>
              <a:t>5</a:t>
            </a:r>
            <a:endParaRPr lang="en-GB" sz="795" noProof="1"/>
          </a:p>
        </p:txBody>
      </p:sp>
      <p:sp>
        <p:nvSpPr>
          <p:cNvPr id="59" name="Section Header" hidden="1"/>
          <p:cNvSpPr txBox="1"/>
          <p:nvPr>
            <p:custDataLst>
              <p:tags r:id="rId3"/>
            </p:custDataLst>
          </p:nvPr>
        </p:nvSpPr>
        <p:spPr>
          <a:xfrm>
            <a:off x="2126261" y="621280"/>
            <a:ext cx="2677506" cy="121029"/>
          </a:xfrm>
          <a:prstGeom prst="rect">
            <a:avLst/>
          </a:prstGeom>
          <a:noFill/>
        </p:spPr>
        <p:txBody>
          <a:bodyPr wrap="square" lIns="0" tIns="0" rIns="0" bIns="0" rtlCol="0" anchor="b" anchorCtr="0">
            <a:noAutofit/>
          </a:bodyPr>
          <a:lstStyle/>
          <a:p>
            <a:r>
              <a:rPr lang="en-GB" sz="795" noProof="1"/>
              <a:t>-1 Executive Summary</a:t>
            </a:r>
            <a:endParaRPr lang="en-GB" sz="795" noProof="1"/>
          </a:p>
        </p:txBody>
      </p:sp>
      <p:sp>
        <p:nvSpPr>
          <p:cNvPr id="111" name="Title 6"/>
          <p:cNvSpPr>
            <a:spLocks noGrp="1"/>
          </p:cNvSpPr>
          <p:nvPr>
            <p:ph type="title"/>
          </p:nvPr>
        </p:nvSpPr>
        <p:spPr/>
        <p:txBody>
          <a:bodyPr vert="horz" lIns="80656" tIns="40328" rIns="80656" bIns="40328" rtlCol="0" anchor="t" anchorCtr="0">
            <a:noAutofit/>
          </a:bodyPr>
          <a:lstStyle/>
          <a:p>
            <a:r>
              <a:rPr lang="en-GB" sz="2120" dirty="0" smtClean="0"/>
              <a:t>Timeline</a:t>
            </a:r>
            <a:endParaRPr lang="en-GB" sz="1765" dirty="0"/>
          </a:p>
        </p:txBody>
      </p:sp>
      <p:cxnSp>
        <p:nvCxnSpPr>
          <p:cNvPr id="116" name="Straight Connector 115"/>
          <p:cNvCxnSpPr>
            <a:stCxn id="117" idx="2"/>
          </p:cNvCxnSpPr>
          <p:nvPr/>
        </p:nvCxnSpPr>
        <p:spPr>
          <a:xfrm>
            <a:off x="2675399" y="3928380"/>
            <a:ext cx="7101888" cy="0"/>
          </a:xfrm>
          <a:prstGeom prst="line">
            <a:avLst/>
          </a:prstGeom>
          <a:ln w="28575">
            <a:solidFill>
              <a:srgbClr val="99BEFF"/>
            </a:solidFill>
          </a:ln>
        </p:spPr>
        <p:style>
          <a:lnRef idx="1">
            <a:schemeClr val="accent1"/>
          </a:lnRef>
          <a:fillRef idx="0">
            <a:schemeClr val="accent1"/>
          </a:fillRef>
          <a:effectRef idx="0">
            <a:schemeClr val="accent1"/>
          </a:effectRef>
          <a:fontRef idx="minor">
            <a:schemeClr val="tx1"/>
          </a:fontRef>
        </p:style>
      </p:cxnSp>
      <p:sp>
        <p:nvSpPr>
          <p:cNvPr id="117" name="Oval 116"/>
          <p:cNvSpPr/>
          <p:nvPr/>
        </p:nvSpPr>
        <p:spPr>
          <a:xfrm>
            <a:off x="2675399" y="3852737"/>
            <a:ext cx="159137" cy="151286"/>
          </a:xfrm>
          <a:prstGeom prst="ellipse">
            <a:avLst/>
          </a:prstGeom>
          <a:solidFill>
            <a:srgbClr val="C7DCFF"/>
          </a:solidFill>
          <a:ln w="6350">
            <a:solidFill>
              <a:srgbClr val="99BEFF"/>
            </a:solidFill>
          </a:ln>
        </p:spPr>
        <p:txBody>
          <a:bodyPr vert="horz" wrap="square" lIns="60514" tIns="30257" rIns="60514" bIns="30257" rtlCol="0" anchor="ctr">
            <a:noAutofit/>
          </a:bodyPr>
          <a:lstStyle/>
          <a:p>
            <a:pPr algn="ctr"/>
            <a:endParaRPr lang="en-GB" sz="1325" dirty="0">
              <a:latin typeface="+mj-lt"/>
            </a:endParaRPr>
          </a:p>
        </p:txBody>
      </p:sp>
      <p:sp>
        <p:nvSpPr>
          <p:cNvPr id="118" name="Oval 117"/>
          <p:cNvSpPr/>
          <p:nvPr/>
        </p:nvSpPr>
        <p:spPr>
          <a:xfrm>
            <a:off x="3718966" y="3848853"/>
            <a:ext cx="159137" cy="151286"/>
          </a:xfrm>
          <a:prstGeom prst="ellipse">
            <a:avLst/>
          </a:prstGeom>
          <a:solidFill>
            <a:srgbClr val="C7DCFF"/>
          </a:solidFill>
          <a:ln w="6350">
            <a:solidFill>
              <a:srgbClr val="99BEFF"/>
            </a:solidFill>
          </a:ln>
        </p:spPr>
        <p:txBody>
          <a:bodyPr vert="horz" wrap="square" lIns="60514" tIns="30257" rIns="60514" bIns="30257" rtlCol="0" anchor="ctr">
            <a:noAutofit/>
          </a:bodyPr>
          <a:lstStyle/>
          <a:p>
            <a:pPr algn="ctr"/>
            <a:endParaRPr lang="en-GB" sz="1325" dirty="0">
              <a:latin typeface="+mj-lt"/>
            </a:endParaRPr>
          </a:p>
        </p:txBody>
      </p:sp>
      <p:sp>
        <p:nvSpPr>
          <p:cNvPr id="119" name="Oval 118"/>
          <p:cNvSpPr/>
          <p:nvPr/>
        </p:nvSpPr>
        <p:spPr>
          <a:xfrm>
            <a:off x="4800569" y="3840292"/>
            <a:ext cx="159137" cy="151286"/>
          </a:xfrm>
          <a:prstGeom prst="ellipse">
            <a:avLst/>
          </a:prstGeom>
          <a:solidFill>
            <a:srgbClr val="C7DCFF"/>
          </a:solidFill>
          <a:ln w="6350">
            <a:solidFill>
              <a:srgbClr val="99BEFF"/>
            </a:solidFill>
          </a:ln>
        </p:spPr>
        <p:txBody>
          <a:bodyPr vert="horz" wrap="square" lIns="60514" tIns="30257" rIns="60514" bIns="30257" rtlCol="0" anchor="ctr">
            <a:noAutofit/>
          </a:bodyPr>
          <a:lstStyle/>
          <a:p>
            <a:pPr algn="ctr"/>
            <a:endParaRPr lang="en-GB" sz="1325" dirty="0">
              <a:latin typeface="+mj-lt"/>
            </a:endParaRPr>
          </a:p>
        </p:txBody>
      </p:sp>
      <p:sp>
        <p:nvSpPr>
          <p:cNvPr id="120" name="Oval 119"/>
          <p:cNvSpPr/>
          <p:nvPr/>
        </p:nvSpPr>
        <p:spPr>
          <a:xfrm>
            <a:off x="5733314" y="3851446"/>
            <a:ext cx="159137" cy="151286"/>
          </a:xfrm>
          <a:prstGeom prst="ellipse">
            <a:avLst/>
          </a:prstGeom>
          <a:solidFill>
            <a:srgbClr val="C7DCFF"/>
          </a:solidFill>
          <a:ln w="6350">
            <a:solidFill>
              <a:srgbClr val="99BEFF"/>
            </a:solidFill>
          </a:ln>
        </p:spPr>
        <p:txBody>
          <a:bodyPr vert="horz" wrap="square" lIns="60514" tIns="30257" rIns="60514" bIns="30257" rtlCol="0" anchor="ctr">
            <a:noAutofit/>
          </a:bodyPr>
          <a:lstStyle/>
          <a:p>
            <a:pPr algn="ctr"/>
            <a:endParaRPr lang="en-GB" sz="1325" dirty="0">
              <a:latin typeface="+mj-lt"/>
            </a:endParaRPr>
          </a:p>
        </p:txBody>
      </p:sp>
      <p:sp>
        <p:nvSpPr>
          <p:cNvPr id="121" name="Oval 120"/>
          <p:cNvSpPr/>
          <p:nvPr/>
        </p:nvSpPr>
        <p:spPr>
          <a:xfrm>
            <a:off x="6965046" y="3852336"/>
            <a:ext cx="159137" cy="151286"/>
          </a:xfrm>
          <a:prstGeom prst="ellipse">
            <a:avLst/>
          </a:prstGeom>
          <a:solidFill>
            <a:srgbClr val="C7DCFF"/>
          </a:solidFill>
          <a:ln w="6350">
            <a:solidFill>
              <a:srgbClr val="99BEFF"/>
            </a:solidFill>
          </a:ln>
        </p:spPr>
        <p:txBody>
          <a:bodyPr vert="horz" wrap="square" lIns="60514" tIns="30257" rIns="60514" bIns="30257" rtlCol="0" anchor="ctr">
            <a:noAutofit/>
          </a:bodyPr>
          <a:lstStyle/>
          <a:p>
            <a:pPr algn="ctr"/>
            <a:endParaRPr lang="en-GB" sz="1325" dirty="0">
              <a:latin typeface="+mj-lt"/>
            </a:endParaRPr>
          </a:p>
        </p:txBody>
      </p:sp>
      <p:sp>
        <p:nvSpPr>
          <p:cNvPr id="122" name="Oval 121"/>
          <p:cNvSpPr/>
          <p:nvPr/>
        </p:nvSpPr>
        <p:spPr>
          <a:xfrm>
            <a:off x="8163201" y="3863890"/>
            <a:ext cx="159137" cy="151286"/>
          </a:xfrm>
          <a:prstGeom prst="ellipse">
            <a:avLst/>
          </a:prstGeom>
          <a:solidFill>
            <a:srgbClr val="C7DCFF"/>
          </a:solidFill>
          <a:ln w="6350">
            <a:solidFill>
              <a:srgbClr val="99BEFF"/>
            </a:solidFill>
          </a:ln>
        </p:spPr>
        <p:txBody>
          <a:bodyPr vert="horz" wrap="square" lIns="60514" tIns="30257" rIns="60514" bIns="30257" rtlCol="0" anchor="ctr">
            <a:noAutofit/>
          </a:bodyPr>
          <a:lstStyle/>
          <a:p>
            <a:pPr algn="ctr"/>
            <a:endParaRPr lang="en-GB" sz="1325" dirty="0">
              <a:latin typeface="+mj-lt"/>
            </a:endParaRPr>
          </a:p>
        </p:txBody>
      </p:sp>
      <p:sp>
        <p:nvSpPr>
          <p:cNvPr id="123" name="TextBox 122"/>
          <p:cNvSpPr txBox="1"/>
          <p:nvPr/>
        </p:nvSpPr>
        <p:spPr>
          <a:xfrm>
            <a:off x="2363197" y="4054316"/>
            <a:ext cx="942678" cy="162560"/>
          </a:xfrm>
          <a:prstGeom prst="rect">
            <a:avLst/>
          </a:prstGeom>
          <a:noFill/>
        </p:spPr>
        <p:txBody>
          <a:bodyPr wrap="square" lIns="0" tIns="0" rIns="0" bIns="0" rtlCol="0">
            <a:spAutoFit/>
          </a:bodyPr>
          <a:lstStyle/>
          <a:p>
            <a:pPr indent="-200025"/>
            <a:r>
              <a:rPr lang="en-GB" sz="1055" b="1" dirty="0">
                <a:latin typeface="+mj-lt"/>
                <a:cs typeface="腾讯体 W3" panose="020C04030202040F0204" pitchFamily="34" charset="-122"/>
              </a:rPr>
              <a:t>June 2, 2016</a:t>
            </a:r>
            <a:endParaRPr lang="en-GB" sz="1055" b="1" dirty="0">
              <a:latin typeface="+mj-lt"/>
              <a:cs typeface="腾讯体 W3" panose="020C04030202040F0204" pitchFamily="34" charset="-122"/>
            </a:endParaRPr>
          </a:p>
        </p:txBody>
      </p:sp>
      <p:sp>
        <p:nvSpPr>
          <p:cNvPr id="124" name="TextBox 123"/>
          <p:cNvSpPr txBox="1"/>
          <p:nvPr/>
        </p:nvSpPr>
        <p:spPr>
          <a:xfrm>
            <a:off x="3262925" y="3509661"/>
            <a:ext cx="1051093" cy="325120"/>
          </a:xfrm>
          <a:prstGeom prst="rect">
            <a:avLst/>
          </a:prstGeom>
          <a:noFill/>
        </p:spPr>
        <p:txBody>
          <a:bodyPr wrap="square" lIns="0" tIns="0" rIns="0" bIns="0" rtlCol="0">
            <a:spAutoFit/>
          </a:bodyPr>
          <a:lstStyle/>
          <a:p>
            <a:pPr indent="-200025" algn="ctr"/>
            <a:r>
              <a:rPr lang="en-GB" sz="1055" b="1" dirty="0">
                <a:latin typeface="+mj-lt"/>
                <a:cs typeface="腾讯体 W3" panose="020C04030202040F0204" pitchFamily="34" charset="-122"/>
              </a:rPr>
              <a:t>July 5th, 2016</a:t>
            </a:r>
            <a:endParaRPr lang="en-GB" sz="1055" b="1" dirty="0">
              <a:latin typeface="+mj-lt"/>
              <a:cs typeface="腾讯体 W3" panose="020C04030202040F0204" pitchFamily="34" charset="-122"/>
            </a:endParaRPr>
          </a:p>
          <a:p>
            <a:pPr indent="-200025" algn="ctr"/>
            <a:r>
              <a:rPr lang="en-GB" sz="1055" b="1" dirty="0">
                <a:latin typeface="+mj-lt"/>
                <a:cs typeface="腾讯体 W3" panose="020C04030202040F0204" pitchFamily="34" charset="-122"/>
              </a:rPr>
              <a:t>(latest)</a:t>
            </a:r>
            <a:endParaRPr lang="en-GB" sz="1055" b="1" dirty="0">
              <a:latin typeface="+mj-lt"/>
              <a:cs typeface="腾讯体 W3" panose="020C04030202040F0204" pitchFamily="34" charset="-122"/>
            </a:endParaRPr>
          </a:p>
        </p:txBody>
      </p:sp>
      <p:sp>
        <p:nvSpPr>
          <p:cNvPr id="125" name="TextBox 124"/>
          <p:cNvSpPr txBox="1"/>
          <p:nvPr/>
        </p:nvSpPr>
        <p:spPr>
          <a:xfrm>
            <a:off x="4314018" y="4079484"/>
            <a:ext cx="1044122" cy="162560"/>
          </a:xfrm>
          <a:prstGeom prst="rect">
            <a:avLst/>
          </a:prstGeom>
          <a:noFill/>
        </p:spPr>
        <p:txBody>
          <a:bodyPr wrap="square" lIns="0" tIns="0" rIns="0" bIns="0" rtlCol="0">
            <a:spAutoFit/>
          </a:bodyPr>
          <a:lstStyle/>
          <a:p>
            <a:pPr indent="-200025" algn="r"/>
            <a:r>
              <a:rPr lang="en-GB" sz="1055" b="1" dirty="0">
                <a:latin typeface="+mj-lt"/>
                <a:cs typeface="腾讯体 W3" panose="020C04030202040F0204" pitchFamily="34" charset="-122"/>
              </a:rPr>
              <a:t>As per Bank</a:t>
            </a:r>
            <a:endParaRPr lang="en-GB" sz="1055" b="1" dirty="0">
              <a:latin typeface="+mj-lt"/>
              <a:cs typeface="腾讯体 W3" panose="020C04030202040F0204" pitchFamily="34" charset="-122"/>
            </a:endParaRPr>
          </a:p>
        </p:txBody>
      </p:sp>
      <p:sp>
        <p:nvSpPr>
          <p:cNvPr id="126" name="TextBox 125"/>
          <p:cNvSpPr txBox="1"/>
          <p:nvPr/>
        </p:nvSpPr>
        <p:spPr>
          <a:xfrm>
            <a:off x="5466052" y="3598298"/>
            <a:ext cx="949201" cy="162560"/>
          </a:xfrm>
          <a:prstGeom prst="rect">
            <a:avLst/>
          </a:prstGeom>
          <a:noFill/>
        </p:spPr>
        <p:txBody>
          <a:bodyPr wrap="square" lIns="0" tIns="0" rIns="0" bIns="0" rtlCol="0">
            <a:spAutoFit/>
          </a:bodyPr>
          <a:lstStyle/>
          <a:p>
            <a:pPr indent="-200025"/>
            <a:r>
              <a:rPr lang="en-GB" sz="1055" b="1" dirty="0">
                <a:latin typeface="+mj-lt"/>
                <a:cs typeface="腾讯体 W3" panose="020C04030202040F0204" pitchFamily="34" charset="-122"/>
              </a:rPr>
              <a:t>July 31, 2016</a:t>
            </a:r>
            <a:endParaRPr lang="en-GB" sz="1055" b="1" dirty="0">
              <a:latin typeface="+mj-lt"/>
              <a:cs typeface="腾讯体 W3" panose="020C04030202040F0204" pitchFamily="34" charset="-122"/>
            </a:endParaRPr>
          </a:p>
        </p:txBody>
      </p:sp>
      <p:sp>
        <p:nvSpPr>
          <p:cNvPr id="127" name="TextBox 126"/>
          <p:cNvSpPr txBox="1"/>
          <p:nvPr/>
        </p:nvSpPr>
        <p:spPr>
          <a:xfrm>
            <a:off x="6504022" y="4054316"/>
            <a:ext cx="1389726" cy="162560"/>
          </a:xfrm>
          <a:prstGeom prst="rect">
            <a:avLst/>
          </a:prstGeom>
          <a:noFill/>
        </p:spPr>
        <p:txBody>
          <a:bodyPr wrap="square" lIns="0" tIns="0" rIns="0" bIns="0" rtlCol="0">
            <a:spAutoFit/>
          </a:bodyPr>
          <a:lstStyle/>
          <a:p>
            <a:pPr indent="-200025"/>
            <a:r>
              <a:rPr lang="en-GB" sz="1055" b="1" dirty="0">
                <a:latin typeface="+mj-lt"/>
                <a:cs typeface="腾讯体 W3" panose="020C04030202040F0204" pitchFamily="34" charset="-122"/>
              </a:rPr>
              <a:t>September 30, 2016</a:t>
            </a:r>
            <a:endParaRPr lang="en-GB" sz="1055" b="1" dirty="0">
              <a:latin typeface="+mj-lt"/>
              <a:cs typeface="腾讯体 W3" panose="020C04030202040F0204" pitchFamily="34" charset="-122"/>
            </a:endParaRPr>
          </a:p>
        </p:txBody>
      </p:sp>
      <p:sp>
        <p:nvSpPr>
          <p:cNvPr id="128" name="TextBox 127"/>
          <p:cNvSpPr txBox="1"/>
          <p:nvPr/>
        </p:nvSpPr>
        <p:spPr>
          <a:xfrm>
            <a:off x="7662689" y="3593567"/>
            <a:ext cx="1681569" cy="162560"/>
          </a:xfrm>
          <a:prstGeom prst="rect">
            <a:avLst/>
          </a:prstGeom>
          <a:noFill/>
        </p:spPr>
        <p:txBody>
          <a:bodyPr wrap="square" lIns="0" tIns="0" rIns="0" bIns="0" rtlCol="0">
            <a:spAutoFit/>
          </a:bodyPr>
          <a:lstStyle/>
          <a:p>
            <a:pPr indent="-200025"/>
            <a:r>
              <a:rPr lang="en-GB" sz="1055" b="1" dirty="0">
                <a:latin typeface="+mj-lt"/>
                <a:cs typeface="腾讯体 W3" panose="020C04030202040F0204" pitchFamily="34" charset="-122"/>
              </a:rPr>
              <a:t>December 31, 2016</a:t>
            </a:r>
            <a:endParaRPr lang="en-GB" sz="1055" b="1" dirty="0">
              <a:latin typeface="+mj-lt"/>
              <a:cs typeface="腾讯体 W3" panose="020C04030202040F0204" pitchFamily="34" charset="-122"/>
            </a:endParaRPr>
          </a:p>
        </p:txBody>
      </p:sp>
      <p:sp>
        <p:nvSpPr>
          <p:cNvPr id="129" name="Rounded Rectangle 128"/>
          <p:cNvSpPr/>
          <p:nvPr/>
        </p:nvSpPr>
        <p:spPr>
          <a:xfrm>
            <a:off x="2246873" y="2109657"/>
            <a:ext cx="1059000" cy="504286"/>
          </a:xfrm>
          <a:prstGeom prst="roundRect">
            <a:avLst/>
          </a:prstGeom>
          <a:solidFill>
            <a:schemeClr val="accent2"/>
          </a:solidFill>
          <a:ln w="6350">
            <a:noFill/>
          </a:ln>
        </p:spPr>
        <p:txBody>
          <a:bodyPr vert="horz" wrap="square" lIns="60514" tIns="30257" rIns="60514" bIns="30257" rtlCol="0" anchor="ctr">
            <a:noAutofit/>
          </a:bodyPr>
          <a:lstStyle/>
          <a:p>
            <a:pPr algn="ctr"/>
            <a:endParaRPr lang="en-GB" sz="795" b="1" dirty="0">
              <a:solidFill>
                <a:schemeClr val="bg1"/>
              </a:solidFill>
              <a:latin typeface="+mj-lt"/>
            </a:endParaRPr>
          </a:p>
        </p:txBody>
      </p:sp>
      <p:cxnSp>
        <p:nvCxnSpPr>
          <p:cNvPr id="130" name="Straight Connector 129"/>
          <p:cNvCxnSpPr>
            <a:endCxn id="129" idx="2"/>
          </p:cNvCxnSpPr>
          <p:nvPr/>
        </p:nvCxnSpPr>
        <p:spPr>
          <a:xfrm flipV="1">
            <a:off x="2776374" y="2613943"/>
            <a:ext cx="0" cy="1246332"/>
          </a:xfrm>
          <a:prstGeom prst="line">
            <a:avLst/>
          </a:prstGeom>
          <a:ln>
            <a:solidFill>
              <a:srgbClr val="99BEFF"/>
            </a:solidFill>
            <a:prstDash val="dash"/>
          </a:ln>
        </p:spPr>
        <p:style>
          <a:lnRef idx="1">
            <a:schemeClr val="accent1"/>
          </a:lnRef>
          <a:fillRef idx="0">
            <a:schemeClr val="accent1"/>
          </a:fillRef>
          <a:effectRef idx="0">
            <a:schemeClr val="accent1"/>
          </a:effectRef>
          <a:fontRef idx="minor">
            <a:schemeClr val="tx1"/>
          </a:fontRef>
        </p:style>
      </p:cxnSp>
      <p:sp>
        <p:nvSpPr>
          <p:cNvPr id="131" name="Rounded Rectangle 130"/>
          <p:cNvSpPr/>
          <p:nvPr/>
        </p:nvSpPr>
        <p:spPr>
          <a:xfrm>
            <a:off x="3267734" y="4783983"/>
            <a:ext cx="1059000" cy="504286"/>
          </a:xfrm>
          <a:prstGeom prst="roundRect">
            <a:avLst/>
          </a:prstGeom>
          <a:solidFill>
            <a:schemeClr val="accent2"/>
          </a:solidFill>
          <a:ln w="6350">
            <a:noFill/>
          </a:ln>
        </p:spPr>
        <p:txBody>
          <a:bodyPr vert="horz" wrap="square" lIns="60514" tIns="30257" rIns="60514" bIns="30257" rtlCol="0" anchor="ctr">
            <a:noAutofit/>
          </a:bodyPr>
          <a:lstStyle/>
          <a:p>
            <a:pPr algn="ctr"/>
            <a:endParaRPr lang="en-GB" sz="795" b="1" dirty="0">
              <a:solidFill>
                <a:schemeClr val="bg1"/>
              </a:solidFill>
              <a:latin typeface="+mj-lt"/>
            </a:endParaRPr>
          </a:p>
        </p:txBody>
      </p:sp>
      <p:cxnSp>
        <p:nvCxnSpPr>
          <p:cNvPr id="132" name="Straight Connector 131"/>
          <p:cNvCxnSpPr>
            <a:stCxn id="131" idx="0"/>
          </p:cNvCxnSpPr>
          <p:nvPr/>
        </p:nvCxnSpPr>
        <p:spPr>
          <a:xfrm flipV="1">
            <a:off x="3797235" y="3991706"/>
            <a:ext cx="3661" cy="792277"/>
          </a:xfrm>
          <a:prstGeom prst="line">
            <a:avLst/>
          </a:prstGeom>
          <a:ln>
            <a:solidFill>
              <a:srgbClr val="99BEFF"/>
            </a:solidFill>
            <a:prstDash val="dash"/>
          </a:ln>
        </p:spPr>
        <p:style>
          <a:lnRef idx="1">
            <a:schemeClr val="accent1"/>
          </a:lnRef>
          <a:fillRef idx="0">
            <a:schemeClr val="accent1"/>
          </a:fillRef>
          <a:effectRef idx="0">
            <a:schemeClr val="accent1"/>
          </a:effectRef>
          <a:fontRef idx="minor">
            <a:schemeClr val="tx1"/>
          </a:fontRef>
        </p:style>
      </p:cxnSp>
      <p:sp>
        <p:nvSpPr>
          <p:cNvPr id="133" name="Rounded Rectangle 132"/>
          <p:cNvSpPr/>
          <p:nvPr/>
        </p:nvSpPr>
        <p:spPr>
          <a:xfrm>
            <a:off x="4071091" y="2031728"/>
            <a:ext cx="1697743" cy="504286"/>
          </a:xfrm>
          <a:prstGeom prst="roundRect">
            <a:avLst/>
          </a:prstGeom>
          <a:solidFill>
            <a:schemeClr val="accent2"/>
          </a:solidFill>
          <a:ln w="6350">
            <a:noFill/>
          </a:ln>
        </p:spPr>
        <p:txBody>
          <a:bodyPr vert="horz" wrap="square" lIns="60514" tIns="30257" rIns="60514" bIns="30257" rtlCol="0" anchor="ctr">
            <a:noAutofit/>
          </a:bodyPr>
          <a:lstStyle/>
          <a:p>
            <a:pPr algn="ctr"/>
            <a:r>
              <a:rPr lang="en-GB" sz="795" b="1" dirty="0" smtClean="0">
                <a:solidFill>
                  <a:schemeClr val="bg1"/>
                </a:solidFill>
                <a:latin typeface="+mj-lt"/>
              </a:rPr>
              <a:t>policy</a:t>
            </a:r>
            <a:endParaRPr lang="en-GB" sz="795" b="1" dirty="0">
              <a:solidFill>
                <a:schemeClr val="bg1"/>
              </a:solidFill>
              <a:latin typeface="+mj-lt"/>
            </a:endParaRPr>
          </a:p>
        </p:txBody>
      </p:sp>
      <p:cxnSp>
        <p:nvCxnSpPr>
          <p:cNvPr id="134" name="Straight Connector 133"/>
          <p:cNvCxnSpPr>
            <a:endCxn id="133" idx="2"/>
          </p:cNvCxnSpPr>
          <p:nvPr/>
        </p:nvCxnSpPr>
        <p:spPr>
          <a:xfrm flipV="1">
            <a:off x="4891325" y="2536014"/>
            <a:ext cx="28638" cy="1395012"/>
          </a:xfrm>
          <a:prstGeom prst="line">
            <a:avLst/>
          </a:prstGeom>
          <a:ln>
            <a:solidFill>
              <a:srgbClr val="99BEFF"/>
            </a:solidFill>
            <a:prstDash val="dash"/>
          </a:ln>
        </p:spPr>
        <p:style>
          <a:lnRef idx="1">
            <a:schemeClr val="accent1"/>
          </a:lnRef>
          <a:fillRef idx="0">
            <a:schemeClr val="accent1"/>
          </a:fillRef>
          <a:effectRef idx="0">
            <a:schemeClr val="accent1"/>
          </a:effectRef>
          <a:fontRef idx="minor">
            <a:schemeClr val="tx1"/>
          </a:fontRef>
        </p:style>
      </p:cxnSp>
      <p:sp>
        <p:nvSpPr>
          <p:cNvPr id="135" name="Rounded Rectangle 134"/>
          <p:cNvSpPr/>
          <p:nvPr/>
        </p:nvSpPr>
        <p:spPr>
          <a:xfrm>
            <a:off x="5297062" y="5076478"/>
            <a:ext cx="1059000" cy="504286"/>
          </a:xfrm>
          <a:prstGeom prst="roundRect">
            <a:avLst/>
          </a:prstGeom>
          <a:solidFill>
            <a:schemeClr val="accent2"/>
          </a:solidFill>
          <a:ln w="6350">
            <a:noFill/>
          </a:ln>
        </p:spPr>
        <p:txBody>
          <a:bodyPr vert="horz" wrap="square" lIns="60514" tIns="30257" rIns="60514" bIns="30257" rtlCol="0" anchor="ctr">
            <a:noAutofit/>
          </a:bodyPr>
          <a:lstStyle/>
          <a:p>
            <a:pPr algn="ctr"/>
            <a:endParaRPr lang="en-GB" sz="795" b="1" dirty="0">
              <a:solidFill>
                <a:schemeClr val="bg1"/>
              </a:solidFill>
              <a:latin typeface="+mj-lt"/>
            </a:endParaRPr>
          </a:p>
        </p:txBody>
      </p:sp>
      <p:cxnSp>
        <p:nvCxnSpPr>
          <p:cNvPr id="136" name="Straight Connector 135"/>
          <p:cNvCxnSpPr>
            <a:stCxn id="135" idx="0"/>
          </p:cNvCxnSpPr>
          <p:nvPr/>
        </p:nvCxnSpPr>
        <p:spPr>
          <a:xfrm flipH="1" flipV="1">
            <a:off x="5814395" y="3945834"/>
            <a:ext cx="12167" cy="1130643"/>
          </a:xfrm>
          <a:prstGeom prst="line">
            <a:avLst/>
          </a:prstGeom>
          <a:ln>
            <a:solidFill>
              <a:srgbClr val="99BEFF"/>
            </a:solidFill>
            <a:prstDash val="dash"/>
          </a:ln>
        </p:spPr>
        <p:style>
          <a:lnRef idx="1">
            <a:schemeClr val="accent1"/>
          </a:lnRef>
          <a:fillRef idx="0">
            <a:schemeClr val="accent1"/>
          </a:fillRef>
          <a:effectRef idx="0">
            <a:schemeClr val="accent1"/>
          </a:effectRef>
          <a:fontRef idx="minor">
            <a:schemeClr val="tx1"/>
          </a:fontRef>
        </p:style>
      </p:cxnSp>
      <p:sp>
        <p:nvSpPr>
          <p:cNvPr id="137" name="Rounded Rectangle 136"/>
          <p:cNvSpPr/>
          <p:nvPr/>
        </p:nvSpPr>
        <p:spPr>
          <a:xfrm>
            <a:off x="6214743" y="2205220"/>
            <a:ext cx="1697743" cy="782243"/>
          </a:xfrm>
          <a:prstGeom prst="roundRect">
            <a:avLst/>
          </a:prstGeom>
          <a:solidFill>
            <a:schemeClr val="accent2"/>
          </a:solidFill>
          <a:ln w="6350">
            <a:noFill/>
          </a:ln>
        </p:spPr>
        <p:txBody>
          <a:bodyPr vert="horz" wrap="square" lIns="60514" tIns="30257" rIns="60514" bIns="30257" rtlCol="0" anchor="ctr">
            <a:noAutofit/>
          </a:bodyPr>
          <a:lstStyle/>
          <a:p>
            <a:pPr algn="ctr"/>
            <a:endParaRPr lang="en-GB" sz="795" b="1" dirty="0">
              <a:solidFill>
                <a:schemeClr val="bg1"/>
              </a:solidFill>
              <a:latin typeface="+mj-lt"/>
            </a:endParaRPr>
          </a:p>
        </p:txBody>
      </p:sp>
      <p:cxnSp>
        <p:nvCxnSpPr>
          <p:cNvPr id="138" name="Straight Connector 137"/>
          <p:cNvCxnSpPr>
            <a:endCxn id="137" idx="2"/>
          </p:cNvCxnSpPr>
          <p:nvPr/>
        </p:nvCxnSpPr>
        <p:spPr>
          <a:xfrm flipV="1">
            <a:off x="7041948" y="2987462"/>
            <a:ext cx="21666" cy="854681"/>
          </a:xfrm>
          <a:prstGeom prst="line">
            <a:avLst/>
          </a:prstGeom>
          <a:ln>
            <a:solidFill>
              <a:srgbClr val="99BEFF"/>
            </a:solidFill>
            <a:prstDash val="dash"/>
          </a:ln>
        </p:spPr>
        <p:style>
          <a:lnRef idx="1">
            <a:schemeClr val="accent1"/>
          </a:lnRef>
          <a:fillRef idx="0">
            <a:schemeClr val="accent1"/>
          </a:fillRef>
          <a:effectRef idx="0">
            <a:schemeClr val="accent1"/>
          </a:effectRef>
          <a:fontRef idx="minor">
            <a:schemeClr val="tx1"/>
          </a:fontRef>
        </p:style>
      </p:cxnSp>
      <p:sp>
        <p:nvSpPr>
          <p:cNvPr id="139" name="Rounded Rectangle 138"/>
          <p:cNvSpPr/>
          <p:nvPr/>
        </p:nvSpPr>
        <p:spPr>
          <a:xfrm>
            <a:off x="7558430" y="4922893"/>
            <a:ext cx="1365524" cy="504286"/>
          </a:xfrm>
          <a:prstGeom prst="roundRect">
            <a:avLst/>
          </a:prstGeom>
          <a:solidFill>
            <a:schemeClr val="accent2"/>
          </a:solidFill>
          <a:ln w="6350">
            <a:noFill/>
          </a:ln>
        </p:spPr>
        <p:txBody>
          <a:bodyPr vert="horz" wrap="square" lIns="60514" tIns="30257" rIns="60514" bIns="30257" rtlCol="0" anchor="ctr">
            <a:noAutofit/>
          </a:bodyPr>
          <a:lstStyle/>
          <a:p>
            <a:pPr algn="ctr"/>
            <a:endParaRPr lang="en-GB" sz="795" b="1" dirty="0">
              <a:solidFill>
                <a:schemeClr val="bg1"/>
              </a:solidFill>
              <a:latin typeface="+mj-lt"/>
            </a:endParaRPr>
          </a:p>
        </p:txBody>
      </p:sp>
      <p:cxnSp>
        <p:nvCxnSpPr>
          <p:cNvPr id="140" name="Straight Connector 139"/>
          <p:cNvCxnSpPr>
            <a:stCxn id="139" idx="0"/>
          </p:cNvCxnSpPr>
          <p:nvPr/>
        </p:nvCxnSpPr>
        <p:spPr>
          <a:xfrm flipH="1" flipV="1">
            <a:off x="8235966" y="3973290"/>
            <a:ext cx="5226" cy="949604"/>
          </a:xfrm>
          <a:prstGeom prst="line">
            <a:avLst/>
          </a:prstGeom>
          <a:ln>
            <a:solidFill>
              <a:srgbClr val="99BEFF"/>
            </a:solidFill>
            <a:prstDash val="dash"/>
          </a:ln>
        </p:spPr>
        <p:style>
          <a:lnRef idx="1">
            <a:schemeClr val="accent1"/>
          </a:lnRef>
          <a:fillRef idx="0">
            <a:schemeClr val="accent1"/>
          </a:fillRef>
          <a:effectRef idx="0">
            <a:schemeClr val="accent1"/>
          </a:effectRef>
          <a:fontRef idx="minor">
            <a:schemeClr val="tx1"/>
          </a:fontRef>
        </p:style>
      </p:cxnSp>
      <p:sp>
        <p:nvSpPr>
          <p:cNvPr id="141" name="Right Arrow 140"/>
          <p:cNvSpPr/>
          <p:nvPr/>
        </p:nvSpPr>
        <p:spPr>
          <a:xfrm>
            <a:off x="9037668" y="3494036"/>
            <a:ext cx="1361572" cy="943380"/>
          </a:xfrm>
          <a:prstGeom prst="rightArrow">
            <a:avLst/>
          </a:prstGeom>
          <a:solidFill>
            <a:schemeClr val="accent5">
              <a:lumMod val="50000"/>
            </a:schemeClr>
          </a:solidFill>
          <a:ln w="6350">
            <a:noFill/>
          </a:ln>
        </p:spPr>
        <p:txBody>
          <a:bodyPr vert="horz" wrap="square" lIns="60514" tIns="30257" rIns="60514" bIns="30257" rtlCol="0" anchor="ctr">
            <a:noAutofit/>
          </a:bodyPr>
          <a:lstStyle/>
          <a:p>
            <a:pPr algn="ctr"/>
            <a:r>
              <a:rPr lang="en-GB" sz="1585" b="1" dirty="0">
                <a:solidFill>
                  <a:schemeClr val="bg1"/>
                </a:solidFill>
                <a:latin typeface="+mj-lt"/>
              </a:rPr>
              <a:t>On-going </a:t>
            </a:r>
            <a:endParaRPr lang="en-GB" sz="1585" b="1" dirty="0">
              <a:solidFill>
                <a:schemeClr val="bg1"/>
              </a:solidFill>
              <a:latin typeface="+mj-lt"/>
            </a:endParaRPr>
          </a:p>
        </p:txBody>
      </p:sp>
      <p:sp>
        <p:nvSpPr>
          <p:cNvPr id="2" name="Slide Number Placeholder 1"/>
          <p:cNvSpPr>
            <a:spLocks noGrp="1"/>
          </p:cNvSpPr>
          <p:nvPr>
            <p:ph type="sldNum" sz="quarter" idx="4"/>
          </p:nvPr>
        </p:nvSpPr>
        <p:spPr/>
        <p:txBody>
          <a:bodyPr/>
          <a:lstStyle/>
          <a:p>
            <a:fld id="{FEBD7F86-1881-4698-8703-FB80B0800997}" type="slidenum">
              <a:rPr lang="en-GB" sz="905" smtClean="0"/>
            </a:fld>
            <a:endParaRPr lang="en-GB" sz="905"/>
          </a:p>
        </p:txBody>
      </p:sp>
    </p:spTree>
    <p:custDataLst>
      <p:tags r:id="rId4"/>
    </p:custData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Timeline</a:t>
            </a:r>
            <a:endParaRPr lang="en-GB" b="0" i="0" dirty="0"/>
          </a:p>
        </p:txBody>
      </p:sp>
      <p:sp>
        <p:nvSpPr>
          <p:cNvPr id="98" name="Slide Number Placeholder 6"/>
          <p:cNvSpPr>
            <a:spLocks noGrp="1"/>
          </p:cNvSpPr>
          <p:nvPr>
            <p:ph type="sldNum" sz="quarter" idx="4"/>
          </p:nvPr>
        </p:nvSpPr>
        <p:spPr>
          <a:xfrm>
            <a:off x="8814724" y="6387623"/>
            <a:ext cx="1616538" cy="134476"/>
          </a:xfrm>
        </p:spPr>
        <p:txBody>
          <a:bodyPr/>
          <a:lstStyle/>
          <a:p>
            <a:fld id="{FEBD7F86-1881-4698-8703-FB80B0800997}" type="slidenum">
              <a:rPr lang="en-GB" sz="905" smtClean="0"/>
            </a:fld>
            <a:endParaRPr lang="en-GB" sz="905"/>
          </a:p>
        </p:txBody>
      </p:sp>
      <p:sp>
        <p:nvSpPr>
          <p:cNvPr id="10" name="Oval 9"/>
          <p:cNvSpPr/>
          <p:nvPr/>
        </p:nvSpPr>
        <p:spPr bwMode="ltGray">
          <a:xfrm>
            <a:off x="5704120" y="1535056"/>
            <a:ext cx="391837" cy="391837"/>
          </a:xfrm>
          <a:prstGeom prst="ellips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en-GB" sz="725" b="1" dirty="0" smtClean="0">
                <a:solidFill>
                  <a:schemeClr val="bg1"/>
                </a:solidFill>
                <a:latin typeface="腾讯体 W7" panose="020C08030202040F0204" pitchFamily="18" charset="-122"/>
              </a:rPr>
              <a:t>2014</a:t>
            </a:r>
            <a:endParaRPr lang="en-GB" sz="725" b="1" dirty="0" smtClean="0">
              <a:solidFill>
                <a:schemeClr val="bg1"/>
              </a:solidFill>
              <a:latin typeface="腾讯体 W7" panose="020C08030202040F0204" pitchFamily="18" charset="-122"/>
            </a:endParaRPr>
          </a:p>
        </p:txBody>
      </p:sp>
      <p:sp>
        <p:nvSpPr>
          <p:cNvPr id="55" name="Oval 54"/>
          <p:cNvSpPr/>
          <p:nvPr/>
        </p:nvSpPr>
        <p:spPr bwMode="ltGray">
          <a:xfrm>
            <a:off x="5704120" y="5674655"/>
            <a:ext cx="391837" cy="391837"/>
          </a:xfrm>
          <a:prstGeom prst="ellips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en-GB" sz="725" b="1" dirty="0" smtClean="0">
                <a:solidFill>
                  <a:schemeClr val="bg1"/>
                </a:solidFill>
                <a:latin typeface="腾讯体 W7" panose="020C08030202040F0204" pitchFamily="18" charset="-122"/>
              </a:rPr>
              <a:t>2015</a:t>
            </a:r>
            <a:endParaRPr lang="en-GB" sz="725" b="1" dirty="0" smtClean="0">
              <a:solidFill>
                <a:schemeClr val="bg1"/>
              </a:solidFill>
              <a:latin typeface="腾讯体 W7" panose="020C08030202040F0204" pitchFamily="18" charset="-122"/>
            </a:endParaRPr>
          </a:p>
        </p:txBody>
      </p:sp>
      <p:cxnSp>
        <p:nvCxnSpPr>
          <p:cNvPr id="12" name="Straight Connector 11"/>
          <p:cNvCxnSpPr>
            <a:stCxn id="10" idx="4"/>
            <a:endCxn id="55" idx="0"/>
          </p:cNvCxnSpPr>
          <p:nvPr/>
        </p:nvCxnSpPr>
        <p:spPr>
          <a:xfrm>
            <a:off x="5900038" y="1926893"/>
            <a:ext cx="0" cy="3747762"/>
          </a:xfrm>
          <a:prstGeom prst="line">
            <a:avLst/>
          </a:prstGeom>
          <a:ln w="12700">
            <a:solidFill>
              <a:srgbClr val="1450B8"/>
            </a:solidFill>
          </a:ln>
        </p:spPr>
        <p:style>
          <a:lnRef idx="1">
            <a:schemeClr val="accent1"/>
          </a:lnRef>
          <a:fillRef idx="0">
            <a:schemeClr val="accent1"/>
          </a:fillRef>
          <a:effectRef idx="0">
            <a:schemeClr val="accent1"/>
          </a:effectRef>
          <a:fontRef idx="minor">
            <a:schemeClr val="tx1"/>
          </a:fontRef>
        </p:style>
      </p:cxnSp>
      <p:sp>
        <p:nvSpPr>
          <p:cNvPr id="13" name="Oval 12"/>
          <p:cNvSpPr/>
          <p:nvPr/>
        </p:nvSpPr>
        <p:spPr bwMode="ltGray">
          <a:xfrm>
            <a:off x="5851059" y="2284516"/>
            <a:ext cx="97959" cy="97959"/>
          </a:xfrm>
          <a:prstGeom prst="ellips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59" name="Oval 58"/>
          <p:cNvSpPr/>
          <p:nvPr/>
        </p:nvSpPr>
        <p:spPr bwMode="ltGray">
          <a:xfrm>
            <a:off x="5851059" y="3057116"/>
            <a:ext cx="97959" cy="97959"/>
          </a:xfrm>
          <a:prstGeom prst="ellips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60" name="Oval 59"/>
          <p:cNvSpPr/>
          <p:nvPr/>
        </p:nvSpPr>
        <p:spPr bwMode="ltGray">
          <a:xfrm>
            <a:off x="5851059" y="4236577"/>
            <a:ext cx="97959" cy="97959"/>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nvGrpSpPr>
          <p:cNvPr id="16" name="Group 15"/>
          <p:cNvGrpSpPr/>
          <p:nvPr/>
        </p:nvGrpSpPr>
        <p:grpSpPr>
          <a:xfrm>
            <a:off x="5973208" y="2086922"/>
            <a:ext cx="2735327" cy="1472849"/>
            <a:chOff x="5211322" y="2132539"/>
            <a:chExt cx="3015698" cy="1623816"/>
          </a:xfrm>
        </p:grpSpPr>
        <p:sp>
          <p:nvSpPr>
            <p:cNvPr id="61" name="Rectangle 60"/>
            <p:cNvSpPr/>
            <p:nvPr/>
          </p:nvSpPr>
          <p:spPr bwMode="ltGray">
            <a:xfrm>
              <a:off x="5346652" y="2172131"/>
              <a:ext cx="2880368" cy="432000"/>
            </a:xfrm>
            <a:prstGeom prst="rect">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62" name="TextBox 61"/>
            <p:cNvSpPr txBox="1"/>
            <p:nvPr/>
          </p:nvSpPr>
          <p:spPr>
            <a:xfrm>
              <a:off x="6089639" y="2244187"/>
              <a:ext cx="2048701" cy="307082"/>
            </a:xfrm>
            <a:prstGeom prst="rect">
              <a:avLst/>
            </a:prstGeom>
            <a:noFill/>
          </p:spPr>
          <p:txBody>
            <a:bodyPr wrap="square" lIns="0" tIns="0" rIns="0" bIns="0" rtlCol="0">
              <a:noAutofit/>
            </a:bodyPr>
            <a:lstStyle/>
            <a:p>
              <a:pPr>
                <a:spcAft>
                  <a:spcPts val="900"/>
                </a:spcAft>
              </a:pPr>
              <a:r>
                <a:rPr lang="en-GB" sz="815" dirty="0" smtClean="0">
                  <a:solidFill>
                    <a:schemeClr val="bg1"/>
                  </a:solidFill>
                  <a:latin typeface="+mj-lt"/>
                </a:rPr>
                <a:t>Text to </a:t>
              </a:r>
              <a:r>
                <a:rPr lang="en-GB" sz="815" dirty="0">
                  <a:solidFill>
                    <a:schemeClr val="bg1"/>
                  </a:solidFill>
                  <a:latin typeface="+mj-lt"/>
                </a:rPr>
                <a:t>go here 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a:t>
              </a:r>
              <a:r>
                <a:rPr lang="en-GB" sz="815" dirty="0">
                  <a:solidFill>
                    <a:schemeClr val="bg1"/>
                  </a:solidFill>
                  <a:latin typeface="+mj-lt"/>
                </a:rPr>
                <a:t> </a:t>
              </a:r>
              <a:r>
                <a:rPr lang="en-GB" sz="815" dirty="0" smtClean="0">
                  <a:solidFill>
                    <a:schemeClr val="bg1"/>
                  </a:solidFill>
                  <a:latin typeface="+mj-lt"/>
                </a:rPr>
                <a:t>to go here</a:t>
              </a:r>
              <a:endParaRPr lang="en-GB" sz="815" dirty="0" smtClean="0">
                <a:solidFill>
                  <a:schemeClr val="bg1"/>
                </a:solidFill>
                <a:latin typeface="+mj-lt"/>
              </a:endParaRPr>
            </a:p>
          </p:txBody>
        </p:sp>
        <p:sp>
          <p:nvSpPr>
            <p:cNvPr id="63" name="TextBox 62"/>
            <p:cNvSpPr txBox="1"/>
            <p:nvPr/>
          </p:nvSpPr>
          <p:spPr>
            <a:xfrm>
              <a:off x="5451785" y="2132539"/>
              <a:ext cx="606903" cy="307082"/>
            </a:xfrm>
            <a:prstGeom prst="rect">
              <a:avLst/>
            </a:prstGeom>
            <a:noFill/>
          </p:spPr>
          <p:txBody>
            <a:bodyPr wrap="square" lIns="0" tIns="0" rIns="0" bIns="0" rtlCol="0">
              <a:noAutofit/>
            </a:bodyPr>
            <a:lstStyle/>
            <a:p>
              <a:pPr>
                <a:spcAft>
                  <a:spcPts val="900"/>
                </a:spcAft>
              </a:pPr>
              <a:r>
                <a:rPr lang="en-GB" sz="2540" b="1" dirty="0" smtClean="0">
                  <a:solidFill>
                    <a:schemeClr val="bg1"/>
                  </a:solidFill>
                  <a:latin typeface="+mj-lt"/>
                </a:rPr>
                <a:t>01</a:t>
              </a:r>
              <a:endParaRPr lang="en-GB" sz="2540" b="1" dirty="0" smtClean="0">
                <a:solidFill>
                  <a:schemeClr val="bg1"/>
                </a:solidFill>
                <a:latin typeface="+mj-lt"/>
              </a:endParaRPr>
            </a:p>
          </p:txBody>
        </p:sp>
        <p:sp>
          <p:nvSpPr>
            <p:cNvPr id="64" name="Rectangle 63"/>
            <p:cNvSpPr/>
            <p:nvPr/>
          </p:nvSpPr>
          <p:spPr bwMode="ltGray">
            <a:xfrm>
              <a:off x="5346652" y="2609100"/>
              <a:ext cx="2880368" cy="1147255"/>
            </a:xfrm>
            <a:prstGeom prst="rect">
              <a:avLst/>
            </a:prstGeom>
            <a:no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65" name="TextBox 64"/>
            <p:cNvSpPr txBox="1"/>
            <p:nvPr/>
          </p:nvSpPr>
          <p:spPr>
            <a:xfrm>
              <a:off x="5451785" y="3377265"/>
              <a:ext cx="2686556" cy="307082"/>
            </a:xfrm>
            <a:prstGeom prst="rect">
              <a:avLst/>
            </a:prstGeom>
            <a:noFill/>
          </p:spPr>
          <p:txBody>
            <a:bodyPr wrap="square" lIns="0" tIns="0" rIns="0" bIns="0" rtlCol="0">
              <a:noAutofit/>
            </a:bodyPr>
            <a:lstStyle/>
            <a:p>
              <a:pPr>
                <a:spcAft>
                  <a:spcPts val="900"/>
                </a:spcAft>
              </a:pPr>
              <a:r>
                <a:rPr lang="en-GB" sz="815" dirty="0">
                  <a:latin typeface="+mj-lt"/>
                </a:rPr>
                <a:t>Text to go here to go here to go here to go here to go here to </a:t>
              </a:r>
              <a:r>
                <a:rPr lang="en-GB" sz="815" dirty="0" smtClean="0">
                  <a:latin typeface="+mj-lt"/>
                </a:rPr>
                <a:t>go </a:t>
              </a:r>
              <a:r>
                <a:rPr lang="en-GB" sz="815" dirty="0">
                  <a:latin typeface="+mj-lt"/>
                </a:rPr>
                <a:t>here to go here to go here to go </a:t>
              </a:r>
              <a:r>
                <a:rPr lang="en-GB" sz="815" dirty="0" smtClean="0">
                  <a:latin typeface="+mj-lt"/>
                </a:rPr>
                <a:t>here</a:t>
              </a:r>
              <a:endParaRPr lang="en-GB" sz="815" dirty="0" smtClean="0">
                <a:latin typeface="+mj-lt"/>
              </a:endParaRPr>
            </a:p>
          </p:txBody>
        </p:sp>
        <p:sp>
          <p:nvSpPr>
            <p:cNvPr id="14" name="Rectangle 13"/>
            <p:cNvSpPr/>
            <p:nvPr/>
          </p:nvSpPr>
          <p:spPr bwMode="ltGray">
            <a:xfrm>
              <a:off x="5451785" y="2723967"/>
              <a:ext cx="606903" cy="576064"/>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67" name="Rectangle 66"/>
            <p:cNvSpPr/>
            <p:nvPr/>
          </p:nvSpPr>
          <p:spPr bwMode="ltGray">
            <a:xfrm>
              <a:off x="6139608" y="2723967"/>
              <a:ext cx="606903" cy="576064"/>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68" name="Rectangle 67"/>
            <p:cNvSpPr/>
            <p:nvPr/>
          </p:nvSpPr>
          <p:spPr bwMode="ltGray">
            <a:xfrm>
              <a:off x="6835523" y="2723967"/>
              <a:ext cx="606903" cy="576064"/>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69" name="Rectangle 68"/>
            <p:cNvSpPr/>
            <p:nvPr/>
          </p:nvSpPr>
          <p:spPr bwMode="ltGray">
            <a:xfrm>
              <a:off x="7531438" y="2723967"/>
              <a:ext cx="606903" cy="576064"/>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5" name="Isosceles Triangle 14"/>
            <p:cNvSpPr/>
            <p:nvPr/>
          </p:nvSpPr>
          <p:spPr bwMode="ltGray">
            <a:xfrm rot="16200000">
              <a:off x="5188763" y="2326575"/>
              <a:ext cx="180471" cy="135353"/>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grpSp>
        <p:nvGrpSpPr>
          <p:cNvPr id="17" name="Group 16"/>
          <p:cNvGrpSpPr/>
          <p:nvPr/>
        </p:nvGrpSpPr>
        <p:grpSpPr>
          <a:xfrm>
            <a:off x="5973208" y="4046323"/>
            <a:ext cx="2735327" cy="1472849"/>
            <a:chOff x="5211322" y="4357849"/>
            <a:chExt cx="3015698" cy="1623816"/>
          </a:xfrm>
        </p:grpSpPr>
        <p:sp>
          <p:nvSpPr>
            <p:cNvPr id="71" name="Rectangle 70"/>
            <p:cNvSpPr/>
            <p:nvPr/>
          </p:nvSpPr>
          <p:spPr bwMode="ltGray">
            <a:xfrm>
              <a:off x="5346652" y="4397441"/>
              <a:ext cx="2880368" cy="432000"/>
            </a:xfrm>
            <a:prstGeom prst="rect">
              <a:avLst/>
            </a:prstGeom>
            <a:solidFill>
              <a:schemeClr val="accent5"/>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72" name="TextBox 71"/>
            <p:cNvSpPr txBox="1"/>
            <p:nvPr/>
          </p:nvSpPr>
          <p:spPr>
            <a:xfrm>
              <a:off x="6089639" y="4469497"/>
              <a:ext cx="2048701" cy="307082"/>
            </a:xfrm>
            <a:prstGeom prst="rect">
              <a:avLst/>
            </a:prstGeom>
            <a:noFill/>
          </p:spPr>
          <p:txBody>
            <a:bodyPr wrap="square" lIns="0" tIns="0" rIns="0" bIns="0" rtlCol="0">
              <a:noAutofit/>
            </a:bodyPr>
            <a:lstStyle/>
            <a:p>
              <a:pPr>
                <a:spcAft>
                  <a:spcPts val="900"/>
                </a:spcAft>
              </a:pPr>
              <a:r>
                <a:rPr lang="en-GB" sz="815" dirty="0" smtClean="0">
                  <a:solidFill>
                    <a:schemeClr val="bg1"/>
                  </a:solidFill>
                  <a:latin typeface="+mj-lt"/>
                </a:rPr>
                <a:t>Text to </a:t>
              </a:r>
              <a:r>
                <a:rPr lang="en-GB" sz="815" dirty="0">
                  <a:solidFill>
                    <a:schemeClr val="bg1"/>
                  </a:solidFill>
                  <a:latin typeface="+mj-lt"/>
                </a:rPr>
                <a:t>go here 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a:t>
              </a:r>
              <a:r>
                <a:rPr lang="en-GB" sz="815" dirty="0">
                  <a:solidFill>
                    <a:schemeClr val="bg1"/>
                  </a:solidFill>
                  <a:latin typeface="+mj-lt"/>
                </a:rPr>
                <a:t> </a:t>
              </a:r>
              <a:r>
                <a:rPr lang="en-GB" sz="815" dirty="0" smtClean="0">
                  <a:solidFill>
                    <a:schemeClr val="bg1"/>
                  </a:solidFill>
                  <a:latin typeface="+mj-lt"/>
                </a:rPr>
                <a:t>to go here</a:t>
              </a:r>
              <a:endParaRPr lang="en-GB" sz="815" dirty="0" smtClean="0">
                <a:solidFill>
                  <a:schemeClr val="bg1"/>
                </a:solidFill>
                <a:latin typeface="+mj-lt"/>
              </a:endParaRPr>
            </a:p>
          </p:txBody>
        </p:sp>
        <p:sp>
          <p:nvSpPr>
            <p:cNvPr id="73" name="TextBox 72"/>
            <p:cNvSpPr txBox="1"/>
            <p:nvPr/>
          </p:nvSpPr>
          <p:spPr>
            <a:xfrm>
              <a:off x="5451785" y="4357849"/>
              <a:ext cx="606903" cy="307082"/>
            </a:xfrm>
            <a:prstGeom prst="rect">
              <a:avLst/>
            </a:prstGeom>
            <a:noFill/>
          </p:spPr>
          <p:txBody>
            <a:bodyPr wrap="square" lIns="0" tIns="0" rIns="0" bIns="0" rtlCol="0">
              <a:noAutofit/>
            </a:bodyPr>
            <a:lstStyle/>
            <a:p>
              <a:pPr>
                <a:spcAft>
                  <a:spcPts val="900"/>
                </a:spcAft>
              </a:pPr>
              <a:r>
                <a:rPr lang="en-GB" sz="2540" b="1" dirty="0" smtClean="0">
                  <a:solidFill>
                    <a:schemeClr val="bg1"/>
                  </a:solidFill>
                  <a:latin typeface="+mj-lt"/>
                </a:rPr>
                <a:t>03</a:t>
              </a:r>
              <a:endParaRPr lang="en-GB" sz="2540" b="1" dirty="0" smtClean="0">
                <a:solidFill>
                  <a:schemeClr val="bg1"/>
                </a:solidFill>
                <a:latin typeface="+mj-lt"/>
              </a:endParaRPr>
            </a:p>
          </p:txBody>
        </p:sp>
        <p:sp>
          <p:nvSpPr>
            <p:cNvPr id="74" name="Rectangle 73"/>
            <p:cNvSpPr/>
            <p:nvPr/>
          </p:nvSpPr>
          <p:spPr bwMode="ltGray">
            <a:xfrm>
              <a:off x="5346652" y="4834410"/>
              <a:ext cx="2880368" cy="1147255"/>
            </a:xfrm>
            <a:prstGeom prst="rect">
              <a:avLst/>
            </a:prstGeom>
            <a:no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75" name="TextBox 74"/>
            <p:cNvSpPr txBox="1"/>
            <p:nvPr/>
          </p:nvSpPr>
          <p:spPr>
            <a:xfrm>
              <a:off x="5451785" y="4908483"/>
              <a:ext cx="2686556" cy="1008112"/>
            </a:xfrm>
            <a:prstGeom prst="rect">
              <a:avLst/>
            </a:prstGeom>
            <a:noFill/>
          </p:spPr>
          <p:txBody>
            <a:bodyPr wrap="square" lIns="0" tIns="0" rIns="0" bIns="0" rtlCol="0">
              <a:noAutofit/>
            </a:bodyPr>
            <a:lstStyle/>
            <a:p>
              <a:pPr>
                <a:spcAft>
                  <a:spcPts val="900"/>
                </a:spcAft>
              </a:pPr>
              <a:r>
                <a:rPr lang="en-GB" sz="815" dirty="0">
                  <a:latin typeface="+mj-lt"/>
                </a:rPr>
                <a:t>Text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a:t>
              </a:r>
              <a:r>
                <a:rPr lang="en-GB" sz="815" dirty="0" smtClean="0">
                  <a:latin typeface="+mj-lt"/>
                </a:rPr>
                <a:t>here</a:t>
              </a:r>
              <a:endParaRPr lang="en-GB" sz="815" dirty="0" smtClean="0">
                <a:latin typeface="+mj-lt"/>
              </a:endParaRPr>
            </a:p>
          </p:txBody>
        </p:sp>
        <p:sp>
          <p:nvSpPr>
            <p:cNvPr id="80" name="Isosceles Triangle 79"/>
            <p:cNvSpPr/>
            <p:nvPr/>
          </p:nvSpPr>
          <p:spPr bwMode="ltGray">
            <a:xfrm rot="16200000">
              <a:off x="5188763" y="4551885"/>
              <a:ext cx="180471" cy="135353"/>
            </a:xfrm>
            <a:prstGeom prst="triangl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grpSp>
        <p:nvGrpSpPr>
          <p:cNvPr id="18" name="Group 17"/>
          <p:cNvGrpSpPr/>
          <p:nvPr/>
        </p:nvGrpSpPr>
        <p:grpSpPr>
          <a:xfrm>
            <a:off x="3079333" y="2862296"/>
            <a:ext cx="2738061" cy="2148002"/>
            <a:chOff x="2020825" y="3060551"/>
            <a:chExt cx="3018712" cy="2368172"/>
          </a:xfrm>
        </p:grpSpPr>
        <p:sp>
          <p:nvSpPr>
            <p:cNvPr id="81" name="Rectangle 80"/>
            <p:cNvSpPr/>
            <p:nvPr/>
          </p:nvSpPr>
          <p:spPr bwMode="ltGray">
            <a:xfrm>
              <a:off x="2020825" y="3100143"/>
              <a:ext cx="2880368" cy="432000"/>
            </a:xfrm>
            <a:prstGeom prst="rect">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82" name="TextBox 81"/>
            <p:cNvSpPr txBox="1"/>
            <p:nvPr/>
          </p:nvSpPr>
          <p:spPr>
            <a:xfrm>
              <a:off x="2763812" y="3172199"/>
              <a:ext cx="2048701" cy="307082"/>
            </a:xfrm>
            <a:prstGeom prst="rect">
              <a:avLst/>
            </a:prstGeom>
            <a:noFill/>
          </p:spPr>
          <p:txBody>
            <a:bodyPr wrap="square" lIns="0" tIns="0" rIns="0" bIns="0" rtlCol="0">
              <a:noAutofit/>
            </a:bodyPr>
            <a:lstStyle/>
            <a:p>
              <a:pPr>
                <a:spcAft>
                  <a:spcPts val="900"/>
                </a:spcAft>
              </a:pPr>
              <a:r>
                <a:rPr lang="en-GB" sz="815" dirty="0" smtClean="0">
                  <a:solidFill>
                    <a:schemeClr val="bg1"/>
                  </a:solidFill>
                  <a:latin typeface="+mj-lt"/>
                </a:rPr>
                <a:t>Text to </a:t>
              </a:r>
              <a:r>
                <a:rPr lang="en-GB" sz="815" dirty="0">
                  <a:solidFill>
                    <a:schemeClr val="bg1"/>
                  </a:solidFill>
                  <a:latin typeface="+mj-lt"/>
                </a:rPr>
                <a:t>go here 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a:t>
              </a:r>
              <a:r>
                <a:rPr lang="en-GB" sz="815" dirty="0">
                  <a:solidFill>
                    <a:schemeClr val="bg1"/>
                  </a:solidFill>
                  <a:latin typeface="+mj-lt"/>
                </a:rPr>
                <a:t> </a:t>
              </a:r>
              <a:r>
                <a:rPr lang="en-GB" sz="815" dirty="0" smtClean="0">
                  <a:solidFill>
                    <a:schemeClr val="bg1"/>
                  </a:solidFill>
                  <a:latin typeface="+mj-lt"/>
                </a:rPr>
                <a:t>to go here</a:t>
              </a:r>
              <a:endParaRPr lang="en-GB" sz="815" dirty="0" smtClean="0">
                <a:solidFill>
                  <a:schemeClr val="bg1"/>
                </a:solidFill>
                <a:latin typeface="+mj-lt"/>
              </a:endParaRPr>
            </a:p>
          </p:txBody>
        </p:sp>
        <p:sp>
          <p:nvSpPr>
            <p:cNvPr id="83" name="TextBox 82"/>
            <p:cNvSpPr txBox="1"/>
            <p:nvPr/>
          </p:nvSpPr>
          <p:spPr>
            <a:xfrm>
              <a:off x="2125958" y="3060551"/>
              <a:ext cx="606903" cy="307082"/>
            </a:xfrm>
            <a:prstGeom prst="rect">
              <a:avLst/>
            </a:prstGeom>
            <a:noFill/>
          </p:spPr>
          <p:txBody>
            <a:bodyPr wrap="square" lIns="0" tIns="0" rIns="0" bIns="0" rtlCol="0">
              <a:noAutofit/>
            </a:bodyPr>
            <a:lstStyle/>
            <a:p>
              <a:pPr>
                <a:spcAft>
                  <a:spcPts val="900"/>
                </a:spcAft>
              </a:pPr>
              <a:r>
                <a:rPr lang="en-GB" sz="2540" b="1" dirty="0" smtClean="0">
                  <a:solidFill>
                    <a:schemeClr val="bg1"/>
                  </a:solidFill>
                  <a:latin typeface="+mj-lt"/>
                </a:rPr>
                <a:t>02</a:t>
              </a:r>
              <a:endParaRPr lang="en-GB" sz="2540" b="1" dirty="0" smtClean="0">
                <a:solidFill>
                  <a:schemeClr val="bg1"/>
                </a:solidFill>
                <a:latin typeface="+mj-lt"/>
              </a:endParaRPr>
            </a:p>
          </p:txBody>
        </p:sp>
        <p:sp>
          <p:nvSpPr>
            <p:cNvPr id="84" name="Rectangle 83"/>
            <p:cNvSpPr/>
            <p:nvPr/>
          </p:nvSpPr>
          <p:spPr bwMode="ltGray">
            <a:xfrm>
              <a:off x="2020825" y="3537112"/>
              <a:ext cx="2880368" cy="1891611"/>
            </a:xfrm>
            <a:prstGeom prst="rect">
              <a:avLst/>
            </a:prstGeom>
            <a:no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85" name="TextBox 84"/>
            <p:cNvSpPr txBox="1"/>
            <p:nvPr/>
          </p:nvSpPr>
          <p:spPr>
            <a:xfrm>
              <a:off x="2125958" y="3611185"/>
              <a:ext cx="2686556" cy="1008112"/>
            </a:xfrm>
            <a:prstGeom prst="rect">
              <a:avLst/>
            </a:prstGeom>
            <a:noFill/>
          </p:spPr>
          <p:txBody>
            <a:bodyPr wrap="square" lIns="0" tIns="0" rIns="0" bIns="0" rtlCol="0">
              <a:noAutofit/>
            </a:bodyPr>
            <a:lstStyle/>
            <a:p>
              <a:pPr>
                <a:spcAft>
                  <a:spcPts val="900"/>
                </a:spcAft>
              </a:pPr>
              <a:r>
                <a:rPr lang="en-GB" sz="815" dirty="0">
                  <a:latin typeface="+mj-lt"/>
                </a:rPr>
                <a:t>Text to go here to go here to go here to go here to go here to go here to go here to go here to go here to go here to go here to go here to go here to go </a:t>
              </a:r>
              <a:r>
                <a:rPr lang="en-GB" sz="815" dirty="0" smtClean="0">
                  <a:latin typeface="+mj-lt"/>
                </a:rPr>
                <a:t>here</a:t>
              </a:r>
              <a:endParaRPr lang="en-GB" sz="815" dirty="0" smtClean="0">
                <a:latin typeface="+mj-lt"/>
              </a:endParaRPr>
            </a:p>
          </p:txBody>
        </p:sp>
        <p:sp>
          <p:nvSpPr>
            <p:cNvPr id="86" name="Isosceles Triangle 85"/>
            <p:cNvSpPr/>
            <p:nvPr/>
          </p:nvSpPr>
          <p:spPr bwMode="ltGray">
            <a:xfrm rot="5400000" flipH="1">
              <a:off x="4881625" y="3264721"/>
              <a:ext cx="180471" cy="135353"/>
            </a:xfrm>
            <a:prstGeom prst="triangl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87" name="Rectangle 86"/>
            <p:cNvSpPr/>
            <p:nvPr/>
          </p:nvSpPr>
          <p:spPr bwMode="ltGray">
            <a:xfrm>
              <a:off x="2125958" y="4117548"/>
              <a:ext cx="2686555" cy="1225656"/>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08738" y="685839"/>
            <a:ext cx="8174525" cy="271780"/>
          </a:xfrm>
        </p:spPr>
        <p:txBody>
          <a:bodyPr/>
          <a:lstStyle/>
          <a:p>
            <a:r>
              <a:rPr lang="en-US" dirty="0"/>
              <a:t>Timeline</a:t>
            </a:r>
            <a:endParaRPr lang="en-US" b="0" i="0" dirty="0"/>
          </a:p>
        </p:txBody>
      </p:sp>
      <p:sp>
        <p:nvSpPr>
          <p:cNvPr id="8" name="Slide Number Placeholder 7"/>
          <p:cNvSpPr>
            <a:spLocks noGrp="1"/>
          </p:cNvSpPr>
          <p:nvPr>
            <p:ph type="sldNum" sz="quarter" idx="4"/>
          </p:nvPr>
        </p:nvSpPr>
        <p:spPr/>
        <p:txBody>
          <a:bodyPr/>
          <a:lstStyle/>
          <a:p>
            <a:fld id="{FEBD7F86-1881-4698-8703-FB80B0800997}" type="slidenum">
              <a:rPr lang="en-US" sz="800" smtClean="0"/>
            </a:fld>
            <a:endParaRPr lang="en-US" sz="800" dirty="0"/>
          </a:p>
        </p:txBody>
      </p:sp>
      <p:cxnSp>
        <p:nvCxnSpPr>
          <p:cNvPr id="9" name="Shape 24"/>
          <p:cNvCxnSpPr/>
          <p:nvPr/>
        </p:nvCxnSpPr>
        <p:spPr>
          <a:xfrm flipV="1">
            <a:off x="1870189" y="607832"/>
            <a:ext cx="8313078" cy="129098"/>
          </a:xfrm>
          <a:prstGeom prst="bentConnector3">
            <a:avLst>
              <a:gd name="adj1" fmla="val 0"/>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61" name="Content Placeholder 2"/>
          <p:cNvSpPr>
            <a:spLocks noGrp="1"/>
          </p:cNvSpPr>
          <p:nvPr>
            <p:ph sz="quarter" idx="10"/>
          </p:nvPr>
        </p:nvSpPr>
        <p:spPr>
          <a:xfrm>
            <a:off x="2008737" y="1202218"/>
            <a:ext cx="8174525" cy="175260"/>
          </a:xfrm>
        </p:spPr>
        <p:txBody>
          <a:bodyPr/>
          <a:lstStyle/>
          <a:p>
            <a:pPr>
              <a:spcAft>
                <a:spcPts val="440"/>
              </a:spcAft>
            </a:pPr>
            <a:endParaRPr lang="en-US" sz="1000" dirty="0"/>
          </a:p>
        </p:txBody>
      </p:sp>
      <p:sp>
        <p:nvSpPr>
          <p:cNvPr id="42" name="Rectangle 8"/>
          <p:cNvSpPr>
            <a:spLocks noChangeArrowheads="1"/>
          </p:cNvSpPr>
          <p:nvPr/>
        </p:nvSpPr>
        <p:spPr bwMode="gray">
          <a:xfrm>
            <a:off x="2041836" y="2001202"/>
            <a:ext cx="2601609" cy="1107440"/>
          </a:xfrm>
          <a:prstGeom prst="rect">
            <a:avLst/>
          </a:prstGeom>
          <a:noFill/>
          <a:ln w="9525" algn="ctr">
            <a:noFill/>
            <a:miter lim="800000"/>
          </a:ln>
          <a:effectLst/>
        </p:spPr>
        <p:txBody>
          <a:bodyPr vert="horz" wrap="square" lIns="0" tIns="0" rIns="0" bIns="0" anchor="t" anchorCtr="0">
            <a:spAutoFit/>
          </a:bodyPr>
          <a:lstStyle/>
          <a:p>
            <a:pPr>
              <a:buClr>
                <a:srgbClr val="000000"/>
              </a:buClr>
            </a:pPr>
            <a:r>
              <a:rPr lang="en-US" sz="900" b="1" dirty="0">
                <a:solidFill>
                  <a:srgbClr val="000000"/>
                </a:solidFill>
                <a:latin typeface="腾讯体 W7" panose="020C08030202040F0204" pitchFamily="18" charset="-122"/>
                <a:cs typeface="腾讯体 W3" panose="020C04030202040F0204" pitchFamily="34" charset="-122"/>
              </a:rPr>
              <a:t>Project Management</a:t>
            </a:r>
            <a:endParaRPr lang="en-US" sz="900" dirty="0">
              <a:solidFill>
                <a:srgbClr val="000000"/>
              </a:solidFill>
              <a:latin typeface="腾讯体 W7" panose="020C08030202040F0204" pitchFamily="18" charset="-122"/>
              <a:cs typeface="腾讯体 W3" panose="020C04030202040F0204" pitchFamily="34" charset="-122"/>
            </a:endParaRPr>
          </a:p>
          <a:p>
            <a:pPr marL="0" lvl="1">
              <a:buClr>
                <a:srgbClr val="000000"/>
              </a:buClr>
            </a:pPr>
            <a:r>
              <a:rPr lang="en-US" sz="900" b="1" dirty="0">
                <a:solidFill>
                  <a:srgbClr val="000000"/>
                </a:solidFill>
                <a:latin typeface="腾讯体 W7" panose="020C08030202040F0204" pitchFamily="18" charset="-122"/>
                <a:cs typeface="腾讯体 W3" panose="020C04030202040F0204" pitchFamily="34" charset="-122"/>
              </a:rPr>
              <a:t>Phase I: Assess and Define</a:t>
            </a:r>
            <a:endParaRPr lang="en-US" sz="900" b="1" dirty="0">
              <a:solidFill>
                <a:srgbClr val="000000"/>
              </a:solidFill>
              <a:latin typeface="腾讯体 W7" panose="020C08030202040F0204" pitchFamily="18" charset="-122"/>
              <a:cs typeface="腾讯体 W3" panose="020C04030202040F0204" pitchFamily="34" charset="-122"/>
            </a:endParaRPr>
          </a:p>
          <a:p>
            <a:pPr marL="0" lvl="1">
              <a:buClr>
                <a:srgbClr val="000000"/>
              </a:buClr>
              <a:defRPr/>
            </a:pPr>
            <a:endParaRPr lang="en-US" sz="900" dirty="0">
              <a:solidFill>
                <a:srgbClr val="000000"/>
              </a:solidFill>
              <a:latin typeface="腾讯体 W7" panose="020C08030202040F0204" pitchFamily="18" charset="-122"/>
              <a:cs typeface="腾讯体 W3" panose="020C04030202040F0204" pitchFamily="34" charset="-122"/>
            </a:endParaRPr>
          </a:p>
          <a:p>
            <a:pPr>
              <a:buClr>
                <a:srgbClr val="000000"/>
              </a:buClr>
            </a:pPr>
            <a:r>
              <a:rPr lang="en-US" sz="900" b="1" dirty="0">
                <a:solidFill>
                  <a:srgbClr val="000000"/>
                </a:solidFill>
                <a:latin typeface="腾讯体 W7" panose="020C08030202040F0204" pitchFamily="18" charset="-122"/>
                <a:cs typeface="腾讯体 W3" panose="020C04030202040F0204" pitchFamily="34" charset="-122"/>
              </a:rPr>
              <a:t>Phase II: Design and Develop</a:t>
            </a:r>
            <a:endParaRPr lang="en-US" sz="900" b="1" dirty="0">
              <a:solidFill>
                <a:srgbClr val="000000"/>
              </a:solidFill>
              <a:latin typeface="腾讯体 W7" panose="020C08030202040F0204" pitchFamily="18" charset="-122"/>
              <a:cs typeface="腾讯体 W3" panose="020C04030202040F0204" pitchFamily="34" charset="-122"/>
            </a:endParaRPr>
          </a:p>
          <a:p>
            <a:pPr marL="0" lvl="1">
              <a:buClr>
                <a:srgbClr val="000000"/>
              </a:buClr>
              <a:defRPr/>
            </a:pPr>
            <a:endParaRPr lang="en-US" sz="900" dirty="0">
              <a:solidFill>
                <a:srgbClr val="1450B8"/>
              </a:solidFill>
              <a:latin typeface="腾讯体 W7" panose="020C08030202040F0204" pitchFamily="18" charset="-122"/>
              <a:cs typeface="腾讯体 W3" panose="020C04030202040F0204" pitchFamily="34" charset="-122"/>
            </a:endParaRPr>
          </a:p>
          <a:p>
            <a:pPr marL="0" lvl="1" indent="-108585">
              <a:buClr>
                <a:srgbClr val="000000"/>
              </a:buClr>
            </a:pPr>
            <a:r>
              <a:rPr lang="en-US" sz="900" b="1" dirty="0">
                <a:solidFill>
                  <a:srgbClr val="000000"/>
                </a:solidFill>
                <a:latin typeface="腾讯体 W7" panose="020C08030202040F0204" pitchFamily="18" charset="-122"/>
                <a:cs typeface="腾讯体 W3" panose="020C04030202040F0204" pitchFamily="34" charset="-122"/>
              </a:rPr>
              <a:t>Phase III: Pilot and Establish </a:t>
            </a:r>
            <a:endParaRPr lang="en-US" sz="900" dirty="0">
              <a:solidFill>
                <a:srgbClr val="000000"/>
              </a:solidFill>
              <a:latin typeface="腾讯体 W7" panose="020C08030202040F0204" pitchFamily="18" charset="-122"/>
              <a:cs typeface="腾讯体 W3" panose="020C04030202040F0204" pitchFamily="34" charset="-122"/>
            </a:endParaRPr>
          </a:p>
          <a:p>
            <a:pPr marL="226060" lvl="1" indent="-226060">
              <a:buClr>
                <a:srgbClr val="000000"/>
              </a:buClr>
              <a:buFont typeface="腾讯体 W3" panose="020C04030202040F0204" pitchFamily="34" charset="-122"/>
              <a:buChar char="•"/>
              <a:defRPr/>
            </a:pPr>
            <a:endParaRPr lang="en-US" sz="900" dirty="0">
              <a:solidFill>
                <a:srgbClr val="000000"/>
              </a:solidFill>
              <a:latin typeface="腾讯体 W7" panose="020C08030202040F0204" pitchFamily="18" charset="-122"/>
              <a:cs typeface="腾讯体 W3" panose="020C04030202040F0204" pitchFamily="34" charset="-122"/>
            </a:endParaRPr>
          </a:p>
          <a:p>
            <a:pPr marL="4445" lvl="1">
              <a:buClr>
                <a:srgbClr val="000000"/>
              </a:buClr>
              <a:defRPr/>
            </a:pPr>
            <a:r>
              <a:rPr lang="en-US" sz="900" b="1" dirty="0">
                <a:solidFill>
                  <a:srgbClr val="000000"/>
                </a:solidFill>
                <a:latin typeface="腾讯体 W7" panose="020C08030202040F0204" pitchFamily="18" charset="-122"/>
                <a:cs typeface="腾讯体 W3" panose="020C04030202040F0204" pitchFamily="34" charset="-122"/>
              </a:rPr>
              <a:t>Phase IV: Manage and Execute </a:t>
            </a:r>
            <a:endParaRPr lang="en-US" sz="900" b="1" dirty="0">
              <a:solidFill>
                <a:srgbClr val="000000"/>
              </a:solidFill>
              <a:latin typeface="腾讯体 W7" panose="020C08030202040F0204" pitchFamily="18" charset="-122"/>
              <a:cs typeface="腾讯体 W3" panose="020C04030202040F0204" pitchFamily="34" charset="-122"/>
            </a:endParaRPr>
          </a:p>
        </p:txBody>
      </p:sp>
      <p:sp>
        <p:nvSpPr>
          <p:cNvPr id="43" name="Rectangle 5"/>
          <p:cNvSpPr>
            <a:spLocks noChangeArrowheads="1"/>
          </p:cNvSpPr>
          <p:nvPr/>
        </p:nvSpPr>
        <p:spPr bwMode="gray">
          <a:xfrm>
            <a:off x="2031755" y="1702042"/>
            <a:ext cx="2611691" cy="265544"/>
          </a:xfrm>
          <a:prstGeom prst="rect">
            <a:avLst/>
          </a:prstGeom>
          <a:solidFill>
            <a:srgbClr val="1450B8"/>
          </a:solidFill>
          <a:ln w="12700">
            <a:noFill/>
            <a:miter lim="800000"/>
          </a:ln>
          <a:effectLst/>
        </p:spPr>
        <p:txBody>
          <a:bodyPr vert="horz" wrap="none" lIns="41030" tIns="24617" rIns="41030" bIns="24617" anchor="ctr" anchorCtr="1"/>
          <a:lstStyle/>
          <a:p>
            <a:pPr defTabSz="904875" eaLnBrk="0" hangingPunct="0">
              <a:buClr>
                <a:srgbClr val="1274A5"/>
              </a:buClr>
              <a:defRPr/>
            </a:pPr>
            <a:r>
              <a:rPr lang="en-US" sz="900" b="1" kern="0" dirty="0">
                <a:solidFill>
                  <a:srgbClr val="FFFFFF"/>
                </a:solidFill>
                <a:latin typeface="腾讯体 W7" panose="020C08030202040F0204" pitchFamily="18" charset="-122"/>
              </a:rPr>
              <a:t>Work Streams/Key Activities</a:t>
            </a:r>
            <a:endParaRPr lang="en-US" sz="900" b="1" kern="0" dirty="0">
              <a:solidFill>
                <a:srgbClr val="FFFFFF"/>
              </a:solidFill>
              <a:latin typeface="腾讯体 W7" panose="020C08030202040F0204" pitchFamily="18" charset="-122"/>
            </a:endParaRPr>
          </a:p>
        </p:txBody>
      </p:sp>
      <p:cxnSp>
        <p:nvCxnSpPr>
          <p:cNvPr id="44" name="Straight Connector 43"/>
          <p:cNvCxnSpPr/>
          <p:nvPr/>
        </p:nvCxnSpPr>
        <p:spPr>
          <a:xfrm>
            <a:off x="2004663" y="5102007"/>
            <a:ext cx="8180475" cy="0"/>
          </a:xfrm>
          <a:prstGeom prst="line">
            <a:avLst/>
          </a:prstGeom>
          <a:noFill/>
          <a:ln w="9525" cap="flat" cmpd="sng" algn="ctr">
            <a:solidFill>
              <a:srgbClr val="1450B8"/>
            </a:solidFill>
            <a:prstDash val="solid"/>
          </a:ln>
          <a:effectLst/>
        </p:spPr>
      </p:cxnSp>
      <p:sp>
        <p:nvSpPr>
          <p:cNvPr id="45" name="Rectangle 5"/>
          <p:cNvSpPr>
            <a:spLocks noChangeArrowheads="1"/>
          </p:cNvSpPr>
          <p:nvPr/>
        </p:nvSpPr>
        <p:spPr bwMode="gray">
          <a:xfrm>
            <a:off x="4687573" y="1702043"/>
            <a:ext cx="5513123" cy="123388"/>
          </a:xfrm>
          <a:prstGeom prst="rect">
            <a:avLst/>
          </a:prstGeom>
          <a:solidFill>
            <a:srgbClr val="1450B8"/>
          </a:solidFill>
          <a:ln w="12700">
            <a:noFill/>
            <a:miter lim="800000"/>
          </a:ln>
          <a:effectLst/>
        </p:spPr>
        <p:txBody>
          <a:bodyPr vert="horz" wrap="none" lIns="41030" tIns="24617" rIns="41030" bIns="24617" anchor="ctr" anchorCtr="1"/>
          <a:lstStyle/>
          <a:p>
            <a:pPr defTabSz="904875" eaLnBrk="0" hangingPunct="0">
              <a:buClr>
                <a:srgbClr val="1274A5"/>
              </a:buClr>
              <a:defRPr/>
            </a:pPr>
            <a:r>
              <a:rPr lang="en-US" sz="900" b="1" kern="0" dirty="0">
                <a:solidFill>
                  <a:srgbClr val="FFFFFF"/>
                </a:solidFill>
                <a:latin typeface="腾讯体 W7" panose="020C08030202040F0204" pitchFamily="18" charset="-122"/>
              </a:rPr>
              <a:t>Month</a:t>
            </a:r>
            <a:endParaRPr lang="en-US" sz="900" b="1" kern="0" dirty="0">
              <a:solidFill>
                <a:srgbClr val="FFFFFF"/>
              </a:solidFill>
              <a:latin typeface="腾讯体 W7" panose="020C08030202040F0204" pitchFamily="18" charset="-122"/>
            </a:endParaRPr>
          </a:p>
        </p:txBody>
      </p:sp>
      <p:sp>
        <p:nvSpPr>
          <p:cNvPr id="46" name="Line 12"/>
          <p:cNvSpPr>
            <a:spLocks noChangeShapeType="1"/>
          </p:cNvSpPr>
          <p:nvPr/>
        </p:nvSpPr>
        <p:spPr bwMode="auto">
          <a:xfrm>
            <a:off x="5884196" y="1869354"/>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47" name="Line 12"/>
          <p:cNvSpPr>
            <a:spLocks noChangeShapeType="1"/>
          </p:cNvSpPr>
          <p:nvPr/>
        </p:nvSpPr>
        <p:spPr bwMode="auto">
          <a:xfrm>
            <a:off x="5267950" y="1868769"/>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48" name="Line 4"/>
          <p:cNvSpPr>
            <a:spLocks noChangeShapeType="1"/>
          </p:cNvSpPr>
          <p:nvPr/>
        </p:nvSpPr>
        <p:spPr bwMode="auto">
          <a:xfrm>
            <a:off x="7116688" y="1868769"/>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49" name="Line 13"/>
          <p:cNvSpPr>
            <a:spLocks noChangeShapeType="1"/>
          </p:cNvSpPr>
          <p:nvPr/>
        </p:nvSpPr>
        <p:spPr bwMode="auto">
          <a:xfrm>
            <a:off x="6500442" y="1868769"/>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50" name="Line 16"/>
          <p:cNvSpPr>
            <a:spLocks noChangeShapeType="1"/>
          </p:cNvSpPr>
          <p:nvPr/>
        </p:nvSpPr>
        <p:spPr bwMode="auto">
          <a:xfrm>
            <a:off x="7732933" y="1868769"/>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51" name="Line 10"/>
          <p:cNvSpPr>
            <a:spLocks noChangeShapeType="1"/>
          </p:cNvSpPr>
          <p:nvPr/>
        </p:nvSpPr>
        <p:spPr bwMode="auto">
          <a:xfrm>
            <a:off x="8349180" y="1869354"/>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52" name="Text Box 22"/>
          <p:cNvSpPr txBox="1">
            <a:spLocks noChangeArrowheads="1"/>
          </p:cNvSpPr>
          <p:nvPr/>
        </p:nvSpPr>
        <p:spPr bwMode="gray">
          <a:xfrm>
            <a:off x="5303819"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May</a:t>
            </a:r>
            <a:endParaRPr lang="en-US" sz="900" b="1" kern="0" dirty="0">
              <a:solidFill>
                <a:schemeClr val="bg1"/>
              </a:solidFill>
              <a:latin typeface="腾讯体 W7" panose="020C08030202040F0204" pitchFamily="18" charset="-122"/>
            </a:endParaRPr>
          </a:p>
        </p:txBody>
      </p:sp>
      <p:sp>
        <p:nvSpPr>
          <p:cNvPr id="53" name="Text Box 124"/>
          <p:cNvSpPr txBox="1">
            <a:spLocks noChangeArrowheads="1"/>
          </p:cNvSpPr>
          <p:nvPr/>
        </p:nvSpPr>
        <p:spPr bwMode="gray">
          <a:xfrm>
            <a:off x="5920064"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June</a:t>
            </a:r>
            <a:endParaRPr lang="en-US" sz="900" b="1" kern="0" dirty="0">
              <a:solidFill>
                <a:schemeClr val="bg1"/>
              </a:solidFill>
              <a:latin typeface="腾讯体 W7" panose="020C08030202040F0204" pitchFamily="18" charset="-122"/>
            </a:endParaRPr>
          </a:p>
        </p:txBody>
      </p:sp>
      <p:sp>
        <p:nvSpPr>
          <p:cNvPr id="54" name="Text Box 125"/>
          <p:cNvSpPr txBox="1">
            <a:spLocks noChangeArrowheads="1"/>
          </p:cNvSpPr>
          <p:nvPr/>
        </p:nvSpPr>
        <p:spPr bwMode="gray">
          <a:xfrm>
            <a:off x="6536310"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July</a:t>
            </a:r>
            <a:endParaRPr lang="en-US" sz="900" b="1" kern="0" dirty="0">
              <a:solidFill>
                <a:schemeClr val="bg1"/>
              </a:solidFill>
              <a:latin typeface="腾讯体 W7" panose="020C08030202040F0204" pitchFamily="18" charset="-122"/>
            </a:endParaRPr>
          </a:p>
        </p:txBody>
      </p:sp>
      <p:sp>
        <p:nvSpPr>
          <p:cNvPr id="55" name="Text Box 126"/>
          <p:cNvSpPr txBox="1">
            <a:spLocks noChangeArrowheads="1"/>
          </p:cNvSpPr>
          <p:nvPr/>
        </p:nvSpPr>
        <p:spPr bwMode="gray">
          <a:xfrm>
            <a:off x="7152556"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August</a:t>
            </a:r>
            <a:endParaRPr lang="en-US" sz="900" b="1" kern="0" dirty="0">
              <a:solidFill>
                <a:schemeClr val="bg1"/>
              </a:solidFill>
              <a:latin typeface="腾讯体 W7" panose="020C08030202040F0204" pitchFamily="18" charset="-122"/>
            </a:endParaRPr>
          </a:p>
        </p:txBody>
      </p:sp>
      <p:sp>
        <p:nvSpPr>
          <p:cNvPr id="56" name="Text Box 127"/>
          <p:cNvSpPr txBox="1">
            <a:spLocks noChangeArrowheads="1"/>
          </p:cNvSpPr>
          <p:nvPr/>
        </p:nvSpPr>
        <p:spPr bwMode="gray">
          <a:xfrm>
            <a:off x="7768802"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Sept</a:t>
            </a:r>
            <a:endParaRPr lang="en-US" sz="900" b="1" kern="0" dirty="0">
              <a:solidFill>
                <a:schemeClr val="bg1"/>
              </a:solidFill>
              <a:latin typeface="腾讯体 W7" panose="020C08030202040F0204" pitchFamily="18" charset="-122"/>
            </a:endParaRPr>
          </a:p>
        </p:txBody>
      </p:sp>
      <p:sp>
        <p:nvSpPr>
          <p:cNvPr id="57" name="Text Box 22"/>
          <p:cNvSpPr txBox="1">
            <a:spLocks noChangeArrowheads="1"/>
          </p:cNvSpPr>
          <p:nvPr/>
        </p:nvSpPr>
        <p:spPr bwMode="gray">
          <a:xfrm>
            <a:off x="4687573"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defPPr>
              <a:defRPr lang="en-US"/>
            </a:defPPr>
            <a:lvl1pPr algn="ctr" eaLnBrk="0" fontAlgn="base" hangingPunct="0">
              <a:lnSpc>
                <a:spcPct val="90000"/>
              </a:lnSpc>
              <a:spcBef>
                <a:spcPct val="0"/>
              </a:spcBef>
              <a:spcAft>
                <a:spcPct val="0"/>
              </a:spcAft>
              <a:buClr>
                <a:srgbClr val="1274A5"/>
              </a:buClr>
              <a:defRPr sz="1000" b="1">
                <a:solidFill>
                  <a:srgbClr val="FFFFFF"/>
                </a:solidFill>
              </a:defRPr>
            </a:lvl1pPr>
          </a:lstStyle>
          <a:p>
            <a:pPr algn="l" defTabSz="904875">
              <a:lnSpc>
                <a:spcPct val="100000"/>
              </a:lnSpc>
              <a:spcBef>
                <a:spcPts val="0"/>
              </a:spcBef>
              <a:spcAft>
                <a:spcPts val="0"/>
              </a:spcAft>
              <a:defRPr/>
            </a:pPr>
            <a:r>
              <a:rPr lang="en-US" sz="900" kern="0" dirty="0">
                <a:solidFill>
                  <a:schemeClr val="bg1"/>
                </a:solidFill>
                <a:latin typeface="腾讯体 W7" panose="020C08030202040F0204" pitchFamily="18" charset="-122"/>
              </a:rPr>
              <a:t>April</a:t>
            </a:r>
            <a:endParaRPr lang="en-US" sz="900" kern="0" dirty="0">
              <a:solidFill>
                <a:schemeClr val="bg1"/>
              </a:solidFill>
              <a:latin typeface="腾讯体 W7" panose="020C08030202040F0204" pitchFamily="18" charset="-122"/>
            </a:endParaRPr>
          </a:p>
        </p:txBody>
      </p:sp>
      <p:sp>
        <p:nvSpPr>
          <p:cNvPr id="58" name="Line 10"/>
          <p:cNvSpPr>
            <a:spLocks noChangeShapeType="1"/>
          </p:cNvSpPr>
          <p:nvPr/>
        </p:nvSpPr>
        <p:spPr bwMode="auto">
          <a:xfrm>
            <a:off x="8965426" y="1864296"/>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59" name="Text Box 127"/>
          <p:cNvSpPr txBox="1">
            <a:spLocks noChangeArrowheads="1"/>
          </p:cNvSpPr>
          <p:nvPr/>
        </p:nvSpPr>
        <p:spPr bwMode="gray">
          <a:xfrm>
            <a:off x="8385049"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Oct</a:t>
            </a:r>
            <a:endParaRPr lang="en-US" sz="900" b="1" kern="0" dirty="0">
              <a:solidFill>
                <a:schemeClr val="bg1"/>
              </a:solidFill>
              <a:latin typeface="腾讯体 W7" panose="020C08030202040F0204" pitchFamily="18" charset="-122"/>
            </a:endParaRPr>
          </a:p>
        </p:txBody>
      </p:sp>
      <p:sp>
        <p:nvSpPr>
          <p:cNvPr id="60" name="Line 10"/>
          <p:cNvSpPr>
            <a:spLocks noChangeShapeType="1"/>
          </p:cNvSpPr>
          <p:nvPr/>
        </p:nvSpPr>
        <p:spPr bwMode="auto">
          <a:xfrm>
            <a:off x="9581672" y="1864297"/>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90" name="Text Box 127"/>
          <p:cNvSpPr txBox="1">
            <a:spLocks noChangeArrowheads="1"/>
          </p:cNvSpPr>
          <p:nvPr/>
        </p:nvSpPr>
        <p:spPr bwMode="gray">
          <a:xfrm>
            <a:off x="9001294"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Nov</a:t>
            </a:r>
            <a:endParaRPr lang="en-US" sz="900" b="1" kern="0" dirty="0">
              <a:solidFill>
                <a:schemeClr val="bg1"/>
              </a:solidFill>
              <a:latin typeface="腾讯体 W7" panose="020C08030202040F0204" pitchFamily="18" charset="-122"/>
            </a:endParaRPr>
          </a:p>
        </p:txBody>
      </p:sp>
      <p:sp>
        <p:nvSpPr>
          <p:cNvPr id="98" name="Line 10"/>
          <p:cNvSpPr>
            <a:spLocks noChangeShapeType="1"/>
          </p:cNvSpPr>
          <p:nvPr/>
        </p:nvSpPr>
        <p:spPr bwMode="auto">
          <a:xfrm>
            <a:off x="10197917" y="1864297"/>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99" name="Text Box 127"/>
          <p:cNvSpPr txBox="1">
            <a:spLocks noChangeArrowheads="1"/>
          </p:cNvSpPr>
          <p:nvPr/>
        </p:nvSpPr>
        <p:spPr bwMode="gray">
          <a:xfrm>
            <a:off x="9617540"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Dec</a:t>
            </a:r>
            <a:endParaRPr lang="en-US" sz="900" b="1" kern="0" dirty="0">
              <a:solidFill>
                <a:schemeClr val="bg1"/>
              </a:solidFill>
              <a:latin typeface="腾讯体 W7" panose="020C08030202040F0204" pitchFamily="18" charset="-122"/>
            </a:endParaRPr>
          </a:p>
        </p:txBody>
      </p:sp>
      <p:sp>
        <p:nvSpPr>
          <p:cNvPr id="100" name="AutoShape 23"/>
          <p:cNvSpPr>
            <a:spLocks noChangeArrowheads="1"/>
          </p:cNvSpPr>
          <p:nvPr/>
        </p:nvSpPr>
        <p:spPr bwMode="auto">
          <a:xfrm>
            <a:off x="4690072" y="1996100"/>
            <a:ext cx="5530964" cy="78289"/>
          </a:xfrm>
          <a:prstGeom prst="homePlate">
            <a:avLst>
              <a:gd name="adj" fmla="val 39804"/>
            </a:avLst>
          </a:prstGeom>
          <a:solidFill>
            <a:srgbClr val="1450B8"/>
          </a:solidFill>
          <a:ln w="12700" algn="ctr">
            <a:noFill/>
            <a:miter lim="800000"/>
          </a:ln>
          <a:effectLst/>
        </p:spPr>
        <p:txBody>
          <a:bodyPr vert="horz" lIns="41030" tIns="24617" rIns="41030" bIns="24617" anchor="ctr" anchorCtr="1"/>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1" name="Rectangle 100"/>
          <p:cNvSpPr>
            <a:spLocks noChangeArrowheads="1"/>
          </p:cNvSpPr>
          <p:nvPr/>
        </p:nvSpPr>
        <p:spPr bwMode="auto">
          <a:xfrm>
            <a:off x="4700016" y="2387194"/>
            <a:ext cx="288054" cy="7828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2" name="AutoShape 23"/>
          <p:cNvSpPr>
            <a:spLocks noChangeArrowheads="1"/>
          </p:cNvSpPr>
          <p:nvPr/>
        </p:nvSpPr>
        <p:spPr bwMode="auto">
          <a:xfrm>
            <a:off x="4696944" y="2173042"/>
            <a:ext cx="291126" cy="78289"/>
          </a:xfrm>
          <a:prstGeom prst="homePlate">
            <a:avLst>
              <a:gd name="adj" fmla="val 39804"/>
            </a:avLst>
          </a:prstGeom>
          <a:solidFill>
            <a:srgbClr val="1450B8"/>
          </a:solidFill>
          <a:ln w="12700"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3" name="Rectangle 102"/>
          <p:cNvSpPr>
            <a:spLocks noChangeArrowheads="1"/>
          </p:cNvSpPr>
          <p:nvPr/>
        </p:nvSpPr>
        <p:spPr bwMode="auto">
          <a:xfrm>
            <a:off x="4692707" y="2565174"/>
            <a:ext cx="295363" cy="7828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4" name="Rectangle 103"/>
          <p:cNvSpPr>
            <a:spLocks noChangeArrowheads="1"/>
          </p:cNvSpPr>
          <p:nvPr/>
        </p:nvSpPr>
        <p:spPr bwMode="auto">
          <a:xfrm>
            <a:off x="4690461" y="2730025"/>
            <a:ext cx="297609" cy="7828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5" name="AutoShape 23"/>
          <p:cNvSpPr>
            <a:spLocks noChangeArrowheads="1"/>
          </p:cNvSpPr>
          <p:nvPr/>
        </p:nvSpPr>
        <p:spPr bwMode="auto">
          <a:xfrm>
            <a:off x="5012482" y="2984797"/>
            <a:ext cx="1500683" cy="82299"/>
          </a:xfrm>
          <a:prstGeom prst="homePlate">
            <a:avLst>
              <a:gd name="adj" fmla="val 39804"/>
            </a:avLst>
          </a:prstGeom>
          <a:solidFill>
            <a:srgbClr val="1450B8"/>
          </a:solidFill>
          <a:ln w="12700"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6" name="Rectangle 105"/>
          <p:cNvSpPr>
            <a:spLocks noChangeArrowheads="1"/>
          </p:cNvSpPr>
          <p:nvPr/>
        </p:nvSpPr>
        <p:spPr bwMode="auto">
          <a:xfrm>
            <a:off x="5286656" y="3247462"/>
            <a:ext cx="871848" cy="7828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7" name="Rectangle 106"/>
          <p:cNvSpPr>
            <a:spLocks noChangeArrowheads="1"/>
          </p:cNvSpPr>
          <p:nvPr/>
        </p:nvSpPr>
        <p:spPr bwMode="auto">
          <a:xfrm>
            <a:off x="5557303" y="3392909"/>
            <a:ext cx="955861" cy="86100"/>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8" name="Rectangle 107"/>
          <p:cNvSpPr>
            <a:spLocks noChangeArrowheads="1"/>
          </p:cNvSpPr>
          <p:nvPr/>
        </p:nvSpPr>
        <p:spPr bwMode="auto">
          <a:xfrm flipV="1">
            <a:off x="5884196" y="3539983"/>
            <a:ext cx="616246" cy="8229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9" name="Rectangle 108"/>
          <p:cNvSpPr>
            <a:spLocks noChangeArrowheads="1"/>
          </p:cNvSpPr>
          <p:nvPr/>
        </p:nvSpPr>
        <p:spPr bwMode="auto">
          <a:xfrm>
            <a:off x="6508718" y="4222935"/>
            <a:ext cx="1800651" cy="8229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10" name="Rectangle 109"/>
          <p:cNvSpPr>
            <a:spLocks noChangeArrowheads="1"/>
          </p:cNvSpPr>
          <p:nvPr/>
        </p:nvSpPr>
        <p:spPr bwMode="auto">
          <a:xfrm>
            <a:off x="6792192" y="4360257"/>
            <a:ext cx="1248928" cy="7828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11" name="Rectangle 110"/>
          <p:cNvSpPr>
            <a:spLocks noChangeArrowheads="1"/>
          </p:cNvSpPr>
          <p:nvPr/>
        </p:nvSpPr>
        <p:spPr bwMode="auto">
          <a:xfrm>
            <a:off x="7106663" y="4478888"/>
            <a:ext cx="1202707" cy="8229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12" name="AutoShape 23"/>
          <p:cNvSpPr>
            <a:spLocks noChangeArrowheads="1"/>
          </p:cNvSpPr>
          <p:nvPr/>
        </p:nvSpPr>
        <p:spPr bwMode="auto">
          <a:xfrm>
            <a:off x="8387045" y="4816779"/>
            <a:ext cx="1756979" cy="93033"/>
          </a:xfrm>
          <a:prstGeom prst="homePlate">
            <a:avLst>
              <a:gd name="adj" fmla="val 39804"/>
            </a:avLst>
          </a:prstGeom>
          <a:solidFill>
            <a:srgbClr val="1450B8"/>
          </a:solidFill>
          <a:ln w="12700"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13" name="Isosceles Triangle 112"/>
          <p:cNvSpPr/>
          <p:nvPr/>
        </p:nvSpPr>
        <p:spPr bwMode="ltGray">
          <a:xfrm>
            <a:off x="6985191" y="5026715"/>
            <a:ext cx="267626" cy="78289"/>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14" name="Isosceles Triangle 113"/>
          <p:cNvSpPr/>
          <p:nvPr/>
        </p:nvSpPr>
        <p:spPr bwMode="ltGray">
          <a:xfrm>
            <a:off x="6357438" y="5026715"/>
            <a:ext cx="267626" cy="78289"/>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15" name="Isosceles Triangle 114"/>
          <p:cNvSpPr/>
          <p:nvPr/>
        </p:nvSpPr>
        <p:spPr bwMode="ltGray">
          <a:xfrm>
            <a:off x="7595322" y="5026715"/>
            <a:ext cx="267626" cy="78289"/>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16" name="Isosceles Triangle 115"/>
          <p:cNvSpPr/>
          <p:nvPr/>
        </p:nvSpPr>
        <p:spPr bwMode="ltGray">
          <a:xfrm>
            <a:off x="8207801" y="5026715"/>
            <a:ext cx="267626" cy="78289"/>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17" name="Isosceles Triangle 116"/>
          <p:cNvSpPr/>
          <p:nvPr/>
        </p:nvSpPr>
        <p:spPr bwMode="ltGray">
          <a:xfrm>
            <a:off x="8820283" y="5026715"/>
            <a:ext cx="267626" cy="78289"/>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18" name="Isosceles Triangle 117"/>
          <p:cNvSpPr/>
          <p:nvPr/>
        </p:nvSpPr>
        <p:spPr bwMode="ltGray">
          <a:xfrm>
            <a:off x="9428975" y="5026715"/>
            <a:ext cx="267626" cy="78289"/>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19" name="Isosceles Triangle 118"/>
          <p:cNvSpPr/>
          <p:nvPr/>
        </p:nvSpPr>
        <p:spPr bwMode="ltGray">
          <a:xfrm>
            <a:off x="2029955" y="5190620"/>
            <a:ext cx="267626" cy="78289"/>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20" name="TextBox 119"/>
          <p:cNvSpPr txBox="1"/>
          <p:nvPr/>
        </p:nvSpPr>
        <p:spPr>
          <a:xfrm>
            <a:off x="2418730" y="5149422"/>
            <a:ext cx="1482956" cy="276860"/>
          </a:xfrm>
          <a:prstGeom prst="rect">
            <a:avLst/>
          </a:prstGeom>
          <a:noFill/>
        </p:spPr>
        <p:txBody>
          <a:bodyPr vert="horz" wrap="square" lIns="0" tIns="0" rIns="0" bIns="0" rtlCol="0" anchor="t" anchorCtr="0">
            <a:spAutoFit/>
          </a:bodyPr>
          <a:lstStyle/>
          <a:p>
            <a:pPr indent="-271145"/>
            <a:r>
              <a:rPr lang="en-US" sz="900" dirty="0">
                <a:latin typeface="腾讯体 W7" panose="020C08030202040F0204" pitchFamily="18" charset="-122"/>
              </a:rPr>
              <a:t>Knowledge transfer checks</a:t>
            </a:r>
            <a:endParaRPr lang="en-US" sz="900" dirty="0">
              <a:latin typeface="腾讯体 W7" panose="020C08030202040F0204" pitchFamily="18" charset="-122"/>
            </a:endParaRPr>
          </a:p>
        </p:txBody>
      </p:sp>
      <p:sp>
        <p:nvSpPr>
          <p:cNvPr id="121" name="TextBox 120"/>
          <p:cNvSpPr txBox="1"/>
          <p:nvPr/>
        </p:nvSpPr>
        <p:spPr>
          <a:xfrm>
            <a:off x="4202987" y="5149579"/>
            <a:ext cx="1482956" cy="138430"/>
          </a:xfrm>
          <a:prstGeom prst="rect">
            <a:avLst/>
          </a:prstGeom>
          <a:noFill/>
        </p:spPr>
        <p:txBody>
          <a:bodyPr vert="horz" wrap="square" lIns="0" tIns="0" rIns="0" bIns="0" rtlCol="0" anchor="t" anchorCtr="0">
            <a:spAutoFit/>
          </a:bodyPr>
          <a:lstStyle/>
          <a:p>
            <a:pPr indent="-271145"/>
            <a:r>
              <a:rPr lang="en-US" sz="900" dirty="0">
                <a:latin typeface="腾讯体 W7" panose="020C08030202040F0204" pitchFamily="18" charset="-122"/>
              </a:rPr>
              <a:t>Key milestones</a:t>
            </a:r>
            <a:endParaRPr lang="en-US" sz="900" dirty="0">
              <a:latin typeface="腾讯体 W7" panose="020C08030202040F0204" pitchFamily="18" charset="-122"/>
            </a:endParaRPr>
          </a:p>
        </p:txBody>
      </p:sp>
      <p:sp>
        <p:nvSpPr>
          <p:cNvPr id="122" name="Flowchart: Decision 121"/>
          <p:cNvSpPr/>
          <p:nvPr/>
        </p:nvSpPr>
        <p:spPr bwMode="ltGray">
          <a:xfrm>
            <a:off x="4928649" y="2148883"/>
            <a:ext cx="128022" cy="130614"/>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24" name="Flowchart: Decision 123"/>
          <p:cNvSpPr/>
          <p:nvPr/>
        </p:nvSpPr>
        <p:spPr bwMode="ltGray">
          <a:xfrm>
            <a:off x="6088169" y="2960316"/>
            <a:ext cx="128022" cy="130614"/>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25" name="Flowchart: Decision 124"/>
          <p:cNvSpPr/>
          <p:nvPr/>
        </p:nvSpPr>
        <p:spPr bwMode="ltGray">
          <a:xfrm>
            <a:off x="10080013" y="4796778"/>
            <a:ext cx="128022" cy="130614"/>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26" name="Flowchart: Decision 125"/>
          <p:cNvSpPr/>
          <p:nvPr/>
        </p:nvSpPr>
        <p:spPr bwMode="ltGray">
          <a:xfrm>
            <a:off x="4015447" y="5139560"/>
            <a:ext cx="128022" cy="130614"/>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27" name="TextBox 126"/>
          <p:cNvSpPr txBox="1"/>
          <p:nvPr/>
        </p:nvSpPr>
        <p:spPr>
          <a:xfrm>
            <a:off x="5370340" y="5124464"/>
            <a:ext cx="4814799" cy="276860"/>
          </a:xfrm>
          <a:prstGeom prst="rect">
            <a:avLst/>
          </a:prstGeom>
          <a:noFill/>
        </p:spPr>
        <p:txBody>
          <a:bodyPr vert="horz" wrap="square" lIns="0" tIns="0" rIns="0" bIns="0" rtlCol="0" anchor="t" anchorCtr="0">
            <a:spAutoFit/>
          </a:bodyPr>
          <a:lstStyle/>
          <a:p>
            <a:pPr indent="-271145"/>
            <a:r>
              <a:rPr lang="en-US" sz="900" dirty="0">
                <a:latin typeface="腾讯体 W7" panose="020C08030202040F0204" pitchFamily="18" charset="-122"/>
              </a:rPr>
              <a:t>* - Timing for Phase IV is dependent upon output of the Pilot Plan within Phase III and the appetite for re-review of program strategy. </a:t>
            </a:r>
            <a:endParaRPr lang="en-US" sz="900" dirty="0">
              <a:latin typeface="腾讯体 W7" panose="020C08030202040F0204" pitchFamily="18" charset="-122"/>
            </a:endParaRPr>
          </a:p>
        </p:txBody>
      </p:sp>
      <p:sp>
        <p:nvSpPr>
          <p:cNvPr id="128" name="Rectangle 127"/>
          <p:cNvSpPr/>
          <p:nvPr/>
        </p:nvSpPr>
        <p:spPr bwMode="ltGray">
          <a:xfrm>
            <a:off x="2050091" y="5558406"/>
            <a:ext cx="8248199" cy="337816"/>
          </a:xfrm>
          <a:prstGeom prst="rect">
            <a:avLst/>
          </a:prstGeom>
          <a:solidFill>
            <a:schemeClr val="bg1"/>
          </a:solidFill>
          <a:ln w="9525" algn="ctr">
            <a:solidFill>
              <a:schemeClr val="accent1"/>
            </a:solidFill>
            <a:miter lim="800000"/>
          </a:ln>
        </p:spPr>
        <p:txBody>
          <a:bodyPr wrap="square" lIns="41030" tIns="24617" rIns="41030" bIns="24617" anchor="ctr" anchorCtr="1">
            <a:noAutofit/>
          </a:bodyPr>
          <a:lstStyle/>
          <a:p>
            <a:r>
              <a:rPr lang="en-US" sz="900" b="1" dirty="0">
                <a:latin typeface="腾讯体 W7" panose="020C08030202040F0204" pitchFamily="18" charset="-122"/>
              </a:rPr>
              <a:t>Our approach is structured to drive value in a short period of time using an experienced team and proven FiT methodologies </a:t>
            </a:r>
            <a:br>
              <a:rPr lang="en-US" sz="900" b="1" dirty="0">
                <a:latin typeface="腾讯体 W7" panose="020C08030202040F0204" pitchFamily="18" charset="-122"/>
              </a:rPr>
            </a:br>
            <a:r>
              <a:rPr lang="en-US" sz="900" b="1" dirty="0">
                <a:latin typeface="腾讯体 W7" panose="020C08030202040F0204" pitchFamily="18" charset="-122"/>
              </a:rPr>
              <a:t>and accelerators.</a:t>
            </a:r>
            <a:endParaRPr lang="en-US" sz="900" b="1" dirty="0">
              <a:latin typeface="腾讯体 W7" panose="020C08030202040F0204" pitchFamily="18" charset="-122"/>
            </a:endParaRPr>
          </a:p>
        </p:txBody>
      </p:sp>
      <p:sp>
        <p:nvSpPr>
          <p:cNvPr id="129" name="Rectangle 128"/>
          <p:cNvSpPr>
            <a:spLocks noChangeArrowheads="1"/>
          </p:cNvSpPr>
          <p:nvPr/>
        </p:nvSpPr>
        <p:spPr bwMode="auto">
          <a:xfrm>
            <a:off x="5010612" y="3113020"/>
            <a:ext cx="1513920" cy="7828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30" name="AutoShape 23"/>
          <p:cNvSpPr>
            <a:spLocks noChangeArrowheads="1"/>
          </p:cNvSpPr>
          <p:nvPr/>
        </p:nvSpPr>
        <p:spPr bwMode="auto">
          <a:xfrm>
            <a:off x="6508718" y="4088011"/>
            <a:ext cx="1800651" cy="80686"/>
          </a:xfrm>
          <a:prstGeom prst="homePlate">
            <a:avLst>
              <a:gd name="adj" fmla="val 39804"/>
            </a:avLst>
          </a:prstGeom>
          <a:solidFill>
            <a:srgbClr val="1450B8"/>
          </a:solidFill>
          <a:ln w="12700"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31" name="Flowchart: Decision 130"/>
          <p:cNvSpPr/>
          <p:nvPr/>
        </p:nvSpPr>
        <p:spPr bwMode="ltGray">
          <a:xfrm>
            <a:off x="7943898" y="4065151"/>
            <a:ext cx="128022" cy="130614"/>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33" name="Flowchart: Decision 132"/>
          <p:cNvSpPr/>
          <p:nvPr/>
        </p:nvSpPr>
        <p:spPr bwMode="ltGray">
          <a:xfrm>
            <a:off x="6449154" y="2960317"/>
            <a:ext cx="128022" cy="130614"/>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35" name="Flowchart: Decision 134"/>
          <p:cNvSpPr/>
          <p:nvPr/>
        </p:nvSpPr>
        <p:spPr bwMode="ltGray">
          <a:xfrm>
            <a:off x="8197821" y="4069252"/>
            <a:ext cx="128022" cy="130614"/>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3" name="Footer Placeholder 2"/>
          <p:cNvSpPr>
            <a:spLocks noGrp="1"/>
          </p:cNvSpPr>
          <p:nvPr>
            <p:ph type="ftr" sz="quarter" idx="4294967295"/>
          </p:nvPr>
        </p:nvSpPr>
        <p:spPr>
          <a:xfrm>
            <a:off x="646546" y="6253147"/>
            <a:ext cx="7007267" cy="134475"/>
          </a:xfrm>
          <a:prstGeom prst="rect">
            <a:avLst/>
          </a:prstGeom>
        </p:spPr>
        <p:txBody>
          <a:bodyPr/>
          <a:lstStyle/>
          <a:p>
            <a:endParaRPr lang="en-US" sz="800" dirty="0"/>
          </a:p>
        </p:txBody>
      </p:sp>
    </p:spTree>
    <p:custDataLst>
      <p:tags r:id="rId1"/>
    </p:custData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Timelines</a:t>
            </a:r>
            <a:br>
              <a:rPr lang="en-GB" dirty="0" smtClean="0"/>
            </a:br>
            <a:r>
              <a:rPr lang="en-GB" b="0" i="0" dirty="0" smtClean="0"/>
              <a:t>Gantt chart example</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154" name="AutoShape 2087"/>
          <p:cNvSpPr>
            <a:spLocks noChangeArrowheads="1"/>
          </p:cNvSpPr>
          <p:nvPr/>
        </p:nvSpPr>
        <p:spPr bwMode="blackWhite">
          <a:xfrm>
            <a:off x="9522153" y="5147111"/>
            <a:ext cx="128151" cy="164150"/>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155" name="AutoShape 2089"/>
          <p:cNvSpPr>
            <a:spLocks noChangeArrowheads="1"/>
          </p:cNvSpPr>
          <p:nvPr/>
        </p:nvSpPr>
        <p:spPr bwMode="blackWhite">
          <a:xfrm>
            <a:off x="9522153" y="5348698"/>
            <a:ext cx="128151" cy="16558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156" name="AutoShape 2090"/>
          <p:cNvSpPr>
            <a:spLocks noChangeArrowheads="1"/>
          </p:cNvSpPr>
          <p:nvPr/>
        </p:nvSpPr>
        <p:spPr bwMode="blackWhite">
          <a:xfrm>
            <a:off x="9522153" y="5551725"/>
            <a:ext cx="128151" cy="164150"/>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sp>
        <p:nvSpPr>
          <p:cNvPr id="157" name="Text Box 2091"/>
          <p:cNvSpPr txBox="1">
            <a:spLocks noChangeArrowheads="1"/>
          </p:cNvSpPr>
          <p:nvPr/>
        </p:nvSpPr>
        <p:spPr bwMode="blackWhite">
          <a:xfrm>
            <a:off x="9657505" y="5156787"/>
            <a:ext cx="296545" cy="572770"/>
          </a:xfrm>
          <a:prstGeom prst="rect">
            <a:avLst/>
          </a:prstGeom>
          <a:noFill/>
          <a:ln w="9525" algn="ctr">
            <a:noFill/>
            <a:miter lim="800000"/>
          </a:ln>
          <a:effectLst/>
        </p:spPr>
        <p:txBody>
          <a:bodyPr wrap="none" lIns="57596" tIns="0" rIns="58775" bIns="0">
            <a:spAutoFit/>
          </a:bodyPr>
          <a:lstStyle/>
          <a:p>
            <a:pPr>
              <a:spcBef>
                <a:spcPts val="300"/>
              </a:spcBef>
              <a:spcAft>
                <a:spcPts val="300"/>
              </a:spcAft>
            </a:pPr>
            <a:r>
              <a:rPr lang="en-GB" sz="905" dirty="0" smtClean="0">
                <a:latin typeface="+mj-lt"/>
              </a:rPr>
              <a:t>xxx</a:t>
            </a:r>
            <a:endParaRPr lang="en-GB" sz="905" dirty="0">
              <a:latin typeface="+mj-lt"/>
            </a:endParaRPr>
          </a:p>
          <a:p>
            <a:pPr>
              <a:spcBef>
                <a:spcPts val="300"/>
              </a:spcBef>
              <a:spcAft>
                <a:spcPts val="300"/>
              </a:spcAft>
            </a:pPr>
            <a:r>
              <a:rPr lang="en-GB" sz="905" dirty="0" smtClean="0">
                <a:latin typeface="+mj-lt"/>
              </a:rPr>
              <a:t>xxx</a:t>
            </a:r>
            <a:endParaRPr lang="en-GB" sz="905" dirty="0">
              <a:latin typeface="+mj-lt"/>
            </a:endParaRPr>
          </a:p>
          <a:p>
            <a:pPr>
              <a:spcBef>
                <a:spcPts val="300"/>
              </a:spcBef>
              <a:spcAft>
                <a:spcPts val="300"/>
              </a:spcAft>
            </a:pPr>
            <a:r>
              <a:rPr lang="en-GB" sz="905" dirty="0" smtClean="0">
                <a:latin typeface="+mj-lt"/>
              </a:rPr>
              <a:t>xxx</a:t>
            </a:r>
            <a:endParaRPr lang="en-GB" sz="905" dirty="0">
              <a:latin typeface="+mj-lt"/>
            </a:endParaRPr>
          </a:p>
        </p:txBody>
      </p:sp>
      <p:grpSp>
        <p:nvGrpSpPr>
          <p:cNvPr id="3" name="Group 1763"/>
          <p:cNvGrpSpPr/>
          <p:nvPr/>
        </p:nvGrpSpPr>
        <p:grpSpPr bwMode="auto">
          <a:xfrm>
            <a:off x="3436497" y="2027503"/>
            <a:ext cx="5222541" cy="3686168"/>
            <a:chOff x="1416" y="743"/>
            <a:chExt cx="3620" cy="2560"/>
          </a:xfrm>
        </p:grpSpPr>
        <p:grpSp>
          <p:nvGrpSpPr>
            <p:cNvPr id="4" name="Group 1391"/>
            <p:cNvGrpSpPr/>
            <p:nvPr/>
          </p:nvGrpSpPr>
          <p:grpSpPr bwMode="auto">
            <a:xfrm>
              <a:off x="1416" y="743"/>
              <a:ext cx="604" cy="2560"/>
              <a:chOff x="1416" y="374"/>
              <a:chExt cx="604" cy="3120"/>
            </a:xfrm>
          </p:grpSpPr>
          <p:sp>
            <p:nvSpPr>
              <p:cNvPr id="195" name="Line 1385"/>
              <p:cNvSpPr>
                <a:spLocks noChangeShapeType="1"/>
              </p:cNvSpPr>
              <p:nvPr/>
            </p:nvSpPr>
            <p:spPr bwMode="blackWhite">
              <a:xfrm>
                <a:off x="1536" y="374"/>
                <a:ext cx="0" cy="3120"/>
              </a:xfrm>
              <a:prstGeom prst="line">
                <a:avLst/>
              </a:prstGeom>
              <a:noFill/>
              <a:ln w="9525">
                <a:solidFill>
                  <a:srgbClr val="C5CAD3"/>
                </a:solidFill>
                <a:round/>
              </a:ln>
              <a:effectLst/>
            </p:spPr>
            <p:txBody>
              <a:bodyPr lIns="57596" tIns="0" rIns="58775" bIns="0"/>
              <a:lstStyle/>
              <a:p>
                <a:endParaRPr lang="en-GB" sz="1815"/>
              </a:p>
            </p:txBody>
          </p:sp>
          <p:sp>
            <p:nvSpPr>
              <p:cNvPr id="196" name="Line 1386"/>
              <p:cNvSpPr>
                <a:spLocks noChangeShapeType="1"/>
              </p:cNvSpPr>
              <p:nvPr/>
            </p:nvSpPr>
            <p:spPr bwMode="blackWhite">
              <a:xfrm>
                <a:off x="1657" y="374"/>
                <a:ext cx="0" cy="3120"/>
              </a:xfrm>
              <a:prstGeom prst="line">
                <a:avLst/>
              </a:prstGeom>
              <a:noFill/>
              <a:ln w="9525">
                <a:solidFill>
                  <a:srgbClr val="C5CAD3"/>
                </a:solidFill>
                <a:round/>
              </a:ln>
              <a:effectLst/>
            </p:spPr>
            <p:txBody>
              <a:bodyPr lIns="57596" tIns="0" rIns="58775" bIns="0"/>
              <a:lstStyle/>
              <a:p>
                <a:endParaRPr lang="en-GB" sz="1815"/>
              </a:p>
            </p:txBody>
          </p:sp>
          <p:sp>
            <p:nvSpPr>
              <p:cNvPr id="197" name="Line 1387"/>
              <p:cNvSpPr>
                <a:spLocks noChangeShapeType="1"/>
              </p:cNvSpPr>
              <p:nvPr/>
            </p:nvSpPr>
            <p:spPr bwMode="blackWhite">
              <a:xfrm>
                <a:off x="1778" y="374"/>
                <a:ext cx="0" cy="3120"/>
              </a:xfrm>
              <a:prstGeom prst="line">
                <a:avLst/>
              </a:prstGeom>
              <a:noFill/>
              <a:ln w="9525">
                <a:solidFill>
                  <a:srgbClr val="C5CAD3"/>
                </a:solidFill>
                <a:round/>
              </a:ln>
              <a:effectLst/>
            </p:spPr>
            <p:txBody>
              <a:bodyPr lIns="57596" tIns="0" rIns="58775" bIns="0"/>
              <a:lstStyle/>
              <a:p>
                <a:endParaRPr lang="en-GB" sz="1815"/>
              </a:p>
            </p:txBody>
          </p:sp>
          <p:sp>
            <p:nvSpPr>
              <p:cNvPr id="198" name="Line 1388"/>
              <p:cNvSpPr>
                <a:spLocks noChangeShapeType="1"/>
              </p:cNvSpPr>
              <p:nvPr/>
            </p:nvSpPr>
            <p:spPr bwMode="blackWhite">
              <a:xfrm>
                <a:off x="1899" y="374"/>
                <a:ext cx="0" cy="3120"/>
              </a:xfrm>
              <a:prstGeom prst="line">
                <a:avLst/>
              </a:prstGeom>
              <a:noFill/>
              <a:ln w="9525">
                <a:solidFill>
                  <a:srgbClr val="C5CAD3"/>
                </a:solidFill>
                <a:round/>
              </a:ln>
              <a:effectLst/>
            </p:spPr>
            <p:txBody>
              <a:bodyPr lIns="57596" tIns="0" rIns="58775" bIns="0"/>
              <a:lstStyle/>
              <a:p>
                <a:endParaRPr lang="en-GB" sz="1815"/>
              </a:p>
            </p:txBody>
          </p:sp>
          <p:sp>
            <p:nvSpPr>
              <p:cNvPr id="199" name="Line 1389"/>
              <p:cNvSpPr>
                <a:spLocks noChangeShapeType="1"/>
              </p:cNvSpPr>
              <p:nvPr/>
            </p:nvSpPr>
            <p:spPr bwMode="blackWhite">
              <a:xfrm>
                <a:off x="2020" y="374"/>
                <a:ext cx="0" cy="3120"/>
              </a:xfrm>
              <a:prstGeom prst="line">
                <a:avLst/>
              </a:prstGeom>
              <a:noFill/>
              <a:ln w="9525">
                <a:solidFill>
                  <a:srgbClr val="C5CAD3"/>
                </a:solidFill>
                <a:round/>
              </a:ln>
              <a:effectLst/>
            </p:spPr>
            <p:txBody>
              <a:bodyPr lIns="57596" tIns="0" rIns="58775" bIns="0"/>
              <a:lstStyle/>
              <a:p>
                <a:endParaRPr lang="en-GB" sz="1815"/>
              </a:p>
            </p:txBody>
          </p:sp>
          <p:sp>
            <p:nvSpPr>
              <p:cNvPr id="200" name="Line 1390"/>
              <p:cNvSpPr>
                <a:spLocks noChangeShapeType="1"/>
              </p:cNvSpPr>
              <p:nvPr/>
            </p:nvSpPr>
            <p:spPr bwMode="blackWhite">
              <a:xfrm>
                <a:off x="1416" y="374"/>
                <a:ext cx="0" cy="3120"/>
              </a:xfrm>
              <a:prstGeom prst="line">
                <a:avLst/>
              </a:prstGeom>
              <a:noFill/>
              <a:ln w="9525">
                <a:solidFill>
                  <a:srgbClr val="C5CAD3"/>
                </a:solidFill>
                <a:round/>
              </a:ln>
              <a:effectLst/>
            </p:spPr>
            <p:txBody>
              <a:bodyPr lIns="57596" tIns="0" rIns="58775" bIns="0"/>
              <a:lstStyle/>
              <a:p>
                <a:endParaRPr lang="en-GB" sz="1815"/>
              </a:p>
            </p:txBody>
          </p:sp>
        </p:grpSp>
        <p:grpSp>
          <p:nvGrpSpPr>
            <p:cNvPr id="5" name="Group 1392"/>
            <p:cNvGrpSpPr/>
            <p:nvPr/>
          </p:nvGrpSpPr>
          <p:grpSpPr bwMode="auto">
            <a:xfrm>
              <a:off x="2020" y="743"/>
              <a:ext cx="604" cy="2560"/>
              <a:chOff x="1416" y="374"/>
              <a:chExt cx="604" cy="3120"/>
            </a:xfrm>
          </p:grpSpPr>
          <p:sp>
            <p:nvSpPr>
              <p:cNvPr id="189" name="Line 1393"/>
              <p:cNvSpPr>
                <a:spLocks noChangeShapeType="1"/>
              </p:cNvSpPr>
              <p:nvPr/>
            </p:nvSpPr>
            <p:spPr bwMode="blackWhite">
              <a:xfrm>
                <a:off x="1536" y="374"/>
                <a:ext cx="0" cy="3120"/>
              </a:xfrm>
              <a:prstGeom prst="line">
                <a:avLst/>
              </a:prstGeom>
              <a:noFill/>
              <a:ln w="9525">
                <a:solidFill>
                  <a:srgbClr val="C5CAD3"/>
                </a:solidFill>
                <a:round/>
              </a:ln>
              <a:effectLst/>
            </p:spPr>
            <p:txBody>
              <a:bodyPr lIns="57596" tIns="0" rIns="58775" bIns="0"/>
              <a:lstStyle/>
              <a:p>
                <a:endParaRPr lang="en-GB" sz="1815"/>
              </a:p>
            </p:txBody>
          </p:sp>
          <p:sp>
            <p:nvSpPr>
              <p:cNvPr id="190" name="Line 1394"/>
              <p:cNvSpPr>
                <a:spLocks noChangeShapeType="1"/>
              </p:cNvSpPr>
              <p:nvPr/>
            </p:nvSpPr>
            <p:spPr bwMode="blackWhite">
              <a:xfrm>
                <a:off x="1657" y="374"/>
                <a:ext cx="0" cy="3120"/>
              </a:xfrm>
              <a:prstGeom prst="line">
                <a:avLst/>
              </a:prstGeom>
              <a:noFill/>
              <a:ln w="9525">
                <a:solidFill>
                  <a:srgbClr val="C5CAD3"/>
                </a:solidFill>
                <a:round/>
              </a:ln>
              <a:effectLst/>
            </p:spPr>
            <p:txBody>
              <a:bodyPr lIns="57596" tIns="0" rIns="58775" bIns="0"/>
              <a:lstStyle/>
              <a:p>
                <a:endParaRPr lang="en-GB" sz="1815"/>
              </a:p>
            </p:txBody>
          </p:sp>
          <p:sp>
            <p:nvSpPr>
              <p:cNvPr id="191" name="Line 1395"/>
              <p:cNvSpPr>
                <a:spLocks noChangeShapeType="1"/>
              </p:cNvSpPr>
              <p:nvPr/>
            </p:nvSpPr>
            <p:spPr bwMode="blackWhite">
              <a:xfrm>
                <a:off x="1778" y="374"/>
                <a:ext cx="0" cy="3120"/>
              </a:xfrm>
              <a:prstGeom prst="line">
                <a:avLst/>
              </a:prstGeom>
              <a:noFill/>
              <a:ln w="9525">
                <a:solidFill>
                  <a:srgbClr val="C5CAD3"/>
                </a:solidFill>
                <a:round/>
              </a:ln>
              <a:effectLst/>
            </p:spPr>
            <p:txBody>
              <a:bodyPr lIns="57596" tIns="0" rIns="58775" bIns="0"/>
              <a:lstStyle/>
              <a:p>
                <a:endParaRPr lang="en-GB" sz="1815"/>
              </a:p>
            </p:txBody>
          </p:sp>
          <p:sp>
            <p:nvSpPr>
              <p:cNvPr id="192" name="Line 1396"/>
              <p:cNvSpPr>
                <a:spLocks noChangeShapeType="1"/>
              </p:cNvSpPr>
              <p:nvPr/>
            </p:nvSpPr>
            <p:spPr bwMode="blackWhite">
              <a:xfrm>
                <a:off x="1899" y="374"/>
                <a:ext cx="0" cy="3120"/>
              </a:xfrm>
              <a:prstGeom prst="line">
                <a:avLst/>
              </a:prstGeom>
              <a:noFill/>
              <a:ln w="9525">
                <a:solidFill>
                  <a:srgbClr val="C5CAD3"/>
                </a:solidFill>
                <a:round/>
              </a:ln>
              <a:effectLst/>
            </p:spPr>
            <p:txBody>
              <a:bodyPr lIns="57596" tIns="0" rIns="58775" bIns="0"/>
              <a:lstStyle/>
              <a:p>
                <a:endParaRPr lang="en-GB" sz="1815"/>
              </a:p>
            </p:txBody>
          </p:sp>
          <p:sp>
            <p:nvSpPr>
              <p:cNvPr id="193" name="Line 1397"/>
              <p:cNvSpPr>
                <a:spLocks noChangeShapeType="1"/>
              </p:cNvSpPr>
              <p:nvPr/>
            </p:nvSpPr>
            <p:spPr bwMode="blackWhite">
              <a:xfrm>
                <a:off x="2020" y="374"/>
                <a:ext cx="0" cy="3120"/>
              </a:xfrm>
              <a:prstGeom prst="line">
                <a:avLst/>
              </a:prstGeom>
              <a:noFill/>
              <a:ln w="9525">
                <a:solidFill>
                  <a:srgbClr val="C5CAD3"/>
                </a:solidFill>
                <a:round/>
              </a:ln>
              <a:effectLst/>
            </p:spPr>
            <p:txBody>
              <a:bodyPr lIns="57596" tIns="0" rIns="58775" bIns="0"/>
              <a:lstStyle/>
              <a:p>
                <a:endParaRPr lang="en-GB" sz="1815"/>
              </a:p>
            </p:txBody>
          </p:sp>
          <p:sp>
            <p:nvSpPr>
              <p:cNvPr id="194" name="Line 1398"/>
              <p:cNvSpPr>
                <a:spLocks noChangeShapeType="1"/>
              </p:cNvSpPr>
              <p:nvPr/>
            </p:nvSpPr>
            <p:spPr bwMode="blackWhite">
              <a:xfrm>
                <a:off x="1416" y="374"/>
                <a:ext cx="0" cy="3120"/>
              </a:xfrm>
              <a:prstGeom prst="line">
                <a:avLst/>
              </a:prstGeom>
              <a:noFill/>
              <a:ln w="9525">
                <a:solidFill>
                  <a:srgbClr val="C5CAD3"/>
                </a:solidFill>
                <a:round/>
              </a:ln>
              <a:effectLst/>
            </p:spPr>
            <p:txBody>
              <a:bodyPr lIns="57596" tIns="0" rIns="58775" bIns="0"/>
              <a:lstStyle/>
              <a:p>
                <a:endParaRPr lang="en-GB" sz="1815"/>
              </a:p>
            </p:txBody>
          </p:sp>
        </p:grpSp>
        <p:grpSp>
          <p:nvGrpSpPr>
            <p:cNvPr id="6" name="Group 1399"/>
            <p:cNvGrpSpPr/>
            <p:nvPr/>
          </p:nvGrpSpPr>
          <p:grpSpPr bwMode="auto">
            <a:xfrm>
              <a:off x="2623" y="743"/>
              <a:ext cx="604" cy="2560"/>
              <a:chOff x="1416" y="374"/>
              <a:chExt cx="604" cy="3120"/>
            </a:xfrm>
          </p:grpSpPr>
          <p:sp>
            <p:nvSpPr>
              <p:cNvPr id="183" name="Line 1400"/>
              <p:cNvSpPr>
                <a:spLocks noChangeShapeType="1"/>
              </p:cNvSpPr>
              <p:nvPr/>
            </p:nvSpPr>
            <p:spPr bwMode="blackWhite">
              <a:xfrm>
                <a:off x="1536" y="374"/>
                <a:ext cx="0" cy="3120"/>
              </a:xfrm>
              <a:prstGeom prst="line">
                <a:avLst/>
              </a:prstGeom>
              <a:noFill/>
              <a:ln w="9525">
                <a:solidFill>
                  <a:srgbClr val="C5CAD3"/>
                </a:solidFill>
                <a:round/>
              </a:ln>
              <a:effectLst/>
            </p:spPr>
            <p:txBody>
              <a:bodyPr lIns="57596" tIns="0" rIns="58775" bIns="0"/>
              <a:lstStyle/>
              <a:p>
                <a:endParaRPr lang="en-GB" sz="1815"/>
              </a:p>
            </p:txBody>
          </p:sp>
          <p:sp>
            <p:nvSpPr>
              <p:cNvPr id="184" name="Line 1401"/>
              <p:cNvSpPr>
                <a:spLocks noChangeShapeType="1"/>
              </p:cNvSpPr>
              <p:nvPr/>
            </p:nvSpPr>
            <p:spPr bwMode="blackWhite">
              <a:xfrm>
                <a:off x="1657" y="374"/>
                <a:ext cx="0" cy="3120"/>
              </a:xfrm>
              <a:prstGeom prst="line">
                <a:avLst/>
              </a:prstGeom>
              <a:noFill/>
              <a:ln w="9525">
                <a:solidFill>
                  <a:srgbClr val="C5CAD3"/>
                </a:solidFill>
                <a:round/>
              </a:ln>
              <a:effectLst/>
            </p:spPr>
            <p:txBody>
              <a:bodyPr lIns="57596" tIns="0" rIns="58775" bIns="0"/>
              <a:lstStyle/>
              <a:p>
                <a:endParaRPr lang="en-GB" sz="1815"/>
              </a:p>
            </p:txBody>
          </p:sp>
          <p:sp>
            <p:nvSpPr>
              <p:cNvPr id="185" name="Line 1402"/>
              <p:cNvSpPr>
                <a:spLocks noChangeShapeType="1"/>
              </p:cNvSpPr>
              <p:nvPr/>
            </p:nvSpPr>
            <p:spPr bwMode="blackWhite">
              <a:xfrm>
                <a:off x="1778" y="374"/>
                <a:ext cx="0" cy="3120"/>
              </a:xfrm>
              <a:prstGeom prst="line">
                <a:avLst/>
              </a:prstGeom>
              <a:noFill/>
              <a:ln w="9525">
                <a:solidFill>
                  <a:srgbClr val="C5CAD3"/>
                </a:solidFill>
                <a:round/>
              </a:ln>
              <a:effectLst/>
            </p:spPr>
            <p:txBody>
              <a:bodyPr lIns="57596" tIns="0" rIns="58775" bIns="0"/>
              <a:lstStyle/>
              <a:p>
                <a:endParaRPr lang="en-GB" sz="1815"/>
              </a:p>
            </p:txBody>
          </p:sp>
          <p:sp>
            <p:nvSpPr>
              <p:cNvPr id="186" name="Line 1403"/>
              <p:cNvSpPr>
                <a:spLocks noChangeShapeType="1"/>
              </p:cNvSpPr>
              <p:nvPr/>
            </p:nvSpPr>
            <p:spPr bwMode="blackWhite">
              <a:xfrm>
                <a:off x="1899" y="374"/>
                <a:ext cx="0" cy="3120"/>
              </a:xfrm>
              <a:prstGeom prst="line">
                <a:avLst/>
              </a:prstGeom>
              <a:noFill/>
              <a:ln w="9525">
                <a:solidFill>
                  <a:srgbClr val="C5CAD3"/>
                </a:solidFill>
                <a:round/>
              </a:ln>
              <a:effectLst/>
            </p:spPr>
            <p:txBody>
              <a:bodyPr lIns="57596" tIns="0" rIns="58775" bIns="0"/>
              <a:lstStyle/>
              <a:p>
                <a:endParaRPr lang="en-GB" sz="1815"/>
              </a:p>
            </p:txBody>
          </p:sp>
          <p:sp>
            <p:nvSpPr>
              <p:cNvPr id="187" name="Line 1404"/>
              <p:cNvSpPr>
                <a:spLocks noChangeShapeType="1"/>
              </p:cNvSpPr>
              <p:nvPr/>
            </p:nvSpPr>
            <p:spPr bwMode="blackWhite">
              <a:xfrm>
                <a:off x="2020" y="374"/>
                <a:ext cx="0" cy="3120"/>
              </a:xfrm>
              <a:prstGeom prst="line">
                <a:avLst/>
              </a:prstGeom>
              <a:noFill/>
              <a:ln w="9525">
                <a:solidFill>
                  <a:srgbClr val="C5CAD3"/>
                </a:solidFill>
                <a:round/>
              </a:ln>
              <a:effectLst/>
            </p:spPr>
            <p:txBody>
              <a:bodyPr lIns="57596" tIns="0" rIns="58775" bIns="0"/>
              <a:lstStyle/>
              <a:p>
                <a:endParaRPr lang="en-GB" sz="1815"/>
              </a:p>
            </p:txBody>
          </p:sp>
          <p:sp>
            <p:nvSpPr>
              <p:cNvPr id="188" name="Line 1405"/>
              <p:cNvSpPr>
                <a:spLocks noChangeShapeType="1"/>
              </p:cNvSpPr>
              <p:nvPr/>
            </p:nvSpPr>
            <p:spPr bwMode="blackWhite">
              <a:xfrm>
                <a:off x="1416" y="374"/>
                <a:ext cx="0" cy="3120"/>
              </a:xfrm>
              <a:prstGeom prst="line">
                <a:avLst/>
              </a:prstGeom>
              <a:noFill/>
              <a:ln w="9525">
                <a:solidFill>
                  <a:srgbClr val="C5CAD3"/>
                </a:solidFill>
                <a:round/>
              </a:ln>
              <a:effectLst/>
            </p:spPr>
            <p:txBody>
              <a:bodyPr lIns="57596" tIns="0" rIns="58775" bIns="0"/>
              <a:lstStyle/>
              <a:p>
                <a:endParaRPr lang="en-GB" sz="1815"/>
              </a:p>
            </p:txBody>
          </p:sp>
        </p:grpSp>
        <p:grpSp>
          <p:nvGrpSpPr>
            <p:cNvPr id="8" name="Group 1406"/>
            <p:cNvGrpSpPr/>
            <p:nvPr/>
          </p:nvGrpSpPr>
          <p:grpSpPr bwMode="auto">
            <a:xfrm>
              <a:off x="3226" y="743"/>
              <a:ext cx="604" cy="2560"/>
              <a:chOff x="1416" y="374"/>
              <a:chExt cx="604" cy="3120"/>
            </a:xfrm>
          </p:grpSpPr>
          <p:sp>
            <p:nvSpPr>
              <p:cNvPr id="177" name="Line 1407"/>
              <p:cNvSpPr>
                <a:spLocks noChangeShapeType="1"/>
              </p:cNvSpPr>
              <p:nvPr/>
            </p:nvSpPr>
            <p:spPr bwMode="blackWhite">
              <a:xfrm>
                <a:off x="1536" y="374"/>
                <a:ext cx="0" cy="3120"/>
              </a:xfrm>
              <a:prstGeom prst="line">
                <a:avLst/>
              </a:prstGeom>
              <a:noFill/>
              <a:ln w="9525">
                <a:solidFill>
                  <a:srgbClr val="C5CAD3"/>
                </a:solidFill>
                <a:round/>
              </a:ln>
              <a:effectLst/>
            </p:spPr>
            <p:txBody>
              <a:bodyPr lIns="57596" tIns="0" rIns="58775" bIns="0"/>
              <a:lstStyle/>
              <a:p>
                <a:endParaRPr lang="en-GB" sz="1815"/>
              </a:p>
            </p:txBody>
          </p:sp>
          <p:sp>
            <p:nvSpPr>
              <p:cNvPr id="178" name="Line 1408"/>
              <p:cNvSpPr>
                <a:spLocks noChangeShapeType="1"/>
              </p:cNvSpPr>
              <p:nvPr/>
            </p:nvSpPr>
            <p:spPr bwMode="blackWhite">
              <a:xfrm>
                <a:off x="1657" y="374"/>
                <a:ext cx="0" cy="3120"/>
              </a:xfrm>
              <a:prstGeom prst="line">
                <a:avLst/>
              </a:prstGeom>
              <a:noFill/>
              <a:ln w="9525">
                <a:solidFill>
                  <a:srgbClr val="C5CAD3"/>
                </a:solidFill>
                <a:round/>
              </a:ln>
              <a:effectLst/>
            </p:spPr>
            <p:txBody>
              <a:bodyPr lIns="57596" tIns="0" rIns="58775" bIns="0"/>
              <a:lstStyle/>
              <a:p>
                <a:endParaRPr lang="en-GB" sz="1815"/>
              </a:p>
            </p:txBody>
          </p:sp>
          <p:sp>
            <p:nvSpPr>
              <p:cNvPr id="179" name="Line 1409"/>
              <p:cNvSpPr>
                <a:spLocks noChangeShapeType="1"/>
              </p:cNvSpPr>
              <p:nvPr/>
            </p:nvSpPr>
            <p:spPr bwMode="blackWhite">
              <a:xfrm>
                <a:off x="1778" y="374"/>
                <a:ext cx="0" cy="3120"/>
              </a:xfrm>
              <a:prstGeom prst="line">
                <a:avLst/>
              </a:prstGeom>
              <a:noFill/>
              <a:ln w="9525">
                <a:solidFill>
                  <a:srgbClr val="C5CAD3"/>
                </a:solidFill>
                <a:round/>
              </a:ln>
              <a:effectLst/>
            </p:spPr>
            <p:txBody>
              <a:bodyPr lIns="57596" tIns="0" rIns="58775" bIns="0"/>
              <a:lstStyle/>
              <a:p>
                <a:endParaRPr lang="en-GB" sz="1815"/>
              </a:p>
            </p:txBody>
          </p:sp>
          <p:sp>
            <p:nvSpPr>
              <p:cNvPr id="180" name="Line 1410"/>
              <p:cNvSpPr>
                <a:spLocks noChangeShapeType="1"/>
              </p:cNvSpPr>
              <p:nvPr/>
            </p:nvSpPr>
            <p:spPr bwMode="blackWhite">
              <a:xfrm>
                <a:off x="1899" y="374"/>
                <a:ext cx="0" cy="3120"/>
              </a:xfrm>
              <a:prstGeom prst="line">
                <a:avLst/>
              </a:prstGeom>
              <a:noFill/>
              <a:ln w="9525">
                <a:solidFill>
                  <a:srgbClr val="C5CAD3"/>
                </a:solidFill>
                <a:round/>
              </a:ln>
              <a:effectLst/>
            </p:spPr>
            <p:txBody>
              <a:bodyPr lIns="57596" tIns="0" rIns="58775" bIns="0"/>
              <a:lstStyle/>
              <a:p>
                <a:endParaRPr lang="en-GB" sz="1815"/>
              </a:p>
            </p:txBody>
          </p:sp>
          <p:sp>
            <p:nvSpPr>
              <p:cNvPr id="181" name="Line 1411"/>
              <p:cNvSpPr>
                <a:spLocks noChangeShapeType="1"/>
              </p:cNvSpPr>
              <p:nvPr/>
            </p:nvSpPr>
            <p:spPr bwMode="blackWhite">
              <a:xfrm>
                <a:off x="2020" y="374"/>
                <a:ext cx="0" cy="3120"/>
              </a:xfrm>
              <a:prstGeom prst="line">
                <a:avLst/>
              </a:prstGeom>
              <a:noFill/>
              <a:ln w="9525">
                <a:solidFill>
                  <a:srgbClr val="C5CAD3"/>
                </a:solidFill>
                <a:round/>
              </a:ln>
              <a:effectLst/>
            </p:spPr>
            <p:txBody>
              <a:bodyPr lIns="57596" tIns="0" rIns="58775" bIns="0"/>
              <a:lstStyle/>
              <a:p>
                <a:endParaRPr lang="en-GB" sz="1815"/>
              </a:p>
            </p:txBody>
          </p:sp>
          <p:sp>
            <p:nvSpPr>
              <p:cNvPr id="182" name="Line 1412"/>
              <p:cNvSpPr>
                <a:spLocks noChangeShapeType="1"/>
              </p:cNvSpPr>
              <p:nvPr/>
            </p:nvSpPr>
            <p:spPr bwMode="blackWhite">
              <a:xfrm>
                <a:off x="1416" y="374"/>
                <a:ext cx="0" cy="3120"/>
              </a:xfrm>
              <a:prstGeom prst="line">
                <a:avLst/>
              </a:prstGeom>
              <a:noFill/>
              <a:ln w="9525">
                <a:solidFill>
                  <a:srgbClr val="C5CAD3"/>
                </a:solidFill>
                <a:round/>
              </a:ln>
              <a:effectLst/>
            </p:spPr>
            <p:txBody>
              <a:bodyPr lIns="57596" tIns="0" rIns="58775" bIns="0"/>
              <a:lstStyle/>
              <a:p>
                <a:endParaRPr lang="en-GB" sz="1815"/>
              </a:p>
            </p:txBody>
          </p:sp>
        </p:grpSp>
        <p:grpSp>
          <p:nvGrpSpPr>
            <p:cNvPr id="9" name="Group 1413"/>
            <p:cNvGrpSpPr/>
            <p:nvPr/>
          </p:nvGrpSpPr>
          <p:grpSpPr bwMode="auto">
            <a:xfrm>
              <a:off x="3829" y="743"/>
              <a:ext cx="604" cy="2560"/>
              <a:chOff x="1416" y="374"/>
              <a:chExt cx="604" cy="3120"/>
            </a:xfrm>
          </p:grpSpPr>
          <p:sp>
            <p:nvSpPr>
              <p:cNvPr id="171" name="Line 1414"/>
              <p:cNvSpPr>
                <a:spLocks noChangeShapeType="1"/>
              </p:cNvSpPr>
              <p:nvPr/>
            </p:nvSpPr>
            <p:spPr bwMode="blackWhite">
              <a:xfrm>
                <a:off x="1536" y="374"/>
                <a:ext cx="0" cy="3120"/>
              </a:xfrm>
              <a:prstGeom prst="line">
                <a:avLst/>
              </a:prstGeom>
              <a:noFill/>
              <a:ln w="9525">
                <a:solidFill>
                  <a:srgbClr val="C5CAD3"/>
                </a:solidFill>
                <a:round/>
              </a:ln>
              <a:effectLst/>
            </p:spPr>
            <p:txBody>
              <a:bodyPr lIns="57596" tIns="0" rIns="58775" bIns="0"/>
              <a:lstStyle/>
              <a:p>
                <a:endParaRPr lang="en-GB" sz="1815"/>
              </a:p>
            </p:txBody>
          </p:sp>
          <p:sp>
            <p:nvSpPr>
              <p:cNvPr id="172" name="Line 1415"/>
              <p:cNvSpPr>
                <a:spLocks noChangeShapeType="1"/>
              </p:cNvSpPr>
              <p:nvPr/>
            </p:nvSpPr>
            <p:spPr bwMode="blackWhite">
              <a:xfrm>
                <a:off x="1657" y="374"/>
                <a:ext cx="0" cy="3120"/>
              </a:xfrm>
              <a:prstGeom prst="line">
                <a:avLst/>
              </a:prstGeom>
              <a:noFill/>
              <a:ln w="9525">
                <a:solidFill>
                  <a:srgbClr val="C5CAD3"/>
                </a:solidFill>
                <a:round/>
              </a:ln>
              <a:effectLst/>
            </p:spPr>
            <p:txBody>
              <a:bodyPr lIns="57596" tIns="0" rIns="58775" bIns="0"/>
              <a:lstStyle/>
              <a:p>
                <a:endParaRPr lang="en-GB" sz="1815"/>
              </a:p>
            </p:txBody>
          </p:sp>
          <p:sp>
            <p:nvSpPr>
              <p:cNvPr id="173" name="Line 1416"/>
              <p:cNvSpPr>
                <a:spLocks noChangeShapeType="1"/>
              </p:cNvSpPr>
              <p:nvPr/>
            </p:nvSpPr>
            <p:spPr bwMode="blackWhite">
              <a:xfrm>
                <a:off x="1778" y="374"/>
                <a:ext cx="0" cy="3120"/>
              </a:xfrm>
              <a:prstGeom prst="line">
                <a:avLst/>
              </a:prstGeom>
              <a:noFill/>
              <a:ln w="9525">
                <a:solidFill>
                  <a:srgbClr val="C5CAD3"/>
                </a:solidFill>
                <a:round/>
              </a:ln>
              <a:effectLst/>
            </p:spPr>
            <p:txBody>
              <a:bodyPr lIns="57596" tIns="0" rIns="58775" bIns="0"/>
              <a:lstStyle/>
              <a:p>
                <a:endParaRPr lang="en-GB" sz="1815"/>
              </a:p>
            </p:txBody>
          </p:sp>
          <p:sp>
            <p:nvSpPr>
              <p:cNvPr id="174" name="Line 1417"/>
              <p:cNvSpPr>
                <a:spLocks noChangeShapeType="1"/>
              </p:cNvSpPr>
              <p:nvPr/>
            </p:nvSpPr>
            <p:spPr bwMode="blackWhite">
              <a:xfrm>
                <a:off x="1899" y="374"/>
                <a:ext cx="0" cy="3120"/>
              </a:xfrm>
              <a:prstGeom prst="line">
                <a:avLst/>
              </a:prstGeom>
              <a:noFill/>
              <a:ln w="9525">
                <a:solidFill>
                  <a:srgbClr val="C5CAD3"/>
                </a:solidFill>
                <a:round/>
              </a:ln>
              <a:effectLst/>
            </p:spPr>
            <p:txBody>
              <a:bodyPr lIns="57596" tIns="0" rIns="58775" bIns="0"/>
              <a:lstStyle/>
              <a:p>
                <a:endParaRPr lang="en-GB" sz="1815"/>
              </a:p>
            </p:txBody>
          </p:sp>
          <p:sp>
            <p:nvSpPr>
              <p:cNvPr id="175" name="Line 1418"/>
              <p:cNvSpPr>
                <a:spLocks noChangeShapeType="1"/>
              </p:cNvSpPr>
              <p:nvPr/>
            </p:nvSpPr>
            <p:spPr bwMode="blackWhite">
              <a:xfrm>
                <a:off x="2020" y="374"/>
                <a:ext cx="0" cy="3120"/>
              </a:xfrm>
              <a:prstGeom prst="line">
                <a:avLst/>
              </a:prstGeom>
              <a:noFill/>
              <a:ln w="9525">
                <a:solidFill>
                  <a:srgbClr val="C5CAD3"/>
                </a:solidFill>
                <a:round/>
              </a:ln>
              <a:effectLst/>
            </p:spPr>
            <p:txBody>
              <a:bodyPr lIns="57596" tIns="0" rIns="58775" bIns="0"/>
              <a:lstStyle/>
              <a:p>
                <a:endParaRPr lang="en-GB" sz="1815"/>
              </a:p>
            </p:txBody>
          </p:sp>
          <p:sp>
            <p:nvSpPr>
              <p:cNvPr id="176" name="Line 1419"/>
              <p:cNvSpPr>
                <a:spLocks noChangeShapeType="1"/>
              </p:cNvSpPr>
              <p:nvPr/>
            </p:nvSpPr>
            <p:spPr bwMode="blackWhite">
              <a:xfrm>
                <a:off x="1416" y="374"/>
                <a:ext cx="0" cy="3120"/>
              </a:xfrm>
              <a:prstGeom prst="line">
                <a:avLst/>
              </a:prstGeom>
              <a:noFill/>
              <a:ln w="9525">
                <a:solidFill>
                  <a:srgbClr val="C5CAD3"/>
                </a:solidFill>
                <a:round/>
              </a:ln>
              <a:effectLst/>
            </p:spPr>
            <p:txBody>
              <a:bodyPr lIns="57596" tIns="0" rIns="58775" bIns="0"/>
              <a:lstStyle/>
              <a:p>
                <a:endParaRPr lang="en-GB" sz="1815"/>
              </a:p>
            </p:txBody>
          </p:sp>
        </p:grpSp>
        <p:grpSp>
          <p:nvGrpSpPr>
            <p:cNvPr id="10" name="Group 1420"/>
            <p:cNvGrpSpPr/>
            <p:nvPr/>
          </p:nvGrpSpPr>
          <p:grpSpPr bwMode="auto">
            <a:xfrm>
              <a:off x="4432" y="743"/>
              <a:ext cx="604" cy="2560"/>
              <a:chOff x="1416" y="374"/>
              <a:chExt cx="604" cy="3120"/>
            </a:xfrm>
          </p:grpSpPr>
          <p:sp>
            <p:nvSpPr>
              <p:cNvPr id="165" name="Line 1421"/>
              <p:cNvSpPr>
                <a:spLocks noChangeShapeType="1"/>
              </p:cNvSpPr>
              <p:nvPr/>
            </p:nvSpPr>
            <p:spPr bwMode="blackWhite">
              <a:xfrm>
                <a:off x="1536" y="374"/>
                <a:ext cx="0" cy="3120"/>
              </a:xfrm>
              <a:prstGeom prst="line">
                <a:avLst/>
              </a:prstGeom>
              <a:noFill/>
              <a:ln w="9525">
                <a:solidFill>
                  <a:srgbClr val="C5CAD3"/>
                </a:solidFill>
                <a:round/>
              </a:ln>
              <a:effectLst/>
            </p:spPr>
            <p:txBody>
              <a:bodyPr lIns="57596" tIns="0" rIns="58775" bIns="0"/>
              <a:lstStyle/>
              <a:p>
                <a:endParaRPr lang="en-GB" sz="1815"/>
              </a:p>
            </p:txBody>
          </p:sp>
          <p:sp>
            <p:nvSpPr>
              <p:cNvPr id="166" name="Line 1422"/>
              <p:cNvSpPr>
                <a:spLocks noChangeShapeType="1"/>
              </p:cNvSpPr>
              <p:nvPr/>
            </p:nvSpPr>
            <p:spPr bwMode="blackWhite">
              <a:xfrm>
                <a:off x="1657" y="374"/>
                <a:ext cx="0" cy="3120"/>
              </a:xfrm>
              <a:prstGeom prst="line">
                <a:avLst/>
              </a:prstGeom>
              <a:noFill/>
              <a:ln w="9525">
                <a:solidFill>
                  <a:srgbClr val="C5CAD3"/>
                </a:solidFill>
                <a:round/>
              </a:ln>
              <a:effectLst/>
            </p:spPr>
            <p:txBody>
              <a:bodyPr lIns="57596" tIns="0" rIns="58775" bIns="0"/>
              <a:lstStyle/>
              <a:p>
                <a:endParaRPr lang="en-GB" sz="1815"/>
              </a:p>
            </p:txBody>
          </p:sp>
          <p:sp>
            <p:nvSpPr>
              <p:cNvPr id="167" name="Line 1423"/>
              <p:cNvSpPr>
                <a:spLocks noChangeShapeType="1"/>
              </p:cNvSpPr>
              <p:nvPr/>
            </p:nvSpPr>
            <p:spPr bwMode="blackWhite">
              <a:xfrm>
                <a:off x="1778" y="374"/>
                <a:ext cx="0" cy="3120"/>
              </a:xfrm>
              <a:prstGeom prst="line">
                <a:avLst/>
              </a:prstGeom>
              <a:noFill/>
              <a:ln w="9525">
                <a:solidFill>
                  <a:srgbClr val="C5CAD3"/>
                </a:solidFill>
                <a:round/>
              </a:ln>
              <a:effectLst/>
            </p:spPr>
            <p:txBody>
              <a:bodyPr lIns="57596" tIns="0" rIns="58775" bIns="0"/>
              <a:lstStyle/>
              <a:p>
                <a:endParaRPr lang="en-GB" sz="1815"/>
              </a:p>
            </p:txBody>
          </p:sp>
          <p:sp>
            <p:nvSpPr>
              <p:cNvPr id="168" name="Line 1424"/>
              <p:cNvSpPr>
                <a:spLocks noChangeShapeType="1"/>
              </p:cNvSpPr>
              <p:nvPr/>
            </p:nvSpPr>
            <p:spPr bwMode="blackWhite">
              <a:xfrm>
                <a:off x="1899" y="374"/>
                <a:ext cx="0" cy="3120"/>
              </a:xfrm>
              <a:prstGeom prst="line">
                <a:avLst/>
              </a:prstGeom>
              <a:noFill/>
              <a:ln w="9525">
                <a:solidFill>
                  <a:srgbClr val="C5CAD3"/>
                </a:solidFill>
                <a:round/>
              </a:ln>
              <a:effectLst/>
            </p:spPr>
            <p:txBody>
              <a:bodyPr lIns="57596" tIns="0" rIns="58775" bIns="0"/>
              <a:lstStyle/>
              <a:p>
                <a:endParaRPr lang="en-GB" sz="1815"/>
              </a:p>
            </p:txBody>
          </p:sp>
          <p:sp>
            <p:nvSpPr>
              <p:cNvPr id="169" name="Line 1425"/>
              <p:cNvSpPr>
                <a:spLocks noChangeShapeType="1"/>
              </p:cNvSpPr>
              <p:nvPr/>
            </p:nvSpPr>
            <p:spPr bwMode="blackWhite">
              <a:xfrm>
                <a:off x="2020" y="374"/>
                <a:ext cx="0" cy="3120"/>
              </a:xfrm>
              <a:prstGeom prst="line">
                <a:avLst/>
              </a:prstGeom>
              <a:noFill/>
              <a:ln w="9525">
                <a:solidFill>
                  <a:srgbClr val="C5CAD3"/>
                </a:solidFill>
                <a:round/>
              </a:ln>
              <a:effectLst/>
            </p:spPr>
            <p:txBody>
              <a:bodyPr lIns="57596" tIns="0" rIns="58775" bIns="0"/>
              <a:lstStyle/>
              <a:p>
                <a:endParaRPr lang="en-GB" sz="1815"/>
              </a:p>
            </p:txBody>
          </p:sp>
          <p:sp>
            <p:nvSpPr>
              <p:cNvPr id="170" name="Line 1426"/>
              <p:cNvSpPr>
                <a:spLocks noChangeShapeType="1"/>
              </p:cNvSpPr>
              <p:nvPr/>
            </p:nvSpPr>
            <p:spPr bwMode="blackWhite">
              <a:xfrm>
                <a:off x="1416" y="374"/>
                <a:ext cx="0" cy="3120"/>
              </a:xfrm>
              <a:prstGeom prst="line">
                <a:avLst/>
              </a:prstGeom>
              <a:noFill/>
              <a:ln w="9525">
                <a:solidFill>
                  <a:srgbClr val="C5CAD3"/>
                </a:solidFill>
                <a:round/>
              </a:ln>
              <a:effectLst/>
            </p:spPr>
            <p:txBody>
              <a:bodyPr lIns="57596" tIns="0" rIns="58775" bIns="0"/>
              <a:lstStyle/>
              <a:p>
                <a:endParaRPr lang="en-GB" sz="1815"/>
              </a:p>
            </p:txBody>
          </p:sp>
        </p:grpSp>
      </p:grpSp>
      <p:graphicFrame>
        <p:nvGraphicFramePr>
          <p:cNvPr id="201" name="Group 2037"/>
          <p:cNvGraphicFramePr>
            <a:graphicFrameLocks noGrp="1"/>
          </p:cNvGraphicFramePr>
          <p:nvPr/>
        </p:nvGraphicFramePr>
        <p:xfrm>
          <a:off x="1759003" y="1657446"/>
          <a:ext cx="7765415" cy="4057650"/>
        </p:xfrm>
        <a:graphic>
          <a:graphicData uri="http://schemas.openxmlformats.org/drawingml/2006/table">
            <a:tbl>
              <a:tblPr/>
              <a:tblGrid>
                <a:gridCol w="1677035"/>
                <a:gridCol w="869950"/>
                <a:gridCol w="869950"/>
                <a:gridCol w="869315"/>
                <a:gridCol w="869950"/>
                <a:gridCol w="869950"/>
                <a:gridCol w="876935"/>
                <a:gridCol w="862330"/>
              </a:tblGrid>
              <a:tr h="399415">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tx2"/>
                        </a:solidFill>
                        <a:effectLst/>
                        <a:latin typeface="+mj-lt"/>
                        <a:cs typeface="腾讯体 W3" panose="020C04030202040F0204" pitchFamily="34" charset="-122"/>
                      </a:endParaRPr>
                    </a:p>
                  </a:txBody>
                  <a:tcPr marL="57596" marR="58775" marT="0" marB="0" horzOverflow="overflow">
                    <a:lnL cap="flat">
                      <a:noFill/>
                    </a:lnL>
                    <a:lnR>
                      <a:noFill/>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0" i="0" u="none" strike="noStrike" cap="none" normalizeH="0" baseline="0" smtClean="0">
                          <a:ln>
                            <a:noFill/>
                          </a:ln>
                          <a:solidFill>
                            <a:schemeClr val="tx2"/>
                          </a:solidFill>
                          <a:effectLst/>
                          <a:latin typeface="+mj-lt"/>
                          <a:cs typeface="腾讯体 W3" panose="020C04030202040F0204" pitchFamily="34" charset="-122"/>
                        </a:rPr>
                        <a:t>27 July</a:t>
                      </a:r>
                      <a:endParaRPr kumimoji="0" lang="en-GB" sz="1090" b="0" i="0" u="none" strike="noStrike" cap="none" normalizeH="0" baseline="0" smtClean="0">
                        <a:ln>
                          <a:noFill/>
                        </a:ln>
                        <a:solidFill>
                          <a:schemeClr val="tx2"/>
                        </a:solidFill>
                        <a:effectLst/>
                        <a:latin typeface="+mj-lt"/>
                        <a:cs typeface="腾讯体 W3" panose="020C04030202040F0204" pitchFamily="34" charset="-122"/>
                      </a:endParaRPr>
                    </a:p>
                  </a:txBody>
                  <a:tcPr marL="57596" marR="58775" marT="0" marB="0" horzOverflow="overflow">
                    <a:lnL>
                      <a:noFill/>
                    </a:lnL>
                    <a:lnR w="12700" cap="flat" cmpd="sng" algn="ctr">
                      <a:solidFill>
                        <a:srgbClr val="C5CAD3"/>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0" i="0" u="none" strike="noStrike" cap="none" normalizeH="0" baseline="0" smtClean="0">
                          <a:ln>
                            <a:noFill/>
                          </a:ln>
                          <a:solidFill>
                            <a:schemeClr val="tx2"/>
                          </a:solidFill>
                          <a:effectLst/>
                          <a:latin typeface="+mj-lt"/>
                          <a:cs typeface="腾讯体 W3" panose="020C04030202040F0204" pitchFamily="34" charset="-122"/>
                        </a:rPr>
                        <a:t>3 Aug</a:t>
                      </a:r>
                      <a:endParaRPr kumimoji="0" lang="en-GB" sz="1090" b="0" i="0" u="none" strike="noStrike" cap="none" normalizeH="0" baseline="0" smtClean="0">
                        <a:ln>
                          <a:noFill/>
                        </a:ln>
                        <a:solidFill>
                          <a:schemeClr val="tx2"/>
                        </a:solidFill>
                        <a:effectLst/>
                        <a:latin typeface="+mj-lt"/>
                        <a:cs typeface="腾讯体 W3" panose="020C04030202040F0204" pitchFamily="34" charset="-122"/>
                      </a:endParaRPr>
                    </a:p>
                  </a:txBody>
                  <a:tcPr marL="57596" marR="58775" marT="0" marB="0"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0" i="0" u="none" strike="noStrike" cap="none" normalizeH="0" baseline="0" smtClean="0">
                          <a:ln>
                            <a:noFill/>
                          </a:ln>
                          <a:solidFill>
                            <a:schemeClr val="tx2"/>
                          </a:solidFill>
                          <a:effectLst/>
                          <a:latin typeface="+mj-lt"/>
                          <a:cs typeface="腾讯体 W3" panose="020C04030202040F0204" pitchFamily="34" charset="-122"/>
                        </a:rPr>
                        <a:t>10 Aug</a:t>
                      </a:r>
                      <a:endParaRPr kumimoji="0" lang="en-GB" sz="1090" b="0" i="0" u="none" strike="noStrike" cap="none" normalizeH="0" baseline="0" smtClean="0">
                        <a:ln>
                          <a:noFill/>
                        </a:ln>
                        <a:solidFill>
                          <a:schemeClr val="tx2"/>
                        </a:solidFill>
                        <a:effectLst/>
                        <a:latin typeface="+mj-lt"/>
                        <a:cs typeface="腾讯体 W3" panose="020C04030202040F0204" pitchFamily="34" charset="-122"/>
                      </a:endParaRPr>
                    </a:p>
                  </a:txBody>
                  <a:tcPr marL="57596" marR="58775" marT="0" marB="0"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0" i="0" u="none" strike="noStrike" cap="none" normalizeH="0" baseline="0" smtClean="0">
                          <a:ln>
                            <a:noFill/>
                          </a:ln>
                          <a:solidFill>
                            <a:schemeClr val="tx2"/>
                          </a:solidFill>
                          <a:effectLst/>
                          <a:latin typeface="+mj-lt"/>
                          <a:cs typeface="腾讯体 W3" panose="020C04030202040F0204" pitchFamily="34" charset="-122"/>
                        </a:rPr>
                        <a:t>17 Aug</a:t>
                      </a:r>
                      <a:endParaRPr kumimoji="0" lang="en-GB" sz="1090" b="0" i="0" u="none" strike="noStrike" cap="none" normalizeH="0" baseline="0" smtClean="0">
                        <a:ln>
                          <a:noFill/>
                        </a:ln>
                        <a:solidFill>
                          <a:schemeClr val="tx2"/>
                        </a:solidFill>
                        <a:effectLst/>
                        <a:latin typeface="+mj-lt"/>
                        <a:cs typeface="腾讯体 W3" panose="020C04030202040F0204" pitchFamily="34" charset="-122"/>
                      </a:endParaRPr>
                    </a:p>
                  </a:txBody>
                  <a:tcPr marL="57596" marR="58775" marT="0" marB="0"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0" i="0" u="none" strike="noStrike" cap="none" normalizeH="0" baseline="0" smtClean="0">
                          <a:ln>
                            <a:noFill/>
                          </a:ln>
                          <a:solidFill>
                            <a:schemeClr val="tx2"/>
                          </a:solidFill>
                          <a:effectLst/>
                          <a:latin typeface="+mj-lt"/>
                          <a:cs typeface="腾讯体 W3" panose="020C04030202040F0204" pitchFamily="34" charset="-122"/>
                        </a:rPr>
                        <a:t>24 Aug</a:t>
                      </a:r>
                      <a:endParaRPr kumimoji="0" lang="en-GB" sz="1090" b="0" i="0" u="none" strike="noStrike" cap="none" normalizeH="0" baseline="0" smtClean="0">
                        <a:ln>
                          <a:noFill/>
                        </a:ln>
                        <a:solidFill>
                          <a:schemeClr val="tx2"/>
                        </a:solidFill>
                        <a:effectLst/>
                        <a:latin typeface="+mj-lt"/>
                        <a:cs typeface="腾讯体 W3" panose="020C04030202040F0204" pitchFamily="34" charset="-122"/>
                      </a:endParaRPr>
                    </a:p>
                  </a:txBody>
                  <a:tcPr marL="57596" marR="58775" marT="0" marB="0"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0" i="0" u="none" strike="noStrike" cap="none" normalizeH="0" baseline="0" smtClean="0">
                          <a:ln>
                            <a:noFill/>
                          </a:ln>
                          <a:solidFill>
                            <a:schemeClr val="tx2"/>
                          </a:solidFill>
                          <a:effectLst/>
                          <a:latin typeface="+mj-lt"/>
                          <a:cs typeface="腾讯体 W3" panose="020C04030202040F0204" pitchFamily="34" charset="-122"/>
                        </a:rPr>
                        <a:t>31 Aug</a:t>
                      </a:r>
                      <a:endParaRPr kumimoji="0" lang="en-GB" sz="1090" b="0" i="0" u="none" strike="noStrike" cap="none" normalizeH="0" baseline="0" smtClean="0">
                        <a:ln>
                          <a:noFill/>
                        </a:ln>
                        <a:solidFill>
                          <a:schemeClr val="tx2"/>
                        </a:solidFill>
                        <a:effectLst/>
                        <a:latin typeface="+mj-lt"/>
                        <a:cs typeface="腾讯体 W3" panose="020C04030202040F0204" pitchFamily="34" charset="-122"/>
                      </a:endParaRPr>
                    </a:p>
                  </a:txBody>
                  <a:tcPr marL="57596" marR="58775" marT="0" marB="0"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0" i="0" u="none" strike="noStrike" cap="none" normalizeH="0" baseline="0" smtClean="0">
                          <a:ln>
                            <a:noFill/>
                          </a:ln>
                          <a:solidFill>
                            <a:schemeClr val="tx2"/>
                          </a:solidFill>
                          <a:effectLst/>
                          <a:latin typeface="+mj-lt"/>
                          <a:cs typeface="腾讯体 W3" panose="020C04030202040F0204" pitchFamily="34" charset="-122"/>
                        </a:rPr>
                        <a:t>4 Sep</a:t>
                      </a:r>
                      <a:endParaRPr kumimoji="0" lang="en-GB" sz="1090" b="0" i="0" u="none" strike="noStrike" cap="none" normalizeH="0" baseline="0" smtClean="0">
                        <a:ln>
                          <a:noFill/>
                        </a:ln>
                        <a:solidFill>
                          <a:schemeClr val="tx2"/>
                        </a:solidFill>
                        <a:effectLst/>
                        <a:latin typeface="+mj-lt"/>
                        <a:cs typeface="腾讯体 W3" panose="020C04030202040F0204" pitchFamily="34" charset="-122"/>
                      </a:endParaRPr>
                    </a:p>
                  </a:txBody>
                  <a:tcPr marL="57596" marR="58775" marT="0" marB="0" horzOverflow="overflow">
                    <a:lnL w="12700" cap="flat" cmpd="sng" algn="ctr">
                      <a:solidFill>
                        <a:srgbClr val="C5CAD3"/>
                      </a:solidFill>
                      <a:prstDash val="solid"/>
                      <a:round/>
                      <a:headEnd type="none" w="med" len="med"/>
                      <a:tailEnd type="none" w="med" len="med"/>
                    </a:lnL>
                    <a:lnR cap="flat">
                      <a:noFill/>
                    </a:lnR>
                    <a:lnT cap="flat">
                      <a:noFill/>
                    </a:lnT>
                    <a:lnB>
                      <a:noFill/>
                    </a:lnB>
                    <a:lnTlToBr>
                      <a:noFill/>
                    </a:lnTlToBr>
                    <a:lnBlToTr>
                      <a:noFill/>
                    </a:lnBlToTr>
                    <a:noFill/>
                  </a:tcPr>
                </a:tc>
              </a:tr>
              <a:tr h="525145">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1" u="none" strike="noStrike" cap="none" normalizeH="0" baseline="0" dirty="0" smtClean="0">
                          <a:ln>
                            <a:noFill/>
                          </a:ln>
                          <a:solidFill>
                            <a:schemeClr val="bg2"/>
                          </a:solidFill>
                          <a:effectLst/>
                          <a:latin typeface="+mj-lt"/>
                          <a:cs typeface="腾讯体 W3" panose="020C04030202040F0204" pitchFamily="34" charset="-122"/>
                        </a:rPr>
                        <a:t>Governance</a:t>
                      </a:r>
                      <a:endParaRPr kumimoji="0" lang="en-GB" sz="1090" b="1" u="none" strike="noStrike" cap="none" normalizeH="0" baseline="0" dirty="0" smtClean="0">
                        <a:ln>
                          <a:noFill/>
                        </a:ln>
                        <a:solidFill>
                          <a:schemeClr val="bg2"/>
                        </a:solidFill>
                        <a:effectLst/>
                        <a:latin typeface="+mj-lt"/>
                        <a:cs typeface="腾讯体 W3" panose="020C04030202040F0204" pitchFamily="34" charset="-122"/>
                      </a:endParaRPr>
                    </a:p>
                  </a:txBody>
                  <a:tcPr marL="57596" marR="58775" marT="0" marB="0" anchor="ctr" horzOverflow="overflow">
                    <a:lnL cap="flat">
                      <a:noFill/>
                    </a:lnL>
                    <a:lnR>
                      <a:noFill/>
                    </a:lnR>
                    <a:lnT>
                      <a:noFill/>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a:noFill/>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cap="flat">
                      <a:noFill/>
                    </a:lnR>
                    <a:lnT>
                      <a:noFill/>
                    </a:lnT>
                    <a:lnB>
                      <a:noFill/>
                    </a:lnB>
                    <a:lnTlToBr>
                      <a:noFill/>
                    </a:lnTlToBr>
                    <a:lnBlToTr>
                      <a:noFill/>
                    </a:lnBlToTr>
                    <a:noFill/>
                  </a:tcPr>
                </a:tc>
              </a:tr>
              <a:tr h="527050">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1" u="none" strike="noStrike" cap="none" normalizeH="0" baseline="0" smtClean="0">
                          <a:ln>
                            <a:noFill/>
                          </a:ln>
                          <a:solidFill>
                            <a:schemeClr val="bg2"/>
                          </a:solidFill>
                          <a:effectLst/>
                          <a:latin typeface="+mj-lt"/>
                          <a:cs typeface="腾讯体 W3" panose="020C04030202040F0204" pitchFamily="34" charset="-122"/>
                        </a:rPr>
                        <a:t>Internal model</a:t>
                      </a:r>
                      <a:endParaRPr kumimoji="0" lang="en-GB" sz="1090" b="1" u="none" strike="noStrike" cap="none" normalizeH="0" baseline="0" smtClean="0">
                        <a:ln>
                          <a:noFill/>
                        </a:ln>
                        <a:solidFill>
                          <a:schemeClr val="bg2"/>
                        </a:solidFill>
                        <a:effectLst/>
                        <a:latin typeface="+mj-lt"/>
                        <a:cs typeface="腾讯体 W3" panose="020C04030202040F0204" pitchFamily="34" charset="-122"/>
                      </a:endParaRPr>
                    </a:p>
                  </a:txBody>
                  <a:tcPr marL="57596" marR="58775"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a:noFill/>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cap="flat">
                      <a:noFill/>
                    </a:lnR>
                    <a:lnT>
                      <a:noFill/>
                    </a:lnT>
                    <a:lnB>
                      <a:noFill/>
                    </a:lnB>
                    <a:lnTlToBr>
                      <a:noFill/>
                    </a:lnTlToBr>
                    <a:lnBlToTr>
                      <a:noFill/>
                    </a:lnBlToTr>
                    <a:noFill/>
                  </a:tcPr>
                </a:tc>
              </a:tr>
              <a:tr h="527050">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1" u="none" strike="noStrike" cap="none" normalizeH="0" baseline="0" smtClean="0">
                          <a:ln>
                            <a:noFill/>
                          </a:ln>
                          <a:solidFill>
                            <a:schemeClr val="bg2"/>
                          </a:solidFill>
                          <a:effectLst/>
                          <a:latin typeface="+mj-lt"/>
                          <a:cs typeface="腾讯体 W3" panose="020C04030202040F0204" pitchFamily="34" charset="-122"/>
                        </a:rPr>
                        <a:t>Capital</a:t>
                      </a:r>
                      <a:endParaRPr kumimoji="0" lang="en-GB" sz="1090" b="1" u="none" strike="noStrike" cap="none" normalizeH="0" baseline="0" smtClean="0">
                        <a:ln>
                          <a:noFill/>
                        </a:ln>
                        <a:solidFill>
                          <a:schemeClr val="bg2"/>
                        </a:solidFill>
                        <a:effectLst/>
                        <a:latin typeface="+mj-lt"/>
                        <a:cs typeface="腾讯体 W3" panose="020C04030202040F0204" pitchFamily="34" charset="-122"/>
                      </a:endParaRPr>
                    </a:p>
                  </a:txBody>
                  <a:tcPr marL="57596" marR="58775"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a:noFill/>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cap="flat">
                      <a:noFill/>
                    </a:lnR>
                    <a:lnT>
                      <a:noFill/>
                    </a:lnT>
                    <a:lnB>
                      <a:noFill/>
                    </a:lnB>
                    <a:lnTlToBr>
                      <a:noFill/>
                    </a:lnTlToBr>
                    <a:lnBlToTr>
                      <a:noFill/>
                    </a:lnBlToTr>
                    <a:noFill/>
                  </a:tcPr>
                </a:tc>
              </a:tr>
              <a:tr h="527050">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1" u="none" strike="noStrike" cap="none" normalizeH="0" baseline="0" smtClean="0">
                          <a:ln>
                            <a:noFill/>
                          </a:ln>
                          <a:solidFill>
                            <a:schemeClr val="bg2"/>
                          </a:solidFill>
                          <a:effectLst/>
                          <a:latin typeface="+mj-lt"/>
                          <a:cs typeface="腾讯体 W3" panose="020C04030202040F0204" pitchFamily="34" charset="-122"/>
                        </a:rPr>
                        <a:t>Group supervision</a:t>
                      </a:r>
                      <a:endParaRPr kumimoji="0" lang="en-GB" sz="1090" b="1" u="none" strike="noStrike" cap="none" normalizeH="0" baseline="0" smtClean="0">
                        <a:ln>
                          <a:noFill/>
                        </a:ln>
                        <a:solidFill>
                          <a:schemeClr val="bg2"/>
                        </a:solidFill>
                        <a:effectLst/>
                        <a:latin typeface="+mj-lt"/>
                        <a:cs typeface="腾讯体 W3" panose="020C04030202040F0204" pitchFamily="34" charset="-122"/>
                      </a:endParaRPr>
                    </a:p>
                  </a:txBody>
                  <a:tcPr marL="57596" marR="58775"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a:noFill/>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cap="flat">
                      <a:noFill/>
                    </a:lnR>
                    <a:lnT>
                      <a:noFill/>
                    </a:lnT>
                    <a:lnB>
                      <a:noFill/>
                    </a:lnB>
                    <a:lnTlToBr>
                      <a:noFill/>
                    </a:lnTlToBr>
                    <a:lnBlToTr>
                      <a:noFill/>
                    </a:lnBlToTr>
                    <a:noFill/>
                  </a:tcPr>
                </a:tc>
              </a:tr>
              <a:tr h="525780">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1" u="none" strike="noStrike" cap="none" normalizeH="0" baseline="0" smtClean="0">
                          <a:ln>
                            <a:noFill/>
                          </a:ln>
                          <a:solidFill>
                            <a:schemeClr val="bg2"/>
                          </a:solidFill>
                          <a:effectLst/>
                          <a:latin typeface="+mj-lt"/>
                          <a:cs typeface="腾讯体 W3" panose="020C04030202040F0204" pitchFamily="34" charset="-122"/>
                        </a:rPr>
                        <a:t>Technical provisions</a:t>
                      </a:r>
                      <a:endParaRPr kumimoji="0" lang="en-GB" sz="1090" b="1" u="none" strike="noStrike" cap="none" normalizeH="0" baseline="0" smtClean="0">
                        <a:ln>
                          <a:noFill/>
                        </a:ln>
                        <a:solidFill>
                          <a:schemeClr val="bg2"/>
                        </a:solidFill>
                        <a:effectLst/>
                        <a:latin typeface="+mj-lt"/>
                        <a:cs typeface="腾讯体 W3" panose="020C04030202040F0204" pitchFamily="34" charset="-122"/>
                      </a:endParaRPr>
                    </a:p>
                  </a:txBody>
                  <a:tcPr marL="57596" marR="58775"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a:noFill/>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cap="flat">
                      <a:noFill/>
                    </a:lnR>
                    <a:lnT>
                      <a:noFill/>
                    </a:lnT>
                    <a:lnB>
                      <a:noFill/>
                    </a:lnB>
                    <a:lnTlToBr>
                      <a:noFill/>
                    </a:lnTlToBr>
                    <a:lnBlToTr>
                      <a:noFill/>
                    </a:lnBlToTr>
                    <a:noFill/>
                  </a:tcPr>
                </a:tc>
              </a:tr>
              <a:tr h="527050">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1" u="none" strike="noStrike" cap="none" normalizeH="0" baseline="0" smtClean="0">
                          <a:ln>
                            <a:noFill/>
                          </a:ln>
                          <a:solidFill>
                            <a:schemeClr val="bg2"/>
                          </a:solidFill>
                          <a:effectLst/>
                          <a:latin typeface="+mj-lt"/>
                          <a:cs typeface="腾讯体 W3" panose="020C04030202040F0204" pitchFamily="34" charset="-122"/>
                        </a:rPr>
                        <a:t>Regulatory policy</a:t>
                      </a:r>
                      <a:endParaRPr kumimoji="0" lang="en-GB" sz="1090" b="1" u="none" strike="noStrike" cap="none" normalizeH="0" baseline="0" smtClean="0">
                        <a:ln>
                          <a:noFill/>
                        </a:ln>
                        <a:solidFill>
                          <a:schemeClr val="bg2"/>
                        </a:solidFill>
                        <a:effectLst/>
                        <a:latin typeface="+mj-lt"/>
                        <a:cs typeface="腾讯体 W3" panose="020C04030202040F0204" pitchFamily="34" charset="-122"/>
                      </a:endParaRPr>
                    </a:p>
                  </a:txBody>
                  <a:tcPr marL="57596" marR="58775"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a:noFill/>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cap="flat">
                      <a:noFill/>
                    </a:lnR>
                    <a:lnT>
                      <a:noFill/>
                    </a:lnT>
                    <a:lnB>
                      <a:noFill/>
                    </a:lnB>
                    <a:lnTlToBr>
                      <a:noFill/>
                    </a:lnTlToBr>
                    <a:lnBlToTr>
                      <a:noFill/>
                    </a:lnBlToTr>
                    <a:noFill/>
                  </a:tcPr>
                </a:tc>
              </a:tr>
              <a:tr h="499110">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1" u="none" strike="noStrike" cap="none" normalizeH="0" baseline="0" smtClean="0">
                          <a:ln>
                            <a:noFill/>
                          </a:ln>
                          <a:solidFill>
                            <a:schemeClr val="bg2"/>
                          </a:solidFill>
                          <a:effectLst/>
                          <a:latin typeface="+mj-lt"/>
                          <a:cs typeface="腾讯体 W3" panose="020C04030202040F0204" pitchFamily="34" charset="-122"/>
                        </a:rPr>
                        <a:t>Standard formula</a:t>
                      </a:r>
                      <a:endParaRPr kumimoji="0" lang="en-GB" sz="1090" b="1" u="none" strike="noStrike" cap="none" normalizeH="0" baseline="0" smtClean="0">
                        <a:ln>
                          <a:noFill/>
                        </a:ln>
                        <a:solidFill>
                          <a:schemeClr val="bg2"/>
                        </a:solidFill>
                        <a:effectLst/>
                        <a:latin typeface="+mj-lt"/>
                        <a:cs typeface="腾讯体 W3" panose="020C04030202040F0204" pitchFamily="34" charset="-122"/>
                      </a:endParaRPr>
                    </a:p>
                  </a:txBody>
                  <a:tcPr marL="57596" marR="58775"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a:noFill/>
                    </a:lnL>
                    <a:lnR w="12700" cap="flat" cmpd="sng" algn="ctr">
                      <a:solidFill>
                        <a:srgbClr val="C5CAD3"/>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cap="flat">
                      <a:noFill/>
                    </a:lnR>
                    <a:lnT>
                      <a:noFill/>
                    </a:lnT>
                    <a:lnB cap="flat">
                      <a:noFill/>
                    </a:lnB>
                    <a:lnTlToBr>
                      <a:noFill/>
                    </a:lnTlToBr>
                    <a:lnBlToTr>
                      <a:noFill/>
                    </a:lnBlToTr>
                    <a:noFill/>
                  </a:tcPr>
                </a:tc>
              </a:tr>
            </a:tbl>
          </a:graphicData>
        </a:graphic>
      </p:graphicFrame>
      <p:grpSp>
        <p:nvGrpSpPr>
          <p:cNvPr id="11" name="Group 1435"/>
          <p:cNvGrpSpPr/>
          <p:nvPr/>
        </p:nvGrpSpPr>
        <p:grpSpPr bwMode="auto">
          <a:xfrm>
            <a:off x="3459393" y="2212971"/>
            <a:ext cx="993537" cy="214547"/>
            <a:chOff x="1430" y="962"/>
            <a:chExt cx="690" cy="149"/>
          </a:xfrm>
        </p:grpSpPr>
        <p:sp>
          <p:nvSpPr>
            <p:cNvPr id="203" name="AutoShape 1200"/>
            <p:cNvSpPr>
              <a:spLocks noChangeArrowheads="1"/>
            </p:cNvSpPr>
            <p:nvPr/>
          </p:nvSpPr>
          <p:spPr bwMode="blackWhite">
            <a:xfrm>
              <a:off x="1430" y="962"/>
              <a:ext cx="89" cy="149"/>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204" name="AutoShape 1207"/>
            <p:cNvSpPr>
              <a:spLocks noChangeArrowheads="1"/>
            </p:cNvSpPr>
            <p:nvPr/>
          </p:nvSpPr>
          <p:spPr bwMode="blackWhite">
            <a:xfrm>
              <a:off x="1536" y="962"/>
              <a:ext cx="363" cy="149"/>
            </a:xfrm>
            <a:prstGeom prst="roundRect">
              <a:avLst>
                <a:gd name="adj" fmla="val 0"/>
              </a:avLst>
            </a:prstGeom>
            <a:solidFill>
              <a:srgbClr val="1450B8"/>
            </a:solidFill>
            <a:ln w="9525" algn="ctr">
              <a:noFill/>
              <a:round/>
            </a:ln>
            <a:effectLst/>
          </p:spPr>
          <p:txBody>
            <a:bodyPr wrap="none" lIns="57596" tIns="0" rIns="58775" bIns="0" anchor="ctr"/>
            <a:lstStyle/>
            <a:p>
              <a:endParaRPr lang="en-GB" sz="1815"/>
            </a:p>
          </p:txBody>
        </p:sp>
        <p:sp>
          <p:nvSpPr>
            <p:cNvPr id="205"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206" name="AutoShape 1210"/>
            <p:cNvSpPr>
              <a:spLocks noChangeArrowheads="1"/>
            </p:cNvSpPr>
            <p:nvPr/>
          </p:nvSpPr>
          <p:spPr bwMode="blackWhite">
            <a:xfrm>
              <a:off x="2031" y="962"/>
              <a:ext cx="89" cy="149"/>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grpSp>
      <p:grpSp>
        <p:nvGrpSpPr>
          <p:cNvPr id="12" name="Group 2085"/>
          <p:cNvGrpSpPr/>
          <p:nvPr/>
        </p:nvGrpSpPr>
        <p:grpSpPr bwMode="auto">
          <a:xfrm>
            <a:off x="4653220" y="2070700"/>
            <a:ext cx="4179592" cy="3143322"/>
            <a:chOff x="2261" y="853"/>
            <a:chExt cx="2894" cy="2183"/>
          </a:xfrm>
          <a:solidFill>
            <a:srgbClr val="1450B8"/>
          </a:solidFill>
        </p:grpSpPr>
        <p:sp>
          <p:nvSpPr>
            <p:cNvPr id="208" name="Rectangle 1374"/>
            <p:cNvSpPr>
              <a:spLocks noChangeArrowheads="1"/>
            </p:cNvSpPr>
            <p:nvPr/>
          </p:nvSpPr>
          <p:spPr bwMode="blackWhite">
            <a:xfrm>
              <a:off x="2261" y="853"/>
              <a:ext cx="2894" cy="365"/>
            </a:xfrm>
            <a:prstGeom prst="rect">
              <a:avLst/>
            </a:prstGeom>
            <a:grpFill/>
            <a:ln w="9525" algn="ctr">
              <a:noFill/>
              <a:miter lim="800000"/>
            </a:ln>
            <a:effectLst/>
          </p:spPr>
          <p:txBody>
            <a:bodyPr wrap="none" lIns="57596" tIns="0" rIns="58775" bIns="0" anchor="ctr"/>
            <a:lstStyle/>
            <a:p>
              <a:endParaRPr lang="en-GB" sz="1815"/>
            </a:p>
          </p:txBody>
        </p:sp>
        <p:sp>
          <p:nvSpPr>
            <p:cNvPr id="209" name="Rectangle 1375"/>
            <p:cNvSpPr>
              <a:spLocks noChangeArrowheads="1"/>
            </p:cNvSpPr>
            <p:nvPr/>
          </p:nvSpPr>
          <p:spPr bwMode="blackWhite">
            <a:xfrm>
              <a:off x="2743" y="1214"/>
              <a:ext cx="2412" cy="365"/>
            </a:xfrm>
            <a:prstGeom prst="rect">
              <a:avLst/>
            </a:prstGeom>
            <a:grpFill/>
            <a:ln w="9525" algn="ctr">
              <a:noFill/>
              <a:miter lim="800000"/>
            </a:ln>
            <a:effectLst/>
          </p:spPr>
          <p:txBody>
            <a:bodyPr wrap="none" lIns="57596" tIns="0" rIns="58775" bIns="0" anchor="ctr"/>
            <a:lstStyle/>
            <a:p>
              <a:endParaRPr lang="en-GB" sz="1815"/>
            </a:p>
          </p:txBody>
        </p:sp>
        <p:sp>
          <p:nvSpPr>
            <p:cNvPr id="210" name="Rectangle 1376"/>
            <p:cNvSpPr>
              <a:spLocks noChangeArrowheads="1"/>
            </p:cNvSpPr>
            <p:nvPr/>
          </p:nvSpPr>
          <p:spPr bwMode="blackWhite">
            <a:xfrm>
              <a:off x="3226" y="1579"/>
              <a:ext cx="1929" cy="365"/>
            </a:xfrm>
            <a:prstGeom prst="rect">
              <a:avLst/>
            </a:prstGeom>
            <a:grpFill/>
            <a:ln w="9525" algn="ctr">
              <a:noFill/>
              <a:miter lim="800000"/>
            </a:ln>
            <a:effectLst/>
          </p:spPr>
          <p:txBody>
            <a:bodyPr wrap="none" lIns="57596" tIns="0" rIns="58775" bIns="0" anchor="ctr"/>
            <a:lstStyle/>
            <a:p>
              <a:endParaRPr lang="en-GB" sz="1815"/>
            </a:p>
          </p:txBody>
        </p:sp>
        <p:sp>
          <p:nvSpPr>
            <p:cNvPr id="211" name="Rectangle 1377"/>
            <p:cNvSpPr>
              <a:spLocks noChangeArrowheads="1"/>
            </p:cNvSpPr>
            <p:nvPr/>
          </p:nvSpPr>
          <p:spPr bwMode="blackWhite">
            <a:xfrm>
              <a:off x="3830" y="1941"/>
              <a:ext cx="1325" cy="365"/>
            </a:xfrm>
            <a:prstGeom prst="rect">
              <a:avLst/>
            </a:prstGeom>
            <a:grpFill/>
            <a:ln w="9525" algn="ctr">
              <a:noFill/>
              <a:miter lim="800000"/>
            </a:ln>
            <a:effectLst/>
          </p:spPr>
          <p:txBody>
            <a:bodyPr wrap="none" lIns="57596" tIns="0" rIns="58775" bIns="0" anchor="ctr"/>
            <a:lstStyle/>
            <a:p>
              <a:endParaRPr lang="en-GB" sz="1815"/>
            </a:p>
          </p:txBody>
        </p:sp>
        <p:sp>
          <p:nvSpPr>
            <p:cNvPr id="212" name="Rectangle 1378"/>
            <p:cNvSpPr>
              <a:spLocks noChangeArrowheads="1"/>
            </p:cNvSpPr>
            <p:nvPr/>
          </p:nvSpPr>
          <p:spPr bwMode="blackWhite">
            <a:xfrm>
              <a:off x="4312" y="2306"/>
              <a:ext cx="843" cy="365"/>
            </a:xfrm>
            <a:prstGeom prst="rect">
              <a:avLst/>
            </a:prstGeom>
            <a:grpFill/>
            <a:ln w="9525" algn="ctr">
              <a:noFill/>
              <a:miter lim="800000"/>
            </a:ln>
            <a:effectLst/>
          </p:spPr>
          <p:txBody>
            <a:bodyPr wrap="none" lIns="57596" tIns="0" rIns="58775" bIns="0" anchor="ctr"/>
            <a:lstStyle/>
            <a:p>
              <a:endParaRPr lang="en-GB" sz="1815"/>
            </a:p>
          </p:txBody>
        </p:sp>
        <p:sp>
          <p:nvSpPr>
            <p:cNvPr id="213" name="Rectangle 1379"/>
            <p:cNvSpPr>
              <a:spLocks noChangeArrowheads="1"/>
            </p:cNvSpPr>
            <p:nvPr/>
          </p:nvSpPr>
          <p:spPr bwMode="blackWhite">
            <a:xfrm>
              <a:off x="4794" y="2671"/>
              <a:ext cx="361" cy="365"/>
            </a:xfrm>
            <a:prstGeom prst="rect">
              <a:avLst/>
            </a:prstGeom>
            <a:grpFill/>
            <a:ln w="9525" algn="ctr">
              <a:noFill/>
              <a:miter lim="800000"/>
            </a:ln>
            <a:effectLst/>
          </p:spPr>
          <p:txBody>
            <a:bodyPr wrap="none" lIns="57596" tIns="0" rIns="58775" bIns="0" anchor="ctr"/>
            <a:lstStyle/>
            <a:p>
              <a:endParaRPr lang="en-GB" sz="1815"/>
            </a:p>
          </p:txBody>
        </p:sp>
      </p:grpSp>
      <p:sp>
        <p:nvSpPr>
          <p:cNvPr id="214" name="Rectangle 1381"/>
          <p:cNvSpPr>
            <a:spLocks noChangeArrowheads="1"/>
          </p:cNvSpPr>
          <p:nvPr/>
        </p:nvSpPr>
        <p:spPr bwMode="blackWhite">
          <a:xfrm>
            <a:off x="7776385" y="2190127"/>
            <a:ext cx="1492928" cy="406140"/>
          </a:xfrm>
          <a:prstGeom prst="rect">
            <a:avLst/>
          </a:prstGeom>
          <a:noFill/>
          <a:ln w="9525" algn="ctr">
            <a:noFill/>
            <a:miter lim="800000"/>
          </a:ln>
          <a:effectLst/>
        </p:spPr>
        <p:txBody>
          <a:bodyPr lIns="57596" tIns="0" rIns="58775" bIns="0" anchor="t"/>
          <a:lstStyle/>
          <a:p>
            <a:pPr algn="r"/>
            <a:r>
              <a:rPr lang="en-GB" sz="1270" b="1" dirty="0" smtClean="0">
                <a:solidFill>
                  <a:schemeClr val="bg2"/>
                </a:solidFill>
                <a:latin typeface="+mj-lt"/>
              </a:rPr>
              <a:t>Title</a:t>
            </a:r>
            <a:endParaRPr lang="en-GB" sz="1270" b="1" dirty="0">
              <a:solidFill>
                <a:schemeClr val="bg2"/>
              </a:solidFill>
              <a:latin typeface="+mj-lt"/>
            </a:endParaRPr>
          </a:p>
        </p:txBody>
      </p:sp>
      <p:grpSp>
        <p:nvGrpSpPr>
          <p:cNvPr id="19" name="Group 2048"/>
          <p:cNvGrpSpPr/>
          <p:nvPr/>
        </p:nvGrpSpPr>
        <p:grpSpPr bwMode="auto">
          <a:xfrm>
            <a:off x="3458096" y="1864793"/>
            <a:ext cx="807789" cy="138231"/>
            <a:chOff x="1431" y="710"/>
            <a:chExt cx="561" cy="96"/>
          </a:xfrm>
        </p:grpSpPr>
        <p:sp>
          <p:nvSpPr>
            <p:cNvPr id="246" name="Text Box 2038"/>
            <p:cNvSpPr txBox="1">
              <a:spLocks noChangeArrowheads="1"/>
            </p:cNvSpPr>
            <p:nvPr/>
          </p:nvSpPr>
          <p:spPr bwMode="blackWhite">
            <a:xfrm>
              <a:off x="1431" y="710"/>
              <a:ext cx="93" cy="96"/>
            </a:xfrm>
            <a:prstGeom prst="rect">
              <a:avLst/>
            </a:prstGeom>
            <a:noFill/>
            <a:ln w="9525" algn="ctr">
              <a:noFill/>
              <a:miter lim="800000"/>
            </a:ln>
            <a:effectLst/>
          </p:spPr>
          <p:txBody>
            <a:bodyPr wrap="none" lIns="0" tIns="0" rIns="0" bIns="0"/>
            <a:lstStyle/>
            <a:p>
              <a:pPr algn="ctr"/>
              <a:r>
                <a:rPr lang="en-GB" sz="815">
                  <a:latin typeface="+mj-lt"/>
                </a:rPr>
                <a:t>m</a:t>
              </a:r>
              <a:endParaRPr lang="en-GB" sz="815">
                <a:latin typeface="+mj-lt"/>
              </a:endParaRPr>
            </a:p>
          </p:txBody>
        </p:sp>
        <p:sp>
          <p:nvSpPr>
            <p:cNvPr id="247" name="Text Box 2039"/>
            <p:cNvSpPr txBox="1">
              <a:spLocks noChangeArrowheads="1"/>
            </p:cNvSpPr>
            <p:nvPr/>
          </p:nvSpPr>
          <p:spPr bwMode="blackWhite">
            <a:xfrm>
              <a:off x="1548"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48" name="Text Box 2040"/>
            <p:cNvSpPr txBox="1">
              <a:spLocks noChangeArrowheads="1"/>
            </p:cNvSpPr>
            <p:nvPr/>
          </p:nvSpPr>
          <p:spPr bwMode="blackWhite">
            <a:xfrm>
              <a:off x="1665" y="710"/>
              <a:ext cx="93" cy="96"/>
            </a:xfrm>
            <a:prstGeom prst="rect">
              <a:avLst/>
            </a:prstGeom>
            <a:noFill/>
            <a:ln w="9525" algn="ctr">
              <a:noFill/>
              <a:miter lim="800000"/>
            </a:ln>
            <a:effectLst/>
          </p:spPr>
          <p:txBody>
            <a:bodyPr wrap="none" lIns="0" tIns="0" rIns="0" bIns="0"/>
            <a:lstStyle/>
            <a:p>
              <a:pPr algn="ctr"/>
              <a:r>
                <a:rPr lang="en-GB" sz="815">
                  <a:latin typeface="+mj-lt"/>
                </a:rPr>
                <a:t>w</a:t>
              </a:r>
              <a:endParaRPr lang="en-GB" sz="815">
                <a:latin typeface="+mj-lt"/>
              </a:endParaRPr>
            </a:p>
          </p:txBody>
        </p:sp>
        <p:sp>
          <p:nvSpPr>
            <p:cNvPr id="249" name="Text Box 2041"/>
            <p:cNvSpPr txBox="1">
              <a:spLocks noChangeArrowheads="1"/>
            </p:cNvSpPr>
            <p:nvPr/>
          </p:nvSpPr>
          <p:spPr bwMode="blackWhite">
            <a:xfrm>
              <a:off x="1782"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50" name="Text Box 2042"/>
            <p:cNvSpPr txBox="1">
              <a:spLocks noChangeArrowheads="1"/>
            </p:cNvSpPr>
            <p:nvPr/>
          </p:nvSpPr>
          <p:spPr bwMode="blackWhite">
            <a:xfrm>
              <a:off x="1899" y="710"/>
              <a:ext cx="93" cy="96"/>
            </a:xfrm>
            <a:prstGeom prst="rect">
              <a:avLst/>
            </a:prstGeom>
            <a:noFill/>
            <a:ln w="9525" algn="ctr">
              <a:noFill/>
              <a:miter lim="800000"/>
            </a:ln>
            <a:effectLst/>
          </p:spPr>
          <p:txBody>
            <a:bodyPr wrap="none" lIns="0" tIns="0" rIns="0" bIns="0"/>
            <a:lstStyle/>
            <a:p>
              <a:pPr algn="ctr"/>
              <a:r>
                <a:rPr lang="en-GB" sz="815">
                  <a:latin typeface="+mj-lt"/>
                </a:rPr>
                <a:t>f</a:t>
              </a:r>
              <a:endParaRPr lang="en-GB" sz="815">
                <a:latin typeface="+mj-lt"/>
              </a:endParaRPr>
            </a:p>
          </p:txBody>
        </p:sp>
      </p:grpSp>
      <p:grpSp>
        <p:nvGrpSpPr>
          <p:cNvPr id="20" name="Group 2049"/>
          <p:cNvGrpSpPr/>
          <p:nvPr/>
        </p:nvGrpSpPr>
        <p:grpSpPr bwMode="auto">
          <a:xfrm>
            <a:off x="4329241" y="1864793"/>
            <a:ext cx="807790" cy="138231"/>
            <a:chOff x="1431" y="710"/>
            <a:chExt cx="561" cy="96"/>
          </a:xfrm>
        </p:grpSpPr>
        <p:sp>
          <p:nvSpPr>
            <p:cNvPr id="252" name="Text Box 2050"/>
            <p:cNvSpPr txBox="1">
              <a:spLocks noChangeArrowheads="1"/>
            </p:cNvSpPr>
            <p:nvPr/>
          </p:nvSpPr>
          <p:spPr bwMode="blackWhite">
            <a:xfrm>
              <a:off x="1431" y="710"/>
              <a:ext cx="93" cy="96"/>
            </a:xfrm>
            <a:prstGeom prst="rect">
              <a:avLst/>
            </a:prstGeom>
            <a:noFill/>
            <a:ln w="9525" algn="ctr">
              <a:noFill/>
              <a:miter lim="800000"/>
            </a:ln>
            <a:effectLst/>
          </p:spPr>
          <p:txBody>
            <a:bodyPr wrap="none" lIns="0" tIns="0" rIns="0" bIns="0"/>
            <a:lstStyle/>
            <a:p>
              <a:pPr algn="ctr"/>
              <a:r>
                <a:rPr lang="en-GB" sz="815">
                  <a:latin typeface="+mj-lt"/>
                </a:rPr>
                <a:t>m</a:t>
              </a:r>
              <a:endParaRPr lang="en-GB" sz="815">
                <a:latin typeface="+mj-lt"/>
              </a:endParaRPr>
            </a:p>
          </p:txBody>
        </p:sp>
        <p:sp>
          <p:nvSpPr>
            <p:cNvPr id="253" name="Text Box 2051"/>
            <p:cNvSpPr txBox="1">
              <a:spLocks noChangeArrowheads="1"/>
            </p:cNvSpPr>
            <p:nvPr/>
          </p:nvSpPr>
          <p:spPr bwMode="blackWhite">
            <a:xfrm>
              <a:off x="1548"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54" name="Text Box 2052"/>
            <p:cNvSpPr txBox="1">
              <a:spLocks noChangeArrowheads="1"/>
            </p:cNvSpPr>
            <p:nvPr/>
          </p:nvSpPr>
          <p:spPr bwMode="blackWhite">
            <a:xfrm>
              <a:off x="1665" y="710"/>
              <a:ext cx="93" cy="96"/>
            </a:xfrm>
            <a:prstGeom prst="rect">
              <a:avLst/>
            </a:prstGeom>
            <a:noFill/>
            <a:ln w="9525" algn="ctr">
              <a:noFill/>
              <a:miter lim="800000"/>
            </a:ln>
            <a:effectLst/>
          </p:spPr>
          <p:txBody>
            <a:bodyPr wrap="none" lIns="0" tIns="0" rIns="0" bIns="0"/>
            <a:lstStyle/>
            <a:p>
              <a:pPr algn="ctr"/>
              <a:r>
                <a:rPr lang="en-GB" sz="815">
                  <a:latin typeface="+mj-lt"/>
                </a:rPr>
                <a:t>w</a:t>
              </a:r>
              <a:endParaRPr lang="en-GB" sz="815">
                <a:latin typeface="+mj-lt"/>
              </a:endParaRPr>
            </a:p>
          </p:txBody>
        </p:sp>
        <p:sp>
          <p:nvSpPr>
            <p:cNvPr id="255" name="Text Box 2053"/>
            <p:cNvSpPr txBox="1">
              <a:spLocks noChangeArrowheads="1"/>
            </p:cNvSpPr>
            <p:nvPr/>
          </p:nvSpPr>
          <p:spPr bwMode="blackWhite">
            <a:xfrm>
              <a:off x="1782"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56" name="Text Box 2054"/>
            <p:cNvSpPr txBox="1">
              <a:spLocks noChangeArrowheads="1"/>
            </p:cNvSpPr>
            <p:nvPr/>
          </p:nvSpPr>
          <p:spPr bwMode="blackWhite">
            <a:xfrm>
              <a:off x="1899" y="710"/>
              <a:ext cx="93" cy="96"/>
            </a:xfrm>
            <a:prstGeom prst="rect">
              <a:avLst/>
            </a:prstGeom>
            <a:noFill/>
            <a:ln w="9525" algn="ctr">
              <a:noFill/>
              <a:miter lim="800000"/>
            </a:ln>
            <a:effectLst/>
          </p:spPr>
          <p:txBody>
            <a:bodyPr wrap="none" lIns="0" tIns="0" rIns="0" bIns="0"/>
            <a:lstStyle/>
            <a:p>
              <a:pPr algn="ctr"/>
              <a:r>
                <a:rPr lang="en-GB" sz="815">
                  <a:latin typeface="+mj-lt"/>
                </a:rPr>
                <a:t>f</a:t>
              </a:r>
              <a:endParaRPr lang="en-GB" sz="815">
                <a:latin typeface="+mj-lt"/>
              </a:endParaRPr>
            </a:p>
          </p:txBody>
        </p:sp>
      </p:grpSp>
      <p:grpSp>
        <p:nvGrpSpPr>
          <p:cNvPr id="21" name="Group 2055"/>
          <p:cNvGrpSpPr/>
          <p:nvPr/>
        </p:nvGrpSpPr>
        <p:grpSpPr bwMode="auto">
          <a:xfrm>
            <a:off x="5200386" y="1864793"/>
            <a:ext cx="807789" cy="138231"/>
            <a:chOff x="1431" y="710"/>
            <a:chExt cx="561" cy="96"/>
          </a:xfrm>
        </p:grpSpPr>
        <p:sp>
          <p:nvSpPr>
            <p:cNvPr id="258" name="Text Box 2056"/>
            <p:cNvSpPr txBox="1">
              <a:spLocks noChangeArrowheads="1"/>
            </p:cNvSpPr>
            <p:nvPr/>
          </p:nvSpPr>
          <p:spPr bwMode="blackWhite">
            <a:xfrm>
              <a:off x="1431" y="710"/>
              <a:ext cx="93" cy="96"/>
            </a:xfrm>
            <a:prstGeom prst="rect">
              <a:avLst/>
            </a:prstGeom>
            <a:noFill/>
            <a:ln w="9525" algn="ctr">
              <a:noFill/>
              <a:miter lim="800000"/>
            </a:ln>
            <a:effectLst/>
          </p:spPr>
          <p:txBody>
            <a:bodyPr wrap="none" lIns="0" tIns="0" rIns="0" bIns="0"/>
            <a:lstStyle/>
            <a:p>
              <a:pPr algn="ctr"/>
              <a:r>
                <a:rPr lang="en-GB" sz="815">
                  <a:latin typeface="+mj-lt"/>
                </a:rPr>
                <a:t>m</a:t>
              </a:r>
              <a:endParaRPr lang="en-GB" sz="815">
                <a:latin typeface="+mj-lt"/>
              </a:endParaRPr>
            </a:p>
          </p:txBody>
        </p:sp>
        <p:sp>
          <p:nvSpPr>
            <p:cNvPr id="259" name="Text Box 2057"/>
            <p:cNvSpPr txBox="1">
              <a:spLocks noChangeArrowheads="1"/>
            </p:cNvSpPr>
            <p:nvPr/>
          </p:nvSpPr>
          <p:spPr bwMode="blackWhite">
            <a:xfrm>
              <a:off x="1548"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60" name="Text Box 2058"/>
            <p:cNvSpPr txBox="1">
              <a:spLocks noChangeArrowheads="1"/>
            </p:cNvSpPr>
            <p:nvPr/>
          </p:nvSpPr>
          <p:spPr bwMode="blackWhite">
            <a:xfrm>
              <a:off x="1665" y="710"/>
              <a:ext cx="93" cy="96"/>
            </a:xfrm>
            <a:prstGeom prst="rect">
              <a:avLst/>
            </a:prstGeom>
            <a:noFill/>
            <a:ln w="9525" algn="ctr">
              <a:noFill/>
              <a:miter lim="800000"/>
            </a:ln>
            <a:effectLst/>
          </p:spPr>
          <p:txBody>
            <a:bodyPr wrap="none" lIns="0" tIns="0" rIns="0" bIns="0"/>
            <a:lstStyle/>
            <a:p>
              <a:pPr algn="ctr"/>
              <a:r>
                <a:rPr lang="en-GB" sz="815">
                  <a:latin typeface="+mj-lt"/>
                </a:rPr>
                <a:t>w</a:t>
              </a:r>
              <a:endParaRPr lang="en-GB" sz="815">
                <a:latin typeface="+mj-lt"/>
              </a:endParaRPr>
            </a:p>
          </p:txBody>
        </p:sp>
        <p:sp>
          <p:nvSpPr>
            <p:cNvPr id="261" name="Text Box 2059"/>
            <p:cNvSpPr txBox="1">
              <a:spLocks noChangeArrowheads="1"/>
            </p:cNvSpPr>
            <p:nvPr/>
          </p:nvSpPr>
          <p:spPr bwMode="blackWhite">
            <a:xfrm>
              <a:off x="1782"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62" name="Text Box 2060"/>
            <p:cNvSpPr txBox="1">
              <a:spLocks noChangeArrowheads="1"/>
            </p:cNvSpPr>
            <p:nvPr/>
          </p:nvSpPr>
          <p:spPr bwMode="blackWhite">
            <a:xfrm>
              <a:off x="1899" y="710"/>
              <a:ext cx="93" cy="96"/>
            </a:xfrm>
            <a:prstGeom prst="rect">
              <a:avLst/>
            </a:prstGeom>
            <a:noFill/>
            <a:ln w="9525" algn="ctr">
              <a:noFill/>
              <a:miter lim="800000"/>
            </a:ln>
            <a:effectLst/>
          </p:spPr>
          <p:txBody>
            <a:bodyPr wrap="none" lIns="0" tIns="0" rIns="0" bIns="0"/>
            <a:lstStyle/>
            <a:p>
              <a:pPr algn="ctr"/>
              <a:r>
                <a:rPr lang="en-GB" sz="815">
                  <a:latin typeface="+mj-lt"/>
                </a:rPr>
                <a:t>f</a:t>
              </a:r>
              <a:endParaRPr lang="en-GB" sz="815">
                <a:latin typeface="+mj-lt"/>
              </a:endParaRPr>
            </a:p>
          </p:txBody>
        </p:sp>
      </p:grpSp>
      <p:grpSp>
        <p:nvGrpSpPr>
          <p:cNvPr id="22" name="Group 2061"/>
          <p:cNvGrpSpPr/>
          <p:nvPr/>
        </p:nvGrpSpPr>
        <p:grpSpPr bwMode="auto">
          <a:xfrm>
            <a:off x="6072971" y="1864793"/>
            <a:ext cx="807789" cy="138231"/>
            <a:chOff x="1431" y="710"/>
            <a:chExt cx="561" cy="96"/>
          </a:xfrm>
        </p:grpSpPr>
        <p:sp>
          <p:nvSpPr>
            <p:cNvPr id="264" name="Text Box 2062"/>
            <p:cNvSpPr txBox="1">
              <a:spLocks noChangeArrowheads="1"/>
            </p:cNvSpPr>
            <p:nvPr/>
          </p:nvSpPr>
          <p:spPr bwMode="blackWhite">
            <a:xfrm>
              <a:off x="1431" y="710"/>
              <a:ext cx="93" cy="96"/>
            </a:xfrm>
            <a:prstGeom prst="rect">
              <a:avLst/>
            </a:prstGeom>
            <a:noFill/>
            <a:ln w="9525" algn="ctr">
              <a:noFill/>
              <a:miter lim="800000"/>
            </a:ln>
            <a:effectLst/>
          </p:spPr>
          <p:txBody>
            <a:bodyPr wrap="none" lIns="0" tIns="0" rIns="0" bIns="0"/>
            <a:lstStyle/>
            <a:p>
              <a:pPr algn="ctr"/>
              <a:r>
                <a:rPr lang="en-GB" sz="815">
                  <a:latin typeface="+mj-lt"/>
                </a:rPr>
                <a:t>m</a:t>
              </a:r>
              <a:endParaRPr lang="en-GB" sz="815">
                <a:latin typeface="+mj-lt"/>
              </a:endParaRPr>
            </a:p>
          </p:txBody>
        </p:sp>
        <p:sp>
          <p:nvSpPr>
            <p:cNvPr id="265" name="Text Box 2063"/>
            <p:cNvSpPr txBox="1">
              <a:spLocks noChangeArrowheads="1"/>
            </p:cNvSpPr>
            <p:nvPr/>
          </p:nvSpPr>
          <p:spPr bwMode="blackWhite">
            <a:xfrm>
              <a:off x="1548"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66" name="Text Box 2064"/>
            <p:cNvSpPr txBox="1">
              <a:spLocks noChangeArrowheads="1"/>
            </p:cNvSpPr>
            <p:nvPr/>
          </p:nvSpPr>
          <p:spPr bwMode="blackWhite">
            <a:xfrm>
              <a:off x="1665" y="710"/>
              <a:ext cx="93" cy="96"/>
            </a:xfrm>
            <a:prstGeom prst="rect">
              <a:avLst/>
            </a:prstGeom>
            <a:noFill/>
            <a:ln w="9525" algn="ctr">
              <a:noFill/>
              <a:miter lim="800000"/>
            </a:ln>
            <a:effectLst/>
          </p:spPr>
          <p:txBody>
            <a:bodyPr wrap="none" lIns="0" tIns="0" rIns="0" bIns="0"/>
            <a:lstStyle/>
            <a:p>
              <a:pPr algn="ctr"/>
              <a:r>
                <a:rPr lang="en-GB" sz="815">
                  <a:latin typeface="+mj-lt"/>
                </a:rPr>
                <a:t>w</a:t>
              </a:r>
              <a:endParaRPr lang="en-GB" sz="815">
                <a:latin typeface="+mj-lt"/>
              </a:endParaRPr>
            </a:p>
          </p:txBody>
        </p:sp>
        <p:sp>
          <p:nvSpPr>
            <p:cNvPr id="267" name="Text Box 2065"/>
            <p:cNvSpPr txBox="1">
              <a:spLocks noChangeArrowheads="1"/>
            </p:cNvSpPr>
            <p:nvPr/>
          </p:nvSpPr>
          <p:spPr bwMode="blackWhite">
            <a:xfrm>
              <a:off x="1782"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68" name="Text Box 2066"/>
            <p:cNvSpPr txBox="1">
              <a:spLocks noChangeArrowheads="1"/>
            </p:cNvSpPr>
            <p:nvPr/>
          </p:nvSpPr>
          <p:spPr bwMode="blackWhite">
            <a:xfrm>
              <a:off x="1899" y="710"/>
              <a:ext cx="93" cy="96"/>
            </a:xfrm>
            <a:prstGeom prst="rect">
              <a:avLst/>
            </a:prstGeom>
            <a:noFill/>
            <a:ln w="9525" algn="ctr">
              <a:noFill/>
              <a:miter lim="800000"/>
            </a:ln>
            <a:effectLst/>
          </p:spPr>
          <p:txBody>
            <a:bodyPr wrap="none" lIns="0" tIns="0" rIns="0" bIns="0"/>
            <a:lstStyle/>
            <a:p>
              <a:pPr algn="ctr"/>
              <a:r>
                <a:rPr lang="en-GB" sz="815">
                  <a:latin typeface="+mj-lt"/>
                </a:rPr>
                <a:t>f</a:t>
              </a:r>
              <a:endParaRPr lang="en-GB" sz="815">
                <a:latin typeface="+mj-lt"/>
              </a:endParaRPr>
            </a:p>
          </p:txBody>
        </p:sp>
      </p:grpSp>
      <p:grpSp>
        <p:nvGrpSpPr>
          <p:cNvPr id="23" name="Group 2067"/>
          <p:cNvGrpSpPr/>
          <p:nvPr/>
        </p:nvGrpSpPr>
        <p:grpSpPr bwMode="auto">
          <a:xfrm>
            <a:off x="6944116" y="1864793"/>
            <a:ext cx="807790" cy="138231"/>
            <a:chOff x="1431" y="710"/>
            <a:chExt cx="561" cy="96"/>
          </a:xfrm>
        </p:grpSpPr>
        <p:sp>
          <p:nvSpPr>
            <p:cNvPr id="270" name="Text Box 2068"/>
            <p:cNvSpPr txBox="1">
              <a:spLocks noChangeArrowheads="1"/>
            </p:cNvSpPr>
            <p:nvPr/>
          </p:nvSpPr>
          <p:spPr bwMode="blackWhite">
            <a:xfrm>
              <a:off x="1431" y="710"/>
              <a:ext cx="93" cy="96"/>
            </a:xfrm>
            <a:prstGeom prst="rect">
              <a:avLst/>
            </a:prstGeom>
            <a:noFill/>
            <a:ln w="9525" algn="ctr">
              <a:noFill/>
              <a:miter lim="800000"/>
            </a:ln>
            <a:effectLst/>
          </p:spPr>
          <p:txBody>
            <a:bodyPr wrap="none" lIns="0" tIns="0" rIns="0" bIns="0"/>
            <a:lstStyle/>
            <a:p>
              <a:pPr algn="ctr"/>
              <a:r>
                <a:rPr lang="en-GB" sz="815">
                  <a:latin typeface="+mj-lt"/>
                </a:rPr>
                <a:t>m</a:t>
              </a:r>
              <a:endParaRPr lang="en-GB" sz="815">
                <a:latin typeface="+mj-lt"/>
              </a:endParaRPr>
            </a:p>
          </p:txBody>
        </p:sp>
        <p:sp>
          <p:nvSpPr>
            <p:cNvPr id="271" name="Text Box 2069"/>
            <p:cNvSpPr txBox="1">
              <a:spLocks noChangeArrowheads="1"/>
            </p:cNvSpPr>
            <p:nvPr/>
          </p:nvSpPr>
          <p:spPr bwMode="blackWhite">
            <a:xfrm>
              <a:off x="1548"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72" name="Text Box 2070"/>
            <p:cNvSpPr txBox="1">
              <a:spLocks noChangeArrowheads="1"/>
            </p:cNvSpPr>
            <p:nvPr/>
          </p:nvSpPr>
          <p:spPr bwMode="blackWhite">
            <a:xfrm>
              <a:off x="1665" y="710"/>
              <a:ext cx="93" cy="96"/>
            </a:xfrm>
            <a:prstGeom prst="rect">
              <a:avLst/>
            </a:prstGeom>
            <a:noFill/>
            <a:ln w="9525" algn="ctr">
              <a:noFill/>
              <a:miter lim="800000"/>
            </a:ln>
            <a:effectLst/>
          </p:spPr>
          <p:txBody>
            <a:bodyPr wrap="none" lIns="0" tIns="0" rIns="0" bIns="0"/>
            <a:lstStyle/>
            <a:p>
              <a:pPr algn="ctr"/>
              <a:r>
                <a:rPr lang="en-GB" sz="815">
                  <a:latin typeface="+mj-lt"/>
                </a:rPr>
                <a:t>w</a:t>
              </a:r>
              <a:endParaRPr lang="en-GB" sz="815">
                <a:latin typeface="+mj-lt"/>
              </a:endParaRPr>
            </a:p>
          </p:txBody>
        </p:sp>
        <p:sp>
          <p:nvSpPr>
            <p:cNvPr id="273" name="Text Box 2071"/>
            <p:cNvSpPr txBox="1">
              <a:spLocks noChangeArrowheads="1"/>
            </p:cNvSpPr>
            <p:nvPr/>
          </p:nvSpPr>
          <p:spPr bwMode="blackWhite">
            <a:xfrm>
              <a:off x="1782"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74" name="Text Box 2072"/>
            <p:cNvSpPr txBox="1">
              <a:spLocks noChangeArrowheads="1"/>
            </p:cNvSpPr>
            <p:nvPr/>
          </p:nvSpPr>
          <p:spPr bwMode="blackWhite">
            <a:xfrm>
              <a:off x="1899" y="710"/>
              <a:ext cx="93" cy="96"/>
            </a:xfrm>
            <a:prstGeom prst="rect">
              <a:avLst/>
            </a:prstGeom>
            <a:noFill/>
            <a:ln w="9525" algn="ctr">
              <a:noFill/>
              <a:miter lim="800000"/>
            </a:ln>
            <a:effectLst/>
          </p:spPr>
          <p:txBody>
            <a:bodyPr wrap="none" lIns="0" tIns="0" rIns="0" bIns="0"/>
            <a:lstStyle/>
            <a:p>
              <a:pPr algn="ctr"/>
              <a:r>
                <a:rPr lang="en-GB" sz="815">
                  <a:latin typeface="+mj-lt"/>
                </a:rPr>
                <a:t>f</a:t>
              </a:r>
              <a:endParaRPr lang="en-GB" sz="815">
                <a:latin typeface="+mj-lt"/>
              </a:endParaRPr>
            </a:p>
          </p:txBody>
        </p:sp>
      </p:grpSp>
      <p:grpSp>
        <p:nvGrpSpPr>
          <p:cNvPr id="24" name="Group 2073"/>
          <p:cNvGrpSpPr/>
          <p:nvPr/>
        </p:nvGrpSpPr>
        <p:grpSpPr bwMode="auto">
          <a:xfrm>
            <a:off x="7815262" y="1864793"/>
            <a:ext cx="807789" cy="138231"/>
            <a:chOff x="1431" y="710"/>
            <a:chExt cx="561" cy="96"/>
          </a:xfrm>
        </p:grpSpPr>
        <p:sp>
          <p:nvSpPr>
            <p:cNvPr id="276" name="Text Box 2074"/>
            <p:cNvSpPr txBox="1">
              <a:spLocks noChangeArrowheads="1"/>
            </p:cNvSpPr>
            <p:nvPr/>
          </p:nvSpPr>
          <p:spPr bwMode="blackWhite">
            <a:xfrm>
              <a:off x="1431" y="710"/>
              <a:ext cx="93" cy="96"/>
            </a:xfrm>
            <a:prstGeom prst="rect">
              <a:avLst/>
            </a:prstGeom>
            <a:noFill/>
            <a:ln w="9525" algn="ctr">
              <a:noFill/>
              <a:miter lim="800000"/>
            </a:ln>
            <a:effectLst/>
          </p:spPr>
          <p:txBody>
            <a:bodyPr wrap="none" lIns="0" tIns="0" rIns="0" bIns="0"/>
            <a:lstStyle/>
            <a:p>
              <a:pPr algn="ctr"/>
              <a:r>
                <a:rPr lang="en-GB" sz="815">
                  <a:latin typeface="+mj-lt"/>
                </a:rPr>
                <a:t>m</a:t>
              </a:r>
              <a:endParaRPr lang="en-GB" sz="815">
                <a:latin typeface="+mj-lt"/>
              </a:endParaRPr>
            </a:p>
          </p:txBody>
        </p:sp>
        <p:sp>
          <p:nvSpPr>
            <p:cNvPr id="277" name="Text Box 2075"/>
            <p:cNvSpPr txBox="1">
              <a:spLocks noChangeArrowheads="1"/>
            </p:cNvSpPr>
            <p:nvPr/>
          </p:nvSpPr>
          <p:spPr bwMode="blackWhite">
            <a:xfrm>
              <a:off x="1548"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78" name="Text Box 2076"/>
            <p:cNvSpPr txBox="1">
              <a:spLocks noChangeArrowheads="1"/>
            </p:cNvSpPr>
            <p:nvPr/>
          </p:nvSpPr>
          <p:spPr bwMode="blackWhite">
            <a:xfrm>
              <a:off x="1665" y="710"/>
              <a:ext cx="93" cy="96"/>
            </a:xfrm>
            <a:prstGeom prst="rect">
              <a:avLst/>
            </a:prstGeom>
            <a:noFill/>
            <a:ln w="9525" algn="ctr">
              <a:noFill/>
              <a:miter lim="800000"/>
            </a:ln>
            <a:effectLst/>
          </p:spPr>
          <p:txBody>
            <a:bodyPr wrap="none" lIns="0" tIns="0" rIns="0" bIns="0"/>
            <a:lstStyle/>
            <a:p>
              <a:pPr algn="ctr"/>
              <a:r>
                <a:rPr lang="en-GB" sz="815">
                  <a:latin typeface="+mj-lt"/>
                </a:rPr>
                <a:t>w</a:t>
              </a:r>
              <a:endParaRPr lang="en-GB" sz="815">
                <a:latin typeface="+mj-lt"/>
              </a:endParaRPr>
            </a:p>
          </p:txBody>
        </p:sp>
        <p:sp>
          <p:nvSpPr>
            <p:cNvPr id="279" name="Text Box 2077"/>
            <p:cNvSpPr txBox="1">
              <a:spLocks noChangeArrowheads="1"/>
            </p:cNvSpPr>
            <p:nvPr/>
          </p:nvSpPr>
          <p:spPr bwMode="blackWhite">
            <a:xfrm>
              <a:off x="1782" y="710"/>
              <a:ext cx="93" cy="96"/>
            </a:xfrm>
            <a:prstGeom prst="rect">
              <a:avLst/>
            </a:prstGeom>
            <a:noFill/>
            <a:ln w="9525" algn="ctr">
              <a:noFill/>
              <a:miter lim="800000"/>
            </a:ln>
            <a:effectLst/>
          </p:spPr>
          <p:txBody>
            <a:bodyPr wrap="none" lIns="0" tIns="0" rIns="0" bIns="0"/>
            <a:lstStyle/>
            <a:p>
              <a:pPr algn="ctr"/>
              <a:r>
                <a:rPr lang="en-GB" sz="815">
                  <a:latin typeface="+mj-lt"/>
                </a:rPr>
                <a:t>t</a:t>
              </a:r>
              <a:endParaRPr lang="en-GB" sz="815">
                <a:latin typeface="+mj-lt"/>
              </a:endParaRPr>
            </a:p>
          </p:txBody>
        </p:sp>
        <p:sp>
          <p:nvSpPr>
            <p:cNvPr id="280" name="Text Box 2078"/>
            <p:cNvSpPr txBox="1">
              <a:spLocks noChangeArrowheads="1"/>
            </p:cNvSpPr>
            <p:nvPr/>
          </p:nvSpPr>
          <p:spPr bwMode="blackWhite">
            <a:xfrm>
              <a:off x="1899" y="710"/>
              <a:ext cx="93" cy="96"/>
            </a:xfrm>
            <a:prstGeom prst="rect">
              <a:avLst/>
            </a:prstGeom>
            <a:noFill/>
            <a:ln w="9525" algn="ctr">
              <a:noFill/>
              <a:miter lim="800000"/>
            </a:ln>
            <a:effectLst/>
          </p:spPr>
          <p:txBody>
            <a:bodyPr wrap="none" lIns="0" tIns="0" rIns="0" bIns="0"/>
            <a:lstStyle/>
            <a:p>
              <a:pPr algn="ctr"/>
              <a:r>
                <a:rPr lang="en-GB" sz="815">
                  <a:latin typeface="+mj-lt"/>
                </a:rPr>
                <a:t>f</a:t>
              </a:r>
              <a:endParaRPr lang="en-GB" sz="815">
                <a:latin typeface="+mj-lt"/>
              </a:endParaRPr>
            </a:p>
          </p:txBody>
        </p:sp>
      </p:grpSp>
      <p:sp>
        <p:nvSpPr>
          <p:cNvPr id="281" name="Text Box 2080"/>
          <p:cNvSpPr txBox="1">
            <a:spLocks noChangeArrowheads="1"/>
          </p:cNvSpPr>
          <p:nvPr/>
        </p:nvSpPr>
        <p:spPr bwMode="blackWhite">
          <a:xfrm>
            <a:off x="8687847" y="1864793"/>
            <a:ext cx="133911" cy="138231"/>
          </a:xfrm>
          <a:prstGeom prst="rect">
            <a:avLst/>
          </a:prstGeom>
          <a:noFill/>
          <a:ln w="9525" algn="ctr">
            <a:noFill/>
            <a:miter lim="800000"/>
          </a:ln>
          <a:effectLst/>
        </p:spPr>
        <p:txBody>
          <a:bodyPr wrap="none" lIns="0" tIns="0" rIns="0" bIns="0"/>
          <a:lstStyle/>
          <a:p>
            <a:pPr algn="ctr"/>
            <a:r>
              <a:rPr lang="en-GB" sz="815">
                <a:latin typeface="+mj-lt"/>
              </a:rPr>
              <a:t>m</a:t>
            </a:r>
            <a:endParaRPr lang="en-GB" sz="815">
              <a:latin typeface="+mj-lt"/>
            </a:endParaRPr>
          </a:p>
        </p:txBody>
      </p:sp>
      <p:grpSp>
        <p:nvGrpSpPr>
          <p:cNvPr id="133" name="Group 1435"/>
          <p:cNvGrpSpPr/>
          <p:nvPr/>
        </p:nvGrpSpPr>
        <p:grpSpPr bwMode="auto">
          <a:xfrm>
            <a:off x="4152417" y="2742109"/>
            <a:ext cx="999297" cy="214547"/>
            <a:chOff x="1428" y="962"/>
            <a:chExt cx="694" cy="149"/>
          </a:xfrm>
        </p:grpSpPr>
        <p:sp>
          <p:nvSpPr>
            <p:cNvPr id="134" name="AutoShape 1200"/>
            <p:cNvSpPr>
              <a:spLocks noChangeArrowheads="1"/>
            </p:cNvSpPr>
            <p:nvPr/>
          </p:nvSpPr>
          <p:spPr bwMode="blackWhite">
            <a:xfrm>
              <a:off x="1428" y="962"/>
              <a:ext cx="89" cy="149"/>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135" name="AutoShape 1207"/>
            <p:cNvSpPr>
              <a:spLocks noChangeArrowheads="1"/>
            </p:cNvSpPr>
            <p:nvPr/>
          </p:nvSpPr>
          <p:spPr bwMode="blackWhite">
            <a:xfrm>
              <a:off x="1536" y="962"/>
              <a:ext cx="363" cy="149"/>
            </a:xfrm>
            <a:prstGeom prst="roundRect">
              <a:avLst>
                <a:gd name="adj" fmla="val 0"/>
              </a:avLst>
            </a:prstGeom>
            <a:solidFill>
              <a:srgbClr val="1450B8"/>
            </a:solidFill>
            <a:ln w="9525" algn="ctr">
              <a:noFill/>
              <a:round/>
            </a:ln>
            <a:effectLst/>
          </p:spPr>
          <p:txBody>
            <a:bodyPr wrap="none" lIns="57596" tIns="0" rIns="58775" bIns="0" anchor="ctr"/>
            <a:lstStyle/>
            <a:p>
              <a:endParaRPr lang="en-GB" sz="1815"/>
            </a:p>
          </p:txBody>
        </p:sp>
        <p:sp>
          <p:nvSpPr>
            <p:cNvPr id="136"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137" name="AutoShape 1210"/>
            <p:cNvSpPr>
              <a:spLocks noChangeArrowheads="1"/>
            </p:cNvSpPr>
            <p:nvPr/>
          </p:nvSpPr>
          <p:spPr bwMode="blackWhite">
            <a:xfrm>
              <a:off x="2033" y="962"/>
              <a:ext cx="89" cy="149"/>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grpSp>
      <p:grpSp>
        <p:nvGrpSpPr>
          <p:cNvPr id="138" name="Group 1435"/>
          <p:cNvGrpSpPr/>
          <p:nvPr/>
        </p:nvGrpSpPr>
        <p:grpSpPr bwMode="auto">
          <a:xfrm>
            <a:off x="4849336" y="3271247"/>
            <a:ext cx="996417" cy="214547"/>
            <a:chOff x="1430" y="962"/>
            <a:chExt cx="692" cy="149"/>
          </a:xfrm>
        </p:grpSpPr>
        <p:sp>
          <p:nvSpPr>
            <p:cNvPr id="139" name="AutoShape 1200"/>
            <p:cNvSpPr>
              <a:spLocks noChangeArrowheads="1"/>
            </p:cNvSpPr>
            <p:nvPr/>
          </p:nvSpPr>
          <p:spPr bwMode="blackWhite">
            <a:xfrm>
              <a:off x="1430" y="962"/>
              <a:ext cx="89" cy="149"/>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140" name="AutoShape 1207"/>
            <p:cNvSpPr>
              <a:spLocks noChangeArrowheads="1"/>
            </p:cNvSpPr>
            <p:nvPr/>
          </p:nvSpPr>
          <p:spPr bwMode="blackWhite">
            <a:xfrm>
              <a:off x="1536" y="962"/>
              <a:ext cx="363" cy="149"/>
            </a:xfrm>
            <a:prstGeom prst="roundRect">
              <a:avLst>
                <a:gd name="adj" fmla="val 0"/>
              </a:avLst>
            </a:prstGeom>
            <a:solidFill>
              <a:srgbClr val="1450B8"/>
            </a:solidFill>
            <a:ln w="9525" algn="ctr">
              <a:noFill/>
              <a:round/>
            </a:ln>
            <a:effectLst/>
          </p:spPr>
          <p:txBody>
            <a:bodyPr wrap="none" lIns="57596" tIns="0" rIns="58775" bIns="0" anchor="ctr"/>
            <a:lstStyle/>
            <a:p>
              <a:endParaRPr lang="en-GB" sz="1815"/>
            </a:p>
          </p:txBody>
        </p:sp>
        <p:sp>
          <p:nvSpPr>
            <p:cNvPr id="141"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142" name="AutoShape 1210"/>
            <p:cNvSpPr>
              <a:spLocks noChangeArrowheads="1"/>
            </p:cNvSpPr>
            <p:nvPr/>
          </p:nvSpPr>
          <p:spPr bwMode="blackWhite">
            <a:xfrm>
              <a:off x="2033" y="962"/>
              <a:ext cx="89" cy="149"/>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grpSp>
      <p:grpSp>
        <p:nvGrpSpPr>
          <p:cNvPr id="143" name="Group 1435"/>
          <p:cNvGrpSpPr/>
          <p:nvPr/>
        </p:nvGrpSpPr>
        <p:grpSpPr bwMode="auto">
          <a:xfrm>
            <a:off x="5721472" y="3800385"/>
            <a:ext cx="999297" cy="214547"/>
            <a:chOff x="1430" y="962"/>
            <a:chExt cx="694" cy="149"/>
          </a:xfrm>
        </p:grpSpPr>
        <p:sp>
          <p:nvSpPr>
            <p:cNvPr id="144" name="AutoShape 1200"/>
            <p:cNvSpPr>
              <a:spLocks noChangeArrowheads="1"/>
            </p:cNvSpPr>
            <p:nvPr/>
          </p:nvSpPr>
          <p:spPr bwMode="blackWhite">
            <a:xfrm>
              <a:off x="1430" y="962"/>
              <a:ext cx="89" cy="149"/>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145" name="AutoShape 1207"/>
            <p:cNvSpPr>
              <a:spLocks noChangeArrowheads="1"/>
            </p:cNvSpPr>
            <p:nvPr/>
          </p:nvSpPr>
          <p:spPr bwMode="blackWhite">
            <a:xfrm>
              <a:off x="1536" y="962"/>
              <a:ext cx="363" cy="149"/>
            </a:xfrm>
            <a:prstGeom prst="roundRect">
              <a:avLst>
                <a:gd name="adj" fmla="val 0"/>
              </a:avLst>
            </a:prstGeom>
            <a:solidFill>
              <a:srgbClr val="1450B8"/>
            </a:solidFill>
            <a:ln w="9525" algn="ctr">
              <a:noFill/>
              <a:round/>
            </a:ln>
            <a:effectLst/>
          </p:spPr>
          <p:txBody>
            <a:bodyPr wrap="none" lIns="57596" tIns="0" rIns="58775" bIns="0" anchor="ctr"/>
            <a:lstStyle/>
            <a:p>
              <a:endParaRPr lang="en-GB" sz="1815"/>
            </a:p>
          </p:txBody>
        </p:sp>
        <p:sp>
          <p:nvSpPr>
            <p:cNvPr id="146"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147" name="AutoShape 1210"/>
            <p:cNvSpPr>
              <a:spLocks noChangeArrowheads="1"/>
            </p:cNvSpPr>
            <p:nvPr/>
          </p:nvSpPr>
          <p:spPr bwMode="blackWhite">
            <a:xfrm>
              <a:off x="2035" y="962"/>
              <a:ext cx="89" cy="149"/>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grpSp>
      <p:grpSp>
        <p:nvGrpSpPr>
          <p:cNvPr id="148" name="Group 1435"/>
          <p:cNvGrpSpPr/>
          <p:nvPr/>
        </p:nvGrpSpPr>
        <p:grpSpPr bwMode="auto">
          <a:xfrm>
            <a:off x="6418816" y="4329524"/>
            <a:ext cx="996417" cy="214547"/>
            <a:chOff x="1432" y="962"/>
            <a:chExt cx="692" cy="149"/>
          </a:xfrm>
        </p:grpSpPr>
        <p:sp>
          <p:nvSpPr>
            <p:cNvPr id="149" name="AutoShape 1200"/>
            <p:cNvSpPr>
              <a:spLocks noChangeArrowheads="1"/>
            </p:cNvSpPr>
            <p:nvPr/>
          </p:nvSpPr>
          <p:spPr bwMode="blackWhite">
            <a:xfrm>
              <a:off x="1432" y="962"/>
              <a:ext cx="89" cy="149"/>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150" name="AutoShape 1207"/>
            <p:cNvSpPr>
              <a:spLocks noChangeArrowheads="1"/>
            </p:cNvSpPr>
            <p:nvPr/>
          </p:nvSpPr>
          <p:spPr bwMode="blackWhite">
            <a:xfrm>
              <a:off x="1536" y="962"/>
              <a:ext cx="363" cy="149"/>
            </a:xfrm>
            <a:prstGeom prst="roundRect">
              <a:avLst>
                <a:gd name="adj" fmla="val 0"/>
              </a:avLst>
            </a:prstGeom>
            <a:solidFill>
              <a:srgbClr val="1450B8"/>
            </a:solidFill>
            <a:ln w="9525" algn="ctr">
              <a:noFill/>
              <a:round/>
            </a:ln>
            <a:effectLst/>
          </p:spPr>
          <p:txBody>
            <a:bodyPr wrap="none" lIns="57596" tIns="0" rIns="58775" bIns="0" anchor="ctr"/>
            <a:lstStyle/>
            <a:p>
              <a:endParaRPr lang="en-GB" sz="1815"/>
            </a:p>
          </p:txBody>
        </p:sp>
        <p:sp>
          <p:nvSpPr>
            <p:cNvPr id="151"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152" name="AutoShape 1210"/>
            <p:cNvSpPr>
              <a:spLocks noChangeArrowheads="1"/>
            </p:cNvSpPr>
            <p:nvPr/>
          </p:nvSpPr>
          <p:spPr bwMode="blackWhite">
            <a:xfrm>
              <a:off x="2035" y="962"/>
              <a:ext cx="89" cy="149"/>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grpSp>
      <p:grpSp>
        <p:nvGrpSpPr>
          <p:cNvPr id="153" name="Group 1435"/>
          <p:cNvGrpSpPr/>
          <p:nvPr/>
        </p:nvGrpSpPr>
        <p:grpSpPr bwMode="auto">
          <a:xfrm>
            <a:off x="7116796" y="4858662"/>
            <a:ext cx="993537" cy="214547"/>
            <a:chOff x="1432" y="962"/>
            <a:chExt cx="690" cy="149"/>
          </a:xfrm>
        </p:grpSpPr>
        <p:sp>
          <p:nvSpPr>
            <p:cNvPr id="158" name="AutoShape 1200"/>
            <p:cNvSpPr>
              <a:spLocks noChangeArrowheads="1"/>
            </p:cNvSpPr>
            <p:nvPr/>
          </p:nvSpPr>
          <p:spPr bwMode="blackWhite">
            <a:xfrm>
              <a:off x="1432" y="962"/>
              <a:ext cx="89" cy="149"/>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159" name="AutoShape 1207"/>
            <p:cNvSpPr>
              <a:spLocks noChangeArrowheads="1"/>
            </p:cNvSpPr>
            <p:nvPr/>
          </p:nvSpPr>
          <p:spPr bwMode="blackWhite">
            <a:xfrm>
              <a:off x="1536" y="962"/>
              <a:ext cx="363" cy="149"/>
            </a:xfrm>
            <a:prstGeom prst="roundRect">
              <a:avLst>
                <a:gd name="adj" fmla="val 0"/>
              </a:avLst>
            </a:prstGeom>
            <a:solidFill>
              <a:srgbClr val="1450B8"/>
            </a:solidFill>
            <a:ln w="9525" algn="ctr">
              <a:noFill/>
              <a:round/>
            </a:ln>
            <a:effectLst/>
          </p:spPr>
          <p:txBody>
            <a:bodyPr wrap="none" lIns="57596" tIns="0" rIns="58775" bIns="0" anchor="ctr"/>
            <a:lstStyle/>
            <a:p>
              <a:endParaRPr lang="en-GB" sz="1815"/>
            </a:p>
          </p:txBody>
        </p:sp>
        <p:sp>
          <p:nvSpPr>
            <p:cNvPr id="160" name="AutoShape 1208"/>
            <p:cNvSpPr>
              <a:spLocks noChangeArrowheads="1"/>
            </p:cNvSpPr>
            <p:nvPr/>
          </p:nvSpPr>
          <p:spPr bwMode="blackWhite">
            <a:xfrm>
              <a:off x="1918" y="962"/>
              <a:ext cx="89" cy="14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161" name="AutoShape 1210"/>
            <p:cNvSpPr>
              <a:spLocks noChangeArrowheads="1"/>
            </p:cNvSpPr>
            <p:nvPr/>
          </p:nvSpPr>
          <p:spPr bwMode="blackWhite">
            <a:xfrm>
              <a:off x="2033" y="962"/>
              <a:ext cx="89" cy="149"/>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grpSp>
      <p:grpSp>
        <p:nvGrpSpPr>
          <p:cNvPr id="162" name="Group 1435"/>
          <p:cNvGrpSpPr/>
          <p:nvPr/>
        </p:nvGrpSpPr>
        <p:grpSpPr bwMode="auto">
          <a:xfrm>
            <a:off x="7809214" y="5387801"/>
            <a:ext cx="1015137" cy="214547"/>
            <a:chOff x="1431" y="962"/>
            <a:chExt cx="705" cy="149"/>
          </a:xfrm>
        </p:grpSpPr>
        <p:sp>
          <p:nvSpPr>
            <p:cNvPr id="163" name="AutoShape 1200"/>
            <p:cNvSpPr>
              <a:spLocks noChangeArrowheads="1"/>
            </p:cNvSpPr>
            <p:nvPr/>
          </p:nvSpPr>
          <p:spPr bwMode="blackWhite">
            <a:xfrm>
              <a:off x="1431" y="962"/>
              <a:ext cx="89" cy="149"/>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164" name="AutoShape 1207"/>
            <p:cNvSpPr>
              <a:spLocks noChangeArrowheads="1"/>
            </p:cNvSpPr>
            <p:nvPr/>
          </p:nvSpPr>
          <p:spPr bwMode="blackWhite">
            <a:xfrm>
              <a:off x="1536" y="962"/>
              <a:ext cx="363" cy="149"/>
            </a:xfrm>
            <a:prstGeom prst="roundRect">
              <a:avLst>
                <a:gd name="adj" fmla="val 0"/>
              </a:avLst>
            </a:prstGeom>
            <a:solidFill>
              <a:srgbClr val="1450B8"/>
            </a:solidFill>
            <a:ln w="9525" algn="ctr">
              <a:noFill/>
              <a:round/>
            </a:ln>
            <a:effectLst/>
          </p:spPr>
          <p:txBody>
            <a:bodyPr wrap="none" lIns="57596" tIns="0" rIns="58775" bIns="0" anchor="ctr"/>
            <a:lstStyle/>
            <a:p>
              <a:endParaRPr lang="en-GB" sz="1815"/>
            </a:p>
          </p:txBody>
        </p:sp>
        <p:sp>
          <p:nvSpPr>
            <p:cNvPr id="202"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207" name="AutoShape 1210"/>
            <p:cNvSpPr>
              <a:spLocks noChangeArrowheads="1"/>
            </p:cNvSpPr>
            <p:nvPr/>
          </p:nvSpPr>
          <p:spPr bwMode="blackWhite">
            <a:xfrm>
              <a:off x="2047" y="962"/>
              <a:ext cx="89" cy="149"/>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gr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39079" name="Group 775"/>
          <p:cNvGraphicFramePr>
            <a:graphicFrameLocks noGrp="1"/>
          </p:cNvGraphicFramePr>
          <p:nvPr/>
        </p:nvGraphicFramePr>
        <p:xfrm>
          <a:off x="1425138" y="1313655"/>
          <a:ext cx="9314815" cy="4723130"/>
        </p:xfrm>
        <a:graphic>
          <a:graphicData uri="http://schemas.openxmlformats.org/drawingml/2006/table">
            <a:tbl>
              <a:tblPr/>
              <a:tblGrid>
                <a:gridCol w="2202180"/>
                <a:gridCol w="649605"/>
                <a:gridCol w="718820"/>
                <a:gridCol w="718185"/>
                <a:gridCol w="718185"/>
                <a:gridCol w="717550"/>
                <a:gridCol w="718185"/>
                <a:gridCol w="718185"/>
                <a:gridCol w="718185"/>
                <a:gridCol w="718185"/>
                <a:gridCol w="717550"/>
              </a:tblGrid>
              <a:tr h="217805">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nl-NL"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62174" marR="63447" marT="0" marB="0" anchor="ctr" horzOverflow="overflow">
                    <a:lnL cap="flat">
                      <a:noFill/>
                    </a:lnL>
                    <a:lnR w="12700" cap="flat" cmpd="sng" algn="ctr">
                      <a:solidFill>
                        <a:schemeClr val="tx1"/>
                      </a:solidFill>
                      <a:prstDash val="solid"/>
                      <a:round/>
                      <a:headEnd type="none" w="med" len="med"/>
                      <a:tailEnd type="none" w="med" len="med"/>
                    </a:lnR>
                    <a:lnT cap="flat">
                      <a:noFill/>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gridSpan="10">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rPr>
                        <a:t>Proposed timeline</a:t>
                      </a:r>
                      <a:endParaRPr kumimoji="0" lang="en-GB"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hMerge="1">
                  <a:tcPr/>
                </a:tc>
                <a:tc hMerge="1">
                  <a:tcPr/>
                </a:tc>
                <a:tc hMerge="1">
                  <a:tcPr/>
                </a:tc>
                <a:tc hMerge="1">
                  <a:tcPr/>
                </a:tc>
                <a:tc hMerge="1">
                  <a:tcPr/>
                </a:tc>
                <a:tc hMerge="1">
                  <a:tcPr/>
                </a:tc>
                <a:tc hMerge="1">
                  <a:tcPr/>
                </a:tc>
                <a:tc hMerge="1">
                  <a:tcPr/>
                </a:tc>
                <a:tc hMerge="1">
                  <a:tcPr/>
                </a:tc>
              </a:tr>
              <a:tr h="231140">
                <a:tc>
                  <a:txBody>
                    <a:bodyPr/>
                    <a:lstStyle/>
                    <a:p>
                      <a:pPr marL="266700" marR="0" lvl="0" indent="-26670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rPr>
                        <a:t>Work stream towards:</a:t>
                      </a:r>
                      <a:endParaRPr kumimoji="0" lang="nl-NL"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rPr>
                        <a:t>February</a:t>
                      </a:r>
                      <a:endParaRPr kumimoji="0" lang="en-GB"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rPr>
                        <a:t>March</a:t>
                      </a:r>
                      <a:endPar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rPr>
                        <a:t>April</a:t>
                      </a:r>
                      <a:endParaRPr kumimoji="0" lang="en-GB"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rPr>
                        <a:t>May</a:t>
                      </a:r>
                      <a:endParaRPr kumimoji="0" lang="en-GB"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rPr>
                        <a:t>June</a:t>
                      </a:r>
                      <a:endPar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rPr>
                        <a:t>July</a:t>
                      </a:r>
                      <a:endPar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rPr>
                        <a:t>August</a:t>
                      </a:r>
                      <a:endPar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rPr>
                        <a:t>September</a:t>
                      </a:r>
                      <a:endPar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rPr>
                        <a:t>October</a:t>
                      </a:r>
                      <a:endParaRPr kumimoji="0" lang="en-GB" sz="1000" b="0" i="0" u="none" strike="noStrike" cap="none" normalizeH="0" baseline="0" smtClean="0">
                        <a:ln>
                          <a:noFill/>
                        </a:ln>
                        <a:solidFill>
                          <a:schemeClr val="bg1"/>
                        </a:solidFill>
                        <a:effectLst/>
                        <a:latin typeface="腾讯体 W3" panose="020C04030202040F0204" pitchFamily="34" charset="-122"/>
                        <a:cs typeface="腾讯体 W3" panose="020C04030202040F0204" pitchFamily="34" charset="-122"/>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rPr>
                        <a:t>November</a:t>
                      </a:r>
                      <a:endParaRPr kumimoji="0" lang="en-GB" sz="1000" b="0" i="0" u="none" strike="noStrike" cap="none" normalizeH="0" baseline="0" dirty="0" smtClean="0">
                        <a:ln>
                          <a:noFill/>
                        </a:ln>
                        <a:solidFill>
                          <a:schemeClr val="bg1"/>
                        </a:solidFill>
                        <a:effectLst/>
                        <a:latin typeface="腾讯体 W3" panose="020C04030202040F0204" pitchFamily="34" charset="-122"/>
                        <a:cs typeface="腾讯体 W3" panose="020C04030202040F0204" pitchFamily="34" charset="-122"/>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rPr>
                        <a:t>[Result #1]</a:t>
                      </a:r>
                      <a:endParaRPr kumimoji="0" lang="en-GB" sz="1000"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20000"/>
                        <a:lumOff val="8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28575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rPr>
                        <a:t>	Assess</a:t>
                      </a:r>
                      <a:endParaRPr kumimoji="0" lang="en-GB" sz="1000"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rPr>
                        <a:t>	Design</a:t>
                      </a:r>
                      <a:endPar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rPr>
                        <a:t>	Construct</a:t>
                      </a:r>
                      <a:endPar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rPr>
                        <a:t>	Implement</a:t>
                      </a:r>
                      <a:endPar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28638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rPr>
                        <a:t>[Result #2]</a:t>
                      </a:r>
                      <a:endParaRPr kumimoji="0" lang="en-GB" sz="1000"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20000"/>
                        <a:lumOff val="8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r>
              <a:tr h="28384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rPr>
                        <a:t>	Assess</a:t>
                      </a:r>
                      <a:endParaRPr kumimoji="0" lang="en-GB" sz="1000"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rPr>
                        <a:t>	Design</a:t>
                      </a:r>
                      <a:endPar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r>
              <a:tr h="28638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rPr>
                        <a:t>	Construct</a:t>
                      </a:r>
                      <a:endPar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r>
              <a:tr h="28575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rPr>
                        <a:t>	Implement</a:t>
                      </a:r>
                      <a:endPar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rPr>
                        <a:t>[Result #3]</a:t>
                      </a:r>
                      <a:endParaRPr kumimoji="0" lang="en-GB" sz="1000"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20000"/>
                        <a:lumOff val="8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rPr>
                        <a:t>	Assess</a:t>
                      </a:r>
                      <a:endPar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rPr>
                        <a:t>	Design</a:t>
                      </a:r>
                      <a:endPar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28638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rPr>
                        <a:t>	Construct</a:t>
                      </a:r>
                      <a:endPar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28384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rPr>
                        <a:t>	Implement</a:t>
                      </a:r>
                      <a:endParaRPr kumimoji="0" lang="en-GB" sz="1000"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smtClean="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bl>
          </a:graphicData>
        </a:graphic>
      </p:graphicFrame>
      <p:sp>
        <p:nvSpPr>
          <p:cNvPr id="3297" name="Rectangle 152"/>
          <p:cNvSpPr>
            <a:spLocks noChangeArrowheads="1"/>
          </p:cNvSpPr>
          <p:nvPr/>
        </p:nvSpPr>
        <p:spPr bwMode="blackWhite">
          <a:xfrm>
            <a:off x="7659691" y="6101096"/>
            <a:ext cx="589280" cy="150495"/>
          </a:xfrm>
          <a:prstGeom prst="rect">
            <a:avLst/>
          </a:prstGeom>
          <a:noFill/>
          <a:ln w="9525">
            <a:noFill/>
            <a:miter lim="800000"/>
          </a:ln>
        </p:spPr>
        <p:txBody>
          <a:bodyPr wrap="none" lIns="0" tIns="0" rIns="0" bIns="0">
            <a:spAutoFit/>
          </a:bodyPr>
          <a:lstStyle/>
          <a:p>
            <a:pPr>
              <a:spcBef>
                <a:spcPct val="0"/>
              </a:spcBef>
              <a:spcAft>
                <a:spcPct val="0"/>
              </a:spcAft>
            </a:pPr>
            <a:r>
              <a:rPr lang="en-GB" sz="980"/>
              <a:t>Milestone</a:t>
            </a:r>
            <a:endParaRPr lang="en-GB" sz="980"/>
          </a:p>
        </p:txBody>
      </p:sp>
      <p:sp>
        <p:nvSpPr>
          <p:cNvPr id="3298" name="Rectangle 159"/>
          <p:cNvSpPr>
            <a:spLocks noChangeArrowheads="1"/>
          </p:cNvSpPr>
          <p:nvPr/>
        </p:nvSpPr>
        <p:spPr bwMode="blackWhite">
          <a:xfrm>
            <a:off x="7364361" y="6079334"/>
            <a:ext cx="247145" cy="172534"/>
          </a:xfrm>
          <a:prstGeom prst="rect">
            <a:avLst/>
          </a:prstGeom>
          <a:noFill/>
          <a:ln w="3175">
            <a:solidFill>
              <a:schemeClr val="folHlink"/>
            </a:solidFill>
            <a:miter lim="800000"/>
          </a:ln>
        </p:spPr>
        <p:txBody>
          <a:bodyPr wrap="none" lIns="62174" tIns="0" rIns="63447" bIns="0" anchor="ctr"/>
          <a:lstStyle/>
          <a:p>
            <a:endParaRPr lang="nl-NL" sz="1960"/>
          </a:p>
        </p:txBody>
      </p:sp>
      <p:sp>
        <p:nvSpPr>
          <p:cNvPr id="3299" name="Rectangle 161"/>
          <p:cNvSpPr>
            <a:spLocks noChangeArrowheads="1"/>
          </p:cNvSpPr>
          <p:nvPr/>
        </p:nvSpPr>
        <p:spPr bwMode="blackWhite">
          <a:xfrm>
            <a:off x="8954475" y="6079334"/>
            <a:ext cx="247144" cy="172534"/>
          </a:xfrm>
          <a:prstGeom prst="rect">
            <a:avLst/>
          </a:prstGeom>
          <a:solidFill>
            <a:schemeClr val="accent1">
              <a:lumMod val="40000"/>
              <a:lumOff val="60000"/>
            </a:schemeClr>
          </a:solidFill>
          <a:ln w="3175">
            <a:solidFill>
              <a:schemeClr val="folHlink"/>
            </a:solidFill>
            <a:miter lim="800000"/>
          </a:ln>
        </p:spPr>
        <p:txBody>
          <a:bodyPr wrap="none" lIns="62174" tIns="0" rIns="63447" bIns="0" anchor="ctr"/>
          <a:lstStyle/>
          <a:p>
            <a:endParaRPr lang="nl-NL" sz="1960"/>
          </a:p>
        </p:txBody>
      </p:sp>
      <p:sp>
        <p:nvSpPr>
          <p:cNvPr id="3300" name="Rectangle 162"/>
          <p:cNvSpPr>
            <a:spLocks noChangeArrowheads="1"/>
          </p:cNvSpPr>
          <p:nvPr/>
        </p:nvSpPr>
        <p:spPr bwMode="blackWhite">
          <a:xfrm>
            <a:off x="9249804" y="6101096"/>
            <a:ext cx="1346835" cy="150495"/>
          </a:xfrm>
          <a:prstGeom prst="rect">
            <a:avLst/>
          </a:prstGeom>
          <a:noFill/>
          <a:ln w="9525">
            <a:noFill/>
            <a:miter lim="800000"/>
          </a:ln>
        </p:spPr>
        <p:txBody>
          <a:bodyPr wrap="none" lIns="0" tIns="0" rIns="0" bIns="0">
            <a:spAutoFit/>
          </a:bodyPr>
          <a:lstStyle/>
          <a:p>
            <a:pPr>
              <a:spcBef>
                <a:spcPct val="0"/>
              </a:spcBef>
              <a:spcAft>
                <a:spcPct val="0"/>
              </a:spcAft>
            </a:pPr>
            <a:r>
              <a:rPr lang="en-GB" sz="980"/>
              <a:t>Holiday, little progress</a:t>
            </a:r>
            <a:endParaRPr lang="en-GB" sz="980"/>
          </a:p>
        </p:txBody>
      </p:sp>
      <p:sp>
        <p:nvSpPr>
          <p:cNvPr id="3301" name="Rectangle 569"/>
          <p:cNvSpPr>
            <a:spLocks noChangeArrowheads="1"/>
          </p:cNvSpPr>
          <p:nvPr/>
        </p:nvSpPr>
        <p:spPr bwMode="blackWhite">
          <a:xfrm>
            <a:off x="3778444" y="2115707"/>
            <a:ext cx="494288" cy="184969"/>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grpSp>
        <p:nvGrpSpPr>
          <p:cNvPr id="3302" name="Group 126"/>
          <p:cNvGrpSpPr/>
          <p:nvPr/>
        </p:nvGrpSpPr>
        <p:grpSpPr bwMode="auto">
          <a:xfrm>
            <a:off x="4095535" y="2104826"/>
            <a:ext cx="177197" cy="194296"/>
            <a:chOff x="1069" y="3864"/>
            <a:chExt cx="209" cy="254"/>
          </a:xfrm>
        </p:grpSpPr>
        <p:sp>
          <p:nvSpPr>
            <p:cNvPr id="3375" name="AutoShape 127"/>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76" name="AutoShape 128"/>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77" name="Line 129"/>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03" name="Text Box 147"/>
          <p:cNvSpPr txBox="1">
            <a:spLocks noChangeArrowheads="1"/>
          </p:cNvSpPr>
          <p:nvPr/>
        </p:nvSpPr>
        <p:spPr bwMode="blackWhite">
          <a:xfrm>
            <a:off x="4277395" y="2129696"/>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sp>
        <p:nvSpPr>
          <p:cNvPr id="3304" name="Rectangle 570"/>
          <p:cNvSpPr>
            <a:spLocks noChangeArrowheads="1"/>
          </p:cNvSpPr>
          <p:nvPr/>
        </p:nvSpPr>
        <p:spPr bwMode="blackWhite">
          <a:xfrm>
            <a:off x="4316254" y="2384612"/>
            <a:ext cx="1154892" cy="191187"/>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grpSp>
        <p:nvGrpSpPr>
          <p:cNvPr id="3305" name="Group 142"/>
          <p:cNvGrpSpPr/>
          <p:nvPr/>
        </p:nvGrpSpPr>
        <p:grpSpPr bwMode="auto">
          <a:xfrm>
            <a:off x="4810541" y="2372177"/>
            <a:ext cx="178751" cy="194296"/>
            <a:chOff x="1069" y="3864"/>
            <a:chExt cx="209" cy="254"/>
          </a:xfrm>
        </p:grpSpPr>
        <p:sp>
          <p:nvSpPr>
            <p:cNvPr id="3372" name="AutoShape 143"/>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73" name="AutoShape 144"/>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74" name="Line 145"/>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06" name="Text Box 146"/>
          <p:cNvSpPr txBox="1">
            <a:spLocks noChangeArrowheads="1"/>
          </p:cNvSpPr>
          <p:nvPr/>
        </p:nvSpPr>
        <p:spPr bwMode="blackWhite">
          <a:xfrm>
            <a:off x="4995510" y="2403264"/>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sp>
        <p:nvSpPr>
          <p:cNvPr id="3307" name="Rectangle 571"/>
          <p:cNvSpPr>
            <a:spLocks noChangeArrowheads="1"/>
          </p:cNvSpPr>
          <p:nvPr/>
        </p:nvSpPr>
        <p:spPr bwMode="blackWhite">
          <a:xfrm>
            <a:off x="5471146" y="2670614"/>
            <a:ext cx="890651" cy="194296"/>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sp>
        <p:nvSpPr>
          <p:cNvPr id="3308" name="Rectangle 572"/>
          <p:cNvSpPr>
            <a:spLocks noChangeArrowheads="1"/>
          </p:cNvSpPr>
          <p:nvPr/>
        </p:nvSpPr>
        <p:spPr bwMode="blackWhite">
          <a:xfrm>
            <a:off x="6431742" y="2951955"/>
            <a:ext cx="1349187" cy="186523"/>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grpSp>
        <p:nvGrpSpPr>
          <p:cNvPr id="3309" name="Group 130"/>
          <p:cNvGrpSpPr/>
          <p:nvPr/>
        </p:nvGrpSpPr>
        <p:grpSpPr bwMode="auto">
          <a:xfrm>
            <a:off x="6787693" y="2934856"/>
            <a:ext cx="177197" cy="194296"/>
            <a:chOff x="1069" y="3864"/>
            <a:chExt cx="209" cy="254"/>
          </a:xfrm>
        </p:grpSpPr>
        <p:sp>
          <p:nvSpPr>
            <p:cNvPr id="3369" name="AutoShape 131"/>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70" name="AutoShape 132"/>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71" name="Line 133"/>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10" name="Text Box 148"/>
          <p:cNvSpPr txBox="1">
            <a:spLocks noChangeArrowheads="1"/>
          </p:cNvSpPr>
          <p:nvPr/>
        </p:nvSpPr>
        <p:spPr bwMode="blackWhite">
          <a:xfrm>
            <a:off x="7011521" y="2951955"/>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sp>
        <p:nvSpPr>
          <p:cNvPr id="3311" name="Rectangle 573"/>
          <p:cNvSpPr>
            <a:spLocks noChangeArrowheads="1"/>
          </p:cNvSpPr>
          <p:nvPr/>
        </p:nvSpPr>
        <p:spPr bwMode="blackWhite">
          <a:xfrm>
            <a:off x="4334907" y="3511526"/>
            <a:ext cx="791171" cy="198959"/>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sp>
        <p:nvSpPr>
          <p:cNvPr id="3312" name="Rectangle 574"/>
          <p:cNvSpPr>
            <a:spLocks noChangeArrowheads="1"/>
          </p:cNvSpPr>
          <p:nvPr/>
        </p:nvSpPr>
        <p:spPr bwMode="blackWhite">
          <a:xfrm>
            <a:off x="5143176" y="3799082"/>
            <a:ext cx="920183" cy="194296"/>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sp>
        <p:nvSpPr>
          <p:cNvPr id="3313" name="Rectangle 575"/>
          <p:cNvSpPr>
            <a:spLocks noChangeArrowheads="1"/>
          </p:cNvSpPr>
          <p:nvPr/>
        </p:nvSpPr>
        <p:spPr bwMode="blackWhite">
          <a:xfrm>
            <a:off x="6128642" y="4081976"/>
            <a:ext cx="1154892" cy="192741"/>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sp>
        <p:nvSpPr>
          <p:cNvPr id="3314" name="Rectangle 576"/>
          <p:cNvSpPr>
            <a:spLocks noChangeArrowheads="1"/>
          </p:cNvSpPr>
          <p:nvPr/>
        </p:nvSpPr>
        <p:spPr bwMode="blackWhite">
          <a:xfrm>
            <a:off x="7320839" y="4388187"/>
            <a:ext cx="1809279" cy="169425"/>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grpSp>
        <p:nvGrpSpPr>
          <p:cNvPr id="3315" name="Group 138"/>
          <p:cNvGrpSpPr/>
          <p:nvPr/>
        </p:nvGrpSpPr>
        <p:grpSpPr bwMode="auto">
          <a:xfrm>
            <a:off x="8904736" y="4380415"/>
            <a:ext cx="178751" cy="164763"/>
            <a:chOff x="1069" y="3864"/>
            <a:chExt cx="209" cy="254"/>
          </a:xfrm>
        </p:grpSpPr>
        <p:sp>
          <p:nvSpPr>
            <p:cNvPr id="3366" name="AutoShape 139"/>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67" name="AutoShape 140"/>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68" name="Line 141"/>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16" name="Rectangle 577"/>
          <p:cNvSpPr>
            <a:spLocks noChangeArrowheads="1"/>
          </p:cNvSpPr>
          <p:nvPr/>
        </p:nvSpPr>
        <p:spPr bwMode="blackWhite">
          <a:xfrm>
            <a:off x="6063360" y="4944649"/>
            <a:ext cx="480298" cy="205176"/>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sp>
        <p:nvSpPr>
          <p:cNvPr id="3317" name="Rectangle 578"/>
          <p:cNvSpPr>
            <a:spLocks noChangeArrowheads="1"/>
          </p:cNvSpPr>
          <p:nvPr/>
        </p:nvSpPr>
        <p:spPr bwMode="blackWhite">
          <a:xfrm>
            <a:off x="6543657" y="5236869"/>
            <a:ext cx="1324317" cy="184969"/>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sp>
        <p:nvSpPr>
          <p:cNvPr id="3318" name="Rectangle 579"/>
          <p:cNvSpPr>
            <a:spLocks noChangeArrowheads="1"/>
          </p:cNvSpPr>
          <p:nvPr/>
        </p:nvSpPr>
        <p:spPr bwMode="blackWhite">
          <a:xfrm>
            <a:off x="8586092" y="5508883"/>
            <a:ext cx="663713" cy="203622"/>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sp>
        <p:nvSpPr>
          <p:cNvPr id="3319" name="Rectangle 580"/>
          <p:cNvSpPr>
            <a:spLocks noChangeArrowheads="1"/>
          </p:cNvSpPr>
          <p:nvPr/>
        </p:nvSpPr>
        <p:spPr bwMode="blackWhite">
          <a:xfrm>
            <a:off x="9313533" y="5793332"/>
            <a:ext cx="1154893" cy="194295"/>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grpSp>
        <p:nvGrpSpPr>
          <p:cNvPr id="3320" name="Group 581"/>
          <p:cNvGrpSpPr/>
          <p:nvPr/>
        </p:nvGrpSpPr>
        <p:grpSpPr bwMode="auto">
          <a:xfrm>
            <a:off x="6100664" y="2670614"/>
            <a:ext cx="178751" cy="194296"/>
            <a:chOff x="1069" y="3864"/>
            <a:chExt cx="209" cy="254"/>
          </a:xfrm>
        </p:grpSpPr>
        <p:sp>
          <p:nvSpPr>
            <p:cNvPr id="3363" name="AutoShape 582"/>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64" name="AutoShape 583"/>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65" name="Line 584"/>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21" name="Text Box 585"/>
          <p:cNvSpPr txBox="1">
            <a:spLocks noChangeArrowheads="1"/>
          </p:cNvSpPr>
          <p:nvPr/>
        </p:nvSpPr>
        <p:spPr bwMode="blackWhite">
          <a:xfrm>
            <a:off x="6310502" y="2689267"/>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grpSp>
        <p:nvGrpSpPr>
          <p:cNvPr id="3322" name="Group 586"/>
          <p:cNvGrpSpPr/>
          <p:nvPr/>
        </p:nvGrpSpPr>
        <p:grpSpPr bwMode="auto">
          <a:xfrm>
            <a:off x="4850955" y="3502200"/>
            <a:ext cx="178751" cy="194295"/>
            <a:chOff x="1069" y="3864"/>
            <a:chExt cx="209" cy="254"/>
          </a:xfrm>
        </p:grpSpPr>
        <p:sp>
          <p:nvSpPr>
            <p:cNvPr id="3360" name="AutoShape 587"/>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61" name="AutoShape 588"/>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62" name="Line 589"/>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23" name="Text Box 590"/>
          <p:cNvSpPr txBox="1">
            <a:spLocks noChangeArrowheads="1"/>
          </p:cNvSpPr>
          <p:nvPr/>
        </p:nvSpPr>
        <p:spPr bwMode="blackWhite">
          <a:xfrm>
            <a:off x="5060794" y="3520852"/>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grpSp>
        <p:nvGrpSpPr>
          <p:cNvPr id="3324" name="Group 591"/>
          <p:cNvGrpSpPr/>
          <p:nvPr/>
        </p:nvGrpSpPr>
        <p:grpSpPr bwMode="auto">
          <a:xfrm>
            <a:off x="6405319" y="4944649"/>
            <a:ext cx="178751" cy="194295"/>
            <a:chOff x="1069" y="3864"/>
            <a:chExt cx="209" cy="254"/>
          </a:xfrm>
        </p:grpSpPr>
        <p:sp>
          <p:nvSpPr>
            <p:cNvPr id="3357" name="AutoShape 592"/>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58" name="AutoShape 593"/>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59" name="Line 594"/>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25" name="Text Box 595"/>
          <p:cNvSpPr txBox="1">
            <a:spLocks noChangeArrowheads="1"/>
          </p:cNvSpPr>
          <p:nvPr/>
        </p:nvSpPr>
        <p:spPr bwMode="blackWhite">
          <a:xfrm>
            <a:off x="6615157" y="4963302"/>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grpSp>
        <p:nvGrpSpPr>
          <p:cNvPr id="3326" name="Group 134"/>
          <p:cNvGrpSpPr/>
          <p:nvPr/>
        </p:nvGrpSpPr>
        <p:grpSpPr bwMode="auto">
          <a:xfrm>
            <a:off x="5856629" y="3799082"/>
            <a:ext cx="178752" cy="194296"/>
            <a:chOff x="1069" y="3864"/>
            <a:chExt cx="209" cy="254"/>
          </a:xfrm>
        </p:grpSpPr>
        <p:sp>
          <p:nvSpPr>
            <p:cNvPr id="3354" name="AutoShape 135"/>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55" name="AutoShape 136"/>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56" name="Line 137"/>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27" name="Text Box 149"/>
          <p:cNvSpPr txBox="1">
            <a:spLocks noChangeArrowheads="1"/>
          </p:cNvSpPr>
          <p:nvPr/>
        </p:nvSpPr>
        <p:spPr bwMode="blackWhite">
          <a:xfrm>
            <a:off x="6066468" y="3817735"/>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grpSp>
        <p:nvGrpSpPr>
          <p:cNvPr id="3328" name="Group 596"/>
          <p:cNvGrpSpPr/>
          <p:nvPr/>
        </p:nvGrpSpPr>
        <p:grpSpPr bwMode="auto">
          <a:xfrm>
            <a:off x="7571092" y="5227544"/>
            <a:ext cx="178751" cy="194295"/>
            <a:chOff x="1069" y="3864"/>
            <a:chExt cx="209" cy="254"/>
          </a:xfrm>
        </p:grpSpPr>
        <p:sp>
          <p:nvSpPr>
            <p:cNvPr id="3351" name="AutoShape 597"/>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52" name="AutoShape 598"/>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53" name="Line 599"/>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29" name="Text Box 600"/>
          <p:cNvSpPr txBox="1">
            <a:spLocks noChangeArrowheads="1"/>
          </p:cNvSpPr>
          <p:nvPr/>
        </p:nvSpPr>
        <p:spPr bwMode="blackWhite">
          <a:xfrm>
            <a:off x="7780931" y="5246196"/>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grpSp>
        <p:nvGrpSpPr>
          <p:cNvPr id="3330" name="Group 601"/>
          <p:cNvGrpSpPr/>
          <p:nvPr/>
        </p:nvGrpSpPr>
        <p:grpSpPr bwMode="auto">
          <a:xfrm>
            <a:off x="8809919" y="5518209"/>
            <a:ext cx="178752" cy="194296"/>
            <a:chOff x="1069" y="3864"/>
            <a:chExt cx="209" cy="254"/>
          </a:xfrm>
        </p:grpSpPr>
        <p:sp>
          <p:nvSpPr>
            <p:cNvPr id="3348" name="AutoShape 602"/>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49" name="AutoShape 603"/>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50" name="Line 604"/>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31" name="Text Box 605"/>
          <p:cNvSpPr txBox="1">
            <a:spLocks noChangeArrowheads="1"/>
          </p:cNvSpPr>
          <p:nvPr/>
        </p:nvSpPr>
        <p:spPr bwMode="blackWhite">
          <a:xfrm>
            <a:off x="9019759" y="5536861"/>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grpSp>
        <p:nvGrpSpPr>
          <p:cNvPr id="3332" name="Group 606"/>
          <p:cNvGrpSpPr/>
          <p:nvPr/>
        </p:nvGrpSpPr>
        <p:grpSpPr bwMode="auto">
          <a:xfrm>
            <a:off x="6542103" y="4072650"/>
            <a:ext cx="178751" cy="194296"/>
            <a:chOff x="1069" y="3864"/>
            <a:chExt cx="209" cy="254"/>
          </a:xfrm>
        </p:grpSpPr>
        <p:sp>
          <p:nvSpPr>
            <p:cNvPr id="3345" name="AutoShape 607"/>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46" name="AutoShape 608"/>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47" name="Line 609"/>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33" name="Text Box 610"/>
          <p:cNvSpPr txBox="1">
            <a:spLocks noChangeArrowheads="1"/>
          </p:cNvSpPr>
          <p:nvPr/>
        </p:nvSpPr>
        <p:spPr bwMode="blackWhite">
          <a:xfrm>
            <a:off x="6751942" y="4091303"/>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grpSp>
        <p:nvGrpSpPr>
          <p:cNvPr id="3334" name="Group 611"/>
          <p:cNvGrpSpPr/>
          <p:nvPr/>
        </p:nvGrpSpPr>
        <p:grpSpPr bwMode="auto">
          <a:xfrm>
            <a:off x="10244597" y="5793332"/>
            <a:ext cx="178751" cy="194295"/>
            <a:chOff x="1069" y="3864"/>
            <a:chExt cx="209" cy="254"/>
          </a:xfrm>
        </p:grpSpPr>
        <p:sp>
          <p:nvSpPr>
            <p:cNvPr id="3342" name="AutoShape 612"/>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43" name="AutoShape 613"/>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44" name="Line 614"/>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35" name="Text Box 615"/>
          <p:cNvSpPr txBox="1">
            <a:spLocks noChangeArrowheads="1"/>
          </p:cNvSpPr>
          <p:nvPr/>
        </p:nvSpPr>
        <p:spPr bwMode="blackWhite">
          <a:xfrm>
            <a:off x="9019759" y="5821311"/>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grpSp>
        <p:nvGrpSpPr>
          <p:cNvPr id="3336" name="Group 616"/>
          <p:cNvGrpSpPr/>
          <p:nvPr/>
        </p:nvGrpSpPr>
        <p:grpSpPr bwMode="auto">
          <a:xfrm>
            <a:off x="7432754" y="6037366"/>
            <a:ext cx="178752" cy="194296"/>
            <a:chOff x="1069" y="3864"/>
            <a:chExt cx="209" cy="254"/>
          </a:xfrm>
        </p:grpSpPr>
        <p:sp>
          <p:nvSpPr>
            <p:cNvPr id="3339" name="AutoShape 617"/>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40" name="AutoShape 618"/>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41" name="Line 619"/>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37" name="Text Box 773"/>
          <p:cNvSpPr txBox="1">
            <a:spLocks noChangeArrowheads="1"/>
          </p:cNvSpPr>
          <p:nvPr/>
        </p:nvSpPr>
        <p:spPr bwMode="blackWhite">
          <a:xfrm>
            <a:off x="9130118" y="4408394"/>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endParaRPr lang="en-GB" sz="980"/>
          </a:p>
        </p:txBody>
      </p:sp>
      <p:sp>
        <p:nvSpPr>
          <p:cNvPr id="3338" name="Rectangle 776"/>
          <p:cNvSpPr>
            <a:spLocks noChangeArrowheads="1"/>
          </p:cNvSpPr>
          <p:nvPr/>
        </p:nvSpPr>
        <p:spPr bwMode="black">
          <a:xfrm>
            <a:off x="1443790" y="255134"/>
            <a:ext cx="9312192" cy="739877"/>
          </a:xfrm>
          <a:prstGeom prst="rect">
            <a:avLst/>
          </a:prstGeom>
          <a:noFill/>
          <a:ln w="9525">
            <a:noFill/>
            <a:miter lim="800000"/>
          </a:ln>
        </p:spPr>
        <p:txBody>
          <a:bodyPr lIns="0" tIns="0" rIns="0" bIns="0"/>
          <a:lstStyle/>
          <a:p>
            <a:pPr>
              <a:lnSpc>
                <a:spcPts val="1945"/>
              </a:lnSpc>
              <a:spcBef>
                <a:spcPct val="0"/>
              </a:spcBef>
              <a:spcAft>
                <a:spcPct val="0"/>
              </a:spcAft>
              <a:tabLst>
                <a:tab pos="579120" algn="l"/>
              </a:tabLst>
            </a:pPr>
            <a:r>
              <a:rPr lang="en-GB" sz="1765" b="1" dirty="0">
                <a:latin typeface="+mj-lt"/>
              </a:rPr>
              <a:t>Time line</a:t>
            </a:r>
            <a:endParaRPr lang="en-GB" sz="980" b="1" u="sng" dirty="0">
              <a:latin typeface="+mj-lt"/>
            </a:endParaRPr>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 name="TextBox 96"/>
          <p:cNvSpPr txBox="1"/>
          <p:nvPr/>
        </p:nvSpPr>
        <p:spPr>
          <a:xfrm rot="1587641">
            <a:off x="4500756" y="1579985"/>
            <a:ext cx="3752347" cy="2633247"/>
          </a:xfrm>
          <a:prstGeom prst="rect">
            <a:avLst/>
          </a:prstGeom>
          <a:noFill/>
        </p:spPr>
        <p:txBody>
          <a:bodyPr wrap="none" lIns="0" tIns="0" rIns="0" bIns="0" rtlCol="0">
            <a:prstTxWarp prst="textArchUp">
              <a:avLst>
                <a:gd name="adj" fmla="val 11038202"/>
              </a:avLst>
            </a:prstTxWarp>
            <a:noAutofit/>
          </a:bodyPr>
          <a:lstStyle/>
          <a:p>
            <a:pPr marL="0" marR="0" lvl="0" indent="0" algn="ctr" defTabSz="914400" eaLnBrk="1" fontAlgn="auto" latinLnBrk="0" hangingPunct="1">
              <a:lnSpc>
                <a:spcPct val="100000"/>
              </a:lnSpc>
              <a:spcBef>
                <a:spcPts val="0"/>
              </a:spcBef>
              <a:spcAft>
                <a:spcPts val="900"/>
              </a:spcAft>
              <a:buClrTx/>
              <a:buSzTx/>
              <a:buFontTx/>
              <a:buNone/>
              <a:defRPr/>
            </a:pPr>
            <a:r>
              <a:rPr kumimoji="0" lang="en-GB" sz="1270" b="1" i="0" u="none" strike="noStrike" kern="0" cap="none" spc="0" normalizeH="0" baseline="0" noProof="0" dirty="0" smtClean="0">
                <a:ln>
                  <a:noFill/>
                </a:ln>
                <a:solidFill>
                  <a:srgbClr val="00A3F5"/>
                </a:solidFill>
                <a:effectLst/>
                <a:uLnTx/>
                <a:uFillTx/>
                <a:latin typeface="腾讯体 W7" panose="020C08030202040F0204" pitchFamily="18" charset="-122"/>
              </a:rPr>
              <a:t>Continuous communication</a:t>
            </a:r>
            <a:endParaRPr kumimoji="0" lang="en-GB" sz="1270" b="1" i="0" u="none" strike="noStrike" kern="0" cap="none" spc="0" normalizeH="0" baseline="0" noProof="0" dirty="0" smtClean="0">
              <a:ln>
                <a:noFill/>
              </a:ln>
              <a:solidFill>
                <a:srgbClr val="00A3F5"/>
              </a:solidFill>
              <a:effectLst/>
              <a:uLnTx/>
              <a:uFillTx/>
              <a:latin typeface="腾讯体 W7" panose="020C08030202040F0204" pitchFamily="18" charset="-122"/>
            </a:endParaRPr>
          </a:p>
        </p:txBody>
      </p:sp>
      <p:sp>
        <p:nvSpPr>
          <p:cNvPr id="2" name="Title 1"/>
          <p:cNvSpPr>
            <a:spLocks noGrp="1"/>
          </p:cNvSpPr>
          <p:nvPr>
            <p:ph type="title"/>
          </p:nvPr>
        </p:nvSpPr>
        <p:spPr/>
        <p:txBody>
          <a:bodyPr/>
          <a:lstStyle/>
          <a:p>
            <a:r>
              <a:rPr lang="en-GB" dirty="0" smtClean="0"/>
              <a:t>Timelines</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dirty="0"/>
          </a:p>
        </p:txBody>
      </p:sp>
      <p:graphicFrame>
        <p:nvGraphicFramePr>
          <p:cNvPr id="79" name="Chart 78"/>
          <p:cNvGraphicFramePr/>
          <p:nvPr/>
        </p:nvGraphicFramePr>
        <p:xfrm>
          <a:off x="3390663" y="1411416"/>
          <a:ext cx="4962467" cy="4963817"/>
        </p:xfrm>
        <a:graphic>
          <a:graphicData uri="http://schemas.openxmlformats.org/drawingml/2006/chart">
            <c:chart xmlns:c="http://schemas.openxmlformats.org/drawingml/2006/chart" xmlns:r="http://schemas.openxmlformats.org/officeDocument/2006/relationships" r:id="rId1"/>
          </a:graphicData>
        </a:graphic>
      </p:graphicFrame>
      <p:sp>
        <p:nvSpPr>
          <p:cNvPr id="80" name="Text Box 41"/>
          <p:cNvSpPr txBox="1">
            <a:spLocks noChangeArrowheads="1"/>
          </p:cNvSpPr>
          <p:nvPr/>
        </p:nvSpPr>
        <p:spPr bwMode="blackWhite">
          <a:xfrm rot="17622807">
            <a:off x="4654168" y="3372301"/>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March</a:t>
            </a:r>
            <a:endParaRPr lang="en-GB" sz="905" b="1" dirty="0">
              <a:solidFill>
                <a:srgbClr val="1450B8"/>
              </a:solidFill>
              <a:latin typeface="腾讯体 W7" panose="020C08030202040F0204" pitchFamily="18" charset="-122"/>
            </a:endParaRPr>
          </a:p>
        </p:txBody>
      </p:sp>
      <p:sp>
        <p:nvSpPr>
          <p:cNvPr id="81" name="Text Box 42"/>
          <p:cNvSpPr txBox="1">
            <a:spLocks noChangeArrowheads="1"/>
          </p:cNvSpPr>
          <p:nvPr/>
        </p:nvSpPr>
        <p:spPr bwMode="blackWhite">
          <a:xfrm rot="822401">
            <a:off x="5843196" y="2817190"/>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April</a:t>
            </a:r>
            <a:endParaRPr lang="en-GB" sz="905" b="1" dirty="0">
              <a:solidFill>
                <a:srgbClr val="1450B8"/>
              </a:solidFill>
              <a:latin typeface="腾讯体 W7" panose="020C08030202040F0204" pitchFamily="18" charset="-122"/>
            </a:endParaRPr>
          </a:p>
        </p:txBody>
      </p:sp>
      <p:sp>
        <p:nvSpPr>
          <p:cNvPr id="82" name="Text Box 43"/>
          <p:cNvSpPr txBox="1">
            <a:spLocks noChangeArrowheads="1"/>
          </p:cNvSpPr>
          <p:nvPr/>
        </p:nvSpPr>
        <p:spPr bwMode="blackWhite">
          <a:xfrm rot="2220903">
            <a:off x="6268193" y="3033016"/>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May</a:t>
            </a:r>
            <a:endParaRPr lang="en-GB" sz="905" b="1" dirty="0">
              <a:solidFill>
                <a:srgbClr val="1450B8"/>
              </a:solidFill>
              <a:latin typeface="腾讯体 W7" panose="020C08030202040F0204" pitchFamily="18" charset="-122"/>
            </a:endParaRPr>
          </a:p>
        </p:txBody>
      </p:sp>
      <p:sp>
        <p:nvSpPr>
          <p:cNvPr id="83" name="Text Box 44"/>
          <p:cNvSpPr txBox="1">
            <a:spLocks noChangeArrowheads="1"/>
          </p:cNvSpPr>
          <p:nvPr/>
        </p:nvSpPr>
        <p:spPr bwMode="blackWhite">
          <a:xfrm rot="3957648">
            <a:off x="6523682" y="3403537"/>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June</a:t>
            </a:r>
            <a:endParaRPr lang="en-GB" sz="905" b="1" dirty="0">
              <a:solidFill>
                <a:srgbClr val="1450B8"/>
              </a:solidFill>
              <a:latin typeface="腾讯体 W7" panose="020C08030202040F0204" pitchFamily="18" charset="-122"/>
            </a:endParaRPr>
          </a:p>
        </p:txBody>
      </p:sp>
      <p:sp>
        <p:nvSpPr>
          <p:cNvPr id="84" name="Text Box 45"/>
          <p:cNvSpPr txBox="1">
            <a:spLocks noChangeArrowheads="1"/>
          </p:cNvSpPr>
          <p:nvPr/>
        </p:nvSpPr>
        <p:spPr bwMode="blackWhite">
          <a:xfrm rot="16200000">
            <a:off x="6590514" y="3873072"/>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July</a:t>
            </a:r>
            <a:endParaRPr lang="en-GB" sz="905" b="1" dirty="0">
              <a:solidFill>
                <a:srgbClr val="1450B8"/>
              </a:solidFill>
              <a:latin typeface="腾讯体 W7" panose="020C08030202040F0204" pitchFamily="18" charset="-122"/>
            </a:endParaRPr>
          </a:p>
        </p:txBody>
      </p:sp>
      <p:sp>
        <p:nvSpPr>
          <p:cNvPr id="85" name="Text Box 46"/>
          <p:cNvSpPr txBox="1">
            <a:spLocks noChangeArrowheads="1"/>
          </p:cNvSpPr>
          <p:nvPr/>
        </p:nvSpPr>
        <p:spPr bwMode="blackWhite">
          <a:xfrm rot="17551948">
            <a:off x="6503809" y="4285476"/>
            <a:ext cx="551627" cy="139700"/>
          </a:xfrm>
          <a:prstGeom prst="rect">
            <a:avLst/>
          </a:prstGeom>
          <a:noFill/>
          <a:ln w="9525" algn="ctr">
            <a:noFill/>
            <a:miter lim="800000"/>
          </a:ln>
        </p:spPr>
        <p:txBody>
          <a:bodyPr wrap="square" lIns="57596" tIns="0" rIns="58775" bIns="0">
            <a:spAutoFit/>
          </a:bodyPr>
          <a:lstStyle/>
          <a:p>
            <a:pPr algn="ctr">
              <a:spcBef>
                <a:spcPct val="50000"/>
              </a:spcBef>
            </a:pPr>
            <a:r>
              <a:rPr lang="en-GB" sz="905" b="1" dirty="0" smtClean="0">
                <a:solidFill>
                  <a:srgbClr val="1450B8"/>
                </a:solidFill>
                <a:latin typeface="腾讯体 W7" panose="020C08030202040F0204" pitchFamily="18" charset="-122"/>
              </a:rPr>
              <a:t>Aug</a:t>
            </a:r>
            <a:endParaRPr lang="en-GB" sz="905" b="1" dirty="0">
              <a:solidFill>
                <a:srgbClr val="1450B8"/>
              </a:solidFill>
              <a:latin typeface="腾讯体 W7" panose="020C08030202040F0204" pitchFamily="18" charset="-122"/>
            </a:endParaRPr>
          </a:p>
        </p:txBody>
      </p:sp>
      <p:sp>
        <p:nvSpPr>
          <p:cNvPr id="86" name="Text Box 47"/>
          <p:cNvSpPr txBox="1">
            <a:spLocks noChangeArrowheads="1"/>
          </p:cNvSpPr>
          <p:nvPr/>
        </p:nvSpPr>
        <p:spPr bwMode="blackWhite">
          <a:xfrm rot="19209584">
            <a:off x="6218459" y="4651895"/>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Sept</a:t>
            </a:r>
            <a:endParaRPr lang="en-GB" sz="905" b="1" dirty="0">
              <a:solidFill>
                <a:srgbClr val="1450B8"/>
              </a:solidFill>
              <a:latin typeface="腾讯体 W7" panose="020C08030202040F0204" pitchFamily="18" charset="-122"/>
            </a:endParaRPr>
          </a:p>
        </p:txBody>
      </p:sp>
      <p:sp>
        <p:nvSpPr>
          <p:cNvPr id="87" name="Text Box 48"/>
          <p:cNvSpPr txBox="1">
            <a:spLocks noChangeArrowheads="1"/>
          </p:cNvSpPr>
          <p:nvPr/>
        </p:nvSpPr>
        <p:spPr bwMode="blackWhite">
          <a:xfrm rot="20894592">
            <a:off x="5814648" y="4834396"/>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Oct</a:t>
            </a:r>
            <a:endParaRPr lang="en-GB" sz="905" b="1" dirty="0">
              <a:solidFill>
                <a:srgbClr val="1450B8"/>
              </a:solidFill>
              <a:latin typeface="腾讯体 W7" panose="020C08030202040F0204" pitchFamily="18" charset="-122"/>
            </a:endParaRPr>
          </a:p>
        </p:txBody>
      </p:sp>
      <p:sp>
        <p:nvSpPr>
          <p:cNvPr id="88" name="Text Box 49"/>
          <p:cNvSpPr txBox="1">
            <a:spLocks noChangeArrowheads="1"/>
          </p:cNvSpPr>
          <p:nvPr/>
        </p:nvSpPr>
        <p:spPr bwMode="blackWhite">
          <a:xfrm rot="623184">
            <a:off x="5366719" y="4817698"/>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Nov</a:t>
            </a:r>
            <a:endParaRPr lang="en-GB" sz="905" b="1" dirty="0">
              <a:solidFill>
                <a:srgbClr val="1450B8"/>
              </a:solidFill>
              <a:latin typeface="腾讯体 W7" panose="020C08030202040F0204" pitchFamily="18" charset="-122"/>
            </a:endParaRPr>
          </a:p>
        </p:txBody>
      </p:sp>
      <p:sp>
        <p:nvSpPr>
          <p:cNvPr id="89" name="Text Box 50"/>
          <p:cNvSpPr txBox="1">
            <a:spLocks noChangeArrowheads="1"/>
          </p:cNvSpPr>
          <p:nvPr/>
        </p:nvSpPr>
        <p:spPr bwMode="blackWhite">
          <a:xfrm rot="2169154">
            <a:off x="4969513" y="4643479"/>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Dec</a:t>
            </a:r>
            <a:endParaRPr lang="en-GB" sz="905" b="1" dirty="0">
              <a:solidFill>
                <a:srgbClr val="1450B8"/>
              </a:solidFill>
              <a:latin typeface="腾讯体 W7" panose="020C08030202040F0204" pitchFamily="18" charset="-122"/>
            </a:endParaRPr>
          </a:p>
        </p:txBody>
      </p:sp>
      <p:sp>
        <p:nvSpPr>
          <p:cNvPr id="90" name="Text Box 51"/>
          <p:cNvSpPr txBox="1">
            <a:spLocks noChangeArrowheads="1"/>
          </p:cNvSpPr>
          <p:nvPr/>
        </p:nvSpPr>
        <p:spPr bwMode="blackWhite">
          <a:xfrm rot="3750937">
            <a:off x="4676120" y="4285658"/>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Jan</a:t>
            </a:r>
            <a:endParaRPr lang="en-GB" sz="905" b="1" dirty="0">
              <a:solidFill>
                <a:srgbClr val="1450B8"/>
              </a:solidFill>
              <a:latin typeface="腾讯体 W7" panose="020C08030202040F0204" pitchFamily="18" charset="-122"/>
            </a:endParaRPr>
          </a:p>
        </p:txBody>
      </p:sp>
      <p:sp>
        <p:nvSpPr>
          <p:cNvPr id="91" name="Text Box 52"/>
          <p:cNvSpPr txBox="1">
            <a:spLocks noChangeArrowheads="1"/>
          </p:cNvSpPr>
          <p:nvPr/>
        </p:nvSpPr>
        <p:spPr bwMode="blackWhite">
          <a:xfrm rot="5400000">
            <a:off x="4559330" y="3873071"/>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Feb</a:t>
            </a:r>
            <a:endParaRPr lang="en-GB" sz="905" b="1" dirty="0">
              <a:solidFill>
                <a:srgbClr val="1450B8"/>
              </a:solidFill>
              <a:latin typeface="腾讯体 W7" panose="020C08030202040F0204" pitchFamily="18" charset="-122"/>
            </a:endParaRPr>
          </a:p>
        </p:txBody>
      </p:sp>
      <p:sp>
        <p:nvSpPr>
          <p:cNvPr id="92" name="Rectangle 91"/>
          <p:cNvSpPr/>
          <p:nvPr/>
        </p:nvSpPr>
        <p:spPr>
          <a:xfrm>
            <a:off x="4756876" y="1774625"/>
            <a:ext cx="1115695" cy="231140"/>
          </a:xfrm>
          <a:prstGeom prst="rect">
            <a:avLst/>
          </a:prstGeom>
          <a:noFill/>
        </p:spPr>
        <p:txBody>
          <a:bodyPr wrap="none">
            <a:spAutoFit/>
          </a:bodyPr>
          <a:lstStyle/>
          <a:p>
            <a:pPr marL="0" marR="0" lvl="0" indent="0" algn="r" defTabSz="914400" eaLnBrk="1" fontAlgn="auto" latinLnBrk="0" hangingPunct="1">
              <a:lnSpc>
                <a:spcPct val="100000"/>
              </a:lnSpc>
              <a:spcBef>
                <a:spcPts val="0"/>
              </a:spcBef>
              <a:spcAft>
                <a:spcPts val="0"/>
              </a:spcAft>
              <a:buClrTx/>
              <a:buSzTx/>
              <a:buFontTx/>
              <a:buNone/>
              <a:defRPr/>
            </a:pPr>
            <a:r>
              <a:rPr kumimoji="0" lang="en-GB" sz="905" b="0" i="0" u="none" strike="noStrike" kern="0" cap="none" spc="0" normalizeH="0" baseline="0" noProof="0" dirty="0" smtClean="0">
                <a:ln>
                  <a:noFill/>
                </a:ln>
                <a:solidFill>
                  <a:srgbClr val="1450B8"/>
                </a:solidFill>
                <a:effectLst/>
                <a:uLnTx/>
                <a:uFillTx/>
                <a:latin typeface="腾讯体 W7" panose="020C08030202040F0204" pitchFamily="18" charset="-122"/>
              </a:rPr>
              <a:t>Audit Committee</a:t>
            </a:r>
            <a:endParaRPr kumimoji="0" lang="en-GB" sz="905" b="0" i="0" u="none" strike="noStrike" kern="0" cap="none" spc="0" normalizeH="0" baseline="0" noProof="0" dirty="0">
              <a:ln>
                <a:noFill/>
              </a:ln>
              <a:solidFill>
                <a:srgbClr val="1450B8"/>
              </a:solidFill>
              <a:effectLst/>
              <a:uLnTx/>
              <a:uFillTx/>
              <a:latin typeface="腾讯体 W7" panose="020C08030202040F0204" pitchFamily="18" charset="-122"/>
            </a:endParaRPr>
          </a:p>
        </p:txBody>
      </p:sp>
      <p:sp>
        <p:nvSpPr>
          <p:cNvPr id="93" name="Rectangle 92"/>
          <p:cNvSpPr/>
          <p:nvPr/>
        </p:nvSpPr>
        <p:spPr>
          <a:xfrm>
            <a:off x="4764633" y="2007207"/>
            <a:ext cx="978535" cy="231140"/>
          </a:xfrm>
          <a:prstGeom prst="rect">
            <a:avLst/>
          </a:prstGeom>
          <a:noFill/>
        </p:spPr>
        <p:txBody>
          <a:bodyPr wrap="none">
            <a:spAutoFit/>
          </a:bodyPr>
          <a:lstStyle/>
          <a:p>
            <a:pPr marL="0" marR="0" lvl="0" indent="0" algn="r" defTabSz="914400" eaLnBrk="1" fontAlgn="auto" latinLnBrk="0" hangingPunct="1">
              <a:lnSpc>
                <a:spcPct val="100000"/>
              </a:lnSpc>
              <a:spcBef>
                <a:spcPts val="0"/>
              </a:spcBef>
              <a:spcAft>
                <a:spcPts val="0"/>
              </a:spcAft>
              <a:buClrTx/>
              <a:buSzTx/>
              <a:buFontTx/>
              <a:buNone/>
              <a:defRPr/>
            </a:pPr>
            <a:r>
              <a:rPr kumimoji="0" lang="en-GB" sz="905" b="0" i="0" u="none" strike="noStrike" kern="0" cap="none" spc="0" normalizeH="0" baseline="0" noProof="0" dirty="0" smtClean="0">
                <a:ln>
                  <a:noFill/>
                </a:ln>
                <a:solidFill>
                  <a:srgbClr val="1450B8"/>
                </a:solidFill>
                <a:effectLst/>
                <a:uLnTx/>
                <a:uFillTx/>
                <a:latin typeface="腾讯体 W7" panose="020C08030202040F0204" pitchFamily="18" charset="-122"/>
              </a:rPr>
              <a:t>External Audit</a:t>
            </a:r>
            <a:endParaRPr kumimoji="0" lang="en-GB" sz="905" b="0" i="0" u="none" strike="noStrike" kern="0" cap="none" spc="0" normalizeH="0" baseline="0" noProof="0" dirty="0">
              <a:ln>
                <a:noFill/>
              </a:ln>
              <a:solidFill>
                <a:srgbClr val="1450B8"/>
              </a:solidFill>
              <a:effectLst/>
              <a:uLnTx/>
              <a:uFillTx/>
              <a:latin typeface="腾讯体 W7" panose="020C08030202040F0204" pitchFamily="18" charset="-122"/>
            </a:endParaRPr>
          </a:p>
        </p:txBody>
      </p:sp>
      <p:sp>
        <p:nvSpPr>
          <p:cNvPr id="94" name="Rectangle 93"/>
          <p:cNvSpPr/>
          <p:nvPr/>
        </p:nvSpPr>
        <p:spPr>
          <a:xfrm>
            <a:off x="4765281" y="2239790"/>
            <a:ext cx="1088390" cy="231140"/>
          </a:xfrm>
          <a:prstGeom prst="rect">
            <a:avLst/>
          </a:prstGeom>
          <a:noFill/>
        </p:spPr>
        <p:txBody>
          <a:bodyPr wrap="none">
            <a:spAutoFit/>
          </a:bodyPr>
          <a:lstStyle/>
          <a:p>
            <a:pPr marL="0" marR="0" lvl="0" indent="0" algn="r" defTabSz="914400" eaLnBrk="1" fontAlgn="auto" latinLnBrk="0" hangingPunct="1">
              <a:lnSpc>
                <a:spcPct val="100000"/>
              </a:lnSpc>
              <a:spcBef>
                <a:spcPts val="0"/>
              </a:spcBef>
              <a:spcAft>
                <a:spcPts val="0"/>
              </a:spcAft>
              <a:buClrTx/>
              <a:buSzTx/>
              <a:buFontTx/>
              <a:buNone/>
              <a:defRPr/>
            </a:pPr>
            <a:r>
              <a:rPr kumimoji="0" lang="en-GB" sz="905" b="0" i="0" u="none" strike="noStrike" kern="0" cap="none" spc="0" normalizeH="0" baseline="0" noProof="0" dirty="0" smtClean="0">
                <a:ln>
                  <a:noFill/>
                </a:ln>
                <a:solidFill>
                  <a:srgbClr val="1450B8"/>
                </a:solidFill>
                <a:effectLst/>
                <a:uLnTx/>
                <a:uFillTx/>
                <a:latin typeface="腾讯体 W7" panose="020C08030202040F0204" pitchFamily="18" charset="-122"/>
              </a:rPr>
              <a:t>Director Finance</a:t>
            </a:r>
            <a:endParaRPr kumimoji="0" lang="en-GB" sz="905" b="0" i="0" u="none" strike="noStrike" kern="0" cap="none" spc="0" normalizeH="0" baseline="0" noProof="0" dirty="0">
              <a:ln>
                <a:noFill/>
              </a:ln>
              <a:solidFill>
                <a:srgbClr val="1450B8"/>
              </a:solidFill>
              <a:effectLst/>
              <a:uLnTx/>
              <a:uFillTx/>
              <a:latin typeface="腾讯体 W7" panose="020C08030202040F0204" pitchFamily="18" charset="-122"/>
            </a:endParaRPr>
          </a:p>
        </p:txBody>
      </p:sp>
      <p:sp>
        <p:nvSpPr>
          <p:cNvPr id="95" name="Rectangle 94"/>
          <p:cNvSpPr/>
          <p:nvPr/>
        </p:nvSpPr>
        <p:spPr>
          <a:xfrm>
            <a:off x="4772693" y="2472374"/>
            <a:ext cx="1014095" cy="231140"/>
          </a:xfrm>
          <a:prstGeom prst="rect">
            <a:avLst/>
          </a:prstGeom>
          <a:noFill/>
        </p:spPr>
        <p:txBody>
          <a:bodyPr wrap="none">
            <a:spAutoFit/>
          </a:bodyPr>
          <a:lstStyle/>
          <a:p>
            <a:pPr marL="0" marR="0" lvl="0" indent="0" algn="r" defTabSz="914400" eaLnBrk="1" fontAlgn="auto" latinLnBrk="0" hangingPunct="1">
              <a:lnSpc>
                <a:spcPct val="100000"/>
              </a:lnSpc>
              <a:spcBef>
                <a:spcPts val="0"/>
              </a:spcBef>
              <a:spcAft>
                <a:spcPts val="0"/>
              </a:spcAft>
              <a:buClrTx/>
              <a:buSzTx/>
              <a:buFontTx/>
              <a:buNone/>
              <a:defRPr/>
            </a:pPr>
            <a:r>
              <a:rPr kumimoji="0" lang="en-GB" sz="905" b="0" i="0" u="none" strike="noStrike" kern="0" cap="none" spc="0" normalizeH="0" baseline="0" noProof="0" dirty="0" smtClean="0">
                <a:ln>
                  <a:noFill/>
                </a:ln>
                <a:solidFill>
                  <a:srgbClr val="1450B8"/>
                </a:solidFill>
                <a:effectLst/>
                <a:uLnTx/>
                <a:uFillTx/>
                <a:latin typeface="腾讯体 W7" panose="020C08030202040F0204" pitchFamily="18" charset="-122"/>
              </a:rPr>
              <a:t>Chief Executive</a:t>
            </a:r>
            <a:endParaRPr kumimoji="0" lang="en-GB" sz="905" b="0" i="0" u="none" strike="noStrike" kern="0" cap="none" spc="0" normalizeH="0" baseline="0" noProof="0" dirty="0">
              <a:ln>
                <a:noFill/>
              </a:ln>
              <a:solidFill>
                <a:srgbClr val="1450B8"/>
              </a:solidFill>
              <a:effectLst/>
              <a:uLnTx/>
              <a:uFillTx/>
              <a:latin typeface="腾讯体 W7" panose="020C08030202040F0204" pitchFamily="18" charset="-122"/>
            </a:endParaRPr>
          </a:p>
        </p:txBody>
      </p:sp>
      <p:sp>
        <p:nvSpPr>
          <p:cNvPr id="96" name="Rectangle 95"/>
          <p:cNvSpPr/>
          <p:nvPr/>
        </p:nvSpPr>
        <p:spPr>
          <a:xfrm>
            <a:off x="4750817" y="1542043"/>
            <a:ext cx="1028700" cy="231140"/>
          </a:xfrm>
          <a:prstGeom prst="rect">
            <a:avLst/>
          </a:prstGeom>
          <a:noFill/>
        </p:spPr>
        <p:txBody>
          <a:bodyPr wrap="none">
            <a:spAutoFit/>
          </a:bodyPr>
          <a:lstStyle/>
          <a:p>
            <a:pPr marL="0" marR="0" lvl="0" indent="0" algn="r" defTabSz="914400" eaLnBrk="1" fontAlgn="auto" latinLnBrk="0" hangingPunct="1">
              <a:lnSpc>
                <a:spcPct val="100000"/>
              </a:lnSpc>
              <a:spcBef>
                <a:spcPts val="0"/>
              </a:spcBef>
              <a:spcAft>
                <a:spcPts val="0"/>
              </a:spcAft>
              <a:buClrTx/>
              <a:buSzTx/>
              <a:buFontTx/>
              <a:buNone/>
              <a:defRPr/>
            </a:pPr>
            <a:r>
              <a:rPr kumimoji="0" lang="en-GB" sz="905" b="0" i="0" u="none" strike="noStrike" kern="0" cap="none" spc="0" normalizeH="0" baseline="0" noProof="0" dirty="0" smtClean="0">
                <a:ln>
                  <a:noFill/>
                </a:ln>
                <a:solidFill>
                  <a:srgbClr val="1450B8"/>
                </a:solidFill>
                <a:effectLst/>
                <a:uLnTx/>
                <a:uFillTx/>
                <a:latin typeface="腾讯体 W7" panose="020C08030202040F0204" pitchFamily="18" charset="-122"/>
              </a:rPr>
              <a:t>Audit Sponsors</a:t>
            </a:r>
            <a:endParaRPr kumimoji="0" lang="en-GB" sz="905" b="0" i="0" u="none" strike="noStrike" kern="0" cap="none" spc="0" normalizeH="0" baseline="0" noProof="0" dirty="0">
              <a:ln>
                <a:noFill/>
              </a:ln>
              <a:solidFill>
                <a:srgbClr val="1450B8"/>
              </a:solidFill>
              <a:effectLst/>
              <a:uLnTx/>
              <a:uFillTx/>
              <a:latin typeface="腾讯体 W7" panose="020C08030202040F0204" pitchFamily="18" charset="-122"/>
            </a:endParaRPr>
          </a:p>
        </p:txBody>
      </p:sp>
      <p:sp>
        <p:nvSpPr>
          <p:cNvPr id="98" name="Arc 97"/>
          <p:cNvSpPr/>
          <p:nvPr/>
        </p:nvSpPr>
        <p:spPr>
          <a:xfrm>
            <a:off x="3380789" y="1397650"/>
            <a:ext cx="4962467" cy="4977583"/>
          </a:xfrm>
          <a:prstGeom prst="arc">
            <a:avLst>
              <a:gd name="adj1" fmla="val 19554354"/>
              <a:gd name="adj2" fmla="val 13110536"/>
            </a:avLst>
          </a:prstGeom>
          <a:noFill/>
          <a:ln w="9525" cap="flat" cmpd="sng" algn="ctr">
            <a:solidFill>
              <a:srgbClr val="00A3F5">
                <a:shade val="95000"/>
                <a:satMod val="105000"/>
              </a:srgbClr>
            </a:solidFill>
            <a:prstDash val="sysDot"/>
            <a:headEnd type="none" w="med" len="med"/>
            <a:tailEnd type="triangl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rgbClr val="000000"/>
              </a:solidFill>
              <a:effectLst/>
              <a:uLnTx/>
              <a:uFillTx/>
              <a:latin typeface="腾讯体 W3" panose="020C04030202040F0204" pitchFamily="34" charset="-122"/>
              <a:ea typeface="+mn-ea"/>
              <a:cs typeface="+mn-cs"/>
            </a:endParaRPr>
          </a:p>
        </p:txBody>
      </p:sp>
      <p:sp>
        <p:nvSpPr>
          <p:cNvPr id="99" name="Arc 98"/>
          <p:cNvSpPr/>
          <p:nvPr/>
        </p:nvSpPr>
        <p:spPr>
          <a:xfrm>
            <a:off x="4984002" y="3044200"/>
            <a:ext cx="1706139" cy="1711335"/>
          </a:xfrm>
          <a:prstGeom prst="arc">
            <a:avLst>
              <a:gd name="adj1" fmla="val 16415311"/>
              <a:gd name="adj2" fmla="val 13110536"/>
            </a:avLst>
          </a:prstGeom>
          <a:noFill/>
          <a:ln w="9525" cap="flat" cmpd="sng" algn="ctr">
            <a:solidFill>
              <a:srgbClr val="00A3F5">
                <a:shade val="95000"/>
                <a:satMod val="105000"/>
              </a:srgbClr>
            </a:solidFill>
            <a:prstDash val="sysDot"/>
            <a:headEnd type="none" w="med" len="med"/>
            <a:tailEnd type="triangl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rgbClr val="000000"/>
              </a:solidFill>
              <a:effectLst/>
              <a:uLnTx/>
              <a:uFillTx/>
              <a:latin typeface="腾讯体 W3" panose="020C04030202040F0204" pitchFamily="34" charset="-122"/>
              <a:ea typeface="+mn-ea"/>
              <a:cs typeface="+mn-cs"/>
            </a:endParaRPr>
          </a:p>
        </p:txBody>
      </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Timelines</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dirty="0"/>
          </a:p>
        </p:txBody>
      </p:sp>
      <p:grpSp>
        <p:nvGrpSpPr>
          <p:cNvPr id="3" name="Group 214"/>
          <p:cNvGrpSpPr/>
          <p:nvPr/>
        </p:nvGrpSpPr>
        <p:grpSpPr>
          <a:xfrm>
            <a:off x="3413945" y="1391773"/>
            <a:ext cx="4913098" cy="4911159"/>
            <a:chOff x="2394372" y="1534430"/>
            <a:chExt cx="5416690" cy="5414553"/>
          </a:xfrm>
        </p:grpSpPr>
        <p:sp>
          <p:nvSpPr>
            <p:cNvPr id="1029" name="Freeform 5"/>
            <p:cNvSpPr/>
            <p:nvPr/>
          </p:nvSpPr>
          <p:spPr bwMode="auto">
            <a:xfrm>
              <a:off x="5124056" y="1559014"/>
              <a:ext cx="1346200" cy="2197100"/>
            </a:xfrm>
            <a:custGeom>
              <a:avLst/>
              <a:gdLst/>
              <a:ahLst/>
              <a:cxnLst>
                <a:cxn ang="0">
                  <a:pos x="848" y="228"/>
                </a:cxn>
                <a:cxn ang="0">
                  <a:pos x="848" y="228"/>
                </a:cxn>
                <a:cxn ang="0">
                  <a:pos x="800" y="200"/>
                </a:cxn>
                <a:cxn ang="0">
                  <a:pos x="750" y="176"/>
                </a:cxn>
                <a:cxn ang="0">
                  <a:pos x="700" y="152"/>
                </a:cxn>
                <a:cxn ang="0">
                  <a:pos x="648" y="130"/>
                </a:cxn>
                <a:cxn ang="0">
                  <a:pos x="598" y="110"/>
                </a:cxn>
                <a:cxn ang="0">
                  <a:pos x="544" y="90"/>
                </a:cxn>
                <a:cxn ang="0">
                  <a:pos x="492" y="74"/>
                </a:cxn>
                <a:cxn ang="0">
                  <a:pos x="440" y="58"/>
                </a:cxn>
                <a:cxn ang="0">
                  <a:pos x="386" y="46"/>
                </a:cxn>
                <a:cxn ang="0">
                  <a:pos x="332" y="34"/>
                </a:cxn>
                <a:cxn ang="0">
                  <a:pos x="276" y="24"/>
                </a:cxn>
                <a:cxn ang="0">
                  <a:pos x="222" y="16"/>
                </a:cxn>
                <a:cxn ang="0">
                  <a:pos x="166" y="8"/>
                </a:cxn>
                <a:cxn ang="0">
                  <a:pos x="110" y="4"/>
                </a:cxn>
                <a:cxn ang="0">
                  <a:pos x="56" y="2"/>
                </a:cxn>
                <a:cxn ang="0">
                  <a:pos x="0" y="0"/>
                </a:cxn>
                <a:cxn ang="0">
                  <a:pos x="0" y="1334"/>
                </a:cxn>
                <a:cxn ang="0">
                  <a:pos x="0" y="1334"/>
                </a:cxn>
                <a:cxn ang="0">
                  <a:pos x="24" y="1336"/>
                </a:cxn>
                <a:cxn ang="0">
                  <a:pos x="48" y="1338"/>
                </a:cxn>
                <a:cxn ang="0">
                  <a:pos x="70" y="1342"/>
                </a:cxn>
                <a:cxn ang="0">
                  <a:pos x="94" y="1348"/>
                </a:cxn>
                <a:cxn ang="0">
                  <a:pos x="116" y="1354"/>
                </a:cxn>
                <a:cxn ang="0">
                  <a:pos x="138" y="1362"/>
                </a:cxn>
                <a:cxn ang="0">
                  <a:pos x="160" y="1372"/>
                </a:cxn>
                <a:cxn ang="0">
                  <a:pos x="182" y="1384"/>
                </a:cxn>
                <a:cxn ang="0">
                  <a:pos x="848" y="228"/>
                </a:cxn>
              </a:cxnLst>
              <a:rect l="0" t="0" r="r" b="b"/>
              <a:pathLst>
                <a:path w="848" h="1384">
                  <a:moveTo>
                    <a:pt x="848" y="228"/>
                  </a:moveTo>
                  <a:lnTo>
                    <a:pt x="848" y="228"/>
                  </a:lnTo>
                  <a:lnTo>
                    <a:pt x="800" y="200"/>
                  </a:lnTo>
                  <a:lnTo>
                    <a:pt x="750" y="176"/>
                  </a:lnTo>
                  <a:lnTo>
                    <a:pt x="700" y="152"/>
                  </a:lnTo>
                  <a:lnTo>
                    <a:pt x="648" y="130"/>
                  </a:lnTo>
                  <a:lnTo>
                    <a:pt x="598" y="110"/>
                  </a:lnTo>
                  <a:lnTo>
                    <a:pt x="544" y="90"/>
                  </a:lnTo>
                  <a:lnTo>
                    <a:pt x="492" y="74"/>
                  </a:lnTo>
                  <a:lnTo>
                    <a:pt x="440" y="58"/>
                  </a:lnTo>
                  <a:lnTo>
                    <a:pt x="386" y="46"/>
                  </a:lnTo>
                  <a:lnTo>
                    <a:pt x="332" y="34"/>
                  </a:lnTo>
                  <a:lnTo>
                    <a:pt x="276" y="24"/>
                  </a:lnTo>
                  <a:lnTo>
                    <a:pt x="222" y="16"/>
                  </a:lnTo>
                  <a:lnTo>
                    <a:pt x="166" y="8"/>
                  </a:lnTo>
                  <a:lnTo>
                    <a:pt x="110" y="4"/>
                  </a:lnTo>
                  <a:lnTo>
                    <a:pt x="56" y="2"/>
                  </a:lnTo>
                  <a:lnTo>
                    <a:pt x="0" y="0"/>
                  </a:lnTo>
                  <a:lnTo>
                    <a:pt x="0" y="1334"/>
                  </a:lnTo>
                  <a:lnTo>
                    <a:pt x="0" y="1334"/>
                  </a:lnTo>
                  <a:lnTo>
                    <a:pt x="24" y="1336"/>
                  </a:lnTo>
                  <a:lnTo>
                    <a:pt x="48" y="1338"/>
                  </a:lnTo>
                  <a:lnTo>
                    <a:pt x="70" y="1342"/>
                  </a:lnTo>
                  <a:lnTo>
                    <a:pt x="94" y="1348"/>
                  </a:lnTo>
                  <a:lnTo>
                    <a:pt x="116" y="1354"/>
                  </a:lnTo>
                  <a:lnTo>
                    <a:pt x="138" y="1362"/>
                  </a:lnTo>
                  <a:lnTo>
                    <a:pt x="160" y="1372"/>
                  </a:lnTo>
                  <a:lnTo>
                    <a:pt x="182" y="1384"/>
                  </a:lnTo>
                  <a:lnTo>
                    <a:pt x="848" y="228"/>
                  </a:lnTo>
                  <a:close/>
                </a:path>
              </a:pathLst>
            </a:custGeom>
            <a:solidFill>
              <a:schemeClr val="accent3"/>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0" name="Freeform 6"/>
            <p:cNvSpPr/>
            <p:nvPr/>
          </p:nvSpPr>
          <p:spPr bwMode="auto">
            <a:xfrm>
              <a:off x="5404272" y="1912255"/>
              <a:ext cx="2044700" cy="2044700"/>
            </a:xfrm>
            <a:custGeom>
              <a:avLst/>
              <a:gdLst/>
              <a:ahLst/>
              <a:cxnLst>
                <a:cxn ang="0">
                  <a:pos x="1288" y="622"/>
                </a:cxn>
                <a:cxn ang="0">
                  <a:pos x="1288" y="622"/>
                </a:cxn>
                <a:cxn ang="0">
                  <a:pos x="1258" y="574"/>
                </a:cxn>
                <a:cxn ang="0">
                  <a:pos x="1228" y="526"/>
                </a:cxn>
                <a:cxn ang="0">
                  <a:pos x="1198" y="482"/>
                </a:cxn>
                <a:cxn ang="0">
                  <a:pos x="1164" y="436"/>
                </a:cxn>
                <a:cxn ang="0">
                  <a:pos x="1130" y="394"/>
                </a:cxn>
                <a:cxn ang="0">
                  <a:pos x="1094" y="350"/>
                </a:cxn>
                <a:cxn ang="0">
                  <a:pos x="1056" y="310"/>
                </a:cxn>
                <a:cxn ang="0">
                  <a:pos x="1018" y="270"/>
                </a:cxn>
                <a:cxn ang="0">
                  <a:pos x="978" y="232"/>
                </a:cxn>
                <a:cxn ang="0">
                  <a:pos x="938" y="194"/>
                </a:cxn>
                <a:cxn ang="0">
                  <a:pos x="896" y="158"/>
                </a:cxn>
                <a:cxn ang="0">
                  <a:pos x="852" y="124"/>
                </a:cxn>
                <a:cxn ang="0">
                  <a:pos x="806" y="90"/>
                </a:cxn>
                <a:cxn ang="0">
                  <a:pos x="762" y="58"/>
                </a:cxn>
                <a:cxn ang="0">
                  <a:pos x="714" y="28"/>
                </a:cxn>
                <a:cxn ang="0">
                  <a:pos x="666" y="0"/>
                </a:cxn>
                <a:cxn ang="0">
                  <a:pos x="0" y="1156"/>
                </a:cxn>
                <a:cxn ang="0">
                  <a:pos x="0" y="1156"/>
                </a:cxn>
                <a:cxn ang="0">
                  <a:pos x="20" y="1168"/>
                </a:cxn>
                <a:cxn ang="0">
                  <a:pos x="40" y="1182"/>
                </a:cxn>
                <a:cxn ang="0">
                  <a:pos x="58" y="1198"/>
                </a:cxn>
                <a:cxn ang="0">
                  <a:pos x="76" y="1214"/>
                </a:cxn>
                <a:cxn ang="0">
                  <a:pos x="92" y="1230"/>
                </a:cxn>
                <a:cxn ang="0">
                  <a:pos x="106" y="1248"/>
                </a:cxn>
                <a:cxn ang="0">
                  <a:pos x="120" y="1268"/>
                </a:cxn>
                <a:cxn ang="0">
                  <a:pos x="134" y="1288"/>
                </a:cxn>
                <a:cxn ang="0">
                  <a:pos x="1288" y="622"/>
                </a:cxn>
              </a:cxnLst>
              <a:rect l="0" t="0" r="r" b="b"/>
              <a:pathLst>
                <a:path w="1288" h="1288">
                  <a:moveTo>
                    <a:pt x="1288" y="622"/>
                  </a:moveTo>
                  <a:lnTo>
                    <a:pt x="1288" y="622"/>
                  </a:lnTo>
                  <a:lnTo>
                    <a:pt x="1258" y="574"/>
                  </a:lnTo>
                  <a:lnTo>
                    <a:pt x="1228" y="526"/>
                  </a:lnTo>
                  <a:lnTo>
                    <a:pt x="1198" y="482"/>
                  </a:lnTo>
                  <a:lnTo>
                    <a:pt x="1164" y="436"/>
                  </a:lnTo>
                  <a:lnTo>
                    <a:pt x="1130" y="394"/>
                  </a:lnTo>
                  <a:lnTo>
                    <a:pt x="1094" y="350"/>
                  </a:lnTo>
                  <a:lnTo>
                    <a:pt x="1056" y="310"/>
                  </a:lnTo>
                  <a:lnTo>
                    <a:pt x="1018" y="270"/>
                  </a:lnTo>
                  <a:lnTo>
                    <a:pt x="978" y="232"/>
                  </a:lnTo>
                  <a:lnTo>
                    <a:pt x="938" y="194"/>
                  </a:lnTo>
                  <a:lnTo>
                    <a:pt x="896" y="158"/>
                  </a:lnTo>
                  <a:lnTo>
                    <a:pt x="852" y="124"/>
                  </a:lnTo>
                  <a:lnTo>
                    <a:pt x="806" y="90"/>
                  </a:lnTo>
                  <a:lnTo>
                    <a:pt x="762" y="58"/>
                  </a:lnTo>
                  <a:lnTo>
                    <a:pt x="714" y="28"/>
                  </a:lnTo>
                  <a:lnTo>
                    <a:pt x="666" y="0"/>
                  </a:lnTo>
                  <a:lnTo>
                    <a:pt x="0" y="1156"/>
                  </a:lnTo>
                  <a:lnTo>
                    <a:pt x="0" y="1156"/>
                  </a:lnTo>
                  <a:lnTo>
                    <a:pt x="20" y="1168"/>
                  </a:lnTo>
                  <a:lnTo>
                    <a:pt x="40" y="1182"/>
                  </a:lnTo>
                  <a:lnTo>
                    <a:pt x="58" y="1198"/>
                  </a:lnTo>
                  <a:lnTo>
                    <a:pt x="76" y="1214"/>
                  </a:lnTo>
                  <a:lnTo>
                    <a:pt x="92" y="1230"/>
                  </a:lnTo>
                  <a:lnTo>
                    <a:pt x="106" y="1248"/>
                  </a:lnTo>
                  <a:lnTo>
                    <a:pt x="120" y="1268"/>
                  </a:lnTo>
                  <a:lnTo>
                    <a:pt x="134" y="1288"/>
                  </a:lnTo>
                  <a:lnTo>
                    <a:pt x="1288" y="622"/>
                  </a:lnTo>
                  <a:close/>
                </a:path>
              </a:pathLst>
            </a:custGeom>
            <a:solidFill>
              <a:schemeClr val="accent3"/>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1" name="Freeform 7"/>
            <p:cNvSpPr/>
            <p:nvPr/>
          </p:nvSpPr>
          <p:spPr bwMode="auto">
            <a:xfrm>
              <a:off x="5616997" y="2899680"/>
              <a:ext cx="2190750" cy="1346200"/>
            </a:xfrm>
            <a:custGeom>
              <a:avLst/>
              <a:gdLst/>
              <a:ahLst/>
              <a:cxnLst>
                <a:cxn ang="0">
                  <a:pos x="1380" y="848"/>
                </a:cxn>
                <a:cxn ang="0">
                  <a:pos x="1380" y="848"/>
                </a:cxn>
                <a:cxn ang="0">
                  <a:pos x="1380" y="792"/>
                </a:cxn>
                <a:cxn ang="0">
                  <a:pos x="1378" y="736"/>
                </a:cxn>
                <a:cxn ang="0">
                  <a:pos x="1372" y="682"/>
                </a:cxn>
                <a:cxn ang="0">
                  <a:pos x="1366" y="626"/>
                </a:cxn>
                <a:cxn ang="0">
                  <a:pos x="1358" y="572"/>
                </a:cxn>
                <a:cxn ang="0">
                  <a:pos x="1348" y="516"/>
                </a:cxn>
                <a:cxn ang="0">
                  <a:pos x="1336" y="462"/>
                </a:cxn>
                <a:cxn ang="0">
                  <a:pos x="1324" y="410"/>
                </a:cxn>
                <a:cxn ang="0">
                  <a:pos x="1308" y="356"/>
                </a:cxn>
                <a:cxn ang="0">
                  <a:pos x="1292" y="304"/>
                </a:cxn>
                <a:cxn ang="0">
                  <a:pos x="1272" y="250"/>
                </a:cxn>
                <a:cxn ang="0">
                  <a:pos x="1252" y="200"/>
                </a:cxn>
                <a:cxn ang="0">
                  <a:pos x="1230" y="148"/>
                </a:cxn>
                <a:cxn ang="0">
                  <a:pos x="1206" y="98"/>
                </a:cxn>
                <a:cxn ang="0">
                  <a:pos x="1180" y="48"/>
                </a:cxn>
                <a:cxn ang="0">
                  <a:pos x="1154" y="0"/>
                </a:cxn>
                <a:cxn ang="0">
                  <a:pos x="0" y="666"/>
                </a:cxn>
                <a:cxn ang="0">
                  <a:pos x="0" y="666"/>
                </a:cxn>
                <a:cxn ang="0">
                  <a:pos x="10" y="688"/>
                </a:cxn>
                <a:cxn ang="0">
                  <a:pos x="20" y="710"/>
                </a:cxn>
                <a:cxn ang="0">
                  <a:pos x="28" y="732"/>
                </a:cxn>
                <a:cxn ang="0">
                  <a:pos x="36" y="754"/>
                </a:cxn>
                <a:cxn ang="0">
                  <a:pos x="40" y="778"/>
                </a:cxn>
                <a:cxn ang="0">
                  <a:pos x="44" y="800"/>
                </a:cxn>
                <a:cxn ang="0">
                  <a:pos x="46" y="824"/>
                </a:cxn>
                <a:cxn ang="0">
                  <a:pos x="48" y="848"/>
                </a:cxn>
                <a:cxn ang="0">
                  <a:pos x="1380" y="848"/>
                </a:cxn>
              </a:cxnLst>
              <a:rect l="0" t="0" r="r" b="b"/>
              <a:pathLst>
                <a:path w="1380" h="848">
                  <a:moveTo>
                    <a:pt x="1380" y="848"/>
                  </a:moveTo>
                  <a:lnTo>
                    <a:pt x="1380" y="848"/>
                  </a:lnTo>
                  <a:lnTo>
                    <a:pt x="1380" y="792"/>
                  </a:lnTo>
                  <a:lnTo>
                    <a:pt x="1378" y="736"/>
                  </a:lnTo>
                  <a:lnTo>
                    <a:pt x="1372" y="682"/>
                  </a:lnTo>
                  <a:lnTo>
                    <a:pt x="1366" y="626"/>
                  </a:lnTo>
                  <a:lnTo>
                    <a:pt x="1358" y="572"/>
                  </a:lnTo>
                  <a:lnTo>
                    <a:pt x="1348" y="516"/>
                  </a:lnTo>
                  <a:lnTo>
                    <a:pt x="1336" y="462"/>
                  </a:lnTo>
                  <a:lnTo>
                    <a:pt x="1324" y="410"/>
                  </a:lnTo>
                  <a:lnTo>
                    <a:pt x="1308" y="356"/>
                  </a:lnTo>
                  <a:lnTo>
                    <a:pt x="1292" y="304"/>
                  </a:lnTo>
                  <a:lnTo>
                    <a:pt x="1272" y="250"/>
                  </a:lnTo>
                  <a:lnTo>
                    <a:pt x="1252" y="200"/>
                  </a:lnTo>
                  <a:lnTo>
                    <a:pt x="1230" y="148"/>
                  </a:lnTo>
                  <a:lnTo>
                    <a:pt x="1206" y="98"/>
                  </a:lnTo>
                  <a:lnTo>
                    <a:pt x="1180" y="48"/>
                  </a:lnTo>
                  <a:lnTo>
                    <a:pt x="1154" y="0"/>
                  </a:lnTo>
                  <a:lnTo>
                    <a:pt x="0" y="666"/>
                  </a:lnTo>
                  <a:lnTo>
                    <a:pt x="0" y="666"/>
                  </a:lnTo>
                  <a:lnTo>
                    <a:pt x="10" y="688"/>
                  </a:lnTo>
                  <a:lnTo>
                    <a:pt x="20" y="710"/>
                  </a:lnTo>
                  <a:lnTo>
                    <a:pt x="28" y="732"/>
                  </a:lnTo>
                  <a:lnTo>
                    <a:pt x="36" y="754"/>
                  </a:lnTo>
                  <a:lnTo>
                    <a:pt x="40" y="778"/>
                  </a:lnTo>
                  <a:lnTo>
                    <a:pt x="44" y="800"/>
                  </a:lnTo>
                  <a:lnTo>
                    <a:pt x="46" y="824"/>
                  </a:lnTo>
                  <a:lnTo>
                    <a:pt x="48" y="848"/>
                  </a:lnTo>
                  <a:lnTo>
                    <a:pt x="1380" y="848"/>
                  </a:lnTo>
                  <a:close/>
                </a:path>
              </a:pathLst>
            </a:custGeom>
            <a:solidFill>
              <a:schemeClr val="accent1"/>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2" name="Freeform 8"/>
            <p:cNvSpPr/>
            <p:nvPr/>
          </p:nvSpPr>
          <p:spPr bwMode="auto">
            <a:xfrm>
              <a:off x="5616997" y="4245880"/>
              <a:ext cx="2190750" cy="1346200"/>
            </a:xfrm>
            <a:custGeom>
              <a:avLst/>
              <a:gdLst/>
              <a:ahLst/>
              <a:cxnLst>
                <a:cxn ang="0">
                  <a:pos x="1154" y="848"/>
                </a:cxn>
                <a:cxn ang="0">
                  <a:pos x="1154" y="848"/>
                </a:cxn>
                <a:cxn ang="0">
                  <a:pos x="1180" y="800"/>
                </a:cxn>
                <a:cxn ang="0">
                  <a:pos x="1206" y="750"/>
                </a:cxn>
                <a:cxn ang="0">
                  <a:pos x="1230" y="700"/>
                </a:cxn>
                <a:cxn ang="0">
                  <a:pos x="1252" y="650"/>
                </a:cxn>
                <a:cxn ang="0">
                  <a:pos x="1272" y="598"/>
                </a:cxn>
                <a:cxn ang="0">
                  <a:pos x="1292" y="546"/>
                </a:cxn>
                <a:cxn ang="0">
                  <a:pos x="1308" y="494"/>
                </a:cxn>
                <a:cxn ang="0">
                  <a:pos x="1324" y="440"/>
                </a:cxn>
                <a:cxn ang="0">
                  <a:pos x="1336" y="386"/>
                </a:cxn>
                <a:cxn ang="0">
                  <a:pos x="1348" y="332"/>
                </a:cxn>
                <a:cxn ang="0">
                  <a:pos x="1358" y="278"/>
                </a:cxn>
                <a:cxn ang="0">
                  <a:pos x="1366" y="222"/>
                </a:cxn>
                <a:cxn ang="0">
                  <a:pos x="1372" y="168"/>
                </a:cxn>
                <a:cxn ang="0">
                  <a:pos x="1378" y="112"/>
                </a:cxn>
                <a:cxn ang="0">
                  <a:pos x="1380" y="56"/>
                </a:cxn>
                <a:cxn ang="0">
                  <a:pos x="1380" y="0"/>
                </a:cxn>
                <a:cxn ang="0">
                  <a:pos x="48" y="0"/>
                </a:cxn>
                <a:cxn ang="0">
                  <a:pos x="48" y="0"/>
                </a:cxn>
                <a:cxn ang="0">
                  <a:pos x="46" y="24"/>
                </a:cxn>
                <a:cxn ang="0">
                  <a:pos x="44" y="48"/>
                </a:cxn>
                <a:cxn ang="0">
                  <a:pos x="40" y="72"/>
                </a:cxn>
                <a:cxn ang="0">
                  <a:pos x="36" y="94"/>
                </a:cxn>
                <a:cxn ang="0">
                  <a:pos x="28" y="118"/>
                </a:cxn>
                <a:cxn ang="0">
                  <a:pos x="20" y="140"/>
                </a:cxn>
                <a:cxn ang="0">
                  <a:pos x="10" y="162"/>
                </a:cxn>
                <a:cxn ang="0">
                  <a:pos x="0" y="182"/>
                </a:cxn>
                <a:cxn ang="0">
                  <a:pos x="1154" y="848"/>
                </a:cxn>
              </a:cxnLst>
              <a:rect l="0" t="0" r="r" b="b"/>
              <a:pathLst>
                <a:path w="1380" h="848">
                  <a:moveTo>
                    <a:pt x="1154" y="848"/>
                  </a:moveTo>
                  <a:lnTo>
                    <a:pt x="1154" y="848"/>
                  </a:lnTo>
                  <a:lnTo>
                    <a:pt x="1180" y="800"/>
                  </a:lnTo>
                  <a:lnTo>
                    <a:pt x="1206" y="750"/>
                  </a:lnTo>
                  <a:lnTo>
                    <a:pt x="1230" y="700"/>
                  </a:lnTo>
                  <a:lnTo>
                    <a:pt x="1252" y="650"/>
                  </a:lnTo>
                  <a:lnTo>
                    <a:pt x="1272" y="598"/>
                  </a:lnTo>
                  <a:lnTo>
                    <a:pt x="1292" y="546"/>
                  </a:lnTo>
                  <a:lnTo>
                    <a:pt x="1308" y="494"/>
                  </a:lnTo>
                  <a:lnTo>
                    <a:pt x="1324" y="440"/>
                  </a:lnTo>
                  <a:lnTo>
                    <a:pt x="1336" y="386"/>
                  </a:lnTo>
                  <a:lnTo>
                    <a:pt x="1348" y="332"/>
                  </a:lnTo>
                  <a:lnTo>
                    <a:pt x="1358" y="278"/>
                  </a:lnTo>
                  <a:lnTo>
                    <a:pt x="1366" y="222"/>
                  </a:lnTo>
                  <a:lnTo>
                    <a:pt x="1372" y="168"/>
                  </a:lnTo>
                  <a:lnTo>
                    <a:pt x="1378" y="112"/>
                  </a:lnTo>
                  <a:lnTo>
                    <a:pt x="1380" y="56"/>
                  </a:lnTo>
                  <a:lnTo>
                    <a:pt x="1380" y="0"/>
                  </a:lnTo>
                  <a:lnTo>
                    <a:pt x="48" y="0"/>
                  </a:lnTo>
                  <a:lnTo>
                    <a:pt x="48" y="0"/>
                  </a:lnTo>
                  <a:lnTo>
                    <a:pt x="46" y="24"/>
                  </a:lnTo>
                  <a:lnTo>
                    <a:pt x="44" y="48"/>
                  </a:lnTo>
                  <a:lnTo>
                    <a:pt x="40" y="72"/>
                  </a:lnTo>
                  <a:lnTo>
                    <a:pt x="36" y="94"/>
                  </a:lnTo>
                  <a:lnTo>
                    <a:pt x="28" y="118"/>
                  </a:lnTo>
                  <a:lnTo>
                    <a:pt x="20" y="140"/>
                  </a:lnTo>
                  <a:lnTo>
                    <a:pt x="10" y="162"/>
                  </a:lnTo>
                  <a:lnTo>
                    <a:pt x="0" y="182"/>
                  </a:lnTo>
                  <a:lnTo>
                    <a:pt x="1154" y="848"/>
                  </a:lnTo>
                  <a:close/>
                </a:path>
              </a:pathLst>
            </a:custGeom>
            <a:solidFill>
              <a:srgbClr val="1450B8"/>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3" name="Freeform 9"/>
            <p:cNvSpPr/>
            <p:nvPr/>
          </p:nvSpPr>
          <p:spPr bwMode="auto">
            <a:xfrm>
              <a:off x="5412981" y="4526096"/>
              <a:ext cx="2044700" cy="2044700"/>
            </a:xfrm>
            <a:custGeom>
              <a:avLst/>
              <a:gdLst/>
              <a:ahLst/>
              <a:cxnLst>
                <a:cxn ang="0">
                  <a:pos x="666" y="1288"/>
                </a:cxn>
                <a:cxn ang="0">
                  <a:pos x="666" y="1288"/>
                </a:cxn>
                <a:cxn ang="0">
                  <a:pos x="714" y="1260"/>
                </a:cxn>
                <a:cxn ang="0">
                  <a:pos x="762" y="1230"/>
                </a:cxn>
                <a:cxn ang="0">
                  <a:pos x="806" y="1198"/>
                </a:cxn>
                <a:cxn ang="0">
                  <a:pos x="852" y="1166"/>
                </a:cxn>
                <a:cxn ang="0">
                  <a:pos x="896" y="1130"/>
                </a:cxn>
                <a:cxn ang="0">
                  <a:pos x="938" y="1094"/>
                </a:cxn>
                <a:cxn ang="0">
                  <a:pos x="978" y="1058"/>
                </a:cxn>
                <a:cxn ang="0">
                  <a:pos x="1018" y="1020"/>
                </a:cxn>
                <a:cxn ang="0">
                  <a:pos x="1056" y="980"/>
                </a:cxn>
                <a:cxn ang="0">
                  <a:pos x="1094" y="938"/>
                </a:cxn>
                <a:cxn ang="0">
                  <a:pos x="1130" y="896"/>
                </a:cxn>
                <a:cxn ang="0">
                  <a:pos x="1164" y="852"/>
                </a:cxn>
                <a:cxn ang="0">
                  <a:pos x="1198" y="808"/>
                </a:cxn>
                <a:cxn ang="0">
                  <a:pos x="1228" y="762"/>
                </a:cxn>
                <a:cxn ang="0">
                  <a:pos x="1258" y="714"/>
                </a:cxn>
                <a:cxn ang="0">
                  <a:pos x="1288" y="666"/>
                </a:cxn>
                <a:cxn ang="0">
                  <a:pos x="134" y="0"/>
                </a:cxn>
                <a:cxn ang="0">
                  <a:pos x="134" y="0"/>
                </a:cxn>
                <a:cxn ang="0">
                  <a:pos x="120" y="22"/>
                </a:cxn>
                <a:cxn ang="0">
                  <a:pos x="106" y="40"/>
                </a:cxn>
                <a:cxn ang="0">
                  <a:pos x="92" y="58"/>
                </a:cxn>
                <a:cxn ang="0">
                  <a:pos x="76" y="76"/>
                </a:cxn>
                <a:cxn ang="0">
                  <a:pos x="58" y="92"/>
                </a:cxn>
                <a:cxn ang="0">
                  <a:pos x="40" y="108"/>
                </a:cxn>
                <a:cxn ang="0">
                  <a:pos x="20" y="122"/>
                </a:cxn>
                <a:cxn ang="0">
                  <a:pos x="0" y="134"/>
                </a:cxn>
                <a:cxn ang="0">
                  <a:pos x="666" y="1288"/>
                </a:cxn>
              </a:cxnLst>
              <a:rect l="0" t="0" r="r" b="b"/>
              <a:pathLst>
                <a:path w="1288" h="1288">
                  <a:moveTo>
                    <a:pt x="666" y="1288"/>
                  </a:moveTo>
                  <a:lnTo>
                    <a:pt x="666" y="1288"/>
                  </a:lnTo>
                  <a:lnTo>
                    <a:pt x="714" y="1260"/>
                  </a:lnTo>
                  <a:lnTo>
                    <a:pt x="762" y="1230"/>
                  </a:lnTo>
                  <a:lnTo>
                    <a:pt x="806" y="1198"/>
                  </a:lnTo>
                  <a:lnTo>
                    <a:pt x="852" y="1166"/>
                  </a:lnTo>
                  <a:lnTo>
                    <a:pt x="896" y="1130"/>
                  </a:lnTo>
                  <a:lnTo>
                    <a:pt x="938" y="1094"/>
                  </a:lnTo>
                  <a:lnTo>
                    <a:pt x="978" y="1058"/>
                  </a:lnTo>
                  <a:lnTo>
                    <a:pt x="1018" y="1020"/>
                  </a:lnTo>
                  <a:lnTo>
                    <a:pt x="1056" y="980"/>
                  </a:lnTo>
                  <a:lnTo>
                    <a:pt x="1094" y="938"/>
                  </a:lnTo>
                  <a:lnTo>
                    <a:pt x="1130" y="896"/>
                  </a:lnTo>
                  <a:lnTo>
                    <a:pt x="1164" y="852"/>
                  </a:lnTo>
                  <a:lnTo>
                    <a:pt x="1198" y="808"/>
                  </a:lnTo>
                  <a:lnTo>
                    <a:pt x="1228" y="762"/>
                  </a:lnTo>
                  <a:lnTo>
                    <a:pt x="1258" y="714"/>
                  </a:lnTo>
                  <a:lnTo>
                    <a:pt x="1288" y="666"/>
                  </a:lnTo>
                  <a:lnTo>
                    <a:pt x="134" y="0"/>
                  </a:lnTo>
                  <a:lnTo>
                    <a:pt x="134" y="0"/>
                  </a:lnTo>
                  <a:lnTo>
                    <a:pt x="120" y="22"/>
                  </a:lnTo>
                  <a:lnTo>
                    <a:pt x="106" y="40"/>
                  </a:lnTo>
                  <a:lnTo>
                    <a:pt x="92" y="58"/>
                  </a:lnTo>
                  <a:lnTo>
                    <a:pt x="76" y="76"/>
                  </a:lnTo>
                  <a:lnTo>
                    <a:pt x="58" y="92"/>
                  </a:lnTo>
                  <a:lnTo>
                    <a:pt x="40" y="108"/>
                  </a:lnTo>
                  <a:lnTo>
                    <a:pt x="20" y="122"/>
                  </a:lnTo>
                  <a:lnTo>
                    <a:pt x="0" y="134"/>
                  </a:lnTo>
                  <a:lnTo>
                    <a:pt x="666" y="1288"/>
                  </a:lnTo>
                  <a:close/>
                </a:path>
              </a:pathLst>
            </a:custGeom>
            <a:solidFill>
              <a:srgbClr val="1450B8"/>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4" name="Freeform 10"/>
            <p:cNvSpPr/>
            <p:nvPr/>
          </p:nvSpPr>
          <p:spPr bwMode="auto">
            <a:xfrm>
              <a:off x="5115347" y="4747530"/>
              <a:ext cx="1346200" cy="2193925"/>
            </a:xfrm>
            <a:custGeom>
              <a:avLst/>
              <a:gdLst/>
              <a:ahLst/>
              <a:cxnLst>
                <a:cxn ang="0">
                  <a:pos x="0" y="1382"/>
                </a:cxn>
                <a:cxn ang="0">
                  <a:pos x="0" y="1382"/>
                </a:cxn>
                <a:cxn ang="0">
                  <a:pos x="56" y="1380"/>
                </a:cxn>
                <a:cxn ang="0">
                  <a:pos x="110" y="1378"/>
                </a:cxn>
                <a:cxn ang="0">
                  <a:pos x="166" y="1374"/>
                </a:cxn>
                <a:cxn ang="0">
                  <a:pos x="222" y="1368"/>
                </a:cxn>
                <a:cxn ang="0">
                  <a:pos x="276" y="1360"/>
                </a:cxn>
                <a:cxn ang="0">
                  <a:pos x="332" y="1350"/>
                </a:cxn>
                <a:cxn ang="0">
                  <a:pos x="386" y="1338"/>
                </a:cxn>
                <a:cxn ang="0">
                  <a:pos x="440" y="1324"/>
                </a:cxn>
                <a:cxn ang="0">
                  <a:pos x="492" y="1308"/>
                </a:cxn>
                <a:cxn ang="0">
                  <a:pos x="544" y="1292"/>
                </a:cxn>
                <a:cxn ang="0">
                  <a:pos x="598" y="1274"/>
                </a:cxn>
                <a:cxn ang="0">
                  <a:pos x="648" y="1252"/>
                </a:cxn>
                <a:cxn ang="0">
                  <a:pos x="700" y="1230"/>
                </a:cxn>
                <a:cxn ang="0">
                  <a:pos x="750" y="1208"/>
                </a:cxn>
                <a:cxn ang="0">
                  <a:pos x="800" y="1182"/>
                </a:cxn>
                <a:cxn ang="0">
                  <a:pos x="848" y="1154"/>
                </a:cxn>
                <a:cxn ang="0">
                  <a:pos x="182" y="0"/>
                </a:cxn>
                <a:cxn ang="0">
                  <a:pos x="182" y="0"/>
                </a:cxn>
                <a:cxn ang="0">
                  <a:pos x="160" y="12"/>
                </a:cxn>
                <a:cxn ang="0">
                  <a:pos x="138" y="20"/>
                </a:cxn>
                <a:cxn ang="0">
                  <a:pos x="116" y="30"/>
                </a:cxn>
                <a:cxn ang="0">
                  <a:pos x="94" y="36"/>
                </a:cxn>
                <a:cxn ang="0">
                  <a:pos x="70" y="42"/>
                </a:cxn>
                <a:cxn ang="0">
                  <a:pos x="48" y="46"/>
                </a:cxn>
                <a:cxn ang="0">
                  <a:pos x="24" y="48"/>
                </a:cxn>
                <a:cxn ang="0">
                  <a:pos x="0" y="48"/>
                </a:cxn>
                <a:cxn ang="0">
                  <a:pos x="0" y="1382"/>
                </a:cxn>
              </a:cxnLst>
              <a:rect l="0" t="0" r="r" b="b"/>
              <a:pathLst>
                <a:path w="848" h="1382">
                  <a:moveTo>
                    <a:pt x="0" y="1382"/>
                  </a:moveTo>
                  <a:lnTo>
                    <a:pt x="0" y="1382"/>
                  </a:lnTo>
                  <a:lnTo>
                    <a:pt x="56" y="1380"/>
                  </a:lnTo>
                  <a:lnTo>
                    <a:pt x="110" y="1378"/>
                  </a:lnTo>
                  <a:lnTo>
                    <a:pt x="166" y="1374"/>
                  </a:lnTo>
                  <a:lnTo>
                    <a:pt x="222" y="1368"/>
                  </a:lnTo>
                  <a:lnTo>
                    <a:pt x="276" y="1360"/>
                  </a:lnTo>
                  <a:lnTo>
                    <a:pt x="332" y="1350"/>
                  </a:lnTo>
                  <a:lnTo>
                    <a:pt x="386" y="1338"/>
                  </a:lnTo>
                  <a:lnTo>
                    <a:pt x="440" y="1324"/>
                  </a:lnTo>
                  <a:lnTo>
                    <a:pt x="492" y="1308"/>
                  </a:lnTo>
                  <a:lnTo>
                    <a:pt x="544" y="1292"/>
                  </a:lnTo>
                  <a:lnTo>
                    <a:pt x="598" y="1274"/>
                  </a:lnTo>
                  <a:lnTo>
                    <a:pt x="648" y="1252"/>
                  </a:lnTo>
                  <a:lnTo>
                    <a:pt x="700" y="1230"/>
                  </a:lnTo>
                  <a:lnTo>
                    <a:pt x="750" y="1208"/>
                  </a:lnTo>
                  <a:lnTo>
                    <a:pt x="800" y="1182"/>
                  </a:lnTo>
                  <a:lnTo>
                    <a:pt x="848" y="1154"/>
                  </a:lnTo>
                  <a:lnTo>
                    <a:pt x="182" y="0"/>
                  </a:lnTo>
                  <a:lnTo>
                    <a:pt x="182" y="0"/>
                  </a:lnTo>
                  <a:lnTo>
                    <a:pt x="160" y="12"/>
                  </a:lnTo>
                  <a:lnTo>
                    <a:pt x="138" y="20"/>
                  </a:lnTo>
                  <a:lnTo>
                    <a:pt x="116" y="30"/>
                  </a:lnTo>
                  <a:lnTo>
                    <a:pt x="94" y="36"/>
                  </a:lnTo>
                  <a:lnTo>
                    <a:pt x="70" y="42"/>
                  </a:lnTo>
                  <a:lnTo>
                    <a:pt x="48" y="46"/>
                  </a:lnTo>
                  <a:lnTo>
                    <a:pt x="24" y="48"/>
                  </a:lnTo>
                  <a:lnTo>
                    <a:pt x="0" y="48"/>
                  </a:lnTo>
                  <a:lnTo>
                    <a:pt x="0" y="1382"/>
                  </a:lnTo>
                  <a:close/>
                </a:path>
              </a:pathLst>
            </a:custGeom>
            <a:solidFill>
              <a:schemeClr val="accent6"/>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5" name="Freeform 11"/>
            <p:cNvSpPr/>
            <p:nvPr/>
          </p:nvSpPr>
          <p:spPr bwMode="auto">
            <a:xfrm>
              <a:off x="3765972" y="4747530"/>
              <a:ext cx="1349375" cy="2193925"/>
            </a:xfrm>
            <a:custGeom>
              <a:avLst/>
              <a:gdLst/>
              <a:ahLst/>
              <a:cxnLst>
                <a:cxn ang="0">
                  <a:pos x="0" y="1154"/>
                </a:cxn>
                <a:cxn ang="0">
                  <a:pos x="0" y="1154"/>
                </a:cxn>
                <a:cxn ang="0">
                  <a:pos x="50" y="1182"/>
                </a:cxn>
                <a:cxn ang="0">
                  <a:pos x="100" y="1208"/>
                </a:cxn>
                <a:cxn ang="0">
                  <a:pos x="150" y="1230"/>
                </a:cxn>
                <a:cxn ang="0">
                  <a:pos x="200" y="1252"/>
                </a:cxn>
                <a:cxn ang="0">
                  <a:pos x="252" y="1274"/>
                </a:cxn>
                <a:cxn ang="0">
                  <a:pos x="304" y="1292"/>
                </a:cxn>
                <a:cxn ang="0">
                  <a:pos x="356" y="1308"/>
                </a:cxn>
                <a:cxn ang="0">
                  <a:pos x="410" y="1324"/>
                </a:cxn>
                <a:cxn ang="0">
                  <a:pos x="464" y="1338"/>
                </a:cxn>
                <a:cxn ang="0">
                  <a:pos x="518" y="1350"/>
                </a:cxn>
                <a:cxn ang="0">
                  <a:pos x="572" y="1360"/>
                </a:cxn>
                <a:cxn ang="0">
                  <a:pos x="628" y="1368"/>
                </a:cxn>
                <a:cxn ang="0">
                  <a:pos x="682" y="1374"/>
                </a:cxn>
                <a:cxn ang="0">
                  <a:pos x="738" y="1378"/>
                </a:cxn>
                <a:cxn ang="0">
                  <a:pos x="794" y="1380"/>
                </a:cxn>
                <a:cxn ang="0">
                  <a:pos x="850" y="1382"/>
                </a:cxn>
                <a:cxn ang="0">
                  <a:pos x="850" y="48"/>
                </a:cxn>
                <a:cxn ang="0">
                  <a:pos x="850" y="48"/>
                </a:cxn>
                <a:cxn ang="0">
                  <a:pos x="826" y="48"/>
                </a:cxn>
                <a:cxn ang="0">
                  <a:pos x="802" y="46"/>
                </a:cxn>
                <a:cxn ang="0">
                  <a:pos x="778" y="42"/>
                </a:cxn>
                <a:cxn ang="0">
                  <a:pos x="756" y="36"/>
                </a:cxn>
                <a:cxn ang="0">
                  <a:pos x="732" y="30"/>
                </a:cxn>
                <a:cxn ang="0">
                  <a:pos x="710" y="20"/>
                </a:cxn>
                <a:cxn ang="0">
                  <a:pos x="688" y="12"/>
                </a:cxn>
                <a:cxn ang="0">
                  <a:pos x="668" y="0"/>
                </a:cxn>
                <a:cxn ang="0">
                  <a:pos x="0" y="1154"/>
                </a:cxn>
              </a:cxnLst>
              <a:rect l="0" t="0" r="r" b="b"/>
              <a:pathLst>
                <a:path w="850" h="1382">
                  <a:moveTo>
                    <a:pt x="0" y="1154"/>
                  </a:moveTo>
                  <a:lnTo>
                    <a:pt x="0" y="1154"/>
                  </a:lnTo>
                  <a:lnTo>
                    <a:pt x="50" y="1182"/>
                  </a:lnTo>
                  <a:lnTo>
                    <a:pt x="100" y="1208"/>
                  </a:lnTo>
                  <a:lnTo>
                    <a:pt x="150" y="1230"/>
                  </a:lnTo>
                  <a:lnTo>
                    <a:pt x="200" y="1252"/>
                  </a:lnTo>
                  <a:lnTo>
                    <a:pt x="252" y="1274"/>
                  </a:lnTo>
                  <a:lnTo>
                    <a:pt x="304" y="1292"/>
                  </a:lnTo>
                  <a:lnTo>
                    <a:pt x="356" y="1308"/>
                  </a:lnTo>
                  <a:lnTo>
                    <a:pt x="410" y="1324"/>
                  </a:lnTo>
                  <a:lnTo>
                    <a:pt x="464" y="1338"/>
                  </a:lnTo>
                  <a:lnTo>
                    <a:pt x="518" y="1350"/>
                  </a:lnTo>
                  <a:lnTo>
                    <a:pt x="572" y="1360"/>
                  </a:lnTo>
                  <a:lnTo>
                    <a:pt x="628" y="1368"/>
                  </a:lnTo>
                  <a:lnTo>
                    <a:pt x="682" y="1374"/>
                  </a:lnTo>
                  <a:lnTo>
                    <a:pt x="738" y="1378"/>
                  </a:lnTo>
                  <a:lnTo>
                    <a:pt x="794" y="1380"/>
                  </a:lnTo>
                  <a:lnTo>
                    <a:pt x="850" y="1382"/>
                  </a:lnTo>
                  <a:lnTo>
                    <a:pt x="850" y="48"/>
                  </a:lnTo>
                  <a:lnTo>
                    <a:pt x="850" y="48"/>
                  </a:lnTo>
                  <a:lnTo>
                    <a:pt x="826" y="48"/>
                  </a:lnTo>
                  <a:lnTo>
                    <a:pt x="802" y="46"/>
                  </a:lnTo>
                  <a:lnTo>
                    <a:pt x="778" y="42"/>
                  </a:lnTo>
                  <a:lnTo>
                    <a:pt x="756" y="36"/>
                  </a:lnTo>
                  <a:lnTo>
                    <a:pt x="732" y="30"/>
                  </a:lnTo>
                  <a:lnTo>
                    <a:pt x="710" y="20"/>
                  </a:lnTo>
                  <a:lnTo>
                    <a:pt x="688" y="12"/>
                  </a:lnTo>
                  <a:lnTo>
                    <a:pt x="668" y="0"/>
                  </a:lnTo>
                  <a:lnTo>
                    <a:pt x="0" y="1154"/>
                  </a:lnTo>
                  <a:close/>
                </a:path>
              </a:pathLst>
            </a:custGeom>
            <a:solidFill>
              <a:schemeClr val="accent6"/>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6" name="Freeform 12"/>
            <p:cNvSpPr/>
            <p:nvPr/>
          </p:nvSpPr>
          <p:spPr bwMode="auto">
            <a:xfrm>
              <a:off x="2781722" y="4534805"/>
              <a:ext cx="2044700" cy="2044700"/>
            </a:xfrm>
            <a:custGeom>
              <a:avLst/>
              <a:gdLst/>
              <a:ahLst/>
              <a:cxnLst>
                <a:cxn ang="0">
                  <a:pos x="0" y="666"/>
                </a:cxn>
                <a:cxn ang="0">
                  <a:pos x="0" y="666"/>
                </a:cxn>
                <a:cxn ang="0">
                  <a:pos x="28" y="714"/>
                </a:cxn>
                <a:cxn ang="0">
                  <a:pos x="58" y="762"/>
                </a:cxn>
                <a:cxn ang="0">
                  <a:pos x="90" y="808"/>
                </a:cxn>
                <a:cxn ang="0">
                  <a:pos x="122" y="852"/>
                </a:cxn>
                <a:cxn ang="0">
                  <a:pos x="158" y="896"/>
                </a:cxn>
                <a:cxn ang="0">
                  <a:pos x="194" y="938"/>
                </a:cxn>
                <a:cxn ang="0">
                  <a:pos x="230" y="980"/>
                </a:cxn>
                <a:cxn ang="0">
                  <a:pos x="270" y="1020"/>
                </a:cxn>
                <a:cxn ang="0">
                  <a:pos x="308" y="1058"/>
                </a:cxn>
                <a:cxn ang="0">
                  <a:pos x="350" y="1094"/>
                </a:cxn>
                <a:cxn ang="0">
                  <a:pos x="392" y="1130"/>
                </a:cxn>
                <a:cxn ang="0">
                  <a:pos x="436" y="1166"/>
                </a:cxn>
                <a:cxn ang="0">
                  <a:pos x="480" y="1198"/>
                </a:cxn>
                <a:cxn ang="0">
                  <a:pos x="526" y="1230"/>
                </a:cxn>
                <a:cxn ang="0">
                  <a:pos x="572" y="1260"/>
                </a:cxn>
                <a:cxn ang="0">
                  <a:pos x="620" y="1288"/>
                </a:cxn>
                <a:cxn ang="0">
                  <a:pos x="1288" y="134"/>
                </a:cxn>
                <a:cxn ang="0">
                  <a:pos x="1288" y="134"/>
                </a:cxn>
                <a:cxn ang="0">
                  <a:pos x="1268" y="122"/>
                </a:cxn>
                <a:cxn ang="0">
                  <a:pos x="1248" y="108"/>
                </a:cxn>
                <a:cxn ang="0">
                  <a:pos x="1230" y="92"/>
                </a:cxn>
                <a:cxn ang="0">
                  <a:pos x="1212" y="76"/>
                </a:cxn>
                <a:cxn ang="0">
                  <a:pos x="1196" y="58"/>
                </a:cxn>
                <a:cxn ang="0">
                  <a:pos x="1182" y="40"/>
                </a:cxn>
                <a:cxn ang="0">
                  <a:pos x="1168" y="22"/>
                </a:cxn>
                <a:cxn ang="0">
                  <a:pos x="1154" y="0"/>
                </a:cxn>
                <a:cxn ang="0">
                  <a:pos x="0" y="666"/>
                </a:cxn>
              </a:cxnLst>
              <a:rect l="0" t="0" r="r" b="b"/>
              <a:pathLst>
                <a:path w="1288" h="1288">
                  <a:moveTo>
                    <a:pt x="0" y="666"/>
                  </a:moveTo>
                  <a:lnTo>
                    <a:pt x="0" y="666"/>
                  </a:lnTo>
                  <a:lnTo>
                    <a:pt x="28" y="714"/>
                  </a:lnTo>
                  <a:lnTo>
                    <a:pt x="58" y="762"/>
                  </a:lnTo>
                  <a:lnTo>
                    <a:pt x="90" y="808"/>
                  </a:lnTo>
                  <a:lnTo>
                    <a:pt x="122" y="852"/>
                  </a:lnTo>
                  <a:lnTo>
                    <a:pt x="158" y="896"/>
                  </a:lnTo>
                  <a:lnTo>
                    <a:pt x="194" y="938"/>
                  </a:lnTo>
                  <a:lnTo>
                    <a:pt x="230" y="980"/>
                  </a:lnTo>
                  <a:lnTo>
                    <a:pt x="270" y="1020"/>
                  </a:lnTo>
                  <a:lnTo>
                    <a:pt x="308" y="1058"/>
                  </a:lnTo>
                  <a:lnTo>
                    <a:pt x="350" y="1094"/>
                  </a:lnTo>
                  <a:lnTo>
                    <a:pt x="392" y="1130"/>
                  </a:lnTo>
                  <a:lnTo>
                    <a:pt x="436" y="1166"/>
                  </a:lnTo>
                  <a:lnTo>
                    <a:pt x="480" y="1198"/>
                  </a:lnTo>
                  <a:lnTo>
                    <a:pt x="526" y="1230"/>
                  </a:lnTo>
                  <a:lnTo>
                    <a:pt x="572" y="1260"/>
                  </a:lnTo>
                  <a:lnTo>
                    <a:pt x="620" y="1288"/>
                  </a:lnTo>
                  <a:lnTo>
                    <a:pt x="1288" y="134"/>
                  </a:lnTo>
                  <a:lnTo>
                    <a:pt x="1288" y="134"/>
                  </a:lnTo>
                  <a:lnTo>
                    <a:pt x="1268" y="122"/>
                  </a:lnTo>
                  <a:lnTo>
                    <a:pt x="1248" y="108"/>
                  </a:lnTo>
                  <a:lnTo>
                    <a:pt x="1230" y="92"/>
                  </a:lnTo>
                  <a:lnTo>
                    <a:pt x="1212" y="76"/>
                  </a:lnTo>
                  <a:lnTo>
                    <a:pt x="1196" y="58"/>
                  </a:lnTo>
                  <a:lnTo>
                    <a:pt x="1182" y="40"/>
                  </a:lnTo>
                  <a:lnTo>
                    <a:pt x="1168" y="22"/>
                  </a:lnTo>
                  <a:lnTo>
                    <a:pt x="1154" y="0"/>
                  </a:lnTo>
                  <a:lnTo>
                    <a:pt x="0" y="666"/>
                  </a:lnTo>
                  <a:close/>
                </a:path>
              </a:pathLst>
            </a:custGeom>
            <a:solidFill>
              <a:schemeClr val="accent4"/>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7" name="Freeform 13"/>
            <p:cNvSpPr/>
            <p:nvPr/>
          </p:nvSpPr>
          <p:spPr bwMode="auto">
            <a:xfrm>
              <a:off x="2419772" y="4245880"/>
              <a:ext cx="2193925" cy="1346200"/>
            </a:xfrm>
            <a:custGeom>
              <a:avLst/>
              <a:gdLst/>
              <a:ahLst/>
              <a:cxnLst>
                <a:cxn ang="0">
                  <a:pos x="0" y="0"/>
                </a:cxn>
                <a:cxn ang="0">
                  <a:pos x="0" y="0"/>
                </a:cxn>
                <a:cxn ang="0">
                  <a:pos x="0" y="56"/>
                </a:cxn>
                <a:cxn ang="0">
                  <a:pos x="4" y="112"/>
                </a:cxn>
                <a:cxn ang="0">
                  <a:pos x="8" y="168"/>
                </a:cxn>
                <a:cxn ang="0">
                  <a:pos x="14" y="222"/>
                </a:cxn>
                <a:cxn ang="0">
                  <a:pos x="22" y="278"/>
                </a:cxn>
                <a:cxn ang="0">
                  <a:pos x="32" y="332"/>
                </a:cxn>
                <a:cxn ang="0">
                  <a:pos x="44" y="386"/>
                </a:cxn>
                <a:cxn ang="0">
                  <a:pos x="58" y="440"/>
                </a:cxn>
                <a:cxn ang="0">
                  <a:pos x="72" y="494"/>
                </a:cxn>
                <a:cxn ang="0">
                  <a:pos x="90" y="546"/>
                </a:cxn>
                <a:cxn ang="0">
                  <a:pos x="108" y="598"/>
                </a:cxn>
                <a:cxn ang="0">
                  <a:pos x="128" y="650"/>
                </a:cxn>
                <a:cxn ang="0">
                  <a:pos x="150" y="700"/>
                </a:cxn>
                <a:cxn ang="0">
                  <a:pos x="174" y="750"/>
                </a:cxn>
                <a:cxn ang="0">
                  <a:pos x="200" y="800"/>
                </a:cxn>
                <a:cxn ang="0">
                  <a:pos x="228" y="848"/>
                </a:cxn>
                <a:cxn ang="0">
                  <a:pos x="1382" y="182"/>
                </a:cxn>
                <a:cxn ang="0">
                  <a:pos x="1382" y="182"/>
                </a:cxn>
                <a:cxn ang="0">
                  <a:pos x="1372" y="162"/>
                </a:cxn>
                <a:cxn ang="0">
                  <a:pos x="1362" y="140"/>
                </a:cxn>
                <a:cxn ang="0">
                  <a:pos x="1354" y="118"/>
                </a:cxn>
                <a:cxn ang="0">
                  <a:pos x="1346" y="94"/>
                </a:cxn>
                <a:cxn ang="0">
                  <a:pos x="1340" y="72"/>
                </a:cxn>
                <a:cxn ang="0">
                  <a:pos x="1336" y="48"/>
                </a:cxn>
                <a:cxn ang="0">
                  <a:pos x="1334" y="24"/>
                </a:cxn>
                <a:cxn ang="0">
                  <a:pos x="1334" y="0"/>
                </a:cxn>
                <a:cxn ang="0">
                  <a:pos x="0" y="0"/>
                </a:cxn>
              </a:cxnLst>
              <a:rect l="0" t="0" r="r" b="b"/>
              <a:pathLst>
                <a:path w="1382" h="848">
                  <a:moveTo>
                    <a:pt x="0" y="0"/>
                  </a:moveTo>
                  <a:lnTo>
                    <a:pt x="0" y="0"/>
                  </a:lnTo>
                  <a:lnTo>
                    <a:pt x="0" y="56"/>
                  </a:lnTo>
                  <a:lnTo>
                    <a:pt x="4" y="112"/>
                  </a:lnTo>
                  <a:lnTo>
                    <a:pt x="8" y="168"/>
                  </a:lnTo>
                  <a:lnTo>
                    <a:pt x="14" y="222"/>
                  </a:lnTo>
                  <a:lnTo>
                    <a:pt x="22" y="278"/>
                  </a:lnTo>
                  <a:lnTo>
                    <a:pt x="32" y="332"/>
                  </a:lnTo>
                  <a:lnTo>
                    <a:pt x="44" y="386"/>
                  </a:lnTo>
                  <a:lnTo>
                    <a:pt x="58" y="440"/>
                  </a:lnTo>
                  <a:lnTo>
                    <a:pt x="72" y="494"/>
                  </a:lnTo>
                  <a:lnTo>
                    <a:pt x="90" y="546"/>
                  </a:lnTo>
                  <a:lnTo>
                    <a:pt x="108" y="598"/>
                  </a:lnTo>
                  <a:lnTo>
                    <a:pt x="128" y="650"/>
                  </a:lnTo>
                  <a:lnTo>
                    <a:pt x="150" y="700"/>
                  </a:lnTo>
                  <a:lnTo>
                    <a:pt x="174" y="750"/>
                  </a:lnTo>
                  <a:lnTo>
                    <a:pt x="200" y="800"/>
                  </a:lnTo>
                  <a:lnTo>
                    <a:pt x="228" y="848"/>
                  </a:lnTo>
                  <a:lnTo>
                    <a:pt x="1382" y="182"/>
                  </a:lnTo>
                  <a:lnTo>
                    <a:pt x="1382" y="182"/>
                  </a:lnTo>
                  <a:lnTo>
                    <a:pt x="1372" y="162"/>
                  </a:lnTo>
                  <a:lnTo>
                    <a:pt x="1362" y="140"/>
                  </a:lnTo>
                  <a:lnTo>
                    <a:pt x="1354" y="118"/>
                  </a:lnTo>
                  <a:lnTo>
                    <a:pt x="1346" y="94"/>
                  </a:lnTo>
                  <a:lnTo>
                    <a:pt x="1340" y="72"/>
                  </a:lnTo>
                  <a:lnTo>
                    <a:pt x="1336" y="48"/>
                  </a:lnTo>
                  <a:lnTo>
                    <a:pt x="1334" y="24"/>
                  </a:lnTo>
                  <a:lnTo>
                    <a:pt x="1334" y="0"/>
                  </a:lnTo>
                  <a:lnTo>
                    <a:pt x="0" y="0"/>
                  </a:lnTo>
                  <a:close/>
                </a:path>
              </a:pathLst>
            </a:custGeom>
            <a:solidFill>
              <a:schemeClr val="accent6"/>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8" name="Freeform 14"/>
            <p:cNvSpPr/>
            <p:nvPr/>
          </p:nvSpPr>
          <p:spPr bwMode="auto">
            <a:xfrm>
              <a:off x="2419772" y="2890971"/>
              <a:ext cx="2193925" cy="1346200"/>
            </a:xfrm>
            <a:custGeom>
              <a:avLst/>
              <a:gdLst/>
              <a:ahLst/>
              <a:cxnLst>
                <a:cxn ang="0">
                  <a:pos x="228" y="0"/>
                </a:cxn>
                <a:cxn ang="0">
                  <a:pos x="228" y="0"/>
                </a:cxn>
                <a:cxn ang="0">
                  <a:pos x="200" y="48"/>
                </a:cxn>
                <a:cxn ang="0">
                  <a:pos x="174" y="98"/>
                </a:cxn>
                <a:cxn ang="0">
                  <a:pos x="150" y="148"/>
                </a:cxn>
                <a:cxn ang="0">
                  <a:pos x="128" y="200"/>
                </a:cxn>
                <a:cxn ang="0">
                  <a:pos x="108" y="250"/>
                </a:cxn>
                <a:cxn ang="0">
                  <a:pos x="90" y="304"/>
                </a:cxn>
                <a:cxn ang="0">
                  <a:pos x="72" y="356"/>
                </a:cxn>
                <a:cxn ang="0">
                  <a:pos x="58" y="410"/>
                </a:cxn>
                <a:cxn ang="0">
                  <a:pos x="44" y="462"/>
                </a:cxn>
                <a:cxn ang="0">
                  <a:pos x="32" y="516"/>
                </a:cxn>
                <a:cxn ang="0">
                  <a:pos x="22" y="572"/>
                </a:cxn>
                <a:cxn ang="0">
                  <a:pos x="14" y="626"/>
                </a:cxn>
                <a:cxn ang="0">
                  <a:pos x="8" y="682"/>
                </a:cxn>
                <a:cxn ang="0">
                  <a:pos x="4" y="736"/>
                </a:cxn>
                <a:cxn ang="0">
                  <a:pos x="0" y="792"/>
                </a:cxn>
                <a:cxn ang="0">
                  <a:pos x="0" y="848"/>
                </a:cxn>
                <a:cxn ang="0">
                  <a:pos x="1334" y="848"/>
                </a:cxn>
                <a:cxn ang="0">
                  <a:pos x="1334" y="848"/>
                </a:cxn>
                <a:cxn ang="0">
                  <a:pos x="1334" y="824"/>
                </a:cxn>
                <a:cxn ang="0">
                  <a:pos x="1336" y="800"/>
                </a:cxn>
                <a:cxn ang="0">
                  <a:pos x="1340" y="778"/>
                </a:cxn>
                <a:cxn ang="0">
                  <a:pos x="1346" y="754"/>
                </a:cxn>
                <a:cxn ang="0">
                  <a:pos x="1354" y="732"/>
                </a:cxn>
                <a:cxn ang="0">
                  <a:pos x="1362" y="710"/>
                </a:cxn>
                <a:cxn ang="0">
                  <a:pos x="1372" y="688"/>
                </a:cxn>
                <a:cxn ang="0">
                  <a:pos x="1382" y="666"/>
                </a:cxn>
                <a:cxn ang="0">
                  <a:pos x="228" y="0"/>
                </a:cxn>
              </a:cxnLst>
              <a:rect l="0" t="0" r="r" b="b"/>
              <a:pathLst>
                <a:path w="1382" h="848">
                  <a:moveTo>
                    <a:pt x="228" y="0"/>
                  </a:moveTo>
                  <a:lnTo>
                    <a:pt x="228" y="0"/>
                  </a:lnTo>
                  <a:lnTo>
                    <a:pt x="200" y="48"/>
                  </a:lnTo>
                  <a:lnTo>
                    <a:pt x="174" y="98"/>
                  </a:lnTo>
                  <a:lnTo>
                    <a:pt x="150" y="148"/>
                  </a:lnTo>
                  <a:lnTo>
                    <a:pt x="128" y="200"/>
                  </a:lnTo>
                  <a:lnTo>
                    <a:pt x="108" y="250"/>
                  </a:lnTo>
                  <a:lnTo>
                    <a:pt x="90" y="304"/>
                  </a:lnTo>
                  <a:lnTo>
                    <a:pt x="72" y="356"/>
                  </a:lnTo>
                  <a:lnTo>
                    <a:pt x="58" y="410"/>
                  </a:lnTo>
                  <a:lnTo>
                    <a:pt x="44" y="462"/>
                  </a:lnTo>
                  <a:lnTo>
                    <a:pt x="32" y="516"/>
                  </a:lnTo>
                  <a:lnTo>
                    <a:pt x="22" y="572"/>
                  </a:lnTo>
                  <a:lnTo>
                    <a:pt x="14" y="626"/>
                  </a:lnTo>
                  <a:lnTo>
                    <a:pt x="8" y="682"/>
                  </a:lnTo>
                  <a:lnTo>
                    <a:pt x="4" y="736"/>
                  </a:lnTo>
                  <a:lnTo>
                    <a:pt x="0" y="792"/>
                  </a:lnTo>
                  <a:lnTo>
                    <a:pt x="0" y="848"/>
                  </a:lnTo>
                  <a:lnTo>
                    <a:pt x="1334" y="848"/>
                  </a:lnTo>
                  <a:lnTo>
                    <a:pt x="1334" y="848"/>
                  </a:lnTo>
                  <a:lnTo>
                    <a:pt x="1334" y="824"/>
                  </a:lnTo>
                  <a:lnTo>
                    <a:pt x="1336" y="800"/>
                  </a:lnTo>
                  <a:lnTo>
                    <a:pt x="1340" y="778"/>
                  </a:lnTo>
                  <a:lnTo>
                    <a:pt x="1346" y="754"/>
                  </a:lnTo>
                  <a:lnTo>
                    <a:pt x="1354" y="732"/>
                  </a:lnTo>
                  <a:lnTo>
                    <a:pt x="1362" y="710"/>
                  </a:lnTo>
                  <a:lnTo>
                    <a:pt x="1372" y="688"/>
                  </a:lnTo>
                  <a:lnTo>
                    <a:pt x="1382" y="666"/>
                  </a:lnTo>
                  <a:lnTo>
                    <a:pt x="228" y="0"/>
                  </a:lnTo>
                  <a:close/>
                </a:path>
              </a:pathLst>
            </a:custGeom>
            <a:solidFill>
              <a:schemeClr val="accent5"/>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9" name="Freeform 15"/>
            <p:cNvSpPr/>
            <p:nvPr/>
          </p:nvSpPr>
          <p:spPr bwMode="auto">
            <a:xfrm>
              <a:off x="2781722" y="1912255"/>
              <a:ext cx="2044700" cy="2044700"/>
            </a:xfrm>
            <a:custGeom>
              <a:avLst/>
              <a:gdLst/>
              <a:ahLst/>
              <a:cxnLst>
                <a:cxn ang="0">
                  <a:pos x="620" y="0"/>
                </a:cxn>
                <a:cxn ang="0">
                  <a:pos x="620" y="0"/>
                </a:cxn>
                <a:cxn ang="0">
                  <a:pos x="572" y="28"/>
                </a:cxn>
                <a:cxn ang="0">
                  <a:pos x="526" y="58"/>
                </a:cxn>
                <a:cxn ang="0">
                  <a:pos x="480" y="90"/>
                </a:cxn>
                <a:cxn ang="0">
                  <a:pos x="436" y="124"/>
                </a:cxn>
                <a:cxn ang="0">
                  <a:pos x="392" y="158"/>
                </a:cxn>
                <a:cxn ang="0">
                  <a:pos x="350" y="194"/>
                </a:cxn>
                <a:cxn ang="0">
                  <a:pos x="308" y="232"/>
                </a:cxn>
                <a:cxn ang="0">
                  <a:pos x="270" y="270"/>
                </a:cxn>
                <a:cxn ang="0">
                  <a:pos x="230" y="310"/>
                </a:cxn>
                <a:cxn ang="0">
                  <a:pos x="194" y="350"/>
                </a:cxn>
                <a:cxn ang="0">
                  <a:pos x="158" y="394"/>
                </a:cxn>
                <a:cxn ang="0">
                  <a:pos x="122" y="436"/>
                </a:cxn>
                <a:cxn ang="0">
                  <a:pos x="90" y="482"/>
                </a:cxn>
                <a:cxn ang="0">
                  <a:pos x="58" y="526"/>
                </a:cxn>
                <a:cxn ang="0">
                  <a:pos x="28" y="574"/>
                </a:cxn>
                <a:cxn ang="0">
                  <a:pos x="0" y="622"/>
                </a:cxn>
                <a:cxn ang="0">
                  <a:pos x="1154" y="1288"/>
                </a:cxn>
                <a:cxn ang="0">
                  <a:pos x="1154" y="1288"/>
                </a:cxn>
                <a:cxn ang="0">
                  <a:pos x="1168" y="1268"/>
                </a:cxn>
                <a:cxn ang="0">
                  <a:pos x="1182" y="1248"/>
                </a:cxn>
                <a:cxn ang="0">
                  <a:pos x="1196" y="1230"/>
                </a:cxn>
                <a:cxn ang="0">
                  <a:pos x="1212" y="1214"/>
                </a:cxn>
                <a:cxn ang="0">
                  <a:pos x="1230" y="1198"/>
                </a:cxn>
                <a:cxn ang="0">
                  <a:pos x="1248" y="1182"/>
                </a:cxn>
                <a:cxn ang="0">
                  <a:pos x="1268" y="1168"/>
                </a:cxn>
                <a:cxn ang="0">
                  <a:pos x="1288" y="1156"/>
                </a:cxn>
                <a:cxn ang="0">
                  <a:pos x="620" y="0"/>
                </a:cxn>
              </a:cxnLst>
              <a:rect l="0" t="0" r="r" b="b"/>
              <a:pathLst>
                <a:path w="1288" h="1288">
                  <a:moveTo>
                    <a:pt x="620" y="0"/>
                  </a:moveTo>
                  <a:lnTo>
                    <a:pt x="620" y="0"/>
                  </a:lnTo>
                  <a:lnTo>
                    <a:pt x="572" y="28"/>
                  </a:lnTo>
                  <a:lnTo>
                    <a:pt x="526" y="58"/>
                  </a:lnTo>
                  <a:lnTo>
                    <a:pt x="480" y="90"/>
                  </a:lnTo>
                  <a:lnTo>
                    <a:pt x="436" y="124"/>
                  </a:lnTo>
                  <a:lnTo>
                    <a:pt x="392" y="158"/>
                  </a:lnTo>
                  <a:lnTo>
                    <a:pt x="350" y="194"/>
                  </a:lnTo>
                  <a:lnTo>
                    <a:pt x="308" y="232"/>
                  </a:lnTo>
                  <a:lnTo>
                    <a:pt x="270" y="270"/>
                  </a:lnTo>
                  <a:lnTo>
                    <a:pt x="230" y="310"/>
                  </a:lnTo>
                  <a:lnTo>
                    <a:pt x="194" y="350"/>
                  </a:lnTo>
                  <a:lnTo>
                    <a:pt x="158" y="394"/>
                  </a:lnTo>
                  <a:lnTo>
                    <a:pt x="122" y="436"/>
                  </a:lnTo>
                  <a:lnTo>
                    <a:pt x="90" y="482"/>
                  </a:lnTo>
                  <a:lnTo>
                    <a:pt x="58" y="526"/>
                  </a:lnTo>
                  <a:lnTo>
                    <a:pt x="28" y="574"/>
                  </a:lnTo>
                  <a:lnTo>
                    <a:pt x="0" y="622"/>
                  </a:lnTo>
                  <a:lnTo>
                    <a:pt x="1154" y="1288"/>
                  </a:lnTo>
                  <a:lnTo>
                    <a:pt x="1154" y="1288"/>
                  </a:lnTo>
                  <a:lnTo>
                    <a:pt x="1168" y="1268"/>
                  </a:lnTo>
                  <a:lnTo>
                    <a:pt x="1182" y="1248"/>
                  </a:lnTo>
                  <a:lnTo>
                    <a:pt x="1196" y="1230"/>
                  </a:lnTo>
                  <a:lnTo>
                    <a:pt x="1212" y="1214"/>
                  </a:lnTo>
                  <a:lnTo>
                    <a:pt x="1230" y="1198"/>
                  </a:lnTo>
                  <a:lnTo>
                    <a:pt x="1248" y="1182"/>
                  </a:lnTo>
                  <a:lnTo>
                    <a:pt x="1268" y="1168"/>
                  </a:lnTo>
                  <a:lnTo>
                    <a:pt x="1288" y="1156"/>
                  </a:lnTo>
                  <a:lnTo>
                    <a:pt x="620" y="0"/>
                  </a:lnTo>
                  <a:close/>
                </a:path>
              </a:pathLst>
            </a:custGeom>
            <a:solidFill>
              <a:schemeClr val="accent5"/>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40" name="Freeform 16"/>
            <p:cNvSpPr/>
            <p:nvPr/>
          </p:nvSpPr>
          <p:spPr bwMode="auto">
            <a:xfrm>
              <a:off x="3757346" y="1559014"/>
              <a:ext cx="1349375" cy="2197100"/>
            </a:xfrm>
            <a:custGeom>
              <a:avLst/>
              <a:gdLst/>
              <a:ahLst/>
              <a:cxnLst>
                <a:cxn ang="0">
                  <a:pos x="850" y="0"/>
                </a:cxn>
                <a:cxn ang="0">
                  <a:pos x="850" y="0"/>
                </a:cxn>
                <a:cxn ang="0">
                  <a:pos x="794" y="2"/>
                </a:cxn>
                <a:cxn ang="0">
                  <a:pos x="738" y="4"/>
                </a:cxn>
                <a:cxn ang="0">
                  <a:pos x="682" y="8"/>
                </a:cxn>
                <a:cxn ang="0">
                  <a:pos x="628" y="16"/>
                </a:cxn>
                <a:cxn ang="0">
                  <a:pos x="572" y="24"/>
                </a:cxn>
                <a:cxn ang="0">
                  <a:pos x="518" y="34"/>
                </a:cxn>
                <a:cxn ang="0">
                  <a:pos x="464" y="46"/>
                </a:cxn>
                <a:cxn ang="0">
                  <a:pos x="410" y="58"/>
                </a:cxn>
                <a:cxn ang="0">
                  <a:pos x="356" y="74"/>
                </a:cxn>
                <a:cxn ang="0">
                  <a:pos x="304" y="90"/>
                </a:cxn>
                <a:cxn ang="0">
                  <a:pos x="252" y="110"/>
                </a:cxn>
                <a:cxn ang="0">
                  <a:pos x="200" y="130"/>
                </a:cxn>
                <a:cxn ang="0">
                  <a:pos x="150" y="152"/>
                </a:cxn>
                <a:cxn ang="0">
                  <a:pos x="100" y="176"/>
                </a:cxn>
                <a:cxn ang="0">
                  <a:pos x="50" y="200"/>
                </a:cxn>
                <a:cxn ang="0">
                  <a:pos x="0" y="228"/>
                </a:cxn>
                <a:cxn ang="0">
                  <a:pos x="668" y="1384"/>
                </a:cxn>
                <a:cxn ang="0">
                  <a:pos x="668" y="1384"/>
                </a:cxn>
                <a:cxn ang="0">
                  <a:pos x="688" y="1372"/>
                </a:cxn>
                <a:cxn ang="0">
                  <a:pos x="710" y="1362"/>
                </a:cxn>
                <a:cxn ang="0">
                  <a:pos x="732" y="1354"/>
                </a:cxn>
                <a:cxn ang="0">
                  <a:pos x="756" y="1348"/>
                </a:cxn>
                <a:cxn ang="0">
                  <a:pos x="778" y="1342"/>
                </a:cxn>
                <a:cxn ang="0">
                  <a:pos x="802" y="1338"/>
                </a:cxn>
                <a:cxn ang="0">
                  <a:pos x="826" y="1336"/>
                </a:cxn>
                <a:cxn ang="0">
                  <a:pos x="850" y="1334"/>
                </a:cxn>
                <a:cxn ang="0">
                  <a:pos x="850" y="0"/>
                </a:cxn>
              </a:cxnLst>
              <a:rect l="0" t="0" r="r" b="b"/>
              <a:pathLst>
                <a:path w="850" h="1384">
                  <a:moveTo>
                    <a:pt x="850" y="0"/>
                  </a:moveTo>
                  <a:lnTo>
                    <a:pt x="850" y="0"/>
                  </a:lnTo>
                  <a:lnTo>
                    <a:pt x="794" y="2"/>
                  </a:lnTo>
                  <a:lnTo>
                    <a:pt x="738" y="4"/>
                  </a:lnTo>
                  <a:lnTo>
                    <a:pt x="682" y="8"/>
                  </a:lnTo>
                  <a:lnTo>
                    <a:pt x="628" y="16"/>
                  </a:lnTo>
                  <a:lnTo>
                    <a:pt x="572" y="24"/>
                  </a:lnTo>
                  <a:lnTo>
                    <a:pt x="518" y="34"/>
                  </a:lnTo>
                  <a:lnTo>
                    <a:pt x="464" y="46"/>
                  </a:lnTo>
                  <a:lnTo>
                    <a:pt x="410" y="58"/>
                  </a:lnTo>
                  <a:lnTo>
                    <a:pt x="356" y="74"/>
                  </a:lnTo>
                  <a:lnTo>
                    <a:pt x="304" y="90"/>
                  </a:lnTo>
                  <a:lnTo>
                    <a:pt x="252" y="110"/>
                  </a:lnTo>
                  <a:lnTo>
                    <a:pt x="200" y="130"/>
                  </a:lnTo>
                  <a:lnTo>
                    <a:pt x="150" y="152"/>
                  </a:lnTo>
                  <a:lnTo>
                    <a:pt x="100" y="176"/>
                  </a:lnTo>
                  <a:lnTo>
                    <a:pt x="50" y="200"/>
                  </a:lnTo>
                  <a:lnTo>
                    <a:pt x="0" y="228"/>
                  </a:lnTo>
                  <a:lnTo>
                    <a:pt x="668" y="1384"/>
                  </a:lnTo>
                  <a:lnTo>
                    <a:pt x="668" y="1384"/>
                  </a:lnTo>
                  <a:lnTo>
                    <a:pt x="688" y="1372"/>
                  </a:lnTo>
                  <a:lnTo>
                    <a:pt x="710" y="1362"/>
                  </a:lnTo>
                  <a:lnTo>
                    <a:pt x="732" y="1354"/>
                  </a:lnTo>
                  <a:lnTo>
                    <a:pt x="756" y="1348"/>
                  </a:lnTo>
                  <a:lnTo>
                    <a:pt x="778" y="1342"/>
                  </a:lnTo>
                  <a:lnTo>
                    <a:pt x="802" y="1338"/>
                  </a:lnTo>
                  <a:lnTo>
                    <a:pt x="826" y="1336"/>
                  </a:lnTo>
                  <a:lnTo>
                    <a:pt x="850" y="1334"/>
                  </a:lnTo>
                  <a:lnTo>
                    <a:pt x="850" y="0"/>
                  </a:lnTo>
                  <a:close/>
                </a:path>
              </a:pathLst>
            </a:custGeom>
            <a:solidFill>
              <a:schemeClr val="accent5"/>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41" name="Freeform 17"/>
            <p:cNvSpPr/>
            <p:nvPr/>
          </p:nvSpPr>
          <p:spPr bwMode="auto">
            <a:xfrm>
              <a:off x="5112172" y="2626630"/>
              <a:ext cx="809625" cy="1317625"/>
            </a:xfrm>
            <a:custGeom>
              <a:avLst/>
              <a:gdLst/>
              <a:ahLst/>
              <a:cxnLst>
                <a:cxn ang="0">
                  <a:pos x="510" y="136"/>
                </a:cxn>
                <a:cxn ang="0">
                  <a:pos x="510" y="136"/>
                </a:cxn>
                <a:cxn ang="0">
                  <a:pos x="450" y="104"/>
                </a:cxn>
                <a:cxn ang="0">
                  <a:pos x="390" y="76"/>
                </a:cxn>
                <a:cxn ang="0">
                  <a:pos x="328" y="54"/>
                </a:cxn>
                <a:cxn ang="0">
                  <a:pos x="264" y="34"/>
                </a:cxn>
                <a:cxn ang="0">
                  <a:pos x="200" y="20"/>
                </a:cxn>
                <a:cxn ang="0">
                  <a:pos x="134" y="8"/>
                </a:cxn>
                <a:cxn ang="0">
                  <a:pos x="68" y="2"/>
                </a:cxn>
                <a:cxn ang="0">
                  <a:pos x="0" y="0"/>
                </a:cxn>
                <a:cxn ang="0">
                  <a:pos x="0" y="800"/>
                </a:cxn>
                <a:cxn ang="0">
                  <a:pos x="0" y="800"/>
                </a:cxn>
                <a:cxn ang="0">
                  <a:pos x="28" y="802"/>
                </a:cxn>
                <a:cxn ang="0">
                  <a:pos x="56" y="808"/>
                </a:cxn>
                <a:cxn ang="0">
                  <a:pos x="84" y="818"/>
                </a:cxn>
                <a:cxn ang="0">
                  <a:pos x="110" y="830"/>
                </a:cxn>
                <a:cxn ang="0">
                  <a:pos x="510" y="136"/>
                </a:cxn>
              </a:cxnLst>
              <a:rect l="0" t="0" r="r" b="b"/>
              <a:pathLst>
                <a:path w="510" h="830">
                  <a:moveTo>
                    <a:pt x="510" y="136"/>
                  </a:moveTo>
                  <a:lnTo>
                    <a:pt x="510" y="136"/>
                  </a:lnTo>
                  <a:lnTo>
                    <a:pt x="450" y="104"/>
                  </a:lnTo>
                  <a:lnTo>
                    <a:pt x="390" y="76"/>
                  </a:lnTo>
                  <a:lnTo>
                    <a:pt x="328" y="54"/>
                  </a:lnTo>
                  <a:lnTo>
                    <a:pt x="264" y="34"/>
                  </a:lnTo>
                  <a:lnTo>
                    <a:pt x="200" y="20"/>
                  </a:lnTo>
                  <a:lnTo>
                    <a:pt x="134" y="8"/>
                  </a:lnTo>
                  <a:lnTo>
                    <a:pt x="68" y="2"/>
                  </a:lnTo>
                  <a:lnTo>
                    <a:pt x="0" y="0"/>
                  </a:lnTo>
                  <a:lnTo>
                    <a:pt x="0" y="800"/>
                  </a:lnTo>
                  <a:lnTo>
                    <a:pt x="0" y="800"/>
                  </a:lnTo>
                  <a:lnTo>
                    <a:pt x="28" y="802"/>
                  </a:lnTo>
                  <a:lnTo>
                    <a:pt x="56" y="808"/>
                  </a:lnTo>
                  <a:lnTo>
                    <a:pt x="84" y="818"/>
                  </a:lnTo>
                  <a:lnTo>
                    <a:pt x="110" y="830"/>
                  </a:lnTo>
                  <a:lnTo>
                    <a:pt x="510" y="136"/>
                  </a:lnTo>
                  <a:close/>
                </a:path>
              </a:pathLst>
            </a:custGeom>
            <a:solidFill>
              <a:srgbClr val="808B9E"/>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2" name="Freeform 18"/>
            <p:cNvSpPr/>
            <p:nvPr/>
          </p:nvSpPr>
          <p:spPr bwMode="auto">
            <a:xfrm>
              <a:off x="5286797" y="2842530"/>
              <a:ext cx="1228725" cy="1228725"/>
            </a:xfrm>
            <a:custGeom>
              <a:avLst/>
              <a:gdLst/>
              <a:ahLst/>
              <a:cxnLst>
                <a:cxn ang="0">
                  <a:pos x="774" y="374"/>
                </a:cxn>
                <a:cxn ang="0">
                  <a:pos x="774" y="374"/>
                </a:cxn>
                <a:cxn ang="0">
                  <a:pos x="738" y="316"/>
                </a:cxn>
                <a:cxn ang="0">
                  <a:pos x="700" y="262"/>
                </a:cxn>
                <a:cxn ang="0">
                  <a:pos x="656" y="210"/>
                </a:cxn>
                <a:cxn ang="0">
                  <a:pos x="612" y="162"/>
                </a:cxn>
                <a:cxn ang="0">
                  <a:pos x="562" y="116"/>
                </a:cxn>
                <a:cxn ang="0">
                  <a:pos x="512" y="74"/>
                </a:cxn>
                <a:cxn ang="0">
                  <a:pos x="456" y="36"/>
                </a:cxn>
                <a:cxn ang="0">
                  <a:pos x="400" y="0"/>
                </a:cxn>
                <a:cxn ang="0">
                  <a:pos x="0" y="694"/>
                </a:cxn>
                <a:cxn ang="0">
                  <a:pos x="0" y="694"/>
                </a:cxn>
                <a:cxn ang="0">
                  <a:pos x="24" y="710"/>
                </a:cxn>
                <a:cxn ang="0">
                  <a:pos x="44" y="728"/>
                </a:cxn>
                <a:cxn ang="0">
                  <a:pos x="64" y="750"/>
                </a:cxn>
                <a:cxn ang="0">
                  <a:pos x="80" y="774"/>
                </a:cxn>
                <a:cxn ang="0">
                  <a:pos x="774" y="374"/>
                </a:cxn>
              </a:cxnLst>
              <a:rect l="0" t="0" r="r" b="b"/>
              <a:pathLst>
                <a:path w="774" h="774">
                  <a:moveTo>
                    <a:pt x="774" y="374"/>
                  </a:moveTo>
                  <a:lnTo>
                    <a:pt x="774" y="374"/>
                  </a:lnTo>
                  <a:lnTo>
                    <a:pt x="738" y="316"/>
                  </a:lnTo>
                  <a:lnTo>
                    <a:pt x="700" y="262"/>
                  </a:lnTo>
                  <a:lnTo>
                    <a:pt x="656" y="210"/>
                  </a:lnTo>
                  <a:lnTo>
                    <a:pt x="612" y="162"/>
                  </a:lnTo>
                  <a:lnTo>
                    <a:pt x="562" y="116"/>
                  </a:lnTo>
                  <a:lnTo>
                    <a:pt x="512" y="74"/>
                  </a:lnTo>
                  <a:lnTo>
                    <a:pt x="456" y="36"/>
                  </a:lnTo>
                  <a:lnTo>
                    <a:pt x="400" y="0"/>
                  </a:lnTo>
                  <a:lnTo>
                    <a:pt x="0" y="694"/>
                  </a:lnTo>
                  <a:lnTo>
                    <a:pt x="0" y="694"/>
                  </a:lnTo>
                  <a:lnTo>
                    <a:pt x="24" y="710"/>
                  </a:lnTo>
                  <a:lnTo>
                    <a:pt x="44" y="728"/>
                  </a:lnTo>
                  <a:lnTo>
                    <a:pt x="64" y="750"/>
                  </a:lnTo>
                  <a:lnTo>
                    <a:pt x="80" y="774"/>
                  </a:lnTo>
                  <a:lnTo>
                    <a:pt x="774" y="374"/>
                  </a:lnTo>
                  <a:close/>
                </a:path>
              </a:pathLst>
            </a:custGeom>
            <a:solidFill>
              <a:srgbClr val="E5EFFF"/>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3" name="Freeform 19"/>
            <p:cNvSpPr/>
            <p:nvPr/>
          </p:nvSpPr>
          <p:spPr bwMode="auto">
            <a:xfrm>
              <a:off x="5413797" y="3436255"/>
              <a:ext cx="1317625" cy="806450"/>
            </a:xfrm>
            <a:custGeom>
              <a:avLst/>
              <a:gdLst/>
              <a:ahLst/>
              <a:cxnLst>
                <a:cxn ang="0">
                  <a:pos x="830" y="508"/>
                </a:cxn>
                <a:cxn ang="0">
                  <a:pos x="830" y="508"/>
                </a:cxn>
                <a:cxn ang="0">
                  <a:pos x="828" y="442"/>
                </a:cxn>
                <a:cxn ang="0">
                  <a:pos x="820" y="376"/>
                </a:cxn>
                <a:cxn ang="0">
                  <a:pos x="810" y="310"/>
                </a:cxn>
                <a:cxn ang="0">
                  <a:pos x="796" y="246"/>
                </a:cxn>
                <a:cxn ang="0">
                  <a:pos x="776" y="182"/>
                </a:cxn>
                <a:cxn ang="0">
                  <a:pos x="752" y="120"/>
                </a:cxn>
                <a:cxn ang="0">
                  <a:pos x="724" y="58"/>
                </a:cxn>
                <a:cxn ang="0">
                  <a:pos x="694" y="0"/>
                </a:cxn>
                <a:cxn ang="0">
                  <a:pos x="0" y="400"/>
                </a:cxn>
                <a:cxn ang="0">
                  <a:pos x="0" y="400"/>
                </a:cxn>
                <a:cxn ang="0">
                  <a:pos x="12" y="426"/>
                </a:cxn>
                <a:cxn ang="0">
                  <a:pos x="22" y="452"/>
                </a:cxn>
                <a:cxn ang="0">
                  <a:pos x="28" y="480"/>
                </a:cxn>
                <a:cxn ang="0">
                  <a:pos x="28" y="508"/>
                </a:cxn>
                <a:cxn ang="0">
                  <a:pos x="830" y="508"/>
                </a:cxn>
              </a:cxnLst>
              <a:rect l="0" t="0" r="r" b="b"/>
              <a:pathLst>
                <a:path w="830" h="508">
                  <a:moveTo>
                    <a:pt x="830" y="508"/>
                  </a:moveTo>
                  <a:lnTo>
                    <a:pt x="830" y="508"/>
                  </a:lnTo>
                  <a:lnTo>
                    <a:pt x="828" y="442"/>
                  </a:lnTo>
                  <a:lnTo>
                    <a:pt x="820" y="376"/>
                  </a:lnTo>
                  <a:lnTo>
                    <a:pt x="810" y="310"/>
                  </a:lnTo>
                  <a:lnTo>
                    <a:pt x="796" y="246"/>
                  </a:lnTo>
                  <a:lnTo>
                    <a:pt x="776" y="182"/>
                  </a:lnTo>
                  <a:lnTo>
                    <a:pt x="752" y="120"/>
                  </a:lnTo>
                  <a:lnTo>
                    <a:pt x="724" y="58"/>
                  </a:lnTo>
                  <a:lnTo>
                    <a:pt x="694" y="0"/>
                  </a:lnTo>
                  <a:lnTo>
                    <a:pt x="0" y="400"/>
                  </a:lnTo>
                  <a:lnTo>
                    <a:pt x="0" y="400"/>
                  </a:lnTo>
                  <a:lnTo>
                    <a:pt x="12" y="426"/>
                  </a:lnTo>
                  <a:lnTo>
                    <a:pt x="22" y="452"/>
                  </a:lnTo>
                  <a:lnTo>
                    <a:pt x="28" y="480"/>
                  </a:lnTo>
                  <a:lnTo>
                    <a:pt x="28" y="508"/>
                  </a:lnTo>
                  <a:lnTo>
                    <a:pt x="830" y="508"/>
                  </a:lnTo>
                  <a:close/>
                </a:path>
              </a:pathLst>
            </a:custGeom>
            <a:solidFill>
              <a:srgbClr val="808B9E"/>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4" name="Freeform 20"/>
            <p:cNvSpPr/>
            <p:nvPr/>
          </p:nvSpPr>
          <p:spPr bwMode="auto">
            <a:xfrm>
              <a:off x="5413797" y="4242705"/>
              <a:ext cx="1317625" cy="809625"/>
            </a:xfrm>
            <a:custGeom>
              <a:avLst/>
              <a:gdLst/>
              <a:ahLst/>
              <a:cxnLst>
                <a:cxn ang="0">
                  <a:pos x="694" y="510"/>
                </a:cxn>
                <a:cxn ang="0">
                  <a:pos x="694" y="510"/>
                </a:cxn>
                <a:cxn ang="0">
                  <a:pos x="724" y="452"/>
                </a:cxn>
                <a:cxn ang="0">
                  <a:pos x="752" y="392"/>
                </a:cxn>
                <a:cxn ang="0">
                  <a:pos x="776" y="328"/>
                </a:cxn>
                <a:cxn ang="0">
                  <a:pos x="796" y="266"/>
                </a:cxn>
                <a:cxn ang="0">
                  <a:pos x="810" y="200"/>
                </a:cxn>
                <a:cxn ang="0">
                  <a:pos x="820" y="134"/>
                </a:cxn>
                <a:cxn ang="0">
                  <a:pos x="828" y="68"/>
                </a:cxn>
                <a:cxn ang="0">
                  <a:pos x="830" y="0"/>
                </a:cxn>
                <a:cxn ang="0">
                  <a:pos x="28" y="0"/>
                </a:cxn>
                <a:cxn ang="0">
                  <a:pos x="28" y="0"/>
                </a:cxn>
                <a:cxn ang="0">
                  <a:pos x="28" y="30"/>
                </a:cxn>
                <a:cxn ang="0">
                  <a:pos x="22" y="58"/>
                </a:cxn>
                <a:cxn ang="0">
                  <a:pos x="12" y="84"/>
                </a:cxn>
                <a:cxn ang="0">
                  <a:pos x="0" y="110"/>
                </a:cxn>
                <a:cxn ang="0">
                  <a:pos x="694" y="510"/>
                </a:cxn>
              </a:cxnLst>
              <a:rect l="0" t="0" r="r" b="b"/>
              <a:pathLst>
                <a:path w="830" h="510">
                  <a:moveTo>
                    <a:pt x="694" y="510"/>
                  </a:moveTo>
                  <a:lnTo>
                    <a:pt x="694" y="510"/>
                  </a:lnTo>
                  <a:lnTo>
                    <a:pt x="724" y="452"/>
                  </a:lnTo>
                  <a:lnTo>
                    <a:pt x="752" y="392"/>
                  </a:lnTo>
                  <a:lnTo>
                    <a:pt x="776" y="328"/>
                  </a:lnTo>
                  <a:lnTo>
                    <a:pt x="796" y="266"/>
                  </a:lnTo>
                  <a:lnTo>
                    <a:pt x="810" y="200"/>
                  </a:lnTo>
                  <a:lnTo>
                    <a:pt x="820" y="134"/>
                  </a:lnTo>
                  <a:lnTo>
                    <a:pt x="828" y="68"/>
                  </a:lnTo>
                  <a:lnTo>
                    <a:pt x="830" y="0"/>
                  </a:lnTo>
                  <a:lnTo>
                    <a:pt x="28" y="0"/>
                  </a:lnTo>
                  <a:lnTo>
                    <a:pt x="28" y="0"/>
                  </a:lnTo>
                  <a:lnTo>
                    <a:pt x="28" y="30"/>
                  </a:lnTo>
                  <a:lnTo>
                    <a:pt x="22" y="58"/>
                  </a:lnTo>
                  <a:lnTo>
                    <a:pt x="12" y="84"/>
                  </a:lnTo>
                  <a:lnTo>
                    <a:pt x="0" y="110"/>
                  </a:lnTo>
                  <a:lnTo>
                    <a:pt x="694" y="510"/>
                  </a:lnTo>
                  <a:close/>
                </a:path>
              </a:pathLst>
            </a:custGeom>
            <a:solidFill>
              <a:srgbClr val="E5EFFF"/>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5" name="Freeform 21"/>
            <p:cNvSpPr/>
            <p:nvPr/>
          </p:nvSpPr>
          <p:spPr bwMode="auto">
            <a:xfrm>
              <a:off x="5286797" y="4417330"/>
              <a:ext cx="1228725" cy="1228725"/>
            </a:xfrm>
            <a:custGeom>
              <a:avLst/>
              <a:gdLst/>
              <a:ahLst/>
              <a:cxnLst>
                <a:cxn ang="0">
                  <a:pos x="400" y="774"/>
                </a:cxn>
                <a:cxn ang="0">
                  <a:pos x="400" y="774"/>
                </a:cxn>
                <a:cxn ang="0">
                  <a:pos x="456" y="738"/>
                </a:cxn>
                <a:cxn ang="0">
                  <a:pos x="512" y="700"/>
                </a:cxn>
                <a:cxn ang="0">
                  <a:pos x="562" y="658"/>
                </a:cxn>
                <a:cxn ang="0">
                  <a:pos x="612" y="612"/>
                </a:cxn>
                <a:cxn ang="0">
                  <a:pos x="656" y="564"/>
                </a:cxn>
                <a:cxn ang="0">
                  <a:pos x="700" y="512"/>
                </a:cxn>
                <a:cxn ang="0">
                  <a:pos x="738" y="458"/>
                </a:cxn>
                <a:cxn ang="0">
                  <a:pos x="774" y="400"/>
                </a:cxn>
                <a:cxn ang="0">
                  <a:pos x="80" y="0"/>
                </a:cxn>
                <a:cxn ang="0">
                  <a:pos x="80" y="0"/>
                </a:cxn>
                <a:cxn ang="0">
                  <a:pos x="64" y="24"/>
                </a:cxn>
                <a:cxn ang="0">
                  <a:pos x="44" y="46"/>
                </a:cxn>
                <a:cxn ang="0">
                  <a:pos x="24" y="64"/>
                </a:cxn>
                <a:cxn ang="0">
                  <a:pos x="0" y="80"/>
                </a:cxn>
                <a:cxn ang="0">
                  <a:pos x="400" y="774"/>
                </a:cxn>
              </a:cxnLst>
              <a:rect l="0" t="0" r="r" b="b"/>
              <a:pathLst>
                <a:path w="774" h="774">
                  <a:moveTo>
                    <a:pt x="400" y="774"/>
                  </a:moveTo>
                  <a:lnTo>
                    <a:pt x="400" y="774"/>
                  </a:lnTo>
                  <a:lnTo>
                    <a:pt x="456" y="738"/>
                  </a:lnTo>
                  <a:lnTo>
                    <a:pt x="512" y="700"/>
                  </a:lnTo>
                  <a:lnTo>
                    <a:pt x="562" y="658"/>
                  </a:lnTo>
                  <a:lnTo>
                    <a:pt x="612" y="612"/>
                  </a:lnTo>
                  <a:lnTo>
                    <a:pt x="656" y="564"/>
                  </a:lnTo>
                  <a:lnTo>
                    <a:pt x="700" y="512"/>
                  </a:lnTo>
                  <a:lnTo>
                    <a:pt x="738" y="458"/>
                  </a:lnTo>
                  <a:lnTo>
                    <a:pt x="774" y="400"/>
                  </a:lnTo>
                  <a:lnTo>
                    <a:pt x="80" y="0"/>
                  </a:lnTo>
                  <a:lnTo>
                    <a:pt x="80" y="0"/>
                  </a:lnTo>
                  <a:lnTo>
                    <a:pt x="64" y="24"/>
                  </a:lnTo>
                  <a:lnTo>
                    <a:pt x="44" y="46"/>
                  </a:lnTo>
                  <a:lnTo>
                    <a:pt x="24" y="64"/>
                  </a:lnTo>
                  <a:lnTo>
                    <a:pt x="0" y="80"/>
                  </a:lnTo>
                  <a:lnTo>
                    <a:pt x="400" y="774"/>
                  </a:lnTo>
                  <a:close/>
                </a:path>
              </a:pathLst>
            </a:custGeom>
            <a:solidFill>
              <a:srgbClr val="808B9E"/>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6" name="Freeform 22"/>
            <p:cNvSpPr/>
            <p:nvPr/>
          </p:nvSpPr>
          <p:spPr bwMode="auto">
            <a:xfrm>
              <a:off x="5112172" y="4544330"/>
              <a:ext cx="809625" cy="1317625"/>
            </a:xfrm>
            <a:custGeom>
              <a:avLst/>
              <a:gdLst/>
              <a:ahLst/>
              <a:cxnLst>
                <a:cxn ang="0">
                  <a:pos x="0" y="830"/>
                </a:cxn>
                <a:cxn ang="0">
                  <a:pos x="0" y="830"/>
                </a:cxn>
                <a:cxn ang="0">
                  <a:pos x="68" y="828"/>
                </a:cxn>
                <a:cxn ang="0">
                  <a:pos x="134" y="822"/>
                </a:cxn>
                <a:cxn ang="0">
                  <a:pos x="200" y="812"/>
                </a:cxn>
                <a:cxn ang="0">
                  <a:pos x="264" y="796"/>
                </a:cxn>
                <a:cxn ang="0">
                  <a:pos x="328" y="776"/>
                </a:cxn>
                <a:cxn ang="0">
                  <a:pos x="390" y="754"/>
                </a:cxn>
                <a:cxn ang="0">
                  <a:pos x="450" y="726"/>
                </a:cxn>
                <a:cxn ang="0">
                  <a:pos x="510" y="694"/>
                </a:cxn>
                <a:cxn ang="0">
                  <a:pos x="110" y="0"/>
                </a:cxn>
                <a:cxn ang="0">
                  <a:pos x="110" y="0"/>
                </a:cxn>
                <a:cxn ang="0">
                  <a:pos x="84" y="14"/>
                </a:cxn>
                <a:cxn ang="0">
                  <a:pos x="56" y="22"/>
                </a:cxn>
                <a:cxn ang="0">
                  <a:pos x="28" y="28"/>
                </a:cxn>
                <a:cxn ang="0">
                  <a:pos x="0" y="30"/>
                </a:cxn>
                <a:cxn ang="0">
                  <a:pos x="0" y="830"/>
                </a:cxn>
              </a:cxnLst>
              <a:rect l="0" t="0" r="r" b="b"/>
              <a:pathLst>
                <a:path w="510" h="830">
                  <a:moveTo>
                    <a:pt x="0" y="830"/>
                  </a:moveTo>
                  <a:lnTo>
                    <a:pt x="0" y="830"/>
                  </a:lnTo>
                  <a:lnTo>
                    <a:pt x="68" y="828"/>
                  </a:lnTo>
                  <a:lnTo>
                    <a:pt x="134" y="822"/>
                  </a:lnTo>
                  <a:lnTo>
                    <a:pt x="200" y="812"/>
                  </a:lnTo>
                  <a:lnTo>
                    <a:pt x="264" y="796"/>
                  </a:lnTo>
                  <a:lnTo>
                    <a:pt x="328" y="776"/>
                  </a:lnTo>
                  <a:lnTo>
                    <a:pt x="390" y="754"/>
                  </a:lnTo>
                  <a:lnTo>
                    <a:pt x="450" y="726"/>
                  </a:lnTo>
                  <a:lnTo>
                    <a:pt x="510" y="694"/>
                  </a:lnTo>
                  <a:lnTo>
                    <a:pt x="110" y="0"/>
                  </a:lnTo>
                  <a:lnTo>
                    <a:pt x="110" y="0"/>
                  </a:lnTo>
                  <a:lnTo>
                    <a:pt x="84" y="14"/>
                  </a:lnTo>
                  <a:lnTo>
                    <a:pt x="56" y="22"/>
                  </a:lnTo>
                  <a:lnTo>
                    <a:pt x="28" y="28"/>
                  </a:lnTo>
                  <a:lnTo>
                    <a:pt x="0" y="30"/>
                  </a:lnTo>
                  <a:lnTo>
                    <a:pt x="0" y="830"/>
                  </a:lnTo>
                  <a:close/>
                </a:path>
              </a:pathLst>
            </a:custGeom>
            <a:solidFill>
              <a:srgbClr val="E5EFFF"/>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7" name="Freeform 23"/>
            <p:cNvSpPr/>
            <p:nvPr/>
          </p:nvSpPr>
          <p:spPr bwMode="auto">
            <a:xfrm>
              <a:off x="4302547" y="4544330"/>
              <a:ext cx="809625" cy="1317625"/>
            </a:xfrm>
            <a:custGeom>
              <a:avLst/>
              <a:gdLst/>
              <a:ahLst/>
              <a:cxnLst>
                <a:cxn ang="0">
                  <a:pos x="0" y="694"/>
                </a:cxn>
                <a:cxn ang="0">
                  <a:pos x="0" y="694"/>
                </a:cxn>
                <a:cxn ang="0">
                  <a:pos x="60" y="726"/>
                </a:cxn>
                <a:cxn ang="0">
                  <a:pos x="120" y="754"/>
                </a:cxn>
                <a:cxn ang="0">
                  <a:pos x="182" y="776"/>
                </a:cxn>
                <a:cxn ang="0">
                  <a:pos x="246" y="796"/>
                </a:cxn>
                <a:cxn ang="0">
                  <a:pos x="312" y="812"/>
                </a:cxn>
                <a:cxn ang="0">
                  <a:pos x="376" y="822"/>
                </a:cxn>
                <a:cxn ang="0">
                  <a:pos x="444" y="828"/>
                </a:cxn>
                <a:cxn ang="0">
                  <a:pos x="510" y="830"/>
                </a:cxn>
                <a:cxn ang="0">
                  <a:pos x="510" y="30"/>
                </a:cxn>
                <a:cxn ang="0">
                  <a:pos x="510" y="30"/>
                </a:cxn>
                <a:cxn ang="0">
                  <a:pos x="482" y="28"/>
                </a:cxn>
                <a:cxn ang="0">
                  <a:pos x="454" y="22"/>
                </a:cxn>
                <a:cxn ang="0">
                  <a:pos x="426" y="14"/>
                </a:cxn>
                <a:cxn ang="0">
                  <a:pos x="400" y="0"/>
                </a:cxn>
                <a:cxn ang="0">
                  <a:pos x="0" y="694"/>
                </a:cxn>
              </a:cxnLst>
              <a:rect l="0" t="0" r="r" b="b"/>
              <a:pathLst>
                <a:path w="510" h="830">
                  <a:moveTo>
                    <a:pt x="0" y="694"/>
                  </a:moveTo>
                  <a:lnTo>
                    <a:pt x="0" y="694"/>
                  </a:lnTo>
                  <a:lnTo>
                    <a:pt x="60" y="726"/>
                  </a:lnTo>
                  <a:lnTo>
                    <a:pt x="120" y="754"/>
                  </a:lnTo>
                  <a:lnTo>
                    <a:pt x="182" y="776"/>
                  </a:lnTo>
                  <a:lnTo>
                    <a:pt x="246" y="796"/>
                  </a:lnTo>
                  <a:lnTo>
                    <a:pt x="312" y="812"/>
                  </a:lnTo>
                  <a:lnTo>
                    <a:pt x="376" y="822"/>
                  </a:lnTo>
                  <a:lnTo>
                    <a:pt x="444" y="828"/>
                  </a:lnTo>
                  <a:lnTo>
                    <a:pt x="510" y="830"/>
                  </a:lnTo>
                  <a:lnTo>
                    <a:pt x="510" y="30"/>
                  </a:lnTo>
                  <a:lnTo>
                    <a:pt x="510" y="30"/>
                  </a:lnTo>
                  <a:lnTo>
                    <a:pt x="482" y="28"/>
                  </a:lnTo>
                  <a:lnTo>
                    <a:pt x="454" y="22"/>
                  </a:lnTo>
                  <a:lnTo>
                    <a:pt x="426" y="14"/>
                  </a:lnTo>
                  <a:lnTo>
                    <a:pt x="400" y="0"/>
                  </a:lnTo>
                  <a:lnTo>
                    <a:pt x="0" y="694"/>
                  </a:lnTo>
                  <a:close/>
                </a:path>
              </a:pathLst>
            </a:custGeom>
            <a:solidFill>
              <a:srgbClr val="808B9E"/>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8" name="Freeform 24"/>
            <p:cNvSpPr/>
            <p:nvPr/>
          </p:nvSpPr>
          <p:spPr bwMode="auto">
            <a:xfrm>
              <a:off x="3708822" y="4417330"/>
              <a:ext cx="1228725" cy="1228725"/>
            </a:xfrm>
            <a:custGeom>
              <a:avLst/>
              <a:gdLst/>
              <a:ahLst/>
              <a:cxnLst>
                <a:cxn ang="0">
                  <a:pos x="0" y="400"/>
                </a:cxn>
                <a:cxn ang="0">
                  <a:pos x="0" y="400"/>
                </a:cxn>
                <a:cxn ang="0">
                  <a:pos x="36" y="458"/>
                </a:cxn>
                <a:cxn ang="0">
                  <a:pos x="76" y="512"/>
                </a:cxn>
                <a:cxn ang="0">
                  <a:pos x="118" y="564"/>
                </a:cxn>
                <a:cxn ang="0">
                  <a:pos x="164" y="612"/>
                </a:cxn>
                <a:cxn ang="0">
                  <a:pos x="212" y="658"/>
                </a:cxn>
                <a:cxn ang="0">
                  <a:pos x="264" y="700"/>
                </a:cxn>
                <a:cxn ang="0">
                  <a:pos x="318" y="738"/>
                </a:cxn>
                <a:cxn ang="0">
                  <a:pos x="374" y="774"/>
                </a:cxn>
                <a:cxn ang="0">
                  <a:pos x="774" y="80"/>
                </a:cxn>
                <a:cxn ang="0">
                  <a:pos x="774" y="80"/>
                </a:cxn>
                <a:cxn ang="0">
                  <a:pos x="752" y="64"/>
                </a:cxn>
                <a:cxn ang="0">
                  <a:pos x="730" y="46"/>
                </a:cxn>
                <a:cxn ang="0">
                  <a:pos x="710" y="24"/>
                </a:cxn>
                <a:cxn ang="0">
                  <a:pos x="694" y="0"/>
                </a:cxn>
                <a:cxn ang="0">
                  <a:pos x="0" y="400"/>
                </a:cxn>
              </a:cxnLst>
              <a:rect l="0" t="0" r="r" b="b"/>
              <a:pathLst>
                <a:path w="774" h="774">
                  <a:moveTo>
                    <a:pt x="0" y="400"/>
                  </a:moveTo>
                  <a:lnTo>
                    <a:pt x="0" y="400"/>
                  </a:lnTo>
                  <a:lnTo>
                    <a:pt x="36" y="458"/>
                  </a:lnTo>
                  <a:lnTo>
                    <a:pt x="76" y="512"/>
                  </a:lnTo>
                  <a:lnTo>
                    <a:pt x="118" y="564"/>
                  </a:lnTo>
                  <a:lnTo>
                    <a:pt x="164" y="612"/>
                  </a:lnTo>
                  <a:lnTo>
                    <a:pt x="212" y="658"/>
                  </a:lnTo>
                  <a:lnTo>
                    <a:pt x="264" y="700"/>
                  </a:lnTo>
                  <a:lnTo>
                    <a:pt x="318" y="738"/>
                  </a:lnTo>
                  <a:lnTo>
                    <a:pt x="374" y="774"/>
                  </a:lnTo>
                  <a:lnTo>
                    <a:pt x="774" y="80"/>
                  </a:lnTo>
                  <a:lnTo>
                    <a:pt x="774" y="80"/>
                  </a:lnTo>
                  <a:lnTo>
                    <a:pt x="752" y="64"/>
                  </a:lnTo>
                  <a:lnTo>
                    <a:pt x="730" y="46"/>
                  </a:lnTo>
                  <a:lnTo>
                    <a:pt x="710" y="24"/>
                  </a:lnTo>
                  <a:lnTo>
                    <a:pt x="694" y="0"/>
                  </a:lnTo>
                  <a:lnTo>
                    <a:pt x="0" y="400"/>
                  </a:lnTo>
                  <a:close/>
                </a:path>
              </a:pathLst>
            </a:custGeom>
            <a:solidFill>
              <a:srgbClr val="E5EFFF"/>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9" name="Freeform 25"/>
            <p:cNvSpPr/>
            <p:nvPr/>
          </p:nvSpPr>
          <p:spPr bwMode="auto">
            <a:xfrm>
              <a:off x="3492922" y="4242705"/>
              <a:ext cx="1317625" cy="809625"/>
            </a:xfrm>
            <a:custGeom>
              <a:avLst/>
              <a:gdLst/>
              <a:ahLst/>
              <a:cxnLst>
                <a:cxn ang="0">
                  <a:pos x="0" y="0"/>
                </a:cxn>
                <a:cxn ang="0">
                  <a:pos x="0" y="0"/>
                </a:cxn>
                <a:cxn ang="0">
                  <a:pos x="2" y="68"/>
                </a:cxn>
                <a:cxn ang="0">
                  <a:pos x="10" y="134"/>
                </a:cxn>
                <a:cxn ang="0">
                  <a:pos x="20" y="200"/>
                </a:cxn>
                <a:cxn ang="0">
                  <a:pos x="36" y="266"/>
                </a:cxn>
                <a:cxn ang="0">
                  <a:pos x="54" y="328"/>
                </a:cxn>
                <a:cxn ang="0">
                  <a:pos x="78" y="392"/>
                </a:cxn>
                <a:cxn ang="0">
                  <a:pos x="106" y="452"/>
                </a:cxn>
                <a:cxn ang="0">
                  <a:pos x="136" y="510"/>
                </a:cxn>
                <a:cxn ang="0">
                  <a:pos x="830" y="110"/>
                </a:cxn>
                <a:cxn ang="0">
                  <a:pos x="830" y="110"/>
                </a:cxn>
                <a:cxn ang="0">
                  <a:pos x="818" y="84"/>
                </a:cxn>
                <a:cxn ang="0">
                  <a:pos x="810" y="58"/>
                </a:cxn>
                <a:cxn ang="0">
                  <a:pos x="804" y="30"/>
                </a:cxn>
                <a:cxn ang="0">
                  <a:pos x="802" y="0"/>
                </a:cxn>
                <a:cxn ang="0">
                  <a:pos x="0" y="0"/>
                </a:cxn>
              </a:cxnLst>
              <a:rect l="0" t="0" r="r" b="b"/>
              <a:pathLst>
                <a:path w="830" h="510">
                  <a:moveTo>
                    <a:pt x="0" y="0"/>
                  </a:moveTo>
                  <a:lnTo>
                    <a:pt x="0" y="0"/>
                  </a:lnTo>
                  <a:lnTo>
                    <a:pt x="2" y="68"/>
                  </a:lnTo>
                  <a:lnTo>
                    <a:pt x="10" y="134"/>
                  </a:lnTo>
                  <a:lnTo>
                    <a:pt x="20" y="200"/>
                  </a:lnTo>
                  <a:lnTo>
                    <a:pt x="36" y="266"/>
                  </a:lnTo>
                  <a:lnTo>
                    <a:pt x="54" y="328"/>
                  </a:lnTo>
                  <a:lnTo>
                    <a:pt x="78" y="392"/>
                  </a:lnTo>
                  <a:lnTo>
                    <a:pt x="106" y="452"/>
                  </a:lnTo>
                  <a:lnTo>
                    <a:pt x="136" y="510"/>
                  </a:lnTo>
                  <a:lnTo>
                    <a:pt x="830" y="110"/>
                  </a:lnTo>
                  <a:lnTo>
                    <a:pt x="830" y="110"/>
                  </a:lnTo>
                  <a:lnTo>
                    <a:pt x="818" y="84"/>
                  </a:lnTo>
                  <a:lnTo>
                    <a:pt x="810" y="58"/>
                  </a:lnTo>
                  <a:lnTo>
                    <a:pt x="804" y="30"/>
                  </a:lnTo>
                  <a:lnTo>
                    <a:pt x="802" y="0"/>
                  </a:lnTo>
                  <a:lnTo>
                    <a:pt x="0" y="0"/>
                  </a:lnTo>
                  <a:close/>
                </a:path>
              </a:pathLst>
            </a:custGeom>
            <a:solidFill>
              <a:srgbClr val="808B9E"/>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0" name="Freeform 26"/>
            <p:cNvSpPr/>
            <p:nvPr/>
          </p:nvSpPr>
          <p:spPr bwMode="auto">
            <a:xfrm>
              <a:off x="3492922" y="3436255"/>
              <a:ext cx="1317625" cy="806450"/>
            </a:xfrm>
            <a:custGeom>
              <a:avLst/>
              <a:gdLst/>
              <a:ahLst/>
              <a:cxnLst>
                <a:cxn ang="0">
                  <a:pos x="136" y="0"/>
                </a:cxn>
                <a:cxn ang="0">
                  <a:pos x="136" y="0"/>
                </a:cxn>
                <a:cxn ang="0">
                  <a:pos x="106" y="58"/>
                </a:cxn>
                <a:cxn ang="0">
                  <a:pos x="78" y="120"/>
                </a:cxn>
                <a:cxn ang="0">
                  <a:pos x="54" y="182"/>
                </a:cxn>
                <a:cxn ang="0">
                  <a:pos x="36" y="246"/>
                </a:cxn>
                <a:cxn ang="0">
                  <a:pos x="20" y="310"/>
                </a:cxn>
                <a:cxn ang="0">
                  <a:pos x="10" y="376"/>
                </a:cxn>
                <a:cxn ang="0">
                  <a:pos x="2" y="442"/>
                </a:cxn>
                <a:cxn ang="0">
                  <a:pos x="0" y="508"/>
                </a:cxn>
                <a:cxn ang="0">
                  <a:pos x="802" y="508"/>
                </a:cxn>
                <a:cxn ang="0">
                  <a:pos x="802" y="508"/>
                </a:cxn>
                <a:cxn ang="0">
                  <a:pos x="804" y="480"/>
                </a:cxn>
                <a:cxn ang="0">
                  <a:pos x="810" y="452"/>
                </a:cxn>
                <a:cxn ang="0">
                  <a:pos x="818" y="426"/>
                </a:cxn>
                <a:cxn ang="0">
                  <a:pos x="830" y="400"/>
                </a:cxn>
                <a:cxn ang="0">
                  <a:pos x="136" y="0"/>
                </a:cxn>
              </a:cxnLst>
              <a:rect l="0" t="0" r="r" b="b"/>
              <a:pathLst>
                <a:path w="830" h="508">
                  <a:moveTo>
                    <a:pt x="136" y="0"/>
                  </a:moveTo>
                  <a:lnTo>
                    <a:pt x="136" y="0"/>
                  </a:lnTo>
                  <a:lnTo>
                    <a:pt x="106" y="58"/>
                  </a:lnTo>
                  <a:lnTo>
                    <a:pt x="78" y="120"/>
                  </a:lnTo>
                  <a:lnTo>
                    <a:pt x="54" y="182"/>
                  </a:lnTo>
                  <a:lnTo>
                    <a:pt x="36" y="246"/>
                  </a:lnTo>
                  <a:lnTo>
                    <a:pt x="20" y="310"/>
                  </a:lnTo>
                  <a:lnTo>
                    <a:pt x="10" y="376"/>
                  </a:lnTo>
                  <a:lnTo>
                    <a:pt x="2" y="442"/>
                  </a:lnTo>
                  <a:lnTo>
                    <a:pt x="0" y="508"/>
                  </a:lnTo>
                  <a:lnTo>
                    <a:pt x="802" y="508"/>
                  </a:lnTo>
                  <a:lnTo>
                    <a:pt x="802" y="508"/>
                  </a:lnTo>
                  <a:lnTo>
                    <a:pt x="804" y="480"/>
                  </a:lnTo>
                  <a:lnTo>
                    <a:pt x="810" y="452"/>
                  </a:lnTo>
                  <a:lnTo>
                    <a:pt x="818" y="426"/>
                  </a:lnTo>
                  <a:lnTo>
                    <a:pt x="830" y="400"/>
                  </a:lnTo>
                  <a:lnTo>
                    <a:pt x="136" y="0"/>
                  </a:lnTo>
                  <a:close/>
                </a:path>
              </a:pathLst>
            </a:custGeom>
            <a:solidFill>
              <a:srgbClr val="E5EFFF"/>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1" name="Freeform 27"/>
            <p:cNvSpPr/>
            <p:nvPr/>
          </p:nvSpPr>
          <p:spPr bwMode="auto">
            <a:xfrm>
              <a:off x="3708822" y="2842530"/>
              <a:ext cx="1228725" cy="1228725"/>
            </a:xfrm>
            <a:custGeom>
              <a:avLst/>
              <a:gdLst/>
              <a:ahLst/>
              <a:cxnLst>
                <a:cxn ang="0">
                  <a:pos x="374" y="0"/>
                </a:cxn>
                <a:cxn ang="0">
                  <a:pos x="374" y="0"/>
                </a:cxn>
                <a:cxn ang="0">
                  <a:pos x="318" y="36"/>
                </a:cxn>
                <a:cxn ang="0">
                  <a:pos x="264" y="74"/>
                </a:cxn>
                <a:cxn ang="0">
                  <a:pos x="212" y="116"/>
                </a:cxn>
                <a:cxn ang="0">
                  <a:pos x="164" y="162"/>
                </a:cxn>
                <a:cxn ang="0">
                  <a:pos x="118" y="210"/>
                </a:cxn>
                <a:cxn ang="0">
                  <a:pos x="76" y="262"/>
                </a:cxn>
                <a:cxn ang="0">
                  <a:pos x="36" y="316"/>
                </a:cxn>
                <a:cxn ang="0">
                  <a:pos x="0" y="374"/>
                </a:cxn>
                <a:cxn ang="0">
                  <a:pos x="694" y="774"/>
                </a:cxn>
                <a:cxn ang="0">
                  <a:pos x="694" y="774"/>
                </a:cxn>
                <a:cxn ang="0">
                  <a:pos x="710" y="750"/>
                </a:cxn>
                <a:cxn ang="0">
                  <a:pos x="730" y="728"/>
                </a:cxn>
                <a:cxn ang="0">
                  <a:pos x="752" y="710"/>
                </a:cxn>
                <a:cxn ang="0">
                  <a:pos x="774" y="694"/>
                </a:cxn>
                <a:cxn ang="0">
                  <a:pos x="374" y="0"/>
                </a:cxn>
              </a:cxnLst>
              <a:rect l="0" t="0" r="r" b="b"/>
              <a:pathLst>
                <a:path w="774" h="774">
                  <a:moveTo>
                    <a:pt x="374" y="0"/>
                  </a:moveTo>
                  <a:lnTo>
                    <a:pt x="374" y="0"/>
                  </a:lnTo>
                  <a:lnTo>
                    <a:pt x="318" y="36"/>
                  </a:lnTo>
                  <a:lnTo>
                    <a:pt x="264" y="74"/>
                  </a:lnTo>
                  <a:lnTo>
                    <a:pt x="212" y="116"/>
                  </a:lnTo>
                  <a:lnTo>
                    <a:pt x="164" y="162"/>
                  </a:lnTo>
                  <a:lnTo>
                    <a:pt x="118" y="210"/>
                  </a:lnTo>
                  <a:lnTo>
                    <a:pt x="76" y="262"/>
                  </a:lnTo>
                  <a:lnTo>
                    <a:pt x="36" y="316"/>
                  </a:lnTo>
                  <a:lnTo>
                    <a:pt x="0" y="374"/>
                  </a:lnTo>
                  <a:lnTo>
                    <a:pt x="694" y="774"/>
                  </a:lnTo>
                  <a:lnTo>
                    <a:pt x="694" y="774"/>
                  </a:lnTo>
                  <a:lnTo>
                    <a:pt x="710" y="750"/>
                  </a:lnTo>
                  <a:lnTo>
                    <a:pt x="730" y="728"/>
                  </a:lnTo>
                  <a:lnTo>
                    <a:pt x="752" y="710"/>
                  </a:lnTo>
                  <a:lnTo>
                    <a:pt x="774" y="694"/>
                  </a:lnTo>
                  <a:lnTo>
                    <a:pt x="374" y="0"/>
                  </a:lnTo>
                  <a:close/>
                </a:path>
              </a:pathLst>
            </a:custGeom>
            <a:solidFill>
              <a:srgbClr val="808B9E"/>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2" name="Freeform 28"/>
            <p:cNvSpPr/>
            <p:nvPr/>
          </p:nvSpPr>
          <p:spPr bwMode="auto">
            <a:xfrm>
              <a:off x="4302547" y="2626630"/>
              <a:ext cx="809625" cy="1317625"/>
            </a:xfrm>
            <a:custGeom>
              <a:avLst/>
              <a:gdLst/>
              <a:ahLst/>
              <a:cxnLst>
                <a:cxn ang="0">
                  <a:pos x="510" y="0"/>
                </a:cxn>
                <a:cxn ang="0">
                  <a:pos x="510" y="0"/>
                </a:cxn>
                <a:cxn ang="0">
                  <a:pos x="444" y="2"/>
                </a:cxn>
                <a:cxn ang="0">
                  <a:pos x="376" y="8"/>
                </a:cxn>
                <a:cxn ang="0">
                  <a:pos x="312" y="20"/>
                </a:cxn>
                <a:cxn ang="0">
                  <a:pos x="246" y="34"/>
                </a:cxn>
                <a:cxn ang="0">
                  <a:pos x="182" y="54"/>
                </a:cxn>
                <a:cxn ang="0">
                  <a:pos x="120" y="76"/>
                </a:cxn>
                <a:cxn ang="0">
                  <a:pos x="60" y="104"/>
                </a:cxn>
                <a:cxn ang="0">
                  <a:pos x="0" y="136"/>
                </a:cxn>
                <a:cxn ang="0">
                  <a:pos x="400" y="830"/>
                </a:cxn>
                <a:cxn ang="0">
                  <a:pos x="400" y="830"/>
                </a:cxn>
                <a:cxn ang="0">
                  <a:pos x="426" y="818"/>
                </a:cxn>
                <a:cxn ang="0">
                  <a:pos x="454" y="808"/>
                </a:cxn>
                <a:cxn ang="0">
                  <a:pos x="482" y="802"/>
                </a:cxn>
                <a:cxn ang="0">
                  <a:pos x="510" y="800"/>
                </a:cxn>
                <a:cxn ang="0">
                  <a:pos x="510" y="0"/>
                </a:cxn>
              </a:cxnLst>
              <a:rect l="0" t="0" r="r" b="b"/>
              <a:pathLst>
                <a:path w="510" h="830">
                  <a:moveTo>
                    <a:pt x="510" y="0"/>
                  </a:moveTo>
                  <a:lnTo>
                    <a:pt x="510" y="0"/>
                  </a:lnTo>
                  <a:lnTo>
                    <a:pt x="444" y="2"/>
                  </a:lnTo>
                  <a:lnTo>
                    <a:pt x="376" y="8"/>
                  </a:lnTo>
                  <a:lnTo>
                    <a:pt x="312" y="20"/>
                  </a:lnTo>
                  <a:lnTo>
                    <a:pt x="246" y="34"/>
                  </a:lnTo>
                  <a:lnTo>
                    <a:pt x="182" y="54"/>
                  </a:lnTo>
                  <a:lnTo>
                    <a:pt x="120" y="76"/>
                  </a:lnTo>
                  <a:lnTo>
                    <a:pt x="60" y="104"/>
                  </a:lnTo>
                  <a:lnTo>
                    <a:pt x="0" y="136"/>
                  </a:lnTo>
                  <a:lnTo>
                    <a:pt x="400" y="830"/>
                  </a:lnTo>
                  <a:lnTo>
                    <a:pt x="400" y="830"/>
                  </a:lnTo>
                  <a:lnTo>
                    <a:pt x="426" y="818"/>
                  </a:lnTo>
                  <a:lnTo>
                    <a:pt x="454" y="808"/>
                  </a:lnTo>
                  <a:lnTo>
                    <a:pt x="482" y="802"/>
                  </a:lnTo>
                  <a:lnTo>
                    <a:pt x="510" y="800"/>
                  </a:lnTo>
                  <a:lnTo>
                    <a:pt x="510" y="0"/>
                  </a:lnTo>
                  <a:close/>
                </a:path>
              </a:pathLst>
            </a:custGeom>
            <a:solidFill>
              <a:srgbClr val="E5EFFF"/>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3" name="Freeform 29"/>
            <p:cNvSpPr/>
            <p:nvPr/>
          </p:nvSpPr>
          <p:spPr bwMode="auto">
            <a:xfrm>
              <a:off x="4083472" y="3204480"/>
              <a:ext cx="2079625" cy="2076450"/>
            </a:xfrm>
            <a:custGeom>
              <a:avLst/>
              <a:gdLst/>
              <a:ahLst/>
              <a:cxnLst>
                <a:cxn ang="0">
                  <a:pos x="1308" y="686"/>
                </a:cxn>
                <a:cxn ang="0">
                  <a:pos x="1296" y="786"/>
                </a:cxn>
                <a:cxn ang="0">
                  <a:pos x="1270" y="878"/>
                </a:cxn>
                <a:cxn ang="0">
                  <a:pos x="1230" y="966"/>
                </a:cxn>
                <a:cxn ang="0">
                  <a:pos x="1180" y="1044"/>
                </a:cxn>
                <a:cxn ang="0">
                  <a:pos x="1118" y="1116"/>
                </a:cxn>
                <a:cxn ang="0">
                  <a:pos x="1046" y="1178"/>
                </a:cxn>
                <a:cxn ang="0">
                  <a:pos x="966" y="1228"/>
                </a:cxn>
                <a:cxn ang="0">
                  <a:pos x="880" y="1268"/>
                </a:cxn>
                <a:cxn ang="0">
                  <a:pos x="786" y="1294"/>
                </a:cxn>
                <a:cxn ang="0">
                  <a:pos x="688" y="1306"/>
                </a:cxn>
                <a:cxn ang="0">
                  <a:pos x="622" y="1306"/>
                </a:cxn>
                <a:cxn ang="0">
                  <a:pos x="522" y="1294"/>
                </a:cxn>
                <a:cxn ang="0">
                  <a:pos x="430" y="1268"/>
                </a:cxn>
                <a:cxn ang="0">
                  <a:pos x="342" y="1228"/>
                </a:cxn>
                <a:cxn ang="0">
                  <a:pos x="264" y="1178"/>
                </a:cxn>
                <a:cxn ang="0">
                  <a:pos x="192" y="1116"/>
                </a:cxn>
                <a:cxn ang="0">
                  <a:pos x="130" y="1044"/>
                </a:cxn>
                <a:cxn ang="0">
                  <a:pos x="80" y="966"/>
                </a:cxn>
                <a:cxn ang="0">
                  <a:pos x="40" y="878"/>
                </a:cxn>
                <a:cxn ang="0">
                  <a:pos x="14" y="786"/>
                </a:cxn>
                <a:cxn ang="0">
                  <a:pos x="2" y="686"/>
                </a:cxn>
                <a:cxn ang="0">
                  <a:pos x="2" y="620"/>
                </a:cxn>
                <a:cxn ang="0">
                  <a:pos x="14" y="522"/>
                </a:cxn>
                <a:cxn ang="0">
                  <a:pos x="40" y="428"/>
                </a:cxn>
                <a:cxn ang="0">
                  <a:pos x="80" y="342"/>
                </a:cxn>
                <a:cxn ang="0">
                  <a:pos x="130" y="262"/>
                </a:cxn>
                <a:cxn ang="0">
                  <a:pos x="192" y="190"/>
                </a:cxn>
                <a:cxn ang="0">
                  <a:pos x="264" y="130"/>
                </a:cxn>
                <a:cxn ang="0">
                  <a:pos x="342" y="78"/>
                </a:cxn>
                <a:cxn ang="0">
                  <a:pos x="430" y="38"/>
                </a:cxn>
                <a:cxn ang="0">
                  <a:pos x="522" y="12"/>
                </a:cxn>
                <a:cxn ang="0">
                  <a:pos x="622" y="0"/>
                </a:cxn>
                <a:cxn ang="0">
                  <a:pos x="688" y="0"/>
                </a:cxn>
                <a:cxn ang="0">
                  <a:pos x="786" y="12"/>
                </a:cxn>
                <a:cxn ang="0">
                  <a:pos x="880" y="38"/>
                </a:cxn>
                <a:cxn ang="0">
                  <a:pos x="966" y="78"/>
                </a:cxn>
                <a:cxn ang="0">
                  <a:pos x="1046" y="130"/>
                </a:cxn>
                <a:cxn ang="0">
                  <a:pos x="1118" y="190"/>
                </a:cxn>
                <a:cxn ang="0">
                  <a:pos x="1180" y="262"/>
                </a:cxn>
                <a:cxn ang="0">
                  <a:pos x="1230" y="342"/>
                </a:cxn>
                <a:cxn ang="0">
                  <a:pos x="1270" y="428"/>
                </a:cxn>
                <a:cxn ang="0">
                  <a:pos x="1296" y="522"/>
                </a:cxn>
                <a:cxn ang="0">
                  <a:pos x="1308" y="620"/>
                </a:cxn>
              </a:cxnLst>
              <a:rect l="0" t="0" r="r" b="b"/>
              <a:pathLst>
                <a:path w="1310" h="1308">
                  <a:moveTo>
                    <a:pt x="1310" y="654"/>
                  </a:moveTo>
                  <a:lnTo>
                    <a:pt x="1310" y="654"/>
                  </a:lnTo>
                  <a:lnTo>
                    <a:pt x="1308" y="686"/>
                  </a:lnTo>
                  <a:lnTo>
                    <a:pt x="1306" y="720"/>
                  </a:lnTo>
                  <a:lnTo>
                    <a:pt x="1302" y="752"/>
                  </a:lnTo>
                  <a:lnTo>
                    <a:pt x="1296" y="786"/>
                  </a:lnTo>
                  <a:lnTo>
                    <a:pt x="1288" y="816"/>
                  </a:lnTo>
                  <a:lnTo>
                    <a:pt x="1280" y="848"/>
                  </a:lnTo>
                  <a:lnTo>
                    <a:pt x="1270" y="878"/>
                  </a:lnTo>
                  <a:lnTo>
                    <a:pt x="1258" y="908"/>
                  </a:lnTo>
                  <a:lnTo>
                    <a:pt x="1244" y="936"/>
                  </a:lnTo>
                  <a:lnTo>
                    <a:pt x="1230" y="966"/>
                  </a:lnTo>
                  <a:lnTo>
                    <a:pt x="1214" y="992"/>
                  </a:lnTo>
                  <a:lnTo>
                    <a:pt x="1198" y="1020"/>
                  </a:lnTo>
                  <a:lnTo>
                    <a:pt x="1180" y="1044"/>
                  </a:lnTo>
                  <a:lnTo>
                    <a:pt x="1160" y="1070"/>
                  </a:lnTo>
                  <a:lnTo>
                    <a:pt x="1140" y="1094"/>
                  </a:lnTo>
                  <a:lnTo>
                    <a:pt x="1118" y="1116"/>
                  </a:lnTo>
                  <a:lnTo>
                    <a:pt x="1094" y="1138"/>
                  </a:lnTo>
                  <a:lnTo>
                    <a:pt x="1070" y="1158"/>
                  </a:lnTo>
                  <a:lnTo>
                    <a:pt x="1046" y="1178"/>
                  </a:lnTo>
                  <a:lnTo>
                    <a:pt x="1020" y="1196"/>
                  </a:lnTo>
                  <a:lnTo>
                    <a:pt x="994" y="1212"/>
                  </a:lnTo>
                  <a:lnTo>
                    <a:pt x="966" y="1228"/>
                  </a:lnTo>
                  <a:lnTo>
                    <a:pt x="938" y="1244"/>
                  </a:lnTo>
                  <a:lnTo>
                    <a:pt x="910" y="1256"/>
                  </a:lnTo>
                  <a:lnTo>
                    <a:pt x="880" y="1268"/>
                  </a:lnTo>
                  <a:lnTo>
                    <a:pt x="850" y="1278"/>
                  </a:lnTo>
                  <a:lnTo>
                    <a:pt x="818" y="1286"/>
                  </a:lnTo>
                  <a:lnTo>
                    <a:pt x="786" y="1294"/>
                  </a:lnTo>
                  <a:lnTo>
                    <a:pt x="754" y="1300"/>
                  </a:lnTo>
                  <a:lnTo>
                    <a:pt x="722" y="1304"/>
                  </a:lnTo>
                  <a:lnTo>
                    <a:pt x="688" y="1306"/>
                  </a:lnTo>
                  <a:lnTo>
                    <a:pt x="654" y="1308"/>
                  </a:lnTo>
                  <a:lnTo>
                    <a:pt x="654" y="1308"/>
                  </a:lnTo>
                  <a:lnTo>
                    <a:pt x="622" y="1306"/>
                  </a:lnTo>
                  <a:lnTo>
                    <a:pt x="588" y="1304"/>
                  </a:lnTo>
                  <a:lnTo>
                    <a:pt x="556" y="1300"/>
                  </a:lnTo>
                  <a:lnTo>
                    <a:pt x="522" y="1294"/>
                  </a:lnTo>
                  <a:lnTo>
                    <a:pt x="492" y="1286"/>
                  </a:lnTo>
                  <a:lnTo>
                    <a:pt x="460" y="1278"/>
                  </a:lnTo>
                  <a:lnTo>
                    <a:pt x="430" y="1268"/>
                  </a:lnTo>
                  <a:lnTo>
                    <a:pt x="400" y="1256"/>
                  </a:lnTo>
                  <a:lnTo>
                    <a:pt x="372" y="1244"/>
                  </a:lnTo>
                  <a:lnTo>
                    <a:pt x="342" y="1228"/>
                  </a:lnTo>
                  <a:lnTo>
                    <a:pt x="316" y="1212"/>
                  </a:lnTo>
                  <a:lnTo>
                    <a:pt x="290" y="1196"/>
                  </a:lnTo>
                  <a:lnTo>
                    <a:pt x="264" y="1178"/>
                  </a:lnTo>
                  <a:lnTo>
                    <a:pt x="238" y="1158"/>
                  </a:lnTo>
                  <a:lnTo>
                    <a:pt x="214" y="1138"/>
                  </a:lnTo>
                  <a:lnTo>
                    <a:pt x="192" y="1116"/>
                  </a:lnTo>
                  <a:lnTo>
                    <a:pt x="170" y="1094"/>
                  </a:lnTo>
                  <a:lnTo>
                    <a:pt x="150" y="1070"/>
                  </a:lnTo>
                  <a:lnTo>
                    <a:pt x="130" y="1044"/>
                  </a:lnTo>
                  <a:lnTo>
                    <a:pt x="112" y="1020"/>
                  </a:lnTo>
                  <a:lnTo>
                    <a:pt x="96" y="992"/>
                  </a:lnTo>
                  <a:lnTo>
                    <a:pt x="80" y="966"/>
                  </a:lnTo>
                  <a:lnTo>
                    <a:pt x="66" y="936"/>
                  </a:lnTo>
                  <a:lnTo>
                    <a:pt x="52" y="908"/>
                  </a:lnTo>
                  <a:lnTo>
                    <a:pt x="40" y="878"/>
                  </a:lnTo>
                  <a:lnTo>
                    <a:pt x="30" y="848"/>
                  </a:lnTo>
                  <a:lnTo>
                    <a:pt x="22" y="816"/>
                  </a:lnTo>
                  <a:lnTo>
                    <a:pt x="14" y="786"/>
                  </a:lnTo>
                  <a:lnTo>
                    <a:pt x="8" y="752"/>
                  </a:lnTo>
                  <a:lnTo>
                    <a:pt x="4" y="720"/>
                  </a:lnTo>
                  <a:lnTo>
                    <a:pt x="2" y="686"/>
                  </a:lnTo>
                  <a:lnTo>
                    <a:pt x="0" y="654"/>
                  </a:lnTo>
                  <a:lnTo>
                    <a:pt x="0" y="654"/>
                  </a:lnTo>
                  <a:lnTo>
                    <a:pt x="2" y="620"/>
                  </a:lnTo>
                  <a:lnTo>
                    <a:pt x="4" y="586"/>
                  </a:lnTo>
                  <a:lnTo>
                    <a:pt x="8" y="554"/>
                  </a:lnTo>
                  <a:lnTo>
                    <a:pt x="14" y="522"/>
                  </a:lnTo>
                  <a:lnTo>
                    <a:pt x="22" y="490"/>
                  </a:lnTo>
                  <a:lnTo>
                    <a:pt x="30" y="458"/>
                  </a:lnTo>
                  <a:lnTo>
                    <a:pt x="40" y="428"/>
                  </a:lnTo>
                  <a:lnTo>
                    <a:pt x="52" y="398"/>
                  </a:lnTo>
                  <a:lnTo>
                    <a:pt x="66" y="370"/>
                  </a:lnTo>
                  <a:lnTo>
                    <a:pt x="80" y="342"/>
                  </a:lnTo>
                  <a:lnTo>
                    <a:pt x="96" y="314"/>
                  </a:lnTo>
                  <a:lnTo>
                    <a:pt x="112" y="288"/>
                  </a:lnTo>
                  <a:lnTo>
                    <a:pt x="130" y="262"/>
                  </a:lnTo>
                  <a:lnTo>
                    <a:pt x="150" y="238"/>
                  </a:lnTo>
                  <a:lnTo>
                    <a:pt x="170" y="214"/>
                  </a:lnTo>
                  <a:lnTo>
                    <a:pt x="192" y="190"/>
                  </a:lnTo>
                  <a:lnTo>
                    <a:pt x="214" y="170"/>
                  </a:lnTo>
                  <a:lnTo>
                    <a:pt x="238" y="148"/>
                  </a:lnTo>
                  <a:lnTo>
                    <a:pt x="264" y="130"/>
                  </a:lnTo>
                  <a:lnTo>
                    <a:pt x="290" y="110"/>
                  </a:lnTo>
                  <a:lnTo>
                    <a:pt x="316" y="94"/>
                  </a:lnTo>
                  <a:lnTo>
                    <a:pt x="342" y="78"/>
                  </a:lnTo>
                  <a:lnTo>
                    <a:pt x="372" y="64"/>
                  </a:lnTo>
                  <a:lnTo>
                    <a:pt x="400" y="50"/>
                  </a:lnTo>
                  <a:lnTo>
                    <a:pt x="430" y="38"/>
                  </a:lnTo>
                  <a:lnTo>
                    <a:pt x="460" y="28"/>
                  </a:lnTo>
                  <a:lnTo>
                    <a:pt x="492" y="20"/>
                  </a:lnTo>
                  <a:lnTo>
                    <a:pt x="522" y="12"/>
                  </a:lnTo>
                  <a:lnTo>
                    <a:pt x="556" y="6"/>
                  </a:lnTo>
                  <a:lnTo>
                    <a:pt x="588" y="2"/>
                  </a:lnTo>
                  <a:lnTo>
                    <a:pt x="622" y="0"/>
                  </a:lnTo>
                  <a:lnTo>
                    <a:pt x="654" y="0"/>
                  </a:lnTo>
                  <a:lnTo>
                    <a:pt x="654" y="0"/>
                  </a:lnTo>
                  <a:lnTo>
                    <a:pt x="688" y="0"/>
                  </a:lnTo>
                  <a:lnTo>
                    <a:pt x="722" y="2"/>
                  </a:lnTo>
                  <a:lnTo>
                    <a:pt x="754" y="6"/>
                  </a:lnTo>
                  <a:lnTo>
                    <a:pt x="786" y="12"/>
                  </a:lnTo>
                  <a:lnTo>
                    <a:pt x="818" y="20"/>
                  </a:lnTo>
                  <a:lnTo>
                    <a:pt x="850" y="28"/>
                  </a:lnTo>
                  <a:lnTo>
                    <a:pt x="880" y="38"/>
                  </a:lnTo>
                  <a:lnTo>
                    <a:pt x="910" y="50"/>
                  </a:lnTo>
                  <a:lnTo>
                    <a:pt x="938" y="64"/>
                  </a:lnTo>
                  <a:lnTo>
                    <a:pt x="966" y="78"/>
                  </a:lnTo>
                  <a:lnTo>
                    <a:pt x="994" y="94"/>
                  </a:lnTo>
                  <a:lnTo>
                    <a:pt x="1020" y="110"/>
                  </a:lnTo>
                  <a:lnTo>
                    <a:pt x="1046" y="130"/>
                  </a:lnTo>
                  <a:lnTo>
                    <a:pt x="1070" y="148"/>
                  </a:lnTo>
                  <a:lnTo>
                    <a:pt x="1094" y="170"/>
                  </a:lnTo>
                  <a:lnTo>
                    <a:pt x="1118" y="190"/>
                  </a:lnTo>
                  <a:lnTo>
                    <a:pt x="1140" y="214"/>
                  </a:lnTo>
                  <a:lnTo>
                    <a:pt x="1160" y="238"/>
                  </a:lnTo>
                  <a:lnTo>
                    <a:pt x="1180" y="262"/>
                  </a:lnTo>
                  <a:lnTo>
                    <a:pt x="1198" y="288"/>
                  </a:lnTo>
                  <a:lnTo>
                    <a:pt x="1214" y="314"/>
                  </a:lnTo>
                  <a:lnTo>
                    <a:pt x="1230" y="342"/>
                  </a:lnTo>
                  <a:lnTo>
                    <a:pt x="1244" y="370"/>
                  </a:lnTo>
                  <a:lnTo>
                    <a:pt x="1258" y="398"/>
                  </a:lnTo>
                  <a:lnTo>
                    <a:pt x="1270" y="428"/>
                  </a:lnTo>
                  <a:lnTo>
                    <a:pt x="1280" y="458"/>
                  </a:lnTo>
                  <a:lnTo>
                    <a:pt x="1288" y="490"/>
                  </a:lnTo>
                  <a:lnTo>
                    <a:pt x="1296" y="522"/>
                  </a:lnTo>
                  <a:lnTo>
                    <a:pt x="1302" y="554"/>
                  </a:lnTo>
                  <a:lnTo>
                    <a:pt x="1306" y="586"/>
                  </a:lnTo>
                  <a:lnTo>
                    <a:pt x="1308" y="620"/>
                  </a:lnTo>
                  <a:lnTo>
                    <a:pt x="1310" y="654"/>
                  </a:lnTo>
                  <a:lnTo>
                    <a:pt x="1310" y="654"/>
                  </a:lnTo>
                  <a:close/>
                </a:path>
              </a:pathLst>
            </a:custGeom>
            <a:solidFill>
              <a:srgbClr val="FFFFFF"/>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54" name="Line 30"/>
            <p:cNvSpPr>
              <a:spLocks noChangeShapeType="1"/>
            </p:cNvSpPr>
            <p:nvPr/>
          </p:nvSpPr>
          <p:spPr bwMode="auto">
            <a:xfrm flipV="1">
              <a:off x="6512347" y="2893330"/>
              <a:ext cx="946150" cy="552450"/>
            </a:xfrm>
            <a:prstGeom prst="line">
              <a:avLst/>
            </a:prstGeom>
            <a:no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6" name="Line 32"/>
            <p:cNvSpPr>
              <a:spLocks noChangeShapeType="1"/>
            </p:cNvSpPr>
            <p:nvPr/>
          </p:nvSpPr>
          <p:spPr bwMode="auto">
            <a:xfrm>
              <a:off x="5915447" y="5639705"/>
              <a:ext cx="552450" cy="962025"/>
            </a:xfrm>
            <a:prstGeom prst="line">
              <a:avLst/>
            </a:prstGeom>
            <a:no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7" name="Line 33"/>
            <p:cNvSpPr>
              <a:spLocks noChangeShapeType="1"/>
            </p:cNvSpPr>
            <p:nvPr/>
          </p:nvSpPr>
          <p:spPr bwMode="auto">
            <a:xfrm flipH="1">
              <a:off x="3759622" y="5646055"/>
              <a:ext cx="542925" cy="949325"/>
            </a:xfrm>
            <a:prstGeom prst="line">
              <a:avLst/>
            </a:prstGeom>
            <a:no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8" name="Line 34"/>
            <p:cNvSpPr>
              <a:spLocks noChangeShapeType="1"/>
            </p:cNvSpPr>
            <p:nvPr/>
          </p:nvSpPr>
          <p:spPr bwMode="auto">
            <a:xfrm flipH="1">
              <a:off x="2765847" y="5052330"/>
              <a:ext cx="942975" cy="546100"/>
            </a:xfrm>
            <a:prstGeom prst="line">
              <a:avLst/>
            </a:prstGeom>
            <a:no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9" name="Line 35"/>
            <p:cNvSpPr>
              <a:spLocks noChangeShapeType="1"/>
            </p:cNvSpPr>
            <p:nvPr/>
          </p:nvSpPr>
          <p:spPr bwMode="auto">
            <a:xfrm flipH="1">
              <a:off x="2394372" y="4242705"/>
              <a:ext cx="1098550" cy="1588"/>
            </a:xfrm>
            <a:prstGeom prst="line">
              <a:avLst/>
            </a:prstGeom>
            <a:no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60" name="Line 36"/>
            <p:cNvSpPr>
              <a:spLocks noChangeShapeType="1"/>
            </p:cNvSpPr>
            <p:nvPr/>
          </p:nvSpPr>
          <p:spPr bwMode="auto">
            <a:xfrm>
              <a:off x="5108997" y="1534430"/>
              <a:ext cx="1588" cy="1092200"/>
            </a:xfrm>
            <a:prstGeom prst="line">
              <a:avLst/>
            </a:prstGeom>
            <a:no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74" name="Rectangle 50"/>
            <p:cNvSpPr>
              <a:spLocks noChangeArrowheads="1"/>
            </p:cNvSpPr>
            <p:nvPr/>
          </p:nvSpPr>
          <p:spPr bwMode="auto">
            <a:xfrm>
              <a:off x="5321722" y="2871105"/>
              <a:ext cx="247131"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solidFill>
                    <a:srgbClr val="FFFFFF"/>
                  </a:solidFill>
                  <a:effectLst/>
                  <a:latin typeface="+mj-lt"/>
                </a:rPr>
                <a:t>Oct</a:t>
              </a:r>
              <a:endParaRPr kumimoji="0" lang="en-US" sz="1635" b="0" i="0" u="none" strike="noStrike" cap="none" normalizeH="0" baseline="0" dirty="0" smtClean="0">
                <a:ln>
                  <a:noFill/>
                </a:ln>
                <a:solidFill>
                  <a:schemeClr val="tx1"/>
                </a:solidFill>
                <a:effectLst/>
                <a:latin typeface="+mj-lt"/>
              </a:endParaRPr>
            </a:p>
          </p:txBody>
        </p:sp>
        <p:sp>
          <p:nvSpPr>
            <p:cNvPr id="1075" name="Rectangle 51"/>
            <p:cNvSpPr>
              <a:spLocks noChangeArrowheads="1"/>
            </p:cNvSpPr>
            <p:nvPr/>
          </p:nvSpPr>
          <p:spPr bwMode="auto">
            <a:xfrm>
              <a:off x="5915447" y="3220355"/>
              <a:ext cx="277935"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solidFill>
                    <a:srgbClr val="000000"/>
                  </a:solidFill>
                  <a:effectLst/>
                  <a:latin typeface="+mj-lt"/>
                </a:rPr>
                <a:t>Nov</a:t>
              </a:r>
              <a:endParaRPr kumimoji="0" lang="en-US" sz="1635" b="0" i="0" u="none" strike="noStrike" cap="none" normalizeH="0" baseline="0" dirty="0" smtClean="0">
                <a:ln>
                  <a:noFill/>
                </a:ln>
                <a:solidFill>
                  <a:schemeClr val="tx1"/>
                </a:solidFill>
                <a:effectLst/>
                <a:latin typeface="+mj-lt"/>
              </a:endParaRPr>
            </a:p>
          </p:txBody>
        </p:sp>
        <p:sp>
          <p:nvSpPr>
            <p:cNvPr id="1078" name="Rectangle 54"/>
            <p:cNvSpPr>
              <a:spLocks noChangeArrowheads="1"/>
            </p:cNvSpPr>
            <p:nvPr/>
          </p:nvSpPr>
          <p:spPr bwMode="auto">
            <a:xfrm>
              <a:off x="6267872" y="3817255"/>
              <a:ext cx="266033"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solidFill>
                    <a:srgbClr val="FFFFFF"/>
                  </a:solidFill>
                  <a:effectLst/>
                  <a:latin typeface="+mj-lt"/>
                </a:rPr>
                <a:t>Dec</a:t>
              </a:r>
              <a:endParaRPr kumimoji="0" lang="en-US" sz="1635" b="0" i="0" u="none" strike="noStrike" cap="none" normalizeH="0" baseline="0" dirty="0" smtClean="0">
                <a:ln>
                  <a:noFill/>
                </a:ln>
                <a:solidFill>
                  <a:schemeClr val="tx1"/>
                </a:solidFill>
                <a:effectLst/>
                <a:latin typeface="+mj-lt"/>
              </a:endParaRPr>
            </a:p>
          </p:txBody>
        </p:sp>
        <p:sp>
          <p:nvSpPr>
            <p:cNvPr id="1079" name="Rectangle 55"/>
            <p:cNvSpPr>
              <a:spLocks noChangeArrowheads="1"/>
            </p:cNvSpPr>
            <p:nvPr/>
          </p:nvSpPr>
          <p:spPr bwMode="auto">
            <a:xfrm>
              <a:off x="6261522" y="4474480"/>
              <a:ext cx="254132"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smtClean="0">
                  <a:ln>
                    <a:noFill/>
                  </a:ln>
                  <a:solidFill>
                    <a:srgbClr val="000000"/>
                  </a:solidFill>
                  <a:effectLst/>
                  <a:latin typeface="+mj-lt"/>
                </a:rPr>
                <a:t>Jan</a:t>
              </a:r>
              <a:endParaRPr kumimoji="0" lang="en-US" sz="1635" b="0" i="0" u="none" strike="noStrike" cap="none" normalizeH="0" baseline="0" smtClean="0">
                <a:ln>
                  <a:noFill/>
                </a:ln>
                <a:solidFill>
                  <a:schemeClr val="tx1"/>
                </a:solidFill>
                <a:effectLst/>
                <a:latin typeface="+mj-lt"/>
              </a:endParaRPr>
            </a:p>
          </p:txBody>
        </p:sp>
        <p:sp>
          <p:nvSpPr>
            <p:cNvPr id="1080" name="Rectangle 56"/>
            <p:cNvSpPr>
              <a:spLocks noChangeArrowheads="1"/>
            </p:cNvSpPr>
            <p:nvPr/>
          </p:nvSpPr>
          <p:spPr bwMode="auto">
            <a:xfrm>
              <a:off x="5947197" y="5074555"/>
              <a:ext cx="259032"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solidFill>
                    <a:srgbClr val="FFFFFF"/>
                  </a:solidFill>
                  <a:effectLst/>
                  <a:latin typeface="+mj-lt"/>
                </a:rPr>
                <a:t>Feb</a:t>
              </a:r>
              <a:endParaRPr kumimoji="0" lang="en-US" sz="1635" b="0" i="0" u="none" strike="noStrike" cap="none" normalizeH="0" baseline="0" dirty="0" smtClean="0">
                <a:ln>
                  <a:noFill/>
                </a:ln>
                <a:solidFill>
                  <a:schemeClr val="tx1"/>
                </a:solidFill>
                <a:effectLst/>
                <a:latin typeface="+mj-lt"/>
              </a:endParaRPr>
            </a:p>
          </p:txBody>
        </p:sp>
        <p:sp>
          <p:nvSpPr>
            <p:cNvPr id="1082" name="Rectangle 58"/>
            <p:cNvSpPr>
              <a:spLocks noChangeArrowheads="1"/>
            </p:cNvSpPr>
            <p:nvPr/>
          </p:nvSpPr>
          <p:spPr bwMode="auto">
            <a:xfrm>
              <a:off x="5309022" y="5433330"/>
              <a:ext cx="298237"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solidFill>
                    <a:srgbClr val="000000"/>
                  </a:solidFill>
                  <a:effectLst/>
                  <a:latin typeface="+mj-lt"/>
                </a:rPr>
                <a:t>Mar</a:t>
              </a:r>
              <a:endParaRPr kumimoji="0" lang="en-US" sz="1635" b="0" i="0" u="none" strike="noStrike" cap="none" normalizeH="0" baseline="0" dirty="0" smtClean="0">
                <a:ln>
                  <a:noFill/>
                </a:ln>
                <a:solidFill>
                  <a:schemeClr val="tx1"/>
                </a:solidFill>
                <a:effectLst/>
                <a:latin typeface="+mj-lt"/>
              </a:endParaRPr>
            </a:p>
          </p:txBody>
        </p:sp>
        <p:sp>
          <p:nvSpPr>
            <p:cNvPr id="1083" name="Rectangle 59"/>
            <p:cNvSpPr>
              <a:spLocks noChangeArrowheads="1"/>
            </p:cNvSpPr>
            <p:nvPr/>
          </p:nvSpPr>
          <p:spPr bwMode="auto">
            <a:xfrm>
              <a:off x="4623222" y="5439680"/>
              <a:ext cx="257632"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solidFill>
                    <a:srgbClr val="FFFFFF"/>
                  </a:solidFill>
                  <a:effectLst/>
                  <a:latin typeface="+mj-lt"/>
                </a:rPr>
                <a:t>Apr</a:t>
              </a:r>
              <a:endParaRPr kumimoji="0" lang="en-US" sz="1635" b="0" i="0" u="none" strike="noStrike" cap="none" normalizeH="0" baseline="0" dirty="0" smtClean="0">
                <a:ln>
                  <a:noFill/>
                </a:ln>
                <a:solidFill>
                  <a:schemeClr val="tx1"/>
                </a:solidFill>
                <a:effectLst/>
                <a:latin typeface="+mj-lt"/>
              </a:endParaRPr>
            </a:p>
          </p:txBody>
        </p:sp>
        <p:sp>
          <p:nvSpPr>
            <p:cNvPr id="1084" name="Rectangle 60"/>
            <p:cNvSpPr>
              <a:spLocks noChangeArrowheads="1"/>
            </p:cNvSpPr>
            <p:nvPr/>
          </p:nvSpPr>
          <p:spPr bwMode="auto">
            <a:xfrm>
              <a:off x="4004097" y="5080905"/>
              <a:ext cx="326241"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solidFill>
                    <a:srgbClr val="000000"/>
                  </a:solidFill>
                  <a:effectLst/>
                  <a:latin typeface="+mj-lt"/>
                </a:rPr>
                <a:t>May</a:t>
              </a:r>
              <a:endParaRPr kumimoji="0" lang="en-US" sz="1635" b="0" i="0" u="none" strike="noStrike" cap="none" normalizeH="0" baseline="0" dirty="0" smtClean="0">
                <a:ln>
                  <a:noFill/>
                </a:ln>
                <a:solidFill>
                  <a:schemeClr val="tx1"/>
                </a:solidFill>
                <a:effectLst/>
                <a:latin typeface="+mj-lt"/>
              </a:endParaRPr>
            </a:p>
          </p:txBody>
        </p:sp>
        <p:sp>
          <p:nvSpPr>
            <p:cNvPr id="1087" name="Rectangle 63"/>
            <p:cNvSpPr>
              <a:spLocks noChangeArrowheads="1"/>
            </p:cNvSpPr>
            <p:nvPr/>
          </p:nvSpPr>
          <p:spPr bwMode="auto">
            <a:xfrm>
              <a:off x="3692947" y="4471305"/>
              <a:ext cx="259032"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solidFill>
                    <a:srgbClr val="FFFFFF"/>
                  </a:solidFill>
                  <a:effectLst/>
                  <a:latin typeface="+mj-lt"/>
                </a:rPr>
                <a:t>Jun</a:t>
              </a:r>
              <a:endParaRPr kumimoji="0" lang="en-US" sz="1635" b="0" i="0" u="none" strike="noStrike" cap="none" normalizeH="0" baseline="0" dirty="0" smtClean="0">
                <a:ln>
                  <a:noFill/>
                </a:ln>
                <a:solidFill>
                  <a:schemeClr val="tx1"/>
                </a:solidFill>
                <a:effectLst/>
                <a:latin typeface="+mj-lt"/>
              </a:endParaRPr>
            </a:p>
          </p:txBody>
        </p:sp>
        <p:sp>
          <p:nvSpPr>
            <p:cNvPr id="1088" name="Rectangle 64"/>
            <p:cNvSpPr>
              <a:spLocks noChangeArrowheads="1"/>
            </p:cNvSpPr>
            <p:nvPr/>
          </p:nvSpPr>
          <p:spPr bwMode="auto">
            <a:xfrm>
              <a:off x="3692947" y="3823605"/>
              <a:ext cx="218427"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solidFill>
                    <a:srgbClr val="000000"/>
                  </a:solidFill>
                  <a:effectLst/>
                  <a:latin typeface="+mj-lt"/>
                </a:rPr>
                <a:t>Jul</a:t>
              </a:r>
              <a:endParaRPr kumimoji="0" lang="en-US" sz="1635" b="0" i="0" u="none" strike="noStrike" cap="none" normalizeH="0" baseline="0" dirty="0" smtClean="0">
                <a:ln>
                  <a:noFill/>
                </a:ln>
                <a:solidFill>
                  <a:schemeClr val="tx1"/>
                </a:solidFill>
                <a:effectLst/>
                <a:latin typeface="+mj-lt"/>
              </a:endParaRPr>
            </a:p>
          </p:txBody>
        </p:sp>
        <p:sp>
          <p:nvSpPr>
            <p:cNvPr id="1089" name="Rectangle 65"/>
            <p:cNvSpPr>
              <a:spLocks noChangeArrowheads="1"/>
            </p:cNvSpPr>
            <p:nvPr/>
          </p:nvSpPr>
          <p:spPr bwMode="auto">
            <a:xfrm>
              <a:off x="4023147" y="3214005"/>
              <a:ext cx="289836"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solidFill>
                    <a:srgbClr val="FFFFFF"/>
                  </a:solidFill>
                  <a:effectLst/>
                  <a:latin typeface="+mj-lt"/>
                </a:rPr>
                <a:t>Aug</a:t>
              </a:r>
              <a:endParaRPr kumimoji="0" lang="en-US" sz="1635" b="0" i="0" u="none" strike="noStrike" cap="none" normalizeH="0" baseline="0" dirty="0" smtClean="0">
                <a:ln>
                  <a:noFill/>
                </a:ln>
                <a:solidFill>
                  <a:schemeClr val="tx1"/>
                </a:solidFill>
                <a:effectLst/>
                <a:latin typeface="+mj-lt"/>
              </a:endParaRPr>
            </a:p>
          </p:txBody>
        </p:sp>
        <p:sp>
          <p:nvSpPr>
            <p:cNvPr id="1091" name="Rectangle 67"/>
            <p:cNvSpPr>
              <a:spLocks noChangeArrowheads="1"/>
            </p:cNvSpPr>
            <p:nvPr/>
          </p:nvSpPr>
          <p:spPr bwMode="auto">
            <a:xfrm>
              <a:off x="4631258" y="2864755"/>
              <a:ext cx="266033"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solidFill>
                    <a:srgbClr val="000000"/>
                  </a:solidFill>
                  <a:effectLst/>
                  <a:latin typeface="+mj-lt"/>
                </a:rPr>
                <a:t>Sep</a:t>
              </a:r>
              <a:endParaRPr kumimoji="0" lang="en-US" sz="1635" b="0" i="0" u="none" strike="noStrike" cap="none" normalizeH="0" baseline="0" dirty="0" smtClean="0">
                <a:ln>
                  <a:noFill/>
                </a:ln>
                <a:solidFill>
                  <a:schemeClr val="tx1"/>
                </a:solidFill>
                <a:effectLst/>
                <a:latin typeface="+mj-lt"/>
              </a:endParaRPr>
            </a:p>
          </p:txBody>
        </p:sp>
        <p:sp>
          <p:nvSpPr>
            <p:cNvPr id="1159" name="Rectangle 135"/>
            <p:cNvSpPr>
              <a:spLocks noChangeArrowheads="1"/>
            </p:cNvSpPr>
            <p:nvPr/>
          </p:nvSpPr>
          <p:spPr bwMode="auto">
            <a:xfrm>
              <a:off x="3167569" y="2626630"/>
              <a:ext cx="929903" cy="368946"/>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u="none" strike="noStrike" cap="none" normalizeH="0" baseline="0" dirty="0" smtClean="0">
                  <a:ln>
                    <a:noFill/>
                  </a:ln>
                  <a:solidFill>
                    <a:srgbClr val="FFFFFF"/>
                  </a:solidFill>
                  <a:effectLst/>
                  <a:latin typeface="+mj-lt"/>
                </a:rPr>
                <a:t>Half</a:t>
              </a:r>
              <a:r>
                <a:rPr kumimoji="0" lang="en-US" sz="1090" u="none" strike="noStrike" cap="none" normalizeH="0" dirty="0" smtClean="0">
                  <a:ln>
                    <a:noFill/>
                  </a:ln>
                  <a:solidFill>
                    <a:srgbClr val="FFFFFF"/>
                  </a:solidFill>
                  <a:effectLst/>
                  <a:latin typeface="+mj-lt"/>
                </a:rPr>
                <a:t> year update</a:t>
              </a:r>
              <a:endParaRPr kumimoji="0" lang="en-US" sz="1635" u="none" strike="noStrike" cap="none" normalizeH="0" baseline="0" dirty="0" smtClean="0">
                <a:ln>
                  <a:noFill/>
                </a:ln>
                <a:solidFill>
                  <a:schemeClr val="tx1"/>
                </a:solidFill>
                <a:effectLst/>
                <a:latin typeface="+mj-lt"/>
              </a:endParaRPr>
            </a:p>
          </p:txBody>
        </p:sp>
        <p:sp>
          <p:nvSpPr>
            <p:cNvPr id="205" name="Oval 204"/>
            <p:cNvSpPr/>
            <p:nvPr/>
          </p:nvSpPr>
          <p:spPr bwMode="ltGray">
            <a:xfrm>
              <a:off x="2411062" y="1548983"/>
              <a:ext cx="5400000" cy="5400000"/>
            </a:xfrm>
            <a:prstGeom prst="ellipse">
              <a:avLst/>
            </a:prstGeom>
            <a:noFill/>
            <a:ln w="285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err="1" smtClean="0">
                <a:solidFill>
                  <a:schemeClr val="bg1"/>
                </a:solidFill>
                <a:latin typeface="+mj-lt"/>
              </a:endParaRPr>
            </a:p>
          </p:txBody>
        </p:sp>
        <p:sp>
          <p:nvSpPr>
            <p:cNvPr id="206" name="Oval 205"/>
            <p:cNvSpPr/>
            <p:nvPr/>
          </p:nvSpPr>
          <p:spPr bwMode="ltGray">
            <a:xfrm>
              <a:off x="3492922" y="2622639"/>
              <a:ext cx="3235325" cy="3235325"/>
            </a:xfrm>
            <a:prstGeom prst="ellipse">
              <a:avLst/>
            </a:prstGeom>
            <a:noFill/>
            <a:ln w="285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err="1" smtClean="0">
                <a:solidFill>
                  <a:schemeClr val="bg1"/>
                </a:solidFill>
                <a:latin typeface="+mj-lt"/>
              </a:endParaRPr>
            </a:p>
          </p:txBody>
        </p:sp>
        <p:sp>
          <p:nvSpPr>
            <p:cNvPr id="207" name="Rectangle 135"/>
            <p:cNvSpPr>
              <a:spLocks noChangeArrowheads="1"/>
            </p:cNvSpPr>
            <p:nvPr/>
          </p:nvSpPr>
          <p:spPr bwMode="auto">
            <a:xfrm>
              <a:off x="5562724" y="2210007"/>
              <a:ext cx="1104528" cy="368946"/>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u="none" strike="noStrike" cap="none" normalizeH="0" baseline="0" dirty="0" err="1" smtClean="0">
                  <a:ln>
                    <a:noFill/>
                  </a:ln>
                  <a:solidFill>
                    <a:srgbClr val="FFFFFF"/>
                  </a:solidFill>
                  <a:effectLst/>
                  <a:latin typeface="+mj-lt"/>
                </a:rPr>
                <a:t>Mobilisation</a:t>
              </a:r>
              <a:r>
                <a:rPr kumimoji="0" lang="en-US" sz="1090" u="none" strike="noStrike" cap="none" normalizeH="0" baseline="0" dirty="0" smtClean="0">
                  <a:ln>
                    <a:noFill/>
                  </a:ln>
                  <a:solidFill>
                    <a:srgbClr val="FFFFFF"/>
                  </a:solidFill>
                  <a:effectLst/>
                  <a:latin typeface="+mj-lt"/>
                </a:rPr>
                <a:t> and planning</a:t>
              </a:r>
              <a:endParaRPr kumimoji="0" lang="en-US" sz="1635" u="none" strike="noStrike" cap="none" normalizeH="0" baseline="0" dirty="0" smtClean="0">
                <a:ln>
                  <a:noFill/>
                </a:ln>
                <a:solidFill>
                  <a:schemeClr val="tx1"/>
                </a:solidFill>
                <a:effectLst/>
                <a:latin typeface="+mj-lt"/>
              </a:endParaRPr>
            </a:p>
          </p:txBody>
        </p:sp>
        <p:sp>
          <p:nvSpPr>
            <p:cNvPr id="208" name="Rectangle 135"/>
            <p:cNvSpPr>
              <a:spLocks noChangeArrowheads="1"/>
            </p:cNvSpPr>
            <p:nvPr/>
          </p:nvSpPr>
          <p:spPr bwMode="auto">
            <a:xfrm>
              <a:off x="4266580" y="6168538"/>
              <a:ext cx="1668973" cy="368946"/>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u="none" strike="noStrike" cap="none" normalizeH="0" baseline="0" dirty="0" smtClean="0">
                  <a:ln>
                    <a:noFill/>
                  </a:ln>
                  <a:solidFill>
                    <a:srgbClr val="FFFFFF"/>
                  </a:solidFill>
                  <a:effectLst/>
                  <a:latin typeface="+mj-lt"/>
                </a:rPr>
                <a:t>Year end audit and tax reporting</a:t>
              </a:r>
              <a:endParaRPr kumimoji="0" lang="en-US" sz="1635" u="none" strike="noStrike" cap="none" normalizeH="0" baseline="0" dirty="0" smtClean="0">
                <a:ln>
                  <a:noFill/>
                </a:ln>
                <a:solidFill>
                  <a:schemeClr val="tx1"/>
                </a:solidFill>
                <a:effectLst/>
                <a:latin typeface="+mj-lt"/>
              </a:endParaRPr>
            </a:p>
          </p:txBody>
        </p:sp>
        <p:sp>
          <p:nvSpPr>
            <p:cNvPr id="209" name="Rectangle 135"/>
            <p:cNvSpPr>
              <a:spLocks noChangeArrowheads="1"/>
            </p:cNvSpPr>
            <p:nvPr/>
          </p:nvSpPr>
          <p:spPr bwMode="auto">
            <a:xfrm>
              <a:off x="3054310" y="5604661"/>
              <a:ext cx="1016000" cy="184123"/>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u="none" strike="noStrike" cap="none" normalizeH="0" baseline="0" dirty="0" smtClean="0">
                  <a:ln>
                    <a:noFill/>
                  </a:ln>
                  <a:solidFill>
                    <a:srgbClr val="FFFFFF"/>
                  </a:solidFill>
                  <a:effectLst/>
                  <a:latin typeface="+mj-lt"/>
                </a:rPr>
                <a:t>Completion</a:t>
              </a:r>
              <a:endParaRPr kumimoji="0" lang="en-US" sz="1635" u="none" strike="noStrike" cap="none" normalizeH="0" baseline="0" dirty="0" smtClean="0">
                <a:ln>
                  <a:noFill/>
                </a:ln>
                <a:solidFill>
                  <a:schemeClr val="tx1"/>
                </a:solidFill>
                <a:effectLst/>
                <a:latin typeface="+mj-lt"/>
              </a:endParaRPr>
            </a:p>
          </p:txBody>
        </p:sp>
        <p:sp>
          <p:nvSpPr>
            <p:cNvPr id="210" name="Rectangle 135"/>
            <p:cNvSpPr>
              <a:spLocks noChangeArrowheads="1"/>
            </p:cNvSpPr>
            <p:nvPr/>
          </p:nvSpPr>
          <p:spPr bwMode="auto">
            <a:xfrm>
              <a:off x="2659569" y="4657725"/>
              <a:ext cx="1016000" cy="184123"/>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u="none" strike="noStrike" cap="none" normalizeH="0" baseline="0" dirty="0" smtClean="0">
                  <a:ln>
                    <a:noFill/>
                  </a:ln>
                  <a:solidFill>
                    <a:srgbClr val="FFFFFF"/>
                  </a:solidFill>
                  <a:effectLst/>
                  <a:latin typeface="+mj-lt"/>
                </a:rPr>
                <a:t>Debrief</a:t>
              </a:r>
              <a:endParaRPr kumimoji="0" lang="en-US" sz="1635" u="none" strike="noStrike" cap="none" normalizeH="0" baseline="0" dirty="0" smtClean="0">
                <a:ln>
                  <a:noFill/>
                </a:ln>
                <a:solidFill>
                  <a:schemeClr val="tx1"/>
                </a:solidFill>
                <a:effectLst/>
                <a:latin typeface="+mj-lt"/>
              </a:endParaRPr>
            </a:p>
          </p:txBody>
        </p:sp>
        <p:sp>
          <p:nvSpPr>
            <p:cNvPr id="211" name="Rectangle 135"/>
            <p:cNvSpPr>
              <a:spLocks noChangeArrowheads="1"/>
            </p:cNvSpPr>
            <p:nvPr/>
          </p:nvSpPr>
          <p:spPr bwMode="auto">
            <a:xfrm>
              <a:off x="4323184" y="4001921"/>
              <a:ext cx="1748612" cy="368946"/>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smtClean="0">
                  <a:ln>
                    <a:noFill/>
                  </a:ln>
                  <a:effectLst/>
                  <a:latin typeface="+mj-lt"/>
                </a:rPr>
                <a:t>Timetable and communication plan</a:t>
              </a:r>
              <a:endParaRPr kumimoji="0" lang="en-US" sz="1090" b="0" i="0" u="none" strike="noStrike" cap="none" normalizeH="0" baseline="0" dirty="0" smtClean="0">
                <a:ln>
                  <a:noFill/>
                </a:ln>
                <a:effectLst/>
                <a:latin typeface="+mj-lt"/>
              </a:endParaRPr>
            </a:p>
          </p:txBody>
        </p:sp>
        <p:sp>
          <p:nvSpPr>
            <p:cNvPr id="213" name="Rectangle 135"/>
            <p:cNvSpPr>
              <a:spLocks noChangeArrowheads="1"/>
            </p:cNvSpPr>
            <p:nvPr/>
          </p:nvSpPr>
          <p:spPr bwMode="auto">
            <a:xfrm>
              <a:off x="6791498" y="3254513"/>
              <a:ext cx="868167" cy="1106838"/>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u="none" strike="noStrike" cap="none" normalizeH="0" baseline="0" dirty="0" smtClean="0">
                  <a:ln>
                    <a:noFill/>
                  </a:ln>
                  <a:solidFill>
                    <a:srgbClr val="FFFFFF"/>
                  </a:solidFill>
                  <a:effectLst/>
                  <a:latin typeface="+mj-lt"/>
                </a:rPr>
                <a:t>Interim including controls and systems</a:t>
              </a:r>
              <a:r>
                <a:rPr kumimoji="0" lang="en-US" sz="1090" u="none" strike="noStrike" cap="none" normalizeH="0" dirty="0" smtClean="0">
                  <a:ln>
                    <a:noFill/>
                  </a:ln>
                  <a:solidFill>
                    <a:srgbClr val="FFFFFF"/>
                  </a:solidFill>
                  <a:effectLst/>
                  <a:latin typeface="+mj-lt"/>
                </a:rPr>
                <a:t> testing</a:t>
              </a:r>
              <a:endParaRPr kumimoji="0" lang="en-US" sz="1635" i="0" u="none" strike="noStrike" cap="none" normalizeH="0" baseline="0" dirty="0" smtClean="0">
                <a:ln>
                  <a:noFill/>
                </a:ln>
                <a:solidFill>
                  <a:schemeClr val="tx1"/>
                </a:solidFill>
                <a:effectLst/>
                <a:latin typeface="+mj-lt"/>
              </a:endParaRPr>
            </a:p>
          </p:txBody>
        </p:sp>
        <p:sp>
          <p:nvSpPr>
            <p:cNvPr id="214" name="Rectangle 135"/>
            <p:cNvSpPr>
              <a:spLocks noChangeArrowheads="1"/>
            </p:cNvSpPr>
            <p:nvPr/>
          </p:nvSpPr>
          <p:spPr bwMode="auto">
            <a:xfrm>
              <a:off x="6642844" y="5004767"/>
              <a:ext cx="711299" cy="922015"/>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u="none" strike="noStrike" cap="none" normalizeH="0" baseline="0" dirty="0" smtClean="0">
                  <a:ln>
                    <a:noFill/>
                  </a:ln>
                  <a:solidFill>
                    <a:srgbClr val="FFFFFF"/>
                  </a:solidFill>
                  <a:effectLst/>
                  <a:latin typeface="+mj-lt"/>
                </a:rPr>
                <a:t>Pre year end issues resolution</a:t>
              </a:r>
              <a:endParaRPr kumimoji="0" lang="en-US" sz="1635" i="0" u="none" strike="noStrike" cap="none" normalizeH="0" baseline="0" dirty="0" smtClean="0">
                <a:ln>
                  <a:noFill/>
                </a:ln>
                <a:solidFill>
                  <a:schemeClr val="tx1"/>
                </a:solidFill>
                <a:effectLst/>
                <a:latin typeface="+mj-lt"/>
              </a:endParaRPr>
            </a:p>
          </p:txBody>
        </p:sp>
      </p:grp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73" name="Rectangle 5372"/>
          <p:cNvSpPr/>
          <p:nvPr/>
        </p:nvSpPr>
        <p:spPr bwMode="ltGray">
          <a:xfrm>
            <a:off x="4914151" y="882466"/>
            <a:ext cx="5545224" cy="126105"/>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2" name="Title 1"/>
          <p:cNvSpPr>
            <a:spLocks noGrp="1"/>
          </p:cNvSpPr>
          <p:nvPr>
            <p:ph type="title"/>
          </p:nvPr>
        </p:nvSpPr>
        <p:spPr>
          <a:xfrm>
            <a:off x="1760739" y="1008571"/>
            <a:ext cx="2179919" cy="806858"/>
          </a:xfrm>
        </p:spPr>
        <p:txBody>
          <a:bodyPr/>
          <a:lstStyle/>
          <a:p>
            <a:r>
              <a:rPr lang="en-GB" dirty="0" smtClean="0"/>
              <a:t>2014 Calendar</a:t>
            </a:r>
            <a:endParaRPr lang="en-GB"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3039" name="Rectangle 3038"/>
          <p:cNvSpPr/>
          <p:nvPr/>
        </p:nvSpPr>
        <p:spPr bwMode="ltGray">
          <a:xfrm>
            <a:off x="11123481" y="1672732"/>
            <a:ext cx="5290384" cy="3884729"/>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3041" name="Rectangle 6"/>
          <p:cNvSpPr>
            <a:spLocks noChangeArrowheads="1"/>
          </p:cNvSpPr>
          <p:nvPr/>
        </p:nvSpPr>
        <p:spPr bwMode="auto">
          <a:xfrm>
            <a:off x="11262319" y="1719069"/>
            <a:ext cx="53975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dirty="0" err="1" smtClean="0">
                <a:ln>
                  <a:noFill/>
                </a:ln>
                <a:solidFill>
                  <a:srgbClr val="FFFFFF"/>
                </a:solidFill>
                <a:effectLst/>
                <a:latin typeface="腾讯体 W3" panose="020C04030202040F0204" pitchFamily="34" charset="-122"/>
              </a:rPr>
              <a:t>january</a:t>
            </a:r>
            <a:endParaRPr kumimoji="0" lang="en-US" sz="1635" b="0" i="0" u="none" strike="noStrike" cap="none" normalizeH="0" baseline="0" dirty="0" smtClean="0">
              <a:ln>
                <a:noFill/>
              </a:ln>
              <a:solidFill>
                <a:schemeClr val="tx1"/>
              </a:solidFill>
              <a:effectLst/>
              <a:latin typeface="腾讯体 W3" panose="020C04030202040F0204" pitchFamily="34" charset="-122"/>
            </a:endParaRPr>
          </a:p>
        </p:txBody>
      </p:sp>
      <p:sp>
        <p:nvSpPr>
          <p:cNvPr id="3042" name="Rectangle 7"/>
          <p:cNvSpPr>
            <a:spLocks noChangeArrowheads="1"/>
          </p:cNvSpPr>
          <p:nvPr/>
        </p:nvSpPr>
        <p:spPr bwMode="auto">
          <a:xfrm>
            <a:off x="12558219" y="1719069"/>
            <a:ext cx="61087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smtClean="0">
                <a:ln>
                  <a:noFill/>
                </a:ln>
                <a:solidFill>
                  <a:srgbClr val="FFFFFF"/>
                </a:solidFill>
                <a:effectLst/>
                <a:latin typeface="腾讯体 W3" panose="020C04030202040F0204" pitchFamily="34" charset="-122"/>
              </a:rPr>
              <a:t>february</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3043" name="Rectangle 8"/>
          <p:cNvSpPr>
            <a:spLocks noChangeArrowheads="1"/>
          </p:cNvSpPr>
          <p:nvPr/>
        </p:nvSpPr>
        <p:spPr bwMode="auto">
          <a:xfrm>
            <a:off x="13854116" y="1719069"/>
            <a:ext cx="44831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smtClean="0">
                <a:ln>
                  <a:noFill/>
                </a:ln>
                <a:solidFill>
                  <a:srgbClr val="FFFFFF"/>
                </a:solidFill>
                <a:effectLst/>
                <a:latin typeface="腾讯体 W3" panose="020C04030202040F0204" pitchFamily="34" charset="-122"/>
              </a:rPr>
              <a:t>march</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3044" name="Rectangle 9"/>
          <p:cNvSpPr>
            <a:spLocks noChangeArrowheads="1"/>
          </p:cNvSpPr>
          <p:nvPr/>
        </p:nvSpPr>
        <p:spPr bwMode="auto">
          <a:xfrm>
            <a:off x="15151383" y="1719069"/>
            <a:ext cx="32131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smtClean="0">
                <a:ln>
                  <a:noFill/>
                </a:ln>
                <a:solidFill>
                  <a:srgbClr val="FFFFFF"/>
                </a:solidFill>
                <a:effectLst/>
                <a:latin typeface="腾讯体 W3" panose="020C04030202040F0204" pitchFamily="34" charset="-122"/>
              </a:rPr>
              <a:t>april</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3662" name="Rectangle 159"/>
          <p:cNvSpPr>
            <a:spLocks noChangeArrowheads="1"/>
          </p:cNvSpPr>
          <p:nvPr/>
        </p:nvSpPr>
        <p:spPr bwMode="auto">
          <a:xfrm>
            <a:off x="11262319" y="3044135"/>
            <a:ext cx="31242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smtClean="0">
                <a:ln>
                  <a:noFill/>
                </a:ln>
                <a:solidFill>
                  <a:srgbClr val="FFFFFF"/>
                </a:solidFill>
                <a:effectLst/>
                <a:latin typeface="腾讯体 W3" panose="020C04030202040F0204" pitchFamily="34" charset="-122"/>
              </a:rPr>
              <a:t>may</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3663" name="Rectangle 160"/>
          <p:cNvSpPr>
            <a:spLocks noChangeArrowheads="1"/>
          </p:cNvSpPr>
          <p:nvPr/>
        </p:nvSpPr>
        <p:spPr bwMode="auto">
          <a:xfrm>
            <a:off x="12558219" y="3044135"/>
            <a:ext cx="30099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smtClean="0">
                <a:ln>
                  <a:noFill/>
                </a:ln>
                <a:solidFill>
                  <a:srgbClr val="FFFFFF"/>
                </a:solidFill>
                <a:effectLst/>
                <a:latin typeface="腾讯体 W3" panose="020C04030202040F0204" pitchFamily="34" charset="-122"/>
              </a:rPr>
              <a:t>june</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3664" name="Rectangle 161"/>
          <p:cNvSpPr>
            <a:spLocks noChangeArrowheads="1"/>
          </p:cNvSpPr>
          <p:nvPr/>
        </p:nvSpPr>
        <p:spPr bwMode="auto">
          <a:xfrm>
            <a:off x="13854116" y="3044135"/>
            <a:ext cx="26416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smtClean="0">
                <a:ln>
                  <a:noFill/>
                </a:ln>
                <a:solidFill>
                  <a:srgbClr val="FFFFFF"/>
                </a:solidFill>
                <a:effectLst/>
                <a:latin typeface="腾讯体 W3" panose="020C04030202040F0204" pitchFamily="34" charset="-122"/>
              </a:rPr>
              <a:t>july</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3665" name="Rectangle 162"/>
          <p:cNvSpPr>
            <a:spLocks noChangeArrowheads="1"/>
          </p:cNvSpPr>
          <p:nvPr/>
        </p:nvSpPr>
        <p:spPr bwMode="auto">
          <a:xfrm>
            <a:off x="15151383" y="3044135"/>
            <a:ext cx="49530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smtClean="0">
                <a:ln>
                  <a:noFill/>
                </a:ln>
                <a:solidFill>
                  <a:srgbClr val="FFFFFF"/>
                </a:solidFill>
                <a:effectLst/>
                <a:latin typeface="腾讯体 W3" panose="020C04030202040F0204" pitchFamily="34" charset="-122"/>
              </a:rPr>
              <a:t>august</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3817" name="Rectangle 315"/>
          <p:cNvSpPr>
            <a:spLocks noChangeArrowheads="1"/>
          </p:cNvSpPr>
          <p:nvPr/>
        </p:nvSpPr>
        <p:spPr bwMode="auto">
          <a:xfrm>
            <a:off x="11262319" y="4369201"/>
            <a:ext cx="760095"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dirty="0" err="1" smtClean="0">
                <a:ln>
                  <a:noFill/>
                </a:ln>
                <a:solidFill>
                  <a:srgbClr val="FFFFFF"/>
                </a:solidFill>
                <a:effectLst/>
                <a:latin typeface="腾讯体 W3" panose="020C04030202040F0204" pitchFamily="34" charset="-122"/>
              </a:rPr>
              <a:t>september</a:t>
            </a:r>
            <a:endParaRPr kumimoji="0" lang="en-US" sz="1635" b="0" i="0" u="none" strike="noStrike" cap="none" normalizeH="0" baseline="0" dirty="0" smtClean="0">
              <a:ln>
                <a:noFill/>
              </a:ln>
              <a:solidFill>
                <a:schemeClr val="tx1"/>
              </a:solidFill>
              <a:effectLst/>
              <a:latin typeface="腾讯体 W3" panose="020C04030202040F0204" pitchFamily="34" charset="-122"/>
            </a:endParaRPr>
          </a:p>
        </p:txBody>
      </p:sp>
      <p:sp>
        <p:nvSpPr>
          <p:cNvPr id="3818" name="Rectangle 316"/>
          <p:cNvSpPr>
            <a:spLocks noChangeArrowheads="1"/>
          </p:cNvSpPr>
          <p:nvPr/>
        </p:nvSpPr>
        <p:spPr bwMode="auto">
          <a:xfrm>
            <a:off x="12558219" y="4369201"/>
            <a:ext cx="539115"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smtClean="0">
                <a:ln>
                  <a:noFill/>
                </a:ln>
                <a:solidFill>
                  <a:srgbClr val="FFFFFF"/>
                </a:solidFill>
                <a:effectLst/>
                <a:latin typeface="腾讯体 W3" panose="020C04030202040F0204" pitchFamily="34" charset="-122"/>
              </a:rPr>
              <a:t>october</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3819" name="Rectangle 317"/>
          <p:cNvSpPr>
            <a:spLocks noChangeArrowheads="1"/>
          </p:cNvSpPr>
          <p:nvPr/>
        </p:nvSpPr>
        <p:spPr bwMode="auto">
          <a:xfrm>
            <a:off x="13854116" y="4369201"/>
            <a:ext cx="710565"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smtClean="0">
                <a:ln>
                  <a:noFill/>
                </a:ln>
                <a:solidFill>
                  <a:srgbClr val="FFFFFF"/>
                </a:solidFill>
                <a:effectLst/>
                <a:latin typeface="腾讯体 W3" panose="020C04030202040F0204" pitchFamily="34" charset="-122"/>
              </a:rPr>
              <a:t>november</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sp>
        <p:nvSpPr>
          <p:cNvPr id="3820" name="Rectangle 318"/>
          <p:cNvSpPr>
            <a:spLocks noChangeArrowheads="1"/>
          </p:cNvSpPr>
          <p:nvPr/>
        </p:nvSpPr>
        <p:spPr bwMode="auto">
          <a:xfrm>
            <a:off x="15151383" y="4369201"/>
            <a:ext cx="696595"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smtClean="0">
                <a:ln>
                  <a:noFill/>
                </a:ln>
                <a:solidFill>
                  <a:srgbClr val="FFFFFF"/>
                </a:solidFill>
                <a:effectLst/>
                <a:latin typeface="腾讯体 W3" panose="020C04030202040F0204" pitchFamily="34" charset="-122"/>
              </a:rPr>
              <a:t>december</a:t>
            </a:r>
            <a:endParaRPr kumimoji="0" lang="en-US" sz="1635" b="0" i="0" u="none" strike="noStrike" cap="none" normalizeH="0" baseline="0" smtClean="0">
              <a:ln>
                <a:noFill/>
              </a:ln>
              <a:solidFill>
                <a:schemeClr val="tx1"/>
              </a:solidFill>
              <a:effectLst/>
              <a:latin typeface="腾讯体 W3" panose="020C04030202040F0204" pitchFamily="34" charset="-122"/>
            </a:endParaRPr>
          </a:p>
        </p:txBody>
      </p:sp>
      <p:graphicFrame>
        <p:nvGraphicFramePr>
          <p:cNvPr id="3" name="Table 2"/>
          <p:cNvGraphicFramePr>
            <a:graphicFrameLocks noGrp="1"/>
          </p:cNvGraphicFramePr>
          <p:nvPr/>
        </p:nvGraphicFramePr>
        <p:xfrm>
          <a:off x="11255757" y="2002980"/>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dirty="0">
                          <a:solidFill>
                            <a:schemeClr val="tx2">
                              <a:lumMod val="40000"/>
                              <a:lumOff val="60000"/>
                            </a:schemeClr>
                          </a:solidFill>
                          <a:effectLst/>
                          <a:latin typeface="+mn-lt"/>
                        </a:rPr>
                        <a:t>31</a:t>
                      </a:r>
                      <a:endParaRPr lang="en-GB" sz="635" b="0" i="0" u="none" strike="noStrike" dirty="0">
                        <a:solidFill>
                          <a:schemeClr val="tx2">
                            <a:lumMod val="40000"/>
                            <a:lumOff val="60000"/>
                          </a:schemeClr>
                        </a:solidFill>
                        <a:effectLst/>
                        <a:latin typeface="+mn-lt"/>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dirty="0">
                          <a:solidFill>
                            <a:schemeClr val="bg2"/>
                          </a:solidFill>
                          <a:effectLst/>
                          <a:latin typeface="+mn-lt"/>
                        </a:rPr>
                        <a:t>1</a:t>
                      </a:r>
                      <a:endParaRPr lang="en-GB" sz="635" b="0" i="0" u="none" strike="noStrike" dirty="0">
                        <a:solidFill>
                          <a:schemeClr val="bg2"/>
                        </a:solidFill>
                        <a:effectLst/>
                        <a:latin typeface="+mn-lt"/>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dirty="0">
                          <a:solidFill>
                            <a:schemeClr val="bg2"/>
                          </a:solidFill>
                          <a:effectLst/>
                          <a:latin typeface="+mn-lt"/>
                        </a:rPr>
                        <a:t>2</a:t>
                      </a:r>
                      <a:endParaRPr lang="en-GB" sz="635" b="0" i="0" u="none" strike="noStrike" dirty="0">
                        <a:solidFill>
                          <a:schemeClr val="bg2"/>
                        </a:solidFill>
                        <a:effectLst/>
                        <a:latin typeface="+mn-lt"/>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dirty="0">
                          <a:solidFill>
                            <a:schemeClr val="bg2"/>
                          </a:solidFill>
                          <a:effectLst/>
                          <a:latin typeface="+mn-lt"/>
                        </a:rPr>
                        <a:t>3</a:t>
                      </a:r>
                      <a:endParaRPr lang="en-GB" sz="635" b="0" i="0" u="none" strike="noStrike" dirty="0">
                        <a:solidFill>
                          <a:schemeClr val="bg2"/>
                        </a:solidFill>
                        <a:effectLst/>
                        <a:latin typeface="+mn-lt"/>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dirty="0">
                          <a:solidFill>
                            <a:schemeClr val="bg2"/>
                          </a:solidFill>
                          <a:effectLst/>
                          <a:latin typeface="+mn-lt"/>
                        </a:rPr>
                        <a:t>4</a:t>
                      </a:r>
                      <a:endParaRPr lang="en-GB" sz="635" b="0" i="0" u="none" strike="noStrike" dirty="0">
                        <a:solidFill>
                          <a:schemeClr val="bg2"/>
                        </a:solidFill>
                        <a:effectLst/>
                        <a:latin typeface="+mn-lt"/>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dirty="0">
                          <a:solidFill>
                            <a:schemeClr val="bg2"/>
                          </a:solidFill>
                          <a:effectLst/>
                          <a:latin typeface="+mn-lt"/>
                        </a:rPr>
                        <a:t>5</a:t>
                      </a:r>
                      <a:endParaRPr lang="en-GB" sz="635" b="0" i="0" u="none" strike="noStrike" dirty="0">
                        <a:solidFill>
                          <a:schemeClr val="bg2"/>
                        </a:solidFill>
                        <a:effectLst/>
                        <a:latin typeface="+mn-lt"/>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dirty="0">
                          <a:solidFill>
                            <a:schemeClr val="bg2"/>
                          </a:solidFill>
                          <a:effectLst/>
                          <a:latin typeface="+mn-lt"/>
                        </a:rPr>
                        <a:t>6</a:t>
                      </a:r>
                      <a:endParaRPr lang="en-GB" sz="635" b="0" i="0" u="none" strike="noStrike" dirty="0">
                        <a:solidFill>
                          <a:schemeClr val="bg2"/>
                        </a:solidFill>
                        <a:effectLst/>
                        <a:latin typeface="+mn-lt"/>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a:solidFill>
                            <a:schemeClr val="bg2"/>
                          </a:solidFill>
                          <a:effectLst/>
                          <a:latin typeface="+mn-lt"/>
                        </a:rPr>
                        <a:t>7</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8</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dirty="0">
                          <a:solidFill>
                            <a:schemeClr val="bg2"/>
                          </a:solidFill>
                          <a:effectLst/>
                          <a:latin typeface="+mn-lt"/>
                        </a:rPr>
                        <a:t>9</a:t>
                      </a:r>
                      <a:endParaRPr lang="en-GB" sz="635" b="0" i="0" u="none" strike="noStrike" dirty="0">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dirty="0">
                          <a:solidFill>
                            <a:schemeClr val="bg2"/>
                          </a:solidFill>
                          <a:effectLst/>
                          <a:latin typeface="+mn-lt"/>
                        </a:rPr>
                        <a:t>10</a:t>
                      </a:r>
                      <a:endParaRPr lang="en-GB" sz="635" b="0" i="0" u="none" strike="noStrike" dirty="0">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dirty="0">
                          <a:solidFill>
                            <a:schemeClr val="bg2"/>
                          </a:solidFill>
                          <a:effectLst/>
                          <a:latin typeface="+mn-lt"/>
                        </a:rPr>
                        <a:t>11</a:t>
                      </a:r>
                      <a:endParaRPr lang="en-GB" sz="635" b="0" i="0" u="none" strike="noStrike" dirty="0">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12</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13</a:t>
                      </a:r>
                      <a:endParaRPr lang="en-GB" sz="635" b="0" i="0" u="none" strike="noStrike">
                        <a:solidFill>
                          <a:schemeClr val="bg2"/>
                        </a:solidFill>
                        <a:effectLst/>
                        <a:latin typeface="+mn-lt"/>
                      </a:endParaRPr>
                    </a:p>
                  </a:txBody>
                  <a:tcPr marL="0" marR="0" marT="0" marB="0" anchor="ctr">
                    <a:lnL>
                      <a:noFill/>
                    </a:lnL>
                    <a:lnR>
                      <a:noFill/>
                    </a:lnR>
                    <a:lnT>
                      <a:noFill/>
                    </a:lnT>
                    <a:lnB>
                      <a:noFill/>
                    </a:lnB>
                  </a:tcPr>
                </a:tc>
              </a:tr>
              <a:tr h="121285">
                <a:tc>
                  <a:txBody>
                    <a:bodyPr/>
                    <a:lstStyle/>
                    <a:p>
                      <a:pPr algn="ctr" fontAlgn="ctr"/>
                      <a:r>
                        <a:rPr lang="en-GB" sz="635" b="0" i="0" u="none" strike="noStrike">
                          <a:solidFill>
                            <a:schemeClr val="bg2"/>
                          </a:solidFill>
                          <a:effectLst/>
                          <a:latin typeface="+mn-lt"/>
                        </a:rPr>
                        <a:t>14</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15</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16</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dirty="0">
                          <a:solidFill>
                            <a:schemeClr val="bg2"/>
                          </a:solidFill>
                          <a:effectLst/>
                          <a:latin typeface="+mn-lt"/>
                        </a:rPr>
                        <a:t>17</a:t>
                      </a:r>
                      <a:endParaRPr lang="en-GB" sz="635" b="0" i="0" u="none" strike="noStrike" dirty="0">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dirty="0">
                          <a:solidFill>
                            <a:schemeClr val="bg2"/>
                          </a:solidFill>
                          <a:effectLst/>
                          <a:latin typeface="+mn-lt"/>
                        </a:rPr>
                        <a:t>18</a:t>
                      </a:r>
                      <a:endParaRPr lang="en-GB" sz="635" b="0" i="0" u="none" strike="noStrike" dirty="0">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19</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20</a:t>
                      </a:r>
                      <a:endParaRPr lang="en-GB" sz="635" b="0" i="0" u="none" strike="noStrike">
                        <a:solidFill>
                          <a:schemeClr val="bg2"/>
                        </a:solidFill>
                        <a:effectLst/>
                        <a:latin typeface="+mn-lt"/>
                      </a:endParaRPr>
                    </a:p>
                  </a:txBody>
                  <a:tcPr marL="0" marR="0" marT="0" marB="0" anchor="ctr">
                    <a:lnL>
                      <a:noFill/>
                    </a:lnL>
                    <a:lnR>
                      <a:noFill/>
                    </a:lnR>
                    <a:lnT>
                      <a:noFill/>
                    </a:lnT>
                    <a:lnB>
                      <a:noFill/>
                    </a:lnB>
                  </a:tcPr>
                </a:tc>
              </a:tr>
              <a:tr h="121285">
                <a:tc>
                  <a:txBody>
                    <a:bodyPr/>
                    <a:lstStyle/>
                    <a:p>
                      <a:pPr algn="ctr" fontAlgn="ctr"/>
                      <a:r>
                        <a:rPr lang="en-GB" sz="635" b="0" i="0" u="none" strike="noStrike">
                          <a:solidFill>
                            <a:schemeClr val="bg2"/>
                          </a:solidFill>
                          <a:effectLst/>
                          <a:latin typeface="+mn-lt"/>
                        </a:rPr>
                        <a:t>21</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22</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23</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24</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dirty="0">
                          <a:solidFill>
                            <a:schemeClr val="bg2"/>
                          </a:solidFill>
                          <a:effectLst/>
                          <a:latin typeface="+mn-lt"/>
                        </a:rPr>
                        <a:t>25</a:t>
                      </a:r>
                      <a:endParaRPr lang="en-GB" sz="635" b="0" i="0" u="none" strike="noStrike" dirty="0">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26</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27</a:t>
                      </a:r>
                      <a:endParaRPr lang="en-GB" sz="635" b="0" i="0" u="none" strike="noStrike">
                        <a:solidFill>
                          <a:schemeClr val="bg2"/>
                        </a:solidFill>
                        <a:effectLst/>
                        <a:latin typeface="+mn-lt"/>
                      </a:endParaRPr>
                    </a:p>
                  </a:txBody>
                  <a:tcPr marL="0" marR="0" marT="0" marB="0" anchor="ctr">
                    <a:lnL>
                      <a:noFill/>
                    </a:lnL>
                    <a:lnR>
                      <a:noFill/>
                    </a:lnR>
                    <a:lnT>
                      <a:noFill/>
                    </a:lnT>
                    <a:lnB>
                      <a:noFill/>
                    </a:lnB>
                  </a:tcPr>
                </a:tc>
              </a:tr>
              <a:tr h="121285">
                <a:tc>
                  <a:txBody>
                    <a:bodyPr/>
                    <a:lstStyle/>
                    <a:p>
                      <a:pPr algn="ctr" fontAlgn="ctr"/>
                      <a:r>
                        <a:rPr lang="en-GB" sz="635" b="0" i="0" u="none" strike="noStrike">
                          <a:solidFill>
                            <a:schemeClr val="bg2"/>
                          </a:solidFill>
                          <a:effectLst/>
                          <a:latin typeface="+mn-lt"/>
                        </a:rPr>
                        <a:t>28</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29</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30</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31</a:t>
                      </a:r>
                      <a:endParaRPr lang="en-GB" sz="635" b="0" i="0" u="none" strike="noStrike">
                        <a:solidFill>
                          <a:schemeClr val="bg2"/>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dirty="0">
                          <a:solidFill>
                            <a:schemeClr val="tx2">
                              <a:lumMod val="40000"/>
                              <a:lumOff val="60000"/>
                            </a:schemeClr>
                          </a:solidFill>
                          <a:effectLst/>
                          <a:latin typeface="+mn-lt"/>
                        </a:rPr>
                        <a:t>1</a:t>
                      </a:r>
                      <a:endParaRPr lang="en-GB" sz="635" b="0" i="0" u="none" strike="noStrike" dirty="0">
                        <a:solidFill>
                          <a:schemeClr val="tx2">
                            <a:lumMod val="40000"/>
                            <a:lumOff val="60000"/>
                          </a:schemeClr>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dirty="0">
                          <a:solidFill>
                            <a:schemeClr val="tx2">
                              <a:lumMod val="40000"/>
                              <a:lumOff val="60000"/>
                            </a:schemeClr>
                          </a:solidFill>
                          <a:effectLst/>
                          <a:latin typeface="+mn-lt"/>
                        </a:rPr>
                        <a:t>2</a:t>
                      </a:r>
                      <a:endParaRPr lang="en-GB" sz="635" b="0" i="0" u="none" strike="noStrike" dirty="0">
                        <a:solidFill>
                          <a:schemeClr val="tx2">
                            <a:lumMod val="40000"/>
                            <a:lumOff val="60000"/>
                          </a:schemeClr>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tx2">
                              <a:lumMod val="40000"/>
                              <a:lumOff val="60000"/>
                            </a:schemeClr>
                          </a:solidFill>
                          <a:effectLst/>
                          <a:latin typeface="+mn-lt"/>
                        </a:rPr>
                        <a:t>3</a:t>
                      </a:r>
                      <a:endParaRPr lang="en-GB" sz="635" b="0" i="0" u="none" strike="noStrike">
                        <a:solidFill>
                          <a:schemeClr val="tx2">
                            <a:lumMod val="40000"/>
                            <a:lumOff val="60000"/>
                          </a:schemeClr>
                        </a:solidFill>
                        <a:effectLst/>
                        <a:latin typeface="+mn-lt"/>
                      </a:endParaRPr>
                    </a:p>
                  </a:txBody>
                  <a:tcPr marL="0" marR="0" marT="0" marB="0" anchor="ctr">
                    <a:lnL>
                      <a:noFill/>
                    </a:lnL>
                    <a:lnR>
                      <a:noFill/>
                    </a:lnR>
                    <a:lnT>
                      <a:noFill/>
                    </a:lnT>
                    <a:lnB>
                      <a:noFill/>
                    </a:lnB>
                  </a:tcPr>
                </a:tc>
              </a:tr>
              <a:tr h="121285">
                <a:tc>
                  <a:txBody>
                    <a:bodyPr/>
                    <a:lstStyle/>
                    <a:p>
                      <a:pPr algn="ctr" fontAlgn="ctr"/>
                      <a:r>
                        <a:rPr lang="en-GB" sz="635" b="0" i="0" u="none" strike="noStrike">
                          <a:solidFill>
                            <a:schemeClr val="tx2">
                              <a:lumMod val="40000"/>
                              <a:lumOff val="60000"/>
                            </a:schemeClr>
                          </a:solidFill>
                          <a:effectLst/>
                          <a:latin typeface="+mn-lt"/>
                        </a:rPr>
                        <a:t>4</a:t>
                      </a:r>
                      <a:endParaRPr lang="en-GB" sz="635" b="0" i="0" u="none" strike="noStrike">
                        <a:solidFill>
                          <a:schemeClr val="tx2">
                            <a:lumMod val="40000"/>
                            <a:lumOff val="60000"/>
                          </a:schemeClr>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tx2">
                              <a:lumMod val="40000"/>
                              <a:lumOff val="60000"/>
                            </a:schemeClr>
                          </a:solidFill>
                          <a:effectLst/>
                          <a:latin typeface="+mn-lt"/>
                        </a:rPr>
                        <a:t>5</a:t>
                      </a:r>
                      <a:endParaRPr lang="en-GB" sz="635" b="0" i="0" u="none" strike="noStrike">
                        <a:solidFill>
                          <a:schemeClr val="tx2">
                            <a:lumMod val="40000"/>
                            <a:lumOff val="60000"/>
                          </a:schemeClr>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tx2">
                              <a:lumMod val="40000"/>
                              <a:lumOff val="60000"/>
                            </a:schemeClr>
                          </a:solidFill>
                          <a:effectLst/>
                          <a:latin typeface="+mn-lt"/>
                        </a:rPr>
                        <a:t>6</a:t>
                      </a:r>
                      <a:endParaRPr lang="en-GB" sz="635" b="0" i="0" u="none" strike="noStrike">
                        <a:solidFill>
                          <a:schemeClr val="tx2">
                            <a:lumMod val="40000"/>
                            <a:lumOff val="60000"/>
                          </a:schemeClr>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dirty="0">
                          <a:solidFill>
                            <a:schemeClr val="tx2">
                              <a:lumMod val="40000"/>
                              <a:lumOff val="60000"/>
                            </a:schemeClr>
                          </a:solidFill>
                          <a:effectLst/>
                          <a:latin typeface="+mn-lt"/>
                        </a:rPr>
                        <a:t>7</a:t>
                      </a:r>
                      <a:endParaRPr lang="en-GB" sz="635" b="0" i="0" u="none" strike="noStrike" dirty="0">
                        <a:solidFill>
                          <a:schemeClr val="tx2">
                            <a:lumMod val="40000"/>
                            <a:lumOff val="60000"/>
                          </a:schemeClr>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a:solidFill>
                            <a:schemeClr val="tx2">
                              <a:lumMod val="40000"/>
                              <a:lumOff val="60000"/>
                            </a:schemeClr>
                          </a:solidFill>
                          <a:effectLst/>
                          <a:latin typeface="+mn-lt"/>
                        </a:rPr>
                        <a:t>8</a:t>
                      </a:r>
                      <a:endParaRPr lang="en-GB" sz="635" b="0" i="0" u="none" strike="noStrike">
                        <a:solidFill>
                          <a:schemeClr val="tx2">
                            <a:lumMod val="40000"/>
                            <a:lumOff val="60000"/>
                          </a:schemeClr>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dirty="0">
                          <a:solidFill>
                            <a:schemeClr val="tx2">
                              <a:lumMod val="40000"/>
                              <a:lumOff val="60000"/>
                            </a:schemeClr>
                          </a:solidFill>
                          <a:effectLst/>
                          <a:latin typeface="+mn-lt"/>
                        </a:rPr>
                        <a:t>9</a:t>
                      </a:r>
                      <a:endParaRPr lang="en-GB" sz="635" b="0" i="0" u="none" strike="noStrike" dirty="0">
                        <a:solidFill>
                          <a:schemeClr val="tx2">
                            <a:lumMod val="40000"/>
                            <a:lumOff val="60000"/>
                          </a:schemeClr>
                        </a:solidFill>
                        <a:effectLst/>
                        <a:latin typeface="+mn-lt"/>
                      </a:endParaRPr>
                    </a:p>
                  </a:txBody>
                  <a:tcPr marL="0" marR="0" marT="0" marB="0" anchor="ctr">
                    <a:lnL>
                      <a:noFill/>
                    </a:lnL>
                    <a:lnR>
                      <a:noFill/>
                    </a:lnR>
                    <a:lnT>
                      <a:noFill/>
                    </a:lnT>
                    <a:lnB>
                      <a:noFill/>
                    </a:lnB>
                  </a:tcPr>
                </a:tc>
                <a:tc>
                  <a:txBody>
                    <a:bodyPr/>
                    <a:lstStyle/>
                    <a:p>
                      <a:pPr algn="ctr" fontAlgn="ctr"/>
                      <a:r>
                        <a:rPr lang="en-GB" sz="635" b="0" i="0" u="none" strike="noStrike" dirty="0">
                          <a:solidFill>
                            <a:schemeClr val="tx2">
                              <a:lumMod val="40000"/>
                              <a:lumOff val="60000"/>
                            </a:schemeClr>
                          </a:solidFill>
                          <a:effectLst/>
                          <a:latin typeface="+mn-lt"/>
                        </a:rPr>
                        <a:t>10</a:t>
                      </a:r>
                      <a:endParaRPr lang="en-GB" sz="635" b="0" i="0" u="none" strike="noStrike" dirty="0">
                        <a:solidFill>
                          <a:schemeClr val="tx2">
                            <a:lumMod val="40000"/>
                            <a:lumOff val="60000"/>
                          </a:schemeClr>
                        </a:solidFill>
                        <a:effectLst/>
                        <a:latin typeface="+mn-lt"/>
                      </a:endParaRPr>
                    </a:p>
                  </a:txBody>
                  <a:tcPr marL="0" marR="0" marT="0" marB="0" anchor="ctr">
                    <a:lnL>
                      <a:noFill/>
                    </a:lnL>
                    <a:lnR>
                      <a:noFill/>
                    </a:lnR>
                    <a:lnT>
                      <a:noFill/>
                    </a:lnT>
                    <a:lnB>
                      <a:noFill/>
                    </a:lnB>
                  </a:tcPr>
                </a:tc>
              </a:tr>
            </a:tbl>
          </a:graphicData>
        </a:graphic>
      </p:graphicFrame>
      <p:graphicFrame>
        <p:nvGraphicFramePr>
          <p:cNvPr id="1137" name="Table 1136"/>
          <p:cNvGraphicFramePr>
            <a:graphicFrameLocks noGrp="1"/>
          </p:cNvGraphicFramePr>
          <p:nvPr/>
        </p:nvGraphicFramePr>
        <p:xfrm>
          <a:off x="12496711" y="2002980"/>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28</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29</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2">
                              <a:lumMod val="40000"/>
                              <a:lumOff val="60000"/>
                            </a:schemeClr>
                          </a:solidFill>
                          <a:effectLst/>
                          <a:latin typeface="+mn-lt"/>
                          <a:ea typeface="+mn-ea"/>
                          <a:cs typeface="+mn-cs"/>
                        </a:rPr>
                        <a:t>30</a:t>
                      </a:r>
                      <a:endParaRPr lang="en-GB" sz="635" b="0" i="0" u="none" strike="noStrike" kern="1200">
                        <a:solidFill>
                          <a:schemeClr val="accent2">
                            <a:lumMod val="40000"/>
                            <a:lumOff val="6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31</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bg2"/>
                          </a:solidFill>
                          <a:effectLst/>
                          <a:latin typeface="+mn-lt"/>
                          <a:ea typeface="+mn-ea"/>
                          <a:cs typeface="+mn-cs"/>
                        </a:rPr>
                        <a:t>2</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kern="1200">
                          <a:solidFill>
                            <a:schemeClr val="bg2"/>
                          </a:solidFill>
                          <a:effectLst/>
                          <a:latin typeface="+mn-lt"/>
                          <a:ea typeface="+mn-ea"/>
                          <a:cs typeface="+mn-cs"/>
                        </a:rPr>
                        <a:t>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5</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6</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14</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22</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23</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1</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2</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3</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4</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5</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6</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7</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2">
                              <a:lumMod val="40000"/>
                              <a:lumOff val="60000"/>
                            </a:schemeClr>
                          </a:solidFill>
                          <a:effectLst/>
                          <a:latin typeface="+mn-lt"/>
                          <a:ea typeface="+mn-ea"/>
                          <a:cs typeface="+mn-cs"/>
                        </a:rPr>
                        <a:t>8</a:t>
                      </a:r>
                      <a:endParaRPr lang="en-GB" sz="635" b="0" i="0" u="none" strike="noStrike" kern="120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9</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10</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r>
            </a:tbl>
          </a:graphicData>
        </a:graphic>
      </p:graphicFrame>
      <p:graphicFrame>
        <p:nvGraphicFramePr>
          <p:cNvPr id="1138" name="Table 1137"/>
          <p:cNvGraphicFramePr>
            <a:graphicFrameLocks noGrp="1"/>
          </p:cNvGraphicFramePr>
          <p:nvPr/>
        </p:nvGraphicFramePr>
        <p:xfrm>
          <a:off x="13841889" y="2002980"/>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25</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5">
                              <a:lumMod val="60000"/>
                              <a:lumOff val="40000"/>
                            </a:schemeClr>
                          </a:solidFill>
                          <a:effectLst/>
                          <a:latin typeface="+mn-lt"/>
                          <a:ea typeface="+mn-ea"/>
                          <a:cs typeface="+mn-cs"/>
                        </a:rPr>
                        <a:t>26</a:t>
                      </a:r>
                      <a:endParaRPr lang="en-GB" sz="635" b="0" i="0" u="none" strike="noStrike" kern="1200">
                        <a:solidFill>
                          <a:schemeClr val="accent5">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5">
                              <a:lumMod val="60000"/>
                              <a:lumOff val="40000"/>
                            </a:schemeClr>
                          </a:solidFill>
                          <a:effectLst/>
                          <a:latin typeface="+mn-lt"/>
                          <a:ea typeface="+mn-ea"/>
                          <a:cs typeface="+mn-cs"/>
                        </a:rPr>
                        <a:t>27</a:t>
                      </a:r>
                      <a:endParaRPr lang="en-GB" sz="635" b="0" i="0" u="none" strike="noStrike" kern="1200">
                        <a:solidFill>
                          <a:schemeClr val="accent5">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28</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2</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kern="1200">
                          <a:solidFill>
                            <a:schemeClr val="bg2"/>
                          </a:solidFill>
                          <a:effectLst/>
                          <a:latin typeface="+mn-lt"/>
                          <a:ea typeface="+mn-ea"/>
                          <a:cs typeface="+mn-cs"/>
                        </a:rPr>
                        <a:t>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5</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6</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14</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15</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22</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23</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30</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31</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1</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2</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3</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4</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5</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6</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7</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r>
            </a:tbl>
          </a:graphicData>
        </a:graphic>
      </p:graphicFrame>
      <p:graphicFrame>
        <p:nvGraphicFramePr>
          <p:cNvPr id="1139" name="Table 1138"/>
          <p:cNvGraphicFramePr>
            <a:graphicFrameLocks noGrp="1"/>
          </p:cNvGraphicFramePr>
          <p:nvPr/>
        </p:nvGraphicFramePr>
        <p:xfrm>
          <a:off x="15187068" y="2002980"/>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kern="1200" dirty="0">
                          <a:solidFill>
                            <a:schemeClr val="bg2"/>
                          </a:solidFill>
                          <a:effectLst/>
                          <a:latin typeface="+mn-lt"/>
                          <a:ea typeface="+mn-ea"/>
                          <a:cs typeface="+mn-cs"/>
                        </a:rPr>
                        <a:t>1</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bg2"/>
                          </a:solidFill>
                          <a:effectLst/>
                          <a:latin typeface="+mn-lt"/>
                          <a:ea typeface="+mn-ea"/>
                          <a:cs typeface="+mn-cs"/>
                        </a:rPr>
                        <a:t>2</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4</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5</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6</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7</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kern="1200">
                          <a:solidFill>
                            <a:schemeClr val="bg2"/>
                          </a:solidFill>
                          <a:effectLst/>
                          <a:latin typeface="+mn-lt"/>
                          <a:ea typeface="+mn-ea"/>
                          <a:cs typeface="+mn-cs"/>
                        </a:rPr>
                        <a:t>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9</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10</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11</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18</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19</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26</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27</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1</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2</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3</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4</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5</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accent4">
                              <a:lumMod val="60000"/>
                              <a:lumOff val="40000"/>
                            </a:schemeClr>
                          </a:solidFill>
                          <a:effectLst/>
                          <a:latin typeface="+mn-lt"/>
                          <a:ea typeface="+mn-ea"/>
                          <a:cs typeface="+mn-cs"/>
                        </a:rPr>
                        <a:t>6</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7</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8</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9</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10</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11</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12</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r>
            </a:tbl>
          </a:graphicData>
        </a:graphic>
      </p:graphicFrame>
      <p:graphicFrame>
        <p:nvGraphicFramePr>
          <p:cNvPr id="1140" name="Table 1139"/>
          <p:cNvGraphicFramePr>
            <a:graphicFrameLocks noGrp="1"/>
          </p:cNvGraphicFramePr>
          <p:nvPr/>
        </p:nvGraphicFramePr>
        <p:xfrm>
          <a:off x="12496711" y="3358141"/>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27</a:t>
                      </a:r>
                      <a:endParaRPr lang="en-GB" sz="635" b="0" i="0" u="none" strike="noStrike" kern="1200" dirty="0">
                        <a:solidFill>
                          <a:schemeClr val="tx2">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28</a:t>
                      </a:r>
                      <a:endParaRPr lang="en-GB" sz="635" b="0" i="0" u="none" strike="noStrike" kern="1200" dirty="0">
                        <a:solidFill>
                          <a:schemeClr val="tx2">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29</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30</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31</a:t>
                      </a:r>
                      <a:endParaRPr lang="en-GB" sz="635" b="0" i="0" u="none" strike="noStrike" kern="1200" dirty="0">
                        <a:solidFill>
                          <a:schemeClr val="tx2">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2</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kern="1200">
                          <a:solidFill>
                            <a:schemeClr val="bg2"/>
                          </a:solidFill>
                          <a:effectLst/>
                          <a:latin typeface="+mn-lt"/>
                          <a:ea typeface="+mn-ea"/>
                          <a:cs typeface="+mn-cs"/>
                        </a:rPr>
                        <a:t>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4</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5</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13</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21</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28</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29</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tx2">
                              <a:lumMod val="60000"/>
                              <a:lumOff val="40000"/>
                            </a:schemeClr>
                          </a:solidFill>
                          <a:effectLst/>
                          <a:latin typeface="+mn-lt"/>
                          <a:ea typeface="+mn-ea"/>
                          <a:cs typeface="+mn-cs"/>
                        </a:rPr>
                        <a:t>1</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2</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3</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4</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5</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6</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7</a:t>
                      </a:r>
                      <a:endParaRPr lang="en-GB" sz="635" b="0" i="0" u="none" strike="noStrike" kern="1200" dirty="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r>
            </a:tbl>
          </a:graphicData>
        </a:graphic>
      </p:graphicFrame>
      <p:graphicFrame>
        <p:nvGraphicFramePr>
          <p:cNvPr id="1141" name="Table 1140"/>
          <p:cNvGraphicFramePr>
            <a:graphicFrameLocks noGrp="1"/>
          </p:cNvGraphicFramePr>
          <p:nvPr/>
        </p:nvGraphicFramePr>
        <p:xfrm>
          <a:off x="13841889" y="3358141"/>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kern="1200" dirty="0">
                          <a:solidFill>
                            <a:schemeClr val="bg2"/>
                          </a:solidFill>
                          <a:effectLst/>
                          <a:latin typeface="+mn-lt"/>
                          <a:ea typeface="+mn-ea"/>
                          <a:cs typeface="+mn-cs"/>
                        </a:rPr>
                        <a:t>1</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bg2"/>
                          </a:solidFill>
                          <a:effectLst/>
                          <a:latin typeface="+mn-lt"/>
                          <a:ea typeface="+mn-ea"/>
                          <a:cs typeface="+mn-cs"/>
                        </a:rPr>
                        <a:t>2</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bg2"/>
                          </a:solidFill>
                          <a:effectLst/>
                          <a:latin typeface="+mn-lt"/>
                          <a:ea typeface="+mn-ea"/>
                          <a:cs typeface="+mn-cs"/>
                        </a:rPr>
                        <a:t>4</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5</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6</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7</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kern="1200">
                          <a:solidFill>
                            <a:schemeClr val="bg2"/>
                          </a:solidFill>
                          <a:effectLst/>
                          <a:latin typeface="+mn-lt"/>
                          <a:ea typeface="+mn-ea"/>
                          <a:cs typeface="+mn-cs"/>
                        </a:rPr>
                        <a:t>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9</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10</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18</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19</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26</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1</a:t>
                      </a:r>
                      <a:endParaRPr lang="en-GB" sz="635" b="0" i="0" u="none" strike="noStrike" kern="1200" dirty="0">
                        <a:solidFill>
                          <a:schemeClr val="tx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2</a:t>
                      </a:r>
                      <a:endParaRPr lang="en-GB" sz="635" b="0" i="0" u="none" strike="noStrike" kern="1200" dirty="0">
                        <a:solidFill>
                          <a:schemeClr val="tx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3</a:t>
                      </a:r>
                      <a:endParaRPr lang="en-GB" sz="635" b="0" i="0" u="none" strike="noStrike" kern="1200" dirty="0">
                        <a:solidFill>
                          <a:schemeClr val="tx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4</a:t>
                      </a:r>
                      <a:endParaRPr lang="en-GB" sz="635" b="0" i="0" u="none" strike="noStrike" kern="1200" dirty="0">
                        <a:solidFill>
                          <a:schemeClr val="tx2">
                            <a:lumMod val="40000"/>
                            <a:lumOff val="60000"/>
                          </a:schemeClr>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tx2">
                              <a:lumMod val="40000"/>
                              <a:lumOff val="60000"/>
                            </a:schemeClr>
                          </a:solidFill>
                          <a:effectLst/>
                          <a:latin typeface="+mn-lt"/>
                          <a:ea typeface="+mn-ea"/>
                          <a:cs typeface="+mn-cs"/>
                        </a:rPr>
                        <a:t>5</a:t>
                      </a:r>
                      <a:endParaRPr lang="en-GB" sz="635" b="0" i="0" u="none" strike="noStrike" kern="1200">
                        <a:solidFill>
                          <a:schemeClr val="tx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40000"/>
                              <a:lumOff val="60000"/>
                            </a:schemeClr>
                          </a:solidFill>
                          <a:effectLst/>
                          <a:latin typeface="+mn-lt"/>
                          <a:ea typeface="+mn-ea"/>
                          <a:cs typeface="+mn-cs"/>
                        </a:rPr>
                        <a:t>6</a:t>
                      </a:r>
                      <a:endParaRPr lang="en-GB" sz="635" b="0" i="0" u="none" strike="noStrike" kern="1200">
                        <a:solidFill>
                          <a:schemeClr val="tx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7</a:t>
                      </a:r>
                      <a:endParaRPr lang="en-GB" sz="635" b="0" i="0" u="none" strike="noStrike" kern="1200" dirty="0">
                        <a:solidFill>
                          <a:schemeClr val="tx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40000"/>
                              <a:lumOff val="60000"/>
                            </a:schemeClr>
                          </a:solidFill>
                          <a:effectLst/>
                          <a:latin typeface="+mn-lt"/>
                          <a:ea typeface="+mn-ea"/>
                          <a:cs typeface="+mn-cs"/>
                        </a:rPr>
                        <a:t>8</a:t>
                      </a:r>
                      <a:endParaRPr lang="en-GB" sz="635" b="0" i="0" u="none" strike="noStrike" kern="1200">
                        <a:solidFill>
                          <a:schemeClr val="tx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9</a:t>
                      </a:r>
                      <a:endParaRPr lang="en-GB" sz="635" b="0" i="0" u="none" strike="noStrike" kern="1200" dirty="0">
                        <a:solidFill>
                          <a:schemeClr val="tx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10</a:t>
                      </a:r>
                      <a:endParaRPr lang="en-GB" sz="635" b="0" i="0" u="none" strike="noStrike" kern="1200" dirty="0">
                        <a:solidFill>
                          <a:schemeClr val="tx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11</a:t>
                      </a:r>
                      <a:endParaRPr lang="en-GB" sz="635" b="0" i="0" u="none" strike="noStrike" kern="1200" dirty="0">
                        <a:solidFill>
                          <a:schemeClr val="tx2">
                            <a:lumMod val="40000"/>
                            <a:lumOff val="60000"/>
                          </a:schemeClr>
                        </a:solidFill>
                        <a:effectLst/>
                        <a:latin typeface="+mn-lt"/>
                        <a:ea typeface="+mn-ea"/>
                        <a:cs typeface="+mn-cs"/>
                      </a:endParaRPr>
                    </a:p>
                  </a:txBody>
                  <a:tcPr marL="0" marR="0" marT="0" marB="0" anchor="ctr">
                    <a:lnL>
                      <a:noFill/>
                    </a:lnL>
                    <a:lnR>
                      <a:noFill/>
                    </a:lnR>
                    <a:lnT>
                      <a:noFill/>
                    </a:lnT>
                    <a:lnB>
                      <a:noFill/>
                    </a:lnB>
                  </a:tcPr>
                </a:tc>
              </a:tr>
            </a:tbl>
          </a:graphicData>
        </a:graphic>
      </p:graphicFrame>
      <p:graphicFrame>
        <p:nvGraphicFramePr>
          <p:cNvPr id="1142" name="Table 1141"/>
          <p:cNvGraphicFramePr>
            <a:graphicFrameLocks noGrp="1"/>
          </p:cNvGraphicFramePr>
          <p:nvPr/>
        </p:nvGraphicFramePr>
        <p:xfrm>
          <a:off x="15187068" y="3358141"/>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29</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2">
                              <a:lumMod val="40000"/>
                              <a:lumOff val="60000"/>
                            </a:schemeClr>
                          </a:solidFill>
                          <a:effectLst/>
                          <a:latin typeface="+mn-lt"/>
                          <a:ea typeface="+mn-ea"/>
                          <a:cs typeface="+mn-cs"/>
                        </a:rPr>
                        <a:t>30</a:t>
                      </a:r>
                      <a:endParaRPr lang="en-GB" sz="635" b="0" i="0" u="none" strike="noStrike" kern="1200">
                        <a:solidFill>
                          <a:schemeClr val="accent2">
                            <a:lumMod val="40000"/>
                            <a:lumOff val="6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31</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2</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4</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kern="1200">
                          <a:solidFill>
                            <a:schemeClr val="bg2"/>
                          </a:solidFill>
                          <a:effectLst/>
                          <a:latin typeface="+mn-lt"/>
                          <a:ea typeface="+mn-ea"/>
                          <a:cs typeface="+mn-cs"/>
                        </a:rPr>
                        <a:t>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6</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7</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8</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16</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17</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18</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25</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1</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accent2">
                              <a:lumMod val="40000"/>
                              <a:lumOff val="60000"/>
                            </a:schemeClr>
                          </a:solidFill>
                          <a:effectLst/>
                          <a:latin typeface="+mn-lt"/>
                          <a:ea typeface="+mn-ea"/>
                          <a:cs typeface="+mn-cs"/>
                        </a:rPr>
                        <a:t>2</a:t>
                      </a:r>
                      <a:endParaRPr lang="en-GB" sz="635" b="0" i="0" u="none" strike="noStrike" kern="120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2">
                              <a:lumMod val="40000"/>
                              <a:lumOff val="60000"/>
                            </a:schemeClr>
                          </a:solidFill>
                          <a:effectLst/>
                          <a:latin typeface="+mn-lt"/>
                          <a:ea typeface="+mn-ea"/>
                          <a:cs typeface="+mn-cs"/>
                        </a:rPr>
                        <a:t>3</a:t>
                      </a:r>
                      <a:endParaRPr lang="en-GB" sz="635" b="0" i="0" u="none" strike="noStrike" kern="120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2">
                              <a:lumMod val="40000"/>
                              <a:lumOff val="60000"/>
                            </a:schemeClr>
                          </a:solidFill>
                          <a:effectLst/>
                          <a:latin typeface="+mn-lt"/>
                          <a:ea typeface="+mn-ea"/>
                          <a:cs typeface="+mn-cs"/>
                        </a:rPr>
                        <a:t>4</a:t>
                      </a:r>
                      <a:endParaRPr lang="en-GB" sz="635" b="0" i="0" u="none" strike="noStrike" kern="120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2">
                              <a:lumMod val="40000"/>
                              <a:lumOff val="60000"/>
                            </a:schemeClr>
                          </a:solidFill>
                          <a:effectLst/>
                          <a:latin typeface="+mn-lt"/>
                          <a:ea typeface="+mn-ea"/>
                          <a:cs typeface="+mn-cs"/>
                        </a:rPr>
                        <a:t>5</a:t>
                      </a:r>
                      <a:endParaRPr lang="en-GB" sz="635" b="0" i="0" u="none" strike="noStrike" kern="120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2">
                              <a:lumMod val="40000"/>
                              <a:lumOff val="60000"/>
                            </a:schemeClr>
                          </a:solidFill>
                          <a:effectLst/>
                          <a:latin typeface="+mn-lt"/>
                          <a:ea typeface="+mn-ea"/>
                          <a:cs typeface="+mn-cs"/>
                        </a:rPr>
                        <a:t>6</a:t>
                      </a:r>
                      <a:endParaRPr lang="en-GB" sz="635" b="0" i="0" u="none" strike="noStrike" kern="120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7</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8</a:t>
                      </a:r>
                      <a:endParaRPr lang="en-GB" sz="635" b="0" i="0" u="none" strike="noStrike" kern="1200" dirty="0">
                        <a:solidFill>
                          <a:schemeClr val="accent2">
                            <a:lumMod val="40000"/>
                            <a:lumOff val="60000"/>
                          </a:schemeClr>
                        </a:solidFill>
                        <a:effectLst/>
                        <a:latin typeface="+mn-lt"/>
                        <a:ea typeface="+mn-ea"/>
                        <a:cs typeface="+mn-cs"/>
                      </a:endParaRPr>
                    </a:p>
                  </a:txBody>
                  <a:tcPr marL="0" marR="0" marT="0" marB="0" anchor="ctr">
                    <a:lnL>
                      <a:noFill/>
                    </a:lnL>
                    <a:lnR>
                      <a:noFill/>
                    </a:lnR>
                    <a:lnT>
                      <a:noFill/>
                    </a:lnT>
                    <a:lnB>
                      <a:noFill/>
                    </a:lnB>
                  </a:tcPr>
                </a:tc>
              </a:tr>
            </a:tbl>
          </a:graphicData>
        </a:graphic>
      </p:graphicFrame>
      <p:graphicFrame>
        <p:nvGraphicFramePr>
          <p:cNvPr id="1143" name="Table 1142"/>
          <p:cNvGraphicFramePr>
            <a:graphicFrameLocks noGrp="1"/>
          </p:cNvGraphicFramePr>
          <p:nvPr/>
        </p:nvGraphicFramePr>
        <p:xfrm>
          <a:off x="12496711" y="4617033"/>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30</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2</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4</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5</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6</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kern="1200">
                          <a:solidFill>
                            <a:schemeClr val="bg2"/>
                          </a:solidFill>
                          <a:effectLst/>
                          <a:latin typeface="+mn-lt"/>
                          <a:ea typeface="+mn-ea"/>
                          <a:cs typeface="+mn-cs"/>
                        </a:rPr>
                        <a:t>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8</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16</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17</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24</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1</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2</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3</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accent4">
                              <a:lumMod val="60000"/>
                              <a:lumOff val="40000"/>
                            </a:schemeClr>
                          </a:solidFill>
                          <a:effectLst/>
                          <a:latin typeface="+mn-lt"/>
                          <a:ea typeface="+mn-ea"/>
                          <a:cs typeface="+mn-cs"/>
                        </a:rPr>
                        <a:t>4</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5</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6</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7</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8</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9</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10</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r>
            </a:tbl>
          </a:graphicData>
        </a:graphic>
      </p:graphicFrame>
      <p:graphicFrame>
        <p:nvGraphicFramePr>
          <p:cNvPr id="1144" name="Table 1143"/>
          <p:cNvGraphicFramePr>
            <a:graphicFrameLocks noGrp="1"/>
          </p:cNvGraphicFramePr>
          <p:nvPr/>
        </p:nvGraphicFramePr>
        <p:xfrm>
          <a:off x="13841889" y="4617033"/>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28</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29</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30</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31</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2</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kern="1200">
                          <a:solidFill>
                            <a:schemeClr val="bg2"/>
                          </a:solidFill>
                          <a:effectLst/>
                          <a:latin typeface="+mn-lt"/>
                          <a:ea typeface="+mn-ea"/>
                          <a:cs typeface="+mn-cs"/>
                        </a:rPr>
                        <a:t>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5</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13</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14</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21</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22</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29</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1</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accent4">
                              <a:lumMod val="60000"/>
                              <a:lumOff val="40000"/>
                            </a:schemeClr>
                          </a:solidFill>
                          <a:effectLst/>
                          <a:latin typeface="+mn-lt"/>
                          <a:ea typeface="+mn-ea"/>
                          <a:cs typeface="+mn-cs"/>
                        </a:rPr>
                        <a:t>2</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3</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4</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5</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6</a:t>
                      </a:r>
                      <a:endParaRPr lang="en-GB" sz="635" b="0" i="0" u="none" strike="noStrike" kern="120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7</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8</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r>
            </a:tbl>
          </a:graphicData>
        </a:graphic>
      </p:graphicFrame>
      <p:graphicFrame>
        <p:nvGraphicFramePr>
          <p:cNvPr id="1145" name="Table 1144"/>
          <p:cNvGraphicFramePr>
            <a:graphicFrameLocks noGrp="1"/>
          </p:cNvGraphicFramePr>
          <p:nvPr/>
        </p:nvGraphicFramePr>
        <p:xfrm>
          <a:off x="15187068" y="4617033"/>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25</a:t>
                      </a:r>
                      <a:endParaRPr lang="en-GB" sz="635" b="0" i="0" u="none" strike="noStrike" kern="1200" dirty="0">
                        <a:solidFill>
                          <a:schemeClr val="tx2">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26</a:t>
                      </a:r>
                      <a:endParaRPr lang="en-GB" sz="635" b="0" i="0" u="none" strike="noStrike" kern="1200" dirty="0">
                        <a:solidFill>
                          <a:schemeClr val="tx2">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27</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28</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29</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30</a:t>
                      </a:r>
                      <a:endParaRPr lang="en-GB" sz="635" b="0" i="0" u="none" strike="noStrike" kern="1200" dirty="0">
                        <a:solidFill>
                          <a:schemeClr val="tx2">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3</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4</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11</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12</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13</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20</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21</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28</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29</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30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1</a:t>
                      </a:r>
                      <a:endParaRPr lang="en-GB" sz="635" b="0" i="0" u="none" strike="noStrike" kern="1200" dirty="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2</a:t>
                      </a:r>
                      <a:endParaRPr lang="en-GB" sz="635" b="0" i="0" u="none" strike="noStrike" kern="1200" dirty="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3</a:t>
                      </a:r>
                      <a:endParaRPr lang="en-GB" sz="635" b="0" i="0" u="none" strike="noStrike" kern="120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4</a:t>
                      </a:r>
                      <a:endParaRPr lang="en-GB" sz="635" b="0" i="0" u="none" strike="noStrike" kern="1200" dirty="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5</a:t>
                      </a:r>
                      <a:endParaRPr lang="en-GB" sz="635" b="0" i="0" u="none" strike="noStrike" kern="1200" dirty="0">
                        <a:solidFill>
                          <a:schemeClr val="tx2">
                            <a:lumMod val="60000"/>
                            <a:lumOff val="40000"/>
                          </a:schemeClr>
                        </a:solidFill>
                        <a:effectLst/>
                        <a:latin typeface="+mn-lt"/>
                        <a:ea typeface="+mn-ea"/>
                        <a:cs typeface="+mn-cs"/>
                      </a:endParaRPr>
                    </a:p>
                  </a:txBody>
                  <a:tcPr marL="0" marR="0" marT="0" marB="0" anchor="ctr">
                    <a:lnL>
                      <a:noFill/>
                    </a:lnL>
                    <a:lnR>
                      <a:noFill/>
                    </a:lnR>
                    <a:lnT>
                      <a:noFill/>
                    </a:lnT>
                    <a:lnB>
                      <a:noFill/>
                    </a:lnB>
                  </a:tcPr>
                </a:tc>
              </a:tr>
            </a:tbl>
          </a:graphicData>
        </a:graphic>
      </p:graphicFrame>
      <p:graphicFrame>
        <p:nvGraphicFramePr>
          <p:cNvPr id="1146" name="Table 1145"/>
          <p:cNvGraphicFramePr>
            <a:graphicFrameLocks noGrp="1"/>
          </p:cNvGraphicFramePr>
          <p:nvPr/>
        </p:nvGraphicFramePr>
        <p:xfrm>
          <a:off x="11260034" y="3358141"/>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29</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30</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2</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4</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5</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kern="1200">
                          <a:solidFill>
                            <a:schemeClr val="bg2"/>
                          </a:solidFill>
                          <a:effectLst/>
                          <a:latin typeface="+mn-lt"/>
                          <a:ea typeface="+mn-ea"/>
                          <a:cs typeface="+mn-cs"/>
                        </a:rPr>
                        <a:t>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7</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8</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9</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16</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17</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24</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25</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1</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2</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3</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4</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5</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6</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7</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8</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9</a:t>
                      </a:r>
                      <a:endParaRPr lang="en-GB" sz="635" b="0" i="0" u="none" strike="noStrike" kern="1200" dirty="0">
                        <a:solidFill>
                          <a:schemeClr val="accent4">
                            <a:lumMod val="60000"/>
                            <a:lumOff val="40000"/>
                          </a:schemeClr>
                        </a:solidFill>
                        <a:effectLst/>
                        <a:latin typeface="+mn-lt"/>
                        <a:ea typeface="+mn-ea"/>
                        <a:cs typeface="+mn-cs"/>
                      </a:endParaRPr>
                    </a:p>
                  </a:txBody>
                  <a:tcPr marL="0" marR="0" marT="0" marB="0" anchor="ctr">
                    <a:lnL>
                      <a:noFill/>
                    </a:lnL>
                    <a:lnR>
                      <a:noFill/>
                    </a:lnR>
                    <a:lnT>
                      <a:noFill/>
                    </a:lnT>
                    <a:lnB>
                      <a:noFill/>
                    </a:lnB>
                  </a:tcPr>
                </a:tc>
              </a:tr>
            </a:tbl>
          </a:graphicData>
        </a:graphic>
      </p:graphicFrame>
      <p:graphicFrame>
        <p:nvGraphicFramePr>
          <p:cNvPr id="1147" name="Table 1146"/>
          <p:cNvGraphicFramePr>
            <a:graphicFrameLocks noGrp="1"/>
          </p:cNvGraphicFramePr>
          <p:nvPr/>
        </p:nvGraphicFramePr>
        <p:xfrm>
          <a:off x="11260034" y="4617033"/>
          <a:ext cx="1013460" cy="848995"/>
        </p:xfrm>
        <a:graphic>
          <a:graphicData uri="http://schemas.openxmlformats.org/drawingml/2006/table">
            <a:tbl>
              <a:tblPr/>
              <a:tblGrid>
                <a:gridCol w="144780"/>
                <a:gridCol w="144780"/>
                <a:gridCol w="144780"/>
                <a:gridCol w="144780"/>
                <a:gridCol w="144780"/>
                <a:gridCol w="144780"/>
                <a:gridCol w="144780"/>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endParaRPr lang="en-GB" sz="725" b="1" i="0" u="none" strike="noStrike" dirty="0">
                        <a:solidFill>
                          <a:schemeClr val="bg2"/>
                        </a:solidFill>
                        <a:effectLst/>
                        <a:latin typeface="Arial Black" panose="020B0A04020102020204" pitchFamily="34" charset="0"/>
                      </a:endParaRPr>
                    </a:p>
                  </a:txBody>
                  <a:tcPr marL="0" marR="0" marT="0" marB="0" anchor="ctr">
                    <a:lnL>
                      <a:noFill/>
                    </a:lnL>
                    <a:lnR>
                      <a:noFill/>
                    </a:lnR>
                    <a:lnT>
                      <a:noFill/>
                    </a:lnT>
                    <a:lnB w="12700" cap="flat" cmpd="sng" algn="ctr">
                      <a:noFill/>
                      <a:prstDash val="sysDot"/>
                      <a:round/>
                      <a:headEnd type="none" w="med" len="med"/>
                      <a:tailEnd type="none" w="med" len="med"/>
                    </a:lnB>
                  </a:tcPr>
                </a:tc>
              </a:tr>
              <a:tr h="121285">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26</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27</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5">
                              <a:lumMod val="60000"/>
                              <a:lumOff val="40000"/>
                            </a:schemeClr>
                          </a:solidFill>
                          <a:effectLst/>
                          <a:latin typeface="+mn-lt"/>
                          <a:ea typeface="+mn-ea"/>
                          <a:cs typeface="+mn-cs"/>
                        </a:rPr>
                        <a:t>28</a:t>
                      </a:r>
                      <a:endParaRPr lang="en-GB" sz="635" b="0" i="0" u="none" strike="noStrike" kern="1200">
                        <a:solidFill>
                          <a:schemeClr val="accent5">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5">
                              <a:lumMod val="60000"/>
                              <a:lumOff val="40000"/>
                            </a:schemeClr>
                          </a:solidFill>
                          <a:effectLst/>
                          <a:latin typeface="+mn-lt"/>
                          <a:ea typeface="+mn-ea"/>
                          <a:cs typeface="+mn-cs"/>
                        </a:rPr>
                        <a:t>29</a:t>
                      </a:r>
                      <a:endParaRPr lang="en-GB" sz="635" b="0" i="0" u="none" strike="noStrike" kern="1200">
                        <a:solidFill>
                          <a:schemeClr val="accent5">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5">
                              <a:lumMod val="60000"/>
                              <a:lumOff val="40000"/>
                            </a:schemeClr>
                          </a:solidFill>
                          <a:effectLst/>
                          <a:latin typeface="+mn-lt"/>
                          <a:ea typeface="+mn-ea"/>
                          <a:cs typeface="+mn-cs"/>
                        </a:rPr>
                        <a:t>30</a:t>
                      </a:r>
                      <a:endParaRPr lang="en-GB" sz="635" b="0" i="0" u="none" strike="noStrike" kern="1200">
                        <a:solidFill>
                          <a:schemeClr val="accent5">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31</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endParaRPr lang="en-GB" sz="635" b="0" i="0" u="none" strike="noStrike" kern="1200">
                        <a:solidFill>
                          <a:schemeClr val="bg2"/>
                        </a:solidFill>
                        <a:effectLst/>
                        <a:latin typeface="+mn-lt"/>
                        <a:ea typeface="+mn-ea"/>
                        <a:cs typeface="+mn-cs"/>
                      </a:endParaRPr>
                    </a:p>
                  </a:txBody>
                  <a:tcPr marL="0" marR="0" marT="0" marB="0" anchor="ctr">
                    <a:lnL>
                      <a:noFill/>
                    </a:lnL>
                    <a:lnR>
                      <a:noFill/>
                    </a:lnR>
                    <a:lnT w="12700" cap="flat" cmpd="sng" algn="ctr">
                      <a:noFill/>
                      <a:prstDash val="sysDot"/>
                      <a:round/>
                      <a:headEnd type="none" w="med" len="med"/>
                      <a:tailEnd type="none" w="med" len="med"/>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4</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5</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14</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16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21</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22</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23</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25</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29</a:t>
                      </a:r>
                      <a:endParaRPr lang="en-GB" sz="635" b="0" i="0" u="none" strike="noStrike" kern="1200" dirty="0">
                        <a:solidFill>
                          <a:schemeClr val="bg2"/>
                        </a:solidFill>
                        <a:effectLst/>
                        <a:latin typeface="+mn-lt"/>
                        <a:ea typeface="+mn-ea"/>
                        <a:cs typeface="+mn-cs"/>
                      </a:endParaRPr>
                    </a:p>
                  </a:txBody>
                  <a:tcPr marL="0" marR="0" marT="0" marB="0" anchor="ctr">
                    <a:lnL>
                      <a:noFill/>
                    </a:lnL>
                    <a:lnR>
                      <a:noFill/>
                    </a:lnR>
                    <a:lnT>
                      <a:noFill/>
                    </a:lnT>
                    <a:lnB>
                      <a:noFill/>
                    </a:lnB>
                  </a:tcPr>
                </a:tc>
              </a:tr>
              <a:tr h="121285">
                <a:tc>
                  <a:txBody>
                    <a:bodyPr/>
                    <a:lstStyle/>
                    <a:p>
                      <a:pPr algn="ctr" fontAlgn="ctr"/>
                      <a:r>
                        <a:rPr lang="en-GB" sz="635" b="0" i="0" u="none" strike="noStrike" kern="1200">
                          <a:solidFill>
                            <a:schemeClr val="bg2"/>
                          </a:solidFill>
                          <a:effectLst/>
                          <a:latin typeface="+mn-lt"/>
                          <a:ea typeface="+mn-ea"/>
                          <a:cs typeface="+mn-cs"/>
                        </a:rPr>
                        <a:t>30</a:t>
                      </a:r>
                      <a:endParaRPr lang="en-GB" sz="635" b="0" i="0" u="none" strike="noStrike" kern="1200">
                        <a:solidFill>
                          <a:schemeClr val="bg2"/>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1</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2</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3</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4</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5</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6</a:t>
                      </a:r>
                      <a:endParaRPr lang="en-GB" sz="635" b="0" i="0" u="none" strike="noStrike" kern="1200" dirty="0">
                        <a:solidFill>
                          <a:schemeClr val="accent5">
                            <a:lumMod val="60000"/>
                            <a:lumOff val="40000"/>
                          </a:schemeClr>
                        </a:solidFill>
                        <a:effectLst/>
                        <a:latin typeface="+mn-lt"/>
                        <a:ea typeface="+mn-ea"/>
                        <a:cs typeface="+mn-cs"/>
                      </a:endParaRPr>
                    </a:p>
                  </a:txBody>
                  <a:tcPr marL="0" marR="0" marT="0" marB="0" anchor="ctr">
                    <a:lnL>
                      <a:noFill/>
                    </a:lnL>
                    <a:lnR>
                      <a:noFill/>
                    </a:lnR>
                    <a:lnT>
                      <a:noFill/>
                    </a:lnT>
                    <a:lnB>
                      <a:noFill/>
                    </a:lnB>
                  </a:tcPr>
                </a:tc>
              </a:tr>
            </a:tbl>
          </a:graphicData>
        </a:graphic>
      </p:graphicFrame>
      <p:grpSp>
        <p:nvGrpSpPr>
          <p:cNvPr id="5413" name="Group 5412"/>
          <p:cNvGrpSpPr/>
          <p:nvPr/>
        </p:nvGrpSpPr>
        <p:grpSpPr>
          <a:xfrm>
            <a:off x="3999567" y="269849"/>
            <a:ext cx="6389092" cy="6389092"/>
            <a:chOff x="3035383" y="297508"/>
            <a:chExt cx="7043974" cy="7043974"/>
          </a:xfrm>
        </p:grpSpPr>
        <p:sp>
          <p:nvSpPr>
            <p:cNvPr id="331" name="Freeform 103"/>
            <p:cNvSpPr/>
            <p:nvPr/>
          </p:nvSpPr>
          <p:spPr bwMode="auto">
            <a:xfrm>
              <a:off x="6557370" y="431535"/>
              <a:ext cx="1690753" cy="3387960"/>
            </a:xfrm>
            <a:custGeom>
              <a:avLst/>
              <a:gdLst/>
              <a:ahLst/>
              <a:cxnLst>
                <a:cxn ang="0">
                  <a:pos x="700" y="188"/>
                </a:cxn>
                <a:cxn ang="0">
                  <a:pos x="0" y="0"/>
                </a:cxn>
                <a:cxn ang="0">
                  <a:pos x="0" y="1400"/>
                </a:cxn>
                <a:cxn ang="0">
                  <a:pos x="700" y="188"/>
                </a:cxn>
              </a:cxnLst>
              <a:rect l="0" t="0" r="r" b="b"/>
              <a:pathLst>
                <a:path w="700" h="1400">
                  <a:moveTo>
                    <a:pt x="700" y="188"/>
                  </a:moveTo>
                  <a:cubicBezTo>
                    <a:pt x="488" y="65"/>
                    <a:pt x="246" y="0"/>
                    <a:pt x="0" y="0"/>
                  </a:cubicBezTo>
                  <a:lnTo>
                    <a:pt x="0" y="1400"/>
                  </a:lnTo>
                  <a:lnTo>
                    <a:pt x="700" y="188"/>
                  </a:lnTo>
                  <a:close/>
                </a:path>
              </a:pathLst>
            </a:custGeom>
            <a:solidFill>
              <a:schemeClr val="accent1"/>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2" name="Freeform 104"/>
            <p:cNvSpPr/>
            <p:nvPr/>
          </p:nvSpPr>
          <p:spPr bwMode="auto">
            <a:xfrm>
              <a:off x="6557370" y="883263"/>
              <a:ext cx="2936232" cy="2936232"/>
            </a:xfrm>
            <a:custGeom>
              <a:avLst/>
              <a:gdLst/>
              <a:ahLst/>
              <a:cxnLst>
                <a:cxn ang="0">
                  <a:pos x="1213" y="512"/>
                </a:cxn>
                <a:cxn ang="0">
                  <a:pos x="700" y="0"/>
                </a:cxn>
                <a:cxn ang="0">
                  <a:pos x="0" y="1212"/>
                </a:cxn>
                <a:cxn ang="0">
                  <a:pos x="1213" y="512"/>
                </a:cxn>
              </a:cxnLst>
              <a:rect l="0" t="0" r="r" b="b"/>
              <a:pathLst>
                <a:path w="1213" h="1212">
                  <a:moveTo>
                    <a:pt x="1213" y="512"/>
                  </a:moveTo>
                  <a:cubicBezTo>
                    <a:pt x="1090" y="300"/>
                    <a:pt x="913" y="123"/>
                    <a:pt x="700" y="0"/>
                  </a:cubicBezTo>
                  <a:lnTo>
                    <a:pt x="0" y="1212"/>
                  </a:lnTo>
                  <a:lnTo>
                    <a:pt x="1213" y="512"/>
                  </a:lnTo>
                  <a:close/>
                </a:path>
              </a:pathLst>
            </a:custGeom>
            <a:solidFill>
              <a:srgbClr val="1450B8"/>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3" name="Freeform 105"/>
            <p:cNvSpPr/>
            <p:nvPr/>
          </p:nvSpPr>
          <p:spPr bwMode="auto">
            <a:xfrm>
              <a:off x="6557370" y="2122288"/>
              <a:ext cx="3387960" cy="1697207"/>
            </a:xfrm>
            <a:custGeom>
              <a:avLst/>
              <a:gdLst/>
              <a:ahLst/>
              <a:cxnLst>
                <a:cxn ang="0">
                  <a:pos x="1400" y="700"/>
                </a:cxn>
                <a:cxn ang="0">
                  <a:pos x="1213" y="0"/>
                </a:cxn>
                <a:cxn ang="0">
                  <a:pos x="0" y="700"/>
                </a:cxn>
                <a:cxn ang="0">
                  <a:pos x="1400" y="700"/>
                </a:cxn>
              </a:cxnLst>
              <a:rect l="0" t="0" r="r" b="b"/>
              <a:pathLst>
                <a:path w="1400" h="700">
                  <a:moveTo>
                    <a:pt x="1400" y="700"/>
                  </a:moveTo>
                  <a:cubicBezTo>
                    <a:pt x="1400" y="455"/>
                    <a:pt x="1336" y="213"/>
                    <a:pt x="1213" y="0"/>
                  </a:cubicBezTo>
                  <a:lnTo>
                    <a:pt x="0" y="700"/>
                  </a:lnTo>
                  <a:lnTo>
                    <a:pt x="1400" y="70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4" name="Freeform 106"/>
            <p:cNvSpPr/>
            <p:nvPr/>
          </p:nvSpPr>
          <p:spPr bwMode="auto">
            <a:xfrm>
              <a:off x="6557370" y="3819495"/>
              <a:ext cx="3387960" cy="1690753"/>
            </a:xfrm>
            <a:custGeom>
              <a:avLst/>
              <a:gdLst/>
              <a:ahLst/>
              <a:cxnLst>
                <a:cxn ang="0">
                  <a:pos x="1213" y="700"/>
                </a:cxn>
                <a:cxn ang="0">
                  <a:pos x="1400" y="0"/>
                </a:cxn>
                <a:cxn ang="0">
                  <a:pos x="0" y="0"/>
                </a:cxn>
                <a:cxn ang="0">
                  <a:pos x="1213" y="700"/>
                </a:cxn>
              </a:cxnLst>
              <a:rect l="0" t="0" r="r" b="b"/>
              <a:pathLst>
                <a:path w="1400" h="700">
                  <a:moveTo>
                    <a:pt x="1213" y="700"/>
                  </a:moveTo>
                  <a:cubicBezTo>
                    <a:pt x="1336" y="488"/>
                    <a:pt x="1400" y="246"/>
                    <a:pt x="1400" y="0"/>
                  </a:cubicBezTo>
                  <a:lnTo>
                    <a:pt x="0" y="0"/>
                  </a:lnTo>
                  <a:lnTo>
                    <a:pt x="1213" y="700"/>
                  </a:lnTo>
                  <a:close/>
                </a:path>
              </a:pathLst>
            </a:custGeom>
            <a:solidFill>
              <a:schemeClr val="accent6"/>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5" name="Freeform 107"/>
            <p:cNvSpPr/>
            <p:nvPr/>
          </p:nvSpPr>
          <p:spPr bwMode="auto">
            <a:xfrm>
              <a:off x="6557370" y="3819495"/>
              <a:ext cx="2936232" cy="2936232"/>
            </a:xfrm>
            <a:custGeom>
              <a:avLst/>
              <a:gdLst/>
              <a:ahLst/>
              <a:cxnLst>
                <a:cxn ang="0">
                  <a:pos x="700" y="1213"/>
                </a:cxn>
                <a:cxn ang="0">
                  <a:pos x="1213" y="700"/>
                </a:cxn>
                <a:cxn ang="0">
                  <a:pos x="0" y="0"/>
                </a:cxn>
                <a:cxn ang="0">
                  <a:pos x="700" y="1213"/>
                </a:cxn>
              </a:cxnLst>
              <a:rect l="0" t="0" r="r" b="b"/>
              <a:pathLst>
                <a:path w="1213" h="1213">
                  <a:moveTo>
                    <a:pt x="700" y="1213"/>
                  </a:moveTo>
                  <a:cubicBezTo>
                    <a:pt x="913" y="1090"/>
                    <a:pt x="1090" y="913"/>
                    <a:pt x="1213" y="700"/>
                  </a:cubicBezTo>
                  <a:lnTo>
                    <a:pt x="0" y="0"/>
                  </a:lnTo>
                  <a:lnTo>
                    <a:pt x="700" y="1213"/>
                  </a:lnTo>
                  <a:close/>
                </a:path>
              </a:pathLst>
            </a:custGeom>
            <a:solidFill>
              <a:schemeClr val="accent5"/>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6" name="Freeform 108"/>
            <p:cNvSpPr/>
            <p:nvPr/>
          </p:nvSpPr>
          <p:spPr bwMode="auto">
            <a:xfrm>
              <a:off x="6557370" y="3819495"/>
              <a:ext cx="1690753" cy="3387960"/>
            </a:xfrm>
            <a:custGeom>
              <a:avLst/>
              <a:gdLst/>
              <a:ahLst/>
              <a:cxnLst>
                <a:cxn ang="0">
                  <a:pos x="0" y="1400"/>
                </a:cxn>
                <a:cxn ang="0">
                  <a:pos x="700" y="1213"/>
                </a:cxn>
                <a:cxn ang="0">
                  <a:pos x="0" y="0"/>
                </a:cxn>
                <a:cxn ang="0">
                  <a:pos x="0" y="1400"/>
                </a:cxn>
              </a:cxnLst>
              <a:rect l="0" t="0" r="r" b="b"/>
              <a:pathLst>
                <a:path w="700" h="1400">
                  <a:moveTo>
                    <a:pt x="0" y="1400"/>
                  </a:moveTo>
                  <a:cubicBezTo>
                    <a:pt x="246" y="1400"/>
                    <a:pt x="488" y="1336"/>
                    <a:pt x="700" y="1213"/>
                  </a:cubicBezTo>
                  <a:lnTo>
                    <a:pt x="0" y="0"/>
                  </a:lnTo>
                  <a:lnTo>
                    <a:pt x="0" y="1400"/>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7" name="Freeform 109"/>
            <p:cNvSpPr/>
            <p:nvPr/>
          </p:nvSpPr>
          <p:spPr bwMode="auto">
            <a:xfrm>
              <a:off x="4860163" y="3819495"/>
              <a:ext cx="1697207" cy="3387960"/>
            </a:xfrm>
            <a:custGeom>
              <a:avLst/>
              <a:gdLst/>
              <a:ahLst/>
              <a:cxnLst>
                <a:cxn ang="0">
                  <a:pos x="0" y="1213"/>
                </a:cxn>
                <a:cxn ang="0">
                  <a:pos x="700" y="1400"/>
                </a:cxn>
                <a:cxn ang="0">
                  <a:pos x="700" y="0"/>
                </a:cxn>
                <a:cxn ang="0">
                  <a:pos x="0" y="1213"/>
                </a:cxn>
              </a:cxnLst>
              <a:rect l="0" t="0" r="r" b="b"/>
              <a:pathLst>
                <a:path w="700" h="1400">
                  <a:moveTo>
                    <a:pt x="0" y="1213"/>
                  </a:moveTo>
                  <a:cubicBezTo>
                    <a:pt x="213" y="1336"/>
                    <a:pt x="455" y="1400"/>
                    <a:pt x="700" y="1400"/>
                  </a:cubicBezTo>
                  <a:lnTo>
                    <a:pt x="700" y="0"/>
                  </a:lnTo>
                  <a:lnTo>
                    <a:pt x="0" y="1213"/>
                  </a:lnTo>
                  <a:close/>
                </a:path>
              </a:pathLst>
            </a:custGeom>
            <a:solidFill>
              <a:schemeClr val="accent1"/>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8" name="Freeform 110"/>
            <p:cNvSpPr/>
            <p:nvPr/>
          </p:nvSpPr>
          <p:spPr bwMode="auto">
            <a:xfrm>
              <a:off x="3621138" y="3819495"/>
              <a:ext cx="2936232" cy="2936232"/>
            </a:xfrm>
            <a:custGeom>
              <a:avLst/>
              <a:gdLst/>
              <a:ahLst/>
              <a:cxnLst>
                <a:cxn ang="0">
                  <a:pos x="0" y="700"/>
                </a:cxn>
                <a:cxn ang="0">
                  <a:pos x="512" y="1213"/>
                </a:cxn>
                <a:cxn ang="0">
                  <a:pos x="1212" y="0"/>
                </a:cxn>
                <a:cxn ang="0">
                  <a:pos x="0" y="700"/>
                </a:cxn>
              </a:cxnLst>
              <a:rect l="0" t="0" r="r" b="b"/>
              <a:pathLst>
                <a:path w="1212" h="1213">
                  <a:moveTo>
                    <a:pt x="0" y="700"/>
                  </a:moveTo>
                  <a:cubicBezTo>
                    <a:pt x="123" y="913"/>
                    <a:pt x="300" y="1090"/>
                    <a:pt x="512" y="1213"/>
                  </a:cubicBezTo>
                  <a:lnTo>
                    <a:pt x="1212" y="0"/>
                  </a:lnTo>
                  <a:lnTo>
                    <a:pt x="0" y="700"/>
                  </a:lnTo>
                  <a:close/>
                </a:path>
              </a:pathLst>
            </a:custGeom>
            <a:solidFill>
              <a:srgbClr val="1450B8"/>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9" name="Freeform 111"/>
            <p:cNvSpPr/>
            <p:nvPr/>
          </p:nvSpPr>
          <p:spPr bwMode="auto">
            <a:xfrm>
              <a:off x="3169410" y="3819495"/>
              <a:ext cx="3387960" cy="1690753"/>
            </a:xfrm>
            <a:custGeom>
              <a:avLst/>
              <a:gdLst/>
              <a:ahLst/>
              <a:cxnLst>
                <a:cxn ang="0">
                  <a:pos x="0" y="0"/>
                </a:cxn>
                <a:cxn ang="0">
                  <a:pos x="188" y="700"/>
                </a:cxn>
                <a:cxn ang="0">
                  <a:pos x="1400" y="0"/>
                </a:cxn>
                <a:cxn ang="0">
                  <a:pos x="0" y="0"/>
                </a:cxn>
              </a:cxnLst>
              <a:rect l="0" t="0" r="r" b="b"/>
              <a:pathLst>
                <a:path w="1400" h="700">
                  <a:moveTo>
                    <a:pt x="0" y="0"/>
                  </a:moveTo>
                  <a:cubicBezTo>
                    <a:pt x="0" y="246"/>
                    <a:pt x="65" y="488"/>
                    <a:pt x="188" y="700"/>
                  </a:cubicBezTo>
                  <a:lnTo>
                    <a:pt x="1400" y="0"/>
                  </a:ln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40" name="Freeform 112"/>
            <p:cNvSpPr/>
            <p:nvPr/>
          </p:nvSpPr>
          <p:spPr bwMode="auto">
            <a:xfrm>
              <a:off x="3169410" y="2122288"/>
              <a:ext cx="3387960" cy="1697207"/>
            </a:xfrm>
            <a:custGeom>
              <a:avLst/>
              <a:gdLst/>
              <a:ahLst/>
              <a:cxnLst>
                <a:cxn ang="0">
                  <a:pos x="188" y="0"/>
                </a:cxn>
                <a:cxn ang="0">
                  <a:pos x="0" y="700"/>
                </a:cxn>
                <a:cxn ang="0">
                  <a:pos x="1400" y="700"/>
                </a:cxn>
                <a:cxn ang="0">
                  <a:pos x="188" y="0"/>
                </a:cxn>
              </a:cxnLst>
              <a:rect l="0" t="0" r="r" b="b"/>
              <a:pathLst>
                <a:path w="1400" h="700">
                  <a:moveTo>
                    <a:pt x="188" y="0"/>
                  </a:moveTo>
                  <a:cubicBezTo>
                    <a:pt x="65" y="213"/>
                    <a:pt x="0" y="455"/>
                    <a:pt x="0" y="700"/>
                  </a:cubicBezTo>
                  <a:lnTo>
                    <a:pt x="1400" y="700"/>
                  </a:lnTo>
                  <a:lnTo>
                    <a:pt x="188" y="0"/>
                  </a:lnTo>
                  <a:close/>
                </a:path>
              </a:pathLst>
            </a:custGeom>
            <a:solidFill>
              <a:schemeClr val="accent6"/>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41" name="Freeform 113"/>
            <p:cNvSpPr/>
            <p:nvPr/>
          </p:nvSpPr>
          <p:spPr bwMode="auto">
            <a:xfrm>
              <a:off x="3621138" y="883263"/>
              <a:ext cx="2936232" cy="2936232"/>
            </a:xfrm>
            <a:custGeom>
              <a:avLst/>
              <a:gdLst/>
              <a:ahLst/>
              <a:cxnLst>
                <a:cxn ang="0">
                  <a:pos x="512" y="0"/>
                </a:cxn>
                <a:cxn ang="0">
                  <a:pos x="0" y="512"/>
                </a:cxn>
                <a:cxn ang="0">
                  <a:pos x="1212" y="1212"/>
                </a:cxn>
                <a:cxn ang="0">
                  <a:pos x="512" y="0"/>
                </a:cxn>
              </a:cxnLst>
              <a:rect l="0" t="0" r="r" b="b"/>
              <a:pathLst>
                <a:path w="1212" h="1212">
                  <a:moveTo>
                    <a:pt x="512" y="0"/>
                  </a:moveTo>
                  <a:cubicBezTo>
                    <a:pt x="300" y="123"/>
                    <a:pt x="123" y="300"/>
                    <a:pt x="0" y="512"/>
                  </a:cubicBezTo>
                  <a:lnTo>
                    <a:pt x="1212" y="1212"/>
                  </a:lnTo>
                  <a:lnTo>
                    <a:pt x="512" y="0"/>
                  </a:lnTo>
                  <a:close/>
                </a:path>
              </a:pathLst>
            </a:custGeom>
            <a:solidFill>
              <a:schemeClr val="accent5"/>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42" name="Freeform 114"/>
            <p:cNvSpPr/>
            <p:nvPr/>
          </p:nvSpPr>
          <p:spPr bwMode="auto">
            <a:xfrm>
              <a:off x="4860163" y="431535"/>
              <a:ext cx="1697207" cy="3387960"/>
            </a:xfrm>
            <a:custGeom>
              <a:avLst/>
              <a:gdLst/>
              <a:ahLst/>
              <a:cxnLst>
                <a:cxn ang="0">
                  <a:pos x="700" y="0"/>
                </a:cxn>
                <a:cxn ang="0">
                  <a:pos x="0" y="188"/>
                </a:cxn>
                <a:cxn ang="0">
                  <a:pos x="700" y="1400"/>
                </a:cxn>
                <a:cxn ang="0">
                  <a:pos x="700" y="0"/>
                </a:cxn>
              </a:cxnLst>
              <a:rect l="0" t="0" r="r" b="b"/>
              <a:pathLst>
                <a:path w="700" h="1400">
                  <a:moveTo>
                    <a:pt x="700" y="0"/>
                  </a:moveTo>
                  <a:cubicBezTo>
                    <a:pt x="455" y="0"/>
                    <a:pt x="213" y="65"/>
                    <a:pt x="0" y="188"/>
                  </a:cubicBezTo>
                  <a:lnTo>
                    <a:pt x="700" y="1400"/>
                  </a:lnTo>
                  <a:lnTo>
                    <a:pt x="700" y="0"/>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298" name="Oval 297"/>
            <p:cNvSpPr/>
            <p:nvPr/>
          </p:nvSpPr>
          <p:spPr bwMode="ltGray">
            <a:xfrm>
              <a:off x="3035383" y="297508"/>
              <a:ext cx="7043974" cy="7043974"/>
            </a:xfrm>
            <a:prstGeom prst="ellipse">
              <a:avLst/>
            </a:prstGeom>
            <a:noFill/>
            <a:ln w="1270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GB" sz="1090" b="1" dirty="0" err="1" smtClean="0">
                <a:solidFill>
                  <a:schemeClr val="bg1"/>
                </a:solidFill>
                <a:latin typeface="腾讯体 W7" panose="020C08030202040F0204" pitchFamily="18" charset="-122"/>
              </a:endParaRPr>
            </a:p>
          </p:txBody>
        </p:sp>
        <p:grpSp>
          <p:nvGrpSpPr>
            <p:cNvPr id="345" name="Group 344"/>
            <p:cNvGrpSpPr/>
            <p:nvPr/>
          </p:nvGrpSpPr>
          <p:grpSpPr>
            <a:xfrm rot="20681492">
              <a:off x="4528304" y="1782886"/>
              <a:ext cx="4058339" cy="4047803"/>
              <a:chOff x="4528304" y="1782886"/>
              <a:chExt cx="4058339" cy="4047803"/>
            </a:xfrm>
          </p:grpSpPr>
          <p:sp>
            <p:nvSpPr>
              <p:cNvPr id="316" name="TextBox 315"/>
              <p:cNvSpPr txBox="1"/>
              <p:nvPr/>
            </p:nvSpPr>
            <p:spPr>
              <a:xfrm>
                <a:off x="5940370" y="1782886"/>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1"/>
                    </a:solidFill>
                    <a:latin typeface="腾讯体 W7" panose="020C08030202040F0204" pitchFamily="18" charset="-122"/>
                  </a:rPr>
                  <a:t>January</a:t>
                </a:r>
                <a:endParaRPr lang="en-GB" sz="1090" dirty="0" smtClean="0">
                  <a:solidFill>
                    <a:schemeClr val="bg1"/>
                  </a:solidFill>
                  <a:latin typeface="腾讯体 W7" panose="020C08030202040F0204" pitchFamily="18" charset="-122"/>
                </a:endParaRPr>
              </a:p>
            </p:txBody>
          </p:sp>
          <p:sp>
            <p:nvSpPr>
              <p:cNvPr id="317" name="TextBox 316"/>
              <p:cNvSpPr txBox="1"/>
              <p:nvPr/>
            </p:nvSpPr>
            <p:spPr>
              <a:xfrm rot="14395024">
                <a:off x="4340737" y="4572045"/>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2"/>
                    </a:solidFill>
                    <a:latin typeface="腾讯体 W7" panose="020C08030202040F0204" pitchFamily="18" charset="-122"/>
                  </a:rPr>
                  <a:t>September</a:t>
                </a:r>
                <a:endParaRPr lang="en-GB" sz="1090" dirty="0" smtClean="0">
                  <a:solidFill>
                    <a:schemeClr val="bg2"/>
                  </a:solidFill>
                  <a:latin typeface="腾讯体 W7" panose="020C08030202040F0204" pitchFamily="18" charset="-122"/>
                </a:endParaRPr>
              </a:p>
            </p:txBody>
          </p:sp>
          <p:sp>
            <p:nvSpPr>
              <p:cNvPr id="318" name="TextBox 317"/>
              <p:cNvSpPr txBox="1"/>
              <p:nvPr/>
            </p:nvSpPr>
            <p:spPr>
              <a:xfrm rot="1763306">
                <a:off x="6888853" y="2030949"/>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2"/>
                    </a:solidFill>
                    <a:latin typeface="腾讯体 W7" panose="020C08030202040F0204" pitchFamily="18" charset="-122"/>
                  </a:rPr>
                  <a:t>February</a:t>
                </a:r>
                <a:endParaRPr lang="en-GB" sz="1090" dirty="0" smtClean="0">
                  <a:solidFill>
                    <a:schemeClr val="bg2"/>
                  </a:solidFill>
                  <a:latin typeface="腾讯体 W7" panose="020C08030202040F0204" pitchFamily="18" charset="-122"/>
                </a:endParaRPr>
              </a:p>
            </p:txBody>
          </p:sp>
          <p:sp>
            <p:nvSpPr>
              <p:cNvPr id="319" name="TextBox 318"/>
              <p:cNvSpPr txBox="1"/>
              <p:nvPr/>
            </p:nvSpPr>
            <p:spPr>
              <a:xfrm rot="3587810">
                <a:off x="7573760" y="2708801"/>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2"/>
                    </a:solidFill>
                    <a:latin typeface="腾讯体 W7" panose="020C08030202040F0204" pitchFamily="18" charset="-122"/>
                  </a:rPr>
                  <a:t>March</a:t>
                </a:r>
                <a:endParaRPr lang="en-GB" sz="1090" dirty="0" smtClean="0">
                  <a:solidFill>
                    <a:schemeClr val="bg2"/>
                  </a:solidFill>
                  <a:latin typeface="腾讯体 W7" panose="020C08030202040F0204" pitchFamily="18" charset="-122"/>
                </a:endParaRPr>
              </a:p>
            </p:txBody>
          </p:sp>
          <p:sp>
            <p:nvSpPr>
              <p:cNvPr id="320" name="TextBox 319"/>
              <p:cNvSpPr txBox="1"/>
              <p:nvPr/>
            </p:nvSpPr>
            <p:spPr>
              <a:xfrm rot="5400000">
                <a:off x="7819201" y="3634638"/>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2"/>
                    </a:solidFill>
                    <a:latin typeface="腾讯体 W7" panose="020C08030202040F0204" pitchFamily="18" charset="-122"/>
                  </a:rPr>
                  <a:t>April</a:t>
                </a:r>
                <a:endParaRPr lang="en-GB" sz="1090" dirty="0" smtClean="0">
                  <a:solidFill>
                    <a:schemeClr val="bg2"/>
                  </a:solidFill>
                  <a:latin typeface="腾讯体 W7" panose="020C08030202040F0204" pitchFamily="18" charset="-122"/>
                </a:endParaRPr>
              </a:p>
            </p:txBody>
          </p:sp>
          <p:sp>
            <p:nvSpPr>
              <p:cNvPr id="321" name="TextBox 320"/>
              <p:cNvSpPr txBox="1"/>
              <p:nvPr/>
            </p:nvSpPr>
            <p:spPr>
              <a:xfrm rot="7188843">
                <a:off x="7552258" y="4624789"/>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2"/>
                    </a:solidFill>
                    <a:latin typeface="腾讯体 W7" panose="020C08030202040F0204" pitchFamily="18" charset="-122"/>
                  </a:rPr>
                  <a:t>May</a:t>
                </a:r>
                <a:endParaRPr lang="en-GB" sz="1090" dirty="0" smtClean="0">
                  <a:solidFill>
                    <a:schemeClr val="bg2"/>
                  </a:solidFill>
                  <a:latin typeface="腾讯体 W7" panose="020C08030202040F0204" pitchFamily="18" charset="-122"/>
                </a:endParaRPr>
              </a:p>
            </p:txBody>
          </p:sp>
          <p:sp>
            <p:nvSpPr>
              <p:cNvPr id="322" name="TextBox 321"/>
              <p:cNvSpPr txBox="1"/>
              <p:nvPr/>
            </p:nvSpPr>
            <p:spPr>
              <a:xfrm rot="8948956">
                <a:off x="6855289" y="5266605"/>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2"/>
                    </a:solidFill>
                    <a:latin typeface="腾讯体 W7" panose="020C08030202040F0204" pitchFamily="18" charset="-122"/>
                  </a:rPr>
                  <a:t>June</a:t>
                </a:r>
                <a:endParaRPr lang="en-GB" sz="1090" dirty="0" smtClean="0">
                  <a:solidFill>
                    <a:schemeClr val="bg2"/>
                  </a:solidFill>
                  <a:latin typeface="腾讯体 W7" panose="020C08030202040F0204" pitchFamily="18" charset="-122"/>
                </a:endParaRPr>
              </a:p>
            </p:txBody>
          </p:sp>
          <p:sp>
            <p:nvSpPr>
              <p:cNvPr id="323" name="TextBox 322"/>
              <p:cNvSpPr txBox="1"/>
              <p:nvPr/>
            </p:nvSpPr>
            <p:spPr>
              <a:xfrm rot="10800000">
                <a:off x="5946149" y="5499541"/>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2"/>
                    </a:solidFill>
                    <a:latin typeface="腾讯体 W7" panose="020C08030202040F0204" pitchFamily="18" charset="-122"/>
                  </a:rPr>
                  <a:t>July</a:t>
                </a:r>
                <a:endParaRPr lang="en-GB" sz="1090" dirty="0" smtClean="0">
                  <a:solidFill>
                    <a:schemeClr val="bg2"/>
                  </a:solidFill>
                  <a:latin typeface="腾讯体 W7" panose="020C08030202040F0204" pitchFamily="18" charset="-122"/>
                </a:endParaRPr>
              </a:p>
            </p:txBody>
          </p:sp>
          <p:sp>
            <p:nvSpPr>
              <p:cNvPr id="324" name="TextBox 323"/>
              <p:cNvSpPr txBox="1"/>
              <p:nvPr/>
            </p:nvSpPr>
            <p:spPr>
              <a:xfrm rot="12592971">
                <a:off x="5010563" y="5245642"/>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2"/>
                    </a:solidFill>
                    <a:latin typeface="腾讯体 W7" panose="020C08030202040F0204" pitchFamily="18" charset="-122"/>
                  </a:rPr>
                  <a:t>August</a:t>
                </a:r>
                <a:endParaRPr lang="en-GB" sz="1090" dirty="0" smtClean="0">
                  <a:solidFill>
                    <a:schemeClr val="bg2"/>
                  </a:solidFill>
                  <a:latin typeface="腾讯体 W7" panose="020C08030202040F0204" pitchFamily="18" charset="-122"/>
                </a:endParaRPr>
              </a:p>
            </p:txBody>
          </p:sp>
          <p:sp>
            <p:nvSpPr>
              <p:cNvPr id="325" name="TextBox 324"/>
              <p:cNvSpPr txBox="1"/>
              <p:nvPr/>
            </p:nvSpPr>
            <p:spPr>
              <a:xfrm rot="16046629">
                <a:off x="4092010" y="3645480"/>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2"/>
                    </a:solidFill>
                    <a:latin typeface="腾讯体 W7" panose="020C08030202040F0204" pitchFamily="18" charset="-122"/>
                  </a:rPr>
                  <a:t>October</a:t>
                </a:r>
                <a:endParaRPr lang="en-GB" sz="1090" dirty="0" smtClean="0">
                  <a:solidFill>
                    <a:schemeClr val="bg2"/>
                  </a:solidFill>
                  <a:latin typeface="腾讯体 W7" panose="020C08030202040F0204" pitchFamily="18" charset="-122"/>
                </a:endParaRPr>
              </a:p>
            </p:txBody>
          </p:sp>
          <p:sp>
            <p:nvSpPr>
              <p:cNvPr id="326" name="TextBox 325"/>
              <p:cNvSpPr txBox="1"/>
              <p:nvPr/>
            </p:nvSpPr>
            <p:spPr>
              <a:xfrm rot="17990573">
                <a:off x="4326276" y="2711232"/>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2"/>
                    </a:solidFill>
                    <a:latin typeface="腾讯体 W7" panose="020C08030202040F0204" pitchFamily="18" charset="-122"/>
                  </a:rPr>
                  <a:t>November</a:t>
                </a:r>
                <a:endParaRPr lang="en-GB" sz="1090" dirty="0" smtClean="0">
                  <a:solidFill>
                    <a:schemeClr val="bg2"/>
                  </a:solidFill>
                  <a:latin typeface="腾讯体 W7" panose="020C08030202040F0204" pitchFamily="18" charset="-122"/>
                </a:endParaRPr>
              </a:p>
            </p:txBody>
          </p:sp>
          <p:sp>
            <p:nvSpPr>
              <p:cNvPr id="327" name="TextBox 326"/>
              <p:cNvSpPr txBox="1"/>
              <p:nvPr/>
            </p:nvSpPr>
            <p:spPr>
              <a:xfrm rot="19693570">
                <a:off x="5023742" y="2030762"/>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smtClean="0">
                    <a:solidFill>
                      <a:schemeClr val="bg2"/>
                    </a:solidFill>
                    <a:latin typeface="腾讯体 W7" panose="020C08030202040F0204" pitchFamily="18" charset="-122"/>
                  </a:rPr>
                  <a:t>December</a:t>
                </a:r>
                <a:endParaRPr lang="en-GB" sz="1090" dirty="0" smtClean="0">
                  <a:solidFill>
                    <a:schemeClr val="bg2"/>
                  </a:solidFill>
                  <a:latin typeface="腾讯体 W7" panose="020C08030202040F0204" pitchFamily="18" charset="-122"/>
                </a:endParaRPr>
              </a:p>
            </p:txBody>
          </p:sp>
        </p:grpSp>
        <p:sp>
          <p:nvSpPr>
            <p:cNvPr id="299" name="Oval 298"/>
            <p:cNvSpPr/>
            <p:nvPr/>
          </p:nvSpPr>
          <p:spPr bwMode="ltGray">
            <a:xfrm rot="20693038">
              <a:off x="4676225" y="1934473"/>
              <a:ext cx="3748919" cy="3748919"/>
            </a:xfrm>
            <a:prstGeom prst="ellipse">
              <a:avLst/>
            </a:prstGeom>
            <a:solidFill>
              <a:schemeClr val="bg2"/>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GB" sz="905" b="1" dirty="0" err="1" smtClean="0">
                <a:solidFill>
                  <a:schemeClr val="bg1"/>
                </a:solidFill>
                <a:latin typeface="腾讯体 W7" panose="020C08030202040F0204" pitchFamily="18" charset="-122"/>
              </a:endParaRPr>
            </a:p>
          </p:txBody>
        </p:sp>
        <p:sp>
          <p:nvSpPr>
            <p:cNvPr id="301" name="Oval 300"/>
            <p:cNvSpPr/>
            <p:nvPr/>
          </p:nvSpPr>
          <p:spPr bwMode="ltGray">
            <a:xfrm rot="20693038">
              <a:off x="4777521" y="2039885"/>
              <a:ext cx="3545036" cy="3545036"/>
            </a:xfrm>
            <a:prstGeom prst="ellipse">
              <a:avLst/>
            </a:prstGeom>
            <a:noFill/>
            <a:ln w="1270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GB" sz="1090" b="1" dirty="0" err="1" smtClean="0">
                <a:solidFill>
                  <a:schemeClr val="bg1"/>
                </a:solidFill>
                <a:latin typeface="腾讯体 W7" panose="020C08030202040F0204" pitchFamily="18" charset="-122"/>
              </a:endParaRPr>
            </a:p>
          </p:txBody>
        </p:sp>
        <p:sp>
          <p:nvSpPr>
            <p:cNvPr id="302" name="TextBox 301"/>
            <p:cNvSpPr txBox="1"/>
            <p:nvPr/>
          </p:nvSpPr>
          <p:spPr>
            <a:xfrm>
              <a:off x="5028623" y="2281457"/>
              <a:ext cx="3058084" cy="3051854"/>
            </a:xfrm>
            <a:prstGeom prst="rect">
              <a:avLst/>
            </a:prstGeom>
            <a:noFill/>
          </p:spPr>
          <p:txBody>
            <a:bodyPr wrap="square" lIns="0" tIns="0" rIns="0" bIns="0" rtlCol="0">
              <a:prstTxWarp prst="textArchUp">
                <a:avLst>
                  <a:gd name="adj" fmla="val 5808259"/>
                </a:avLst>
              </a:prstTxWarp>
              <a:noAutofit/>
            </a:bodyPr>
            <a:lstStyle/>
            <a:p>
              <a:pPr algn="ctr"/>
              <a:r>
                <a:rPr lang="en-GB" sz="905" dirty="0" smtClean="0">
                  <a:latin typeface="腾讯体 W7" panose="020C08030202040F0204" pitchFamily="18" charset="-122"/>
                  <a:sym typeface="Wingdings" panose="05000000000000000000"/>
                </a:rPr>
                <a:t>  UK Document Design</a:t>
              </a:r>
              <a:r>
                <a:rPr lang="en-GB" sz="905" dirty="0" smtClean="0">
                  <a:latin typeface="腾讯体 W7" panose="020C08030202040F0204" pitchFamily="18" charset="-122"/>
                </a:rPr>
                <a:t>     </a:t>
              </a:r>
              <a:r>
                <a:rPr lang="en-GB" sz="905" dirty="0" smtClean="0">
                  <a:latin typeface="腾讯体 W7" panose="020C08030202040F0204" pitchFamily="18" charset="-122"/>
                  <a:sym typeface="Wingdings" panose="05000000000000000000"/>
                </a:rPr>
                <a:t></a:t>
              </a:r>
              <a:r>
                <a:rPr lang="en-GB" sz="905" dirty="0" smtClean="0">
                  <a:latin typeface="腾讯体 W7" panose="020C08030202040F0204" pitchFamily="18" charset="-122"/>
                </a:rPr>
                <a:t>  Hotline 774 9757</a:t>
              </a:r>
              <a:endParaRPr lang="en-GB" sz="905" dirty="0" smtClean="0">
                <a:latin typeface="腾讯体 W7" panose="020C08030202040F0204" pitchFamily="18" charset="-122"/>
              </a:endParaRPr>
            </a:p>
          </p:txBody>
        </p:sp>
        <p:sp>
          <p:nvSpPr>
            <p:cNvPr id="303" name="TextBox 302"/>
            <p:cNvSpPr txBox="1"/>
            <p:nvPr/>
          </p:nvSpPr>
          <p:spPr>
            <a:xfrm rot="7141520">
              <a:off x="5028622" y="2297326"/>
              <a:ext cx="3058084" cy="3051854"/>
            </a:xfrm>
            <a:prstGeom prst="rect">
              <a:avLst/>
            </a:prstGeom>
            <a:noFill/>
          </p:spPr>
          <p:txBody>
            <a:bodyPr wrap="square" lIns="0" tIns="0" rIns="0" bIns="0" rtlCol="0">
              <a:prstTxWarp prst="textArchUp">
                <a:avLst>
                  <a:gd name="adj" fmla="val 5808259"/>
                </a:avLst>
              </a:prstTxWarp>
              <a:noAutofit/>
            </a:bodyPr>
            <a:lstStyle/>
            <a:p>
              <a:pPr algn="ctr"/>
              <a:r>
                <a:rPr lang="en-GB" sz="905" dirty="0" smtClean="0">
                  <a:latin typeface="腾讯体 W7" panose="020C08030202040F0204" pitchFamily="18" charset="-122"/>
                  <a:sym typeface="Wingdings" panose="05000000000000000000"/>
                </a:rPr>
                <a:t>  UK Document</a:t>
              </a:r>
              <a:r>
                <a:rPr lang="en-GB" sz="905" dirty="0" smtClean="0">
                  <a:latin typeface="腾讯体 W7" panose="020C08030202040F0204" pitchFamily="18" charset="-122"/>
                </a:rPr>
                <a:t> Design     </a:t>
              </a:r>
              <a:r>
                <a:rPr lang="en-GB" sz="905" dirty="0" smtClean="0">
                  <a:latin typeface="腾讯体 W7" panose="020C08030202040F0204" pitchFamily="18" charset="-122"/>
                  <a:sym typeface="Wingdings" panose="05000000000000000000"/>
                </a:rPr>
                <a:t></a:t>
              </a:r>
              <a:r>
                <a:rPr lang="en-GB" sz="905" dirty="0" smtClean="0">
                  <a:latin typeface="腾讯体 W7" panose="020C08030202040F0204" pitchFamily="18" charset="-122"/>
                </a:rPr>
                <a:t>  Hotline 774 9757</a:t>
              </a:r>
              <a:endParaRPr lang="en-GB" sz="905" dirty="0" smtClean="0">
                <a:latin typeface="腾讯体 W7" panose="020C08030202040F0204" pitchFamily="18" charset="-122"/>
              </a:endParaRPr>
            </a:p>
          </p:txBody>
        </p:sp>
        <p:sp>
          <p:nvSpPr>
            <p:cNvPr id="328" name="TextBox 327"/>
            <p:cNvSpPr txBox="1"/>
            <p:nvPr/>
          </p:nvSpPr>
          <p:spPr>
            <a:xfrm rot="14453964">
              <a:off x="5023885" y="2258003"/>
              <a:ext cx="3058084" cy="3051854"/>
            </a:xfrm>
            <a:prstGeom prst="rect">
              <a:avLst/>
            </a:prstGeom>
            <a:noFill/>
          </p:spPr>
          <p:txBody>
            <a:bodyPr wrap="square" lIns="0" tIns="0" rIns="0" bIns="0" rtlCol="0">
              <a:prstTxWarp prst="textArchUp">
                <a:avLst>
                  <a:gd name="adj" fmla="val 5808259"/>
                </a:avLst>
              </a:prstTxWarp>
              <a:noAutofit/>
            </a:bodyPr>
            <a:lstStyle/>
            <a:p>
              <a:pPr algn="ctr"/>
              <a:r>
                <a:rPr lang="en-GB" sz="905" dirty="0" smtClean="0">
                  <a:latin typeface="腾讯体 W7" panose="020C08030202040F0204" pitchFamily="18" charset="-122"/>
                  <a:sym typeface="Wingdings" panose="05000000000000000000"/>
                </a:rPr>
                <a:t>  UK Document </a:t>
              </a:r>
              <a:r>
                <a:rPr lang="en-GB" sz="905" dirty="0" smtClean="0">
                  <a:latin typeface="腾讯体 W7" panose="020C08030202040F0204" pitchFamily="18" charset="-122"/>
                </a:rPr>
                <a:t> Design     </a:t>
              </a:r>
              <a:r>
                <a:rPr lang="en-GB" sz="905" dirty="0" smtClean="0">
                  <a:latin typeface="腾讯体 W7" panose="020C08030202040F0204" pitchFamily="18" charset="-122"/>
                  <a:sym typeface="Wingdings" panose="05000000000000000000"/>
                </a:rPr>
                <a:t></a:t>
              </a:r>
              <a:r>
                <a:rPr lang="en-GB" sz="905" dirty="0" smtClean="0">
                  <a:latin typeface="腾讯体 W7" panose="020C08030202040F0204" pitchFamily="18" charset="-122"/>
                </a:rPr>
                <a:t>  Hotline 774 9757</a:t>
              </a:r>
              <a:endParaRPr lang="en-GB" sz="905" dirty="0" smtClean="0">
                <a:latin typeface="腾讯体 W7" panose="020C08030202040F0204" pitchFamily="18" charset="-122"/>
              </a:endParaRPr>
            </a:p>
          </p:txBody>
        </p:sp>
        <p:sp>
          <p:nvSpPr>
            <p:cNvPr id="978" name="TextBox 977"/>
            <p:cNvSpPr txBox="1"/>
            <p:nvPr/>
          </p:nvSpPr>
          <p:spPr>
            <a:xfrm>
              <a:off x="5274692" y="3021445"/>
              <a:ext cx="2521578" cy="1394916"/>
            </a:xfrm>
            <a:prstGeom prst="rect">
              <a:avLst/>
            </a:prstGeom>
            <a:noFill/>
          </p:spPr>
          <p:txBody>
            <a:bodyPr wrap="square" lIns="0" tIns="0" rIns="0" bIns="0" rtlCol="0" anchor="ctr">
              <a:noAutofit/>
            </a:bodyPr>
            <a:lstStyle/>
            <a:p>
              <a:pPr algn="ctr">
                <a:spcAft>
                  <a:spcPts val="900"/>
                </a:spcAft>
              </a:pPr>
              <a:r>
                <a:rPr lang="en-GB" sz="6530" dirty="0" smtClean="0">
                  <a:solidFill>
                    <a:srgbClr val="1450B8"/>
                  </a:solidFill>
                  <a:latin typeface="腾讯体 W7" panose="020C08030202040F0204" pitchFamily="18" charset="-122"/>
                </a:rPr>
                <a:t>2014</a:t>
              </a:r>
              <a:endParaRPr lang="en-GB" sz="6530" dirty="0" smtClean="0">
                <a:solidFill>
                  <a:srgbClr val="1450B8"/>
                </a:solidFill>
                <a:latin typeface="腾讯体 W7" panose="020C08030202040F0204" pitchFamily="18" charset="-122"/>
              </a:endParaRPr>
            </a:p>
          </p:txBody>
        </p:sp>
        <p:grpSp>
          <p:nvGrpSpPr>
            <p:cNvPr id="346" name="Group 58"/>
            <p:cNvGrpSpPr>
              <a:grpSpLocks noChangeAspect="1"/>
            </p:cNvGrpSpPr>
            <p:nvPr/>
          </p:nvGrpSpPr>
          <p:grpSpPr bwMode="auto">
            <a:xfrm rot="20719985">
              <a:off x="5272286" y="662131"/>
              <a:ext cx="1130301" cy="1000125"/>
              <a:chOff x="4488" y="2066"/>
              <a:chExt cx="712" cy="630"/>
            </a:xfrm>
          </p:grpSpPr>
          <p:sp>
            <p:nvSpPr>
              <p:cNvPr id="347" name="AutoShape 57"/>
              <p:cNvSpPr>
                <a:spLocks noChangeAspect="1" noChangeArrowheads="1" noTextEdit="1"/>
              </p:cNvSpPr>
              <p:nvPr/>
            </p:nvSpPr>
            <p:spPr bwMode="auto">
              <a:xfrm>
                <a:off x="4488" y="2066"/>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348" name="Rectangle 59"/>
              <p:cNvSpPr>
                <a:spLocks noChangeArrowheads="1"/>
              </p:cNvSpPr>
              <p:nvPr/>
            </p:nvSpPr>
            <p:spPr bwMode="auto">
              <a:xfrm>
                <a:off x="4507"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49" name="Rectangle 60"/>
              <p:cNvSpPr>
                <a:spLocks noChangeArrowheads="1"/>
              </p:cNvSpPr>
              <p:nvPr/>
            </p:nvSpPr>
            <p:spPr bwMode="auto">
              <a:xfrm>
                <a:off x="4616"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0" name="Rectangle 61"/>
              <p:cNvSpPr>
                <a:spLocks noChangeArrowheads="1"/>
              </p:cNvSpPr>
              <p:nvPr/>
            </p:nvSpPr>
            <p:spPr bwMode="auto">
              <a:xfrm>
                <a:off x="4706"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1" name="Rectangle 62"/>
              <p:cNvSpPr>
                <a:spLocks noChangeArrowheads="1"/>
              </p:cNvSpPr>
              <p:nvPr/>
            </p:nvSpPr>
            <p:spPr bwMode="auto">
              <a:xfrm>
                <a:off x="4817"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4896" name="Rectangle 63"/>
              <p:cNvSpPr>
                <a:spLocks noChangeArrowheads="1"/>
              </p:cNvSpPr>
              <p:nvPr/>
            </p:nvSpPr>
            <p:spPr bwMode="auto">
              <a:xfrm>
                <a:off x="4918" y="2078"/>
                <a:ext cx="7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08" name="Rectangle 64"/>
              <p:cNvSpPr>
                <a:spLocks noChangeArrowheads="1"/>
              </p:cNvSpPr>
              <p:nvPr/>
            </p:nvSpPr>
            <p:spPr bwMode="auto">
              <a:xfrm>
                <a:off x="5018"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09" name="Rectangle 65"/>
              <p:cNvSpPr>
                <a:spLocks noChangeArrowheads="1"/>
              </p:cNvSpPr>
              <p:nvPr/>
            </p:nvSpPr>
            <p:spPr bwMode="auto">
              <a:xfrm>
                <a:off x="5118"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10" name="Rectangle 66"/>
              <p:cNvSpPr>
                <a:spLocks noChangeArrowheads="1"/>
              </p:cNvSpPr>
              <p:nvPr/>
            </p:nvSpPr>
            <p:spPr bwMode="auto">
              <a:xfrm>
                <a:off x="4507" y="217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dirty="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11" name="Rectangle 67"/>
              <p:cNvSpPr>
                <a:spLocks noChangeArrowheads="1"/>
              </p:cNvSpPr>
              <p:nvPr/>
            </p:nvSpPr>
            <p:spPr bwMode="auto">
              <a:xfrm>
                <a:off x="4623"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12" name="Rectangle 68"/>
              <p:cNvSpPr>
                <a:spLocks noChangeArrowheads="1"/>
              </p:cNvSpPr>
              <p:nvPr/>
            </p:nvSpPr>
            <p:spPr bwMode="auto">
              <a:xfrm>
                <a:off x="4724"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13" name="Rectangle 69"/>
              <p:cNvSpPr>
                <a:spLocks noChangeArrowheads="1"/>
              </p:cNvSpPr>
              <p:nvPr/>
            </p:nvSpPr>
            <p:spPr bwMode="auto">
              <a:xfrm>
                <a:off x="4824"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14" name="Rectangle 70"/>
              <p:cNvSpPr>
                <a:spLocks noChangeArrowheads="1"/>
              </p:cNvSpPr>
              <p:nvPr/>
            </p:nvSpPr>
            <p:spPr bwMode="auto">
              <a:xfrm>
                <a:off x="4925"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15" name="Rectangle 71"/>
              <p:cNvSpPr>
                <a:spLocks noChangeArrowheads="1"/>
              </p:cNvSpPr>
              <p:nvPr/>
            </p:nvSpPr>
            <p:spPr bwMode="auto">
              <a:xfrm>
                <a:off x="5025"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16" name="Rectangle 72"/>
              <p:cNvSpPr>
                <a:spLocks noChangeArrowheads="1"/>
              </p:cNvSpPr>
              <p:nvPr/>
            </p:nvSpPr>
            <p:spPr bwMode="auto">
              <a:xfrm>
                <a:off x="5126"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17" name="Rectangle 73"/>
              <p:cNvSpPr>
                <a:spLocks noChangeArrowheads="1"/>
              </p:cNvSpPr>
              <p:nvPr/>
            </p:nvSpPr>
            <p:spPr bwMode="auto">
              <a:xfrm>
                <a:off x="4523"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18" name="Rectangle 74"/>
              <p:cNvSpPr>
                <a:spLocks noChangeArrowheads="1"/>
              </p:cNvSpPr>
              <p:nvPr/>
            </p:nvSpPr>
            <p:spPr bwMode="auto">
              <a:xfrm>
                <a:off x="4623"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19" name="Rectangle 75"/>
              <p:cNvSpPr>
                <a:spLocks noChangeArrowheads="1"/>
              </p:cNvSpPr>
              <p:nvPr/>
            </p:nvSpPr>
            <p:spPr bwMode="auto">
              <a:xfrm>
                <a:off x="4724"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20" name="Rectangle 76"/>
              <p:cNvSpPr>
                <a:spLocks noChangeArrowheads="1"/>
              </p:cNvSpPr>
              <p:nvPr/>
            </p:nvSpPr>
            <p:spPr bwMode="auto">
              <a:xfrm>
                <a:off x="4809"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21" name="Rectangle 77"/>
              <p:cNvSpPr>
                <a:spLocks noChangeArrowheads="1"/>
              </p:cNvSpPr>
              <p:nvPr/>
            </p:nvSpPr>
            <p:spPr bwMode="auto">
              <a:xfrm>
                <a:off x="4909" y="226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22" name="Rectangle 78"/>
              <p:cNvSpPr>
                <a:spLocks noChangeArrowheads="1"/>
              </p:cNvSpPr>
              <p:nvPr/>
            </p:nvSpPr>
            <p:spPr bwMode="auto">
              <a:xfrm>
                <a:off x="5010"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23" name="Rectangle 79"/>
              <p:cNvSpPr>
                <a:spLocks noChangeArrowheads="1"/>
              </p:cNvSpPr>
              <p:nvPr/>
            </p:nvSpPr>
            <p:spPr bwMode="auto">
              <a:xfrm>
                <a:off x="5110" y="226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24" name="Rectangle 80"/>
              <p:cNvSpPr>
                <a:spLocks noChangeArrowheads="1"/>
              </p:cNvSpPr>
              <p:nvPr/>
            </p:nvSpPr>
            <p:spPr bwMode="auto">
              <a:xfrm>
                <a:off x="4507"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25" name="Rectangle 81"/>
              <p:cNvSpPr>
                <a:spLocks noChangeArrowheads="1"/>
              </p:cNvSpPr>
              <p:nvPr/>
            </p:nvSpPr>
            <p:spPr bwMode="auto">
              <a:xfrm>
                <a:off x="4608"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26" name="Rectangle 82"/>
              <p:cNvSpPr>
                <a:spLocks noChangeArrowheads="1"/>
              </p:cNvSpPr>
              <p:nvPr/>
            </p:nvSpPr>
            <p:spPr bwMode="auto">
              <a:xfrm>
                <a:off x="4708"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27" name="Rectangle 83"/>
              <p:cNvSpPr>
                <a:spLocks noChangeArrowheads="1"/>
              </p:cNvSpPr>
              <p:nvPr/>
            </p:nvSpPr>
            <p:spPr bwMode="auto">
              <a:xfrm>
                <a:off x="4809"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28" name="Rectangle 84"/>
              <p:cNvSpPr>
                <a:spLocks noChangeArrowheads="1"/>
              </p:cNvSpPr>
              <p:nvPr/>
            </p:nvSpPr>
            <p:spPr bwMode="auto">
              <a:xfrm>
                <a:off x="4909"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29" name="Rectangle 85"/>
              <p:cNvSpPr>
                <a:spLocks noChangeArrowheads="1"/>
              </p:cNvSpPr>
              <p:nvPr/>
            </p:nvSpPr>
            <p:spPr bwMode="auto">
              <a:xfrm>
                <a:off x="5010"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30" name="Rectangle 86"/>
              <p:cNvSpPr>
                <a:spLocks noChangeArrowheads="1"/>
              </p:cNvSpPr>
              <p:nvPr/>
            </p:nvSpPr>
            <p:spPr bwMode="auto">
              <a:xfrm>
                <a:off x="5110"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31" name="Rectangle 87"/>
              <p:cNvSpPr>
                <a:spLocks noChangeArrowheads="1"/>
              </p:cNvSpPr>
              <p:nvPr/>
            </p:nvSpPr>
            <p:spPr bwMode="auto">
              <a:xfrm>
                <a:off x="4507"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32" name="Rectangle 88"/>
              <p:cNvSpPr>
                <a:spLocks noChangeArrowheads="1"/>
              </p:cNvSpPr>
              <p:nvPr/>
            </p:nvSpPr>
            <p:spPr bwMode="auto">
              <a:xfrm>
                <a:off x="4608"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33" name="Rectangle 89"/>
              <p:cNvSpPr>
                <a:spLocks noChangeArrowheads="1"/>
              </p:cNvSpPr>
              <p:nvPr/>
            </p:nvSpPr>
            <p:spPr bwMode="auto">
              <a:xfrm>
                <a:off x="4708"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34" name="Rectangle 90"/>
              <p:cNvSpPr>
                <a:spLocks noChangeArrowheads="1"/>
              </p:cNvSpPr>
              <p:nvPr/>
            </p:nvSpPr>
            <p:spPr bwMode="auto">
              <a:xfrm>
                <a:off x="4809"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35" name="Rectangle 91"/>
              <p:cNvSpPr>
                <a:spLocks noChangeArrowheads="1"/>
              </p:cNvSpPr>
              <p:nvPr/>
            </p:nvSpPr>
            <p:spPr bwMode="auto">
              <a:xfrm>
                <a:off x="4909"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36" name="Rectangle 92"/>
              <p:cNvSpPr>
                <a:spLocks noChangeArrowheads="1"/>
              </p:cNvSpPr>
              <p:nvPr/>
            </p:nvSpPr>
            <p:spPr bwMode="auto">
              <a:xfrm>
                <a:off x="5010"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37" name="Rectangle 93"/>
              <p:cNvSpPr>
                <a:spLocks noChangeArrowheads="1"/>
              </p:cNvSpPr>
              <p:nvPr/>
            </p:nvSpPr>
            <p:spPr bwMode="auto">
              <a:xfrm>
                <a:off x="5110"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38" name="Rectangle 94"/>
              <p:cNvSpPr>
                <a:spLocks noChangeArrowheads="1"/>
              </p:cNvSpPr>
              <p:nvPr/>
            </p:nvSpPr>
            <p:spPr bwMode="auto">
              <a:xfrm>
                <a:off x="4507"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40" name="Rectangle 95"/>
              <p:cNvSpPr>
                <a:spLocks noChangeArrowheads="1"/>
              </p:cNvSpPr>
              <p:nvPr/>
            </p:nvSpPr>
            <p:spPr bwMode="auto">
              <a:xfrm>
                <a:off x="4608"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73" name="Rectangle 96"/>
              <p:cNvSpPr>
                <a:spLocks noChangeArrowheads="1"/>
              </p:cNvSpPr>
              <p:nvPr/>
            </p:nvSpPr>
            <p:spPr bwMode="auto">
              <a:xfrm>
                <a:off x="4708"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74" name="Rectangle 97"/>
              <p:cNvSpPr>
                <a:spLocks noChangeArrowheads="1"/>
              </p:cNvSpPr>
              <p:nvPr/>
            </p:nvSpPr>
            <p:spPr bwMode="auto">
              <a:xfrm>
                <a:off x="480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76" name="Rectangle 98"/>
              <p:cNvSpPr>
                <a:spLocks noChangeArrowheads="1"/>
              </p:cNvSpPr>
              <p:nvPr/>
            </p:nvSpPr>
            <p:spPr bwMode="auto">
              <a:xfrm>
                <a:off x="4925"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77" name="Rectangle 99"/>
              <p:cNvSpPr>
                <a:spLocks noChangeArrowheads="1"/>
              </p:cNvSpPr>
              <p:nvPr/>
            </p:nvSpPr>
            <p:spPr bwMode="auto">
              <a:xfrm>
                <a:off x="5025" y="2513"/>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78" name="Rectangle 100"/>
              <p:cNvSpPr>
                <a:spLocks noChangeArrowheads="1"/>
              </p:cNvSpPr>
              <p:nvPr/>
            </p:nvSpPr>
            <p:spPr bwMode="auto">
              <a:xfrm>
                <a:off x="5126"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79" name="Rectangle 101"/>
              <p:cNvSpPr>
                <a:spLocks noChangeArrowheads="1"/>
              </p:cNvSpPr>
              <p:nvPr/>
            </p:nvSpPr>
            <p:spPr bwMode="auto">
              <a:xfrm>
                <a:off x="4523"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80" name="Rectangle 102"/>
              <p:cNvSpPr>
                <a:spLocks noChangeArrowheads="1"/>
              </p:cNvSpPr>
              <p:nvPr/>
            </p:nvSpPr>
            <p:spPr bwMode="auto">
              <a:xfrm>
                <a:off x="4623"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81" name="Rectangle 103"/>
              <p:cNvSpPr>
                <a:spLocks noChangeArrowheads="1"/>
              </p:cNvSpPr>
              <p:nvPr/>
            </p:nvSpPr>
            <p:spPr bwMode="auto">
              <a:xfrm>
                <a:off x="4724"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82" name="Rectangle 104"/>
              <p:cNvSpPr>
                <a:spLocks noChangeArrowheads="1"/>
              </p:cNvSpPr>
              <p:nvPr/>
            </p:nvSpPr>
            <p:spPr bwMode="auto">
              <a:xfrm>
                <a:off x="4824"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83" name="Rectangle 105"/>
              <p:cNvSpPr>
                <a:spLocks noChangeArrowheads="1"/>
              </p:cNvSpPr>
              <p:nvPr/>
            </p:nvSpPr>
            <p:spPr bwMode="auto">
              <a:xfrm>
                <a:off x="4925"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84" name="Rectangle 106"/>
              <p:cNvSpPr>
                <a:spLocks noChangeArrowheads="1"/>
              </p:cNvSpPr>
              <p:nvPr/>
            </p:nvSpPr>
            <p:spPr bwMode="auto">
              <a:xfrm>
                <a:off x="5025"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85" name="Rectangle 107"/>
              <p:cNvSpPr>
                <a:spLocks noChangeArrowheads="1"/>
              </p:cNvSpPr>
              <p:nvPr/>
            </p:nvSpPr>
            <p:spPr bwMode="auto">
              <a:xfrm>
                <a:off x="5110" y="2597"/>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grpSp>
        <p:grpSp>
          <p:nvGrpSpPr>
            <p:cNvPr id="3087" name="Group 111"/>
            <p:cNvGrpSpPr>
              <a:grpSpLocks noChangeAspect="1"/>
            </p:cNvGrpSpPr>
            <p:nvPr/>
          </p:nvGrpSpPr>
          <p:grpSpPr bwMode="auto">
            <a:xfrm rot="825277">
              <a:off x="6710221" y="663616"/>
              <a:ext cx="1128713" cy="1000125"/>
              <a:chOff x="4206" y="441"/>
              <a:chExt cx="711" cy="630"/>
            </a:xfrm>
          </p:grpSpPr>
          <p:sp>
            <p:nvSpPr>
              <p:cNvPr id="3088" name="AutoShape 110"/>
              <p:cNvSpPr>
                <a:spLocks noChangeAspect="1" noChangeArrowheads="1" noTextEdit="1"/>
              </p:cNvSpPr>
              <p:nvPr/>
            </p:nvSpPr>
            <p:spPr bwMode="auto">
              <a:xfrm>
                <a:off x="4206" y="441"/>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3089" name="Rectangle 112"/>
              <p:cNvSpPr>
                <a:spLocks noChangeArrowheads="1"/>
              </p:cNvSpPr>
              <p:nvPr/>
            </p:nvSpPr>
            <p:spPr bwMode="auto">
              <a:xfrm>
                <a:off x="4226" y="453"/>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90" name="Rectangle 113"/>
              <p:cNvSpPr>
                <a:spLocks noChangeArrowheads="1"/>
              </p:cNvSpPr>
              <p:nvPr/>
            </p:nvSpPr>
            <p:spPr bwMode="auto">
              <a:xfrm>
                <a:off x="4334" y="453"/>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91" name="Rectangle 114"/>
              <p:cNvSpPr>
                <a:spLocks noChangeArrowheads="1"/>
              </p:cNvSpPr>
              <p:nvPr/>
            </p:nvSpPr>
            <p:spPr bwMode="auto">
              <a:xfrm>
                <a:off x="4425" y="453"/>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92" name="Rectangle 115"/>
              <p:cNvSpPr>
                <a:spLocks noChangeArrowheads="1"/>
              </p:cNvSpPr>
              <p:nvPr/>
            </p:nvSpPr>
            <p:spPr bwMode="auto">
              <a:xfrm>
                <a:off x="4535" y="453"/>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93" name="Rectangle 116"/>
              <p:cNvSpPr>
                <a:spLocks noChangeArrowheads="1"/>
              </p:cNvSpPr>
              <p:nvPr/>
            </p:nvSpPr>
            <p:spPr bwMode="auto">
              <a:xfrm>
                <a:off x="4636" y="453"/>
                <a:ext cx="78"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94" name="Rectangle 117"/>
              <p:cNvSpPr>
                <a:spLocks noChangeArrowheads="1"/>
              </p:cNvSpPr>
              <p:nvPr/>
            </p:nvSpPr>
            <p:spPr bwMode="auto">
              <a:xfrm>
                <a:off x="4736" y="453"/>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95" name="Rectangle 118"/>
              <p:cNvSpPr>
                <a:spLocks noChangeArrowheads="1"/>
              </p:cNvSpPr>
              <p:nvPr/>
            </p:nvSpPr>
            <p:spPr bwMode="auto">
              <a:xfrm>
                <a:off x="4836" y="453"/>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096" name="Rectangle 119"/>
              <p:cNvSpPr>
                <a:spLocks noChangeArrowheads="1"/>
              </p:cNvSpPr>
              <p:nvPr/>
            </p:nvSpPr>
            <p:spPr bwMode="auto">
              <a:xfrm>
                <a:off x="4238" y="557"/>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dirty="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3097" name="Rectangle 120"/>
              <p:cNvSpPr>
                <a:spLocks noChangeArrowheads="1"/>
              </p:cNvSpPr>
              <p:nvPr/>
            </p:nvSpPr>
            <p:spPr bwMode="auto">
              <a:xfrm>
                <a:off x="4339" y="557"/>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3098" name="Rectangle 121"/>
              <p:cNvSpPr>
                <a:spLocks noChangeArrowheads="1"/>
              </p:cNvSpPr>
              <p:nvPr/>
            </p:nvSpPr>
            <p:spPr bwMode="auto">
              <a:xfrm>
                <a:off x="4439" y="557"/>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3099" name="Rectangle 122"/>
              <p:cNvSpPr>
                <a:spLocks noChangeArrowheads="1"/>
              </p:cNvSpPr>
              <p:nvPr/>
            </p:nvSpPr>
            <p:spPr bwMode="auto">
              <a:xfrm>
                <a:off x="4540" y="557"/>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3100" name="Rectangle 123"/>
              <p:cNvSpPr>
                <a:spLocks noChangeArrowheads="1"/>
              </p:cNvSpPr>
              <p:nvPr/>
            </p:nvSpPr>
            <p:spPr bwMode="auto">
              <a:xfrm>
                <a:off x="4643" y="551"/>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101" name="Rectangle 124"/>
              <p:cNvSpPr>
                <a:spLocks noChangeArrowheads="1"/>
              </p:cNvSpPr>
              <p:nvPr/>
            </p:nvSpPr>
            <p:spPr bwMode="auto">
              <a:xfrm>
                <a:off x="4744" y="551"/>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102" name="Rectangle 125"/>
              <p:cNvSpPr>
                <a:spLocks noChangeArrowheads="1"/>
              </p:cNvSpPr>
              <p:nvPr/>
            </p:nvSpPr>
            <p:spPr bwMode="auto">
              <a:xfrm>
                <a:off x="4844" y="551"/>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103" name="Rectangle 126"/>
              <p:cNvSpPr>
                <a:spLocks noChangeArrowheads="1"/>
              </p:cNvSpPr>
              <p:nvPr/>
            </p:nvSpPr>
            <p:spPr bwMode="auto">
              <a:xfrm>
                <a:off x="4241" y="635"/>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72" name="Rectangle 127"/>
              <p:cNvSpPr>
                <a:spLocks noChangeArrowheads="1"/>
              </p:cNvSpPr>
              <p:nvPr/>
            </p:nvSpPr>
            <p:spPr bwMode="auto">
              <a:xfrm>
                <a:off x="4342" y="635"/>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75" name="Rectangle 128"/>
              <p:cNvSpPr>
                <a:spLocks noChangeArrowheads="1"/>
              </p:cNvSpPr>
              <p:nvPr/>
            </p:nvSpPr>
            <p:spPr bwMode="auto">
              <a:xfrm>
                <a:off x="4442" y="635"/>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896" name="Rectangle 129"/>
              <p:cNvSpPr>
                <a:spLocks noChangeArrowheads="1"/>
              </p:cNvSpPr>
              <p:nvPr/>
            </p:nvSpPr>
            <p:spPr bwMode="auto">
              <a:xfrm>
                <a:off x="4543" y="635"/>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897" name="Rectangle 130"/>
              <p:cNvSpPr>
                <a:spLocks noChangeArrowheads="1"/>
              </p:cNvSpPr>
              <p:nvPr/>
            </p:nvSpPr>
            <p:spPr bwMode="auto">
              <a:xfrm>
                <a:off x="4643" y="635"/>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898" name="Rectangle 131"/>
              <p:cNvSpPr>
                <a:spLocks noChangeArrowheads="1"/>
              </p:cNvSpPr>
              <p:nvPr/>
            </p:nvSpPr>
            <p:spPr bwMode="auto">
              <a:xfrm>
                <a:off x="4744" y="635"/>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899" name="Rectangle 132"/>
              <p:cNvSpPr>
                <a:spLocks noChangeArrowheads="1"/>
              </p:cNvSpPr>
              <p:nvPr/>
            </p:nvSpPr>
            <p:spPr bwMode="auto">
              <a:xfrm>
                <a:off x="4829" y="63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00" name="Rectangle 133"/>
              <p:cNvSpPr>
                <a:spLocks noChangeArrowheads="1"/>
              </p:cNvSpPr>
              <p:nvPr/>
            </p:nvSpPr>
            <p:spPr bwMode="auto">
              <a:xfrm>
                <a:off x="4226" y="71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01" name="Rectangle 134"/>
              <p:cNvSpPr>
                <a:spLocks noChangeArrowheads="1"/>
              </p:cNvSpPr>
              <p:nvPr/>
            </p:nvSpPr>
            <p:spPr bwMode="auto">
              <a:xfrm>
                <a:off x="4326" y="71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02" name="Rectangle 135"/>
              <p:cNvSpPr>
                <a:spLocks noChangeArrowheads="1"/>
              </p:cNvSpPr>
              <p:nvPr/>
            </p:nvSpPr>
            <p:spPr bwMode="auto">
              <a:xfrm>
                <a:off x="4427" y="71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03" name="Rectangle 136"/>
              <p:cNvSpPr>
                <a:spLocks noChangeArrowheads="1"/>
              </p:cNvSpPr>
              <p:nvPr/>
            </p:nvSpPr>
            <p:spPr bwMode="auto">
              <a:xfrm>
                <a:off x="4527" y="71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04" name="Rectangle 137"/>
              <p:cNvSpPr>
                <a:spLocks noChangeArrowheads="1"/>
              </p:cNvSpPr>
              <p:nvPr/>
            </p:nvSpPr>
            <p:spPr bwMode="auto">
              <a:xfrm>
                <a:off x="4628" y="71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05" name="Rectangle 138"/>
              <p:cNvSpPr>
                <a:spLocks noChangeArrowheads="1"/>
              </p:cNvSpPr>
              <p:nvPr/>
            </p:nvSpPr>
            <p:spPr bwMode="auto">
              <a:xfrm>
                <a:off x="4728" y="71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06" name="Rectangle 139"/>
              <p:cNvSpPr>
                <a:spLocks noChangeArrowheads="1"/>
              </p:cNvSpPr>
              <p:nvPr/>
            </p:nvSpPr>
            <p:spPr bwMode="auto">
              <a:xfrm>
                <a:off x="4829" y="71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07" name="Rectangle 140"/>
              <p:cNvSpPr>
                <a:spLocks noChangeArrowheads="1"/>
              </p:cNvSpPr>
              <p:nvPr/>
            </p:nvSpPr>
            <p:spPr bwMode="auto">
              <a:xfrm>
                <a:off x="4226" y="80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08" name="Rectangle 141"/>
              <p:cNvSpPr>
                <a:spLocks noChangeArrowheads="1"/>
              </p:cNvSpPr>
              <p:nvPr/>
            </p:nvSpPr>
            <p:spPr bwMode="auto">
              <a:xfrm>
                <a:off x="4326" y="804"/>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09" name="Rectangle 142"/>
              <p:cNvSpPr>
                <a:spLocks noChangeArrowheads="1"/>
              </p:cNvSpPr>
              <p:nvPr/>
            </p:nvSpPr>
            <p:spPr bwMode="auto">
              <a:xfrm>
                <a:off x="4427" y="80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10" name="Rectangle 143"/>
              <p:cNvSpPr>
                <a:spLocks noChangeArrowheads="1"/>
              </p:cNvSpPr>
              <p:nvPr/>
            </p:nvSpPr>
            <p:spPr bwMode="auto">
              <a:xfrm>
                <a:off x="4527" y="804"/>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11" name="Rectangle 144"/>
              <p:cNvSpPr>
                <a:spLocks noChangeArrowheads="1"/>
              </p:cNvSpPr>
              <p:nvPr/>
            </p:nvSpPr>
            <p:spPr bwMode="auto">
              <a:xfrm>
                <a:off x="4628" y="80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12" name="Rectangle 145"/>
              <p:cNvSpPr>
                <a:spLocks noChangeArrowheads="1"/>
              </p:cNvSpPr>
              <p:nvPr/>
            </p:nvSpPr>
            <p:spPr bwMode="auto">
              <a:xfrm>
                <a:off x="4728" y="804"/>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13" name="Rectangle 146"/>
              <p:cNvSpPr>
                <a:spLocks noChangeArrowheads="1"/>
              </p:cNvSpPr>
              <p:nvPr/>
            </p:nvSpPr>
            <p:spPr bwMode="auto">
              <a:xfrm>
                <a:off x="4829" y="80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14" name="Rectangle 147"/>
              <p:cNvSpPr>
                <a:spLocks noChangeArrowheads="1"/>
              </p:cNvSpPr>
              <p:nvPr/>
            </p:nvSpPr>
            <p:spPr bwMode="auto">
              <a:xfrm>
                <a:off x="4226" y="88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15" name="Rectangle 148"/>
              <p:cNvSpPr>
                <a:spLocks noChangeArrowheads="1"/>
              </p:cNvSpPr>
              <p:nvPr/>
            </p:nvSpPr>
            <p:spPr bwMode="auto">
              <a:xfrm>
                <a:off x="4326" y="888"/>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16" name="Rectangle 149"/>
              <p:cNvSpPr>
                <a:spLocks noChangeArrowheads="1"/>
              </p:cNvSpPr>
              <p:nvPr/>
            </p:nvSpPr>
            <p:spPr bwMode="auto">
              <a:xfrm>
                <a:off x="4427" y="88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18" name="Rectangle 150"/>
              <p:cNvSpPr>
                <a:spLocks noChangeArrowheads="1"/>
              </p:cNvSpPr>
              <p:nvPr/>
            </p:nvSpPr>
            <p:spPr bwMode="auto">
              <a:xfrm>
                <a:off x="4527" y="888"/>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19" name="Rectangle 151"/>
              <p:cNvSpPr>
                <a:spLocks noChangeArrowheads="1"/>
              </p:cNvSpPr>
              <p:nvPr/>
            </p:nvSpPr>
            <p:spPr bwMode="auto">
              <a:xfrm>
                <a:off x="4655" y="894"/>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dirty="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0" name="Rectangle 152"/>
              <p:cNvSpPr>
                <a:spLocks noChangeArrowheads="1"/>
              </p:cNvSpPr>
              <p:nvPr/>
            </p:nvSpPr>
            <p:spPr bwMode="auto">
              <a:xfrm>
                <a:off x="4756" y="894"/>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1" name="Rectangle 153"/>
              <p:cNvSpPr>
                <a:spLocks noChangeArrowheads="1"/>
              </p:cNvSpPr>
              <p:nvPr/>
            </p:nvSpPr>
            <p:spPr bwMode="auto">
              <a:xfrm>
                <a:off x="4856" y="894"/>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2" name="Rectangle 154"/>
              <p:cNvSpPr>
                <a:spLocks noChangeArrowheads="1"/>
              </p:cNvSpPr>
              <p:nvPr/>
            </p:nvSpPr>
            <p:spPr bwMode="auto">
              <a:xfrm>
                <a:off x="4253"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3" name="Rectangle 155"/>
              <p:cNvSpPr>
                <a:spLocks noChangeArrowheads="1"/>
              </p:cNvSpPr>
              <p:nvPr/>
            </p:nvSpPr>
            <p:spPr bwMode="auto">
              <a:xfrm>
                <a:off x="4354"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4" name="Rectangle 156"/>
              <p:cNvSpPr>
                <a:spLocks noChangeArrowheads="1"/>
              </p:cNvSpPr>
              <p:nvPr/>
            </p:nvSpPr>
            <p:spPr bwMode="auto">
              <a:xfrm>
                <a:off x="4454"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5" name="Rectangle 157"/>
              <p:cNvSpPr>
                <a:spLocks noChangeArrowheads="1"/>
              </p:cNvSpPr>
              <p:nvPr/>
            </p:nvSpPr>
            <p:spPr bwMode="auto">
              <a:xfrm>
                <a:off x="4555"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6" name="Rectangle 158"/>
              <p:cNvSpPr>
                <a:spLocks noChangeArrowheads="1"/>
              </p:cNvSpPr>
              <p:nvPr/>
            </p:nvSpPr>
            <p:spPr bwMode="auto">
              <a:xfrm>
                <a:off x="4655"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7" name="Rectangle 159"/>
              <p:cNvSpPr>
                <a:spLocks noChangeArrowheads="1"/>
              </p:cNvSpPr>
              <p:nvPr/>
            </p:nvSpPr>
            <p:spPr bwMode="auto">
              <a:xfrm>
                <a:off x="4756"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60" name="Rectangle 160"/>
              <p:cNvSpPr>
                <a:spLocks noChangeArrowheads="1"/>
              </p:cNvSpPr>
              <p:nvPr/>
            </p:nvSpPr>
            <p:spPr bwMode="auto">
              <a:xfrm>
                <a:off x="4841" y="978"/>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grpSp>
        <p:grpSp>
          <p:nvGrpSpPr>
            <p:cNvPr id="961" name="Group 164"/>
            <p:cNvGrpSpPr>
              <a:grpSpLocks noChangeAspect="1"/>
            </p:cNvGrpSpPr>
            <p:nvPr/>
          </p:nvGrpSpPr>
          <p:grpSpPr bwMode="auto">
            <a:xfrm rot="2672960">
              <a:off x="7953052" y="1372887"/>
              <a:ext cx="1116012" cy="1000125"/>
              <a:chOff x="4279" y="2066"/>
              <a:chExt cx="703" cy="630"/>
            </a:xfrm>
          </p:grpSpPr>
          <p:sp>
            <p:nvSpPr>
              <p:cNvPr id="962" name="AutoShape 163"/>
              <p:cNvSpPr>
                <a:spLocks noChangeAspect="1" noChangeArrowheads="1" noTextEdit="1"/>
              </p:cNvSpPr>
              <p:nvPr/>
            </p:nvSpPr>
            <p:spPr bwMode="auto">
              <a:xfrm>
                <a:off x="4279" y="2066"/>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963" name="Rectangle 165"/>
              <p:cNvSpPr>
                <a:spLocks noChangeArrowheads="1"/>
              </p:cNvSpPr>
              <p:nvPr/>
            </p:nvSpPr>
            <p:spPr bwMode="auto">
              <a:xfrm>
                <a:off x="4299" y="2079"/>
                <a:ext cx="107"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64" name="Rectangle 166"/>
              <p:cNvSpPr>
                <a:spLocks noChangeArrowheads="1"/>
              </p:cNvSpPr>
              <p:nvPr/>
            </p:nvSpPr>
            <p:spPr bwMode="auto">
              <a:xfrm>
                <a:off x="4407" y="2079"/>
                <a:ext cx="92"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65" name="Rectangle 167"/>
              <p:cNvSpPr>
                <a:spLocks noChangeArrowheads="1"/>
              </p:cNvSpPr>
              <p:nvPr/>
            </p:nvSpPr>
            <p:spPr bwMode="auto">
              <a:xfrm>
                <a:off x="4498" y="2079"/>
                <a:ext cx="11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66" name="Rectangle 168"/>
              <p:cNvSpPr>
                <a:spLocks noChangeArrowheads="1"/>
              </p:cNvSpPr>
              <p:nvPr/>
            </p:nvSpPr>
            <p:spPr bwMode="auto">
              <a:xfrm>
                <a:off x="4608" y="2079"/>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67" name="Rectangle 169"/>
              <p:cNvSpPr>
                <a:spLocks noChangeArrowheads="1"/>
              </p:cNvSpPr>
              <p:nvPr/>
            </p:nvSpPr>
            <p:spPr bwMode="auto">
              <a:xfrm>
                <a:off x="4710" y="2079"/>
                <a:ext cx="87"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68" name="Rectangle 170"/>
              <p:cNvSpPr>
                <a:spLocks noChangeArrowheads="1"/>
              </p:cNvSpPr>
              <p:nvPr/>
            </p:nvSpPr>
            <p:spPr bwMode="auto">
              <a:xfrm>
                <a:off x="4809" y="2079"/>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69" name="Rectangle 171"/>
              <p:cNvSpPr>
                <a:spLocks noChangeArrowheads="1"/>
              </p:cNvSpPr>
              <p:nvPr/>
            </p:nvSpPr>
            <p:spPr bwMode="auto">
              <a:xfrm>
                <a:off x="4910" y="2079"/>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70" name="Rectangle 172"/>
              <p:cNvSpPr>
                <a:spLocks noChangeArrowheads="1"/>
              </p:cNvSpPr>
              <p:nvPr/>
            </p:nvSpPr>
            <p:spPr bwMode="auto">
              <a:xfrm>
                <a:off x="4299"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971" name="Rectangle 173"/>
              <p:cNvSpPr>
                <a:spLocks noChangeArrowheads="1"/>
              </p:cNvSpPr>
              <p:nvPr/>
            </p:nvSpPr>
            <p:spPr bwMode="auto">
              <a:xfrm>
                <a:off x="4400" y="217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972" name="Rectangle 174"/>
              <p:cNvSpPr>
                <a:spLocks noChangeArrowheads="1"/>
              </p:cNvSpPr>
              <p:nvPr/>
            </p:nvSpPr>
            <p:spPr bwMode="auto">
              <a:xfrm>
                <a:off x="4500"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973" name="Rectangle 175"/>
              <p:cNvSpPr>
                <a:spLocks noChangeArrowheads="1"/>
              </p:cNvSpPr>
              <p:nvPr/>
            </p:nvSpPr>
            <p:spPr bwMode="auto">
              <a:xfrm>
                <a:off x="4600" y="217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974" name="Rectangle 176"/>
              <p:cNvSpPr>
                <a:spLocks noChangeArrowheads="1"/>
              </p:cNvSpPr>
              <p:nvPr/>
            </p:nvSpPr>
            <p:spPr bwMode="auto">
              <a:xfrm>
                <a:off x="4716"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75" name="Rectangle 177"/>
              <p:cNvSpPr>
                <a:spLocks noChangeArrowheads="1"/>
              </p:cNvSpPr>
              <p:nvPr/>
            </p:nvSpPr>
            <p:spPr bwMode="auto">
              <a:xfrm>
                <a:off x="4817"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76" name="Rectangle 178"/>
              <p:cNvSpPr>
                <a:spLocks noChangeArrowheads="1"/>
              </p:cNvSpPr>
              <p:nvPr/>
            </p:nvSpPr>
            <p:spPr bwMode="auto">
              <a:xfrm>
                <a:off x="4917"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77" name="Rectangle 179"/>
              <p:cNvSpPr>
                <a:spLocks noChangeArrowheads="1"/>
              </p:cNvSpPr>
              <p:nvPr/>
            </p:nvSpPr>
            <p:spPr bwMode="auto">
              <a:xfrm>
                <a:off x="4314" y="226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79" name="Rectangle 180"/>
              <p:cNvSpPr>
                <a:spLocks noChangeArrowheads="1"/>
              </p:cNvSpPr>
              <p:nvPr/>
            </p:nvSpPr>
            <p:spPr bwMode="auto">
              <a:xfrm>
                <a:off x="4415" y="226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81" name="Rectangle 181"/>
              <p:cNvSpPr>
                <a:spLocks noChangeArrowheads="1"/>
              </p:cNvSpPr>
              <p:nvPr/>
            </p:nvSpPr>
            <p:spPr bwMode="auto">
              <a:xfrm>
                <a:off x="4515" y="226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82" name="Rectangle 182"/>
              <p:cNvSpPr>
                <a:spLocks noChangeArrowheads="1"/>
              </p:cNvSpPr>
              <p:nvPr/>
            </p:nvSpPr>
            <p:spPr bwMode="auto">
              <a:xfrm>
                <a:off x="4616" y="226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83" name="Rectangle 183"/>
              <p:cNvSpPr>
                <a:spLocks noChangeArrowheads="1"/>
              </p:cNvSpPr>
              <p:nvPr/>
            </p:nvSpPr>
            <p:spPr bwMode="auto">
              <a:xfrm>
                <a:off x="4716" y="2261"/>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84" name="Rectangle 184"/>
              <p:cNvSpPr>
                <a:spLocks noChangeArrowheads="1"/>
              </p:cNvSpPr>
              <p:nvPr/>
            </p:nvSpPr>
            <p:spPr bwMode="auto">
              <a:xfrm>
                <a:off x="4817" y="226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85" name="Rectangle 185"/>
              <p:cNvSpPr>
                <a:spLocks noChangeArrowheads="1"/>
              </p:cNvSpPr>
              <p:nvPr/>
            </p:nvSpPr>
            <p:spPr bwMode="auto">
              <a:xfrm>
                <a:off x="4902" y="2261"/>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86" name="Rectangle 186"/>
              <p:cNvSpPr>
                <a:spLocks noChangeArrowheads="1"/>
              </p:cNvSpPr>
              <p:nvPr/>
            </p:nvSpPr>
            <p:spPr bwMode="auto">
              <a:xfrm>
                <a:off x="4299" y="234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87" name="Rectangle 187"/>
              <p:cNvSpPr>
                <a:spLocks noChangeArrowheads="1"/>
              </p:cNvSpPr>
              <p:nvPr/>
            </p:nvSpPr>
            <p:spPr bwMode="auto">
              <a:xfrm>
                <a:off x="4400" y="2345"/>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88" name="Rectangle 188"/>
              <p:cNvSpPr>
                <a:spLocks noChangeArrowheads="1"/>
              </p:cNvSpPr>
              <p:nvPr/>
            </p:nvSpPr>
            <p:spPr bwMode="auto">
              <a:xfrm>
                <a:off x="4500" y="234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89" name="Rectangle 189"/>
              <p:cNvSpPr>
                <a:spLocks noChangeArrowheads="1"/>
              </p:cNvSpPr>
              <p:nvPr/>
            </p:nvSpPr>
            <p:spPr bwMode="auto">
              <a:xfrm>
                <a:off x="4600" y="2345"/>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90" name="Rectangle 190"/>
              <p:cNvSpPr>
                <a:spLocks noChangeArrowheads="1"/>
              </p:cNvSpPr>
              <p:nvPr/>
            </p:nvSpPr>
            <p:spPr bwMode="auto">
              <a:xfrm>
                <a:off x="4701" y="234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991" name="Rectangle 191"/>
              <p:cNvSpPr>
                <a:spLocks noChangeArrowheads="1"/>
              </p:cNvSpPr>
              <p:nvPr/>
            </p:nvSpPr>
            <p:spPr bwMode="auto">
              <a:xfrm>
                <a:off x="4801" y="2345"/>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024" name="Rectangle 192"/>
              <p:cNvSpPr>
                <a:spLocks noChangeArrowheads="1"/>
              </p:cNvSpPr>
              <p:nvPr/>
            </p:nvSpPr>
            <p:spPr bwMode="auto">
              <a:xfrm>
                <a:off x="4902" y="234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027" name="Rectangle 193"/>
              <p:cNvSpPr>
                <a:spLocks noChangeArrowheads="1"/>
              </p:cNvSpPr>
              <p:nvPr/>
            </p:nvSpPr>
            <p:spPr bwMode="auto">
              <a:xfrm>
                <a:off x="4299"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028" name="Rectangle 194"/>
              <p:cNvSpPr>
                <a:spLocks noChangeArrowheads="1"/>
              </p:cNvSpPr>
              <p:nvPr/>
            </p:nvSpPr>
            <p:spPr bwMode="auto">
              <a:xfrm>
                <a:off x="4400"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029" name="Rectangle 195"/>
              <p:cNvSpPr>
                <a:spLocks noChangeArrowheads="1"/>
              </p:cNvSpPr>
              <p:nvPr/>
            </p:nvSpPr>
            <p:spPr bwMode="auto">
              <a:xfrm>
                <a:off x="4500"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030" name="Rectangle 196"/>
              <p:cNvSpPr>
                <a:spLocks noChangeArrowheads="1"/>
              </p:cNvSpPr>
              <p:nvPr/>
            </p:nvSpPr>
            <p:spPr bwMode="auto">
              <a:xfrm>
                <a:off x="4600"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031" name="Rectangle 197"/>
              <p:cNvSpPr>
                <a:spLocks noChangeArrowheads="1"/>
              </p:cNvSpPr>
              <p:nvPr/>
            </p:nvSpPr>
            <p:spPr bwMode="auto">
              <a:xfrm>
                <a:off x="4701"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032" name="Rectangle 198"/>
              <p:cNvSpPr>
                <a:spLocks noChangeArrowheads="1"/>
              </p:cNvSpPr>
              <p:nvPr/>
            </p:nvSpPr>
            <p:spPr bwMode="auto">
              <a:xfrm>
                <a:off x="4801"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033" name="Rectangle 199"/>
              <p:cNvSpPr>
                <a:spLocks noChangeArrowheads="1"/>
              </p:cNvSpPr>
              <p:nvPr/>
            </p:nvSpPr>
            <p:spPr bwMode="auto">
              <a:xfrm>
                <a:off x="4902"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085" name="Rectangle 200"/>
              <p:cNvSpPr>
                <a:spLocks noChangeArrowheads="1"/>
              </p:cNvSpPr>
              <p:nvPr/>
            </p:nvSpPr>
            <p:spPr bwMode="auto">
              <a:xfrm>
                <a:off x="429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086" name="Rectangle 201"/>
              <p:cNvSpPr>
                <a:spLocks noChangeArrowheads="1"/>
              </p:cNvSpPr>
              <p:nvPr/>
            </p:nvSpPr>
            <p:spPr bwMode="auto">
              <a:xfrm>
                <a:off x="4400"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087" name="Rectangle 202"/>
              <p:cNvSpPr>
                <a:spLocks noChangeArrowheads="1"/>
              </p:cNvSpPr>
              <p:nvPr/>
            </p:nvSpPr>
            <p:spPr bwMode="auto">
              <a:xfrm>
                <a:off x="4500"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20" name="Rectangle 203"/>
              <p:cNvSpPr>
                <a:spLocks noChangeArrowheads="1"/>
              </p:cNvSpPr>
              <p:nvPr/>
            </p:nvSpPr>
            <p:spPr bwMode="auto">
              <a:xfrm>
                <a:off x="4600"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21" name="Rectangle 204"/>
              <p:cNvSpPr>
                <a:spLocks noChangeArrowheads="1"/>
              </p:cNvSpPr>
              <p:nvPr/>
            </p:nvSpPr>
            <p:spPr bwMode="auto">
              <a:xfrm>
                <a:off x="4701"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22" name="Rectangle 205"/>
              <p:cNvSpPr>
                <a:spLocks noChangeArrowheads="1"/>
              </p:cNvSpPr>
              <p:nvPr/>
            </p:nvSpPr>
            <p:spPr bwMode="auto">
              <a:xfrm>
                <a:off x="4801"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23" name="Rectangle 206"/>
              <p:cNvSpPr>
                <a:spLocks noChangeArrowheads="1"/>
              </p:cNvSpPr>
              <p:nvPr/>
            </p:nvSpPr>
            <p:spPr bwMode="auto">
              <a:xfrm>
                <a:off x="4902"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24" name="Rectangle 207"/>
              <p:cNvSpPr>
                <a:spLocks noChangeArrowheads="1"/>
              </p:cNvSpPr>
              <p:nvPr/>
            </p:nvSpPr>
            <p:spPr bwMode="auto">
              <a:xfrm>
                <a:off x="4314" y="259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dirty="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125" name="Rectangle 208"/>
              <p:cNvSpPr>
                <a:spLocks noChangeArrowheads="1"/>
              </p:cNvSpPr>
              <p:nvPr/>
            </p:nvSpPr>
            <p:spPr bwMode="auto">
              <a:xfrm>
                <a:off x="4415" y="259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126" name="Rectangle 209"/>
              <p:cNvSpPr>
                <a:spLocks noChangeArrowheads="1"/>
              </p:cNvSpPr>
              <p:nvPr/>
            </p:nvSpPr>
            <p:spPr bwMode="auto">
              <a:xfrm>
                <a:off x="4515" y="259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127" name="Rectangle 210"/>
              <p:cNvSpPr>
                <a:spLocks noChangeArrowheads="1"/>
              </p:cNvSpPr>
              <p:nvPr/>
            </p:nvSpPr>
            <p:spPr bwMode="auto">
              <a:xfrm>
                <a:off x="4616" y="259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128" name="Rectangle 211"/>
              <p:cNvSpPr>
                <a:spLocks noChangeArrowheads="1"/>
              </p:cNvSpPr>
              <p:nvPr/>
            </p:nvSpPr>
            <p:spPr bwMode="auto">
              <a:xfrm>
                <a:off x="4716" y="2598"/>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129" name="Rectangle 212"/>
              <p:cNvSpPr>
                <a:spLocks noChangeArrowheads="1"/>
              </p:cNvSpPr>
              <p:nvPr/>
            </p:nvSpPr>
            <p:spPr bwMode="auto">
              <a:xfrm>
                <a:off x="4817" y="259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130" name="Rectangle 213"/>
              <p:cNvSpPr>
                <a:spLocks noChangeArrowheads="1"/>
              </p:cNvSpPr>
              <p:nvPr/>
            </p:nvSpPr>
            <p:spPr bwMode="auto">
              <a:xfrm>
                <a:off x="4917" y="2598"/>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grpSp>
        <p:grpSp>
          <p:nvGrpSpPr>
            <p:cNvPr id="1131" name="Group 217"/>
            <p:cNvGrpSpPr>
              <a:grpSpLocks noChangeAspect="1"/>
            </p:cNvGrpSpPr>
            <p:nvPr/>
          </p:nvGrpSpPr>
          <p:grpSpPr bwMode="auto">
            <a:xfrm rot="4510755">
              <a:off x="8655210" y="2595623"/>
              <a:ext cx="1116012" cy="1000125"/>
              <a:chOff x="4279" y="2066"/>
              <a:chExt cx="703" cy="630"/>
            </a:xfrm>
          </p:grpSpPr>
          <p:sp>
            <p:nvSpPr>
              <p:cNvPr id="1133" name="AutoShape 216"/>
              <p:cNvSpPr>
                <a:spLocks noChangeAspect="1" noChangeArrowheads="1" noTextEdit="1"/>
              </p:cNvSpPr>
              <p:nvPr/>
            </p:nvSpPr>
            <p:spPr bwMode="auto">
              <a:xfrm>
                <a:off x="4279" y="2066"/>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1134" name="Rectangle 218"/>
              <p:cNvSpPr>
                <a:spLocks noChangeArrowheads="1"/>
              </p:cNvSpPr>
              <p:nvPr/>
            </p:nvSpPr>
            <p:spPr bwMode="auto">
              <a:xfrm>
                <a:off x="4299"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35" name="Rectangle 219"/>
              <p:cNvSpPr>
                <a:spLocks noChangeArrowheads="1"/>
              </p:cNvSpPr>
              <p:nvPr/>
            </p:nvSpPr>
            <p:spPr bwMode="auto">
              <a:xfrm>
                <a:off x="4407"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36" name="Rectangle 220"/>
              <p:cNvSpPr>
                <a:spLocks noChangeArrowheads="1"/>
              </p:cNvSpPr>
              <p:nvPr/>
            </p:nvSpPr>
            <p:spPr bwMode="auto">
              <a:xfrm>
                <a:off x="4498"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49" name="Rectangle 221"/>
              <p:cNvSpPr>
                <a:spLocks noChangeArrowheads="1"/>
              </p:cNvSpPr>
              <p:nvPr/>
            </p:nvSpPr>
            <p:spPr bwMode="auto">
              <a:xfrm>
                <a:off x="4608"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54" name="Rectangle 222"/>
              <p:cNvSpPr>
                <a:spLocks noChangeArrowheads="1"/>
              </p:cNvSpPr>
              <p:nvPr/>
            </p:nvSpPr>
            <p:spPr bwMode="auto">
              <a:xfrm>
                <a:off x="4709" y="2078"/>
                <a:ext cx="78"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55" name="Rectangle 223"/>
              <p:cNvSpPr>
                <a:spLocks noChangeArrowheads="1"/>
              </p:cNvSpPr>
              <p:nvPr/>
            </p:nvSpPr>
            <p:spPr bwMode="auto">
              <a:xfrm>
                <a:off x="4809"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56" name="Rectangle 224"/>
              <p:cNvSpPr>
                <a:spLocks noChangeArrowheads="1"/>
              </p:cNvSpPr>
              <p:nvPr/>
            </p:nvSpPr>
            <p:spPr bwMode="auto">
              <a:xfrm>
                <a:off x="4909"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57" name="Rectangle 225"/>
              <p:cNvSpPr>
                <a:spLocks noChangeArrowheads="1"/>
              </p:cNvSpPr>
              <p:nvPr/>
            </p:nvSpPr>
            <p:spPr bwMode="auto">
              <a:xfrm>
                <a:off x="4314"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58" name="Rectangle 226"/>
              <p:cNvSpPr>
                <a:spLocks noChangeArrowheads="1"/>
              </p:cNvSpPr>
              <p:nvPr/>
            </p:nvSpPr>
            <p:spPr bwMode="auto">
              <a:xfrm>
                <a:off x="4415"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59" name="Rectangle 227"/>
              <p:cNvSpPr>
                <a:spLocks noChangeArrowheads="1"/>
              </p:cNvSpPr>
              <p:nvPr/>
            </p:nvSpPr>
            <p:spPr bwMode="auto">
              <a:xfrm>
                <a:off x="4515"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60" name="Rectangle 228"/>
              <p:cNvSpPr>
                <a:spLocks noChangeArrowheads="1"/>
              </p:cNvSpPr>
              <p:nvPr/>
            </p:nvSpPr>
            <p:spPr bwMode="auto">
              <a:xfrm>
                <a:off x="4616"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61" name="Rectangle 229"/>
              <p:cNvSpPr>
                <a:spLocks noChangeArrowheads="1"/>
              </p:cNvSpPr>
              <p:nvPr/>
            </p:nvSpPr>
            <p:spPr bwMode="auto">
              <a:xfrm>
                <a:off x="4716"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62" name="Rectangle 230"/>
              <p:cNvSpPr>
                <a:spLocks noChangeArrowheads="1"/>
              </p:cNvSpPr>
              <p:nvPr/>
            </p:nvSpPr>
            <p:spPr bwMode="auto">
              <a:xfrm>
                <a:off x="4817"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63" name="Rectangle 231"/>
              <p:cNvSpPr>
                <a:spLocks noChangeArrowheads="1"/>
              </p:cNvSpPr>
              <p:nvPr/>
            </p:nvSpPr>
            <p:spPr bwMode="auto">
              <a:xfrm>
                <a:off x="4917"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64" name="Rectangle 232"/>
              <p:cNvSpPr>
                <a:spLocks noChangeArrowheads="1"/>
              </p:cNvSpPr>
              <p:nvPr/>
            </p:nvSpPr>
            <p:spPr bwMode="auto">
              <a:xfrm>
                <a:off x="4314"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65" name="Rectangle 233"/>
              <p:cNvSpPr>
                <a:spLocks noChangeArrowheads="1"/>
              </p:cNvSpPr>
              <p:nvPr/>
            </p:nvSpPr>
            <p:spPr bwMode="auto">
              <a:xfrm>
                <a:off x="4415"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66" name="Rectangle 234"/>
              <p:cNvSpPr>
                <a:spLocks noChangeArrowheads="1"/>
              </p:cNvSpPr>
              <p:nvPr/>
            </p:nvSpPr>
            <p:spPr bwMode="auto">
              <a:xfrm>
                <a:off x="4500"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67" name="Rectangle 235"/>
              <p:cNvSpPr>
                <a:spLocks noChangeArrowheads="1"/>
              </p:cNvSpPr>
              <p:nvPr/>
            </p:nvSpPr>
            <p:spPr bwMode="auto">
              <a:xfrm>
                <a:off x="4600"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68" name="Rectangle 236"/>
              <p:cNvSpPr>
                <a:spLocks noChangeArrowheads="1"/>
              </p:cNvSpPr>
              <p:nvPr/>
            </p:nvSpPr>
            <p:spPr bwMode="auto">
              <a:xfrm>
                <a:off x="4701"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69" name="Rectangle 237"/>
              <p:cNvSpPr>
                <a:spLocks noChangeArrowheads="1"/>
              </p:cNvSpPr>
              <p:nvPr/>
            </p:nvSpPr>
            <p:spPr bwMode="auto">
              <a:xfrm>
                <a:off x="4801"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70" name="Rectangle 238"/>
              <p:cNvSpPr>
                <a:spLocks noChangeArrowheads="1"/>
              </p:cNvSpPr>
              <p:nvPr/>
            </p:nvSpPr>
            <p:spPr bwMode="auto">
              <a:xfrm>
                <a:off x="4902"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71" name="Rectangle 239"/>
              <p:cNvSpPr>
                <a:spLocks noChangeArrowheads="1"/>
              </p:cNvSpPr>
              <p:nvPr/>
            </p:nvSpPr>
            <p:spPr bwMode="auto">
              <a:xfrm>
                <a:off x="4299"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72" name="Rectangle 240"/>
              <p:cNvSpPr>
                <a:spLocks noChangeArrowheads="1"/>
              </p:cNvSpPr>
              <p:nvPr/>
            </p:nvSpPr>
            <p:spPr bwMode="auto">
              <a:xfrm>
                <a:off x="4399"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73" name="Rectangle 241"/>
              <p:cNvSpPr>
                <a:spLocks noChangeArrowheads="1"/>
              </p:cNvSpPr>
              <p:nvPr/>
            </p:nvSpPr>
            <p:spPr bwMode="auto">
              <a:xfrm>
                <a:off x="4500"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74" name="Rectangle 242"/>
              <p:cNvSpPr>
                <a:spLocks noChangeArrowheads="1"/>
              </p:cNvSpPr>
              <p:nvPr/>
            </p:nvSpPr>
            <p:spPr bwMode="auto">
              <a:xfrm>
                <a:off x="4600"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75" name="Rectangle 243"/>
              <p:cNvSpPr>
                <a:spLocks noChangeArrowheads="1"/>
              </p:cNvSpPr>
              <p:nvPr/>
            </p:nvSpPr>
            <p:spPr bwMode="auto">
              <a:xfrm>
                <a:off x="4701"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76" name="Rectangle 244"/>
              <p:cNvSpPr>
                <a:spLocks noChangeArrowheads="1"/>
              </p:cNvSpPr>
              <p:nvPr/>
            </p:nvSpPr>
            <p:spPr bwMode="auto">
              <a:xfrm>
                <a:off x="4801"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77" name="Rectangle 245"/>
              <p:cNvSpPr>
                <a:spLocks noChangeArrowheads="1"/>
              </p:cNvSpPr>
              <p:nvPr/>
            </p:nvSpPr>
            <p:spPr bwMode="auto">
              <a:xfrm>
                <a:off x="4902"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78" name="Rectangle 246"/>
              <p:cNvSpPr>
                <a:spLocks noChangeArrowheads="1"/>
              </p:cNvSpPr>
              <p:nvPr/>
            </p:nvSpPr>
            <p:spPr bwMode="auto">
              <a:xfrm>
                <a:off x="4299"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79" name="Rectangle 247"/>
              <p:cNvSpPr>
                <a:spLocks noChangeArrowheads="1"/>
              </p:cNvSpPr>
              <p:nvPr/>
            </p:nvSpPr>
            <p:spPr bwMode="auto">
              <a:xfrm>
                <a:off x="4399"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80" name="Rectangle 248"/>
              <p:cNvSpPr>
                <a:spLocks noChangeArrowheads="1"/>
              </p:cNvSpPr>
              <p:nvPr/>
            </p:nvSpPr>
            <p:spPr bwMode="auto">
              <a:xfrm>
                <a:off x="4500"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81" name="Rectangle 249"/>
              <p:cNvSpPr>
                <a:spLocks noChangeArrowheads="1"/>
              </p:cNvSpPr>
              <p:nvPr/>
            </p:nvSpPr>
            <p:spPr bwMode="auto">
              <a:xfrm>
                <a:off x="4600"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82" name="Rectangle 250"/>
              <p:cNvSpPr>
                <a:spLocks noChangeArrowheads="1"/>
              </p:cNvSpPr>
              <p:nvPr/>
            </p:nvSpPr>
            <p:spPr bwMode="auto">
              <a:xfrm>
                <a:off x="4701"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83" name="Rectangle 251"/>
              <p:cNvSpPr>
                <a:spLocks noChangeArrowheads="1"/>
              </p:cNvSpPr>
              <p:nvPr/>
            </p:nvSpPr>
            <p:spPr bwMode="auto">
              <a:xfrm>
                <a:off x="4801"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84" name="Rectangle 252"/>
              <p:cNvSpPr>
                <a:spLocks noChangeArrowheads="1"/>
              </p:cNvSpPr>
              <p:nvPr/>
            </p:nvSpPr>
            <p:spPr bwMode="auto">
              <a:xfrm>
                <a:off x="4902"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86" name="Rectangle 253"/>
              <p:cNvSpPr>
                <a:spLocks noChangeArrowheads="1"/>
              </p:cNvSpPr>
              <p:nvPr/>
            </p:nvSpPr>
            <p:spPr bwMode="auto">
              <a:xfrm>
                <a:off x="429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87" name="Rectangle 254"/>
              <p:cNvSpPr>
                <a:spLocks noChangeArrowheads="1"/>
              </p:cNvSpPr>
              <p:nvPr/>
            </p:nvSpPr>
            <p:spPr bwMode="auto">
              <a:xfrm>
                <a:off x="4399"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88" name="Rectangle 255"/>
              <p:cNvSpPr>
                <a:spLocks noChangeArrowheads="1"/>
              </p:cNvSpPr>
              <p:nvPr/>
            </p:nvSpPr>
            <p:spPr bwMode="auto">
              <a:xfrm>
                <a:off x="4515" y="2513"/>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89" name="Rectangle 256"/>
              <p:cNvSpPr>
                <a:spLocks noChangeArrowheads="1"/>
              </p:cNvSpPr>
              <p:nvPr/>
            </p:nvSpPr>
            <p:spPr bwMode="auto">
              <a:xfrm>
                <a:off x="4616"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90" name="Rectangle 257"/>
              <p:cNvSpPr>
                <a:spLocks noChangeArrowheads="1"/>
              </p:cNvSpPr>
              <p:nvPr/>
            </p:nvSpPr>
            <p:spPr bwMode="auto">
              <a:xfrm>
                <a:off x="4716" y="2513"/>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91" name="Rectangle 258"/>
              <p:cNvSpPr>
                <a:spLocks noChangeArrowheads="1"/>
              </p:cNvSpPr>
              <p:nvPr/>
            </p:nvSpPr>
            <p:spPr bwMode="auto">
              <a:xfrm>
                <a:off x="4817"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92" name="Rectangle 259"/>
              <p:cNvSpPr>
                <a:spLocks noChangeArrowheads="1"/>
              </p:cNvSpPr>
              <p:nvPr/>
            </p:nvSpPr>
            <p:spPr bwMode="auto">
              <a:xfrm>
                <a:off x="4917" y="2513"/>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93" name="Rectangle 260"/>
              <p:cNvSpPr>
                <a:spLocks noChangeArrowheads="1"/>
              </p:cNvSpPr>
              <p:nvPr/>
            </p:nvSpPr>
            <p:spPr bwMode="auto">
              <a:xfrm>
                <a:off x="4314"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94" name="Rectangle 261"/>
              <p:cNvSpPr>
                <a:spLocks noChangeArrowheads="1"/>
              </p:cNvSpPr>
              <p:nvPr/>
            </p:nvSpPr>
            <p:spPr bwMode="auto">
              <a:xfrm>
                <a:off x="4415"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95" name="Rectangle 262"/>
              <p:cNvSpPr>
                <a:spLocks noChangeArrowheads="1"/>
              </p:cNvSpPr>
              <p:nvPr/>
            </p:nvSpPr>
            <p:spPr bwMode="auto">
              <a:xfrm>
                <a:off x="4515"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96" name="Rectangle 263"/>
              <p:cNvSpPr>
                <a:spLocks noChangeArrowheads="1"/>
              </p:cNvSpPr>
              <p:nvPr/>
            </p:nvSpPr>
            <p:spPr bwMode="auto">
              <a:xfrm>
                <a:off x="4616"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97" name="Rectangle 264"/>
              <p:cNvSpPr>
                <a:spLocks noChangeArrowheads="1"/>
              </p:cNvSpPr>
              <p:nvPr/>
            </p:nvSpPr>
            <p:spPr bwMode="auto">
              <a:xfrm>
                <a:off x="4701" y="2597"/>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98" name="Rectangle 265"/>
              <p:cNvSpPr>
                <a:spLocks noChangeArrowheads="1"/>
              </p:cNvSpPr>
              <p:nvPr/>
            </p:nvSpPr>
            <p:spPr bwMode="auto">
              <a:xfrm>
                <a:off x="4801" y="2597"/>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199" name="Rectangle 266"/>
              <p:cNvSpPr>
                <a:spLocks noChangeArrowheads="1"/>
              </p:cNvSpPr>
              <p:nvPr/>
            </p:nvSpPr>
            <p:spPr bwMode="auto">
              <a:xfrm>
                <a:off x="4902" y="2597"/>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grpSp>
        <p:grpSp>
          <p:nvGrpSpPr>
            <p:cNvPr id="1200" name="Group 270"/>
            <p:cNvGrpSpPr>
              <a:grpSpLocks noChangeAspect="1"/>
            </p:cNvGrpSpPr>
            <p:nvPr/>
          </p:nvGrpSpPr>
          <p:grpSpPr bwMode="auto">
            <a:xfrm rot="6238013">
              <a:off x="8662209" y="4029498"/>
              <a:ext cx="1116012" cy="1000125"/>
              <a:chOff x="4279" y="2066"/>
              <a:chExt cx="703" cy="630"/>
            </a:xfrm>
          </p:grpSpPr>
          <p:sp>
            <p:nvSpPr>
              <p:cNvPr id="1201" name="AutoShape 269"/>
              <p:cNvSpPr>
                <a:spLocks noChangeAspect="1" noChangeArrowheads="1" noTextEdit="1"/>
              </p:cNvSpPr>
              <p:nvPr/>
            </p:nvSpPr>
            <p:spPr bwMode="auto">
              <a:xfrm>
                <a:off x="4279" y="2066"/>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1202" name="Rectangle 271"/>
              <p:cNvSpPr>
                <a:spLocks noChangeArrowheads="1"/>
              </p:cNvSpPr>
              <p:nvPr/>
            </p:nvSpPr>
            <p:spPr bwMode="auto">
              <a:xfrm>
                <a:off x="4299"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03" name="Rectangle 272"/>
              <p:cNvSpPr>
                <a:spLocks noChangeArrowheads="1"/>
              </p:cNvSpPr>
              <p:nvPr/>
            </p:nvSpPr>
            <p:spPr bwMode="auto">
              <a:xfrm>
                <a:off x="4407"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04" name="Rectangle 273"/>
              <p:cNvSpPr>
                <a:spLocks noChangeArrowheads="1"/>
              </p:cNvSpPr>
              <p:nvPr/>
            </p:nvSpPr>
            <p:spPr bwMode="auto">
              <a:xfrm>
                <a:off x="4498" y="2078"/>
                <a:ext cx="9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05" name="Rectangle 274"/>
              <p:cNvSpPr>
                <a:spLocks noChangeArrowheads="1"/>
              </p:cNvSpPr>
              <p:nvPr/>
            </p:nvSpPr>
            <p:spPr bwMode="auto">
              <a:xfrm>
                <a:off x="4608"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06" name="Rectangle 275"/>
              <p:cNvSpPr>
                <a:spLocks noChangeArrowheads="1"/>
              </p:cNvSpPr>
              <p:nvPr/>
            </p:nvSpPr>
            <p:spPr bwMode="auto">
              <a:xfrm>
                <a:off x="4709" y="2078"/>
                <a:ext cx="7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07" name="Rectangle 276"/>
              <p:cNvSpPr>
                <a:spLocks noChangeArrowheads="1"/>
              </p:cNvSpPr>
              <p:nvPr/>
            </p:nvSpPr>
            <p:spPr bwMode="auto">
              <a:xfrm>
                <a:off x="4809"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08" name="Rectangle 277"/>
              <p:cNvSpPr>
                <a:spLocks noChangeArrowheads="1"/>
              </p:cNvSpPr>
              <p:nvPr/>
            </p:nvSpPr>
            <p:spPr bwMode="auto">
              <a:xfrm>
                <a:off x="4909"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09" name="Rectangle 278"/>
              <p:cNvSpPr>
                <a:spLocks noChangeArrowheads="1"/>
              </p:cNvSpPr>
              <p:nvPr/>
            </p:nvSpPr>
            <p:spPr bwMode="auto">
              <a:xfrm>
                <a:off x="4299"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dirty="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210" name="Rectangle 279"/>
              <p:cNvSpPr>
                <a:spLocks noChangeArrowheads="1"/>
              </p:cNvSpPr>
              <p:nvPr/>
            </p:nvSpPr>
            <p:spPr bwMode="auto">
              <a:xfrm>
                <a:off x="4399"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211" name="Rectangle 280"/>
              <p:cNvSpPr>
                <a:spLocks noChangeArrowheads="1"/>
              </p:cNvSpPr>
              <p:nvPr/>
            </p:nvSpPr>
            <p:spPr bwMode="auto">
              <a:xfrm>
                <a:off x="4515"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12" name="Rectangle 281"/>
              <p:cNvSpPr>
                <a:spLocks noChangeArrowheads="1"/>
              </p:cNvSpPr>
              <p:nvPr/>
            </p:nvSpPr>
            <p:spPr bwMode="auto">
              <a:xfrm>
                <a:off x="4616"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13" name="Rectangle 282"/>
              <p:cNvSpPr>
                <a:spLocks noChangeArrowheads="1"/>
              </p:cNvSpPr>
              <p:nvPr/>
            </p:nvSpPr>
            <p:spPr bwMode="auto">
              <a:xfrm>
                <a:off x="4716"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14" name="Rectangle 283"/>
              <p:cNvSpPr>
                <a:spLocks noChangeArrowheads="1"/>
              </p:cNvSpPr>
              <p:nvPr/>
            </p:nvSpPr>
            <p:spPr bwMode="auto">
              <a:xfrm>
                <a:off x="4817"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15" name="Rectangle 284"/>
              <p:cNvSpPr>
                <a:spLocks noChangeArrowheads="1"/>
              </p:cNvSpPr>
              <p:nvPr/>
            </p:nvSpPr>
            <p:spPr bwMode="auto">
              <a:xfrm>
                <a:off x="4917"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16" name="Rectangle 285"/>
              <p:cNvSpPr>
                <a:spLocks noChangeArrowheads="1"/>
              </p:cNvSpPr>
              <p:nvPr/>
            </p:nvSpPr>
            <p:spPr bwMode="auto">
              <a:xfrm>
                <a:off x="4314"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17" name="Rectangle 286"/>
              <p:cNvSpPr>
                <a:spLocks noChangeArrowheads="1"/>
              </p:cNvSpPr>
              <p:nvPr/>
            </p:nvSpPr>
            <p:spPr bwMode="auto">
              <a:xfrm>
                <a:off x="4415"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18" name="Rectangle 287"/>
              <p:cNvSpPr>
                <a:spLocks noChangeArrowheads="1"/>
              </p:cNvSpPr>
              <p:nvPr/>
            </p:nvSpPr>
            <p:spPr bwMode="auto">
              <a:xfrm>
                <a:off x="4515"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19" name="Rectangle 288"/>
              <p:cNvSpPr>
                <a:spLocks noChangeArrowheads="1"/>
              </p:cNvSpPr>
              <p:nvPr/>
            </p:nvSpPr>
            <p:spPr bwMode="auto">
              <a:xfrm>
                <a:off x="4616"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20" name="Rectangle 289"/>
              <p:cNvSpPr>
                <a:spLocks noChangeArrowheads="1"/>
              </p:cNvSpPr>
              <p:nvPr/>
            </p:nvSpPr>
            <p:spPr bwMode="auto">
              <a:xfrm>
                <a:off x="4701" y="226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21" name="Rectangle 290"/>
              <p:cNvSpPr>
                <a:spLocks noChangeArrowheads="1"/>
              </p:cNvSpPr>
              <p:nvPr/>
            </p:nvSpPr>
            <p:spPr bwMode="auto">
              <a:xfrm>
                <a:off x="4801"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22" name="Rectangle 291"/>
              <p:cNvSpPr>
                <a:spLocks noChangeArrowheads="1"/>
              </p:cNvSpPr>
              <p:nvPr/>
            </p:nvSpPr>
            <p:spPr bwMode="auto">
              <a:xfrm>
                <a:off x="4902" y="226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23" name="Rectangle 292"/>
              <p:cNvSpPr>
                <a:spLocks noChangeArrowheads="1"/>
              </p:cNvSpPr>
              <p:nvPr/>
            </p:nvSpPr>
            <p:spPr bwMode="auto">
              <a:xfrm>
                <a:off x="4299"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24" name="Rectangle 293"/>
              <p:cNvSpPr>
                <a:spLocks noChangeArrowheads="1"/>
              </p:cNvSpPr>
              <p:nvPr/>
            </p:nvSpPr>
            <p:spPr bwMode="auto">
              <a:xfrm>
                <a:off x="4399"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25" name="Rectangle 294"/>
              <p:cNvSpPr>
                <a:spLocks noChangeArrowheads="1"/>
              </p:cNvSpPr>
              <p:nvPr/>
            </p:nvSpPr>
            <p:spPr bwMode="auto">
              <a:xfrm>
                <a:off x="4500"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26" name="Rectangle 295"/>
              <p:cNvSpPr>
                <a:spLocks noChangeArrowheads="1"/>
              </p:cNvSpPr>
              <p:nvPr/>
            </p:nvSpPr>
            <p:spPr bwMode="auto">
              <a:xfrm>
                <a:off x="4600"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27" name="Rectangle 296"/>
              <p:cNvSpPr>
                <a:spLocks noChangeArrowheads="1"/>
              </p:cNvSpPr>
              <p:nvPr/>
            </p:nvSpPr>
            <p:spPr bwMode="auto">
              <a:xfrm>
                <a:off x="4701" y="2344"/>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28" name="Rectangle 297"/>
              <p:cNvSpPr>
                <a:spLocks noChangeArrowheads="1"/>
              </p:cNvSpPr>
              <p:nvPr/>
            </p:nvSpPr>
            <p:spPr bwMode="auto">
              <a:xfrm>
                <a:off x="4801"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29" name="Rectangle 298"/>
              <p:cNvSpPr>
                <a:spLocks noChangeArrowheads="1"/>
              </p:cNvSpPr>
              <p:nvPr/>
            </p:nvSpPr>
            <p:spPr bwMode="auto">
              <a:xfrm>
                <a:off x="4902" y="2344"/>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30" name="Rectangle 299"/>
              <p:cNvSpPr>
                <a:spLocks noChangeArrowheads="1"/>
              </p:cNvSpPr>
              <p:nvPr/>
            </p:nvSpPr>
            <p:spPr bwMode="auto">
              <a:xfrm>
                <a:off x="4299"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31" name="Rectangle 300"/>
              <p:cNvSpPr>
                <a:spLocks noChangeArrowheads="1"/>
              </p:cNvSpPr>
              <p:nvPr/>
            </p:nvSpPr>
            <p:spPr bwMode="auto">
              <a:xfrm>
                <a:off x="4399"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32" name="Rectangle 301"/>
              <p:cNvSpPr>
                <a:spLocks noChangeArrowheads="1"/>
              </p:cNvSpPr>
              <p:nvPr/>
            </p:nvSpPr>
            <p:spPr bwMode="auto">
              <a:xfrm>
                <a:off x="4500"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33" name="Rectangle 302"/>
              <p:cNvSpPr>
                <a:spLocks noChangeArrowheads="1"/>
              </p:cNvSpPr>
              <p:nvPr/>
            </p:nvSpPr>
            <p:spPr bwMode="auto">
              <a:xfrm>
                <a:off x="4600"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34" name="Rectangle 303"/>
              <p:cNvSpPr>
                <a:spLocks noChangeArrowheads="1"/>
              </p:cNvSpPr>
              <p:nvPr/>
            </p:nvSpPr>
            <p:spPr bwMode="auto">
              <a:xfrm>
                <a:off x="4701" y="2429"/>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35" name="Rectangle 304"/>
              <p:cNvSpPr>
                <a:spLocks noChangeArrowheads="1"/>
              </p:cNvSpPr>
              <p:nvPr/>
            </p:nvSpPr>
            <p:spPr bwMode="auto">
              <a:xfrm>
                <a:off x="4801"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36" name="Rectangle 305"/>
              <p:cNvSpPr>
                <a:spLocks noChangeArrowheads="1"/>
              </p:cNvSpPr>
              <p:nvPr/>
            </p:nvSpPr>
            <p:spPr bwMode="auto">
              <a:xfrm>
                <a:off x="4902" y="2429"/>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37" name="Rectangle 306"/>
              <p:cNvSpPr>
                <a:spLocks noChangeArrowheads="1"/>
              </p:cNvSpPr>
              <p:nvPr/>
            </p:nvSpPr>
            <p:spPr bwMode="auto">
              <a:xfrm>
                <a:off x="429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39" name="Rectangle 307"/>
              <p:cNvSpPr>
                <a:spLocks noChangeArrowheads="1"/>
              </p:cNvSpPr>
              <p:nvPr/>
            </p:nvSpPr>
            <p:spPr bwMode="auto">
              <a:xfrm>
                <a:off x="439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40" name="Rectangle 308"/>
              <p:cNvSpPr>
                <a:spLocks noChangeArrowheads="1"/>
              </p:cNvSpPr>
              <p:nvPr/>
            </p:nvSpPr>
            <p:spPr bwMode="auto">
              <a:xfrm>
                <a:off x="4500"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41" name="Rectangle 309"/>
              <p:cNvSpPr>
                <a:spLocks noChangeArrowheads="1"/>
              </p:cNvSpPr>
              <p:nvPr/>
            </p:nvSpPr>
            <p:spPr bwMode="auto">
              <a:xfrm>
                <a:off x="4600"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42" name="Rectangle 310"/>
              <p:cNvSpPr>
                <a:spLocks noChangeArrowheads="1"/>
              </p:cNvSpPr>
              <p:nvPr/>
            </p:nvSpPr>
            <p:spPr bwMode="auto">
              <a:xfrm>
                <a:off x="4701"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43" name="Rectangle 311"/>
              <p:cNvSpPr>
                <a:spLocks noChangeArrowheads="1"/>
              </p:cNvSpPr>
              <p:nvPr/>
            </p:nvSpPr>
            <p:spPr bwMode="auto">
              <a:xfrm>
                <a:off x="4817"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244" name="Rectangle 312"/>
              <p:cNvSpPr>
                <a:spLocks noChangeArrowheads="1"/>
              </p:cNvSpPr>
              <p:nvPr/>
            </p:nvSpPr>
            <p:spPr bwMode="auto">
              <a:xfrm>
                <a:off x="4917"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245" name="Rectangle 313"/>
              <p:cNvSpPr>
                <a:spLocks noChangeArrowheads="1"/>
              </p:cNvSpPr>
              <p:nvPr/>
            </p:nvSpPr>
            <p:spPr bwMode="auto">
              <a:xfrm>
                <a:off x="4314"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246" name="Rectangle 314"/>
              <p:cNvSpPr>
                <a:spLocks noChangeArrowheads="1"/>
              </p:cNvSpPr>
              <p:nvPr/>
            </p:nvSpPr>
            <p:spPr bwMode="auto">
              <a:xfrm>
                <a:off x="4415"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247" name="Rectangle 315"/>
              <p:cNvSpPr>
                <a:spLocks noChangeArrowheads="1"/>
              </p:cNvSpPr>
              <p:nvPr/>
            </p:nvSpPr>
            <p:spPr bwMode="auto">
              <a:xfrm>
                <a:off x="4515"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3520" name="Rectangle 316"/>
              <p:cNvSpPr>
                <a:spLocks noChangeArrowheads="1"/>
              </p:cNvSpPr>
              <p:nvPr/>
            </p:nvSpPr>
            <p:spPr bwMode="auto">
              <a:xfrm>
                <a:off x="4616"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3521" name="Rectangle 317"/>
              <p:cNvSpPr>
                <a:spLocks noChangeArrowheads="1"/>
              </p:cNvSpPr>
              <p:nvPr/>
            </p:nvSpPr>
            <p:spPr bwMode="auto">
              <a:xfrm>
                <a:off x="4716"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3522" name="Rectangle 318"/>
              <p:cNvSpPr>
                <a:spLocks noChangeArrowheads="1"/>
              </p:cNvSpPr>
              <p:nvPr/>
            </p:nvSpPr>
            <p:spPr bwMode="auto">
              <a:xfrm>
                <a:off x="4817"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3523" name="Rectangle 319"/>
              <p:cNvSpPr>
                <a:spLocks noChangeArrowheads="1"/>
              </p:cNvSpPr>
              <p:nvPr/>
            </p:nvSpPr>
            <p:spPr bwMode="auto">
              <a:xfrm>
                <a:off x="4917"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grpSp>
        <p:grpSp>
          <p:nvGrpSpPr>
            <p:cNvPr id="3524" name="Group 323"/>
            <p:cNvGrpSpPr>
              <a:grpSpLocks noChangeAspect="1"/>
            </p:cNvGrpSpPr>
            <p:nvPr/>
          </p:nvGrpSpPr>
          <p:grpSpPr bwMode="auto">
            <a:xfrm rot="8095283">
              <a:off x="7944679" y="5269948"/>
              <a:ext cx="1116012" cy="1000125"/>
              <a:chOff x="4279" y="2066"/>
              <a:chExt cx="703" cy="630"/>
            </a:xfrm>
          </p:grpSpPr>
          <p:sp>
            <p:nvSpPr>
              <p:cNvPr id="3525" name="AutoShape 322"/>
              <p:cNvSpPr>
                <a:spLocks noChangeAspect="1" noChangeArrowheads="1" noTextEdit="1"/>
              </p:cNvSpPr>
              <p:nvPr/>
            </p:nvSpPr>
            <p:spPr bwMode="auto">
              <a:xfrm>
                <a:off x="4279" y="2066"/>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3526" name="Rectangle 324"/>
              <p:cNvSpPr>
                <a:spLocks noChangeArrowheads="1"/>
              </p:cNvSpPr>
              <p:nvPr/>
            </p:nvSpPr>
            <p:spPr bwMode="auto">
              <a:xfrm>
                <a:off x="4299"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27" name="Rectangle 325"/>
              <p:cNvSpPr>
                <a:spLocks noChangeArrowheads="1"/>
              </p:cNvSpPr>
              <p:nvPr/>
            </p:nvSpPr>
            <p:spPr bwMode="auto">
              <a:xfrm>
                <a:off x="4407"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28" name="Rectangle 326"/>
              <p:cNvSpPr>
                <a:spLocks noChangeArrowheads="1"/>
              </p:cNvSpPr>
              <p:nvPr/>
            </p:nvSpPr>
            <p:spPr bwMode="auto">
              <a:xfrm>
                <a:off x="4498"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29" name="Rectangle 327"/>
              <p:cNvSpPr>
                <a:spLocks noChangeArrowheads="1"/>
              </p:cNvSpPr>
              <p:nvPr/>
            </p:nvSpPr>
            <p:spPr bwMode="auto">
              <a:xfrm>
                <a:off x="4608"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30" name="Rectangle 328"/>
              <p:cNvSpPr>
                <a:spLocks noChangeArrowheads="1"/>
              </p:cNvSpPr>
              <p:nvPr/>
            </p:nvSpPr>
            <p:spPr bwMode="auto">
              <a:xfrm>
                <a:off x="4709" y="2078"/>
                <a:ext cx="78"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31" name="Rectangle 329"/>
              <p:cNvSpPr>
                <a:spLocks noChangeArrowheads="1"/>
              </p:cNvSpPr>
              <p:nvPr/>
            </p:nvSpPr>
            <p:spPr bwMode="auto">
              <a:xfrm>
                <a:off x="4809"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32" name="Rectangle 330"/>
              <p:cNvSpPr>
                <a:spLocks noChangeArrowheads="1"/>
              </p:cNvSpPr>
              <p:nvPr/>
            </p:nvSpPr>
            <p:spPr bwMode="auto">
              <a:xfrm>
                <a:off x="4909"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33" name="Rectangle 331"/>
              <p:cNvSpPr>
                <a:spLocks noChangeArrowheads="1"/>
              </p:cNvSpPr>
              <p:nvPr/>
            </p:nvSpPr>
            <p:spPr bwMode="auto">
              <a:xfrm>
                <a:off x="4299"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3534" name="Rectangle 332"/>
              <p:cNvSpPr>
                <a:spLocks noChangeArrowheads="1"/>
              </p:cNvSpPr>
              <p:nvPr/>
            </p:nvSpPr>
            <p:spPr bwMode="auto">
              <a:xfrm>
                <a:off x="4399" y="217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3535" name="Rectangle 333"/>
              <p:cNvSpPr>
                <a:spLocks noChangeArrowheads="1"/>
              </p:cNvSpPr>
              <p:nvPr/>
            </p:nvSpPr>
            <p:spPr bwMode="auto">
              <a:xfrm>
                <a:off x="4500"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3536" name="Rectangle 334"/>
              <p:cNvSpPr>
                <a:spLocks noChangeArrowheads="1"/>
              </p:cNvSpPr>
              <p:nvPr/>
            </p:nvSpPr>
            <p:spPr bwMode="auto">
              <a:xfrm>
                <a:off x="4600"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dirty="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3537" name="Rectangle 335"/>
              <p:cNvSpPr>
                <a:spLocks noChangeArrowheads="1"/>
              </p:cNvSpPr>
              <p:nvPr/>
            </p:nvSpPr>
            <p:spPr bwMode="auto">
              <a:xfrm>
                <a:off x="4701"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3538" name="Rectangle 336"/>
              <p:cNvSpPr>
                <a:spLocks noChangeArrowheads="1"/>
              </p:cNvSpPr>
              <p:nvPr/>
            </p:nvSpPr>
            <p:spPr bwMode="auto">
              <a:xfrm>
                <a:off x="4817"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39" name="Rectangle 337"/>
              <p:cNvSpPr>
                <a:spLocks noChangeArrowheads="1"/>
              </p:cNvSpPr>
              <p:nvPr/>
            </p:nvSpPr>
            <p:spPr bwMode="auto">
              <a:xfrm>
                <a:off x="4917"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40" name="Rectangle 338"/>
              <p:cNvSpPr>
                <a:spLocks noChangeArrowheads="1"/>
              </p:cNvSpPr>
              <p:nvPr/>
            </p:nvSpPr>
            <p:spPr bwMode="auto">
              <a:xfrm>
                <a:off x="4314"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541" name="Rectangle 339"/>
              <p:cNvSpPr>
                <a:spLocks noChangeArrowheads="1"/>
              </p:cNvSpPr>
              <p:nvPr/>
            </p:nvSpPr>
            <p:spPr bwMode="auto">
              <a:xfrm>
                <a:off x="4415"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80" name="Rectangle 340"/>
              <p:cNvSpPr>
                <a:spLocks noChangeArrowheads="1"/>
              </p:cNvSpPr>
              <p:nvPr/>
            </p:nvSpPr>
            <p:spPr bwMode="auto">
              <a:xfrm>
                <a:off x="4515"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81" name="Rectangle 341"/>
              <p:cNvSpPr>
                <a:spLocks noChangeArrowheads="1"/>
              </p:cNvSpPr>
              <p:nvPr/>
            </p:nvSpPr>
            <p:spPr bwMode="auto">
              <a:xfrm>
                <a:off x="4616"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82" name="Rectangle 342"/>
              <p:cNvSpPr>
                <a:spLocks noChangeArrowheads="1"/>
              </p:cNvSpPr>
              <p:nvPr/>
            </p:nvSpPr>
            <p:spPr bwMode="auto">
              <a:xfrm>
                <a:off x="4716"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83" name="Rectangle 343"/>
              <p:cNvSpPr>
                <a:spLocks noChangeArrowheads="1"/>
              </p:cNvSpPr>
              <p:nvPr/>
            </p:nvSpPr>
            <p:spPr bwMode="auto">
              <a:xfrm>
                <a:off x="4817"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84" name="Rectangle 344"/>
              <p:cNvSpPr>
                <a:spLocks noChangeArrowheads="1"/>
              </p:cNvSpPr>
              <p:nvPr/>
            </p:nvSpPr>
            <p:spPr bwMode="auto">
              <a:xfrm>
                <a:off x="4917"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85" name="Rectangle 345"/>
              <p:cNvSpPr>
                <a:spLocks noChangeArrowheads="1"/>
              </p:cNvSpPr>
              <p:nvPr/>
            </p:nvSpPr>
            <p:spPr bwMode="auto">
              <a:xfrm>
                <a:off x="4299"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86" name="Rectangle 346"/>
              <p:cNvSpPr>
                <a:spLocks noChangeArrowheads="1"/>
              </p:cNvSpPr>
              <p:nvPr/>
            </p:nvSpPr>
            <p:spPr bwMode="auto">
              <a:xfrm>
                <a:off x="4399" y="2344"/>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87" name="Rectangle 347"/>
              <p:cNvSpPr>
                <a:spLocks noChangeArrowheads="1"/>
              </p:cNvSpPr>
              <p:nvPr/>
            </p:nvSpPr>
            <p:spPr bwMode="auto">
              <a:xfrm>
                <a:off x="4500"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88" name="Rectangle 348"/>
              <p:cNvSpPr>
                <a:spLocks noChangeArrowheads="1"/>
              </p:cNvSpPr>
              <p:nvPr/>
            </p:nvSpPr>
            <p:spPr bwMode="auto">
              <a:xfrm>
                <a:off x="4600"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dirty="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89" name="Rectangle 349"/>
              <p:cNvSpPr>
                <a:spLocks noChangeArrowheads="1"/>
              </p:cNvSpPr>
              <p:nvPr/>
            </p:nvSpPr>
            <p:spPr bwMode="auto">
              <a:xfrm>
                <a:off x="4701"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90" name="Rectangle 350"/>
              <p:cNvSpPr>
                <a:spLocks noChangeArrowheads="1"/>
              </p:cNvSpPr>
              <p:nvPr/>
            </p:nvSpPr>
            <p:spPr bwMode="auto">
              <a:xfrm>
                <a:off x="4801"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92" name="Rectangle 351"/>
              <p:cNvSpPr>
                <a:spLocks noChangeArrowheads="1"/>
              </p:cNvSpPr>
              <p:nvPr/>
            </p:nvSpPr>
            <p:spPr bwMode="auto">
              <a:xfrm>
                <a:off x="4902"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93" name="Rectangle 352"/>
              <p:cNvSpPr>
                <a:spLocks noChangeArrowheads="1"/>
              </p:cNvSpPr>
              <p:nvPr/>
            </p:nvSpPr>
            <p:spPr bwMode="auto">
              <a:xfrm>
                <a:off x="4299"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94" name="Rectangle 353"/>
              <p:cNvSpPr>
                <a:spLocks noChangeArrowheads="1"/>
              </p:cNvSpPr>
              <p:nvPr/>
            </p:nvSpPr>
            <p:spPr bwMode="auto">
              <a:xfrm>
                <a:off x="4399" y="2429"/>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95" name="Rectangle 354"/>
              <p:cNvSpPr>
                <a:spLocks noChangeArrowheads="1"/>
              </p:cNvSpPr>
              <p:nvPr/>
            </p:nvSpPr>
            <p:spPr bwMode="auto">
              <a:xfrm>
                <a:off x="4500"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96" name="Rectangle 355"/>
              <p:cNvSpPr>
                <a:spLocks noChangeArrowheads="1"/>
              </p:cNvSpPr>
              <p:nvPr/>
            </p:nvSpPr>
            <p:spPr bwMode="auto">
              <a:xfrm>
                <a:off x="4600"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97" name="Rectangle 356"/>
              <p:cNvSpPr>
                <a:spLocks noChangeArrowheads="1"/>
              </p:cNvSpPr>
              <p:nvPr/>
            </p:nvSpPr>
            <p:spPr bwMode="auto">
              <a:xfrm>
                <a:off x="4701"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98" name="Rectangle 357"/>
              <p:cNvSpPr>
                <a:spLocks noChangeArrowheads="1"/>
              </p:cNvSpPr>
              <p:nvPr/>
            </p:nvSpPr>
            <p:spPr bwMode="auto">
              <a:xfrm>
                <a:off x="4801"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299" name="Rectangle 358"/>
              <p:cNvSpPr>
                <a:spLocks noChangeArrowheads="1"/>
              </p:cNvSpPr>
              <p:nvPr/>
            </p:nvSpPr>
            <p:spPr bwMode="auto">
              <a:xfrm>
                <a:off x="4902"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00" name="Rectangle 359"/>
              <p:cNvSpPr>
                <a:spLocks noChangeArrowheads="1"/>
              </p:cNvSpPr>
              <p:nvPr/>
            </p:nvSpPr>
            <p:spPr bwMode="auto">
              <a:xfrm>
                <a:off x="429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01" name="Rectangle 360"/>
              <p:cNvSpPr>
                <a:spLocks noChangeArrowheads="1"/>
              </p:cNvSpPr>
              <p:nvPr/>
            </p:nvSpPr>
            <p:spPr bwMode="auto">
              <a:xfrm>
                <a:off x="4399"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02" name="Rectangle 361"/>
              <p:cNvSpPr>
                <a:spLocks noChangeArrowheads="1"/>
              </p:cNvSpPr>
              <p:nvPr/>
            </p:nvSpPr>
            <p:spPr bwMode="auto">
              <a:xfrm>
                <a:off x="4500"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03" name="Rectangle 362"/>
              <p:cNvSpPr>
                <a:spLocks noChangeArrowheads="1"/>
              </p:cNvSpPr>
              <p:nvPr/>
            </p:nvSpPr>
            <p:spPr bwMode="auto">
              <a:xfrm>
                <a:off x="4600"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04" name="Rectangle 363"/>
              <p:cNvSpPr>
                <a:spLocks noChangeArrowheads="1"/>
              </p:cNvSpPr>
              <p:nvPr/>
            </p:nvSpPr>
            <p:spPr bwMode="auto">
              <a:xfrm>
                <a:off x="4701"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05" name="Rectangle 364"/>
              <p:cNvSpPr>
                <a:spLocks noChangeArrowheads="1"/>
              </p:cNvSpPr>
              <p:nvPr/>
            </p:nvSpPr>
            <p:spPr bwMode="auto">
              <a:xfrm>
                <a:off x="4801"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06" name="Rectangle 365"/>
              <p:cNvSpPr>
                <a:spLocks noChangeArrowheads="1"/>
              </p:cNvSpPr>
              <p:nvPr/>
            </p:nvSpPr>
            <p:spPr bwMode="auto">
              <a:xfrm>
                <a:off x="4902"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07" name="Rectangle 366"/>
              <p:cNvSpPr>
                <a:spLocks noChangeArrowheads="1"/>
              </p:cNvSpPr>
              <p:nvPr/>
            </p:nvSpPr>
            <p:spPr bwMode="auto">
              <a:xfrm>
                <a:off x="4314"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dirty="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1308" name="Rectangle 367"/>
              <p:cNvSpPr>
                <a:spLocks noChangeArrowheads="1"/>
              </p:cNvSpPr>
              <p:nvPr/>
            </p:nvSpPr>
            <p:spPr bwMode="auto">
              <a:xfrm>
                <a:off x="4415"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1309" name="Rectangle 368"/>
              <p:cNvSpPr>
                <a:spLocks noChangeArrowheads="1"/>
              </p:cNvSpPr>
              <p:nvPr/>
            </p:nvSpPr>
            <p:spPr bwMode="auto">
              <a:xfrm>
                <a:off x="4515"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1310" name="Rectangle 369"/>
              <p:cNvSpPr>
                <a:spLocks noChangeArrowheads="1"/>
              </p:cNvSpPr>
              <p:nvPr/>
            </p:nvSpPr>
            <p:spPr bwMode="auto">
              <a:xfrm>
                <a:off x="4616"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1311" name="Rectangle 370"/>
              <p:cNvSpPr>
                <a:spLocks noChangeArrowheads="1"/>
              </p:cNvSpPr>
              <p:nvPr/>
            </p:nvSpPr>
            <p:spPr bwMode="auto">
              <a:xfrm>
                <a:off x="4716"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1345" name="Rectangle 371"/>
              <p:cNvSpPr>
                <a:spLocks noChangeArrowheads="1"/>
              </p:cNvSpPr>
              <p:nvPr/>
            </p:nvSpPr>
            <p:spPr bwMode="auto">
              <a:xfrm>
                <a:off x="4817"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1346" name="Rectangle 372"/>
              <p:cNvSpPr>
                <a:spLocks noChangeArrowheads="1"/>
              </p:cNvSpPr>
              <p:nvPr/>
            </p:nvSpPr>
            <p:spPr bwMode="auto">
              <a:xfrm>
                <a:off x="4917"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grpSp>
        <p:grpSp>
          <p:nvGrpSpPr>
            <p:cNvPr id="1347" name="Group 376"/>
            <p:cNvGrpSpPr>
              <a:grpSpLocks noChangeAspect="1"/>
            </p:cNvGrpSpPr>
            <p:nvPr/>
          </p:nvGrpSpPr>
          <p:grpSpPr bwMode="auto">
            <a:xfrm rot="9916120">
              <a:off x="6715951" y="5982608"/>
              <a:ext cx="1116013" cy="998538"/>
              <a:chOff x="4254" y="3760"/>
              <a:chExt cx="703" cy="629"/>
            </a:xfrm>
          </p:grpSpPr>
          <p:sp>
            <p:nvSpPr>
              <p:cNvPr id="1348" name="AutoShape 375"/>
              <p:cNvSpPr>
                <a:spLocks noChangeAspect="1" noChangeArrowheads="1" noTextEdit="1"/>
              </p:cNvSpPr>
              <p:nvPr/>
            </p:nvSpPr>
            <p:spPr bwMode="auto">
              <a:xfrm>
                <a:off x="4254" y="3760"/>
                <a:ext cx="703" cy="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1349" name="Rectangle 377"/>
              <p:cNvSpPr>
                <a:spLocks noChangeArrowheads="1"/>
              </p:cNvSpPr>
              <p:nvPr/>
            </p:nvSpPr>
            <p:spPr bwMode="auto">
              <a:xfrm>
                <a:off x="4274" y="3772"/>
                <a:ext cx="107"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50" name="Rectangle 378"/>
              <p:cNvSpPr>
                <a:spLocks noChangeArrowheads="1"/>
              </p:cNvSpPr>
              <p:nvPr/>
            </p:nvSpPr>
            <p:spPr bwMode="auto">
              <a:xfrm>
                <a:off x="4382" y="3772"/>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51" name="Rectangle 379"/>
              <p:cNvSpPr>
                <a:spLocks noChangeArrowheads="1"/>
              </p:cNvSpPr>
              <p:nvPr/>
            </p:nvSpPr>
            <p:spPr bwMode="auto">
              <a:xfrm>
                <a:off x="4473" y="3772"/>
                <a:ext cx="11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52" name="Rectangle 380"/>
              <p:cNvSpPr>
                <a:spLocks noChangeArrowheads="1"/>
              </p:cNvSpPr>
              <p:nvPr/>
            </p:nvSpPr>
            <p:spPr bwMode="auto">
              <a:xfrm>
                <a:off x="4583" y="3772"/>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53" name="Rectangle 381"/>
              <p:cNvSpPr>
                <a:spLocks noChangeArrowheads="1"/>
              </p:cNvSpPr>
              <p:nvPr/>
            </p:nvSpPr>
            <p:spPr bwMode="auto">
              <a:xfrm>
                <a:off x="4684" y="3772"/>
                <a:ext cx="87"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54" name="Rectangle 382"/>
              <p:cNvSpPr>
                <a:spLocks noChangeArrowheads="1"/>
              </p:cNvSpPr>
              <p:nvPr/>
            </p:nvSpPr>
            <p:spPr bwMode="auto">
              <a:xfrm>
                <a:off x="4784" y="3772"/>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55" name="Rectangle 383"/>
              <p:cNvSpPr>
                <a:spLocks noChangeArrowheads="1"/>
              </p:cNvSpPr>
              <p:nvPr/>
            </p:nvSpPr>
            <p:spPr bwMode="auto">
              <a:xfrm>
                <a:off x="4884" y="3772"/>
                <a:ext cx="92"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56" name="Rectangle 384"/>
              <p:cNvSpPr>
                <a:spLocks noChangeArrowheads="1"/>
              </p:cNvSpPr>
              <p:nvPr/>
            </p:nvSpPr>
            <p:spPr bwMode="auto">
              <a:xfrm>
                <a:off x="4289" y="387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57" name="Rectangle 385"/>
              <p:cNvSpPr>
                <a:spLocks noChangeArrowheads="1"/>
              </p:cNvSpPr>
              <p:nvPr/>
            </p:nvSpPr>
            <p:spPr bwMode="auto">
              <a:xfrm>
                <a:off x="4390" y="387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58" name="Rectangle 386"/>
              <p:cNvSpPr>
                <a:spLocks noChangeArrowheads="1"/>
              </p:cNvSpPr>
              <p:nvPr/>
            </p:nvSpPr>
            <p:spPr bwMode="auto">
              <a:xfrm>
                <a:off x="4490" y="387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59" name="Rectangle 387"/>
              <p:cNvSpPr>
                <a:spLocks noChangeArrowheads="1"/>
              </p:cNvSpPr>
              <p:nvPr/>
            </p:nvSpPr>
            <p:spPr bwMode="auto">
              <a:xfrm>
                <a:off x="4591" y="387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60" name="Rectangle 388"/>
              <p:cNvSpPr>
                <a:spLocks noChangeArrowheads="1"/>
              </p:cNvSpPr>
              <p:nvPr/>
            </p:nvSpPr>
            <p:spPr bwMode="auto">
              <a:xfrm>
                <a:off x="4691" y="387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61" name="Rectangle 389"/>
              <p:cNvSpPr>
                <a:spLocks noChangeArrowheads="1"/>
              </p:cNvSpPr>
              <p:nvPr/>
            </p:nvSpPr>
            <p:spPr bwMode="auto">
              <a:xfrm>
                <a:off x="4792" y="387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62" name="Rectangle 390"/>
              <p:cNvSpPr>
                <a:spLocks noChangeArrowheads="1"/>
              </p:cNvSpPr>
              <p:nvPr/>
            </p:nvSpPr>
            <p:spPr bwMode="auto">
              <a:xfrm>
                <a:off x="4892" y="387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63" name="Rectangle 391"/>
              <p:cNvSpPr>
                <a:spLocks noChangeArrowheads="1"/>
              </p:cNvSpPr>
              <p:nvPr/>
            </p:nvSpPr>
            <p:spPr bwMode="auto">
              <a:xfrm>
                <a:off x="4289" y="3954"/>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64" name="Rectangle 392"/>
              <p:cNvSpPr>
                <a:spLocks noChangeArrowheads="1"/>
              </p:cNvSpPr>
              <p:nvPr/>
            </p:nvSpPr>
            <p:spPr bwMode="auto">
              <a:xfrm>
                <a:off x="4390" y="3954"/>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65" name="Rectangle 393"/>
              <p:cNvSpPr>
                <a:spLocks noChangeArrowheads="1"/>
              </p:cNvSpPr>
              <p:nvPr/>
            </p:nvSpPr>
            <p:spPr bwMode="auto">
              <a:xfrm>
                <a:off x="4475" y="395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66" name="Rectangle 394"/>
              <p:cNvSpPr>
                <a:spLocks noChangeArrowheads="1"/>
              </p:cNvSpPr>
              <p:nvPr/>
            </p:nvSpPr>
            <p:spPr bwMode="auto">
              <a:xfrm>
                <a:off x="4575" y="395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67" name="Rectangle 395"/>
              <p:cNvSpPr>
                <a:spLocks noChangeArrowheads="1"/>
              </p:cNvSpPr>
              <p:nvPr/>
            </p:nvSpPr>
            <p:spPr bwMode="auto">
              <a:xfrm>
                <a:off x="4676" y="395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68" name="Rectangle 396"/>
              <p:cNvSpPr>
                <a:spLocks noChangeArrowheads="1"/>
              </p:cNvSpPr>
              <p:nvPr/>
            </p:nvSpPr>
            <p:spPr bwMode="auto">
              <a:xfrm>
                <a:off x="4776" y="395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69" name="Rectangle 397"/>
              <p:cNvSpPr>
                <a:spLocks noChangeArrowheads="1"/>
              </p:cNvSpPr>
              <p:nvPr/>
            </p:nvSpPr>
            <p:spPr bwMode="auto">
              <a:xfrm>
                <a:off x="4877" y="3954"/>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70" name="Rectangle 398"/>
              <p:cNvSpPr>
                <a:spLocks noChangeArrowheads="1"/>
              </p:cNvSpPr>
              <p:nvPr/>
            </p:nvSpPr>
            <p:spPr bwMode="auto">
              <a:xfrm>
                <a:off x="4274"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71" name="Rectangle 399"/>
              <p:cNvSpPr>
                <a:spLocks noChangeArrowheads="1"/>
              </p:cNvSpPr>
              <p:nvPr/>
            </p:nvSpPr>
            <p:spPr bwMode="auto">
              <a:xfrm>
                <a:off x="4374"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72" name="Rectangle 400"/>
              <p:cNvSpPr>
                <a:spLocks noChangeArrowheads="1"/>
              </p:cNvSpPr>
              <p:nvPr/>
            </p:nvSpPr>
            <p:spPr bwMode="auto">
              <a:xfrm>
                <a:off x="4475"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73" name="Rectangle 401"/>
              <p:cNvSpPr>
                <a:spLocks noChangeArrowheads="1"/>
              </p:cNvSpPr>
              <p:nvPr/>
            </p:nvSpPr>
            <p:spPr bwMode="auto">
              <a:xfrm>
                <a:off x="4575"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74" name="Rectangle 402"/>
              <p:cNvSpPr>
                <a:spLocks noChangeArrowheads="1"/>
              </p:cNvSpPr>
              <p:nvPr/>
            </p:nvSpPr>
            <p:spPr bwMode="auto">
              <a:xfrm>
                <a:off x="4676"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75" name="Rectangle 403"/>
              <p:cNvSpPr>
                <a:spLocks noChangeArrowheads="1"/>
              </p:cNvSpPr>
              <p:nvPr/>
            </p:nvSpPr>
            <p:spPr bwMode="auto">
              <a:xfrm>
                <a:off x="4776"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76" name="Rectangle 404"/>
              <p:cNvSpPr>
                <a:spLocks noChangeArrowheads="1"/>
              </p:cNvSpPr>
              <p:nvPr/>
            </p:nvSpPr>
            <p:spPr bwMode="auto">
              <a:xfrm>
                <a:off x="4877" y="4038"/>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77" name="Rectangle 405"/>
              <p:cNvSpPr>
                <a:spLocks noChangeArrowheads="1"/>
              </p:cNvSpPr>
              <p:nvPr/>
            </p:nvSpPr>
            <p:spPr bwMode="auto">
              <a:xfrm>
                <a:off x="4274"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78" name="Rectangle 406"/>
              <p:cNvSpPr>
                <a:spLocks noChangeArrowheads="1"/>
              </p:cNvSpPr>
              <p:nvPr/>
            </p:nvSpPr>
            <p:spPr bwMode="auto">
              <a:xfrm>
                <a:off x="4374"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79" name="Rectangle 407"/>
              <p:cNvSpPr>
                <a:spLocks noChangeArrowheads="1"/>
              </p:cNvSpPr>
              <p:nvPr/>
            </p:nvSpPr>
            <p:spPr bwMode="auto">
              <a:xfrm>
                <a:off x="4475"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80" name="Rectangle 408"/>
              <p:cNvSpPr>
                <a:spLocks noChangeArrowheads="1"/>
              </p:cNvSpPr>
              <p:nvPr/>
            </p:nvSpPr>
            <p:spPr bwMode="auto">
              <a:xfrm>
                <a:off x="4575"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81" name="Rectangle 409"/>
              <p:cNvSpPr>
                <a:spLocks noChangeArrowheads="1"/>
              </p:cNvSpPr>
              <p:nvPr/>
            </p:nvSpPr>
            <p:spPr bwMode="auto">
              <a:xfrm>
                <a:off x="4676"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82" name="Rectangle 410"/>
              <p:cNvSpPr>
                <a:spLocks noChangeArrowheads="1"/>
              </p:cNvSpPr>
              <p:nvPr/>
            </p:nvSpPr>
            <p:spPr bwMode="auto">
              <a:xfrm>
                <a:off x="4776"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83" name="Rectangle 411"/>
              <p:cNvSpPr>
                <a:spLocks noChangeArrowheads="1"/>
              </p:cNvSpPr>
              <p:nvPr/>
            </p:nvSpPr>
            <p:spPr bwMode="auto">
              <a:xfrm>
                <a:off x="4877" y="4122"/>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84" name="Rectangle 412"/>
              <p:cNvSpPr>
                <a:spLocks noChangeArrowheads="1"/>
              </p:cNvSpPr>
              <p:nvPr/>
            </p:nvSpPr>
            <p:spPr bwMode="auto">
              <a:xfrm>
                <a:off x="4274" y="4207"/>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85" name="Rectangle 413"/>
              <p:cNvSpPr>
                <a:spLocks noChangeArrowheads="1"/>
              </p:cNvSpPr>
              <p:nvPr/>
            </p:nvSpPr>
            <p:spPr bwMode="auto">
              <a:xfrm>
                <a:off x="4374" y="4207"/>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86" name="Rectangle 414"/>
              <p:cNvSpPr>
                <a:spLocks noChangeArrowheads="1"/>
              </p:cNvSpPr>
              <p:nvPr/>
            </p:nvSpPr>
            <p:spPr bwMode="auto">
              <a:xfrm>
                <a:off x="4475" y="4207"/>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387" name="Rectangle 415"/>
              <p:cNvSpPr>
                <a:spLocks noChangeArrowheads="1"/>
              </p:cNvSpPr>
              <p:nvPr/>
            </p:nvSpPr>
            <p:spPr bwMode="auto">
              <a:xfrm>
                <a:off x="4591" y="420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88" name="Rectangle 416"/>
              <p:cNvSpPr>
                <a:spLocks noChangeArrowheads="1"/>
              </p:cNvSpPr>
              <p:nvPr/>
            </p:nvSpPr>
            <p:spPr bwMode="auto">
              <a:xfrm>
                <a:off x="4691" y="4207"/>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89" name="Rectangle 417"/>
              <p:cNvSpPr>
                <a:spLocks noChangeArrowheads="1"/>
              </p:cNvSpPr>
              <p:nvPr/>
            </p:nvSpPr>
            <p:spPr bwMode="auto">
              <a:xfrm>
                <a:off x="4792" y="420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0" name="Rectangle 418"/>
              <p:cNvSpPr>
                <a:spLocks noChangeArrowheads="1"/>
              </p:cNvSpPr>
              <p:nvPr/>
            </p:nvSpPr>
            <p:spPr bwMode="auto">
              <a:xfrm>
                <a:off x="4892" y="420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1" name="Rectangle 419"/>
              <p:cNvSpPr>
                <a:spLocks noChangeArrowheads="1"/>
              </p:cNvSpPr>
              <p:nvPr/>
            </p:nvSpPr>
            <p:spPr bwMode="auto">
              <a:xfrm>
                <a:off x="4289" y="4291"/>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2" name="Rectangle 420"/>
              <p:cNvSpPr>
                <a:spLocks noChangeArrowheads="1"/>
              </p:cNvSpPr>
              <p:nvPr/>
            </p:nvSpPr>
            <p:spPr bwMode="auto">
              <a:xfrm>
                <a:off x="4390" y="429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3" name="Rectangle 421"/>
              <p:cNvSpPr>
                <a:spLocks noChangeArrowheads="1"/>
              </p:cNvSpPr>
              <p:nvPr/>
            </p:nvSpPr>
            <p:spPr bwMode="auto">
              <a:xfrm>
                <a:off x="4490" y="4291"/>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4" name="Rectangle 422"/>
              <p:cNvSpPr>
                <a:spLocks noChangeArrowheads="1"/>
              </p:cNvSpPr>
              <p:nvPr/>
            </p:nvSpPr>
            <p:spPr bwMode="auto">
              <a:xfrm>
                <a:off x="4591" y="429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5" name="Rectangle 423"/>
              <p:cNvSpPr>
                <a:spLocks noChangeArrowheads="1"/>
              </p:cNvSpPr>
              <p:nvPr/>
            </p:nvSpPr>
            <p:spPr bwMode="auto">
              <a:xfrm>
                <a:off x="4691" y="4291"/>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6" name="Rectangle 424"/>
              <p:cNvSpPr>
                <a:spLocks noChangeArrowheads="1"/>
              </p:cNvSpPr>
              <p:nvPr/>
            </p:nvSpPr>
            <p:spPr bwMode="auto">
              <a:xfrm>
                <a:off x="4776" y="4291"/>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8" name="Rectangle 425"/>
              <p:cNvSpPr>
                <a:spLocks noChangeArrowheads="1"/>
              </p:cNvSpPr>
              <p:nvPr/>
            </p:nvSpPr>
            <p:spPr bwMode="auto">
              <a:xfrm>
                <a:off x="4877" y="4291"/>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dirty="0" smtClean="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grpSp>
        <p:grpSp>
          <p:nvGrpSpPr>
            <p:cNvPr id="1399" name="Group 429"/>
            <p:cNvGrpSpPr>
              <a:grpSpLocks noChangeAspect="1"/>
            </p:cNvGrpSpPr>
            <p:nvPr/>
          </p:nvGrpSpPr>
          <p:grpSpPr bwMode="auto">
            <a:xfrm rot="11682096">
              <a:off x="5289077" y="5992493"/>
              <a:ext cx="1131888" cy="1000125"/>
              <a:chOff x="3765" y="2066"/>
              <a:chExt cx="713" cy="630"/>
            </a:xfrm>
          </p:grpSpPr>
          <p:sp>
            <p:nvSpPr>
              <p:cNvPr id="1400" name="AutoShape 428"/>
              <p:cNvSpPr>
                <a:spLocks noChangeAspect="1" noChangeArrowheads="1" noTextEdit="1"/>
              </p:cNvSpPr>
              <p:nvPr/>
            </p:nvSpPr>
            <p:spPr bwMode="auto">
              <a:xfrm>
                <a:off x="3765" y="2066"/>
                <a:ext cx="704"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1401" name="Rectangle 430"/>
              <p:cNvSpPr>
                <a:spLocks noChangeArrowheads="1"/>
              </p:cNvSpPr>
              <p:nvPr/>
            </p:nvSpPr>
            <p:spPr bwMode="auto">
              <a:xfrm>
                <a:off x="3785"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02" name="Rectangle 431"/>
              <p:cNvSpPr>
                <a:spLocks noChangeArrowheads="1"/>
              </p:cNvSpPr>
              <p:nvPr/>
            </p:nvSpPr>
            <p:spPr bwMode="auto">
              <a:xfrm>
                <a:off x="3893"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03" name="Rectangle 432"/>
              <p:cNvSpPr>
                <a:spLocks noChangeArrowheads="1"/>
              </p:cNvSpPr>
              <p:nvPr/>
            </p:nvSpPr>
            <p:spPr bwMode="auto">
              <a:xfrm>
                <a:off x="3984"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04" name="Rectangle 433"/>
              <p:cNvSpPr>
                <a:spLocks noChangeArrowheads="1"/>
              </p:cNvSpPr>
              <p:nvPr/>
            </p:nvSpPr>
            <p:spPr bwMode="auto">
              <a:xfrm>
                <a:off x="4094"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05" name="Rectangle 434"/>
              <p:cNvSpPr>
                <a:spLocks noChangeArrowheads="1"/>
              </p:cNvSpPr>
              <p:nvPr/>
            </p:nvSpPr>
            <p:spPr bwMode="auto">
              <a:xfrm>
                <a:off x="4196" y="2078"/>
                <a:ext cx="7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06" name="Rectangle 435"/>
              <p:cNvSpPr>
                <a:spLocks noChangeArrowheads="1"/>
              </p:cNvSpPr>
              <p:nvPr/>
            </p:nvSpPr>
            <p:spPr bwMode="auto">
              <a:xfrm>
                <a:off x="4295"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07" name="Rectangle 436"/>
              <p:cNvSpPr>
                <a:spLocks noChangeArrowheads="1"/>
              </p:cNvSpPr>
              <p:nvPr/>
            </p:nvSpPr>
            <p:spPr bwMode="auto">
              <a:xfrm>
                <a:off x="4396"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08" name="Rectangle 437"/>
              <p:cNvSpPr>
                <a:spLocks noChangeArrowheads="1"/>
              </p:cNvSpPr>
              <p:nvPr/>
            </p:nvSpPr>
            <p:spPr bwMode="auto">
              <a:xfrm>
                <a:off x="3798" y="2182"/>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09" name="Rectangle 438"/>
              <p:cNvSpPr>
                <a:spLocks noChangeArrowheads="1"/>
              </p:cNvSpPr>
              <p:nvPr/>
            </p:nvSpPr>
            <p:spPr bwMode="auto">
              <a:xfrm>
                <a:off x="3898" y="2182"/>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10" name="Rectangle 439"/>
              <p:cNvSpPr>
                <a:spLocks noChangeArrowheads="1"/>
              </p:cNvSpPr>
              <p:nvPr/>
            </p:nvSpPr>
            <p:spPr bwMode="auto">
              <a:xfrm>
                <a:off x="3998" y="2182"/>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11" name="Rectangle 440"/>
              <p:cNvSpPr>
                <a:spLocks noChangeArrowheads="1"/>
              </p:cNvSpPr>
              <p:nvPr/>
            </p:nvSpPr>
            <p:spPr bwMode="auto">
              <a:xfrm>
                <a:off x="4102"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12" name="Rectangle 441"/>
              <p:cNvSpPr>
                <a:spLocks noChangeArrowheads="1"/>
              </p:cNvSpPr>
              <p:nvPr/>
            </p:nvSpPr>
            <p:spPr bwMode="auto">
              <a:xfrm>
                <a:off x="4203"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13" name="Rectangle 442"/>
              <p:cNvSpPr>
                <a:spLocks noChangeArrowheads="1"/>
              </p:cNvSpPr>
              <p:nvPr/>
            </p:nvSpPr>
            <p:spPr bwMode="auto">
              <a:xfrm>
                <a:off x="4303"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21" name="Rectangle 443"/>
              <p:cNvSpPr>
                <a:spLocks noChangeArrowheads="1"/>
              </p:cNvSpPr>
              <p:nvPr/>
            </p:nvSpPr>
            <p:spPr bwMode="auto">
              <a:xfrm>
                <a:off x="4404"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22" name="Rectangle 444"/>
              <p:cNvSpPr>
                <a:spLocks noChangeArrowheads="1"/>
              </p:cNvSpPr>
              <p:nvPr/>
            </p:nvSpPr>
            <p:spPr bwMode="auto">
              <a:xfrm>
                <a:off x="3801"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23" name="Rectangle 445"/>
              <p:cNvSpPr>
                <a:spLocks noChangeArrowheads="1"/>
              </p:cNvSpPr>
              <p:nvPr/>
            </p:nvSpPr>
            <p:spPr bwMode="auto">
              <a:xfrm>
                <a:off x="3901"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24" name="Rectangle 446"/>
              <p:cNvSpPr>
                <a:spLocks noChangeArrowheads="1"/>
              </p:cNvSpPr>
              <p:nvPr/>
            </p:nvSpPr>
            <p:spPr bwMode="auto">
              <a:xfrm>
                <a:off x="4002"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25" name="Rectangle 447"/>
              <p:cNvSpPr>
                <a:spLocks noChangeArrowheads="1"/>
              </p:cNvSpPr>
              <p:nvPr/>
            </p:nvSpPr>
            <p:spPr bwMode="auto">
              <a:xfrm>
                <a:off x="4102"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26" name="Rectangle 448"/>
              <p:cNvSpPr>
                <a:spLocks noChangeArrowheads="1"/>
              </p:cNvSpPr>
              <p:nvPr/>
            </p:nvSpPr>
            <p:spPr bwMode="auto">
              <a:xfrm>
                <a:off x="4203"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27" name="Rectangle 449"/>
              <p:cNvSpPr>
                <a:spLocks noChangeArrowheads="1"/>
              </p:cNvSpPr>
              <p:nvPr/>
            </p:nvSpPr>
            <p:spPr bwMode="auto">
              <a:xfrm>
                <a:off x="4288"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28" name="Rectangle 450"/>
              <p:cNvSpPr>
                <a:spLocks noChangeArrowheads="1"/>
              </p:cNvSpPr>
              <p:nvPr/>
            </p:nvSpPr>
            <p:spPr bwMode="auto">
              <a:xfrm>
                <a:off x="4388"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29" name="Rectangle 451"/>
              <p:cNvSpPr>
                <a:spLocks noChangeArrowheads="1"/>
              </p:cNvSpPr>
              <p:nvPr/>
            </p:nvSpPr>
            <p:spPr bwMode="auto">
              <a:xfrm>
                <a:off x="3785"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30" name="Rectangle 452"/>
              <p:cNvSpPr>
                <a:spLocks noChangeArrowheads="1"/>
              </p:cNvSpPr>
              <p:nvPr/>
            </p:nvSpPr>
            <p:spPr bwMode="auto">
              <a:xfrm>
                <a:off x="3886"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31" name="Rectangle 453"/>
              <p:cNvSpPr>
                <a:spLocks noChangeArrowheads="1"/>
              </p:cNvSpPr>
              <p:nvPr/>
            </p:nvSpPr>
            <p:spPr bwMode="auto">
              <a:xfrm>
                <a:off x="3986"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32" name="Rectangle 454"/>
              <p:cNvSpPr>
                <a:spLocks noChangeArrowheads="1"/>
              </p:cNvSpPr>
              <p:nvPr/>
            </p:nvSpPr>
            <p:spPr bwMode="auto">
              <a:xfrm>
                <a:off x="4087"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33" name="Rectangle 455"/>
              <p:cNvSpPr>
                <a:spLocks noChangeArrowheads="1"/>
              </p:cNvSpPr>
              <p:nvPr/>
            </p:nvSpPr>
            <p:spPr bwMode="auto">
              <a:xfrm>
                <a:off x="4187"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34" name="Rectangle 456"/>
              <p:cNvSpPr>
                <a:spLocks noChangeArrowheads="1"/>
              </p:cNvSpPr>
              <p:nvPr/>
            </p:nvSpPr>
            <p:spPr bwMode="auto">
              <a:xfrm>
                <a:off x="4288"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35" name="Rectangle 457"/>
              <p:cNvSpPr>
                <a:spLocks noChangeArrowheads="1"/>
              </p:cNvSpPr>
              <p:nvPr/>
            </p:nvSpPr>
            <p:spPr bwMode="auto">
              <a:xfrm>
                <a:off x="4388"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36" name="Rectangle 458"/>
              <p:cNvSpPr>
                <a:spLocks noChangeArrowheads="1"/>
              </p:cNvSpPr>
              <p:nvPr/>
            </p:nvSpPr>
            <p:spPr bwMode="auto">
              <a:xfrm>
                <a:off x="3785"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37" name="Rectangle 459"/>
              <p:cNvSpPr>
                <a:spLocks noChangeArrowheads="1"/>
              </p:cNvSpPr>
              <p:nvPr/>
            </p:nvSpPr>
            <p:spPr bwMode="auto">
              <a:xfrm>
                <a:off x="3886"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38" name="Rectangle 460"/>
              <p:cNvSpPr>
                <a:spLocks noChangeArrowheads="1"/>
              </p:cNvSpPr>
              <p:nvPr/>
            </p:nvSpPr>
            <p:spPr bwMode="auto">
              <a:xfrm>
                <a:off x="3986"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39" name="Rectangle 461"/>
              <p:cNvSpPr>
                <a:spLocks noChangeArrowheads="1"/>
              </p:cNvSpPr>
              <p:nvPr/>
            </p:nvSpPr>
            <p:spPr bwMode="auto">
              <a:xfrm>
                <a:off x="4087"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40" name="Rectangle 462"/>
              <p:cNvSpPr>
                <a:spLocks noChangeArrowheads="1"/>
              </p:cNvSpPr>
              <p:nvPr/>
            </p:nvSpPr>
            <p:spPr bwMode="auto">
              <a:xfrm>
                <a:off x="4187"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41" name="Rectangle 463"/>
              <p:cNvSpPr>
                <a:spLocks noChangeArrowheads="1"/>
              </p:cNvSpPr>
              <p:nvPr/>
            </p:nvSpPr>
            <p:spPr bwMode="auto">
              <a:xfrm>
                <a:off x="4288"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42" name="Rectangle 464"/>
              <p:cNvSpPr>
                <a:spLocks noChangeArrowheads="1"/>
              </p:cNvSpPr>
              <p:nvPr/>
            </p:nvSpPr>
            <p:spPr bwMode="auto">
              <a:xfrm>
                <a:off x="4388"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43" name="Rectangle 465"/>
              <p:cNvSpPr>
                <a:spLocks noChangeArrowheads="1"/>
              </p:cNvSpPr>
              <p:nvPr/>
            </p:nvSpPr>
            <p:spPr bwMode="auto">
              <a:xfrm>
                <a:off x="3785"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44" name="Rectangle 466"/>
              <p:cNvSpPr>
                <a:spLocks noChangeArrowheads="1"/>
              </p:cNvSpPr>
              <p:nvPr/>
            </p:nvSpPr>
            <p:spPr bwMode="auto">
              <a:xfrm>
                <a:off x="3886"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45" name="Rectangle 467"/>
              <p:cNvSpPr>
                <a:spLocks noChangeArrowheads="1"/>
              </p:cNvSpPr>
              <p:nvPr/>
            </p:nvSpPr>
            <p:spPr bwMode="auto">
              <a:xfrm>
                <a:off x="3986"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46" name="Rectangle 468"/>
              <p:cNvSpPr>
                <a:spLocks noChangeArrowheads="1"/>
              </p:cNvSpPr>
              <p:nvPr/>
            </p:nvSpPr>
            <p:spPr bwMode="auto">
              <a:xfrm>
                <a:off x="4087"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47" name="Rectangle 469"/>
              <p:cNvSpPr>
                <a:spLocks noChangeArrowheads="1"/>
              </p:cNvSpPr>
              <p:nvPr/>
            </p:nvSpPr>
            <p:spPr bwMode="auto">
              <a:xfrm>
                <a:off x="4187"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48" name="Rectangle 470"/>
              <p:cNvSpPr>
                <a:spLocks noChangeArrowheads="1"/>
              </p:cNvSpPr>
              <p:nvPr/>
            </p:nvSpPr>
            <p:spPr bwMode="auto">
              <a:xfrm>
                <a:off x="4288"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49" name="Rectangle 471"/>
              <p:cNvSpPr>
                <a:spLocks noChangeArrowheads="1"/>
              </p:cNvSpPr>
              <p:nvPr/>
            </p:nvSpPr>
            <p:spPr bwMode="auto">
              <a:xfrm>
                <a:off x="4416" y="2519"/>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dirty="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51" name="Rectangle 472"/>
              <p:cNvSpPr>
                <a:spLocks noChangeArrowheads="1"/>
              </p:cNvSpPr>
              <p:nvPr/>
            </p:nvSpPr>
            <p:spPr bwMode="auto">
              <a:xfrm>
                <a:off x="3813"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52" name="Rectangle 473"/>
              <p:cNvSpPr>
                <a:spLocks noChangeArrowheads="1"/>
              </p:cNvSpPr>
              <p:nvPr/>
            </p:nvSpPr>
            <p:spPr bwMode="auto">
              <a:xfrm>
                <a:off x="3913"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53" name="Rectangle 474"/>
              <p:cNvSpPr>
                <a:spLocks noChangeArrowheads="1"/>
              </p:cNvSpPr>
              <p:nvPr/>
            </p:nvSpPr>
            <p:spPr bwMode="auto">
              <a:xfrm>
                <a:off x="4014"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54" name="Rectangle 475"/>
              <p:cNvSpPr>
                <a:spLocks noChangeArrowheads="1"/>
              </p:cNvSpPr>
              <p:nvPr/>
            </p:nvSpPr>
            <p:spPr bwMode="auto">
              <a:xfrm>
                <a:off x="4114"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55" name="Rectangle 476"/>
              <p:cNvSpPr>
                <a:spLocks noChangeArrowheads="1"/>
              </p:cNvSpPr>
              <p:nvPr/>
            </p:nvSpPr>
            <p:spPr bwMode="auto">
              <a:xfrm>
                <a:off x="4215"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56" name="Rectangle 477"/>
              <p:cNvSpPr>
                <a:spLocks noChangeArrowheads="1"/>
              </p:cNvSpPr>
              <p:nvPr/>
            </p:nvSpPr>
            <p:spPr bwMode="auto">
              <a:xfrm>
                <a:off x="4315"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57" name="Rectangle 478"/>
              <p:cNvSpPr>
                <a:spLocks noChangeArrowheads="1"/>
              </p:cNvSpPr>
              <p:nvPr/>
            </p:nvSpPr>
            <p:spPr bwMode="auto">
              <a:xfrm>
                <a:off x="4416"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dirty="0" smtClean="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grpSp>
        <p:grpSp>
          <p:nvGrpSpPr>
            <p:cNvPr id="1458" name="Group 482"/>
            <p:cNvGrpSpPr>
              <a:grpSpLocks noChangeAspect="1"/>
            </p:cNvGrpSpPr>
            <p:nvPr/>
          </p:nvGrpSpPr>
          <p:grpSpPr bwMode="auto">
            <a:xfrm rot="13423776">
              <a:off x="4044124" y="5271485"/>
              <a:ext cx="1117600" cy="998538"/>
              <a:chOff x="3765" y="2066"/>
              <a:chExt cx="704" cy="629"/>
            </a:xfrm>
          </p:grpSpPr>
          <p:sp>
            <p:nvSpPr>
              <p:cNvPr id="1459" name="AutoShape 481"/>
              <p:cNvSpPr>
                <a:spLocks noChangeAspect="1" noChangeArrowheads="1" noTextEdit="1"/>
              </p:cNvSpPr>
              <p:nvPr/>
            </p:nvSpPr>
            <p:spPr bwMode="auto">
              <a:xfrm>
                <a:off x="3765" y="2066"/>
                <a:ext cx="704" cy="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1460" name="Rectangle 483"/>
              <p:cNvSpPr>
                <a:spLocks noChangeArrowheads="1"/>
              </p:cNvSpPr>
              <p:nvPr/>
            </p:nvSpPr>
            <p:spPr bwMode="auto">
              <a:xfrm>
                <a:off x="3785"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61" name="Rectangle 484"/>
              <p:cNvSpPr>
                <a:spLocks noChangeArrowheads="1"/>
              </p:cNvSpPr>
              <p:nvPr/>
            </p:nvSpPr>
            <p:spPr bwMode="auto">
              <a:xfrm>
                <a:off x="3893"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62" name="Rectangle 485"/>
              <p:cNvSpPr>
                <a:spLocks noChangeArrowheads="1"/>
              </p:cNvSpPr>
              <p:nvPr/>
            </p:nvSpPr>
            <p:spPr bwMode="auto">
              <a:xfrm>
                <a:off x="3984"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63" name="Rectangle 486"/>
              <p:cNvSpPr>
                <a:spLocks noChangeArrowheads="1"/>
              </p:cNvSpPr>
              <p:nvPr/>
            </p:nvSpPr>
            <p:spPr bwMode="auto">
              <a:xfrm>
                <a:off x="4094"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64" name="Rectangle 487"/>
              <p:cNvSpPr>
                <a:spLocks noChangeArrowheads="1"/>
              </p:cNvSpPr>
              <p:nvPr/>
            </p:nvSpPr>
            <p:spPr bwMode="auto">
              <a:xfrm>
                <a:off x="4196" y="2078"/>
                <a:ext cx="7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65" name="Rectangle 488"/>
              <p:cNvSpPr>
                <a:spLocks noChangeArrowheads="1"/>
              </p:cNvSpPr>
              <p:nvPr/>
            </p:nvSpPr>
            <p:spPr bwMode="auto">
              <a:xfrm>
                <a:off x="4295"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66" name="Rectangle 489"/>
              <p:cNvSpPr>
                <a:spLocks noChangeArrowheads="1"/>
              </p:cNvSpPr>
              <p:nvPr/>
            </p:nvSpPr>
            <p:spPr bwMode="auto">
              <a:xfrm>
                <a:off x="4396"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67" name="Rectangle 490"/>
              <p:cNvSpPr>
                <a:spLocks noChangeArrowheads="1"/>
              </p:cNvSpPr>
              <p:nvPr/>
            </p:nvSpPr>
            <p:spPr bwMode="auto">
              <a:xfrm>
                <a:off x="3785"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468" name="Rectangle 491"/>
              <p:cNvSpPr>
                <a:spLocks noChangeArrowheads="1"/>
              </p:cNvSpPr>
              <p:nvPr/>
            </p:nvSpPr>
            <p:spPr bwMode="auto">
              <a:xfrm>
                <a:off x="3886"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469" name="Rectangle 492"/>
              <p:cNvSpPr>
                <a:spLocks noChangeArrowheads="1"/>
              </p:cNvSpPr>
              <p:nvPr/>
            </p:nvSpPr>
            <p:spPr bwMode="auto">
              <a:xfrm>
                <a:off x="3986"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470" name="Rectangle 493"/>
              <p:cNvSpPr>
                <a:spLocks noChangeArrowheads="1"/>
              </p:cNvSpPr>
              <p:nvPr/>
            </p:nvSpPr>
            <p:spPr bwMode="auto">
              <a:xfrm>
                <a:off x="4087"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471" name="Rectangle 494"/>
              <p:cNvSpPr>
                <a:spLocks noChangeArrowheads="1"/>
              </p:cNvSpPr>
              <p:nvPr/>
            </p:nvSpPr>
            <p:spPr bwMode="auto">
              <a:xfrm>
                <a:off x="4187"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472" name="Rectangle 495"/>
              <p:cNvSpPr>
                <a:spLocks noChangeArrowheads="1"/>
              </p:cNvSpPr>
              <p:nvPr/>
            </p:nvSpPr>
            <p:spPr bwMode="auto">
              <a:xfrm>
                <a:off x="4288"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473" name="Rectangle 496"/>
              <p:cNvSpPr>
                <a:spLocks noChangeArrowheads="1"/>
              </p:cNvSpPr>
              <p:nvPr/>
            </p:nvSpPr>
            <p:spPr bwMode="auto">
              <a:xfrm>
                <a:off x="4404" y="2176"/>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74" name="Rectangle 497"/>
              <p:cNvSpPr>
                <a:spLocks noChangeArrowheads="1"/>
              </p:cNvSpPr>
              <p:nvPr/>
            </p:nvSpPr>
            <p:spPr bwMode="auto">
              <a:xfrm>
                <a:off x="3801"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75" name="Rectangle 498"/>
              <p:cNvSpPr>
                <a:spLocks noChangeArrowheads="1"/>
              </p:cNvSpPr>
              <p:nvPr/>
            </p:nvSpPr>
            <p:spPr bwMode="auto">
              <a:xfrm>
                <a:off x="3901"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76" name="Rectangle 499"/>
              <p:cNvSpPr>
                <a:spLocks noChangeArrowheads="1"/>
              </p:cNvSpPr>
              <p:nvPr/>
            </p:nvSpPr>
            <p:spPr bwMode="auto">
              <a:xfrm>
                <a:off x="4002"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77" name="Rectangle 500"/>
              <p:cNvSpPr>
                <a:spLocks noChangeArrowheads="1"/>
              </p:cNvSpPr>
              <p:nvPr/>
            </p:nvSpPr>
            <p:spPr bwMode="auto">
              <a:xfrm>
                <a:off x="4102"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78" name="Rectangle 501"/>
              <p:cNvSpPr>
                <a:spLocks noChangeArrowheads="1"/>
              </p:cNvSpPr>
              <p:nvPr/>
            </p:nvSpPr>
            <p:spPr bwMode="auto">
              <a:xfrm>
                <a:off x="4203"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79" name="Rectangle 502"/>
              <p:cNvSpPr>
                <a:spLocks noChangeArrowheads="1"/>
              </p:cNvSpPr>
              <p:nvPr/>
            </p:nvSpPr>
            <p:spPr bwMode="auto">
              <a:xfrm>
                <a:off x="4303"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80" name="Rectangle 503"/>
              <p:cNvSpPr>
                <a:spLocks noChangeArrowheads="1"/>
              </p:cNvSpPr>
              <p:nvPr/>
            </p:nvSpPr>
            <p:spPr bwMode="auto">
              <a:xfrm>
                <a:off x="4404"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81" name="Rectangle 504"/>
              <p:cNvSpPr>
                <a:spLocks noChangeArrowheads="1"/>
              </p:cNvSpPr>
              <p:nvPr/>
            </p:nvSpPr>
            <p:spPr bwMode="auto">
              <a:xfrm>
                <a:off x="3801" y="2344"/>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82" name="Rectangle 505"/>
              <p:cNvSpPr>
                <a:spLocks noChangeArrowheads="1"/>
              </p:cNvSpPr>
              <p:nvPr/>
            </p:nvSpPr>
            <p:spPr bwMode="auto">
              <a:xfrm>
                <a:off x="38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83" name="Rectangle 506"/>
              <p:cNvSpPr>
                <a:spLocks noChangeArrowheads="1"/>
              </p:cNvSpPr>
              <p:nvPr/>
            </p:nvSpPr>
            <p:spPr bwMode="auto">
              <a:xfrm>
                <a:off x="39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84" name="Rectangle 507"/>
              <p:cNvSpPr>
                <a:spLocks noChangeArrowheads="1"/>
              </p:cNvSpPr>
              <p:nvPr/>
            </p:nvSpPr>
            <p:spPr bwMode="auto">
              <a:xfrm>
                <a:off x="40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85" name="Rectangle 508"/>
              <p:cNvSpPr>
                <a:spLocks noChangeArrowheads="1"/>
              </p:cNvSpPr>
              <p:nvPr/>
            </p:nvSpPr>
            <p:spPr bwMode="auto">
              <a:xfrm>
                <a:off x="41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86" name="Rectangle 509"/>
              <p:cNvSpPr>
                <a:spLocks noChangeArrowheads="1"/>
              </p:cNvSpPr>
              <p:nvPr/>
            </p:nvSpPr>
            <p:spPr bwMode="auto">
              <a:xfrm>
                <a:off x="4288"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87" name="Rectangle 510"/>
              <p:cNvSpPr>
                <a:spLocks noChangeArrowheads="1"/>
              </p:cNvSpPr>
              <p:nvPr/>
            </p:nvSpPr>
            <p:spPr bwMode="auto">
              <a:xfrm>
                <a:off x="4388"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88" name="Rectangle 511"/>
              <p:cNvSpPr>
                <a:spLocks noChangeArrowheads="1"/>
              </p:cNvSpPr>
              <p:nvPr/>
            </p:nvSpPr>
            <p:spPr bwMode="auto">
              <a:xfrm>
                <a:off x="3785"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89" name="Rectangle 512"/>
              <p:cNvSpPr>
                <a:spLocks noChangeArrowheads="1"/>
              </p:cNvSpPr>
              <p:nvPr/>
            </p:nvSpPr>
            <p:spPr bwMode="auto">
              <a:xfrm>
                <a:off x="38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90" name="Rectangle 513"/>
              <p:cNvSpPr>
                <a:spLocks noChangeArrowheads="1"/>
              </p:cNvSpPr>
              <p:nvPr/>
            </p:nvSpPr>
            <p:spPr bwMode="auto">
              <a:xfrm>
                <a:off x="39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91" name="Rectangle 514"/>
              <p:cNvSpPr>
                <a:spLocks noChangeArrowheads="1"/>
              </p:cNvSpPr>
              <p:nvPr/>
            </p:nvSpPr>
            <p:spPr bwMode="auto">
              <a:xfrm>
                <a:off x="40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92" name="Rectangle 515"/>
              <p:cNvSpPr>
                <a:spLocks noChangeArrowheads="1"/>
              </p:cNvSpPr>
              <p:nvPr/>
            </p:nvSpPr>
            <p:spPr bwMode="auto">
              <a:xfrm>
                <a:off x="41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93" name="Rectangle 516"/>
              <p:cNvSpPr>
                <a:spLocks noChangeArrowheads="1"/>
              </p:cNvSpPr>
              <p:nvPr/>
            </p:nvSpPr>
            <p:spPr bwMode="auto">
              <a:xfrm>
                <a:off x="4288"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94" name="Rectangle 517"/>
              <p:cNvSpPr>
                <a:spLocks noChangeArrowheads="1"/>
              </p:cNvSpPr>
              <p:nvPr/>
            </p:nvSpPr>
            <p:spPr bwMode="auto">
              <a:xfrm>
                <a:off x="4388"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95" name="Rectangle 518"/>
              <p:cNvSpPr>
                <a:spLocks noChangeArrowheads="1"/>
              </p:cNvSpPr>
              <p:nvPr/>
            </p:nvSpPr>
            <p:spPr bwMode="auto">
              <a:xfrm>
                <a:off x="3785"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96" name="Rectangle 519"/>
              <p:cNvSpPr>
                <a:spLocks noChangeArrowheads="1"/>
              </p:cNvSpPr>
              <p:nvPr/>
            </p:nvSpPr>
            <p:spPr bwMode="auto">
              <a:xfrm>
                <a:off x="3886"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97" name="Rectangle 520"/>
              <p:cNvSpPr>
                <a:spLocks noChangeArrowheads="1"/>
              </p:cNvSpPr>
              <p:nvPr/>
            </p:nvSpPr>
            <p:spPr bwMode="auto">
              <a:xfrm>
                <a:off x="3986"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98" name="Rectangle 521"/>
              <p:cNvSpPr>
                <a:spLocks noChangeArrowheads="1"/>
              </p:cNvSpPr>
              <p:nvPr/>
            </p:nvSpPr>
            <p:spPr bwMode="auto">
              <a:xfrm>
                <a:off x="4087"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499" name="Rectangle 522"/>
              <p:cNvSpPr>
                <a:spLocks noChangeArrowheads="1"/>
              </p:cNvSpPr>
              <p:nvPr/>
            </p:nvSpPr>
            <p:spPr bwMode="auto">
              <a:xfrm>
                <a:off x="4187"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00" name="Rectangle 523"/>
              <p:cNvSpPr>
                <a:spLocks noChangeArrowheads="1"/>
              </p:cNvSpPr>
              <p:nvPr/>
            </p:nvSpPr>
            <p:spPr bwMode="auto">
              <a:xfrm>
                <a:off x="4288"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01" name="Rectangle 524"/>
              <p:cNvSpPr>
                <a:spLocks noChangeArrowheads="1"/>
              </p:cNvSpPr>
              <p:nvPr/>
            </p:nvSpPr>
            <p:spPr bwMode="auto">
              <a:xfrm>
                <a:off x="4388"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02" name="Rectangle 525"/>
              <p:cNvSpPr>
                <a:spLocks noChangeArrowheads="1"/>
              </p:cNvSpPr>
              <p:nvPr/>
            </p:nvSpPr>
            <p:spPr bwMode="auto">
              <a:xfrm>
                <a:off x="3785" y="2597"/>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71" name="Rectangle 526"/>
              <p:cNvSpPr>
                <a:spLocks noChangeArrowheads="1"/>
              </p:cNvSpPr>
              <p:nvPr/>
            </p:nvSpPr>
            <p:spPr bwMode="auto">
              <a:xfrm>
                <a:off x="3901"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3972" name="Rectangle 527"/>
              <p:cNvSpPr>
                <a:spLocks noChangeArrowheads="1"/>
              </p:cNvSpPr>
              <p:nvPr/>
            </p:nvSpPr>
            <p:spPr bwMode="auto">
              <a:xfrm>
                <a:off x="4002"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3973" name="Rectangle 528"/>
              <p:cNvSpPr>
                <a:spLocks noChangeArrowheads="1"/>
              </p:cNvSpPr>
              <p:nvPr/>
            </p:nvSpPr>
            <p:spPr bwMode="auto">
              <a:xfrm>
                <a:off x="4102"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3974" name="Rectangle 529"/>
              <p:cNvSpPr>
                <a:spLocks noChangeArrowheads="1"/>
              </p:cNvSpPr>
              <p:nvPr/>
            </p:nvSpPr>
            <p:spPr bwMode="auto">
              <a:xfrm>
                <a:off x="4203"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3975" name="Rectangle 530"/>
              <p:cNvSpPr>
                <a:spLocks noChangeArrowheads="1"/>
              </p:cNvSpPr>
              <p:nvPr/>
            </p:nvSpPr>
            <p:spPr bwMode="auto">
              <a:xfrm>
                <a:off x="4303"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3976" name="Rectangle 531"/>
              <p:cNvSpPr>
                <a:spLocks noChangeArrowheads="1"/>
              </p:cNvSpPr>
              <p:nvPr/>
            </p:nvSpPr>
            <p:spPr bwMode="auto">
              <a:xfrm>
                <a:off x="4404"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dirty="0" smtClean="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grpSp>
        <p:grpSp>
          <p:nvGrpSpPr>
            <p:cNvPr id="3977" name="Group 535"/>
            <p:cNvGrpSpPr>
              <a:grpSpLocks noChangeAspect="1"/>
            </p:cNvGrpSpPr>
            <p:nvPr/>
          </p:nvGrpSpPr>
          <p:grpSpPr bwMode="auto">
            <a:xfrm rot="15262718">
              <a:off x="3334314" y="4034827"/>
              <a:ext cx="1117600" cy="998538"/>
              <a:chOff x="3765" y="2066"/>
              <a:chExt cx="704" cy="629"/>
            </a:xfrm>
          </p:grpSpPr>
          <p:sp>
            <p:nvSpPr>
              <p:cNvPr id="3978" name="AutoShape 534"/>
              <p:cNvSpPr>
                <a:spLocks noChangeAspect="1" noChangeArrowheads="1" noTextEdit="1"/>
              </p:cNvSpPr>
              <p:nvPr/>
            </p:nvSpPr>
            <p:spPr bwMode="auto">
              <a:xfrm>
                <a:off x="3765" y="2066"/>
                <a:ext cx="704" cy="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3979" name="Rectangle 536"/>
              <p:cNvSpPr>
                <a:spLocks noChangeArrowheads="1"/>
              </p:cNvSpPr>
              <p:nvPr/>
            </p:nvSpPr>
            <p:spPr bwMode="auto">
              <a:xfrm>
                <a:off x="3785"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80" name="Rectangle 537"/>
              <p:cNvSpPr>
                <a:spLocks noChangeArrowheads="1"/>
              </p:cNvSpPr>
              <p:nvPr/>
            </p:nvSpPr>
            <p:spPr bwMode="auto">
              <a:xfrm>
                <a:off x="3893"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81" name="Rectangle 538"/>
              <p:cNvSpPr>
                <a:spLocks noChangeArrowheads="1"/>
              </p:cNvSpPr>
              <p:nvPr/>
            </p:nvSpPr>
            <p:spPr bwMode="auto">
              <a:xfrm>
                <a:off x="3984"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82" name="Rectangle 539"/>
              <p:cNvSpPr>
                <a:spLocks noChangeArrowheads="1"/>
              </p:cNvSpPr>
              <p:nvPr/>
            </p:nvSpPr>
            <p:spPr bwMode="auto">
              <a:xfrm>
                <a:off x="4094"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83" name="Rectangle 540"/>
              <p:cNvSpPr>
                <a:spLocks noChangeArrowheads="1"/>
              </p:cNvSpPr>
              <p:nvPr/>
            </p:nvSpPr>
            <p:spPr bwMode="auto">
              <a:xfrm>
                <a:off x="4196" y="2078"/>
                <a:ext cx="7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84" name="Rectangle 541"/>
              <p:cNvSpPr>
                <a:spLocks noChangeArrowheads="1"/>
              </p:cNvSpPr>
              <p:nvPr/>
            </p:nvSpPr>
            <p:spPr bwMode="auto">
              <a:xfrm>
                <a:off x="4295"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85" name="Rectangle 542"/>
              <p:cNvSpPr>
                <a:spLocks noChangeArrowheads="1"/>
              </p:cNvSpPr>
              <p:nvPr/>
            </p:nvSpPr>
            <p:spPr bwMode="auto">
              <a:xfrm>
                <a:off x="4396"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86" name="Rectangle 543"/>
              <p:cNvSpPr>
                <a:spLocks noChangeArrowheads="1"/>
              </p:cNvSpPr>
              <p:nvPr/>
            </p:nvSpPr>
            <p:spPr bwMode="auto">
              <a:xfrm>
                <a:off x="3785"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87" name="Rectangle 544"/>
              <p:cNvSpPr>
                <a:spLocks noChangeArrowheads="1"/>
              </p:cNvSpPr>
              <p:nvPr/>
            </p:nvSpPr>
            <p:spPr bwMode="auto">
              <a:xfrm>
                <a:off x="3901" y="2176"/>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88" name="Rectangle 545"/>
              <p:cNvSpPr>
                <a:spLocks noChangeArrowheads="1"/>
              </p:cNvSpPr>
              <p:nvPr/>
            </p:nvSpPr>
            <p:spPr bwMode="auto">
              <a:xfrm>
                <a:off x="4002" y="2176"/>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89" name="Rectangle 546"/>
              <p:cNvSpPr>
                <a:spLocks noChangeArrowheads="1"/>
              </p:cNvSpPr>
              <p:nvPr/>
            </p:nvSpPr>
            <p:spPr bwMode="auto">
              <a:xfrm>
                <a:off x="4102" y="2176"/>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90" name="Rectangle 547"/>
              <p:cNvSpPr>
                <a:spLocks noChangeArrowheads="1"/>
              </p:cNvSpPr>
              <p:nvPr/>
            </p:nvSpPr>
            <p:spPr bwMode="auto">
              <a:xfrm>
                <a:off x="4203" y="2176"/>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91" name="Rectangle 548"/>
              <p:cNvSpPr>
                <a:spLocks noChangeArrowheads="1"/>
              </p:cNvSpPr>
              <p:nvPr/>
            </p:nvSpPr>
            <p:spPr bwMode="auto">
              <a:xfrm>
                <a:off x="4303" y="2176"/>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92" name="Rectangle 549"/>
              <p:cNvSpPr>
                <a:spLocks noChangeArrowheads="1"/>
              </p:cNvSpPr>
              <p:nvPr/>
            </p:nvSpPr>
            <p:spPr bwMode="auto">
              <a:xfrm>
                <a:off x="4404" y="2176"/>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93" name="Rectangle 550"/>
              <p:cNvSpPr>
                <a:spLocks noChangeArrowheads="1"/>
              </p:cNvSpPr>
              <p:nvPr/>
            </p:nvSpPr>
            <p:spPr bwMode="auto">
              <a:xfrm>
                <a:off x="3801"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94" name="Rectangle 551"/>
              <p:cNvSpPr>
                <a:spLocks noChangeArrowheads="1"/>
              </p:cNvSpPr>
              <p:nvPr/>
            </p:nvSpPr>
            <p:spPr bwMode="auto">
              <a:xfrm>
                <a:off x="3901"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95" name="Rectangle 552"/>
              <p:cNvSpPr>
                <a:spLocks noChangeArrowheads="1"/>
              </p:cNvSpPr>
              <p:nvPr/>
            </p:nvSpPr>
            <p:spPr bwMode="auto">
              <a:xfrm>
                <a:off x="4002"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96" name="Rectangle 553"/>
              <p:cNvSpPr>
                <a:spLocks noChangeArrowheads="1"/>
              </p:cNvSpPr>
              <p:nvPr/>
            </p:nvSpPr>
            <p:spPr bwMode="auto">
              <a:xfrm>
                <a:off x="4087"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97" name="Rectangle 554"/>
              <p:cNvSpPr>
                <a:spLocks noChangeArrowheads="1"/>
              </p:cNvSpPr>
              <p:nvPr/>
            </p:nvSpPr>
            <p:spPr bwMode="auto">
              <a:xfrm>
                <a:off x="4187"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98" name="Rectangle 555"/>
              <p:cNvSpPr>
                <a:spLocks noChangeArrowheads="1"/>
              </p:cNvSpPr>
              <p:nvPr/>
            </p:nvSpPr>
            <p:spPr bwMode="auto">
              <a:xfrm>
                <a:off x="4288" y="226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3999" name="Rectangle 556"/>
              <p:cNvSpPr>
                <a:spLocks noChangeArrowheads="1"/>
              </p:cNvSpPr>
              <p:nvPr/>
            </p:nvSpPr>
            <p:spPr bwMode="auto">
              <a:xfrm>
                <a:off x="4388"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36" name="Rectangle 557"/>
              <p:cNvSpPr>
                <a:spLocks noChangeArrowheads="1"/>
              </p:cNvSpPr>
              <p:nvPr/>
            </p:nvSpPr>
            <p:spPr bwMode="auto">
              <a:xfrm>
                <a:off x="3785"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37" name="Rectangle 558"/>
              <p:cNvSpPr>
                <a:spLocks noChangeArrowheads="1"/>
              </p:cNvSpPr>
              <p:nvPr/>
            </p:nvSpPr>
            <p:spPr bwMode="auto">
              <a:xfrm>
                <a:off x="38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38" name="Rectangle 559"/>
              <p:cNvSpPr>
                <a:spLocks noChangeArrowheads="1"/>
              </p:cNvSpPr>
              <p:nvPr/>
            </p:nvSpPr>
            <p:spPr bwMode="auto">
              <a:xfrm>
                <a:off x="39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39" name="Rectangle 560"/>
              <p:cNvSpPr>
                <a:spLocks noChangeArrowheads="1"/>
              </p:cNvSpPr>
              <p:nvPr/>
            </p:nvSpPr>
            <p:spPr bwMode="auto">
              <a:xfrm>
                <a:off x="40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40" name="Rectangle 561"/>
              <p:cNvSpPr>
                <a:spLocks noChangeArrowheads="1"/>
              </p:cNvSpPr>
              <p:nvPr/>
            </p:nvSpPr>
            <p:spPr bwMode="auto">
              <a:xfrm>
                <a:off x="41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41" name="Rectangle 562"/>
              <p:cNvSpPr>
                <a:spLocks noChangeArrowheads="1"/>
              </p:cNvSpPr>
              <p:nvPr/>
            </p:nvSpPr>
            <p:spPr bwMode="auto">
              <a:xfrm>
                <a:off x="4288" y="2344"/>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42" name="Rectangle 563"/>
              <p:cNvSpPr>
                <a:spLocks noChangeArrowheads="1"/>
              </p:cNvSpPr>
              <p:nvPr/>
            </p:nvSpPr>
            <p:spPr bwMode="auto">
              <a:xfrm>
                <a:off x="4388"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43" name="Rectangle 564"/>
              <p:cNvSpPr>
                <a:spLocks noChangeArrowheads="1"/>
              </p:cNvSpPr>
              <p:nvPr/>
            </p:nvSpPr>
            <p:spPr bwMode="auto">
              <a:xfrm>
                <a:off x="3785"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44" name="Rectangle 565"/>
              <p:cNvSpPr>
                <a:spLocks noChangeArrowheads="1"/>
              </p:cNvSpPr>
              <p:nvPr/>
            </p:nvSpPr>
            <p:spPr bwMode="auto">
              <a:xfrm>
                <a:off x="38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45" name="Rectangle 566"/>
              <p:cNvSpPr>
                <a:spLocks noChangeArrowheads="1"/>
              </p:cNvSpPr>
              <p:nvPr/>
            </p:nvSpPr>
            <p:spPr bwMode="auto">
              <a:xfrm>
                <a:off x="39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46" name="Rectangle 567"/>
              <p:cNvSpPr>
                <a:spLocks noChangeArrowheads="1"/>
              </p:cNvSpPr>
              <p:nvPr/>
            </p:nvSpPr>
            <p:spPr bwMode="auto">
              <a:xfrm>
                <a:off x="40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47" name="Rectangle 568"/>
              <p:cNvSpPr>
                <a:spLocks noChangeArrowheads="1"/>
              </p:cNvSpPr>
              <p:nvPr/>
            </p:nvSpPr>
            <p:spPr bwMode="auto">
              <a:xfrm>
                <a:off x="41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48" name="Rectangle 569"/>
              <p:cNvSpPr>
                <a:spLocks noChangeArrowheads="1"/>
              </p:cNvSpPr>
              <p:nvPr/>
            </p:nvSpPr>
            <p:spPr bwMode="auto">
              <a:xfrm>
                <a:off x="4288" y="2428"/>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49" name="Rectangle 570"/>
              <p:cNvSpPr>
                <a:spLocks noChangeArrowheads="1"/>
              </p:cNvSpPr>
              <p:nvPr/>
            </p:nvSpPr>
            <p:spPr bwMode="auto">
              <a:xfrm>
                <a:off x="4388"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50" name="Rectangle 571"/>
              <p:cNvSpPr>
                <a:spLocks noChangeArrowheads="1"/>
              </p:cNvSpPr>
              <p:nvPr/>
            </p:nvSpPr>
            <p:spPr bwMode="auto">
              <a:xfrm>
                <a:off x="3785"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51" name="Rectangle 572"/>
              <p:cNvSpPr>
                <a:spLocks noChangeArrowheads="1"/>
              </p:cNvSpPr>
              <p:nvPr/>
            </p:nvSpPr>
            <p:spPr bwMode="auto">
              <a:xfrm>
                <a:off x="3886"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52" name="Rectangle 573"/>
              <p:cNvSpPr>
                <a:spLocks noChangeArrowheads="1"/>
              </p:cNvSpPr>
              <p:nvPr/>
            </p:nvSpPr>
            <p:spPr bwMode="auto">
              <a:xfrm>
                <a:off x="3986"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53" name="Rectangle 574"/>
              <p:cNvSpPr>
                <a:spLocks noChangeArrowheads="1"/>
              </p:cNvSpPr>
              <p:nvPr/>
            </p:nvSpPr>
            <p:spPr bwMode="auto">
              <a:xfrm>
                <a:off x="4087"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54" name="Rectangle 575"/>
              <p:cNvSpPr>
                <a:spLocks noChangeArrowheads="1"/>
              </p:cNvSpPr>
              <p:nvPr/>
            </p:nvSpPr>
            <p:spPr bwMode="auto">
              <a:xfrm>
                <a:off x="4203" y="2513"/>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55" name="Rectangle 576"/>
              <p:cNvSpPr>
                <a:spLocks noChangeArrowheads="1"/>
              </p:cNvSpPr>
              <p:nvPr/>
            </p:nvSpPr>
            <p:spPr bwMode="auto">
              <a:xfrm>
                <a:off x="4303" y="2513"/>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57" name="Rectangle 577"/>
              <p:cNvSpPr>
                <a:spLocks noChangeArrowheads="1"/>
              </p:cNvSpPr>
              <p:nvPr/>
            </p:nvSpPr>
            <p:spPr bwMode="auto">
              <a:xfrm>
                <a:off x="4404" y="2513"/>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58" name="Rectangle 578"/>
              <p:cNvSpPr>
                <a:spLocks noChangeArrowheads="1"/>
              </p:cNvSpPr>
              <p:nvPr/>
            </p:nvSpPr>
            <p:spPr bwMode="auto">
              <a:xfrm>
                <a:off x="3801"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59" name="Rectangle 579"/>
              <p:cNvSpPr>
                <a:spLocks noChangeArrowheads="1"/>
              </p:cNvSpPr>
              <p:nvPr/>
            </p:nvSpPr>
            <p:spPr bwMode="auto">
              <a:xfrm>
                <a:off x="3901"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60" name="Rectangle 580"/>
              <p:cNvSpPr>
                <a:spLocks noChangeArrowheads="1"/>
              </p:cNvSpPr>
              <p:nvPr/>
            </p:nvSpPr>
            <p:spPr bwMode="auto">
              <a:xfrm>
                <a:off x="4002"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61" name="Rectangle 581"/>
              <p:cNvSpPr>
                <a:spLocks noChangeArrowheads="1"/>
              </p:cNvSpPr>
              <p:nvPr/>
            </p:nvSpPr>
            <p:spPr bwMode="auto">
              <a:xfrm>
                <a:off x="4102"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62" name="Rectangle 582"/>
              <p:cNvSpPr>
                <a:spLocks noChangeArrowheads="1"/>
              </p:cNvSpPr>
              <p:nvPr/>
            </p:nvSpPr>
            <p:spPr bwMode="auto">
              <a:xfrm>
                <a:off x="4203"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63" name="Rectangle 583"/>
              <p:cNvSpPr>
                <a:spLocks noChangeArrowheads="1"/>
              </p:cNvSpPr>
              <p:nvPr/>
            </p:nvSpPr>
            <p:spPr bwMode="auto">
              <a:xfrm>
                <a:off x="4303"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564" name="Rectangle 584"/>
              <p:cNvSpPr>
                <a:spLocks noChangeArrowheads="1"/>
              </p:cNvSpPr>
              <p:nvPr/>
            </p:nvSpPr>
            <p:spPr bwMode="auto">
              <a:xfrm>
                <a:off x="4388" y="2597"/>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C7DC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grpSp>
        <p:grpSp>
          <p:nvGrpSpPr>
            <p:cNvPr id="1565" name="Group 588"/>
            <p:cNvGrpSpPr>
              <a:grpSpLocks noChangeAspect="1"/>
            </p:cNvGrpSpPr>
            <p:nvPr/>
          </p:nvGrpSpPr>
          <p:grpSpPr bwMode="auto">
            <a:xfrm rot="16992025">
              <a:off x="3339623" y="2629532"/>
              <a:ext cx="1117600" cy="998538"/>
              <a:chOff x="3765" y="2066"/>
              <a:chExt cx="704" cy="629"/>
            </a:xfrm>
          </p:grpSpPr>
          <p:sp>
            <p:nvSpPr>
              <p:cNvPr id="1566" name="AutoShape 587"/>
              <p:cNvSpPr>
                <a:spLocks noChangeAspect="1" noChangeArrowheads="1" noTextEdit="1"/>
              </p:cNvSpPr>
              <p:nvPr/>
            </p:nvSpPr>
            <p:spPr bwMode="auto">
              <a:xfrm>
                <a:off x="3765" y="2066"/>
                <a:ext cx="704" cy="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1567" name="Rectangle 589"/>
              <p:cNvSpPr>
                <a:spLocks noChangeArrowheads="1"/>
              </p:cNvSpPr>
              <p:nvPr/>
            </p:nvSpPr>
            <p:spPr bwMode="auto">
              <a:xfrm>
                <a:off x="3785" y="2078"/>
                <a:ext cx="108"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00" name="Rectangle 590"/>
              <p:cNvSpPr>
                <a:spLocks noChangeArrowheads="1"/>
              </p:cNvSpPr>
              <p:nvPr/>
            </p:nvSpPr>
            <p:spPr bwMode="auto">
              <a:xfrm>
                <a:off x="3893" y="2078"/>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01" name="Rectangle 591"/>
              <p:cNvSpPr>
                <a:spLocks noChangeArrowheads="1"/>
              </p:cNvSpPr>
              <p:nvPr/>
            </p:nvSpPr>
            <p:spPr bwMode="auto">
              <a:xfrm>
                <a:off x="3984" y="2078"/>
                <a:ext cx="11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02" name="Rectangle 592"/>
              <p:cNvSpPr>
                <a:spLocks noChangeArrowheads="1"/>
              </p:cNvSpPr>
              <p:nvPr/>
            </p:nvSpPr>
            <p:spPr bwMode="auto">
              <a:xfrm>
                <a:off x="4094" y="2078"/>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03" name="Rectangle 593"/>
              <p:cNvSpPr>
                <a:spLocks noChangeArrowheads="1"/>
              </p:cNvSpPr>
              <p:nvPr/>
            </p:nvSpPr>
            <p:spPr bwMode="auto">
              <a:xfrm>
                <a:off x="4196" y="2078"/>
                <a:ext cx="87"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04" name="Rectangle 594"/>
              <p:cNvSpPr>
                <a:spLocks noChangeArrowheads="1"/>
              </p:cNvSpPr>
              <p:nvPr/>
            </p:nvSpPr>
            <p:spPr bwMode="auto">
              <a:xfrm>
                <a:off x="4295" y="2078"/>
                <a:ext cx="92"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05" name="Rectangle 595"/>
              <p:cNvSpPr>
                <a:spLocks noChangeArrowheads="1"/>
              </p:cNvSpPr>
              <p:nvPr/>
            </p:nvSpPr>
            <p:spPr bwMode="auto">
              <a:xfrm>
                <a:off x="4396" y="2078"/>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06" name="Rectangle 596"/>
              <p:cNvSpPr>
                <a:spLocks noChangeArrowheads="1"/>
              </p:cNvSpPr>
              <p:nvPr/>
            </p:nvSpPr>
            <p:spPr bwMode="auto">
              <a:xfrm>
                <a:off x="3785" y="217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dirty="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607" name="Rectangle 597"/>
              <p:cNvSpPr>
                <a:spLocks noChangeArrowheads="1"/>
              </p:cNvSpPr>
              <p:nvPr/>
            </p:nvSpPr>
            <p:spPr bwMode="auto">
              <a:xfrm>
                <a:off x="3886" y="217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608" name="Rectangle 598"/>
              <p:cNvSpPr>
                <a:spLocks noChangeArrowheads="1"/>
              </p:cNvSpPr>
              <p:nvPr/>
            </p:nvSpPr>
            <p:spPr bwMode="auto">
              <a:xfrm>
                <a:off x="3986" y="217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610" name="Rectangle 599"/>
              <p:cNvSpPr>
                <a:spLocks noChangeArrowheads="1"/>
              </p:cNvSpPr>
              <p:nvPr/>
            </p:nvSpPr>
            <p:spPr bwMode="auto">
              <a:xfrm>
                <a:off x="4087" y="217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611" name="Rectangle 600"/>
              <p:cNvSpPr>
                <a:spLocks noChangeArrowheads="1"/>
              </p:cNvSpPr>
              <p:nvPr/>
            </p:nvSpPr>
            <p:spPr bwMode="auto">
              <a:xfrm>
                <a:off x="4203" y="2175"/>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12" name="Rectangle 601"/>
              <p:cNvSpPr>
                <a:spLocks noChangeArrowheads="1"/>
              </p:cNvSpPr>
              <p:nvPr/>
            </p:nvSpPr>
            <p:spPr bwMode="auto">
              <a:xfrm>
                <a:off x="4303" y="2175"/>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13" name="Rectangle 602"/>
              <p:cNvSpPr>
                <a:spLocks noChangeArrowheads="1"/>
              </p:cNvSpPr>
              <p:nvPr/>
            </p:nvSpPr>
            <p:spPr bwMode="auto">
              <a:xfrm>
                <a:off x="4404" y="2175"/>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14" name="Rectangle 603"/>
              <p:cNvSpPr>
                <a:spLocks noChangeArrowheads="1"/>
              </p:cNvSpPr>
              <p:nvPr/>
            </p:nvSpPr>
            <p:spPr bwMode="auto">
              <a:xfrm>
                <a:off x="3801" y="226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15" name="Rectangle 604"/>
              <p:cNvSpPr>
                <a:spLocks noChangeArrowheads="1"/>
              </p:cNvSpPr>
              <p:nvPr/>
            </p:nvSpPr>
            <p:spPr bwMode="auto">
              <a:xfrm>
                <a:off x="3901" y="226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16" name="Rectangle 605"/>
              <p:cNvSpPr>
                <a:spLocks noChangeArrowheads="1"/>
              </p:cNvSpPr>
              <p:nvPr/>
            </p:nvSpPr>
            <p:spPr bwMode="auto">
              <a:xfrm>
                <a:off x="4002" y="226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17" name="Rectangle 606"/>
              <p:cNvSpPr>
                <a:spLocks noChangeArrowheads="1"/>
              </p:cNvSpPr>
              <p:nvPr/>
            </p:nvSpPr>
            <p:spPr bwMode="auto">
              <a:xfrm>
                <a:off x="4102" y="226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18" name="Rectangle 607"/>
              <p:cNvSpPr>
                <a:spLocks noChangeArrowheads="1"/>
              </p:cNvSpPr>
              <p:nvPr/>
            </p:nvSpPr>
            <p:spPr bwMode="auto">
              <a:xfrm>
                <a:off x="4203" y="226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19" name="Rectangle 608"/>
              <p:cNvSpPr>
                <a:spLocks noChangeArrowheads="1"/>
              </p:cNvSpPr>
              <p:nvPr/>
            </p:nvSpPr>
            <p:spPr bwMode="auto">
              <a:xfrm>
                <a:off x="4303" y="226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20" name="Rectangle 609"/>
              <p:cNvSpPr>
                <a:spLocks noChangeArrowheads="1"/>
              </p:cNvSpPr>
              <p:nvPr/>
            </p:nvSpPr>
            <p:spPr bwMode="auto">
              <a:xfrm>
                <a:off x="4388" y="2260"/>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21" name="Rectangle 610"/>
              <p:cNvSpPr>
                <a:spLocks noChangeArrowheads="1"/>
              </p:cNvSpPr>
              <p:nvPr/>
            </p:nvSpPr>
            <p:spPr bwMode="auto">
              <a:xfrm>
                <a:off x="3785"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22" name="Rectangle 611"/>
              <p:cNvSpPr>
                <a:spLocks noChangeArrowheads="1"/>
              </p:cNvSpPr>
              <p:nvPr/>
            </p:nvSpPr>
            <p:spPr bwMode="auto">
              <a:xfrm>
                <a:off x="38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23" name="Rectangle 612"/>
              <p:cNvSpPr>
                <a:spLocks noChangeArrowheads="1"/>
              </p:cNvSpPr>
              <p:nvPr/>
            </p:nvSpPr>
            <p:spPr bwMode="auto">
              <a:xfrm>
                <a:off x="39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24" name="Rectangle 613"/>
              <p:cNvSpPr>
                <a:spLocks noChangeArrowheads="1"/>
              </p:cNvSpPr>
              <p:nvPr/>
            </p:nvSpPr>
            <p:spPr bwMode="auto">
              <a:xfrm>
                <a:off x="40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25" name="Rectangle 614"/>
              <p:cNvSpPr>
                <a:spLocks noChangeArrowheads="1"/>
              </p:cNvSpPr>
              <p:nvPr/>
            </p:nvSpPr>
            <p:spPr bwMode="auto">
              <a:xfrm>
                <a:off x="41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26" name="Rectangle 615"/>
              <p:cNvSpPr>
                <a:spLocks noChangeArrowheads="1"/>
              </p:cNvSpPr>
              <p:nvPr/>
            </p:nvSpPr>
            <p:spPr bwMode="auto">
              <a:xfrm>
                <a:off x="4288" y="2344"/>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27" name="Rectangle 616"/>
              <p:cNvSpPr>
                <a:spLocks noChangeArrowheads="1"/>
              </p:cNvSpPr>
              <p:nvPr/>
            </p:nvSpPr>
            <p:spPr bwMode="auto">
              <a:xfrm>
                <a:off x="4388"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28" name="Rectangle 617"/>
              <p:cNvSpPr>
                <a:spLocks noChangeArrowheads="1"/>
              </p:cNvSpPr>
              <p:nvPr/>
            </p:nvSpPr>
            <p:spPr bwMode="auto">
              <a:xfrm>
                <a:off x="3785"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29" name="Rectangle 618"/>
              <p:cNvSpPr>
                <a:spLocks noChangeArrowheads="1"/>
              </p:cNvSpPr>
              <p:nvPr/>
            </p:nvSpPr>
            <p:spPr bwMode="auto">
              <a:xfrm>
                <a:off x="38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30" name="Rectangle 619"/>
              <p:cNvSpPr>
                <a:spLocks noChangeArrowheads="1"/>
              </p:cNvSpPr>
              <p:nvPr/>
            </p:nvSpPr>
            <p:spPr bwMode="auto">
              <a:xfrm>
                <a:off x="39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31" name="Rectangle 620"/>
              <p:cNvSpPr>
                <a:spLocks noChangeArrowheads="1"/>
              </p:cNvSpPr>
              <p:nvPr/>
            </p:nvSpPr>
            <p:spPr bwMode="auto">
              <a:xfrm>
                <a:off x="40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76" name="Rectangle 621"/>
              <p:cNvSpPr>
                <a:spLocks noChangeArrowheads="1"/>
              </p:cNvSpPr>
              <p:nvPr/>
            </p:nvSpPr>
            <p:spPr bwMode="auto">
              <a:xfrm>
                <a:off x="41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77" name="Rectangle 622"/>
              <p:cNvSpPr>
                <a:spLocks noChangeArrowheads="1"/>
              </p:cNvSpPr>
              <p:nvPr/>
            </p:nvSpPr>
            <p:spPr bwMode="auto">
              <a:xfrm>
                <a:off x="4288" y="2428"/>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78" name="Rectangle 623"/>
              <p:cNvSpPr>
                <a:spLocks noChangeArrowheads="1"/>
              </p:cNvSpPr>
              <p:nvPr/>
            </p:nvSpPr>
            <p:spPr bwMode="auto">
              <a:xfrm>
                <a:off x="4388"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79" name="Rectangle 624"/>
              <p:cNvSpPr>
                <a:spLocks noChangeArrowheads="1"/>
              </p:cNvSpPr>
              <p:nvPr/>
            </p:nvSpPr>
            <p:spPr bwMode="auto">
              <a:xfrm>
                <a:off x="3785" y="251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80" name="Rectangle 625"/>
              <p:cNvSpPr>
                <a:spLocks noChangeArrowheads="1"/>
              </p:cNvSpPr>
              <p:nvPr/>
            </p:nvSpPr>
            <p:spPr bwMode="auto">
              <a:xfrm>
                <a:off x="3886" y="251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81" name="Rectangle 626"/>
              <p:cNvSpPr>
                <a:spLocks noChangeArrowheads="1"/>
              </p:cNvSpPr>
              <p:nvPr/>
            </p:nvSpPr>
            <p:spPr bwMode="auto">
              <a:xfrm>
                <a:off x="3986" y="251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82" name="Rectangle 627"/>
              <p:cNvSpPr>
                <a:spLocks noChangeArrowheads="1"/>
              </p:cNvSpPr>
              <p:nvPr/>
            </p:nvSpPr>
            <p:spPr bwMode="auto">
              <a:xfrm>
                <a:off x="4087" y="251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83" name="Rectangle 628"/>
              <p:cNvSpPr>
                <a:spLocks noChangeArrowheads="1"/>
              </p:cNvSpPr>
              <p:nvPr/>
            </p:nvSpPr>
            <p:spPr bwMode="auto">
              <a:xfrm>
                <a:off x="4187" y="251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84" name="Rectangle 629"/>
              <p:cNvSpPr>
                <a:spLocks noChangeArrowheads="1"/>
              </p:cNvSpPr>
              <p:nvPr/>
            </p:nvSpPr>
            <p:spPr bwMode="auto">
              <a:xfrm>
                <a:off x="4288" y="2512"/>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85" name="Rectangle 630"/>
              <p:cNvSpPr>
                <a:spLocks noChangeArrowheads="1"/>
              </p:cNvSpPr>
              <p:nvPr/>
            </p:nvSpPr>
            <p:spPr bwMode="auto">
              <a:xfrm>
                <a:off x="4404" y="2512"/>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5386" name="Rectangle 631"/>
              <p:cNvSpPr>
                <a:spLocks noChangeArrowheads="1"/>
              </p:cNvSpPr>
              <p:nvPr/>
            </p:nvSpPr>
            <p:spPr bwMode="auto">
              <a:xfrm>
                <a:off x="3801" y="259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5387" name="Rectangle 632"/>
              <p:cNvSpPr>
                <a:spLocks noChangeArrowheads="1"/>
              </p:cNvSpPr>
              <p:nvPr/>
            </p:nvSpPr>
            <p:spPr bwMode="auto">
              <a:xfrm>
                <a:off x="3901" y="2597"/>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5388" name="Rectangle 633"/>
              <p:cNvSpPr>
                <a:spLocks noChangeArrowheads="1"/>
              </p:cNvSpPr>
              <p:nvPr/>
            </p:nvSpPr>
            <p:spPr bwMode="auto">
              <a:xfrm>
                <a:off x="4002" y="259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5389" name="Rectangle 634"/>
              <p:cNvSpPr>
                <a:spLocks noChangeArrowheads="1"/>
              </p:cNvSpPr>
              <p:nvPr/>
            </p:nvSpPr>
            <p:spPr bwMode="auto">
              <a:xfrm>
                <a:off x="4102" y="2597"/>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5390" name="Rectangle 635"/>
              <p:cNvSpPr>
                <a:spLocks noChangeArrowheads="1"/>
              </p:cNvSpPr>
              <p:nvPr/>
            </p:nvSpPr>
            <p:spPr bwMode="auto">
              <a:xfrm>
                <a:off x="4203" y="259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5391" name="Rectangle 636"/>
              <p:cNvSpPr>
                <a:spLocks noChangeArrowheads="1"/>
              </p:cNvSpPr>
              <p:nvPr/>
            </p:nvSpPr>
            <p:spPr bwMode="auto">
              <a:xfrm>
                <a:off x="4303" y="2597"/>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5392" name="Rectangle 637"/>
              <p:cNvSpPr>
                <a:spLocks noChangeArrowheads="1"/>
              </p:cNvSpPr>
              <p:nvPr/>
            </p:nvSpPr>
            <p:spPr bwMode="auto">
              <a:xfrm>
                <a:off x="4404" y="259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grpSp>
        <p:grpSp>
          <p:nvGrpSpPr>
            <p:cNvPr id="5393" name="Group 641"/>
            <p:cNvGrpSpPr>
              <a:grpSpLocks noChangeAspect="1"/>
            </p:cNvGrpSpPr>
            <p:nvPr/>
          </p:nvGrpSpPr>
          <p:grpSpPr bwMode="auto">
            <a:xfrm rot="18797859">
              <a:off x="4042230" y="1386114"/>
              <a:ext cx="1116013" cy="998538"/>
              <a:chOff x="2572" y="868"/>
              <a:chExt cx="703" cy="629"/>
            </a:xfrm>
          </p:grpSpPr>
          <p:sp>
            <p:nvSpPr>
              <p:cNvPr id="5394" name="AutoShape 640"/>
              <p:cNvSpPr>
                <a:spLocks noChangeAspect="1" noChangeArrowheads="1" noTextEdit="1"/>
              </p:cNvSpPr>
              <p:nvPr/>
            </p:nvSpPr>
            <p:spPr bwMode="auto">
              <a:xfrm>
                <a:off x="2572" y="868"/>
                <a:ext cx="703" cy="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5395" name="Rectangle 642"/>
              <p:cNvSpPr>
                <a:spLocks noChangeArrowheads="1"/>
              </p:cNvSpPr>
              <p:nvPr/>
            </p:nvSpPr>
            <p:spPr bwMode="auto">
              <a:xfrm>
                <a:off x="2592" y="880"/>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96" name="Rectangle 643"/>
              <p:cNvSpPr>
                <a:spLocks noChangeArrowheads="1"/>
              </p:cNvSpPr>
              <p:nvPr/>
            </p:nvSpPr>
            <p:spPr bwMode="auto">
              <a:xfrm>
                <a:off x="2700" y="880"/>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97" name="Rectangle 644"/>
              <p:cNvSpPr>
                <a:spLocks noChangeArrowheads="1"/>
              </p:cNvSpPr>
              <p:nvPr/>
            </p:nvSpPr>
            <p:spPr bwMode="auto">
              <a:xfrm>
                <a:off x="2791" y="880"/>
                <a:ext cx="9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98" name="Rectangle 645"/>
              <p:cNvSpPr>
                <a:spLocks noChangeArrowheads="1"/>
              </p:cNvSpPr>
              <p:nvPr/>
            </p:nvSpPr>
            <p:spPr bwMode="auto">
              <a:xfrm>
                <a:off x="2901" y="880"/>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399" name="Rectangle 646"/>
              <p:cNvSpPr>
                <a:spLocks noChangeArrowheads="1"/>
              </p:cNvSpPr>
              <p:nvPr/>
            </p:nvSpPr>
            <p:spPr bwMode="auto">
              <a:xfrm>
                <a:off x="3002" y="880"/>
                <a:ext cx="78"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400" name="Rectangle 647"/>
              <p:cNvSpPr>
                <a:spLocks noChangeArrowheads="1"/>
              </p:cNvSpPr>
              <p:nvPr/>
            </p:nvSpPr>
            <p:spPr bwMode="auto">
              <a:xfrm>
                <a:off x="3102" y="880"/>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401" name="Rectangle 648"/>
              <p:cNvSpPr>
                <a:spLocks noChangeArrowheads="1"/>
              </p:cNvSpPr>
              <p:nvPr/>
            </p:nvSpPr>
            <p:spPr bwMode="auto">
              <a:xfrm>
                <a:off x="3202" y="880"/>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smtClean="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402" name="Rectangle 649"/>
              <p:cNvSpPr>
                <a:spLocks noChangeArrowheads="1"/>
              </p:cNvSpPr>
              <p:nvPr/>
            </p:nvSpPr>
            <p:spPr bwMode="auto">
              <a:xfrm>
                <a:off x="2592" y="978"/>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dirty="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03" name="Rectangle 650"/>
              <p:cNvSpPr>
                <a:spLocks noChangeArrowheads="1"/>
              </p:cNvSpPr>
              <p:nvPr/>
            </p:nvSpPr>
            <p:spPr bwMode="auto">
              <a:xfrm>
                <a:off x="2692" y="978"/>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04" name="Rectangle 651"/>
              <p:cNvSpPr>
                <a:spLocks noChangeArrowheads="1"/>
              </p:cNvSpPr>
              <p:nvPr/>
            </p:nvSpPr>
            <p:spPr bwMode="auto">
              <a:xfrm>
                <a:off x="2793" y="978"/>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05" name="Rectangle 652"/>
              <p:cNvSpPr>
                <a:spLocks noChangeArrowheads="1"/>
              </p:cNvSpPr>
              <p:nvPr/>
            </p:nvSpPr>
            <p:spPr bwMode="auto">
              <a:xfrm>
                <a:off x="2893" y="978"/>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06" name="Rectangle 653"/>
              <p:cNvSpPr>
                <a:spLocks noChangeArrowheads="1"/>
              </p:cNvSpPr>
              <p:nvPr/>
            </p:nvSpPr>
            <p:spPr bwMode="auto">
              <a:xfrm>
                <a:off x="2994" y="978"/>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07" name="Rectangle 654"/>
              <p:cNvSpPr>
                <a:spLocks noChangeArrowheads="1"/>
              </p:cNvSpPr>
              <p:nvPr/>
            </p:nvSpPr>
            <p:spPr bwMode="auto">
              <a:xfrm>
                <a:off x="3094" y="978"/>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1632" name="Rectangle 655"/>
              <p:cNvSpPr>
                <a:spLocks noChangeArrowheads="1"/>
              </p:cNvSpPr>
              <p:nvPr/>
            </p:nvSpPr>
            <p:spPr bwMode="auto">
              <a:xfrm>
                <a:off x="3210" y="97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33" name="Rectangle 656"/>
              <p:cNvSpPr>
                <a:spLocks noChangeArrowheads="1"/>
              </p:cNvSpPr>
              <p:nvPr/>
            </p:nvSpPr>
            <p:spPr bwMode="auto">
              <a:xfrm>
                <a:off x="2607" y="1062"/>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34" name="Rectangle 657"/>
              <p:cNvSpPr>
                <a:spLocks noChangeArrowheads="1"/>
              </p:cNvSpPr>
              <p:nvPr/>
            </p:nvSpPr>
            <p:spPr bwMode="auto">
              <a:xfrm>
                <a:off x="2708" y="1062"/>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35" name="Rectangle 658"/>
              <p:cNvSpPr>
                <a:spLocks noChangeArrowheads="1"/>
              </p:cNvSpPr>
              <p:nvPr/>
            </p:nvSpPr>
            <p:spPr bwMode="auto">
              <a:xfrm>
                <a:off x="2808" y="1062"/>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36" name="Rectangle 659"/>
              <p:cNvSpPr>
                <a:spLocks noChangeArrowheads="1"/>
              </p:cNvSpPr>
              <p:nvPr/>
            </p:nvSpPr>
            <p:spPr bwMode="auto">
              <a:xfrm>
                <a:off x="2909" y="1062"/>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37" name="Rectangle 660"/>
              <p:cNvSpPr>
                <a:spLocks noChangeArrowheads="1"/>
              </p:cNvSpPr>
              <p:nvPr/>
            </p:nvSpPr>
            <p:spPr bwMode="auto">
              <a:xfrm>
                <a:off x="3009" y="1062"/>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38" name="Rectangle 661"/>
              <p:cNvSpPr>
                <a:spLocks noChangeArrowheads="1"/>
              </p:cNvSpPr>
              <p:nvPr/>
            </p:nvSpPr>
            <p:spPr bwMode="auto">
              <a:xfrm>
                <a:off x="3110" y="1062"/>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39" name="Rectangle 662"/>
              <p:cNvSpPr>
                <a:spLocks noChangeArrowheads="1"/>
              </p:cNvSpPr>
              <p:nvPr/>
            </p:nvSpPr>
            <p:spPr bwMode="auto">
              <a:xfrm>
                <a:off x="3210" y="1062"/>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40" name="Rectangle 663"/>
              <p:cNvSpPr>
                <a:spLocks noChangeArrowheads="1"/>
              </p:cNvSpPr>
              <p:nvPr/>
            </p:nvSpPr>
            <p:spPr bwMode="auto">
              <a:xfrm>
                <a:off x="2607" y="114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41" name="Rectangle 664"/>
              <p:cNvSpPr>
                <a:spLocks noChangeArrowheads="1"/>
              </p:cNvSpPr>
              <p:nvPr/>
            </p:nvSpPr>
            <p:spPr bwMode="auto">
              <a:xfrm>
                <a:off x="2692" y="114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42" name="Rectangle 665"/>
              <p:cNvSpPr>
                <a:spLocks noChangeArrowheads="1"/>
              </p:cNvSpPr>
              <p:nvPr/>
            </p:nvSpPr>
            <p:spPr bwMode="auto">
              <a:xfrm>
                <a:off x="2793" y="114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43" name="Rectangle 666"/>
              <p:cNvSpPr>
                <a:spLocks noChangeArrowheads="1"/>
              </p:cNvSpPr>
              <p:nvPr/>
            </p:nvSpPr>
            <p:spPr bwMode="auto">
              <a:xfrm>
                <a:off x="2893" y="114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44" name="Rectangle 667"/>
              <p:cNvSpPr>
                <a:spLocks noChangeArrowheads="1"/>
              </p:cNvSpPr>
              <p:nvPr/>
            </p:nvSpPr>
            <p:spPr bwMode="auto">
              <a:xfrm>
                <a:off x="2994" y="114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45" name="Rectangle 668"/>
              <p:cNvSpPr>
                <a:spLocks noChangeArrowheads="1"/>
              </p:cNvSpPr>
              <p:nvPr/>
            </p:nvSpPr>
            <p:spPr bwMode="auto">
              <a:xfrm>
                <a:off x="3094" y="114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46" name="Rectangle 669"/>
              <p:cNvSpPr>
                <a:spLocks noChangeArrowheads="1"/>
              </p:cNvSpPr>
              <p:nvPr/>
            </p:nvSpPr>
            <p:spPr bwMode="auto">
              <a:xfrm>
                <a:off x="3195" y="114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47" name="Rectangle 670"/>
              <p:cNvSpPr>
                <a:spLocks noChangeArrowheads="1"/>
              </p:cNvSpPr>
              <p:nvPr/>
            </p:nvSpPr>
            <p:spPr bwMode="auto">
              <a:xfrm>
                <a:off x="2592" y="123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48" name="Rectangle 671"/>
              <p:cNvSpPr>
                <a:spLocks noChangeArrowheads="1"/>
              </p:cNvSpPr>
              <p:nvPr/>
            </p:nvSpPr>
            <p:spPr bwMode="auto">
              <a:xfrm>
                <a:off x="2692" y="123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49" name="Rectangle 672"/>
              <p:cNvSpPr>
                <a:spLocks noChangeArrowheads="1"/>
              </p:cNvSpPr>
              <p:nvPr/>
            </p:nvSpPr>
            <p:spPr bwMode="auto">
              <a:xfrm>
                <a:off x="2793" y="123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50" name="Rectangle 673"/>
              <p:cNvSpPr>
                <a:spLocks noChangeArrowheads="1"/>
              </p:cNvSpPr>
              <p:nvPr/>
            </p:nvSpPr>
            <p:spPr bwMode="auto">
              <a:xfrm>
                <a:off x="2893" y="123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51" name="Rectangle 674"/>
              <p:cNvSpPr>
                <a:spLocks noChangeArrowheads="1"/>
              </p:cNvSpPr>
              <p:nvPr/>
            </p:nvSpPr>
            <p:spPr bwMode="auto">
              <a:xfrm>
                <a:off x="2994" y="123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52" name="Rectangle 675"/>
              <p:cNvSpPr>
                <a:spLocks noChangeArrowheads="1"/>
              </p:cNvSpPr>
              <p:nvPr/>
            </p:nvSpPr>
            <p:spPr bwMode="auto">
              <a:xfrm>
                <a:off x="3094" y="123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53" name="Rectangle 676"/>
              <p:cNvSpPr>
                <a:spLocks noChangeArrowheads="1"/>
              </p:cNvSpPr>
              <p:nvPr/>
            </p:nvSpPr>
            <p:spPr bwMode="auto">
              <a:xfrm>
                <a:off x="3195" y="123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54" name="Rectangle 677"/>
              <p:cNvSpPr>
                <a:spLocks noChangeArrowheads="1"/>
              </p:cNvSpPr>
              <p:nvPr/>
            </p:nvSpPr>
            <p:spPr bwMode="auto">
              <a:xfrm>
                <a:off x="2592" y="131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55" name="Rectangle 678"/>
              <p:cNvSpPr>
                <a:spLocks noChangeArrowheads="1"/>
              </p:cNvSpPr>
              <p:nvPr/>
            </p:nvSpPr>
            <p:spPr bwMode="auto">
              <a:xfrm>
                <a:off x="2692" y="131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56" name="Rectangle 679"/>
              <p:cNvSpPr>
                <a:spLocks noChangeArrowheads="1"/>
              </p:cNvSpPr>
              <p:nvPr/>
            </p:nvSpPr>
            <p:spPr bwMode="auto">
              <a:xfrm>
                <a:off x="2793" y="131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57" name="Rectangle 680"/>
              <p:cNvSpPr>
                <a:spLocks noChangeArrowheads="1"/>
              </p:cNvSpPr>
              <p:nvPr/>
            </p:nvSpPr>
            <p:spPr bwMode="auto">
              <a:xfrm>
                <a:off x="2893" y="131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58" name="Rectangle 681"/>
              <p:cNvSpPr>
                <a:spLocks noChangeArrowheads="1"/>
              </p:cNvSpPr>
              <p:nvPr/>
            </p:nvSpPr>
            <p:spPr bwMode="auto">
              <a:xfrm>
                <a:off x="2994" y="131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59" name="Rectangle 682"/>
              <p:cNvSpPr>
                <a:spLocks noChangeArrowheads="1"/>
              </p:cNvSpPr>
              <p:nvPr/>
            </p:nvSpPr>
            <p:spPr bwMode="auto">
              <a:xfrm>
                <a:off x="3094" y="131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60" name="Rectangle 683"/>
              <p:cNvSpPr>
                <a:spLocks noChangeArrowheads="1"/>
              </p:cNvSpPr>
              <p:nvPr/>
            </p:nvSpPr>
            <p:spPr bwMode="auto">
              <a:xfrm>
                <a:off x="3195" y="131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61" name="Rectangle 684"/>
              <p:cNvSpPr>
                <a:spLocks noChangeArrowheads="1"/>
              </p:cNvSpPr>
              <p:nvPr/>
            </p:nvSpPr>
            <p:spPr bwMode="auto">
              <a:xfrm>
                <a:off x="2592" y="139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1663" name="Rectangle 685"/>
              <p:cNvSpPr>
                <a:spLocks noChangeArrowheads="1"/>
              </p:cNvSpPr>
              <p:nvPr/>
            </p:nvSpPr>
            <p:spPr bwMode="auto">
              <a:xfrm>
                <a:off x="2692" y="139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rgbClr val="FFFFFF"/>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smtClean="0">
                  <a:ln>
                    <a:noFill/>
                  </a:ln>
                  <a:solidFill>
                    <a:schemeClr val="tx1"/>
                  </a:solidFill>
                  <a:effectLst/>
                  <a:latin typeface="腾讯体 W3" panose="020C04030202040F0204" pitchFamily="34" charset="-122"/>
                  <a:cs typeface="腾讯体 W3" panose="020C04030202040F0204" pitchFamily="34" charset="-122"/>
                </a:endParaRPr>
              </a:p>
            </p:txBody>
          </p:sp>
          <p:sp>
            <p:nvSpPr>
              <p:cNvPr id="5408" name="Rectangle 686"/>
              <p:cNvSpPr>
                <a:spLocks noChangeArrowheads="1"/>
              </p:cNvSpPr>
              <p:nvPr/>
            </p:nvSpPr>
            <p:spPr bwMode="auto">
              <a:xfrm>
                <a:off x="2808" y="1399"/>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09" name="Rectangle 687"/>
              <p:cNvSpPr>
                <a:spLocks noChangeArrowheads="1"/>
              </p:cNvSpPr>
              <p:nvPr/>
            </p:nvSpPr>
            <p:spPr bwMode="auto">
              <a:xfrm>
                <a:off x="2909" y="1399"/>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10" name="Rectangle 688"/>
              <p:cNvSpPr>
                <a:spLocks noChangeArrowheads="1"/>
              </p:cNvSpPr>
              <p:nvPr/>
            </p:nvSpPr>
            <p:spPr bwMode="auto">
              <a:xfrm>
                <a:off x="3009" y="1399"/>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11" name="Rectangle 689"/>
              <p:cNvSpPr>
                <a:spLocks noChangeArrowheads="1"/>
              </p:cNvSpPr>
              <p:nvPr/>
            </p:nvSpPr>
            <p:spPr bwMode="auto">
              <a:xfrm>
                <a:off x="3110" y="1399"/>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12" name="Rectangle 690"/>
              <p:cNvSpPr>
                <a:spLocks noChangeArrowheads="1"/>
              </p:cNvSpPr>
              <p:nvPr/>
            </p:nvSpPr>
            <p:spPr bwMode="auto">
              <a:xfrm>
                <a:off x="3210" y="1399"/>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smtClean="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grpSp>
      </p:gr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smtClean="0"/>
              <a:t>Diagrams, graphs, and process charts</a:t>
            </a:r>
            <a:endParaRPr lang="en-GB"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60739" y="1008571"/>
            <a:ext cx="8670523" cy="806858"/>
          </a:xfrm>
        </p:spPr>
        <p:txBody>
          <a:bodyPr/>
          <a:lstStyle/>
          <a:p>
            <a:r>
              <a:rPr lang="en-GB" dirty="0" smtClean="0"/>
              <a:t>Infographics in action</a:t>
            </a:r>
            <a:br>
              <a:rPr lang="en-GB" dirty="0" smtClean="0"/>
            </a:br>
            <a:r>
              <a:rPr lang="en-GB" b="0" i="0" dirty="0" smtClean="0"/>
              <a:t>Sections and percentages</a:t>
            </a:r>
            <a:endParaRPr lang="en-GB" b="0" i="0" dirty="0"/>
          </a:p>
        </p:txBody>
      </p:sp>
      <p:sp>
        <p:nvSpPr>
          <p:cNvPr id="54" name="Slide Number Placeholder 6"/>
          <p:cNvSpPr>
            <a:spLocks noGrp="1"/>
          </p:cNvSpPr>
          <p:nvPr>
            <p:ph type="sldNum" sz="quarter" idx="4"/>
          </p:nvPr>
        </p:nvSpPr>
        <p:spPr>
          <a:xfrm>
            <a:off x="8814724" y="6387623"/>
            <a:ext cx="1616538" cy="134476"/>
          </a:xfrm>
        </p:spPr>
        <p:txBody>
          <a:bodyPr/>
          <a:lstStyle/>
          <a:p>
            <a:fld id="{FEBD7F86-1881-4698-8703-FB80B0800997}" type="slidenum">
              <a:rPr lang="en-GB" sz="905" smtClean="0"/>
            </a:fld>
            <a:endParaRPr lang="en-GB" sz="905"/>
          </a:p>
        </p:txBody>
      </p:sp>
      <p:sp>
        <p:nvSpPr>
          <p:cNvPr id="36" name="Rectangle 10"/>
          <p:cNvSpPr>
            <a:spLocks noChangeArrowheads="1"/>
          </p:cNvSpPr>
          <p:nvPr/>
        </p:nvSpPr>
        <p:spPr bwMode="auto">
          <a:xfrm>
            <a:off x="1760739" y="1992249"/>
            <a:ext cx="3848735" cy="194310"/>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1270" b="1" dirty="0">
                <a:latin typeface="腾讯体 W7" panose="020C08030202040F0204" pitchFamily="18" charset="-122"/>
              </a:rPr>
              <a:t>Key themes and findings from Paying Taxes 2013 </a:t>
            </a:r>
            <a:endParaRPr lang="en-GB" sz="1270" b="1" dirty="0">
              <a:latin typeface="腾讯体 W7" panose="020C08030202040F0204" pitchFamily="18" charset="-122"/>
            </a:endParaRPr>
          </a:p>
        </p:txBody>
      </p:sp>
      <p:graphicFrame>
        <p:nvGraphicFramePr>
          <p:cNvPr id="8" name="Table 7"/>
          <p:cNvGraphicFramePr>
            <a:graphicFrameLocks noGrp="1"/>
          </p:cNvGraphicFramePr>
          <p:nvPr/>
        </p:nvGraphicFramePr>
        <p:xfrm>
          <a:off x="3222211" y="2779780"/>
          <a:ext cx="1377950" cy="1377950"/>
        </p:xfrm>
        <a:graphic>
          <a:graphicData uri="http://schemas.openxmlformats.org/drawingml/2006/table">
            <a:tbl>
              <a:tblPr firstRow="1" bandRow="1">
                <a:tableStyleId>{69D073F8-1565-44D7-B386-08B59EADF2EE}</a:tableStyleId>
              </a:tblPr>
              <a:tblGrid>
                <a:gridCol w="137795"/>
                <a:gridCol w="137795"/>
                <a:gridCol w="137795"/>
                <a:gridCol w="137795"/>
                <a:gridCol w="137795"/>
                <a:gridCol w="137795"/>
                <a:gridCol w="137795"/>
                <a:gridCol w="137795"/>
                <a:gridCol w="137795"/>
                <a:gridCol w="137795"/>
              </a:tblGrid>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r>
              <a:tr h="137795">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rowSpan="6" gridSpan="6">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2"/>
                    </a:solidFill>
                  </a:tcPr>
                </a:tc>
                <a:tc rowSpan="6"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rowSpan="6"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rowSpan="6"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rowSpan="6"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rowSpan="6"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vMerge="1" gridSpan="6">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lumMod val="40000"/>
                        <a:lumOff val="60000"/>
                      </a:schemeClr>
                    </a:solidFill>
                  </a:tcPr>
                </a:tc>
                <a:tc vMerge="1" gridSpan="6">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vMerge="1" gridSpan="6">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vMerge="1" gridSpan="6">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vMerge="1" gridSpan="6">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vMerge="1" hMerge="1">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r>
            </a:tbl>
          </a:graphicData>
        </a:graphic>
      </p:graphicFrame>
      <p:grpSp>
        <p:nvGrpSpPr>
          <p:cNvPr id="1300" name="Group 1299"/>
          <p:cNvGrpSpPr/>
          <p:nvPr/>
        </p:nvGrpSpPr>
        <p:grpSpPr>
          <a:xfrm>
            <a:off x="1752362" y="2318816"/>
            <a:ext cx="1302645" cy="1873183"/>
            <a:chOff x="557839" y="2556495"/>
            <a:chExt cx="1436166" cy="2065184"/>
          </a:xfrm>
        </p:grpSpPr>
        <p:sp>
          <p:nvSpPr>
            <p:cNvPr id="22" name="Freeform 6"/>
            <p:cNvSpPr>
              <a:spLocks noEditPoints="1"/>
            </p:cNvSpPr>
            <p:nvPr/>
          </p:nvSpPr>
          <p:spPr bwMode="auto">
            <a:xfrm>
              <a:off x="567074" y="2556495"/>
              <a:ext cx="1424555" cy="2065184"/>
            </a:xfrm>
            <a:custGeom>
              <a:avLst/>
              <a:gdLst>
                <a:gd name="T0" fmla="*/ 582 w 676"/>
                <a:gd name="T1" fmla="*/ 818 h 980"/>
                <a:gd name="T2" fmla="*/ 614 w 676"/>
                <a:gd name="T3" fmla="*/ 968 h 980"/>
                <a:gd name="T4" fmla="*/ 578 w 676"/>
                <a:gd name="T5" fmla="*/ 960 h 980"/>
                <a:gd name="T6" fmla="*/ 504 w 676"/>
                <a:gd name="T7" fmla="*/ 874 h 980"/>
                <a:gd name="T8" fmla="*/ 350 w 676"/>
                <a:gd name="T9" fmla="*/ 916 h 980"/>
                <a:gd name="T10" fmla="*/ 188 w 676"/>
                <a:gd name="T11" fmla="*/ 880 h 980"/>
                <a:gd name="T12" fmla="*/ 138 w 676"/>
                <a:gd name="T13" fmla="*/ 920 h 980"/>
                <a:gd name="T14" fmla="*/ 78 w 676"/>
                <a:gd name="T15" fmla="*/ 974 h 980"/>
                <a:gd name="T16" fmla="*/ 120 w 676"/>
                <a:gd name="T17" fmla="*/ 886 h 980"/>
                <a:gd name="T18" fmla="*/ 110 w 676"/>
                <a:gd name="T19" fmla="*/ 826 h 980"/>
                <a:gd name="T20" fmla="*/ 12 w 676"/>
                <a:gd name="T21" fmla="*/ 670 h 980"/>
                <a:gd name="T22" fmla="*/ 28 w 676"/>
                <a:gd name="T23" fmla="*/ 442 h 980"/>
                <a:gd name="T24" fmla="*/ 132 w 676"/>
                <a:gd name="T25" fmla="*/ 312 h 980"/>
                <a:gd name="T26" fmla="*/ 92 w 676"/>
                <a:gd name="T27" fmla="*/ 322 h 980"/>
                <a:gd name="T28" fmla="*/ 28 w 676"/>
                <a:gd name="T29" fmla="*/ 320 h 980"/>
                <a:gd name="T30" fmla="*/ 68 w 676"/>
                <a:gd name="T31" fmla="*/ 234 h 980"/>
                <a:gd name="T32" fmla="*/ 90 w 676"/>
                <a:gd name="T33" fmla="*/ 178 h 980"/>
                <a:gd name="T34" fmla="*/ 112 w 676"/>
                <a:gd name="T35" fmla="*/ 156 h 980"/>
                <a:gd name="T36" fmla="*/ 162 w 676"/>
                <a:gd name="T37" fmla="*/ 154 h 980"/>
                <a:gd name="T38" fmla="*/ 210 w 676"/>
                <a:gd name="T39" fmla="*/ 30 h 980"/>
                <a:gd name="T40" fmla="*/ 392 w 676"/>
                <a:gd name="T41" fmla="*/ 6 h 980"/>
                <a:gd name="T42" fmla="*/ 478 w 676"/>
                <a:gd name="T43" fmla="*/ 50 h 980"/>
                <a:gd name="T44" fmla="*/ 530 w 676"/>
                <a:gd name="T45" fmla="*/ 174 h 980"/>
                <a:gd name="T46" fmla="*/ 568 w 676"/>
                <a:gd name="T47" fmla="*/ 154 h 980"/>
                <a:gd name="T48" fmla="*/ 584 w 676"/>
                <a:gd name="T49" fmla="*/ 216 h 980"/>
                <a:gd name="T50" fmla="*/ 662 w 676"/>
                <a:gd name="T51" fmla="*/ 288 h 980"/>
                <a:gd name="T52" fmla="*/ 614 w 676"/>
                <a:gd name="T53" fmla="*/ 324 h 980"/>
                <a:gd name="T54" fmla="*/ 528 w 676"/>
                <a:gd name="T55" fmla="*/ 296 h 980"/>
                <a:gd name="T56" fmla="*/ 628 w 676"/>
                <a:gd name="T57" fmla="*/ 406 h 980"/>
                <a:gd name="T58" fmla="*/ 674 w 676"/>
                <a:gd name="T59" fmla="*/ 612 h 980"/>
                <a:gd name="T60" fmla="*/ 414 w 676"/>
                <a:gd name="T61" fmla="*/ 816 h 980"/>
                <a:gd name="T62" fmla="*/ 558 w 676"/>
                <a:gd name="T63" fmla="*/ 696 h 980"/>
                <a:gd name="T64" fmla="*/ 584 w 676"/>
                <a:gd name="T65" fmla="*/ 528 h 980"/>
                <a:gd name="T66" fmla="*/ 478 w 676"/>
                <a:gd name="T67" fmla="*/ 372 h 980"/>
                <a:gd name="T68" fmla="*/ 314 w 676"/>
                <a:gd name="T69" fmla="*/ 330 h 980"/>
                <a:gd name="T70" fmla="*/ 148 w 676"/>
                <a:gd name="T71" fmla="*/ 420 h 980"/>
                <a:gd name="T72" fmla="*/ 90 w 676"/>
                <a:gd name="T73" fmla="*/ 578 h 980"/>
                <a:gd name="T74" fmla="*/ 164 w 676"/>
                <a:gd name="T75" fmla="*/ 754 h 980"/>
                <a:gd name="T76" fmla="*/ 340 w 676"/>
                <a:gd name="T77" fmla="*/ 828 h 980"/>
                <a:gd name="T78" fmla="*/ 262 w 676"/>
                <a:gd name="T79" fmla="*/ 178 h 980"/>
                <a:gd name="T80" fmla="*/ 174 w 676"/>
                <a:gd name="T81" fmla="*/ 270 h 980"/>
                <a:gd name="T82" fmla="*/ 214 w 676"/>
                <a:gd name="T83" fmla="*/ 264 h 980"/>
                <a:gd name="T84" fmla="*/ 344 w 676"/>
                <a:gd name="T85" fmla="*/ 240 h 980"/>
                <a:gd name="T86" fmla="*/ 392 w 676"/>
                <a:gd name="T87" fmla="*/ 210 h 980"/>
                <a:gd name="T88" fmla="*/ 370 w 676"/>
                <a:gd name="T89" fmla="*/ 238 h 980"/>
                <a:gd name="T90" fmla="*/ 484 w 676"/>
                <a:gd name="T91" fmla="*/ 274 h 980"/>
                <a:gd name="T92" fmla="*/ 426 w 676"/>
                <a:gd name="T93" fmla="*/ 228 h 980"/>
                <a:gd name="T94" fmla="*/ 424 w 676"/>
                <a:gd name="T95" fmla="*/ 174 h 980"/>
                <a:gd name="T96" fmla="*/ 504 w 676"/>
                <a:gd name="T97" fmla="*/ 170 h 980"/>
                <a:gd name="T98" fmla="*/ 468 w 676"/>
                <a:gd name="T99" fmla="*/ 76 h 980"/>
                <a:gd name="T100" fmla="*/ 360 w 676"/>
                <a:gd name="T101" fmla="*/ 28 h 980"/>
                <a:gd name="T102" fmla="*/ 216 w 676"/>
                <a:gd name="T103" fmla="*/ 58 h 980"/>
                <a:gd name="T104" fmla="*/ 426 w 676"/>
                <a:gd name="T105" fmla="*/ 496 h 980"/>
                <a:gd name="T106" fmla="*/ 440 w 676"/>
                <a:gd name="T107" fmla="*/ 514 h 980"/>
                <a:gd name="T108" fmla="*/ 366 w 676"/>
                <a:gd name="T109" fmla="*/ 572 h 980"/>
                <a:gd name="T110" fmla="*/ 322 w 676"/>
                <a:gd name="T111" fmla="*/ 600 h 980"/>
                <a:gd name="T112" fmla="*/ 284 w 676"/>
                <a:gd name="T113" fmla="*/ 542 h 980"/>
                <a:gd name="T114" fmla="*/ 186 w 676"/>
                <a:gd name="T115" fmla="*/ 424 h 980"/>
                <a:gd name="T116" fmla="*/ 316 w 676"/>
                <a:gd name="T117" fmla="*/ 540 h 9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676" h="980">
                  <a:moveTo>
                    <a:pt x="656" y="690"/>
                  </a:moveTo>
                  <a:lnTo>
                    <a:pt x="656" y="690"/>
                  </a:lnTo>
                  <a:lnTo>
                    <a:pt x="648" y="714"/>
                  </a:lnTo>
                  <a:lnTo>
                    <a:pt x="638" y="736"/>
                  </a:lnTo>
                  <a:lnTo>
                    <a:pt x="626" y="760"/>
                  </a:lnTo>
                  <a:lnTo>
                    <a:pt x="614" y="780"/>
                  </a:lnTo>
                  <a:lnTo>
                    <a:pt x="598" y="800"/>
                  </a:lnTo>
                  <a:lnTo>
                    <a:pt x="582" y="818"/>
                  </a:lnTo>
                  <a:lnTo>
                    <a:pt x="562" y="834"/>
                  </a:lnTo>
                  <a:lnTo>
                    <a:pt x="542" y="850"/>
                  </a:lnTo>
                  <a:lnTo>
                    <a:pt x="542" y="850"/>
                  </a:lnTo>
                  <a:lnTo>
                    <a:pt x="560" y="874"/>
                  </a:lnTo>
                  <a:lnTo>
                    <a:pt x="588" y="918"/>
                  </a:lnTo>
                  <a:lnTo>
                    <a:pt x="602" y="940"/>
                  </a:lnTo>
                  <a:lnTo>
                    <a:pt x="610" y="960"/>
                  </a:lnTo>
                  <a:lnTo>
                    <a:pt x="614" y="968"/>
                  </a:lnTo>
                  <a:lnTo>
                    <a:pt x="614" y="974"/>
                  </a:lnTo>
                  <a:lnTo>
                    <a:pt x="614" y="978"/>
                  </a:lnTo>
                  <a:lnTo>
                    <a:pt x="610" y="980"/>
                  </a:lnTo>
                  <a:lnTo>
                    <a:pt x="610" y="980"/>
                  </a:lnTo>
                  <a:lnTo>
                    <a:pt x="602" y="980"/>
                  </a:lnTo>
                  <a:lnTo>
                    <a:pt x="594" y="976"/>
                  </a:lnTo>
                  <a:lnTo>
                    <a:pt x="586" y="970"/>
                  </a:lnTo>
                  <a:lnTo>
                    <a:pt x="578" y="960"/>
                  </a:lnTo>
                  <a:lnTo>
                    <a:pt x="564" y="940"/>
                  </a:lnTo>
                  <a:lnTo>
                    <a:pt x="554" y="926"/>
                  </a:lnTo>
                  <a:lnTo>
                    <a:pt x="554" y="926"/>
                  </a:lnTo>
                  <a:lnTo>
                    <a:pt x="524" y="886"/>
                  </a:lnTo>
                  <a:lnTo>
                    <a:pt x="524" y="886"/>
                  </a:lnTo>
                  <a:lnTo>
                    <a:pt x="518" y="878"/>
                  </a:lnTo>
                  <a:lnTo>
                    <a:pt x="510" y="874"/>
                  </a:lnTo>
                  <a:lnTo>
                    <a:pt x="504" y="874"/>
                  </a:lnTo>
                  <a:lnTo>
                    <a:pt x="498" y="876"/>
                  </a:lnTo>
                  <a:lnTo>
                    <a:pt x="482" y="884"/>
                  </a:lnTo>
                  <a:lnTo>
                    <a:pt x="464" y="892"/>
                  </a:lnTo>
                  <a:lnTo>
                    <a:pt x="464" y="892"/>
                  </a:lnTo>
                  <a:lnTo>
                    <a:pt x="436" y="902"/>
                  </a:lnTo>
                  <a:lnTo>
                    <a:pt x="408" y="908"/>
                  </a:lnTo>
                  <a:lnTo>
                    <a:pt x="378" y="914"/>
                  </a:lnTo>
                  <a:lnTo>
                    <a:pt x="350" y="916"/>
                  </a:lnTo>
                  <a:lnTo>
                    <a:pt x="320" y="916"/>
                  </a:lnTo>
                  <a:lnTo>
                    <a:pt x="290" y="912"/>
                  </a:lnTo>
                  <a:lnTo>
                    <a:pt x="262" y="906"/>
                  </a:lnTo>
                  <a:lnTo>
                    <a:pt x="232" y="898"/>
                  </a:lnTo>
                  <a:lnTo>
                    <a:pt x="232" y="898"/>
                  </a:lnTo>
                  <a:lnTo>
                    <a:pt x="210" y="890"/>
                  </a:lnTo>
                  <a:lnTo>
                    <a:pt x="188" y="880"/>
                  </a:lnTo>
                  <a:lnTo>
                    <a:pt x="188" y="880"/>
                  </a:lnTo>
                  <a:lnTo>
                    <a:pt x="180" y="878"/>
                  </a:lnTo>
                  <a:lnTo>
                    <a:pt x="174" y="876"/>
                  </a:lnTo>
                  <a:lnTo>
                    <a:pt x="170" y="876"/>
                  </a:lnTo>
                  <a:lnTo>
                    <a:pt x="166" y="880"/>
                  </a:lnTo>
                  <a:lnTo>
                    <a:pt x="160" y="888"/>
                  </a:lnTo>
                  <a:lnTo>
                    <a:pt x="152" y="900"/>
                  </a:lnTo>
                  <a:lnTo>
                    <a:pt x="152" y="900"/>
                  </a:lnTo>
                  <a:lnTo>
                    <a:pt x="138" y="920"/>
                  </a:lnTo>
                  <a:lnTo>
                    <a:pt x="122" y="942"/>
                  </a:lnTo>
                  <a:lnTo>
                    <a:pt x="114" y="954"/>
                  </a:lnTo>
                  <a:lnTo>
                    <a:pt x="104" y="962"/>
                  </a:lnTo>
                  <a:lnTo>
                    <a:pt x="94" y="970"/>
                  </a:lnTo>
                  <a:lnTo>
                    <a:pt x="82" y="974"/>
                  </a:lnTo>
                  <a:lnTo>
                    <a:pt x="82" y="974"/>
                  </a:lnTo>
                  <a:lnTo>
                    <a:pt x="80" y="974"/>
                  </a:lnTo>
                  <a:lnTo>
                    <a:pt x="78" y="974"/>
                  </a:lnTo>
                  <a:lnTo>
                    <a:pt x="76" y="970"/>
                  </a:lnTo>
                  <a:lnTo>
                    <a:pt x="76" y="962"/>
                  </a:lnTo>
                  <a:lnTo>
                    <a:pt x="80" y="954"/>
                  </a:lnTo>
                  <a:lnTo>
                    <a:pt x="88" y="936"/>
                  </a:lnTo>
                  <a:lnTo>
                    <a:pt x="94" y="926"/>
                  </a:lnTo>
                  <a:lnTo>
                    <a:pt x="94" y="926"/>
                  </a:lnTo>
                  <a:lnTo>
                    <a:pt x="120" y="886"/>
                  </a:lnTo>
                  <a:lnTo>
                    <a:pt x="120" y="886"/>
                  </a:lnTo>
                  <a:lnTo>
                    <a:pt x="130" y="874"/>
                  </a:lnTo>
                  <a:lnTo>
                    <a:pt x="138" y="864"/>
                  </a:lnTo>
                  <a:lnTo>
                    <a:pt x="140" y="858"/>
                  </a:lnTo>
                  <a:lnTo>
                    <a:pt x="140" y="854"/>
                  </a:lnTo>
                  <a:lnTo>
                    <a:pt x="136" y="848"/>
                  </a:lnTo>
                  <a:lnTo>
                    <a:pt x="130" y="844"/>
                  </a:lnTo>
                  <a:lnTo>
                    <a:pt x="130" y="844"/>
                  </a:lnTo>
                  <a:lnTo>
                    <a:pt x="110" y="826"/>
                  </a:lnTo>
                  <a:lnTo>
                    <a:pt x="92" y="808"/>
                  </a:lnTo>
                  <a:lnTo>
                    <a:pt x="74" y="788"/>
                  </a:lnTo>
                  <a:lnTo>
                    <a:pt x="58" y="766"/>
                  </a:lnTo>
                  <a:lnTo>
                    <a:pt x="44" y="742"/>
                  </a:lnTo>
                  <a:lnTo>
                    <a:pt x="32" y="720"/>
                  </a:lnTo>
                  <a:lnTo>
                    <a:pt x="20" y="694"/>
                  </a:lnTo>
                  <a:lnTo>
                    <a:pt x="12" y="670"/>
                  </a:lnTo>
                  <a:lnTo>
                    <a:pt x="12" y="670"/>
                  </a:lnTo>
                  <a:lnTo>
                    <a:pt x="6" y="642"/>
                  </a:lnTo>
                  <a:lnTo>
                    <a:pt x="2" y="612"/>
                  </a:lnTo>
                  <a:lnTo>
                    <a:pt x="0" y="584"/>
                  </a:lnTo>
                  <a:lnTo>
                    <a:pt x="2" y="554"/>
                  </a:lnTo>
                  <a:lnTo>
                    <a:pt x="4" y="526"/>
                  </a:lnTo>
                  <a:lnTo>
                    <a:pt x="10" y="498"/>
                  </a:lnTo>
                  <a:lnTo>
                    <a:pt x="18" y="470"/>
                  </a:lnTo>
                  <a:lnTo>
                    <a:pt x="28" y="442"/>
                  </a:lnTo>
                  <a:lnTo>
                    <a:pt x="28" y="442"/>
                  </a:lnTo>
                  <a:lnTo>
                    <a:pt x="42" y="416"/>
                  </a:lnTo>
                  <a:lnTo>
                    <a:pt x="58" y="392"/>
                  </a:lnTo>
                  <a:lnTo>
                    <a:pt x="74" y="368"/>
                  </a:lnTo>
                  <a:lnTo>
                    <a:pt x="94" y="346"/>
                  </a:lnTo>
                  <a:lnTo>
                    <a:pt x="94" y="346"/>
                  </a:lnTo>
                  <a:lnTo>
                    <a:pt x="112" y="328"/>
                  </a:lnTo>
                  <a:lnTo>
                    <a:pt x="132" y="312"/>
                  </a:lnTo>
                  <a:lnTo>
                    <a:pt x="132" y="312"/>
                  </a:lnTo>
                  <a:lnTo>
                    <a:pt x="158" y="292"/>
                  </a:lnTo>
                  <a:lnTo>
                    <a:pt x="158" y="292"/>
                  </a:lnTo>
                  <a:lnTo>
                    <a:pt x="156" y="288"/>
                  </a:lnTo>
                  <a:lnTo>
                    <a:pt x="156" y="284"/>
                  </a:lnTo>
                  <a:lnTo>
                    <a:pt x="156" y="284"/>
                  </a:lnTo>
                  <a:lnTo>
                    <a:pt x="130" y="300"/>
                  </a:lnTo>
                  <a:lnTo>
                    <a:pt x="92" y="322"/>
                  </a:lnTo>
                  <a:lnTo>
                    <a:pt x="72" y="332"/>
                  </a:lnTo>
                  <a:lnTo>
                    <a:pt x="54" y="338"/>
                  </a:lnTo>
                  <a:lnTo>
                    <a:pt x="48" y="338"/>
                  </a:lnTo>
                  <a:lnTo>
                    <a:pt x="40" y="338"/>
                  </a:lnTo>
                  <a:lnTo>
                    <a:pt x="36" y="334"/>
                  </a:lnTo>
                  <a:lnTo>
                    <a:pt x="32" y="330"/>
                  </a:lnTo>
                  <a:lnTo>
                    <a:pt x="32" y="330"/>
                  </a:lnTo>
                  <a:lnTo>
                    <a:pt x="28" y="320"/>
                  </a:lnTo>
                  <a:lnTo>
                    <a:pt x="24" y="310"/>
                  </a:lnTo>
                  <a:lnTo>
                    <a:pt x="24" y="302"/>
                  </a:lnTo>
                  <a:lnTo>
                    <a:pt x="24" y="292"/>
                  </a:lnTo>
                  <a:lnTo>
                    <a:pt x="26" y="284"/>
                  </a:lnTo>
                  <a:lnTo>
                    <a:pt x="30" y="276"/>
                  </a:lnTo>
                  <a:lnTo>
                    <a:pt x="40" y="260"/>
                  </a:lnTo>
                  <a:lnTo>
                    <a:pt x="54" y="246"/>
                  </a:lnTo>
                  <a:lnTo>
                    <a:pt x="68" y="234"/>
                  </a:lnTo>
                  <a:lnTo>
                    <a:pt x="86" y="222"/>
                  </a:lnTo>
                  <a:lnTo>
                    <a:pt x="100" y="212"/>
                  </a:lnTo>
                  <a:lnTo>
                    <a:pt x="100" y="212"/>
                  </a:lnTo>
                  <a:lnTo>
                    <a:pt x="98" y="208"/>
                  </a:lnTo>
                  <a:lnTo>
                    <a:pt x="96" y="198"/>
                  </a:lnTo>
                  <a:lnTo>
                    <a:pt x="94" y="188"/>
                  </a:lnTo>
                  <a:lnTo>
                    <a:pt x="90" y="178"/>
                  </a:lnTo>
                  <a:lnTo>
                    <a:pt x="90" y="178"/>
                  </a:lnTo>
                  <a:lnTo>
                    <a:pt x="86" y="170"/>
                  </a:lnTo>
                  <a:lnTo>
                    <a:pt x="86" y="166"/>
                  </a:lnTo>
                  <a:lnTo>
                    <a:pt x="86" y="164"/>
                  </a:lnTo>
                  <a:lnTo>
                    <a:pt x="92" y="162"/>
                  </a:lnTo>
                  <a:lnTo>
                    <a:pt x="100" y="158"/>
                  </a:lnTo>
                  <a:lnTo>
                    <a:pt x="100" y="158"/>
                  </a:lnTo>
                  <a:lnTo>
                    <a:pt x="106" y="156"/>
                  </a:lnTo>
                  <a:lnTo>
                    <a:pt x="112" y="156"/>
                  </a:lnTo>
                  <a:lnTo>
                    <a:pt x="116" y="160"/>
                  </a:lnTo>
                  <a:lnTo>
                    <a:pt x="120" y="164"/>
                  </a:lnTo>
                  <a:lnTo>
                    <a:pt x="132" y="186"/>
                  </a:lnTo>
                  <a:lnTo>
                    <a:pt x="132" y="186"/>
                  </a:lnTo>
                  <a:lnTo>
                    <a:pt x="142" y="178"/>
                  </a:lnTo>
                  <a:lnTo>
                    <a:pt x="150" y="172"/>
                  </a:lnTo>
                  <a:lnTo>
                    <a:pt x="158" y="162"/>
                  </a:lnTo>
                  <a:lnTo>
                    <a:pt x="162" y="154"/>
                  </a:lnTo>
                  <a:lnTo>
                    <a:pt x="168" y="132"/>
                  </a:lnTo>
                  <a:lnTo>
                    <a:pt x="172" y="110"/>
                  </a:lnTo>
                  <a:lnTo>
                    <a:pt x="174" y="88"/>
                  </a:lnTo>
                  <a:lnTo>
                    <a:pt x="180" y="66"/>
                  </a:lnTo>
                  <a:lnTo>
                    <a:pt x="186" y="56"/>
                  </a:lnTo>
                  <a:lnTo>
                    <a:pt x="192" y="46"/>
                  </a:lnTo>
                  <a:lnTo>
                    <a:pt x="200" y="38"/>
                  </a:lnTo>
                  <a:lnTo>
                    <a:pt x="210" y="30"/>
                  </a:lnTo>
                  <a:lnTo>
                    <a:pt x="210" y="30"/>
                  </a:lnTo>
                  <a:lnTo>
                    <a:pt x="232" y="18"/>
                  </a:lnTo>
                  <a:lnTo>
                    <a:pt x="256" y="10"/>
                  </a:lnTo>
                  <a:lnTo>
                    <a:pt x="284" y="4"/>
                  </a:lnTo>
                  <a:lnTo>
                    <a:pt x="310" y="2"/>
                  </a:lnTo>
                  <a:lnTo>
                    <a:pt x="338" y="0"/>
                  </a:lnTo>
                  <a:lnTo>
                    <a:pt x="366" y="2"/>
                  </a:lnTo>
                  <a:lnTo>
                    <a:pt x="392" y="6"/>
                  </a:lnTo>
                  <a:lnTo>
                    <a:pt x="416" y="10"/>
                  </a:lnTo>
                  <a:lnTo>
                    <a:pt x="416" y="10"/>
                  </a:lnTo>
                  <a:lnTo>
                    <a:pt x="432" y="14"/>
                  </a:lnTo>
                  <a:lnTo>
                    <a:pt x="444" y="20"/>
                  </a:lnTo>
                  <a:lnTo>
                    <a:pt x="454" y="26"/>
                  </a:lnTo>
                  <a:lnTo>
                    <a:pt x="464" y="32"/>
                  </a:lnTo>
                  <a:lnTo>
                    <a:pt x="470" y="40"/>
                  </a:lnTo>
                  <a:lnTo>
                    <a:pt x="478" y="50"/>
                  </a:lnTo>
                  <a:lnTo>
                    <a:pt x="488" y="68"/>
                  </a:lnTo>
                  <a:lnTo>
                    <a:pt x="494" y="88"/>
                  </a:lnTo>
                  <a:lnTo>
                    <a:pt x="502" y="110"/>
                  </a:lnTo>
                  <a:lnTo>
                    <a:pt x="510" y="134"/>
                  </a:lnTo>
                  <a:lnTo>
                    <a:pt x="520" y="156"/>
                  </a:lnTo>
                  <a:lnTo>
                    <a:pt x="520" y="156"/>
                  </a:lnTo>
                  <a:lnTo>
                    <a:pt x="526" y="166"/>
                  </a:lnTo>
                  <a:lnTo>
                    <a:pt x="530" y="174"/>
                  </a:lnTo>
                  <a:lnTo>
                    <a:pt x="536" y="178"/>
                  </a:lnTo>
                  <a:lnTo>
                    <a:pt x="540" y="180"/>
                  </a:lnTo>
                  <a:lnTo>
                    <a:pt x="546" y="178"/>
                  </a:lnTo>
                  <a:lnTo>
                    <a:pt x="550" y="174"/>
                  </a:lnTo>
                  <a:lnTo>
                    <a:pt x="562" y="160"/>
                  </a:lnTo>
                  <a:lnTo>
                    <a:pt x="562" y="160"/>
                  </a:lnTo>
                  <a:lnTo>
                    <a:pt x="564" y="156"/>
                  </a:lnTo>
                  <a:lnTo>
                    <a:pt x="568" y="154"/>
                  </a:lnTo>
                  <a:lnTo>
                    <a:pt x="572" y="154"/>
                  </a:lnTo>
                  <a:lnTo>
                    <a:pt x="578" y="156"/>
                  </a:lnTo>
                  <a:lnTo>
                    <a:pt x="598" y="166"/>
                  </a:lnTo>
                  <a:lnTo>
                    <a:pt x="598" y="166"/>
                  </a:lnTo>
                  <a:lnTo>
                    <a:pt x="592" y="182"/>
                  </a:lnTo>
                  <a:lnTo>
                    <a:pt x="588" y="194"/>
                  </a:lnTo>
                  <a:lnTo>
                    <a:pt x="584" y="204"/>
                  </a:lnTo>
                  <a:lnTo>
                    <a:pt x="584" y="216"/>
                  </a:lnTo>
                  <a:lnTo>
                    <a:pt x="584" y="216"/>
                  </a:lnTo>
                  <a:lnTo>
                    <a:pt x="604" y="226"/>
                  </a:lnTo>
                  <a:lnTo>
                    <a:pt x="622" y="238"/>
                  </a:lnTo>
                  <a:lnTo>
                    <a:pt x="638" y="250"/>
                  </a:lnTo>
                  <a:lnTo>
                    <a:pt x="650" y="264"/>
                  </a:lnTo>
                  <a:lnTo>
                    <a:pt x="656" y="270"/>
                  </a:lnTo>
                  <a:lnTo>
                    <a:pt x="658" y="278"/>
                  </a:lnTo>
                  <a:lnTo>
                    <a:pt x="662" y="288"/>
                  </a:lnTo>
                  <a:lnTo>
                    <a:pt x="662" y="296"/>
                  </a:lnTo>
                  <a:lnTo>
                    <a:pt x="662" y="306"/>
                  </a:lnTo>
                  <a:lnTo>
                    <a:pt x="660" y="316"/>
                  </a:lnTo>
                  <a:lnTo>
                    <a:pt x="658" y="328"/>
                  </a:lnTo>
                  <a:lnTo>
                    <a:pt x="652" y="340"/>
                  </a:lnTo>
                  <a:lnTo>
                    <a:pt x="652" y="340"/>
                  </a:lnTo>
                  <a:lnTo>
                    <a:pt x="634" y="334"/>
                  </a:lnTo>
                  <a:lnTo>
                    <a:pt x="614" y="324"/>
                  </a:lnTo>
                  <a:lnTo>
                    <a:pt x="578" y="308"/>
                  </a:lnTo>
                  <a:lnTo>
                    <a:pt x="578" y="308"/>
                  </a:lnTo>
                  <a:lnTo>
                    <a:pt x="532" y="284"/>
                  </a:lnTo>
                  <a:lnTo>
                    <a:pt x="532" y="284"/>
                  </a:lnTo>
                  <a:lnTo>
                    <a:pt x="528" y="288"/>
                  </a:lnTo>
                  <a:lnTo>
                    <a:pt x="526" y="290"/>
                  </a:lnTo>
                  <a:lnTo>
                    <a:pt x="526" y="294"/>
                  </a:lnTo>
                  <a:lnTo>
                    <a:pt x="528" y="296"/>
                  </a:lnTo>
                  <a:lnTo>
                    <a:pt x="532" y="302"/>
                  </a:lnTo>
                  <a:lnTo>
                    <a:pt x="538" y="306"/>
                  </a:lnTo>
                  <a:lnTo>
                    <a:pt x="538" y="306"/>
                  </a:lnTo>
                  <a:lnTo>
                    <a:pt x="560" y="322"/>
                  </a:lnTo>
                  <a:lnTo>
                    <a:pt x="580" y="342"/>
                  </a:lnTo>
                  <a:lnTo>
                    <a:pt x="598" y="362"/>
                  </a:lnTo>
                  <a:lnTo>
                    <a:pt x="614" y="382"/>
                  </a:lnTo>
                  <a:lnTo>
                    <a:pt x="628" y="406"/>
                  </a:lnTo>
                  <a:lnTo>
                    <a:pt x="642" y="428"/>
                  </a:lnTo>
                  <a:lnTo>
                    <a:pt x="652" y="454"/>
                  </a:lnTo>
                  <a:lnTo>
                    <a:pt x="660" y="478"/>
                  </a:lnTo>
                  <a:lnTo>
                    <a:pt x="668" y="504"/>
                  </a:lnTo>
                  <a:lnTo>
                    <a:pt x="672" y="530"/>
                  </a:lnTo>
                  <a:lnTo>
                    <a:pt x="676" y="558"/>
                  </a:lnTo>
                  <a:lnTo>
                    <a:pt x="676" y="584"/>
                  </a:lnTo>
                  <a:lnTo>
                    <a:pt x="674" y="612"/>
                  </a:lnTo>
                  <a:lnTo>
                    <a:pt x="670" y="638"/>
                  </a:lnTo>
                  <a:lnTo>
                    <a:pt x="664" y="664"/>
                  </a:lnTo>
                  <a:lnTo>
                    <a:pt x="656" y="690"/>
                  </a:lnTo>
                  <a:close/>
                  <a:moveTo>
                    <a:pt x="340" y="828"/>
                  </a:moveTo>
                  <a:lnTo>
                    <a:pt x="340" y="828"/>
                  </a:lnTo>
                  <a:lnTo>
                    <a:pt x="366" y="826"/>
                  </a:lnTo>
                  <a:lnTo>
                    <a:pt x="390" y="822"/>
                  </a:lnTo>
                  <a:lnTo>
                    <a:pt x="414" y="816"/>
                  </a:lnTo>
                  <a:lnTo>
                    <a:pt x="436" y="808"/>
                  </a:lnTo>
                  <a:lnTo>
                    <a:pt x="458" y="798"/>
                  </a:lnTo>
                  <a:lnTo>
                    <a:pt x="478" y="784"/>
                  </a:lnTo>
                  <a:lnTo>
                    <a:pt x="498" y="770"/>
                  </a:lnTo>
                  <a:lnTo>
                    <a:pt x="516" y="754"/>
                  </a:lnTo>
                  <a:lnTo>
                    <a:pt x="532" y="736"/>
                  </a:lnTo>
                  <a:lnTo>
                    <a:pt x="546" y="716"/>
                  </a:lnTo>
                  <a:lnTo>
                    <a:pt x="558" y="696"/>
                  </a:lnTo>
                  <a:lnTo>
                    <a:pt x="568" y="674"/>
                  </a:lnTo>
                  <a:lnTo>
                    <a:pt x="578" y="652"/>
                  </a:lnTo>
                  <a:lnTo>
                    <a:pt x="584" y="628"/>
                  </a:lnTo>
                  <a:lnTo>
                    <a:pt x="588" y="604"/>
                  </a:lnTo>
                  <a:lnTo>
                    <a:pt x="588" y="578"/>
                  </a:lnTo>
                  <a:lnTo>
                    <a:pt x="588" y="578"/>
                  </a:lnTo>
                  <a:lnTo>
                    <a:pt x="588" y="554"/>
                  </a:lnTo>
                  <a:lnTo>
                    <a:pt x="584" y="528"/>
                  </a:lnTo>
                  <a:lnTo>
                    <a:pt x="578" y="506"/>
                  </a:lnTo>
                  <a:lnTo>
                    <a:pt x="568" y="482"/>
                  </a:lnTo>
                  <a:lnTo>
                    <a:pt x="558" y="460"/>
                  </a:lnTo>
                  <a:lnTo>
                    <a:pt x="546" y="440"/>
                  </a:lnTo>
                  <a:lnTo>
                    <a:pt x="532" y="420"/>
                  </a:lnTo>
                  <a:lnTo>
                    <a:pt x="516" y="402"/>
                  </a:lnTo>
                  <a:lnTo>
                    <a:pt x="498" y="386"/>
                  </a:lnTo>
                  <a:lnTo>
                    <a:pt x="478" y="372"/>
                  </a:lnTo>
                  <a:lnTo>
                    <a:pt x="458" y="360"/>
                  </a:lnTo>
                  <a:lnTo>
                    <a:pt x="436" y="348"/>
                  </a:lnTo>
                  <a:lnTo>
                    <a:pt x="414" y="340"/>
                  </a:lnTo>
                  <a:lnTo>
                    <a:pt x="390" y="334"/>
                  </a:lnTo>
                  <a:lnTo>
                    <a:pt x="366" y="330"/>
                  </a:lnTo>
                  <a:lnTo>
                    <a:pt x="340" y="328"/>
                  </a:lnTo>
                  <a:lnTo>
                    <a:pt x="340" y="328"/>
                  </a:lnTo>
                  <a:lnTo>
                    <a:pt x="314" y="330"/>
                  </a:lnTo>
                  <a:lnTo>
                    <a:pt x="290" y="334"/>
                  </a:lnTo>
                  <a:lnTo>
                    <a:pt x="266" y="340"/>
                  </a:lnTo>
                  <a:lnTo>
                    <a:pt x="244" y="348"/>
                  </a:lnTo>
                  <a:lnTo>
                    <a:pt x="222" y="360"/>
                  </a:lnTo>
                  <a:lnTo>
                    <a:pt x="202" y="372"/>
                  </a:lnTo>
                  <a:lnTo>
                    <a:pt x="182" y="386"/>
                  </a:lnTo>
                  <a:lnTo>
                    <a:pt x="164" y="402"/>
                  </a:lnTo>
                  <a:lnTo>
                    <a:pt x="148" y="420"/>
                  </a:lnTo>
                  <a:lnTo>
                    <a:pt x="134" y="440"/>
                  </a:lnTo>
                  <a:lnTo>
                    <a:pt x="120" y="460"/>
                  </a:lnTo>
                  <a:lnTo>
                    <a:pt x="110" y="482"/>
                  </a:lnTo>
                  <a:lnTo>
                    <a:pt x="102" y="506"/>
                  </a:lnTo>
                  <a:lnTo>
                    <a:pt x="96" y="528"/>
                  </a:lnTo>
                  <a:lnTo>
                    <a:pt x="92" y="554"/>
                  </a:lnTo>
                  <a:lnTo>
                    <a:pt x="90" y="578"/>
                  </a:lnTo>
                  <a:lnTo>
                    <a:pt x="90" y="578"/>
                  </a:lnTo>
                  <a:lnTo>
                    <a:pt x="92" y="604"/>
                  </a:lnTo>
                  <a:lnTo>
                    <a:pt x="96" y="628"/>
                  </a:lnTo>
                  <a:lnTo>
                    <a:pt x="102" y="652"/>
                  </a:lnTo>
                  <a:lnTo>
                    <a:pt x="110" y="674"/>
                  </a:lnTo>
                  <a:lnTo>
                    <a:pt x="120" y="696"/>
                  </a:lnTo>
                  <a:lnTo>
                    <a:pt x="134" y="718"/>
                  </a:lnTo>
                  <a:lnTo>
                    <a:pt x="148" y="736"/>
                  </a:lnTo>
                  <a:lnTo>
                    <a:pt x="164" y="754"/>
                  </a:lnTo>
                  <a:lnTo>
                    <a:pt x="182" y="770"/>
                  </a:lnTo>
                  <a:lnTo>
                    <a:pt x="202" y="784"/>
                  </a:lnTo>
                  <a:lnTo>
                    <a:pt x="222" y="798"/>
                  </a:lnTo>
                  <a:lnTo>
                    <a:pt x="244" y="808"/>
                  </a:lnTo>
                  <a:lnTo>
                    <a:pt x="266" y="816"/>
                  </a:lnTo>
                  <a:lnTo>
                    <a:pt x="290" y="822"/>
                  </a:lnTo>
                  <a:lnTo>
                    <a:pt x="314" y="826"/>
                  </a:lnTo>
                  <a:lnTo>
                    <a:pt x="340" y="828"/>
                  </a:lnTo>
                  <a:close/>
                  <a:moveTo>
                    <a:pt x="176" y="168"/>
                  </a:moveTo>
                  <a:lnTo>
                    <a:pt x="176" y="168"/>
                  </a:lnTo>
                  <a:lnTo>
                    <a:pt x="194" y="164"/>
                  </a:lnTo>
                  <a:lnTo>
                    <a:pt x="210" y="160"/>
                  </a:lnTo>
                  <a:lnTo>
                    <a:pt x="224" y="160"/>
                  </a:lnTo>
                  <a:lnTo>
                    <a:pt x="238" y="164"/>
                  </a:lnTo>
                  <a:lnTo>
                    <a:pt x="250" y="170"/>
                  </a:lnTo>
                  <a:lnTo>
                    <a:pt x="262" y="178"/>
                  </a:lnTo>
                  <a:lnTo>
                    <a:pt x="274" y="188"/>
                  </a:lnTo>
                  <a:lnTo>
                    <a:pt x="284" y="202"/>
                  </a:lnTo>
                  <a:lnTo>
                    <a:pt x="284" y="202"/>
                  </a:lnTo>
                  <a:lnTo>
                    <a:pt x="224" y="234"/>
                  </a:lnTo>
                  <a:lnTo>
                    <a:pt x="190" y="254"/>
                  </a:lnTo>
                  <a:lnTo>
                    <a:pt x="178" y="262"/>
                  </a:lnTo>
                  <a:lnTo>
                    <a:pt x="176" y="266"/>
                  </a:lnTo>
                  <a:lnTo>
                    <a:pt x="174" y="270"/>
                  </a:lnTo>
                  <a:lnTo>
                    <a:pt x="174" y="270"/>
                  </a:lnTo>
                  <a:lnTo>
                    <a:pt x="176" y="276"/>
                  </a:lnTo>
                  <a:lnTo>
                    <a:pt x="178" y="278"/>
                  </a:lnTo>
                  <a:lnTo>
                    <a:pt x="184" y="278"/>
                  </a:lnTo>
                  <a:lnTo>
                    <a:pt x="192" y="276"/>
                  </a:lnTo>
                  <a:lnTo>
                    <a:pt x="204" y="270"/>
                  </a:lnTo>
                  <a:lnTo>
                    <a:pt x="214" y="264"/>
                  </a:lnTo>
                  <a:lnTo>
                    <a:pt x="214" y="264"/>
                  </a:lnTo>
                  <a:lnTo>
                    <a:pt x="234" y="256"/>
                  </a:lnTo>
                  <a:lnTo>
                    <a:pt x="256" y="250"/>
                  </a:lnTo>
                  <a:lnTo>
                    <a:pt x="278" y="246"/>
                  </a:lnTo>
                  <a:lnTo>
                    <a:pt x="302" y="242"/>
                  </a:lnTo>
                  <a:lnTo>
                    <a:pt x="302" y="242"/>
                  </a:lnTo>
                  <a:lnTo>
                    <a:pt x="328" y="242"/>
                  </a:lnTo>
                  <a:lnTo>
                    <a:pt x="336" y="242"/>
                  </a:lnTo>
                  <a:lnTo>
                    <a:pt x="344" y="240"/>
                  </a:lnTo>
                  <a:lnTo>
                    <a:pt x="350" y="238"/>
                  </a:lnTo>
                  <a:lnTo>
                    <a:pt x="354" y="232"/>
                  </a:lnTo>
                  <a:lnTo>
                    <a:pt x="356" y="224"/>
                  </a:lnTo>
                  <a:lnTo>
                    <a:pt x="356" y="210"/>
                  </a:lnTo>
                  <a:lnTo>
                    <a:pt x="326" y="210"/>
                  </a:lnTo>
                  <a:lnTo>
                    <a:pt x="326" y="180"/>
                  </a:lnTo>
                  <a:lnTo>
                    <a:pt x="392" y="180"/>
                  </a:lnTo>
                  <a:lnTo>
                    <a:pt x="392" y="210"/>
                  </a:lnTo>
                  <a:lnTo>
                    <a:pt x="392" y="210"/>
                  </a:lnTo>
                  <a:lnTo>
                    <a:pt x="378" y="210"/>
                  </a:lnTo>
                  <a:lnTo>
                    <a:pt x="370" y="210"/>
                  </a:lnTo>
                  <a:lnTo>
                    <a:pt x="366" y="210"/>
                  </a:lnTo>
                  <a:lnTo>
                    <a:pt x="366" y="210"/>
                  </a:lnTo>
                  <a:lnTo>
                    <a:pt x="366" y="230"/>
                  </a:lnTo>
                  <a:lnTo>
                    <a:pt x="368" y="236"/>
                  </a:lnTo>
                  <a:lnTo>
                    <a:pt x="370" y="238"/>
                  </a:lnTo>
                  <a:lnTo>
                    <a:pt x="374" y="242"/>
                  </a:lnTo>
                  <a:lnTo>
                    <a:pt x="382" y="242"/>
                  </a:lnTo>
                  <a:lnTo>
                    <a:pt x="402" y="246"/>
                  </a:lnTo>
                  <a:lnTo>
                    <a:pt x="402" y="246"/>
                  </a:lnTo>
                  <a:lnTo>
                    <a:pt x="438" y="256"/>
                  </a:lnTo>
                  <a:lnTo>
                    <a:pt x="474" y="268"/>
                  </a:lnTo>
                  <a:lnTo>
                    <a:pt x="474" y="268"/>
                  </a:lnTo>
                  <a:lnTo>
                    <a:pt x="484" y="274"/>
                  </a:lnTo>
                  <a:lnTo>
                    <a:pt x="496" y="282"/>
                  </a:lnTo>
                  <a:lnTo>
                    <a:pt x="502" y="282"/>
                  </a:lnTo>
                  <a:lnTo>
                    <a:pt x="506" y="282"/>
                  </a:lnTo>
                  <a:lnTo>
                    <a:pt x="510" y="280"/>
                  </a:lnTo>
                  <a:lnTo>
                    <a:pt x="514" y="272"/>
                  </a:lnTo>
                  <a:lnTo>
                    <a:pt x="514" y="272"/>
                  </a:lnTo>
                  <a:lnTo>
                    <a:pt x="454" y="244"/>
                  </a:lnTo>
                  <a:lnTo>
                    <a:pt x="426" y="228"/>
                  </a:lnTo>
                  <a:lnTo>
                    <a:pt x="398" y="212"/>
                  </a:lnTo>
                  <a:lnTo>
                    <a:pt x="398" y="212"/>
                  </a:lnTo>
                  <a:lnTo>
                    <a:pt x="396" y="210"/>
                  </a:lnTo>
                  <a:lnTo>
                    <a:pt x="396" y="208"/>
                  </a:lnTo>
                  <a:lnTo>
                    <a:pt x="396" y="202"/>
                  </a:lnTo>
                  <a:lnTo>
                    <a:pt x="402" y="194"/>
                  </a:lnTo>
                  <a:lnTo>
                    <a:pt x="408" y="186"/>
                  </a:lnTo>
                  <a:lnTo>
                    <a:pt x="424" y="174"/>
                  </a:lnTo>
                  <a:lnTo>
                    <a:pt x="434" y="166"/>
                  </a:lnTo>
                  <a:lnTo>
                    <a:pt x="434" y="166"/>
                  </a:lnTo>
                  <a:lnTo>
                    <a:pt x="444" y="164"/>
                  </a:lnTo>
                  <a:lnTo>
                    <a:pt x="452" y="162"/>
                  </a:lnTo>
                  <a:lnTo>
                    <a:pt x="470" y="162"/>
                  </a:lnTo>
                  <a:lnTo>
                    <a:pt x="488" y="164"/>
                  </a:lnTo>
                  <a:lnTo>
                    <a:pt x="504" y="170"/>
                  </a:lnTo>
                  <a:lnTo>
                    <a:pt x="504" y="170"/>
                  </a:lnTo>
                  <a:lnTo>
                    <a:pt x="496" y="162"/>
                  </a:lnTo>
                  <a:lnTo>
                    <a:pt x="488" y="152"/>
                  </a:lnTo>
                  <a:lnTo>
                    <a:pt x="484" y="140"/>
                  </a:lnTo>
                  <a:lnTo>
                    <a:pt x="480" y="126"/>
                  </a:lnTo>
                  <a:lnTo>
                    <a:pt x="474" y="100"/>
                  </a:lnTo>
                  <a:lnTo>
                    <a:pt x="472" y="88"/>
                  </a:lnTo>
                  <a:lnTo>
                    <a:pt x="468" y="76"/>
                  </a:lnTo>
                  <a:lnTo>
                    <a:pt x="468" y="76"/>
                  </a:lnTo>
                  <a:lnTo>
                    <a:pt x="460" y="62"/>
                  </a:lnTo>
                  <a:lnTo>
                    <a:pt x="450" y="52"/>
                  </a:lnTo>
                  <a:lnTo>
                    <a:pt x="436" y="44"/>
                  </a:lnTo>
                  <a:lnTo>
                    <a:pt x="422" y="38"/>
                  </a:lnTo>
                  <a:lnTo>
                    <a:pt x="406" y="34"/>
                  </a:lnTo>
                  <a:lnTo>
                    <a:pt x="390" y="32"/>
                  </a:lnTo>
                  <a:lnTo>
                    <a:pt x="360" y="28"/>
                  </a:lnTo>
                  <a:lnTo>
                    <a:pt x="360" y="28"/>
                  </a:lnTo>
                  <a:lnTo>
                    <a:pt x="324" y="28"/>
                  </a:lnTo>
                  <a:lnTo>
                    <a:pt x="290" y="30"/>
                  </a:lnTo>
                  <a:lnTo>
                    <a:pt x="272" y="34"/>
                  </a:lnTo>
                  <a:lnTo>
                    <a:pt x="254" y="38"/>
                  </a:lnTo>
                  <a:lnTo>
                    <a:pt x="238" y="44"/>
                  </a:lnTo>
                  <a:lnTo>
                    <a:pt x="222" y="52"/>
                  </a:lnTo>
                  <a:lnTo>
                    <a:pt x="222" y="52"/>
                  </a:lnTo>
                  <a:lnTo>
                    <a:pt x="216" y="58"/>
                  </a:lnTo>
                  <a:lnTo>
                    <a:pt x="210" y="64"/>
                  </a:lnTo>
                  <a:lnTo>
                    <a:pt x="202" y="76"/>
                  </a:lnTo>
                  <a:lnTo>
                    <a:pt x="198" y="90"/>
                  </a:lnTo>
                  <a:lnTo>
                    <a:pt x="194" y="106"/>
                  </a:lnTo>
                  <a:lnTo>
                    <a:pt x="190" y="138"/>
                  </a:lnTo>
                  <a:lnTo>
                    <a:pt x="184" y="154"/>
                  </a:lnTo>
                  <a:lnTo>
                    <a:pt x="176" y="168"/>
                  </a:lnTo>
                  <a:close/>
                  <a:moveTo>
                    <a:pt x="426" y="496"/>
                  </a:moveTo>
                  <a:lnTo>
                    <a:pt x="426" y="496"/>
                  </a:lnTo>
                  <a:lnTo>
                    <a:pt x="432" y="494"/>
                  </a:lnTo>
                  <a:lnTo>
                    <a:pt x="436" y="492"/>
                  </a:lnTo>
                  <a:lnTo>
                    <a:pt x="440" y="494"/>
                  </a:lnTo>
                  <a:lnTo>
                    <a:pt x="442" y="498"/>
                  </a:lnTo>
                  <a:lnTo>
                    <a:pt x="444" y="504"/>
                  </a:lnTo>
                  <a:lnTo>
                    <a:pt x="444" y="508"/>
                  </a:lnTo>
                  <a:lnTo>
                    <a:pt x="440" y="514"/>
                  </a:lnTo>
                  <a:lnTo>
                    <a:pt x="438" y="518"/>
                  </a:lnTo>
                  <a:lnTo>
                    <a:pt x="438" y="518"/>
                  </a:lnTo>
                  <a:lnTo>
                    <a:pt x="396" y="550"/>
                  </a:lnTo>
                  <a:lnTo>
                    <a:pt x="396" y="550"/>
                  </a:lnTo>
                  <a:lnTo>
                    <a:pt x="380" y="560"/>
                  </a:lnTo>
                  <a:lnTo>
                    <a:pt x="372" y="566"/>
                  </a:lnTo>
                  <a:lnTo>
                    <a:pt x="366" y="572"/>
                  </a:lnTo>
                  <a:lnTo>
                    <a:pt x="366" y="572"/>
                  </a:lnTo>
                  <a:lnTo>
                    <a:pt x="360" y="586"/>
                  </a:lnTo>
                  <a:lnTo>
                    <a:pt x="356" y="598"/>
                  </a:lnTo>
                  <a:lnTo>
                    <a:pt x="352" y="602"/>
                  </a:lnTo>
                  <a:lnTo>
                    <a:pt x="346" y="606"/>
                  </a:lnTo>
                  <a:lnTo>
                    <a:pt x="338" y="606"/>
                  </a:lnTo>
                  <a:lnTo>
                    <a:pt x="328" y="604"/>
                  </a:lnTo>
                  <a:lnTo>
                    <a:pt x="328" y="604"/>
                  </a:lnTo>
                  <a:lnTo>
                    <a:pt x="322" y="600"/>
                  </a:lnTo>
                  <a:lnTo>
                    <a:pt x="318" y="596"/>
                  </a:lnTo>
                  <a:lnTo>
                    <a:pt x="316" y="590"/>
                  </a:lnTo>
                  <a:lnTo>
                    <a:pt x="316" y="586"/>
                  </a:lnTo>
                  <a:lnTo>
                    <a:pt x="314" y="576"/>
                  </a:lnTo>
                  <a:lnTo>
                    <a:pt x="314" y="572"/>
                  </a:lnTo>
                  <a:lnTo>
                    <a:pt x="312" y="568"/>
                  </a:lnTo>
                  <a:lnTo>
                    <a:pt x="312" y="568"/>
                  </a:lnTo>
                  <a:lnTo>
                    <a:pt x="284" y="542"/>
                  </a:lnTo>
                  <a:lnTo>
                    <a:pt x="284" y="542"/>
                  </a:lnTo>
                  <a:lnTo>
                    <a:pt x="196" y="456"/>
                  </a:lnTo>
                  <a:lnTo>
                    <a:pt x="196" y="456"/>
                  </a:lnTo>
                  <a:lnTo>
                    <a:pt x="190" y="450"/>
                  </a:lnTo>
                  <a:lnTo>
                    <a:pt x="186" y="442"/>
                  </a:lnTo>
                  <a:lnTo>
                    <a:pt x="184" y="434"/>
                  </a:lnTo>
                  <a:lnTo>
                    <a:pt x="184" y="428"/>
                  </a:lnTo>
                  <a:lnTo>
                    <a:pt x="186" y="424"/>
                  </a:lnTo>
                  <a:lnTo>
                    <a:pt x="190" y="422"/>
                  </a:lnTo>
                  <a:lnTo>
                    <a:pt x="196" y="424"/>
                  </a:lnTo>
                  <a:lnTo>
                    <a:pt x="204" y="430"/>
                  </a:lnTo>
                  <a:lnTo>
                    <a:pt x="204" y="430"/>
                  </a:lnTo>
                  <a:lnTo>
                    <a:pt x="286" y="510"/>
                  </a:lnTo>
                  <a:lnTo>
                    <a:pt x="286" y="510"/>
                  </a:lnTo>
                  <a:lnTo>
                    <a:pt x="298" y="524"/>
                  </a:lnTo>
                  <a:lnTo>
                    <a:pt x="316" y="540"/>
                  </a:lnTo>
                  <a:lnTo>
                    <a:pt x="326" y="548"/>
                  </a:lnTo>
                  <a:lnTo>
                    <a:pt x="336" y="554"/>
                  </a:lnTo>
                  <a:lnTo>
                    <a:pt x="344" y="556"/>
                  </a:lnTo>
                  <a:lnTo>
                    <a:pt x="348" y="554"/>
                  </a:lnTo>
                  <a:lnTo>
                    <a:pt x="352" y="552"/>
                  </a:lnTo>
                  <a:lnTo>
                    <a:pt x="352" y="552"/>
                  </a:lnTo>
                  <a:lnTo>
                    <a:pt x="426" y="496"/>
                  </a:lnTo>
                  <a:close/>
                </a:path>
              </a:pathLst>
            </a:custGeom>
            <a:solidFill>
              <a:schemeClr val="accent4"/>
            </a:solidFill>
            <a:ln>
              <a:noFill/>
            </a:ln>
          </p:spPr>
          <p:txBody>
            <a:bodyPr vert="horz" wrap="square" lIns="82938" tIns="41469" rIns="82938" bIns="41469" numCol="1" anchor="t" anchorCtr="0" compatLnSpc="1"/>
            <a:lstStyle/>
            <a:p>
              <a:endParaRPr lang="en-GB" sz="1815"/>
            </a:p>
          </p:txBody>
        </p:sp>
        <p:grpSp>
          <p:nvGrpSpPr>
            <p:cNvPr id="1229" name="Group 1228"/>
            <p:cNvGrpSpPr/>
            <p:nvPr/>
          </p:nvGrpSpPr>
          <p:grpSpPr>
            <a:xfrm>
              <a:off x="557839" y="3061735"/>
              <a:ext cx="1436166" cy="1436166"/>
              <a:chOff x="4984751" y="296863"/>
              <a:chExt cx="1465263" cy="1465263"/>
            </a:xfrm>
          </p:grpSpPr>
          <p:sp>
            <p:nvSpPr>
              <p:cNvPr id="1025" name="Freeform 19"/>
              <p:cNvSpPr/>
              <p:nvPr/>
            </p:nvSpPr>
            <p:spPr bwMode="auto">
              <a:xfrm>
                <a:off x="5716589" y="296863"/>
                <a:ext cx="44450" cy="731838"/>
              </a:xfrm>
              <a:custGeom>
                <a:avLst/>
                <a:gdLst>
                  <a:gd name="T0" fmla="*/ 0 w 460"/>
                  <a:gd name="T1" fmla="*/ 7688 h 7688"/>
                  <a:gd name="T2" fmla="*/ 460 w 460"/>
                  <a:gd name="T3" fmla="*/ 14 h 7688"/>
                  <a:gd name="T4" fmla="*/ 0 w 460"/>
                  <a:gd name="T5" fmla="*/ 0 h 7688"/>
                  <a:gd name="T6" fmla="*/ 0 w 460"/>
                  <a:gd name="T7" fmla="*/ 7688 h 7688"/>
                </a:gdLst>
                <a:ahLst/>
                <a:cxnLst>
                  <a:cxn ang="0">
                    <a:pos x="T0" y="T1"/>
                  </a:cxn>
                  <a:cxn ang="0">
                    <a:pos x="T2" y="T3"/>
                  </a:cxn>
                  <a:cxn ang="0">
                    <a:pos x="T4" y="T5"/>
                  </a:cxn>
                  <a:cxn ang="0">
                    <a:pos x="T6" y="T7"/>
                  </a:cxn>
                </a:cxnLst>
                <a:rect l="0" t="0" r="r" b="b"/>
                <a:pathLst>
                  <a:path w="460" h="7688">
                    <a:moveTo>
                      <a:pt x="0" y="7688"/>
                    </a:moveTo>
                    <a:lnTo>
                      <a:pt x="460" y="14"/>
                    </a:lnTo>
                    <a:cubicBezTo>
                      <a:pt x="307" y="4"/>
                      <a:pt x="154" y="0"/>
                      <a:pt x="0" y="0"/>
                    </a:cubicBezTo>
                    <a:lnTo>
                      <a:pt x="0" y="7688"/>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28" name="Freeform 21"/>
              <p:cNvSpPr/>
              <p:nvPr/>
            </p:nvSpPr>
            <p:spPr bwMode="auto">
              <a:xfrm>
                <a:off x="5716589" y="296863"/>
                <a:ext cx="87313" cy="731838"/>
              </a:xfrm>
              <a:custGeom>
                <a:avLst/>
                <a:gdLst>
                  <a:gd name="T0" fmla="*/ 0 w 918"/>
                  <a:gd name="T1" fmla="*/ 7674 h 7674"/>
                  <a:gd name="T2" fmla="*/ 918 w 918"/>
                  <a:gd name="T3" fmla="*/ 41 h 7674"/>
                  <a:gd name="T4" fmla="*/ 460 w 918"/>
                  <a:gd name="T5" fmla="*/ 0 h 7674"/>
                  <a:gd name="T6" fmla="*/ 0 w 918"/>
                  <a:gd name="T7" fmla="*/ 7674 h 7674"/>
                </a:gdLst>
                <a:ahLst/>
                <a:cxnLst>
                  <a:cxn ang="0">
                    <a:pos x="T0" y="T1"/>
                  </a:cxn>
                  <a:cxn ang="0">
                    <a:pos x="T2" y="T3"/>
                  </a:cxn>
                  <a:cxn ang="0">
                    <a:pos x="T4" y="T5"/>
                  </a:cxn>
                  <a:cxn ang="0">
                    <a:pos x="T6" y="T7"/>
                  </a:cxn>
                </a:cxnLst>
                <a:rect l="0" t="0" r="r" b="b"/>
                <a:pathLst>
                  <a:path w="918" h="7674">
                    <a:moveTo>
                      <a:pt x="0" y="7674"/>
                    </a:moveTo>
                    <a:lnTo>
                      <a:pt x="918" y="41"/>
                    </a:lnTo>
                    <a:cubicBezTo>
                      <a:pt x="766" y="22"/>
                      <a:pt x="613" y="9"/>
                      <a:pt x="460" y="0"/>
                    </a:cubicBezTo>
                    <a:lnTo>
                      <a:pt x="0" y="767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30" name="Freeform 23"/>
              <p:cNvSpPr/>
              <p:nvPr/>
            </p:nvSpPr>
            <p:spPr bwMode="auto">
              <a:xfrm>
                <a:off x="5716589" y="301626"/>
                <a:ext cx="131763" cy="727075"/>
              </a:xfrm>
              <a:custGeom>
                <a:avLst/>
                <a:gdLst>
                  <a:gd name="T0" fmla="*/ 0 w 1373"/>
                  <a:gd name="T1" fmla="*/ 7633 h 7633"/>
                  <a:gd name="T2" fmla="*/ 1373 w 1373"/>
                  <a:gd name="T3" fmla="*/ 68 h 7633"/>
                  <a:gd name="T4" fmla="*/ 918 w 1373"/>
                  <a:gd name="T5" fmla="*/ 0 h 7633"/>
                  <a:gd name="T6" fmla="*/ 0 w 1373"/>
                  <a:gd name="T7" fmla="*/ 7633 h 7633"/>
                </a:gdLst>
                <a:ahLst/>
                <a:cxnLst>
                  <a:cxn ang="0">
                    <a:pos x="T0" y="T1"/>
                  </a:cxn>
                  <a:cxn ang="0">
                    <a:pos x="T2" y="T3"/>
                  </a:cxn>
                  <a:cxn ang="0">
                    <a:pos x="T4" y="T5"/>
                  </a:cxn>
                  <a:cxn ang="0">
                    <a:pos x="T6" y="T7"/>
                  </a:cxn>
                </a:cxnLst>
                <a:rect l="0" t="0" r="r" b="b"/>
                <a:pathLst>
                  <a:path w="1373" h="7633">
                    <a:moveTo>
                      <a:pt x="0" y="7633"/>
                    </a:moveTo>
                    <a:lnTo>
                      <a:pt x="1373" y="68"/>
                    </a:lnTo>
                    <a:cubicBezTo>
                      <a:pt x="1222" y="41"/>
                      <a:pt x="1071" y="18"/>
                      <a:pt x="918" y="0"/>
                    </a:cubicBezTo>
                    <a:lnTo>
                      <a:pt x="0" y="763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32" name="Freeform 25"/>
              <p:cNvSpPr/>
              <p:nvPr/>
            </p:nvSpPr>
            <p:spPr bwMode="auto">
              <a:xfrm>
                <a:off x="5716589" y="307976"/>
                <a:ext cx="174625" cy="720725"/>
              </a:xfrm>
              <a:custGeom>
                <a:avLst/>
                <a:gdLst>
                  <a:gd name="T0" fmla="*/ 0 w 1823"/>
                  <a:gd name="T1" fmla="*/ 7565 h 7565"/>
                  <a:gd name="T2" fmla="*/ 1823 w 1823"/>
                  <a:gd name="T3" fmla="*/ 96 h 7565"/>
                  <a:gd name="T4" fmla="*/ 1373 w 1823"/>
                  <a:gd name="T5" fmla="*/ 0 h 7565"/>
                  <a:gd name="T6" fmla="*/ 0 w 1823"/>
                  <a:gd name="T7" fmla="*/ 7565 h 7565"/>
                </a:gdLst>
                <a:ahLst/>
                <a:cxnLst>
                  <a:cxn ang="0">
                    <a:pos x="T0" y="T1"/>
                  </a:cxn>
                  <a:cxn ang="0">
                    <a:pos x="T2" y="T3"/>
                  </a:cxn>
                  <a:cxn ang="0">
                    <a:pos x="T4" y="T5"/>
                  </a:cxn>
                  <a:cxn ang="0">
                    <a:pos x="T6" y="T7"/>
                  </a:cxn>
                </a:cxnLst>
                <a:rect l="0" t="0" r="r" b="b"/>
                <a:pathLst>
                  <a:path w="1823" h="7565">
                    <a:moveTo>
                      <a:pt x="0" y="7565"/>
                    </a:moveTo>
                    <a:lnTo>
                      <a:pt x="1823" y="96"/>
                    </a:lnTo>
                    <a:cubicBezTo>
                      <a:pt x="1674" y="60"/>
                      <a:pt x="1524" y="28"/>
                      <a:pt x="1373" y="0"/>
                    </a:cubicBezTo>
                    <a:lnTo>
                      <a:pt x="0" y="7565"/>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36" name="Freeform 27"/>
              <p:cNvSpPr/>
              <p:nvPr/>
            </p:nvSpPr>
            <p:spPr bwMode="auto">
              <a:xfrm>
                <a:off x="5716589" y="317501"/>
                <a:ext cx="215900" cy="711200"/>
              </a:xfrm>
              <a:custGeom>
                <a:avLst/>
                <a:gdLst>
                  <a:gd name="T0" fmla="*/ 0 w 2267"/>
                  <a:gd name="T1" fmla="*/ 7469 h 7469"/>
                  <a:gd name="T2" fmla="*/ 2267 w 2267"/>
                  <a:gd name="T3" fmla="*/ 122 h 7469"/>
                  <a:gd name="T4" fmla="*/ 1823 w 2267"/>
                  <a:gd name="T5" fmla="*/ 0 h 7469"/>
                  <a:gd name="T6" fmla="*/ 0 w 2267"/>
                  <a:gd name="T7" fmla="*/ 7469 h 7469"/>
                </a:gdLst>
                <a:ahLst/>
                <a:cxnLst>
                  <a:cxn ang="0">
                    <a:pos x="T0" y="T1"/>
                  </a:cxn>
                  <a:cxn ang="0">
                    <a:pos x="T2" y="T3"/>
                  </a:cxn>
                  <a:cxn ang="0">
                    <a:pos x="T4" y="T5"/>
                  </a:cxn>
                  <a:cxn ang="0">
                    <a:pos x="T6" y="T7"/>
                  </a:cxn>
                </a:cxnLst>
                <a:rect l="0" t="0" r="r" b="b"/>
                <a:pathLst>
                  <a:path w="2267" h="7469">
                    <a:moveTo>
                      <a:pt x="0" y="7469"/>
                    </a:moveTo>
                    <a:lnTo>
                      <a:pt x="2267" y="122"/>
                    </a:lnTo>
                    <a:cubicBezTo>
                      <a:pt x="2120" y="77"/>
                      <a:pt x="1972" y="36"/>
                      <a:pt x="1823" y="0"/>
                    </a:cubicBezTo>
                    <a:lnTo>
                      <a:pt x="0" y="7469"/>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38" name="Freeform 29"/>
              <p:cNvSpPr/>
              <p:nvPr/>
            </p:nvSpPr>
            <p:spPr bwMode="auto">
              <a:xfrm>
                <a:off x="5716589" y="328613"/>
                <a:ext cx="257175" cy="700088"/>
              </a:xfrm>
              <a:custGeom>
                <a:avLst/>
                <a:gdLst>
                  <a:gd name="T0" fmla="*/ 0 w 2702"/>
                  <a:gd name="T1" fmla="*/ 7347 h 7347"/>
                  <a:gd name="T2" fmla="*/ 2702 w 2702"/>
                  <a:gd name="T3" fmla="*/ 149 h 7347"/>
                  <a:gd name="T4" fmla="*/ 2267 w 2702"/>
                  <a:gd name="T5" fmla="*/ 0 h 7347"/>
                  <a:gd name="T6" fmla="*/ 0 w 2702"/>
                  <a:gd name="T7" fmla="*/ 7347 h 7347"/>
                </a:gdLst>
                <a:ahLst/>
                <a:cxnLst>
                  <a:cxn ang="0">
                    <a:pos x="T0" y="T1"/>
                  </a:cxn>
                  <a:cxn ang="0">
                    <a:pos x="T2" y="T3"/>
                  </a:cxn>
                  <a:cxn ang="0">
                    <a:pos x="T4" y="T5"/>
                  </a:cxn>
                  <a:cxn ang="0">
                    <a:pos x="T6" y="T7"/>
                  </a:cxn>
                </a:cxnLst>
                <a:rect l="0" t="0" r="r" b="b"/>
                <a:pathLst>
                  <a:path w="2702" h="7347">
                    <a:moveTo>
                      <a:pt x="0" y="7347"/>
                    </a:moveTo>
                    <a:lnTo>
                      <a:pt x="2702" y="149"/>
                    </a:lnTo>
                    <a:cubicBezTo>
                      <a:pt x="2558" y="95"/>
                      <a:pt x="2413" y="46"/>
                      <a:pt x="2267" y="0"/>
                    </a:cubicBezTo>
                    <a:lnTo>
                      <a:pt x="0" y="7347"/>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41" name="Freeform 31"/>
              <p:cNvSpPr/>
              <p:nvPr/>
            </p:nvSpPr>
            <p:spPr bwMode="auto">
              <a:xfrm>
                <a:off x="5716589" y="342901"/>
                <a:ext cx="298450" cy="685800"/>
              </a:xfrm>
              <a:custGeom>
                <a:avLst/>
                <a:gdLst>
                  <a:gd name="T0" fmla="*/ 0 w 3127"/>
                  <a:gd name="T1" fmla="*/ 7198 h 7198"/>
                  <a:gd name="T2" fmla="*/ 3127 w 3127"/>
                  <a:gd name="T3" fmla="*/ 175 h 7198"/>
                  <a:gd name="T4" fmla="*/ 2702 w 3127"/>
                  <a:gd name="T5" fmla="*/ 0 h 7198"/>
                  <a:gd name="T6" fmla="*/ 0 w 3127"/>
                  <a:gd name="T7" fmla="*/ 7198 h 7198"/>
                </a:gdLst>
                <a:ahLst/>
                <a:cxnLst>
                  <a:cxn ang="0">
                    <a:pos x="T0" y="T1"/>
                  </a:cxn>
                  <a:cxn ang="0">
                    <a:pos x="T2" y="T3"/>
                  </a:cxn>
                  <a:cxn ang="0">
                    <a:pos x="T4" y="T5"/>
                  </a:cxn>
                  <a:cxn ang="0">
                    <a:pos x="T6" y="T7"/>
                  </a:cxn>
                </a:cxnLst>
                <a:rect l="0" t="0" r="r" b="b"/>
                <a:pathLst>
                  <a:path w="3127" h="7198">
                    <a:moveTo>
                      <a:pt x="0" y="7198"/>
                    </a:moveTo>
                    <a:lnTo>
                      <a:pt x="3127" y="175"/>
                    </a:lnTo>
                    <a:cubicBezTo>
                      <a:pt x="2987" y="112"/>
                      <a:pt x="2845" y="54"/>
                      <a:pt x="2702" y="0"/>
                    </a:cubicBezTo>
                    <a:lnTo>
                      <a:pt x="0" y="7198"/>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43" name="Freeform 33"/>
              <p:cNvSpPr/>
              <p:nvPr/>
            </p:nvSpPr>
            <p:spPr bwMode="auto">
              <a:xfrm>
                <a:off x="5716589" y="360363"/>
                <a:ext cx="338138" cy="668338"/>
              </a:xfrm>
              <a:custGeom>
                <a:avLst/>
                <a:gdLst>
                  <a:gd name="T0" fmla="*/ 0 w 3542"/>
                  <a:gd name="T1" fmla="*/ 7023 h 7023"/>
                  <a:gd name="T2" fmla="*/ 3542 w 3542"/>
                  <a:gd name="T3" fmla="*/ 199 h 7023"/>
                  <a:gd name="T4" fmla="*/ 3127 w 3542"/>
                  <a:gd name="T5" fmla="*/ 0 h 7023"/>
                  <a:gd name="T6" fmla="*/ 0 w 3542"/>
                  <a:gd name="T7" fmla="*/ 7023 h 7023"/>
                </a:gdLst>
                <a:ahLst/>
                <a:cxnLst>
                  <a:cxn ang="0">
                    <a:pos x="T0" y="T1"/>
                  </a:cxn>
                  <a:cxn ang="0">
                    <a:pos x="T2" y="T3"/>
                  </a:cxn>
                  <a:cxn ang="0">
                    <a:pos x="T4" y="T5"/>
                  </a:cxn>
                  <a:cxn ang="0">
                    <a:pos x="T6" y="T7"/>
                  </a:cxn>
                </a:cxnLst>
                <a:rect l="0" t="0" r="r" b="b"/>
                <a:pathLst>
                  <a:path w="3542" h="7023">
                    <a:moveTo>
                      <a:pt x="0" y="7023"/>
                    </a:moveTo>
                    <a:lnTo>
                      <a:pt x="3542" y="199"/>
                    </a:lnTo>
                    <a:cubicBezTo>
                      <a:pt x="3406" y="128"/>
                      <a:pt x="3268" y="62"/>
                      <a:pt x="3127" y="0"/>
                    </a:cubicBezTo>
                    <a:lnTo>
                      <a:pt x="0" y="702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45" name="Freeform 35"/>
              <p:cNvSpPr/>
              <p:nvPr/>
            </p:nvSpPr>
            <p:spPr bwMode="auto">
              <a:xfrm>
                <a:off x="5716589" y="377826"/>
                <a:ext cx="376238" cy="650875"/>
              </a:xfrm>
              <a:custGeom>
                <a:avLst/>
                <a:gdLst>
                  <a:gd name="T0" fmla="*/ 0 w 3944"/>
                  <a:gd name="T1" fmla="*/ 6824 h 6824"/>
                  <a:gd name="T2" fmla="*/ 3944 w 3944"/>
                  <a:gd name="T3" fmla="*/ 224 h 6824"/>
                  <a:gd name="T4" fmla="*/ 3542 w 3944"/>
                  <a:gd name="T5" fmla="*/ 0 h 6824"/>
                  <a:gd name="T6" fmla="*/ 0 w 3944"/>
                  <a:gd name="T7" fmla="*/ 6824 h 6824"/>
                </a:gdLst>
                <a:ahLst/>
                <a:cxnLst>
                  <a:cxn ang="0">
                    <a:pos x="T0" y="T1"/>
                  </a:cxn>
                  <a:cxn ang="0">
                    <a:pos x="T2" y="T3"/>
                  </a:cxn>
                  <a:cxn ang="0">
                    <a:pos x="T4" y="T5"/>
                  </a:cxn>
                  <a:cxn ang="0">
                    <a:pos x="T6" y="T7"/>
                  </a:cxn>
                </a:cxnLst>
                <a:rect l="0" t="0" r="r" b="b"/>
                <a:pathLst>
                  <a:path w="3944" h="6824">
                    <a:moveTo>
                      <a:pt x="0" y="6824"/>
                    </a:moveTo>
                    <a:lnTo>
                      <a:pt x="3944" y="224"/>
                    </a:lnTo>
                    <a:cubicBezTo>
                      <a:pt x="3812" y="145"/>
                      <a:pt x="3678" y="71"/>
                      <a:pt x="3542" y="0"/>
                    </a:cubicBezTo>
                    <a:lnTo>
                      <a:pt x="0" y="682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47" name="Freeform 37"/>
              <p:cNvSpPr/>
              <p:nvPr/>
            </p:nvSpPr>
            <p:spPr bwMode="auto">
              <a:xfrm>
                <a:off x="5716589" y="400051"/>
                <a:ext cx="412750" cy="628650"/>
              </a:xfrm>
              <a:custGeom>
                <a:avLst/>
                <a:gdLst>
                  <a:gd name="T0" fmla="*/ 0 w 4331"/>
                  <a:gd name="T1" fmla="*/ 6600 h 6600"/>
                  <a:gd name="T2" fmla="*/ 4331 w 4331"/>
                  <a:gd name="T3" fmla="*/ 248 h 6600"/>
                  <a:gd name="T4" fmla="*/ 3944 w 4331"/>
                  <a:gd name="T5" fmla="*/ 0 h 6600"/>
                  <a:gd name="T6" fmla="*/ 0 w 4331"/>
                  <a:gd name="T7" fmla="*/ 6600 h 6600"/>
                </a:gdLst>
                <a:ahLst/>
                <a:cxnLst>
                  <a:cxn ang="0">
                    <a:pos x="T0" y="T1"/>
                  </a:cxn>
                  <a:cxn ang="0">
                    <a:pos x="T2" y="T3"/>
                  </a:cxn>
                  <a:cxn ang="0">
                    <a:pos x="T4" y="T5"/>
                  </a:cxn>
                  <a:cxn ang="0">
                    <a:pos x="T6" y="T7"/>
                  </a:cxn>
                </a:cxnLst>
                <a:rect l="0" t="0" r="r" b="b"/>
                <a:pathLst>
                  <a:path w="4331" h="6600">
                    <a:moveTo>
                      <a:pt x="0" y="6600"/>
                    </a:moveTo>
                    <a:lnTo>
                      <a:pt x="4331" y="248"/>
                    </a:lnTo>
                    <a:cubicBezTo>
                      <a:pt x="4205" y="161"/>
                      <a:pt x="4075" y="79"/>
                      <a:pt x="3944" y="0"/>
                    </a:cubicBezTo>
                    <a:lnTo>
                      <a:pt x="0" y="660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49" name="Freeform 39"/>
              <p:cNvSpPr/>
              <p:nvPr/>
            </p:nvSpPr>
            <p:spPr bwMode="auto">
              <a:xfrm>
                <a:off x="5716589" y="423863"/>
                <a:ext cx="449263" cy="604838"/>
              </a:xfrm>
              <a:custGeom>
                <a:avLst/>
                <a:gdLst>
                  <a:gd name="T0" fmla="*/ 0 w 4704"/>
                  <a:gd name="T1" fmla="*/ 6352 h 6352"/>
                  <a:gd name="T2" fmla="*/ 4704 w 4704"/>
                  <a:gd name="T3" fmla="*/ 270 h 6352"/>
                  <a:gd name="T4" fmla="*/ 4331 w 4704"/>
                  <a:gd name="T5" fmla="*/ 0 h 6352"/>
                  <a:gd name="T6" fmla="*/ 0 w 4704"/>
                  <a:gd name="T7" fmla="*/ 6352 h 6352"/>
                </a:gdLst>
                <a:ahLst/>
                <a:cxnLst>
                  <a:cxn ang="0">
                    <a:pos x="T0" y="T1"/>
                  </a:cxn>
                  <a:cxn ang="0">
                    <a:pos x="T2" y="T3"/>
                  </a:cxn>
                  <a:cxn ang="0">
                    <a:pos x="T4" y="T5"/>
                  </a:cxn>
                  <a:cxn ang="0">
                    <a:pos x="T6" y="T7"/>
                  </a:cxn>
                </a:cxnLst>
                <a:rect l="0" t="0" r="r" b="b"/>
                <a:pathLst>
                  <a:path w="4704" h="6352">
                    <a:moveTo>
                      <a:pt x="0" y="6352"/>
                    </a:moveTo>
                    <a:lnTo>
                      <a:pt x="4704" y="270"/>
                    </a:lnTo>
                    <a:cubicBezTo>
                      <a:pt x="4582" y="176"/>
                      <a:pt x="4458" y="86"/>
                      <a:pt x="4331" y="0"/>
                    </a:cubicBezTo>
                    <a:lnTo>
                      <a:pt x="0" y="635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51" name="Freeform 41"/>
              <p:cNvSpPr/>
              <p:nvPr/>
            </p:nvSpPr>
            <p:spPr bwMode="auto">
              <a:xfrm>
                <a:off x="5716589" y="449263"/>
                <a:ext cx="482600" cy="579438"/>
              </a:xfrm>
              <a:custGeom>
                <a:avLst/>
                <a:gdLst>
                  <a:gd name="T0" fmla="*/ 0 w 5059"/>
                  <a:gd name="T1" fmla="*/ 6082 h 6082"/>
                  <a:gd name="T2" fmla="*/ 5059 w 5059"/>
                  <a:gd name="T3" fmla="*/ 292 h 6082"/>
                  <a:gd name="T4" fmla="*/ 4704 w 5059"/>
                  <a:gd name="T5" fmla="*/ 0 h 6082"/>
                  <a:gd name="T6" fmla="*/ 0 w 5059"/>
                  <a:gd name="T7" fmla="*/ 6082 h 6082"/>
                </a:gdLst>
                <a:ahLst/>
                <a:cxnLst>
                  <a:cxn ang="0">
                    <a:pos x="T0" y="T1"/>
                  </a:cxn>
                  <a:cxn ang="0">
                    <a:pos x="T2" y="T3"/>
                  </a:cxn>
                  <a:cxn ang="0">
                    <a:pos x="T4" y="T5"/>
                  </a:cxn>
                  <a:cxn ang="0">
                    <a:pos x="T6" y="T7"/>
                  </a:cxn>
                </a:cxnLst>
                <a:rect l="0" t="0" r="r" b="b"/>
                <a:pathLst>
                  <a:path w="5059" h="6082">
                    <a:moveTo>
                      <a:pt x="0" y="6082"/>
                    </a:moveTo>
                    <a:lnTo>
                      <a:pt x="5059" y="292"/>
                    </a:lnTo>
                    <a:cubicBezTo>
                      <a:pt x="4943" y="191"/>
                      <a:pt x="4825" y="94"/>
                      <a:pt x="4704" y="0"/>
                    </a:cubicBezTo>
                    <a:lnTo>
                      <a:pt x="0" y="608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53" name="Freeform 43"/>
              <p:cNvSpPr/>
              <p:nvPr/>
            </p:nvSpPr>
            <p:spPr bwMode="auto">
              <a:xfrm>
                <a:off x="5716589" y="477838"/>
                <a:ext cx="514350" cy="550863"/>
              </a:xfrm>
              <a:custGeom>
                <a:avLst/>
                <a:gdLst>
                  <a:gd name="T0" fmla="*/ 0 w 5396"/>
                  <a:gd name="T1" fmla="*/ 5790 h 5790"/>
                  <a:gd name="T2" fmla="*/ 5396 w 5396"/>
                  <a:gd name="T3" fmla="*/ 313 h 5790"/>
                  <a:gd name="T4" fmla="*/ 5059 w 5396"/>
                  <a:gd name="T5" fmla="*/ 0 h 5790"/>
                  <a:gd name="T6" fmla="*/ 0 w 5396"/>
                  <a:gd name="T7" fmla="*/ 5790 h 5790"/>
                </a:gdLst>
                <a:ahLst/>
                <a:cxnLst>
                  <a:cxn ang="0">
                    <a:pos x="T0" y="T1"/>
                  </a:cxn>
                  <a:cxn ang="0">
                    <a:pos x="T2" y="T3"/>
                  </a:cxn>
                  <a:cxn ang="0">
                    <a:pos x="T4" y="T5"/>
                  </a:cxn>
                  <a:cxn ang="0">
                    <a:pos x="T6" y="T7"/>
                  </a:cxn>
                </a:cxnLst>
                <a:rect l="0" t="0" r="r" b="b"/>
                <a:pathLst>
                  <a:path w="5396" h="5790">
                    <a:moveTo>
                      <a:pt x="0" y="5790"/>
                    </a:moveTo>
                    <a:lnTo>
                      <a:pt x="5396" y="313"/>
                    </a:lnTo>
                    <a:cubicBezTo>
                      <a:pt x="5287" y="206"/>
                      <a:pt x="5174" y="101"/>
                      <a:pt x="5059" y="0"/>
                    </a:cubicBezTo>
                    <a:lnTo>
                      <a:pt x="0" y="579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55" name="Freeform 45"/>
              <p:cNvSpPr/>
              <p:nvPr/>
            </p:nvSpPr>
            <p:spPr bwMode="auto">
              <a:xfrm>
                <a:off x="5716589" y="506413"/>
                <a:ext cx="544513" cy="522288"/>
              </a:xfrm>
              <a:custGeom>
                <a:avLst/>
                <a:gdLst>
                  <a:gd name="T0" fmla="*/ 0 w 5714"/>
                  <a:gd name="T1" fmla="*/ 5477 h 5477"/>
                  <a:gd name="T2" fmla="*/ 5714 w 5714"/>
                  <a:gd name="T3" fmla="*/ 333 h 5477"/>
                  <a:gd name="T4" fmla="*/ 5396 w 5714"/>
                  <a:gd name="T5" fmla="*/ 0 h 5477"/>
                  <a:gd name="T6" fmla="*/ 0 w 5714"/>
                  <a:gd name="T7" fmla="*/ 5477 h 5477"/>
                </a:gdLst>
                <a:ahLst/>
                <a:cxnLst>
                  <a:cxn ang="0">
                    <a:pos x="T0" y="T1"/>
                  </a:cxn>
                  <a:cxn ang="0">
                    <a:pos x="T2" y="T3"/>
                  </a:cxn>
                  <a:cxn ang="0">
                    <a:pos x="T4" y="T5"/>
                  </a:cxn>
                  <a:cxn ang="0">
                    <a:pos x="T6" y="T7"/>
                  </a:cxn>
                </a:cxnLst>
                <a:rect l="0" t="0" r="r" b="b"/>
                <a:pathLst>
                  <a:path w="5714" h="5477">
                    <a:moveTo>
                      <a:pt x="0" y="5477"/>
                    </a:moveTo>
                    <a:lnTo>
                      <a:pt x="5714" y="333"/>
                    </a:lnTo>
                    <a:cubicBezTo>
                      <a:pt x="5611" y="219"/>
                      <a:pt x="5505" y="108"/>
                      <a:pt x="5396" y="0"/>
                    </a:cubicBezTo>
                    <a:lnTo>
                      <a:pt x="0" y="5477"/>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57" name="Freeform 47"/>
              <p:cNvSpPr/>
              <p:nvPr/>
            </p:nvSpPr>
            <p:spPr bwMode="auto">
              <a:xfrm>
                <a:off x="5716589" y="538163"/>
                <a:ext cx="573088" cy="490538"/>
              </a:xfrm>
              <a:custGeom>
                <a:avLst/>
                <a:gdLst>
                  <a:gd name="T0" fmla="*/ 0 w 6011"/>
                  <a:gd name="T1" fmla="*/ 5144 h 5144"/>
                  <a:gd name="T2" fmla="*/ 6011 w 6011"/>
                  <a:gd name="T3" fmla="*/ 351 h 5144"/>
                  <a:gd name="T4" fmla="*/ 5714 w 6011"/>
                  <a:gd name="T5" fmla="*/ 0 h 5144"/>
                  <a:gd name="T6" fmla="*/ 0 w 6011"/>
                  <a:gd name="T7" fmla="*/ 5144 h 5144"/>
                </a:gdLst>
                <a:ahLst/>
                <a:cxnLst>
                  <a:cxn ang="0">
                    <a:pos x="T0" y="T1"/>
                  </a:cxn>
                  <a:cxn ang="0">
                    <a:pos x="T2" y="T3"/>
                  </a:cxn>
                  <a:cxn ang="0">
                    <a:pos x="T4" y="T5"/>
                  </a:cxn>
                  <a:cxn ang="0">
                    <a:pos x="T6" y="T7"/>
                  </a:cxn>
                </a:cxnLst>
                <a:rect l="0" t="0" r="r" b="b"/>
                <a:pathLst>
                  <a:path w="6011" h="5144">
                    <a:moveTo>
                      <a:pt x="0" y="5144"/>
                    </a:moveTo>
                    <a:lnTo>
                      <a:pt x="6011" y="351"/>
                    </a:lnTo>
                    <a:cubicBezTo>
                      <a:pt x="5916" y="231"/>
                      <a:pt x="5817" y="114"/>
                      <a:pt x="5714" y="0"/>
                    </a:cubicBezTo>
                    <a:lnTo>
                      <a:pt x="0" y="514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59" name="Freeform 49"/>
              <p:cNvSpPr/>
              <p:nvPr/>
            </p:nvSpPr>
            <p:spPr bwMode="auto">
              <a:xfrm>
                <a:off x="5716589" y="571501"/>
                <a:ext cx="600075" cy="457200"/>
              </a:xfrm>
              <a:custGeom>
                <a:avLst/>
                <a:gdLst>
                  <a:gd name="T0" fmla="*/ 0 w 6287"/>
                  <a:gd name="T1" fmla="*/ 4793 h 4793"/>
                  <a:gd name="T2" fmla="*/ 6287 w 6287"/>
                  <a:gd name="T3" fmla="*/ 368 h 4793"/>
                  <a:gd name="T4" fmla="*/ 6011 w 6287"/>
                  <a:gd name="T5" fmla="*/ 0 h 4793"/>
                  <a:gd name="T6" fmla="*/ 0 w 6287"/>
                  <a:gd name="T7" fmla="*/ 4793 h 4793"/>
                </a:gdLst>
                <a:ahLst/>
                <a:cxnLst>
                  <a:cxn ang="0">
                    <a:pos x="T0" y="T1"/>
                  </a:cxn>
                  <a:cxn ang="0">
                    <a:pos x="T2" y="T3"/>
                  </a:cxn>
                  <a:cxn ang="0">
                    <a:pos x="T4" y="T5"/>
                  </a:cxn>
                  <a:cxn ang="0">
                    <a:pos x="T6" y="T7"/>
                  </a:cxn>
                </a:cxnLst>
                <a:rect l="0" t="0" r="r" b="b"/>
                <a:pathLst>
                  <a:path w="6287" h="4793">
                    <a:moveTo>
                      <a:pt x="0" y="4793"/>
                    </a:moveTo>
                    <a:lnTo>
                      <a:pt x="6287" y="368"/>
                    </a:lnTo>
                    <a:cubicBezTo>
                      <a:pt x="6199" y="242"/>
                      <a:pt x="6107" y="119"/>
                      <a:pt x="6011" y="0"/>
                    </a:cubicBezTo>
                    <a:lnTo>
                      <a:pt x="0" y="479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61" name="Freeform 51"/>
              <p:cNvSpPr/>
              <p:nvPr/>
            </p:nvSpPr>
            <p:spPr bwMode="auto">
              <a:xfrm>
                <a:off x="5716589" y="606426"/>
                <a:ext cx="623888" cy="422275"/>
              </a:xfrm>
              <a:custGeom>
                <a:avLst/>
                <a:gdLst>
                  <a:gd name="T0" fmla="*/ 0 w 6541"/>
                  <a:gd name="T1" fmla="*/ 4425 h 4425"/>
                  <a:gd name="T2" fmla="*/ 6541 w 6541"/>
                  <a:gd name="T3" fmla="*/ 384 h 4425"/>
                  <a:gd name="T4" fmla="*/ 6287 w 6541"/>
                  <a:gd name="T5" fmla="*/ 0 h 4425"/>
                  <a:gd name="T6" fmla="*/ 0 w 6541"/>
                  <a:gd name="T7" fmla="*/ 4425 h 4425"/>
                </a:gdLst>
                <a:ahLst/>
                <a:cxnLst>
                  <a:cxn ang="0">
                    <a:pos x="T0" y="T1"/>
                  </a:cxn>
                  <a:cxn ang="0">
                    <a:pos x="T2" y="T3"/>
                  </a:cxn>
                  <a:cxn ang="0">
                    <a:pos x="T4" y="T5"/>
                  </a:cxn>
                  <a:cxn ang="0">
                    <a:pos x="T6" y="T7"/>
                  </a:cxn>
                </a:cxnLst>
                <a:rect l="0" t="0" r="r" b="b"/>
                <a:pathLst>
                  <a:path w="6541" h="4425">
                    <a:moveTo>
                      <a:pt x="0" y="4425"/>
                    </a:moveTo>
                    <a:lnTo>
                      <a:pt x="6541" y="384"/>
                    </a:lnTo>
                    <a:cubicBezTo>
                      <a:pt x="6460" y="253"/>
                      <a:pt x="6376" y="125"/>
                      <a:pt x="6287" y="0"/>
                    </a:cubicBezTo>
                    <a:lnTo>
                      <a:pt x="0" y="4425"/>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63" name="Freeform 53"/>
              <p:cNvSpPr/>
              <p:nvPr/>
            </p:nvSpPr>
            <p:spPr bwMode="auto">
              <a:xfrm>
                <a:off x="5716589" y="642938"/>
                <a:ext cx="646113" cy="385763"/>
              </a:xfrm>
              <a:custGeom>
                <a:avLst/>
                <a:gdLst>
                  <a:gd name="T0" fmla="*/ 0 w 6771"/>
                  <a:gd name="T1" fmla="*/ 4041 h 4041"/>
                  <a:gd name="T2" fmla="*/ 6771 w 6771"/>
                  <a:gd name="T3" fmla="*/ 398 h 4041"/>
                  <a:gd name="T4" fmla="*/ 6541 w 6771"/>
                  <a:gd name="T5" fmla="*/ 0 h 4041"/>
                  <a:gd name="T6" fmla="*/ 0 w 6771"/>
                  <a:gd name="T7" fmla="*/ 4041 h 4041"/>
                </a:gdLst>
                <a:ahLst/>
                <a:cxnLst>
                  <a:cxn ang="0">
                    <a:pos x="T0" y="T1"/>
                  </a:cxn>
                  <a:cxn ang="0">
                    <a:pos x="T2" y="T3"/>
                  </a:cxn>
                  <a:cxn ang="0">
                    <a:pos x="T4" y="T5"/>
                  </a:cxn>
                  <a:cxn ang="0">
                    <a:pos x="T6" y="T7"/>
                  </a:cxn>
                </a:cxnLst>
                <a:rect l="0" t="0" r="r" b="b"/>
                <a:pathLst>
                  <a:path w="6771" h="4041">
                    <a:moveTo>
                      <a:pt x="0" y="4041"/>
                    </a:moveTo>
                    <a:lnTo>
                      <a:pt x="6771" y="398"/>
                    </a:lnTo>
                    <a:cubicBezTo>
                      <a:pt x="6698" y="263"/>
                      <a:pt x="6621" y="130"/>
                      <a:pt x="6541" y="0"/>
                    </a:cubicBezTo>
                    <a:lnTo>
                      <a:pt x="0" y="4041"/>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65" name="Freeform 55"/>
              <p:cNvSpPr/>
              <p:nvPr/>
            </p:nvSpPr>
            <p:spPr bwMode="auto">
              <a:xfrm>
                <a:off x="5716589" y="681038"/>
                <a:ext cx="665163" cy="347663"/>
              </a:xfrm>
              <a:custGeom>
                <a:avLst/>
                <a:gdLst>
                  <a:gd name="T0" fmla="*/ 0 w 6977"/>
                  <a:gd name="T1" fmla="*/ 3643 h 3643"/>
                  <a:gd name="T2" fmla="*/ 6977 w 6977"/>
                  <a:gd name="T3" fmla="*/ 411 h 3643"/>
                  <a:gd name="T4" fmla="*/ 6771 w 6977"/>
                  <a:gd name="T5" fmla="*/ 0 h 3643"/>
                  <a:gd name="T6" fmla="*/ 0 w 6977"/>
                  <a:gd name="T7" fmla="*/ 3643 h 3643"/>
                </a:gdLst>
                <a:ahLst/>
                <a:cxnLst>
                  <a:cxn ang="0">
                    <a:pos x="T0" y="T1"/>
                  </a:cxn>
                  <a:cxn ang="0">
                    <a:pos x="T2" y="T3"/>
                  </a:cxn>
                  <a:cxn ang="0">
                    <a:pos x="T4" y="T5"/>
                  </a:cxn>
                  <a:cxn ang="0">
                    <a:pos x="T6" y="T7"/>
                  </a:cxn>
                </a:cxnLst>
                <a:rect l="0" t="0" r="r" b="b"/>
                <a:pathLst>
                  <a:path w="6977" h="3643">
                    <a:moveTo>
                      <a:pt x="0" y="3643"/>
                    </a:moveTo>
                    <a:lnTo>
                      <a:pt x="6977" y="411"/>
                    </a:lnTo>
                    <a:cubicBezTo>
                      <a:pt x="6912" y="272"/>
                      <a:pt x="6843" y="135"/>
                      <a:pt x="6771" y="0"/>
                    </a:cubicBezTo>
                    <a:lnTo>
                      <a:pt x="0" y="364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67" name="Freeform 57"/>
              <p:cNvSpPr/>
              <p:nvPr/>
            </p:nvSpPr>
            <p:spPr bwMode="auto">
              <a:xfrm>
                <a:off x="5716589" y="720726"/>
                <a:ext cx="682625" cy="307975"/>
              </a:xfrm>
              <a:custGeom>
                <a:avLst/>
                <a:gdLst>
                  <a:gd name="T0" fmla="*/ 0 w 7157"/>
                  <a:gd name="T1" fmla="*/ 3232 h 3232"/>
                  <a:gd name="T2" fmla="*/ 7157 w 7157"/>
                  <a:gd name="T3" fmla="*/ 423 h 3232"/>
                  <a:gd name="T4" fmla="*/ 6977 w 7157"/>
                  <a:gd name="T5" fmla="*/ 0 h 3232"/>
                  <a:gd name="T6" fmla="*/ 0 w 7157"/>
                  <a:gd name="T7" fmla="*/ 3232 h 3232"/>
                </a:gdLst>
                <a:ahLst/>
                <a:cxnLst>
                  <a:cxn ang="0">
                    <a:pos x="T0" y="T1"/>
                  </a:cxn>
                  <a:cxn ang="0">
                    <a:pos x="T2" y="T3"/>
                  </a:cxn>
                  <a:cxn ang="0">
                    <a:pos x="T4" y="T5"/>
                  </a:cxn>
                  <a:cxn ang="0">
                    <a:pos x="T6" y="T7"/>
                  </a:cxn>
                </a:cxnLst>
                <a:rect l="0" t="0" r="r" b="b"/>
                <a:pathLst>
                  <a:path w="7157" h="3232">
                    <a:moveTo>
                      <a:pt x="0" y="3232"/>
                    </a:moveTo>
                    <a:lnTo>
                      <a:pt x="7157" y="423"/>
                    </a:lnTo>
                    <a:cubicBezTo>
                      <a:pt x="7101" y="281"/>
                      <a:pt x="7041" y="140"/>
                      <a:pt x="6977" y="0"/>
                    </a:cubicBezTo>
                    <a:lnTo>
                      <a:pt x="0" y="323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69" name="Freeform 59"/>
              <p:cNvSpPr/>
              <p:nvPr/>
            </p:nvSpPr>
            <p:spPr bwMode="auto">
              <a:xfrm>
                <a:off x="5716589" y="760413"/>
                <a:ext cx="696913" cy="268288"/>
              </a:xfrm>
              <a:custGeom>
                <a:avLst/>
                <a:gdLst>
                  <a:gd name="T0" fmla="*/ 0 w 7312"/>
                  <a:gd name="T1" fmla="*/ 2809 h 2809"/>
                  <a:gd name="T2" fmla="*/ 7312 w 7312"/>
                  <a:gd name="T3" fmla="*/ 433 h 2809"/>
                  <a:gd name="T4" fmla="*/ 7157 w 7312"/>
                  <a:gd name="T5" fmla="*/ 0 h 2809"/>
                  <a:gd name="T6" fmla="*/ 0 w 7312"/>
                  <a:gd name="T7" fmla="*/ 2809 h 2809"/>
                </a:gdLst>
                <a:ahLst/>
                <a:cxnLst>
                  <a:cxn ang="0">
                    <a:pos x="T0" y="T1"/>
                  </a:cxn>
                  <a:cxn ang="0">
                    <a:pos x="T2" y="T3"/>
                  </a:cxn>
                  <a:cxn ang="0">
                    <a:pos x="T4" y="T5"/>
                  </a:cxn>
                  <a:cxn ang="0">
                    <a:pos x="T6" y="T7"/>
                  </a:cxn>
                </a:cxnLst>
                <a:rect l="0" t="0" r="r" b="b"/>
                <a:pathLst>
                  <a:path w="7312" h="2809">
                    <a:moveTo>
                      <a:pt x="0" y="2809"/>
                    </a:moveTo>
                    <a:lnTo>
                      <a:pt x="7312" y="433"/>
                    </a:lnTo>
                    <a:cubicBezTo>
                      <a:pt x="7265" y="288"/>
                      <a:pt x="7213" y="143"/>
                      <a:pt x="7157" y="0"/>
                    </a:cubicBezTo>
                    <a:lnTo>
                      <a:pt x="0" y="2809"/>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71" name="Freeform 61"/>
              <p:cNvSpPr/>
              <p:nvPr/>
            </p:nvSpPr>
            <p:spPr bwMode="auto">
              <a:xfrm>
                <a:off x="5716589" y="801688"/>
                <a:ext cx="709613" cy="227013"/>
              </a:xfrm>
              <a:custGeom>
                <a:avLst/>
                <a:gdLst>
                  <a:gd name="T0" fmla="*/ 0 w 7441"/>
                  <a:gd name="T1" fmla="*/ 2376 h 2376"/>
                  <a:gd name="T2" fmla="*/ 7441 w 7441"/>
                  <a:gd name="T3" fmla="*/ 442 h 2376"/>
                  <a:gd name="T4" fmla="*/ 7312 w 7441"/>
                  <a:gd name="T5" fmla="*/ 0 h 2376"/>
                  <a:gd name="T6" fmla="*/ 0 w 7441"/>
                  <a:gd name="T7" fmla="*/ 2376 h 2376"/>
                </a:gdLst>
                <a:ahLst/>
                <a:cxnLst>
                  <a:cxn ang="0">
                    <a:pos x="T0" y="T1"/>
                  </a:cxn>
                  <a:cxn ang="0">
                    <a:pos x="T2" y="T3"/>
                  </a:cxn>
                  <a:cxn ang="0">
                    <a:pos x="T4" y="T5"/>
                  </a:cxn>
                  <a:cxn ang="0">
                    <a:pos x="T6" y="T7"/>
                  </a:cxn>
                </a:cxnLst>
                <a:rect l="0" t="0" r="r" b="b"/>
                <a:pathLst>
                  <a:path w="7441" h="2376">
                    <a:moveTo>
                      <a:pt x="0" y="2376"/>
                    </a:moveTo>
                    <a:lnTo>
                      <a:pt x="7441" y="442"/>
                    </a:lnTo>
                    <a:cubicBezTo>
                      <a:pt x="7403" y="294"/>
                      <a:pt x="7360" y="146"/>
                      <a:pt x="7312" y="0"/>
                    </a:cubicBezTo>
                    <a:lnTo>
                      <a:pt x="0" y="2376"/>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73" name="Freeform 63"/>
              <p:cNvSpPr/>
              <p:nvPr/>
            </p:nvSpPr>
            <p:spPr bwMode="auto">
              <a:xfrm>
                <a:off x="5716589" y="844551"/>
                <a:ext cx="719138" cy="184150"/>
              </a:xfrm>
              <a:custGeom>
                <a:avLst/>
                <a:gdLst>
                  <a:gd name="T0" fmla="*/ 0 w 7544"/>
                  <a:gd name="T1" fmla="*/ 1934 h 1934"/>
                  <a:gd name="T2" fmla="*/ 7544 w 7544"/>
                  <a:gd name="T3" fmla="*/ 448 h 1934"/>
                  <a:gd name="T4" fmla="*/ 7441 w 7544"/>
                  <a:gd name="T5" fmla="*/ 0 h 1934"/>
                  <a:gd name="T6" fmla="*/ 0 w 7544"/>
                  <a:gd name="T7" fmla="*/ 1934 h 1934"/>
                </a:gdLst>
                <a:ahLst/>
                <a:cxnLst>
                  <a:cxn ang="0">
                    <a:pos x="T0" y="T1"/>
                  </a:cxn>
                  <a:cxn ang="0">
                    <a:pos x="T2" y="T3"/>
                  </a:cxn>
                  <a:cxn ang="0">
                    <a:pos x="T4" y="T5"/>
                  </a:cxn>
                  <a:cxn ang="0">
                    <a:pos x="T6" y="T7"/>
                  </a:cxn>
                </a:cxnLst>
                <a:rect l="0" t="0" r="r" b="b"/>
                <a:pathLst>
                  <a:path w="7544" h="1934">
                    <a:moveTo>
                      <a:pt x="0" y="1934"/>
                    </a:moveTo>
                    <a:lnTo>
                      <a:pt x="7544" y="448"/>
                    </a:lnTo>
                    <a:cubicBezTo>
                      <a:pt x="7514" y="298"/>
                      <a:pt x="7480" y="148"/>
                      <a:pt x="7441" y="0"/>
                    </a:cubicBezTo>
                    <a:lnTo>
                      <a:pt x="0" y="193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75" name="Freeform 65"/>
              <p:cNvSpPr/>
              <p:nvPr/>
            </p:nvSpPr>
            <p:spPr bwMode="auto">
              <a:xfrm>
                <a:off x="5716589" y="887413"/>
                <a:ext cx="725488" cy="141288"/>
              </a:xfrm>
              <a:custGeom>
                <a:avLst/>
                <a:gdLst>
                  <a:gd name="T0" fmla="*/ 0 w 7619"/>
                  <a:gd name="T1" fmla="*/ 1486 h 1486"/>
                  <a:gd name="T2" fmla="*/ 7619 w 7619"/>
                  <a:gd name="T3" fmla="*/ 454 h 1486"/>
                  <a:gd name="T4" fmla="*/ 7544 w 7619"/>
                  <a:gd name="T5" fmla="*/ 0 h 1486"/>
                  <a:gd name="T6" fmla="*/ 0 w 7619"/>
                  <a:gd name="T7" fmla="*/ 1486 h 1486"/>
                </a:gdLst>
                <a:ahLst/>
                <a:cxnLst>
                  <a:cxn ang="0">
                    <a:pos x="T0" y="T1"/>
                  </a:cxn>
                  <a:cxn ang="0">
                    <a:pos x="T2" y="T3"/>
                  </a:cxn>
                  <a:cxn ang="0">
                    <a:pos x="T4" y="T5"/>
                  </a:cxn>
                  <a:cxn ang="0">
                    <a:pos x="T6" y="T7"/>
                  </a:cxn>
                </a:cxnLst>
                <a:rect l="0" t="0" r="r" b="b"/>
                <a:pathLst>
                  <a:path w="7619" h="1486">
                    <a:moveTo>
                      <a:pt x="0" y="1486"/>
                    </a:moveTo>
                    <a:lnTo>
                      <a:pt x="7619" y="454"/>
                    </a:lnTo>
                    <a:cubicBezTo>
                      <a:pt x="7599" y="302"/>
                      <a:pt x="7573" y="151"/>
                      <a:pt x="7544" y="0"/>
                    </a:cubicBezTo>
                    <a:lnTo>
                      <a:pt x="0" y="1486"/>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77" name="Freeform 67"/>
              <p:cNvSpPr/>
              <p:nvPr/>
            </p:nvSpPr>
            <p:spPr bwMode="auto">
              <a:xfrm>
                <a:off x="5716589" y="930276"/>
                <a:ext cx="730250" cy="98425"/>
              </a:xfrm>
              <a:custGeom>
                <a:avLst/>
                <a:gdLst>
                  <a:gd name="T0" fmla="*/ 0 w 7667"/>
                  <a:gd name="T1" fmla="*/ 1032 h 1032"/>
                  <a:gd name="T2" fmla="*/ 7667 w 7667"/>
                  <a:gd name="T3" fmla="*/ 458 h 1032"/>
                  <a:gd name="T4" fmla="*/ 7619 w 7667"/>
                  <a:gd name="T5" fmla="*/ 0 h 1032"/>
                  <a:gd name="T6" fmla="*/ 0 w 7667"/>
                  <a:gd name="T7" fmla="*/ 1032 h 1032"/>
                </a:gdLst>
                <a:ahLst/>
                <a:cxnLst>
                  <a:cxn ang="0">
                    <a:pos x="T0" y="T1"/>
                  </a:cxn>
                  <a:cxn ang="0">
                    <a:pos x="T2" y="T3"/>
                  </a:cxn>
                  <a:cxn ang="0">
                    <a:pos x="T4" y="T5"/>
                  </a:cxn>
                  <a:cxn ang="0">
                    <a:pos x="T6" y="T7"/>
                  </a:cxn>
                </a:cxnLst>
                <a:rect l="0" t="0" r="r" b="b"/>
                <a:pathLst>
                  <a:path w="7667" h="1032">
                    <a:moveTo>
                      <a:pt x="0" y="1032"/>
                    </a:moveTo>
                    <a:lnTo>
                      <a:pt x="7667" y="458"/>
                    </a:lnTo>
                    <a:cubicBezTo>
                      <a:pt x="7656" y="305"/>
                      <a:pt x="7640" y="152"/>
                      <a:pt x="7619" y="0"/>
                    </a:cubicBezTo>
                    <a:lnTo>
                      <a:pt x="0" y="103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79" name="Freeform 69"/>
              <p:cNvSpPr/>
              <p:nvPr/>
            </p:nvSpPr>
            <p:spPr bwMode="auto">
              <a:xfrm>
                <a:off x="5716589" y="974726"/>
                <a:ext cx="733425" cy="53975"/>
              </a:xfrm>
              <a:custGeom>
                <a:avLst/>
                <a:gdLst>
                  <a:gd name="T0" fmla="*/ 0 w 7688"/>
                  <a:gd name="T1" fmla="*/ 574 h 574"/>
                  <a:gd name="T2" fmla="*/ 7688 w 7688"/>
                  <a:gd name="T3" fmla="*/ 459 h 574"/>
                  <a:gd name="T4" fmla="*/ 7667 w 7688"/>
                  <a:gd name="T5" fmla="*/ 0 h 574"/>
                  <a:gd name="T6" fmla="*/ 0 w 7688"/>
                  <a:gd name="T7" fmla="*/ 574 h 574"/>
                </a:gdLst>
                <a:ahLst/>
                <a:cxnLst>
                  <a:cxn ang="0">
                    <a:pos x="T0" y="T1"/>
                  </a:cxn>
                  <a:cxn ang="0">
                    <a:pos x="T2" y="T3"/>
                  </a:cxn>
                  <a:cxn ang="0">
                    <a:pos x="T4" y="T5"/>
                  </a:cxn>
                  <a:cxn ang="0">
                    <a:pos x="T6" y="T7"/>
                  </a:cxn>
                </a:cxnLst>
                <a:rect l="0" t="0" r="r" b="b"/>
                <a:pathLst>
                  <a:path w="7688" h="574">
                    <a:moveTo>
                      <a:pt x="0" y="574"/>
                    </a:moveTo>
                    <a:lnTo>
                      <a:pt x="7688" y="459"/>
                    </a:lnTo>
                    <a:cubicBezTo>
                      <a:pt x="7686" y="306"/>
                      <a:pt x="7679" y="153"/>
                      <a:pt x="7667" y="0"/>
                    </a:cubicBezTo>
                    <a:lnTo>
                      <a:pt x="0" y="57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81" name="Freeform 71"/>
              <p:cNvSpPr/>
              <p:nvPr/>
            </p:nvSpPr>
            <p:spPr bwMode="auto">
              <a:xfrm>
                <a:off x="5716589" y="1017588"/>
                <a:ext cx="733425" cy="44450"/>
              </a:xfrm>
              <a:custGeom>
                <a:avLst/>
                <a:gdLst>
                  <a:gd name="T0" fmla="*/ 0 w 7690"/>
                  <a:gd name="T1" fmla="*/ 115 h 460"/>
                  <a:gd name="T2" fmla="*/ 7681 w 7690"/>
                  <a:gd name="T3" fmla="*/ 460 h 460"/>
                  <a:gd name="T4" fmla="*/ 7688 w 7690"/>
                  <a:gd name="T5" fmla="*/ 0 h 460"/>
                  <a:gd name="T6" fmla="*/ 0 w 7690"/>
                  <a:gd name="T7" fmla="*/ 115 h 460"/>
                </a:gdLst>
                <a:ahLst/>
                <a:cxnLst>
                  <a:cxn ang="0">
                    <a:pos x="T0" y="T1"/>
                  </a:cxn>
                  <a:cxn ang="0">
                    <a:pos x="T2" y="T3"/>
                  </a:cxn>
                  <a:cxn ang="0">
                    <a:pos x="T4" y="T5"/>
                  </a:cxn>
                  <a:cxn ang="0">
                    <a:pos x="T6" y="T7"/>
                  </a:cxn>
                </a:cxnLst>
                <a:rect l="0" t="0" r="r" b="b"/>
                <a:pathLst>
                  <a:path w="7690" h="460">
                    <a:moveTo>
                      <a:pt x="0" y="115"/>
                    </a:moveTo>
                    <a:lnTo>
                      <a:pt x="7681" y="460"/>
                    </a:lnTo>
                    <a:cubicBezTo>
                      <a:pt x="7688" y="307"/>
                      <a:pt x="7690" y="154"/>
                      <a:pt x="7688" y="0"/>
                    </a:cubicBezTo>
                    <a:lnTo>
                      <a:pt x="0" y="115"/>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83" name="Freeform 73"/>
              <p:cNvSpPr/>
              <p:nvPr/>
            </p:nvSpPr>
            <p:spPr bwMode="auto">
              <a:xfrm>
                <a:off x="5716589" y="1028701"/>
                <a:ext cx="731838" cy="76200"/>
              </a:xfrm>
              <a:custGeom>
                <a:avLst/>
                <a:gdLst>
                  <a:gd name="T0" fmla="*/ 0 w 7681"/>
                  <a:gd name="T1" fmla="*/ 0 h 804"/>
                  <a:gd name="T2" fmla="*/ 7647 w 7681"/>
                  <a:gd name="T3" fmla="*/ 804 h 804"/>
                  <a:gd name="T4" fmla="*/ 7681 w 7681"/>
                  <a:gd name="T5" fmla="*/ 345 h 804"/>
                  <a:gd name="T6" fmla="*/ 0 w 7681"/>
                  <a:gd name="T7" fmla="*/ 0 h 804"/>
                </a:gdLst>
                <a:ahLst/>
                <a:cxnLst>
                  <a:cxn ang="0">
                    <a:pos x="T0" y="T1"/>
                  </a:cxn>
                  <a:cxn ang="0">
                    <a:pos x="T2" y="T3"/>
                  </a:cxn>
                  <a:cxn ang="0">
                    <a:pos x="T4" y="T5"/>
                  </a:cxn>
                  <a:cxn ang="0">
                    <a:pos x="T6" y="T7"/>
                  </a:cxn>
                </a:cxnLst>
                <a:rect l="0" t="0" r="r" b="b"/>
                <a:pathLst>
                  <a:path w="7681" h="804">
                    <a:moveTo>
                      <a:pt x="0" y="0"/>
                    </a:moveTo>
                    <a:lnTo>
                      <a:pt x="7647" y="804"/>
                    </a:lnTo>
                    <a:cubicBezTo>
                      <a:pt x="7663" y="651"/>
                      <a:pt x="7674" y="498"/>
                      <a:pt x="7681" y="345"/>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85" name="Freeform 75"/>
              <p:cNvSpPr/>
              <p:nvPr/>
            </p:nvSpPr>
            <p:spPr bwMode="auto">
              <a:xfrm>
                <a:off x="5716589" y="1028701"/>
                <a:ext cx="728663" cy="120650"/>
              </a:xfrm>
              <a:custGeom>
                <a:avLst/>
                <a:gdLst>
                  <a:gd name="T0" fmla="*/ 0 w 7647"/>
                  <a:gd name="T1" fmla="*/ 0 h 1260"/>
                  <a:gd name="T2" fmla="*/ 7585 w 7647"/>
                  <a:gd name="T3" fmla="*/ 1260 h 1260"/>
                  <a:gd name="T4" fmla="*/ 7647 w 7647"/>
                  <a:gd name="T5" fmla="*/ 804 h 1260"/>
                  <a:gd name="T6" fmla="*/ 0 w 7647"/>
                  <a:gd name="T7" fmla="*/ 0 h 1260"/>
                </a:gdLst>
                <a:ahLst/>
                <a:cxnLst>
                  <a:cxn ang="0">
                    <a:pos x="T0" y="T1"/>
                  </a:cxn>
                  <a:cxn ang="0">
                    <a:pos x="T2" y="T3"/>
                  </a:cxn>
                  <a:cxn ang="0">
                    <a:pos x="T4" y="T5"/>
                  </a:cxn>
                  <a:cxn ang="0">
                    <a:pos x="T6" y="T7"/>
                  </a:cxn>
                </a:cxnLst>
                <a:rect l="0" t="0" r="r" b="b"/>
                <a:pathLst>
                  <a:path w="7647" h="1260">
                    <a:moveTo>
                      <a:pt x="0" y="0"/>
                    </a:moveTo>
                    <a:lnTo>
                      <a:pt x="7585" y="1260"/>
                    </a:lnTo>
                    <a:cubicBezTo>
                      <a:pt x="7610" y="1108"/>
                      <a:pt x="7631" y="956"/>
                      <a:pt x="7647" y="804"/>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87" name="Freeform 77"/>
              <p:cNvSpPr/>
              <p:nvPr/>
            </p:nvSpPr>
            <p:spPr bwMode="auto">
              <a:xfrm>
                <a:off x="5716589" y="1028701"/>
                <a:ext cx="722313" cy="163513"/>
              </a:xfrm>
              <a:custGeom>
                <a:avLst/>
                <a:gdLst>
                  <a:gd name="T0" fmla="*/ 0 w 7585"/>
                  <a:gd name="T1" fmla="*/ 0 h 1711"/>
                  <a:gd name="T2" fmla="*/ 7496 w 7585"/>
                  <a:gd name="T3" fmla="*/ 1711 h 1711"/>
                  <a:gd name="T4" fmla="*/ 7585 w 7585"/>
                  <a:gd name="T5" fmla="*/ 1260 h 1711"/>
                  <a:gd name="T6" fmla="*/ 0 w 7585"/>
                  <a:gd name="T7" fmla="*/ 0 h 1711"/>
                </a:gdLst>
                <a:ahLst/>
                <a:cxnLst>
                  <a:cxn ang="0">
                    <a:pos x="T0" y="T1"/>
                  </a:cxn>
                  <a:cxn ang="0">
                    <a:pos x="T2" y="T3"/>
                  </a:cxn>
                  <a:cxn ang="0">
                    <a:pos x="T4" y="T5"/>
                  </a:cxn>
                  <a:cxn ang="0">
                    <a:pos x="T6" y="T7"/>
                  </a:cxn>
                </a:cxnLst>
                <a:rect l="0" t="0" r="r" b="b"/>
                <a:pathLst>
                  <a:path w="7585" h="1711">
                    <a:moveTo>
                      <a:pt x="0" y="0"/>
                    </a:moveTo>
                    <a:lnTo>
                      <a:pt x="7496" y="1711"/>
                    </a:lnTo>
                    <a:cubicBezTo>
                      <a:pt x="7530" y="1562"/>
                      <a:pt x="7560" y="1411"/>
                      <a:pt x="7585" y="1260"/>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89" name="Freeform 79"/>
              <p:cNvSpPr/>
              <p:nvPr/>
            </p:nvSpPr>
            <p:spPr bwMode="auto">
              <a:xfrm>
                <a:off x="5716589" y="1028701"/>
                <a:ext cx="714375" cy="204788"/>
              </a:xfrm>
              <a:custGeom>
                <a:avLst/>
                <a:gdLst>
                  <a:gd name="T0" fmla="*/ 0 w 7496"/>
                  <a:gd name="T1" fmla="*/ 0 h 2156"/>
                  <a:gd name="T2" fmla="*/ 7380 w 7496"/>
                  <a:gd name="T3" fmla="*/ 2156 h 2156"/>
                  <a:gd name="T4" fmla="*/ 7496 w 7496"/>
                  <a:gd name="T5" fmla="*/ 1711 h 2156"/>
                  <a:gd name="T6" fmla="*/ 0 w 7496"/>
                  <a:gd name="T7" fmla="*/ 0 h 2156"/>
                </a:gdLst>
                <a:ahLst/>
                <a:cxnLst>
                  <a:cxn ang="0">
                    <a:pos x="T0" y="T1"/>
                  </a:cxn>
                  <a:cxn ang="0">
                    <a:pos x="T2" y="T3"/>
                  </a:cxn>
                  <a:cxn ang="0">
                    <a:pos x="T4" y="T5"/>
                  </a:cxn>
                  <a:cxn ang="0">
                    <a:pos x="T6" y="T7"/>
                  </a:cxn>
                </a:cxnLst>
                <a:rect l="0" t="0" r="r" b="b"/>
                <a:pathLst>
                  <a:path w="7496" h="2156">
                    <a:moveTo>
                      <a:pt x="0" y="0"/>
                    </a:moveTo>
                    <a:lnTo>
                      <a:pt x="7380" y="2156"/>
                    </a:lnTo>
                    <a:cubicBezTo>
                      <a:pt x="7423" y="2009"/>
                      <a:pt x="7462" y="1861"/>
                      <a:pt x="7496" y="1711"/>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91" name="Freeform 81"/>
              <p:cNvSpPr/>
              <p:nvPr/>
            </p:nvSpPr>
            <p:spPr bwMode="auto">
              <a:xfrm>
                <a:off x="5716589" y="1028701"/>
                <a:ext cx="703263" cy="247650"/>
              </a:xfrm>
              <a:custGeom>
                <a:avLst/>
                <a:gdLst>
                  <a:gd name="T0" fmla="*/ 0 w 7380"/>
                  <a:gd name="T1" fmla="*/ 0 h 2594"/>
                  <a:gd name="T2" fmla="*/ 7238 w 7380"/>
                  <a:gd name="T3" fmla="*/ 2594 h 2594"/>
                  <a:gd name="T4" fmla="*/ 7380 w 7380"/>
                  <a:gd name="T5" fmla="*/ 2156 h 2594"/>
                  <a:gd name="T6" fmla="*/ 0 w 7380"/>
                  <a:gd name="T7" fmla="*/ 0 h 2594"/>
                </a:gdLst>
                <a:ahLst/>
                <a:cxnLst>
                  <a:cxn ang="0">
                    <a:pos x="T0" y="T1"/>
                  </a:cxn>
                  <a:cxn ang="0">
                    <a:pos x="T2" y="T3"/>
                  </a:cxn>
                  <a:cxn ang="0">
                    <a:pos x="T4" y="T5"/>
                  </a:cxn>
                  <a:cxn ang="0">
                    <a:pos x="T6" y="T7"/>
                  </a:cxn>
                </a:cxnLst>
                <a:rect l="0" t="0" r="r" b="b"/>
                <a:pathLst>
                  <a:path w="7380" h="2594">
                    <a:moveTo>
                      <a:pt x="0" y="0"/>
                    </a:moveTo>
                    <a:lnTo>
                      <a:pt x="7238" y="2594"/>
                    </a:lnTo>
                    <a:cubicBezTo>
                      <a:pt x="7290" y="2449"/>
                      <a:pt x="7337" y="2304"/>
                      <a:pt x="7380" y="2156"/>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93" name="Freeform 83"/>
              <p:cNvSpPr/>
              <p:nvPr/>
            </p:nvSpPr>
            <p:spPr bwMode="auto">
              <a:xfrm>
                <a:off x="5716589" y="1028701"/>
                <a:ext cx="690563" cy="287338"/>
              </a:xfrm>
              <a:custGeom>
                <a:avLst/>
                <a:gdLst>
                  <a:gd name="T0" fmla="*/ 0 w 7238"/>
                  <a:gd name="T1" fmla="*/ 0 h 3022"/>
                  <a:gd name="T2" fmla="*/ 7070 w 7238"/>
                  <a:gd name="T3" fmla="*/ 3022 h 3022"/>
                  <a:gd name="T4" fmla="*/ 7238 w 7238"/>
                  <a:gd name="T5" fmla="*/ 2594 h 3022"/>
                  <a:gd name="T6" fmla="*/ 0 w 7238"/>
                  <a:gd name="T7" fmla="*/ 0 h 3022"/>
                </a:gdLst>
                <a:ahLst/>
                <a:cxnLst>
                  <a:cxn ang="0">
                    <a:pos x="T0" y="T1"/>
                  </a:cxn>
                  <a:cxn ang="0">
                    <a:pos x="T2" y="T3"/>
                  </a:cxn>
                  <a:cxn ang="0">
                    <a:pos x="T4" y="T5"/>
                  </a:cxn>
                  <a:cxn ang="0">
                    <a:pos x="T6" y="T7"/>
                  </a:cxn>
                </a:cxnLst>
                <a:rect l="0" t="0" r="r" b="b"/>
                <a:pathLst>
                  <a:path w="7238" h="3022">
                    <a:moveTo>
                      <a:pt x="0" y="0"/>
                    </a:moveTo>
                    <a:lnTo>
                      <a:pt x="7070" y="3022"/>
                    </a:lnTo>
                    <a:cubicBezTo>
                      <a:pt x="7130" y="2881"/>
                      <a:pt x="7186" y="2738"/>
                      <a:pt x="7238" y="2594"/>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95" name="Freeform 85"/>
              <p:cNvSpPr/>
              <p:nvPr/>
            </p:nvSpPr>
            <p:spPr bwMode="auto">
              <a:xfrm>
                <a:off x="5716589" y="1028701"/>
                <a:ext cx="673100" cy="327025"/>
              </a:xfrm>
              <a:custGeom>
                <a:avLst/>
                <a:gdLst>
                  <a:gd name="T0" fmla="*/ 0 w 7070"/>
                  <a:gd name="T1" fmla="*/ 0 h 3439"/>
                  <a:gd name="T2" fmla="*/ 6877 w 7070"/>
                  <a:gd name="T3" fmla="*/ 3439 h 3439"/>
                  <a:gd name="T4" fmla="*/ 7070 w 7070"/>
                  <a:gd name="T5" fmla="*/ 3022 h 3439"/>
                  <a:gd name="T6" fmla="*/ 0 w 7070"/>
                  <a:gd name="T7" fmla="*/ 0 h 3439"/>
                </a:gdLst>
                <a:ahLst/>
                <a:cxnLst>
                  <a:cxn ang="0">
                    <a:pos x="T0" y="T1"/>
                  </a:cxn>
                  <a:cxn ang="0">
                    <a:pos x="T2" y="T3"/>
                  </a:cxn>
                  <a:cxn ang="0">
                    <a:pos x="T4" y="T5"/>
                  </a:cxn>
                  <a:cxn ang="0">
                    <a:pos x="T6" y="T7"/>
                  </a:cxn>
                </a:cxnLst>
                <a:rect l="0" t="0" r="r" b="b"/>
                <a:pathLst>
                  <a:path w="7070" h="3439">
                    <a:moveTo>
                      <a:pt x="0" y="0"/>
                    </a:moveTo>
                    <a:lnTo>
                      <a:pt x="6877" y="3439"/>
                    </a:lnTo>
                    <a:cubicBezTo>
                      <a:pt x="6945" y="3302"/>
                      <a:pt x="7010" y="3163"/>
                      <a:pt x="7070" y="3022"/>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97" name="Freeform 87"/>
              <p:cNvSpPr/>
              <p:nvPr/>
            </p:nvSpPr>
            <p:spPr bwMode="auto">
              <a:xfrm>
                <a:off x="5716589" y="1028701"/>
                <a:ext cx="655638" cy="366713"/>
              </a:xfrm>
              <a:custGeom>
                <a:avLst/>
                <a:gdLst>
                  <a:gd name="T0" fmla="*/ 0 w 6877"/>
                  <a:gd name="T1" fmla="*/ 0 h 3845"/>
                  <a:gd name="T2" fmla="*/ 6659 w 6877"/>
                  <a:gd name="T3" fmla="*/ 3845 h 3845"/>
                  <a:gd name="T4" fmla="*/ 6877 w 6877"/>
                  <a:gd name="T5" fmla="*/ 3439 h 3845"/>
                  <a:gd name="T6" fmla="*/ 0 w 6877"/>
                  <a:gd name="T7" fmla="*/ 0 h 3845"/>
                </a:gdLst>
                <a:ahLst/>
                <a:cxnLst>
                  <a:cxn ang="0">
                    <a:pos x="T0" y="T1"/>
                  </a:cxn>
                  <a:cxn ang="0">
                    <a:pos x="T2" y="T3"/>
                  </a:cxn>
                  <a:cxn ang="0">
                    <a:pos x="T4" y="T5"/>
                  </a:cxn>
                  <a:cxn ang="0">
                    <a:pos x="T6" y="T7"/>
                  </a:cxn>
                </a:cxnLst>
                <a:rect l="0" t="0" r="r" b="b"/>
                <a:pathLst>
                  <a:path w="6877" h="3845">
                    <a:moveTo>
                      <a:pt x="0" y="0"/>
                    </a:moveTo>
                    <a:lnTo>
                      <a:pt x="6659" y="3845"/>
                    </a:lnTo>
                    <a:cubicBezTo>
                      <a:pt x="6735" y="3712"/>
                      <a:pt x="6808" y="3577"/>
                      <a:pt x="6877" y="3439"/>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99" name="Freeform 89"/>
              <p:cNvSpPr/>
              <p:nvPr/>
            </p:nvSpPr>
            <p:spPr bwMode="auto">
              <a:xfrm>
                <a:off x="5716589" y="1028701"/>
                <a:ext cx="635000" cy="403225"/>
              </a:xfrm>
              <a:custGeom>
                <a:avLst/>
                <a:gdLst>
                  <a:gd name="T0" fmla="*/ 0 w 6659"/>
                  <a:gd name="T1" fmla="*/ 0 h 4236"/>
                  <a:gd name="T2" fmla="*/ 6417 w 6659"/>
                  <a:gd name="T3" fmla="*/ 4236 h 4236"/>
                  <a:gd name="T4" fmla="*/ 6659 w 6659"/>
                  <a:gd name="T5" fmla="*/ 3845 h 4236"/>
                  <a:gd name="T6" fmla="*/ 0 w 6659"/>
                  <a:gd name="T7" fmla="*/ 0 h 4236"/>
                </a:gdLst>
                <a:ahLst/>
                <a:cxnLst>
                  <a:cxn ang="0">
                    <a:pos x="T0" y="T1"/>
                  </a:cxn>
                  <a:cxn ang="0">
                    <a:pos x="T2" y="T3"/>
                  </a:cxn>
                  <a:cxn ang="0">
                    <a:pos x="T4" y="T5"/>
                  </a:cxn>
                  <a:cxn ang="0">
                    <a:pos x="T6" y="T7"/>
                  </a:cxn>
                </a:cxnLst>
                <a:rect l="0" t="0" r="r" b="b"/>
                <a:pathLst>
                  <a:path w="6659" h="4236">
                    <a:moveTo>
                      <a:pt x="0" y="0"/>
                    </a:moveTo>
                    <a:lnTo>
                      <a:pt x="6417" y="4236"/>
                    </a:lnTo>
                    <a:cubicBezTo>
                      <a:pt x="6501" y="4108"/>
                      <a:pt x="6582" y="3977"/>
                      <a:pt x="6659" y="3845"/>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01" name="Freeform 91"/>
              <p:cNvSpPr/>
              <p:nvPr/>
            </p:nvSpPr>
            <p:spPr bwMode="auto">
              <a:xfrm>
                <a:off x="5716589" y="1028701"/>
                <a:ext cx="611188" cy="439738"/>
              </a:xfrm>
              <a:custGeom>
                <a:avLst/>
                <a:gdLst>
                  <a:gd name="T0" fmla="*/ 0 w 6417"/>
                  <a:gd name="T1" fmla="*/ 0 h 4612"/>
                  <a:gd name="T2" fmla="*/ 6152 w 6417"/>
                  <a:gd name="T3" fmla="*/ 4612 h 4612"/>
                  <a:gd name="T4" fmla="*/ 6417 w 6417"/>
                  <a:gd name="T5" fmla="*/ 4236 h 4612"/>
                  <a:gd name="T6" fmla="*/ 0 w 6417"/>
                  <a:gd name="T7" fmla="*/ 0 h 4612"/>
                </a:gdLst>
                <a:ahLst/>
                <a:cxnLst>
                  <a:cxn ang="0">
                    <a:pos x="T0" y="T1"/>
                  </a:cxn>
                  <a:cxn ang="0">
                    <a:pos x="T2" y="T3"/>
                  </a:cxn>
                  <a:cxn ang="0">
                    <a:pos x="T4" y="T5"/>
                  </a:cxn>
                  <a:cxn ang="0">
                    <a:pos x="T6" y="T7"/>
                  </a:cxn>
                </a:cxnLst>
                <a:rect l="0" t="0" r="r" b="b"/>
                <a:pathLst>
                  <a:path w="6417" h="4612">
                    <a:moveTo>
                      <a:pt x="0" y="0"/>
                    </a:moveTo>
                    <a:lnTo>
                      <a:pt x="6152" y="4612"/>
                    </a:lnTo>
                    <a:cubicBezTo>
                      <a:pt x="6244" y="4489"/>
                      <a:pt x="6332" y="4364"/>
                      <a:pt x="6417" y="4236"/>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03" name="Freeform 93"/>
              <p:cNvSpPr/>
              <p:nvPr/>
            </p:nvSpPr>
            <p:spPr bwMode="auto">
              <a:xfrm>
                <a:off x="5716589" y="1028701"/>
                <a:ext cx="585788" cy="473075"/>
              </a:xfrm>
              <a:custGeom>
                <a:avLst/>
                <a:gdLst>
                  <a:gd name="T0" fmla="*/ 0 w 6152"/>
                  <a:gd name="T1" fmla="*/ 0 h 4972"/>
                  <a:gd name="T2" fmla="*/ 5865 w 6152"/>
                  <a:gd name="T3" fmla="*/ 4972 h 4972"/>
                  <a:gd name="T4" fmla="*/ 6152 w 6152"/>
                  <a:gd name="T5" fmla="*/ 4612 h 4972"/>
                  <a:gd name="T6" fmla="*/ 0 w 6152"/>
                  <a:gd name="T7" fmla="*/ 0 h 4972"/>
                </a:gdLst>
                <a:ahLst/>
                <a:cxnLst>
                  <a:cxn ang="0">
                    <a:pos x="T0" y="T1"/>
                  </a:cxn>
                  <a:cxn ang="0">
                    <a:pos x="T2" y="T3"/>
                  </a:cxn>
                  <a:cxn ang="0">
                    <a:pos x="T4" y="T5"/>
                  </a:cxn>
                  <a:cxn ang="0">
                    <a:pos x="T6" y="T7"/>
                  </a:cxn>
                </a:cxnLst>
                <a:rect l="0" t="0" r="r" b="b"/>
                <a:pathLst>
                  <a:path w="6152" h="4972">
                    <a:moveTo>
                      <a:pt x="0" y="0"/>
                    </a:moveTo>
                    <a:lnTo>
                      <a:pt x="5865" y="4972"/>
                    </a:lnTo>
                    <a:cubicBezTo>
                      <a:pt x="5964" y="4855"/>
                      <a:pt x="6060" y="4735"/>
                      <a:pt x="6152" y="4612"/>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05" name="Freeform 95"/>
              <p:cNvSpPr/>
              <p:nvPr/>
            </p:nvSpPr>
            <p:spPr bwMode="auto">
              <a:xfrm>
                <a:off x="5716589" y="1028701"/>
                <a:ext cx="558800" cy="506413"/>
              </a:xfrm>
              <a:custGeom>
                <a:avLst/>
                <a:gdLst>
                  <a:gd name="T0" fmla="*/ 0 w 5865"/>
                  <a:gd name="T1" fmla="*/ 0 h 5313"/>
                  <a:gd name="T2" fmla="*/ 5558 w 5865"/>
                  <a:gd name="T3" fmla="*/ 5313 h 5313"/>
                  <a:gd name="T4" fmla="*/ 5865 w 5865"/>
                  <a:gd name="T5" fmla="*/ 4972 h 5313"/>
                  <a:gd name="T6" fmla="*/ 0 w 5865"/>
                  <a:gd name="T7" fmla="*/ 0 h 5313"/>
                </a:gdLst>
                <a:ahLst/>
                <a:cxnLst>
                  <a:cxn ang="0">
                    <a:pos x="T0" y="T1"/>
                  </a:cxn>
                  <a:cxn ang="0">
                    <a:pos x="T2" y="T3"/>
                  </a:cxn>
                  <a:cxn ang="0">
                    <a:pos x="T4" y="T5"/>
                  </a:cxn>
                  <a:cxn ang="0">
                    <a:pos x="T6" y="T7"/>
                  </a:cxn>
                </a:cxnLst>
                <a:rect l="0" t="0" r="r" b="b"/>
                <a:pathLst>
                  <a:path w="5865" h="5313">
                    <a:moveTo>
                      <a:pt x="0" y="0"/>
                    </a:moveTo>
                    <a:lnTo>
                      <a:pt x="5558" y="5313"/>
                    </a:lnTo>
                    <a:cubicBezTo>
                      <a:pt x="5663" y="5203"/>
                      <a:pt x="5766" y="5089"/>
                      <a:pt x="5865" y="4972"/>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07" name="Freeform 97"/>
              <p:cNvSpPr/>
              <p:nvPr/>
            </p:nvSpPr>
            <p:spPr bwMode="auto">
              <a:xfrm>
                <a:off x="5716589" y="1028701"/>
                <a:ext cx="530225" cy="536575"/>
              </a:xfrm>
              <a:custGeom>
                <a:avLst/>
                <a:gdLst>
                  <a:gd name="T0" fmla="*/ 0 w 5558"/>
                  <a:gd name="T1" fmla="*/ 0 h 5636"/>
                  <a:gd name="T2" fmla="*/ 5230 w 5558"/>
                  <a:gd name="T3" fmla="*/ 5636 h 5636"/>
                  <a:gd name="T4" fmla="*/ 5558 w 5558"/>
                  <a:gd name="T5" fmla="*/ 5313 h 5636"/>
                  <a:gd name="T6" fmla="*/ 0 w 5558"/>
                  <a:gd name="T7" fmla="*/ 0 h 5636"/>
                </a:gdLst>
                <a:ahLst/>
                <a:cxnLst>
                  <a:cxn ang="0">
                    <a:pos x="T0" y="T1"/>
                  </a:cxn>
                  <a:cxn ang="0">
                    <a:pos x="T2" y="T3"/>
                  </a:cxn>
                  <a:cxn ang="0">
                    <a:pos x="T4" y="T5"/>
                  </a:cxn>
                  <a:cxn ang="0">
                    <a:pos x="T6" y="T7"/>
                  </a:cxn>
                </a:cxnLst>
                <a:rect l="0" t="0" r="r" b="b"/>
                <a:pathLst>
                  <a:path w="5558" h="5636">
                    <a:moveTo>
                      <a:pt x="0" y="0"/>
                    </a:moveTo>
                    <a:lnTo>
                      <a:pt x="5230" y="5636"/>
                    </a:lnTo>
                    <a:cubicBezTo>
                      <a:pt x="5342" y="5532"/>
                      <a:pt x="5452" y="5424"/>
                      <a:pt x="5558" y="5313"/>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09" name="Freeform 99"/>
              <p:cNvSpPr/>
              <p:nvPr/>
            </p:nvSpPr>
            <p:spPr bwMode="auto">
              <a:xfrm>
                <a:off x="5716589" y="1028701"/>
                <a:ext cx="498475" cy="565150"/>
              </a:xfrm>
              <a:custGeom>
                <a:avLst/>
                <a:gdLst>
                  <a:gd name="T0" fmla="*/ 0 w 5230"/>
                  <a:gd name="T1" fmla="*/ 0 h 5939"/>
                  <a:gd name="T2" fmla="*/ 4883 w 5230"/>
                  <a:gd name="T3" fmla="*/ 5939 h 5939"/>
                  <a:gd name="T4" fmla="*/ 5230 w 5230"/>
                  <a:gd name="T5" fmla="*/ 5636 h 5939"/>
                  <a:gd name="T6" fmla="*/ 0 w 5230"/>
                  <a:gd name="T7" fmla="*/ 0 h 5939"/>
                </a:gdLst>
                <a:ahLst/>
                <a:cxnLst>
                  <a:cxn ang="0">
                    <a:pos x="T0" y="T1"/>
                  </a:cxn>
                  <a:cxn ang="0">
                    <a:pos x="T2" y="T3"/>
                  </a:cxn>
                  <a:cxn ang="0">
                    <a:pos x="T4" y="T5"/>
                  </a:cxn>
                  <a:cxn ang="0">
                    <a:pos x="T6" y="T7"/>
                  </a:cxn>
                </a:cxnLst>
                <a:rect l="0" t="0" r="r" b="b"/>
                <a:pathLst>
                  <a:path w="5230" h="5939">
                    <a:moveTo>
                      <a:pt x="0" y="0"/>
                    </a:moveTo>
                    <a:lnTo>
                      <a:pt x="4883" y="5939"/>
                    </a:lnTo>
                    <a:cubicBezTo>
                      <a:pt x="5002" y="5842"/>
                      <a:pt x="5117" y="5741"/>
                      <a:pt x="5230" y="5636"/>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11" name="Freeform 101"/>
              <p:cNvSpPr/>
              <p:nvPr/>
            </p:nvSpPr>
            <p:spPr bwMode="auto">
              <a:xfrm>
                <a:off x="5716589" y="1028701"/>
                <a:ext cx="465138" cy="592138"/>
              </a:xfrm>
              <a:custGeom>
                <a:avLst/>
                <a:gdLst>
                  <a:gd name="T0" fmla="*/ 0 w 4883"/>
                  <a:gd name="T1" fmla="*/ 0 h 6220"/>
                  <a:gd name="T2" fmla="*/ 4519 w 4883"/>
                  <a:gd name="T3" fmla="*/ 6220 h 6220"/>
                  <a:gd name="T4" fmla="*/ 4883 w 4883"/>
                  <a:gd name="T5" fmla="*/ 5939 h 6220"/>
                  <a:gd name="T6" fmla="*/ 0 w 4883"/>
                  <a:gd name="T7" fmla="*/ 0 h 6220"/>
                </a:gdLst>
                <a:ahLst/>
                <a:cxnLst>
                  <a:cxn ang="0">
                    <a:pos x="T0" y="T1"/>
                  </a:cxn>
                  <a:cxn ang="0">
                    <a:pos x="T2" y="T3"/>
                  </a:cxn>
                  <a:cxn ang="0">
                    <a:pos x="T4" y="T5"/>
                  </a:cxn>
                  <a:cxn ang="0">
                    <a:pos x="T6" y="T7"/>
                  </a:cxn>
                </a:cxnLst>
                <a:rect l="0" t="0" r="r" b="b"/>
                <a:pathLst>
                  <a:path w="4883" h="6220">
                    <a:moveTo>
                      <a:pt x="0" y="0"/>
                    </a:moveTo>
                    <a:lnTo>
                      <a:pt x="4519" y="6220"/>
                    </a:lnTo>
                    <a:cubicBezTo>
                      <a:pt x="4644" y="6130"/>
                      <a:pt x="4765" y="6036"/>
                      <a:pt x="4883" y="5939"/>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13" name="Freeform 103"/>
              <p:cNvSpPr/>
              <p:nvPr/>
            </p:nvSpPr>
            <p:spPr bwMode="auto">
              <a:xfrm>
                <a:off x="5716589" y="1028701"/>
                <a:ext cx="430213" cy="617538"/>
              </a:xfrm>
              <a:custGeom>
                <a:avLst/>
                <a:gdLst>
                  <a:gd name="T0" fmla="*/ 0 w 4519"/>
                  <a:gd name="T1" fmla="*/ 0 h 6480"/>
                  <a:gd name="T2" fmla="*/ 4139 w 4519"/>
                  <a:gd name="T3" fmla="*/ 6480 h 6480"/>
                  <a:gd name="T4" fmla="*/ 4519 w 4519"/>
                  <a:gd name="T5" fmla="*/ 6220 h 6480"/>
                  <a:gd name="T6" fmla="*/ 0 w 4519"/>
                  <a:gd name="T7" fmla="*/ 0 h 6480"/>
                </a:gdLst>
                <a:ahLst/>
                <a:cxnLst>
                  <a:cxn ang="0">
                    <a:pos x="T0" y="T1"/>
                  </a:cxn>
                  <a:cxn ang="0">
                    <a:pos x="T2" y="T3"/>
                  </a:cxn>
                  <a:cxn ang="0">
                    <a:pos x="T4" y="T5"/>
                  </a:cxn>
                  <a:cxn ang="0">
                    <a:pos x="T6" y="T7"/>
                  </a:cxn>
                </a:cxnLst>
                <a:rect l="0" t="0" r="r" b="b"/>
                <a:pathLst>
                  <a:path w="4519" h="6480">
                    <a:moveTo>
                      <a:pt x="0" y="0"/>
                    </a:moveTo>
                    <a:lnTo>
                      <a:pt x="4139" y="6480"/>
                    </a:lnTo>
                    <a:cubicBezTo>
                      <a:pt x="4269" y="6397"/>
                      <a:pt x="4395" y="6311"/>
                      <a:pt x="4519" y="6220"/>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15" name="Freeform 105"/>
              <p:cNvSpPr/>
              <p:nvPr/>
            </p:nvSpPr>
            <p:spPr bwMode="auto">
              <a:xfrm>
                <a:off x="5716589" y="1028701"/>
                <a:ext cx="395288" cy="639763"/>
              </a:xfrm>
              <a:custGeom>
                <a:avLst/>
                <a:gdLst>
                  <a:gd name="T0" fmla="*/ 0 w 4139"/>
                  <a:gd name="T1" fmla="*/ 0 h 6715"/>
                  <a:gd name="T2" fmla="*/ 3745 w 4139"/>
                  <a:gd name="T3" fmla="*/ 6715 h 6715"/>
                  <a:gd name="T4" fmla="*/ 4139 w 4139"/>
                  <a:gd name="T5" fmla="*/ 6480 h 6715"/>
                  <a:gd name="T6" fmla="*/ 0 w 4139"/>
                  <a:gd name="T7" fmla="*/ 0 h 6715"/>
                </a:gdLst>
                <a:ahLst/>
                <a:cxnLst>
                  <a:cxn ang="0">
                    <a:pos x="T0" y="T1"/>
                  </a:cxn>
                  <a:cxn ang="0">
                    <a:pos x="T2" y="T3"/>
                  </a:cxn>
                  <a:cxn ang="0">
                    <a:pos x="T4" y="T5"/>
                  </a:cxn>
                  <a:cxn ang="0">
                    <a:pos x="T6" y="T7"/>
                  </a:cxn>
                </a:cxnLst>
                <a:rect l="0" t="0" r="r" b="b"/>
                <a:pathLst>
                  <a:path w="4139" h="6715">
                    <a:moveTo>
                      <a:pt x="0" y="0"/>
                    </a:moveTo>
                    <a:lnTo>
                      <a:pt x="3745" y="6715"/>
                    </a:lnTo>
                    <a:cubicBezTo>
                      <a:pt x="3878" y="6641"/>
                      <a:pt x="4010" y="6562"/>
                      <a:pt x="4139" y="6480"/>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17" name="Freeform 107"/>
              <p:cNvSpPr/>
              <p:nvPr/>
            </p:nvSpPr>
            <p:spPr bwMode="auto">
              <a:xfrm>
                <a:off x="5716589" y="1028701"/>
                <a:ext cx="357188" cy="660400"/>
              </a:xfrm>
              <a:custGeom>
                <a:avLst/>
                <a:gdLst>
                  <a:gd name="T0" fmla="*/ 0 w 3745"/>
                  <a:gd name="T1" fmla="*/ 0 h 6927"/>
                  <a:gd name="T2" fmla="*/ 3336 w 3745"/>
                  <a:gd name="T3" fmla="*/ 6927 h 6927"/>
                  <a:gd name="T4" fmla="*/ 3745 w 3745"/>
                  <a:gd name="T5" fmla="*/ 6715 h 6927"/>
                  <a:gd name="T6" fmla="*/ 0 w 3745"/>
                  <a:gd name="T7" fmla="*/ 0 h 6927"/>
                </a:gdLst>
                <a:ahLst/>
                <a:cxnLst>
                  <a:cxn ang="0">
                    <a:pos x="T0" y="T1"/>
                  </a:cxn>
                  <a:cxn ang="0">
                    <a:pos x="T2" y="T3"/>
                  </a:cxn>
                  <a:cxn ang="0">
                    <a:pos x="T4" y="T5"/>
                  </a:cxn>
                  <a:cxn ang="0">
                    <a:pos x="T6" y="T7"/>
                  </a:cxn>
                </a:cxnLst>
                <a:rect l="0" t="0" r="r" b="b"/>
                <a:pathLst>
                  <a:path w="3745" h="6927">
                    <a:moveTo>
                      <a:pt x="0" y="0"/>
                    </a:moveTo>
                    <a:lnTo>
                      <a:pt x="3336" y="6927"/>
                    </a:lnTo>
                    <a:cubicBezTo>
                      <a:pt x="3474" y="6861"/>
                      <a:pt x="3611" y="6790"/>
                      <a:pt x="3745" y="6715"/>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19" name="Freeform 109"/>
              <p:cNvSpPr/>
              <p:nvPr/>
            </p:nvSpPr>
            <p:spPr bwMode="auto">
              <a:xfrm>
                <a:off x="5716589" y="1028701"/>
                <a:ext cx="317500" cy="677863"/>
              </a:xfrm>
              <a:custGeom>
                <a:avLst/>
                <a:gdLst>
                  <a:gd name="T0" fmla="*/ 0 w 3336"/>
                  <a:gd name="T1" fmla="*/ 0 h 7114"/>
                  <a:gd name="T2" fmla="*/ 2916 w 3336"/>
                  <a:gd name="T3" fmla="*/ 7114 h 7114"/>
                  <a:gd name="T4" fmla="*/ 3336 w 3336"/>
                  <a:gd name="T5" fmla="*/ 6927 h 7114"/>
                  <a:gd name="T6" fmla="*/ 0 w 3336"/>
                  <a:gd name="T7" fmla="*/ 0 h 7114"/>
                </a:gdLst>
                <a:ahLst/>
                <a:cxnLst>
                  <a:cxn ang="0">
                    <a:pos x="T0" y="T1"/>
                  </a:cxn>
                  <a:cxn ang="0">
                    <a:pos x="T2" y="T3"/>
                  </a:cxn>
                  <a:cxn ang="0">
                    <a:pos x="T4" y="T5"/>
                  </a:cxn>
                  <a:cxn ang="0">
                    <a:pos x="T6" y="T7"/>
                  </a:cxn>
                </a:cxnLst>
                <a:rect l="0" t="0" r="r" b="b"/>
                <a:pathLst>
                  <a:path w="3336" h="7114">
                    <a:moveTo>
                      <a:pt x="0" y="0"/>
                    </a:moveTo>
                    <a:lnTo>
                      <a:pt x="2916" y="7114"/>
                    </a:lnTo>
                    <a:cubicBezTo>
                      <a:pt x="3058" y="7056"/>
                      <a:pt x="3198" y="6994"/>
                      <a:pt x="3336" y="6927"/>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21" name="Freeform 111"/>
              <p:cNvSpPr/>
              <p:nvPr/>
            </p:nvSpPr>
            <p:spPr bwMode="auto">
              <a:xfrm>
                <a:off x="5716589" y="1028701"/>
                <a:ext cx="277813" cy="693738"/>
              </a:xfrm>
              <a:custGeom>
                <a:avLst/>
                <a:gdLst>
                  <a:gd name="T0" fmla="*/ 0 w 2916"/>
                  <a:gd name="T1" fmla="*/ 0 h 7276"/>
                  <a:gd name="T2" fmla="*/ 2485 w 2916"/>
                  <a:gd name="T3" fmla="*/ 7276 h 7276"/>
                  <a:gd name="T4" fmla="*/ 2916 w 2916"/>
                  <a:gd name="T5" fmla="*/ 7114 h 7276"/>
                  <a:gd name="T6" fmla="*/ 0 w 2916"/>
                  <a:gd name="T7" fmla="*/ 0 h 7276"/>
                </a:gdLst>
                <a:ahLst/>
                <a:cxnLst>
                  <a:cxn ang="0">
                    <a:pos x="T0" y="T1"/>
                  </a:cxn>
                  <a:cxn ang="0">
                    <a:pos x="T2" y="T3"/>
                  </a:cxn>
                  <a:cxn ang="0">
                    <a:pos x="T4" y="T5"/>
                  </a:cxn>
                  <a:cxn ang="0">
                    <a:pos x="T6" y="T7"/>
                  </a:cxn>
                </a:cxnLst>
                <a:rect l="0" t="0" r="r" b="b"/>
                <a:pathLst>
                  <a:path w="2916" h="7276">
                    <a:moveTo>
                      <a:pt x="0" y="0"/>
                    </a:moveTo>
                    <a:lnTo>
                      <a:pt x="2485" y="7276"/>
                    </a:lnTo>
                    <a:cubicBezTo>
                      <a:pt x="2630" y="7227"/>
                      <a:pt x="2774" y="7173"/>
                      <a:pt x="2916" y="7114"/>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23" name="Freeform 113"/>
              <p:cNvSpPr/>
              <p:nvPr/>
            </p:nvSpPr>
            <p:spPr bwMode="auto">
              <a:xfrm>
                <a:off x="5716589" y="1028701"/>
                <a:ext cx="236538" cy="706438"/>
              </a:xfrm>
              <a:custGeom>
                <a:avLst/>
                <a:gdLst>
                  <a:gd name="T0" fmla="*/ 0 w 2485"/>
                  <a:gd name="T1" fmla="*/ 0 h 7412"/>
                  <a:gd name="T2" fmla="*/ 2046 w 2485"/>
                  <a:gd name="T3" fmla="*/ 7412 h 7412"/>
                  <a:gd name="T4" fmla="*/ 2485 w 2485"/>
                  <a:gd name="T5" fmla="*/ 7276 h 7412"/>
                  <a:gd name="T6" fmla="*/ 0 w 2485"/>
                  <a:gd name="T7" fmla="*/ 0 h 7412"/>
                </a:gdLst>
                <a:ahLst/>
                <a:cxnLst>
                  <a:cxn ang="0">
                    <a:pos x="T0" y="T1"/>
                  </a:cxn>
                  <a:cxn ang="0">
                    <a:pos x="T2" y="T3"/>
                  </a:cxn>
                  <a:cxn ang="0">
                    <a:pos x="T4" y="T5"/>
                  </a:cxn>
                  <a:cxn ang="0">
                    <a:pos x="T6" y="T7"/>
                  </a:cxn>
                </a:cxnLst>
                <a:rect l="0" t="0" r="r" b="b"/>
                <a:pathLst>
                  <a:path w="2485" h="7412">
                    <a:moveTo>
                      <a:pt x="0" y="0"/>
                    </a:moveTo>
                    <a:lnTo>
                      <a:pt x="2046" y="7412"/>
                    </a:lnTo>
                    <a:cubicBezTo>
                      <a:pt x="2194" y="7371"/>
                      <a:pt x="2340" y="7326"/>
                      <a:pt x="2485" y="7276"/>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25" name="Freeform 115"/>
              <p:cNvSpPr/>
              <p:nvPr/>
            </p:nvSpPr>
            <p:spPr bwMode="auto">
              <a:xfrm>
                <a:off x="5716589" y="1028701"/>
                <a:ext cx="195263" cy="715963"/>
              </a:xfrm>
              <a:custGeom>
                <a:avLst/>
                <a:gdLst>
                  <a:gd name="T0" fmla="*/ 0 w 2046"/>
                  <a:gd name="T1" fmla="*/ 0 h 7521"/>
                  <a:gd name="T2" fmla="*/ 1599 w 2046"/>
                  <a:gd name="T3" fmla="*/ 7521 h 7521"/>
                  <a:gd name="T4" fmla="*/ 2046 w 2046"/>
                  <a:gd name="T5" fmla="*/ 7412 h 7521"/>
                  <a:gd name="T6" fmla="*/ 0 w 2046"/>
                  <a:gd name="T7" fmla="*/ 0 h 7521"/>
                </a:gdLst>
                <a:ahLst/>
                <a:cxnLst>
                  <a:cxn ang="0">
                    <a:pos x="T0" y="T1"/>
                  </a:cxn>
                  <a:cxn ang="0">
                    <a:pos x="T2" y="T3"/>
                  </a:cxn>
                  <a:cxn ang="0">
                    <a:pos x="T4" y="T5"/>
                  </a:cxn>
                  <a:cxn ang="0">
                    <a:pos x="T6" y="T7"/>
                  </a:cxn>
                </a:cxnLst>
                <a:rect l="0" t="0" r="r" b="b"/>
                <a:pathLst>
                  <a:path w="2046" h="7521">
                    <a:moveTo>
                      <a:pt x="0" y="0"/>
                    </a:moveTo>
                    <a:lnTo>
                      <a:pt x="1599" y="7521"/>
                    </a:lnTo>
                    <a:cubicBezTo>
                      <a:pt x="1749" y="7489"/>
                      <a:pt x="1898" y="7452"/>
                      <a:pt x="2046" y="7412"/>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27" name="Freeform 117"/>
              <p:cNvSpPr/>
              <p:nvPr/>
            </p:nvSpPr>
            <p:spPr bwMode="auto">
              <a:xfrm>
                <a:off x="5716589" y="1028701"/>
                <a:ext cx="152400" cy="723900"/>
              </a:xfrm>
              <a:custGeom>
                <a:avLst/>
                <a:gdLst>
                  <a:gd name="T0" fmla="*/ 0 w 1599"/>
                  <a:gd name="T1" fmla="*/ 0 h 7603"/>
                  <a:gd name="T2" fmla="*/ 1146 w 1599"/>
                  <a:gd name="T3" fmla="*/ 7603 h 7603"/>
                  <a:gd name="T4" fmla="*/ 1599 w 1599"/>
                  <a:gd name="T5" fmla="*/ 7521 h 7603"/>
                  <a:gd name="T6" fmla="*/ 0 w 1599"/>
                  <a:gd name="T7" fmla="*/ 0 h 7603"/>
                </a:gdLst>
                <a:ahLst/>
                <a:cxnLst>
                  <a:cxn ang="0">
                    <a:pos x="T0" y="T1"/>
                  </a:cxn>
                  <a:cxn ang="0">
                    <a:pos x="T2" y="T3"/>
                  </a:cxn>
                  <a:cxn ang="0">
                    <a:pos x="T4" y="T5"/>
                  </a:cxn>
                  <a:cxn ang="0">
                    <a:pos x="T6" y="T7"/>
                  </a:cxn>
                </a:cxnLst>
                <a:rect l="0" t="0" r="r" b="b"/>
                <a:pathLst>
                  <a:path w="1599" h="7603">
                    <a:moveTo>
                      <a:pt x="0" y="0"/>
                    </a:moveTo>
                    <a:lnTo>
                      <a:pt x="1146" y="7603"/>
                    </a:lnTo>
                    <a:cubicBezTo>
                      <a:pt x="1298" y="7580"/>
                      <a:pt x="1449" y="7553"/>
                      <a:pt x="1599" y="7521"/>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29" name="Freeform 119"/>
              <p:cNvSpPr/>
              <p:nvPr/>
            </p:nvSpPr>
            <p:spPr bwMode="auto">
              <a:xfrm>
                <a:off x="5716589" y="1028701"/>
                <a:ext cx="109538" cy="730250"/>
              </a:xfrm>
              <a:custGeom>
                <a:avLst/>
                <a:gdLst>
                  <a:gd name="T0" fmla="*/ 0 w 1146"/>
                  <a:gd name="T1" fmla="*/ 0 h 7658"/>
                  <a:gd name="T2" fmla="*/ 690 w 1146"/>
                  <a:gd name="T3" fmla="*/ 7658 h 7658"/>
                  <a:gd name="T4" fmla="*/ 1146 w 1146"/>
                  <a:gd name="T5" fmla="*/ 7603 h 7658"/>
                  <a:gd name="T6" fmla="*/ 0 w 1146"/>
                  <a:gd name="T7" fmla="*/ 0 h 7658"/>
                </a:gdLst>
                <a:ahLst/>
                <a:cxnLst>
                  <a:cxn ang="0">
                    <a:pos x="T0" y="T1"/>
                  </a:cxn>
                  <a:cxn ang="0">
                    <a:pos x="T2" y="T3"/>
                  </a:cxn>
                  <a:cxn ang="0">
                    <a:pos x="T4" y="T5"/>
                  </a:cxn>
                  <a:cxn ang="0">
                    <a:pos x="T6" y="T7"/>
                  </a:cxn>
                </a:cxnLst>
                <a:rect l="0" t="0" r="r" b="b"/>
                <a:pathLst>
                  <a:path w="1146" h="7658">
                    <a:moveTo>
                      <a:pt x="0" y="0"/>
                    </a:moveTo>
                    <a:lnTo>
                      <a:pt x="690" y="7658"/>
                    </a:lnTo>
                    <a:cubicBezTo>
                      <a:pt x="842" y="7644"/>
                      <a:pt x="995" y="7626"/>
                      <a:pt x="1146" y="7603"/>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31" name="Freeform 121"/>
              <p:cNvSpPr/>
              <p:nvPr/>
            </p:nvSpPr>
            <p:spPr bwMode="auto">
              <a:xfrm>
                <a:off x="5716589" y="1028701"/>
                <a:ext cx="66675" cy="731838"/>
              </a:xfrm>
              <a:custGeom>
                <a:avLst/>
                <a:gdLst>
                  <a:gd name="T0" fmla="*/ 0 w 690"/>
                  <a:gd name="T1" fmla="*/ 0 h 7685"/>
                  <a:gd name="T2" fmla="*/ 230 w 690"/>
                  <a:gd name="T3" fmla="*/ 7685 h 7685"/>
                  <a:gd name="T4" fmla="*/ 690 w 690"/>
                  <a:gd name="T5" fmla="*/ 7658 h 7685"/>
                  <a:gd name="T6" fmla="*/ 0 w 690"/>
                  <a:gd name="T7" fmla="*/ 0 h 7685"/>
                </a:gdLst>
                <a:ahLst/>
                <a:cxnLst>
                  <a:cxn ang="0">
                    <a:pos x="T0" y="T1"/>
                  </a:cxn>
                  <a:cxn ang="0">
                    <a:pos x="T2" y="T3"/>
                  </a:cxn>
                  <a:cxn ang="0">
                    <a:pos x="T4" y="T5"/>
                  </a:cxn>
                  <a:cxn ang="0">
                    <a:pos x="T6" y="T7"/>
                  </a:cxn>
                </a:cxnLst>
                <a:rect l="0" t="0" r="r" b="b"/>
                <a:pathLst>
                  <a:path w="690" h="7685">
                    <a:moveTo>
                      <a:pt x="0" y="0"/>
                    </a:moveTo>
                    <a:lnTo>
                      <a:pt x="230" y="7685"/>
                    </a:lnTo>
                    <a:cubicBezTo>
                      <a:pt x="384" y="7681"/>
                      <a:pt x="537" y="7672"/>
                      <a:pt x="690" y="7658"/>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33" name="Freeform 123"/>
              <p:cNvSpPr/>
              <p:nvPr/>
            </p:nvSpPr>
            <p:spPr bwMode="auto">
              <a:xfrm>
                <a:off x="5695951" y="1028701"/>
                <a:ext cx="42863" cy="733425"/>
              </a:xfrm>
              <a:custGeom>
                <a:avLst/>
                <a:gdLst>
                  <a:gd name="T0" fmla="*/ 230 w 460"/>
                  <a:gd name="T1" fmla="*/ 0 h 7690"/>
                  <a:gd name="T2" fmla="*/ 0 w 460"/>
                  <a:gd name="T3" fmla="*/ 7685 h 7690"/>
                  <a:gd name="T4" fmla="*/ 460 w 460"/>
                  <a:gd name="T5" fmla="*/ 7685 h 7690"/>
                  <a:gd name="T6" fmla="*/ 230 w 460"/>
                  <a:gd name="T7" fmla="*/ 0 h 7690"/>
                </a:gdLst>
                <a:ahLst/>
                <a:cxnLst>
                  <a:cxn ang="0">
                    <a:pos x="T0" y="T1"/>
                  </a:cxn>
                  <a:cxn ang="0">
                    <a:pos x="T2" y="T3"/>
                  </a:cxn>
                  <a:cxn ang="0">
                    <a:pos x="T4" y="T5"/>
                  </a:cxn>
                  <a:cxn ang="0">
                    <a:pos x="T6" y="T7"/>
                  </a:cxn>
                </a:cxnLst>
                <a:rect l="0" t="0" r="r" b="b"/>
                <a:pathLst>
                  <a:path w="460" h="7690">
                    <a:moveTo>
                      <a:pt x="230" y="0"/>
                    </a:moveTo>
                    <a:lnTo>
                      <a:pt x="0" y="7685"/>
                    </a:lnTo>
                    <a:cubicBezTo>
                      <a:pt x="154" y="7690"/>
                      <a:pt x="307" y="7690"/>
                      <a:pt x="460" y="7685"/>
                    </a:cubicBezTo>
                    <a:lnTo>
                      <a:pt x="23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35" name="Freeform 125"/>
              <p:cNvSpPr/>
              <p:nvPr/>
            </p:nvSpPr>
            <p:spPr bwMode="auto">
              <a:xfrm>
                <a:off x="5651501" y="1028701"/>
                <a:ext cx="65088" cy="731838"/>
              </a:xfrm>
              <a:custGeom>
                <a:avLst/>
                <a:gdLst>
                  <a:gd name="T0" fmla="*/ 689 w 689"/>
                  <a:gd name="T1" fmla="*/ 0 h 7685"/>
                  <a:gd name="T2" fmla="*/ 0 w 689"/>
                  <a:gd name="T3" fmla="*/ 7658 h 7685"/>
                  <a:gd name="T4" fmla="*/ 459 w 689"/>
                  <a:gd name="T5" fmla="*/ 7685 h 7685"/>
                  <a:gd name="T6" fmla="*/ 689 w 689"/>
                  <a:gd name="T7" fmla="*/ 0 h 7685"/>
                </a:gdLst>
                <a:ahLst/>
                <a:cxnLst>
                  <a:cxn ang="0">
                    <a:pos x="T0" y="T1"/>
                  </a:cxn>
                  <a:cxn ang="0">
                    <a:pos x="T2" y="T3"/>
                  </a:cxn>
                  <a:cxn ang="0">
                    <a:pos x="T4" y="T5"/>
                  </a:cxn>
                  <a:cxn ang="0">
                    <a:pos x="T6" y="T7"/>
                  </a:cxn>
                </a:cxnLst>
                <a:rect l="0" t="0" r="r" b="b"/>
                <a:pathLst>
                  <a:path w="689" h="7685">
                    <a:moveTo>
                      <a:pt x="689" y="0"/>
                    </a:moveTo>
                    <a:lnTo>
                      <a:pt x="0" y="7658"/>
                    </a:lnTo>
                    <a:cubicBezTo>
                      <a:pt x="153" y="7672"/>
                      <a:pt x="306" y="7681"/>
                      <a:pt x="459" y="7685"/>
                    </a:cubicBezTo>
                    <a:lnTo>
                      <a:pt x="689"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37" name="Freeform 127"/>
              <p:cNvSpPr/>
              <p:nvPr/>
            </p:nvSpPr>
            <p:spPr bwMode="auto">
              <a:xfrm>
                <a:off x="5608639" y="1028701"/>
                <a:ext cx="107950" cy="730250"/>
              </a:xfrm>
              <a:custGeom>
                <a:avLst/>
                <a:gdLst>
                  <a:gd name="T0" fmla="*/ 1146 w 1146"/>
                  <a:gd name="T1" fmla="*/ 0 h 7658"/>
                  <a:gd name="T2" fmla="*/ 0 w 1146"/>
                  <a:gd name="T3" fmla="*/ 7603 h 7658"/>
                  <a:gd name="T4" fmla="*/ 457 w 1146"/>
                  <a:gd name="T5" fmla="*/ 7658 h 7658"/>
                  <a:gd name="T6" fmla="*/ 1146 w 1146"/>
                  <a:gd name="T7" fmla="*/ 0 h 7658"/>
                </a:gdLst>
                <a:ahLst/>
                <a:cxnLst>
                  <a:cxn ang="0">
                    <a:pos x="T0" y="T1"/>
                  </a:cxn>
                  <a:cxn ang="0">
                    <a:pos x="T2" y="T3"/>
                  </a:cxn>
                  <a:cxn ang="0">
                    <a:pos x="T4" y="T5"/>
                  </a:cxn>
                  <a:cxn ang="0">
                    <a:pos x="T6" y="T7"/>
                  </a:cxn>
                </a:cxnLst>
                <a:rect l="0" t="0" r="r" b="b"/>
                <a:pathLst>
                  <a:path w="1146" h="7658">
                    <a:moveTo>
                      <a:pt x="1146" y="0"/>
                    </a:moveTo>
                    <a:lnTo>
                      <a:pt x="0" y="7603"/>
                    </a:lnTo>
                    <a:cubicBezTo>
                      <a:pt x="152" y="7626"/>
                      <a:pt x="304" y="7644"/>
                      <a:pt x="457" y="7658"/>
                    </a:cubicBezTo>
                    <a:lnTo>
                      <a:pt x="1146"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39" name="Freeform 129"/>
              <p:cNvSpPr/>
              <p:nvPr/>
            </p:nvSpPr>
            <p:spPr bwMode="auto">
              <a:xfrm>
                <a:off x="5565776" y="1028701"/>
                <a:ext cx="150813" cy="723900"/>
              </a:xfrm>
              <a:custGeom>
                <a:avLst/>
                <a:gdLst>
                  <a:gd name="T0" fmla="*/ 1598 w 1598"/>
                  <a:gd name="T1" fmla="*/ 0 h 7603"/>
                  <a:gd name="T2" fmla="*/ 0 w 1598"/>
                  <a:gd name="T3" fmla="*/ 7521 h 7603"/>
                  <a:gd name="T4" fmla="*/ 452 w 1598"/>
                  <a:gd name="T5" fmla="*/ 7603 h 7603"/>
                  <a:gd name="T6" fmla="*/ 1598 w 1598"/>
                  <a:gd name="T7" fmla="*/ 0 h 7603"/>
                </a:gdLst>
                <a:ahLst/>
                <a:cxnLst>
                  <a:cxn ang="0">
                    <a:pos x="T0" y="T1"/>
                  </a:cxn>
                  <a:cxn ang="0">
                    <a:pos x="T2" y="T3"/>
                  </a:cxn>
                  <a:cxn ang="0">
                    <a:pos x="T4" y="T5"/>
                  </a:cxn>
                  <a:cxn ang="0">
                    <a:pos x="T6" y="T7"/>
                  </a:cxn>
                </a:cxnLst>
                <a:rect l="0" t="0" r="r" b="b"/>
                <a:pathLst>
                  <a:path w="1598" h="7603">
                    <a:moveTo>
                      <a:pt x="1598" y="0"/>
                    </a:moveTo>
                    <a:lnTo>
                      <a:pt x="0" y="7521"/>
                    </a:lnTo>
                    <a:cubicBezTo>
                      <a:pt x="150" y="7553"/>
                      <a:pt x="301" y="7580"/>
                      <a:pt x="452" y="7603"/>
                    </a:cubicBezTo>
                    <a:lnTo>
                      <a:pt x="1598"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41" name="Freeform 131"/>
              <p:cNvSpPr/>
              <p:nvPr/>
            </p:nvSpPr>
            <p:spPr bwMode="auto">
              <a:xfrm>
                <a:off x="5522914" y="1028701"/>
                <a:ext cx="193675" cy="715963"/>
              </a:xfrm>
              <a:custGeom>
                <a:avLst/>
                <a:gdLst>
                  <a:gd name="T0" fmla="*/ 2045 w 2045"/>
                  <a:gd name="T1" fmla="*/ 0 h 7521"/>
                  <a:gd name="T2" fmla="*/ 0 w 2045"/>
                  <a:gd name="T3" fmla="*/ 7412 h 7521"/>
                  <a:gd name="T4" fmla="*/ 447 w 2045"/>
                  <a:gd name="T5" fmla="*/ 7521 h 7521"/>
                  <a:gd name="T6" fmla="*/ 2045 w 2045"/>
                  <a:gd name="T7" fmla="*/ 0 h 7521"/>
                </a:gdLst>
                <a:ahLst/>
                <a:cxnLst>
                  <a:cxn ang="0">
                    <a:pos x="T0" y="T1"/>
                  </a:cxn>
                  <a:cxn ang="0">
                    <a:pos x="T2" y="T3"/>
                  </a:cxn>
                  <a:cxn ang="0">
                    <a:pos x="T4" y="T5"/>
                  </a:cxn>
                  <a:cxn ang="0">
                    <a:pos x="T6" y="T7"/>
                  </a:cxn>
                </a:cxnLst>
                <a:rect l="0" t="0" r="r" b="b"/>
                <a:pathLst>
                  <a:path w="2045" h="7521">
                    <a:moveTo>
                      <a:pt x="2045" y="0"/>
                    </a:moveTo>
                    <a:lnTo>
                      <a:pt x="0" y="7412"/>
                    </a:lnTo>
                    <a:cubicBezTo>
                      <a:pt x="148" y="7452"/>
                      <a:pt x="297" y="7489"/>
                      <a:pt x="447" y="7521"/>
                    </a:cubicBezTo>
                    <a:lnTo>
                      <a:pt x="2045"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43" name="Freeform 133"/>
              <p:cNvSpPr/>
              <p:nvPr/>
            </p:nvSpPr>
            <p:spPr bwMode="auto">
              <a:xfrm>
                <a:off x="5480051" y="1028701"/>
                <a:ext cx="236538" cy="706438"/>
              </a:xfrm>
              <a:custGeom>
                <a:avLst/>
                <a:gdLst>
                  <a:gd name="T0" fmla="*/ 2485 w 2485"/>
                  <a:gd name="T1" fmla="*/ 0 h 7412"/>
                  <a:gd name="T2" fmla="*/ 0 w 2485"/>
                  <a:gd name="T3" fmla="*/ 7276 h 7412"/>
                  <a:gd name="T4" fmla="*/ 440 w 2485"/>
                  <a:gd name="T5" fmla="*/ 7412 h 7412"/>
                  <a:gd name="T6" fmla="*/ 2485 w 2485"/>
                  <a:gd name="T7" fmla="*/ 0 h 7412"/>
                </a:gdLst>
                <a:ahLst/>
                <a:cxnLst>
                  <a:cxn ang="0">
                    <a:pos x="T0" y="T1"/>
                  </a:cxn>
                  <a:cxn ang="0">
                    <a:pos x="T2" y="T3"/>
                  </a:cxn>
                  <a:cxn ang="0">
                    <a:pos x="T4" y="T5"/>
                  </a:cxn>
                  <a:cxn ang="0">
                    <a:pos x="T6" y="T7"/>
                  </a:cxn>
                </a:cxnLst>
                <a:rect l="0" t="0" r="r" b="b"/>
                <a:pathLst>
                  <a:path w="2485" h="7412">
                    <a:moveTo>
                      <a:pt x="2485" y="0"/>
                    </a:moveTo>
                    <a:lnTo>
                      <a:pt x="0" y="7276"/>
                    </a:lnTo>
                    <a:cubicBezTo>
                      <a:pt x="145" y="7326"/>
                      <a:pt x="292" y="7371"/>
                      <a:pt x="440" y="7412"/>
                    </a:cubicBezTo>
                    <a:lnTo>
                      <a:pt x="2485"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45" name="Freeform 135"/>
              <p:cNvSpPr/>
              <p:nvPr/>
            </p:nvSpPr>
            <p:spPr bwMode="auto">
              <a:xfrm>
                <a:off x="5440364" y="1028701"/>
                <a:ext cx="276225" cy="693738"/>
              </a:xfrm>
              <a:custGeom>
                <a:avLst/>
                <a:gdLst>
                  <a:gd name="T0" fmla="*/ 2915 w 2915"/>
                  <a:gd name="T1" fmla="*/ 0 h 7276"/>
                  <a:gd name="T2" fmla="*/ 0 w 2915"/>
                  <a:gd name="T3" fmla="*/ 7114 h 7276"/>
                  <a:gd name="T4" fmla="*/ 430 w 2915"/>
                  <a:gd name="T5" fmla="*/ 7276 h 7276"/>
                  <a:gd name="T6" fmla="*/ 2915 w 2915"/>
                  <a:gd name="T7" fmla="*/ 0 h 7276"/>
                </a:gdLst>
                <a:ahLst/>
                <a:cxnLst>
                  <a:cxn ang="0">
                    <a:pos x="T0" y="T1"/>
                  </a:cxn>
                  <a:cxn ang="0">
                    <a:pos x="T2" y="T3"/>
                  </a:cxn>
                  <a:cxn ang="0">
                    <a:pos x="T4" y="T5"/>
                  </a:cxn>
                  <a:cxn ang="0">
                    <a:pos x="T6" y="T7"/>
                  </a:cxn>
                </a:cxnLst>
                <a:rect l="0" t="0" r="r" b="b"/>
                <a:pathLst>
                  <a:path w="2915" h="7276">
                    <a:moveTo>
                      <a:pt x="2915" y="0"/>
                    </a:moveTo>
                    <a:lnTo>
                      <a:pt x="0" y="7114"/>
                    </a:lnTo>
                    <a:cubicBezTo>
                      <a:pt x="142" y="7173"/>
                      <a:pt x="285" y="7227"/>
                      <a:pt x="430" y="7276"/>
                    </a:cubicBezTo>
                    <a:lnTo>
                      <a:pt x="2915"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47" name="Freeform 137"/>
              <p:cNvSpPr/>
              <p:nvPr/>
            </p:nvSpPr>
            <p:spPr bwMode="auto">
              <a:xfrm>
                <a:off x="5399089" y="1028701"/>
                <a:ext cx="317500" cy="677863"/>
              </a:xfrm>
              <a:custGeom>
                <a:avLst/>
                <a:gdLst>
                  <a:gd name="T0" fmla="*/ 3336 w 3336"/>
                  <a:gd name="T1" fmla="*/ 0 h 7114"/>
                  <a:gd name="T2" fmla="*/ 0 w 3336"/>
                  <a:gd name="T3" fmla="*/ 6927 h 7114"/>
                  <a:gd name="T4" fmla="*/ 421 w 3336"/>
                  <a:gd name="T5" fmla="*/ 7114 h 7114"/>
                  <a:gd name="T6" fmla="*/ 3336 w 3336"/>
                  <a:gd name="T7" fmla="*/ 0 h 7114"/>
                </a:gdLst>
                <a:ahLst/>
                <a:cxnLst>
                  <a:cxn ang="0">
                    <a:pos x="T0" y="T1"/>
                  </a:cxn>
                  <a:cxn ang="0">
                    <a:pos x="T2" y="T3"/>
                  </a:cxn>
                  <a:cxn ang="0">
                    <a:pos x="T4" y="T5"/>
                  </a:cxn>
                  <a:cxn ang="0">
                    <a:pos x="T6" y="T7"/>
                  </a:cxn>
                </a:cxnLst>
                <a:rect l="0" t="0" r="r" b="b"/>
                <a:pathLst>
                  <a:path w="3336" h="7114">
                    <a:moveTo>
                      <a:pt x="3336" y="0"/>
                    </a:moveTo>
                    <a:lnTo>
                      <a:pt x="0" y="6927"/>
                    </a:lnTo>
                    <a:cubicBezTo>
                      <a:pt x="139" y="6994"/>
                      <a:pt x="279" y="7056"/>
                      <a:pt x="421" y="7114"/>
                    </a:cubicBezTo>
                    <a:lnTo>
                      <a:pt x="3336"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49" name="Freeform 139"/>
              <p:cNvSpPr/>
              <p:nvPr/>
            </p:nvSpPr>
            <p:spPr bwMode="auto">
              <a:xfrm>
                <a:off x="5360989" y="1028701"/>
                <a:ext cx="355600" cy="660400"/>
              </a:xfrm>
              <a:custGeom>
                <a:avLst/>
                <a:gdLst>
                  <a:gd name="T0" fmla="*/ 3744 w 3744"/>
                  <a:gd name="T1" fmla="*/ 0 h 6927"/>
                  <a:gd name="T2" fmla="*/ 0 w 3744"/>
                  <a:gd name="T3" fmla="*/ 6715 h 6927"/>
                  <a:gd name="T4" fmla="*/ 408 w 3744"/>
                  <a:gd name="T5" fmla="*/ 6927 h 6927"/>
                  <a:gd name="T6" fmla="*/ 3744 w 3744"/>
                  <a:gd name="T7" fmla="*/ 0 h 6927"/>
                </a:gdLst>
                <a:ahLst/>
                <a:cxnLst>
                  <a:cxn ang="0">
                    <a:pos x="T0" y="T1"/>
                  </a:cxn>
                  <a:cxn ang="0">
                    <a:pos x="T2" y="T3"/>
                  </a:cxn>
                  <a:cxn ang="0">
                    <a:pos x="T4" y="T5"/>
                  </a:cxn>
                  <a:cxn ang="0">
                    <a:pos x="T6" y="T7"/>
                  </a:cxn>
                </a:cxnLst>
                <a:rect l="0" t="0" r="r" b="b"/>
                <a:pathLst>
                  <a:path w="3744" h="6927">
                    <a:moveTo>
                      <a:pt x="3744" y="0"/>
                    </a:moveTo>
                    <a:lnTo>
                      <a:pt x="0" y="6715"/>
                    </a:lnTo>
                    <a:cubicBezTo>
                      <a:pt x="134" y="6790"/>
                      <a:pt x="270" y="6861"/>
                      <a:pt x="408" y="6927"/>
                    </a:cubicBezTo>
                    <a:lnTo>
                      <a:pt x="3744"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51" name="Freeform 141"/>
              <p:cNvSpPr/>
              <p:nvPr/>
            </p:nvSpPr>
            <p:spPr bwMode="auto">
              <a:xfrm>
                <a:off x="5322889" y="1028701"/>
                <a:ext cx="393700" cy="639763"/>
              </a:xfrm>
              <a:custGeom>
                <a:avLst/>
                <a:gdLst>
                  <a:gd name="T0" fmla="*/ 4139 w 4139"/>
                  <a:gd name="T1" fmla="*/ 0 h 6715"/>
                  <a:gd name="T2" fmla="*/ 0 w 4139"/>
                  <a:gd name="T3" fmla="*/ 6480 h 6715"/>
                  <a:gd name="T4" fmla="*/ 395 w 4139"/>
                  <a:gd name="T5" fmla="*/ 6715 h 6715"/>
                  <a:gd name="T6" fmla="*/ 4139 w 4139"/>
                  <a:gd name="T7" fmla="*/ 0 h 6715"/>
                </a:gdLst>
                <a:ahLst/>
                <a:cxnLst>
                  <a:cxn ang="0">
                    <a:pos x="T0" y="T1"/>
                  </a:cxn>
                  <a:cxn ang="0">
                    <a:pos x="T2" y="T3"/>
                  </a:cxn>
                  <a:cxn ang="0">
                    <a:pos x="T4" y="T5"/>
                  </a:cxn>
                  <a:cxn ang="0">
                    <a:pos x="T6" y="T7"/>
                  </a:cxn>
                </a:cxnLst>
                <a:rect l="0" t="0" r="r" b="b"/>
                <a:pathLst>
                  <a:path w="4139" h="6715">
                    <a:moveTo>
                      <a:pt x="4139" y="0"/>
                    </a:moveTo>
                    <a:lnTo>
                      <a:pt x="0" y="6480"/>
                    </a:lnTo>
                    <a:cubicBezTo>
                      <a:pt x="129" y="6562"/>
                      <a:pt x="261" y="6641"/>
                      <a:pt x="395" y="6715"/>
                    </a:cubicBezTo>
                    <a:lnTo>
                      <a:pt x="4139"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53" name="Freeform 143"/>
              <p:cNvSpPr/>
              <p:nvPr/>
            </p:nvSpPr>
            <p:spPr bwMode="auto">
              <a:xfrm>
                <a:off x="5286376" y="1028701"/>
                <a:ext cx="430213" cy="617538"/>
              </a:xfrm>
              <a:custGeom>
                <a:avLst/>
                <a:gdLst>
                  <a:gd name="T0" fmla="*/ 4519 w 4519"/>
                  <a:gd name="T1" fmla="*/ 0 h 6480"/>
                  <a:gd name="T2" fmla="*/ 0 w 4519"/>
                  <a:gd name="T3" fmla="*/ 6220 h 6480"/>
                  <a:gd name="T4" fmla="*/ 380 w 4519"/>
                  <a:gd name="T5" fmla="*/ 6480 h 6480"/>
                  <a:gd name="T6" fmla="*/ 4519 w 4519"/>
                  <a:gd name="T7" fmla="*/ 0 h 6480"/>
                </a:gdLst>
                <a:ahLst/>
                <a:cxnLst>
                  <a:cxn ang="0">
                    <a:pos x="T0" y="T1"/>
                  </a:cxn>
                  <a:cxn ang="0">
                    <a:pos x="T2" y="T3"/>
                  </a:cxn>
                  <a:cxn ang="0">
                    <a:pos x="T4" y="T5"/>
                  </a:cxn>
                  <a:cxn ang="0">
                    <a:pos x="T6" y="T7"/>
                  </a:cxn>
                </a:cxnLst>
                <a:rect l="0" t="0" r="r" b="b"/>
                <a:pathLst>
                  <a:path w="4519" h="6480">
                    <a:moveTo>
                      <a:pt x="4519" y="0"/>
                    </a:moveTo>
                    <a:lnTo>
                      <a:pt x="0" y="6220"/>
                    </a:lnTo>
                    <a:cubicBezTo>
                      <a:pt x="124" y="6311"/>
                      <a:pt x="251" y="6397"/>
                      <a:pt x="380" y="6480"/>
                    </a:cubicBezTo>
                    <a:lnTo>
                      <a:pt x="4519"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55" name="Freeform 145"/>
              <p:cNvSpPr/>
              <p:nvPr/>
            </p:nvSpPr>
            <p:spPr bwMode="auto">
              <a:xfrm>
                <a:off x="5251451" y="1028701"/>
                <a:ext cx="465138" cy="592138"/>
              </a:xfrm>
              <a:custGeom>
                <a:avLst/>
                <a:gdLst>
                  <a:gd name="T0" fmla="*/ 4883 w 4883"/>
                  <a:gd name="T1" fmla="*/ 0 h 6220"/>
                  <a:gd name="T2" fmla="*/ 0 w 4883"/>
                  <a:gd name="T3" fmla="*/ 5939 h 6220"/>
                  <a:gd name="T4" fmla="*/ 364 w 4883"/>
                  <a:gd name="T5" fmla="*/ 6220 h 6220"/>
                  <a:gd name="T6" fmla="*/ 4883 w 4883"/>
                  <a:gd name="T7" fmla="*/ 0 h 6220"/>
                </a:gdLst>
                <a:ahLst/>
                <a:cxnLst>
                  <a:cxn ang="0">
                    <a:pos x="T0" y="T1"/>
                  </a:cxn>
                  <a:cxn ang="0">
                    <a:pos x="T2" y="T3"/>
                  </a:cxn>
                  <a:cxn ang="0">
                    <a:pos x="T4" y="T5"/>
                  </a:cxn>
                  <a:cxn ang="0">
                    <a:pos x="T6" y="T7"/>
                  </a:cxn>
                </a:cxnLst>
                <a:rect l="0" t="0" r="r" b="b"/>
                <a:pathLst>
                  <a:path w="4883" h="6220">
                    <a:moveTo>
                      <a:pt x="4883" y="0"/>
                    </a:moveTo>
                    <a:lnTo>
                      <a:pt x="0" y="5939"/>
                    </a:lnTo>
                    <a:cubicBezTo>
                      <a:pt x="119" y="6036"/>
                      <a:pt x="240" y="6130"/>
                      <a:pt x="364" y="6220"/>
                    </a:cubicBezTo>
                    <a:lnTo>
                      <a:pt x="4883"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57" name="Freeform 147"/>
              <p:cNvSpPr/>
              <p:nvPr/>
            </p:nvSpPr>
            <p:spPr bwMode="auto">
              <a:xfrm>
                <a:off x="5219701" y="1028701"/>
                <a:ext cx="496888" cy="565150"/>
              </a:xfrm>
              <a:custGeom>
                <a:avLst/>
                <a:gdLst>
                  <a:gd name="T0" fmla="*/ 5229 w 5229"/>
                  <a:gd name="T1" fmla="*/ 0 h 5939"/>
                  <a:gd name="T2" fmla="*/ 0 w 5229"/>
                  <a:gd name="T3" fmla="*/ 5636 h 5939"/>
                  <a:gd name="T4" fmla="*/ 346 w 5229"/>
                  <a:gd name="T5" fmla="*/ 5939 h 5939"/>
                  <a:gd name="T6" fmla="*/ 5229 w 5229"/>
                  <a:gd name="T7" fmla="*/ 0 h 5939"/>
                </a:gdLst>
                <a:ahLst/>
                <a:cxnLst>
                  <a:cxn ang="0">
                    <a:pos x="T0" y="T1"/>
                  </a:cxn>
                  <a:cxn ang="0">
                    <a:pos x="T2" y="T3"/>
                  </a:cxn>
                  <a:cxn ang="0">
                    <a:pos x="T4" y="T5"/>
                  </a:cxn>
                  <a:cxn ang="0">
                    <a:pos x="T6" y="T7"/>
                  </a:cxn>
                </a:cxnLst>
                <a:rect l="0" t="0" r="r" b="b"/>
                <a:pathLst>
                  <a:path w="5229" h="5939">
                    <a:moveTo>
                      <a:pt x="5229" y="0"/>
                    </a:moveTo>
                    <a:lnTo>
                      <a:pt x="0" y="5636"/>
                    </a:lnTo>
                    <a:cubicBezTo>
                      <a:pt x="112" y="5741"/>
                      <a:pt x="228" y="5842"/>
                      <a:pt x="346" y="5939"/>
                    </a:cubicBezTo>
                    <a:lnTo>
                      <a:pt x="5229"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59" name="Freeform 149"/>
              <p:cNvSpPr/>
              <p:nvPr/>
            </p:nvSpPr>
            <p:spPr bwMode="auto">
              <a:xfrm>
                <a:off x="5187951" y="1028701"/>
                <a:ext cx="528638" cy="536575"/>
              </a:xfrm>
              <a:custGeom>
                <a:avLst/>
                <a:gdLst>
                  <a:gd name="T0" fmla="*/ 5557 w 5557"/>
                  <a:gd name="T1" fmla="*/ 0 h 5636"/>
                  <a:gd name="T2" fmla="*/ 0 w 5557"/>
                  <a:gd name="T3" fmla="*/ 5313 h 5636"/>
                  <a:gd name="T4" fmla="*/ 328 w 5557"/>
                  <a:gd name="T5" fmla="*/ 5636 h 5636"/>
                  <a:gd name="T6" fmla="*/ 5557 w 5557"/>
                  <a:gd name="T7" fmla="*/ 0 h 5636"/>
                </a:gdLst>
                <a:ahLst/>
                <a:cxnLst>
                  <a:cxn ang="0">
                    <a:pos x="T0" y="T1"/>
                  </a:cxn>
                  <a:cxn ang="0">
                    <a:pos x="T2" y="T3"/>
                  </a:cxn>
                  <a:cxn ang="0">
                    <a:pos x="T4" y="T5"/>
                  </a:cxn>
                  <a:cxn ang="0">
                    <a:pos x="T6" y="T7"/>
                  </a:cxn>
                </a:cxnLst>
                <a:rect l="0" t="0" r="r" b="b"/>
                <a:pathLst>
                  <a:path w="5557" h="5636">
                    <a:moveTo>
                      <a:pt x="5557" y="0"/>
                    </a:moveTo>
                    <a:lnTo>
                      <a:pt x="0" y="5313"/>
                    </a:lnTo>
                    <a:cubicBezTo>
                      <a:pt x="106" y="5424"/>
                      <a:pt x="215" y="5532"/>
                      <a:pt x="328" y="5636"/>
                    </a:cubicBezTo>
                    <a:lnTo>
                      <a:pt x="5557"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61" name="Freeform 151"/>
              <p:cNvSpPr/>
              <p:nvPr/>
            </p:nvSpPr>
            <p:spPr bwMode="auto">
              <a:xfrm>
                <a:off x="5159376" y="1028701"/>
                <a:ext cx="557213" cy="506413"/>
              </a:xfrm>
              <a:custGeom>
                <a:avLst/>
                <a:gdLst>
                  <a:gd name="T0" fmla="*/ 5865 w 5865"/>
                  <a:gd name="T1" fmla="*/ 0 h 5313"/>
                  <a:gd name="T2" fmla="*/ 0 w 5865"/>
                  <a:gd name="T3" fmla="*/ 4972 h 5313"/>
                  <a:gd name="T4" fmla="*/ 308 w 5865"/>
                  <a:gd name="T5" fmla="*/ 5313 h 5313"/>
                  <a:gd name="T6" fmla="*/ 5865 w 5865"/>
                  <a:gd name="T7" fmla="*/ 0 h 5313"/>
                </a:gdLst>
                <a:ahLst/>
                <a:cxnLst>
                  <a:cxn ang="0">
                    <a:pos x="T0" y="T1"/>
                  </a:cxn>
                  <a:cxn ang="0">
                    <a:pos x="T2" y="T3"/>
                  </a:cxn>
                  <a:cxn ang="0">
                    <a:pos x="T4" y="T5"/>
                  </a:cxn>
                  <a:cxn ang="0">
                    <a:pos x="T6" y="T7"/>
                  </a:cxn>
                </a:cxnLst>
                <a:rect l="0" t="0" r="r" b="b"/>
                <a:pathLst>
                  <a:path w="5865" h="5313">
                    <a:moveTo>
                      <a:pt x="5865" y="0"/>
                    </a:moveTo>
                    <a:lnTo>
                      <a:pt x="0" y="4972"/>
                    </a:lnTo>
                    <a:cubicBezTo>
                      <a:pt x="99" y="5089"/>
                      <a:pt x="202" y="5203"/>
                      <a:pt x="308" y="5313"/>
                    </a:cubicBezTo>
                    <a:lnTo>
                      <a:pt x="5865"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63" name="Freeform 153"/>
              <p:cNvSpPr/>
              <p:nvPr/>
            </p:nvSpPr>
            <p:spPr bwMode="auto">
              <a:xfrm>
                <a:off x="5130801" y="1028701"/>
                <a:ext cx="585788" cy="473075"/>
              </a:xfrm>
              <a:custGeom>
                <a:avLst/>
                <a:gdLst>
                  <a:gd name="T0" fmla="*/ 6151 w 6151"/>
                  <a:gd name="T1" fmla="*/ 0 h 4972"/>
                  <a:gd name="T2" fmla="*/ 0 w 6151"/>
                  <a:gd name="T3" fmla="*/ 4612 h 4972"/>
                  <a:gd name="T4" fmla="*/ 286 w 6151"/>
                  <a:gd name="T5" fmla="*/ 4972 h 4972"/>
                  <a:gd name="T6" fmla="*/ 6151 w 6151"/>
                  <a:gd name="T7" fmla="*/ 0 h 4972"/>
                </a:gdLst>
                <a:ahLst/>
                <a:cxnLst>
                  <a:cxn ang="0">
                    <a:pos x="T0" y="T1"/>
                  </a:cxn>
                  <a:cxn ang="0">
                    <a:pos x="T2" y="T3"/>
                  </a:cxn>
                  <a:cxn ang="0">
                    <a:pos x="T4" y="T5"/>
                  </a:cxn>
                  <a:cxn ang="0">
                    <a:pos x="T6" y="T7"/>
                  </a:cxn>
                </a:cxnLst>
                <a:rect l="0" t="0" r="r" b="b"/>
                <a:pathLst>
                  <a:path w="6151" h="4972">
                    <a:moveTo>
                      <a:pt x="6151" y="0"/>
                    </a:moveTo>
                    <a:lnTo>
                      <a:pt x="0" y="4612"/>
                    </a:lnTo>
                    <a:cubicBezTo>
                      <a:pt x="92" y="4735"/>
                      <a:pt x="187" y="4855"/>
                      <a:pt x="286" y="4972"/>
                    </a:cubicBezTo>
                    <a:lnTo>
                      <a:pt x="6151"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65" name="Freeform 155"/>
              <p:cNvSpPr/>
              <p:nvPr/>
            </p:nvSpPr>
            <p:spPr bwMode="auto">
              <a:xfrm>
                <a:off x="5106989" y="1028701"/>
                <a:ext cx="609600" cy="439738"/>
              </a:xfrm>
              <a:custGeom>
                <a:avLst/>
                <a:gdLst>
                  <a:gd name="T0" fmla="*/ 6416 w 6416"/>
                  <a:gd name="T1" fmla="*/ 0 h 4612"/>
                  <a:gd name="T2" fmla="*/ 0 w 6416"/>
                  <a:gd name="T3" fmla="*/ 4236 h 4612"/>
                  <a:gd name="T4" fmla="*/ 265 w 6416"/>
                  <a:gd name="T5" fmla="*/ 4612 h 4612"/>
                  <a:gd name="T6" fmla="*/ 6416 w 6416"/>
                  <a:gd name="T7" fmla="*/ 0 h 4612"/>
                </a:gdLst>
                <a:ahLst/>
                <a:cxnLst>
                  <a:cxn ang="0">
                    <a:pos x="T0" y="T1"/>
                  </a:cxn>
                  <a:cxn ang="0">
                    <a:pos x="T2" y="T3"/>
                  </a:cxn>
                  <a:cxn ang="0">
                    <a:pos x="T4" y="T5"/>
                  </a:cxn>
                  <a:cxn ang="0">
                    <a:pos x="T6" y="T7"/>
                  </a:cxn>
                </a:cxnLst>
                <a:rect l="0" t="0" r="r" b="b"/>
                <a:pathLst>
                  <a:path w="6416" h="4612">
                    <a:moveTo>
                      <a:pt x="6416" y="0"/>
                    </a:moveTo>
                    <a:lnTo>
                      <a:pt x="0" y="4236"/>
                    </a:lnTo>
                    <a:cubicBezTo>
                      <a:pt x="84" y="4364"/>
                      <a:pt x="173" y="4489"/>
                      <a:pt x="265" y="4612"/>
                    </a:cubicBezTo>
                    <a:lnTo>
                      <a:pt x="6416"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67" name="Freeform 157"/>
              <p:cNvSpPr/>
              <p:nvPr/>
            </p:nvSpPr>
            <p:spPr bwMode="auto">
              <a:xfrm>
                <a:off x="5083176" y="1028701"/>
                <a:ext cx="633413" cy="403225"/>
              </a:xfrm>
              <a:custGeom>
                <a:avLst/>
                <a:gdLst>
                  <a:gd name="T0" fmla="*/ 6658 w 6658"/>
                  <a:gd name="T1" fmla="*/ 0 h 4236"/>
                  <a:gd name="T2" fmla="*/ 0 w 6658"/>
                  <a:gd name="T3" fmla="*/ 3845 h 4236"/>
                  <a:gd name="T4" fmla="*/ 242 w 6658"/>
                  <a:gd name="T5" fmla="*/ 4236 h 4236"/>
                  <a:gd name="T6" fmla="*/ 6658 w 6658"/>
                  <a:gd name="T7" fmla="*/ 0 h 4236"/>
                </a:gdLst>
                <a:ahLst/>
                <a:cxnLst>
                  <a:cxn ang="0">
                    <a:pos x="T0" y="T1"/>
                  </a:cxn>
                  <a:cxn ang="0">
                    <a:pos x="T2" y="T3"/>
                  </a:cxn>
                  <a:cxn ang="0">
                    <a:pos x="T4" y="T5"/>
                  </a:cxn>
                  <a:cxn ang="0">
                    <a:pos x="T6" y="T7"/>
                  </a:cxn>
                </a:cxnLst>
                <a:rect l="0" t="0" r="r" b="b"/>
                <a:pathLst>
                  <a:path w="6658" h="4236">
                    <a:moveTo>
                      <a:pt x="6658" y="0"/>
                    </a:moveTo>
                    <a:lnTo>
                      <a:pt x="0" y="3845"/>
                    </a:lnTo>
                    <a:cubicBezTo>
                      <a:pt x="77" y="3977"/>
                      <a:pt x="157" y="4108"/>
                      <a:pt x="242" y="4236"/>
                    </a:cubicBezTo>
                    <a:lnTo>
                      <a:pt x="6658"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69" name="Freeform 159"/>
              <p:cNvSpPr/>
              <p:nvPr/>
            </p:nvSpPr>
            <p:spPr bwMode="auto">
              <a:xfrm>
                <a:off x="5062539" y="1028701"/>
                <a:ext cx="654050" cy="366713"/>
              </a:xfrm>
              <a:custGeom>
                <a:avLst/>
                <a:gdLst>
                  <a:gd name="T0" fmla="*/ 6876 w 6876"/>
                  <a:gd name="T1" fmla="*/ 0 h 3845"/>
                  <a:gd name="T2" fmla="*/ 0 w 6876"/>
                  <a:gd name="T3" fmla="*/ 3439 h 3845"/>
                  <a:gd name="T4" fmla="*/ 218 w 6876"/>
                  <a:gd name="T5" fmla="*/ 3845 h 3845"/>
                  <a:gd name="T6" fmla="*/ 6876 w 6876"/>
                  <a:gd name="T7" fmla="*/ 0 h 3845"/>
                </a:gdLst>
                <a:ahLst/>
                <a:cxnLst>
                  <a:cxn ang="0">
                    <a:pos x="T0" y="T1"/>
                  </a:cxn>
                  <a:cxn ang="0">
                    <a:pos x="T2" y="T3"/>
                  </a:cxn>
                  <a:cxn ang="0">
                    <a:pos x="T4" y="T5"/>
                  </a:cxn>
                  <a:cxn ang="0">
                    <a:pos x="T6" y="T7"/>
                  </a:cxn>
                </a:cxnLst>
                <a:rect l="0" t="0" r="r" b="b"/>
                <a:pathLst>
                  <a:path w="6876" h="3845">
                    <a:moveTo>
                      <a:pt x="6876" y="0"/>
                    </a:moveTo>
                    <a:lnTo>
                      <a:pt x="0" y="3439"/>
                    </a:lnTo>
                    <a:cubicBezTo>
                      <a:pt x="69" y="3577"/>
                      <a:pt x="141" y="3712"/>
                      <a:pt x="218" y="3845"/>
                    </a:cubicBezTo>
                    <a:lnTo>
                      <a:pt x="6876"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71" name="Freeform 161"/>
              <p:cNvSpPr/>
              <p:nvPr/>
            </p:nvSpPr>
            <p:spPr bwMode="auto">
              <a:xfrm>
                <a:off x="5043489" y="1028701"/>
                <a:ext cx="673100" cy="327025"/>
              </a:xfrm>
              <a:custGeom>
                <a:avLst/>
                <a:gdLst>
                  <a:gd name="T0" fmla="*/ 7069 w 7069"/>
                  <a:gd name="T1" fmla="*/ 0 h 3439"/>
                  <a:gd name="T2" fmla="*/ 0 w 7069"/>
                  <a:gd name="T3" fmla="*/ 3022 h 3439"/>
                  <a:gd name="T4" fmla="*/ 193 w 7069"/>
                  <a:gd name="T5" fmla="*/ 3439 h 3439"/>
                  <a:gd name="T6" fmla="*/ 7069 w 7069"/>
                  <a:gd name="T7" fmla="*/ 0 h 3439"/>
                </a:gdLst>
                <a:ahLst/>
                <a:cxnLst>
                  <a:cxn ang="0">
                    <a:pos x="T0" y="T1"/>
                  </a:cxn>
                  <a:cxn ang="0">
                    <a:pos x="T2" y="T3"/>
                  </a:cxn>
                  <a:cxn ang="0">
                    <a:pos x="T4" y="T5"/>
                  </a:cxn>
                  <a:cxn ang="0">
                    <a:pos x="T6" y="T7"/>
                  </a:cxn>
                </a:cxnLst>
                <a:rect l="0" t="0" r="r" b="b"/>
                <a:pathLst>
                  <a:path w="7069" h="3439">
                    <a:moveTo>
                      <a:pt x="7069" y="0"/>
                    </a:moveTo>
                    <a:lnTo>
                      <a:pt x="0" y="3022"/>
                    </a:lnTo>
                    <a:cubicBezTo>
                      <a:pt x="60" y="3163"/>
                      <a:pt x="124" y="3302"/>
                      <a:pt x="193" y="3439"/>
                    </a:cubicBezTo>
                    <a:lnTo>
                      <a:pt x="7069"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73" name="Freeform 163"/>
              <p:cNvSpPr/>
              <p:nvPr/>
            </p:nvSpPr>
            <p:spPr bwMode="auto">
              <a:xfrm>
                <a:off x="5027614" y="1028701"/>
                <a:ext cx="688975" cy="287338"/>
              </a:xfrm>
              <a:custGeom>
                <a:avLst/>
                <a:gdLst>
                  <a:gd name="T0" fmla="*/ 7238 w 7238"/>
                  <a:gd name="T1" fmla="*/ 0 h 3022"/>
                  <a:gd name="T2" fmla="*/ 0 w 7238"/>
                  <a:gd name="T3" fmla="*/ 2594 h 3022"/>
                  <a:gd name="T4" fmla="*/ 169 w 7238"/>
                  <a:gd name="T5" fmla="*/ 3022 h 3022"/>
                  <a:gd name="T6" fmla="*/ 7238 w 7238"/>
                  <a:gd name="T7" fmla="*/ 0 h 3022"/>
                </a:gdLst>
                <a:ahLst/>
                <a:cxnLst>
                  <a:cxn ang="0">
                    <a:pos x="T0" y="T1"/>
                  </a:cxn>
                  <a:cxn ang="0">
                    <a:pos x="T2" y="T3"/>
                  </a:cxn>
                  <a:cxn ang="0">
                    <a:pos x="T4" y="T5"/>
                  </a:cxn>
                  <a:cxn ang="0">
                    <a:pos x="T6" y="T7"/>
                  </a:cxn>
                </a:cxnLst>
                <a:rect l="0" t="0" r="r" b="b"/>
                <a:pathLst>
                  <a:path w="7238" h="3022">
                    <a:moveTo>
                      <a:pt x="7238" y="0"/>
                    </a:moveTo>
                    <a:lnTo>
                      <a:pt x="0" y="2594"/>
                    </a:lnTo>
                    <a:cubicBezTo>
                      <a:pt x="52" y="2738"/>
                      <a:pt x="108" y="2881"/>
                      <a:pt x="169" y="3022"/>
                    </a:cubicBezTo>
                    <a:lnTo>
                      <a:pt x="7238"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75" name="Freeform 165"/>
              <p:cNvSpPr/>
              <p:nvPr/>
            </p:nvSpPr>
            <p:spPr bwMode="auto">
              <a:xfrm>
                <a:off x="5014914" y="1028701"/>
                <a:ext cx="701675" cy="247650"/>
              </a:xfrm>
              <a:custGeom>
                <a:avLst/>
                <a:gdLst>
                  <a:gd name="T0" fmla="*/ 7380 w 7380"/>
                  <a:gd name="T1" fmla="*/ 0 h 2594"/>
                  <a:gd name="T2" fmla="*/ 0 w 7380"/>
                  <a:gd name="T3" fmla="*/ 2156 h 2594"/>
                  <a:gd name="T4" fmla="*/ 142 w 7380"/>
                  <a:gd name="T5" fmla="*/ 2594 h 2594"/>
                  <a:gd name="T6" fmla="*/ 7380 w 7380"/>
                  <a:gd name="T7" fmla="*/ 0 h 2594"/>
                </a:gdLst>
                <a:ahLst/>
                <a:cxnLst>
                  <a:cxn ang="0">
                    <a:pos x="T0" y="T1"/>
                  </a:cxn>
                  <a:cxn ang="0">
                    <a:pos x="T2" y="T3"/>
                  </a:cxn>
                  <a:cxn ang="0">
                    <a:pos x="T4" y="T5"/>
                  </a:cxn>
                  <a:cxn ang="0">
                    <a:pos x="T6" y="T7"/>
                  </a:cxn>
                </a:cxnLst>
                <a:rect l="0" t="0" r="r" b="b"/>
                <a:pathLst>
                  <a:path w="7380" h="2594">
                    <a:moveTo>
                      <a:pt x="7380" y="0"/>
                    </a:moveTo>
                    <a:lnTo>
                      <a:pt x="0" y="2156"/>
                    </a:lnTo>
                    <a:cubicBezTo>
                      <a:pt x="43" y="2304"/>
                      <a:pt x="91" y="2449"/>
                      <a:pt x="142" y="2594"/>
                    </a:cubicBezTo>
                    <a:lnTo>
                      <a:pt x="738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77" name="Freeform 167"/>
              <p:cNvSpPr/>
              <p:nvPr/>
            </p:nvSpPr>
            <p:spPr bwMode="auto">
              <a:xfrm>
                <a:off x="5003801" y="1028701"/>
                <a:ext cx="712788" cy="204788"/>
              </a:xfrm>
              <a:custGeom>
                <a:avLst/>
                <a:gdLst>
                  <a:gd name="T0" fmla="*/ 7495 w 7495"/>
                  <a:gd name="T1" fmla="*/ 0 h 2156"/>
                  <a:gd name="T2" fmla="*/ 0 w 7495"/>
                  <a:gd name="T3" fmla="*/ 1711 h 2156"/>
                  <a:gd name="T4" fmla="*/ 115 w 7495"/>
                  <a:gd name="T5" fmla="*/ 2156 h 2156"/>
                  <a:gd name="T6" fmla="*/ 7495 w 7495"/>
                  <a:gd name="T7" fmla="*/ 0 h 2156"/>
                </a:gdLst>
                <a:ahLst/>
                <a:cxnLst>
                  <a:cxn ang="0">
                    <a:pos x="T0" y="T1"/>
                  </a:cxn>
                  <a:cxn ang="0">
                    <a:pos x="T2" y="T3"/>
                  </a:cxn>
                  <a:cxn ang="0">
                    <a:pos x="T4" y="T5"/>
                  </a:cxn>
                  <a:cxn ang="0">
                    <a:pos x="T6" y="T7"/>
                  </a:cxn>
                </a:cxnLst>
                <a:rect l="0" t="0" r="r" b="b"/>
                <a:pathLst>
                  <a:path w="7495" h="2156">
                    <a:moveTo>
                      <a:pt x="7495" y="0"/>
                    </a:moveTo>
                    <a:lnTo>
                      <a:pt x="0" y="1711"/>
                    </a:lnTo>
                    <a:cubicBezTo>
                      <a:pt x="34" y="1861"/>
                      <a:pt x="72" y="2009"/>
                      <a:pt x="115" y="2156"/>
                    </a:cubicBezTo>
                    <a:lnTo>
                      <a:pt x="7495"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79" name="Freeform 169"/>
              <p:cNvSpPr/>
              <p:nvPr/>
            </p:nvSpPr>
            <p:spPr bwMode="auto">
              <a:xfrm>
                <a:off x="4994276" y="1028701"/>
                <a:ext cx="722313" cy="163513"/>
              </a:xfrm>
              <a:custGeom>
                <a:avLst/>
                <a:gdLst>
                  <a:gd name="T0" fmla="*/ 7584 w 7584"/>
                  <a:gd name="T1" fmla="*/ 0 h 1711"/>
                  <a:gd name="T2" fmla="*/ 0 w 7584"/>
                  <a:gd name="T3" fmla="*/ 1260 h 1711"/>
                  <a:gd name="T4" fmla="*/ 89 w 7584"/>
                  <a:gd name="T5" fmla="*/ 1711 h 1711"/>
                  <a:gd name="T6" fmla="*/ 7584 w 7584"/>
                  <a:gd name="T7" fmla="*/ 0 h 1711"/>
                </a:gdLst>
                <a:ahLst/>
                <a:cxnLst>
                  <a:cxn ang="0">
                    <a:pos x="T0" y="T1"/>
                  </a:cxn>
                  <a:cxn ang="0">
                    <a:pos x="T2" y="T3"/>
                  </a:cxn>
                  <a:cxn ang="0">
                    <a:pos x="T4" y="T5"/>
                  </a:cxn>
                  <a:cxn ang="0">
                    <a:pos x="T6" y="T7"/>
                  </a:cxn>
                </a:cxnLst>
                <a:rect l="0" t="0" r="r" b="b"/>
                <a:pathLst>
                  <a:path w="7584" h="1711">
                    <a:moveTo>
                      <a:pt x="7584" y="0"/>
                    </a:moveTo>
                    <a:lnTo>
                      <a:pt x="0" y="1260"/>
                    </a:lnTo>
                    <a:cubicBezTo>
                      <a:pt x="25" y="1411"/>
                      <a:pt x="54" y="1562"/>
                      <a:pt x="89" y="1711"/>
                    </a:cubicBezTo>
                    <a:lnTo>
                      <a:pt x="7584"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81" name="Freeform 171"/>
              <p:cNvSpPr/>
              <p:nvPr/>
            </p:nvSpPr>
            <p:spPr bwMode="auto">
              <a:xfrm>
                <a:off x="4989514" y="1028701"/>
                <a:ext cx="727075" cy="120650"/>
              </a:xfrm>
              <a:custGeom>
                <a:avLst/>
                <a:gdLst>
                  <a:gd name="T0" fmla="*/ 7646 w 7646"/>
                  <a:gd name="T1" fmla="*/ 0 h 1260"/>
                  <a:gd name="T2" fmla="*/ 0 w 7646"/>
                  <a:gd name="T3" fmla="*/ 804 h 1260"/>
                  <a:gd name="T4" fmla="*/ 62 w 7646"/>
                  <a:gd name="T5" fmla="*/ 1260 h 1260"/>
                  <a:gd name="T6" fmla="*/ 7646 w 7646"/>
                  <a:gd name="T7" fmla="*/ 0 h 1260"/>
                </a:gdLst>
                <a:ahLst/>
                <a:cxnLst>
                  <a:cxn ang="0">
                    <a:pos x="T0" y="T1"/>
                  </a:cxn>
                  <a:cxn ang="0">
                    <a:pos x="T2" y="T3"/>
                  </a:cxn>
                  <a:cxn ang="0">
                    <a:pos x="T4" y="T5"/>
                  </a:cxn>
                  <a:cxn ang="0">
                    <a:pos x="T6" y="T7"/>
                  </a:cxn>
                </a:cxnLst>
                <a:rect l="0" t="0" r="r" b="b"/>
                <a:pathLst>
                  <a:path w="7646" h="1260">
                    <a:moveTo>
                      <a:pt x="7646" y="0"/>
                    </a:moveTo>
                    <a:lnTo>
                      <a:pt x="0" y="804"/>
                    </a:lnTo>
                    <a:cubicBezTo>
                      <a:pt x="16" y="956"/>
                      <a:pt x="37" y="1108"/>
                      <a:pt x="62" y="1260"/>
                    </a:cubicBezTo>
                    <a:lnTo>
                      <a:pt x="7646"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83" name="Freeform 173"/>
              <p:cNvSpPr/>
              <p:nvPr/>
            </p:nvSpPr>
            <p:spPr bwMode="auto">
              <a:xfrm>
                <a:off x="4986339" y="1028701"/>
                <a:ext cx="730250" cy="76200"/>
              </a:xfrm>
              <a:custGeom>
                <a:avLst/>
                <a:gdLst>
                  <a:gd name="T0" fmla="*/ 7680 w 7680"/>
                  <a:gd name="T1" fmla="*/ 0 h 804"/>
                  <a:gd name="T2" fmla="*/ 0 w 7680"/>
                  <a:gd name="T3" fmla="*/ 345 h 804"/>
                  <a:gd name="T4" fmla="*/ 34 w 7680"/>
                  <a:gd name="T5" fmla="*/ 804 h 804"/>
                  <a:gd name="T6" fmla="*/ 7680 w 7680"/>
                  <a:gd name="T7" fmla="*/ 0 h 804"/>
                </a:gdLst>
                <a:ahLst/>
                <a:cxnLst>
                  <a:cxn ang="0">
                    <a:pos x="T0" y="T1"/>
                  </a:cxn>
                  <a:cxn ang="0">
                    <a:pos x="T2" y="T3"/>
                  </a:cxn>
                  <a:cxn ang="0">
                    <a:pos x="T4" y="T5"/>
                  </a:cxn>
                  <a:cxn ang="0">
                    <a:pos x="T6" y="T7"/>
                  </a:cxn>
                </a:cxnLst>
                <a:rect l="0" t="0" r="r" b="b"/>
                <a:pathLst>
                  <a:path w="7680" h="804">
                    <a:moveTo>
                      <a:pt x="7680" y="0"/>
                    </a:moveTo>
                    <a:lnTo>
                      <a:pt x="0" y="345"/>
                    </a:lnTo>
                    <a:cubicBezTo>
                      <a:pt x="6" y="498"/>
                      <a:pt x="18" y="651"/>
                      <a:pt x="34" y="804"/>
                    </a:cubicBezTo>
                    <a:lnTo>
                      <a:pt x="768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85" name="Freeform 175"/>
              <p:cNvSpPr/>
              <p:nvPr/>
            </p:nvSpPr>
            <p:spPr bwMode="auto">
              <a:xfrm>
                <a:off x="4984751" y="1017588"/>
                <a:ext cx="731838" cy="44450"/>
              </a:xfrm>
              <a:custGeom>
                <a:avLst/>
                <a:gdLst>
                  <a:gd name="T0" fmla="*/ 7690 w 7690"/>
                  <a:gd name="T1" fmla="*/ 115 h 460"/>
                  <a:gd name="T2" fmla="*/ 3 w 7690"/>
                  <a:gd name="T3" fmla="*/ 0 h 460"/>
                  <a:gd name="T4" fmla="*/ 10 w 7690"/>
                  <a:gd name="T5" fmla="*/ 460 h 460"/>
                  <a:gd name="T6" fmla="*/ 7690 w 7690"/>
                  <a:gd name="T7" fmla="*/ 115 h 460"/>
                </a:gdLst>
                <a:ahLst/>
                <a:cxnLst>
                  <a:cxn ang="0">
                    <a:pos x="T0" y="T1"/>
                  </a:cxn>
                  <a:cxn ang="0">
                    <a:pos x="T2" y="T3"/>
                  </a:cxn>
                  <a:cxn ang="0">
                    <a:pos x="T4" y="T5"/>
                  </a:cxn>
                  <a:cxn ang="0">
                    <a:pos x="T6" y="T7"/>
                  </a:cxn>
                </a:cxnLst>
                <a:rect l="0" t="0" r="r" b="b"/>
                <a:pathLst>
                  <a:path w="7690" h="460">
                    <a:moveTo>
                      <a:pt x="7690" y="115"/>
                    </a:moveTo>
                    <a:lnTo>
                      <a:pt x="3" y="0"/>
                    </a:lnTo>
                    <a:cubicBezTo>
                      <a:pt x="0" y="154"/>
                      <a:pt x="3" y="307"/>
                      <a:pt x="10" y="460"/>
                    </a:cubicBezTo>
                    <a:lnTo>
                      <a:pt x="7690" y="115"/>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87" name="Freeform 177"/>
              <p:cNvSpPr/>
              <p:nvPr/>
            </p:nvSpPr>
            <p:spPr bwMode="auto">
              <a:xfrm>
                <a:off x="4984751" y="974726"/>
                <a:ext cx="731838" cy="53975"/>
              </a:xfrm>
              <a:custGeom>
                <a:avLst/>
                <a:gdLst>
                  <a:gd name="T0" fmla="*/ 7687 w 7687"/>
                  <a:gd name="T1" fmla="*/ 574 h 574"/>
                  <a:gd name="T2" fmla="*/ 20 w 7687"/>
                  <a:gd name="T3" fmla="*/ 0 h 574"/>
                  <a:gd name="T4" fmla="*/ 0 w 7687"/>
                  <a:gd name="T5" fmla="*/ 459 h 574"/>
                  <a:gd name="T6" fmla="*/ 7687 w 7687"/>
                  <a:gd name="T7" fmla="*/ 574 h 574"/>
                </a:gdLst>
                <a:ahLst/>
                <a:cxnLst>
                  <a:cxn ang="0">
                    <a:pos x="T0" y="T1"/>
                  </a:cxn>
                  <a:cxn ang="0">
                    <a:pos x="T2" y="T3"/>
                  </a:cxn>
                  <a:cxn ang="0">
                    <a:pos x="T4" y="T5"/>
                  </a:cxn>
                  <a:cxn ang="0">
                    <a:pos x="T6" y="T7"/>
                  </a:cxn>
                </a:cxnLst>
                <a:rect l="0" t="0" r="r" b="b"/>
                <a:pathLst>
                  <a:path w="7687" h="574">
                    <a:moveTo>
                      <a:pt x="7687" y="574"/>
                    </a:moveTo>
                    <a:lnTo>
                      <a:pt x="20" y="0"/>
                    </a:lnTo>
                    <a:cubicBezTo>
                      <a:pt x="9" y="153"/>
                      <a:pt x="2" y="306"/>
                      <a:pt x="0" y="459"/>
                    </a:cubicBezTo>
                    <a:lnTo>
                      <a:pt x="7687" y="57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89" name="Freeform 179"/>
              <p:cNvSpPr/>
              <p:nvPr/>
            </p:nvSpPr>
            <p:spPr bwMode="auto">
              <a:xfrm>
                <a:off x="4986339" y="930276"/>
                <a:ext cx="730250" cy="98425"/>
              </a:xfrm>
              <a:custGeom>
                <a:avLst/>
                <a:gdLst>
                  <a:gd name="T0" fmla="*/ 7667 w 7667"/>
                  <a:gd name="T1" fmla="*/ 1032 h 1032"/>
                  <a:gd name="T2" fmla="*/ 48 w 7667"/>
                  <a:gd name="T3" fmla="*/ 0 h 1032"/>
                  <a:gd name="T4" fmla="*/ 0 w 7667"/>
                  <a:gd name="T5" fmla="*/ 458 h 1032"/>
                  <a:gd name="T6" fmla="*/ 7667 w 7667"/>
                  <a:gd name="T7" fmla="*/ 1032 h 1032"/>
                </a:gdLst>
                <a:ahLst/>
                <a:cxnLst>
                  <a:cxn ang="0">
                    <a:pos x="T0" y="T1"/>
                  </a:cxn>
                  <a:cxn ang="0">
                    <a:pos x="T2" y="T3"/>
                  </a:cxn>
                  <a:cxn ang="0">
                    <a:pos x="T4" y="T5"/>
                  </a:cxn>
                  <a:cxn ang="0">
                    <a:pos x="T6" y="T7"/>
                  </a:cxn>
                </a:cxnLst>
                <a:rect l="0" t="0" r="r" b="b"/>
                <a:pathLst>
                  <a:path w="7667" h="1032">
                    <a:moveTo>
                      <a:pt x="7667" y="1032"/>
                    </a:moveTo>
                    <a:lnTo>
                      <a:pt x="48" y="0"/>
                    </a:lnTo>
                    <a:cubicBezTo>
                      <a:pt x="28" y="152"/>
                      <a:pt x="12" y="305"/>
                      <a:pt x="0" y="458"/>
                    </a:cubicBezTo>
                    <a:lnTo>
                      <a:pt x="7667" y="103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91" name="Freeform 181"/>
              <p:cNvSpPr/>
              <p:nvPr/>
            </p:nvSpPr>
            <p:spPr bwMode="auto">
              <a:xfrm>
                <a:off x="4991101" y="887413"/>
                <a:ext cx="725488" cy="141288"/>
              </a:xfrm>
              <a:custGeom>
                <a:avLst/>
                <a:gdLst>
                  <a:gd name="T0" fmla="*/ 7619 w 7619"/>
                  <a:gd name="T1" fmla="*/ 1486 h 1486"/>
                  <a:gd name="T2" fmla="*/ 76 w 7619"/>
                  <a:gd name="T3" fmla="*/ 0 h 1486"/>
                  <a:gd name="T4" fmla="*/ 0 w 7619"/>
                  <a:gd name="T5" fmla="*/ 454 h 1486"/>
                  <a:gd name="T6" fmla="*/ 7619 w 7619"/>
                  <a:gd name="T7" fmla="*/ 1486 h 1486"/>
                </a:gdLst>
                <a:ahLst/>
                <a:cxnLst>
                  <a:cxn ang="0">
                    <a:pos x="T0" y="T1"/>
                  </a:cxn>
                  <a:cxn ang="0">
                    <a:pos x="T2" y="T3"/>
                  </a:cxn>
                  <a:cxn ang="0">
                    <a:pos x="T4" y="T5"/>
                  </a:cxn>
                  <a:cxn ang="0">
                    <a:pos x="T6" y="T7"/>
                  </a:cxn>
                </a:cxnLst>
                <a:rect l="0" t="0" r="r" b="b"/>
                <a:pathLst>
                  <a:path w="7619" h="1486">
                    <a:moveTo>
                      <a:pt x="7619" y="1486"/>
                    </a:moveTo>
                    <a:lnTo>
                      <a:pt x="76" y="0"/>
                    </a:lnTo>
                    <a:cubicBezTo>
                      <a:pt x="46" y="151"/>
                      <a:pt x="21" y="302"/>
                      <a:pt x="0" y="454"/>
                    </a:cubicBezTo>
                    <a:lnTo>
                      <a:pt x="7619" y="1486"/>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93" name="Freeform 183"/>
              <p:cNvSpPr/>
              <p:nvPr/>
            </p:nvSpPr>
            <p:spPr bwMode="auto">
              <a:xfrm>
                <a:off x="4999039" y="844551"/>
                <a:ext cx="717550" cy="184150"/>
              </a:xfrm>
              <a:custGeom>
                <a:avLst/>
                <a:gdLst>
                  <a:gd name="T0" fmla="*/ 7543 w 7543"/>
                  <a:gd name="T1" fmla="*/ 1934 h 1934"/>
                  <a:gd name="T2" fmla="*/ 102 w 7543"/>
                  <a:gd name="T3" fmla="*/ 0 h 1934"/>
                  <a:gd name="T4" fmla="*/ 0 w 7543"/>
                  <a:gd name="T5" fmla="*/ 448 h 1934"/>
                  <a:gd name="T6" fmla="*/ 7543 w 7543"/>
                  <a:gd name="T7" fmla="*/ 1934 h 1934"/>
                </a:gdLst>
                <a:ahLst/>
                <a:cxnLst>
                  <a:cxn ang="0">
                    <a:pos x="T0" y="T1"/>
                  </a:cxn>
                  <a:cxn ang="0">
                    <a:pos x="T2" y="T3"/>
                  </a:cxn>
                  <a:cxn ang="0">
                    <a:pos x="T4" y="T5"/>
                  </a:cxn>
                  <a:cxn ang="0">
                    <a:pos x="T6" y="T7"/>
                  </a:cxn>
                </a:cxnLst>
                <a:rect l="0" t="0" r="r" b="b"/>
                <a:pathLst>
                  <a:path w="7543" h="1934">
                    <a:moveTo>
                      <a:pt x="7543" y="1934"/>
                    </a:moveTo>
                    <a:lnTo>
                      <a:pt x="102" y="0"/>
                    </a:lnTo>
                    <a:cubicBezTo>
                      <a:pt x="64" y="148"/>
                      <a:pt x="29" y="298"/>
                      <a:pt x="0" y="448"/>
                    </a:cubicBezTo>
                    <a:lnTo>
                      <a:pt x="7543" y="193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95" name="Freeform 185"/>
              <p:cNvSpPr/>
              <p:nvPr/>
            </p:nvSpPr>
            <p:spPr bwMode="auto">
              <a:xfrm>
                <a:off x="5008564" y="801688"/>
                <a:ext cx="708025" cy="227013"/>
              </a:xfrm>
              <a:custGeom>
                <a:avLst/>
                <a:gdLst>
                  <a:gd name="T0" fmla="*/ 7441 w 7441"/>
                  <a:gd name="T1" fmla="*/ 2376 h 2376"/>
                  <a:gd name="T2" fmla="*/ 129 w 7441"/>
                  <a:gd name="T3" fmla="*/ 0 h 2376"/>
                  <a:gd name="T4" fmla="*/ 0 w 7441"/>
                  <a:gd name="T5" fmla="*/ 442 h 2376"/>
                  <a:gd name="T6" fmla="*/ 7441 w 7441"/>
                  <a:gd name="T7" fmla="*/ 2376 h 2376"/>
                </a:gdLst>
                <a:ahLst/>
                <a:cxnLst>
                  <a:cxn ang="0">
                    <a:pos x="T0" y="T1"/>
                  </a:cxn>
                  <a:cxn ang="0">
                    <a:pos x="T2" y="T3"/>
                  </a:cxn>
                  <a:cxn ang="0">
                    <a:pos x="T4" y="T5"/>
                  </a:cxn>
                  <a:cxn ang="0">
                    <a:pos x="T6" y="T7"/>
                  </a:cxn>
                </a:cxnLst>
                <a:rect l="0" t="0" r="r" b="b"/>
                <a:pathLst>
                  <a:path w="7441" h="2376">
                    <a:moveTo>
                      <a:pt x="7441" y="2376"/>
                    </a:moveTo>
                    <a:lnTo>
                      <a:pt x="129" y="0"/>
                    </a:lnTo>
                    <a:cubicBezTo>
                      <a:pt x="82" y="146"/>
                      <a:pt x="39" y="294"/>
                      <a:pt x="0" y="442"/>
                    </a:cubicBezTo>
                    <a:lnTo>
                      <a:pt x="7441" y="2376"/>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97" name="Freeform 187"/>
              <p:cNvSpPr/>
              <p:nvPr/>
            </p:nvSpPr>
            <p:spPr bwMode="auto">
              <a:xfrm>
                <a:off x="5021264" y="760413"/>
                <a:ext cx="695325" cy="268288"/>
              </a:xfrm>
              <a:custGeom>
                <a:avLst/>
                <a:gdLst>
                  <a:gd name="T0" fmla="*/ 7312 w 7312"/>
                  <a:gd name="T1" fmla="*/ 2809 h 2809"/>
                  <a:gd name="T2" fmla="*/ 155 w 7312"/>
                  <a:gd name="T3" fmla="*/ 0 h 2809"/>
                  <a:gd name="T4" fmla="*/ 0 w 7312"/>
                  <a:gd name="T5" fmla="*/ 433 h 2809"/>
                  <a:gd name="T6" fmla="*/ 7312 w 7312"/>
                  <a:gd name="T7" fmla="*/ 2809 h 2809"/>
                </a:gdLst>
                <a:ahLst/>
                <a:cxnLst>
                  <a:cxn ang="0">
                    <a:pos x="T0" y="T1"/>
                  </a:cxn>
                  <a:cxn ang="0">
                    <a:pos x="T2" y="T3"/>
                  </a:cxn>
                  <a:cxn ang="0">
                    <a:pos x="T4" y="T5"/>
                  </a:cxn>
                  <a:cxn ang="0">
                    <a:pos x="T6" y="T7"/>
                  </a:cxn>
                </a:cxnLst>
                <a:rect l="0" t="0" r="r" b="b"/>
                <a:pathLst>
                  <a:path w="7312" h="2809">
                    <a:moveTo>
                      <a:pt x="7312" y="2809"/>
                    </a:moveTo>
                    <a:lnTo>
                      <a:pt x="155" y="0"/>
                    </a:lnTo>
                    <a:cubicBezTo>
                      <a:pt x="99" y="143"/>
                      <a:pt x="48" y="288"/>
                      <a:pt x="0" y="433"/>
                    </a:cubicBezTo>
                    <a:lnTo>
                      <a:pt x="7312" y="2809"/>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99" name="Freeform 189"/>
              <p:cNvSpPr/>
              <p:nvPr/>
            </p:nvSpPr>
            <p:spPr bwMode="auto">
              <a:xfrm>
                <a:off x="5035551" y="720726"/>
                <a:ext cx="681038" cy="307975"/>
              </a:xfrm>
              <a:custGeom>
                <a:avLst/>
                <a:gdLst>
                  <a:gd name="T0" fmla="*/ 7157 w 7157"/>
                  <a:gd name="T1" fmla="*/ 3232 h 3232"/>
                  <a:gd name="T2" fmla="*/ 181 w 7157"/>
                  <a:gd name="T3" fmla="*/ 0 h 3232"/>
                  <a:gd name="T4" fmla="*/ 0 w 7157"/>
                  <a:gd name="T5" fmla="*/ 423 h 3232"/>
                  <a:gd name="T6" fmla="*/ 7157 w 7157"/>
                  <a:gd name="T7" fmla="*/ 3232 h 3232"/>
                </a:gdLst>
                <a:ahLst/>
                <a:cxnLst>
                  <a:cxn ang="0">
                    <a:pos x="T0" y="T1"/>
                  </a:cxn>
                  <a:cxn ang="0">
                    <a:pos x="T2" y="T3"/>
                  </a:cxn>
                  <a:cxn ang="0">
                    <a:pos x="T4" y="T5"/>
                  </a:cxn>
                  <a:cxn ang="0">
                    <a:pos x="T6" y="T7"/>
                  </a:cxn>
                </a:cxnLst>
                <a:rect l="0" t="0" r="r" b="b"/>
                <a:pathLst>
                  <a:path w="7157" h="3232">
                    <a:moveTo>
                      <a:pt x="7157" y="3232"/>
                    </a:moveTo>
                    <a:lnTo>
                      <a:pt x="181" y="0"/>
                    </a:lnTo>
                    <a:cubicBezTo>
                      <a:pt x="117" y="140"/>
                      <a:pt x="56" y="281"/>
                      <a:pt x="0" y="423"/>
                    </a:cubicBezTo>
                    <a:lnTo>
                      <a:pt x="7157" y="323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01" name="Freeform 191"/>
              <p:cNvSpPr/>
              <p:nvPr/>
            </p:nvSpPr>
            <p:spPr bwMode="auto">
              <a:xfrm>
                <a:off x="5053014" y="681038"/>
                <a:ext cx="663575" cy="347663"/>
              </a:xfrm>
              <a:custGeom>
                <a:avLst/>
                <a:gdLst>
                  <a:gd name="T0" fmla="*/ 6976 w 6976"/>
                  <a:gd name="T1" fmla="*/ 3643 h 3643"/>
                  <a:gd name="T2" fmla="*/ 206 w 6976"/>
                  <a:gd name="T3" fmla="*/ 0 h 3643"/>
                  <a:gd name="T4" fmla="*/ 0 w 6976"/>
                  <a:gd name="T5" fmla="*/ 411 h 3643"/>
                  <a:gd name="T6" fmla="*/ 6976 w 6976"/>
                  <a:gd name="T7" fmla="*/ 3643 h 3643"/>
                </a:gdLst>
                <a:ahLst/>
                <a:cxnLst>
                  <a:cxn ang="0">
                    <a:pos x="T0" y="T1"/>
                  </a:cxn>
                  <a:cxn ang="0">
                    <a:pos x="T2" y="T3"/>
                  </a:cxn>
                  <a:cxn ang="0">
                    <a:pos x="T4" y="T5"/>
                  </a:cxn>
                  <a:cxn ang="0">
                    <a:pos x="T6" y="T7"/>
                  </a:cxn>
                </a:cxnLst>
                <a:rect l="0" t="0" r="r" b="b"/>
                <a:pathLst>
                  <a:path w="6976" h="3643">
                    <a:moveTo>
                      <a:pt x="6976" y="3643"/>
                    </a:moveTo>
                    <a:lnTo>
                      <a:pt x="206" y="0"/>
                    </a:lnTo>
                    <a:cubicBezTo>
                      <a:pt x="133" y="135"/>
                      <a:pt x="65" y="272"/>
                      <a:pt x="0" y="411"/>
                    </a:cubicBezTo>
                    <a:lnTo>
                      <a:pt x="6976" y="364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03" name="Freeform 193"/>
              <p:cNvSpPr/>
              <p:nvPr/>
            </p:nvSpPr>
            <p:spPr bwMode="auto">
              <a:xfrm>
                <a:off x="5072064" y="642938"/>
                <a:ext cx="644525" cy="385763"/>
              </a:xfrm>
              <a:custGeom>
                <a:avLst/>
                <a:gdLst>
                  <a:gd name="T0" fmla="*/ 6770 w 6770"/>
                  <a:gd name="T1" fmla="*/ 4041 h 4041"/>
                  <a:gd name="T2" fmla="*/ 230 w 6770"/>
                  <a:gd name="T3" fmla="*/ 0 h 4041"/>
                  <a:gd name="T4" fmla="*/ 0 w 6770"/>
                  <a:gd name="T5" fmla="*/ 398 h 4041"/>
                  <a:gd name="T6" fmla="*/ 6770 w 6770"/>
                  <a:gd name="T7" fmla="*/ 4041 h 4041"/>
                </a:gdLst>
                <a:ahLst/>
                <a:cxnLst>
                  <a:cxn ang="0">
                    <a:pos x="T0" y="T1"/>
                  </a:cxn>
                  <a:cxn ang="0">
                    <a:pos x="T2" y="T3"/>
                  </a:cxn>
                  <a:cxn ang="0">
                    <a:pos x="T4" y="T5"/>
                  </a:cxn>
                  <a:cxn ang="0">
                    <a:pos x="T6" y="T7"/>
                  </a:cxn>
                </a:cxnLst>
                <a:rect l="0" t="0" r="r" b="b"/>
                <a:pathLst>
                  <a:path w="6770" h="4041">
                    <a:moveTo>
                      <a:pt x="6770" y="4041"/>
                    </a:moveTo>
                    <a:lnTo>
                      <a:pt x="230" y="0"/>
                    </a:lnTo>
                    <a:cubicBezTo>
                      <a:pt x="149" y="130"/>
                      <a:pt x="73" y="263"/>
                      <a:pt x="0" y="398"/>
                    </a:cubicBezTo>
                    <a:lnTo>
                      <a:pt x="6770" y="4041"/>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05" name="Freeform 195"/>
              <p:cNvSpPr/>
              <p:nvPr/>
            </p:nvSpPr>
            <p:spPr bwMode="auto">
              <a:xfrm>
                <a:off x="5094289" y="606426"/>
                <a:ext cx="622300" cy="422275"/>
              </a:xfrm>
              <a:custGeom>
                <a:avLst/>
                <a:gdLst>
                  <a:gd name="T0" fmla="*/ 6540 w 6540"/>
                  <a:gd name="T1" fmla="*/ 4425 h 4425"/>
                  <a:gd name="T2" fmla="*/ 253 w 6540"/>
                  <a:gd name="T3" fmla="*/ 0 h 4425"/>
                  <a:gd name="T4" fmla="*/ 0 w 6540"/>
                  <a:gd name="T5" fmla="*/ 384 h 4425"/>
                  <a:gd name="T6" fmla="*/ 6540 w 6540"/>
                  <a:gd name="T7" fmla="*/ 4425 h 4425"/>
                </a:gdLst>
                <a:ahLst/>
                <a:cxnLst>
                  <a:cxn ang="0">
                    <a:pos x="T0" y="T1"/>
                  </a:cxn>
                  <a:cxn ang="0">
                    <a:pos x="T2" y="T3"/>
                  </a:cxn>
                  <a:cxn ang="0">
                    <a:pos x="T4" y="T5"/>
                  </a:cxn>
                  <a:cxn ang="0">
                    <a:pos x="T6" y="T7"/>
                  </a:cxn>
                </a:cxnLst>
                <a:rect l="0" t="0" r="r" b="b"/>
                <a:pathLst>
                  <a:path w="6540" h="4425">
                    <a:moveTo>
                      <a:pt x="6540" y="4425"/>
                    </a:moveTo>
                    <a:lnTo>
                      <a:pt x="253" y="0"/>
                    </a:lnTo>
                    <a:cubicBezTo>
                      <a:pt x="165" y="125"/>
                      <a:pt x="81" y="253"/>
                      <a:pt x="0" y="384"/>
                    </a:cubicBezTo>
                    <a:lnTo>
                      <a:pt x="6540" y="4425"/>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07" name="Freeform 197"/>
              <p:cNvSpPr/>
              <p:nvPr/>
            </p:nvSpPr>
            <p:spPr bwMode="auto">
              <a:xfrm>
                <a:off x="5118101" y="571501"/>
                <a:ext cx="598488" cy="457200"/>
              </a:xfrm>
              <a:custGeom>
                <a:avLst/>
                <a:gdLst>
                  <a:gd name="T0" fmla="*/ 6287 w 6287"/>
                  <a:gd name="T1" fmla="*/ 4793 h 4793"/>
                  <a:gd name="T2" fmla="*/ 276 w 6287"/>
                  <a:gd name="T3" fmla="*/ 0 h 4793"/>
                  <a:gd name="T4" fmla="*/ 0 w 6287"/>
                  <a:gd name="T5" fmla="*/ 368 h 4793"/>
                  <a:gd name="T6" fmla="*/ 6287 w 6287"/>
                  <a:gd name="T7" fmla="*/ 4793 h 4793"/>
                </a:gdLst>
                <a:ahLst/>
                <a:cxnLst>
                  <a:cxn ang="0">
                    <a:pos x="T0" y="T1"/>
                  </a:cxn>
                  <a:cxn ang="0">
                    <a:pos x="T2" y="T3"/>
                  </a:cxn>
                  <a:cxn ang="0">
                    <a:pos x="T4" y="T5"/>
                  </a:cxn>
                  <a:cxn ang="0">
                    <a:pos x="T6" y="T7"/>
                  </a:cxn>
                </a:cxnLst>
                <a:rect l="0" t="0" r="r" b="b"/>
                <a:pathLst>
                  <a:path w="6287" h="4793">
                    <a:moveTo>
                      <a:pt x="6287" y="4793"/>
                    </a:moveTo>
                    <a:lnTo>
                      <a:pt x="276" y="0"/>
                    </a:lnTo>
                    <a:cubicBezTo>
                      <a:pt x="181" y="120"/>
                      <a:pt x="89" y="242"/>
                      <a:pt x="0" y="368"/>
                    </a:cubicBezTo>
                    <a:lnTo>
                      <a:pt x="6287" y="479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09" name="Freeform 199"/>
              <p:cNvSpPr/>
              <p:nvPr/>
            </p:nvSpPr>
            <p:spPr bwMode="auto">
              <a:xfrm>
                <a:off x="5145089" y="538163"/>
                <a:ext cx="571500" cy="490538"/>
              </a:xfrm>
              <a:custGeom>
                <a:avLst/>
                <a:gdLst>
                  <a:gd name="T0" fmla="*/ 6011 w 6011"/>
                  <a:gd name="T1" fmla="*/ 5144 h 5144"/>
                  <a:gd name="T2" fmla="*/ 298 w 6011"/>
                  <a:gd name="T3" fmla="*/ 0 h 5144"/>
                  <a:gd name="T4" fmla="*/ 0 w 6011"/>
                  <a:gd name="T5" fmla="*/ 351 h 5144"/>
                  <a:gd name="T6" fmla="*/ 6011 w 6011"/>
                  <a:gd name="T7" fmla="*/ 5144 h 5144"/>
                </a:gdLst>
                <a:ahLst/>
                <a:cxnLst>
                  <a:cxn ang="0">
                    <a:pos x="T0" y="T1"/>
                  </a:cxn>
                  <a:cxn ang="0">
                    <a:pos x="T2" y="T3"/>
                  </a:cxn>
                  <a:cxn ang="0">
                    <a:pos x="T4" y="T5"/>
                  </a:cxn>
                  <a:cxn ang="0">
                    <a:pos x="T6" y="T7"/>
                  </a:cxn>
                </a:cxnLst>
                <a:rect l="0" t="0" r="r" b="b"/>
                <a:pathLst>
                  <a:path w="6011" h="5144">
                    <a:moveTo>
                      <a:pt x="6011" y="5144"/>
                    </a:moveTo>
                    <a:lnTo>
                      <a:pt x="298" y="0"/>
                    </a:lnTo>
                    <a:cubicBezTo>
                      <a:pt x="195" y="114"/>
                      <a:pt x="96" y="231"/>
                      <a:pt x="0" y="351"/>
                    </a:cubicBezTo>
                    <a:lnTo>
                      <a:pt x="6011" y="514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11" name="Freeform 201"/>
              <p:cNvSpPr/>
              <p:nvPr/>
            </p:nvSpPr>
            <p:spPr bwMode="auto">
              <a:xfrm>
                <a:off x="5173664" y="506413"/>
                <a:ext cx="542925" cy="522288"/>
              </a:xfrm>
              <a:custGeom>
                <a:avLst/>
                <a:gdLst>
                  <a:gd name="T0" fmla="*/ 5713 w 5713"/>
                  <a:gd name="T1" fmla="*/ 5477 h 5477"/>
                  <a:gd name="T2" fmla="*/ 318 w 5713"/>
                  <a:gd name="T3" fmla="*/ 0 h 5477"/>
                  <a:gd name="T4" fmla="*/ 0 w 5713"/>
                  <a:gd name="T5" fmla="*/ 333 h 5477"/>
                  <a:gd name="T6" fmla="*/ 5713 w 5713"/>
                  <a:gd name="T7" fmla="*/ 5477 h 5477"/>
                </a:gdLst>
                <a:ahLst/>
                <a:cxnLst>
                  <a:cxn ang="0">
                    <a:pos x="T0" y="T1"/>
                  </a:cxn>
                  <a:cxn ang="0">
                    <a:pos x="T2" y="T3"/>
                  </a:cxn>
                  <a:cxn ang="0">
                    <a:pos x="T4" y="T5"/>
                  </a:cxn>
                  <a:cxn ang="0">
                    <a:pos x="T6" y="T7"/>
                  </a:cxn>
                </a:cxnLst>
                <a:rect l="0" t="0" r="r" b="b"/>
                <a:pathLst>
                  <a:path w="5713" h="5477">
                    <a:moveTo>
                      <a:pt x="5713" y="5477"/>
                    </a:moveTo>
                    <a:lnTo>
                      <a:pt x="318" y="0"/>
                    </a:lnTo>
                    <a:cubicBezTo>
                      <a:pt x="208" y="108"/>
                      <a:pt x="102" y="219"/>
                      <a:pt x="0" y="333"/>
                    </a:cubicBezTo>
                    <a:lnTo>
                      <a:pt x="5713" y="5477"/>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13" name="Freeform 203"/>
              <p:cNvSpPr/>
              <p:nvPr/>
            </p:nvSpPr>
            <p:spPr bwMode="auto">
              <a:xfrm>
                <a:off x="5203826" y="477838"/>
                <a:ext cx="512763" cy="550863"/>
              </a:xfrm>
              <a:custGeom>
                <a:avLst/>
                <a:gdLst>
                  <a:gd name="T0" fmla="*/ 5395 w 5395"/>
                  <a:gd name="T1" fmla="*/ 5790 h 5790"/>
                  <a:gd name="T2" fmla="*/ 337 w 5395"/>
                  <a:gd name="T3" fmla="*/ 0 h 5790"/>
                  <a:gd name="T4" fmla="*/ 0 w 5395"/>
                  <a:gd name="T5" fmla="*/ 313 h 5790"/>
                  <a:gd name="T6" fmla="*/ 5395 w 5395"/>
                  <a:gd name="T7" fmla="*/ 5790 h 5790"/>
                </a:gdLst>
                <a:ahLst/>
                <a:cxnLst>
                  <a:cxn ang="0">
                    <a:pos x="T0" y="T1"/>
                  </a:cxn>
                  <a:cxn ang="0">
                    <a:pos x="T2" y="T3"/>
                  </a:cxn>
                  <a:cxn ang="0">
                    <a:pos x="T4" y="T5"/>
                  </a:cxn>
                  <a:cxn ang="0">
                    <a:pos x="T6" y="T7"/>
                  </a:cxn>
                </a:cxnLst>
                <a:rect l="0" t="0" r="r" b="b"/>
                <a:pathLst>
                  <a:path w="5395" h="5790">
                    <a:moveTo>
                      <a:pt x="5395" y="5790"/>
                    </a:moveTo>
                    <a:lnTo>
                      <a:pt x="337" y="0"/>
                    </a:lnTo>
                    <a:cubicBezTo>
                      <a:pt x="221" y="101"/>
                      <a:pt x="109" y="206"/>
                      <a:pt x="0" y="313"/>
                    </a:cubicBezTo>
                    <a:lnTo>
                      <a:pt x="5395" y="579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15" name="Freeform 205"/>
              <p:cNvSpPr/>
              <p:nvPr/>
            </p:nvSpPr>
            <p:spPr bwMode="auto">
              <a:xfrm>
                <a:off x="5235576" y="449263"/>
                <a:ext cx="481013" cy="579438"/>
              </a:xfrm>
              <a:custGeom>
                <a:avLst/>
                <a:gdLst>
                  <a:gd name="T0" fmla="*/ 5058 w 5058"/>
                  <a:gd name="T1" fmla="*/ 6082 h 6082"/>
                  <a:gd name="T2" fmla="*/ 355 w 5058"/>
                  <a:gd name="T3" fmla="*/ 0 h 6082"/>
                  <a:gd name="T4" fmla="*/ 0 w 5058"/>
                  <a:gd name="T5" fmla="*/ 292 h 6082"/>
                  <a:gd name="T6" fmla="*/ 5058 w 5058"/>
                  <a:gd name="T7" fmla="*/ 6082 h 6082"/>
                </a:gdLst>
                <a:ahLst/>
                <a:cxnLst>
                  <a:cxn ang="0">
                    <a:pos x="T0" y="T1"/>
                  </a:cxn>
                  <a:cxn ang="0">
                    <a:pos x="T2" y="T3"/>
                  </a:cxn>
                  <a:cxn ang="0">
                    <a:pos x="T4" y="T5"/>
                  </a:cxn>
                  <a:cxn ang="0">
                    <a:pos x="T6" y="T7"/>
                  </a:cxn>
                </a:cxnLst>
                <a:rect l="0" t="0" r="r" b="b"/>
                <a:pathLst>
                  <a:path w="5058" h="6082">
                    <a:moveTo>
                      <a:pt x="5058" y="6082"/>
                    </a:moveTo>
                    <a:lnTo>
                      <a:pt x="355" y="0"/>
                    </a:lnTo>
                    <a:cubicBezTo>
                      <a:pt x="234" y="94"/>
                      <a:pt x="115" y="191"/>
                      <a:pt x="0" y="292"/>
                    </a:cubicBezTo>
                    <a:lnTo>
                      <a:pt x="5058" y="608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17" name="Freeform 207"/>
              <p:cNvSpPr/>
              <p:nvPr/>
            </p:nvSpPr>
            <p:spPr bwMode="auto">
              <a:xfrm>
                <a:off x="5268914" y="423863"/>
                <a:ext cx="447675" cy="604838"/>
              </a:xfrm>
              <a:custGeom>
                <a:avLst/>
                <a:gdLst>
                  <a:gd name="T0" fmla="*/ 4703 w 4703"/>
                  <a:gd name="T1" fmla="*/ 6352 h 6352"/>
                  <a:gd name="T2" fmla="*/ 372 w 4703"/>
                  <a:gd name="T3" fmla="*/ 0 h 6352"/>
                  <a:gd name="T4" fmla="*/ 0 w 4703"/>
                  <a:gd name="T5" fmla="*/ 270 h 6352"/>
                  <a:gd name="T6" fmla="*/ 4703 w 4703"/>
                  <a:gd name="T7" fmla="*/ 6352 h 6352"/>
                </a:gdLst>
                <a:ahLst/>
                <a:cxnLst>
                  <a:cxn ang="0">
                    <a:pos x="T0" y="T1"/>
                  </a:cxn>
                  <a:cxn ang="0">
                    <a:pos x="T2" y="T3"/>
                  </a:cxn>
                  <a:cxn ang="0">
                    <a:pos x="T4" y="T5"/>
                  </a:cxn>
                  <a:cxn ang="0">
                    <a:pos x="T6" y="T7"/>
                  </a:cxn>
                </a:cxnLst>
                <a:rect l="0" t="0" r="r" b="b"/>
                <a:pathLst>
                  <a:path w="4703" h="6352">
                    <a:moveTo>
                      <a:pt x="4703" y="6352"/>
                    </a:moveTo>
                    <a:lnTo>
                      <a:pt x="372" y="0"/>
                    </a:lnTo>
                    <a:cubicBezTo>
                      <a:pt x="246" y="86"/>
                      <a:pt x="121" y="176"/>
                      <a:pt x="0" y="270"/>
                    </a:cubicBezTo>
                    <a:lnTo>
                      <a:pt x="4703" y="635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19" name="Freeform 209"/>
              <p:cNvSpPr/>
              <p:nvPr/>
            </p:nvSpPr>
            <p:spPr bwMode="auto">
              <a:xfrm>
                <a:off x="5305426" y="400051"/>
                <a:ext cx="411163" cy="628650"/>
              </a:xfrm>
              <a:custGeom>
                <a:avLst/>
                <a:gdLst>
                  <a:gd name="T0" fmla="*/ 4331 w 4331"/>
                  <a:gd name="T1" fmla="*/ 6600 h 6600"/>
                  <a:gd name="T2" fmla="*/ 388 w 4331"/>
                  <a:gd name="T3" fmla="*/ 0 h 6600"/>
                  <a:gd name="T4" fmla="*/ 0 w 4331"/>
                  <a:gd name="T5" fmla="*/ 248 h 6600"/>
                  <a:gd name="T6" fmla="*/ 4331 w 4331"/>
                  <a:gd name="T7" fmla="*/ 6600 h 6600"/>
                </a:gdLst>
                <a:ahLst/>
                <a:cxnLst>
                  <a:cxn ang="0">
                    <a:pos x="T0" y="T1"/>
                  </a:cxn>
                  <a:cxn ang="0">
                    <a:pos x="T2" y="T3"/>
                  </a:cxn>
                  <a:cxn ang="0">
                    <a:pos x="T4" y="T5"/>
                  </a:cxn>
                  <a:cxn ang="0">
                    <a:pos x="T6" y="T7"/>
                  </a:cxn>
                </a:cxnLst>
                <a:rect l="0" t="0" r="r" b="b"/>
                <a:pathLst>
                  <a:path w="4331" h="6600">
                    <a:moveTo>
                      <a:pt x="4331" y="6600"/>
                    </a:moveTo>
                    <a:lnTo>
                      <a:pt x="388" y="0"/>
                    </a:lnTo>
                    <a:cubicBezTo>
                      <a:pt x="256" y="79"/>
                      <a:pt x="127" y="161"/>
                      <a:pt x="0" y="248"/>
                    </a:cubicBezTo>
                    <a:lnTo>
                      <a:pt x="4331" y="660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21" name="Freeform 211"/>
              <p:cNvSpPr/>
              <p:nvPr/>
            </p:nvSpPr>
            <p:spPr bwMode="auto">
              <a:xfrm>
                <a:off x="5341939" y="377826"/>
                <a:ext cx="374650" cy="650875"/>
              </a:xfrm>
              <a:custGeom>
                <a:avLst/>
                <a:gdLst>
                  <a:gd name="T0" fmla="*/ 3943 w 3943"/>
                  <a:gd name="T1" fmla="*/ 6824 h 6824"/>
                  <a:gd name="T2" fmla="*/ 402 w 3943"/>
                  <a:gd name="T3" fmla="*/ 0 h 6824"/>
                  <a:gd name="T4" fmla="*/ 0 w 3943"/>
                  <a:gd name="T5" fmla="*/ 224 h 6824"/>
                  <a:gd name="T6" fmla="*/ 3943 w 3943"/>
                  <a:gd name="T7" fmla="*/ 6824 h 6824"/>
                </a:gdLst>
                <a:ahLst/>
                <a:cxnLst>
                  <a:cxn ang="0">
                    <a:pos x="T0" y="T1"/>
                  </a:cxn>
                  <a:cxn ang="0">
                    <a:pos x="T2" y="T3"/>
                  </a:cxn>
                  <a:cxn ang="0">
                    <a:pos x="T4" y="T5"/>
                  </a:cxn>
                  <a:cxn ang="0">
                    <a:pos x="T6" y="T7"/>
                  </a:cxn>
                </a:cxnLst>
                <a:rect l="0" t="0" r="r" b="b"/>
                <a:pathLst>
                  <a:path w="3943" h="6824">
                    <a:moveTo>
                      <a:pt x="3943" y="6824"/>
                    </a:moveTo>
                    <a:lnTo>
                      <a:pt x="402" y="0"/>
                    </a:lnTo>
                    <a:cubicBezTo>
                      <a:pt x="266" y="71"/>
                      <a:pt x="132" y="145"/>
                      <a:pt x="0" y="224"/>
                    </a:cubicBezTo>
                    <a:lnTo>
                      <a:pt x="3943" y="682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23" name="Freeform 213"/>
              <p:cNvSpPr/>
              <p:nvPr/>
            </p:nvSpPr>
            <p:spPr bwMode="auto">
              <a:xfrm>
                <a:off x="5380039" y="360363"/>
                <a:ext cx="336550" cy="668338"/>
              </a:xfrm>
              <a:custGeom>
                <a:avLst/>
                <a:gdLst>
                  <a:gd name="T0" fmla="*/ 3541 w 3541"/>
                  <a:gd name="T1" fmla="*/ 7023 h 7023"/>
                  <a:gd name="T2" fmla="*/ 414 w 3541"/>
                  <a:gd name="T3" fmla="*/ 0 h 7023"/>
                  <a:gd name="T4" fmla="*/ 0 w 3541"/>
                  <a:gd name="T5" fmla="*/ 199 h 7023"/>
                  <a:gd name="T6" fmla="*/ 3541 w 3541"/>
                  <a:gd name="T7" fmla="*/ 7023 h 7023"/>
                </a:gdLst>
                <a:ahLst/>
                <a:cxnLst>
                  <a:cxn ang="0">
                    <a:pos x="T0" y="T1"/>
                  </a:cxn>
                  <a:cxn ang="0">
                    <a:pos x="T2" y="T3"/>
                  </a:cxn>
                  <a:cxn ang="0">
                    <a:pos x="T4" y="T5"/>
                  </a:cxn>
                  <a:cxn ang="0">
                    <a:pos x="T6" y="T7"/>
                  </a:cxn>
                </a:cxnLst>
                <a:rect l="0" t="0" r="r" b="b"/>
                <a:pathLst>
                  <a:path w="3541" h="7023">
                    <a:moveTo>
                      <a:pt x="3541" y="7023"/>
                    </a:moveTo>
                    <a:lnTo>
                      <a:pt x="414" y="0"/>
                    </a:lnTo>
                    <a:cubicBezTo>
                      <a:pt x="274" y="62"/>
                      <a:pt x="136" y="128"/>
                      <a:pt x="0" y="199"/>
                    </a:cubicBezTo>
                    <a:lnTo>
                      <a:pt x="3541" y="702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25" name="Freeform 215"/>
              <p:cNvSpPr/>
              <p:nvPr/>
            </p:nvSpPr>
            <p:spPr bwMode="auto">
              <a:xfrm>
                <a:off x="5419726" y="342901"/>
                <a:ext cx="296863" cy="685800"/>
              </a:xfrm>
              <a:custGeom>
                <a:avLst/>
                <a:gdLst>
                  <a:gd name="T0" fmla="*/ 3127 w 3127"/>
                  <a:gd name="T1" fmla="*/ 7198 h 7198"/>
                  <a:gd name="T2" fmla="*/ 426 w 3127"/>
                  <a:gd name="T3" fmla="*/ 0 h 7198"/>
                  <a:gd name="T4" fmla="*/ 0 w 3127"/>
                  <a:gd name="T5" fmla="*/ 175 h 7198"/>
                  <a:gd name="T6" fmla="*/ 3127 w 3127"/>
                  <a:gd name="T7" fmla="*/ 7198 h 7198"/>
                </a:gdLst>
                <a:ahLst/>
                <a:cxnLst>
                  <a:cxn ang="0">
                    <a:pos x="T0" y="T1"/>
                  </a:cxn>
                  <a:cxn ang="0">
                    <a:pos x="T2" y="T3"/>
                  </a:cxn>
                  <a:cxn ang="0">
                    <a:pos x="T4" y="T5"/>
                  </a:cxn>
                  <a:cxn ang="0">
                    <a:pos x="T6" y="T7"/>
                  </a:cxn>
                </a:cxnLst>
                <a:rect l="0" t="0" r="r" b="b"/>
                <a:pathLst>
                  <a:path w="3127" h="7198">
                    <a:moveTo>
                      <a:pt x="3127" y="7198"/>
                    </a:moveTo>
                    <a:lnTo>
                      <a:pt x="426" y="0"/>
                    </a:lnTo>
                    <a:cubicBezTo>
                      <a:pt x="282" y="54"/>
                      <a:pt x="140" y="112"/>
                      <a:pt x="0" y="175"/>
                    </a:cubicBezTo>
                    <a:lnTo>
                      <a:pt x="3127" y="7198"/>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27" name="Freeform 217"/>
              <p:cNvSpPr/>
              <p:nvPr/>
            </p:nvSpPr>
            <p:spPr bwMode="auto">
              <a:xfrm>
                <a:off x="5459414" y="328613"/>
                <a:ext cx="257175" cy="700088"/>
              </a:xfrm>
              <a:custGeom>
                <a:avLst/>
                <a:gdLst>
                  <a:gd name="T0" fmla="*/ 2701 w 2701"/>
                  <a:gd name="T1" fmla="*/ 7347 h 7347"/>
                  <a:gd name="T2" fmla="*/ 435 w 2701"/>
                  <a:gd name="T3" fmla="*/ 0 h 7347"/>
                  <a:gd name="T4" fmla="*/ 0 w 2701"/>
                  <a:gd name="T5" fmla="*/ 149 h 7347"/>
                  <a:gd name="T6" fmla="*/ 2701 w 2701"/>
                  <a:gd name="T7" fmla="*/ 7347 h 7347"/>
                </a:gdLst>
                <a:ahLst/>
                <a:cxnLst>
                  <a:cxn ang="0">
                    <a:pos x="T0" y="T1"/>
                  </a:cxn>
                  <a:cxn ang="0">
                    <a:pos x="T2" y="T3"/>
                  </a:cxn>
                  <a:cxn ang="0">
                    <a:pos x="T4" y="T5"/>
                  </a:cxn>
                  <a:cxn ang="0">
                    <a:pos x="T6" y="T7"/>
                  </a:cxn>
                </a:cxnLst>
                <a:rect l="0" t="0" r="r" b="b"/>
                <a:pathLst>
                  <a:path w="2701" h="7347">
                    <a:moveTo>
                      <a:pt x="2701" y="7347"/>
                    </a:moveTo>
                    <a:lnTo>
                      <a:pt x="435" y="0"/>
                    </a:lnTo>
                    <a:cubicBezTo>
                      <a:pt x="289" y="46"/>
                      <a:pt x="143" y="95"/>
                      <a:pt x="0" y="149"/>
                    </a:cubicBezTo>
                    <a:lnTo>
                      <a:pt x="2701" y="7347"/>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52" name="Freeform 220"/>
              <p:cNvSpPr/>
              <p:nvPr/>
            </p:nvSpPr>
            <p:spPr bwMode="auto">
              <a:xfrm>
                <a:off x="5500688" y="317501"/>
                <a:ext cx="215900" cy="711200"/>
              </a:xfrm>
              <a:custGeom>
                <a:avLst/>
                <a:gdLst>
                  <a:gd name="T0" fmla="*/ 2266 w 2266"/>
                  <a:gd name="T1" fmla="*/ 7469 h 7469"/>
                  <a:gd name="T2" fmla="*/ 444 w 2266"/>
                  <a:gd name="T3" fmla="*/ 0 h 7469"/>
                  <a:gd name="T4" fmla="*/ 0 w 2266"/>
                  <a:gd name="T5" fmla="*/ 122 h 7469"/>
                  <a:gd name="T6" fmla="*/ 2266 w 2266"/>
                  <a:gd name="T7" fmla="*/ 7469 h 7469"/>
                </a:gdLst>
                <a:ahLst/>
                <a:cxnLst>
                  <a:cxn ang="0">
                    <a:pos x="T0" y="T1"/>
                  </a:cxn>
                  <a:cxn ang="0">
                    <a:pos x="T2" y="T3"/>
                  </a:cxn>
                  <a:cxn ang="0">
                    <a:pos x="T4" y="T5"/>
                  </a:cxn>
                  <a:cxn ang="0">
                    <a:pos x="T6" y="T7"/>
                  </a:cxn>
                </a:cxnLst>
                <a:rect l="0" t="0" r="r" b="b"/>
                <a:pathLst>
                  <a:path w="2266" h="7469">
                    <a:moveTo>
                      <a:pt x="2266" y="7469"/>
                    </a:moveTo>
                    <a:lnTo>
                      <a:pt x="444" y="0"/>
                    </a:lnTo>
                    <a:cubicBezTo>
                      <a:pt x="295" y="36"/>
                      <a:pt x="147" y="77"/>
                      <a:pt x="0" y="122"/>
                    </a:cubicBezTo>
                    <a:lnTo>
                      <a:pt x="2266" y="7469"/>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57" name="Freeform 222"/>
              <p:cNvSpPr/>
              <p:nvPr/>
            </p:nvSpPr>
            <p:spPr bwMode="auto">
              <a:xfrm>
                <a:off x="5543551" y="307976"/>
                <a:ext cx="173037" cy="720725"/>
              </a:xfrm>
              <a:custGeom>
                <a:avLst/>
                <a:gdLst>
                  <a:gd name="T0" fmla="*/ 1822 w 1822"/>
                  <a:gd name="T1" fmla="*/ 7565 h 7565"/>
                  <a:gd name="T2" fmla="*/ 449 w 1822"/>
                  <a:gd name="T3" fmla="*/ 0 h 7565"/>
                  <a:gd name="T4" fmla="*/ 0 w 1822"/>
                  <a:gd name="T5" fmla="*/ 96 h 7565"/>
                  <a:gd name="T6" fmla="*/ 1822 w 1822"/>
                  <a:gd name="T7" fmla="*/ 7565 h 7565"/>
                </a:gdLst>
                <a:ahLst/>
                <a:cxnLst>
                  <a:cxn ang="0">
                    <a:pos x="T0" y="T1"/>
                  </a:cxn>
                  <a:cxn ang="0">
                    <a:pos x="T2" y="T3"/>
                  </a:cxn>
                  <a:cxn ang="0">
                    <a:pos x="T4" y="T5"/>
                  </a:cxn>
                  <a:cxn ang="0">
                    <a:pos x="T6" y="T7"/>
                  </a:cxn>
                </a:cxnLst>
                <a:rect l="0" t="0" r="r" b="b"/>
                <a:pathLst>
                  <a:path w="1822" h="7565">
                    <a:moveTo>
                      <a:pt x="1822" y="7565"/>
                    </a:moveTo>
                    <a:lnTo>
                      <a:pt x="449" y="0"/>
                    </a:lnTo>
                    <a:cubicBezTo>
                      <a:pt x="299" y="28"/>
                      <a:pt x="149" y="60"/>
                      <a:pt x="0" y="96"/>
                    </a:cubicBezTo>
                    <a:lnTo>
                      <a:pt x="1822" y="7565"/>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59" name="Freeform 224"/>
              <p:cNvSpPr/>
              <p:nvPr/>
            </p:nvSpPr>
            <p:spPr bwMode="auto">
              <a:xfrm>
                <a:off x="5586413" y="301626"/>
                <a:ext cx="130175" cy="727075"/>
              </a:xfrm>
              <a:custGeom>
                <a:avLst/>
                <a:gdLst>
                  <a:gd name="T0" fmla="*/ 1373 w 1373"/>
                  <a:gd name="T1" fmla="*/ 7633 h 7633"/>
                  <a:gd name="T2" fmla="*/ 455 w 1373"/>
                  <a:gd name="T3" fmla="*/ 0 h 7633"/>
                  <a:gd name="T4" fmla="*/ 0 w 1373"/>
                  <a:gd name="T5" fmla="*/ 68 h 7633"/>
                  <a:gd name="T6" fmla="*/ 1373 w 1373"/>
                  <a:gd name="T7" fmla="*/ 7633 h 7633"/>
                </a:gdLst>
                <a:ahLst/>
                <a:cxnLst>
                  <a:cxn ang="0">
                    <a:pos x="T0" y="T1"/>
                  </a:cxn>
                  <a:cxn ang="0">
                    <a:pos x="T2" y="T3"/>
                  </a:cxn>
                  <a:cxn ang="0">
                    <a:pos x="T4" y="T5"/>
                  </a:cxn>
                  <a:cxn ang="0">
                    <a:pos x="T6" y="T7"/>
                  </a:cxn>
                </a:cxnLst>
                <a:rect l="0" t="0" r="r" b="b"/>
                <a:pathLst>
                  <a:path w="1373" h="7633">
                    <a:moveTo>
                      <a:pt x="1373" y="7633"/>
                    </a:moveTo>
                    <a:lnTo>
                      <a:pt x="455" y="0"/>
                    </a:lnTo>
                    <a:cubicBezTo>
                      <a:pt x="303" y="18"/>
                      <a:pt x="151" y="41"/>
                      <a:pt x="0" y="68"/>
                    </a:cubicBezTo>
                    <a:lnTo>
                      <a:pt x="1373" y="763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61" name="Freeform 226"/>
              <p:cNvSpPr/>
              <p:nvPr/>
            </p:nvSpPr>
            <p:spPr bwMode="auto">
              <a:xfrm>
                <a:off x="5629276" y="296863"/>
                <a:ext cx="87312" cy="731838"/>
              </a:xfrm>
              <a:custGeom>
                <a:avLst/>
                <a:gdLst>
                  <a:gd name="T0" fmla="*/ 918 w 918"/>
                  <a:gd name="T1" fmla="*/ 7674 h 7674"/>
                  <a:gd name="T2" fmla="*/ 459 w 918"/>
                  <a:gd name="T3" fmla="*/ 0 h 7674"/>
                  <a:gd name="T4" fmla="*/ 0 w 918"/>
                  <a:gd name="T5" fmla="*/ 41 h 7674"/>
                  <a:gd name="T6" fmla="*/ 918 w 918"/>
                  <a:gd name="T7" fmla="*/ 7674 h 7674"/>
                </a:gdLst>
                <a:ahLst/>
                <a:cxnLst>
                  <a:cxn ang="0">
                    <a:pos x="T0" y="T1"/>
                  </a:cxn>
                  <a:cxn ang="0">
                    <a:pos x="T2" y="T3"/>
                  </a:cxn>
                  <a:cxn ang="0">
                    <a:pos x="T4" y="T5"/>
                  </a:cxn>
                  <a:cxn ang="0">
                    <a:pos x="T6" y="T7"/>
                  </a:cxn>
                </a:cxnLst>
                <a:rect l="0" t="0" r="r" b="b"/>
                <a:pathLst>
                  <a:path w="918" h="7674">
                    <a:moveTo>
                      <a:pt x="918" y="7674"/>
                    </a:moveTo>
                    <a:lnTo>
                      <a:pt x="459" y="0"/>
                    </a:lnTo>
                    <a:cubicBezTo>
                      <a:pt x="305" y="9"/>
                      <a:pt x="153" y="22"/>
                      <a:pt x="0" y="41"/>
                    </a:cubicBezTo>
                    <a:lnTo>
                      <a:pt x="918" y="767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63" name="Freeform 228"/>
              <p:cNvSpPr/>
              <p:nvPr/>
            </p:nvSpPr>
            <p:spPr bwMode="auto">
              <a:xfrm>
                <a:off x="5673726" y="296863"/>
                <a:ext cx="42862" cy="731838"/>
              </a:xfrm>
              <a:custGeom>
                <a:avLst/>
                <a:gdLst>
                  <a:gd name="T0" fmla="*/ 459 w 459"/>
                  <a:gd name="T1" fmla="*/ 7688 h 7688"/>
                  <a:gd name="T2" fmla="*/ 459 w 459"/>
                  <a:gd name="T3" fmla="*/ 0 h 7688"/>
                  <a:gd name="T4" fmla="*/ 0 w 459"/>
                  <a:gd name="T5" fmla="*/ 14 h 7688"/>
                  <a:gd name="T6" fmla="*/ 459 w 459"/>
                  <a:gd name="T7" fmla="*/ 7688 h 7688"/>
                </a:gdLst>
                <a:ahLst/>
                <a:cxnLst>
                  <a:cxn ang="0">
                    <a:pos x="T0" y="T1"/>
                  </a:cxn>
                  <a:cxn ang="0">
                    <a:pos x="T2" y="T3"/>
                  </a:cxn>
                  <a:cxn ang="0">
                    <a:pos x="T4" y="T5"/>
                  </a:cxn>
                  <a:cxn ang="0">
                    <a:pos x="T6" y="T7"/>
                  </a:cxn>
                </a:cxnLst>
                <a:rect l="0" t="0" r="r" b="b"/>
                <a:pathLst>
                  <a:path w="459" h="7688">
                    <a:moveTo>
                      <a:pt x="459" y="7688"/>
                    </a:moveTo>
                    <a:lnTo>
                      <a:pt x="459" y="0"/>
                    </a:lnTo>
                    <a:cubicBezTo>
                      <a:pt x="306" y="0"/>
                      <a:pt x="153" y="4"/>
                      <a:pt x="0" y="14"/>
                    </a:cubicBezTo>
                    <a:lnTo>
                      <a:pt x="459" y="7688"/>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grpSp>
        <p:sp>
          <p:nvSpPr>
            <p:cNvPr id="1230" name="Oval 1229"/>
            <p:cNvSpPr/>
            <p:nvPr/>
          </p:nvSpPr>
          <p:spPr bwMode="ltGray">
            <a:xfrm>
              <a:off x="558301" y="3062197"/>
              <a:ext cx="1435242" cy="1435242"/>
            </a:xfrm>
            <a:prstGeom prst="ellipse">
              <a:avLst/>
            </a:prstGeom>
            <a:no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231" name="Oval 1230"/>
            <p:cNvSpPr/>
            <p:nvPr/>
          </p:nvSpPr>
          <p:spPr bwMode="ltGray">
            <a:xfrm>
              <a:off x="735922" y="3239818"/>
              <a:ext cx="1080000" cy="108000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272" name="Rectangle 10"/>
            <p:cNvSpPr>
              <a:spLocks noChangeArrowheads="1"/>
            </p:cNvSpPr>
            <p:nvPr/>
          </p:nvSpPr>
          <p:spPr bwMode="auto">
            <a:xfrm>
              <a:off x="997153" y="3425741"/>
              <a:ext cx="527166" cy="369646"/>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2175" b="1" dirty="0" smtClean="0">
                  <a:solidFill>
                    <a:schemeClr val="accent4"/>
                  </a:solidFill>
                  <a:latin typeface="腾讯体 W7" panose="020C08030202040F0204" pitchFamily="18" charset="-122"/>
                </a:rPr>
                <a:t>267</a:t>
              </a:r>
              <a:endParaRPr lang="en-GB" sz="2175" b="1" dirty="0">
                <a:solidFill>
                  <a:schemeClr val="accent4"/>
                </a:solidFill>
                <a:latin typeface="腾讯体 W7" panose="020C08030202040F0204" pitchFamily="18" charset="-122"/>
              </a:endParaRPr>
            </a:p>
          </p:txBody>
        </p:sp>
        <p:sp>
          <p:nvSpPr>
            <p:cNvPr id="273" name="Rectangle 10"/>
            <p:cNvSpPr>
              <a:spLocks noChangeArrowheads="1"/>
            </p:cNvSpPr>
            <p:nvPr/>
          </p:nvSpPr>
          <p:spPr bwMode="auto">
            <a:xfrm>
              <a:off x="1048660" y="3763822"/>
              <a:ext cx="494262" cy="214227"/>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1270" dirty="0" smtClean="0">
                  <a:solidFill>
                    <a:schemeClr val="accent4"/>
                  </a:solidFill>
                  <a:latin typeface="腾讯体 W7" panose="020C08030202040F0204" pitchFamily="18" charset="-122"/>
                </a:rPr>
                <a:t>hours</a:t>
              </a:r>
              <a:endParaRPr lang="en-GB" sz="1270" dirty="0">
                <a:solidFill>
                  <a:schemeClr val="accent4"/>
                </a:solidFill>
                <a:latin typeface="腾讯体 W7" panose="020C08030202040F0204" pitchFamily="18" charset="-122"/>
              </a:endParaRPr>
            </a:p>
          </p:txBody>
        </p:sp>
      </p:grpSp>
      <p:sp>
        <p:nvSpPr>
          <p:cNvPr id="274" name="Rectangle 10"/>
          <p:cNvSpPr>
            <a:spLocks noChangeArrowheads="1"/>
          </p:cNvSpPr>
          <p:nvPr/>
        </p:nvSpPr>
        <p:spPr bwMode="auto">
          <a:xfrm>
            <a:off x="3602876" y="3128570"/>
            <a:ext cx="554990" cy="335280"/>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2175" b="1" dirty="0" smtClean="0">
                <a:solidFill>
                  <a:schemeClr val="accent3"/>
                </a:solidFill>
                <a:latin typeface="腾讯体 W7" panose="020C08030202040F0204" pitchFamily="18" charset="-122"/>
              </a:rPr>
              <a:t>27.2</a:t>
            </a:r>
            <a:endParaRPr lang="en-GB" sz="2175" b="1" dirty="0">
              <a:solidFill>
                <a:schemeClr val="accent3"/>
              </a:solidFill>
              <a:latin typeface="腾讯体 W7" panose="020C08030202040F0204" pitchFamily="18" charset="-122"/>
            </a:endParaRPr>
          </a:p>
        </p:txBody>
      </p:sp>
      <p:sp>
        <p:nvSpPr>
          <p:cNvPr id="275" name="Rectangle 10"/>
          <p:cNvSpPr>
            <a:spLocks noChangeArrowheads="1"/>
          </p:cNvSpPr>
          <p:nvPr/>
        </p:nvSpPr>
        <p:spPr bwMode="auto">
          <a:xfrm>
            <a:off x="3567865" y="3413898"/>
            <a:ext cx="779780" cy="194310"/>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1270" dirty="0" smtClean="0">
                <a:solidFill>
                  <a:schemeClr val="accent3"/>
                </a:solidFill>
                <a:latin typeface="腾讯体 W7" panose="020C08030202040F0204" pitchFamily="18" charset="-122"/>
              </a:rPr>
              <a:t>payments</a:t>
            </a:r>
            <a:endParaRPr lang="en-GB" sz="1270" dirty="0">
              <a:solidFill>
                <a:schemeClr val="accent3"/>
              </a:solidFill>
              <a:latin typeface="腾讯体 W7" panose="020C08030202040F0204" pitchFamily="18" charset="-122"/>
            </a:endParaRPr>
          </a:p>
        </p:txBody>
      </p:sp>
      <p:grpSp>
        <p:nvGrpSpPr>
          <p:cNvPr id="1290" name="Group 1289"/>
          <p:cNvGrpSpPr/>
          <p:nvPr/>
        </p:nvGrpSpPr>
        <p:grpSpPr>
          <a:xfrm>
            <a:off x="4789732" y="2777084"/>
            <a:ext cx="1382884" cy="1302645"/>
            <a:chOff x="3906540" y="2989727"/>
            <a:chExt cx="1524630" cy="1436166"/>
          </a:xfrm>
        </p:grpSpPr>
        <p:grpSp>
          <p:nvGrpSpPr>
            <p:cNvPr id="1238" name="Group 1237"/>
            <p:cNvGrpSpPr/>
            <p:nvPr/>
          </p:nvGrpSpPr>
          <p:grpSpPr>
            <a:xfrm>
              <a:off x="3906540" y="2989727"/>
              <a:ext cx="1524630" cy="1436166"/>
              <a:chOff x="3906540" y="3204567"/>
              <a:chExt cx="1524630" cy="1436166"/>
            </a:xfrm>
            <a:solidFill>
              <a:srgbClr val="E5EFFF"/>
            </a:solidFill>
          </p:grpSpPr>
          <p:sp>
            <p:nvSpPr>
              <p:cNvPr id="277" name="Freeform 19"/>
              <p:cNvSpPr/>
              <p:nvPr/>
            </p:nvSpPr>
            <p:spPr bwMode="auto">
              <a:xfrm>
                <a:off x="4623845" y="3204567"/>
                <a:ext cx="43567" cy="717305"/>
              </a:xfrm>
              <a:custGeom>
                <a:avLst/>
                <a:gdLst>
                  <a:gd name="T0" fmla="*/ 0 w 460"/>
                  <a:gd name="T1" fmla="*/ 7688 h 7688"/>
                  <a:gd name="T2" fmla="*/ 460 w 460"/>
                  <a:gd name="T3" fmla="*/ 14 h 7688"/>
                  <a:gd name="T4" fmla="*/ 0 w 460"/>
                  <a:gd name="T5" fmla="*/ 0 h 7688"/>
                  <a:gd name="T6" fmla="*/ 0 w 460"/>
                  <a:gd name="T7" fmla="*/ 7688 h 7688"/>
                </a:gdLst>
                <a:ahLst/>
                <a:cxnLst>
                  <a:cxn ang="0">
                    <a:pos x="T0" y="T1"/>
                  </a:cxn>
                  <a:cxn ang="0">
                    <a:pos x="T2" y="T3"/>
                  </a:cxn>
                  <a:cxn ang="0">
                    <a:pos x="T4" y="T5"/>
                  </a:cxn>
                  <a:cxn ang="0">
                    <a:pos x="T6" y="T7"/>
                  </a:cxn>
                </a:cxnLst>
                <a:rect l="0" t="0" r="r" b="b"/>
                <a:pathLst>
                  <a:path w="460" h="7688">
                    <a:moveTo>
                      <a:pt x="0" y="7688"/>
                    </a:moveTo>
                    <a:lnTo>
                      <a:pt x="460" y="14"/>
                    </a:lnTo>
                    <a:cubicBezTo>
                      <a:pt x="307" y="4"/>
                      <a:pt x="154" y="0"/>
                      <a:pt x="0" y="0"/>
                    </a:cubicBezTo>
                    <a:lnTo>
                      <a:pt x="0" y="7688"/>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78" name="Freeform 21"/>
              <p:cNvSpPr/>
              <p:nvPr/>
            </p:nvSpPr>
            <p:spPr bwMode="auto">
              <a:xfrm>
                <a:off x="4623845" y="3204567"/>
                <a:ext cx="85579" cy="717305"/>
              </a:xfrm>
              <a:custGeom>
                <a:avLst/>
                <a:gdLst>
                  <a:gd name="T0" fmla="*/ 0 w 918"/>
                  <a:gd name="T1" fmla="*/ 7674 h 7674"/>
                  <a:gd name="T2" fmla="*/ 918 w 918"/>
                  <a:gd name="T3" fmla="*/ 41 h 7674"/>
                  <a:gd name="T4" fmla="*/ 460 w 918"/>
                  <a:gd name="T5" fmla="*/ 0 h 7674"/>
                  <a:gd name="T6" fmla="*/ 0 w 918"/>
                  <a:gd name="T7" fmla="*/ 7674 h 7674"/>
                </a:gdLst>
                <a:ahLst/>
                <a:cxnLst>
                  <a:cxn ang="0">
                    <a:pos x="T0" y="T1"/>
                  </a:cxn>
                  <a:cxn ang="0">
                    <a:pos x="T2" y="T3"/>
                  </a:cxn>
                  <a:cxn ang="0">
                    <a:pos x="T4" y="T5"/>
                  </a:cxn>
                  <a:cxn ang="0">
                    <a:pos x="T6" y="T7"/>
                  </a:cxn>
                </a:cxnLst>
                <a:rect l="0" t="0" r="r" b="b"/>
                <a:pathLst>
                  <a:path w="918" h="7674">
                    <a:moveTo>
                      <a:pt x="0" y="7674"/>
                    </a:moveTo>
                    <a:lnTo>
                      <a:pt x="918" y="41"/>
                    </a:lnTo>
                    <a:cubicBezTo>
                      <a:pt x="766" y="22"/>
                      <a:pt x="613" y="9"/>
                      <a:pt x="460" y="0"/>
                    </a:cubicBezTo>
                    <a:lnTo>
                      <a:pt x="0" y="767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79" name="Freeform 23"/>
              <p:cNvSpPr/>
              <p:nvPr/>
            </p:nvSpPr>
            <p:spPr bwMode="auto">
              <a:xfrm>
                <a:off x="4623845" y="3209235"/>
                <a:ext cx="129146" cy="712637"/>
              </a:xfrm>
              <a:custGeom>
                <a:avLst/>
                <a:gdLst>
                  <a:gd name="T0" fmla="*/ 0 w 1373"/>
                  <a:gd name="T1" fmla="*/ 7633 h 7633"/>
                  <a:gd name="T2" fmla="*/ 1373 w 1373"/>
                  <a:gd name="T3" fmla="*/ 68 h 7633"/>
                  <a:gd name="T4" fmla="*/ 918 w 1373"/>
                  <a:gd name="T5" fmla="*/ 0 h 7633"/>
                  <a:gd name="T6" fmla="*/ 0 w 1373"/>
                  <a:gd name="T7" fmla="*/ 7633 h 7633"/>
                </a:gdLst>
                <a:ahLst/>
                <a:cxnLst>
                  <a:cxn ang="0">
                    <a:pos x="T0" y="T1"/>
                  </a:cxn>
                  <a:cxn ang="0">
                    <a:pos x="T2" y="T3"/>
                  </a:cxn>
                  <a:cxn ang="0">
                    <a:pos x="T4" y="T5"/>
                  </a:cxn>
                  <a:cxn ang="0">
                    <a:pos x="T6" y="T7"/>
                  </a:cxn>
                </a:cxnLst>
                <a:rect l="0" t="0" r="r" b="b"/>
                <a:pathLst>
                  <a:path w="1373" h="7633">
                    <a:moveTo>
                      <a:pt x="0" y="7633"/>
                    </a:moveTo>
                    <a:lnTo>
                      <a:pt x="1373" y="68"/>
                    </a:lnTo>
                    <a:cubicBezTo>
                      <a:pt x="1222" y="41"/>
                      <a:pt x="1071" y="18"/>
                      <a:pt x="918" y="0"/>
                    </a:cubicBezTo>
                    <a:lnTo>
                      <a:pt x="0" y="763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0" name="Freeform 25"/>
              <p:cNvSpPr/>
              <p:nvPr/>
            </p:nvSpPr>
            <p:spPr bwMode="auto">
              <a:xfrm>
                <a:off x="4623845" y="3215459"/>
                <a:ext cx="171157" cy="706413"/>
              </a:xfrm>
              <a:custGeom>
                <a:avLst/>
                <a:gdLst>
                  <a:gd name="T0" fmla="*/ 0 w 1823"/>
                  <a:gd name="T1" fmla="*/ 7565 h 7565"/>
                  <a:gd name="T2" fmla="*/ 1823 w 1823"/>
                  <a:gd name="T3" fmla="*/ 96 h 7565"/>
                  <a:gd name="T4" fmla="*/ 1373 w 1823"/>
                  <a:gd name="T5" fmla="*/ 0 h 7565"/>
                  <a:gd name="T6" fmla="*/ 0 w 1823"/>
                  <a:gd name="T7" fmla="*/ 7565 h 7565"/>
                </a:gdLst>
                <a:ahLst/>
                <a:cxnLst>
                  <a:cxn ang="0">
                    <a:pos x="T0" y="T1"/>
                  </a:cxn>
                  <a:cxn ang="0">
                    <a:pos x="T2" y="T3"/>
                  </a:cxn>
                  <a:cxn ang="0">
                    <a:pos x="T4" y="T5"/>
                  </a:cxn>
                  <a:cxn ang="0">
                    <a:pos x="T6" y="T7"/>
                  </a:cxn>
                </a:cxnLst>
                <a:rect l="0" t="0" r="r" b="b"/>
                <a:pathLst>
                  <a:path w="1823" h="7565">
                    <a:moveTo>
                      <a:pt x="0" y="7565"/>
                    </a:moveTo>
                    <a:lnTo>
                      <a:pt x="1823" y="96"/>
                    </a:lnTo>
                    <a:cubicBezTo>
                      <a:pt x="1674" y="60"/>
                      <a:pt x="1524" y="28"/>
                      <a:pt x="1373" y="0"/>
                    </a:cubicBezTo>
                    <a:lnTo>
                      <a:pt x="0" y="7565"/>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1" name="Freeform 27"/>
              <p:cNvSpPr/>
              <p:nvPr/>
            </p:nvSpPr>
            <p:spPr bwMode="auto">
              <a:xfrm>
                <a:off x="4623845" y="3224795"/>
                <a:ext cx="211613" cy="697077"/>
              </a:xfrm>
              <a:custGeom>
                <a:avLst/>
                <a:gdLst>
                  <a:gd name="T0" fmla="*/ 0 w 2267"/>
                  <a:gd name="T1" fmla="*/ 7469 h 7469"/>
                  <a:gd name="T2" fmla="*/ 2267 w 2267"/>
                  <a:gd name="T3" fmla="*/ 122 h 7469"/>
                  <a:gd name="T4" fmla="*/ 1823 w 2267"/>
                  <a:gd name="T5" fmla="*/ 0 h 7469"/>
                  <a:gd name="T6" fmla="*/ 0 w 2267"/>
                  <a:gd name="T7" fmla="*/ 7469 h 7469"/>
                </a:gdLst>
                <a:ahLst/>
                <a:cxnLst>
                  <a:cxn ang="0">
                    <a:pos x="T0" y="T1"/>
                  </a:cxn>
                  <a:cxn ang="0">
                    <a:pos x="T2" y="T3"/>
                  </a:cxn>
                  <a:cxn ang="0">
                    <a:pos x="T4" y="T5"/>
                  </a:cxn>
                  <a:cxn ang="0">
                    <a:pos x="T6" y="T7"/>
                  </a:cxn>
                </a:cxnLst>
                <a:rect l="0" t="0" r="r" b="b"/>
                <a:pathLst>
                  <a:path w="2267" h="7469">
                    <a:moveTo>
                      <a:pt x="0" y="7469"/>
                    </a:moveTo>
                    <a:lnTo>
                      <a:pt x="2267" y="122"/>
                    </a:lnTo>
                    <a:cubicBezTo>
                      <a:pt x="2120" y="77"/>
                      <a:pt x="1972" y="36"/>
                      <a:pt x="1823" y="0"/>
                    </a:cubicBezTo>
                    <a:lnTo>
                      <a:pt x="0" y="7469"/>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2" name="Freeform 29"/>
              <p:cNvSpPr/>
              <p:nvPr/>
            </p:nvSpPr>
            <p:spPr bwMode="auto">
              <a:xfrm>
                <a:off x="4623845" y="3235687"/>
                <a:ext cx="252068" cy="686186"/>
              </a:xfrm>
              <a:custGeom>
                <a:avLst/>
                <a:gdLst>
                  <a:gd name="T0" fmla="*/ 0 w 2702"/>
                  <a:gd name="T1" fmla="*/ 7347 h 7347"/>
                  <a:gd name="T2" fmla="*/ 2702 w 2702"/>
                  <a:gd name="T3" fmla="*/ 149 h 7347"/>
                  <a:gd name="T4" fmla="*/ 2267 w 2702"/>
                  <a:gd name="T5" fmla="*/ 0 h 7347"/>
                  <a:gd name="T6" fmla="*/ 0 w 2702"/>
                  <a:gd name="T7" fmla="*/ 7347 h 7347"/>
                </a:gdLst>
                <a:ahLst/>
                <a:cxnLst>
                  <a:cxn ang="0">
                    <a:pos x="T0" y="T1"/>
                  </a:cxn>
                  <a:cxn ang="0">
                    <a:pos x="T2" y="T3"/>
                  </a:cxn>
                  <a:cxn ang="0">
                    <a:pos x="T4" y="T5"/>
                  </a:cxn>
                  <a:cxn ang="0">
                    <a:pos x="T6" y="T7"/>
                  </a:cxn>
                </a:cxnLst>
                <a:rect l="0" t="0" r="r" b="b"/>
                <a:pathLst>
                  <a:path w="2702" h="7347">
                    <a:moveTo>
                      <a:pt x="0" y="7347"/>
                    </a:moveTo>
                    <a:lnTo>
                      <a:pt x="2702" y="149"/>
                    </a:lnTo>
                    <a:cubicBezTo>
                      <a:pt x="2558" y="95"/>
                      <a:pt x="2413" y="46"/>
                      <a:pt x="2267" y="0"/>
                    </a:cubicBezTo>
                    <a:lnTo>
                      <a:pt x="0" y="7347"/>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3" name="Freeform 31"/>
              <p:cNvSpPr/>
              <p:nvPr/>
            </p:nvSpPr>
            <p:spPr bwMode="auto">
              <a:xfrm>
                <a:off x="4623845" y="3249691"/>
                <a:ext cx="292523" cy="672181"/>
              </a:xfrm>
              <a:custGeom>
                <a:avLst/>
                <a:gdLst>
                  <a:gd name="T0" fmla="*/ 0 w 3127"/>
                  <a:gd name="T1" fmla="*/ 7198 h 7198"/>
                  <a:gd name="T2" fmla="*/ 3127 w 3127"/>
                  <a:gd name="T3" fmla="*/ 175 h 7198"/>
                  <a:gd name="T4" fmla="*/ 2702 w 3127"/>
                  <a:gd name="T5" fmla="*/ 0 h 7198"/>
                  <a:gd name="T6" fmla="*/ 0 w 3127"/>
                  <a:gd name="T7" fmla="*/ 7198 h 7198"/>
                </a:gdLst>
                <a:ahLst/>
                <a:cxnLst>
                  <a:cxn ang="0">
                    <a:pos x="T0" y="T1"/>
                  </a:cxn>
                  <a:cxn ang="0">
                    <a:pos x="T2" y="T3"/>
                  </a:cxn>
                  <a:cxn ang="0">
                    <a:pos x="T4" y="T5"/>
                  </a:cxn>
                  <a:cxn ang="0">
                    <a:pos x="T6" y="T7"/>
                  </a:cxn>
                </a:cxnLst>
                <a:rect l="0" t="0" r="r" b="b"/>
                <a:pathLst>
                  <a:path w="3127" h="7198">
                    <a:moveTo>
                      <a:pt x="0" y="7198"/>
                    </a:moveTo>
                    <a:lnTo>
                      <a:pt x="3127" y="175"/>
                    </a:lnTo>
                    <a:cubicBezTo>
                      <a:pt x="2987" y="112"/>
                      <a:pt x="2845" y="54"/>
                      <a:pt x="2702" y="0"/>
                    </a:cubicBezTo>
                    <a:lnTo>
                      <a:pt x="0" y="7198"/>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4" name="Freeform 33"/>
              <p:cNvSpPr/>
              <p:nvPr/>
            </p:nvSpPr>
            <p:spPr bwMode="auto">
              <a:xfrm>
                <a:off x="4623845" y="3266806"/>
                <a:ext cx="331423" cy="655066"/>
              </a:xfrm>
              <a:custGeom>
                <a:avLst/>
                <a:gdLst>
                  <a:gd name="T0" fmla="*/ 0 w 3542"/>
                  <a:gd name="T1" fmla="*/ 7023 h 7023"/>
                  <a:gd name="T2" fmla="*/ 3542 w 3542"/>
                  <a:gd name="T3" fmla="*/ 199 h 7023"/>
                  <a:gd name="T4" fmla="*/ 3127 w 3542"/>
                  <a:gd name="T5" fmla="*/ 0 h 7023"/>
                  <a:gd name="T6" fmla="*/ 0 w 3542"/>
                  <a:gd name="T7" fmla="*/ 7023 h 7023"/>
                </a:gdLst>
                <a:ahLst/>
                <a:cxnLst>
                  <a:cxn ang="0">
                    <a:pos x="T0" y="T1"/>
                  </a:cxn>
                  <a:cxn ang="0">
                    <a:pos x="T2" y="T3"/>
                  </a:cxn>
                  <a:cxn ang="0">
                    <a:pos x="T4" y="T5"/>
                  </a:cxn>
                  <a:cxn ang="0">
                    <a:pos x="T6" y="T7"/>
                  </a:cxn>
                </a:cxnLst>
                <a:rect l="0" t="0" r="r" b="b"/>
                <a:pathLst>
                  <a:path w="3542" h="7023">
                    <a:moveTo>
                      <a:pt x="0" y="7023"/>
                    </a:moveTo>
                    <a:lnTo>
                      <a:pt x="3542" y="199"/>
                    </a:lnTo>
                    <a:cubicBezTo>
                      <a:pt x="3406" y="128"/>
                      <a:pt x="3268" y="62"/>
                      <a:pt x="3127" y="0"/>
                    </a:cubicBezTo>
                    <a:lnTo>
                      <a:pt x="0" y="702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5" name="Freeform 35"/>
              <p:cNvSpPr/>
              <p:nvPr/>
            </p:nvSpPr>
            <p:spPr bwMode="auto">
              <a:xfrm>
                <a:off x="4623845" y="3283922"/>
                <a:ext cx="368767" cy="637950"/>
              </a:xfrm>
              <a:custGeom>
                <a:avLst/>
                <a:gdLst>
                  <a:gd name="T0" fmla="*/ 0 w 3944"/>
                  <a:gd name="T1" fmla="*/ 6824 h 6824"/>
                  <a:gd name="T2" fmla="*/ 3944 w 3944"/>
                  <a:gd name="T3" fmla="*/ 224 h 6824"/>
                  <a:gd name="T4" fmla="*/ 3542 w 3944"/>
                  <a:gd name="T5" fmla="*/ 0 h 6824"/>
                  <a:gd name="T6" fmla="*/ 0 w 3944"/>
                  <a:gd name="T7" fmla="*/ 6824 h 6824"/>
                </a:gdLst>
                <a:ahLst/>
                <a:cxnLst>
                  <a:cxn ang="0">
                    <a:pos x="T0" y="T1"/>
                  </a:cxn>
                  <a:cxn ang="0">
                    <a:pos x="T2" y="T3"/>
                  </a:cxn>
                  <a:cxn ang="0">
                    <a:pos x="T4" y="T5"/>
                  </a:cxn>
                  <a:cxn ang="0">
                    <a:pos x="T6" y="T7"/>
                  </a:cxn>
                </a:cxnLst>
                <a:rect l="0" t="0" r="r" b="b"/>
                <a:pathLst>
                  <a:path w="3944" h="6824">
                    <a:moveTo>
                      <a:pt x="0" y="6824"/>
                    </a:moveTo>
                    <a:lnTo>
                      <a:pt x="3944" y="224"/>
                    </a:lnTo>
                    <a:cubicBezTo>
                      <a:pt x="3812" y="145"/>
                      <a:pt x="3678" y="71"/>
                      <a:pt x="3542" y="0"/>
                    </a:cubicBezTo>
                    <a:lnTo>
                      <a:pt x="0" y="682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6" name="Freeform 37"/>
              <p:cNvSpPr/>
              <p:nvPr/>
            </p:nvSpPr>
            <p:spPr bwMode="auto">
              <a:xfrm>
                <a:off x="4623845" y="3305706"/>
                <a:ext cx="404554" cy="616166"/>
              </a:xfrm>
              <a:custGeom>
                <a:avLst/>
                <a:gdLst>
                  <a:gd name="T0" fmla="*/ 0 w 4331"/>
                  <a:gd name="T1" fmla="*/ 6600 h 6600"/>
                  <a:gd name="T2" fmla="*/ 4331 w 4331"/>
                  <a:gd name="T3" fmla="*/ 248 h 6600"/>
                  <a:gd name="T4" fmla="*/ 3944 w 4331"/>
                  <a:gd name="T5" fmla="*/ 0 h 6600"/>
                  <a:gd name="T6" fmla="*/ 0 w 4331"/>
                  <a:gd name="T7" fmla="*/ 6600 h 6600"/>
                </a:gdLst>
                <a:ahLst/>
                <a:cxnLst>
                  <a:cxn ang="0">
                    <a:pos x="T0" y="T1"/>
                  </a:cxn>
                  <a:cxn ang="0">
                    <a:pos x="T2" y="T3"/>
                  </a:cxn>
                  <a:cxn ang="0">
                    <a:pos x="T4" y="T5"/>
                  </a:cxn>
                  <a:cxn ang="0">
                    <a:pos x="T6" y="T7"/>
                  </a:cxn>
                </a:cxnLst>
                <a:rect l="0" t="0" r="r" b="b"/>
                <a:pathLst>
                  <a:path w="4331" h="6600">
                    <a:moveTo>
                      <a:pt x="0" y="6600"/>
                    </a:moveTo>
                    <a:lnTo>
                      <a:pt x="4331" y="248"/>
                    </a:lnTo>
                    <a:cubicBezTo>
                      <a:pt x="4205" y="161"/>
                      <a:pt x="4075" y="79"/>
                      <a:pt x="3944" y="0"/>
                    </a:cubicBezTo>
                    <a:lnTo>
                      <a:pt x="0" y="660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7" name="Freeform 39"/>
              <p:cNvSpPr/>
              <p:nvPr/>
            </p:nvSpPr>
            <p:spPr bwMode="auto">
              <a:xfrm>
                <a:off x="4623845" y="3329045"/>
                <a:ext cx="440342" cy="592827"/>
              </a:xfrm>
              <a:custGeom>
                <a:avLst/>
                <a:gdLst>
                  <a:gd name="T0" fmla="*/ 0 w 4704"/>
                  <a:gd name="T1" fmla="*/ 6352 h 6352"/>
                  <a:gd name="T2" fmla="*/ 4704 w 4704"/>
                  <a:gd name="T3" fmla="*/ 270 h 6352"/>
                  <a:gd name="T4" fmla="*/ 4331 w 4704"/>
                  <a:gd name="T5" fmla="*/ 0 h 6352"/>
                  <a:gd name="T6" fmla="*/ 0 w 4704"/>
                  <a:gd name="T7" fmla="*/ 6352 h 6352"/>
                </a:gdLst>
                <a:ahLst/>
                <a:cxnLst>
                  <a:cxn ang="0">
                    <a:pos x="T0" y="T1"/>
                  </a:cxn>
                  <a:cxn ang="0">
                    <a:pos x="T2" y="T3"/>
                  </a:cxn>
                  <a:cxn ang="0">
                    <a:pos x="T4" y="T5"/>
                  </a:cxn>
                  <a:cxn ang="0">
                    <a:pos x="T6" y="T7"/>
                  </a:cxn>
                </a:cxnLst>
                <a:rect l="0" t="0" r="r" b="b"/>
                <a:pathLst>
                  <a:path w="4704" h="6352">
                    <a:moveTo>
                      <a:pt x="0" y="6352"/>
                    </a:moveTo>
                    <a:lnTo>
                      <a:pt x="4704" y="270"/>
                    </a:lnTo>
                    <a:cubicBezTo>
                      <a:pt x="4582" y="176"/>
                      <a:pt x="4458" y="86"/>
                      <a:pt x="4331" y="0"/>
                    </a:cubicBezTo>
                    <a:lnTo>
                      <a:pt x="0" y="635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8" name="Freeform 41"/>
              <p:cNvSpPr/>
              <p:nvPr/>
            </p:nvSpPr>
            <p:spPr bwMode="auto">
              <a:xfrm>
                <a:off x="4623845" y="3353941"/>
                <a:ext cx="473017" cy="567932"/>
              </a:xfrm>
              <a:custGeom>
                <a:avLst/>
                <a:gdLst>
                  <a:gd name="T0" fmla="*/ 0 w 5059"/>
                  <a:gd name="T1" fmla="*/ 6082 h 6082"/>
                  <a:gd name="T2" fmla="*/ 5059 w 5059"/>
                  <a:gd name="T3" fmla="*/ 292 h 6082"/>
                  <a:gd name="T4" fmla="*/ 4704 w 5059"/>
                  <a:gd name="T5" fmla="*/ 0 h 6082"/>
                  <a:gd name="T6" fmla="*/ 0 w 5059"/>
                  <a:gd name="T7" fmla="*/ 6082 h 6082"/>
                </a:gdLst>
                <a:ahLst/>
                <a:cxnLst>
                  <a:cxn ang="0">
                    <a:pos x="T0" y="T1"/>
                  </a:cxn>
                  <a:cxn ang="0">
                    <a:pos x="T2" y="T3"/>
                  </a:cxn>
                  <a:cxn ang="0">
                    <a:pos x="T4" y="T5"/>
                  </a:cxn>
                  <a:cxn ang="0">
                    <a:pos x="T6" y="T7"/>
                  </a:cxn>
                </a:cxnLst>
                <a:rect l="0" t="0" r="r" b="b"/>
                <a:pathLst>
                  <a:path w="5059" h="6082">
                    <a:moveTo>
                      <a:pt x="0" y="6082"/>
                    </a:moveTo>
                    <a:lnTo>
                      <a:pt x="5059" y="292"/>
                    </a:lnTo>
                    <a:cubicBezTo>
                      <a:pt x="4943" y="191"/>
                      <a:pt x="4825" y="94"/>
                      <a:pt x="4704" y="0"/>
                    </a:cubicBezTo>
                    <a:lnTo>
                      <a:pt x="0" y="608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9" name="Freeform 43"/>
              <p:cNvSpPr/>
              <p:nvPr/>
            </p:nvSpPr>
            <p:spPr bwMode="auto">
              <a:xfrm>
                <a:off x="4623845" y="3381948"/>
                <a:ext cx="504136" cy="539924"/>
              </a:xfrm>
              <a:custGeom>
                <a:avLst/>
                <a:gdLst>
                  <a:gd name="T0" fmla="*/ 0 w 5396"/>
                  <a:gd name="T1" fmla="*/ 5790 h 5790"/>
                  <a:gd name="T2" fmla="*/ 5396 w 5396"/>
                  <a:gd name="T3" fmla="*/ 313 h 5790"/>
                  <a:gd name="T4" fmla="*/ 5059 w 5396"/>
                  <a:gd name="T5" fmla="*/ 0 h 5790"/>
                  <a:gd name="T6" fmla="*/ 0 w 5396"/>
                  <a:gd name="T7" fmla="*/ 5790 h 5790"/>
                </a:gdLst>
                <a:ahLst/>
                <a:cxnLst>
                  <a:cxn ang="0">
                    <a:pos x="T0" y="T1"/>
                  </a:cxn>
                  <a:cxn ang="0">
                    <a:pos x="T2" y="T3"/>
                  </a:cxn>
                  <a:cxn ang="0">
                    <a:pos x="T4" y="T5"/>
                  </a:cxn>
                  <a:cxn ang="0">
                    <a:pos x="T6" y="T7"/>
                  </a:cxn>
                </a:cxnLst>
                <a:rect l="0" t="0" r="r" b="b"/>
                <a:pathLst>
                  <a:path w="5396" h="5790">
                    <a:moveTo>
                      <a:pt x="0" y="5790"/>
                    </a:moveTo>
                    <a:lnTo>
                      <a:pt x="5396" y="313"/>
                    </a:lnTo>
                    <a:cubicBezTo>
                      <a:pt x="5287" y="206"/>
                      <a:pt x="5174" y="101"/>
                      <a:pt x="5059" y="0"/>
                    </a:cubicBezTo>
                    <a:lnTo>
                      <a:pt x="0" y="579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0" name="Freeform 45"/>
              <p:cNvSpPr/>
              <p:nvPr/>
            </p:nvSpPr>
            <p:spPr bwMode="auto">
              <a:xfrm>
                <a:off x="4623845" y="3409956"/>
                <a:ext cx="533700" cy="511916"/>
              </a:xfrm>
              <a:custGeom>
                <a:avLst/>
                <a:gdLst>
                  <a:gd name="T0" fmla="*/ 0 w 5714"/>
                  <a:gd name="T1" fmla="*/ 5477 h 5477"/>
                  <a:gd name="T2" fmla="*/ 5714 w 5714"/>
                  <a:gd name="T3" fmla="*/ 333 h 5477"/>
                  <a:gd name="T4" fmla="*/ 5396 w 5714"/>
                  <a:gd name="T5" fmla="*/ 0 h 5477"/>
                  <a:gd name="T6" fmla="*/ 0 w 5714"/>
                  <a:gd name="T7" fmla="*/ 5477 h 5477"/>
                </a:gdLst>
                <a:ahLst/>
                <a:cxnLst>
                  <a:cxn ang="0">
                    <a:pos x="T0" y="T1"/>
                  </a:cxn>
                  <a:cxn ang="0">
                    <a:pos x="T2" y="T3"/>
                  </a:cxn>
                  <a:cxn ang="0">
                    <a:pos x="T4" y="T5"/>
                  </a:cxn>
                  <a:cxn ang="0">
                    <a:pos x="T6" y="T7"/>
                  </a:cxn>
                </a:cxnLst>
                <a:rect l="0" t="0" r="r" b="b"/>
                <a:pathLst>
                  <a:path w="5714" h="5477">
                    <a:moveTo>
                      <a:pt x="0" y="5477"/>
                    </a:moveTo>
                    <a:lnTo>
                      <a:pt x="5714" y="333"/>
                    </a:lnTo>
                    <a:cubicBezTo>
                      <a:pt x="5611" y="219"/>
                      <a:pt x="5505" y="108"/>
                      <a:pt x="5396" y="0"/>
                    </a:cubicBezTo>
                    <a:lnTo>
                      <a:pt x="0" y="5477"/>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1" name="Freeform 47"/>
              <p:cNvSpPr/>
              <p:nvPr/>
            </p:nvSpPr>
            <p:spPr bwMode="auto">
              <a:xfrm>
                <a:off x="4623845" y="3441075"/>
                <a:ext cx="561708" cy="480797"/>
              </a:xfrm>
              <a:custGeom>
                <a:avLst/>
                <a:gdLst>
                  <a:gd name="T0" fmla="*/ 0 w 6011"/>
                  <a:gd name="T1" fmla="*/ 5144 h 5144"/>
                  <a:gd name="T2" fmla="*/ 6011 w 6011"/>
                  <a:gd name="T3" fmla="*/ 351 h 5144"/>
                  <a:gd name="T4" fmla="*/ 5714 w 6011"/>
                  <a:gd name="T5" fmla="*/ 0 h 5144"/>
                  <a:gd name="T6" fmla="*/ 0 w 6011"/>
                  <a:gd name="T7" fmla="*/ 5144 h 5144"/>
                </a:gdLst>
                <a:ahLst/>
                <a:cxnLst>
                  <a:cxn ang="0">
                    <a:pos x="T0" y="T1"/>
                  </a:cxn>
                  <a:cxn ang="0">
                    <a:pos x="T2" y="T3"/>
                  </a:cxn>
                  <a:cxn ang="0">
                    <a:pos x="T4" y="T5"/>
                  </a:cxn>
                  <a:cxn ang="0">
                    <a:pos x="T6" y="T7"/>
                  </a:cxn>
                </a:cxnLst>
                <a:rect l="0" t="0" r="r" b="b"/>
                <a:pathLst>
                  <a:path w="6011" h="5144">
                    <a:moveTo>
                      <a:pt x="0" y="5144"/>
                    </a:moveTo>
                    <a:lnTo>
                      <a:pt x="6011" y="351"/>
                    </a:lnTo>
                    <a:cubicBezTo>
                      <a:pt x="5916" y="231"/>
                      <a:pt x="5817" y="114"/>
                      <a:pt x="5714" y="0"/>
                    </a:cubicBezTo>
                    <a:lnTo>
                      <a:pt x="0" y="514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2" name="Freeform 49"/>
              <p:cNvSpPr/>
              <p:nvPr/>
            </p:nvSpPr>
            <p:spPr bwMode="auto">
              <a:xfrm>
                <a:off x="4623845" y="3473751"/>
                <a:ext cx="588159" cy="448121"/>
              </a:xfrm>
              <a:custGeom>
                <a:avLst/>
                <a:gdLst>
                  <a:gd name="T0" fmla="*/ 0 w 6287"/>
                  <a:gd name="T1" fmla="*/ 4793 h 4793"/>
                  <a:gd name="T2" fmla="*/ 6287 w 6287"/>
                  <a:gd name="T3" fmla="*/ 368 h 4793"/>
                  <a:gd name="T4" fmla="*/ 6011 w 6287"/>
                  <a:gd name="T5" fmla="*/ 0 h 4793"/>
                  <a:gd name="T6" fmla="*/ 0 w 6287"/>
                  <a:gd name="T7" fmla="*/ 4793 h 4793"/>
                </a:gdLst>
                <a:ahLst/>
                <a:cxnLst>
                  <a:cxn ang="0">
                    <a:pos x="T0" y="T1"/>
                  </a:cxn>
                  <a:cxn ang="0">
                    <a:pos x="T2" y="T3"/>
                  </a:cxn>
                  <a:cxn ang="0">
                    <a:pos x="T4" y="T5"/>
                  </a:cxn>
                  <a:cxn ang="0">
                    <a:pos x="T6" y="T7"/>
                  </a:cxn>
                </a:cxnLst>
                <a:rect l="0" t="0" r="r" b="b"/>
                <a:pathLst>
                  <a:path w="6287" h="4793">
                    <a:moveTo>
                      <a:pt x="0" y="4793"/>
                    </a:moveTo>
                    <a:lnTo>
                      <a:pt x="6287" y="368"/>
                    </a:lnTo>
                    <a:cubicBezTo>
                      <a:pt x="6199" y="242"/>
                      <a:pt x="6107" y="119"/>
                      <a:pt x="6011" y="0"/>
                    </a:cubicBezTo>
                    <a:lnTo>
                      <a:pt x="0" y="479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3" name="Freeform 51"/>
              <p:cNvSpPr/>
              <p:nvPr/>
            </p:nvSpPr>
            <p:spPr bwMode="auto">
              <a:xfrm>
                <a:off x="4623845" y="3507983"/>
                <a:ext cx="611499" cy="413890"/>
              </a:xfrm>
              <a:custGeom>
                <a:avLst/>
                <a:gdLst>
                  <a:gd name="T0" fmla="*/ 0 w 6541"/>
                  <a:gd name="T1" fmla="*/ 4425 h 4425"/>
                  <a:gd name="T2" fmla="*/ 6541 w 6541"/>
                  <a:gd name="T3" fmla="*/ 384 h 4425"/>
                  <a:gd name="T4" fmla="*/ 6287 w 6541"/>
                  <a:gd name="T5" fmla="*/ 0 h 4425"/>
                  <a:gd name="T6" fmla="*/ 0 w 6541"/>
                  <a:gd name="T7" fmla="*/ 4425 h 4425"/>
                </a:gdLst>
                <a:ahLst/>
                <a:cxnLst>
                  <a:cxn ang="0">
                    <a:pos x="T0" y="T1"/>
                  </a:cxn>
                  <a:cxn ang="0">
                    <a:pos x="T2" y="T3"/>
                  </a:cxn>
                  <a:cxn ang="0">
                    <a:pos x="T4" y="T5"/>
                  </a:cxn>
                  <a:cxn ang="0">
                    <a:pos x="T6" y="T7"/>
                  </a:cxn>
                </a:cxnLst>
                <a:rect l="0" t="0" r="r" b="b"/>
                <a:pathLst>
                  <a:path w="6541" h="4425">
                    <a:moveTo>
                      <a:pt x="0" y="4425"/>
                    </a:moveTo>
                    <a:lnTo>
                      <a:pt x="6541" y="384"/>
                    </a:lnTo>
                    <a:cubicBezTo>
                      <a:pt x="6460" y="253"/>
                      <a:pt x="6376" y="125"/>
                      <a:pt x="6287" y="0"/>
                    </a:cubicBezTo>
                    <a:lnTo>
                      <a:pt x="0" y="4425"/>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4" name="Freeform 53"/>
              <p:cNvSpPr/>
              <p:nvPr/>
            </p:nvSpPr>
            <p:spPr bwMode="auto">
              <a:xfrm>
                <a:off x="4623845" y="3543770"/>
                <a:ext cx="633283" cy="378103"/>
              </a:xfrm>
              <a:custGeom>
                <a:avLst/>
                <a:gdLst>
                  <a:gd name="T0" fmla="*/ 0 w 6771"/>
                  <a:gd name="T1" fmla="*/ 4041 h 4041"/>
                  <a:gd name="T2" fmla="*/ 6771 w 6771"/>
                  <a:gd name="T3" fmla="*/ 398 h 4041"/>
                  <a:gd name="T4" fmla="*/ 6541 w 6771"/>
                  <a:gd name="T5" fmla="*/ 0 h 4041"/>
                  <a:gd name="T6" fmla="*/ 0 w 6771"/>
                  <a:gd name="T7" fmla="*/ 4041 h 4041"/>
                </a:gdLst>
                <a:ahLst/>
                <a:cxnLst>
                  <a:cxn ang="0">
                    <a:pos x="T0" y="T1"/>
                  </a:cxn>
                  <a:cxn ang="0">
                    <a:pos x="T2" y="T3"/>
                  </a:cxn>
                  <a:cxn ang="0">
                    <a:pos x="T4" y="T5"/>
                  </a:cxn>
                  <a:cxn ang="0">
                    <a:pos x="T6" y="T7"/>
                  </a:cxn>
                </a:cxnLst>
                <a:rect l="0" t="0" r="r" b="b"/>
                <a:pathLst>
                  <a:path w="6771" h="4041">
                    <a:moveTo>
                      <a:pt x="0" y="4041"/>
                    </a:moveTo>
                    <a:lnTo>
                      <a:pt x="6771" y="398"/>
                    </a:lnTo>
                    <a:cubicBezTo>
                      <a:pt x="6698" y="263"/>
                      <a:pt x="6621" y="130"/>
                      <a:pt x="6541" y="0"/>
                    </a:cubicBezTo>
                    <a:lnTo>
                      <a:pt x="0" y="4041"/>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5" name="Freeform 55"/>
              <p:cNvSpPr/>
              <p:nvPr/>
            </p:nvSpPr>
            <p:spPr bwMode="auto">
              <a:xfrm>
                <a:off x="4623845" y="3581113"/>
                <a:ext cx="651954" cy="340759"/>
              </a:xfrm>
              <a:custGeom>
                <a:avLst/>
                <a:gdLst>
                  <a:gd name="T0" fmla="*/ 0 w 6977"/>
                  <a:gd name="T1" fmla="*/ 3643 h 3643"/>
                  <a:gd name="T2" fmla="*/ 6977 w 6977"/>
                  <a:gd name="T3" fmla="*/ 411 h 3643"/>
                  <a:gd name="T4" fmla="*/ 6771 w 6977"/>
                  <a:gd name="T5" fmla="*/ 0 h 3643"/>
                  <a:gd name="T6" fmla="*/ 0 w 6977"/>
                  <a:gd name="T7" fmla="*/ 3643 h 3643"/>
                </a:gdLst>
                <a:ahLst/>
                <a:cxnLst>
                  <a:cxn ang="0">
                    <a:pos x="T0" y="T1"/>
                  </a:cxn>
                  <a:cxn ang="0">
                    <a:pos x="T2" y="T3"/>
                  </a:cxn>
                  <a:cxn ang="0">
                    <a:pos x="T4" y="T5"/>
                  </a:cxn>
                  <a:cxn ang="0">
                    <a:pos x="T6" y="T7"/>
                  </a:cxn>
                </a:cxnLst>
                <a:rect l="0" t="0" r="r" b="b"/>
                <a:pathLst>
                  <a:path w="6977" h="3643">
                    <a:moveTo>
                      <a:pt x="0" y="3643"/>
                    </a:moveTo>
                    <a:lnTo>
                      <a:pt x="6977" y="411"/>
                    </a:lnTo>
                    <a:cubicBezTo>
                      <a:pt x="6912" y="272"/>
                      <a:pt x="6843" y="135"/>
                      <a:pt x="6771" y="0"/>
                    </a:cubicBezTo>
                    <a:lnTo>
                      <a:pt x="0" y="364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6" name="Freeform 57"/>
              <p:cNvSpPr/>
              <p:nvPr/>
            </p:nvSpPr>
            <p:spPr bwMode="auto">
              <a:xfrm>
                <a:off x="4623845" y="3620013"/>
                <a:ext cx="669070" cy="301859"/>
              </a:xfrm>
              <a:custGeom>
                <a:avLst/>
                <a:gdLst>
                  <a:gd name="T0" fmla="*/ 0 w 7157"/>
                  <a:gd name="T1" fmla="*/ 3232 h 3232"/>
                  <a:gd name="T2" fmla="*/ 7157 w 7157"/>
                  <a:gd name="T3" fmla="*/ 423 h 3232"/>
                  <a:gd name="T4" fmla="*/ 6977 w 7157"/>
                  <a:gd name="T5" fmla="*/ 0 h 3232"/>
                  <a:gd name="T6" fmla="*/ 0 w 7157"/>
                  <a:gd name="T7" fmla="*/ 3232 h 3232"/>
                </a:gdLst>
                <a:ahLst/>
                <a:cxnLst>
                  <a:cxn ang="0">
                    <a:pos x="T0" y="T1"/>
                  </a:cxn>
                  <a:cxn ang="0">
                    <a:pos x="T2" y="T3"/>
                  </a:cxn>
                  <a:cxn ang="0">
                    <a:pos x="T4" y="T5"/>
                  </a:cxn>
                  <a:cxn ang="0">
                    <a:pos x="T6" y="T7"/>
                  </a:cxn>
                </a:cxnLst>
                <a:rect l="0" t="0" r="r" b="b"/>
                <a:pathLst>
                  <a:path w="7157" h="3232">
                    <a:moveTo>
                      <a:pt x="0" y="3232"/>
                    </a:moveTo>
                    <a:lnTo>
                      <a:pt x="7157" y="423"/>
                    </a:lnTo>
                    <a:cubicBezTo>
                      <a:pt x="7101" y="281"/>
                      <a:pt x="7041" y="140"/>
                      <a:pt x="6977" y="0"/>
                    </a:cubicBezTo>
                    <a:lnTo>
                      <a:pt x="0" y="323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7" name="Freeform 59"/>
              <p:cNvSpPr/>
              <p:nvPr/>
            </p:nvSpPr>
            <p:spPr bwMode="auto">
              <a:xfrm>
                <a:off x="4623845" y="3658912"/>
                <a:ext cx="683074" cy="262960"/>
              </a:xfrm>
              <a:custGeom>
                <a:avLst/>
                <a:gdLst>
                  <a:gd name="T0" fmla="*/ 0 w 7312"/>
                  <a:gd name="T1" fmla="*/ 2809 h 2809"/>
                  <a:gd name="T2" fmla="*/ 7312 w 7312"/>
                  <a:gd name="T3" fmla="*/ 433 h 2809"/>
                  <a:gd name="T4" fmla="*/ 7157 w 7312"/>
                  <a:gd name="T5" fmla="*/ 0 h 2809"/>
                  <a:gd name="T6" fmla="*/ 0 w 7312"/>
                  <a:gd name="T7" fmla="*/ 2809 h 2809"/>
                </a:gdLst>
                <a:ahLst/>
                <a:cxnLst>
                  <a:cxn ang="0">
                    <a:pos x="T0" y="T1"/>
                  </a:cxn>
                  <a:cxn ang="0">
                    <a:pos x="T2" y="T3"/>
                  </a:cxn>
                  <a:cxn ang="0">
                    <a:pos x="T4" y="T5"/>
                  </a:cxn>
                  <a:cxn ang="0">
                    <a:pos x="T6" y="T7"/>
                  </a:cxn>
                </a:cxnLst>
                <a:rect l="0" t="0" r="r" b="b"/>
                <a:pathLst>
                  <a:path w="7312" h="2809">
                    <a:moveTo>
                      <a:pt x="0" y="2809"/>
                    </a:moveTo>
                    <a:lnTo>
                      <a:pt x="7312" y="433"/>
                    </a:lnTo>
                    <a:cubicBezTo>
                      <a:pt x="7265" y="288"/>
                      <a:pt x="7213" y="143"/>
                      <a:pt x="7157" y="0"/>
                    </a:cubicBezTo>
                    <a:lnTo>
                      <a:pt x="0" y="2809"/>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8" name="Freeform 61"/>
              <p:cNvSpPr/>
              <p:nvPr/>
            </p:nvSpPr>
            <p:spPr bwMode="auto">
              <a:xfrm>
                <a:off x="4623845" y="3699367"/>
                <a:ext cx="695522" cy="222505"/>
              </a:xfrm>
              <a:custGeom>
                <a:avLst/>
                <a:gdLst>
                  <a:gd name="T0" fmla="*/ 0 w 7441"/>
                  <a:gd name="T1" fmla="*/ 2376 h 2376"/>
                  <a:gd name="T2" fmla="*/ 7441 w 7441"/>
                  <a:gd name="T3" fmla="*/ 442 h 2376"/>
                  <a:gd name="T4" fmla="*/ 7312 w 7441"/>
                  <a:gd name="T5" fmla="*/ 0 h 2376"/>
                  <a:gd name="T6" fmla="*/ 0 w 7441"/>
                  <a:gd name="T7" fmla="*/ 2376 h 2376"/>
                </a:gdLst>
                <a:ahLst/>
                <a:cxnLst>
                  <a:cxn ang="0">
                    <a:pos x="T0" y="T1"/>
                  </a:cxn>
                  <a:cxn ang="0">
                    <a:pos x="T2" y="T3"/>
                  </a:cxn>
                  <a:cxn ang="0">
                    <a:pos x="T4" y="T5"/>
                  </a:cxn>
                  <a:cxn ang="0">
                    <a:pos x="T6" y="T7"/>
                  </a:cxn>
                </a:cxnLst>
                <a:rect l="0" t="0" r="r" b="b"/>
                <a:pathLst>
                  <a:path w="7441" h="2376">
                    <a:moveTo>
                      <a:pt x="0" y="2376"/>
                    </a:moveTo>
                    <a:lnTo>
                      <a:pt x="7441" y="442"/>
                    </a:lnTo>
                    <a:cubicBezTo>
                      <a:pt x="7403" y="294"/>
                      <a:pt x="7360" y="146"/>
                      <a:pt x="7312" y="0"/>
                    </a:cubicBezTo>
                    <a:lnTo>
                      <a:pt x="0" y="2376"/>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9" name="Freeform 63"/>
              <p:cNvSpPr/>
              <p:nvPr/>
            </p:nvSpPr>
            <p:spPr bwMode="auto">
              <a:xfrm>
                <a:off x="4623845" y="3741379"/>
                <a:ext cx="704857" cy="180493"/>
              </a:xfrm>
              <a:custGeom>
                <a:avLst/>
                <a:gdLst>
                  <a:gd name="T0" fmla="*/ 0 w 7544"/>
                  <a:gd name="T1" fmla="*/ 1934 h 1934"/>
                  <a:gd name="T2" fmla="*/ 7544 w 7544"/>
                  <a:gd name="T3" fmla="*/ 448 h 1934"/>
                  <a:gd name="T4" fmla="*/ 7441 w 7544"/>
                  <a:gd name="T5" fmla="*/ 0 h 1934"/>
                  <a:gd name="T6" fmla="*/ 0 w 7544"/>
                  <a:gd name="T7" fmla="*/ 1934 h 1934"/>
                </a:gdLst>
                <a:ahLst/>
                <a:cxnLst>
                  <a:cxn ang="0">
                    <a:pos x="T0" y="T1"/>
                  </a:cxn>
                  <a:cxn ang="0">
                    <a:pos x="T2" y="T3"/>
                  </a:cxn>
                  <a:cxn ang="0">
                    <a:pos x="T4" y="T5"/>
                  </a:cxn>
                  <a:cxn ang="0">
                    <a:pos x="T6" y="T7"/>
                  </a:cxn>
                </a:cxnLst>
                <a:rect l="0" t="0" r="r" b="b"/>
                <a:pathLst>
                  <a:path w="7544" h="1934">
                    <a:moveTo>
                      <a:pt x="0" y="1934"/>
                    </a:moveTo>
                    <a:lnTo>
                      <a:pt x="7544" y="448"/>
                    </a:lnTo>
                    <a:cubicBezTo>
                      <a:pt x="7514" y="298"/>
                      <a:pt x="7480" y="148"/>
                      <a:pt x="7441" y="0"/>
                    </a:cubicBezTo>
                    <a:lnTo>
                      <a:pt x="0" y="193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0" name="Freeform 65"/>
              <p:cNvSpPr/>
              <p:nvPr/>
            </p:nvSpPr>
            <p:spPr bwMode="auto">
              <a:xfrm>
                <a:off x="4623845" y="3783390"/>
                <a:ext cx="711081" cy="138482"/>
              </a:xfrm>
              <a:custGeom>
                <a:avLst/>
                <a:gdLst>
                  <a:gd name="T0" fmla="*/ 0 w 7619"/>
                  <a:gd name="T1" fmla="*/ 1486 h 1486"/>
                  <a:gd name="T2" fmla="*/ 7619 w 7619"/>
                  <a:gd name="T3" fmla="*/ 454 h 1486"/>
                  <a:gd name="T4" fmla="*/ 7544 w 7619"/>
                  <a:gd name="T5" fmla="*/ 0 h 1486"/>
                  <a:gd name="T6" fmla="*/ 0 w 7619"/>
                  <a:gd name="T7" fmla="*/ 1486 h 1486"/>
                </a:gdLst>
                <a:ahLst/>
                <a:cxnLst>
                  <a:cxn ang="0">
                    <a:pos x="T0" y="T1"/>
                  </a:cxn>
                  <a:cxn ang="0">
                    <a:pos x="T2" y="T3"/>
                  </a:cxn>
                  <a:cxn ang="0">
                    <a:pos x="T4" y="T5"/>
                  </a:cxn>
                  <a:cxn ang="0">
                    <a:pos x="T6" y="T7"/>
                  </a:cxn>
                </a:cxnLst>
                <a:rect l="0" t="0" r="r" b="b"/>
                <a:pathLst>
                  <a:path w="7619" h="1486">
                    <a:moveTo>
                      <a:pt x="0" y="1486"/>
                    </a:moveTo>
                    <a:lnTo>
                      <a:pt x="7619" y="454"/>
                    </a:lnTo>
                    <a:cubicBezTo>
                      <a:pt x="7599" y="302"/>
                      <a:pt x="7573" y="151"/>
                      <a:pt x="7544" y="0"/>
                    </a:cubicBezTo>
                    <a:lnTo>
                      <a:pt x="0" y="1486"/>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1" name="Freeform 67"/>
              <p:cNvSpPr/>
              <p:nvPr/>
            </p:nvSpPr>
            <p:spPr bwMode="auto">
              <a:xfrm>
                <a:off x="4623845" y="3825402"/>
                <a:ext cx="715749" cy="96470"/>
              </a:xfrm>
              <a:custGeom>
                <a:avLst/>
                <a:gdLst>
                  <a:gd name="T0" fmla="*/ 0 w 7667"/>
                  <a:gd name="T1" fmla="*/ 1032 h 1032"/>
                  <a:gd name="T2" fmla="*/ 7667 w 7667"/>
                  <a:gd name="T3" fmla="*/ 458 h 1032"/>
                  <a:gd name="T4" fmla="*/ 7619 w 7667"/>
                  <a:gd name="T5" fmla="*/ 0 h 1032"/>
                  <a:gd name="T6" fmla="*/ 0 w 7667"/>
                  <a:gd name="T7" fmla="*/ 1032 h 1032"/>
                </a:gdLst>
                <a:ahLst/>
                <a:cxnLst>
                  <a:cxn ang="0">
                    <a:pos x="T0" y="T1"/>
                  </a:cxn>
                  <a:cxn ang="0">
                    <a:pos x="T2" y="T3"/>
                  </a:cxn>
                  <a:cxn ang="0">
                    <a:pos x="T4" y="T5"/>
                  </a:cxn>
                  <a:cxn ang="0">
                    <a:pos x="T6" y="T7"/>
                  </a:cxn>
                </a:cxnLst>
                <a:rect l="0" t="0" r="r" b="b"/>
                <a:pathLst>
                  <a:path w="7667" h="1032">
                    <a:moveTo>
                      <a:pt x="0" y="1032"/>
                    </a:moveTo>
                    <a:lnTo>
                      <a:pt x="7667" y="458"/>
                    </a:lnTo>
                    <a:cubicBezTo>
                      <a:pt x="7656" y="305"/>
                      <a:pt x="7640" y="152"/>
                      <a:pt x="7619" y="0"/>
                    </a:cubicBezTo>
                    <a:lnTo>
                      <a:pt x="0" y="103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2" name="Freeform 69"/>
              <p:cNvSpPr/>
              <p:nvPr/>
            </p:nvSpPr>
            <p:spPr bwMode="auto">
              <a:xfrm>
                <a:off x="4623845" y="3868969"/>
                <a:ext cx="718861" cy="52903"/>
              </a:xfrm>
              <a:custGeom>
                <a:avLst/>
                <a:gdLst>
                  <a:gd name="T0" fmla="*/ 0 w 7688"/>
                  <a:gd name="T1" fmla="*/ 574 h 574"/>
                  <a:gd name="T2" fmla="*/ 7688 w 7688"/>
                  <a:gd name="T3" fmla="*/ 459 h 574"/>
                  <a:gd name="T4" fmla="*/ 7667 w 7688"/>
                  <a:gd name="T5" fmla="*/ 0 h 574"/>
                  <a:gd name="T6" fmla="*/ 0 w 7688"/>
                  <a:gd name="T7" fmla="*/ 574 h 574"/>
                </a:gdLst>
                <a:ahLst/>
                <a:cxnLst>
                  <a:cxn ang="0">
                    <a:pos x="T0" y="T1"/>
                  </a:cxn>
                  <a:cxn ang="0">
                    <a:pos x="T2" y="T3"/>
                  </a:cxn>
                  <a:cxn ang="0">
                    <a:pos x="T4" y="T5"/>
                  </a:cxn>
                  <a:cxn ang="0">
                    <a:pos x="T6" y="T7"/>
                  </a:cxn>
                </a:cxnLst>
                <a:rect l="0" t="0" r="r" b="b"/>
                <a:pathLst>
                  <a:path w="7688" h="574">
                    <a:moveTo>
                      <a:pt x="0" y="574"/>
                    </a:moveTo>
                    <a:lnTo>
                      <a:pt x="7688" y="459"/>
                    </a:lnTo>
                    <a:cubicBezTo>
                      <a:pt x="7686" y="306"/>
                      <a:pt x="7679" y="153"/>
                      <a:pt x="7667" y="0"/>
                    </a:cubicBezTo>
                    <a:lnTo>
                      <a:pt x="0" y="57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3" name="Freeform 71"/>
              <p:cNvSpPr/>
              <p:nvPr/>
            </p:nvSpPr>
            <p:spPr bwMode="auto">
              <a:xfrm>
                <a:off x="4623845" y="3910980"/>
                <a:ext cx="718861" cy="43567"/>
              </a:xfrm>
              <a:custGeom>
                <a:avLst/>
                <a:gdLst>
                  <a:gd name="T0" fmla="*/ 0 w 7690"/>
                  <a:gd name="T1" fmla="*/ 115 h 460"/>
                  <a:gd name="T2" fmla="*/ 7681 w 7690"/>
                  <a:gd name="T3" fmla="*/ 460 h 460"/>
                  <a:gd name="T4" fmla="*/ 7688 w 7690"/>
                  <a:gd name="T5" fmla="*/ 0 h 460"/>
                  <a:gd name="T6" fmla="*/ 0 w 7690"/>
                  <a:gd name="T7" fmla="*/ 115 h 460"/>
                </a:gdLst>
                <a:ahLst/>
                <a:cxnLst>
                  <a:cxn ang="0">
                    <a:pos x="T0" y="T1"/>
                  </a:cxn>
                  <a:cxn ang="0">
                    <a:pos x="T2" y="T3"/>
                  </a:cxn>
                  <a:cxn ang="0">
                    <a:pos x="T4" y="T5"/>
                  </a:cxn>
                  <a:cxn ang="0">
                    <a:pos x="T6" y="T7"/>
                  </a:cxn>
                </a:cxnLst>
                <a:rect l="0" t="0" r="r" b="b"/>
                <a:pathLst>
                  <a:path w="7690" h="460">
                    <a:moveTo>
                      <a:pt x="0" y="115"/>
                    </a:moveTo>
                    <a:lnTo>
                      <a:pt x="7681" y="460"/>
                    </a:lnTo>
                    <a:cubicBezTo>
                      <a:pt x="7688" y="307"/>
                      <a:pt x="7690" y="154"/>
                      <a:pt x="7688" y="0"/>
                    </a:cubicBezTo>
                    <a:lnTo>
                      <a:pt x="0" y="115"/>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4" name="Freeform 73"/>
              <p:cNvSpPr/>
              <p:nvPr/>
            </p:nvSpPr>
            <p:spPr bwMode="auto">
              <a:xfrm>
                <a:off x="4623845" y="3921872"/>
                <a:ext cx="717305" cy="74687"/>
              </a:xfrm>
              <a:custGeom>
                <a:avLst/>
                <a:gdLst>
                  <a:gd name="T0" fmla="*/ 0 w 7681"/>
                  <a:gd name="T1" fmla="*/ 0 h 804"/>
                  <a:gd name="T2" fmla="*/ 7647 w 7681"/>
                  <a:gd name="T3" fmla="*/ 804 h 804"/>
                  <a:gd name="T4" fmla="*/ 7681 w 7681"/>
                  <a:gd name="T5" fmla="*/ 345 h 804"/>
                  <a:gd name="T6" fmla="*/ 0 w 7681"/>
                  <a:gd name="T7" fmla="*/ 0 h 804"/>
                </a:gdLst>
                <a:ahLst/>
                <a:cxnLst>
                  <a:cxn ang="0">
                    <a:pos x="T0" y="T1"/>
                  </a:cxn>
                  <a:cxn ang="0">
                    <a:pos x="T2" y="T3"/>
                  </a:cxn>
                  <a:cxn ang="0">
                    <a:pos x="T4" y="T5"/>
                  </a:cxn>
                  <a:cxn ang="0">
                    <a:pos x="T6" y="T7"/>
                  </a:cxn>
                </a:cxnLst>
                <a:rect l="0" t="0" r="r" b="b"/>
                <a:pathLst>
                  <a:path w="7681" h="804">
                    <a:moveTo>
                      <a:pt x="0" y="0"/>
                    </a:moveTo>
                    <a:lnTo>
                      <a:pt x="7647" y="804"/>
                    </a:lnTo>
                    <a:cubicBezTo>
                      <a:pt x="7663" y="651"/>
                      <a:pt x="7674" y="498"/>
                      <a:pt x="7681" y="345"/>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5" name="Freeform 75"/>
              <p:cNvSpPr/>
              <p:nvPr/>
            </p:nvSpPr>
            <p:spPr bwMode="auto">
              <a:xfrm>
                <a:off x="4623845" y="3921872"/>
                <a:ext cx="714193" cy="118254"/>
              </a:xfrm>
              <a:custGeom>
                <a:avLst/>
                <a:gdLst>
                  <a:gd name="T0" fmla="*/ 0 w 7647"/>
                  <a:gd name="T1" fmla="*/ 0 h 1260"/>
                  <a:gd name="T2" fmla="*/ 7585 w 7647"/>
                  <a:gd name="T3" fmla="*/ 1260 h 1260"/>
                  <a:gd name="T4" fmla="*/ 7647 w 7647"/>
                  <a:gd name="T5" fmla="*/ 804 h 1260"/>
                  <a:gd name="T6" fmla="*/ 0 w 7647"/>
                  <a:gd name="T7" fmla="*/ 0 h 1260"/>
                </a:gdLst>
                <a:ahLst/>
                <a:cxnLst>
                  <a:cxn ang="0">
                    <a:pos x="T0" y="T1"/>
                  </a:cxn>
                  <a:cxn ang="0">
                    <a:pos x="T2" y="T3"/>
                  </a:cxn>
                  <a:cxn ang="0">
                    <a:pos x="T4" y="T5"/>
                  </a:cxn>
                  <a:cxn ang="0">
                    <a:pos x="T6" y="T7"/>
                  </a:cxn>
                </a:cxnLst>
                <a:rect l="0" t="0" r="r" b="b"/>
                <a:pathLst>
                  <a:path w="7647" h="1260">
                    <a:moveTo>
                      <a:pt x="0" y="0"/>
                    </a:moveTo>
                    <a:lnTo>
                      <a:pt x="7585" y="1260"/>
                    </a:lnTo>
                    <a:cubicBezTo>
                      <a:pt x="7610" y="1108"/>
                      <a:pt x="7631" y="956"/>
                      <a:pt x="7647" y="804"/>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6" name="Freeform 77"/>
              <p:cNvSpPr/>
              <p:nvPr/>
            </p:nvSpPr>
            <p:spPr bwMode="auto">
              <a:xfrm>
                <a:off x="4623845" y="3921872"/>
                <a:ext cx="707969" cy="160266"/>
              </a:xfrm>
              <a:custGeom>
                <a:avLst/>
                <a:gdLst>
                  <a:gd name="T0" fmla="*/ 0 w 7585"/>
                  <a:gd name="T1" fmla="*/ 0 h 1711"/>
                  <a:gd name="T2" fmla="*/ 7496 w 7585"/>
                  <a:gd name="T3" fmla="*/ 1711 h 1711"/>
                  <a:gd name="T4" fmla="*/ 7585 w 7585"/>
                  <a:gd name="T5" fmla="*/ 1260 h 1711"/>
                  <a:gd name="T6" fmla="*/ 0 w 7585"/>
                  <a:gd name="T7" fmla="*/ 0 h 1711"/>
                </a:gdLst>
                <a:ahLst/>
                <a:cxnLst>
                  <a:cxn ang="0">
                    <a:pos x="T0" y="T1"/>
                  </a:cxn>
                  <a:cxn ang="0">
                    <a:pos x="T2" y="T3"/>
                  </a:cxn>
                  <a:cxn ang="0">
                    <a:pos x="T4" y="T5"/>
                  </a:cxn>
                  <a:cxn ang="0">
                    <a:pos x="T6" y="T7"/>
                  </a:cxn>
                </a:cxnLst>
                <a:rect l="0" t="0" r="r" b="b"/>
                <a:pathLst>
                  <a:path w="7585" h="1711">
                    <a:moveTo>
                      <a:pt x="0" y="0"/>
                    </a:moveTo>
                    <a:lnTo>
                      <a:pt x="7496" y="1711"/>
                    </a:lnTo>
                    <a:cubicBezTo>
                      <a:pt x="7530" y="1562"/>
                      <a:pt x="7560" y="1411"/>
                      <a:pt x="7585" y="1260"/>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7" name="Freeform 79"/>
              <p:cNvSpPr/>
              <p:nvPr/>
            </p:nvSpPr>
            <p:spPr bwMode="auto">
              <a:xfrm>
                <a:off x="4623845" y="3921872"/>
                <a:ext cx="700189" cy="200721"/>
              </a:xfrm>
              <a:custGeom>
                <a:avLst/>
                <a:gdLst>
                  <a:gd name="T0" fmla="*/ 0 w 7496"/>
                  <a:gd name="T1" fmla="*/ 0 h 2156"/>
                  <a:gd name="T2" fmla="*/ 7380 w 7496"/>
                  <a:gd name="T3" fmla="*/ 2156 h 2156"/>
                  <a:gd name="T4" fmla="*/ 7496 w 7496"/>
                  <a:gd name="T5" fmla="*/ 1711 h 2156"/>
                  <a:gd name="T6" fmla="*/ 0 w 7496"/>
                  <a:gd name="T7" fmla="*/ 0 h 2156"/>
                </a:gdLst>
                <a:ahLst/>
                <a:cxnLst>
                  <a:cxn ang="0">
                    <a:pos x="T0" y="T1"/>
                  </a:cxn>
                  <a:cxn ang="0">
                    <a:pos x="T2" y="T3"/>
                  </a:cxn>
                  <a:cxn ang="0">
                    <a:pos x="T4" y="T5"/>
                  </a:cxn>
                  <a:cxn ang="0">
                    <a:pos x="T6" y="T7"/>
                  </a:cxn>
                </a:cxnLst>
                <a:rect l="0" t="0" r="r" b="b"/>
                <a:pathLst>
                  <a:path w="7496" h="2156">
                    <a:moveTo>
                      <a:pt x="0" y="0"/>
                    </a:moveTo>
                    <a:lnTo>
                      <a:pt x="7380" y="2156"/>
                    </a:lnTo>
                    <a:cubicBezTo>
                      <a:pt x="7423" y="2009"/>
                      <a:pt x="7462" y="1861"/>
                      <a:pt x="7496" y="1711"/>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8" name="Freeform 81"/>
              <p:cNvSpPr/>
              <p:nvPr/>
            </p:nvSpPr>
            <p:spPr bwMode="auto">
              <a:xfrm>
                <a:off x="4623845" y="3921872"/>
                <a:ext cx="689298" cy="242732"/>
              </a:xfrm>
              <a:custGeom>
                <a:avLst/>
                <a:gdLst>
                  <a:gd name="T0" fmla="*/ 0 w 7380"/>
                  <a:gd name="T1" fmla="*/ 0 h 2594"/>
                  <a:gd name="T2" fmla="*/ 7238 w 7380"/>
                  <a:gd name="T3" fmla="*/ 2594 h 2594"/>
                  <a:gd name="T4" fmla="*/ 7380 w 7380"/>
                  <a:gd name="T5" fmla="*/ 2156 h 2594"/>
                  <a:gd name="T6" fmla="*/ 0 w 7380"/>
                  <a:gd name="T7" fmla="*/ 0 h 2594"/>
                </a:gdLst>
                <a:ahLst/>
                <a:cxnLst>
                  <a:cxn ang="0">
                    <a:pos x="T0" y="T1"/>
                  </a:cxn>
                  <a:cxn ang="0">
                    <a:pos x="T2" y="T3"/>
                  </a:cxn>
                  <a:cxn ang="0">
                    <a:pos x="T4" y="T5"/>
                  </a:cxn>
                  <a:cxn ang="0">
                    <a:pos x="T6" y="T7"/>
                  </a:cxn>
                </a:cxnLst>
                <a:rect l="0" t="0" r="r" b="b"/>
                <a:pathLst>
                  <a:path w="7380" h="2594">
                    <a:moveTo>
                      <a:pt x="0" y="0"/>
                    </a:moveTo>
                    <a:lnTo>
                      <a:pt x="7238" y="2594"/>
                    </a:lnTo>
                    <a:cubicBezTo>
                      <a:pt x="7290" y="2449"/>
                      <a:pt x="7337" y="2304"/>
                      <a:pt x="7380" y="2156"/>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9" name="Freeform 83"/>
              <p:cNvSpPr/>
              <p:nvPr/>
            </p:nvSpPr>
            <p:spPr bwMode="auto">
              <a:xfrm>
                <a:off x="4623845" y="3921872"/>
                <a:ext cx="676850" cy="281632"/>
              </a:xfrm>
              <a:custGeom>
                <a:avLst/>
                <a:gdLst>
                  <a:gd name="T0" fmla="*/ 0 w 7238"/>
                  <a:gd name="T1" fmla="*/ 0 h 3022"/>
                  <a:gd name="T2" fmla="*/ 7070 w 7238"/>
                  <a:gd name="T3" fmla="*/ 3022 h 3022"/>
                  <a:gd name="T4" fmla="*/ 7238 w 7238"/>
                  <a:gd name="T5" fmla="*/ 2594 h 3022"/>
                  <a:gd name="T6" fmla="*/ 0 w 7238"/>
                  <a:gd name="T7" fmla="*/ 0 h 3022"/>
                </a:gdLst>
                <a:ahLst/>
                <a:cxnLst>
                  <a:cxn ang="0">
                    <a:pos x="T0" y="T1"/>
                  </a:cxn>
                  <a:cxn ang="0">
                    <a:pos x="T2" y="T3"/>
                  </a:cxn>
                  <a:cxn ang="0">
                    <a:pos x="T4" y="T5"/>
                  </a:cxn>
                  <a:cxn ang="0">
                    <a:pos x="T6" y="T7"/>
                  </a:cxn>
                </a:cxnLst>
                <a:rect l="0" t="0" r="r" b="b"/>
                <a:pathLst>
                  <a:path w="7238" h="3022">
                    <a:moveTo>
                      <a:pt x="0" y="0"/>
                    </a:moveTo>
                    <a:lnTo>
                      <a:pt x="7070" y="3022"/>
                    </a:lnTo>
                    <a:cubicBezTo>
                      <a:pt x="7130" y="2881"/>
                      <a:pt x="7186" y="2738"/>
                      <a:pt x="7238" y="2594"/>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0" name="Freeform 85"/>
              <p:cNvSpPr/>
              <p:nvPr/>
            </p:nvSpPr>
            <p:spPr bwMode="auto">
              <a:xfrm>
                <a:off x="4623845" y="3921872"/>
                <a:ext cx="659734" cy="320531"/>
              </a:xfrm>
              <a:custGeom>
                <a:avLst/>
                <a:gdLst>
                  <a:gd name="T0" fmla="*/ 0 w 7070"/>
                  <a:gd name="T1" fmla="*/ 0 h 3439"/>
                  <a:gd name="T2" fmla="*/ 6877 w 7070"/>
                  <a:gd name="T3" fmla="*/ 3439 h 3439"/>
                  <a:gd name="T4" fmla="*/ 7070 w 7070"/>
                  <a:gd name="T5" fmla="*/ 3022 h 3439"/>
                  <a:gd name="T6" fmla="*/ 0 w 7070"/>
                  <a:gd name="T7" fmla="*/ 0 h 3439"/>
                </a:gdLst>
                <a:ahLst/>
                <a:cxnLst>
                  <a:cxn ang="0">
                    <a:pos x="T0" y="T1"/>
                  </a:cxn>
                  <a:cxn ang="0">
                    <a:pos x="T2" y="T3"/>
                  </a:cxn>
                  <a:cxn ang="0">
                    <a:pos x="T4" y="T5"/>
                  </a:cxn>
                  <a:cxn ang="0">
                    <a:pos x="T6" y="T7"/>
                  </a:cxn>
                </a:cxnLst>
                <a:rect l="0" t="0" r="r" b="b"/>
                <a:pathLst>
                  <a:path w="7070" h="3439">
                    <a:moveTo>
                      <a:pt x="0" y="0"/>
                    </a:moveTo>
                    <a:lnTo>
                      <a:pt x="6877" y="3439"/>
                    </a:lnTo>
                    <a:cubicBezTo>
                      <a:pt x="6945" y="3302"/>
                      <a:pt x="7010" y="3163"/>
                      <a:pt x="7070" y="3022"/>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1" name="Freeform 87"/>
              <p:cNvSpPr/>
              <p:nvPr/>
            </p:nvSpPr>
            <p:spPr bwMode="auto">
              <a:xfrm>
                <a:off x="4623845" y="3921872"/>
                <a:ext cx="642618" cy="359431"/>
              </a:xfrm>
              <a:custGeom>
                <a:avLst/>
                <a:gdLst>
                  <a:gd name="T0" fmla="*/ 0 w 6877"/>
                  <a:gd name="T1" fmla="*/ 0 h 3845"/>
                  <a:gd name="T2" fmla="*/ 6659 w 6877"/>
                  <a:gd name="T3" fmla="*/ 3845 h 3845"/>
                  <a:gd name="T4" fmla="*/ 6877 w 6877"/>
                  <a:gd name="T5" fmla="*/ 3439 h 3845"/>
                  <a:gd name="T6" fmla="*/ 0 w 6877"/>
                  <a:gd name="T7" fmla="*/ 0 h 3845"/>
                </a:gdLst>
                <a:ahLst/>
                <a:cxnLst>
                  <a:cxn ang="0">
                    <a:pos x="T0" y="T1"/>
                  </a:cxn>
                  <a:cxn ang="0">
                    <a:pos x="T2" y="T3"/>
                  </a:cxn>
                  <a:cxn ang="0">
                    <a:pos x="T4" y="T5"/>
                  </a:cxn>
                  <a:cxn ang="0">
                    <a:pos x="T6" y="T7"/>
                  </a:cxn>
                </a:cxnLst>
                <a:rect l="0" t="0" r="r" b="b"/>
                <a:pathLst>
                  <a:path w="6877" h="3845">
                    <a:moveTo>
                      <a:pt x="0" y="0"/>
                    </a:moveTo>
                    <a:lnTo>
                      <a:pt x="6659" y="3845"/>
                    </a:lnTo>
                    <a:cubicBezTo>
                      <a:pt x="6735" y="3712"/>
                      <a:pt x="6808" y="3577"/>
                      <a:pt x="6877" y="3439"/>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2" name="Freeform 89"/>
              <p:cNvSpPr/>
              <p:nvPr/>
            </p:nvSpPr>
            <p:spPr bwMode="auto">
              <a:xfrm>
                <a:off x="4623845" y="3921872"/>
                <a:ext cx="622390" cy="395218"/>
              </a:xfrm>
              <a:custGeom>
                <a:avLst/>
                <a:gdLst>
                  <a:gd name="T0" fmla="*/ 0 w 6659"/>
                  <a:gd name="T1" fmla="*/ 0 h 4236"/>
                  <a:gd name="T2" fmla="*/ 6417 w 6659"/>
                  <a:gd name="T3" fmla="*/ 4236 h 4236"/>
                  <a:gd name="T4" fmla="*/ 6659 w 6659"/>
                  <a:gd name="T5" fmla="*/ 3845 h 4236"/>
                  <a:gd name="T6" fmla="*/ 0 w 6659"/>
                  <a:gd name="T7" fmla="*/ 0 h 4236"/>
                </a:gdLst>
                <a:ahLst/>
                <a:cxnLst>
                  <a:cxn ang="0">
                    <a:pos x="T0" y="T1"/>
                  </a:cxn>
                  <a:cxn ang="0">
                    <a:pos x="T2" y="T3"/>
                  </a:cxn>
                  <a:cxn ang="0">
                    <a:pos x="T4" y="T5"/>
                  </a:cxn>
                  <a:cxn ang="0">
                    <a:pos x="T6" y="T7"/>
                  </a:cxn>
                </a:cxnLst>
                <a:rect l="0" t="0" r="r" b="b"/>
                <a:pathLst>
                  <a:path w="6659" h="4236">
                    <a:moveTo>
                      <a:pt x="0" y="0"/>
                    </a:moveTo>
                    <a:lnTo>
                      <a:pt x="6417" y="4236"/>
                    </a:lnTo>
                    <a:cubicBezTo>
                      <a:pt x="6501" y="4108"/>
                      <a:pt x="6582" y="3977"/>
                      <a:pt x="6659" y="3845"/>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3" name="Freeform 91"/>
              <p:cNvSpPr/>
              <p:nvPr/>
            </p:nvSpPr>
            <p:spPr bwMode="auto">
              <a:xfrm>
                <a:off x="4623845" y="3921872"/>
                <a:ext cx="599051" cy="431006"/>
              </a:xfrm>
              <a:custGeom>
                <a:avLst/>
                <a:gdLst>
                  <a:gd name="T0" fmla="*/ 0 w 6417"/>
                  <a:gd name="T1" fmla="*/ 0 h 4612"/>
                  <a:gd name="T2" fmla="*/ 6152 w 6417"/>
                  <a:gd name="T3" fmla="*/ 4612 h 4612"/>
                  <a:gd name="T4" fmla="*/ 6417 w 6417"/>
                  <a:gd name="T5" fmla="*/ 4236 h 4612"/>
                  <a:gd name="T6" fmla="*/ 0 w 6417"/>
                  <a:gd name="T7" fmla="*/ 0 h 4612"/>
                </a:gdLst>
                <a:ahLst/>
                <a:cxnLst>
                  <a:cxn ang="0">
                    <a:pos x="T0" y="T1"/>
                  </a:cxn>
                  <a:cxn ang="0">
                    <a:pos x="T2" y="T3"/>
                  </a:cxn>
                  <a:cxn ang="0">
                    <a:pos x="T4" y="T5"/>
                  </a:cxn>
                  <a:cxn ang="0">
                    <a:pos x="T6" y="T7"/>
                  </a:cxn>
                </a:cxnLst>
                <a:rect l="0" t="0" r="r" b="b"/>
                <a:pathLst>
                  <a:path w="6417" h="4612">
                    <a:moveTo>
                      <a:pt x="0" y="0"/>
                    </a:moveTo>
                    <a:lnTo>
                      <a:pt x="6152" y="4612"/>
                    </a:lnTo>
                    <a:cubicBezTo>
                      <a:pt x="6244" y="4489"/>
                      <a:pt x="6332" y="4364"/>
                      <a:pt x="6417" y="4236"/>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4" name="Freeform 93"/>
              <p:cNvSpPr/>
              <p:nvPr/>
            </p:nvSpPr>
            <p:spPr bwMode="auto">
              <a:xfrm>
                <a:off x="4623845" y="3921872"/>
                <a:ext cx="574155" cy="463681"/>
              </a:xfrm>
              <a:custGeom>
                <a:avLst/>
                <a:gdLst>
                  <a:gd name="T0" fmla="*/ 0 w 6152"/>
                  <a:gd name="T1" fmla="*/ 0 h 4972"/>
                  <a:gd name="T2" fmla="*/ 5865 w 6152"/>
                  <a:gd name="T3" fmla="*/ 4972 h 4972"/>
                  <a:gd name="T4" fmla="*/ 6152 w 6152"/>
                  <a:gd name="T5" fmla="*/ 4612 h 4972"/>
                  <a:gd name="T6" fmla="*/ 0 w 6152"/>
                  <a:gd name="T7" fmla="*/ 0 h 4972"/>
                </a:gdLst>
                <a:ahLst/>
                <a:cxnLst>
                  <a:cxn ang="0">
                    <a:pos x="T0" y="T1"/>
                  </a:cxn>
                  <a:cxn ang="0">
                    <a:pos x="T2" y="T3"/>
                  </a:cxn>
                  <a:cxn ang="0">
                    <a:pos x="T4" y="T5"/>
                  </a:cxn>
                  <a:cxn ang="0">
                    <a:pos x="T6" y="T7"/>
                  </a:cxn>
                </a:cxnLst>
                <a:rect l="0" t="0" r="r" b="b"/>
                <a:pathLst>
                  <a:path w="6152" h="4972">
                    <a:moveTo>
                      <a:pt x="0" y="0"/>
                    </a:moveTo>
                    <a:lnTo>
                      <a:pt x="5865" y="4972"/>
                    </a:lnTo>
                    <a:cubicBezTo>
                      <a:pt x="5964" y="4855"/>
                      <a:pt x="6060" y="4735"/>
                      <a:pt x="6152" y="4612"/>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5" name="Freeform 95"/>
              <p:cNvSpPr/>
              <p:nvPr/>
            </p:nvSpPr>
            <p:spPr bwMode="auto">
              <a:xfrm>
                <a:off x="4623845" y="3921872"/>
                <a:ext cx="547703" cy="496357"/>
              </a:xfrm>
              <a:custGeom>
                <a:avLst/>
                <a:gdLst>
                  <a:gd name="T0" fmla="*/ 0 w 5865"/>
                  <a:gd name="T1" fmla="*/ 0 h 5313"/>
                  <a:gd name="T2" fmla="*/ 5558 w 5865"/>
                  <a:gd name="T3" fmla="*/ 5313 h 5313"/>
                  <a:gd name="T4" fmla="*/ 5865 w 5865"/>
                  <a:gd name="T5" fmla="*/ 4972 h 5313"/>
                  <a:gd name="T6" fmla="*/ 0 w 5865"/>
                  <a:gd name="T7" fmla="*/ 0 h 5313"/>
                </a:gdLst>
                <a:ahLst/>
                <a:cxnLst>
                  <a:cxn ang="0">
                    <a:pos x="T0" y="T1"/>
                  </a:cxn>
                  <a:cxn ang="0">
                    <a:pos x="T2" y="T3"/>
                  </a:cxn>
                  <a:cxn ang="0">
                    <a:pos x="T4" y="T5"/>
                  </a:cxn>
                  <a:cxn ang="0">
                    <a:pos x="T6" y="T7"/>
                  </a:cxn>
                </a:cxnLst>
                <a:rect l="0" t="0" r="r" b="b"/>
                <a:pathLst>
                  <a:path w="5865" h="5313">
                    <a:moveTo>
                      <a:pt x="0" y="0"/>
                    </a:moveTo>
                    <a:lnTo>
                      <a:pt x="5558" y="5313"/>
                    </a:lnTo>
                    <a:cubicBezTo>
                      <a:pt x="5663" y="5203"/>
                      <a:pt x="5766" y="5089"/>
                      <a:pt x="5865" y="4972"/>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6" name="Freeform 97"/>
              <p:cNvSpPr/>
              <p:nvPr/>
            </p:nvSpPr>
            <p:spPr bwMode="auto">
              <a:xfrm>
                <a:off x="4623845" y="3921872"/>
                <a:ext cx="519696" cy="525920"/>
              </a:xfrm>
              <a:custGeom>
                <a:avLst/>
                <a:gdLst>
                  <a:gd name="T0" fmla="*/ 0 w 5558"/>
                  <a:gd name="T1" fmla="*/ 0 h 5636"/>
                  <a:gd name="T2" fmla="*/ 5230 w 5558"/>
                  <a:gd name="T3" fmla="*/ 5636 h 5636"/>
                  <a:gd name="T4" fmla="*/ 5558 w 5558"/>
                  <a:gd name="T5" fmla="*/ 5313 h 5636"/>
                  <a:gd name="T6" fmla="*/ 0 w 5558"/>
                  <a:gd name="T7" fmla="*/ 0 h 5636"/>
                </a:gdLst>
                <a:ahLst/>
                <a:cxnLst>
                  <a:cxn ang="0">
                    <a:pos x="T0" y="T1"/>
                  </a:cxn>
                  <a:cxn ang="0">
                    <a:pos x="T2" y="T3"/>
                  </a:cxn>
                  <a:cxn ang="0">
                    <a:pos x="T4" y="T5"/>
                  </a:cxn>
                  <a:cxn ang="0">
                    <a:pos x="T6" y="T7"/>
                  </a:cxn>
                </a:cxnLst>
                <a:rect l="0" t="0" r="r" b="b"/>
                <a:pathLst>
                  <a:path w="5558" h="5636">
                    <a:moveTo>
                      <a:pt x="0" y="0"/>
                    </a:moveTo>
                    <a:lnTo>
                      <a:pt x="5230" y="5636"/>
                    </a:lnTo>
                    <a:cubicBezTo>
                      <a:pt x="5342" y="5532"/>
                      <a:pt x="5452" y="5424"/>
                      <a:pt x="5558" y="5313"/>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7" name="Freeform 99"/>
              <p:cNvSpPr/>
              <p:nvPr/>
            </p:nvSpPr>
            <p:spPr bwMode="auto">
              <a:xfrm>
                <a:off x="4623845" y="3921872"/>
                <a:ext cx="488576" cy="553927"/>
              </a:xfrm>
              <a:custGeom>
                <a:avLst/>
                <a:gdLst>
                  <a:gd name="T0" fmla="*/ 0 w 5230"/>
                  <a:gd name="T1" fmla="*/ 0 h 5939"/>
                  <a:gd name="T2" fmla="*/ 4883 w 5230"/>
                  <a:gd name="T3" fmla="*/ 5939 h 5939"/>
                  <a:gd name="T4" fmla="*/ 5230 w 5230"/>
                  <a:gd name="T5" fmla="*/ 5636 h 5939"/>
                  <a:gd name="T6" fmla="*/ 0 w 5230"/>
                  <a:gd name="T7" fmla="*/ 0 h 5939"/>
                </a:gdLst>
                <a:ahLst/>
                <a:cxnLst>
                  <a:cxn ang="0">
                    <a:pos x="T0" y="T1"/>
                  </a:cxn>
                  <a:cxn ang="0">
                    <a:pos x="T2" y="T3"/>
                  </a:cxn>
                  <a:cxn ang="0">
                    <a:pos x="T4" y="T5"/>
                  </a:cxn>
                  <a:cxn ang="0">
                    <a:pos x="T6" y="T7"/>
                  </a:cxn>
                </a:cxnLst>
                <a:rect l="0" t="0" r="r" b="b"/>
                <a:pathLst>
                  <a:path w="5230" h="5939">
                    <a:moveTo>
                      <a:pt x="0" y="0"/>
                    </a:moveTo>
                    <a:lnTo>
                      <a:pt x="4883" y="5939"/>
                    </a:lnTo>
                    <a:cubicBezTo>
                      <a:pt x="5002" y="5842"/>
                      <a:pt x="5117" y="5741"/>
                      <a:pt x="5230" y="5636"/>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8" name="Freeform 101"/>
              <p:cNvSpPr/>
              <p:nvPr/>
            </p:nvSpPr>
            <p:spPr bwMode="auto">
              <a:xfrm>
                <a:off x="4623845" y="3921872"/>
                <a:ext cx="455901" cy="580379"/>
              </a:xfrm>
              <a:custGeom>
                <a:avLst/>
                <a:gdLst>
                  <a:gd name="T0" fmla="*/ 0 w 4883"/>
                  <a:gd name="T1" fmla="*/ 0 h 6220"/>
                  <a:gd name="T2" fmla="*/ 4519 w 4883"/>
                  <a:gd name="T3" fmla="*/ 6220 h 6220"/>
                  <a:gd name="T4" fmla="*/ 4883 w 4883"/>
                  <a:gd name="T5" fmla="*/ 5939 h 6220"/>
                  <a:gd name="T6" fmla="*/ 0 w 4883"/>
                  <a:gd name="T7" fmla="*/ 0 h 6220"/>
                </a:gdLst>
                <a:ahLst/>
                <a:cxnLst>
                  <a:cxn ang="0">
                    <a:pos x="T0" y="T1"/>
                  </a:cxn>
                  <a:cxn ang="0">
                    <a:pos x="T2" y="T3"/>
                  </a:cxn>
                  <a:cxn ang="0">
                    <a:pos x="T4" y="T5"/>
                  </a:cxn>
                  <a:cxn ang="0">
                    <a:pos x="T6" y="T7"/>
                  </a:cxn>
                </a:cxnLst>
                <a:rect l="0" t="0" r="r" b="b"/>
                <a:pathLst>
                  <a:path w="4883" h="6220">
                    <a:moveTo>
                      <a:pt x="0" y="0"/>
                    </a:moveTo>
                    <a:lnTo>
                      <a:pt x="4519" y="6220"/>
                    </a:lnTo>
                    <a:cubicBezTo>
                      <a:pt x="4644" y="6130"/>
                      <a:pt x="4765" y="6036"/>
                      <a:pt x="4883" y="5939"/>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9" name="Freeform 103"/>
              <p:cNvSpPr/>
              <p:nvPr/>
            </p:nvSpPr>
            <p:spPr bwMode="auto">
              <a:xfrm>
                <a:off x="4623845" y="3921872"/>
                <a:ext cx="421670" cy="605275"/>
              </a:xfrm>
              <a:custGeom>
                <a:avLst/>
                <a:gdLst>
                  <a:gd name="T0" fmla="*/ 0 w 4519"/>
                  <a:gd name="T1" fmla="*/ 0 h 6480"/>
                  <a:gd name="T2" fmla="*/ 4139 w 4519"/>
                  <a:gd name="T3" fmla="*/ 6480 h 6480"/>
                  <a:gd name="T4" fmla="*/ 4519 w 4519"/>
                  <a:gd name="T5" fmla="*/ 6220 h 6480"/>
                  <a:gd name="T6" fmla="*/ 0 w 4519"/>
                  <a:gd name="T7" fmla="*/ 0 h 6480"/>
                </a:gdLst>
                <a:ahLst/>
                <a:cxnLst>
                  <a:cxn ang="0">
                    <a:pos x="T0" y="T1"/>
                  </a:cxn>
                  <a:cxn ang="0">
                    <a:pos x="T2" y="T3"/>
                  </a:cxn>
                  <a:cxn ang="0">
                    <a:pos x="T4" y="T5"/>
                  </a:cxn>
                  <a:cxn ang="0">
                    <a:pos x="T6" y="T7"/>
                  </a:cxn>
                </a:cxnLst>
                <a:rect l="0" t="0" r="r" b="b"/>
                <a:pathLst>
                  <a:path w="4519" h="6480">
                    <a:moveTo>
                      <a:pt x="0" y="0"/>
                    </a:moveTo>
                    <a:lnTo>
                      <a:pt x="4139" y="6480"/>
                    </a:lnTo>
                    <a:cubicBezTo>
                      <a:pt x="4269" y="6397"/>
                      <a:pt x="4395" y="6311"/>
                      <a:pt x="4519" y="6220"/>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0" name="Freeform 105"/>
              <p:cNvSpPr/>
              <p:nvPr/>
            </p:nvSpPr>
            <p:spPr bwMode="auto">
              <a:xfrm>
                <a:off x="4623845" y="3921872"/>
                <a:ext cx="387438" cy="627059"/>
              </a:xfrm>
              <a:custGeom>
                <a:avLst/>
                <a:gdLst>
                  <a:gd name="T0" fmla="*/ 0 w 4139"/>
                  <a:gd name="T1" fmla="*/ 0 h 6715"/>
                  <a:gd name="T2" fmla="*/ 3745 w 4139"/>
                  <a:gd name="T3" fmla="*/ 6715 h 6715"/>
                  <a:gd name="T4" fmla="*/ 4139 w 4139"/>
                  <a:gd name="T5" fmla="*/ 6480 h 6715"/>
                  <a:gd name="T6" fmla="*/ 0 w 4139"/>
                  <a:gd name="T7" fmla="*/ 0 h 6715"/>
                </a:gdLst>
                <a:ahLst/>
                <a:cxnLst>
                  <a:cxn ang="0">
                    <a:pos x="T0" y="T1"/>
                  </a:cxn>
                  <a:cxn ang="0">
                    <a:pos x="T2" y="T3"/>
                  </a:cxn>
                  <a:cxn ang="0">
                    <a:pos x="T4" y="T5"/>
                  </a:cxn>
                  <a:cxn ang="0">
                    <a:pos x="T6" y="T7"/>
                  </a:cxn>
                </a:cxnLst>
                <a:rect l="0" t="0" r="r" b="b"/>
                <a:pathLst>
                  <a:path w="4139" h="6715">
                    <a:moveTo>
                      <a:pt x="0" y="0"/>
                    </a:moveTo>
                    <a:lnTo>
                      <a:pt x="3745" y="6715"/>
                    </a:lnTo>
                    <a:cubicBezTo>
                      <a:pt x="3878" y="6641"/>
                      <a:pt x="4010" y="6562"/>
                      <a:pt x="4139" y="6480"/>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1" name="Freeform 107"/>
              <p:cNvSpPr/>
              <p:nvPr/>
            </p:nvSpPr>
            <p:spPr bwMode="auto">
              <a:xfrm>
                <a:off x="4623845" y="3921872"/>
                <a:ext cx="350095" cy="647286"/>
              </a:xfrm>
              <a:custGeom>
                <a:avLst/>
                <a:gdLst>
                  <a:gd name="T0" fmla="*/ 0 w 3745"/>
                  <a:gd name="T1" fmla="*/ 0 h 6927"/>
                  <a:gd name="T2" fmla="*/ 3336 w 3745"/>
                  <a:gd name="T3" fmla="*/ 6927 h 6927"/>
                  <a:gd name="T4" fmla="*/ 3745 w 3745"/>
                  <a:gd name="T5" fmla="*/ 6715 h 6927"/>
                  <a:gd name="T6" fmla="*/ 0 w 3745"/>
                  <a:gd name="T7" fmla="*/ 0 h 6927"/>
                </a:gdLst>
                <a:ahLst/>
                <a:cxnLst>
                  <a:cxn ang="0">
                    <a:pos x="T0" y="T1"/>
                  </a:cxn>
                  <a:cxn ang="0">
                    <a:pos x="T2" y="T3"/>
                  </a:cxn>
                  <a:cxn ang="0">
                    <a:pos x="T4" y="T5"/>
                  </a:cxn>
                  <a:cxn ang="0">
                    <a:pos x="T6" y="T7"/>
                  </a:cxn>
                </a:cxnLst>
                <a:rect l="0" t="0" r="r" b="b"/>
                <a:pathLst>
                  <a:path w="3745" h="6927">
                    <a:moveTo>
                      <a:pt x="0" y="0"/>
                    </a:moveTo>
                    <a:lnTo>
                      <a:pt x="3336" y="6927"/>
                    </a:lnTo>
                    <a:cubicBezTo>
                      <a:pt x="3474" y="6861"/>
                      <a:pt x="3611" y="6790"/>
                      <a:pt x="3745" y="6715"/>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2" name="Freeform 109"/>
              <p:cNvSpPr/>
              <p:nvPr/>
            </p:nvSpPr>
            <p:spPr bwMode="auto">
              <a:xfrm>
                <a:off x="4623845" y="3921872"/>
                <a:ext cx="311195" cy="664402"/>
              </a:xfrm>
              <a:custGeom>
                <a:avLst/>
                <a:gdLst>
                  <a:gd name="T0" fmla="*/ 0 w 3336"/>
                  <a:gd name="T1" fmla="*/ 0 h 7114"/>
                  <a:gd name="T2" fmla="*/ 2916 w 3336"/>
                  <a:gd name="T3" fmla="*/ 7114 h 7114"/>
                  <a:gd name="T4" fmla="*/ 3336 w 3336"/>
                  <a:gd name="T5" fmla="*/ 6927 h 7114"/>
                  <a:gd name="T6" fmla="*/ 0 w 3336"/>
                  <a:gd name="T7" fmla="*/ 0 h 7114"/>
                </a:gdLst>
                <a:ahLst/>
                <a:cxnLst>
                  <a:cxn ang="0">
                    <a:pos x="T0" y="T1"/>
                  </a:cxn>
                  <a:cxn ang="0">
                    <a:pos x="T2" y="T3"/>
                  </a:cxn>
                  <a:cxn ang="0">
                    <a:pos x="T4" y="T5"/>
                  </a:cxn>
                  <a:cxn ang="0">
                    <a:pos x="T6" y="T7"/>
                  </a:cxn>
                </a:cxnLst>
                <a:rect l="0" t="0" r="r" b="b"/>
                <a:pathLst>
                  <a:path w="3336" h="7114">
                    <a:moveTo>
                      <a:pt x="0" y="0"/>
                    </a:moveTo>
                    <a:lnTo>
                      <a:pt x="2916" y="7114"/>
                    </a:lnTo>
                    <a:cubicBezTo>
                      <a:pt x="3058" y="7056"/>
                      <a:pt x="3198" y="6994"/>
                      <a:pt x="3336" y="6927"/>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3" name="Freeform 111"/>
              <p:cNvSpPr/>
              <p:nvPr/>
            </p:nvSpPr>
            <p:spPr bwMode="auto">
              <a:xfrm>
                <a:off x="4623845" y="3921872"/>
                <a:ext cx="272296" cy="679962"/>
              </a:xfrm>
              <a:custGeom>
                <a:avLst/>
                <a:gdLst>
                  <a:gd name="T0" fmla="*/ 0 w 2916"/>
                  <a:gd name="T1" fmla="*/ 0 h 7276"/>
                  <a:gd name="T2" fmla="*/ 2485 w 2916"/>
                  <a:gd name="T3" fmla="*/ 7276 h 7276"/>
                  <a:gd name="T4" fmla="*/ 2916 w 2916"/>
                  <a:gd name="T5" fmla="*/ 7114 h 7276"/>
                  <a:gd name="T6" fmla="*/ 0 w 2916"/>
                  <a:gd name="T7" fmla="*/ 0 h 7276"/>
                </a:gdLst>
                <a:ahLst/>
                <a:cxnLst>
                  <a:cxn ang="0">
                    <a:pos x="T0" y="T1"/>
                  </a:cxn>
                  <a:cxn ang="0">
                    <a:pos x="T2" y="T3"/>
                  </a:cxn>
                  <a:cxn ang="0">
                    <a:pos x="T4" y="T5"/>
                  </a:cxn>
                  <a:cxn ang="0">
                    <a:pos x="T6" y="T7"/>
                  </a:cxn>
                </a:cxnLst>
                <a:rect l="0" t="0" r="r" b="b"/>
                <a:pathLst>
                  <a:path w="2916" h="7276">
                    <a:moveTo>
                      <a:pt x="0" y="0"/>
                    </a:moveTo>
                    <a:lnTo>
                      <a:pt x="2485" y="7276"/>
                    </a:lnTo>
                    <a:cubicBezTo>
                      <a:pt x="2630" y="7227"/>
                      <a:pt x="2774" y="7173"/>
                      <a:pt x="2916" y="7114"/>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4" name="Freeform 113"/>
              <p:cNvSpPr/>
              <p:nvPr/>
            </p:nvSpPr>
            <p:spPr bwMode="auto">
              <a:xfrm>
                <a:off x="4623845" y="3921872"/>
                <a:ext cx="231841" cy="692410"/>
              </a:xfrm>
              <a:custGeom>
                <a:avLst/>
                <a:gdLst>
                  <a:gd name="T0" fmla="*/ 0 w 2485"/>
                  <a:gd name="T1" fmla="*/ 0 h 7412"/>
                  <a:gd name="T2" fmla="*/ 2046 w 2485"/>
                  <a:gd name="T3" fmla="*/ 7412 h 7412"/>
                  <a:gd name="T4" fmla="*/ 2485 w 2485"/>
                  <a:gd name="T5" fmla="*/ 7276 h 7412"/>
                  <a:gd name="T6" fmla="*/ 0 w 2485"/>
                  <a:gd name="T7" fmla="*/ 0 h 7412"/>
                </a:gdLst>
                <a:ahLst/>
                <a:cxnLst>
                  <a:cxn ang="0">
                    <a:pos x="T0" y="T1"/>
                  </a:cxn>
                  <a:cxn ang="0">
                    <a:pos x="T2" y="T3"/>
                  </a:cxn>
                  <a:cxn ang="0">
                    <a:pos x="T4" y="T5"/>
                  </a:cxn>
                  <a:cxn ang="0">
                    <a:pos x="T6" y="T7"/>
                  </a:cxn>
                </a:cxnLst>
                <a:rect l="0" t="0" r="r" b="b"/>
                <a:pathLst>
                  <a:path w="2485" h="7412">
                    <a:moveTo>
                      <a:pt x="0" y="0"/>
                    </a:moveTo>
                    <a:lnTo>
                      <a:pt x="2046" y="7412"/>
                    </a:lnTo>
                    <a:cubicBezTo>
                      <a:pt x="2194" y="7371"/>
                      <a:pt x="2340" y="7326"/>
                      <a:pt x="2485" y="7276"/>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5" name="Freeform 115"/>
              <p:cNvSpPr/>
              <p:nvPr/>
            </p:nvSpPr>
            <p:spPr bwMode="auto">
              <a:xfrm>
                <a:off x="4623845" y="3921872"/>
                <a:ext cx="191385" cy="701746"/>
              </a:xfrm>
              <a:custGeom>
                <a:avLst/>
                <a:gdLst>
                  <a:gd name="T0" fmla="*/ 0 w 2046"/>
                  <a:gd name="T1" fmla="*/ 0 h 7521"/>
                  <a:gd name="T2" fmla="*/ 1599 w 2046"/>
                  <a:gd name="T3" fmla="*/ 7521 h 7521"/>
                  <a:gd name="T4" fmla="*/ 2046 w 2046"/>
                  <a:gd name="T5" fmla="*/ 7412 h 7521"/>
                  <a:gd name="T6" fmla="*/ 0 w 2046"/>
                  <a:gd name="T7" fmla="*/ 0 h 7521"/>
                </a:gdLst>
                <a:ahLst/>
                <a:cxnLst>
                  <a:cxn ang="0">
                    <a:pos x="T0" y="T1"/>
                  </a:cxn>
                  <a:cxn ang="0">
                    <a:pos x="T2" y="T3"/>
                  </a:cxn>
                  <a:cxn ang="0">
                    <a:pos x="T4" y="T5"/>
                  </a:cxn>
                  <a:cxn ang="0">
                    <a:pos x="T6" y="T7"/>
                  </a:cxn>
                </a:cxnLst>
                <a:rect l="0" t="0" r="r" b="b"/>
                <a:pathLst>
                  <a:path w="2046" h="7521">
                    <a:moveTo>
                      <a:pt x="0" y="0"/>
                    </a:moveTo>
                    <a:lnTo>
                      <a:pt x="1599" y="7521"/>
                    </a:lnTo>
                    <a:cubicBezTo>
                      <a:pt x="1749" y="7489"/>
                      <a:pt x="1898" y="7452"/>
                      <a:pt x="2046" y="7412"/>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6" name="Freeform 117"/>
              <p:cNvSpPr/>
              <p:nvPr/>
            </p:nvSpPr>
            <p:spPr bwMode="auto">
              <a:xfrm>
                <a:off x="4623845" y="3921872"/>
                <a:ext cx="149374" cy="709525"/>
              </a:xfrm>
              <a:custGeom>
                <a:avLst/>
                <a:gdLst>
                  <a:gd name="T0" fmla="*/ 0 w 1599"/>
                  <a:gd name="T1" fmla="*/ 0 h 7603"/>
                  <a:gd name="T2" fmla="*/ 1146 w 1599"/>
                  <a:gd name="T3" fmla="*/ 7603 h 7603"/>
                  <a:gd name="T4" fmla="*/ 1599 w 1599"/>
                  <a:gd name="T5" fmla="*/ 7521 h 7603"/>
                  <a:gd name="T6" fmla="*/ 0 w 1599"/>
                  <a:gd name="T7" fmla="*/ 0 h 7603"/>
                </a:gdLst>
                <a:ahLst/>
                <a:cxnLst>
                  <a:cxn ang="0">
                    <a:pos x="T0" y="T1"/>
                  </a:cxn>
                  <a:cxn ang="0">
                    <a:pos x="T2" y="T3"/>
                  </a:cxn>
                  <a:cxn ang="0">
                    <a:pos x="T4" y="T5"/>
                  </a:cxn>
                  <a:cxn ang="0">
                    <a:pos x="T6" y="T7"/>
                  </a:cxn>
                </a:cxnLst>
                <a:rect l="0" t="0" r="r" b="b"/>
                <a:pathLst>
                  <a:path w="1599" h="7603">
                    <a:moveTo>
                      <a:pt x="0" y="0"/>
                    </a:moveTo>
                    <a:lnTo>
                      <a:pt x="1146" y="7603"/>
                    </a:lnTo>
                    <a:cubicBezTo>
                      <a:pt x="1298" y="7580"/>
                      <a:pt x="1449" y="7553"/>
                      <a:pt x="1599" y="7521"/>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7" name="Freeform 119"/>
              <p:cNvSpPr/>
              <p:nvPr/>
            </p:nvSpPr>
            <p:spPr bwMode="auto">
              <a:xfrm>
                <a:off x="4623845" y="3921872"/>
                <a:ext cx="107363" cy="715749"/>
              </a:xfrm>
              <a:custGeom>
                <a:avLst/>
                <a:gdLst>
                  <a:gd name="T0" fmla="*/ 0 w 1146"/>
                  <a:gd name="T1" fmla="*/ 0 h 7658"/>
                  <a:gd name="T2" fmla="*/ 690 w 1146"/>
                  <a:gd name="T3" fmla="*/ 7658 h 7658"/>
                  <a:gd name="T4" fmla="*/ 1146 w 1146"/>
                  <a:gd name="T5" fmla="*/ 7603 h 7658"/>
                  <a:gd name="T6" fmla="*/ 0 w 1146"/>
                  <a:gd name="T7" fmla="*/ 0 h 7658"/>
                </a:gdLst>
                <a:ahLst/>
                <a:cxnLst>
                  <a:cxn ang="0">
                    <a:pos x="T0" y="T1"/>
                  </a:cxn>
                  <a:cxn ang="0">
                    <a:pos x="T2" y="T3"/>
                  </a:cxn>
                  <a:cxn ang="0">
                    <a:pos x="T4" y="T5"/>
                  </a:cxn>
                  <a:cxn ang="0">
                    <a:pos x="T6" y="T7"/>
                  </a:cxn>
                </a:cxnLst>
                <a:rect l="0" t="0" r="r" b="b"/>
                <a:pathLst>
                  <a:path w="1146" h="7658">
                    <a:moveTo>
                      <a:pt x="0" y="0"/>
                    </a:moveTo>
                    <a:lnTo>
                      <a:pt x="690" y="7658"/>
                    </a:lnTo>
                    <a:cubicBezTo>
                      <a:pt x="842" y="7644"/>
                      <a:pt x="995" y="7626"/>
                      <a:pt x="1146" y="7603"/>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8" name="Freeform 121"/>
              <p:cNvSpPr/>
              <p:nvPr/>
            </p:nvSpPr>
            <p:spPr bwMode="auto">
              <a:xfrm>
                <a:off x="4623845" y="3921872"/>
                <a:ext cx="65351" cy="717305"/>
              </a:xfrm>
              <a:custGeom>
                <a:avLst/>
                <a:gdLst>
                  <a:gd name="T0" fmla="*/ 0 w 690"/>
                  <a:gd name="T1" fmla="*/ 0 h 7685"/>
                  <a:gd name="T2" fmla="*/ 230 w 690"/>
                  <a:gd name="T3" fmla="*/ 7685 h 7685"/>
                  <a:gd name="T4" fmla="*/ 690 w 690"/>
                  <a:gd name="T5" fmla="*/ 7658 h 7685"/>
                  <a:gd name="T6" fmla="*/ 0 w 690"/>
                  <a:gd name="T7" fmla="*/ 0 h 7685"/>
                </a:gdLst>
                <a:ahLst/>
                <a:cxnLst>
                  <a:cxn ang="0">
                    <a:pos x="T0" y="T1"/>
                  </a:cxn>
                  <a:cxn ang="0">
                    <a:pos x="T2" y="T3"/>
                  </a:cxn>
                  <a:cxn ang="0">
                    <a:pos x="T4" y="T5"/>
                  </a:cxn>
                  <a:cxn ang="0">
                    <a:pos x="T6" y="T7"/>
                  </a:cxn>
                </a:cxnLst>
                <a:rect l="0" t="0" r="r" b="b"/>
                <a:pathLst>
                  <a:path w="690" h="7685">
                    <a:moveTo>
                      <a:pt x="0" y="0"/>
                    </a:moveTo>
                    <a:lnTo>
                      <a:pt x="230" y="7685"/>
                    </a:lnTo>
                    <a:cubicBezTo>
                      <a:pt x="384" y="7681"/>
                      <a:pt x="537" y="7672"/>
                      <a:pt x="690" y="7658"/>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9" name="Freeform 123"/>
              <p:cNvSpPr/>
              <p:nvPr/>
            </p:nvSpPr>
            <p:spPr bwMode="auto">
              <a:xfrm>
                <a:off x="4603617" y="3921872"/>
                <a:ext cx="42012" cy="718861"/>
              </a:xfrm>
              <a:custGeom>
                <a:avLst/>
                <a:gdLst>
                  <a:gd name="T0" fmla="*/ 230 w 460"/>
                  <a:gd name="T1" fmla="*/ 0 h 7690"/>
                  <a:gd name="T2" fmla="*/ 0 w 460"/>
                  <a:gd name="T3" fmla="*/ 7685 h 7690"/>
                  <a:gd name="T4" fmla="*/ 460 w 460"/>
                  <a:gd name="T5" fmla="*/ 7685 h 7690"/>
                  <a:gd name="T6" fmla="*/ 230 w 460"/>
                  <a:gd name="T7" fmla="*/ 0 h 7690"/>
                </a:gdLst>
                <a:ahLst/>
                <a:cxnLst>
                  <a:cxn ang="0">
                    <a:pos x="T0" y="T1"/>
                  </a:cxn>
                  <a:cxn ang="0">
                    <a:pos x="T2" y="T3"/>
                  </a:cxn>
                  <a:cxn ang="0">
                    <a:pos x="T4" y="T5"/>
                  </a:cxn>
                  <a:cxn ang="0">
                    <a:pos x="T6" y="T7"/>
                  </a:cxn>
                </a:cxnLst>
                <a:rect l="0" t="0" r="r" b="b"/>
                <a:pathLst>
                  <a:path w="460" h="7690">
                    <a:moveTo>
                      <a:pt x="230" y="0"/>
                    </a:moveTo>
                    <a:lnTo>
                      <a:pt x="0" y="7685"/>
                    </a:lnTo>
                    <a:cubicBezTo>
                      <a:pt x="154" y="7690"/>
                      <a:pt x="307" y="7690"/>
                      <a:pt x="460" y="7685"/>
                    </a:cubicBezTo>
                    <a:lnTo>
                      <a:pt x="23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0" name="Freeform 125"/>
              <p:cNvSpPr/>
              <p:nvPr/>
            </p:nvSpPr>
            <p:spPr bwMode="auto">
              <a:xfrm>
                <a:off x="4560050" y="3921872"/>
                <a:ext cx="63795" cy="717305"/>
              </a:xfrm>
              <a:custGeom>
                <a:avLst/>
                <a:gdLst>
                  <a:gd name="T0" fmla="*/ 689 w 689"/>
                  <a:gd name="T1" fmla="*/ 0 h 7685"/>
                  <a:gd name="T2" fmla="*/ 0 w 689"/>
                  <a:gd name="T3" fmla="*/ 7658 h 7685"/>
                  <a:gd name="T4" fmla="*/ 459 w 689"/>
                  <a:gd name="T5" fmla="*/ 7685 h 7685"/>
                  <a:gd name="T6" fmla="*/ 689 w 689"/>
                  <a:gd name="T7" fmla="*/ 0 h 7685"/>
                </a:gdLst>
                <a:ahLst/>
                <a:cxnLst>
                  <a:cxn ang="0">
                    <a:pos x="T0" y="T1"/>
                  </a:cxn>
                  <a:cxn ang="0">
                    <a:pos x="T2" y="T3"/>
                  </a:cxn>
                  <a:cxn ang="0">
                    <a:pos x="T4" y="T5"/>
                  </a:cxn>
                  <a:cxn ang="0">
                    <a:pos x="T6" y="T7"/>
                  </a:cxn>
                </a:cxnLst>
                <a:rect l="0" t="0" r="r" b="b"/>
                <a:pathLst>
                  <a:path w="689" h="7685">
                    <a:moveTo>
                      <a:pt x="689" y="0"/>
                    </a:moveTo>
                    <a:lnTo>
                      <a:pt x="0" y="7658"/>
                    </a:lnTo>
                    <a:cubicBezTo>
                      <a:pt x="153" y="7672"/>
                      <a:pt x="306" y="7681"/>
                      <a:pt x="459" y="7685"/>
                    </a:cubicBezTo>
                    <a:lnTo>
                      <a:pt x="689"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1" name="Freeform 127"/>
              <p:cNvSpPr/>
              <p:nvPr/>
            </p:nvSpPr>
            <p:spPr bwMode="auto">
              <a:xfrm>
                <a:off x="4518039" y="3921872"/>
                <a:ext cx="105806" cy="715749"/>
              </a:xfrm>
              <a:custGeom>
                <a:avLst/>
                <a:gdLst>
                  <a:gd name="T0" fmla="*/ 1146 w 1146"/>
                  <a:gd name="T1" fmla="*/ 0 h 7658"/>
                  <a:gd name="T2" fmla="*/ 0 w 1146"/>
                  <a:gd name="T3" fmla="*/ 7603 h 7658"/>
                  <a:gd name="T4" fmla="*/ 457 w 1146"/>
                  <a:gd name="T5" fmla="*/ 7658 h 7658"/>
                  <a:gd name="T6" fmla="*/ 1146 w 1146"/>
                  <a:gd name="T7" fmla="*/ 0 h 7658"/>
                </a:gdLst>
                <a:ahLst/>
                <a:cxnLst>
                  <a:cxn ang="0">
                    <a:pos x="T0" y="T1"/>
                  </a:cxn>
                  <a:cxn ang="0">
                    <a:pos x="T2" y="T3"/>
                  </a:cxn>
                  <a:cxn ang="0">
                    <a:pos x="T4" y="T5"/>
                  </a:cxn>
                  <a:cxn ang="0">
                    <a:pos x="T6" y="T7"/>
                  </a:cxn>
                </a:cxnLst>
                <a:rect l="0" t="0" r="r" b="b"/>
                <a:pathLst>
                  <a:path w="1146" h="7658">
                    <a:moveTo>
                      <a:pt x="1146" y="0"/>
                    </a:moveTo>
                    <a:lnTo>
                      <a:pt x="0" y="7603"/>
                    </a:lnTo>
                    <a:cubicBezTo>
                      <a:pt x="152" y="7626"/>
                      <a:pt x="304" y="7644"/>
                      <a:pt x="457" y="7658"/>
                    </a:cubicBezTo>
                    <a:lnTo>
                      <a:pt x="1146"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2" name="Freeform 129"/>
              <p:cNvSpPr/>
              <p:nvPr/>
            </p:nvSpPr>
            <p:spPr bwMode="auto">
              <a:xfrm>
                <a:off x="4476027" y="3921872"/>
                <a:ext cx="147818" cy="709525"/>
              </a:xfrm>
              <a:custGeom>
                <a:avLst/>
                <a:gdLst>
                  <a:gd name="T0" fmla="*/ 1598 w 1598"/>
                  <a:gd name="T1" fmla="*/ 0 h 7603"/>
                  <a:gd name="T2" fmla="*/ 0 w 1598"/>
                  <a:gd name="T3" fmla="*/ 7521 h 7603"/>
                  <a:gd name="T4" fmla="*/ 452 w 1598"/>
                  <a:gd name="T5" fmla="*/ 7603 h 7603"/>
                  <a:gd name="T6" fmla="*/ 1598 w 1598"/>
                  <a:gd name="T7" fmla="*/ 0 h 7603"/>
                </a:gdLst>
                <a:ahLst/>
                <a:cxnLst>
                  <a:cxn ang="0">
                    <a:pos x="T0" y="T1"/>
                  </a:cxn>
                  <a:cxn ang="0">
                    <a:pos x="T2" y="T3"/>
                  </a:cxn>
                  <a:cxn ang="0">
                    <a:pos x="T4" y="T5"/>
                  </a:cxn>
                  <a:cxn ang="0">
                    <a:pos x="T6" y="T7"/>
                  </a:cxn>
                </a:cxnLst>
                <a:rect l="0" t="0" r="r" b="b"/>
                <a:pathLst>
                  <a:path w="1598" h="7603">
                    <a:moveTo>
                      <a:pt x="1598" y="0"/>
                    </a:moveTo>
                    <a:lnTo>
                      <a:pt x="0" y="7521"/>
                    </a:lnTo>
                    <a:cubicBezTo>
                      <a:pt x="150" y="7553"/>
                      <a:pt x="301" y="7580"/>
                      <a:pt x="452" y="7603"/>
                    </a:cubicBezTo>
                    <a:lnTo>
                      <a:pt x="1598"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3" name="Freeform 131"/>
              <p:cNvSpPr/>
              <p:nvPr/>
            </p:nvSpPr>
            <p:spPr bwMode="auto">
              <a:xfrm>
                <a:off x="4434016" y="3921872"/>
                <a:ext cx="189829" cy="701746"/>
              </a:xfrm>
              <a:custGeom>
                <a:avLst/>
                <a:gdLst>
                  <a:gd name="T0" fmla="*/ 2045 w 2045"/>
                  <a:gd name="T1" fmla="*/ 0 h 7521"/>
                  <a:gd name="T2" fmla="*/ 0 w 2045"/>
                  <a:gd name="T3" fmla="*/ 7412 h 7521"/>
                  <a:gd name="T4" fmla="*/ 447 w 2045"/>
                  <a:gd name="T5" fmla="*/ 7521 h 7521"/>
                  <a:gd name="T6" fmla="*/ 2045 w 2045"/>
                  <a:gd name="T7" fmla="*/ 0 h 7521"/>
                </a:gdLst>
                <a:ahLst/>
                <a:cxnLst>
                  <a:cxn ang="0">
                    <a:pos x="T0" y="T1"/>
                  </a:cxn>
                  <a:cxn ang="0">
                    <a:pos x="T2" y="T3"/>
                  </a:cxn>
                  <a:cxn ang="0">
                    <a:pos x="T4" y="T5"/>
                  </a:cxn>
                  <a:cxn ang="0">
                    <a:pos x="T6" y="T7"/>
                  </a:cxn>
                </a:cxnLst>
                <a:rect l="0" t="0" r="r" b="b"/>
                <a:pathLst>
                  <a:path w="2045" h="7521">
                    <a:moveTo>
                      <a:pt x="2045" y="0"/>
                    </a:moveTo>
                    <a:lnTo>
                      <a:pt x="0" y="7412"/>
                    </a:lnTo>
                    <a:cubicBezTo>
                      <a:pt x="148" y="7452"/>
                      <a:pt x="297" y="7489"/>
                      <a:pt x="447" y="7521"/>
                    </a:cubicBezTo>
                    <a:lnTo>
                      <a:pt x="2045"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4" name="Freeform 133"/>
              <p:cNvSpPr/>
              <p:nvPr/>
            </p:nvSpPr>
            <p:spPr bwMode="auto">
              <a:xfrm>
                <a:off x="4392004" y="3921872"/>
                <a:ext cx="231841" cy="692410"/>
              </a:xfrm>
              <a:custGeom>
                <a:avLst/>
                <a:gdLst>
                  <a:gd name="T0" fmla="*/ 2485 w 2485"/>
                  <a:gd name="T1" fmla="*/ 0 h 7412"/>
                  <a:gd name="T2" fmla="*/ 0 w 2485"/>
                  <a:gd name="T3" fmla="*/ 7276 h 7412"/>
                  <a:gd name="T4" fmla="*/ 440 w 2485"/>
                  <a:gd name="T5" fmla="*/ 7412 h 7412"/>
                  <a:gd name="T6" fmla="*/ 2485 w 2485"/>
                  <a:gd name="T7" fmla="*/ 0 h 7412"/>
                </a:gdLst>
                <a:ahLst/>
                <a:cxnLst>
                  <a:cxn ang="0">
                    <a:pos x="T0" y="T1"/>
                  </a:cxn>
                  <a:cxn ang="0">
                    <a:pos x="T2" y="T3"/>
                  </a:cxn>
                  <a:cxn ang="0">
                    <a:pos x="T4" y="T5"/>
                  </a:cxn>
                  <a:cxn ang="0">
                    <a:pos x="T6" y="T7"/>
                  </a:cxn>
                </a:cxnLst>
                <a:rect l="0" t="0" r="r" b="b"/>
                <a:pathLst>
                  <a:path w="2485" h="7412">
                    <a:moveTo>
                      <a:pt x="2485" y="0"/>
                    </a:moveTo>
                    <a:lnTo>
                      <a:pt x="0" y="7276"/>
                    </a:lnTo>
                    <a:cubicBezTo>
                      <a:pt x="145" y="7326"/>
                      <a:pt x="292" y="7371"/>
                      <a:pt x="440" y="7412"/>
                    </a:cubicBezTo>
                    <a:lnTo>
                      <a:pt x="2485"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5" name="Freeform 135"/>
              <p:cNvSpPr/>
              <p:nvPr/>
            </p:nvSpPr>
            <p:spPr bwMode="auto">
              <a:xfrm>
                <a:off x="4353105" y="3921872"/>
                <a:ext cx="270740" cy="679962"/>
              </a:xfrm>
              <a:custGeom>
                <a:avLst/>
                <a:gdLst>
                  <a:gd name="T0" fmla="*/ 2915 w 2915"/>
                  <a:gd name="T1" fmla="*/ 0 h 7276"/>
                  <a:gd name="T2" fmla="*/ 0 w 2915"/>
                  <a:gd name="T3" fmla="*/ 7114 h 7276"/>
                  <a:gd name="T4" fmla="*/ 430 w 2915"/>
                  <a:gd name="T5" fmla="*/ 7276 h 7276"/>
                  <a:gd name="T6" fmla="*/ 2915 w 2915"/>
                  <a:gd name="T7" fmla="*/ 0 h 7276"/>
                </a:gdLst>
                <a:ahLst/>
                <a:cxnLst>
                  <a:cxn ang="0">
                    <a:pos x="T0" y="T1"/>
                  </a:cxn>
                  <a:cxn ang="0">
                    <a:pos x="T2" y="T3"/>
                  </a:cxn>
                  <a:cxn ang="0">
                    <a:pos x="T4" y="T5"/>
                  </a:cxn>
                  <a:cxn ang="0">
                    <a:pos x="T6" y="T7"/>
                  </a:cxn>
                </a:cxnLst>
                <a:rect l="0" t="0" r="r" b="b"/>
                <a:pathLst>
                  <a:path w="2915" h="7276">
                    <a:moveTo>
                      <a:pt x="2915" y="0"/>
                    </a:moveTo>
                    <a:lnTo>
                      <a:pt x="0" y="7114"/>
                    </a:lnTo>
                    <a:cubicBezTo>
                      <a:pt x="142" y="7173"/>
                      <a:pt x="285" y="7227"/>
                      <a:pt x="430" y="7276"/>
                    </a:cubicBezTo>
                    <a:lnTo>
                      <a:pt x="2915"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6" name="Freeform 137"/>
              <p:cNvSpPr/>
              <p:nvPr/>
            </p:nvSpPr>
            <p:spPr bwMode="auto">
              <a:xfrm>
                <a:off x="4312650" y="3921872"/>
                <a:ext cx="311195" cy="664402"/>
              </a:xfrm>
              <a:custGeom>
                <a:avLst/>
                <a:gdLst>
                  <a:gd name="T0" fmla="*/ 3336 w 3336"/>
                  <a:gd name="T1" fmla="*/ 0 h 7114"/>
                  <a:gd name="T2" fmla="*/ 0 w 3336"/>
                  <a:gd name="T3" fmla="*/ 6927 h 7114"/>
                  <a:gd name="T4" fmla="*/ 421 w 3336"/>
                  <a:gd name="T5" fmla="*/ 7114 h 7114"/>
                  <a:gd name="T6" fmla="*/ 3336 w 3336"/>
                  <a:gd name="T7" fmla="*/ 0 h 7114"/>
                </a:gdLst>
                <a:ahLst/>
                <a:cxnLst>
                  <a:cxn ang="0">
                    <a:pos x="T0" y="T1"/>
                  </a:cxn>
                  <a:cxn ang="0">
                    <a:pos x="T2" y="T3"/>
                  </a:cxn>
                  <a:cxn ang="0">
                    <a:pos x="T4" y="T5"/>
                  </a:cxn>
                  <a:cxn ang="0">
                    <a:pos x="T6" y="T7"/>
                  </a:cxn>
                </a:cxnLst>
                <a:rect l="0" t="0" r="r" b="b"/>
                <a:pathLst>
                  <a:path w="3336" h="7114">
                    <a:moveTo>
                      <a:pt x="3336" y="0"/>
                    </a:moveTo>
                    <a:lnTo>
                      <a:pt x="0" y="6927"/>
                    </a:lnTo>
                    <a:cubicBezTo>
                      <a:pt x="139" y="6994"/>
                      <a:pt x="279" y="7056"/>
                      <a:pt x="421" y="7114"/>
                    </a:cubicBezTo>
                    <a:lnTo>
                      <a:pt x="3336"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7" name="Freeform 139"/>
              <p:cNvSpPr/>
              <p:nvPr/>
            </p:nvSpPr>
            <p:spPr bwMode="auto">
              <a:xfrm>
                <a:off x="4275307" y="3921872"/>
                <a:ext cx="348539" cy="647286"/>
              </a:xfrm>
              <a:custGeom>
                <a:avLst/>
                <a:gdLst>
                  <a:gd name="T0" fmla="*/ 3744 w 3744"/>
                  <a:gd name="T1" fmla="*/ 0 h 6927"/>
                  <a:gd name="T2" fmla="*/ 0 w 3744"/>
                  <a:gd name="T3" fmla="*/ 6715 h 6927"/>
                  <a:gd name="T4" fmla="*/ 408 w 3744"/>
                  <a:gd name="T5" fmla="*/ 6927 h 6927"/>
                  <a:gd name="T6" fmla="*/ 3744 w 3744"/>
                  <a:gd name="T7" fmla="*/ 0 h 6927"/>
                </a:gdLst>
                <a:ahLst/>
                <a:cxnLst>
                  <a:cxn ang="0">
                    <a:pos x="T0" y="T1"/>
                  </a:cxn>
                  <a:cxn ang="0">
                    <a:pos x="T2" y="T3"/>
                  </a:cxn>
                  <a:cxn ang="0">
                    <a:pos x="T4" y="T5"/>
                  </a:cxn>
                  <a:cxn ang="0">
                    <a:pos x="T6" y="T7"/>
                  </a:cxn>
                </a:cxnLst>
                <a:rect l="0" t="0" r="r" b="b"/>
                <a:pathLst>
                  <a:path w="3744" h="6927">
                    <a:moveTo>
                      <a:pt x="3744" y="0"/>
                    </a:moveTo>
                    <a:lnTo>
                      <a:pt x="0" y="6715"/>
                    </a:lnTo>
                    <a:cubicBezTo>
                      <a:pt x="134" y="6790"/>
                      <a:pt x="270" y="6861"/>
                      <a:pt x="408" y="6927"/>
                    </a:cubicBezTo>
                    <a:lnTo>
                      <a:pt x="3744"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8" name="Freeform 141"/>
              <p:cNvSpPr/>
              <p:nvPr/>
            </p:nvSpPr>
            <p:spPr bwMode="auto">
              <a:xfrm>
                <a:off x="4237963" y="3921872"/>
                <a:ext cx="385882" cy="627059"/>
              </a:xfrm>
              <a:custGeom>
                <a:avLst/>
                <a:gdLst>
                  <a:gd name="T0" fmla="*/ 4139 w 4139"/>
                  <a:gd name="T1" fmla="*/ 0 h 6715"/>
                  <a:gd name="T2" fmla="*/ 0 w 4139"/>
                  <a:gd name="T3" fmla="*/ 6480 h 6715"/>
                  <a:gd name="T4" fmla="*/ 395 w 4139"/>
                  <a:gd name="T5" fmla="*/ 6715 h 6715"/>
                  <a:gd name="T6" fmla="*/ 4139 w 4139"/>
                  <a:gd name="T7" fmla="*/ 0 h 6715"/>
                </a:gdLst>
                <a:ahLst/>
                <a:cxnLst>
                  <a:cxn ang="0">
                    <a:pos x="T0" y="T1"/>
                  </a:cxn>
                  <a:cxn ang="0">
                    <a:pos x="T2" y="T3"/>
                  </a:cxn>
                  <a:cxn ang="0">
                    <a:pos x="T4" y="T5"/>
                  </a:cxn>
                  <a:cxn ang="0">
                    <a:pos x="T6" y="T7"/>
                  </a:cxn>
                </a:cxnLst>
                <a:rect l="0" t="0" r="r" b="b"/>
                <a:pathLst>
                  <a:path w="4139" h="6715">
                    <a:moveTo>
                      <a:pt x="4139" y="0"/>
                    </a:moveTo>
                    <a:lnTo>
                      <a:pt x="0" y="6480"/>
                    </a:lnTo>
                    <a:cubicBezTo>
                      <a:pt x="129" y="6562"/>
                      <a:pt x="261" y="6641"/>
                      <a:pt x="395" y="6715"/>
                    </a:cubicBezTo>
                    <a:lnTo>
                      <a:pt x="4139"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9" name="Freeform 143"/>
              <p:cNvSpPr/>
              <p:nvPr/>
            </p:nvSpPr>
            <p:spPr bwMode="auto">
              <a:xfrm>
                <a:off x="4202175" y="3921872"/>
                <a:ext cx="421670" cy="605275"/>
              </a:xfrm>
              <a:custGeom>
                <a:avLst/>
                <a:gdLst>
                  <a:gd name="T0" fmla="*/ 4519 w 4519"/>
                  <a:gd name="T1" fmla="*/ 0 h 6480"/>
                  <a:gd name="T2" fmla="*/ 0 w 4519"/>
                  <a:gd name="T3" fmla="*/ 6220 h 6480"/>
                  <a:gd name="T4" fmla="*/ 380 w 4519"/>
                  <a:gd name="T5" fmla="*/ 6480 h 6480"/>
                  <a:gd name="T6" fmla="*/ 4519 w 4519"/>
                  <a:gd name="T7" fmla="*/ 0 h 6480"/>
                </a:gdLst>
                <a:ahLst/>
                <a:cxnLst>
                  <a:cxn ang="0">
                    <a:pos x="T0" y="T1"/>
                  </a:cxn>
                  <a:cxn ang="0">
                    <a:pos x="T2" y="T3"/>
                  </a:cxn>
                  <a:cxn ang="0">
                    <a:pos x="T4" y="T5"/>
                  </a:cxn>
                  <a:cxn ang="0">
                    <a:pos x="T6" y="T7"/>
                  </a:cxn>
                </a:cxnLst>
                <a:rect l="0" t="0" r="r" b="b"/>
                <a:pathLst>
                  <a:path w="4519" h="6480">
                    <a:moveTo>
                      <a:pt x="4519" y="0"/>
                    </a:moveTo>
                    <a:lnTo>
                      <a:pt x="0" y="6220"/>
                    </a:lnTo>
                    <a:cubicBezTo>
                      <a:pt x="124" y="6311"/>
                      <a:pt x="251" y="6397"/>
                      <a:pt x="380" y="6480"/>
                    </a:cubicBezTo>
                    <a:lnTo>
                      <a:pt x="4519"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0" name="Freeform 145"/>
              <p:cNvSpPr/>
              <p:nvPr/>
            </p:nvSpPr>
            <p:spPr bwMode="auto">
              <a:xfrm>
                <a:off x="4167944" y="3921872"/>
                <a:ext cx="455901" cy="580379"/>
              </a:xfrm>
              <a:custGeom>
                <a:avLst/>
                <a:gdLst>
                  <a:gd name="T0" fmla="*/ 4883 w 4883"/>
                  <a:gd name="T1" fmla="*/ 0 h 6220"/>
                  <a:gd name="T2" fmla="*/ 0 w 4883"/>
                  <a:gd name="T3" fmla="*/ 5939 h 6220"/>
                  <a:gd name="T4" fmla="*/ 364 w 4883"/>
                  <a:gd name="T5" fmla="*/ 6220 h 6220"/>
                  <a:gd name="T6" fmla="*/ 4883 w 4883"/>
                  <a:gd name="T7" fmla="*/ 0 h 6220"/>
                </a:gdLst>
                <a:ahLst/>
                <a:cxnLst>
                  <a:cxn ang="0">
                    <a:pos x="T0" y="T1"/>
                  </a:cxn>
                  <a:cxn ang="0">
                    <a:pos x="T2" y="T3"/>
                  </a:cxn>
                  <a:cxn ang="0">
                    <a:pos x="T4" y="T5"/>
                  </a:cxn>
                  <a:cxn ang="0">
                    <a:pos x="T6" y="T7"/>
                  </a:cxn>
                </a:cxnLst>
                <a:rect l="0" t="0" r="r" b="b"/>
                <a:pathLst>
                  <a:path w="4883" h="6220">
                    <a:moveTo>
                      <a:pt x="4883" y="0"/>
                    </a:moveTo>
                    <a:lnTo>
                      <a:pt x="0" y="5939"/>
                    </a:lnTo>
                    <a:cubicBezTo>
                      <a:pt x="119" y="6036"/>
                      <a:pt x="240" y="6130"/>
                      <a:pt x="364" y="6220"/>
                    </a:cubicBezTo>
                    <a:lnTo>
                      <a:pt x="4883"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1" name="Freeform 147"/>
              <p:cNvSpPr/>
              <p:nvPr/>
            </p:nvSpPr>
            <p:spPr bwMode="auto">
              <a:xfrm>
                <a:off x="4136824" y="3921872"/>
                <a:ext cx="487021" cy="553927"/>
              </a:xfrm>
              <a:custGeom>
                <a:avLst/>
                <a:gdLst>
                  <a:gd name="T0" fmla="*/ 5229 w 5229"/>
                  <a:gd name="T1" fmla="*/ 0 h 5939"/>
                  <a:gd name="T2" fmla="*/ 0 w 5229"/>
                  <a:gd name="T3" fmla="*/ 5636 h 5939"/>
                  <a:gd name="T4" fmla="*/ 346 w 5229"/>
                  <a:gd name="T5" fmla="*/ 5939 h 5939"/>
                  <a:gd name="T6" fmla="*/ 5229 w 5229"/>
                  <a:gd name="T7" fmla="*/ 0 h 5939"/>
                </a:gdLst>
                <a:ahLst/>
                <a:cxnLst>
                  <a:cxn ang="0">
                    <a:pos x="T0" y="T1"/>
                  </a:cxn>
                  <a:cxn ang="0">
                    <a:pos x="T2" y="T3"/>
                  </a:cxn>
                  <a:cxn ang="0">
                    <a:pos x="T4" y="T5"/>
                  </a:cxn>
                  <a:cxn ang="0">
                    <a:pos x="T6" y="T7"/>
                  </a:cxn>
                </a:cxnLst>
                <a:rect l="0" t="0" r="r" b="b"/>
                <a:pathLst>
                  <a:path w="5229" h="5939">
                    <a:moveTo>
                      <a:pt x="5229" y="0"/>
                    </a:moveTo>
                    <a:lnTo>
                      <a:pt x="0" y="5636"/>
                    </a:lnTo>
                    <a:cubicBezTo>
                      <a:pt x="112" y="5741"/>
                      <a:pt x="228" y="5842"/>
                      <a:pt x="346" y="5939"/>
                    </a:cubicBezTo>
                    <a:lnTo>
                      <a:pt x="5229"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2" name="Freeform 149"/>
              <p:cNvSpPr/>
              <p:nvPr/>
            </p:nvSpPr>
            <p:spPr bwMode="auto">
              <a:xfrm>
                <a:off x="4105705" y="3921872"/>
                <a:ext cx="518140" cy="525920"/>
              </a:xfrm>
              <a:custGeom>
                <a:avLst/>
                <a:gdLst>
                  <a:gd name="T0" fmla="*/ 5557 w 5557"/>
                  <a:gd name="T1" fmla="*/ 0 h 5636"/>
                  <a:gd name="T2" fmla="*/ 0 w 5557"/>
                  <a:gd name="T3" fmla="*/ 5313 h 5636"/>
                  <a:gd name="T4" fmla="*/ 328 w 5557"/>
                  <a:gd name="T5" fmla="*/ 5636 h 5636"/>
                  <a:gd name="T6" fmla="*/ 5557 w 5557"/>
                  <a:gd name="T7" fmla="*/ 0 h 5636"/>
                </a:gdLst>
                <a:ahLst/>
                <a:cxnLst>
                  <a:cxn ang="0">
                    <a:pos x="T0" y="T1"/>
                  </a:cxn>
                  <a:cxn ang="0">
                    <a:pos x="T2" y="T3"/>
                  </a:cxn>
                  <a:cxn ang="0">
                    <a:pos x="T4" y="T5"/>
                  </a:cxn>
                  <a:cxn ang="0">
                    <a:pos x="T6" y="T7"/>
                  </a:cxn>
                </a:cxnLst>
                <a:rect l="0" t="0" r="r" b="b"/>
                <a:pathLst>
                  <a:path w="5557" h="5636">
                    <a:moveTo>
                      <a:pt x="5557" y="0"/>
                    </a:moveTo>
                    <a:lnTo>
                      <a:pt x="0" y="5313"/>
                    </a:lnTo>
                    <a:cubicBezTo>
                      <a:pt x="106" y="5424"/>
                      <a:pt x="215" y="5532"/>
                      <a:pt x="328" y="5636"/>
                    </a:cubicBezTo>
                    <a:lnTo>
                      <a:pt x="5557"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3" name="Freeform 151"/>
              <p:cNvSpPr/>
              <p:nvPr/>
            </p:nvSpPr>
            <p:spPr bwMode="auto">
              <a:xfrm>
                <a:off x="4077697" y="3921872"/>
                <a:ext cx="546148" cy="496357"/>
              </a:xfrm>
              <a:custGeom>
                <a:avLst/>
                <a:gdLst>
                  <a:gd name="T0" fmla="*/ 5865 w 5865"/>
                  <a:gd name="T1" fmla="*/ 0 h 5313"/>
                  <a:gd name="T2" fmla="*/ 0 w 5865"/>
                  <a:gd name="T3" fmla="*/ 4972 h 5313"/>
                  <a:gd name="T4" fmla="*/ 308 w 5865"/>
                  <a:gd name="T5" fmla="*/ 5313 h 5313"/>
                  <a:gd name="T6" fmla="*/ 5865 w 5865"/>
                  <a:gd name="T7" fmla="*/ 0 h 5313"/>
                </a:gdLst>
                <a:ahLst/>
                <a:cxnLst>
                  <a:cxn ang="0">
                    <a:pos x="T0" y="T1"/>
                  </a:cxn>
                  <a:cxn ang="0">
                    <a:pos x="T2" y="T3"/>
                  </a:cxn>
                  <a:cxn ang="0">
                    <a:pos x="T4" y="T5"/>
                  </a:cxn>
                  <a:cxn ang="0">
                    <a:pos x="T6" y="T7"/>
                  </a:cxn>
                </a:cxnLst>
                <a:rect l="0" t="0" r="r" b="b"/>
                <a:pathLst>
                  <a:path w="5865" h="5313">
                    <a:moveTo>
                      <a:pt x="5865" y="0"/>
                    </a:moveTo>
                    <a:lnTo>
                      <a:pt x="0" y="4972"/>
                    </a:lnTo>
                    <a:cubicBezTo>
                      <a:pt x="99" y="5089"/>
                      <a:pt x="202" y="5203"/>
                      <a:pt x="308" y="5313"/>
                    </a:cubicBezTo>
                    <a:lnTo>
                      <a:pt x="5865"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4" name="Freeform 153"/>
              <p:cNvSpPr/>
              <p:nvPr/>
            </p:nvSpPr>
            <p:spPr bwMode="auto">
              <a:xfrm>
                <a:off x="4049690" y="3921872"/>
                <a:ext cx="574155" cy="463681"/>
              </a:xfrm>
              <a:custGeom>
                <a:avLst/>
                <a:gdLst>
                  <a:gd name="T0" fmla="*/ 6151 w 6151"/>
                  <a:gd name="T1" fmla="*/ 0 h 4972"/>
                  <a:gd name="T2" fmla="*/ 0 w 6151"/>
                  <a:gd name="T3" fmla="*/ 4612 h 4972"/>
                  <a:gd name="T4" fmla="*/ 286 w 6151"/>
                  <a:gd name="T5" fmla="*/ 4972 h 4972"/>
                  <a:gd name="T6" fmla="*/ 6151 w 6151"/>
                  <a:gd name="T7" fmla="*/ 0 h 4972"/>
                </a:gdLst>
                <a:ahLst/>
                <a:cxnLst>
                  <a:cxn ang="0">
                    <a:pos x="T0" y="T1"/>
                  </a:cxn>
                  <a:cxn ang="0">
                    <a:pos x="T2" y="T3"/>
                  </a:cxn>
                  <a:cxn ang="0">
                    <a:pos x="T4" y="T5"/>
                  </a:cxn>
                  <a:cxn ang="0">
                    <a:pos x="T6" y="T7"/>
                  </a:cxn>
                </a:cxnLst>
                <a:rect l="0" t="0" r="r" b="b"/>
                <a:pathLst>
                  <a:path w="6151" h="4972">
                    <a:moveTo>
                      <a:pt x="6151" y="0"/>
                    </a:moveTo>
                    <a:lnTo>
                      <a:pt x="0" y="4612"/>
                    </a:lnTo>
                    <a:cubicBezTo>
                      <a:pt x="92" y="4735"/>
                      <a:pt x="187" y="4855"/>
                      <a:pt x="286" y="4972"/>
                    </a:cubicBezTo>
                    <a:lnTo>
                      <a:pt x="6151"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5" name="Freeform 155"/>
              <p:cNvSpPr/>
              <p:nvPr/>
            </p:nvSpPr>
            <p:spPr bwMode="auto">
              <a:xfrm>
                <a:off x="4026351" y="3921872"/>
                <a:ext cx="597495" cy="431006"/>
              </a:xfrm>
              <a:custGeom>
                <a:avLst/>
                <a:gdLst>
                  <a:gd name="T0" fmla="*/ 6416 w 6416"/>
                  <a:gd name="T1" fmla="*/ 0 h 4612"/>
                  <a:gd name="T2" fmla="*/ 0 w 6416"/>
                  <a:gd name="T3" fmla="*/ 4236 h 4612"/>
                  <a:gd name="T4" fmla="*/ 265 w 6416"/>
                  <a:gd name="T5" fmla="*/ 4612 h 4612"/>
                  <a:gd name="T6" fmla="*/ 6416 w 6416"/>
                  <a:gd name="T7" fmla="*/ 0 h 4612"/>
                </a:gdLst>
                <a:ahLst/>
                <a:cxnLst>
                  <a:cxn ang="0">
                    <a:pos x="T0" y="T1"/>
                  </a:cxn>
                  <a:cxn ang="0">
                    <a:pos x="T2" y="T3"/>
                  </a:cxn>
                  <a:cxn ang="0">
                    <a:pos x="T4" y="T5"/>
                  </a:cxn>
                  <a:cxn ang="0">
                    <a:pos x="T6" y="T7"/>
                  </a:cxn>
                </a:cxnLst>
                <a:rect l="0" t="0" r="r" b="b"/>
                <a:pathLst>
                  <a:path w="6416" h="4612">
                    <a:moveTo>
                      <a:pt x="6416" y="0"/>
                    </a:moveTo>
                    <a:lnTo>
                      <a:pt x="0" y="4236"/>
                    </a:lnTo>
                    <a:cubicBezTo>
                      <a:pt x="84" y="4364"/>
                      <a:pt x="173" y="4489"/>
                      <a:pt x="265" y="4612"/>
                    </a:cubicBezTo>
                    <a:lnTo>
                      <a:pt x="6416"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6" name="Freeform 157"/>
              <p:cNvSpPr/>
              <p:nvPr/>
            </p:nvSpPr>
            <p:spPr bwMode="auto">
              <a:xfrm>
                <a:off x="4003010" y="3921872"/>
                <a:ext cx="620835" cy="395218"/>
              </a:xfrm>
              <a:custGeom>
                <a:avLst/>
                <a:gdLst>
                  <a:gd name="T0" fmla="*/ 6658 w 6658"/>
                  <a:gd name="T1" fmla="*/ 0 h 4236"/>
                  <a:gd name="T2" fmla="*/ 0 w 6658"/>
                  <a:gd name="T3" fmla="*/ 3845 h 4236"/>
                  <a:gd name="T4" fmla="*/ 242 w 6658"/>
                  <a:gd name="T5" fmla="*/ 4236 h 4236"/>
                  <a:gd name="T6" fmla="*/ 6658 w 6658"/>
                  <a:gd name="T7" fmla="*/ 0 h 4236"/>
                </a:gdLst>
                <a:ahLst/>
                <a:cxnLst>
                  <a:cxn ang="0">
                    <a:pos x="T0" y="T1"/>
                  </a:cxn>
                  <a:cxn ang="0">
                    <a:pos x="T2" y="T3"/>
                  </a:cxn>
                  <a:cxn ang="0">
                    <a:pos x="T4" y="T5"/>
                  </a:cxn>
                  <a:cxn ang="0">
                    <a:pos x="T6" y="T7"/>
                  </a:cxn>
                </a:cxnLst>
                <a:rect l="0" t="0" r="r" b="b"/>
                <a:pathLst>
                  <a:path w="6658" h="4236">
                    <a:moveTo>
                      <a:pt x="6658" y="0"/>
                    </a:moveTo>
                    <a:lnTo>
                      <a:pt x="0" y="3845"/>
                    </a:lnTo>
                    <a:cubicBezTo>
                      <a:pt x="77" y="3977"/>
                      <a:pt x="157" y="4108"/>
                      <a:pt x="242" y="4236"/>
                    </a:cubicBezTo>
                    <a:lnTo>
                      <a:pt x="6658"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7" name="Freeform 159"/>
              <p:cNvSpPr/>
              <p:nvPr/>
            </p:nvSpPr>
            <p:spPr bwMode="auto">
              <a:xfrm>
                <a:off x="3982783" y="3921872"/>
                <a:ext cx="641062" cy="359431"/>
              </a:xfrm>
              <a:custGeom>
                <a:avLst/>
                <a:gdLst>
                  <a:gd name="T0" fmla="*/ 6876 w 6876"/>
                  <a:gd name="T1" fmla="*/ 0 h 3845"/>
                  <a:gd name="T2" fmla="*/ 0 w 6876"/>
                  <a:gd name="T3" fmla="*/ 3439 h 3845"/>
                  <a:gd name="T4" fmla="*/ 218 w 6876"/>
                  <a:gd name="T5" fmla="*/ 3845 h 3845"/>
                  <a:gd name="T6" fmla="*/ 6876 w 6876"/>
                  <a:gd name="T7" fmla="*/ 0 h 3845"/>
                </a:gdLst>
                <a:ahLst/>
                <a:cxnLst>
                  <a:cxn ang="0">
                    <a:pos x="T0" y="T1"/>
                  </a:cxn>
                  <a:cxn ang="0">
                    <a:pos x="T2" y="T3"/>
                  </a:cxn>
                  <a:cxn ang="0">
                    <a:pos x="T4" y="T5"/>
                  </a:cxn>
                  <a:cxn ang="0">
                    <a:pos x="T6" y="T7"/>
                  </a:cxn>
                </a:cxnLst>
                <a:rect l="0" t="0" r="r" b="b"/>
                <a:pathLst>
                  <a:path w="6876" h="3845">
                    <a:moveTo>
                      <a:pt x="6876" y="0"/>
                    </a:moveTo>
                    <a:lnTo>
                      <a:pt x="0" y="3439"/>
                    </a:lnTo>
                    <a:cubicBezTo>
                      <a:pt x="69" y="3577"/>
                      <a:pt x="141" y="3712"/>
                      <a:pt x="218" y="3845"/>
                    </a:cubicBezTo>
                    <a:lnTo>
                      <a:pt x="6876"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8" name="Freeform 161"/>
              <p:cNvSpPr/>
              <p:nvPr/>
            </p:nvSpPr>
            <p:spPr bwMode="auto">
              <a:xfrm>
                <a:off x="3964112" y="3921872"/>
                <a:ext cx="659734" cy="320531"/>
              </a:xfrm>
              <a:custGeom>
                <a:avLst/>
                <a:gdLst>
                  <a:gd name="T0" fmla="*/ 7069 w 7069"/>
                  <a:gd name="T1" fmla="*/ 0 h 3439"/>
                  <a:gd name="T2" fmla="*/ 0 w 7069"/>
                  <a:gd name="T3" fmla="*/ 3022 h 3439"/>
                  <a:gd name="T4" fmla="*/ 193 w 7069"/>
                  <a:gd name="T5" fmla="*/ 3439 h 3439"/>
                  <a:gd name="T6" fmla="*/ 7069 w 7069"/>
                  <a:gd name="T7" fmla="*/ 0 h 3439"/>
                </a:gdLst>
                <a:ahLst/>
                <a:cxnLst>
                  <a:cxn ang="0">
                    <a:pos x="T0" y="T1"/>
                  </a:cxn>
                  <a:cxn ang="0">
                    <a:pos x="T2" y="T3"/>
                  </a:cxn>
                  <a:cxn ang="0">
                    <a:pos x="T4" y="T5"/>
                  </a:cxn>
                  <a:cxn ang="0">
                    <a:pos x="T6" y="T7"/>
                  </a:cxn>
                </a:cxnLst>
                <a:rect l="0" t="0" r="r" b="b"/>
                <a:pathLst>
                  <a:path w="7069" h="3439">
                    <a:moveTo>
                      <a:pt x="7069" y="0"/>
                    </a:moveTo>
                    <a:lnTo>
                      <a:pt x="0" y="3022"/>
                    </a:lnTo>
                    <a:cubicBezTo>
                      <a:pt x="60" y="3163"/>
                      <a:pt x="124" y="3302"/>
                      <a:pt x="193" y="3439"/>
                    </a:cubicBezTo>
                    <a:lnTo>
                      <a:pt x="7069"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9" name="Freeform 163"/>
              <p:cNvSpPr/>
              <p:nvPr/>
            </p:nvSpPr>
            <p:spPr bwMode="auto">
              <a:xfrm>
                <a:off x="3948552" y="3921872"/>
                <a:ext cx="675293" cy="281632"/>
              </a:xfrm>
              <a:custGeom>
                <a:avLst/>
                <a:gdLst>
                  <a:gd name="T0" fmla="*/ 7238 w 7238"/>
                  <a:gd name="T1" fmla="*/ 0 h 3022"/>
                  <a:gd name="T2" fmla="*/ 0 w 7238"/>
                  <a:gd name="T3" fmla="*/ 2594 h 3022"/>
                  <a:gd name="T4" fmla="*/ 169 w 7238"/>
                  <a:gd name="T5" fmla="*/ 3022 h 3022"/>
                  <a:gd name="T6" fmla="*/ 7238 w 7238"/>
                  <a:gd name="T7" fmla="*/ 0 h 3022"/>
                </a:gdLst>
                <a:ahLst/>
                <a:cxnLst>
                  <a:cxn ang="0">
                    <a:pos x="T0" y="T1"/>
                  </a:cxn>
                  <a:cxn ang="0">
                    <a:pos x="T2" y="T3"/>
                  </a:cxn>
                  <a:cxn ang="0">
                    <a:pos x="T4" y="T5"/>
                  </a:cxn>
                  <a:cxn ang="0">
                    <a:pos x="T6" y="T7"/>
                  </a:cxn>
                </a:cxnLst>
                <a:rect l="0" t="0" r="r" b="b"/>
                <a:pathLst>
                  <a:path w="7238" h="3022">
                    <a:moveTo>
                      <a:pt x="7238" y="0"/>
                    </a:moveTo>
                    <a:lnTo>
                      <a:pt x="0" y="2594"/>
                    </a:lnTo>
                    <a:cubicBezTo>
                      <a:pt x="52" y="2738"/>
                      <a:pt x="108" y="2881"/>
                      <a:pt x="169" y="3022"/>
                    </a:cubicBezTo>
                    <a:lnTo>
                      <a:pt x="7238"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0" name="Freeform 165"/>
              <p:cNvSpPr/>
              <p:nvPr/>
            </p:nvSpPr>
            <p:spPr bwMode="auto">
              <a:xfrm>
                <a:off x="3936104" y="3921872"/>
                <a:ext cx="687741" cy="242732"/>
              </a:xfrm>
              <a:custGeom>
                <a:avLst/>
                <a:gdLst>
                  <a:gd name="T0" fmla="*/ 7380 w 7380"/>
                  <a:gd name="T1" fmla="*/ 0 h 2594"/>
                  <a:gd name="T2" fmla="*/ 0 w 7380"/>
                  <a:gd name="T3" fmla="*/ 2156 h 2594"/>
                  <a:gd name="T4" fmla="*/ 142 w 7380"/>
                  <a:gd name="T5" fmla="*/ 2594 h 2594"/>
                  <a:gd name="T6" fmla="*/ 7380 w 7380"/>
                  <a:gd name="T7" fmla="*/ 0 h 2594"/>
                </a:gdLst>
                <a:ahLst/>
                <a:cxnLst>
                  <a:cxn ang="0">
                    <a:pos x="T0" y="T1"/>
                  </a:cxn>
                  <a:cxn ang="0">
                    <a:pos x="T2" y="T3"/>
                  </a:cxn>
                  <a:cxn ang="0">
                    <a:pos x="T4" y="T5"/>
                  </a:cxn>
                  <a:cxn ang="0">
                    <a:pos x="T6" y="T7"/>
                  </a:cxn>
                </a:cxnLst>
                <a:rect l="0" t="0" r="r" b="b"/>
                <a:pathLst>
                  <a:path w="7380" h="2594">
                    <a:moveTo>
                      <a:pt x="7380" y="0"/>
                    </a:moveTo>
                    <a:lnTo>
                      <a:pt x="0" y="2156"/>
                    </a:lnTo>
                    <a:cubicBezTo>
                      <a:pt x="43" y="2304"/>
                      <a:pt x="91" y="2449"/>
                      <a:pt x="142" y="2594"/>
                    </a:cubicBezTo>
                    <a:lnTo>
                      <a:pt x="738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1" name="Freeform 167"/>
              <p:cNvSpPr/>
              <p:nvPr/>
            </p:nvSpPr>
            <p:spPr bwMode="auto">
              <a:xfrm>
                <a:off x="3925212" y="3921872"/>
                <a:ext cx="698634" cy="200721"/>
              </a:xfrm>
              <a:custGeom>
                <a:avLst/>
                <a:gdLst>
                  <a:gd name="T0" fmla="*/ 7495 w 7495"/>
                  <a:gd name="T1" fmla="*/ 0 h 2156"/>
                  <a:gd name="T2" fmla="*/ 0 w 7495"/>
                  <a:gd name="T3" fmla="*/ 1711 h 2156"/>
                  <a:gd name="T4" fmla="*/ 115 w 7495"/>
                  <a:gd name="T5" fmla="*/ 2156 h 2156"/>
                  <a:gd name="T6" fmla="*/ 7495 w 7495"/>
                  <a:gd name="T7" fmla="*/ 0 h 2156"/>
                </a:gdLst>
                <a:ahLst/>
                <a:cxnLst>
                  <a:cxn ang="0">
                    <a:pos x="T0" y="T1"/>
                  </a:cxn>
                  <a:cxn ang="0">
                    <a:pos x="T2" y="T3"/>
                  </a:cxn>
                  <a:cxn ang="0">
                    <a:pos x="T4" y="T5"/>
                  </a:cxn>
                  <a:cxn ang="0">
                    <a:pos x="T6" y="T7"/>
                  </a:cxn>
                </a:cxnLst>
                <a:rect l="0" t="0" r="r" b="b"/>
                <a:pathLst>
                  <a:path w="7495" h="2156">
                    <a:moveTo>
                      <a:pt x="7495" y="0"/>
                    </a:moveTo>
                    <a:lnTo>
                      <a:pt x="0" y="1711"/>
                    </a:lnTo>
                    <a:cubicBezTo>
                      <a:pt x="34" y="1861"/>
                      <a:pt x="72" y="2009"/>
                      <a:pt x="115" y="2156"/>
                    </a:cubicBezTo>
                    <a:lnTo>
                      <a:pt x="7495"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2" name="Freeform 169"/>
              <p:cNvSpPr/>
              <p:nvPr/>
            </p:nvSpPr>
            <p:spPr bwMode="auto">
              <a:xfrm>
                <a:off x="3915876" y="3921872"/>
                <a:ext cx="707969" cy="160266"/>
              </a:xfrm>
              <a:custGeom>
                <a:avLst/>
                <a:gdLst>
                  <a:gd name="T0" fmla="*/ 7584 w 7584"/>
                  <a:gd name="T1" fmla="*/ 0 h 1711"/>
                  <a:gd name="T2" fmla="*/ 0 w 7584"/>
                  <a:gd name="T3" fmla="*/ 1260 h 1711"/>
                  <a:gd name="T4" fmla="*/ 89 w 7584"/>
                  <a:gd name="T5" fmla="*/ 1711 h 1711"/>
                  <a:gd name="T6" fmla="*/ 7584 w 7584"/>
                  <a:gd name="T7" fmla="*/ 0 h 1711"/>
                </a:gdLst>
                <a:ahLst/>
                <a:cxnLst>
                  <a:cxn ang="0">
                    <a:pos x="T0" y="T1"/>
                  </a:cxn>
                  <a:cxn ang="0">
                    <a:pos x="T2" y="T3"/>
                  </a:cxn>
                  <a:cxn ang="0">
                    <a:pos x="T4" y="T5"/>
                  </a:cxn>
                  <a:cxn ang="0">
                    <a:pos x="T6" y="T7"/>
                  </a:cxn>
                </a:cxnLst>
                <a:rect l="0" t="0" r="r" b="b"/>
                <a:pathLst>
                  <a:path w="7584" h="1711">
                    <a:moveTo>
                      <a:pt x="7584" y="0"/>
                    </a:moveTo>
                    <a:lnTo>
                      <a:pt x="0" y="1260"/>
                    </a:lnTo>
                    <a:cubicBezTo>
                      <a:pt x="25" y="1411"/>
                      <a:pt x="54" y="1562"/>
                      <a:pt x="89" y="1711"/>
                    </a:cubicBezTo>
                    <a:lnTo>
                      <a:pt x="7584"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3" name="Freeform 171"/>
              <p:cNvSpPr/>
              <p:nvPr/>
            </p:nvSpPr>
            <p:spPr bwMode="auto">
              <a:xfrm>
                <a:off x="3911208" y="3921872"/>
                <a:ext cx="712637" cy="118254"/>
              </a:xfrm>
              <a:custGeom>
                <a:avLst/>
                <a:gdLst>
                  <a:gd name="T0" fmla="*/ 7646 w 7646"/>
                  <a:gd name="T1" fmla="*/ 0 h 1260"/>
                  <a:gd name="T2" fmla="*/ 0 w 7646"/>
                  <a:gd name="T3" fmla="*/ 804 h 1260"/>
                  <a:gd name="T4" fmla="*/ 62 w 7646"/>
                  <a:gd name="T5" fmla="*/ 1260 h 1260"/>
                  <a:gd name="T6" fmla="*/ 7646 w 7646"/>
                  <a:gd name="T7" fmla="*/ 0 h 1260"/>
                </a:gdLst>
                <a:ahLst/>
                <a:cxnLst>
                  <a:cxn ang="0">
                    <a:pos x="T0" y="T1"/>
                  </a:cxn>
                  <a:cxn ang="0">
                    <a:pos x="T2" y="T3"/>
                  </a:cxn>
                  <a:cxn ang="0">
                    <a:pos x="T4" y="T5"/>
                  </a:cxn>
                  <a:cxn ang="0">
                    <a:pos x="T6" y="T7"/>
                  </a:cxn>
                </a:cxnLst>
                <a:rect l="0" t="0" r="r" b="b"/>
                <a:pathLst>
                  <a:path w="7646" h="1260">
                    <a:moveTo>
                      <a:pt x="7646" y="0"/>
                    </a:moveTo>
                    <a:lnTo>
                      <a:pt x="0" y="804"/>
                    </a:lnTo>
                    <a:cubicBezTo>
                      <a:pt x="16" y="956"/>
                      <a:pt x="37" y="1108"/>
                      <a:pt x="62" y="1260"/>
                    </a:cubicBezTo>
                    <a:lnTo>
                      <a:pt x="7646"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4" name="Freeform 173"/>
              <p:cNvSpPr/>
              <p:nvPr/>
            </p:nvSpPr>
            <p:spPr bwMode="auto">
              <a:xfrm>
                <a:off x="3908096" y="3921872"/>
                <a:ext cx="715749" cy="74687"/>
              </a:xfrm>
              <a:custGeom>
                <a:avLst/>
                <a:gdLst>
                  <a:gd name="T0" fmla="*/ 7680 w 7680"/>
                  <a:gd name="T1" fmla="*/ 0 h 804"/>
                  <a:gd name="T2" fmla="*/ 0 w 7680"/>
                  <a:gd name="T3" fmla="*/ 345 h 804"/>
                  <a:gd name="T4" fmla="*/ 34 w 7680"/>
                  <a:gd name="T5" fmla="*/ 804 h 804"/>
                  <a:gd name="T6" fmla="*/ 7680 w 7680"/>
                  <a:gd name="T7" fmla="*/ 0 h 804"/>
                </a:gdLst>
                <a:ahLst/>
                <a:cxnLst>
                  <a:cxn ang="0">
                    <a:pos x="T0" y="T1"/>
                  </a:cxn>
                  <a:cxn ang="0">
                    <a:pos x="T2" y="T3"/>
                  </a:cxn>
                  <a:cxn ang="0">
                    <a:pos x="T4" y="T5"/>
                  </a:cxn>
                  <a:cxn ang="0">
                    <a:pos x="T6" y="T7"/>
                  </a:cxn>
                </a:cxnLst>
                <a:rect l="0" t="0" r="r" b="b"/>
                <a:pathLst>
                  <a:path w="7680" h="804">
                    <a:moveTo>
                      <a:pt x="7680" y="0"/>
                    </a:moveTo>
                    <a:lnTo>
                      <a:pt x="0" y="345"/>
                    </a:lnTo>
                    <a:cubicBezTo>
                      <a:pt x="6" y="498"/>
                      <a:pt x="18" y="651"/>
                      <a:pt x="34" y="804"/>
                    </a:cubicBezTo>
                    <a:lnTo>
                      <a:pt x="768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5" name="Freeform 175"/>
              <p:cNvSpPr/>
              <p:nvPr/>
            </p:nvSpPr>
            <p:spPr bwMode="auto">
              <a:xfrm>
                <a:off x="3906540" y="3910980"/>
                <a:ext cx="717305" cy="43567"/>
              </a:xfrm>
              <a:custGeom>
                <a:avLst/>
                <a:gdLst>
                  <a:gd name="T0" fmla="*/ 7690 w 7690"/>
                  <a:gd name="T1" fmla="*/ 115 h 460"/>
                  <a:gd name="T2" fmla="*/ 3 w 7690"/>
                  <a:gd name="T3" fmla="*/ 0 h 460"/>
                  <a:gd name="T4" fmla="*/ 10 w 7690"/>
                  <a:gd name="T5" fmla="*/ 460 h 460"/>
                  <a:gd name="T6" fmla="*/ 7690 w 7690"/>
                  <a:gd name="T7" fmla="*/ 115 h 460"/>
                </a:gdLst>
                <a:ahLst/>
                <a:cxnLst>
                  <a:cxn ang="0">
                    <a:pos x="T0" y="T1"/>
                  </a:cxn>
                  <a:cxn ang="0">
                    <a:pos x="T2" y="T3"/>
                  </a:cxn>
                  <a:cxn ang="0">
                    <a:pos x="T4" y="T5"/>
                  </a:cxn>
                  <a:cxn ang="0">
                    <a:pos x="T6" y="T7"/>
                  </a:cxn>
                </a:cxnLst>
                <a:rect l="0" t="0" r="r" b="b"/>
                <a:pathLst>
                  <a:path w="7690" h="460">
                    <a:moveTo>
                      <a:pt x="7690" y="115"/>
                    </a:moveTo>
                    <a:lnTo>
                      <a:pt x="3" y="0"/>
                    </a:lnTo>
                    <a:cubicBezTo>
                      <a:pt x="0" y="154"/>
                      <a:pt x="3" y="307"/>
                      <a:pt x="10" y="460"/>
                    </a:cubicBezTo>
                    <a:lnTo>
                      <a:pt x="7690" y="115"/>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6" name="Freeform 177"/>
              <p:cNvSpPr/>
              <p:nvPr/>
            </p:nvSpPr>
            <p:spPr bwMode="auto">
              <a:xfrm>
                <a:off x="3906540" y="3868969"/>
                <a:ext cx="717305" cy="52903"/>
              </a:xfrm>
              <a:custGeom>
                <a:avLst/>
                <a:gdLst>
                  <a:gd name="T0" fmla="*/ 7687 w 7687"/>
                  <a:gd name="T1" fmla="*/ 574 h 574"/>
                  <a:gd name="T2" fmla="*/ 20 w 7687"/>
                  <a:gd name="T3" fmla="*/ 0 h 574"/>
                  <a:gd name="T4" fmla="*/ 0 w 7687"/>
                  <a:gd name="T5" fmla="*/ 459 h 574"/>
                  <a:gd name="T6" fmla="*/ 7687 w 7687"/>
                  <a:gd name="T7" fmla="*/ 574 h 574"/>
                </a:gdLst>
                <a:ahLst/>
                <a:cxnLst>
                  <a:cxn ang="0">
                    <a:pos x="T0" y="T1"/>
                  </a:cxn>
                  <a:cxn ang="0">
                    <a:pos x="T2" y="T3"/>
                  </a:cxn>
                  <a:cxn ang="0">
                    <a:pos x="T4" y="T5"/>
                  </a:cxn>
                  <a:cxn ang="0">
                    <a:pos x="T6" y="T7"/>
                  </a:cxn>
                </a:cxnLst>
                <a:rect l="0" t="0" r="r" b="b"/>
                <a:pathLst>
                  <a:path w="7687" h="574">
                    <a:moveTo>
                      <a:pt x="7687" y="574"/>
                    </a:moveTo>
                    <a:lnTo>
                      <a:pt x="20" y="0"/>
                    </a:lnTo>
                    <a:cubicBezTo>
                      <a:pt x="9" y="153"/>
                      <a:pt x="2" y="306"/>
                      <a:pt x="0" y="459"/>
                    </a:cubicBezTo>
                    <a:lnTo>
                      <a:pt x="7687" y="57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7" name="Freeform 179"/>
              <p:cNvSpPr/>
              <p:nvPr/>
            </p:nvSpPr>
            <p:spPr bwMode="auto">
              <a:xfrm>
                <a:off x="3908096" y="3825402"/>
                <a:ext cx="715749" cy="96470"/>
              </a:xfrm>
              <a:custGeom>
                <a:avLst/>
                <a:gdLst>
                  <a:gd name="T0" fmla="*/ 7667 w 7667"/>
                  <a:gd name="T1" fmla="*/ 1032 h 1032"/>
                  <a:gd name="T2" fmla="*/ 48 w 7667"/>
                  <a:gd name="T3" fmla="*/ 0 h 1032"/>
                  <a:gd name="T4" fmla="*/ 0 w 7667"/>
                  <a:gd name="T5" fmla="*/ 458 h 1032"/>
                  <a:gd name="T6" fmla="*/ 7667 w 7667"/>
                  <a:gd name="T7" fmla="*/ 1032 h 1032"/>
                </a:gdLst>
                <a:ahLst/>
                <a:cxnLst>
                  <a:cxn ang="0">
                    <a:pos x="T0" y="T1"/>
                  </a:cxn>
                  <a:cxn ang="0">
                    <a:pos x="T2" y="T3"/>
                  </a:cxn>
                  <a:cxn ang="0">
                    <a:pos x="T4" y="T5"/>
                  </a:cxn>
                  <a:cxn ang="0">
                    <a:pos x="T6" y="T7"/>
                  </a:cxn>
                </a:cxnLst>
                <a:rect l="0" t="0" r="r" b="b"/>
                <a:pathLst>
                  <a:path w="7667" h="1032">
                    <a:moveTo>
                      <a:pt x="7667" y="1032"/>
                    </a:moveTo>
                    <a:lnTo>
                      <a:pt x="48" y="0"/>
                    </a:lnTo>
                    <a:cubicBezTo>
                      <a:pt x="28" y="152"/>
                      <a:pt x="12" y="305"/>
                      <a:pt x="0" y="458"/>
                    </a:cubicBezTo>
                    <a:lnTo>
                      <a:pt x="7667" y="103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8" name="Freeform 181"/>
              <p:cNvSpPr/>
              <p:nvPr/>
            </p:nvSpPr>
            <p:spPr bwMode="auto">
              <a:xfrm>
                <a:off x="3912764" y="3783390"/>
                <a:ext cx="711081" cy="138482"/>
              </a:xfrm>
              <a:custGeom>
                <a:avLst/>
                <a:gdLst>
                  <a:gd name="T0" fmla="*/ 7619 w 7619"/>
                  <a:gd name="T1" fmla="*/ 1486 h 1486"/>
                  <a:gd name="T2" fmla="*/ 76 w 7619"/>
                  <a:gd name="T3" fmla="*/ 0 h 1486"/>
                  <a:gd name="T4" fmla="*/ 0 w 7619"/>
                  <a:gd name="T5" fmla="*/ 454 h 1486"/>
                  <a:gd name="T6" fmla="*/ 7619 w 7619"/>
                  <a:gd name="T7" fmla="*/ 1486 h 1486"/>
                </a:gdLst>
                <a:ahLst/>
                <a:cxnLst>
                  <a:cxn ang="0">
                    <a:pos x="T0" y="T1"/>
                  </a:cxn>
                  <a:cxn ang="0">
                    <a:pos x="T2" y="T3"/>
                  </a:cxn>
                  <a:cxn ang="0">
                    <a:pos x="T4" y="T5"/>
                  </a:cxn>
                  <a:cxn ang="0">
                    <a:pos x="T6" y="T7"/>
                  </a:cxn>
                </a:cxnLst>
                <a:rect l="0" t="0" r="r" b="b"/>
                <a:pathLst>
                  <a:path w="7619" h="1486">
                    <a:moveTo>
                      <a:pt x="7619" y="1486"/>
                    </a:moveTo>
                    <a:lnTo>
                      <a:pt x="76" y="0"/>
                    </a:lnTo>
                    <a:cubicBezTo>
                      <a:pt x="46" y="151"/>
                      <a:pt x="21" y="302"/>
                      <a:pt x="0" y="454"/>
                    </a:cubicBezTo>
                    <a:lnTo>
                      <a:pt x="7619" y="1486"/>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9" name="Freeform 183"/>
              <p:cNvSpPr/>
              <p:nvPr/>
            </p:nvSpPr>
            <p:spPr bwMode="auto">
              <a:xfrm>
                <a:off x="3920544" y="3741379"/>
                <a:ext cx="703301" cy="180493"/>
              </a:xfrm>
              <a:custGeom>
                <a:avLst/>
                <a:gdLst>
                  <a:gd name="T0" fmla="*/ 7543 w 7543"/>
                  <a:gd name="T1" fmla="*/ 1934 h 1934"/>
                  <a:gd name="T2" fmla="*/ 102 w 7543"/>
                  <a:gd name="T3" fmla="*/ 0 h 1934"/>
                  <a:gd name="T4" fmla="*/ 0 w 7543"/>
                  <a:gd name="T5" fmla="*/ 448 h 1934"/>
                  <a:gd name="T6" fmla="*/ 7543 w 7543"/>
                  <a:gd name="T7" fmla="*/ 1934 h 1934"/>
                </a:gdLst>
                <a:ahLst/>
                <a:cxnLst>
                  <a:cxn ang="0">
                    <a:pos x="T0" y="T1"/>
                  </a:cxn>
                  <a:cxn ang="0">
                    <a:pos x="T2" y="T3"/>
                  </a:cxn>
                  <a:cxn ang="0">
                    <a:pos x="T4" y="T5"/>
                  </a:cxn>
                  <a:cxn ang="0">
                    <a:pos x="T6" y="T7"/>
                  </a:cxn>
                </a:cxnLst>
                <a:rect l="0" t="0" r="r" b="b"/>
                <a:pathLst>
                  <a:path w="7543" h="1934">
                    <a:moveTo>
                      <a:pt x="7543" y="1934"/>
                    </a:moveTo>
                    <a:lnTo>
                      <a:pt x="102" y="0"/>
                    </a:lnTo>
                    <a:cubicBezTo>
                      <a:pt x="64" y="148"/>
                      <a:pt x="29" y="298"/>
                      <a:pt x="0" y="448"/>
                    </a:cubicBezTo>
                    <a:lnTo>
                      <a:pt x="7543" y="193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0" name="Freeform 185"/>
              <p:cNvSpPr/>
              <p:nvPr/>
            </p:nvSpPr>
            <p:spPr bwMode="auto">
              <a:xfrm>
                <a:off x="3929880" y="3699367"/>
                <a:ext cx="693965" cy="222505"/>
              </a:xfrm>
              <a:custGeom>
                <a:avLst/>
                <a:gdLst>
                  <a:gd name="T0" fmla="*/ 7441 w 7441"/>
                  <a:gd name="T1" fmla="*/ 2376 h 2376"/>
                  <a:gd name="T2" fmla="*/ 129 w 7441"/>
                  <a:gd name="T3" fmla="*/ 0 h 2376"/>
                  <a:gd name="T4" fmla="*/ 0 w 7441"/>
                  <a:gd name="T5" fmla="*/ 442 h 2376"/>
                  <a:gd name="T6" fmla="*/ 7441 w 7441"/>
                  <a:gd name="T7" fmla="*/ 2376 h 2376"/>
                </a:gdLst>
                <a:ahLst/>
                <a:cxnLst>
                  <a:cxn ang="0">
                    <a:pos x="T0" y="T1"/>
                  </a:cxn>
                  <a:cxn ang="0">
                    <a:pos x="T2" y="T3"/>
                  </a:cxn>
                  <a:cxn ang="0">
                    <a:pos x="T4" y="T5"/>
                  </a:cxn>
                  <a:cxn ang="0">
                    <a:pos x="T6" y="T7"/>
                  </a:cxn>
                </a:cxnLst>
                <a:rect l="0" t="0" r="r" b="b"/>
                <a:pathLst>
                  <a:path w="7441" h="2376">
                    <a:moveTo>
                      <a:pt x="7441" y="2376"/>
                    </a:moveTo>
                    <a:lnTo>
                      <a:pt x="129" y="0"/>
                    </a:lnTo>
                    <a:cubicBezTo>
                      <a:pt x="82" y="146"/>
                      <a:pt x="39" y="294"/>
                      <a:pt x="0" y="442"/>
                    </a:cubicBezTo>
                    <a:lnTo>
                      <a:pt x="7441" y="2376"/>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1" name="Freeform 187"/>
              <p:cNvSpPr/>
              <p:nvPr/>
            </p:nvSpPr>
            <p:spPr bwMode="auto">
              <a:xfrm>
                <a:off x="3942328" y="3658912"/>
                <a:ext cx="681517" cy="262960"/>
              </a:xfrm>
              <a:custGeom>
                <a:avLst/>
                <a:gdLst>
                  <a:gd name="T0" fmla="*/ 7312 w 7312"/>
                  <a:gd name="T1" fmla="*/ 2809 h 2809"/>
                  <a:gd name="T2" fmla="*/ 155 w 7312"/>
                  <a:gd name="T3" fmla="*/ 0 h 2809"/>
                  <a:gd name="T4" fmla="*/ 0 w 7312"/>
                  <a:gd name="T5" fmla="*/ 433 h 2809"/>
                  <a:gd name="T6" fmla="*/ 7312 w 7312"/>
                  <a:gd name="T7" fmla="*/ 2809 h 2809"/>
                </a:gdLst>
                <a:ahLst/>
                <a:cxnLst>
                  <a:cxn ang="0">
                    <a:pos x="T0" y="T1"/>
                  </a:cxn>
                  <a:cxn ang="0">
                    <a:pos x="T2" y="T3"/>
                  </a:cxn>
                  <a:cxn ang="0">
                    <a:pos x="T4" y="T5"/>
                  </a:cxn>
                  <a:cxn ang="0">
                    <a:pos x="T6" y="T7"/>
                  </a:cxn>
                </a:cxnLst>
                <a:rect l="0" t="0" r="r" b="b"/>
                <a:pathLst>
                  <a:path w="7312" h="2809">
                    <a:moveTo>
                      <a:pt x="7312" y="2809"/>
                    </a:moveTo>
                    <a:lnTo>
                      <a:pt x="155" y="0"/>
                    </a:lnTo>
                    <a:cubicBezTo>
                      <a:pt x="99" y="143"/>
                      <a:pt x="48" y="288"/>
                      <a:pt x="0" y="433"/>
                    </a:cubicBezTo>
                    <a:lnTo>
                      <a:pt x="7312" y="2809"/>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2" name="Freeform 189"/>
              <p:cNvSpPr/>
              <p:nvPr/>
            </p:nvSpPr>
            <p:spPr bwMode="auto">
              <a:xfrm>
                <a:off x="3956331" y="3620013"/>
                <a:ext cx="667514" cy="301859"/>
              </a:xfrm>
              <a:custGeom>
                <a:avLst/>
                <a:gdLst>
                  <a:gd name="T0" fmla="*/ 7157 w 7157"/>
                  <a:gd name="T1" fmla="*/ 3232 h 3232"/>
                  <a:gd name="T2" fmla="*/ 181 w 7157"/>
                  <a:gd name="T3" fmla="*/ 0 h 3232"/>
                  <a:gd name="T4" fmla="*/ 0 w 7157"/>
                  <a:gd name="T5" fmla="*/ 423 h 3232"/>
                  <a:gd name="T6" fmla="*/ 7157 w 7157"/>
                  <a:gd name="T7" fmla="*/ 3232 h 3232"/>
                </a:gdLst>
                <a:ahLst/>
                <a:cxnLst>
                  <a:cxn ang="0">
                    <a:pos x="T0" y="T1"/>
                  </a:cxn>
                  <a:cxn ang="0">
                    <a:pos x="T2" y="T3"/>
                  </a:cxn>
                  <a:cxn ang="0">
                    <a:pos x="T4" y="T5"/>
                  </a:cxn>
                  <a:cxn ang="0">
                    <a:pos x="T6" y="T7"/>
                  </a:cxn>
                </a:cxnLst>
                <a:rect l="0" t="0" r="r" b="b"/>
                <a:pathLst>
                  <a:path w="7157" h="3232">
                    <a:moveTo>
                      <a:pt x="7157" y="3232"/>
                    </a:moveTo>
                    <a:lnTo>
                      <a:pt x="181" y="0"/>
                    </a:lnTo>
                    <a:cubicBezTo>
                      <a:pt x="117" y="140"/>
                      <a:pt x="56" y="281"/>
                      <a:pt x="0" y="423"/>
                    </a:cubicBezTo>
                    <a:lnTo>
                      <a:pt x="7157" y="323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3" name="Freeform 191"/>
              <p:cNvSpPr/>
              <p:nvPr/>
            </p:nvSpPr>
            <p:spPr bwMode="auto">
              <a:xfrm>
                <a:off x="3973447" y="3581113"/>
                <a:ext cx="650398" cy="340759"/>
              </a:xfrm>
              <a:custGeom>
                <a:avLst/>
                <a:gdLst>
                  <a:gd name="T0" fmla="*/ 6976 w 6976"/>
                  <a:gd name="T1" fmla="*/ 3643 h 3643"/>
                  <a:gd name="T2" fmla="*/ 206 w 6976"/>
                  <a:gd name="T3" fmla="*/ 0 h 3643"/>
                  <a:gd name="T4" fmla="*/ 0 w 6976"/>
                  <a:gd name="T5" fmla="*/ 411 h 3643"/>
                  <a:gd name="T6" fmla="*/ 6976 w 6976"/>
                  <a:gd name="T7" fmla="*/ 3643 h 3643"/>
                </a:gdLst>
                <a:ahLst/>
                <a:cxnLst>
                  <a:cxn ang="0">
                    <a:pos x="T0" y="T1"/>
                  </a:cxn>
                  <a:cxn ang="0">
                    <a:pos x="T2" y="T3"/>
                  </a:cxn>
                  <a:cxn ang="0">
                    <a:pos x="T4" y="T5"/>
                  </a:cxn>
                  <a:cxn ang="0">
                    <a:pos x="T6" y="T7"/>
                  </a:cxn>
                </a:cxnLst>
                <a:rect l="0" t="0" r="r" b="b"/>
                <a:pathLst>
                  <a:path w="6976" h="3643">
                    <a:moveTo>
                      <a:pt x="6976" y="3643"/>
                    </a:moveTo>
                    <a:lnTo>
                      <a:pt x="206" y="0"/>
                    </a:lnTo>
                    <a:cubicBezTo>
                      <a:pt x="133" y="135"/>
                      <a:pt x="65" y="272"/>
                      <a:pt x="0" y="411"/>
                    </a:cubicBezTo>
                    <a:lnTo>
                      <a:pt x="6976" y="364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4" name="Freeform 193"/>
              <p:cNvSpPr/>
              <p:nvPr/>
            </p:nvSpPr>
            <p:spPr bwMode="auto">
              <a:xfrm>
                <a:off x="3992119" y="3543770"/>
                <a:ext cx="631726" cy="378103"/>
              </a:xfrm>
              <a:custGeom>
                <a:avLst/>
                <a:gdLst>
                  <a:gd name="T0" fmla="*/ 6770 w 6770"/>
                  <a:gd name="T1" fmla="*/ 4041 h 4041"/>
                  <a:gd name="T2" fmla="*/ 230 w 6770"/>
                  <a:gd name="T3" fmla="*/ 0 h 4041"/>
                  <a:gd name="T4" fmla="*/ 0 w 6770"/>
                  <a:gd name="T5" fmla="*/ 398 h 4041"/>
                  <a:gd name="T6" fmla="*/ 6770 w 6770"/>
                  <a:gd name="T7" fmla="*/ 4041 h 4041"/>
                </a:gdLst>
                <a:ahLst/>
                <a:cxnLst>
                  <a:cxn ang="0">
                    <a:pos x="T0" y="T1"/>
                  </a:cxn>
                  <a:cxn ang="0">
                    <a:pos x="T2" y="T3"/>
                  </a:cxn>
                  <a:cxn ang="0">
                    <a:pos x="T4" y="T5"/>
                  </a:cxn>
                  <a:cxn ang="0">
                    <a:pos x="T6" y="T7"/>
                  </a:cxn>
                </a:cxnLst>
                <a:rect l="0" t="0" r="r" b="b"/>
                <a:pathLst>
                  <a:path w="6770" h="4041">
                    <a:moveTo>
                      <a:pt x="6770" y="4041"/>
                    </a:moveTo>
                    <a:lnTo>
                      <a:pt x="230" y="0"/>
                    </a:lnTo>
                    <a:cubicBezTo>
                      <a:pt x="149" y="130"/>
                      <a:pt x="73" y="263"/>
                      <a:pt x="0" y="398"/>
                    </a:cubicBezTo>
                    <a:lnTo>
                      <a:pt x="6770" y="4041"/>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5" name="Freeform 195"/>
              <p:cNvSpPr/>
              <p:nvPr/>
            </p:nvSpPr>
            <p:spPr bwMode="auto">
              <a:xfrm>
                <a:off x="4013903" y="3507983"/>
                <a:ext cx="609942" cy="413890"/>
              </a:xfrm>
              <a:custGeom>
                <a:avLst/>
                <a:gdLst>
                  <a:gd name="T0" fmla="*/ 6540 w 6540"/>
                  <a:gd name="T1" fmla="*/ 4425 h 4425"/>
                  <a:gd name="T2" fmla="*/ 253 w 6540"/>
                  <a:gd name="T3" fmla="*/ 0 h 4425"/>
                  <a:gd name="T4" fmla="*/ 0 w 6540"/>
                  <a:gd name="T5" fmla="*/ 384 h 4425"/>
                  <a:gd name="T6" fmla="*/ 6540 w 6540"/>
                  <a:gd name="T7" fmla="*/ 4425 h 4425"/>
                </a:gdLst>
                <a:ahLst/>
                <a:cxnLst>
                  <a:cxn ang="0">
                    <a:pos x="T0" y="T1"/>
                  </a:cxn>
                  <a:cxn ang="0">
                    <a:pos x="T2" y="T3"/>
                  </a:cxn>
                  <a:cxn ang="0">
                    <a:pos x="T4" y="T5"/>
                  </a:cxn>
                  <a:cxn ang="0">
                    <a:pos x="T6" y="T7"/>
                  </a:cxn>
                </a:cxnLst>
                <a:rect l="0" t="0" r="r" b="b"/>
                <a:pathLst>
                  <a:path w="6540" h="4425">
                    <a:moveTo>
                      <a:pt x="6540" y="4425"/>
                    </a:moveTo>
                    <a:lnTo>
                      <a:pt x="253" y="0"/>
                    </a:lnTo>
                    <a:cubicBezTo>
                      <a:pt x="165" y="125"/>
                      <a:pt x="81" y="253"/>
                      <a:pt x="0" y="384"/>
                    </a:cubicBezTo>
                    <a:lnTo>
                      <a:pt x="6540" y="4425"/>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6" name="Freeform 197"/>
              <p:cNvSpPr/>
              <p:nvPr/>
            </p:nvSpPr>
            <p:spPr bwMode="auto">
              <a:xfrm>
                <a:off x="4037242" y="3473751"/>
                <a:ext cx="586603" cy="448121"/>
              </a:xfrm>
              <a:custGeom>
                <a:avLst/>
                <a:gdLst>
                  <a:gd name="T0" fmla="*/ 6287 w 6287"/>
                  <a:gd name="T1" fmla="*/ 4793 h 4793"/>
                  <a:gd name="T2" fmla="*/ 276 w 6287"/>
                  <a:gd name="T3" fmla="*/ 0 h 4793"/>
                  <a:gd name="T4" fmla="*/ 0 w 6287"/>
                  <a:gd name="T5" fmla="*/ 368 h 4793"/>
                  <a:gd name="T6" fmla="*/ 6287 w 6287"/>
                  <a:gd name="T7" fmla="*/ 4793 h 4793"/>
                </a:gdLst>
                <a:ahLst/>
                <a:cxnLst>
                  <a:cxn ang="0">
                    <a:pos x="T0" y="T1"/>
                  </a:cxn>
                  <a:cxn ang="0">
                    <a:pos x="T2" y="T3"/>
                  </a:cxn>
                  <a:cxn ang="0">
                    <a:pos x="T4" y="T5"/>
                  </a:cxn>
                  <a:cxn ang="0">
                    <a:pos x="T6" y="T7"/>
                  </a:cxn>
                </a:cxnLst>
                <a:rect l="0" t="0" r="r" b="b"/>
                <a:pathLst>
                  <a:path w="6287" h="4793">
                    <a:moveTo>
                      <a:pt x="6287" y="4793"/>
                    </a:moveTo>
                    <a:lnTo>
                      <a:pt x="276" y="0"/>
                    </a:lnTo>
                    <a:cubicBezTo>
                      <a:pt x="181" y="120"/>
                      <a:pt x="89" y="242"/>
                      <a:pt x="0" y="368"/>
                    </a:cubicBezTo>
                    <a:lnTo>
                      <a:pt x="6287" y="479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7" name="Freeform 199"/>
              <p:cNvSpPr/>
              <p:nvPr/>
            </p:nvSpPr>
            <p:spPr bwMode="auto">
              <a:xfrm>
                <a:off x="4063694" y="3441075"/>
                <a:ext cx="560151" cy="480797"/>
              </a:xfrm>
              <a:custGeom>
                <a:avLst/>
                <a:gdLst>
                  <a:gd name="T0" fmla="*/ 6011 w 6011"/>
                  <a:gd name="T1" fmla="*/ 5144 h 5144"/>
                  <a:gd name="T2" fmla="*/ 298 w 6011"/>
                  <a:gd name="T3" fmla="*/ 0 h 5144"/>
                  <a:gd name="T4" fmla="*/ 0 w 6011"/>
                  <a:gd name="T5" fmla="*/ 351 h 5144"/>
                  <a:gd name="T6" fmla="*/ 6011 w 6011"/>
                  <a:gd name="T7" fmla="*/ 5144 h 5144"/>
                </a:gdLst>
                <a:ahLst/>
                <a:cxnLst>
                  <a:cxn ang="0">
                    <a:pos x="T0" y="T1"/>
                  </a:cxn>
                  <a:cxn ang="0">
                    <a:pos x="T2" y="T3"/>
                  </a:cxn>
                  <a:cxn ang="0">
                    <a:pos x="T4" y="T5"/>
                  </a:cxn>
                  <a:cxn ang="0">
                    <a:pos x="T6" y="T7"/>
                  </a:cxn>
                </a:cxnLst>
                <a:rect l="0" t="0" r="r" b="b"/>
                <a:pathLst>
                  <a:path w="6011" h="5144">
                    <a:moveTo>
                      <a:pt x="6011" y="5144"/>
                    </a:moveTo>
                    <a:lnTo>
                      <a:pt x="298" y="0"/>
                    </a:lnTo>
                    <a:cubicBezTo>
                      <a:pt x="195" y="114"/>
                      <a:pt x="96" y="231"/>
                      <a:pt x="0" y="351"/>
                    </a:cubicBezTo>
                    <a:lnTo>
                      <a:pt x="6011" y="514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8" name="Freeform 201"/>
              <p:cNvSpPr/>
              <p:nvPr/>
            </p:nvSpPr>
            <p:spPr bwMode="auto">
              <a:xfrm>
                <a:off x="4091702" y="3409956"/>
                <a:ext cx="532144" cy="511916"/>
              </a:xfrm>
              <a:custGeom>
                <a:avLst/>
                <a:gdLst>
                  <a:gd name="T0" fmla="*/ 5713 w 5713"/>
                  <a:gd name="T1" fmla="*/ 5477 h 5477"/>
                  <a:gd name="T2" fmla="*/ 318 w 5713"/>
                  <a:gd name="T3" fmla="*/ 0 h 5477"/>
                  <a:gd name="T4" fmla="*/ 0 w 5713"/>
                  <a:gd name="T5" fmla="*/ 333 h 5477"/>
                  <a:gd name="T6" fmla="*/ 5713 w 5713"/>
                  <a:gd name="T7" fmla="*/ 5477 h 5477"/>
                </a:gdLst>
                <a:ahLst/>
                <a:cxnLst>
                  <a:cxn ang="0">
                    <a:pos x="T0" y="T1"/>
                  </a:cxn>
                  <a:cxn ang="0">
                    <a:pos x="T2" y="T3"/>
                  </a:cxn>
                  <a:cxn ang="0">
                    <a:pos x="T4" y="T5"/>
                  </a:cxn>
                  <a:cxn ang="0">
                    <a:pos x="T6" y="T7"/>
                  </a:cxn>
                </a:cxnLst>
                <a:rect l="0" t="0" r="r" b="b"/>
                <a:pathLst>
                  <a:path w="5713" h="5477">
                    <a:moveTo>
                      <a:pt x="5713" y="5477"/>
                    </a:moveTo>
                    <a:lnTo>
                      <a:pt x="318" y="0"/>
                    </a:lnTo>
                    <a:cubicBezTo>
                      <a:pt x="208" y="108"/>
                      <a:pt x="102" y="219"/>
                      <a:pt x="0" y="333"/>
                    </a:cubicBezTo>
                    <a:lnTo>
                      <a:pt x="5713" y="5477"/>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9" name="Freeform 203"/>
              <p:cNvSpPr/>
              <p:nvPr/>
            </p:nvSpPr>
            <p:spPr bwMode="auto">
              <a:xfrm>
                <a:off x="4121265" y="3381948"/>
                <a:ext cx="502581" cy="539924"/>
              </a:xfrm>
              <a:custGeom>
                <a:avLst/>
                <a:gdLst>
                  <a:gd name="T0" fmla="*/ 5395 w 5395"/>
                  <a:gd name="T1" fmla="*/ 5790 h 5790"/>
                  <a:gd name="T2" fmla="*/ 337 w 5395"/>
                  <a:gd name="T3" fmla="*/ 0 h 5790"/>
                  <a:gd name="T4" fmla="*/ 0 w 5395"/>
                  <a:gd name="T5" fmla="*/ 313 h 5790"/>
                  <a:gd name="T6" fmla="*/ 5395 w 5395"/>
                  <a:gd name="T7" fmla="*/ 5790 h 5790"/>
                </a:gdLst>
                <a:ahLst/>
                <a:cxnLst>
                  <a:cxn ang="0">
                    <a:pos x="T0" y="T1"/>
                  </a:cxn>
                  <a:cxn ang="0">
                    <a:pos x="T2" y="T3"/>
                  </a:cxn>
                  <a:cxn ang="0">
                    <a:pos x="T4" y="T5"/>
                  </a:cxn>
                  <a:cxn ang="0">
                    <a:pos x="T6" y="T7"/>
                  </a:cxn>
                </a:cxnLst>
                <a:rect l="0" t="0" r="r" b="b"/>
                <a:pathLst>
                  <a:path w="5395" h="5790">
                    <a:moveTo>
                      <a:pt x="5395" y="5790"/>
                    </a:moveTo>
                    <a:lnTo>
                      <a:pt x="337" y="0"/>
                    </a:lnTo>
                    <a:cubicBezTo>
                      <a:pt x="221" y="101"/>
                      <a:pt x="109" y="206"/>
                      <a:pt x="0" y="313"/>
                    </a:cubicBezTo>
                    <a:lnTo>
                      <a:pt x="5395" y="579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0" name="Freeform 205"/>
              <p:cNvSpPr/>
              <p:nvPr/>
            </p:nvSpPr>
            <p:spPr bwMode="auto">
              <a:xfrm>
                <a:off x="4152384" y="3353941"/>
                <a:ext cx="471461" cy="567932"/>
              </a:xfrm>
              <a:custGeom>
                <a:avLst/>
                <a:gdLst>
                  <a:gd name="T0" fmla="*/ 5058 w 5058"/>
                  <a:gd name="T1" fmla="*/ 6082 h 6082"/>
                  <a:gd name="T2" fmla="*/ 355 w 5058"/>
                  <a:gd name="T3" fmla="*/ 0 h 6082"/>
                  <a:gd name="T4" fmla="*/ 0 w 5058"/>
                  <a:gd name="T5" fmla="*/ 292 h 6082"/>
                  <a:gd name="T6" fmla="*/ 5058 w 5058"/>
                  <a:gd name="T7" fmla="*/ 6082 h 6082"/>
                </a:gdLst>
                <a:ahLst/>
                <a:cxnLst>
                  <a:cxn ang="0">
                    <a:pos x="T0" y="T1"/>
                  </a:cxn>
                  <a:cxn ang="0">
                    <a:pos x="T2" y="T3"/>
                  </a:cxn>
                  <a:cxn ang="0">
                    <a:pos x="T4" y="T5"/>
                  </a:cxn>
                  <a:cxn ang="0">
                    <a:pos x="T6" y="T7"/>
                  </a:cxn>
                </a:cxnLst>
                <a:rect l="0" t="0" r="r" b="b"/>
                <a:pathLst>
                  <a:path w="5058" h="6082">
                    <a:moveTo>
                      <a:pt x="5058" y="6082"/>
                    </a:moveTo>
                    <a:lnTo>
                      <a:pt x="355" y="0"/>
                    </a:lnTo>
                    <a:cubicBezTo>
                      <a:pt x="234" y="94"/>
                      <a:pt x="115" y="191"/>
                      <a:pt x="0" y="292"/>
                    </a:cubicBezTo>
                    <a:lnTo>
                      <a:pt x="5058" y="608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1" name="Freeform 207"/>
              <p:cNvSpPr/>
              <p:nvPr/>
            </p:nvSpPr>
            <p:spPr bwMode="auto">
              <a:xfrm>
                <a:off x="4185060" y="3329045"/>
                <a:ext cx="438785" cy="592827"/>
              </a:xfrm>
              <a:custGeom>
                <a:avLst/>
                <a:gdLst>
                  <a:gd name="T0" fmla="*/ 4703 w 4703"/>
                  <a:gd name="T1" fmla="*/ 6352 h 6352"/>
                  <a:gd name="T2" fmla="*/ 372 w 4703"/>
                  <a:gd name="T3" fmla="*/ 0 h 6352"/>
                  <a:gd name="T4" fmla="*/ 0 w 4703"/>
                  <a:gd name="T5" fmla="*/ 270 h 6352"/>
                  <a:gd name="T6" fmla="*/ 4703 w 4703"/>
                  <a:gd name="T7" fmla="*/ 6352 h 6352"/>
                </a:gdLst>
                <a:ahLst/>
                <a:cxnLst>
                  <a:cxn ang="0">
                    <a:pos x="T0" y="T1"/>
                  </a:cxn>
                  <a:cxn ang="0">
                    <a:pos x="T2" y="T3"/>
                  </a:cxn>
                  <a:cxn ang="0">
                    <a:pos x="T4" y="T5"/>
                  </a:cxn>
                  <a:cxn ang="0">
                    <a:pos x="T6" y="T7"/>
                  </a:cxn>
                </a:cxnLst>
                <a:rect l="0" t="0" r="r" b="b"/>
                <a:pathLst>
                  <a:path w="4703" h="6352">
                    <a:moveTo>
                      <a:pt x="4703" y="6352"/>
                    </a:moveTo>
                    <a:lnTo>
                      <a:pt x="372" y="0"/>
                    </a:lnTo>
                    <a:cubicBezTo>
                      <a:pt x="246" y="86"/>
                      <a:pt x="121" y="176"/>
                      <a:pt x="0" y="270"/>
                    </a:cubicBezTo>
                    <a:lnTo>
                      <a:pt x="4703" y="635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2" name="Freeform 209"/>
              <p:cNvSpPr/>
              <p:nvPr/>
            </p:nvSpPr>
            <p:spPr bwMode="auto">
              <a:xfrm>
                <a:off x="4220847" y="3305706"/>
                <a:ext cx="402998" cy="616166"/>
              </a:xfrm>
              <a:custGeom>
                <a:avLst/>
                <a:gdLst>
                  <a:gd name="T0" fmla="*/ 4331 w 4331"/>
                  <a:gd name="T1" fmla="*/ 6600 h 6600"/>
                  <a:gd name="T2" fmla="*/ 388 w 4331"/>
                  <a:gd name="T3" fmla="*/ 0 h 6600"/>
                  <a:gd name="T4" fmla="*/ 0 w 4331"/>
                  <a:gd name="T5" fmla="*/ 248 h 6600"/>
                  <a:gd name="T6" fmla="*/ 4331 w 4331"/>
                  <a:gd name="T7" fmla="*/ 6600 h 6600"/>
                </a:gdLst>
                <a:ahLst/>
                <a:cxnLst>
                  <a:cxn ang="0">
                    <a:pos x="T0" y="T1"/>
                  </a:cxn>
                  <a:cxn ang="0">
                    <a:pos x="T2" y="T3"/>
                  </a:cxn>
                  <a:cxn ang="0">
                    <a:pos x="T4" y="T5"/>
                  </a:cxn>
                  <a:cxn ang="0">
                    <a:pos x="T6" y="T7"/>
                  </a:cxn>
                </a:cxnLst>
                <a:rect l="0" t="0" r="r" b="b"/>
                <a:pathLst>
                  <a:path w="4331" h="6600">
                    <a:moveTo>
                      <a:pt x="4331" y="6600"/>
                    </a:moveTo>
                    <a:lnTo>
                      <a:pt x="388" y="0"/>
                    </a:lnTo>
                    <a:cubicBezTo>
                      <a:pt x="256" y="79"/>
                      <a:pt x="127" y="161"/>
                      <a:pt x="0" y="248"/>
                    </a:cubicBezTo>
                    <a:lnTo>
                      <a:pt x="4331" y="660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3" name="Freeform 211"/>
              <p:cNvSpPr/>
              <p:nvPr/>
            </p:nvSpPr>
            <p:spPr bwMode="auto">
              <a:xfrm>
                <a:off x="4256635" y="3283922"/>
                <a:ext cx="367210" cy="637950"/>
              </a:xfrm>
              <a:custGeom>
                <a:avLst/>
                <a:gdLst>
                  <a:gd name="T0" fmla="*/ 3943 w 3943"/>
                  <a:gd name="T1" fmla="*/ 6824 h 6824"/>
                  <a:gd name="T2" fmla="*/ 402 w 3943"/>
                  <a:gd name="T3" fmla="*/ 0 h 6824"/>
                  <a:gd name="T4" fmla="*/ 0 w 3943"/>
                  <a:gd name="T5" fmla="*/ 224 h 6824"/>
                  <a:gd name="T6" fmla="*/ 3943 w 3943"/>
                  <a:gd name="T7" fmla="*/ 6824 h 6824"/>
                </a:gdLst>
                <a:ahLst/>
                <a:cxnLst>
                  <a:cxn ang="0">
                    <a:pos x="T0" y="T1"/>
                  </a:cxn>
                  <a:cxn ang="0">
                    <a:pos x="T2" y="T3"/>
                  </a:cxn>
                  <a:cxn ang="0">
                    <a:pos x="T4" y="T5"/>
                  </a:cxn>
                  <a:cxn ang="0">
                    <a:pos x="T6" y="T7"/>
                  </a:cxn>
                </a:cxnLst>
                <a:rect l="0" t="0" r="r" b="b"/>
                <a:pathLst>
                  <a:path w="3943" h="6824">
                    <a:moveTo>
                      <a:pt x="3943" y="6824"/>
                    </a:moveTo>
                    <a:lnTo>
                      <a:pt x="402" y="0"/>
                    </a:lnTo>
                    <a:cubicBezTo>
                      <a:pt x="266" y="71"/>
                      <a:pt x="132" y="145"/>
                      <a:pt x="0" y="224"/>
                    </a:cubicBezTo>
                    <a:lnTo>
                      <a:pt x="3943" y="682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4" name="Freeform 213"/>
              <p:cNvSpPr/>
              <p:nvPr/>
            </p:nvSpPr>
            <p:spPr bwMode="auto">
              <a:xfrm>
                <a:off x="4293978" y="3266806"/>
                <a:ext cx="329867" cy="655066"/>
              </a:xfrm>
              <a:custGeom>
                <a:avLst/>
                <a:gdLst>
                  <a:gd name="T0" fmla="*/ 3541 w 3541"/>
                  <a:gd name="T1" fmla="*/ 7023 h 7023"/>
                  <a:gd name="T2" fmla="*/ 414 w 3541"/>
                  <a:gd name="T3" fmla="*/ 0 h 7023"/>
                  <a:gd name="T4" fmla="*/ 0 w 3541"/>
                  <a:gd name="T5" fmla="*/ 199 h 7023"/>
                  <a:gd name="T6" fmla="*/ 3541 w 3541"/>
                  <a:gd name="T7" fmla="*/ 7023 h 7023"/>
                </a:gdLst>
                <a:ahLst/>
                <a:cxnLst>
                  <a:cxn ang="0">
                    <a:pos x="T0" y="T1"/>
                  </a:cxn>
                  <a:cxn ang="0">
                    <a:pos x="T2" y="T3"/>
                  </a:cxn>
                  <a:cxn ang="0">
                    <a:pos x="T4" y="T5"/>
                  </a:cxn>
                  <a:cxn ang="0">
                    <a:pos x="T6" y="T7"/>
                  </a:cxn>
                </a:cxnLst>
                <a:rect l="0" t="0" r="r" b="b"/>
                <a:pathLst>
                  <a:path w="3541" h="7023">
                    <a:moveTo>
                      <a:pt x="3541" y="7023"/>
                    </a:moveTo>
                    <a:lnTo>
                      <a:pt x="414" y="0"/>
                    </a:lnTo>
                    <a:cubicBezTo>
                      <a:pt x="274" y="62"/>
                      <a:pt x="136" y="128"/>
                      <a:pt x="0" y="199"/>
                    </a:cubicBezTo>
                    <a:lnTo>
                      <a:pt x="3541" y="702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5" name="Freeform 215"/>
              <p:cNvSpPr/>
              <p:nvPr/>
            </p:nvSpPr>
            <p:spPr bwMode="auto">
              <a:xfrm>
                <a:off x="4332877" y="3249691"/>
                <a:ext cx="290968" cy="672181"/>
              </a:xfrm>
              <a:custGeom>
                <a:avLst/>
                <a:gdLst>
                  <a:gd name="T0" fmla="*/ 3127 w 3127"/>
                  <a:gd name="T1" fmla="*/ 7198 h 7198"/>
                  <a:gd name="T2" fmla="*/ 426 w 3127"/>
                  <a:gd name="T3" fmla="*/ 0 h 7198"/>
                  <a:gd name="T4" fmla="*/ 0 w 3127"/>
                  <a:gd name="T5" fmla="*/ 175 h 7198"/>
                  <a:gd name="T6" fmla="*/ 3127 w 3127"/>
                  <a:gd name="T7" fmla="*/ 7198 h 7198"/>
                </a:gdLst>
                <a:ahLst/>
                <a:cxnLst>
                  <a:cxn ang="0">
                    <a:pos x="T0" y="T1"/>
                  </a:cxn>
                  <a:cxn ang="0">
                    <a:pos x="T2" y="T3"/>
                  </a:cxn>
                  <a:cxn ang="0">
                    <a:pos x="T4" y="T5"/>
                  </a:cxn>
                  <a:cxn ang="0">
                    <a:pos x="T6" y="T7"/>
                  </a:cxn>
                </a:cxnLst>
                <a:rect l="0" t="0" r="r" b="b"/>
                <a:pathLst>
                  <a:path w="3127" h="7198">
                    <a:moveTo>
                      <a:pt x="3127" y="7198"/>
                    </a:moveTo>
                    <a:lnTo>
                      <a:pt x="426" y="0"/>
                    </a:lnTo>
                    <a:cubicBezTo>
                      <a:pt x="282" y="54"/>
                      <a:pt x="140" y="112"/>
                      <a:pt x="0" y="175"/>
                    </a:cubicBezTo>
                    <a:lnTo>
                      <a:pt x="3127" y="7198"/>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6" name="Freeform 217"/>
              <p:cNvSpPr/>
              <p:nvPr/>
            </p:nvSpPr>
            <p:spPr bwMode="auto">
              <a:xfrm>
                <a:off x="4371777" y="3235687"/>
                <a:ext cx="252068" cy="686186"/>
              </a:xfrm>
              <a:custGeom>
                <a:avLst/>
                <a:gdLst>
                  <a:gd name="T0" fmla="*/ 2701 w 2701"/>
                  <a:gd name="T1" fmla="*/ 7347 h 7347"/>
                  <a:gd name="T2" fmla="*/ 435 w 2701"/>
                  <a:gd name="T3" fmla="*/ 0 h 7347"/>
                  <a:gd name="T4" fmla="*/ 0 w 2701"/>
                  <a:gd name="T5" fmla="*/ 149 h 7347"/>
                  <a:gd name="T6" fmla="*/ 2701 w 2701"/>
                  <a:gd name="T7" fmla="*/ 7347 h 7347"/>
                </a:gdLst>
                <a:ahLst/>
                <a:cxnLst>
                  <a:cxn ang="0">
                    <a:pos x="T0" y="T1"/>
                  </a:cxn>
                  <a:cxn ang="0">
                    <a:pos x="T2" y="T3"/>
                  </a:cxn>
                  <a:cxn ang="0">
                    <a:pos x="T4" y="T5"/>
                  </a:cxn>
                  <a:cxn ang="0">
                    <a:pos x="T6" y="T7"/>
                  </a:cxn>
                </a:cxnLst>
                <a:rect l="0" t="0" r="r" b="b"/>
                <a:pathLst>
                  <a:path w="2701" h="7347">
                    <a:moveTo>
                      <a:pt x="2701" y="7347"/>
                    </a:moveTo>
                    <a:lnTo>
                      <a:pt x="435" y="0"/>
                    </a:lnTo>
                    <a:cubicBezTo>
                      <a:pt x="289" y="46"/>
                      <a:pt x="143" y="95"/>
                      <a:pt x="0" y="149"/>
                    </a:cubicBezTo>
                    <a:lnTo>
                      <a:pt x="2701" y="7347"/>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7" name="Freeform 220"/>
              <p:cNvSpPr/>
              <p:nvPr/>
            </p:nvSpPr>
            <p:spPr bwMode="auto">
              <a:xfrm>
                <a:off x="4412232" y="3224795"/>
                <a:ext cx="211613" cy="697077"/>
              </a:xfrm>
              <a:custGeom>
                <a:avLst/>
                <a:gdLst>
                  <a:gd name="T0" fmla="*/ 2266 w 2266"/>
                  <a:gd name="T1" fmla="*/ 7469 h 7469"/>
                  <a:gd name="T2" fmla="*/ 444 w 2266"/>
                  <a:gd name="T3" fmla="*/ 0 h 7469"/>
                  <a:gd name="T4" fmla="*/ 0 w 2266"/>
                  <a:gd name="T5" fmla="*/ 122 h 7469"/>
                  <a:gd name="T6" fmla="*/ 2266 w 2266"/>
                  <a:gd name="T7" fmla="*/ 7469 h 7469"/>
                </a:gdLst>
                <a:ahLst/>
                <a:cxnLst>
                  <a:cxn ang="0">
                    <a:pos x="T0" y="T1"/>
                  </a:cxn>
                  <a:cxn ang="0">
                    <a:pos x="T2" y="T3"/>
                  </a:cxn>
                  <a:cxn ang="0">
                    <a:pos x="T4" y="T5"/>
                  </a:cxn>
                  <a:cxn ang="0">
                    <a:pos x="T6" y="T7"/>
                  </a:cxn>
                </a:cxnLst>
                <a:rect l="0" t="0" r="r" b="b"/>
                <a:pathLst>
                  <a:path w="2266" h="7469">
                    <a:moveTo>
                      <a:pt x="2266" y="7469"/>
                    </a:moveTo>
                    <a:lnTo>
                      <a:pt x="444" y="0"/>
                    </a:lnTo>
                    <a:cubicBezTo>
                      <a:pt x="295" y="36"/>
                      <a:pt x="147" y="77"/>
                      <a:pt x="0" y="122"/>
                    </a:cubicBezTo>
                    <a:lnTo>
                      <a:pt x="2266" y="7469"/>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8" name="Freeform 222"/>
              <p:cNvSpPr/>
              <p:nvPr/>
            </p:nvSpPr>
            <p:spPr bwMode="auto">
              <a:xfrm>
                <a:off x="4454243" y="3215459"/>
                <a:ext cx="169601" cy="706413"/>
              </a:xfrm>
              <a:custGeom>
                <a:avLst/>
                <a:gdLst>
                  <a:gd name="T0" fmla="*/ 1822 w 1822"/>
                  <a:gd name="T1" fmla="*/ 7565 h 7565"/>
                  <a:gd name="T2" fmla="*/ 449 w 1822"/>
                  <a:gd name="T3" fmla="*/ 0 h 7565"/>
                  <a:gd name="T4" fmla="*/ 0 w 1822"/>
                  <a:gd name="T5" fmla="*/ 96 h 7565"/>
                  <a:gd name="T6" fmla="*/ 1822 w 1822"/>
                  <a:gd name="T7" fmla="*/ 7565 h 7565"/>
                </a:gdLst>
                <a:ahLst/>
                <a:cxnLst>
                  <a:cxn ang="0">
                    <a:pos x="T0" y="T1"/>
                  </a:cxn>
                  <a:cxn ang="0">
                    <a:pos x="T2" y="T3"/>
                  </a:cxn>
                  <a:cxn ang="0">
                    <a:pos x="T4" y="T5"/>
                  </a:cxn>
                  <a:cxn ang="0">
                    <a:pos x="T6" y="T7"/>
                  </a:cxn>
                </a:cxnLst>
                <a:rect l="0" t="0" r="r" b="b"/>
                <a:pathLst>
                  <a:path w="1822" h="7565">
                    <a:moveTo>
                      <a:pt x="1822" y="7565"/>
                    </a:moveTo>
                    <a:lnTo>
                      <a:pt x="449" y="0"/>
                    </a:lnTo>
                    <a:cubicBezTo>
                      <a:pt x="299" y="28"/>
                      <a:pt x="149" y="60"/>
                      <a:pt x="0" y="96"/>
                    </a:cubicBezTo>
                    <a:lnTo>
                      <a:pt x="1822" y="7565"/>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9" name="Freeform 224"/>
              <p:cNvSpPr/>
              <p:nvPr/>
            </p:nvSpPr>
            <p:spPr bwMode="auto">
              <a:xfrm>
                <a:off x="4496254" y="3209235"/>
                <a:ext cx="127590" cy="712637"/>
              </a:xfrm>
              <a:custGeom>
                <a:avLst/>
                <a:gdLst>
                  <a:gd name="T0" fmla="*/ 1373 w 1373"/>
                  <a:gd name="T1" fmla="*/ 7633 h 7633"/>
                  <a:gd name="T2" fmla="*/ 455 w 1373"/>
                  <a:gd name="T3" fmla="*/ 0 h 7633"/>
                  <a:gd name="T4" fmla="*/ 0 w 1373"/>
                  <a:gd name="T5" fmla="*/ 68 h 7633"/>
                  <a:gd name="T6" fmla="*/ 1373 w 1373"/>
                  <a:gd name="T7" fmla="*/ 7633 h 7633"/>
                </a:gdLst>
                <a:ahLst/>
                <a:cxnLst>
                  <a:cxn ang="0">
                    <a:pos x="T0" y="T1"/>
                  </a:cxn>
                  <a:cxn ang="0">
                    <a:pos x="T2" y="T3"/>
                  </a:cxn>
                  <a:cxn ang="0">
                    <a:pos x="T4" y="T5"/>
                  </a:cxn>
                  <a:cxn ang="0">
                    <a:pos x="T6" y="T7"/>
                  </a:cxn>
                </a:cxnLst>
                <a:rect l="0" t="0" r="r" b="b"/>
                <a:pathLst>
                  <a:path w="1373" h="7633">
                    <a:moveTo>
                      <a:pt x="1373" y="7633"/>
                    </a:moveTo>
                    <a:lnTo>
                      <a:pt x="455" y="0"/>
                    </a:lnTo>
                    <a:cubicBezTo>
                      <a:pt x="303" y="18"/>
                      <a:pt x="151" y="41"/>
                      <a:pt x="0" y="68"/>
                    </a:cubicBezTo>
                    <a:lnTo>
                      <a:pt x="1373" y="763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80" name="Freeform 226"/>
              <p:cNvSpPr/>
              <p:nvPr/>
            </p:nvSpPr>
            <p:spPr bwMode="auto">
              <a:xfrm>
                <a:off x="4538266" y="3204567"/>
                <a:ext cx="85578" cy="717305"/>
              </a:xfrm>
              <a:custGeom>
                <a:avLst/>
                <a:gdLst>
                  <a:gd name="T0" fmla="*/ 918 w 918"/>
                  <a:gd name="T1" fmla="*/ 7674 h 7674"/>
                  <a:gd name="T2" fmla="*/ 459 w 918"/>
                  <a:gd name="T3" fmla="*/ 0 h 7674"/>
                  <a:gd name="T4" fmla="*/ 0 w 918"/>
                  <a:gd name="T5" fmla="*/ 41 h 7674"/>
                  <a:gd name="T6" fmla="*/ 918 w 918"/>
                  <a:gd name="T7" fmla="*/ 7674 h 7674"/>
                </a:gdLst>
                <a:ahLst/>
                <a:cxnLst>
                  <a:cxn ang="0">
                    <a:pos x="T0" y="T1"/>
                  </a:cxn>
                  <a:cxn ang="0">
                    <a:pos x="T2" y="T3"/>
                  </a:cxn>
                  <a:cxn ang="0">
                    <a:pos x="T4" y="T5"/>
                  </a:cxn>
                  <a:cxn ang="0">
                    <a:pos x="T6" y="T7"/>
                  </a:cxn>
                </a:cxnLst>
                <a:rect l="0" t="0" r="r" b="b"/>
                <a:pathLst>
                  <a:path w="918" h="7674">
                    <a:moveTo>
                      <a:pt x="918" y="7674"/>
                    </a:moveTo>
                    <a:lnTo>
                      <a:pt x="459" y="0"/>
                    </a:lnTo>
                    <a:cubicBezTo>
                      <a:pt x="305" y="9"/>
                      <a:pt x="153" y="22"/>
                      <a:pt x="0" y="41"/>
                    </a:cubicBezTo>
                    <a:lnTo>
                      <a:pt x="918" y="767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81" name="Freeform 228"/>
              <p:cNvSpPr/>
              <p:nvPr/>
            </p:nvSpPr>
            <p:spPr bwMode="auto">
              <a:xfrm>
                <a:off x="4581833" y="3204567"/>
                <a:ext cx="42011" cy="717305"/>
              </a:xfrm>
              <a:custGeom>
                <a:avLst/>
                <a:gdLst>
                  <a:gd name="T0" fmla="*/ 459 w 459"/>
                  <a:gd name="T1" fmla="*/ 7688 h 7688"/>
                  <a:gd name="T2" fmla="*/ 459 w 459"/>
                  <a:gd name="T3" fmla="*/ 0 h 7688"/>
                  <a:gd name="T4" fmla="*/ 0 w 459"/>
                  <a:gd name="T5" fmla="*/ 14 h 7688"/>
                  <a:gd name="T6" fmla="*/ 459 w 459"/>
                  <a:gd name="T7" fmla="*/ 7688 h 7688"/>
                </a:gdLst>
                <a:ahLst/>
                <a:cxnLst>
                  <a:cxn ang="0">
                    <a:pos x="T0" y="T1"/>
                  </a:cxn>
                  <a:cxn ang="0">
                    <a:pos x="T2" y="T3"/>
                  </a:cxn>
                  <a:cxn ang="0">
                    <a:pos x="T4" y="T5"/>
                  </a:cxn>
                  <a:cxn ang="0">
                    <a:pos x="T6" y="T7"/>
                  </a:cxn>
                </a:cxnLst>
                <a:rect l="0" t="0" r="r" b="b"/>
                <a:pathLst>
                  <a:path w="459" h="7688">
                    <a:moveTo>
                      <a:pt x="459" y="7688"/>
                    </a:moveTo>
                    <a:lnTo>
                      <a:pt x="459" y="0"/>
                    </a:lnTo>
                    <a:cubicBezTo>
                      <a:pt x="306" y="0"/>
                      <a:pt x="153" y="4"/>
                      <a:pt x="0" y="14"/>
                    </a:cubicBezTo>
                    <a:lnTo>
                      <a:pt x="459" y="7688"/>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82" name="Oval 381"/>
              <p:cNvSpPr/>
              <p:nvPr/>
            </p:nvSpPr>
            <p:spPr bwMode="ltGray">
              <a:xfrm>
                <a:off x="3907002" y="3205029"/>
                <a:ext cx="1435242" cy="1435242"/>
              </a:xfrm>
              <a:prstGeom prst="ellipse">
                <a:avLst/>
              </a:prstGeom>
              <a:no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234" name="Freeform 234"/>
              <p:cNvSpPr/>
              <p:nvPr/>
            </p:nvSpPr>
            <p:spPr bwMode="auto">
              <a:xfrm>
                <a:off x="4638883" y="3216945"/>
                <a:ext cx="792287" cy="1369329"/>
              </a:xfrm>
              <a:custGeom>
                <a:avLst/>
                <a:gdLst>
                  <a:gd name="T0" fmla="*/ 0 w 8654"/>
                  <a:gd name="T1" fmla="*/ 7688 h 14954"/>
                  <a:gd name="T2" fmla="*/ 2514 w 8654"/>
                  <a:gd name="T3" fmla="*/ 14954 h 14954"/>
                  <a:gd name="T4" fmla="*/ 7266 w 8654"/>
                  <a:gd name="T5" fmla="*/ 5175 h 14954"/>
                  <a:gd name="T6" fmla="*/ 0 w 8654"/>
                  <a:gd name="T7" fmla="*/ 0 h 14954"/>
                  <a:gd name="T8" fmla="*/ 0 w 8654"/>
                  <a:gd name="T9" fmla="*/ 7688 h 14954"/>
                </a:gdLst>
                <a:ahLst/>
                <a:cxnLst>
                  <a:cxn ang="0">
                    <a:pos x="T0" y="T1"/>
                  </a:cxn>
                  <a:cxn ang="0">
                    <a:pos x="T2" y="T3"/>
                  </a:cxn>
                  <a:cxn ang="0">
                    <a:pos x="T4" y="T5"/>
                  </a:cxn>
                  <a:cxn ang="0">
                    <a:pos x="T6" y="T7"/>
                  </a:cxn>
                  <a:cxn ang="0">
                    <a:pos x="T8" y="T9"/>
                  </a:cxn>
                </a:cxnLst>
                <a:rect l="0" t="0" r="r" b="b"/>
                <a:pathLst>
                  <a:path w="8654" h="14954">
                    <a:moveTo>
                      <a:pt x="0" y="7688"/>
                    </a:moveTo>
                    <a:lnTo>
                      <a:pt x="2514" y="14954"/>
                    </a:lnTo>
                    <a:cubicBezTo>
                      <a:pt x="6527" y="13566"/>
                      <a:pt x="8654" y="9188"/>
                      <a:pt x="7266" y="5175"/>
                    </a:cubicBezTo>
                    <a:cubicBezTo>
                      <a:pt x="6195" y="2078"/>
                      <a:pt x="3278" y="0"/>
                      <a:pt x="0" y="0"/>
                    </a:cubicBezTo>
                    <a:lnTo>
                      <a:pt x="0" y="7688"/>
                    </a:lnTo>
                    <a:close/>
                  </a:path>
                </a:pathLst>
              </a:custGeom>
              <a:solidFill>
                <a:schemeClr val="accent5"/>
              </a:solidFill>
              <a:ln w="0">
                <a:noFill/>
                <a:prstDash val="solid"/>
                <a:round/>
              </a:ln>
            </p:spPr>
            <p:txBody>
              <a:bodyPr vert="horz" wrap="square" lIns="82938" tIns="41469" rIns="82938" bIns="41469" numCol="1" anchor="t" anchorCtr="0" compatLnSpc="1"/>
              <a:lstStyle/>
              <a:p>
                <a:endParaRPr lang="en-GB" sz="1815"/>
              </a:p>
            </p:txBody>
          </p:sp>
        </p:grpSp>
        <p:sp>
          <p:nvSpPr>
            <p:cNvPr id="394" name="Oval 393"/>
            <p:cNvSpPr/>
            <p:nvPr/>
          </p:nvSpPr>
          <p:spPr bwMode="ltGray">
            <a:xfrm>
              <a:off x="4094634" y="3167810"/>
              <a:ext cx="1080000" cy="108000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395" name="Rectangle 10"/>
            <p:cNvSpPr>
              <a:spLocks noChangeArrowheads="1"/>
            </p:cNvSpPr>
            <p:nvPr/>
          </p:nvSpPr>
          <p:spPr bwMode="auto">
            <a:xfrm>
              <a:off x="4158166" y="3353733"/>
              <a:ext cx="894712" cy="369646"/>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2175" b="1" dirty="0" smtClean="0">
                  <a:solidFill>
                    <a:schemeClr val="accent5"/>
                  </a:solidFill>
                  <a:latin typeface="腾讯体 W7" panose="020C08030202040F0204" pitchFamily="18" charset="-122"/>
                </a:rPr>
                <a:t>44.7%</a:t>
              </a:r>
              <a:endParaRPr lang="en-GB" sz="2175" b="1" dirty="0">
                <a:solidFill>
                  <a:schemeClr val="accent5"/>
                </a:solidFill>
                <a:latin typeface="腾讯体 W7" panose="020C08030202040F0204" pitchFamily="18" charset="-122"/>
              </a:endParaRPr>
            </a:p>
          </p:txBody>
        </p:sp>
        <p:sp>
          <p:nvSpPr>
            <p:cNvPr id="396" name="Rectangle 10"/>
            <p:cNvSpPr>
              <a:spLocks noChangeArrowheads="1"/>
            </p:cNvSpPr>
            <p:nvPr/>
          </p:nvSpPr>
          <p:spPr bwMode="auto">
            <a:xfrm>
              <a:off x="4123153" y="3735052"/>
              <a:ext cx="993941" cy="423553"/>
            </a:xfrm>
            <a:prstGeom prst="rect">
              <a:avLst/>
            </a:prstGeom>
            <a:noFill/>
            <a:ln w="9525">
              <a:noFill/>
              <a:miter lim="800000"/>
            </a:ln>
          </p:spPr>
          <p:txBody>
            <a:bodyPr vert="horz" wrap="square" lIns="0" tIns="0" rIns="0" bIns="0" numCol="1" anchor="t" anchorCtr="0" compatLnSpc="1">
              <a:spAutoFit/>
            </a:bodyPr>
            <a:lstStyle/>
            <a:p>
              <a:pPr lvl="0" algn="ctr" defTabSz="914400" fontAlgn="base">
                <a:lnSpc>
                  <a:spcPts val="1500"/>
                </a:lnSpc>
                <a:spcBef>
                  <a:spcPct val="0"/>
                </a:spcBef>
                <a:spcAft>
                  <a:spcPct val="0"/>
                </a:spcAft>
              </a:pPr>
              <a:r>
                <a:rPr lang="en-GB" sz="1270" dirty="0" smtClean="0">
                  <a:solidFill>
                    <a:schemeClr val="accent5"/>
                  </a:solidFill>
                  <a:latin typeface="腾讯体 W7" panose="020C08030202040F0204" pitchFamily="18" charset="-122"/>
                </a:rPr>
                <a:t>Total Tax Rate</a:t>
              </a:r>
              <a:endParaRPr lang="en-GB" sz="1270" dirty="0">
                <a:solidFill>
                  <a:schemeClr val="accent5"/>
                </a:solidFill>
                <a:latin typeface="腾讯体 W7" panose="020C08030202040F0204" pitchFamily="18" charset="-122"/>
              </a:endParaRPr>
            </a:p>
          </p:txBody>
        </p:sp>
      </p:grpSp>
      <p:sp>
        <p:nvSpPr>
          <p:cNvPr id="398" name="Rectangle 10"/>
          <p:cNvSpPr>
            <a:spLocks noChangeArrowheads="1"/>
          </p:cNvSpPr>
          <p:nvPr/>
        </p:nvSpPr>
        <p:spPr bwMode="auto">
          <a:xfrm>
            <a:off x="1705045" y="4541577"/>
            <a:ext cx="4342171" cy="584200"/>
          </a:xfrm>
          <a:prstGeom prst="rect">
            <a:avLst/>
          </a:prstGeom>
          <a:noFill/>
          <a:ln w="9525">
            <a:noFill/>
            <a:miter lim="800000"/>
          </a:ln>
        </p:spPr>
        <p:txBody>
          <a:bodyPr vert="horz" wrap="square" lIns="0" tIns="0" rIns="0" bIns="0" numCol="1" anchor="t" anchorCtr="0" compatLnSpc="1">
            <a:spAutoFit/>
          </a:bodyPr>
          <a:lstStyle/>
          <a:p>
            <a:pPr lvl="0" defTabSz="914400" fontAlgn="base">
              <a:spcBef>
                <a:spcPct val="0"/>
              </a:spcBef>
              <a:spcAft>
                <a:spcPct val="0"/>
              </a:spcAft>
            </a:pPr>
            <a:r>
              <a:rPr lang="en-GB" sz="1270" dirty="0" smtClean="0">
                <a:latin typeface="腾讯体 W7" panose="020C08030202040F0204" pitchFamily="18" charset="-122"/>
              </a:rPr>
              <a:t>On average it now takes our case study company</a:t>
            </a:r>
            <a:r>
              <a:rPr lang="en-GB" sz="1270" b="1" dirty="0" smtClean="0">
                <a:latin typeface="腾讯体 W7" panose="020C08030202040F0204" pitchFamily="18" charset="-122"/>
              </a:rPr>
              <a:t> 267 hours </a:t>
            </a:r>
            <a:r>
              <a:rPr lang="en-GB" sz="1270" dirty="0" smtClean="0">
                <a:latin typeface="腾讯体 W7" panose="020C08030202040F0204" pitchFamily="18" charset="-122"/>
              </a:rPr>
              <a:t>to comply with its taxes, it makes </a:t>
            </a:r>
            <a:r>
              <a:rPr lang="en-GB" sz="1270" b="1" dirty="0" smtClean="0">
                <a:latin typeface="腾讯体 W7" panose="020C08030202040F0204" pitchFamily="18" charset="-122"/>
              </a:rPr>
              <a:t>27.2 payments</a:t>
            </a:r>
            <a:r>
              <a:rPr lang="en-GB" sz="1270" dirty="0" smtClean="0">
                <a:latin typeface="腾讯体 W7" panose="020C08030202040F0204" pitchFamily="18" charset="-122"/>
              </a:rPr>
              <a:t> and pays an average Total Tax rate of </a:t>
            </a:r>
            <a:r>
              <a:rPr lang="en-GB" sz="1270" b="1" dirty="0" smtClean="0">
                <a:latin typeface="腾讯体 W7" panose="020C08030202040F0204" pitchFamily="18" charset="-122"/>
              </a:rPr>
              <a:t>44.7%.</a:t>
            </a:r>
            <a:endParaRPr lang="en-GB" sz="1270" b="1" dirty="0">
              <a:latin typeface="腾讯体 W7" panose="020C08030202040F0204" pitchFamily="18" charset="-122"/>
            </a:endParaRPr>
          </a:p>
        </p:txBody>
      </p:sp>
      <p:sp>
        <p:nvSpPr>
          <p:cNvPr id="399" name="Rectangle 10"/>
          <p:cNvSpPr>
            <a:spLocks noChangeArrowheads="1"/>
          </p:cNvSpPr>
          <p:nvPr/>
        </p:nvSpPr>
        <p:spPr bwMode="auto">
          <a:xfrm>
            <a:off x="6422568" y="4541577"/>
            <a:ext cx="4018980" cy="974090"/>
          </a:xfrm>
          <a:prstGeom prst="rect">
            <a:avLst/>
          </a:prstGeom>
          <a:noFill/>
          <a:ln w="9525">
            <a:noFill/>
            <a:miter lim="800000"/>
          </a:ln>
        </p:spPr>
        <p:txBody>
          <a:bodyPr vert="horz" wrap="square" lIns="0" tIns="0" rIns="0" bIns="0" numCol="1" anchor="t" anchorCtr="0" compatLnSpc="1">
            <a:spAutoFit/>
          </a:bodyPr>
          <a:lstStyle/>
          <a:p>
            <a:pPr lvl="0" defTabSz="914400" fontAlgn="base">
              <a:spcBef>
                <a:spcPct val="0"/>
              </a:spcBef>
              <a:spcAft>
                <a:spcPct val="0"/>
              </a:spcAft>
            </a:pPr>
            <a:r>
              <a:rPr lang="en-GB" sz="1270" dirty="0" smtClean="0">
                <a:latin typeface="腾讯体 W7" panose="020C08030202040F0204" pitchFamily="18" charset="-122"/>
              </a:rPr>
              <a:t>On average across the eight years of the study the cost of tax, the Total Tax Rate, has fallen by almost </a:t>
            </a:r>
            <a:r>
              <a:rPr lang="en-GB" sz="1270" b="1" dirty="0" smtClean="0">
                <a:latin typeface="腾讯体 W7" panose="020C08030202040F0204" pitchFamily="18" charset="-122"/>
              </a:rPr>
              <a:t>1%</a:t>
            </a:r>
            <a:r>
              <a:rPr lang="en-GB" sz="1270" dirty="0" smtClean="0">
                <a:latin typeface="腾讯体 W7" panose="020C08030202040F0204" pitchFamily="18" charset="-122"/>
              </a:rPr>
              <a:t> for each year; the time to comply has fallen by </a:t>
            </a:r>
            <a:r>
              <a:rPr lang="en-GB" sz="1270" b="1" dirty="0" smtClean="0">
                <a:latin typeface="腾讯体 W7" panose="020C08030202040F0204" pitchFamily="18" charset="-122"/>
              </a:rPr>
              <a:t>54 hours</a:t>
            </a:r>
            <a:r>
              <a:rPr lang="en-GB" sz="1270" dirty="0" smtClean="0">
                <a:latin typeface="腾讯体 W7" panose="020C08030202040F0204" pitchFamily="18" charset="-122"/>
              </a:rPr>
              <a:t> (seven days); and the number of payments has fallen by </a:t>
            </a:r>
            <a:r>
              <a:rPr lang="en-GB" sz="1270" b="1" dirty="0" smtClean="0">
                <a:latin typeface="腾讯体 W7" panose="020C08030202040F0204" pitchFamily="18" charset="-122"/>
              </a:rPr>
              <a:t>6.5</a:t>
            </a:r>
            <a:r>
              <a:rPr lang="en-GB" sz="1270" dirty="0" smtClean="0">
                <a:latin typeface="腾讯体 W7" panose="020C08030202040F0204" pitchFamily="18" charset="-122"/>
              </a:rPr>
              <a:t>.</a:t>
            </a:r>
            <a:endParaRPr lang="en-GB" sz="1270" b="1" dirty="0">
              <a:latin typeface="腾讯体 W7" panose="020C08030202040F0204" pitchFamily="18" charset="-122"/>
            </a:endParaRPr>
          </a:p>
        </p:txBody>
      </p:sp>
      <p:sp>
        <p:nvSpPr>
          <p:cNvPr id="401" name="Rectangle 10"/>
          <p:cNvSpPr>
            <a:spLocks noChangeArrowheads="1"/>
          </p:cNvSpPr>
          <p:nvPr/>
        </p:nvSpPr>
        <p:spPr bwMode="auto">
          <a:xfrm>
            <a:off x="6489076" y="1992249"/>
            <a:ext cx="1114425" cy="194310"/>
          </a:xfrm>
          <a:prstGeom prst="rect">
            <a:avLst/>
          </a:prstGeom>
          <a:noFill/>
          <a:ln w="9525">
            <a:noFill/>
            <a:miter lim="800000"/>
          </a:ln>
        </p:spPr>
        <p:txBody>
          <a:bodyPr vert="horz" wrap="none" lIns="0" tIns="0" rIns="0" bIns="0" numCol="1" anchor="t" anchorCtr="0" compatLnSpc="1">
            <a:spAutoFit/>
          </a:bodyPr>
          <a:lstStyle/>
          <a:p>
            <a:pPr lvl="0" algn="ctr" defTabSz="914400" fontAlgn="base">
              <a:spcBef>
                <a:spcPct val="0"/>
              </a:spcBef>
              <a:spcAft>
                <a:spcPct val="0"/>
              </a:spcAft>
            </a:pPr>
            <a:r>
              <a:rPr lang="en-GB" sz="1270" dirty="0" smtClean="0">
                <a:solidFill>
                  <a:schemeClr val="accent5">
                    <a:lumMod val="75000"/>
                  </a:schemeClr>
                </a:solidFill>
                <a:latin typeface="腾讯体 W7" panose="020C08030202040F0204" pitchFamily="18" charset="-122"/>
              </a:rPr>
              <a:t>Total </a:t>
            </a:r>
            <a:r>
              <a:rPr lang="en-GB" sz="1270" dirty="0">
                <a:solidFill>
                  <a:schemeClr val="accent5">
                    <a:lumMod val="75000"/>
                  </a:schemeClr>
                </a:solidFill>
                <a:latin typeface="腾讯体 W7" panose="020C08030202040F0204" pitchFamily="18" charset="-122"/>
              </a:rPr>
              <a:t>T</a:t>
            </a:r>
            <a:r>
              <a:rPr lang="en-GB" sz="1270" dirty="0" smtClean="0">
                <a:solidFill>
                  <a:schemeClr val="accent5">
                    <a:lumMod val="75000"/>
                  </a:schemeClr>
                </a:solidFill>
                <a:latin typeface="腾讯体 W7" panose="020C08030202040F0204" pitchFamily="18" charset="-122"/>
              </a:rPr>
              <a:t>ax Rate</a:t>
            </a:r>
            <a:endParaRPr lang="en-GB" sz="1270" dirty="0">
              <a:solidFill>
                <a:schemeClr val="accent5">
                  <a:lumMod val="75000"/>
                </a:schemeClr>
              </a:solidFill>
              <a:latin typeface="腾讯体 W7" panose="020C08030202040F0204" pitchFamily="18" charset="-122"/>
            </a:endParaRPr>
          </a:p>
        </p:txBody>
      </p:sp>
      <p:sp>
        <p:nvSpPr>
          <p:cNvPr id="402" name="Rectangle 10"/>
          <p:cNvSpPr>
            <a:spLocks noChangeArrowheads="1"/>
          </p:cNvSpPr>
          <p:nvPr/>
        </p:nvSpPr>
        <p:spPr bwMode="auto">
          <a:xfrm>
            <a:off x="7794148" y="1992249"/>
            <a:ext cx="1271757" cy="389255"/>
          </a:xfrm>
          <a:prstGeom prst="rect">
            <a:avLst/>
          </a:prstGeom>
          <a:noFill/>
          <a:ln w="9525">
            <a:noFill/>
            <a:miter lim="800000"/>
          </a:ln>
        </p:spPr>
        <p:txBody>
          <a:bodyPr vert="horz" wrap="square" lIns="0" tIns="0" rIns="0" bIns="0" numCol="1" anchor="t" anchorCtr="0" compatLnSpc="1">
            <a:spAutoFit/>
          </a:bodyPr>
          <a:lstStyle/>
          <a:p>
            <a:pPr lvl="0" algn="ctr" defTabSz="914400" fontAlgn="base">
              <a:spcBef>
                <a:spcPct val="0"/>
              </a:spcBef>
              <a:spcAft>
                <a:spcPct val="0"/>
              </a:spcAft>
            </a:pPr>
            <a:r>
              <a:rPr lang="en-GB" sz="1270" dirty="0" smtClean="0">
                <a:solidFill>
                  <a:schemeClr val="accent5"/>
                </a:solidFill>
                <a:latin typeface="腾讯体 W7" panose="020C08030202040F0204" pitchFamily="18" charset="-122"/>
              </a:rPr>
              <a:t>Time to comply (hours)</a:t>
            </a:r>
            <a:endParaRPr lang="en-GB" sz="1270" dirty="0">
              <a:solidFill>
                <a:schemeClr val="accent5"/>
              </a:solidFill>
              <a:latin typeface="腾讯体 W7" panose="020C08030202040F0204" pitchFamily="18" charset="-122"/>
            </a:endParaRPr>
          </a:p>
        </p:txBody>
      </p:sp>
      <p:sp>
        <p:nvSpPr>
          <p:cNvPr id="403" name="Rectangle 10"/>
          <p:cNvSpPr>
            <a:spLocks noChangeArrowheads="1"/>
          </p:cNvSpPr>
          <p:nvPr/>
        </p:nvSpPr>
        <p:spPr bwMode="auto">
          <a:xfrm>
            <a:off x="9177374" y="1992249"/>
            <a:ext cx="1271757" cy="389255"/>
          </a:xfrm>
          <a:prstGeom prst="rect">
            <a:avLst/>
          </a:prstGeom>
          <a:noFill/>
          <a:ln w="9525">
            <a:noFill/>
            <a:miter lim="800000"/>
          </a:ln>
        </p:spPr>
        <p:txBody>
          <a:bodyPr vert="horz" wrap="square" lIns="0" tIns="0" rIns="0" bIns="0" numCol="1" anchor="t" anchorCtr="0" compatLnSpc="1">
            <a:spAutoFit/>
          </a:bodyPr>
          <a:lstStyle/>
          <a:p>
            <a:pPr lvl="0" algn="ctr" defTabSz="914400" fontAlgn="base">
              <a:spcBef>
                <a:spcPct val="0"/>
              </a:spcBef>
              <a:spcAft>
                <a:spcPct val="0"/>
              </a:spcAft>
            </a:pPr>
            <a:r>
              <a:rPr lang="en-GB" sz="1270" dirty="0" smtClean="0">
                <a:solidFill>
                  <a:schemeClr val="accent4"/>
                </a:solidFill>
                <a:latin typeface="腾讯体 W7" panose="020C08030202040F0204" pitchFamily="18" charset="-122"/>
              </a:rPr>
              <a:t>Number of payments</a:t>
            </a:r>
            <a:endParaRPr lang="en-GB" sz="1270" dirty="0">
              <a:solidFill>
                <a:schemeClr val="accent4"/>
              </a:solidFill>
              <a:latin typeface="腾讯体 W7" panose="020C08030202040F0204" pitchFamily="18" charset="-122"/>
            </a:endParaRPr>
          </a:p>
        </p:txBody>
      </p:sp>
      <p:grpSp>
        <p:nvGrpSpPr>
          <p:cNvPr id="1299" name="Group 1298"/>
          <p:cNvGrpSpPr/>
          <p:nvPr/>
        </p:nvGrpSpPr>
        <p:grpSpPr>
          <a:xfrm>
            <a:off x="6422567" y="2777084"/>
            <a:ext cx="1329037" cy="1697074"/>
            <a:chOff x="5706740" y="2989727"/>
            <a:chExt cx="1465263" cy="1871024"/>
          </a:xfrm>
        </p:grpSpPr>
        <p:grpSp>
          <p:nvGrpSpPr>
            <p:cNvPr id="1289" name="Group 1288"/>
            <p:cNvGrpSpPr/>
            <p:nvPr/>
          </p:nvGrpSpPr>
          <p:grpSpPr>
            <a:xfrm>
              <a:off x="5706740" y="2989727"/>
              <a:ext cx="1465263" cy="1463676"/>
              <a:chOff x="5706740" y="3005138"/>
              <a:chExt cx="1465263" cy="1463676"/>
            </a:xfrm>
          </p:grpSpPr>
          <p:grpSp>
            <p:nvGrpSpPr>
              <p:cNvPr id="1257" name="Group 1256"/>
              <p:cNvGrpSpPr/>
              <p:nvPr/>
            </p:nvGrpSpPr>
            <p:grpSpPr>
              <a:xfrm>
                <a:off x="5706740" y="3005138"/>
                <a:ext cx="1465263" cy="1463676"/>
                <a:chOff x="5609629" y="3005138"/>
                <a:chExt cx="1465263" cy="1463676"/>
              </a:xfrm>
            </p:grpSpPr>
            <p:sp>
              <p:nvSpPr>
                <p:cNvPr id="264" name="Freeform 259"/>
                <p:cNvSpPr/>
                <p:nvPr/>
              </p:nvSpPr>
              <p:spPr bwMode="auto">
                <a:xfrm>
                  <a:off x="6341467" y="3005138"/>
                  <a:ext cx="519113" cy="731838"/>
                </a:xfrm>
                <a:custGeom>
                  <a:avLst/>
                  <a:gdLst>
                    <a:gd name="T0" fmla="*/ 0 w 5437"/>
                    <a:gd name="T1" fmla="*/ 7688 h 7688"/>
                    <a:gd name="T2" fmla="*/ 5437 w 5437"/>
                    <a:gd name="T3" fmla="*/ 2252 h 7688"/>
                    <a:gd name="T4" fmla="*/ 0 w 5437"/>
                    <a:gd name="T5" fmla="*/ 0 h 7688"/>
                    <a:gd name="T6" fmla="*/ 0 w 5437"/>
                    <a:gd name="T7" fmla="*/ 7688 h 7688"/>
                  </a:gdLst>
                  <a:ahLst/>
                  <a:cxnLst>
                    <a:cxn ang="0">
                      <a:pos x="T0" y="T1"/>
                    </a:cxn>
                    <a:cxn ang="0">
                      <a:pos x="T2" y="T3"/>
                    </a:cxn>
                    <a:cxn ang="0">
                      <a:pos x="T4" y="T5"/>
                    </a:cxn>
                    <a:cxn ang="0">
                      <a:pos x="T6" y="T7"/>
                    </a:cxn>
                  </a:cxnLst>
                  <a:rect l="0" t="0" r="r" b="b"/>
                  <a:pathLst>
                    <a:path w="5437" h="7688">
                      <a:moveTo>
                        <a:pt x="0" y="7688"/>
                      </a:moveTo>
                      <a:lnTo>
                        <a:pt x="5437" y="2252"/>
                      </a:lnTo>
                      <a:cubicBezTo>
                        <a:pt x="3995" y="810"/>
                        <a:pt x="2039" y="0"/>
                        <a:pt x="0" y="0"/>
                      </a:cubicBezTo>
                      <a:lnTo>
                        <a:pt x="0" y="7688"/>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266" name="Freeform 261"/>
                <p:cNvSpPr/>
                <p:nvPr/>
              </p:nvSpPr>
              <p:spPr bwMode="auto">
                <a:xfrm>
                  <a:off x="6341467" y="3219451"/>
                  <a:ext cx="733425" cy="517525"/>
                </a:xfrm>
                <a:custGeom>
                  <a:avLst/>
                  <a:gdLst>
                    <a:gd name="T0" fmla="*/ 0 w 7689"/>
                    <a:gd name="T1" fmla="*/ 5436 h 5436"/>
                    <a:gd name="T2" fmla="*/ 7689 w 7689"/>
                    <a:gd name="T3" fmla="*/ 5436 h 5436"/>
                    <a:gd name="T4" fmla="*/ 5437 w 7689"/>
                    <a:gd name="T5" fmla="*/ 0 h 5436"/>
                    <a:gd name="T6" fmla="*/ 0 w 7689"/>
                    <a:gd name="T7" fmla="*/ 5436 h 5436"/>
                  </a:gdLst>
                  <a:ahLst/>
                  <a:cxnLst>
                    <a:cxn ang="0">
                      <a:pos x="T0" y="T1"/>
                    </a:cxn>
                    <a:cxn ang="0">
                      <a:pos x="T2" y="T3"/>
                    </a:cxn>
                    <a:cxn ang="0">
                      <a:pos x="T4" y="T5"/>
                    </a:cxn>
                    <a:cxn ang="0">
                      <a:pos x="T6" y="T7"/>
                    </a:cxn>
                  </a:cxnLst>
                  <a:rect l="0" t="0" r="r" b="b"/>
                  <a:pathLst>
                    <a:path w="7689" h="5436">
                      <a:moveTo>
                        <a:pt x="0" y="5436"/>
                      </a:moveTo>
                      <a:lnTo>
                        <a:pt x="7689" y="5436"/>
                      </a:lnTo>
                      <a:cubicBezTo>
                        <a:pt x="7689" y="3397"/>
                        <a:pt x="6879" y="1442"/>
                        <a:pt x="5437" y="0"/>
                      </a:cubicBezTo>
                      <a:lnTo>
                        <a:pt x="0" y="5436"/>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268" name="Freeform 263"/>
                <p:cNvSpPr/>
                <p:nvPr/>
              </p:nvSpPr>
              <p:spPr bwMode="auto">
                <a:xfrm>
                  <a:off x="6341467" y="3736976"/>
                  <a:ext cx="733425" cy="517525"/>
                </a:xfrm>
                <a:custGeom>
                  <a:avLst/>
                  <a:gdLst>
                    <a:gd name="T0" fmla="*/ 0 w 7689"/>
                    <a:gd name="T1" fmla="*/ 0 h 5437"/>
                    <a:gd name="T2" fmla="*/ 5437 w 7689"/>
                    <a:gd name="T3" fmla="*/ 5437 h 5437"/>
                    <a:gd name="T4" fmla="*/ 7689 w 7689"/>
                    <a:gd name="T5" fmla="*/ 0 h 5437"/>
                    <a:gd name="T6" fmla="*/ 0 w 7689"/>
                    <a:gd name="T7" fmla="*/ 0 h 5437"/>
                  </a:gdLst>
                  <a:ahLst/>
                  <a:cxnLst>
                    <a:cxn ang="0">
                      <a:pos x="T0" y="T1"/>
                    </a:cxn>
                    <a:cxn ang="0">
                      <a:pos x="T2" y="T3"/>
                    </a:cxn>
                    <a:cxn ang="0">
                      <a:pos x="T4" y="T5"/>
                    </a:cxn>
                    <a:cxn ang="0">
                      <a:pos x="T6" y="T7"/>
                    </a:cxn>
                  </a:cxnLst>
                  <a:rect l="0" t="0" r="r" b="b"/>
                  <a:pathLst>
                    <a:path w="7689" h="5437">
                      <a:moveTo>
                        <a:pt x="0" y="0"/>
                      </a:moveTo>
                      <a:lnTo>
                        <a:pt x="5437" y="5437"/>
                      </a:lnTo>
                      <a:cubicBezTo>
                        <a:pt x="6879" y="3995"/>
                        <a:pt x="7689" y="2039"/>
                        <a:pt x="7689" y="0"/>
                      </a:cubicBezTo>
                      <a:lnTo>
                        <a:pt x="0" y="0"/>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270" name="Freeform 265"/>
                <p:cNvSpPr/>
                <p:nvPr/>
              </p:nvSpPr>
              <p:spPr bwMode="auto">
                <a:xfrm>
                  <a:off x="6341467" y="3736976"/>
                  <a:ext cx="519113" cy="731838"/>
                </a:xfrm>
                <a:custGeom>
                  <a:avLst/>
                  <a:gdLst>
                    <a:gd name="T0" fmla="*/ 0 w 5437"/>
                    <a:gd name="T1" fmla="*/ 0 h 7689"/>
                    <a:gd name="T2" fmla="*/ 0 w 5437"/>
                    <a:gd name="T3" fmla="*/ 7689 h 7689"/>
                    <a:gd name="T4" fmla="*/ 5437 w 5437"/>
                    <a:gd name="T5" fmla="*/ 5437 h 7689"/>
                    <a:gd name="T6" fmla="*/ 0 w 5437"/>
                    <a:gd name="T7" fmla="*/ 0 h 7689"/>
                  </a:gdLst>
                  <a:ahLst/>
                  <a:cxnLst>
                    <a:cxn ang="0">
                      <a:pos x="T0" y="T1"/>
                    </a:cxn>
                    <a:cxn ang="0">
                      <a:pos x="T2" y="T3"/>
                    </a:cxn>
                    <a:cxn ang="0">
                      <a:pos x="T4" y="T5"/>
                    </a:cxn>
                    <a:cxn ang="0">
                      <a:pos x="T6" y="T7"/>
                    </a:cxn>
                  </a:cxnLst>
                  <a:rect l="0" t="0" r="r" b="b"/>
                  <a:pathLst>
                    <a:path w="5437" h="7689">
                      <a:moveTo>
                        <a:pt x="0" y="0"/>
                      </a:moveTo>
                      <a:lnTo>
                        <a:pt x="0" y="7689"/>
                      </a:lnTo>
                      <a:cubicBezTo>
                        <a:pt x="2039" y="7689"/>
                        <a:pt x="3995" y="6879"/>
                        <a:pt x="5437" y="5437"/>
                      </a:cubicBezTo>
                      <a:lnTo>
                        <a:pt x="0" y="0"/>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48" name="Freeform 267"/>
                <p:cNvSpPr/>
                <p:nvPr/>
              </p:nvSpPr>
              <p:spPr bwMode="auto">
                <a:xfrm>
                  <a:off x="5823942" y="3736976"/>
                  <a:ext cx="517525" cy="731838"/>
                </a:xfrm>
                <a:custGeom>
                  <a:avLst/>
                  <a:gdLst>
                    <a:gd name="T0" fmla="*/ 5436 w 5436"/>
                    <a:gd name="T1" fmla="*/ 0 h 7689"/>
                    <a:gd name="T2" fmla="*/ 0 w 5436"/>
                    <a:gd name="T3" fmla="*/ 5437 h 7689"/>
                    <a:gd name="T4" fmla="*/ 5436 w 5436"/>
                    <a:gd name="T5" fmla="*/ 7689 h 7689"/>
                    <a:gd name="T6" fmla="*/ 5436 w 5436"/>
                    <a:gd name="T7" fmla="*/ 0 h 7689"/>
                  </a:gdLst>
                  <a:ahLst/>
                  <a:cxnLst>
                    <a:cxn ang="0">
                      <a:pos x="T0" y="T1"/>
                    </a:cxn>
                    <a:cxn ang="0">
                      <a:pos x="T2" y="T3"/>
                    </a:cxn>
                    <a:cxn ang="0">
                      <a:pos x="T4" y="T5"/>
                    </a:cxn>
                    <a:cxn ang="0">
                      <a:pos x="T6" y="T7"/>
                    </a:cxn>
                  </a:cxnLst>
                  <a:rect l="0" t="0" r="r" b="b"/>
                  <a:pathLst>
                    <a:path w="5436" h="7689">
                      <a:moveTo>
                        <a:pt x="5436" y="0"/>
                      </a:moveTo>
                      <a:lnTo>
                        <a:pt x="0" y="5437"/>
                      </a:lnTo>
                      <a:cubicBezTo>
                        <a:pt x="1442" y="6879"/>
                        <a:pt x="3397" y="7689"/>
                        <a:pt x="5436" y="7689"/>
                      </a:cubicBezTo>
                      <a:lnTo>
                        <a:pt x="5436" y="0"/>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50" name="Freeform 269"/>
                <p:cNvSpPr/>
                <p:nvPr/>
              </p:nvSpPr>
              <p:spPr bwMode="auto">
                <a:xfrm>
                  <a:off x="5609629" y="3736976"/>
                  <a:ext cx="731838" cy="517525"/>
                </a:xfrm>
                <a:custGeom>
                  <a:avLst/>
                  <a:gdLst>
                    <a:gd name="T0" fmla="*/ 7688 w 7688"/>
                    <a:gd name="T1" fmla="*/ 0 h 5437"/>
                    <a:gd name="T2" fmla="*/ 0 w 7688"/>
                    <a:gd name="T3" fmla="*/ 0 h 5437"/>
                    <a:gd name="T4" fmla="*/ 2252 w 7688"/>
                    <a:gd name="T5" fmla="*/ 5437 h 5437"/>
                    <a:gd name="T6" fmla="*/ 7688 w 7688"/>
                    <a:gd name="T7" fmla="*/ 0 h 5437"/>
                  </a:gdLst>
                  <a:ahLst/>
                  <a:cxnLst>
                    <a:cxn ang="0">
                      <a:pos x="T0" y="T1"/>
                    </a:cxn>
                    <a:cxn ang="0">
                      <a:pos x="T2" y="T3"/>
                    </a:cxn>
                    <a:cxn ang="0">
                      <a:pos x="T4" y="T5"/>
                    </a:cxn>
                    <a:cxn ang="0">
                      <a:pos x="T6" y="T7"/>
                    </a:cxn>
                  </a:cxnLst>
                  <a:rect l="0" t="0" r="r" b="b"/>
                  <a:pathLst>
                    <a:path w="7688" h="5437">
                      <a:moveTo>
                        <a:pt x="7688" y="0"/>
                      </a:moveTo>
                      <a:lnTo>
                        <a:pt x="0" y="0"/>
                      </a:lnTo>
                      <a:cubicBezTo>
                        <a:pt x="0" y="2039"/>
                        <a:pt x="810" y="3995"/>
                        <a:pt x="2252" y="5437"/>
                      </a:cubicBezTo>
                      <a:lnTo>
                        <a:pt x="7688" y="0"/>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52" name="Freeform 271"/>
                <p:cNvSpPr/>
                <p:nvPr/>
              </p:nvSpPr>
              <p:spPr bwMode="auto">
                <a:xfrm>
                  <a:off x="5609629" y="3219451"/>
                  <a:ext cx="731838" cy="517525"/>
                </a:xfrm>
                <a:custGeom>
                  <a:avLst/>
                  <a:gdLst>
                    <a:gd name="T0" fmla="*/ 7688 w 7688"/>
                    <a:gd name="T1" fmla="*/ 5436 h 5436"/>
                    <a:gd name="T2" fmla="*/ 2252 w 7688"/>
                    <a:gd name="T3" fmla="*/ 0 h 5436"/>
                    <a:gd name="T4" fmla="*/ 0 w 7688"/>
                    <a:gd name="T5" fmla="*/ 5436 h 5436"/>
                    <a:gd name="T6" fmla="*/ 7688 w 7688"/>
                    <a:gd name="T7" fmla="*/ 5436 h 5436"/>
                  </a:gdLst>
                  <a:ahLst/>
                  <a:cxnLst>
                    <a:cxn ang="0">
                      <a:pos x="T0" y="T1"/>
                    </a:cxn>
                    <a:cxn ang="0">
                      <a:pos x="T2" y="T3"/>
                    </a:cxn>
                    <a:cxn ang="0">
                      <a:pos x="T4" y="T5"/>
                    </a:cxn>
                    <a:cxn ang="0">
                      <a:pos x="T6" y="T7"/>
                    </a:cxn>
                  </a:cxnLst>
                  <a:rect l="0" t="0" r="r" b="b"/>
                  <a:pathLst>
                    <a:path w="7688" h="5436">
                      <a:moveTo>
                        <a:pt x="7688" y="5436"/>
                      </a:moveTo>
                      <a:lnTo>
                        <a:pt x="2252" y="0"/>
                      </a:lnTo>
                      <a:cubicBezTo>
                        <a:pt x="810" y="1442"/>
                        <a:pt x="0" y="3397"/>
                        <a:pt x="0" y="5436"/>
                      </a:cubicBezTo>
                      <a:lnTo>
                        <a:pt x="7688" y="5436"/>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55" name="Freeform 273"/>
                <p:cNvSpPr/>
                <p:nvPr/>
              </p:nvSpPr>
              <p:spPr bwMode="auto">
                <a:xfrm>
                  <a:off x="5823942" y="3005138"/>
                  <a:ext cx="517525" cy="731838"/>
                </a:xfrm>
                <a:custGeom>
                  <a:avLst/>
                  <a:gdLst>
                    <a:gd name="T0" fmla="*/ 5436 w 5436"/>
                    <a:gd name="T1" fmla="*/ 7688 h 7688"/>
                    <a:gd name="T2" fmla="*/ 5436 w 5436"/>
                    <a:gd name="T3" fmla="*/ 0 h 7688"/>
                    <a:gd name="T4" fmla="*/ 0 w 5436"/>
                    <a:gd name="T5" fmla="*/ 2252 h 7688"/>
                    <a:gd name="T6" fmla="*/ 5436 w 5436"/>
                    <a:gd name="T7" fmla="*/ 7688 h 7688"/>
                  </a:gdLst>
                  <a:ahLst/>
                  <a:cxnLst>
                    <a:cxn ang="0">
                      <a:pos x="T0" y="T1"/>
                    </a:cxn>
                    <a:cxn ang="0">
                      <a:pos x="T2" y="T3"/>
                    </a:cxn>
                    <a:cxn ang="0">
                      <a:pos x="T4" y="T5"/>
                    </a:cxn>
                    <a:cxn ang="0">
                      <a:pos x="T6" y="T7"/>
                    </a:cxn>
                  </a:cxnLst>
                  <a:rect l="0" t="0" r="r" b="b"/>
                  <a:pathLst>
                    <a:path w="5436" h="7688">
                      <a:moveTo>
                        <a:pt x="5436" y="7688"/>
                      </a:moveTo>
                      <a:lnTo>
                        <a:pt x="5436" y="0"/>
                      </a:lnTo>
                      <a:cubicBezTo>
                        <a:pt x="3397" y="0"/>
                        <a:pt x="1442" y="810"/>
                        <a:pt x="0" y="2252"/>
                      </a:cubicBezTo>
                      <a:lnTo>
                        <a:pt x="5436" y="7688"/>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grpSp>
          <p:sp>
            <p:nvSpPr>
              <p:cNvPr id="404" name="Oval 403"/>
              <p:cNvSpPr/>
              <p:nvPr/>
            </p:nvSpPr>
            <p:spPr bwMode="ltGray">
              <a:xfrm>
                <a:off x="5899371" y="3196976"/>
                <a:ext cx="1080000" cy="108000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405" name="Rectangle 10"/>
              <p:cNvSpPr>
                <a:spLocks noChangeArrowheads="1"/>
              </p:cNvSpPr>
              <p:nvPr/>
            </p:nvSpPr>
            <p:spPr bwMode="auto">
              <a:xfrm>
                <a:off x="6199722" y="3512951"/>
                <a:ext cx="442455" cy="369646"/>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2175" b="1" dirty="0" smtClean="0">
                    <a:solidFill>
                      <a:schemeClr val="accent3"/>
                    </a:solidFill>
                    <a:latin typeface="腾讯体 W7" panose="020C08030202040F0204" pitchFamily="18" charset="-122"/>
                  </a:rPr>
                  <a:t>8%</a:t>
                </a:r>
                <a:endParaRPr lang="en-GB" sz="2175" b="1" dirty="0">
                  <a:solidFill>
                    <a:schemeClr val="accent3"/>
                  </a:solidFill>
                  <a:latin typeface="腾讯体 W7" panose="020C08030202040F0204" pitchFamily="18" charset="-122"/>
                </a:endParaRPr>
              </a:p>
            </p:txBody>
          </p:sp>
        </p:grpSp>
        <p:sp>
          <p:nvSpPr>
            <p:cNvPr id="1295" name="Rectangle 1294"/>
            <p:cNvSpPr/>
            <p:nvPr/>
          </p:nvSpPr>
          <p:spPr bwMode="ltGray">
            <a:xfrm>
              <a:off x="6394393" y="4242905"/>
              <a:ext cx="90000" cy="252000"/>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cxnSp>
          <p:nvCxnSpPr>
            <p:cNvPr id="1292" name="Straight Arrow Connector 1291"/>
            <p:cNvCxnSpPr/>
            <p:nvPr/>
          </p:nvCxnSpPr>
          <p:spPr>
            <a:xfrm>
              <a:off x="6439393" y="4212679"/>
              <a:ext cx="0" cy="648072"/>
            </a:xfrm>
            <a:prstGeom prst="straightConnector1">
              <a:avLst/>
            </a:prstGeom>
            <a:ln w="53975" cap="rnd">
              <a:solidFill>
                <a:schemeClr val="accent3"/>
              </a:solidFill>
              <a:tailEnd type="arrow" w="lg" len="med"/>
            </a:ln>
          </p:spPr>
          <p:style>
            <a:lnRef idx="1">
              <a:schemeClr val="accent1"/>
            </a:lnRef>
            <a:fillRef idx="0">
              <a:schemeClr val="accent1"/>
            </a:fillRef>
            <a:effectRef idx="0">
              <a:schemeClr val="accent1"/>
            </a:effectRef>
            <a:fontRef idx="minor">
              <a:schemeClr val="tx1"/>
            </a:fontRef>
          </p:style>
        </p:cxnSp>
      </p:grpSp>
      <p:grpSp>
        <p:nvGrpSpPr>
          <p:cNvPr id="1297" name="Group 1296"/>
          <p:cNvGrpSpPr/>
          <p:nvPr/>
        </p:nvGrpSpPr>
        <p:grpSpPr>
          <a:xfrm>
            <a:off x="7794148" y="2777084"/>
            <a:ext cx="1329036" cy="1697074"/>
            <a:chOff x="7218908" y="2989727"/>
            <a:chExt cx="1465262" cy="1871024"/>
          </a:xfrm>
          <a:solidFill>
            <a:schemeClr val="accent5"/>
          </a:solidFill>
        </p:grpSpPr>
        <p:grpSp>
          <p:nvGrpSpPr>
            <p:cNvPr id="1286" name="Group 1285"/>
            <p:cNvGrpSpPr/>
            <p:nvPr/>
          </p:nvGrpSpPr>
          <p:grpSpPr>
            <a:xfrm>
              <a:off x="7218908" y="2989727"/>
              <a:ext cx="1465262" cy="1465263"/>
              <a:chOff x="7246938" y="2974975"/>
              <a:chExt cx="1465262" cy="1465263"/>
            </a:xfrm>
            <a:grpFill/>
          </p:grpSpPr>
          <p:sp>
            <p:nvSpPr>
              <p:cNvPr id="1260" name="Freeform 278"/>
              <p:cNvSpPr/>
              <p:nvPr/>
            </p:nvSpPr>
            <p:spPr bwMode="auto">
              <a:xfrm>
                <a:off x="7978775" y="2974975"/>
                <a:ext cx="93662" cy="731838"/>
              </a:xfrm>
              <a:custGeom>
                <a:avLst/>
                <a:gdLst>
                  <a:gd name="T0" fmla="*/ 0 w 983"/>
                  <a:gd name="T1" fmla="*/ 7688 h 7688"/>
                  <a:gd name="T2" fmla="*/ 983 w 983"/>
                  <a:gd name="T3" fmla="*/ 63 h 7688"/>
                  <a:gd name="T4" fmla="*/ 0 w 983"/>
                  <a:gd name="T5" fmla="*/ 0 h 7688"/>
                  <a:gd name="T6" fmla="*/ 0 w 983"/>
                  <a:gd name="T7" fmla="*/ 7688 h 7688"/>
                </a:gdLst>
                <a:ahLst/>
                <a:cxnLst>
                  <a:cxn ang="0">
                    <a:pos x="T0" y="T1"/>
                  </a:cxn>
                  <a:cxn ang="0">
                    <a:pos x="T2" y="T3"/>
                  </a:cxn>
                  <a:cxn ang="0">
                    <a:pos x="T4" y="T5"/>
                  </a:cxn>
                  <a:cxn ang="0">
                    <a:pos x="T6" y="T7"/>
                  </a:cxn>
                </a:cxnLst>
                <a:rect l="0" t="0" r="r" b="b"/>
                <a:pathLst>
                  <a:path w="983" h="7688">
                    <a:moveTo>
                      <a:pt x="0" y="7688"/>
                    </a:moveTo>
                    <a:lnTo>
                      <a:pt x="983" y="63"/>
                    </a:lnTo>
                    <a:cubicBezTo>
                      <a:pt x="657" y="21"/>
                      <a:pt x="329" y="0"/>
                      <a:pt x="0" y="0"/>
                    </a:cubicBezTo>
                    <a:lnTo>
                      <a:pt x="0" y="7688"/>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65" name="Freeform 280"/>
              <p:cNvSpPr/>
              <p:nvPr/>
            </p:nvSpPr>
            <p:spPr bwMode="auto">
              <a:xfrm>
                <a:off x="7978775" y="2979738"/>
                <a:ext cx="185737" cy="727075"/>
              </a:xfrm>
              <a:custGeom>
                <a:avLst/>
                <a:gdLst>
                  <a:gd name="T0" fmla="*/ 0 w 1951"/>
                  <a:gd name="T1" fmla="*/ 7625 h 7625"/>
                  <a:gd name="T2" fmla="*/ 1951 w 1951"/>
                  <a:gd name="T3" fmla="*/ 188 h 7625"/>
                  <a:gd name="T4" fmla="*/ 983 w 1951"/>
                  <a:gd name="T5" fmla="*/ 0 h 7625"/>
                  <a:gd name="T6" fmla="*/ 0 w 1951"/>
                  <a:gd name="T7" fmla="*/ 7625 h 7625"/>
                </a:gdLst>
                <a:ahLst/>
                <a:cxnLst>
                  <a:cxn ang="0">
                    <a:pos x="T0" y="T1"/>
                  </a:cxn>
                  <a:cxn ang="0">
                    <a:pos x="T2" y="T3"/>
                  </a:cxn>
                  <a:cxn ang="0">
                    <a:pos x="T4" y="T5"/>
                  </a:cxn>
                  <a:cxn ang="0">
                    <a:pos x="T6" y="T7"/>
                  </a:cxn>
                </a:cxnLst>
                <a:rect l="0" t="0" r="r" b="b"/>
                <a:pathLst>
                  <a:path w="1951" h="7625">
                    <a:moveTo>
                      <a:pt x="0" y="7625"/>
                    </a:moveTo>
                    <a:lnTo>
                      <a:pt x="1951" y="188"/>
                    </a:lnTo>
                    <a:cubicBezTo>
                      <a:pt x="1633" y="105"/>
                      <a:pt x="1310" y="42"/>
                      <a:pt x="983" y="0"/>
                    </a:cubicBezTo>
                    <a:lnTo>
                      <a:pt x="0" y="7625"/>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67" name="Freeform 282"/>
              <p:cNvSpPr/>
              <p:nvPr/>
            </p:nvSpPr>
            <p:spPr bwMode="auto">
              <a:xfrm>
                <a:off x="7978775" y="2998788"/>
                <a:ext cx="274637" cy="708025"/>
              </a:xfrm>
              <a:custGeom>
                <a:avLst/>
                <a:gdLst>
                  <a:gd name="T0" fmla="*/ 0 w 2886"/>
                  <a:gd name="T1" fmla="*/ 7437 h 7437"/>
                  <a:gd name="T2" fmla="*/ 2886 w 2886"/>
                  <a:gd name="T3" fmla="*/ 311 h 7437"/>
                  <a:gd name="T4" fmla="*/ 1951 w 2886"/>
                  <a:gd name="T5" fmla="*/ 0 h 7437"/>
                  <a:gd name="T6" fmla="*/ 0 w 2886"/>
                  <a:gd name="T7" fmla="*/ 7437 h 7437"/>
                </a:gdLst>
                <a:ahLst/>
                <a:cxnLst>
                  <a:cxn ang="0">
                    <a:pos x="T0" y="T1"/>
                  </a:cxn>
                  <a:cxn ang="0">
                    <a:pos x="T2" y="T3"/>
                  </a:cxn>
                  <a:cxn ang="0">
                    <a:pos x="T4" y="T5"/>
                  </a:cxn>
                  <a:cxn ang="0">
                    <a:pos x="T6" y="T7"/>
                  </a:cxn>
                </a:cxnLst>
                <a:rect l="0" t="0" r="r" b="b"/>
                <a:pathLst>
                  <a:path w="2886" h="7437">
                    <a:moveTo>
                      <a:pt x="0" y="7437"/>
                    </a:moveTo>
                    <a:lnTo>
                      <a:pt x="2886" y="311"/>
                    </a:lnTo>
                    <a:cubicBezTo>
                      <a:pt x="2581" y="187"/>
                      <a:pt x="2269" y="84"/>
                      <a:pt x="1951" y="0"/>
                    </a:cubicBezTo>
                    <a:lnTo>
                      <a:pt x="0" y="7437"/>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69" name="Freeform 284"/>
              <p:cNvSpPr/>
              <p:nvPr/>
            </p:nvSpPr>
            <p:spPr bwMode="auto">
              <a:xfrm>
                <a:off x="7978775" y="3027363"/>
                <a:ext cx="360362" cy="679450"/>
              </a:xfrm>
              <a:custGeom>
                <a:avLst/>
                <a:gdLst>
                  <a:gd name="T0" fmla="*/ 0 w 3773"/>
                  <a:gd name="T1" fmla="*/ 7126 h 7126"/>
                  <a:gd name="T2" fmla="*/ 3773 w 3773"/>
                  <a:gd name="T3" fmla="*/ 427 h 7126"/>
                  <a:gd name="T4" fmla="*/ 2886 w 3773"/>
                  <a:gd name="T5" fmla="*/ 0 h 7126"/>
                  <a:gd name="T6" fmla="*/ 0 w 3773"/>
                  <a:gd name="T7" fmla="*/ 7126 h 7126"/>
                </a:gdLst>
                <a:ahLst/>
                <a:cxnLst>
                  <a:cxn ang="0">
                    <a:pos x="T0" y="T1"/>
                  </a:cxn>
                  <a:cxn ang="0">
                    <a:pos x="T2" y="T3"/>
                  </a:cxn>
                  <a:cxn ang="0">
                    <a:pos x="T4" y="T5"/>
                  </a:cxn>
                  <a:cxn ang="0">
                    <a:pos x="T6" y="T7"/>
                  </a:cxn>
                </a:cxnLst>
                <a:rect l="0" t="0" r="r" b="b"/>
                <a:pathLst>
                  <a:path w="3773" h="7126">
                    <a:moveTo>
                      <a:pt x="0" y="7126"/>
                    </a:moveTo>
                    <a:lnTo>
                      <a:pt x="3773" y="427"/>
                    </a:lnTo>
                    <a:cubicBezTo>
                      <a:pt x="3487" y="266"/>
                      <a:pt x="3190" y="123"/>
                      <a:pt x="2886" y="0"/>
                    </a:cubicBezTo>
                    <a:lnTo>
                      <a:pt x="0" y="7126"/>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71" name="Freeform 286"/>
              <p:cNvSpPr/>
              <p:nvPr/>
            </p:nvSpPr>
            <p:spPr bwMode="auto">
              <a:xfrm>
                <a:off x="7978775" y="3068638"/>
                <a:ext cx="438150" cy="638175"/>
              </a:xfrm>
              <a:custGeom>
                <a:avLst/>
                <a:gdLst>
                  <a:gd name="T0" fmla="*/ 0 w 4599"/>
                  <a:gd name="T1" fmla="*/ 6699 h 6699"/>
                  <a:gd name="T2" fmla="*/ 4599 w 4599"/>
                  <a:gd name="T3" fmla="*/ 538 h 6699"/>
                  <a:gd name="T4" fmla="*/ 3773 w 4599"/>
                  <a:gd name="T5" fmla="*/ 0 h 6699"/>
                  <a:gd name="T6" fmla="*/ 0 w 4599"/>
                  <a:gd name="T7" fmla="*/ 6699 h 6699"/>
                </a:gdLst>
                <a:ahLst/>
                <a:cxnLst>
                  <a:cxn ang="0">
                    <a:pos x="T0" y="T1"/>
                  </a:cxn>
                  <a:cxn ang="0">
                    <a:pos x="T2" y="T3"/>
                  </a:cxn>
                  <a:cxn ang="0">
                    <a:pos x="T4" y="T5"/>
                  </a:cxn>
                  <a:cxn ang="0">
                    <a:pos x="T6" y="T7"/>
                  </a:cxn>
                </a:cxnLst>
                <a:rect l="0" t="0" r="r" b="b"/>
                <a:pathLst>
                  <a:path w="4599" h="6699">
                    <a:moveTo>
                      <a:pt x="0" y="6699"/>
                    </a:moveTo>
                    <a:lnTo>
                      <a:pt x="4599" y="538"/>
                    </a:lnTo>
                    <a:cubicBezTo>
                      <a:pt x="4335" y="341"/>
                      <a:pt x="4060" y="161"/>
                      <a:pt x="3773" y="0"/>
                    </a:cubicBezTo>
                    <a:lnTo>
                      <a:pt x="0" y="6699"/>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73" name="Freeform 288"/>
              <p:cNvSpPr/>
              <p:nvPr/>
            </p:nvSpPr>
            <p:spPr bwMode="auto">
              <a:xfrm>
                <a:off x="7978775" y="3119438"/>
                <a:ext cx="509587" cy="587375"/>
              </a:xfrm>
              <a:custGeom>
                <a:avLst/>
                <a:gdLst>
                  <a:gd name="T0" fmla="*/ 0 w 5349"/>
                  <a:gd name="T1" fmla="*/ 6161 h 6161"/>
                  <a:gd name="T2" fmla="*/ 5349 w 5349"/>
                  <a:gd name="T3" fmla="*/ 638 h 6161"/>
                  <a:gd name="T4" fmla="*/ 4599 w 5349"/>
                  <a:gd name="T5" fmla="*/ 0 h 6161"/>
                  <a:gd name="T6" fmla="*/ 0 w 5349"/>
                  <a:gd name="T7" fmla="*/ 6161 h 6161"/>
                </a:gdLst>
                <a:ahLst/>
                <a:cxnLst>
                  <a:cxn ang="0">
                    <a:pos x="T0" y="T1"/>
                  </a:cxn>
                  <a:cxn ang="0">
                    <a:pos x="T2" y="T3"/>
                  </a:cxn>
                  <a:cxn ang="0">
                    <a:pos x="T4" y="T5"/>
                  </a:cxn>
                  <a:cxn ang="0">
                    <a:pos x="T6" y="T7"/>
                  </a:cxn>
                </a:cxnLst>
                <a:rect l="0" t="0" r="r" b="b"/>
                <a:pathLst>
                  <a:path w="5349" h="6161">
                    <a:moveTo>
                      <a:pt x="0" y="6161"/>
                    </a:moveTo>
                    <a:lnTo>
                      <a:pt x="5349" y="638"/>
                    </a:lnTo>
                    <a:cubicBezTo>
                      <a:pt x="5113" y="410"/>
                      <a:pt x="4862" y="196"/>
                      <a:pt x="4599" y="0"/>
                    </a:cubicBezTo>
                    <a:lnTo>
                      <a:pt x="0" y="6161"/>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75" name="Freeform 290"/>
              <p:cNvSpPr/>
              <p:nvPr/>
            </p:nvSpPr>
            <p:spPr bwMode="auto">
              <a:xfrm>
                <a:off x="7978775" y="3181350"/>
                <a:ext cx="573087" cy="525463"/>
              </a:xfrm>
              <a:custGeom>
                <a:avLst/>
                <a:gdLst>
                  <a:gd name="T0" fmla="*/ 0 w 6011"/>
                  <a:gd name="T1" fmla="*/ 5523 h 5523"/>
                  <a:gd name="T2" fmla="*/ 6011 w 6011"/>
                  <a:gd name="T3" fmla="*/ 730 h 5523"/>
                  <a:gd name="T4" fmla="*/ 5349 w 6011"/>
                  <a:gd name="T5" fmla="*/ 0 h 5523"/>
                  <a:gd name="T6" fmla="*/ 0 w 6011"/>
                  <a:gd name="T7" fmla="*/ 5523 h 5523"/>
                </a:gdLst>
                <a:ahLst/>
                <a:cxnLst>
                  <a:cxn ang="0">
                    <a:pos x="T0" y="T1"/>
                  </a:cxn>
                  <a:cxn ang="0">
                    <a:pos x="T2" y="T3"/>
                  </a:cxn>
                  <a:cxn ang="0">
                    <a:pos x="T4" y="T5"/>
                  </a:cxn>
                  <a:cxn ang="0">
                    <a:pos x="T6" y="T7"/>
                  </a:cxn>
                </a:cxnLst>
                <a:rect l="0" t="0" r="r" b="b"/>
                <a:pathLst>
                  <a:path w="6011" h="5523">
                    <a:moveTo>
                      <a:pt x="0" y="5523"/>
                    </a:moveTo>
                    <a:lnTo>
                      <a:pt x="6011" y="730"/>
                    </a:lnTo>
                    <a:cubicBezTo>
                      <a:pt x="5806" y="473"/>
                      <a:pt x="5585" y="229"/>
                      <a:pt x="5349" y="0"/>
                    </a:cubicBezTo>
                    <a:lnTo>
                      <a:pt x="0" y="5523"/>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77" name="Freeform 292"/>
              <p:cNvSpPr/>
              <p:nvPr/>
            </p:nvSpPr>
            <p:spPr bwMode="auto">
              <a:xfrm>
                <a:off x="7978775" y="3249613"/>
                <a:ext cx="627062" cy="457200"/>
              </a:xfrm>
              <a:custGeom>
                <a:avLst/>
                <a:gdLst>
                  <a:gd name="T0" fmla="*/ 0 w 6575"/>
                  <a:gd name="T1" fmla="*/ 4793 h 4793"/>
                  <a:gd name="T2" fmla="*/ 6575 w 6575"/>
                  <a:gd name="T3" fmla="*/ 808 h 4793"/>
                  <a:gd name="T4" fmla="*/ 6011 w 6575"/>
                  <a:gd name="T5" fmla="*/ 0 h 4793"/>
                  <a:gd name="T6" fmla="*/ 0 w 6575"/>
                  <a:gd name="T7" fmla="*/ 4793 h 4793"/>
                </a:gdLst>
                <a:ahLst/>
                <a:cxnLst>
                  <a:cxn ang="0">
                    <a:pos x="T0" y="T1"/>
                  </a:cxn>
                  <a:cxn ang="0">
                    <a:pos x="T2" y="T3"/>
                  </a:cxn>
                  <a:cxn ang="0">
                    <a:pos x="T4" y="T5"/>
                  </a:cxn>
                  <a:cxn ang="0">
                    <a:pos x="T6" y="T7"/>
                  </a:cxn>
                </a:cxnLst>
                <a:rect l="0" t="0" r="r" b="b"/>
                <a:pathLst>
                  <a:path w="6575" h="4793">
                    <a:moveTo>
                      <a:pt x="0" y="4793"/>
                    </a:moveTo>
                    <a:lnTo>
                      <a:pt x="6575" y="808"/>
                    </a:lnTo>
                    <a:cubicBezTo>
                      <a:pt x="6405" y="527"/>
                      <a:pt x="6216" y="257"/>
                      <a:pt x="6011" y="0"/>
                    </a:cubicBezTo>
                    <a:lnTo>
                      <a:pt x="0" y="4793"/>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79" name="Freeform 294"/>
              <p:cNvSpPr/>
              <p:nvPr/>
            </p:nvSpPr>
            <p:spPr bwMode="auto">
              <a:xfrm>
                <a:off x="7978775" y="3327400"/>
                <a:ext cx="669925" cy="379413"/>
              </a:xfrm>
              <a:custGeom>
                <a:avLst/>
                <a:gdLst>
                  <a:gd name="T0" fmla="*/ 0 w 7031"/>
                  <a:gd name="T1" fmla="*/ 3985 h 3985"/>
                  <a:gd name="T2" fmla="*/ 7031 w 7031"/>
                  <a:gd name="T3" fmla="*/ 873 h 3985"/>
                  <a:gd name="T4" fmla="*/ 6575 w 7031"/>
                  <a:gd name="T5" fmla="*/ 0 h 3985"/>
                  <a:gd name="T6" fmla="*/ 0 w 7031"/>
                  <a:gd name="T7" fmla="*/ 3985 h 3985"/>
                </a:gdLst>
                <a:ahLst/>
                <a:cxnLst>
                  <a:cxn ang="0">
                    <a:pos x="T0" y="T1"/>
                  </a:cxn>
                  <a:cxn ang="0">
                    <a:pos x="T2" y="T3"/>
                  </a:cxn>
                  <a:cxn ang="0">
                    <a:pos x="T4" y="T5"/>
                  </a:cxn>
                  <a:cxn ang="0">
                    <a:pos x="T6" y="T7"/>
                  </a:cxn>
                </a:cxnLst>
                <a:rect l="0" t="0" r="r" b="b"/>
                <a:pathLst>
                  <a:path w="7031" h="3985">
                    <a:moveTo>
                      <a:pt x="0" y="3985"/>
                    </a:moveTo>
                    <a:lnTo>
                      <a:pt x="7031" y="873"/>
                    </a:lnTo>
                    <a:cubicBezTo>
                      <a:pt x="6898" y="572"/>
                      <a:pt x="6745" y="281"/>
                      <a:pt x="6575" y="0"/>
                    </a:cubicBezTo>
                    <a:lnTo>
                      <a:pt x="0" y="3985"/>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388" name="Freeform 296"/>
              <p:cNvSpPr/>
              <p:nvPr/>
            </p:nvSpPr>
            <p:spPr bwMode="auto">
              <a:xfrm>
                <a:off x="7978775" y="3409950"/>
                <a:ext cx="703262" cy="296863"/>
              </a:xfrm>
              <a:custGeom>
                <a:avLst/>
                <a:gdLst>
                  <a:gd name="T0" fmla="*/ 0 w 7371"/>
                  <a:gd name="T1" fmla="*/ 3112 h 3112"/>
                  <a:gd name="T2" fmla="*/ 7371 w 7371"/>
                  <a:gd name="T3" fmla="*/ 925 h 3112"/>
                  <a:gd name="T4" fmla="*/ 7031 w 7371"/>
                  <a:gd name="T5" fmla="*/ 0 h 3112"/>
                  <a:gd name="T6" fmla="*/ 0 w 7371"/>
                  <a:gd name="T7" fmla="*/ 3112 h 3112"/>
                </a:gdLst>
                <a:ahLst/>
                <a:cxnLst>
                  <a:cxn ang="0">
                    <a:pos x="T0" y="T1"/>
                  </a:cxn>
                  <a:cxn ang="0">
                    <a:pos x="T2" y="T3"/>
                  </a:cxn>
                  <a:cxn ang="0">
                    <a:pos x="T4" y="T5"/>
                  </a:cxn>
                  <a:cxn ang="0">
                    <a:pos x="T6" y="T7"/>
                  </a:cxn>
                </a:cxnLst>
                <a:rect l="0" t="0" r="r" b="b"/>
                <a:pathLst>
                  <a:path w="7371" h="3112">
                    <a:moveTo>
                      <a:pt x="0" y="3112"/>
                    </a:moveTo>
                    <a:lnTo>
                      <a:pt x="7371" y="925"/>
                    </a:lnTo>
                    <a:cubicBezTo>
                      <a:pt x="7277" y="610"/>
                      <a:pt x="7164" y="301"/>
                      <a:pt x="7031" y="0"/>
                    </a:cubicBezTo>
                    <a:lnTo>
                      <a:pt x="0" y="3112"/>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390" name="Freeform 298"/>
              <p:cNvSpPr/>
              <p:nvPr/>
            </p:nvSpPr>
            <p:spPr bwMode="auto">
              <a:xfrm>
                <a:off x="7978775" y="3498850"/>
                <a:ext cx="723900" cy="207963"/>
              </a:xfrm>
              <a:custGeom>
                <a:avLst/>
                <a:gdLst>
                  <a:gd name="T0" fmla="*/ 0 w 7590"/>
                  <a:gd name="T1" fmla="*/ 2187 h 2187"/>
                  <a:gd name="T2" fmla="*/ 7590 w 7590"/>
                  <a:gd name="T3" fmla="*/ 960 h 2187"/>
                  <a:gd name="T4" fmla="*/ 7371 w 7590"/>
                  <a:gd name="T5" fmla="*/ 0 h 2187"/>
                  <a:gd name="T6" fmla="*/ 0 w 7590"/>
                  <a:gd name="T7" fmla="*/ 2187 h 2187"/>
                </a:gdLst>
                <a:ahLst/>
                <a:cxnLst>
                  <a:cxn ang="0">
                    <a:pos x="T0" y="T1"/>
                  </a:cxn>
                  <a:cxn ang="0">
                    <a:pos x="T2" y="T3"/>
                  </a:cxn>
                  <a:cxn ang="0">
                    <a:pos x="T4" y="T5"/>
                  </a:cxn>
                  <a:cxn ang="0">
                    <a:pos x="T6" y="T7"/>
                  </a:cxn>
                </a:cxnLst>
                <a:rect l="0" t="0" r="r" b="b"/>
                <a:pathLst>
                  <a:path w="7590" h="2187">
                    <a:moveTo>
                      <a:pt x="0" y="2187"/>
                    </a:moveTo>
                    <a:lnTo>
                      <a:pt x="7590" y="960"/>
                    </a:lnTo>
                    <a:cubicBezTo>
                      <a:pt x="7538" y="636"/>
                      <a:pt x="7465" y="315"/>
                      <a:pt x="7371" y="0"/>
                    </a:cubicBezTo>
                    <a:lnTo>
                      <a:pt x="0" y="2187"/>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392" name="Freeform 300"/>
              <p:cNvSpPr/>
              <p:nvPr/>
            </p:nvSpPr>
            <p:spPr bwMode="auto">
              <a:xfrm>
                <a:off x="7978775" y="3589338"/>
                <a:ext cx="731837" cy="117475"/>
              </a:xfrm>
              <a:custGeom>
                <a:avLst/>
                <a:gdLst>
                  <a:gd name="T0" fmla="*/ 0 w 7685"/>
                  <a:gd name="T1" fmla="*/ 1227 h 1227"/>
                  <a:gd name="T2" fmla="*/ 7685 w 7685"/>
                  <a:gd name="T3" fmla="*/ 981 h 1227"/>
                  <a:gd name="T4" fmla="*/ 7590 w 7685"/>
                  <a:gd name="T5" fmla="*/ 0 h 1227"/>
                  <a:gd name="T6" fmla="*/ 0 w 7685"/>
                  <a:gd name="T7" fmla="*/ 1227 h 1227"/>
                </a:gdLst>
                <a:ahLst/>
                <a:cxnLst>
                  <a:cxn ang="0">
                    <a:pos x="T0" y="T1"/>
                  </a:cxn>
                  <a:cxn ang="0">
                    <a:pos x="T2" y="T3"/>
                  </a:cxn>
                  <a:cxn ang="0">
                    <a:pos x="T4" y="T5"/>
                  </a:cxn>
                  <a:cxn ang="0">
                    <a:pos x="T6" y="T7"/>
                  </a:cxn>
                </a:cxnLst>
                <a:rect l="0" t="0" r="r" b="b"/>
                <a:pathLst>
                  <a:path w="7685" h="1227">
                    <a:moveTo>
                      <a:pt x="0" y="1227"/>
                    </a:moveTo>
                    <a:lnTo>
                      <a:pt x="7685" y="981"/>
                    </a:lnTo>
                    <a:cubicBezTo>
                      <a:pt x="7674" y="652"/>
                      <a:pt x="7643" y="325"/>
                      <a:pt x="7590" y="0"/>
                    </a:cubicBezTo>
                    <a:lnTo>
                      <a:pt x="0" y="1227"/>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397" name="Freeform 302"/>
              <p:cNvSpPr/>
              <p:nvPr/>
            </p:nvSpPr>
            <p:spPr bwMode="auto">
              <a:xfrm>
                <a:off x="7978775" y="3683000"/>
                <a:ext cx="733425" cy="93663"/>
              </a:xfrm>
              <a:custGeom>
                <a:avLst/>
                <a:gdLst>
                  <a:gd name="T0" fmla="*/ 0 w 7695"/>
                  <a:gd name="T1" fmla="*/ 246 h 985"/>
                  <a:gd name="T2" fmla="*/ 7653 w 7695"/>
                  <a:gd name="T3" fmla="*/ 985 h 985"/>
                  <a:gd name="T4" fmla="*/ 7685 w 7695"/>
                  <a:gd name="T5" fmla="*/ 0 h 985"/>
                  <a:gd name="T6" fmla="*/ 0 w 7695"/>
                  <a:gd name="T7" fmla="*/ 246 h 985"/>
                </a:gdLst>
                <a:ahLst/>
                <a:cxnLst>
                  <a:cxn ang="0">
                    <a:pos x="T0" y="T1"/>
                  </a:cxn>
                  <a:cxn ang="0">
                    <a:pos x="T2" y="T3"/>
                  </a:cxn>
                  <a:cxn ang="0">
                    <a:pos x="T4" y="T5"/>
                  </a:cxn>
                  <a:cxn ang="0">
                    <a:pos x="T6" y="T7"/>
                  </a:cxn>
                </a:cxnLst>
                <a:rect l="0" t="0" r="r" b="b"/>
                <a:pathLst>
                  <a:path w="7695" h="985">
                    <a:moveTo>
                      <a:pt x="0" y="246"/>
                    </a:moveTo>
                    <a:lnTo>
                      <a:pt x="7653" y="985"/>
                    </a:lnTo>
                    <a:cubicBezTo>
                      <a:pt x="7685" y="657"/>
                      <a:pt x="7695" y="328"/>
                      <a:pt x="7685" y="0"/>
                    </a:cubicBezTo>
                    <a:lnTo>
                      <a:pt x="0" y="246"/>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11" name="Freeform 304"/>
              <p:cNvSpPr/>
              <p:nvPr/>
            </p:nvSpPr>
            <p:spPr bwMode="auto">
              <a:xfrm>
                <a:off x="7978775" y="3706813"/>
                <a:ext cx="728662" cy="163513"/>
              </a:xfrm>
              <a:custGeom>
                <a:avLst/>
                <a:gdLst>
                  <a:gd name="T0" fmla="*/ 0 w 7653"/>
                  <a:gd name="T1" fmla="*/ 0 h 1711"/>
                  <a:gd name="T2" fmla="*/ 7496 w 7653"/>
                  <a:gd name="T3" fmla="*/ 1711 h 1711"/>
                  <a:gd name="T4" fmla="*/ 7653 w 7653"/>
                  <a:gd name="T5" fmla="*/ 739 h 1711"/>
                  <a:gd name="T6" fmla="*/ 0 w 7653"/>
                  <a:gd name="T7" fmla="*/ 0 h 1711"/>
                </a:gdLst>
                <a:ahLst/>
                <a:cxnLst>
                  <a:cxn ang="0">
                    <a:pos x="T0" y="T1"/>
                  </a:cxn>
                  <a:cxn ang="0">
                    <a:pos x="T2" y="T3"/>
                  </a:cxn>
                  <a:cxn ang="0">
                    <a:pos x="T4" y="T5"/>
                  </a:cxn>
                  <a:cxn ang="0">
                    <a:pos x="T6" y="T7"/>
                  </a:cxn>
                </a:cxnLst>
                <a:rect l="0" t="0" r="r" b="b"/>
                <a:pathLst>
                  <a:path w="7653" h="1711">
                    <a:moveTo>
                      <a:pt x="0" y="0"/>
                    </a:moveTo>
                    <a:lnTo>
                      <a:pt x="7496" y="1711"/>
                    </a:lnTo>
                    <a:cubicBezTo>
                      <a:pt x="7569" y="1391"/>
                      <a:pt x="7622" y="1066"/>
                      <a:pt x="7653" y="739"/>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13" name="Freeform 306"/>
              <p:cNvSpPr/>
              <p:nvPr/>
            </p:nvSpPr>
            <p:spPr bwMode="auto">
              <a:xfrm>
                <a:off x="7978775" y="3706813"/>
                <a:ext cx="714375" cy="252413"/>
              </a:xfrm>
              <a:custGeom>
                <a:avLst/>
                <a:gdLst>
                  <a:gd name="T0" fmla="*/ 0 w 7496"/>
                  <a:gd name="T1" fmla="*/ 0 h 2656"/>
                  <a:gd name="T2" fmla="*/ 7216 w 7496"/>
                  <a:gd name="T3" fmla="*/ 2656 h 2656"/>
                  <a:gd name="T4" fmla="*/ 7496 w 7496"/>
                  <a:gd name="T5" fmla="*/ 1711 h 2656"/>
                  <a:gd name="T6" fmla="*/ 0 w 7496"/>
                  <a:gd name="T7" fmla="*/ 0 h 2656"/>
                </a:gdLst>
                <a:ahLst/>
                <a:cxnLst>
                  <a:cxn ang="0">
                    <a:pos x="T0" y="T1"/>
                  </a:cxn>
                  <a:cxn ang="0">
                    <a:pos x="T2" y="T3"/>
                  </a:cxn>
                  <a:cxn ang="0">
                    <a:pos x="T4" y="T5"/>
                  </a:cxn>
                  <a:cxn ang="0">
                    <a:pos x="T6" y="T7"/>
                  </a:cxn>
                </a:cxnLst>
                <a:rect l="0" t="0" r="r" b="b"/>
                <a:pathLst>
                  <a:path w="7496" h="2656">
                    <a:moveTo>
                      <a:pt x="0" y="0"/>
                    </a:moveTo>
                    <a:lnTo>
                      <a:pt x="7216" y="2656"/>
                    </a:lnTo>
                    <a:cubicBezTo>
                      <a:pt x="7329" y="2347"/>
                      <a:pt x="7423" y="2032"/>
                      <a:pt x="7496" y="1711"/>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15" name="Freeform 308"/>
              <p:cNvSpPr/>
              <p:nvPr/>
            </p:nvSpPr>
            <p:spPr bwMode="auto">
              <a:xfrm>
                <a:off x="7978775" y="3706813"/>
                <a:ext cx="687387" cy="338138"/>
              </a:xfrm>
              <a:custGeom>
                <a:avLst/>
                <a:gdLst>
                  <a:gd name="T0" fmla="*/ 0 w 7216"/>
                  <a:gd name="T1" fmla="*/ 0 h 3556"/>
                  <a:gd name="T2" fmla="*/ 6817 w 7216"/>
                  <a:gd name="T3" fmla="*/ 3556 h 3556"/>
                  <a:gd name="T4" fmla="*/ 7216 w 7216"/>
                  <a:gd name="T5" fmla="*/ 2656 h 3556"/>
                  <a:gd name="T6" fmla="*/ 0 w 7216"/>
                  <a:gd name="T7" fmla="*/ 0 h 3556"/>
                </a:gdLst>
                <a:ahLst/>
                <a:cxnLst>
                  <a:cxn ang="0">
                    <a:pos x="T0" y="T1"/>
                  </a:cxn>
                  <a:cxn ang="0">
                    <a:pos x="T2" y="T3"/>
                  </a:cxn>
                  <a:cxn ang="0">
                    <a:pos x="T4" y="T5"/>
                  </a:cxn>
                  <a:cxn ang="0">
                    <a:pos x="T6" y="T7"/>
                  </a:cxn>
                </a:cxnLst>
                <a:rect l="0" t="0" r="r" b="b"/>
                <a:pathLst>
                  <a:path w="7216" h="3556">
                    <a:moveTo>
                      <a:pt x="0" y="0"/>
                    </a:moveTo>
                    <a:lnTo>
                      <a:pt x="6817" y="3556"/>
                    </a:lnTo>
                    <a:cubicBezTo>
                      <a:pt x="6969" y="3265"/>
                      <a:pt x="7102" y="2964"/>
                      <a:pt x="7216" y="2656"/>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17" name="Freeform 310"/>
              <p:cNvSpPr/>
              <p:nvPr/>
            </p:nvSpPr>
            <p:spPr bwMode="auto">
              <a:xfrm>
                <a:off x="7978775" y="3706813"/>
                <a:ext cx="649287" cy="419100"/>
              </a:xfrm>
              <a:custGeom>
                <a:avLst/>
                <a:gdLst>
                  <a:gd name="T0" fmla="*/ 0 w 6817"/>
                  <a:gd name="T1" fmla="*/ 0 h 4399"/>
                  <a:gd name="T2" fmla="*/ 6306 w 6817"/>
                  <a:gd name="T3" fmla="*/ 4399 h 4399"/>
                  <a:gd name="T4" fmla="*/ 6817 w 6817"/>
                  <a:gd name="T5" fmla="*/ 3556 h 4399"/>
                  <a:gd name="T6" fmla="*/ 0 w 6817"/>
                  <a:gd name="T7" fmla="*/ 0 h 4399"/>
                </a:gdLst>
                <a:ahLst/>
                <a:cxnLst>
                  <a:cxn ang="0">
                    <a:pos x="T0" y="T1"/>
                  </a:cxn>
                  <a:cxn ang="0">
                    <a:pos x="T2" y="T3"/>
                  </a:cxn>
                  <a:cxn ang="0">
                    <a:pos x="T4" y="T5"/>
                  </a:cxn>
                  <a:cxn ang="0">
                    <a:pos x="T6" y="T7"/>
                  </a:cxn>
                </a:cxnLst>
                <a:rect l="0" t="0" r="r" b="b"/>
                <a:pathLst>
                  <a:path w="6817" h="4399">
                    <a:moveTo>
                      <a:pt x="0" y="0"/>
                    </a:moveTo>
                    <a:lnTo>
                      <a:pt x="6306" y="4399"/>
                    </a:lnTo>
                    <a:cubicBezTo>
                      <a:pt x="6494" y="4129"/>
                      <a:pt x="6665" y="3848"/>
                      <a:pt x="6817" y="3556"/>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19" name="Freeform 312"/>
              <p:cNvSpPr/>
              <p:nvPr/>
            </p:nvSpPr>
            <p:spPr bwMode="auto">
              <a:xfrm>
                <a:off x="7978775" y="3706813"/>
                <a:ext cx="601662" cy="492125"/>
              </a:xfrm>
              <a:custGeom>
                <a:avLst/>
                <a:gdLst>
                  <a:gd name="T0" fmla="*/ 0 w 6306"/>
                  <a:gd name="T1" fmla="*/ 0 h 5169"/>
                  <a:gd name="T2" fmla="*/ 5692 w 6306"/>
                  <a:gd name="T3" fmla="*/ 5169 h 5169"/>
                  <a:gd name="T4" fmla="*/ 6306 w 6306"/>
                  <a:gd name="T5" fmla="*/ 4399 h 5169"/>
                  <a:gd name="T6" fmla="*/ 0 w 6306"/>
                  <a:gd name="T7" fmla="*/ 0 h 5169"/>
                </a:gdLst>
                <a:ahLst/>
                <a:cxnLst>
                  <a:cxn ang="0">
                    <a:pos x="T0" y="T1"/>
                  </a:cxn>
                  <a:cxn ang="0">
                    <a:pos x="T2" y="T3"/>
                  </a:cxn>
                  <a:cxn ang="0">
                    <a:pos x="T4" y="T5"/>
                  </a:cxn>
                  <a:cxn ang="0">
                    <a:pos x="T6" y="T7"/>
                  </a:cxn>
                </a:cxnLst>
                <a:rect l="0" t="0" r="r" b="b"/>
                <a:pathLst>
                  <a:path w="6306" h="5169">
                    <a:moveTo>
                      <a:pt x="0" y="0"/>
                    </a:moveTo>
                    <a:lnTo>
                      <a:pt x="5692" y="5169"/>
                    </a:lnTo>
                    <a:cubicBezTo>
                      <a:pt x="5913" y="4926"/>
                      <a:pt x="6118" y="4669"/>
                      <a:pt x="6306" y="4399"/>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21" name="Freeform 314"/>
              <p:cNvSpPr/>
              <p:nvPr/>
            </p:nvSpPr>
            <p:spPr bwMode="auto">
              <a:xfrm>
                <a:off x="7978775" y="3706813"/>
                <a:ext cx="542925" cy="557213"/>
              </a:xfrm>
              <a:custGeom>
                <a:avLst/>
                <a:gdLst>
                  <a:gd name="T0" fmla="*/ 0 w 5692"/>
                  <a:gd name="T1" fmla="*/ 0 h 5855"/>
                  <a:gd name="T2" fmla="*/ 4984 w 5692"/>
                  <a:gd name="T3" fmla="*/ 5855 h 5855"/>
                  <a:gd name="T4" fmla="*/ 5692 w 5692"/>
                  <a:gd name="T5" fmla="*/ 5169 h 5855"/>
                  <a:gd name="T6" fmla="*/ 0 w 5692"/>
                  <a:gd name="T7" fmla="*/ 0 h 5855"/>
                </a:gdLst>
                <a:ahLst/>
                <a:cxnLst>
                  <a:cxn ang="0">
                    <a:pos x="T0" y="T1"/>
                  </a:cxn>
                  <a:cxn ang="0">
                    <a:pos x="T2" y="T3"/>
                  </a:cxn>
                  <a:cxn ang="0">
                    <a:pos x="T4" y="T5"/>
                  </a:cxn>
                  <a:cxn ang="0">
                    <a:pos x="T6" y="T7"/>
                  </a:cxn>
                </a:cxnLst>
                <a:rect l="0" t="0" r="r" b="b"/>
                <a:pathLst>
                  <a:path w="5692" h="5855">
                    <a:moveTo>
                      <a:pt x="0" y="0"/>
                    </a:moveTo>
                    <a:lnTo>
                      <a:pt x="4984" y="5855"/>
                    </a:lnTo>
                    <a:cubicBezTo>
                      <a:pt x="5235" y="5642"/>
                      <a:pt x="5471" y="5413"/>
                      <a:pt x="5692" y="5169"/>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23" name="Freeform 316"/>
              <p:cNvSpPr/>
              <p:nvPr/>
            </p:nvSpPr>
            <p:spPr bwMode="auto">
              <a:xfrm>
                <a:off x="7978775" y="3706813"/>
                <a:ext cx="474662" cy="614363"/>
              </a:xfrm>
              <a:custGeom>
                <a:avLst/>
                <a:gdLst>
                  <a:gd name="T0" fmla="*/ 0 w 4984"/>
                  <a:gd name="T1" fmla="*/ 0 h 6444"/>
                  <a:gd name="T2" fmla="*/ 4195 w 4984"/>
                  <a:gd name="T3" fmla="*/ 6444 h 6444"/>
                  <a:gd name="T4" fmla="*/ 4984 w 4984"/>
                  <a:gd name="T5" fmla="*/ 5855 h 6444"/>
                  <a:gd name="T6" fmla="*/ 0 w 4984"/>
                  <a:gd name="T7" fmla="*/ 0 h 6444"/>
                </a:gdLst>
                <a:ahLst/>
                <a:cxnLst>
                  <a:cxn ang="0">
                    <a:pos x="T0" y="T1"/>
                  </a:cxn>
                  <a:cxn ang="0">
                    <a:pos x="T2" y="T3"/>
                  </a:cxn>
                  <a:cxn ang="0">
                    <a:pos x="T4" y="T5"/>
                  </a:cxn>
                  <a:cxn ang="0">
                    <a:pos x="T6" y="T7"/>
                  </a:cxn>
                </a:cxnLst>
                <a:rect l="0" t="0" r="r" b="b"/>
                <a:pathLst>
                  <a:path w="4984" h="6444">
                    <a:moveTo>
                      <a:pt x="0" y="0"/>
                    </a:moveTo>
                    <a:lnTo>
                      <a:pt x="4195" y="6444"/>
                    </a:lnTo>
                    <a:cubicBezTo>
                      <a:pt x="4470" y="6265"/>
                      <a:pt x="4734" y="6068"/>
                      <a:pt x="4984" y="5855"/>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25" name="Freeform 318"/>
              <p:cNvSpPr/>
              <p:nvPr/>
            </p:nvSpPr>
            <p:spPr bwMode="auto">
              <a:xfrm>
                <a:off x="7978775" y="3706813"/>
                <a:ext cx="400050" cy="660400"/>
              </a:xfrm>
              <a:custGeom>
                <a:avLst/>
                <a:gdLst>
                  <a:gd name="T0" fmla="*/ 0 w 4195"/>
                  <a:gd name="T1" fmla="*/ 0 h 6927"/>
                  <a:gd name="T2" fmla="*/ 3336 w 4195"/>
                  <a:gd name="T3" fmla="*/ 6927 h 6927"/>
                  <a:gd name="T4" fmla="*/ 4195 w 4195"/>
                  <a:gd name="T5" fmla="*/ 6444 h 6927"/>
                  <a:gd name="T6" fmla="*/ 0 w 4195"/>
                  <a:gd name="T7" fmla="*/ 0 h 6927"/>
                </a:gdLst>
                <a:ahLst/>
                <a:cxnLst>
                  <a:cxn ang="0">
                    <a:pos x="T0" y="T1"/>
                  </a:cxn>
                  <a:cxn ang="0">
                    <a:pos x="T2" y="T3"/>
                  </a:cxn>
                  <a:cxn ang="0">
                    <a:pos x="T4" y="T5"/>
                  </a:cxn>
                  <a:cxn ang="0">
                    <a:pos x="T6" y="T7"/>
                  </a:cxn>
                </a:cxnLst>
                <a:rect l="0" t="0" r="r" b="b"/>
                <a:pathLst>
                  <a:path w="4195" h="6927">
                    <a:moveTo>
                      <a:pt x="0" y="0"/>
                    </a:moveTo>
                    <a:lnTo>
                      <a:pt x="3336" y="6927"/>
                    </a:lnTo>
                    <a:cubicBezTo>
                      <a:pt x="3632" y="6785"/>
                      <a:pt x="3919" y="6623"/>
                      <a:pt x="4195" y="6444"/>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29" name="Freeform 320"/>
              <p:cNvSpPr/>
              <p:nvPr/>
            </p:nvSpPr>
            <p:spPr bwMode="auto">
              <a:xfrm>
                <a:off x="7978775" y="3706813"/>
                <a:ext cx="317500" cy="695325"/>
              </a:xfrm>
              <a:custGeom>
                <a:avLst/>
                <a:gdLst>
                  <a:gd name="T0" fmla="*/ 0 w 3336"/>
                  <a:gd name="T1" fmla="*/ 0 h 7297"/>
                  <a:gd name="T2" fmla="*/ 2423 w 3336"/>
                  <a:gd name="T3" fmla="*/ 7297 h 7297"/>
                  <a:gd name="T4" fmla="*/ 3336 w 3336"/>
                  <a:gd name="T5" fmla="*/ 6927 h 7297"/>
                  <a:gd name="T6" fmla="*/ 0 w 3336"/>
                  <a:gd name="T7" fmla="*/ 0 h 7297"/>
                </a:gdLst>
                <a:ahLst/>
                <a:cxnLst>
                  <a:cxn ang="0">
                    <a:pos x="T0" y="T1"/>
                  </a:cxn>
                  <a:cxn ang="0">
                    <a:pos x="T2" y="T3"/>
                  </a:cxn>
                  <a:cxn ang="0">
                    <a:pos x="T4" y="T5"/>
                  </a:cxn>
                  <a:cxn ang="0">
                    <a:pos x="T6" y="T7"/>
                  </a:cxn>
                </a:cxnLst>
                <a:rect l="0" t="0" r="r" b="b"/>
                <a:pathLst>
                  <a:path w="3336" h="7297">
                    <a:moveTo>
                      <a:pt x="0" y="0"/>
                    </a:moveTo>
                    <a:lnTo>
                      <a:pt x="2423" y="7297"/>
                    </a:lnTo>
                    <a:cubicBezTo>
                      <a:pt x="2735" y="7193"/>
                      <a:pt x="3040" y="7070"/>
                      <a:pt x="3336" y="6927"/>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31" name="Freeform 322"/>
              <p:cNvSpPr/>
              <p:nvPr/>
            </p:nvSpPr>
            <p:spPr bwMode="auto">
              <a:xfrm>
                <a:off x="7978775" y="3706813"/>
                <a:ext cx="231775" cy="719138"/>
              </a:xfrm>
              <a:custGeom>
                <a:avLst/>
                <a:gdLst>
                  <a:gd name="T0" fmla="*/ 0 w 2423"/>
                  <a:gd name="T1" fmla="*/ 0 h 7547"/>
                  <a:gd name="T2" fmla="*/ 1470 w 2423"/>
                  <a:gd name="T3" fmla="*/ 7547 h 7547"/>
                  <a:gd name="T4" fmla="*/ 2423 w 2423"/>
                  <a:gd name="T5" fmla="*/ 7297 h 7547"/>
                  <a:gd name="T6" fmla="*/ 0 w 2423"/>
                  <a:gd name="T7" fmla="*/ 0 h 7547"/>
                </a:gdLst>
                <a:ahLst/>
                <a:cxnLst>
                  <a:cxn ang="0">
                    <a:pos x="T0" y="T1"/>
                  </a:cxn>
                  <a:cxn ang="0">
                    <a:pos x="T2" y="T3"/>
                  </a:cxn>
                  <a:cxn ang="0">
                    <a:pos x="T4" y="T5"/>
                  </a:cxn>
                  <a:cxn ang="0">
                    <a:pos x="T6" y="T7"/>
                  </a:cxn>
                </a:cxnLst>
                <a:rect l="0" t="0" r="r" b="b"/>
                <a:pathLst>
                  <a:path w="2423" h="7547">
                    <a:moveTo>
                      <a:pt x="0" y="0"/>
                    </a:moveTo>
                    <a:lnTo>
                      <a:pt x="1470" y="7547"/>
                    </a:lnTo>
                    <a:cubicBezTo>
                      <a:pt x="1793" y="7484"/>
                      <a:pt x="2111" y="7401"/>
                      <a:pt x="2423" y="7297"/>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33" name="Freeform 324"/>
              <p:cNvSpPr/>
              <p:nvPr/>
            </p:nvSpPr>
            <p:spPr bwMode="auto">
              <a:xfrm>
                <a:off x="7978775" y="3706813"/>
                <a:ext cx="141287" cy="731838"/>
              </a:xfrm>
              <a:custGeom>
                <a:avLst/>
                <a:gdLst>
                  <a:gd name="T0" fmla="*/ 0 w 1470"/>
                  <a:gd name="T1" fmla="*/ 0 h 7673"/>
                  <a:gd name="T2" fmla="*/ 493 w 1470"/>
                  <a:gd name="T3" fmla="*/ 7673 h 7673"/>
                  <a:gd name="T4" fmla="*/ 1470 w 1470"/>
                  <a:gd name="T5" fmla="*/ 7547 h 7673"/>
                  <a:gd name="T6" fmla="*/ 0 w 1470"/>
                  <a:gd name="T7" fmla="*/ 0 h 7673"/>
                </a:gdLst>
                <a:ahLst/>
                <a:cxnLst>
                  <a:cxn ang="0">
                    <a:pos x="T0" y="T1"/>
                  </a:cxn>
                  <a:cxn ang="0">
                    <a:pos x="T2" y="T3"/>
                  </a:cxn>
                  <a:cxn ang="0">
                    <a:pos x="T4" y="T5"/>
                  </a:cxn>
                  <a:cxn ang="0">
                    <a:pos x="T6" y="T7"/>
                  </a:cxn>
                </a:cxnLst>
                <a:rect l="0" t="0" r="r" b="b"/>
                <a:pathLst>
                  <a:path w="1470" h="7673">
                    <a:moveTo>
                      <a:pt x="0" y="0"/>
                    </a:moveTo>
                    <a:lnTo>
                      <a:pt x="493" y="7673"/>
                    </a:lnTo>
                    <a:cubicBezTo>
                      <a:pt x="821" y="7652"/>
                      <a:pt x="1147" y="7610"/>
                      <a:pt x="1470" y="7547"/>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35" name="Freeform 326"/>
              <p:cNvSpPr/>
              <p:nvPr/>
            </p:nvSpPr>
            <p:spPr bwMode="auto">
              <a:xfrm>
                <a:off x="7932738" y="3706813"/>
                <a:ext cx="93662" cy="733425"/>
              </a:xfrm>
              <a:custGeom>
                <a:avLst/>
                <a:gdLst>
                  <a:gd name="T0" fmla="*/ 492 w 985"/>
                  <a:gd name="T1" fmla="*/ 0 h 7694"/>
                  <a:gd name="T2" fmla="*/ 0 w 985"/>
                  <a:gd name="T3" fmla="*/ 7673 h 7694"/>
                  <a:gd name="T4" fmla="*/ 985 w 985"/>
                  <a:gd name="T5" fmla="*/ 7673 h 7694"/>
                  <a:gd name="T6" fmla="*/ 492 w 985"/>
                  <a:gd name="T7" fmla="*/ 0 h 7694"/>
                </a:gdLst>
                <a:ahLst/>
                <a:cxnLst>
                  <a:cxn ang="0">
                    <a:pos x="T0" y="T1"/>
                  </a:cxn>
                  <a:cxn ang="0">
                    <a:pos x="T2" y="T3"/>
                  </a:cxn>
                  <a:cxn ang="0">
                    <a:pos x="T4" y="T5"/>
                  </a:cxn>
                  <a:cxn ang="0">
                    <a:pos x="T6" y="T7"/>
                  </a:cxn>
                </a:cxnLst>
                <a:rect l="0" t="0" r="r" b="b"/>
                <a:pathLst>
                  <a:path w="985" h="7694">
                    <a:moveTo>
                      <a:pt x="492" y="0"/>
                    </a:moveTo>
                    <a:lnTo>
                      <a:pt x="0" y="7673"/>
                    </a:lnTo>
                    <a:cubicBezTo>
                      <a:pt x="328" y="7694"/>
                      <a:pt x="657" y="7694"/>
                      <a:pt x="985" y="7673"/>
                    </a:cubicBezTo>
                    <a:lnTo>
                      <a:pt x="492"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37" name="Freeform 328"/>
              <p:cNvSpPr/>
              <p:nvPr/>
            </p:nvSpPr>
            <p:spPr bwMode="auto">
              <a:xfrm>
                <a:off x="7839075" y="3706813"/>
                <a:ext cx="139700" cy="731838"/>
              </a:xfrm>
              <a:custGeom>
                <a:avLst/>
                <a:gdLst>
                  <a:gd name="T0" fmla="*/ 1469 w 1469"/>
                  <a:gd name="T1" fmla="*/ 0 h 7673"/>
                  <a:gd name="T2" fmla="*/ 0 w 1469"/>
                  <a:gd name="T3" fmla="*/ 7547 h 7673"/>
                  <a:gd name="T4" fmla="*/ 977 w 1469"/>
                  <a:gd name="T5" fmla="*/ 7673 h 7673"/>
                  <a:gd name="T6" fmla="*/ 1469 w 1469"/>
                  <a:gd name="T7" fmla="*/ 0 h 7673"/>
                </a:gdLst>
                <a:ahLst/>
                <a:cxnLst>
                  <a:cxn ang="0">
                    <a:pos x="T0" y="T1"/>
                  </a:cxn>
                  <a:cxn ang="0">
                    <a:pos x="T2" y="T3"/>
                  </a:cxn>
                  <a:cxn ang="0">
                    <a:pos x="T4" y="T5"/>
                  </a:cxn>
                  <a:cxn ang="0">
                    <a:pos x="T6" y="T7"/>
                  </a:cxn>
                </a:cxnLst>
                <a:rect l="0" t="0" r="r" b="b"/>
                <a:pathLst>
                  <a:path w="1469" h="7673">
                    <a:moveTo>
                      <a:pt x="1469" y="0"/>
                    </a:moveTo>
                    <a:lnTo>
                      <a:pt x="0" y="7547"/>
                    </a:lnTo>
                    <a:cubicBezTo>
                      <a:pt x="322" y="7610"/>
                      <a:pt x="649" y="7652"/>
                      <a:pt x="977" y="7673"/>
                    </a:cubicBezTo>
                    <a:lnTo>
                      <a:pt x="1469"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39" name="Freeform 330"/>
              <p:cNvSpPr/>
              <p:nvPr/>
            </p:nvSpPr>
            <p:spPr bwMode="auto">
              <a:xfrm>
                <a:off x="7748588" y="3706813"/>
                <a:ext cx="230187" cy="719138"/>
              </a:xfrm>
              <a:custGeom>
                <a:avLst/>
                <a:gdLst>
                  <a:gd name="T0" fmla="*/ 2422 w 2422"/>
                  <a:gd name="T1" fmla="*/ 0 h 7547"/>
                  <a:gd name="T2" fmla="*/ 0 w 2422"/>
                  <a:gd name="T3" fmla="*/ 7297 h 7547"/>
                  <a:gd name="T4" fmla="*/ 953 w 2422"/>
                  <a:gd name="T5" fmla="*/ 7547 h 7547"/>
                  <a:gd name="T6" fmla="*/ 2422 w 2422"/>
                  <a:gd name="T7" fmla="*/ 0 h 7547"/>
                </a:gdLst>
                <a:ahLst/>
                <a:cxnLst>
                  <a:cxn ang="0">
                    <a:pos x="T0" y="T1"/>
                  </a:cxn>
                  <a:cxn ang="0">
                    <a:pos x="T2" y="T3"/>
                  </a:cxn>
                  <a:cxn ang="0">
                    <a:pos x="T4" y="T5"/>
                  </a:cxn>
                  <a:cxn ang="0">
                    <a:pos x="T6" y="T7"/>
                  </a:cxn>
                </a:cxnLst>
                <a:rect l="0" t="0" r="r" b="b"/>
                <a:pathLst>
                  <a:path w="2422" h="7547">
                    <a:moveTo>
                      <a:pt x="2422" y="0"/>
                    </a:moveTo>
                    <a:lnTo>
                      <a:pt x="0" y="7297"/>
                    </a:lnTo>
                    <a:cubicBezTo>
                      <a:pt x="312" y="7401"/>
                      <a:pt x="630" y="7484"/>
                      <a:pt x="953" y="7547"/>
                    </a:cubicBezTo>
                    <a:lnTo>
                      <a:pt x="2422"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41" name="Freeform 332"/>
              <p:cNvSpPr/>
              <p:nvPr/>
            </p:nvSpPr>
            <p:spPr bwMode="auto">
              <a:xfrm>
                <a:off x="7661275" y="3706813"/>
                <a:ext cx="317500" cy="695325"/>
              </a:xfrm>
              <a:custGeom>
                <a:avLst/>
                <a:gdLst>
                  <a:gd name="T0" fmla="*/ 3336 w 3336"/>
                  <a:gd name="T1" fmla="*/ 0 h 7297"/>
                  <a:gd name="T2" fmla="*/ 0 w 3336"/>
                  <a:gd name="T3" fmla="*/ 6927 h 7297"/>
                  <a:gd name="T4" fmla="*/ 914 w 3336"/>
                  <a:gd name="T5" fmla="*/ 7297 h 7297"/>
                  <a:gd name="T6" fmla="*/ 3336 w 3336"/>
                  <a:gd name="T7" fmla="*/ 0 h 7297"/>
                </a:gdLst>
                <a:ahLst/>
                <a:cxnLst>
                  <a:cxn ang="0">
                    <a:pos x="T0" y="T1"/>
                  </a:cxn>
                  <a:cxn ang="0">
                    <a:pos x="T2" y="T3"/>
                  </a:cxn>
                  <a:cxn ang="0">
                    <a:pos x="T4" y="T5"/>
                  </a:cxn>
                  <a:cxn ang="0">
                    <a:pos x="T6" y="T7"/>
                  </a:cxn>
                </a:cxnLst>
                <a:rect l="0" t="0" r="r" b="b"/>
                <a:pathLst>
                  <a:path w="3336" h="7297">
                    <a:moveTo>
                      <a:pt x="3336" y="0"/>
                    </a:moveTo>
                    <a:lnTo>
                      <a:pt x="0" y="6927"/>
                    </a:lnTo>
                    <a:cubicBezTo>
                      <a:pt x="297" y="7070"/>
                      <a:pt x="602" y="7193"/>
                      <a:pt x="914" y="7297"/>
                    </a:cubicBezTo>
                    <a:lnTo>
                      <a:pt x="3336"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43" name="Freeform 334"/>
              <p:cNvSpPr/>
              <p:nvPr/>
            </p:nvSpPr>
            <p:spPr bwMode="auto">
              <a:xfrm>
                <a:off x="7580313" y="3706813"/>
                <a:ext cx="398462" cy="660400"/>
              </a:xfrm>
              <a:custGeom>
                <a:avLst/>
                <a:gdLst>
                  <a:gd name="T0" fmla="*/ 4194 w 4194"/>
                  <a:gd name="T1" fmla="*/ 0 h 6927"/>
                  <a:gd name="T2" fmla="*/ 0 w 4194"/>
                  <a:gd name="T3" fmla="*/ 6444 h 6927"/>
                  <a:gd name="T4" fmla="*/ 858 w 4194"/>
                  <a:gd name="T5" fmla="*/ 6927 h 6927"/>
                  <a:gd name="T6" fmla="*/ 4194 w 4194"/>
                  <a:gd name="T7" fmla="*/ 0 h 6927"/>
                </a:gdLst>
                <a:ahLst/>
                <a:cxnLst>
                  <a:cxn ang="0">
                    <a:pos x="T0" y="T1"/>
                  </a:cxn>
                  <a:cxn ang="0">
                    <a:pos x="T2" y="T3"/>
                  </a:cxn>
                  <a:cxn ang="0">
                    <a:pos x="T4" y="T5"/>
                  </a:cxn>
                  <a:cxn ang="0">
                    <a:pos x="T6" y="T7"/>
                  </a:cxn>
                </a:cxnLst>
                <a:rect l="0" t="0" r="r" b="b"/>
                <a:pathLst>
                  <a:path w="4194" h="6927">
                    <a:moveTo>
                      <a:pt x="4194" y="0"/>
                    </a:moveTo>
                    <a:lnTo>
                      <a:pt x="0" y="6444"/>
                    </a:lnTo>
                    <a:cubicBezTo>
                      <a:pt x="276" y="6623"/>
                      <a:pt x="562" y="6785"/>
                      <a:pt x="858" y="6927"/>
                    </a:cubicBezTo>
                    <a:lnTo>
                      <a:pt x="4194"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45" name="Freeform 336"/>
              <p:cNvSpPr/>
              <p:nvPr/>
            </p:nvSpPr>
            <p:spPr bwMode="auto">
              <a:xfrm>
                <a:off x="7504113" y="3706813"/>
                <a:ext cx="474662" cy="614363"/>
              </a:xfrm>
              <a:custGeom>
                <a:avLst/>
                <a:gdLst>
                  <a:gd name="T0" fmla="*/ 4984 w 4984"/>
                  <a:gd name="T1" fmla="*/ 0 h 6444"/>
                  <a:gd name="T2" fmla="*/ 0 w 4984"/>
                  <a:gd name="T3" fmla="*/ 5855 h 6444"/>
                  <a:gd name="T4" fmla="*/ 790 w 4984"/>
                  <a:gd name="T5" fmla="*/ 6444 h 6444"/>
                  <a:gd name="T6" fmla="*/ 4984 w 4984"/>
                  <a:gd name="T7" fmla="*/ 0 h 6444"/>
                </a:gdLst>
                <a:ahLst/>
                <a:cxnLst>
                  <a:cxn ang="0">
                    <a:pos x="T0" y="T1"/>
                  </a:cxn>
                  <a:cxn ang="0">
                    <a:pos x="T2" y="T3"/>
                  </a:cxn>
                  <a:cxn ang="0">
                    <a:pos x="T4" y="T5"/>
                  </a:cxn>
                  <a:cxn ang="0">
                    <a:pos x="T6" y="T7"/>
                  </a:cxn>
                </a:cxnLst>
                <a:rect l="0" t="0" r="r" b="b"/>
                <a:pathLst>
                  <a:path w="4984" h="6444">
                    <a:moveTo>
                      <a:pt x="4984" y="0"/>
                    </a:moveTo>
                    <a:lnTo>
                      <a:pt x="0" y="5855"/>
                    </a:lnTo>
                    <a:cubicBezTo>
                      <a:pt x="251" y="6068"/>
                      <a:pt x="514" y="6265"/>
                      <a:pt x="790" y="6444"/>
                    </a:cubicBezTo>
                    <a:lnTo>
                      <a:pt x="4984"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47" name="Freeform 338"/>
              <p:cNvSpPr/>
              <p:nvPr/>
            </p:nvSpPr>
            <p:spPr bwMode="auto">
              <a:xfrm>
                <a:off x="7437438" y="3706813"/>
                <a:ext cx="541337" cy="557213"/>
              </a:xfrm>
              <a:custGeom>
                <a:avLst/>
                <a:gdLst>
                  <a:gd name="T0" fmla="*/ 5691 w 5691"/>
                  <a:gd name="T1" fmla="*/ 0 h 5855"/>
                  <a:gd name="T2" fmla="*/ 0 w 5691"/>
                  <a:gd name="T3" fmla="*/ 5169 h 5855"/>
                  <a:gd name="T4" fmla="*/ 707 w 5691"/>
                  <a:gd name="T5" fmla="*/ 5855 h 5855"/>
                  <a:gd name="T6" fmla="*/ 5691 w 5691"/>
                  <a:gd name="T7" fmla="*/ 0 h 5855"/>
                </a:gdLst>
                <a:ahLst/>
                <a:cxnLst>
                  <a:cxn ang="0">
                    <a:pos x="T0" y="T1"/>
                  </a:cxn>
                  <a:cxn ang="0">
                    <a:pos x="T2" y="T3"/>
                  </a:cxn>
                  <a:cxn ang="0">
                    <a:pos x="T4" y="T5"/>
                  </a:cxn>
                  <a:cxn ang="0">
                    <a:pos x="T6" y="T7"/>
                  </a:cxn>
                </a:cxnLst>
                <a:rect l="0" t="0" r="r" b="b"/>
                <a:pathLst>
                  <a:path w="5691" h="5855">
                    <a:moveTo>
                      <a:pt x="5691" y="0"/>
                    </a:moveTo>
                    <a:lnTo>
                      <a:pt x="0" y="5169"/>
                    </a:lnTo>
                    <a:cubicBezTo>
                      <a:pt x="221" y="5413"/>
                      <a:pt x="457" y="5642"/>
                      <a:pt x="707" y="5855"/>
                    </a:cubicBezTo>
                    <a:lnTo>
                      <a:pt x="5691"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50" name="Freeform 340"/>
              <p:cNvSpPr/>
              <p:nvPr/>
            </p:nvSpPr>
            <p:spPr bwMode="auto">
              <a:xfrm>
                <a:off x="7378700" y="3706813"/>
                <a:ext cx="600075" cy="492125"/>
              </a:xfrm>
              <a:custGeom>
                <a:avLst/>
                <a:gdLst>
                  <a:gd name="T0" fmla="*/ 6306 w 6306"/>
                  <a:gd name="T1" fmla="*/ 0 h 5169"/>
                  <a:gd name="T2" fmla="*/ 0 w 6306"/>
                  <a:gd name="T3" fmla="*/ 4399 h 5169"/>
                  <a:gd name="T4" fmla="*/ 615 w 6306"/>
                  <a:gd name="T5" fmla="*/ 5169 h 5169"/>
                  <a:gd name="T6" fmla="*/ 6306 w 6306"/>
                  <a:gd name="T7" fmla="*/ 0 h 5169"/>
                </a:gdLst>
                <a:ahLst/>
                <a:cxnLst>
                  <a:cxn ang="0">
                    <a:pos x="T0" y="T1"/>
                  </a:cxn>
                  <a:cxn ang="0">
                    <a:pos x="T2" y="T3"/>
                  </a:cxn>
                  <a:cxn ang="0">
                    <a:pos x="T4" y="T5"/>
                  </a:cxn>
                  <a:cxn ang="0">
                    <a:pos x="T6" y="T7"/>
                  </a:cxn>
                </a:cxnLst>
                <a:rect l="0" t="0" r="r" b="b"/>
                <a:pathLst>
                  <a:path w="6306" h="5169">
                    <a:moveTo>
                      <a:pt x="6306" y="0"/>
                    </a:moveTo>
                    <a:lnTo>
                      <a:pt x="0" y="4399"/>
                    </a:lnTo>
                    <a:cubicBezTo>
                      <a:pt x="189" y="4669"/>
                      <a:pt x="394" y="4926"/>
                      <a:pt x="615" y="5169"/>
                    </a:cubicBezTo>
                    <a:lnTo>
                      <a:pt x="6306"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52" name="Freeform 342"/>
              <p:cNvSpPr/>
              <p:nvPr/>
            </p:nvSpPr>
            <p:spPr bwMode="auto">
              <a:xfrm>
                <a:off x="7331075" y="3706813"/>
                <a:ext cx="647700" cy="419100"/>
              </a:xfrm>
              <a:custGeom>
                <a:avLst/>
                <a:gdLst>
                  <a:gd name="T0" fmla="*/ 6816 w 6816"/>
                  <a:gd name="T1" fmla="*/ 0 h 4399"/>
                  <a:gd name="T2" fmla="*/ 0 w 6816"/>
                  <a:gd name="T3" fmla="*/ 3556 h 4399"/>
                  <a:gd name="T4" fmla="*/ 510 w 6816"/>
                  <a:gd name="T5" fmla="*/ 4399 h 4399"/>
                  <a:gd name="T6" fmla="*/ 6816 w 6816"/>
                  <a:gd name="T7" fmla="*/ 0 h 4399"/>
                </a:gdLst>
                <a:ahLst/>
                <a:cxnLst>
                  <a:cxn ang="0">
                    <a:pos x="T0" y="T1"/>
                  </a:cxn>
                  <a:cxn ang="0">
                    <a:pos x="T2" y="T3"/>
                  </a:cxn>
                  <a:cxn ang="0">
                    <a:pos x="T4" y="T5"/>
                  </a:cxn>
                  <a:cxn ang="0">
                    <a:pos x="T6" y="T7"/>
                  </a:cxn>
                </a:cxnLst>
                <a:rect l="0" t="0" r="r" b="b"/>
                <a:pathLst>
                  <a:path w="6816" h="4399">
                    <a:moveTo>
                      <a:pt x="6816" y="0"/>
                    </a:moveTo>
                    <a:lnTo>
                      <a:pt x="0" y="3556"/>
                    </a:lnTo>
                    <a:cubicBezTo>
                      <a:pt x="152" y="3848"/>
                      <a:pt x="322" y="4129"/>
                      <a:pt x="510" y="4399"/>
                    </a:cubicBezTo>
                    <a:lnTo>
                      <a:pt x="6816"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54" name="Freeform 344"/>
              <p:cNvSpPr/>
              <p:nvPr/>
            </p:nvSpPr>
            <p:spPr bwMode="auto">
              <a:xfrm>
                <a:off x="7292975" y="3706813"/>
                <a:ext cx="685800" cy="338138"/>
              </a:xfrm>
              <a:custGeom>
                <a:avLst/>
                <a:gdLst>
                  <a:gd name="T0" fmla="*/ 7215 w 7215"/>
                  <a:gd name="T1" fmla="*/ 0 h 3556"/>
                  <a:gd name="T2" fmla="*/ 0 w 7215"/>
                  <a:gd name="T3" fmla="*/ 2656 h 3556"/>
                  <a:gd name="T4" fmla="*/ 399 w 7215"/>
                  <a:gd name="T5" fmla="*/ 3556 h 3556"/>
                  <a:gd name="T6" fmla="*/ 7215 w 7215"/>
                  <a:gd name="T7" fmla="*/ 0 h 3556"/>
                </a:gdLst>
                <a:ahLst/>
                <a:cxnLst>
                  <a:cxn ang="0">
                    <a:pos x="T0" y="T1"/>
                  </a:cxn>
                  <a:cxn ang="0">
                    <a:pos x="T2" y="T3"/>
                  </a:cxn>
                  <a:cxn ang="0">
                    <a:pos x="T4" y="T5"/>
                  </a:cxn>
                  <a:cxn ang="0">
                    <a:pos x="T6" y="T7"/>
                  </a:cxn>
                </a:cxnLst>
                <a:rect l="0" t="0" r="r" b="b"/>
                <a:pathLst>
                  <a:path w="7215" h="3556">
                    <a:moveTo>
                      <a:pt x="7215" y="0"/>
                    </a:moveTo>
                    <a:lnTo>
                      <a:pt x="0" y="2656"/>
                    </a:lnTo>
                    <a:cubicBezTo>
                      <a:pt x="113" y="2964"/>
                      <a:pt x="247" y="3265"/>
                      <a:pt x="399" y="3556"/>
                    </a:cubicBezTo>
                    <a:lnTo>
                      <a:pt x="7215"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56" name="Freeform 346"/>
              <p:cNvSpPr/>
              <p:nvPr/>
            </p:nvSpPr>
            <p:spPr bwMode="auto">
              <a:xfrm>
                <a:off x="7265988" y="3706813"/>
                <a:ext cx="712787" cy="252413"/>
              </a:xfrm>
              <a:custGeom>
                <a:avLst/>
                <a:gdLst>
                  <a:gd name="T0" fmla="*/ 7495 w 7495"/>
                  <a:gd name="T1" fmla="*/ 0 h 2656"/>
                  <a:gd name="T2" fmla="*/ 0 w 7495"/>
                  <a:gd name="T3" fmla="*/ 1711 h 2656"/>
                  <a:gd name="T4" fmla="*/ 280 w 7495"/>
                  <a:gd name="T5" fmla="*/ 2656 h 2656"/>
                  <a:gd name="T6" fmla="*/ 7495 w 7495"/>
                  <a:gd name="T7" fmla="*/ 0 h 2656"/>
                </a:gdLst>
                <a:ahLst/>
                <a:cxnLst>
                  <a:cxn ang="0">
                    <a:pos x="T0" y="T1"/>
                  </a:cxn>
                  <a:cxn ang="0">
                    <a:pos x="T2" y="T3"/>
                  </a:cxn>
                  <a:cxn ang="0">
                    <a:pos x="T4" y="T5"/>
                  </a:cxn>
                  <a:cxn ang="0">
                    <a:pos x="T6" y="T7"/>
                  </a:cxn>
                </a:cxnLst>
                <a:rect l="0" t="0" r="r" b="b"/>
                <a:pathLst>
                  <a:path w="7495" h="2656">
                    <a:moveTo>
                      <a:pt x="7495" y="0"/>
                    </a:moveTo>
                    <a:lnTo>
                      <a:pt x="0" y="1711"/>
                    </a:lnTo>
                    <a:cubicBezTo>
                      <a:pt x="73" y="2032"/>
                      <a:pt x="166" y="2347"/>
                      <a:pt x="280" y="2656"/>
                    </a:cubicBezTo>
                    <a:lnTo>
                      <a:pt x="7495"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58" name="Freeform 348"/>
              <p:cNvSpPr/>
              <p:nvPr/>
            </p:nvSpPr>
            <p:spPr bwMode="auto">
              <a:xfrm>
                <a:off x="7250113" y="3706813"/>
                <a:ext cx="728662" cy="163513"/>
              </a:xfrm>
              <a:custGeom>
                <a:avLst/>
                <a:gdLst>
                  <a:gd name="T0" fmla="*/ 7653 w 7653"/>
                  <a:gd name="T1" fmla="*/ 0 h 1711"/>
                  <a:gd name="T2" fmla="*/ 0 w 7653"/>
                  <a:gd name="T3" fmla="*/ 739 h 1711"/>
                  <a:gd name="T4" fmla="*/ 158 w 7653"/>
                  <a:gd name="T5" fmla="*/ 1711 h 1711"/>
                  <a:gd name="T6" fmla="*/ 7653 w 7653"/>
                  <a:gd name="T7" fmla="*/ 0 h 1711"/>
                </a:gdLst>
                <a:ahLst/>
                <a:cxnLst>
                  <a:cxn ang="0">
                    <a:pos x="T0" y="T1"/>
                  </a:cxn>
                  <a:cxn ang="0">
                    <a:pos x="T2" y="T3"/>
                  </a:cxn>
                  <a:cxn ang="0">
                    <a:pos x="T4" y="T5"/>
                  </a:cxn>
                  <a:cxn ang="0">
                    <a:pos x="T6" y="T7"/>
                  </a:cxn>
                </a:cxnLst>
                <a:rect l="0" t="0" r="r" b="b"/>
                <a:pathLst>
                  <a:path w="7653" h="1711">
                    <a:moveTo>
                      <a:pt x="7653" y="0"/>
                    </a:moveTo>
                    <a:lnTo>
                      <a:pt x="0" y="739"/>
                    </a:lnTo>
                    <a:cubicBezTo>
                      <a:pt x="32" y="1066"/>
                      <a:pt x="84" y="1391"/>
                      <a:pt x="158" y="1711"/>
                    </a:cubicBezTo>
                    <a:lnTo>
                      <a:pt x="7653"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60" name="Freeform 350"/>
              <p:cNvSpPr/>
              <p:nvPr/>
            </p:nvSpPr>
            <p:spPr bwMode="auto">
              <a:xfrm>
                <a:off x="7246938" y="3683000"/>
                <a:ext cx="731837" cy="93663"/>
              </a:xfrm>
              <a:custGeom>
                <a:avLst/>
                <a:gdLst>
                  <a:gd name="T0" fmla="*/ 7695 w 7695"/>
                  <a:gd name="T1" fmla="*/ 246 h 985"/>
                  <a:gd name="T2" fmla="*/ 11 w 7695"/>
                  <a:gd name="T3" fmla="*/ 0 h 985"/>
                  <a:gd name="T4" fmla="*/ 42 w 7695"/>
                  <a:gd name="T5" fmla="*/ 985 h 985"/>
                  <a:gd name="T6" fmla="*/ 7695 w 7695"/>
                  <a:gd name="T7" fmla="*/ 246 h 985"/>
                </a:gdLst>
                <a:ahLst/>
                <a:cxnLst>
                  <a:cxn ang="0">
                    <a:pos x="T0" y="T1"/>
                  </a:cxn>
                  <a:cxn ang="0">
                    <a:pos x="T2" y="T3"/>
                  </a:cxn>
                  <a:cxn ang="0">
                    <a:pos x="T4" y="T5"/>
                  </a:cxn>
                  <a:cxn ang="0">
                    <a:pos x="T6" y="T7"/>
                  </a:cxn>
                </a:cxnLst>
                <a:rect l="0" t="0" r="r" b="b"/>
                <a:pathLst>
                  <a:path w="7695" h="985">
                    <a:moveTo>
                      <a:pt x="7695" y="246"/>
                    </a:moveTo>
                    <a:lnTo>
                      <a:pt x="11" y="0"/>
                    </a:lnTo>
                    <a:cubicBezTo>
                      <a:pt x="0" y="328"/>
                      <a:pt x="11" y="657"/>
                      <a:pt x="42" y="985"/>
                    </a:cubicBezTo>
                    <a:lnTo>
                      <a:pt x="7695" y="246"/>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62" name="Freeform 352"/>
              <p:cNvSpPr/>
              <p:nvPr/>
            </p:nvSpPr>
            <p:spPr bwMode="auto">
              <a:xfrm>
                <a:off x="7246938" y="3589338"/>
                <a:ext cx="731837" cy="117475"/>
              </a:xfrm>
              <a:custGeom>
                <a:avLst/>
                <a:gdLst>
                  <a:gd name="T0" fmla="*/ 7684 w 7684"/>
                  <a:gd name="T1" fmla="*/ 1227 h 1227"/>
                  <a:gd name="T2" fmla="*/ 94 w 7684"/>
                  <a:gd name="T3" fmla="*/ 0 h 1227"/>
                  <a:gd name="T4" fmla="*/ 0 w 7684"/>
                  <a:gd name="T5" fmla="*/ 981 h 1227"/>
                  <a:gd name="T6" fmla="*/ 7684 w 7684"/>
                  <a:gd name="T7" fmla="*/ 1227 h 1227"/>
                </a:gdLst>
                <a:ahLst/>
                <a:cxnLst>
                  <a:cxn ang="0">
                    <a:pos x="T0" y="T1"/>
                  </a:cxn>
                  <a:cxn ang="0">
                    <a:pos x="T2" y="T3"/>
                  </a:cxn>
                  <a:cxn ang="0">
                    <a:pos x="T4" y="T5"/>
                  </a:cxn>
                  <a:cxn ang="0">
                    <a:pos x="T6" y="T7"/>
                  </a:cxn>
                </a:cxnLst>
                <a:rect l="0" t="0" r="r" b="b"/>
                <a:pathLst>
                  <a:path w="7684" h="1227">
                    <a:moveTo>
                      <a:pt x="7684" y="1227"/>
                    </a:moveTo>
                    <a:lnTo>
                      <a:pt x="94" y="0"/>
                    </a:lnTo>
                    <a:cubicBezTo>
                      <a:pt x="42" y="325"/>
                      <a:pt x="10" y="652"/>
                      <a:pt x="0" y="981"/>
                    </a:cubicBezTo>
                    <a:lnTo>
                      <a:pt x="7684" y="1227"/>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64" name="Freeform 354"/>
              <p:cNvSpPr/>
              <p:nvPr/>
            </p:nvSpPr>
            <p:spPr bwMode="auto">
              <a:xfrm>
                <a:off x="7256463" y="3498850"/>
                <a:ext cx="722312" cy="207963"/>
              </a:xfrm>
              <a:custGeom>
                <a:avLst/>
                <a:gdLst>
                  <a:gd name="T0" fmla="*/ 7590 w 7590"/>
                  <a:gd name="T1" fmla="*/ 2187 h 2187"/>
                  <a:gd name="T2" fmla="*/ 220 w 7590"/>
                  <a:gd name="T3" fmla="*/ 0 h 2187"/>
                  <a:gd name="T4" fmla="*/ 0 w 7590"/>
                  <a:gd name="T5" fmla="*/ 960 h 2187"/>
                  <a:gd name="T6" fmla="*/ 7590 w 7590"/>
                  <a:gd name="T7" fmla="*/ 2187 h 2187"/>
                </a:gdLst>
                <a:ahLst/>
                <a:cxnLst>
                  <a:cxn ang="0">
                    <a:pos x="T0" y="T1"/>
                  </a:cxn>
                  <a:cxn ang="0">
                    <a:pos x="T2" y="T3"/>
                  </a:cxn>
                  <a:cxn ang="0">
                    <a:pos x="T4" y="T5"/>
                  </a:cxn>
                  <a:cxn ang="0">
                    <a:pos x="T6" y="T7"/>
                  </a:cxn>
                </a:cxnLst>
                <a:rect l="0" t="0" r="r" b="b"/>
                <a:pathLst>
                  <a:path w="7590" h="2187">
                    <a:moveTo>
                      <a:pt x="7590" y="2187"/>
                    </a:moveTo>
                    <a:lnTo>
                      <a:pt x="220" y="0"/>
                    </a:lnTo>
                    <a:cubicBezTo>
                      <a:pt x="126" y="315"/>
                      <a:pt x="53" y="636"/>
                      <a:pt x="0" y="960"/>
                    </a:cubicBezTo>
                    <a:lnTo>
                      <a:pt x="7590" y="2187"/>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66" name="Freeform 356"/>
              <p:cNvSpPr/>
              <p:nvPr/>
            </p:nvSpPr>
            <p:spPr bwMode="auto">
              <a:xfrm>
                <a:off x="7277100" y="3409950"/>
                <a:ext cx="701675" cy="296863"/>
              </a:xfrm>
              <a:custGeom>
                <a:avLst/>
                <a:gdLst>
                  <a:gd name="T0" fmla="*/ 7370 w 7370"/>
                  <a:gd name="T1" fmla="*/ 3112 h 3112"/>
                  <a:gd name="T2" fmla="*/ 340 w 7370"/>
                  <a:gd name="T3" fmla="*/ 0 h 3112"/>
                  <a:gd name="T4" fmla="*/ 0 w 7370"/>
                  <a:gd name="T5" fmla="*/ 925 h 3112"/>
                  <a:gd name="T6" fmla="*/ 7370 w 7370"/>
                  <a:gd name="T7" fmla="*/ 3112 h 3112"/>
                </a:gdLst>
                <a:ahLst/>
                <a:cxnLst>
                  <a:cxn ang="0">
                    <a:pos x="T0" y="T1"/>
                  </a:cxn>
                  <a:cxn ang="0">
                    <a:pos x="T2" y="T3"/>
                  </a:cxn>
                  <a:cxn ang="0">
                    <a:pos x="T4" y="T5"/>
                  </a:cxn>
                  <a:cxn ang="0">
                    <a:pos x="T6" y="T7"/>
                  </a:cxn>
                </a:cxnLst>
                <a:rect l="0" t="0" r="r" b="b"/>
                <a:pathLst>
                  <a:path w="7370" h="3112">
                    <a:moveTo>
                      <a:pt x="7370" y="3112"/>
                    </a:moveTo>
                    <a:lnTo>
                      <a:pt x="340" y="0"/>
                    </a:lnTo>
                    <a:cubicBezTo>
                      <a:pt x="207" y="301"/>
                      <a:pt x="93" y="610"/>
                      <a:pt x="0" y="925"/>
                    </a:cubicBezTo>
                    <a:lnTo>
                      <a:pt x="7370" y="3112"/>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68" name="Freeform 358"/>
              <p:cNvSpPr/>
              <p:nvPr/>
            </p:nvSpPr>
            <p:spPr bwMode="auto">
              <a:xfrm>
                <a:off x="7310438" y="3327400"/>
                <a:ext cx="668337" cy="379413"/>
              </a:xfrm>
              <a:custGeom>
                <a:avLst/>
                <a:gdLst>
                  <a:gd name="T0" fmla="*/ 7030 w 7030"/>
                  <a:gd name="T1" fmla="*/ 3985 h 3985"/>
                  <a:gd name="T2" fmla="*/ 456 w 7030"/>
                  <a:gd name="T3" fmla="*/ 0 h 3985"/>
                  <a:gd name="T4" fmla="*/ 0 w 7030"/>
                  <a:gd name="T5" fmla="*/ 873 h 3985"/>
                  <a:gd name="T6" fmla="*/ 7030 w 7030"/>
                  <a:gd name="T7" fmla="*/ 3985 h 3985"/>
                </a:gdLst>
                <a:ahLst/>
                <a:cxnLst>
                  <a:cxn ang="0">
                    <a:pos x="T0" y="T1"/>
                  </a:cxn>
                  <a:cxn ang="0">
                    <a:pos x="T2" y="T3"/>
                  </a:cxn>
                  <a:cxn ang="0">
                    <a:pos x="T4" y="T5"/>
                  </a:cxn>
                  <a:cxn ang="0">
                    <a:pos x="T6" y="T7"/>
                  </a:cxn>
                </a:cxnLst>
                <a:rect l="0" t="0" r="r" b="b"/>
                <a:pathLst>
                  <a:path w="7030" h="3985">
                    <a:moveTo>
                      <a:pt x="7030" y="3985"/>
                    </a:moveTo>
                    <a:lnTo>
                      <a:pt x="456" y="0"/>
                    </a:lnTo>
                    <a:cubicBezTo>
                      <a:pt x="285" y="281"/>
                      <a:pt x="133" y="573"/>
                      <a:pt x="0" y="873"/>
                    </a:cubicBezTo>
                    <a:lnTo>
                      <a:pt x="7030" y="3985"/>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70" name="Freeform 360"/>
              <p:cNvSpPr/>
              <p:nvPr/>
            </p:nvSpPr>
            <p:spPr bwMode="auto">
              <a:xfrm>
                <a:off x="7353300" y="3249613"/>
                <a:ext cx="625475" cy="457200"/>
              </a:xfrm>
              <a:custGeom>
                <a:avLst/>
                <a:gdLst>
                  <a:gd name="T0" fmla="*/ 6574 w 6574"/>
                  <a:gd name="T1" fmla="*/ 4793 h 4793"/>
                  <a:gd name="T2" fmla="*/ 563 w 6574"/>
                  <a:gd name="T3" fmla="*/ 0 h 4793"/>
                  <a:gd name="T4" fmla="*/ 0 w 6574"/>
                  <a:gd name="T5" fmla="*/ 808 h 4793"/>
                  <a:gd name="T6" fmla="*/ 6574 w 6574"/>
                  <a:gd name="T7" fmla="*/ 4793 h 4793"/>
                </a:gdLst>
                <a:ahLst/>
                <a:cxnLst>
                  <a:cxn ang="0">
                    <a:pos x="T0" y="T1"/>
                  </a:cxn>
                  <a:cxn ang="0">
                    <a:pos x="T2" y="T3"/>
                  </a:cxn>
                  <a:cxn ang="0">
                    <a:pos x="T4" y="T5"/>
                  </a:cxn>
                  <a:cxn ang="0">
                    <a:pos x="T6" y="T7"/>
                  </a:cxn>
                </a:cxnLst>
                <a:rect l="0" t="0" r="r" b="b"/>
                <a:pathLst>
                  <a:path w="6574" h="4793">
                    <a:moveTo>
                      <a:pt x="6574" y="4793"/>
                    </a:moveTo>
                    <a:lnTo>
                      <a:pt x="563" y="0"/>
                    </a:lnTo>
                    <a:cubicBezTo>
                      <a:pt x="358" y="257"/>
                      <a:pt x="170" y="527"/>
                      <a:pt x="0" y="808"/>
                    </a:cubicBezTo>
                    <a:lnTo>
                      <a:pt x="6574" y="4793"/>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72" name="Freeform 362"/>
              <p:cNvSpPr/>
              <p:nvPr/>
            </p:nvSpPr>
            <p:spPr bwMode="auto">
              <a:xfrm>
                <a:off x="7407275" y="3181350"/>
                <a:ext cx="571500" cy="525463"/>
              </a:xfrm>
              <a:custGeom>
                <a:avLst/>
                <a:gdLst>
                  <a:gd name="T0" fmla="*/ 6011 w 6011"/>
                  <a:gd name="T1" fmla="*/ 5523 h 5523"/>
                  <a:gd name="T2" fmla="*/ 663 w 6011"/>
                  <a:gd name="T3" fmla="*/ 0 h 5523"/>
                  <a:gd name="T4" fmla="*/ 0 w 6011"/>
                  <a:gd name="T5" fmla="*/ 730 h 5523"/>
                  <a:gd name="T6" fmla="*/ 6011 w 6011"/>
                  <a:gd name="T7" fmla="*/ 5523 h 5523"/>
                </a:gdLst>
                <a:ahLst/>
                <a:cxnLst>
                  <a:cxn ang="0">
                    <a:pos x="T0" y="T1"/>
                  </a:cxn>
                  <a:cxn ang="0">
                    <a:pos x="T2" y="T3"/>
                  </a:cxn>
                  <a:cxn ang="0">
                    <a:pos x="T4" y="T5"/>
                  </a:cxn>
                  <a:cxn ang="0">
                    <a:pos x="T6" y="T7"/>
                  </a:cxn>
                </a:cxnLst>
                <a:rect l="0" t="0" r="r" b="b"/>
                <a:pathLst>
                  <a:path w="6011" h="5523">
                    <a:moveTo>
                      <a:pt x="6011" y="5523"/>
                    </a:moveTo>
                    <a:lnTo>
                      <a:pt x="663" y="0"/>
                    </a:lnTo>
                    <a:cubicBezTo>
                      <a:pt x="426" y="229"/>
                      <a:pt x="205" y="473"/>
                      <a:pt x="0" y="730"/>
                    </a:cubicBezTo>
                    <a:lnTo>
                      <a:pt x="6011" y="5523"/>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74" name="Freeform 364"/>
              <p:cNvSpPr/>
              <p:nvPr/>
            </p:nvSpPr>
            <p:spPr bwMode="auto">
              <a:xfrm>
                <a:off x="7470775" y="3119438"/>
                <a:ext cx="508000" cy="587375"/>
              </a:xfrm>
              <a:custGeom>
                <a:avLst/>
                <a:gdLst>
                  <a:gd name="T0" fmla="*/ 5348 w 5348"/>
                  <a:gd name="T1" fmla="*/ 6161 h 6161"/>
                  <a:gd name="T2" fmla="*/ 750 w 5348"/>
                  <a:gd name="T3" fmla="*/ 0 h 6161"/>
                  <a:gd name="T4" fmla="*/ 0 w 5348"/>
                  <a:gd name="T5" fmla="*/ 638 h 6161"/>
                  <a:gd name="T6" fmla="*/ 5348 w 5348"/>
                  <a:gd name="T7" fmla="*/ 6161 h 6161"/>
                </a:gdLst>
                <a:ahLst/>
                <a:cxnLst>
                  <a:cxn ang="0">
                    <a:pos x="T0" y="T1"/>
                  </a:cxn>
                  <a:cxn ang="0">
                    <a:pos x="T2" y="T3"/>
                  </a:cxn>
                  <a:cxn ang="0">
                    <a:pos x="T4" y="T5"/>
                  </a:cxn>
                  <a:cxn ang="0">
                    <a:pos x="T6" y="T7"/>
                  </a:cxn>
                </a:cxnLst>
                <a:rect l="0" t="0" r="r" b="b"/>
                <a:pathLst>
                  <a:path w="5348" h="6161">
                    <a:moveTo>
                      <a:pt x="5348" y="6161"/>
                    </a:moveTo>
                    <a:lnTo>
                      <a:pt x="750" y="0"/>
                    </a:lnTo>
                    <a:cubicBezTo>
                      <a:pt x="486" y="196"/>
                      <a:pt x="236" y="410"/>
                      <a:pt x="0" y="638"/>
                    </a:cubicBezTo>
                    <a:lnTo>
                      <a:pt x="5348" y="6161"/>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76" name="Freeform 366"/>
              <p:cNvSpPr/>
              <p:nvPr/>
            </p:nvSpPr>
            <p:spPr bwMode="auto">
              <a:xfrm>
                <a:off x="7542213" y="3068638"/>
                <a:ext cx="436562" cy="638175"/>
              </a:xfrm>
              <a:custGeom>
                <a:avLst/>
                <a:gdLst>
                  <a:gd name="T0" fmla="*/ 4598 w 4598"/>
                  <a:gd name="T1" fmla="*/ 6699 h 6699"/>
                  <a:gd name="T2" fmla="*/ 825 w 4598"/>
                  <a:gd name="T3" fmla="*/ 0 h 6699"/>
                  <a:gd name="T4" fmla="*/ 0 w 4598"/>
                  <a:gd name="T5" fmla="*/ 538 h 6699"/>
                  <a:gd name="T6" fmla="*/ 4598 w 4598"/>
                  <a:gd name="T7" fmla="*/ 6699 h 6699"/>
                </a:gdLst>
                <a:ahLst/>
                <a:cxnLst>
                  <a:cxn ang="0">
                    <a:pos x="T0" y="T1"/>
                  </a:cxn>
                  <a:cxn ang="0">
                    <a:pos x="T2" y="T3"/>
                  </a:cxn>
                  <a:cxn ang="0">
                    <a:pos x="T4" y="T5"/>
                  </a:cxn>
                  <a:cxn ang="0">
                    <a:pos x="T6" y="T7"/>
                  </a:cxn>
                </a:cxnLst>
                <a:rect l="0" t="0" r="r" b="b"/>
                <a:pathLst>
                  <a:path w="4598" h="6699">
                    <a:moveTo>
                      <a:pt x="4598" y="6699"/>
                    </a:moveTo>
                    <a:lnTo>
                      <a:pt x="825" y="0"/>
                    </a:lnTo>
                    <a:cubicBezTo>
                      <a:pt x="539" y="161"/>
                      <a:pt x="263" y="341"/>
                      <a:pt x="0" y="538"/>
                    </a:cubicBezTo>
                    <a:lnTo>
                      <a:pt x="4598" y="6699"/>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78" name="Freeform 368"/>
              <p:cNvSpPr/>
              <p:nvPr/>
            </p:nvSpPr>
            <p:spPr bwMode="auto">
              <a:xfrm>
                <a:off x="7620000" y="3027363"/>
                <a:ext cx="358775" cy="679450"/>
              </a:xfrm>
              <a:custGeom>
                <a:avLst/>
                <a:gdLst>
                  <a:gd name="T0" fmla="*/ 3773 w 3773"/>
                  <a:gd name="T1" fmla="*/ 7126 h 7126"/>
                  <a:gd name="T2" fmla="*/ 888 w 3773"/>
                  <a:gd name="T3" fmla="*/ 0 h 7126"/>
                  <a:gd name="T4" fmla="*/ 0 w 3773"/>
                  <a:gd name="T5" fmla="*/ 427 h 7126"/>
                  <a:gd name="T6" fmla="*/ 3773 w 3773"/>
                  <a:gd name="T7" fmla="*/ 7126 h 7126"/>
                </a:gdLst>
                <a:ahLst/>
                <a:cxnLst>
                  <a:cxn ang="0">
                    <a:pos x="T0" y="T1"/>
                  </a:cxn>
                  <a:cxn ang="0">
                    <a:pos x="T2" y="T3"/>
                  </a:cxn>
                  <a:cxn ang="0">
                    <a:pos x="T4" y="T5"/>
                  </a:cxn>
                  <a:cxn ang="0">
                    <a:pos x="T6" y="T7"/>
                  </a:cxn>
                </a:cxnLst>
                <a:rect l="0" t="0" r="r" b="b"/>
                <a:pathLst>
                  <a:path w="3773" h="7126">
                    <a:moveTo>
                      <a:pt x="3773" y="7126"/>
                    </a:moveTo>
                    <a:lnTo>
                      <a:pt x="888" y="0"/>
                    </a:lnTo>
                    <a:cubicBezTo>
                      <a:pt x="583" y="123"/>
                      <a:pt x="287" y="266"/>
                      <a:pt x="0" y="427"/>
                    </a:cubicBezTo>
                    <a:lnTo>
                      <a:pt x="3773" y="7126"/>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80" name="Freeform 370"/>
              <p:cNvSpPr/>
              <p:nvPr/>
            </p:nvSpPr>
            <p:spPr bwMode="auto">
              <a:xfrm>
                <a:off x="7704138" y="2998788"/>
                <a:ext cx="274637" cy="708025"/>
              </a:xfrm>
              <a:custGeom>
                <a:avLst/>
                <a:gdLst>
                  <a:gd name="T0" fmla="*/ 2885 w 2885"/>
                  <a:gd name="T1" fmla="*/ 7437 h 7437"/>
                  <a:gd name="T2" fmla="*/ 935 w 2885"/>
                  <a:gd name="T3" fmla="*/ 0 h 7437"/>
                  <a:gd name="T4" fmla="*/ 0 w 2885"/>
                  <a:gd name="T5" fmla="*/ 311 h 7437"/>
                  <a:gd name="T6" fmla="*/ 2885 w 2885"/>
                  <a:gd name="T7" fmla="*/ 7437 h 7437"/>
                </a:gdLst>
                <a:ahLst/>
                <a:cxnLst>
                  <a:cxn ang="0">
                    <a:pos x="T0" y="T1"/>
                  </a:cxn>
                  <a:cxn ang="0">
                    <a:pos x="T2" y="T3"/>
                  </a:cxn>
                  <a:cxn ang="0">
                    <a:pos x="T4" y="T5"/>
                  </a:cxn>
                  <a:cxn ang="0">
                    <a:pos x="T6" y="T7"/>
                  </a:cxn>
                </a:cxnLst>
                <a:rect l="0" t="0" r="r" b="b"/>
                <a:pathLst>
                  <a:path w="2885" h="7437">
                    <a:moveTo>
                      <a:pt x="2885" y="7437"/>
                    </a:moveTo>
                    <a:lnTo>
                      <a:pt x="935" y="0"/>
                    </a:lnTo>
                    <a:cubicBezTo>
                      <a:pt x="617" y="84"/>
                      <a:pt x="305" y="187"/>
                      <a:pt x="0" y="311"/>
                    </a:cubicBezTo>
                    <a:lnTo>
                      <a:pt x="2885" y="7437"/>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82" name="Freeform 372"/>
              <p:cNvSpPr/>
              <p:nvPr/>
            </p:nvSpPr>
            <p:spPr bwMode="auto">
              <a:xfrm>
                <a:off x="7793038" y="2979738"/>
                <a:ext cx="185737" cy="727075"/>
              </a:xfrm>
              <a:custGeom>
                <a:avLst/>
                <a:gdLst>
                  <a:gd name="T0" fmla="*/ 1950 w 1950"/>
                  <a:gd name="T1" fmla="*/ 7625 h 7625"/>
                  <a:gd name="T2" fmla="*/ 967 w 1950"/>
                  <a:gd name="T3" fmla="*/ 0 h 7625"/>
                  <a:gd name="T4" fmla="*/ 0 w 1950"/>
                  <a:gd name="T5" fmla="*/ 188 h 7625"/>
                  <a:gd name="T6" fmla="*/ 1950 w 1950"/>
                  <a:gd name="T7" fmla="*/ 7625 h 7625"/>
                </a:gdLst>
                <a:ahLst/>
                <a:cxnLst>
                  <a:cxn ang="0">
                    <a:pos x="T0" y="T1"/>
                  </a:cxn>
                  <a:cxn ang="0">
                    <a:pos x="T2" y="T3"/>
                  </a:cxn>
                  <a:cxn ang="0">
                    <a:pos x="T4" y="T5"/>
                  </a:cxn>
                  <a:cxn ang="0">
                    <a:pos x="T6" y="T7"/>
                  </a:cxn>
                </a:cxnLst>
                <a:rect l="0" t="0" r="r" b="b"/>
                <a:pathLst>
                  <a:path w="1950" h="7625">
                    <a:moveTo>
                      <a:pt x="1950" y="7625"/>
                    </a:moveTo>
                    <a:lnTo>
                      <a:pt x="967" y="0"/>
                    </a:lnTo>
                    <a:cubicBezTo>
                      <a:pt x="641" y="42"/>
                      <a:pt x="318" y="105"/>
                      <a:pt x="0" y="188"/>
                    </a:cubicBezTo>
                    <a:lnTo>
                      <a:pt x="1950" y="7625"/>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84" name="Freeform 374"/>
              <p:cNvSpPr/>
              <p:nvPr/>
            </p:nvSpPr>
            <p:spPr bwMode="auto">
              <a:xfrm>
                <a:off x="7885113" y="2974975"/>
                <a:ext cx="93662" cy="731838"/>
              </a:xfrm>
              <a:custGeom>
                <a:avLst/>
                <a:gdLst>
                  <a:gd name="T0" fmla="*/ 983 w 983"/>
                  <a:gd name="T1" fmla="*/ 7688 h 7688"/>
                  <a:gd name="T2" fmla="*/ 983 w 983"/>
                  <a:gd name="T3" fmla="*/ 0 h 7688"/>
                  <a:gd name="T4" fmla="*/ 0 w 983"/>
                  <a:gd name="T5" fmla="*/ 63 h 7688"/>
                  <a:gd name="T6" fmla="*/ 983 w 983"/>
                  <a:gd name="T7" fmla="*/ 7688 h 7688"/>
                </a:gdLst>
                <a:ahLst/>
                <a:cxnLst>
                  <a:cxn ang="0">
                    <a:pos x="T0" y="T1"/>
                  </a:cxn>
                  <a:cxn ang="0">
                    <a:pos x="T2" y="T3"/>
                  </a:cxn>
                  <a:cxn ang="0">
                    <a:pos x="T4" y="T5"/>
                  </a:cxn>
                  <a:cxn ang="0">
                    <a:pos x="T6" y="T7"/>
                  </a:cxn>
                </a:cxnLst>
                <a:rect l="0" t="0" r="r" b="b"/>
                <a:pathLst>
                  <a:path w="983" h="7688">
                    <a:moveTo>
                      <a:pt x="983" y="7688"/>
                    </a:moveTo>
                    <a:lnTo>
                      <a:pt x="983" y="0"/>
                    </a:lnTo>
                    <a:cubicBezTo>
                      <a:pt x="655" y="0"/>
                      <a:pt x="326" y="21"/>
                      <a:pt x="0" y="63"/>
                    </a:cubicBezTo>
                    <a:lnTo>
                      <a:pt x="983" y="7688"/>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grpSp>
        <p:sp>
          <p:nvSpPr>
            <p:cNvPr id="551" name="Oval 550"/>
            <p:cNvSpPr/>
            <p:nvPr/>
          </p:nvSpPr>
          <p:spPr bwMode="ltGray">
            <a:xfrm>
              <a:off x="7411539" y="3182358"/>
              <a:ext cx="1080000" cy="108000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552" name="Rectangle 10"/>
            <p:cNvSpPr>
              <a:spLocks noChangeArrowheads="1"/>
            </p:cNvSpPr>
            <p:nvPr/>
          </p:nvSpPr>
          <p:spPr bwMode="auto">
            <a:xfrm>
              <a:off x="7759179" y="3481523"/>
              <a:ext cx="371046" cy="369646"/>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2175" b="1" dirty="0" smtClean="0">
                  <a:solidFill>
                    <a:schemeClr val="accent5"/>
                  </a:solidFill>
                  <a:latin typeface="腾讯体 W7" panose="020C08030202040F0204" pitchFamily="18" charset="-122"/>
                </a:rPr>
                <a:t>54</a:t>
              </a:r>
              <a:endParaRPr lang="en-GB" sz="2175" b="1" dirty="0">
                <a:solidFill>
                  <a:schemeClr val="accent5"/>
                </a:solidFill>
                <a:latin typeface="腾讯体 W7" panose="020C08030202040F0204" pitchFamily="18" charset="-122"/>
              </a:endParaRPr>
            </a:p>
          </p:txBody>
        </p:sp>
        <p:sp>
          <p:nvSpPr>
            <p:cNvPr id="563" name="Rectangle 562"/>
            <p:cNvSpPr/>
            <p:nvPr/>
          </p:nvSpPr>
          <p:spPr bwMode="ltGray">
            <a:xfrm>
              <a:off x="7914148" y="4242905"/>
              <a:ext cx="90000" cy="252000"/>
            </a:xfrm>
            <a:prstGeom prst="rect">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cxnSp>
          <p:nvCxnSpPr>
            <p:cNvPr id="564" name="Straight Arrow Connector 563"/>
            <p:cNvCxnSpPr/>
            <p:nvPr/>
          </p:nvCxnSpPr>
          <p:spPr>
            <a:xfrm>
              <a:off x="7959148" y="4212679"/>
              <a:ext cx="0" cy="648072"/>
            </a:xfrm>
            <a:prstGeom prst="straightConnector1">
              <a:avLst/>
            </a:prstGeom>
            <a:grpFill/>
            <a:ln w="53975" cap="rnd">
              <a:solidFill>
                <a:schemeClr val="accent5"/>
              </a:solidFill>
              <a:tailEnd type="arrow" w="lg" len="med"/>
            </a:ln>
          </p:spPr>
          <p:style>
            <a:lnRef idx="1">
              <a:schemeClr val="accent1"/>
            </a:lnRef>
            <a:fillRef idx="0">
              <a:schemeClr val="accent1"/>
            </a:fillRef>
            <a:effectRef idx="0">
              <a:schemeClr val="accent1"/>
            </a:effectRef>
            <a:fontRef idx="minor">
              <a:schemeClr val="tx1"/>
            </a:fontRef>
          </p:style>
        </p:cxnSp>
      </p:grpSp>
      <p:grpSp>
        <p:nvGrpSpPr>
          <p:cNvPr id="1298" name="Group 1297"/>
          <p:cNvGrpSpPr/>
          <p:nvPr/>
        </p:nvGrpSpPr>
        <p:grpSpPr>
          <a:xfrm>
            <a:off x="9150677" y="2777084"/>
            <a:ext cx="1386633" cy="1697074"/>
            <a:chOff x="8714481" y="2989727"/>
            <a:chExt cx="1528763" cy="1871024"/>
          </a:xfrm>
        </p:grpSpPr>
        <p:grpSp>
          <p:nvGrpSpPr>
            <p:cNvPr id="1288" name="Group 1287"/>
            <p:cNvGrpSpPr/>
            <p:nvPr/>
          </p:nvGrpSpPr>
          <p:grpSpPr>
            <a:xfrm>
              <a:off x="8714481" y="2989727"/>
              <a:ext cx="1528763" cy="1463676"/>
              <a:chOff x="8714481" y="2959100"/>
              <a:chExt cx="1528763" cy="1463676"/>
            </a:xfrm>
          </p:grpSpPr>
          <p:grpSp>
            <p:nvGrpSpPr>
              <p:cNvPr id="261" name="Group 260"/>
              <p:cNvGrpSpPr/>
              <p:nvPr/>
            </p:nvGrpSpPr>
            <p:grpSpPr>
              <a:xfrm>
                <a:off x="8714481" y="2959100"/>
                <a:ext cx="1528763" cy="1463676"/>
                <a:chOff x="8886825" y="2959100"/>
                <a:chExt cx="1528763" cy="1463676"/>
              </a:xfrm>
            </p:grpSpPr>
            <p:sp>
              <p:nvSpPr>
                <p:cNvPr id="1241" name="Freeform 244"/>
                <p:cNvSpPr/>
                <p:nvPr/>
              </p:nvSpPr>
              <p:spPr bwMode="auto">
                <a:xfrm>
                  <a:off x="9650413" y="2959100"/>
                  <a:ext cx="635000" cy="731838"/>
                </a:xfrm>
                <a:custGeom>
                  <a:avLst/>
                  <a:gdLst>
                    <a:gd name="T0" fmla="*/ 0 w 6659"/>
                    <a:gd name="T1" fmla="*/ 7688 h 7688"/>
                    <a:gd name="T2" fmla="*/ 6659 w 6659"/>
                    <a:gd name="T3" fmla="*/ 3844 h 7688"/>
                    <a:gd name="T4" fmla="*/ 0 w 6659"/>
                    <a:gd name="T5" fmla="*/ 0 h 7688"/>
                    <a:gd name="T6" fmla="*/ 0 w 6659"/>
                    <a:gd name="T7" fmla="*/ 7688 h 7688"/>
                  </a:gdLst>
                  <a:ahLst/>
                  <a:cxnLst>
                    <a:cxn ang="0">
                      <a:pos x="T0" y="T1"/>
                    </a:cxn>
                    <a:cxn ang="0">
                      <a:pos x="T2" y="T3"/>
                    </a:cxn>
                    <a:cxn ang="0">
                      <a:pos x="T4" y="T5"/>
                    </a:cxn>
                    <a:cxn ang="0">
                      <a:pos x="T6" y="T7"/>
                    </a:cxn>
                  </a:cxnLst>
                  <a:rect l="0" t="0" r="r" b="b"/>
                  <a:pathLst>
                    <a:path w="6659" h="7688">
                      <a:moveTo>
                        <a:pt x="0" y="7688"/>
                      </a:moveTo>
                      <a:lnTo>
                        <a:pt x="6659" y="3844"/>
                      </a:lnTo>
                      <a:cubicBezTo>
                        <a:pt x="5285" y="1465"/>
                        <a:pt x="2747" y="0"/>
                        <a:pt x="0" y="0"/>
                      </a:cubicBezTo>
                      <a:lnTo>
                        <a:pt x="0" y="7688"/>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43" name="Freeform 246"/>
                <p:cNvSpPr/>
                <p:nvPr/>
              </p:nvSpPr>
              <p:spPr bwMode="auto">
                <a:xfrm>
                  <a:off x="9650413" y="3324225"/>
                  <a:ext cx="765175" cy="733425"/>
                </a:xfrm>
                <a:custGeom>
                  <a:avLst/>
                  <a:gdLst>
                    <a:gd name="T0" fmla="*/ 0 w 8032"/>
                    <a:gd name="T1" fmla="*/ 3844 h 7689"/>
                    <a:gd name="T2" fmla="*/ 6659 w 8032"/>
                    <a:gd name="T3" fmla="*/ 7689 h 7689"/>
                    <a:gd name="T4" fmla="*/ 6659 w 8032"/>
                    <a:gd name="T5" fmla="*/ 0 h 7689"/>
                    <a:gd name="T6" fmla="*/ 0 w 8032"/>
                    <a:gd name="T7" fmla="*/ 3844 h 7689"/>
                  </a:gdLst>
                  <a:ahLst/>
                  <a:cxnLst>
                    <a:cxn ang="0">
                      <a:pos x="T0" y="T1"/>
                    </a:cxn>
                    <a:cxn ang="0">
                      <a:pos x="T2" y="T3"/>
                    </a:cxn>
                    <a:cxn ang="0">
                      <a:pos x="T4" y="T5"/>
                    </a:cxn>
                    <a:cxn ang="0">
                      <a:pos x="T6" y="T7"/>
                    </a:cxn>
                  </a:cxnLst>
                  <a:rect l="0" t="0" r="r" b="b"/>
                  <a:pathLst>
                    <a:path w="8032" h="7689">
                      <a:moveTo>
                        <a:pt x="0" y="3844"/>
                      </a:moveTo>
                      <a:lnTo>
                        <a:pt x="6659" y="7689"/>
                      </a:lnTo>
                      <a:cubicBezTo>
                        <a:pt x="8032" y="5310"/>
                        <a:pt x="8032" y="2379"/>
                        <a:pt x="6659" y="0"/>
                      </a:cubicBezTo>
                      <a:lnTo>
                        <a:pt x="0" y="384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45" name="Freeform 248"/>
                <p:cNvSpPr/>
                <p:nvPr/>
              </p:nvSpPr>
              <p:spPr bwMode="auto">
                <a:xfrm>
                  <a:off x="9650413" y="3690938"/>
                  <a:ext cx="635000" cy="731838"/>
                </a:xfrm>
                <a:custGeom>
                  <a:avLst/>
                  <a:gdLst>
                    <a:gd name="T0" fmla="*/ 0 w 6659"/>
                    <a:gd name="T1" fmla="*/ 0 h 7689"/>
                    <a:gd name="T2" fmla="*/ 0 w 6659"/>
                    <a:gd name="T3" fmla="*/ 7689 h 7689"/>
                    <a:gd name="T4" fmla="*/ 6659 w 6659"/>
                    <a:gd name="T5" fmla="*/ 3845 h 7689"/>
                    <a:gd name="T6" fmla="*/ 0 w 6659"/>
                    <a:gd name="T7" fmla="*/ 0 h 7689"/>
                  </a:gdLst>
                  <a:ahLst/>
                  <a:cxnLst>
                    <a:cxn ang="0">
                      <a:pos x="T0" y="T1"/>
                    </a:cxn>
                    <a:cxn ang="0">
                      <a:pos x="T2" y="T3"/>
                    </a:cxn>
                    <a:cxn ang="0">
                      <a:pos x="T4" y="T5"/>
                    </a:cxn>
                    <a:cxn ang="0">
                      <a:pos x="T6" y="T7"/>
                    </a:cxn>
                  </a:cxnLst>
                  <a:rect l="0" t="0" r="r" b="b"/>
                  <a:pathLst>
                    <a:path w="6659" h="7689">
                      <a:moveTo>
                        <a:pt x="0" y="0"/>
                      </a:moveTo>
                      <a:lnTo>
                        <a:pt x="0" y="7689"/>
                      </a:lnTo>
                      <a:cubicBezTo>
                        <a:pt x="2747" y="7689"/>
                        <a:pt x="5285" y="6223"/>
                        <a:pt x="6659" y="3845"/>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47" name="Freeform 250"/>
                <p:cNvSpPr/>
                <p:nvPr/>
              </p:nvSpPr>
              <p:spPr bwMode="auto">
                <a:xfrm>
                  <a:off x="9017000" y="3690938"/>
                  <a:ext cx="633413" cy="731838"/>
                </a:xfrm>
                <a:custGeom>
                  <a:avLst/>
                  <a:gdLst>
                    <a:gd name="T0" fmla="*/ 6658 w 6658"/>
                    <a:gd name="T1" fmla="*/ 0 h 7689"/>
                    <a:gd name="T2" fmla="*/ 0 w 6658"/>
                    <a:gd name="T3" fmla="*/ 3845 h 7689"/>
                    <a:gd name="T4" fmla="*/ 6658 w 6658"/>
                    <a:gd name="T5" fmla="*/ 7689 h 7689"/>
                    <a:gd name="T6" fmla="*/ 6658 w 6658"/>
                    <a:gd name="T7" fmla="*/ 0 h 7689"/>
                  </a:gdLst>
                  <a:ahLst/>
                  <a:cxnLst>
                    <a:cxn ang="0">
                      <a:pos x="T0" y="T1"/>
                    </a:cxn>
                    <a:cxn ang="0">
                      <a:pos x="T2" y="T3"/>
                    </a:cxn>
                    <a:cxn ang="0">
                      <a:pos x="T4" y="T5"/>
                    </a:cxn>
                    <a:cxn ang="0">
                      <a:pos x="T6" y="T7"/>
                    </a:cxn>
                  </a:cxnLst>
                  <a:rect l="0" t="0" r="r" b="b"/>
                  <a:pathLst>
                    <a:path w="6658" h="7689">
                      <a:moveTo>
                        <a:pt x="6658" y="0"/>
                      </a:moveTo>
                      <a:lnTo>
                        <a:pt x="0" y="3845"/>
                      </a:lnTo>
                      <a:cubicBezTo>
                        <a:pt x="1373" y="6223"/>
                        <a:pt x="3911" y="7689"/>
                        <a:pt x="6658" y="7689"/>
                      </a:cubicBezTo>
                      <a:lnTo>
                        <a:pt x="6658"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257" name="Freeform 252"/>
                <p:cNvSpPr/>
                <p:nvPr/>
              </p:nvSpPr>
              <p:spPr bwMode="auto">
                <a:xfrm>
                  <a:off x="8886825" y="3324225"/>
                  <a:ext cx="763588" cy="733425"/>
                </a:xfrm>
                <a:custGeom>
                  <a:avLst/>
                  <a:gdLst>
                    <a:gd name="T0" fmla="*/ 8032 w 8032"/>
                    <a:gd name="T1" fmla="*/ 3844 h 7689"/>
                    <a:gd name="T2" fmla="*/ 1374 w 8032"/>
                    <a:gd name="T3" fmla="*/ 0 h 7689"/>
                    <a:gd name="T4" fmla="*/ 1374 w 8032"/>
                    <a:gd name="T5" fmla="*/ 7689 h 7689"/>
                    <a:gd name="T6" fmla="*/ 8032 w 8032"/>
                    <a:gd name="T7" fmla="*/ 3844 h 7689"/>
                  </a:gdLst>
                  <a:ahLst/>
                  <a:cxnLst>
                    <a:cxn ang="0">
                      <a:pos x="T0" y="T1"/>
                    </a:cxn>
                    <a:cxn ang="0">
                      <a:pos x="T2" y="T3"/>
                    </a:cxn>
                    <a:cxn ang="0">
                      <a:pos x="T4" y="T5"/>
                    </a:cxn>
                    <a:cxn ang="0">
                      <a:pos x="T6" y="T7"/>
                    </a:cxn>
                  </a:cxnLst>
                  <a:rect l="0" t="0" r="r" b="b"/>
                  <a:pathLst>
                    <a:path w="8032" h="7689">
                      <a:moveTo>
                        <a:pt x="8032" y="3844"/>
                      </a:moveTo>
                      <a:lnTo>
                        <a:pt x="1374" y="0"/>
                      </a:lnTo>
                      <a:cubicBezTo>
                        <a:pt x="0" y="2379"/>
                        <a:pt x="0" y="5310"/>
                        <a:pt x="1374" y="7689"/>
                      </a:cubicBezTo>
                      <a:lnTo>
                        <a:pt x="8032" y="384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259" name="Freeform 254"/>
                <p:cNvSpPr/>
                <p:nvPr/>
              </p:nvSpPr>
              <p:spPr bwMode="auto">
                <a:xfrm>
                  <a:off x="9017000" y="2959100"/>
                  <a:ext cx="633413" cy="731838"/>
                </a:xfrm>
                <a:custGeom>
                  <a:avLst/>
                  <a:gdLst>
                    <a:gd name="T0" fmla="*/ 6658 w 6658"/>
                    <a:gd name="T1" fmla="*/ 7688 h 7688"/>
                    <a:gd name="T2" fmla="*/ 6658 w 6658"/>
                    <a:gd name="T3" fmla="*/ 0 h 7688"/>
                    <a:gd name="T4" fmla="*/ 0 w 6658"/>
                    <a:gd name="T5" fmla="*/ 3844 h 7688"/>
                    <a:gd name="T6" fmla="*/ 6658 w 6658"/>
                    <a:gd name="T7" fmla="*/ 7688 h 7688"/>
                  </a:gdLst>
                  <a:ahLst/>
                  <a:cxnLst>
                    <a:cxn ang="0">
                      <a:pos x="T0" y="T1"/>
                    </a:cxn>
                    <a:cxn ang="0">
                      <a:pos x="T2" y="T3"/>
                    </a:cxn>
                    <a:cxn ang="0">
                      <a:pos x="T4" y="T5"/>
                    </a:cxn>
                    <a:cxn ang="0">
                      <a:pos x="T6" y="T7"/>
                    </a:cxn>
                  </a:cxnLst>
                  <a:rect l="0" t="0" r="r" b="b"/>
                  <a:pathLst>
                    <a:path w="6658" h="7688">
                      <a:moveTo>
                        <a:pt x="6658" y="7688"/>
                      </a:moveTo>
                      <a:lnTo>
                        <a:pt x="6658" y="0"/>
                      </a:lnTo>
                      <a:cubicBezTo>
                        <a:pt x="3911" y="0"/>
                        <a:pt x="1373" y="1465"/>
                        <a:pt x="0" y="3844"/>
                      </a:cubicBezTo>
                      <a:lnTo>
                        <a:pt x="6658" y="7688"/>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grpSp>
          <p:sp>
            <p:nvSpPr>
              <p:cNvPr id="427" name="Oval 426"/>
              <p:cNvSpPr/>
              <p:nvPr/>
            </p:nvSpPr>
            <p:spPr bwMode="ltGray">
              <a:xfrm>
                <a:off x="8938862" y="3150938"/>
                <a:ext cx="1080000" cy="108000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428" name="Rectangle 10"/>
              <p:cNvSpPr>
                <a:spLocks noChangeArrowheads="1"/>
              </p:cNvSpPr>
              <p:nvPr/>
            </p:nvSpPr>
            <p:spPr bwMode="auto">
              <a:xfrm>
                <a:off x="9226753" y="3466771"/>
                <a:ext cx="438255" cy="369646"/>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2175" b="1" dirty="0" smtClean="0">
                    <a:solidFill>
                      <a:schemeClr val="accent4"/>
                    </a:solidFill>
                    <a:latin typeface="腾讯体 W7" panose="020C08030202040F0204" pitchFamily="18" charset="-122"/>
                  </a:rPr>
                  <a:t>6.5</a:t>
                </a:r>
                <a:endParaRPr lang="en-GB" sz="2175" b="1" dirty="0">
                  <a:solidFill>
                    <a:schemeClr val="accent4"/>
                  </a:solidFill>
                  <a:latin typeface="腾讯体 W7" panose="020C08030202040F0204" pitchFamily="18" charset="-122"/>
                </a:endParaRPr>
              </a:p>
            </p:txBody>
          </p:sp>
        </p:grpSp>
        <p:sp>
          <p:nvSpPr>
            <p:cNvPr id="565" name="Rectangle 564"/>
            <p:cNvSpPr/>
            <p:nvPr/>
          </p:nvSpPr>
          <p:spPr bwMode="ltGray">
            <a:xfrm>
              <a:off x="9433042" y="4242905"/>
              <a:ext cx="90000" cy="252000"/>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cxnSp>
          <p:nvCxnSpPr>
            <p:cNvPr id="566" name="Straight Arrow Connector 565"/>
            <p:cNvCxnSpPr/>
            <p:nvPr/>
          </p:nvCxnSpPr>
          <p:spPr>
            <a:xfrm>
              <a:off x="9478042" y="4212679"/>
              <a:ext cx="0" cy="648072"/>
            </a:xfrm>
            <a:prstGeom prst="straightConnector1">
              <a:avLst/>
            </a:prstGeom>
            <a:ln w="53975" cap="rnd">
              <a:solidFill>
                <a:schemeClr val="accent4"/>
              </a:solidFill>
              <a:tailEnd type="arrow" w="lg" len="med"/>
            </a:ln>
          </p:spPr>
          <p:style>
            <a:lnRef idx="1">
              <a:schemeClr val="accent1"/>
            </a:lnRef>
            <a:fillRef idx="0">
              <a:schemeClr val="accent1"/>
            </a:fillRef>
            <a:effectRef idx="0">
              <a:schemeClr val="accent1"/>
            </a:effectRef>
            <a:fontRef idx="minor">
              <a:schemeClr val="tx1"/>
            </a:fontRef>
          </p:style>
        </p:cxnSp>
      </p:gr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Diverse Seitendarstellungen</a:t>
            </a:r>
            <a:endParaRPr lang="de-DE" dirty="0"/>
          </a:p>
        </p:txBody>
      </p:sp>
      <p:sp>
        <p:nvSpPr>
          <p:cNvPr id="4" name="Footer Placeholder 3"/>
          <p:cNvSpPr>
            <a:spLocks noGrp="1"/>
          </p:cNvSpPr>
          <p:nvPr>
            <p:ph type="ftr" sz="quarter" idx="4294967295"/>
          </p:nvPr>
        </p:nvSpPr>
        <p:spPr>
          <a:xfrm>
            <a:off x="1808941" y="6324866"/>
            <a:ext cx="5580289" cy="150883"/>
          </a:xfrm>
          <a:prstGeom prst="rect">
            <a:avLst/>
          </a:prstGeom>
        </p:spPr>
        <p:txBody>
          <a:bodyPr/>
          <a:lstStyle/>
          <a:p>
            <a:r>
              <a:rPr lang="de-DE" sz="1815" smtClean="0">
                <a:solidFill>
                  <a:srgbClr val="000000"/>
                </a:solidFill>
              </a:rPr>
              <a:t>Examples</a:t>
            </a:r>
            <a:endParaRPr lang="de-DE" sz="1815">
              <a:solidFill>
                <a:srgbClr val="000000"/>
              </a:solidFill>
            </a:endParaRPr>
          </a:p>
        </p:txBody>
      </p:sp>
      <p:sp>
        <p:nvSpPr>
          <p:cNvPr id="5" name="Slide Number Placeholder 4"/>
          <p:cNvSpPr>
            <a:spLocks noGrp="1"/>
          </p:cNvSpPr>
          <p:nvPr>
            <p:ph type="sldNum" sz="quarter" idx="4294967295"/>
          </p:nvPr>
        </p:nvSpPr>
        <p:spPr>
          <a:xfrm>
            <a:off x="8763288" y="6477273"/>
            <a:ext cx="1619771" cy="152406"/>
          </a:xfrm>
          <a:prstGeom prst="rect">
            <a:avLst/>
          </a:prstGeom>
        </p:spPr>
        <p:txBody>
          <a:bodyPr/>
          <a:lstStyle/>
          <a:p>
            <a:fld id="{5719D263-6FF6-45D4-8CBC-8A4BF2A4984F}" type="slidenum">
              <a:rPr lang="de-DE" sz="905" smtClean="0">
                <a:solidFill>
                  <a:srgbClr val="000000"/>
                </a:solidFill>
              </a:rPr>
            </a:fld>
            <a:endParaRPr lang="de-DE" sz="905">
              <a:solidFill>
                <a:srgbClr val="000000"/>
              </a:solidFill>
            </a:endParaRPr>
          </a:p>
        </p:txBody>
      </p:sp>
      <p:grpSp>
        <p:nvGrpSpPr>
          <p:cNvPr id="6" name="Gruppieren 97"/>
          <p:cNvGrpSpPr/>
          <p:nvPr/>
        </p:nvGrpSpPr>
        <p:grpSpPr>
          <a:xfrm>
            <a:off x="2096684" y="2645074"/>
            <a:ext cx="2559393" cy="1396845"/>
            <a:chOff x="252413" y="1074738"/>
            <a:chExt cx="8636000" cy="4713287"/>
          </a:xfrm>
          <a:solidFill>
            <a:schemeClr val="tx2">
              <a:lumMod val="20000"/>
              <a:lumOff val="80000"/>
            </a:schemeClr>
          </a:solidFill>
        </p:grpSpPr>
        <p:sp>
          <p:nvSpPr>
            <p:cNvPr id="7" name="Freeform 6"/>
            <p:cNvSpPr/>
            <p:nvPr/>
          </p:nvSpPr>
          <p:spPr bwMode="auto">
            <a:xfrm>
              <a:off x="7285038" y="2940050"/>
              <a:ext cx="66675" cy="100013"/>
            </a:xfrm>
            <a:custGeom>
              <a:avLst/>
              <a:gdLst/>
              <a:ahLst/>
              <a:cxnLst>
                <a:cxn ang="0">
                  <a:pos x="16" y="0"/>
                </a:cxn>
                <a:cxn ang="0">
                  <a:pos x="23" y="3"/>
                </a:cxn>
                <a:cxn ang="0">
                  <a:pos x="29" y="2"/>
                </a:cxn>
                <a:cxn ang="0">
                  <a:pos x="39" y="15"/>
                </a:cxn>
                <a:cxn ang="0">
                  <a:pos x="39" y="23"/>
                </a:cxn>
                <a:cxn ang="0">
                  <a:pos x="41" y="25"/>
                </a:cxn>
                <a:cxn ang="0">
                  <a:pos x="41" y="38"/>
                </a:cxn>
                <a:cxn ang="0">
                  <a:pos x="39" y="43"/>
                </a:cxn>
                <a:cxn ang="0">
                  <a:pos x="42" y="46"/>
                </a:cxn>
                <a:cxn ang="0">
                  <a:pos x="39" y="49"/>
                </a:cxn>
                <a:cxn ang="0">
                  <a:pos x="37" y="53"/>
                </a:cxn>
                <a:cxn ang="0">
                  <a:pos x="37" y="59"/>
                </a:cxn>
                <a:cxn ang="0">
                  <a:pos x="34" y="63"/>
                </a:cxn>
                <a:cxn ang="0">
                  <a:pos x="31" y="59"/>
                </a:cxn>
                <a:cxn ang="0">
                  <a:pos x="21" y="56"/>
                </a:cxn>
                <a:cxn ang="0">
                  <a:pos x="23" y="48"/>
                </a:cxn>
                <a:cxn ang="0">
                  <a:pos x="14" y="38"/>
                </a:cxn>
                <a:cxn ang="0">
                  <a:pos x="16" y="35"/>
                </a:cxn>
                <a:cxn ang="0">
                  <a:pos x="23" y="38"/>
                </a:cxn>
                <a:cxn ang="0">
                  <a:pos x="23" y="31"/>
                </a:cxn>
                <a:cxn ang="0">
                  <a:pos x="19" y="28"/>
                </a:cxn>
                <a:cxn ang="0">
                  <a:pos x="19" y="31"/>
                </a:cxn>
                <a:cxn ang="0">
                  <a:pos x="14" y="31"/>
                </a:cxn>
                <a:cxn ang="0">
                  <a:pos x="11" y="35"/>
                </a:cxn>
                <a:cxn ang="0">
                  <a:pos x="9" y="28"/>
                </a:cxn>
                <a:cxn ang="0">
                  <a:pos x="4" y="21"/>
                </a:cxn>
                <a:cxn ang="0">
                  <a:pos x="0" y="18"/>
                </a:cxn>
                <a:cxn ang="0">
                  <a:pos x="3" y="13"/>
                </a:cxn>
                <a:cxn ang="0">
                  <a:pos x="3" y="8"/>
                </a:cxn>
                <a:cxn ang="0">
                  <a:pos x="9" y="5"/>
                </a:cxn>
                <a:cxn ang="0">
                  <a:pos x="9" y="2"/>
                </a:cxn>
                <a:cxn ang="0">
                  <a:pos x="16" y="0"/>
                </a:cxn>
              </a:cxnLst>
              <a:rect l="0" t="0" r="r" b="b"/>
              <a:pathLst>
                <a:path w="42" h="63">
                  <a:moveTo>
                    <a:pt x="16" y="0"/>
                  </a:moveTo>
                  <a:lnTo>
                    <a:pt x="23" y="3"/>
                  </a:lnTo>
                  <a:lnTo>
                    <a:pt x="29" y="2"/>
                  </a:lnTo>
                  <a:lnTo>
                    <a:pt x="39" y="15"/>
                  </a:lnTo>
                  <a:lnTo>
                    <a:pt x="39" y="23"/>
                  </a:lnTo>
                  <a:lnTo>
                    <a:pt x="41" y="25"/>
                  </a:lnTo>
                  <a:lnTo>
                    <a:pt x="41" y="38"/>
                  </a:lnTo>
                  <a:lnTo>
                    <a:pt x="39" y="43"/>
                  </a:lnTo>
                  <a:lnTo>
                    <a:pt x="42" y="46"/>
                  </a:lnTo>
                  <a:lnTo>
                    <a:pt x="39" y="49"/>
                  </a:lnTo>
                  <a:lnTo>
                    <a:pt x="37" y="53"/>
                  </a:lnTo>
                  <a:lnTo>
                    <a:pt x="37" y="59"/>
                  </a:lnTo>
                  <a:lnTo>
                    <a:pt x="34" y="63"/>
                  </a:lnTo>
                  <a:lnTo>
                    <a:pt x="31" y="59"/>
                  </a:lnTo>
                  <a:lnTo>
                    <a:pt x="21" y="56"/>
                  </a:lnTo>
                  <a:lnTo>
                    <a:pt x="23" y="48"/>
                  </a:lnTo>
                  <a:lnTo>
                    <a:pt x="14" y="38"/>
                  </a:lnTo>
                  <a:lnTo>
                    <a:pt x="16" y="35"/>
                  </a:lnTo>
                  <a:lnTo>
                    <a:pt x="23" y="38"/>
                  </a:lnTo>
                  <a:lnTo>
                    <a:pt x="23" y="31"/>
                  </a:lnTo>
                  <a:lnTo>
                    <a:pt x="19" y="28"/>
                  </a:lnTo>
                  <a:lnTo>
                    <a:pt x="19" y="31"/>
                  </a:lnTo>
                  <a:lnTo>
                    <a:pt x="14" y="31"/>
                  </a:lnTo>
                  <a:lnTo>
                    <a:pt x="11" y="35"/>
                  </a:lnTo>
                  <a:lnTo>
                    <a:pt x="9" y="28"/>
                  </a:lnTo>
                  <a:lnTo>
                    <a:pt x="4" y="21"/>
                  </a:lnTo>
                  <a:lnTo>
                    <a:pt x="0" y="18"/>
                  </a:lnTo>
                  <a:lnTo>
                    <a:pt x="3" y="13"/>
                  </a:lnTo>
                  <a:lnTo>
                    <a:pt x="3" y="8"/>
                  </a:lnTo>
                  <a:lnTo>
                    <a:pt x="9" y="5"/>
                  </a:lnTo>
                  <a:lnTo>
                    <a:pt x="9" y="2"/>
                  </a:lnTo>
                  <a:lnTo>
                    <a:pt x="1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 name="Freeform 7"/>
            <p:cNvSpPr/>
            <p:nvPr/>
          </p:nvSpPr>
          <p:spPr bwMode="auto">
            <a:xfrm>
              <a:off x="7302501" y="2654300"/>
              <a:ext cx="222250" cy="290513"/>
            </a:xfrm>
            <a:custGeom>
              <a:avLst/>
              <a:gdLst/>
              <a:ahLst/>
              <a:cxnLst>
                <a:cxn ang="0">
                  <a:pos x="106" y="2"/>
                </a:cxn>
                <a:cxn ang="0">
                  <a:pos x="116" y="25"/>
                </a:cxn>
                <a:cxn ang="0">
                  <a:pos x="125" y="30"/>
                </a:cxn>
                <a:cxn ang="0">
                  <a:pos x="129" y="37"/>
                </a:cxn>
                <a:cxn ang="0">
                  <a:pos x="132" y="45"/>
                </a:cxn>
                <a:cxn ang="0">
                  <a:pos x="129" y="56"/>
                </a:cxn>
                <a:cxn ang="0">
                  <a:pos x="120" y="63"/>
                </a:cxn>
                <a:cxn ang="0">
                  <a:pos x="125" y="78"/>
                </a:cxn>
                <a:cxn ang="0">
                  <a:pos x="132" y="93"/>
                </a:cxn>
                <a:cxn ang="0">
                  <a:pos x="135" y="119"/>
                </a:cxn>
                <a:cxn ang="0">
                  <a:pos x="139" y="126"/>
                </a:cxn>
                <a:cxn ang="0">
                  <a:pos x="137" y="134"/>
                </a:cxn>
                <a:cxn ang="0">
                  <a:pos x="124" y="139"/>
                </a:cxn>
                <a:cxn ang="0">
                  <a:pos x="119" y="137"/>
                </a:cxn>
                <a:cxn ang="0">
                  <a:pos x="120" y="152"/>
                </a:cxn>
                <a:cxn ang="0">
                  <a:pos x="111" y="150"/>
                </a:cxn>
                <a:cxn ang="0">
                  <a:pos x="104" y="155"/>
                </a:cxn>
                <a:cxn ang="0">
                  <a:pos x="97" y="149"/>
                </a:cxn>
                <a:cxn ang="0">
                  <a:pos x="87" y="147"/>
                </a:cxn>
                <a:cxn ang="0">
                  <a:pos x="84" y="139"/>
                </a:cxn>
                <a:cxn ang="0">
                  <a:pos x="96" y="162"/>
                </a:cxn>
                <a:cxn ang="0">
                  <a:pos x="84" y="167"/>
                </a:cxn>
                <a:cxn ang="0">
                  <a:pos x="81" y="183"/>
                </a:cxn>
                <a:cxn ang="0">
                  <a:pos x="73" y="177"/>
                </a:cxn>
                <a:cxn ang="0">
                  <a:pos x="68" y="169"/>
                </a:cxn>
                <a:cxn ang="0">
                  <a:pos x="61" y="157"/>
                </a:cxn>
                <a:cxn ang="0">
                  <a:pos x="55" y="150"/>
                </a:cxn>
                <a:cxn ang="0">
                  <a:pos x="35" y="169"/>
                </a:cxn>
                <a:cxn ang="0">
                  <a:pos x="26" y="170"/>
                </a:cxn>
                <a:cxn ang="0">
                  <a:pos x="25" y="175"/>
                </a:cxn>
                <a:cxn ang="0">
                  <a:pos x="23" y="180"/>
                </a:cxn>
                <a:cxn ang="0">
                  <a:pos x="8" y="177"/>
                </a:cxn>
                <a:cxn ang="0">
                  <a:pos x="0" y="170"/>
                </a:cxn>
                <a:cxn ang="0">
                  <a:pos x="2" y="165"/>
                </a:cxn>
                <a:cxn ang="0">
                  <a:pos x="10" y="162"/>
                </a:cxn>
                <a:cxn ang="0">
                  <a:pos x="15" y="144"/>
                </a:cxn>
                <a:cxn ang="0">
                  <a:pos x="26" y="136"/>
                </a:cxn>
                <a:cxn ang="0">
                  <a:pos x="46" y="132"/>
                </a:cxn>
                <a:cxn ang="0">
                  <a:pos x="56" y="132"/>
                </a:cxn>
                <a:cxn ang="0">
                  <a:pos x="63" y="134"/>
                </a:cxn>
                <a:cxn ang="0">
                  <a:pos x="61" y="126"/>
                </a:cxn>
                <a:cxn ang="0">
                  <a:pos x="68" y="104"/>
                </a:cxn>
                <a:cxn ang="0">
                  <a:pos x="68" y="94"/>
                </a:cxn>
                <a:cxn ang="0">
                  <a:pos x="64" y="88"/>
                </a:cxn>
                <a:cxn ang="0">
                  <a:pos x="68" y="83"/>
                </a:cxn>
                <a:cxn ang="0">
                  <a:pos x="71" y="88"/>
                </a:cxn>
                <a:cxn ang="0">
                  <a:pos x="76" y="99"/>
                </a:cxn>
                <a:cxn ang="0">
                  <a:pos x="84" y="91"/>
                </a:cxn>
                <a:cxn ang="0">
                  <a:pos x="91" y="80"/>
                </a:cxn>
                <a:cxn ang="0">
                  <a:pos x="92" y="53"/>
                </a:cxn>
                <a:cxn ang="0">
                  <a:pos x="91" y="45"/>
                </a:cxn>
                <a:cxn ang="0">
                  <a:pos x="92" y="35"/>
                </a:cxn>
                <a:cxn ang="0">
                  <a:pos x="84" y="20"/>
                </a:cxn>
                <a:cxn ang="0">
                  <a:pos x="91" y="15"/>
                </a:cxn>
                <a:cxn ang="0">
                  <a:pos x="96" y="9"/>
                </a:cxn>
                <a:cxn ang="0">
                  <a:pos x="104" y="7"/>
                </a:cxn>
                <a:cxn ang="0">
                  <a:pos x="102" y="0"/>
                </a:cxn>
              </a:cxnLst>
              <a:rect l="0" t="0" r="r" b="b"/>
              <a:pathLst>
                <a:path w="140" h="183">
                  <a:moveTo>
                    <a:pt x="102" y="0"/>
                  </a:moveTo>
                  <a:lnTo>
                    <a:pt x="106" y="2"/>
                  </a:lnTo>
                  <a:lnTo>
                    <a:pt x="107" y="9"/>
                  </a:lnTo>
                  <a:lnTo>
                    <a:pt x="116" y="25"/>
                  </a:lnTo>
                  <a:lnTo>
                    <a:pt x="122" y="27"/>
                  </a:lnTo>
                  <a:lnTo>
                    <a:pt x="125" y="30"/>
                  </a:lnTo>
                  <a:lnTo>
                    <a:pt x="125" y="35"/>
                  </a:lnTo>
                  <a:lnTo>
                    <a:pt x="129" y="37"/>
                  </a:lnTo>
                  <a:lnTo>
                    <a:pt x="129" y="42"/>
                  </a:lnTo>
                  <a:lnTo>
                    <a:pt x="132" y="45"/>
                  </a:lnTo>
                  <a:lnTo>
                    <a:pt x="129" y="50"/>
                  </a:lnTo>
                  <a:lnTo>
                    <a:pt x="129" y="56"/>
                  </a:lnTo>
                  <a:lnTo>
                    <a:pt x="124" y="58"/>
                  </a:lnTo>
                  <a:lnTo>
                    <a:pt x="120" y="63"/>
                  </a:lnTo>
                  <a:lnTo>
                    <a:pt x="122" y="71"/>
                  </a:lnTo>
                  <a:lnTo>
                    <a:pt x="125" y="78"/>
                  </a:lnTo>
                  <a:lnTo>
                    <a:pt x="130" y="86"/>
                  </a:lnTo>
                  <a:lnTo>
                    <a:pt x="132" y="93"/>
                  </a:lnTo>
                  <a:lnTo>
                    <a:pt x="132" y="111"/>
                  </a:lnTo>
                  <a:lnTo>
                    <a:pt x="135" y="119"/>
                  </a:lnTo>
                  <a:lnTo>
                    <a:pt x="140" y="121"/>
                  </a:lnTo>
                  <a:lnTo>
                    <a:pt x="139" y="126"/>
                  </a:lnTo>
                  <a:lnTo>
                    <a:pt x="135" y="129"/>
                  </a:lnTo>
                  <a:lnTo>
                    <a:pt x="137" y="134"/>
                  </a:lnTo>
                  <a:lnTo>
                    <a:pt x="127" y="144"/>
                  </a:lnTo>
                  <a:lnTo>
                    <a:pt x="124" y="139"/>
                  </a:lnTo>
                  <a:lnTo>
                    <a:pt x="122" y="136"/>
                  </a:lnTo>
                  <a:lnTo>
                    <a:pt x="119" y="137"/>
                  </a:lnTo>
                  <a:lnTo>
                    <a:pt x="119" y="145"/>
                  </a:lnTo>
                  <a:lnTo>
                    <a:pt x="120" y="152"/>
                  </a:lnTo>
                  <a:lnTo>
                    <a:pt x="116" y="150"/>
                  </a:lnTo>
                  <a:lnTo>
                    <a:pt x="111" y="150"/>
                  </a:lnTo>
                  <a:lnTo>
                    <a:pt x="107" y="154"/>
                  </a:lnTo>
                  <a:lnTo>
                    <a:pt x="104" y="155"/>
                  </a:lnTo>
                  <a:lnTo>
                    <a:pt x="97" y="154"/>
                  </a:lnTo>
                  <a:lnTo>
                    <a:pt x="97" y="149"/>
                  </a:lnTo>
                  <a:lnTo>
                    <a:pt x="91" y="147"/>
                  </a:lnTo>
                  <a:lnTo>
                    <a:pt x="87" y="147"/>
                  </a:lnTo>
                  <a:lnTo>
                    <a:pt x="86" y="139"/>
                  </a:lnTo>
                  <a:lnTo>
                    <a:pt x="84" y="139"/>
                  </a:lnTo>
                  <a:lnTo>
                    <a:pt x="84" y="150"/>
                  </a:lnTo>
                  <a:lnTo>
                    <a:pt x="96" y="162"/>
                  </a:lnTo>
                  <a:lnTo>
                    <a:pt x="89" y="165"/>
                  </a:lnTo>
                  <a:lnTo>
                    <a:pt x="84" y="167"/>
                  </a:lnTo>
                  <a:lnTo>
                    <a:pt x="84" y="177"/>
                  </a:lnTo>
                  <a:lnTo>
                    <a:pt x="81" y="183"/>
                  </a:lnTo>
                  <a:lnTo>
                    <a:pt x="78" y="182"/>
                  </a:lnTo>
                  <a:lnTo>
                    <a:pt x="73" y="177"/>
                  </a:lnTo>
                  <a:lnTo>
                    <a:pt x="71" y="172"/>
                  </a:lnTo>
                  <a:lnTo>
                    <a:pt x="68" y="169"/>
                  </a:lnTo>
                  <a:lnTo>
                    <a:pt x="66" y="162"/>
                  </a:lnTo>
                  <a:lnTo>
                    <a:pt x="61" y="157"/>
                  </a:lnTo>
                  <a:lnTo>
                    <a:pt x="61" y="152"/>
                  </a:lnTo>
                  <a:lnTo>
                    <a:pt x="55" y="150"/>
                  </a:lnTo>
                  <a:lnTo>
                    <a:pt x="48" y="155"/>
                  </a:lnTo>
                  <a:lnTo>
                    <a:pt x="35" y="169"/>
                  </a:lnTo>
                  <a:lnTo>
                    <a:pt x="30" y="169"/>
                  </a:lnTo>
                  <a:lnTo>
                    <a:pt x="26" y="170"/>
                  </a:lnTo>
                  <a:lnTo>
                    <a:pt x="26" y="172"/>
                  </a:lnTo>
                  <a:lnTo>
                    <a:pt x="25" y="175"/>
                  </a:lnTo>
                  <a:lnTo>
                    <a:pt x="25" y="178"/>
                  </a:lnTo>
                  <a:lnTo>
                    <a:pt x="23" y="180"/>
                  </a:lnTo>
                  <a:lnTo>
                    <a:pt x="20" y="177"/>
                  </a:lnTo>
                  <a:lnTo>
                    <a:pt x="8" y="177"/>
                  </a:lnTo>
                  <a:lnTo>
                    <a:pt x="3" y="173"/>
                  </a:lnTo>
                  <a:lnTo>
                    <a:pt x="0" y="170"/>
                  </a:lnTo>
                  <a:lnTo>
                    <a:pt x="0" y="169"/>
                  </a:lnTo>
                  <a:lnTo>
                    <a:pt x="2" y="165"/>
                  </a:lnTo>
                  <a:lnTo>
                    <a:pt x="7" y="164"/>
                  </a:lnTo>
                  <a:lnTo>
                    <a:pt x="10" y="162"/>
                  </a:lnTo>
                  <a:lnTo>
                    <a:pt x="15" y="149"/>
                  </a:lnTo>
                  <a:lnTo>
                    <a:pt x="15" y="144"/>
                  </a:lnTo>
                  <a:lnTo>
                    <a:pt x="17" y="139"/>
                  </a:lnTo>
                  <a:lnTo>
                    <a:pt x="26" y="136"/>
                  </a:lnTo>
                  <a:lnTo>
                    <a:pt x="33" y="136"/>
                  </a:lnTo>
                  <a:lnTo>
                    <a:pt x="46" y="132"/>
                  </a:lnTo>
                  <a:lnTo>
                    <a:pt x="51" y="131"/>
                  </a:lnTo>
                  <a:lnTo>
                    <a:pt x="56" y="132"/>
                  </a:lnTo>
                  <a:lnTo>
                    <a:pt x="58" y="136"/>
                  </a:lnTo>
                  <a:lnTo>
                    <a:pt x="63" y="134"/>
                  </a:lnTo>
                  <a:lnTo>
                    <a:pt x="68" y="131"/>
                  </a:lnTo>
                  <a:lnTo>
                    <a:pt x="61" y="126"/>
                  </a:lnTo>
                  <a:lnTo>
                    <a:pt x="61" y="114"/>
                  </a:lnTo>
                  <a:lnTo>
                    <a:pt x="68" y="104"/>
                  </a:lnTo>
                  <a:lnTo>
                    <a:pt x="69" y="99"/>
                  </a:lnTo>
                  <a:lnTo>
                    <a:pt x="68" y="94"/>
                  </a:lnTo>
                  <a:lnTo>
                    <a:pt x="64" y="91"/>
                  </a:lnTo>
                  <a:lnTo>
                    <a:pt x="64" y="88"/>
                  </a:lnTo>
                  <a:lnTo>
                    <a:pt x="66" y="86"/>
                  </a:lnTo>
                  <a:lnTo>
                    <a:pt x="68" y="83"/>
                  </a:lnTo>
                  <a:lnTo>
                    <a:pt x="69" y="83"/>
                  </a:lnTo>
                  <a:lnTo>
                    <a:pt x="71" y="88"/>
                  </a:lnTo>
                  <a:lnTo>
                    <a:pt x="73" y="94"/>
                  </a:lnTo>
                  <a:lnTo>
                    <a:pt x="76" y="99"/>
                  </a:lnTo>
                  <a:lnTo>
                    <a:pt x="79" y="98"/>
                  </a:lnTo>
                  <a:lnTo>
                    <a:pt x="84" y="91"/>
                  </a:lnTo>
                  <a:lnTo>
                    <a:pt x="87" y="84"/>
                  </a:lnTo>
                  <a:lnTo>
                    <a:pt x="91" y="80"/>
                  </a:lnTo>
                  <a:lnTo>
                    <a:pt x="91" y="73"/>
                  </a:lnTo>
                  <a:lnTo>
                    <a:pt x="92" y="53"/>
                  </a:lnTo>
                  <a:lnTo>
                    <a:pt x="92" y="50"/>
                  </a:lnTo>
                  <a:lnTo>
                    <a:pt x="91" y="45"/>
                  </a:lnTo>
                  <a:lnTo>
                    <a:pt x="92" y="42"/>
                  </a:lnTo>
                  <a:lnTo>
                    <a:pt x="92" y="35"/>
                  </a:lnTo>
                  <a:lnTo>
                    <a:pt x="87" y="25"/>
                  </a:lnTo>
                  <a:lnTo>
                    <a:pt x="84" y="20"/>
                  </a:lnTo>
                  <a:lnTo>
                    <a:pt x="87" y="17"/>
                  </a:lnTo>
                  <a:lnTo>
                    <a:pt x="91" y="15"/>
                  </a:lnTo>
                  <a:lnTo>
                    <a:pt x="91" y="7"/>
                  </a:lnTo>
                  <a:lnTo>
                    <a:pt x="96" y="9"/>
                  </a:lnTo>
                  <a:lnTo>
                    <a:pt x="101" y="12"/>
                  </a:lnTo>
                  <a:lnTo>
                    <a:pt x="104" y="7"/>
                  </a:lnTo>
                  <a:lnTo>
                    <a:pt x="102" y="2"/>
                  </a:lnTo>
                  <a:lnTo>
                    <a:pt x="10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 name="Freeform 8"/>
            <p:cNvSpPr/>
            <p:nvPr/>
          </p:nvSpPr>
          <p:spPr bwMode="auto">
            <a:xfrm>
              <a:off x="7350126" y="2911475"/>
              <a:ext cx="53975" cy="65088"/>
            </a:xfrm>
            <a:custGeom>
              <a:avLst/>
              <a:gdLst/>
              <a:ahLst/>
              <a:cxnLst>
                <a:cxn ang="0">
                  <a:pos x="21" y="0"/>
                </a:cxn>
                <a:cxn ang="0">
                  <a:pos x="29" y="3"/>
                </a:cxn>
                <a:cxn ang="0">
                  <a:pos x="34" y="10"/>
                </a:cxn>
                <a:cxn ang="0">
                  <a:pos x="33" y="16"/>
                </a:cxn>
                <a:cxn ang="0">
                  <a:pos x="33" y="23"/>
                </a:cxn>
                <a:cxn ang="0">
                  <a:pos x="31" y="26"/>
                </a:cxn>
                <a:cxn ang="0">
                  <a:pos x="26" y="26"/>
                </a:cxn>
                <a:cxn ang="0">
                  <a:pos x="25" y="23"/>
                </a:cxn>
                <a:cxn ang="0">
                  <a:pos x="18" y="28"/>
                </a:cxn>
                <a:cxn ang="0">
                  <a:pos x="13" y="30"/>
                </a:cxn>
                <a:cxn ang="0">
                  <a:pos x="15" y="35"/>
                </a:cxn>
                <a:cxn ang="0">
                  <a:pos x="15" y="39"/>
                </a:cxn>
                <a:cxn ang="0">
                  <a:pos x="11" y="41"/>
                </a:cxn>
                <a:cxn ang="0">
                  <a:pos x="10" y="39"/>
                </a:cxn>
                <a:cxn ang="0">
                  <a:pos x="10" y="38"/>
                </a:cxn>
                <a:cxn ang="0">
                  <a:pos x="6" y="35"/>
                </a:cxn>
                <a:cxn ang="0">
                  <a:pos x="5" y="30"/>
                </a:cxn>
                <a:cxn ang="0">
                  <a:pos x="1" y="30"/>
                </a:cxn>
                <a:cxn ang="0">
                  <a:pos x="0" y="26"/>
                </a:cxn>
                <a:cxn ang="0">
                  <a:pos x="1" y="23"/>
                </a:cxn>
                <a:cxn ang="0">
                  <a:pos x="3" y="16"/>
                </a:cxn>
                <a:cxn ang="0">
                  <a:pos x="5" y="13"/>
                </a:cxn>
                <a:cxn ang="0">
                  <a:pos x="5" y="8"/>
                </a:cxn>
                <a:cxn ang="0">
                  <a:pos x="8" y="8"/>
                </a:cxn>
                <a:cxn ang="0">
                  <a:pos x="13" y="10"/>
                </a:cxn>
                <a:cxn ang="0">
                  <a:pos x="15" y="5"/>
                </a:cxn>
                <a:cxn ang="0">
                  <a:pos x="21" y="0"/>
                </a:cxn>
              </a:cxnLst>
              <a:rect l="0" t="0" r="r" b="b"/>
              <a:pathLst>
                <a:path w="34" h="41">
                  <a:moveTo>
                    <a:pt x="21" y="0"/>
                  </a:moveTo>
                  <a:lnTo>
                    <a:pt x="29" y="3"/>
                  </a:lnTo>
                  <a:lnTo>
                    <a:pt x="34" y="10"/>
                  </a:lnTo>
                  <a:lnTo>
                    <a:pt x="33" y="16"/>
                  </a:lnTo>
                  <a:lnTo>
                    <a:pt x="33" y="23"/>
                  </a:lnTo>
                  <a:lnTo>
                    <a:pt x="31" y="26"/>
                  </a:lnTo>
                  <a:lnTo>
                    <a:pt x="26" y="26"/>
                  </a:lnTo>
                  <a:lnTo>
                    <a:pt x="25" y="23"/>
                  </a:lnTo>
                  <a:lnTo>
                    <a:pt x="18" y="28"/>
                  </a:lnTo>
                  <a:lnTo>
                    <a:pt x="13" y="30"/>
                  </a:lnTo>
                  <a:lnTo>
                    <a:pt x="15" y="35"/>
                  </a:lnTo>
                  <a:lnTo>
                    <a:pt x="15" y="39"/>
                  </a:lnTo>
                  <a:lnTo>
                    <a:pt x="11" y="41"/>
                  </a:lnTo>
                  <a:lnTo>
                    <a:pt x="10" y="39"/>
                  </a:lnTo>
                  <a:lnTo>
                    <a:pt x="10" y="38"/>
                  </a:lnTo>
                  <a:lnTo>
                    <a:pt x="6" y="35"/>
                  </a:lnTo>
                  <a:lnTo>
                    <a:pt x="5" y="30"/>
                  </a:lnTo>
                  <a:lnTo>
                    <a:pt x="1" y="30"/>
                  </a:lnTo>
                  <a:lnTo>
                    <a:pt x="0" y="26"/>
                  </a:lnTo>
                  <a:lnTo>
                    <a:pt x="1" y="23"/>
                  </a:lnTo>
                  <a:lnTo>
                    <a:pt x="3" y="16"/>
                  </a:lnTo>
                  <a:lnTo>
                    <a:pt x="5" y="13"/>
                  </a:lnTo>
                  <a:lnTo>
                    <a:pt x="5" y="8"/>
                  </a:lnTo>
                  <a:lnTo>
                    <a:pt x="8" y="8"/>
                  </a:lnTo>
                  <a:lnTo>
                    <a:pt x="13" y="10"/>
                  </a:lnTo>
                  <a:lnTo>
                    <a:pt x="15" y="5"/>
                  </a:lnTo>
                  <a:lnTo>
                    <a:pt x="2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 name="Freeform 9"/>
            <p:cNvSpPr/>
            <p:nvPr/>
          </p:nvSpPr>
          <p:spPr bwMode="auto">
            <a:xfrm>
              <a:off x="7386638" y="2490788"/>
              <a:ext cx="144463" cy="169863"/>
            </a:xfrm>
            <a:custGeom>
              <a:avLst/>
              <a:gdLst/>
              <a:ahLst/>
              <a:cxnLst>
                <a:cxn ang="0">
                  <a:pos x="21" y="0"/>
                </a:cxn>
                <a:cxn ang="0">
                  <a:pos x="26" y="6"/>
                </a:cxn>
                <a:cxn ang="0">
                  <a:pos x="30" y="11"/>
                </a:cxn>
                <a:cxn ang="0">
                  <a:pos x="33" y="16"/>
                </a:cxn>
                <a:cxn ang="0">
                  <a:pos x="46" y="19"/>
                </a:cxn>
                <a:cxn ang="0">
                  <a:pos x="56" y="21"/>
                </a:cxn>
                <a:cxn ang="0">
                  <a:pos x="66" y="26"/>
                </a:cxn>
                <a:cxn ang="0">
                  <a:pos x="72" y="19"/>
                </a:cxn>
                <a:cxn ang="0">
                  <a:pos x="81" y="18"/>
                </a:cxn>
                <a:cxn ang="0">
                  <a:pos x="84" y="29"/>
                </a:cxn>
                <a:cxn ang="0">
                  <a:pos x="91" y="36"/>
                </a:cxn>
                <a:cxn ang="0">
                  <a:pos x="87" y="43"/>
                </a:cxn>
                <a:cxn ang="0">
                  <a:pos x="76" y="51"/>
                </a:cxn>
                <a:cxn ang="0">
                  <a:pos x="64" y="54"/>
                </a:cxn>
                <a:cxn ang="0">
                  <a:pos x="61" y="64"/>
                </a:cxn>
                <a:cxn ang="0">
                  <a:pos x="66" y="77"/>
                </a:cxn>
                <a:cxn ang="0">
                  <a:pos x="64" y="85"/>
                </a:cxn>
                <a:cxn ang="0">
                  <a:pos x="61" y="77"/>
                </a:cxn>
                <a:cxn ang="0">
                  <a:pos x="49" y="71"/>
                </a:cxn>
                <a:cxn ang="0">
                  <a:pos x="43" y="66"/>
                </a:cxn>
                <a:cxn ang="0">
                  <a:pos x="31" y="74"/>
                </a:cxn>
                <a:cxn ang="0">
                  <a:pos x="25" y="79"/>
                </a:cxn>
                <a:cxn ang="0">
                  <a:pos x="38" y="87"/>
                </a:cxn>
                <a:cxn ang="0">
                  <a:pos x="49" y="90"/>
                </a:cxn>
                <a:cxn ang="0">
                  <a:pos x="41" y="99"/>
                </a:cxn>
                <a:cxn ang="0">
                  <a:pos x="38" y="100"/>
                </a:cxn>
                <a:cxn ang="0">
                  <a:pos x="31" y="103"/>
                </a:cxn>
                <a:cxn ang="0">
                  <a:pos x="21" y="89"/>
                </a:cxn>
                <a:cxn ang="0">
                  <a:pos x="11" y="79"/>
                </a:cxn>
                <a:cxn ang="0">
                  <a:pos x="0" y="71"/>
                </a:cxn>
                <a:cxn ang="0">
                  <a:pos x="13" y="57"/>
                </a:cxn>
                <a:cxn ang="0">
                  <a:pos x="25" y="52"/>
                </a:cxn>
                <a:cxn ang="0">
                  <a:pos x="21" y="41"/>
                </a:cxn>
                <a:cxn ang="0">
                  <a:pos x="23" y="28"/>
                </a:cxn>
                <a:cxn ang="0">
                  <a:pos x="20" y="18"/>
                </a:cxn>
                <a:cxn ang="0">
                  <a:pos x="11" y="8"/>
                </a:cxn>
                <a:cxn ang="0">
                  <a:pos x="16" y="0"/>
                </a:cxn>
              </a:cxnLst>
              <a:rect l="0" t="0" r="r" b="b"/>
              <a:pathLst>
                <a:path w="91" h="107">
                  <a:moveTo>
                    <a:pt x="16" y="0"/>
                  </a:moveTo>
                  <a:lnTo>
                    <a:pt x="21" y="0"/>
                  </a:lnTo>
                  <a:lnTo>
                    <a:pt x="25" y="3"/>
                  </a:lnTo>
                  <a:lnTo>
                    <a:pt x="26" y="6"/>
                  </a:lnTo>
                  <a:lnTo>
                    <a:pt x="30" y="10"/>
                  </a:lnTo>
                  <a:lnTo>
                    <a:pt x="30" y="11"/>
                  </a:lnTo>
                  <a:lnTo>
                    <a:pt x="31" y="13"/>
                  </a:lnTo>
                  <a:lnTo>
                    <a:pt x="33" y="16"/>
                  </a:lnTo>
                  <a:lnTo>
                    <a:pt x="41" y="18"/>
                  </a:lnTo>
                  <a:lnTo>
                    <a:pt x="46" y="19"/>
                  </a:lnTo>
                  <a:lnTo>
                    <a:pt x="53" y="19"/>
                  </a:lnTo>
                  <a:lnTo>
                    <a:pt x="56" y="21"/>
                  </a:lnTo>
                  <a:lnTo>
                    <a:pt x="59" y="24"/>
                  </a:lnTo>
                  <a:lnTo>
                    <a:pt x="66" y="26"/>
                  </a:lnTo>
                  <a:lnTo>
                    <a:pt x="69" y="24"/>
                  </a:lnTo>
                  <a:lnTo>
                    <a:pt x="72" y="19"/>
                  </a:lnTo>
                  <a:lnTo>
                    <a:pt x="79" y="15"/>
                  </a:lnTo>
                  <a:lnTo>
                    <a:pt x="81" y="18"/>
                  </a:lnTo>
                  <a:lnTo>
                    <a:pt x="81" y="29"/>
                  </a:lnTo>
                  <a:lnTo>
                    <a:pt x="84" y="29"/>
                  </a:lnTo>
                  <a:lnTo>
                    <a:pt x="84" y="36"/>
                  </a:lnTo>
                  <a:lnTo>
                    <a:pt x="91" y="36"/>
                  </a:lnTo>
                  <a:lnTo>
                    <a:pt x="91" y="39"/>
                  </a:lnTo>
                  <a:lnTo>
                    <a:pt x="87" y="43"/>
                  </a:lnTo>
                  <a:lnTo>
                    <a:pt x="81" y="46"/>
                  </a:lnTo>
                  <a:lnTo>
                    <a:pt x="76" y="51"/>
                  </a:lnTo>
                  <a:lnTo>
                    <a:pt x="72" y="52"/>
                  </a:lnTo>
                  <a:lnTo>
                    <a:pt x="64" y="54"/>
                  </a:lnTo>
                  <a:lnTo>
                    <a:pt x="61" y="59"/>
                  </a:lnTo>
                  <a:lnTo>
                    <a:pt x="61" y="64"/>
                  </a:lnTo>
                  <a:lnTo>
                    <a:pt x="63" y="71"/>
                  </a:lnTo>
                  <a:lnTo>
                    <a:pt x="66" y="77"/>
                  </a:lnTo>
                  <a:lnTo>
                    <a:pt x="67" y="82"/>
                  </a:lnTo>
                  <a:lnTo>
                    <a:pt x="64" y="85"/>
                  </a:lnTo>
                  <a:lnTo>
                    <a:pt x="63" y="80"/>
                  </a:lnTo>
                  <a:lnTo>
                    <a:pt x="61" y="77"/>
                  </a:lnTo>
                  <a:lnTo>
                    <a:pt x="54" y="72"/>
                  </a:lnTo>
                  <a:lnTo>
                    <a:pt x="49" y="71"/>
                  </a:lnTo>
                  <a:lnTo>
                    <a:pt x="46" y="69"/>
                  </a:lnTo>
                  <a:lnTo>
                    <a:pt x="43" y="66"/>
                  </a:lnTo>
                  <a:lnTo>
                    <a:pt x="38" y="67"/>
                  </a:lnTo>
                  <a:lnTo>
                    <a:pt x="31" y="74"/>
                  </a:lnTo>
                  <a:lnTo>
                    <a:pt x="28" y="75"/>
                  </a:lnTo>
                  <a:lnTo>
                    <a:pt x="25" y="79"/>
                  </a:lnTo>
                  <a:lnTo>
                    <a:pt x="28" y="84"/>
                  </a:lnTo>
                  <a:lnTo>
                    <a:pt x="38" y="87"/>
                  </a:lnTo>
                  <a:lnTo>
                    <a:pt x="44" y="89"/>
                  </a:lnTo>
                  <a:lnTo>
                    <a:pt x="49" y="90"/>
                  </a:lnTo>
                  <a:lnTo>
                    <a:pt x="49" y="99"/>
                  </a:lnTo>
                  <a:lnTo>
                    <a:pt x="41" y="99"/>
                  </a:lnTo>
                  <a:lnTo>
                    <a:pt x="39" y="95"/>
                  </a:lnTo>
                  <a:lnTo>
                    <a:pt x="38" y="100"/>
                  </a:lnTo>
                  <a:lnTo>
                    <a:pt x="38" y="107"/>
                  </a:lnTo>
                  <a:lnTo>
                    <a:pt x="31" y="103"/>
                  </a:lnTo>
                  <a:lnTo>
                    <a:pt x="28" y="95"/>
                  </a:lnTo>
                  <a:lnTo>
                    <a:pt x="21" y="89"/>
                  </a:lnTo>
                  <a:lnTo>
                    <a:pt x="16" y="82"/>
                  </a:lnTo>
                  <a:lnTo>
                    <a:pt x="11" y="79"/>
                  </a:lnTo>
                  <a:lnTo>
                    <a:pt x="3" y="74"/>
                  </a:lnTo>
                  <a:lnTo>
                    <a:pt x="0" y="71"/>
                  </a:lnTo>
                  <a:lnTo>
                    <a:pt x="13" y="71"/>
                  </a:lnTo>
                  <a:lnTo>
                    <a:pt x="13" y="57"/>
                  </a:lnTo>
                  <a:lnTo>
                    <a:pt x="15" y="52"/>
                  </a:lnTo>
                  <a:lnTo>
                    <a:pt x="25" y="52"/>
                  </a:lnTo>
                  <a:lnTo>
                    <a:pt x="25" y="46"/>
                  </a:lnTo>
                  <a:lnTo>
                    <a:pt x="21" y="41"/>
                  </a:lnTo>
                  <a:lnTo>
                    <a:pt x="21" y="29"/>
                  </a:lnTo>
                  <a:lnTo>
                    <a:pt x="23" y="28"/>
                  </a:lnTo>
                  <a:lnTo>
                    <a:pt x="23" y="21"/>
                  </a:lnTo>
                  <a:lnTo>
                    <a:pt x="20" y="18"/>
                  </a:lnTo>
                  <a:lnTo>
                    <a:pt x="15" y="11"/>
                  </a:lnTo>
                  <a:lnTo>
                    <a:pt x="11" y="8"/>
                  </a:lnTo>
                  <a:lnTo>
                    <a:pt x="13" y="5"/>
                  </a:lnTo>
                  <a:lnTo>
                    <a:pt x="1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 name="Freeform 10"/>
            <p:cNvSpPr/>
            <p:nvPr/>
          </p:nvSpPr>
          <p:spPr bwMode="auto">
            <a:xfrm>
              <a:off x="6580188" y="3852863"/>
              <a:ext cx="266700" cy="339725"/>
            </a:xfrm>
            <a:custGeom>
              <a:avLst/>
              <a:gdLst/>
              <a:ahLst/>
              <a:cxnLst>
                <a:cxn ang="0">
                  <a:pos x="11" y="3"/>
                </a:cxn>
                <a:cxn ang="0">
                  <a:pos x="30" y="5"/>
                </a:cxn>
                <a:cxn ang="0">
                  <a:pos x="43" y="13"/>
                </a:cxn>
                <a:cxn ang="0">
                  <a:pos x="48" y="25"/>
                </a:cxn>
                <a:cxn ang="0">
                  <a:pos x="61" y="33"/>
                </a:cxn>
                <a:cxn ang="0">
                  <a:pos x="71" y="44"/>
                </a:cxn>
                <a:cxn ang="0">
                  <a:pos x="87" y="63"/>
                </a:cxn>
                <a:cxn ang="0">
                  <a:pos x="96" y="64"/>
                </a:cxn>
                <a:cxn ang="0">
                  <a:pos x="97" y="72"/>
                </a:cxn>
                <a:cxn ang="0">
                  <a:pos x="110" y="77"/>
                </a:cxn>
                <a:cxn ang="0">
                  <a:pos x="112" y="84"/>
                </a:cxn>
                <a:cxn ang="0">
                  <a:pos x="117" y="86"/>
                </a:cxn>
                <a:cxn ang="0">
                  <a:pos x="122" y="91"/>
                </a:cxn>
                <a:cxn ang="0">
                  <a:pos x="125" y="99"/>
                </a:cxn>
                <a:cxn ang="0">
                  <a:pos x="130" y="100"/>
                </a:cxn>
                <a:cxn ang="0">
                  <a:pos x="132" y="104"/>
                </a:cxn>
                <a:cxn ang="0">
                  <a:pos x="135" y="105"/>
                </a:cxn>
                <a:cxn ang="0">
                  <a:pos x="135" y="114"/>
                </a:cxn>
                <a:cxn ang="0">
                  <a:pos x="143" y="120"/>
                </a:cxn>
                <a:cxn ang="0">
                  <a:pos x="153" y="138"/>
                </a:cxn>
                <a:cxn ang="0">
                  <a:pos x="163" y="145"/>
                </a:cxn>
                <a:cxn ang="0">
                  <a:pos x="168" y="165"/>
                </a:cxn>
                <a:cxn ang="0">
                  <a:pos x="165" y="214"/>
                </a:cxn>
                <a:cxn ang="0">
                  <a:pos x="157" y="209"/>
                </a:cxn>
                <a:cxn ang="0">
                  <a:pos x="152" y="209"/>
                </a:cxn>
                <a:cxn ang="0">
                  <a:pos x="142" y="208"/>
                </a:cxn>
                <a:cxn ang="0">
                  <a:pos x="137" y="196"/>
                </a:cxn>
                <a:cxn ang="0">
                  <a:pos x="125" y="188"/>
                </a:cxn>
                <a:cxn ang="0">
                  <a:pos x="114" y="178"/>
                </a:cxn>
                <a:cxn ang="0">
                  <a:pos x="109" y="165"/>
                </a:cxn>
                <a:cxn ang="0">
                  <a:pos x="96" y="147"/>
                </a:cxn>
                <a:cxn ang="0">
                  <a:pos x="87" y="133"/>
                </a:cxn>
                <a:cxn ang="0">
                  <a:pos x="81" y="115"/>
                </a:cxn>
                <a:cxn ang="0">
                  <a:pos x="71" y="102"/>
                </a:cxn>
                <a:cxn ang="0">
                  <a:pos x="64" y="94"/>
                </a:cxn>
                <a:cxn ang="0">
                  <a:pos x="53" y="66"/>
                </a:cxn>
                <a:cxn ang="0">
                  <a:pos x="36" y="54"/>
                </a:cxn>
                <a:cxn ang="0">
                  <a:pos x="25" y="39"/>
                </a:cxn>
                <a:cxn ang="0">
                  <a:pos x="21" y="30"/>
                </a:cxn>
                <a:cxn ang="0">
                  <a:pos x="15" y="23"/>
                </a:cxn>
                <a:cxn ang="0">
                  <a:pos x="7" y="18"/>
                </a:cxn>
                <a:cxn ang="0">
                  <a:pos x="0" y="5"/>
                </a:cxn>
                <a:cxn ang="0">
                  <a:pos x="3" y="0"/>
                </a:cxn>
              </a:cxnLst>
              <a:rect l="0" t="0" r="r" b="b"/>
              <a:pathLst>
                <a:path w="168" h="214">
                  <a:moveTo>
                    <a:pt x="3" y="0"/>
                  </a:moveTo>
                  <a:lnTo>
                    <a:pt x="11" y="3"/>
                  </a:lnTo>
                  <a:lnTo>
                    <a:pt x="23" y="3"/>
                  </a:lnTo>
                  <a:lnTo>
                    <a:pt x="30" y="5"/>
                  </a:lnTo>
                  <a:lnTo>
                    <a:pt x="35" y="8"/>
                  </a:lnTo>
                  <a:lnTo>
                    <a:pt x="43" y="13"/>
                  </a:lnTo>
                  <a:lnTo>
                    <a:pt x="46" y="20"/>
                  </a:lnTo>
                  <a:lnTo>
                    <a:pt x="48" y="25"/>
                  </a:lnTo>
                  <a:lnTo>
                    <a:pt x="56" y="30"/>
                  </a:lnTo>
                  <a:lnTo>
                    <a:pt x="61" y="33"/>
                  </a:lnTo>
                  <a:lnTo>
                    <a:pt x="64" y="38"/>
                  </a:lnTo>
                  <a:lnTo>
                    <a:pt x="71" y="44"/>
                  </a:lnTo>
                  <a:lnTo>
                    <a:pt x="76" y="51"/>
                  </a:lnTo>
                  <a:lnTo>
                    <a:pt x="87" y="63"/>
                  </a:lnTo>
                  <a:lnTo>
                    <a:pt x="92" y="61"/>
                  </a:lnTo>
                  <a:lnTo>
                    <a:pt x="96" y="64"/>
                  </a:lnTo>
                  <a:lnTo>
                    <a:pt x="97" y="69"/>
                  </a:lnTo>
                  <a:lnTo>
                    <a:pt x="97" y="72"/>
                  </a:lnTo>
                  <a:lnTo>
                    <a:pt x="105" y="77"/>
                  </a:lnTo>
                  <a:lnTo>
                    <a:pt x="110" y="77"/>
                  </a:lnTo>
                  <a:lnTo>
                    <a:pt x="109" y="81"/>
                  </a:lnTo>
                  <a:lnTo>
                    <a:pt x="112" y="84"/>
                  </a:lnTo>
                  <a:lnTo>
                    <a:pt x="115" y="84"/>
                  </a:lnTo>
                  <a:lnTo>
                    <a:pt x="117" y="86"/>
                  </a:lnTo>
                  <a:lnTo>
                    <a:pt x="120" y="87"/>
                  </a:lnTo>
                  <a:lnTo>
                    <a:pt x="122" y="91"/>
                  </a:lnTo>
                  <a:lnTo>
                    <a:pt x="122" y="96"/>
                  </a:lnTo>
                  <a:lnTo>
                    <a:pt x="125" y="99"/>
                  </a:lnTo>
                  <a:lnTo>
                    <a:pt x="129" y="100"/>
                  </a:lnTo>
                  <a:lnTo>
                    <a:pt x="130" y="100"/>
                  </a:lnTo>
                  <a:lnTo>
                    <a:pt x="132" y="102"/>
                  </a:lnTo>
                  <a:lnTo>
                    <a:pt x="132" y="104"/>
                  </a:lnTo>
                  <a:lnTo>
                    <a:pt x="134" y="104"/>
                  </a:lnTo>
                  <a:lnTo>
                    <a:pt x="135" y="105"/>
                  </a:lnTo>
                  <a:lnTo>
                    <a:pt x="132" y="112"/>
                  </a:lnTo>
                  <a:lnTo>
                    <a:pt x="135" y="114"/>
                  </a:lnTo>
                  <a:lnTo>
                    <a:pt x="142" y="115"/>
                  </a:lnTo>
                  <a:lnTo>
                    <a:pt x="143" y="120"/>
                  </a:lnTo>
                  <a:lnTo>
                    <a:pt x="148" y="130"/>
                  </a:lnTo>
                  <a:lnTo>
                    <a:pt x="153" y="138"/>
                  </a:lnTo>
                  <a:lnTo>
                    <a:pt x="153" y="142"/>
                  </a:lnTo>
                  <a:lnTo>
                    <a:pt x="163" y="145"/>
                  </a:lnTo>
                  <a:lnTo>
                    <a:pt x="168" y="150"/>
                  </a:lnTo>
                  <a:lnTo>
                    <a:pt x="168" y="165"/>
                  </a:lnTo>
                  <a:lnTo>
                    <a:pt x="165" y="171"/>
                  </a:lnTo>
                  <a:lnTo>
                    <a:pt x="165" y="214"/>
                  </a:lnTo>
                  <a:lnTo>
                    <a:pt x="158" y="212"/>
                  </a:lnTo>
                  <a:lnTo>
                    <a:pt x="157" y="209"/>
                  </a:lnTo>
                  <a:lnTo>
                    <a:pt x="153" y="206"/>
                  </a:lnTo>
                  <a:lnTo>
                    <a:pt x="152" y="209"/>
                  </a:lnTo>
                  <a:lnTo>
                    <a:pt x="148" y="208"/>
                  </a:lnTo>
                  <a:lnTo>
                    <a:pt x="142" y="208"/>
                  </a:lnTo>
                  <a:lnTo>
                    <a:pt x="138" y="203"/>
                  </a:lnTo>
                  <a:lnTo>
                    <a:pt x="137" y="196"/>
                  </a:lnTo>
                  <a:lnTo>
                    <a:pt x="132" y="193"/>
                  </a:lnTo>
                  <a:lnTo>
                    <a:pt x="125" y="188"/>
                  </a:lnTo>
                  <a:lnTo>
                    <a:pt x="120" y="183"/>
                  </a:lnTo>
                  <a:lnTo>
                    <a:pt x="114" y="178"/>
                  </a:lnTo>
                  <a:lnTo>
                    <a:pt x="110" y="171"/>
                  </a:lnTo>
                  <a:lnTo>
                    <a:pt x="109" y="165"/>
                  </a:lnTo>
                  <a:lnTo>
                    <a:pt x="104" y="160"/>
                  </a:lnTo>
                  <a:lnTo>
                    <a:pt x="96" y="147"/>
                  </a:lnTo>
                  <a:lnTo>
                    <a:pt x="92" y="138"/>
                  </a:lnTo>
                  <a:lnTo>
                    <a:pt x="87" y="133"/>
                  </a:lnTo>
                  <a:lnTo>
                    <a:pt x="84" y="128"/>
                  </a:lnTo>
                  <a:lnTo>
                    <a:pt x="81" y="115"/>
                  </a:lnTo>
                  <a:lnTo>
                    <a:pt x="76" y="110"/>
                  </a:lnTo>
                  <a:lnTo>
                    <a:pt x="71" y="102"/>
                  </a:lnTo>
                  <a:lnTo>
                    <a:pt x="68" y="97"/>
                  </a:lnTo>
                  <a:lnTo>
                    <a:pt x="64" y="94"/>
                  </a:lnTo>
                  <a:lnTo>
                    <a:pt x="63" y="79"/>
                  </a:lnTo>
                  <a:lnTo>
                    <a:pt x="53" y="66"/>
                  </a:lnTo>
                  <a:lnTo>
                    <a:pt x="43" y="63"/>
                  </a:lnTo>
                  <a:lnTo>
                    <a:pt x="36" y="54"/>
                  </a:lnTo>
                  <a:lnTo>
                    <a:pt x="33" y="48"/>
                  </a:lnTo>
                  <a:lnTo>
                    <a:pt x="25" y="39"/>
                  </a:lnTo>
                  <a:lnTo>
                    <a:pt x="25" y="35"/>
                  </a:lnTo>
                  <a:lnTo>
                    <a:pt x="21" y="30"/>
                  </a:lnTo>
                  <a:lnTo>
                    <a:pt x="18" y="28"/>
                  </a:lnTo>
                  <a:lnTo>
                    <a:pt x="15" y="23"/>
                  </a:lnTo>
                  <a:lnTo>
                    <a:pt x="11" y="21"/>
                  </a:lnTo>
                  <a:lnTo>
                    <a:pt x="7" y="18"/>
                  </a:lnTo>
                  <a:lnTo>
                    <a:pt x="0" y="10"/>
                  </a:lnTo>
                  <a:lnTo>
                    <a:pt x="0" y="5"/>
                  </a:lnTo>
                  <a:lnTo>
                    <a:pt x="2"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 name="Freeform 11"/>
            <p:cNvSpPr/>
            <p:nvPr/>
          </p:nvSpPr>
          <p:spPr bwMode="auto">
            <a:xfrm>
              <a:off x="6837363" y="4197350"/>
              <a:ext cx="230188" cy="95250"/>
            </a:xfrm>
            <a:custGeom>
              <a:avLst/>
              <a:gdLst/>
              <a:ahLst/>
              <a:cxnLst>
                <a:cxn ang="0">
                  <a:pos x="11" y="0"/>
                </a:cxn>
                <a:cxn ang="0">
                  <a:pos x="14" y="0"/>
                </a:cxn>
                <a:cxn ang="0">
                  <a:pos x="21" y="4"/>
                </a:cxn>
                <a:cxn ang="0">
                  <a:pos x="33" y="4"/>
                </a:cxn>
                <a:cxn ang="0">
                  <a:pos x="36" y="9"/>
                </a:cxn>
                <a:cxn ang="0">
                  <a:pos x="44" y="10"/>
                </a:cxn>
                <a:cxn ang="0">
                  <a:pos x="47" y="10"/>
                </a:cxn>
                <a:cxn ang="0">
                  <a:pos x="52" y="15"/>
                </a:cxn>
                <a:cxn ang="0">
                  <a:pos x="66" y="19"/>
                </a:cxn>
                <a:cxn ang="0">
                  <a:pos x="72" y="19"/>
                </a:cxn>
                <a:cxn ang="0">
                  <a:pos x="79" y="20"/>
                </a:cxn>
                <a:cxn ang="0">
                  <a:pos x="84" y="20"/>
                </a:cxn>
                <a:cxn ang="0">
                  <a:pos x="89" y="17"/>
                </a:cxn>
                <a:cxn ang="0">
                  <a:pos x="92" y="14"/>
                </a:cxn>
                <a:cxn ang="0">
                  <a:pos x="97" y="17"/>
                </a:cxn>
                <a:cxn ang="0">
                  <a:pos x="100" y="20"/>
                </a:cxn>
                <a:cxn ang="0">
                  <a:pos x="108" y="20"/>
                </a:cxn>
                <a:cxn ang="0">
                  <a:pos x="112" y="22"/>
                </a:cxn>
                <a:cxn ang="0">
                  <a:pos x="115" y="25"/>
                </a:cxn>
                <a:cxn ang="0">
                  <a:pos x="115" y="28"/>
                </a:cxn>
                <a:cxn ang="0">
                  <a:pos x="112" y="33"/>
                </a:cxn>
                <a:cxn ang="0">
                  <a:pos x="115" y="40"/>
                </a:cxn>
                <a:cxn ang="0">
                  <a:pos x="122" y="43"/>
                </a:cxn>
                <a:cxn ang="0">
                  <a:pos x="125" y="42"/>
                </a:cxn>
                <a:cxn ang="0">
                  <a:pos x="127" y="38"/>
                </a:cxn>
                <a:cxn ang="0">
                  <a:pos x="131" y="38"/>
                </a:cxn>
                <a:cxn ang="0">
                  <a:pos x="140" y="43"/>
                </a:cxn>
                <a:cxn ang="0">
                  <a:pos x="141" y="50"/>
                </a:cxn>
                <a:cxn ang="0">
                  <a:pos x="138" y="53"/>
                </a:cxn>
                <a:cxn ang="0">
                  <a:pos x="145" y="58"/>
                </a:cxn>
                <a:cxn ang="0">
                  <a:pos x="141" y="60"/>
                </a:cxn>
                <a:cxn ang="0">
                  <a:pos x="136" y="56"/>
                </a:cxn>
                <a:cxn ang="0">
                  <a:pos x="130" y="58"/>
                </a:cxn>
                <a:cxn ang="0">
                  <a:pos x="127" y="56"/>
                </a:cxn>
                <a:cxn ang="0">
                  <a:pos x="122" y="53"/>
                </a:cxn>
                <a:cxn ang="0">
                  <a:pos x="115" y="50"/>
                </a:cxn>
                <a:cxn ang="0">
                  <a:pos x="98" y="50"/>
                </a:cxn>
                <a:cxn ang="0">
                  <a:pos x="89" y="47"/>
                </a:cxn>
                <a:cxn ang="0">
                  <a:pos x="80" y="43"/>
                </a:cxn>
                <a:cxn ang="0">
                  <a:pos x="74" y="38"/>
                </a:cxn>
                <a:cxn ang="0">
                  <a:pos x="66" y="32"/>
                </a:cxn>
                <a:cxn ang="0">
                  <a:pos x="54" y="33"/>
                </a:cxn>
                <a:cxn ang="0">
                  <a:pos x="41" y="33"/>
                </a:cxn>
                <a:cxn ang="0">
                  <a:pos x="36" y="27"/>
                </a:cxn>
                <a:cxn ang="0">
                  <a:pos x="28" y="25"/>
                </a:cxn>
                <a:cxn ang="0">
                  <a:pos x="24" y="23"/>
                </a:cxn>
                <a:cxn ang="0">
                  <a:pos x="19" y="25"/>
                </a:cxn>
                <a:cxn ang="0">
                  <a:pos x="13" y="25"/>
                </a:cxn>
                <a:cxn ang="0">
                  <a:pos x="8" y="22"/>
                </a:cxn>
                <a:cxn ang="0">
                  <a:pos x="13" y="20"/>
                </a:cxn>
                <a:cxn ang="0">
                  <a:pos x="14" y="19"/>
                </a:cxn>
                <a:cxn ang="0">
                  <a:pos x="6" y="17"/>
                </a:cxn>
                <a:cxn ang="0">
                  <a:pos x="0" y="17"/>
                </a:cxn>
                <a:cxn ang="0">
                  <a:pos x="3" y="12"/>
                </a:cxn>
                <a:cxn ang="0">
                  <a:pos x="6" y="10"/>
                </a:cxn>
                <a:cxn ang="0">
                  <a:pos x="6" y="5"/>
                </a:cxn>
                <a:cxn ang="0">
                  <a:pos x="11" y="0"/>
                </a:cxn>
              </a:cxnLst>
              <a:rect l="0" t="0" r="r" b="b"/>
              <a:pathLst>
                <a:path w="145" h="60">
                  <a:moveTo>
                    <a:pt x="11" y="0"/>
                  </a:moveTo>
                  <a:lnTo>
                    <a:pt x="14" y="0"/>
                  </a:lnTo>
                  <a:lnTo>
                    <a:pt x="21" y="4"/>
                  </a:lnTo>
                  <a:lnTo>
                    <a:pt x="33" y="4"/>
                  </a:lnTo>
                  <a:lnTo>
                    <a:pt x="36" y="9"/>
                  </a:lnTo>
                  <a:lnTo>
                    <a:pt x="44" y="10"/>
                  </a:lnTo>
                  <a:lnTo>
                    <a:pt x="47" y="10"/>
                  </a:lnTo>
                  <a:lnTo>
                    <a:pt x="52" y="15"/>
                  </a:lnTo>
                  <a:lnTo>
                    <a:pt x="66" y="19"/>
                  </a:lnTo>
                  <a:lnTo>
                    <a:pt x="72" y="19"/>
                  </a:lnTo>
                  <a:lnTo>
                    <a:pt x="79" y="20"/>
                  </a:lnTo>
                  <a:lnTo>
                    <a:pt x="84" y="20"/>
                  </a:lnTo>
                  <a:lnTo>
                    <a:pt x="89" y="17"/>
                  </a:lnTo>
                  <a:lnTo>
                    <a:pt x="92" y="14"/>
                  </a:lnTo>
                  <a:lnTo>
                    <a:pt x="97" y="17"/>
                  </a:lnTo>
                  <a:lnTo>
                    <a:pt x="100" y="20"/>
                  </a:lnTo>
                  <a:lnTo>
                    <a:pt x="108" y="20"/>
                  </a:lnTo>
                  <a:lnTo>
                    <a:pt x="112" y="22"/>
                  </a:lnTo>
                  <a:lnTo>
                    <a:pt x="115" y="25"/>
                  </a:lnTo>
                  <a:lnTo>
                    <a:pt x="115" y="28"/>
                  </a:lnTo>
                  <a:lnTo>
                    <a:pt x="112" y="33"/>
                  </a:lnTo>
                  <a:lnTo>
                    <a:pt x="115" y="40"/>
                  </a:lnTo>
                  <a:lnTo>
                    <a:pt x="122" y="43"/>
                  </a:lnTo>
                  <a:lnTo>
                    <a:pt x="125" y="42"/>
                  </a:lnTo>
                  <a:lnTo>
                    <a:pt x="127" y="38"/>
                  </a:lnTo>
                  <a:lnTo>
                    <a:pt x="131" y="38"/>
                  </a:lnTo>
                  <a:lnTo>
                    <a:pt x="140" y="43"/>
                  </a:lnTo>
                  <a:lnTo>
                    <a:pt x="141" y="50"/>
                  </a:lnTo>
                  <a:lnTo>
                    <a:pt x="138" y="53"/>
                  </a:lnTo>
                  <a:lnTo>
                    <a:pt x="145" y="58"/>
                  </a:lnTo>
                  <a:lnTo>
                    <a:pt x="141" y="60"/>
                  </a:lnTo>
                  <a:lnTo>
                    <a:pt x="136" y="56"/>
                  </a:lnTo>
                  <a:lnTo>
                    <a:pt x="130" y="58"/>
                  </a:lnTo>
                  <a:lnTo>
                    <a:pt x="127" y="56"/>
                  </a:lnTo>
                  <a:lnTo>
                    <a:pt x="122" y="53"/>
                  </a:lnTo>
                  <a:lnTo>
                    <a:pt x="115" y="50"/>
                  </a:lnTo>
                  <a:lnTo>
                    <a:pt x="98" y="50"/>
                  </a:lnTo>
                  <a:lnTo>
                    <a:pt x="89" y="47"/>
                  </a:lnTo>
                  <a:lnTo>
                    <a:pt x="80" y="43"/>
                  </a:lnTo>
                  <a:lnTo>
                    <a:pt x="74" y="38"/>
                  </a:lnTo>
                  <a:lnTo>
                    <a:pt x="66" y="32"/>
                  </a:lnTo>
                  <a:lnTo>
                    <a:pt x="54" y="33"/>
                  </a:lnTo>
                  <a:lnTo>
                    <a:pt x="41" y="33"/>
                  </a:lnTo>
                  <a:lnTo>
                    <a:pt x="36" y="27"/>
                  </a:lnTo>
                  <a:lnTo>
                    <a:pt x="28" y="25"/>
                  </a:lnTo>
                  <a:lnTo>
                    <a:pt x="24" y="23"/>
                  </a:lnTo>
                  <a:lnTo>
                    <a:pt x="19" y="25"/>
                  </a:lnTo>
                  <a:lnTo>
                    <a:pt x="13" y="25"/>
                  </a:lnTo>
                  <a:lnTo>
                    <a:pt x="8" y="22"/>
                  </a:lnTo>
                  <a:lnTo>
                    <a:pt x="13" y="20"/>
                  </a:lnTo>
                  <a:lnTo>
                    <a:pt x="14" y="19"/>
                  </a:lnTo>
                  <a:lnTo>
                    <a:pt x="6" y="17"/>
                  </a:lnTo>
                  <a:lnTo>
                    <a:pt x="0" y="17"/>
                  </a:lnTo>
                  <a:lnTo>
                    <a:pt x="3" y="12"/>
                  </a:lnTo>
                  <a:lnTo>
                    <a:pt x="6" y="10"/>
                  </a:lnTo>
                  <a:lnTo>
                    <a:pt x="6" y="5"/>
                  </a:lnTo>
                  <a:lnTo>
                    <a:pt x="1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 name="Freeform 12"/>
            <p:cNvSpPr/>
            <p:nvPr/>
          </p:nvSpPr>
          <p:spPr bwMode="auto">
            <a:xfrm>
              <a:off x="7097713" y="4271963"/>
              <a:ext cx="71438" cy="28575"/>
            </a:xfrm>
            <a:custGeom>
              <a:avLst/>
              <a:gdLst/>
              <a:ahLst/>
              <a:cxnLst>
                <a:cxn ang="0">
                  <a:pos x="30" y="0"/>
                </a:cxn>
                <a:cxn ang="0">
                  <a:pos x="37" y="1"/>
                </a:cxn>
                <a:cxn ang="0">
                  <a:pos x="40" y="1"/>
                </a:cxn>
                <a:cxn ang="0">
                  <a:pos x="45" y="4"/>
                </a:cxn>
                <a:cxn ang="0">
                  <a:pos x="43" y="8"/>
                </a:cxn>
                <a:cxn ang="0">
                  <a:pos x="45" y="11"/>
                </a:cxn>
                <a:cxn ang="0">
                  <a:pos x="43" y="13"/>
                </a:cxn>
                <a:cxn ang="0">
                  <a:pos x="35" y="13"/>
                </a:cxn>
                <a:cxn ang="0">
                  <a:pos x="30" y="9"/>
                </a:cxn>
                <a:cxn ang="0">
                  <a:pos x="24" y="14"/>
                </a:cxn>
                <a:cxn ang="0">
                  <a:pos x="17" y="14"/>
                </a:cxn>
                <a:cxn ang="0">
                  <a:pos x="15" y="18"/>
                </a:cxn>
                <a:cxn ang="0">
                  <a:pos x="10" y="18"/>
                </a:cxn>
                <a:cxn ang="0">
                  <a:pos x="10" y="14"/>
                </a:cxn>
                <a:cxn ang="0">
                  <a:pos x="9" y="13"/>
                </a:cxn>
                <a:cxn ang="0">
                  <a:pos x="0" y="13"/>
                </a:cxn>
                <a:cxn ang="0">
                  <a:pos x="0" y="9"/>
                </a:cxn>
                <a:cxn ang="0">
                  <a:pos x="2" y="6"/>
                </a:cxn>
                <a:cxn ang="0">
                  <a:pos x="7" y="4"/>
                </a:cxn>
                <a:cxn ang="0">
                  <a:pos x="10" y="1"/>
                </a:cxn>
                <a:cxn ang="0">
                  <a:pos x="17" y="3"/>
                </a:cxn>
                <a:cxn ang="0">
                  <a:pos x="22" y="6"/>
                </a:cxn>
                <a:cxn ang="0">
                  <a:pos x="24" y="6"/>
                </a:cxn>
                <a:cxn ang="0">
                  <a:pos x="27" y="4"/>
                </a:cxn>
                <a:cxn ang="0">
                  <a:pos x="25" y="1"/>
                </a:cxn>
                <a:cxn ang="0">
                  <a:pos x="30" y="0"/>
                </a:cxn>
              </a:cxnLst>
              <a:rect l="0" t="0" r="r" b="b"/>
              <a:pathLst>
                <a:path w="45" h="18">
                  <a:moveTo>
                    <a:pt x="30" y="0"/>
                  </a:moveTo>
                  <a:lnTo>
                    <a:pt x="37" y="1"/>
                  </a:lnTo>
                  <a:lnTo>
                    <a:pt x="40" y="1"/>
                  </a:lnTo>
                  <a:lnTo>
                    <a:pt x="45" y="4"/>
                  </a:lnTo>
                  <a:lnTo>
                    <a:pt x="43" y="8"/>
                  </a:lnTo>
                  <a:lnTo>
                    <a:pt x="45" y="11"/>
                  </a:lnTo>
                  <a:lnTo>
                    <a:pt x="43" y="13"/>
                  </a:lnTo>
                  <a:lnTo>
                    <a:pt x="35" y="13"/>
                  </a:lnTo>
                  <a:lnTo>
                    <a:pt x="30" y="9"/>
                  </a:lnTo>
                  <a:lnTo>
                    <a:pt x="24" y="14"/>
                  </a:lnTo>
                  <a:lnTo>
                    <a:pt x="17" y="14"/>
                  </a:lnTo>
                  <a:lnTo>
                    <a:pt x="15" y="18"/>
                  </a:lnTo>
                  <a:lnTo>
                    <a:pt x="10" y="18"/>
                  </a:lnTo>
                  <a:lnTo>
                    <a:pt x="10" y="14"/>
                  </a:lnTo>
                  <a:lnTo>
                    <a:pt x="9" y="13"/>
                  </a:lnTo>
                  <a:lnTo>
                    <a:pt x="0" y="13"/>
                  </a:lnTo>
                  <a:lnTo>
                    <a:pt x="0" y="9"/>
                  </a:lnTo>
                  <a:lnTo>
                    <a:pt x="2" y="6"/>
                  </a:lnTo>
                  <a:lnTo>
                    <a:pt x="7" y="4"/>
                  </a:lnTo>
                  <a:lnTo>
                    <a:pt x="10" y="1"/>
                  </a:lnTo>
                  <a:lnTo>
                    <a:pt x="17" y="3"/>
                  </a:lnTo>
                  <a:lnTo>
                    <a:pt x="22" y="6"/>
                  </a:lnTo>
                  <a:lnTo>
                    <a:pt x="24" y="6"/>
                  </a:lnTo>
                  <a:lnTo>
                    <a:pt x="27" y="4"/>
                  </a:lnTo>
                  <a:lnTo>
                    <a:pt x="25" y="1"/>
                  </a:lnTo>
                  <a:lnTo>
                    <a:pt x="3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 name="Freeform 13"/>
            <p:cNvSpPr/>
            <p:nvPr/>
          </p:nvSpPr>
          <p:spPr bwMode="auto">
            <a:xfrm>
              <a:off x="7189788" y="4273550"/>
              <a:ext cx="76200" cy="26988"/>
            </a:xfrm>
            <a:custGeom>
              <a:avLst/>
              <a:gdLst/>
              <a:ahLst/>
              <a:cxnLst>
                <a:cxn ang="0">
                  <a:pos x="48" y="0"/>
                </a:cxn>
                <a:cxn ang="0">
                  <a:pos x="46" y="5"/>
                </a:cxn>
                <a:cxn ang="0">
                  <a:pos x="40" y="12"/>
                </a:cxn>
                <a:cxn ang="0">
                  <a:pos x="27" y="12"/>
                </a:cxn>
                <a:cxn ang="0">
                  <a:pos x="25" y="13"/>
                </a:cxn>
                <a:cxn ang="0">
                  <a:pos x="18" y="12"/>
                </a:cxn>
                <a:cxn ang="0">
                  <a:pos x="15" y="13"/>
                </a:cxn>
                <a:cxn ang="0">
                  <a:pos x="10" y="15"/>
                </a:cxn>
                <a:cxn ang="0">
                  <a:pos x="3" y="17"/>
                </a:cxn>
                <a:cxn ang="0">
                  <a:pos x="2" y="17"/>
                </a:cxn>
                <a:cxn ang="0">
                  <a:pos x="0" y="13"/>
                </a:cxn>
                <a:cxn ang="0">
                  <a:pos x="3" y="8"/>
                </a:cxn>
                <a:cxn ang="0">
                  <a:pos x="10" y="3"/>
                </a:cxn>
                <a:cxn ang="0">
                  <a:pos x="17" y="2"/>
                </a:cxn>
                <a:cxn ang="0">
                  <a:pos x="20" y="5"/>
                </a:cxn>
                <a:cxn ang="0">
                  <a:pos x="25" y="8"/>
                </a:cxn>
                <a:cxn ang="0">
                  <a:pos x="30" y="5"/>
                </a:cxn>
                <a:cxn ang="0">
                  <a:pos x="40" y="5"/>
                </a:cxn>
                <a:cxn ang="0">
                  <a:pos x="45" y="2"/>
                </a:cxn>
                <a:cxn ang="0">
                  <a:pos x="48" y="0"/>
                </a:cxn>
              </a:cxnLst>
              <a:rect l="0" t="0" r="r" b="b"/>
              <a:pathLst>
                <a:path w="48" h="17">
                  <a:moveTo>
                    <a:pt x="48" y="0"/>
                  </a:moveTo>
                  <a:lnTo>
                    <a:pt x="46" y="5"/>
                  </a:lnTo>
                  <a:lnTo>
                    <a:pt x="40" y="12"/>
                  </a:lnTo>
                  <a:lnTo>
                    <a:pt x="27" y="12"/>
                  </a:lnTo>
                  <a:lnTo>
                    <a:pt x="25" y="13"/>
                  </a:lnTo>
                  <a:lnTo>
                    <a:pt x="18" y="12"/>
                  </a:lnTo>
                  <a:lnTo>
                    <a:pt x="15" y="13"/>
                  </a:lnTo>
                  <a:lnTo>
                    <a:pt x="10" y="15"/>
                  </a:lnTo>
                  <a:lnTo>
                    <a:pt x="3" y="17"/>
                  </a:lnTo>
                  <a:lnTo>
                    <a:pt x="2" y="17"/>
                  </a:lnTo>
                  <a:lnTo>
                    <a:pt x="0" y="13"/>
                  </a:lnTo>
                  <a:lnTo>
                    <a:pt x="3" y="8"/>
                  </a:lnTo>
                  <a:lnTo>
                    <a:pt x="10" y="3"/>
                  </a:lnTo>
                  <a:lnTo>
                    <a:pt x="17" y="2"/>
                  </a:lnTo>
                  <a:lnTo>
                    <a:pt x="20" y="5"/>
                  </a:lnTo>
                  <a:lnTo>
                    <a:pt x="25" y="8"/>
                  </a:lnTo>
                  <a:lnTo>
                    <a:pt x="30" y="5"/>
                  </a:lnTo>
                  <a:lnTo>
                    <a:pt x="40" y="5"/>
                  </a:lnTo>
                  <a:lnTo>
                    <a:pt x="45" y="2"/>
                  </a:lnTo>
                  <a:lnTo>
                    <a:pt x="4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 name="Freeform 14"/>
            <p:cNvSpPr/>
            <p:nvPr/>
          </p:nvSpPr>
          <p:spPr bwMode="auto">
            <a:xfrm>
              <a:off x="7169151" y="4313238"/>
              <a:ext cx="39688" cy="23813"/>
            </a:xfrm>
            <a:custGeom>
              <a:avLst/>
              <a:gdLst/>
              <a:ahLst/>
              <a:cxnLst>
                <a:cxn ang="0">
                  <a:pos x="3" y="0"/>
                </a:cxn>
                <a:cxn ang="0">
                  <a:pos x="12" y="0"/>
                </a:cxn>
                <a:cxn ang="0">
                  <a:pos x="16" y="3"/>
                </a:cxn>
                <a:cxn ang="0">
                  <a:pos x="20" y="5"/>
                </a:cxn>
                <a:cxn ang="0">
                  <a:pos x="23" y="10"/>
                </a:cxn>
                <a:cxn ang="0">
                  <a:pos x="25" y="15"/>
                </a:cxn>
                <a:cxn ang="0">
                  <a:pos x="21" y="15"/>
                </a:cxn>
                <a:cxn ang="0">
                  <a:pos x="15" y="13"/>
                </a:cxn>
                <a:cxn ang="0">
                  <a:pos x="15" y="10"/>
                </a:cxn>
                <a:cxn ang="0">
                  <a:pos x="10" y="8"/>
                </a:cxn>
                <a:cxn ang="0">
                  <a:pos x="0" y="8"/>
                </a:cxn>
                <a:cxn ang="0">
                  <a:pos x="0" y="3"/>
                </a:cxn>
                <a:cxn ang="0">
                  <a:pos x="3" y="0"/>
                </a:cxn>
              </a:cxnLst>
              <a:rect l="0" t="0" r="r" b="b"/>
              <a:pathLst>
                <a:path w="25" h="15">
                  <a:moveTo>
                    <a:pt x="3" y="0"/>
                  </a:moveTo>
                  <a:lnTo>
                    <a:pt x="12" y="0"/>
                  </a:lnTo>
                  <a:lnTo>
                    <a:pt x="16" y="3"/>
                  </a:lnTo>
                  <a:lnTo>
                    <a:pt x="20" y="5"/>
                  </a:lnTo>
                  <a:lnTo>
                    <a:pt x="23" y="10"/>
                  </a:lnTo>
                  <a:lnTo>
                    <a:pt x="25" y="15"/>
                  </a:lnTo>
                  <a:lnTo>
                    <a:pt x="21" y="15"/>
                  </a:lnTo>
                  <a:lnTo>
                    <a:pt x="15" y="13"/>
                  </a:lnTo>
                  <a:lnTo>
                    <a:pt x="15" y="10"/>
                  </a:lnTo>
                  <a:lnTo>
                    <a:pt x="10" y="8"/>
                  </a:lnTo>
                  <a:lnTo>
                    <a:pt x="0" y="8"/>
                  </a:lnTo>
                  <a:lnTo>
                    <a:pt x="0" y="3"/>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 name="Freeform 15"/>
            <p:cNvSpPr/>
            <p:nvPr/>
          </p:nvSpPr>
          <p:spPr bwMode="auto">
            <a:xfrm>
              <a:off x="7285038" y="4284663"/>
              <a:ext cx="88900" cy="53975"/>
            </a:xfrm>
            <a:custGeom>
              <a:avLst/>
              <a:gdLst/>
              <a:ahLst/>
              <a:cxnLst>
                <a:cxn ang="0">
                  <a:pos x="54" y="0"/>
                </a:cxn>
                <a:cxn ang="0">
                  <a:pos x="56" y="1"/>
                </a:cxn>
                <a:cxn ang="0">
                  <a:pos x="44" y="13"/>
                </a:cxn>
                <a:cxn ang="0">
                  <a:pos x="41" y="15"/>
                </a:cxn>
                <a:cxn ang="0">
                  <a:pos x="33" y="15"/>
                </a:cxn>
                <a:cxn ang="0">
                  <a:pos x="31" y="18"/>
                </a:cxn>
                <a:cxn ang="0">
                  <a:pos x="29" y="18"/>
                </a:cxn>
                <a:cxn ang="0">
                  <a:pos x="26" y="21"/>
                </a:cxn>
                <a:cxn ang="0">
                  <a:pos x="23" y="21"/>
                </a:cxn>
                <a:cxn ang="0">
                  <a:pos x="14" y="29"/>
                </a:cxn>
                <a:cxn ang="0">
                  <a:pos x="11" y="34"/>
                </a:cxn>
                <a:cxn ang="0">
                  <a:pos x="3" y="34"/>
                </a:cxn>
                <a:cxn ang="0">
                  <a:pos x="0" y="33"/>
                </a:cxn>
                <a:cxn ang="0">
                  <a:pos x="0" y="31"/>
                </a:cxn>
                <a:cxn ang="0">
                  <a:pos x="4" y="21"/>
                </a:cxn>
                <a:cxn ang="0">
                  <a:pos x="14" y="16"/>
                </a:cxn>
                <a:cxn ang="0">
                  <a:pos x="14" y="13"/>
                </a:cxn>
                <a:cxn ang="0">
                  <a:pos x="19" y="10"/>
                </a:cxn>
                <a:cxn ang="0">
                  <a:pos x="23" y="10"/>
                </a:cxn>
                <a:cxn ang="0">
                  <a:pos x="28" y="6"/>
                </a:cxn>
                <a:cxn ang="0">
                  <a:pos x="29" y="5"/>
                </a:cxn>
                <a:cxn ang="0">
                  <a:pos x="29" y="3"/>
                </a:cxn>
                <a:cxn ang="0">
                  <a:pos x="51" y="3"/>
                </a:cxn>
                <a:cxn ang="0">
                  <a:pos x="54" y="0"/>
                </a:cxn>
              </a:cxnLst>
              <a:rect l="0" t="0" r="r" b="b"/>
              <a:pathLst>
                <a:path w="56" h="34">
                  <a:moveTo>
                    <a:pt x="54" y="0"/>
                  </a:moveTo>
                  <a:lnTo>
                    <a:pt x="56" y="1"/>
                  </a:lnTo>
                  <a:lnTo>
                    <a:pt x="44" y="13"/>
                  </a:lnTo>
                  <a:lnTo>
                    <a:pt x="41" y="15"/>
                  </a:lnTo>
                  <a:lnTo>
                    <a:pt x="33" y="15"/>
                  </a:lnTo>
                  <a:lnTo>
                    <a:pt x="31" y="18"/>
                  </a:lnTo>
                  <a:lnTo>
                    <a:pt x="29" y="18"/>
                  </a:lnTo>
                  <a:lnTo>
                    <a:pt x="26" y="21"/>
                  </a:lnTo>
                  <a:lnTo>
                    <a:pt x="23" y="21"/>
                  </a:lnTo>
                  <a:lnTo>
                    <a:pt x="14" y="29"/>
                  </a:lnTo>
                  <a:lnTo>
                    <a:pt x="11" y="34"/>
                  </a:lnTo>
                  <a:lnTo>
                    <a:pt x="3" y="34"/>
                  </a:lnTo>
                  <a:lnTo>
                    <a:pt x="0" y="33"/>
                  </a:lnTo>
                  <a:lnTo>
                    <a:pt x="0" y="31"/>
                  </a:lnTo>
                  <a:lnTo>
                    <a:pt x="4" y="21"/>
                  </a:lnTo>
                  <a:lnTo>
                    <a:pt x="14" y="16"/>
                  </a:lnTo>
                  <a:lnTo>
                    <a:pt x="14" y="13"/>
                  </a:lnTo>
                  <a:lnTo>
                    <a:pt x="19" y="10"/>
                  </a:lnTo>
                  <a:lnTo>
                    <a:pt x="23" y="10"/>
                  </a:lnTo>
                  <a:lnTo>
                    <a:pt x="28" y="6"/>
                  </a:lnTo>
                  <a:lnTo>
                    <a:pt x="29" y="5"/>
                  </a:lnTo>
                  <a:lnTo>
                    <a:pt x="29" y="3"/>
                  </a:lnTo>
                  <a:lnTo>
                    <a:pt x="51" y="3"/>
                  </a:lnTo>
                  <a:lnTo>
                    <a:pt x="5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 name="Freeform 16"/>
            <p:cNvSpPr/>
            <p:nvPr/>
          </p:nvSpPr>
          <p:spPr bwMode="auto">
            <a:xfrm>
              <a:off x="6931026" y="3795713"/>
              <a:ext cx="258763" cy="347663"/>
            </a:xfrm>
            <a:custGeom>
              <a:avLst/>
              <a:gdLst/>
              <a:ahLst/>
              <a:cxnLst>
                <a:cxn ang="0">
                  <a:pos x="127" y="11"/>
                </a:cxn>
                <a:cxn ang="0">
                  <a:pos x="138" y="19"/>
                </a:cxn>
                <a:cxn ang="0">
                  <a:pos x="152" y="33"/>
                </a:cxn>
                <a:cxn ang="0">
                  <a:pos x="162" y="39"/>
                </a:cxn>
                <a:cxn ang="0">
                  <a:pos x="155" y="47"/>
                </a:cxn>
                <a:cxn ang="0">
                  <a:pos x="150" y="52"/>
                </a:cxn>
                <a:cxn ang="0">
                  <a:pos x="145" y="57"/>
                </a:cxn>
                <a:cxn ang="0">
                  <a:pos x="135" y="54"/>
                </a:cxn>
                <a:cxn ang="0">
                  <a:pos x="138" y="69"/>
                </a:cxn>
                <a:cxn ang="0">
                  <a:pos x="140" y="82"/>
                </a:cxn>
                <a:cxn ang="0">
                  <a:pos x="147" y="97"/>
                </a:cxn>
                <a:cxn ang="0">
                  <a:pos x="152" y="110"/>
                </a:cxn>
                <a:cxn ang="0">
                  <a:pos x="155" y="122"/>
                </a:cxn>
                <a:cxn ang="0">
                  <a:pos x="142" y="128"/>
                </a:cxn>
                <a:cxn ang="0">
                  <a:pos x="142" y="141"/>
                </a:cxn>
                <a:cxn ang="0">
                  <a:pos x="129" y="153"/>
                </a:cxn>
                <a:cxn ang="0">
                  <a:pos x="122" y="171"/>
                </a:cxn>
                <a:cxn ang="0">
                  <a:pos x="114" y="196"/>
                </a:cxn>
                <a:cxn ang="0">
                  <a:pos x="110" y="204"/>
                </a:cxn>
                <a:cxn ang="0">
                  <a:pos x="99" y="214"/>
                </a:cxn>
                <a:cxn ang="0">
                  <a:pos x="89" y="206"/>
                </a:cxn>
                <a:cxn ang="0">
                  <a:pos x="72" y="204"/>
                </a:cxn>
                <a:cxn ang="0">
                  <a:pos x="63" y="196"/>
                </a:cxn>
                <a:cxn ang="0">
                  <a:pos x="54" y="199"/>
                </a:cxn>
                <a:cxn ang="0">
                  <a:pos x="44" y="199"/>
                </a:cxn>
                <a:cxn ang="0">
                  <a:pos x="39" y="194"/>
                </a:cxn>
                <a:cxn ang="0">
                  <a:pos x="23" y="194"/>
                </a:cxn>
                <a:cxn ang="0">
                  <a:pos x="20" y="174"/>
                </a:cxn>
                <a:cxn ang="0">
                  <a:pos x="15" y="164"/>
                </a:cxn>
                <a:cxn ang="0">
                  <a:pos x="7" y="148"/>
                </a:cxn>
                <a:cxn ang="0">
                  <a:pos x="0" y="130"/>
                </a:cxn>
                <a:cxn ang="0">
                  <a:pos x="7" y="115"/>
                </a:cxn>
                <a:cxn ang="0">
                  <a:pos x="21" y="113"/>
                </a:cxn>
                <a:cxn ang="0">
                  <a:pos x="36" y="115"/>
                </a:cxn>
                <a:cxn ang="0">
                  <a:pos x="35" y="107"/>
                </a:cxn>
                <a:cxn ang="0">
                  <a:pos x="38" y="94"/>
                </a:cxn>
                <a:cxn ang="0">
                  <a:pos x="46" y="90"/>
                </a:cxn>
                <a:cxn ang="0">
                  <a:pos x="58" y="85"/>
                </a:cxn>
                <a:cxn ang="0">
                  <a:pos x="64" y="82"/>
                </a:cxn>
                <a:cxn ang="0">
                  <a:pos x="81" y="59"/>
                </a:cxn>
                <a:cxn ang="0">
                  <a:pos x="92" y="39"/>
                </a:cxn>
                <a:cxn ang="0">
                  <a:pos x="105" y="39"/>
                </a:cxn>
                <a:cxn ang="0">
                  <a:pos x="105" y="29"/>
                </a:cxn>
                <a:cxn ang="0">
                  <a:pos x="115" y="8"/>
                </a:cxn>
              </a:cxnLst>
              <a:rect l="0" t="0" r="r" b="b"/>
              <a:pathLst>
                <a:path w="163" h="219">
                  <a:moveTo>
                    <a:pt x="122" y="0"/>
                  </a:moveTo>
                  <a:lnTo>
                    <a:pt x="127" y="1"/>
                  </a:lnTo>
                  <a:lnTo>
                    <a:pt x="127" y="11"/>
                  </a:lnTo>
                  <a:lnTo>
                    <a:pt x="129" y="15"/>
                  </a:lnTo>
                  <a:lnTo>
                    <a:pt x="133" y="15"/>
                  </a:lnTo>
                  <a:lnTo>
                    <a:pt x="138" y="19"/>
                  </a:lnTo>
                  <a:lnTo>
                    <a:pt x="138" y="26"/>
                  </a:lnTo>
                  <a:lnTo>
                    <a:pt x="142" y="29"/>
                  </a:lnTo>
                  <a:lnTo>
                    <a:pt x="152" y="33"/>
                  </a:lnTo>
                  <a:lnTo>
                    <a:pt x="157" y="36"/>
                  </a:lnTo>
                  <a:lnTo>
                    <a:pt x="158" y="38"/>
                  </a:lnTo>
                  <a:lnTo>
                    <a:pt x="162" y="39"/>
                  </a:lnTo>
                  <a:lnTo>
                    <a:pt x="163" y="41"/>
                  </a:lnTo>
                  <a:lnTo>
                    <a:pt x="158" y="44"/>
                  </a:lnTo>
                  <a:lnTo>
                    <a:pt x="155" y="47"/>
                  </a:lnTo>
                  <a:lnTo>
                    <a:pt x="148" y="46"/>
                  </a:lnTo>
                  <a:lnTo>
                    <a:pt x="145" y="49"/>
                  </a:lnTo>
                  <a:lnTo>
                    <a:pt x="150" y="52"/>
                  </a:lnTo>
                  <a:lnTo>
                    <a:pt x="155" y="57"/>
                  </a:lnTo>
                  <a:lnTo>
                    <a:pt x="150" y="59"/>
                  </a:lnTo>
                  <a:lnTo>
                    <a:pt x="145" y="57"/>
                  </a:lnTo>
                  <a:lnTo>
                    <a:pt x="143" y="56"/>
                  </a:lnTo>
                  <a:lnTo>
                    <a:pt x="138" y="54"/>
                  </a:lnTo>
                  <a:lnTo>
                    <a:pt x="135" y="54"/>
                  </a:lnTo>
                  <a:lnTo>
                    <a:pt x="135" y="59"/>
                  </a:lnTo>
                  <a:lnTo>
                    <a:pt x="138" y="64"/>
                  </a:lnTo>
                  <a:lnTo>
                    <a:pt x="138" y="69"/>
                  </a:lnTo>
                  <a:lnTo>
                    <a:pt x="135" y="69"/>
                  </a:lnTo>
                  <a:lnTo>
                    <a:pt x="137" y="77"/>
                  </a:lnTo>
                  <a:lnTo>
                    <a:pt x="140" y="82"/>
                  </a:lnTo>
                  <a:lnTo>
                    <a:pt x="140" y="87"/>
                  </a:lnTo>
                  <a:lnTo>
                    <a:pt x="142" y="92"/>
                  </a:lnTo>
                  <a:lnTo>
                    <a:pt x="147" y="97"/>
                  </a:lnTo>
                  <a:lnTo>
                    <a:pt x="145" y="104"/>
                  </a:lnTo>
                  <a:lnTo>
                    <a:pt x="147" y="107"/>
                  </a:lnTo>
                  <a:lnTo>
                    <a:pt x="152" y="110"/>
                  </a:lnTo>
                  <a:lnTo>
                    <a:pt x="150" y="113"/>
                  </a:lnTo>
                  <a:lnTo>
                    <a:pt x="152" y="117"/>
                  </a:lnTo>
                  <a:lnTo>
                    <a:pt x="155" y="122"/>
                  </a:lnTo>
                  <a:lnTo>
                    <a:pt x="158" y="123"/>
                  </a:lnTo>
                  <a:lnTo>
                    <a:pt x="157" y="128"/>
                  </a:lnTo>
                  <a:lnTo>
                    <a:pt x="142" y="128"/>
                  </a:lnTo>
                  <a:lnTo>
                    <a:pt x="137" y="133"/>
                  </a:lnTo>
                  <a:lnTo>
                    <a:pt x="137" y="136"/>
                  </a:lnTo>
                  <a:lnTo>
                    <a:pt x="142" y="141"/>
                  </a:lnTo>
                  <a:lnTo>
                    <a:pt x="140" y="145"/>
                  </a:lnTo>
                  <a:lnTo>
                    <a:pt x="138" y="150"/>
                  </a:lnTo>
                  <a:lnTo>
                    <a:pt x="129" y="153"/>
                  </a:lnTo>
                  <a:lnTo>
                    <a:pt x="124" y="158"/>
                  </a:lnTo>
                  <a:lnTo>
                    <a:pt x="122" y="166"/>
                  </a:lnTo>
                  <a:lnTo>
                    <a:pt x="122" y="171"/>
                  </a:lnTo>
                  <a:lnTo>
                    <a:pt x="124" y="174"/>
                  </a:lnTo>
                  <a:lnTo>
                    <a:pt x="124" y="178"/>
                  </a:lnTo>
                  <a:lnTo>
                    <a:pt x="114" y="196"/>
                  </a:lnTo>
                  <a:lnTo>
                    <a:pt x="114" y="199"/>
                  </a:lnTo>
                  <a:lnTo>
                    <a:pt x="112" y="202"/>
                  </a:lnTo>
                  <a:lnTo>
                    <a:pt x="110" y="204"/>
                  </a:lnTo>
                  <a:lnTo>
                    <a:pt x="107" y="206"/>
                  </a:lnTo>
                  <a:lnTo>
                    <a:pt x="105" y="209"/>
                  </a:lnTo>
                  <a:lnTo>
                    <a:pt x="99" y="214"/>
                  </a:lnTo>
                  <a:lnTo>
                    <a:pt x="96" y="219"/>
                  </a:lnTo>
                  <a:lnTo>
                    <a:pt x="89" y="217"/>
                  </a:lnTo>
                  <a:lnTo>
                    <a:pt x="89" y="206"/>
                  </a:lnTo>
                  <a:lnTo>
                    <a:pt x="79" y="202"/>
                  </a:lnTo>
                  <a:lnTo>
                    <a:pt x="76" y="204"/>
                  </a:lnTo>
                  <a:lnTo>
                    <a:pt x="72" y="204"/>
                  </a:lnTo>
                  <a:lnTo>
                    <a:pt x="69" y="202"/>
                  </a:lnTo>
                  <a:lnTo>
                    <a:pt x="66" y="197"/>
                  </a:lnTo>
                  <a:lnTo>
                    <a:pt x="63" y="196"/>
                  </a:lnTo>
                  <a:lnTo>
                    <a:pt x="59" y="201"/>
                  </a:lnTo>
                  <a:lnTo>
                    <a:pt x="54" y="201"/>
                  </a:lnTo>
                  <a:lnTo>
                    <a:pt x="54" y="199"/>
                  </a:lnTo>
                  <a:lnTo>
                    <a:pt x="51" y="199"/>
                  </a:lnTo>
                  <a:lnTo>
                    <a:pt x="49" y="201"/>
                  </a:lnTo>
                  <a:lnTo>
                    <a:pt x="44" y="199"/>
                  </a:lnTo>
                  <a:lnTo>
                    <a:pt x="46" y="192"/>
                  </a:lnTo>
                  <a:lnTo>
                    <a:pt x="43" y="191"/>
                  </a:lnTo>
                  <a:lnTo>
                    <a:pt x="39" y="194"/>
                  </a:lnTo>
                  <a:lnTo>
                    <a:pt x="35" y="196"/>
                  </a:lnTo>
                  <a:lnTo>
                    <a:pt x="30" y="194"/>
                  </a:lnTo>
                  <a:lnTo>
                    <a:pt x="23" y="194"/>
                  </a:lnTo>
                  <a:lnTo>
                    <a:pt x="20" y="189"/>
                  </a:lnTo>
                  <a:lnTo>
                    <a:pt x="21" y="183"/>
                  </a:lnTo>
                  <a:lnTo>
                    <a:pt x="20" y="174"/>
                  </a:lnTo>
                  <a:lnTo>
                    <a:pt x="16" y="174"/>
                  </a:lnTo>
                  <a:lnTo>
                    <a:pt x="16" y="169"/>
                  </a:lnTo>
                  <a:lnTo>
                    <a:pt x="15" y="164"/>
                  </a:lnTo>
                  <a:lnTo>
                    <a:pt x="15" y="155"/>
                  </a:lnTo>
                  <a:lnTo>
                    <a:pt x="10" y="153"/>
                  </a:lnTo>
                  <a:lnTo>
                    <a:pt x="7" y="148"/>
                  </a:lnTo>
                  <a:lnTo>
                    <a:pt x="7" y="141"/>
                  </a:lnTo>
                  <a:lnTo>
                    <a:pt x="3" y="136"/>
                  </a:lnTo>
                  <a:lnTo>
                    <a:pt x="0" y="130"/>
                  </a:lnTo>
                  <a:lnTo>
                    <a:pt x="2" y="122"/>
                  </a:lnTo>
                  <a:lnTo>
                    <a:pt x="7" y="117"/>
                  </a:lnTo>
                  <a:lnTo>
                    <a:pt x="7" y="115"/>
                  </a:lnTo>
                  <a:lnTo>
                    <a:pt x="8" y="113"/>
                  </a:lnTo>
                  <a:lnTo>
                    <a:pt x="16" y="115"/>
                  </a:lnTo>
                  <a:lnTo>
                    <a:pt x="21" y="113"/>
                  </a:lnTo>
                  <a:lnTo>
                    <a:pt x="25" y="112"/>
                  </a:lnTo>
                  <a:lnTo>
                    <a:pt x="26" y="115"/>
                  </a:lnTo>
                  <a:lnTo>
                    <a:pt x="36" y="115"/>
                  </a:lnTo>
                  <a:lnTo>
                    <a:pt x="38" y="113"/>
                  </a:lnTo>
                  <a:lnTo>
                    <a:pt x="38" y="108"/>
                  </a:lnTo>
                  <a:lnTo>
                    <a:pt x="35" y="107"/>
                  </a:lnTo>
                  <a:lnTo>
                    <a:pt x="33" y="102"/>
                  </a:lnTo>
                  <a:lnTo>
                    <a:pt x="35" y="97"/>
                  </a:lnTo>
                  <a:lnTo>
                    <a:pt x="38" y="94"/>
                  </a:lnTo>
                  <a:lnTo>
                    <a:pt x="41" y="92"/>
                  </a:lnTo>
                  <a:lnTo>
                    <a:pt x="43" y="90"/>
                  </a:lnTo>
                  <a:lnTo>
                    <a:pt x="46" y="90"/>
                  </a:lnTo>
                  <a:lnTo>
                    <a:pt x="53" y="87"/>
                  </a:lnTo>
                  <a:lnTo>
                    <a:pt x="56" y="87"/>
                  </a:lnTo>
                  <a:lnTo>
                    <a:pt x="58" y="85"/>
                  </a:lnTo>
                  <a:lnTo>
                    <a:pt x="59" y="85"/>
                  </a:lnTo>
                  <a:lnTo>
                    <a:pt x="61" y="84"/>
                  </a:lnTo>
                  <a:lnTo>
                    <a:pt x="64" y="82"/>
                  </a:lnTo>
                  <a:lnTo>
                    <a:pt x="74" y="72"/>
                  </a:lnTo>
                  <a:lnTo>
                    <a:pt x="74" y="66"/>
                  </a:lnTo>
                  <a:lnTo>
                    <a:pt x="81" y="59"/>
                  </a:lnTo>
                  <a:lnTo>
                    <a:pt x="87" y="49"/>
                  </a:lnTo>
                  <a:lnTo>
                    <a:pt x="87" y="44"/>
                  </a:lnTo>
                  <a:lnTo>
                    <a:pt x="92" y="39"/>
                  </a:lnTo>
                  <a:lnTo>
                    <a:pt x="99" y="41"/>
                  </a:lnTo>
                  <a:lnTo>
                    <a:pt x="104" y="41"/>
                  </a:lnTo>
                  <a:lnTo>
                    <a:pt x="105" y="39"/>
                  </a:lnTo>
                  <a:lnTo>
                    <a:pt x="101" y="34"/>
                  </a:lnTo>
                  <a:lnTo>
                    <a:pt x="104" y="33"/>
                  </a:lnTo>
                  <a:lnTo>
                    <a:pt x="105" y="29"/>
                  </a:lnTo>
                  <a:lnTo>
                    <a:pt x="112" y="19"/>
                  </a:lnTo>
                  <a:lnTo>
                    <a:pt x="115" y="16"/>
                  </a:lnTo>
                  <a:lnTo>
                    <a:pt x="115" y="8"/>
                  </a:lnTo>
                  <a:lnTo>
                    <a:pt x="120" y="1"/>
                  </a:lnTo>
                  <a:lnTo>
                    <a:pt x="12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 name="Freeform 17"/>
            <p:cNvSpPr/>
            <p:nvPr/>
          </p:nvSpPr>
          <p:spPr bwMode="auto">
            <a:xfrm>
              <a:off x="7180263" y="3970338"/>
              <a:ext cx="171450" cy="222250"/>
            </a:xfrm>
            <a:custGeom>
              <a:avLst/>
              <a:gdLst/>
              <a:ahLst/>
              <a:cxnLst>
                <a:cxn ang="0">
                  <a:pos x="108" y="5"/>
                </a:cxn>
                <a:cxn ang="0">
                  <a:pos x="97" y="22"/>
                </a:cxn>
                <a:cxn ang="0">
                  <a:pos x="89" y="25"/>
                </a:cxn>
                <a:cxn ang="0">
                  <a:pos x="80" y="25"/>
                </a:cxn>
                <a:cxn ang="0">
                  <a:pos x="70" y="23"/>
                </a:cxn>
                <a:cxn ang="0">
                  <a:pos x="59" y="22"/>
                </a:cxn>
                <a:cxn ang="0">
                  <a:pos x="54" y="25"/>
                </a:cxn>
                <a:cxn ang="0">
                  <a:pos x="46" y="23"/>
                </a:cxn>
                <a:cxn ang="0">
                  <a:pos x="34" y="25"/>
                </a:cxn>
                <a:cxn ang="0">
                  <a:pos x="26" y="31"/>
                </a:cxn>
                <a:cxn ang="0">
                  <a:pos x="24" y="45"/>
                </a:cxn>
                <a:cxn ang="0">
                  <a:pos x="31" y="46"/>
                </a:cxn>
                <a:cxn ang="0">
                  <a:pos x="38" y="54"/>
                </a:cxn>
                <a:cxn ang="0">
                  <a:pos x="47" y="48"/>
                </a:cxn>
                <a:cxn ang="0">
                  <a:pos x="64" y="45"/>
                </a:cxn>
                <a:cxn ang="0">
                  <a:pos x="69" y="40"/>
                </a:cxn>
                <a:cxn ang="0">
                  <a:pos x="74" y="46"/>
                </a:cxn>
                <a:cxn ang="0">
                  <a:pos x="66" y="50"/>
                </a:cxn>
                <a:cxn ang="0">
                  <a:pos x="62" y="58"/>
                </a:cxn>
                <a:cxn ang="0">
                  <a:pos x="51" y="61"/>
                </a:cxn>
                <a:cxn ang="0">
                  <a:pos x="51" y="64"/>
                </a:cxn>
                <a:cxn ang="0">
                  <a:pos x="57" y="79"/>
                </a:cxn>
                <a:cxn ang="0">
                  <a:pos x="61" y="91"/>
                </a:cxn>
                <a:cxn ang="0">
                  <a:pos x="64" y="106"/>
                </a:cxn>
                <a:cxn ang="0">
                  <a:pos x="67" y="117"/>
                </a:cxn>
                <a:cxn ang="0">
                  <a:pos x="61" y="120"/>
                </a:cxn>
                <a:cxn ang="0">
                  <a:pos x="57" y="130"/>
                </a:cxn>
                <a:cxn ang="0">
                  <a:pos x="49" y="132"/>
                </a:cxn>
                <a:cxn ang="0">
                  <a:pos x="44" y="129"/>
                </a:cxn>
                <a:cxn ang="0">
                  <a:pos x="42" y="115"/>
                </a:cxn>
                <a:cxn ang="0">
                  <a:pos x="41" y="97"/>
                </a:cxn>
                <a:cxn ang="0">
                  <a:pos x="36" y="89"/>
                </a:cxn>
                <a:cxn ang="0">
                  <a:pos x="38" y="79"/>
                </a:cxn>
                <a:cxn ang="0">
                  <a:pos x="29" y="76"/>
                </a:cxn>
                <a:cxn ang="0">
                  <a:pos x="26" y="87"/>
                </a:cxn>
                <a:cxn ang="0">
                  <a:pos x="28" y="99"/>
                </a:cxn>
                <a:cxn ang="0">
                  <a:pos x="24" y="117"/>
                </a:cxn>
                <a:cxn ang="0">
                  <a:pos x="24" y="130"/>
                </a:cxn>
                <a:cxn ang="0">
                  <a:pos x="21" y="140"/>
                </a:cxn>
                <a:cxn ang="0">
                  <a:pos x="6" y="137"/>
                </a:cxn>
                <a:cxn ang="0">
                  <a:pos x="9" y="125"/>
                </a:cxn>
                <a:cxn ang="0">
                  <a:pos x="11" y="115"/>
                </a:cxn>
                <a:cxn ang="0">
                  <a:pos x="13" y="106"/>
                </a:cxn>
                <a:cxn ang="0">
                  <a:pos x="9" y="101"/>
                </a:cxn>
                <a:cxn ang="0">
                  <a:pos x="0" y="97"/>
                </a:cxn>
                <a:cxn ang="0">
                  <a:pos x="3" y="91"/>
                </a:cxn>
                <a:cxn ang="0">
                  <a:pos x="0" y="84"/>
                </a:cxn>
                <a:cxn ang="0">
                  <a:pos x="5" y="74"/>
                </a:cxn>
                <a:cxn ang="0">
                  <a:pos x="8" y="61"/>
                </a:cxn>
                <a:cxn ang="0">
                  <a:pos x="13" y="50"/>
                </a:cxn>
                <a:cxn ang="0">
                  <a:pos x="16" y="38"/>
                </a:cxn>
                <a:cxn ang="0">
                  <a:pos x="18" y="30"/>
                </a:cxn>
                <a:cxn ang="0">
                  <a:pos x="19" y="23"/>
                </a:cxn>
                <a:cxn ang="0">
                  <a:pos x="29" y="18"/>
                </a:cxn>
                <a:cxn ang="0">
                  <a:pos x="36" y="7"/>
                </a:cxn>
                <a:cxn ang="0">
                  <a:pos x="46" y="10"/>
                </a:cxn>
                <a:cxn ang="0">
                  <a:pos x="52" y="12"/>
                </a:cxn>
                <a:cxn ang="0">
                  <a:pos x="64" y="15"/>
                </a:cxn>
                <a:cxn ang="0">
                  <a:pos x="77" y="15"/>
                </a:cxn>
                <a:cxn ang="0">
                  <a:pos x="90" y="13"/>
                </a:cxn>
                <a:cxn ang="0">
                  <a:pos x="95" y="7"/>
                </a:cxn>
                <a:cxn ang="0">
                  <a:pos x="102" y="2"/>
                </a:cxn>
              </a:cxnLst>
              <a:rect l="0" t="0" r="r" b="b"/>
              <a:pathLst>
                <a:path w="108" h="140">
                  <a:moveTo>
                    <a:pt x="107" y="0"/>
                  </a:moveTo>
                  <a:lnTo>
                    <a:pt x="108" y="5"/>
                  </a:lnTo>
                  <a:lnTo>
                    <a:pt x="97" y="17"/>
                  </a:lnTo>
                  <a:lnTo>
                    <a:pt x="97" y="22"/>
                  </a:lnTo>
                  <a:lnTo>
                    <a:pt x="94" y="25"/>
                  </a:lnTo>
                  <a:lnTo>
                    <a:pt x="89" y="25"/>
                  </a:lnTo>
                  <a:lnTo>
                    <a:pt x="84" y="26"/>
                  </a:lnTo>
                  <a:lnTo>
                    <a:pt x="80" y="25"/>
                  </a:lnTo>
                  <a:lnTo>
                    <a:pt x="77" y="25"/>
                  </a:lnTo>
                  <a:lnTo>
                    <a:pt x="70" y="23"/>
                  </a:lnTo>
                  <a:lnTo>
                    <a:pt x="64" y="23"/>
                  </a:lnTo>
                  <a:lnTo>
                    <a:pt x="59" y="22"/>
                  </a:lnTo>
                  <a:lnTo>
                    <a:pt x="54" y="22"/>
                  </a:lnTo>
                  <a:lnTo>
                    <a:pt x="54" y="25"/>
                  </a:lnTo>
                  <a:lnTo>
                    <a:pt x="52" y="25"/>
                  </a:lnTo>
                  <a:lnTo>
                    <a:pt x="46" y="23"/>
                  </a:lnTo>
                  <a:lnTo>
                    <a:pt x="41" y="23"/>
                  </a:lnTo>
                  <a:lnTo>
                    <a:pt x="34" y="25"/>
                  </a:lnTo>
                  <a:lnTo>
                    <a:pt x="31" y="26"/>
                  </a:lnTo>
                  <a:lnTo>
                    <a:pt x="26" y="31"/>
                  </a:lnTo>
                  <a:lnTo>
                    <a:pt x="26" y="36"/>
                  </a:lnTo>
                  <a:lnTo>
                    <a:pt x="24" y="45"/>
                  </a:lnTo>
                  <a:lnTo>
                    <a:pt x="28" y="45"/>
                  </a:lnTo>
                  <a:lnTo>
                    <a:pt x="31" y="46"/>
                  </a:lnTo>
                  <a:lnTo>
                    <a:pt x="34" y="51"/>
                  </a:lnTo>
                  <a:lnTo>
                    <a:pt x="38" y="54"/>
                  </a:lnTo>
                  <a:lnTo>
                    <a:pt x="44" y="51"/>
                  </a:lnTo>
                  <a:lnTo>
                    <a:pt x="47" y="48"/>
                  </a:lnTo>
                  <a:lnTo>
                    <a:pt x="54" y="45"/>
                  </a:lnTo>
                  <a:lnTo>
                    <a:pt x="64" y="45"/>
                  </a:lnTo>
                  <a:lnTo>
                    <a:pt x="66" y="41"/>
                  </a:lnTo>
                  <a:lnTo>
                    <a:pt x="69" y="40"/>
                  </a:lnTo>
                  <a:lnTo>
                    <a:pt x="72" y="41"/>
                  </a:lnTo>
                  <a:lnTo>
                    <a:pt x="74" y="46"/>
                  </a:lnTo>
                  <a:lnTo>
                    <a:pt x="72" y="48"/>
                  </a:lnTo>
                  <a:lnTo>
                    <a:pt x="66" y="50"/>
                  </a:lnTo>
                  <a:lnTo>
                    <a:pt x="64" y="53"/>
                  </a:lnTo>
                  <a:lnTo>
                    <a:pt x="62" y="58"/>
                  </a:lnTo>
                  <a:lnTo>
                    <a:pt x="57" y="61"/>
                  </a:lnTo>
                  <a:lnTo>
                    <a:pt x="51" y="61"/>
                  </a:lnTo>
                  <a:lnTo>
                    <a:pt x="47" y="64"/>
                  </a:lnTo>
                  <a:lnTo>
                    <a:pt x="51" y="64"/>
                  </a:lnTo>
                  <a:lnTo>
                    <a:pt x="54" y="71"/>
                  </a:lnTo>
                  <a:lnTo>
                    <a:pt x="57" y="79"/>
                  </a:lnTo>
                  <a:lnTo>
                    <a:pt x="59" y="84"/>
                  </a:lnTo>
                  <a:lnTo>
                    <a:pt x="61" y="91"/>
                  </a:lnTo>
                  <a:lnTo>
                    <a:pt x="59" y="96"/>
                  </a:lnTo>
                  <a:lnTo>
                    <a:pt x="64" y="106"/>
                  </a:lnTo>
                  <a:lnTo>
                    <a:pt x="67" y="109"/>
                  </a:lnTo>
                  <a:lnTo>
                    <a:pt x="67" y="117"/>
                  </a:lnTo>
                  <a:lnTo>
                    <a:pt x="64" y="122"/>
                  </a:lnTo>
                  <a:lnTo>
                    <a:pt x="61" y="120"/>
                  </a:lnTo>
                  <a:lnTo>
                    <a:pt x="59" y="124"/>
                  </a:lnTo>
                  <a:lnTo>
                    <a:pt x="57" y="130"/>
                  </a:lnTo>
                  <a:lnTo>
                    <a:pt x="57" y="132"/>
                  </a:lnTo>
                  <a:lnTo>
                    <a:pt x="49" y="132"/>
                  </a:lnTo>
                  <a:lnTo>
                    <a:pt x="46" y="135"/>
                  </a:lnTo>
                  <a:lnTo>
                    <a:pt x="44" y="129"/>
                  </a:lnTo>
                  <a:lnTo>
                    <a:pt x="44" y="119"/>
                  </a:lnTo>
                  <a:lnTo>
                    <a:pt x="42" y="115"/>
                  </a:lnTo>
                  <a:lnTo>
                    <a:pt x="41" y="109"/>
                  </a:lnTo>
                  <a:lnTo>
                    <a:pt x="41" y="97"/>
                  </a:lnTo>
                  <a:lnTo>
                    <a:pt x="39" y="91"/>
                  </a:lnTo>
                  <a:lnTo>
                    <a:pt x="36" y="89"/>
                  </a:lnTo>
                  <a:lnTo>
                    <a:pt x="36" y="86"/>
                  </a:lnTo>
                  <a:lnTo>
                    <a:pt x="38" y="79"/>
                  </a:lnTo>
                  <a:lnTo>
                    <a:pt x="38" y="76"/>
                  </a:lnTo>
                  <a:lnTo>
                    <a:pt x="29" y="76"/>
                  </a:lnTo>
                  <a:lnTo>
                    <a:pt x="28" y="81"/>
                  </a:lnTo>
                  <a:lnTo>
                    <a:pt x="26" y="87"/>
                  </a:lnTo>
                  <a:lnTo>
                    <a:pt x="28" y="96"/>
                  </a:lnTo>
                  <a:lnTo>
                    <a:pt x="28" y="99"/>
                  </a:lnTo>
                  <a:lnTo>
                    <a:pt x="29" y="110"/>
                  </a:lnTo>
                  <a:lnTo>
                    <a:pt x="24" y="117"/>
                  </a:lnTo>
                  <a:lnTo>
                    <a:pt x="21" y="124"/>
                  </a:lnTo>
                  <a:lnTo>
                    <a:pt x="24" y="130"/>
                  </a:lnTo>
                  <a:lnTo>
                    <a:pt x="23" y="134"/>
                  </a:lnTo>
                  <a:lnTo>
                    <a:pt x="21" y="140"/>
                  </a:lnTo>
                  <a:lnTo>
                    <a:pt x="11" y="140"/>
                  </a:lnTo>
                  <a:lnTo>
                    <a:pt x="6" y="137"/>
                  </a:lnTo>
                  <a:lnTo>
                    <a:pt x="6" y="132"/>
                  </a:lnTo>
                  <a:lnTo>
                    <a:pt x="9" y="125"/>
                  </a:lnTo>
                  <a:lnTo>
                    <a:pt x="9" y="120"/>
                  </a:lnTo>
                  <a:lnTo>
                    <a:pt x="11" y="115"/>
                  </a:lnTo>
                  <a:lnTo>
                    <a:pt x="13" y="109"/>
                  </a:lnTo>
                  <a:lnTo>
                    <a:pt x="13" y="106"/>
                  </a:lnTo>
                  <a:lnTo>
                    <a:pt x="11" y="104"/>
                  </a:lnTo>
                  <a:lnTo>
                    <a:pt x="9" y="101"/>
                  </a:lnTo>
                  <a:lnTo>
                    <a:pt x="0" y="101"/>
                  </a:lnTo>
                  <a:lnTo>
                    <a:pt x="0" y="97"/>
                  </a:lnTo>
                  <a:lnTo>
                    <a:pt x="3" y="94"/>
                  </a:lnTo>
                  <a:lnTo>
                    <a:pt x="3" y="91"/>
                  </a:lnTo>
                  <a:lnTo>
                    <a:pt x="0" y="89"/>
                  </a:lnTo>
                  <a:lnTo>
                    <a:pt x="0" y="84"/>
                  </a:lnTo>
                  <a:lnTo>
                    <a:pt x="1" y="79"/>
                  </a:lnTo>
                  <a:lnTo>
                    <a:pt x="5" y="74"/>
                  </a:lnTo>
                  <a:lnTo>
                    <a:pt x="8" y="71"/>
                  </a:lnTo>
                  <a:lnTo>
                    <a:pt x="8" y="61"/>
                  </a:lnTo>
                  <a:lnTo>
                    <a:pt x="9" y="58"/>
                  </a:lnTo>
                  <a:lnTo>
                    <a:pt x="13" y="50"/>
                  </a:lnTo>
                  <a:lnTo>
                    <a:pt x="16" y="46"/>
                  </a:lnTo>
                  <a:lnTo>
                    <a:pt x="16" y="38"/>
                  </a:lnTo>
                  <a:lnTo>
                    <a:pt x="18" y="35"/>
                  </a:lnTo>
                  <a:lnTo>
                    <a:pt x="18" y="30"/>
                  </a:lnTo>
                  <a:lnTo>
                    <a:pt x="19" y="30"/>
                  </a:lnTo>
                  <a:lnTo>
                    <a:pt x="19" y="23"/>
                  </a:lnTo>
                  <a:lnTo>
                    <a:pt x="23" y="20"/>
                  </a:lnTo>
                  <a:lnTo>
                    <a:pt x="29" y="18"/>
                  </a:lnTo>
                  <a:lnTo>
                    <a:pt x="33" y="13"/>
                  </a:lnTo>
                  <a:lnTo>
                    <a:pt x="36" y="7"/>
                  </a:lnTo>
                  <a:lnTo>
                    <a:pt x="49" y="7"/>
                  </a:lnTo>
                  <a:lnTo>
                    <a:pt x="46" y="10"/>
                  </a:lnTo>
                  <a:lnTo>
                    <a:pt x="47" y="10"/>
                  </a:lnTo>
                  <a:lnTo>
                    <a:pt x="52" y="12"/>
                  </a:lnTo>
                  <a:lnTo>
                    <a:pt x="61" y="13"/>
                  </a:lnTo>
                  <a:lnTo>
                    <a:pt x="64" y="15"/>
                  </a:lnTo>
                  <a:lnTo>
                    <a:pt x="69" y="17"/>
                  </a:lnTo>
                  <a:lnTo>
                    <a:pt x="77" y="15"/>
                  </a:lnTo>
                  <a:lnTo>
                    <a:pt x="87" y="15"/>
                  </a:lnTo>
                  <a:lnTo>
                    <a:pt x="90" y="13"/>
                  </a:lnTo>
                  <a:lnTo>
                    <a:pt x="90" y="8"/>
                  </a:lnTo>
                  <a:lnTo>
                    <a:pt x="95" y="7"/>
                  </a:lnTo>
                  <a:lnTo>
                    <a:pt x="99" y="5"/>
                  </a:lnTo>
                  <a:lnTo>
                    <a:pt x="102" y="2"/>
                  </a:lnTo>
                  <a:lnTo>
                    <a:pt x="10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 name="Freeform 18"/>
            <p:cNvSpPr/>
            <p:nvPr/>
          </p:nvSpPr>
          <p:spPr bwMode="auto">
            <a:xfrm>
              <a:off x="7389813" y="3949700"/>
              <a:ext cx="46038" cy="88900"/>
            </a:xfrm>
            <a:custGeom>
              <a:avLst/>
              <a:gdLst/>
              <a:ahLst/>
              <a:cxnLst>
                <a:cxn ang="0">
                  <a:pos x="13" y="0"/>
                </a:cxn>
                <a:cxn ang="0">
                  <a:pos x="13" y="7"/>
                </a:cxn>
                <a:cxn ang="0">
                  <a:pos x="11" y="10"/>
                </a:cxn>
                <a:cxn ang="0">
                  <a:pos x="11" y="15"/>
                </a:cxn>
                <a:cxn ang="0">
                  <a:pos x="9" y="18"/>
                </a:cxn>
                <a:cxn ang="0">
                  <a:pos x="9" y="23"/>
                </a:cxn>
                <a:cxn ang="0">
                  <a:pos x="11" y="28"/>
                </a:cxn>
                <a:cxn ang="0">
                  <a:pos x="14" y="28"/>
                </a:cxn>
                <a:cxn ang="0">
                  <a:pos x="18" y="23"/>
                </a:cxn>
                <a:cxn ang="0">
                  <a:pos x="19" y="18"/>
                </a:cxn>
                <a:cxn ang="0">
                  <a:pos x="23" y="18"/>
                </a:cxn>
                <a:cxn ang="0">
                  <a:pos x="26" y="21"/>
                </a:cxn>
                <a:cxn ang="0">
                  <a:pos x="28" y="28"/>
                </a:cxn>
                <a:cxn ang="0">
                  <a:pos x="26" y="31"/>
                </a:cxn>
                <a:cxn ang="0">
                  <a:pos x="29" y="36"/>
                </a:cxn>
                <a:cxn ang="0">
                  <a:pos x="23" y="36"/>
                </a:cxn>
                <a:cxn ang="0">
                  <a:pos x="16" y="38"/>
                </a:cxn>
                <a:cxn ang="0">
                  <a:pos x="13" y="43"/>
                </a:cxn>
                <a:cxn ang="0">
                  <a:pos x="16" y="44"/>
                </a:cxn>
                <a:cxn ang="0">
                  <a:pos x="19" y="49"/>
                </a:cxn>
                <a:cxn ang="0">
                  <a:pos x="23" y="56"/>
                </a:cxn>
                <a:cxn ang="0">
                  <a:pos x="16" y="53"/>
                </a:cxn>
                <a:cxn ang="0">
                  <a:pos x="8" y="44"/>
                </a:cxn>
                <a:cxn ang="0">
                  <a:pos x="3" y="41"/>
                </a:cxn>
                <a:cxn ang="0">
                  <a:pos x="3" y="31"/>
                </a:cxn>
                <a:cxn ang="0">
                  <a:pos x="0" y="26"/>
                </a:cxn>
                <a:cxn ang="0">
                  <a:pos x="0" y="21"/>
                </a:cxn>
                <a:cxn ang="0">
                  <a:pos x="4" y="16"/>
                </a:cxn>
                <a:cxn ang="0">
                  <a:pos x="4" y="11"/>
                </a:cxn>
                <a:cxn ang="0">
                  <a:pos x="6" y="5"/>
                </a:cxn>
                <a:cxn ang="0">
                  <a:pos x="11" y="2"/>
                </a:cxn>
                <a:cxn ang="0">
                  <a:pos x="13" y="0"/>
                </a:cxn>
              </a:cxnLst>
              <a:rect l="0" t="0" r="r" b="b"/>
              <a:pathLst>
                <a:path w="29" h="56">
                  <a:moveTo>
                    <a:pt x="13" y="0"/>
                  </a:moveTo>
                  <a:lnTo>
                    <a:pt x="13" y="7"/>
                  </a:lnTo>
                  <a:lnTo>
                    <a:pt x="11" y="10"/>
                  </a:lnTo>
                  <a:lnTo>
                    <a:pt x="11" y="15"/>
                  </a:lnTo>
                  <a:lnTo>
                    <a:pt x="9" y="18"/>
                  </a:lnTo>
                  <a:lnTo>
                    <a:pt x="9" y="23"/>
                  </a:lnTo>
                  <a:lnTo>
                    <a:pt x="11" y="28"/>
                  </a:lnTo>
                  <a:lnTo>
                    <a:pt x="14" y="28"/>
                  </a:lnTo>
                  <a:lnTo>
                    <a:pt x="18" y="23"/>
                  </a:lnTo>
                  <a:lnTo>
                    <a:pt x="19" y="18"/>
                  </a:lnTo>
                  <a:lnTo>
                    <a:pt x="23" y="18"/>
                  </a:lnTo>
                  <a:lnTo>
                    <a:pt x="26" y="21"/>
                  </a:lnTo>
                  <a:lnTo>
                    <a:pt x="28" y="28"/>
                  </a:lnTo>
                  <a:lnTo>
                    <a:pt x="26" y="31"/>
                  </a:lnTo>
                  <a:lnTo>
                    <a:pt x="29" y="36"/>
                  </a:lnTo>
                  <a:lnTo>
                    <a:pt x="23" y="36"/>
                  </a:lnTo>
                  <a:lnTo>
                    <a:pt x="16" y="38"/>
                  </a:lnTo>
                  <a:lnTo>
                    <a:pt x="13" y="43"/>
                  </a:lnTo>
                  <a:lnTo>
                    <a:pt x="16" y="44"/>
                  </a:lnTo>
                  <a:lnTo>
                    <a:pt x="19" y="49"/>
                  </a:lnTo>
                  <a:lnTo>
                    <a:pt x="23" y="56"/>
                  </a:lnTo>
                  <a:lnTo>
                    <a:pt x="16" y="53"/>
                  </a:lnTo>
                  <a:lnTo>
                    <a:pt x="8" y="44"/>
                  </a:lnTo>
                  <a:lnTo>
                    <a:pt x="3" y="41"/>
                  </a:lnTo>
                  <a:lnTo>
                    <a:pt x="3" y="31"/>
                  </a:lnTo>
                  <a:lnTo>
                    <a:pt x="0" y="26"/>
                  </a:lnTo>
                  <a:lnTo>
                    <a:pt x="0" y="21"/>
                  </a:lnTo>
                  <a:lnTo>
                    <a:pt x="4" y="16"/>
                  </a:lnTo>
                  <a:lnTo>
                    <a:pt x="4" y="11"/>
                  </a:lnTo>
                  <a:lnTo>
                    <a:pt x="6" y="5"/>
                  </a:lnTo>
                  <a:lnTo>
                    <a:pt x="11" y="2"/>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 name="Freeform 19"/>
            <p:cNvSpPr/>
            <p:nvPr/>
          </p:nvSpPr>
          <p:spPr bwMode="auto">
            <a:xfrm>
              <a:off x="7407276" y="4090988"/>
              <a:ext cx="84138" cy="39688"/>
            </a:xfrm>
            <a:custGeom>
              <a:avLst/>
              <a:gdLst/>
              <a:ahLst/>
              <a:cxnLst>
                <a:cxn ang="0">
                  <a:pos x="15" y="0"/>
                </a:cxn>
                <a:cxn ang="0">
                  <a:pos x="28" y="0"/>
                </a:cxn>
                <a:cxn ang="0">
                  <a:pos x="35" y="2"/>
                </a:cxn>
                <a:cxn ang="0">
                  <a:pos x="40" y="5"/>
                </a:cxn>
                <a:cxn ang="0">
                  <a:pos x="45" y="10"/>
                </a:cxn>
                <a:cxn ang="0">
                  <a:pos x="51" y="20"/>
                </a:cxn>
                <a:cxn ang="0">
                  <a:pos x="53" y="25"/>
                </a:cxn>
                <a:cxn ang="0">
                  <a:pos x="48" y="21"/>
                </a:cxn>
                <a:cxn ang="0">
                  <a:pos x="45" y="20"/>
                </a:cxn>
                <a:cxn ang="0">
                  <a:pos x="41" y="16"/>
                </a:cxn>
                <a:cxn ang="0">
                  <a:pos x="36" y="16"/>
                </a:cxn>
                <a:cxn ang="0">
                  <a:pos x="33" y="15"/>
                </a:cxn>
                <a:cxn ang="0">
                  <a:pos x="31" y="11"/>
                </a:cxn>
                <a:cxn ang="0">
                  <a:pos x="15" y="11"/>
                </a:cxn>
                <a:cxn ang="0">
                  <a:pos x="13" y="13"/>
                </a:cxn>
                <a:cxn ang="0">
                  <a:pos x="7" y="16"/>
                </a:cxn>
                <a:cxn ang="0">
                  <a:pos x="5" y="13"/>
                </a:cxn>
                <a:cxn ang="0">
                  <a:pos x="2" y="11"/>
                </a:cxn>
                <a:cxn ang="0">
                  <a:pos x="0" y="13"/>
                </a:cxn>
                <a:cxn ang="0">
                  <a:pos x="0" y="10"/>
                </a:cxn>
                <a:cxn ang="0">
                  <a:pos x="2" y="6"/>
                </a:cxn>
                <a:cxn ang="0">
                  <a:pos x="5" y="3"/>
                </a:cxn>
                <a:cxn ang="0">
                  <a:pos x="15" y="0"/>
                </a:cxn>
              </a:cxnLst>
              <a:rect l="0" t="0" r="r" b="b"/>
              <a:pathLst>
                <a:path w="53" h="25">
                  <a:moveTo>
                    <a:pt x="15" y="0"/>
                  </a:moveTo>
                  <a:lnTo>
                    <a:pt x="28" y="0"/>
                  </a:lnTo>
                  <a:lnTo>
                    <a:pt x="35" y="2"/>
                  </a:lnTo>
                  <a:lnTo>
                    <a:pt x="40" y="5"/>
                  </a:lnTo>
                  <a:lnTo>
                    <a:pt x="45" y="10"/>
                  </a:lnTo>
                  <a:lnTo>
                    <a:pt x="51" y="20"/>
                  </a:lnTo>
                  <a:lnTo>
                    <a:pt x="53" y="25"/>
                  </a:lnTo>
                  <a:lnTo>
                    <a:pt x="48" y="21"/>
                  </a:lnTo>
                  <a:lnTo>
                    <a:pt x="45" y="20"/>
                  </a:lnTo>
                  <a:lnTo>
                    <a:pt x="41" y="16"/>
                  </a:lnTo>
                  <a:lnTo>
                    <a:pt x="36" y="16"/>
                  </a:lnTo>
                  <a:lnTo>
                    <a:pt x="33" y="15"/>
                  </a:lnTo>
                  <a:lnTo>
                    <a:pt x="31" y="11"/>
                  </a:lnTo>
                  <a:lnTo>
                    <a:pt x="15" y="11"/>
                  </a:lnTo>
                  <a:lnTo>
                    <a:pt x="13" y="13"/>
                  </a:lnTo>
                  <a:lnTo>
                    <a:pt x="7" y="16"/>
                  </a:lnTo>
                  <a:lnTo>
                    <a:pt x="5" y="13"/>
                  </a:lnTo>
                  <a:lnTo>
                    <a:pt x="2" y="11"/>
                  </a:lnTo>
                  <a:lnTo>
                    <a:pt x="0" y="13"/>
                  </a:lnTo>
                  <a:lnTo>
                    <a:pt x="0" y="10"/>
                  </a:lnTo>
                  <a:lnTo>
                    <a:pt x="2" y="6"/>
                  </a:lnTo>
                  <a:lnTo>
                    <a:pt x="5" y="3"/>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 name="Freeform 20"/>
            <p:cNvSpPr/>
            <p:nvPr/>
          </p:nvSpPr>
          <p:spPr bwMode="auto">
            <a:xfrm>
              <a:off x="7367588" y="4106863"/>
              <a:ext cx="26988" cy="20638"/>
            </a:xfrm>
            <a:custGeom>
              <a:avLst/>
              <a:gdLst/>
              <a:ahLst/>
              <a:cxnLst>
                <a:cxn ang="0">
                  <a:pos x="7" y="0"/>
                </a:cxn>
                <a:cxn ang="0">
                  <a:pos x="10" y="0"/>
                </a:cxn>
                <a:cxn ang="0">
                  <a:pos x="15" y="1"/>
                </a:cxn>
                <a:cxn ang="0">
                  <a:pos x="14" y="6"/>
                </a:cxn>
                <a:cxn ang="0">
                  <a:pos x="17" y="6"/>
                </a:cxn>
                <a:cxn ang="0">
                  <a:pos x="10" y="13"/>
                </a:cxn>
                <a:cxn ang="0">
                  <a:pos x="4" y="13"/>
                </a:cxn>
                <a:cxn ang="0">
                  <a:pos x="0" y="6"/>
                </a:cxn>
                <a:cxn ang="0">
                  <a:pos x="7" y="0"/>
                </a:cxn>
              </a:cxnLst>
              <a:rect l="0" t="0" r="r" b="b"/>
              <a:pathLst>
                <a:path w="17" h="13">
                  <a:moveTo>
                    <a:pt x="7" y="0"/>
                  </a:moveTo>
                  <a:lnTo>
                    <a:pt x="10" y="0"/>
                  </a:lnTo>
                  <a:lnTo>
                    <a:pt x="15" y="1"/>
                  </a:lnTo>
                  <a:lnTo>
                    <a:pt x="14" y="6"/>
                  </a:lnTo>
                  <a:lnTo>
                    <a:pt x="17" y="6"/>
                  </a:lnTo>
                  <a:lnTo>
                    <a:pt x="10" y="13"/>
                  </a:lnTo>
                  <a:lnTo>
                    <a:pt x="4" y="13"/>
                  </a:lnTo>
                  <a:lnTo>
                    <a:pt x="0" y="6"/>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 name="Freeform 21"/>
            <p:cNvSpPr/>
            <p:nvPr/>
          </p:nvSpPr>
          <p:spPr bwMode="auto">
            <a:xfrm>
              <a:off x="7645401" y="4260850"/>
              <a:ext cx="28575" cy="39688"/>
            </a:xfrm>
            <a:custGeom>
              <a:avLst/>
              <a:gdLst/>
              <a:ahLst/>
              <a:cxnLst>
                <a:cxn ang="0">
                  <a:pos x="13" y="0"/>
                </a:cxn>
                <a:cxn ang="0">
                  <a:pos x="18" y="5"/>
                </a:cxn>
                <a:cxn ang="0">
                  <a:pos x="17" y="11"/>
                </a:cxn>
                <a:cxn ang="0">
                  <a:pos x="13" y="21"/>
                </a:cxn>
                <a:cxn ang="0">
                  <a:pos x="8" y="23"/>
                </a:cxn>
                <a:cxn ang="0">
                  <a:pos x="2" y="25"/>
                </a:cxn>
                <a:cxn ang="0">
                  <a:pos x="0" y="21"/>
                </a:cxn>
                <a:cxn ang="0">
                  <a:pos x="0" y="11"/>
                </a:cxn>
                <a:cxn ang="0">
                  <a:pos x="5" y="5"/>
                </a:cxn>
                <a:cxn ang="0">
                  <a:pos x="8" y="2"/>
                </a:cxn>
                <a:cxn ang="0">
                  <a:pos x="13" y="0"/>
                </a:cxn>
              </a:cxnLst>
              <a:rect l="0" t="0" r="r" b="b"/>
              <a:pathLst>
                <a:path w="18" h="25">
                  <a:moveTo>
                    <a:pt x="13" y="0"/>
                  </a:moveTo>
                  <a:lnTo>
                    <a:pt x="18" y="5"/>
                  </a:lnTo>
                  <a:lnTo>
                    <a:pt x="17" y="11"/>
                  </a:lnTo>
                  <a:lnTo>
                    <a:pt x="13" y="21"/>
                  </a:lnTo>
                  <a:lnTo>
                    <a:pt x="8" y="23"/>
                  </a:lnTo>
                  <a:lnTo>
                    <a:pt x="2" y="25"/>
                  </a:lnTo>
                  <a:lnTo>
                    <a:pt x="0" y="21"/>
                  </a:lnTo>
                  <a:lnTo>
                    <a:pt x="0" y="11"/>
                  </a:lnTo>
                  <a:lnTo>
                    <a:pt x="5" y="5"/>
                  </a:lnTo>
                  <a:lnTo>
                    <a:pt x="8" y="2"/>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 name="Freeform 22"/>
            <p:cNvSpPr/>
            <p:nvPr/>
          </p:nvSpPr>
          <p:spPr bwMode="auto">
            <a:xfrm>
              <a:off x="7496176" y="4041775"/>
              <a:ext cx="471488" cy="352425"/>
            </a:xfrm>
            <a:custGeom>
              <a:avLst/>
              <a:gdLst/>
              <a:ahLst/>
              <a:cxnLst>
                <a:cxn ang="0">
                  <a:pos x="15" y="3"/>
                </a:cxn>
                <a:cxn ang="0">
                  <a:pos x="43" y="1"/>
                </a:cxn>
                <a:cxn ang="0">
                  <a:pos x="50" y="9"/>
                </a:cxn>
                <a:cxn ang="0">
                  <a:pos x="45" y="26"/>
                </a:cxn>
                <a:cxn ang="0">
                  <a:pos x="55" y="39"/>
                </a:cxn>
                <a:cxn ang="0">
                  <a:pos x="59" y="49"/>
                </a:cxn>
                <a:cxn ang="0">
                  <a:pos x="71" y="46"/>
                </a:cxn>
                <a:cxn ang="0">
                  <a:pos x="83" y="37"/>
                </a:cxn>
                <a:cxn ang="0">
                  <a:pos x="89" y="33"/>
                </a:cxn>
                <a:cxn ang="0">
                  <a:pos x="92" y="26"/>
                </a:cxn>
                <a:cxn ang="0">
                  <a:pos x="101" y="19"/>
                </a:cxn>
                <a:cxn ang="0">
                  <a:pos x="124" y="31"/>
                </a:cxn>
                <a:cxn ang="0">
                  <a:pos x="140" y="42"/>
                </a:cxn>
                <a:cxn ang="0">
                  <a:pos x="155" y="46"/>
                </a:cxn>
                <a:cxn ang="0">
                  <a:pos x="177" y="62"/>
                </a:cxn>
                <a:cxn ang="0">
                  <a:pos x="196" y="70"/>
                </a:cxn>
                <a:cxn ang="0">
                  <a:pos x="213" y="77"/>
                </a:cxn>
                <a:cxn ang="0">
                  <a:pos x="224" y="92"/>
                </a:cxn>
                <a:cxn ang="0">
                  <a:pos x="239" y="107"/>
                </a:cxn>
                <a:cxn ang="0">
                  <a:pos x="256" y="118"/>
                </a:cxn>
                <a:cxn ang="0">
                  <a:pos x="251" y="128"/>
                </a:cxn>
                <a:cxn ang="0">
                  <a:pos x="247" y="143"/>
                </a:cxn>
                <a:cxn ang="0">
                  <a:pos x="266" y="178"/>
                </a:cxn>
                <a:cxn ang="0">
                  <a:pos x="274" y="184"/>
                </a:cxn>
                <a:cxn ang="0">
                  <a:pos x="282" y="194"/>
                </a:cxn>
                <a:cxn ang="0">
                  <a:pos x="290" y="207"/>
                </a:cxn>
                <a:cxn ang="0">
                  <a:pos x="297" y="219"/>
                </a:cxn>
                <a:cxn ang="0">
                  <a:pos x="272" y="217"/>
                </a:cxn>
                <a:cxn ang="0">
                  <a:pos x="252" y="209"/>
                </a:cxn>
                <a:cxn ang="0">
                  <a:pos x="229" y="176"/>
                </a:cxn>
                <a:cxn ang="0">
                  <a:pos x="226" y="163"/>
                </a:cxn>
                <a:cxn ang="0">
                  <a:pos x="210" y="148"/>
                </a:cxn>
                <a:cxn ang="0">
                  <a:pos x="196" y="153"/>
                </a:cxn>
                <a:cxn ang="0">
                  <a:pos x="188" y="161"/>
                </a:cxn>
                <a:cxn ang="0">
                  <a:pos x="177" y="166"/>
                </a:cxn>
                <a:cxn ang="0">
                  <a:pos x="183" y="178"/>
                </a:cxn>
                <a:cxn ang="0">
                  <a:pos x="162" y="187"/>
                </a:cxn>
                <a:cxn ang="0">
                  <a:pos x="145" y="182"/>
                </a:cxn>
                <a:cxn ang="0">
                  <a:pos x="135" y="174"/>
                </a:cxn>
                <a:cxn ang="0">
                  <a:pos x="117" y="163"/>
                </a:cxn>
                <a:cxn ang="0">
                  <a:pos x="116" y="153"/>
                </a:cxn>
                <a:cxn ang="0">
                  <a:pos x="114" y="140"/>
                </a:cxn>
                <a:cxn ang="0">
                  <a:pos x="112" y="120"/>
                </a:cxn>
                <a:cxn ang="0">
                  <a:pos x="107" y="107"/>
                </a:cxn>
                <a:cxn ang="0">
                  <a:pos x="92" y="92"/>
                </a:cxn>
                <a:cxn ang="0">
                  <a:pos x="69" y="85"/>
                </a:cxn>
                <a:cxn ang="0">
                  <a:pos x="55" y="77"/>
                </a:cxn>
                <a:cxn ang="0">
                  <a:pos x="43" y="62"/>
                </a:cxn>
                <a:cxn ang="0">
                  <a:pos x="51" y="44"/>
                </a:cxn>
                <a:cxn ang="0">
                  <a:pos x="41" y="46"/>
                </a:cxn>
                <a:cxn ang="0">
                  <a:pos x="35" y="74"/>
                </a:cxn>
                <a:cxn ang="0">
                  <a:pos x="23" y="67"/>
                </a:cxn>
                <a:cxn ang="0">
                  <a:pos x="23" y="56"/>
                </a:cxn>
                <a:cxn ang="0">
                  <a:pos x="10" y="44"/>
                </a:cxn>
                <a:cxn ang="0">
                  <a:pos x="18" y="36"/>
                </a:cxn>
                <a:cxn ang="0">
                  <a:pos x="27" y="31"/>
                </a:cxn>
                <a:cxn ang="0">
                  <a:pos x="36" y="29"/>
                </a:cxn>
                <a:cxn ang="0">
                  <a:pos x="13" y="26"/>
                </a:cxn>
                <a:cxn ang="0">
                  <a:pos x="7" y="19"/>
                </a:cxn>
                <a:cxn ang="0">
                  <a:pos x="0" y="13"/>
                </a:cxn>
                <a:cxn ang="0">
                  <a:pos x="5" y="1"/>
                </a:cxn>
              </a:cxnLst>
              <a:rect l="0" t="0" r="r" b="b"/>
              <a:pathLst>
                <a:path w="297" h="222">
                  <a:moveTo>
                    <a:pt x="10" y="0"/>
                  </a:moveTo>
                  <a:lnTo>
                    <a:pt x="15" y="0"/>
                  </a:lnTo>
                  <a:lnTo>
                    <a:pt x="15" y="3"/>
                  </a:lnTo>
                  <a:lnTo>
                    <a:pt x="18" y="0"/>
                  </a:lnTo>
                  <a:lnTo>
                    <a:pt x="36" y="0"/>
                  </a:lnTo>
                  <a:lnTo>
                    <a:pt x="43" y="1"/>
                  </a:lnTo>
                  <a:lnTo>
                    <a:pt x="45" y="3"/>
                  </a:lnTo>
                  <a:lnTo>
                    <a:pt x="46" y="6"/>
                  </a:lnTo>
                  <a:lnTo>
                    <a:pt x="50" y="9"/>
                  </a:lnTo>
                  <a:lnTo>
                    <a:pt x="50" y="13"/>
                  </a:lnTo>
                  <a:lnTo>
                    <a:pt x="45" y="19"/>
                  </a:lnTo>
                  <a:lnTo>
                    <a:pt x="45" y="26"/>
                  </a:lnTo>
                  <a:lnTo>
                    <a:pt x="46" y="31"/>
                  </a:lnTo>
                  <a:lnTo>
                    <a:pt x="53" y="34"/>
                  </a:lnTo>
                  <a:lnTo>
                    <a:pt x="55" y="39"/>
                  </a:lnTo>
                  <a:lnTo>
                    <a:pt x="56" y="41"/>
                  </a:lnTo>
                  <a:lnTo>
                    <a:pt x="58" y="46"/>
                  </a:lnTo>
                  <a:lnTo>
                    <a:pt x="59" y="49"/>
                  </a:lnTo>
                  <a:lnTo>
                    <a:pt x="63" y="51"/>
                  </a:lnTo>
                  <a:lnTo>
                    <a:pt x="68" y="51"/>
                  </a:lnTo>
                  <a:lnTo>
                    <a:pt x="71" y="46"/>
                  </a:lnTo>
                  <a:lnTo>
                    <a:pt x="74" y="42"/>
                  </a:lnTo>
                  <a:lnTo>
                    <a:pt x="81" y="41"/>
                  </a:lnTo>
                  <a:lnTo>
                    <a:pt x="83" y="37"/>
                  </a:lnTo>
                  <a:lnTo>
                    <a:pt x="81" y="31"/>
                  </a:lnTo>
                  <a:lnTo>
                    <a:pt x="84" y="31"/>
                  </a:lnTo>
                  <a:lnTo>
                    <a:pt x="89" y="33"/>
                  </a:lnTo>
                  <a:lnTo>
                    <a:pt x="94" y="31"/>
                  </a:lnTo>
                  <a:lnTo>
                    <a:pt x="92" y="28"/>
                  </a:lnTo>
                  <a:lnTo>
                    <a:pt x="92" y="26"/>
                  </a:lnTo>
                  <a:lnTo>
                    <a:pt x="94" y="24"/>
                  </a:lnTo>
                  <a:lnTo>
                    <a:pt x="96" y="24"/>
                  </a:lnTo>
                  <a:lnTo>
                    <a:pt x="101" y="19"/>
                  </a:lnTo>
                  <a:lnTo>
                    <a:pt x="111" y="19"/>
                  </a:lnTo>
                  <a:lnTo>
                    <a:pt x="117" y="24"/>
                  </a:lnTo>
                  <a:lnTo>
                    <a:pt x="124" y="31"/>
                  </a:lnTo>
                  <a:lnTo>
                    <a:pt x="134" y="37"/>
                  </a:lnTo>
                  <a:lnTo>
                    <a:pt x="135" y="39"/>
                  </a:lnTo>
                  <a:lnTo>
                    <a:pt x="140" y="42"/>
                  </a:lnTo>
                  <a:lnTo>
                    <a:pt x="144" y="44"/>
                  </a:lnTo>
                  <a:lnTo>
                    <a:pt x="147" y="42"/>
                  </a:lnTo>
                  <a:lnTo>
                    <a:pt x="155" y="46"/>
                  </a:lnTo>
                  <a:lnTo>
                    <a:pt x="157" y="49"/>
                  </a:lnTo>
                  <a:lnTo>
                    <a:pt x="170" y="57"/>
                  </a:lnTo>
                  <a:lnTo>
                    <a:pt x="177" y="62"/>
                  </a:lnTo>
                  <a:lnTo>
                    <a:pt x="183" y="65"/>
                  </a:lnTo>
                  <a:lnTo>
                    <a:pt x="188" y="70"/>
                  </a:lnTo>
                  <a:lnTo>
                    <a:pt x="196" y="70"/>
                  </a:lnTo>
                  <a:lnTo>
                    <a:pt x="203" y="74"/>
                  </a:lnTo>
                  <a:lnTo>
                    <a:pt x="206" y="77"/>
                  </a:lnTo>
                  <a:lnTo>
                    <a:pt x="213" y="77"/>
                  </a:lnTo>
                  <a:lnTo>
                    <a:pt x="216" y="80"/>
                  </a:lnTo>
                  <a:lnTo>
                    <a:pt x="221" y="87"/>
                  </a:lnTo>
                  <a:lnTo>
                    <a:pt x="224" y="92"/>
                  </a:lnTo>
                  <a:lnTo>
                    <a:pt x="226" y="98"/>
                  </a:lnTo>
                  <a:lnTo>
                    <a:pt x="226" y="107"/>
                  </a:lnTo>
                  <a:lnTo>
                    <a:pt x="239" y="107"/>
                  </a:lnTo>
                  <a:lnTo>
                    <a:pt x="244" y="110"/>
                  </a:lnTo>
                  <a:lnTo>
                    <a:pt x="251" y="115"/>
                  </a:lnTo>
                  <a:lnTo>
                    <a:pt x="256" y="118"/>
                  </a:lnTo>
                  <a:lnTo>
                    <a:pt x="259" y="125"/>
                  </a:lnTo>
                  <a:lnTo>
                    <a:pt x="257" y="128"/>
                  </a:lnTo>
                  <a:lnTo>
                    <a:pt x="251" y="128"/>
                  </a:lnTo>
                  <a:lnTo>
                    <a:pt x="246" y="131"/>
                  </a:lnTo>
                  <a:lnTo>
                    <a:pt x="244" y="135"/>
                  </a:lnTo>
                  <a:lnTo>
                    <a:pt x="247" y="143"/>
                  </a:lnTo>
                  <a:lnTo>
                    <a:pt x="259" y="166"/>
                  </a:lnTo>
                  <a:lnTo>
                    <a:pt x="261" y="171"/>
                  </a:lnTo>
                  <a:lnTo>
                    <a:pt x="266" y="178"/>
                  </a:lnTo>
                  <a:lnTo>
                    <a:pt x="269" y="181"/>
                  </a:lnTo>
                  <a:lnTo>
                    <a:pt x="272" y="179"/>
                  </a:lnTo>
                  <a:lnTo>
                    <a:pt x="274" y="184"/>
                  </a:lnTo>
                  <a:lnTo>
                    <a:pt x="272" y="191"/>
                  </a:lnTo>
                  <a:lnTo>
                    <a:pt x="279" y="194"/>
                  </a:lnTo>
                  <a:lnTo>
                    <a:pt x="282" y="194"/>
                  </a:lnTo>
                  <a:lnTo>
                    <a:pt x="284" y="199"/>
                  </a:lnTo>
                  <a:lnTo>
                    <a:pt x="284" y="204"/>
                  </a:lnTo>
                  <a:lnTo>
                    <a:pt x="290" y="207"/>
                  </a:lnTo>
                  <a:lnTo>
                    <a:pt x="295" y="210"/>
                  </a:lnTo>
                  <a:lnTo>
                    <a:pt x="294" y="214"/>
                  </a:lnTo>
                  <a:lnTo>
                    <a:pt x="297" y="219"/>
                  </a:lnTo>
                  <a:lnTo>
                    <a:pt x="287" y="222"/>
                  </a:lnTo>
                  <a:lnTo>
                    <a:pt x="276" y="219"/>
                  </a:lnTo>
                  <a:lnTo>
                    <a:pt x="272" y="217"/>
                  </a:lnTo>
                  <a:lnTo>
                    <a:pt x="261" y="215"/>
                  </a:lnTo>
                  <a:lnTo>
                    <a:pt x="257" y="212"/>
                  </a:lnTo>
                  <a:lnTo>
                    <a:pt x="252" y="209"/>
                  </a:lnTo>
                  <a:lnTo>
                    <a:pt x="243" y="206"/>
                  </a:lnTo>
                  <a:lnTo>
                    <a:pt x="241" y="199"/>
                  </a:lnTo>
                  <a:lnTo>
                    <a:pt x="229" y="176"/>
                  </a:lnTo>
                  <a:lnTo>
                    <a:pt x="231" y="171"/>
                  </a:lnTo>
                  <a:lnTo>
                    <a:pt x="229" y="164"/>
                  </a:lnTo>
                  <a:lnTo>
                    <a:pt x="226" y="163"/>
                  </a:lnTo>
                  <a:lnTo>
                    <a:pt x="223" y="156"/>
                  </a:lnTo>
                  <a:lnTo>
                    <a:pt x="215" y="151"/>
                  </a:lnTo>
                  <a:lnTo>
                    <a:pt x="210" y="148"/>
                  </a:lnTo>
                  <a:lnTo>
                    <a:pt x="203" y="148"/>
                  </a:lnTo>
                  <a:lnTo>
                    <a:pt x="196" y="149"/>
                  </a:lnTo>
                  <a:lnTo>
                    <a:pt x="196" y="153"/>
                  </a:lnTo>
                  <a:lnTo>
                    <a:pt x="195" y="158"/>
                  </a:lnTo>
                  <a:lnTo>
                    <a:pt x="190" y="158"/>
                  </a:lnTo>
                  <a:lnTo>
                    <a:pt x="188" y="161"/>
                  </a:lnTo>
                  <a:lnTo>
                    <a:pt x="170" y="161"/>
                  </a:lnTo>
                  <a:lnTo>
                    <a:pt x="170" y="163"/>
                  </a:lnTo>
                  <a:lnTo>
                    <a:pt x="177" y="166"/>
                  </a:lnTo>
                  <a:lnTo>
                    <a:pt x="182" y="169"/>
                  </a:lnTo>
                  <a:lnTo>
                    <a:pt x="183" y="173"/>
                  </a:lnTo>
                  <a:lnTo>
                    <a:pt x="183" y="178"/>
                  </a:lnTo>
                  <a:lnTo>
                    <a:pt x="178" y="181"/>
                  </a:lnTo>
                  <a:lnTo>
                    <a:pt x="172" y="186"/>
                  </a:lnTo>
                  <a:lnTo>
                    <a:pt x="162" y="187"/>
                  </a:lnTo>
                  <a:lnTo>
                    <a:pt x="155" y="189"/>
                  </a:lnTo>
                  <a:lnTo>
                    <a:pt x="149" y="186"/>
                  </a:lnTo>
                  <a:lnTo>
                    <a:pt x="145" y="182"/>
                  </a:lnTo>
                  <a:lnTo>
                    <a:pt x="142" y="181"/>
                  </a:lnTo>
                  <a:lnTo>
                    <a:pt x="137" y="181"/>
                  </a:lnTo>
                  <a:lnTo>
                    <a:pt x="135" y="174"/>
                  </a:lnTo>
                  <a:lnTo>
                    <a:pt x="134" y="169"/>
                  </a:lnTo>
                  <a:lnTo>
                    <a:pt x="124" y="163"/>
                  </a:lnTo>
                  <a:lnTo>
                    <a:pt x="117" y="163"/>
                  </a:lnTo>
                  <a:lnTo>
                    <a:pt x="114" y="161"/>
                  </a:lnTo>
                  <a:lnTo>
                    <a:pt x="112" y="159"/>
                  </a:lnTo>
                  <a:lnTo>
                    <a:pt x="116" y="153"/>
                  </a:lnTo>
                  <a:lnTo>
                    <a:pt x="117" y="148"/>
                  </a:lnTo>
                  <a:lnTo>
                    <a:pt x="116" y="143"/>
                  </a:lnTo>
                  <a:lnTo>
                    <a:pt x="114" y="140"/>
                  </a:lnTo>
                  <a:lnTo>
                    <a:pt x="116" y="138"/>
                  </a:lnTo>
                  <a:lnTo>
                    <a:pt x="112" y="135"/>
                  </a:lnTo>
                  <a:lnTo>
                    <a:pt x="112" y="120"/>
                  </a:lnTo>
                  <a:lnTo>
                    <a:pt x="111" y="113"/>
                  </a:lnTo>
                  <a:lnTo>
                    <a:pt x="111" y="107"/>
                  </a:lnTo>
                  <a:lnTo>
                    <a:pt x="107" y="107"/>
                  </a:lnTo>
                  <a:lnTo>
                    <a:pt x="104" y="103"/>
                  </a:lnTo>
                  <a:lnTo>
                    <a:pt x="97" y="95"/>
                  </a:lnTo>
                  <a:lnTo>
                    <a:pt x="92" y="92"/>
                  </a:lnTo>
                  <a:lnTo>
                    <a:pt x="83" y="92"/>
                  </a:lnTo>
                  <a:lnTo>
                    <a:pt x="74" y="89"/>
                  </a:lnTo>
                  <a:lnTo>
                    <a:pt x="69" y="85"/>
                  </a:lnTo>
                  <a:lnTo>
                    <a:pt x="61" y="82"/>
                  </a:lnTo>
                  <a:lnTo>
                    <a:pt x="59" y="77"/>
                  </a:lnTo>
                  <a:lnTo>
                    <a:pt x="55" y="77"/>
                  </a:lnTo>
                  <a:lnTo>
                    <a:pt x="51" y="72"/>
                  </a:lnTo>
                  <a:lnTo>
                    <a:pt x="46" y="69"/>
                  </a:lnTo>
                  <a:lnTo>
                    <a:pt x="43" y="62"/>
                  </a:lnTo>
                  <a:lnTo>
                    <a:pt x="46" y="49"/>
                  </a:lnTo>
                  <a:lnTo>
                    <a:pt x="50" y="47"/>
                  </a:lnTo>
                  <a:lnTo>
                    <a:pt x="51" y="44"/>
                  </a:lnTo>
                  <a:lnTo>
                    <a:pt x="48" y="41"/>
                  </a:lnTo>
                  <a:lnTo>
                    <a:pt x="45" y="44"/>
                  </a:lnTo>
                  <a:lnTo>
                    <a:pt x="41" y="46"/>
                  </a:lnTo>
                  <a:lnTo>
                    <a:pt x="38" y="51"/>
                  </a:lnTo>
                  <a:lnTo>
                    <a:pt x="38" y="69"/>
                  </a:lnTo>
                  <a:lnTo>
                    <a:pt x="35" y="74"/>
                  </a:lnTo>
                  <a:lnTo>
                    <a:pt x="28" y="75"/>
                  </a:lnTo>
                  <a:lnTo>
                    <a:pt x="25" y="72"/>
                  </a:lnTo>
                  <a:lnTo>
                    <a:pt x="23" y="67"/>
                  </a:lnTo>
                  <a:lnTo>
                    <a:pt x="23" y="64"/>
                  </a:lnTo>
                  <a:lnTo>
                    <a:pt x="25" y="59"/>
                  </a:lnTo>
                  <a:lnTo>
                    <a:pt x="23" y="56"/>
                  </a:lnTo>
                  <a:lnTo>
                    <a:pt x="20" y="52"/>
                  </a:lnTo>
                  <a:lnTo>
                    <a:pt x="17" y="47"/>
                  </a:lnTo>
                  <a:lnTo>
                    <a:pt x="10" y="44"/>
                  </a:lnTo>
                  <a:lnTo>
                    <a:pt x="8" y="39"/>
                  </a:lnTo>
                  <a:lnTo>
                    <a:pt x="18" y="39"/>
                  </a:lnTo>
                  <a:lnTo>
                    <a:pt x="18" y="36"/>
                  </a:lnTo>
                  <a:lnTo>
                    <a:pt x="22" y="36"/>
                  </a:lnTo>
                  <a:lnTo>
                    <a:pt x="27" y="34"/>
                  </a:lnTo>
                  <a:lnTo>
                    <a:pt x="27" y="31"/>
                  </a:lnTo>
                  <a:lnTo>
                    <a:pt x="36" y="34"/>
                  </a:lnTo>
                  <a:lnTo>
                    <a:pt x="40" y="33"/>
                  </a:lnTo>
                  <a:lnTo>
                    <a:pt x="36" y="29"/>
                  </a:lnTo>
                  <a:lnTo>
                    <a:pt x="33" y="28"/>
                  </a:lnTo>
                  <a:lnTo>
                    <a:pt x="18" y="28"/>
                  </a:lnTo>
                  <a:lnTo>
                    <a:pt x="13" y="26"/>
                  </a:lnTo>
                  <a:lnTo>
                    <a:pt x="12" y="24"/>
                  </a:lnTo>
                  <a:lnTo>
                    <a:pt x="12" y="19"/>
                  </a:lnTo>
                  <a:lnTo>
                    <a:pt x="7" y="19"/>
                  </a:lnTo>
                  <a:lnTo>
                    <a:pt x="2" y="14"/>
                  </a:lnTo>
                  <a:lnTo>
                    <a:pt x="0" y="14"/>
                  </a:lnTo>
                  <a:lnTo>
                    <a:pt x="0" y="13"/>
                  </a:lnTo>
                  <a:lnTo>
                    <a:pt x="2" y="9"/>
                  </a:lnTo>
                  <a:lnTo>
                    <a:pt x="5" y="8"/>
                  </a:lnTo>
                  <a:lnTo>
                    <a:pt x="5" y="1"/>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 name="Freeform 23"/>
            <p:cNvSpPr/>
            <p:nvPr/>
          </p:nvSpPr>
          <p:spPr bwMode="auto">
            <a:xfrm>
              <a:off x="7931151" y="4176713"/>
              <a:ext cx="88900" cy="57150"/>
            </a:xfrm>
            <a:custGeom>
              <a:avLst/>
              <a:gdLst/>
              <a:ahLst/>
              <a:cxnLst>
                <a:cxn ang="0">
                  <a:pos x="44" y="0"/>
                </a:cxn>
                <a:cxn ang="0">
                  <a:pos x="49" y="0"/>
                </a:cxn>
                <a:cxn ang="0">
                  <a:pos x="53" y="4"/>
                </a:cxn>
                <a:cxn ang="0">
                  <a:pos x="56" y="12"/>
                </a:cxn>
                <a:cxn ang="0">
                  <a:pos x="54" y="18"/>
                </a:cxn>
                <a:cxn ang="0">
                  <a:pos x="49" y="20"/>
                </a:cxn>
                <a:cxn ang="0">
                  <a:pos x="46" y="20"/>
                </a:cxn>
                <a:cxn ang="0">
                  <a:pos x="48" y="25"/>
                </a:cxn>
                <a:cxn ang="0">
                  <a:pos x="44" y="27"/>
                </a:cxn>
                <a:cxn ang="0">
                  <a:pos x="39" y="32"/>
                </a:cxn>
                <a:cxn ang="0">
                  <a:pos x="36" y="33"/>
                </a:cxn>
                <a:cxn ang="0">
                  <a:pos x="26" y="36"/>
                </a:cxn>
                <a:cxn ang="0">
                  <a:pos x="21" y="36"/>
                </a:cxn>
                <a:cxn ang="0">
                  <a:pos x="15" y="35"/>
                </a:cxn>
                <a:cxn ang="0">
                  <a:pos x="6" y="35"/>
                </a:cxn>
                <a:cxn ang="0">
                  <a:pos x="2" y="32"/>
                </a:cxn>
                <a:cxn ang="0">
                  <a:pos x="0" y="30"/>
                </a:cxn>
                <a:cxn ang="0">
                  <a:pos x="3" y="28"/>
                </a:cxn>
                <a:cxn ang="0">
                  <a:pos x="8" y="28"/>
                </a:cxn>
                <a:cxn ang="0">
                  <a:pos x="15" y="22"/>
                </a:cxn>
                <a:cxn ang="0">
                  <a:pos x="26" y="22"/>
                </a:cxn>
                <a:cxn ang="0">
                  <a:pos x="30" y="18"/>
                </a:cxn>
                <a:cxn ang="0">
                  <a:pos x="36" y="17"/>
                </a:cxn>
                <a:cxn ang="0">
                  <a:pos x="43" y="13"/>
                </a:cxn>
                <a:cxn ang="0">
                  <a:pos x="44" y="8"/>
                </a:cxn>
                <a:cxn ang="0">
                  <a:pos x="39" y="7"/>
                </a:cxn>
                <a:cxn ang="0">
                  <a:pos x="39" y="2"/>
                </a:cxn>
                <a:cxn ang="0">
                  <a:pos x="44" y="0"/>
                </a:cxn>
              </a:cxnLst>
              <a:rect l="0" t="0" r="r" b="b"/>
              <a:pathLst>
                <a:path w="56" h="36">
                  <a:moveTo>
                    <a:pt x="44" y="0"/>
                  </a:moveTo>
                  <a:lnTo>
                    <a:pt x="49" y="0"/>
                  </a:lnTo>
                  <a:lnTo>
                    <a:pt x="53" y="4"/>
                  </a:lnTo>
                  <a:lnTo>
                    <a:pt x="56" y="12"/>
                  </a:lnTo>
                  <a:lnTo>
                    <a:pt x="54" y="18"/>
                  </a:lnTo>
                  <a:lnTo>
                    <a:pt x="49" y="20"/>
                  </a:lnTo>
                  <a:lnTo>
                    <a:pt x="46" y="20"/>
                  </a:lnTo>
                  <a:lnTo>
                    <a:pt x="48" y="25"/>
                  </a:lnTo>
                  <a:lnTo>
                    <a:pt x="44" y="27"/>
                  </a:lnTo>
                  <a:lnTo>
                    <a:pt x="39" y="32"/>
                  </a:lnTo>
                  <a:lnTo>
                    <a:pt x="36" y="33"/>
                  </a:lnTo>
                  <a:lnTo>
                    <a:pt x="26" y="36"/>
                  </a:lnTo>
                  <a:lnTo>
                    <a:pt x="21" y="36"/>
                  </a:lnTo>
                  <a:lnTo>
                    <a:pt x="15" y="35"/>
                  </a:lnTo>
                  <a:lnTo>
                    <a:pt x="6" y="35"/>
                  </a:lnTo>
                  <a:lnTo>
                    <a:pt x="2" y="32"/>
                  </a:lnTo>
                  <a:lnTo>
                    <a:pt x="0" y="30"/>
                  </a:lnTo>
                  <a:lnTo>
                    <a:pt x="3" y="28"/>
                  </a:lnTo>
                  <a:lnTo>
                    <a:pt x="8" y="28"/>
                  </a:lnTo>
                  <a:lnTo>
                    <a:pt x="15" y="22"/>
                  </a:lnTo>
                  <a:lnTo>
                    <a:pt x="26" y="22"/>
                  </a:lnTo>
                  <a:lnTo>
                    <a:pt x="30" y="18"/>
                  </a:lnTo>
                  <a:lnTo>
                    <a:pt x="36" y="17"/>
                  </a:lnTo>
                  <a:lnTo>
                    <a:pt x="43" y="13"/>
                  </a:lnTo>
                  <a:lnTo>
                    <a:pt x="44" y="8"/>
                  </a:lnTo>
                  <a:lnTo>
                    <a:pt x="39" y="7"/>
                  </a:lnTo>
                  <a:lnTo>
                    <a:pt x="39" y="2"/>
                  </a:lnTo>
                  <a:lnTo>
                    <a:pt x="4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 name="Freeform 24"/>
            <p:cNvSpPr/>
            <p:nvPr/>
          </p:nvSpPr>
          <p:spPr bwMode="auto">
            <a:xfrm>
              <a:off x="7253288" y="3711575"/>
              <a:ext cx="122238" cy="128588"/>
            </a:xfrm>
            <a:custGeom>
              <a:avLst/>
              <a:gdLst/>
              <a:ahLst/>
              <a:cxnLst>
                <a:cxn ang="0">
                  <a:pos x="54" y="0"/>
                </a:cxn>
                <a:cxn ang="0">
                  <a:pos x="62" y="5"/>
                </a:cxn>
                <a:cxn ang="0">
                  <a:pos x="67" y="12"/>
                </a:cxn>
                <a:cxn ang="0">
                  <a:pos x="72" y="16"/>
                </a:cxn>
                <a:cxn ang="0">
                  <a:pos x="72" y="33"/>
                </a:cxn>
                <a:cxn ang="0">
                  <a:pos x="76" y="40"/>
                </a:cxn>
                <a:cxn ang="0">
                  <a:pos x="77" y="48"/>
                </a:cxn>
                <a:cxn ang="0">
                  <a:pos x="74" y="56"/>
                </a:cxn>
                <a:cxn ang="0">
                  <a:pos x="72" y="66"/>
                </a:cxn>
                <a:cxn ang="0">
                  <a:pos x="69" y="66"/>
                </a:cxn>
                <a:cxn ang="0">
                  <a:pos x="67" y="59"/>
                </a:cxn>
                <a:cxn ang="0">
                  <a:pos x="64" y="56"/>
                </a:cxn>
                <a:cxn ang="0">
                  <a:pos x="61" y="63"/>
                </a:cxn>
                <a:cxn ang="0">
                  <a:pos x="61" y="69"/>
                </a:cxn>
                <a:cxn ang="0">
                  <a:pos x="66" y="76"/>
                </a:cxn>
                <a:cxn ang="0">
                  <a:pos x="64" y="81"/>
                </a:cxn>
                <a:cxn ang="0">
                  <a:pos x="61" y="77"/>
                </a:cxn>
                <a:cxn ang="0">
                  <a:pos x="59" y="74"/>
                </a:cxn>
                <a:cxn ang="0">
                  <a:pos x="57" y="77"/>
                </a:cxn>
                <a:cxn ang="0">
                  <a:pos x="51" y="77"/>
                </a:cxn>
                <a:cxn ang="0">
                  <a:pos x="44" y="72"/>
                </a:cxn>
                <a:cxn ang="0">
                  <a:pos x="41" y="71"/>
                </a:cxn>
                <a:cxn ang="0">
                  <a:pos x="33" y="63"/>
                </a:cxn>
                <a:cxn ang="0">
                  <a:pos x="36" y="56"/>
                </a:cxn>
                <a:cxn ang="0">
                  <a:pos x="36" y="44"/>
                </a:cxn>
                <a:cxn ang="0">
                  <a:pos x="34" y="43"/>
                </a:cxn>
                <a:cxn ang="0">
                  <a:pos x="29" y="44"/>
                </a:cxn>
                <a:cxn ang="0">
                  <a:pos x="23" y="48"/>
                </a:cxn>
                <a:cxn ang="0">
                  <a:pos x="23" y="53"/>
                </a:cxn>
                <a:cxn ang="0">
                  <a:pos x="15" y="53"/>
                </a:cxn>
                <a:cxn ang="0">
                  <a:pos x="15" y="49"/>
                </a:cxn>
                <a:cxn ang="0">
                  <a:pos x="11" y="48"/>
                </a:cxn>
                <a:cxn ang="0">
                  <a:pos x="10" y="51"/>
                </a:cxn>
                <a:cxn ang="0">
                  <a:pos x="6" y="54"/>
                </a:cxn>
                <a:cxn ang="0">
                  <a:pos x="3" y="54"/>
                </a:cxn>
                <a:cxn ang="0">
                  <a:pos x="0" y="49"/>
                </a:cxn>
                <a:cxn ang="0">
                  <a:pos x="5" y="43"/>
                </a:cxn>
                <a:cxn ang="0">
                  <a:pos x="8" y="40"/>
                </a:cxn>
                <a:cxn ang="0">
                  <a:pos x="11" y="40"/>
                </a:cxn>
                <a:cxn ang="0">
                  <a:pos x="16" y="36"/>
                </a:cxn>
                <a:cxn ang="0">
                  <a:pos x="21" y="31"/>
                </a:cxn>
                <a:cxn ang="0">
                  <a:pos x="23" y="26"/>
                </a:cxn>
                <a:cxn ang="0">
                  <a:pos x="29" y="28"/>
                </a:cxn>
                <a:cxn ang="0">
                  <a:pos x="34" y="28"/>
                </a:cxn>
                <a:cxn ang="0">
                  <a:pos x="41" y="26"/>
                </a:cxn>
                <a:cxn ang="0">
                  <a:pos x="41" y="21"/>
                </a:cxn>
                <a:cxn ang="0">
                  <a:pos x="46" y="21"/>
                </a:cxn>
                <a:cxn ang="0">
                  <a:pos x="48" y="16"/>
                </a:cxn>
                <a:cxn ang="0">
                  <a:pos x="53" y="16"/>
                </a:cxn>
                <a:cxn ang="0">
                  <a:pos x="56" y="13"/>
                </a:cxn>
                <a:cxn ang="0">
                  <a:pos x="57" y="10"/>
                </a:cxn>
                <a:cxn ang="0">
                  <a:pos x="53" y="3"/>
                </a:cxn>
                <a:cxn ang="0">
                  <a:pos x="54" y="0"/>
                </a:cxn>
              </a:cxnLst>
              <a:rect l="0" t="0" r="r" b="b"/>
              <a:pathLst>
                <a:path w="77" h="81">
                  <a:moveTo>
                    <a:pt x="54" y="0"/>
                  </a:moveTo>
                  <a:lnTo>
                    <a:pt x="62" y="5"/>
                  </a:lnTo>
                  <a:lnTo>
                    <a:pt x="67" y="12"/>
                  </a:lnTo>
                  <a:lnTo>
                    <a:pt x="72" y="16"/>
                  </a:lnTo>
                  <a:lnTo>
                    <a:pt x="72" y="33"/>
                  </a:lnTo>
                  <a:lnTo>
                    <a:pt x="76" y="40"/>
                  </a:lnTo>
                  <a:lnTo>
                    <a:pt x="77" y="48"/>
                  </a:lnTo>
                  <a:lnTo>
                    <a:pt x="74" y="56"/>
                  </a:lnTo>
                  <a:lnTo>
                    <a:pt x="72" y="66"/>
                  </a:lnTo>
                  <a:lnTo>
                    <a:pt x="69" y="66"/>
                  </a:lnTo>
                  <a:lnTo>
                    <a:pt x="67" y="59"/>
                  </a:lnTo>
                  <a:lnTo>
                    <a:pt x="64" y="56"/>
                  </a:lnTo>
                  <a:lnTo>
                    <a:pt x="61" y="63"/>
                  </a:lnTo>
                  <a:lnTo>
                    <a:pt x="61" y="69"/>
                  </a:lnTo>
                  <a:lnTo>
                    <a:pt x="66" y="76"/>
                  </a:lnTo>
                  <a:lnTo>
                    <a:pt x="64" y="81"/>
                  </a:lnTo>
                  <a:lnTo>
                    <a:pt x="61" y="77"/>
                  </a:lnTo>
                  <a:lnTo>
                    <a:pt x="59" y="74"/>
                  </a:lnTo>
                  <a:lnTo>
                    <a:pt x="57" y="77"/>
                  </a:lnTo>
                  <a:lnTo>
                    <a:pt x="51" y="77"/>
                  </a:lnTo>
                  <a:lnTo>
                    <a:pt x="44" y="72"/>
                  </a:lnTo>
                  <a:lnTo>
                    <a:pt x="41" y="71"/>
                  </a:lnTo>
                  <a:lnTo>
                    <a:pt x="33" y="63"/>
                  </a:lnTo>
                  <a:lnTo>
                    <a:pt x="36" y="56"/>
                  </a:lnTo>
                  <a:lnTo>
                    <a:pt x="36" y="44"/>
                  </a:lnTo>
                  <a:lnTo>
                    <a:pt x="34" y="43"/>
                  </a:lnTo>
                  <a:lnTo>
                    <a:pt x="29" y="44"/>
                  </a:lnTo>
                  <a:lnTo>
                    <a:pt x="23" y="48"/>
                  </a:lnTo>
                  <a:lnTo>
                    <a:pt x="23" y="53"/>
                  </a:lnTo>
                  <a:lnTo>
                    <a:pt x="15" y="53"/>
                  </a:lnTo>
                  <a:lnTo>
                    <a:pt x="15" y="49"/>
                  </a:lnTo>
                  <a:lnTo>
                    <a:pt x="11" y="48"/>
                  </a:lnTo>
                  <a:lnTo>
                    <a:pt x="10" y="51"/>
                  </a:lnTo>
                  <a:lnTo>
                    <a:pt x="6" y="54"/>
                  </a:lnTo>
                  <a:lnTo>
                    <a:pt x="3" y="54"/>
                  </a:lnTo>
                  <a:lnTo>
                    <a:pt x="0" y="49"/>
                  </a:lnTo>
                  <a:lnTo>
                    <a:pt x="5" y="43"/>
                  </a:lnTo>
                  <a:lnTo>
                    <a:pt x="8" y="40"/>
                  </a:lnTo>
                  <a:lnTo>
                    <a:pt x="11" y="40"/>
                  </a:lnTo>
                  <a:lnTo>
                    <a:pt x="16" y="36"/>
                  </a:lnTo>
                  <a:lnTo>
                    <a:pt x="21" y="31"/>
                  </a:lnTo>
                  <a:lnTo>
                    <a:pt x="23" y="26"/>
                  </a:lnTo>
                  <a:lnTo>
                    <a:pt x="29" y="28"/>
                  </a:lnTo>
                  <a:lnTo>
                    <a:pt x="34" y="28"/>
                  </a:lnTo>
                  <a:lnTo>
                    <a:pt x="41" y="26"/>
                  </a:lnTo>
                  <a:lnTo>
                    <a:pt x="41" y="21"/>
                  </a:lnTo>
                  <a:lnTo>
                    <a:pt x="46" y="21"/>
                  </a:lnTo>
                  <a:lnTo>
                    <a:pt x="48" y="16"/>
                  </a:lnTo>
                  <a:lnTo>
                    <a:pt x="53" y="16"/>
                  </a:lnTo>
                  <a:lnTo>
                    <a:pt x="56" y="13"/>
                  </a:lnTo>
                  <a:lnTo>
                    <a:pt x="57" y="10"/>
                  </a:lnTo>
                  <a:lnTo>
                    <a:pt x="53" y="3"/>
                  </a:lnTo>
                  <a:lnTo>
                    <a:pt x="5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 name="Freeform 25"/>
            <p:cNvSpPr/>
            <p:nvPr/>
          </p:nvSpPr>
          <p:spPr bwMode="auto">
            <a:xfrm>
              <a:off x="7132638" y="3662363"/>
              <a:ext cx="61913" cy="96838"/>
            </a:xfrm>
            <a:custGeom>
              <a:avLst/>
              <a:gdLst/>
              <a:ahLst/>
              <a:cxnLst>
                <a:cxn ang="0">
                  <a:pos x="35" y="0"/>
                </a:cxn>
                <a:cxn ang="0">
                  <a:pos x="36" y="1"/>
                </a:cxn>
                <a:cxn ang="0">
                  <a:pos x="36" y="13"/>
                </a:cxn>
                <a:cxn ang="0">
                  <a:pos x="39" y="18"/>
                </a:cxn>
                <a:cxn ang="0">
                  <a:pos x="38" y="23"/>
                </a:cxn>
                <a:cxn ang="0">
                  <a:pos x="33" y="28"/>
                </a:cxn>
                <a:cxn ang="0">
                  <a:pos x="26" y="31"/>
                </a:cxn>
                <a:cxn ang="0">
                  <a:pos x="23" y="34"/>
                </a:cxn>
                <a:cxn ang="0">
                  <a:pos x="21" y="41"/>
                </a:cxn>
                <a:cxn ang="0">
                  <a:pos x="20" y="44"/>
                </a:cxn>
                <a:cxn ang="0">
                  <a:pos x="13" y="47"/>
                </a:cxn>
                <a:cxn ang="0">
                  <a:pos x="6" y="52"/>
                </a:cxn>
                <a:cxn ang="0">
                  <a:pos x="3" y="59"/>
                </a:cxn>
                <a:cxn ang="0">
                  <a:pos x="0" y="61"/>
                </a:cxn>
                <a:cxn ang="0">
                  <a:pos x="3" y="56"/>
                </a:cxn>
                <a:cxn ang="0">
                  <a:pos x="5" y="49"/>
                </a:cxn>
                <a:cxn ang="0">
                  <a:pos x="8" y="44"/>
                </a:cxn>
                <a:cxn ang="0">
                  <a:pos x="11" y="41"/>
                </a:cxn>
                <a:cxn ang="0">
                  <a:pos x="16" y="38"/>
                </a:cxn>
                <a:cxn ang="0">
                  <a:pos x="20" y="33"/>
                </a:cxn>
                <a:cxn ang="0">
                  <a:pos x="25" y="29"/>
                </a:cxn>
                <a:cxn ang="0">
                  <a:pos x="26" y="24"/>
                </a:cxn>
                <a:cxn ang="0">
                  <a:pos x="30" y="19"/>
                </a:cxn>
                <a:cxn ang="0">
                  <a:pos x="35" y="18"/>
                </a:cxn>
                <a:cxn ang="0">
                  <a:pos x="31" y="15"/>
                </a:cxn>
                <a:cxn ang="0">
                  <a:pos x="30" y="11"/>
                </a:cxn>
                <a:cxn ang="0">
                  <a:pos x="30" y="6"/>
                </a:cxn>
                <a:cxn ang="0">
                  <a:pos x="33" y="3"/>
                </a:cxn>
                <a:cxn ang="0">
                  <a:pos x="35" y="0"/>
                </a:cxn>
              </a:cxnLst>
              <a:rect l="0" t="0" r="r" b="b"/>
              <a:pathLst>
                <a:path w="39" h="61">
                  <a:moveTo>
                    <a:pt x="35" y="0"/>
                  </a:moveTo>
                  <a:lnTo>
                    <a:pt x="36" y="1"/>
                  </a:lnTo>
                  <a:lnTo>
                    <a:pt x="36" y="13"/>
                  </a:lnTo>
                  <a:lnTo>
                    <a:pt x="39" y="18"/>
                  </a:lnTo>
                  <a:lnTo>
                    <a:pt x="38" y="23"/>
                  </a:lnTo>
                  <a:lnTo>
                    <a:pt x="33" y="28"/>
                  </a:lnTo>
                  <a:lnTo>
                    <a:pt x="26" y="31"/>
                  </a:lnTo>
                  <a:lnTo>
                    <a:pt x="23" y="34"/>
                  </a:lnTo>
                  <a:lnTo>
                    <a:pt x="21" y="41"/>
                  </a:lnTo>
                  <a:lnTo>
                    <a:pt x="20" y="44"/>
                  </a:lnTo>
                  <a:lnTo>
                    <a:pt x="13" y="47"/>
                  </a:lnTo>
                  <a:lnTo>
                    <a:pt x="6" y="52"/>
                  </a:lnTo>
                  <a:lnTo>
                    <a:pt x="3" y="59"/>
                  </a:lnTo>
                  <a:lnTo>
                    <a:pt x="0" y="61"/>
                  </a:lnTo>
                  <a:lnTo>
                    <a:pt x="3" y="56"/>
                  </a:lnTo>
                  <a:lnTo>
                    <a:pt x="5" y="49"/>
                  </a:lnTo>
                  <a:lnTo>
                    <a:pt x="8" y="44"/>
                  </a:lnTo>
                  <a:lnTo>
                    <a:pt x="11" y="41"/>
                  </a:lnTo>
                  <a:lnTo>
                    <a:pt x="16" y="38"/>
                  </a:lnTo>
                  <a:lnTo>
                    <a:pt x="20" y="33"/>
                  </a:lnTo>
                  <a:lnTo>
                    <a:pt x="25" y="29"/>
                  </a:lnTo>
                  <a:lnTo>
                    <a:pt x="26" y="24"/>
                  </a:lnTo>
                  <a:lnTo>
                    <a:pt x="30" y="19"/>
                  </a:lnTo>
                  <a:lnTo>
                    <a:pt x="35" y="18"/>
                  </a:lnTo>
                  <a:lnTo>
                    <a:pt x="31" y="15"/>
                  </a:lnTo>
                  <a:lnTo>
                    <a:pt x="30" y="11"/>
                  </a:lnTo>
                  <a:lnTo>
                    <a:pt x="30" y="6"/>
                  </a:lnTo>
                  <a:lnTo>
                    <a:pt x="33" y="3"/>
                  </a:lnTo>
                  <a:lnTo>
                    <a:pt x="3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 name="Freeform 26"/>
            <p:cNvSpPr/>
            <p:nvPr/>
          </p:nvSpPr>
          <p:spPr bwMode="auto">
            <a:xfrm>
              <a:off x="7262813" y="3683000"/>
              <a:ext cx="26988" cy="53975"/>
            </a:xfrm>
            <a:custGeom>
              <a:avLst/>
              <a:gdLst/>
              <a:ahLst/>
              <a:cxnLst>
                <a:cxn ang="0">
                  <a:pos x="10" y="0"/>
                </a:cxn>
                <a:cxn ang="0">
                  <a:pos x="14" y="0"/>
                </a:cxn>
                <a:cxn ang="0">
                  <a:pos x="15" y="2"/>
                </a:cxn>
                <a:cxn ang="0">
                  <a:pos x="15" y="8"/>
                </a:cxn>
                <a:cxn ang="0">
                  <a:pos x="14" y="13"/>
                </a:cxn>
                <a:cxn ang="0">
                  <a:pos x="14" y="25"/>
                </a:cxn>
                <a:cxn ang="0">
                  <a:pos x="17" y="31"/>
                </a:cxn>
                <a:cxn ang="0">
                  <a:pos x="14" y="34"/>
                </a:cxn>
                <a:cxn ang="0">
                  <a:pos x="9" y="33"/>
                </a:cxn>
                <a:cxn ang="0">
                  <a:pos x="5" y="34"/>
                </a:cxn>
                <a:cxn ang="0">
                  <a:pos x="2" y="31"/>
                </a:cxn>
                <a:cxn ang="0">
                  <a:pos x="0" y="23"/>
                </a:cxn>
                <a:cxn ang="0">
                  <a:pos x="5" y="18"/>
                </a:cxn>
                <a:cxn ang="0">
                  <a:pos x="7" y="15"/>
                </a:cxn>
                <a:cxn ang="0">
                  <a:pos x="5" y="5"/>
                </a:cxn>
                <a:cxn ang="0">
                  <a:pos x="10" y="0"/>
                </a:cxn>
              </a:cxnLst>
              <a:rect l="0" t="0" r="r" b="b"/>
              <a:pathLst>
                <a:path w="17" h="34">
                  <a:moveTo>
                    <a:pt x="10" y="0"/>
                  </a:moveTo>
                  <a:lnTo>
                    <a:pt x="14" y="0"/>
                  </a:lnTo>
                  <a:lnTo>
                    <a:pt x="15" y="2"/>
                  </a:lnTo>
                  <a:lnTo>
                    <a:pt x="15" y="8"/>
                  </a:lnTo>
                  <a:lnTo>
                    <a:pt x="14" y="13"/>
                  </a:lnTo>
                  <a:lnTo>
                    <a:pt x="14" y="25"/>
                  </a:lnTo>
                  <a:lnTo>
                    <a:pt x="17" y="31"/>
                  </a:lnTo>
                  <a:lnTo>
                    <a:pt x="14" y="34"/>
                  </a:lnTo>
                  <a:lnTo>
                    <a:pt x="9" y="33"/>
                  </a:lnTo>
                  <a:lnTo>
                    <a:pt x="5" y="34"/>
                  </a:lnTo>
                  <a:lnTo>
                    <a:pt x="2" y="31"/>
                  </a:lnTo>
                  <a:lnTo>
                    <a:pt x="0" y="23"/>
                  </a:lnTo>
                  <a:lnTo>
                    <a:pt x="5" y="18"/>
                  </a:lnTo>
                  <a:lnTo>
                    <a:pt x="7" y="15"/>
                  </a:lnTo>
                  <a:lnTo>
                    <a:pt x="5" y="5"/>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 name="Freeform 27"/>
            <p:cNvSpPr/>
            <p:nvPr/>
          </p:nvSpPr>
          <p:spPr bwMode="auto">
            <a:xfrm>
              <a:off x="7246938" y="3648075"/>
              <a:ext cx="31750" cy="47625"/>
            </a:xfrm>
            <a:custGeom>
              <a:avLst/>
              <a:gdLst/>
              <a:ahLst/>
              <a:cxnLst>
                <a:cxn ang="0">
                  <a:pos x="2" y="0"/>
                </a:cxn>
                <a:cxn ang="0">
                  <a:pos x="9" y="2"/>
                </a:cxn>
                <a:cxn ang="0">
                  <a:pos x="12" y="5"/>
                </a:cxn>
                <a:cxn ang="0">
                  <a:pos x="20" y="9"/>
                </a:cxn>
                <a:cxn ang="0">
                  <a:pos x="17" y="14"/>
                </a:cxn>
                <a:cxn ang="0">
                  <a:pos x="12" y="20"/>
                </a:cxn>
                <a:cxn ang="0">
                  <a:pos x="12" y="27"/>
                </a:cxn>
                <a:cxn ang="0">
                  <a:pos x="7" y="30"/>
                </a:cxn>
                <a:cxn ang="0">
                  <a:pos x="4" y="24"/>
                </a:cxn>
                <a:cxn ang="0">
                  <a:pos x="4" y="9"/>
                </a:cxn>
                <a:cxn ang="0">
                  <a:pos x="0" y="5"/>
                </a:cxn>
                <a:cxn ang="0">
                  <a:pos x="2" y="0"/>
                </a:cxn>
              </a:cxnLst>
              <a:rect l="0" t="0" r="r" b="b"/>
              <a:pathLst>
                <a:path w="20" h="30">
                  <a:moveTo>
                    <a:pt x="2" y="0"/>
                  </a:moveTo>
                  <a:lnTo>
                    <a:pt x="9" y="2"/>
                  </a:lnTo>
                  <a:lnTo>
                    <a:pt x="12" y="5"/>
                  </a:lnTo>
                  <a:lnTo>
                    <a:pt x="20" y="9"/>
                  </a:lnTo>
                  <a:lnTo>
                    <a:pt x="17" y="14"/>
                  </a:lnTo>
                  <a:lnTo>
                    <a:pt x="12" y="20"/>
                  </a:lnTo>
                  <a:lnTo>
                    <a:pt x="12" y="27"/>
                  </a:lnTo>
                  <a:lnTo>
                    <a:pt x="7" y="30"/>
                  </a:lnTo>
                  <a:lnTo>
                    <a:pt x="4" y="24"/>
                  </a:lnTo>
                  <a:lnTo>
                    <a:pt x="4" y="9"/>
                  </a:lnTo>
                  <a:lnTo>
                    <a:pt x="0" y="5"/>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 name="Freeform 28"/>
            <p:cNvSpPr/>
            <p:nvPr/>
          </p:nvSpPr>
          <p:spPr bwMode="auto">
            <a:xfrm>
              <a:off x="7302501" y="3667125"/>
              <a:ext cx="31750" cy="33338"/>
            </a:xfrm>
            <a:custGeom>
              <a:avLst/>
              <a:gdLst/>
              <a:ahLst/>
              <a:cxnLst>
                <a:cxn ang="0">
                  <a:pos x="0" y="0"/>
                </a:cxn>
                <a:cxn ang="0">
                  <a:pos x="7" y="0"/>
                </a:cxn>
                <a:cxn ang="0">
                  <a:pos x="10" y="5"/>
                </a:cxn>
                <a:cxn ang="0">
                  <a:pos x="15" y="12"/>
                </a:cxn>
                <a:cxn ang="0">
                  <a:pos x="18" y="15"/>
                </a:cxn>
                <a:cxn ang="0">
                  <a:pos x="20" y="20"/>
                </a:cxn>
                <a:cxn ang="0">
                  <a:pos x="20" y="21"/>
                </a:cxn>
                <a:cxn ang="0">
                  <a:pos x="17" y="18"/>
                </a:cxn>
                <a:cxn ang="0">
                  <a:pos x="13" y="18"/>
                </a:cxn>
                <a:cxn ang="0">
                  <a:pos x="10" y="13"/>
                </a:cxn>
                <a:cxn ang="0">
                  <a:pos x="5" y="15"/>
                </a:cxn>
                <a:cxn ang="0">
                  <a:pos x="2" y="10"/>
                </a:cxn>
                <a:cxn ang="0">
                  <a:pos x="0" y="5"/>
                </a:cxn>
                <a:cxn ang="0">
                  <a:pos x="0" y="0"/>
                </a:cxn>
              </a:cxnLst>
              <a:rect l="0" t="0" r="r" b="b"/>
              <a:pathLst>
                <a:path w="20" h="21">
                  <a:moveTo>
                    <a:pt x="0" y="0"/>
                  </a:moveTo>
                  <a:lnTo>
                    <a:pt x="7" y="0"/>
                  </a:lnTo>
                  <a:lnTo>
                    <a:pt x="10" y="5"/>
                  </a:lnTo>
                  <a:lnTo>
                    <a:pt x="15" y="12"/>
                  </a:lnTo>
                  <a:lnTo>
                    <a:pt x="18" y="15"/>
                  </a:lnTo>
                  <a:lnTo>
                    <a:pt x="20" y="20"/>
                  </a:lnTo>
                  <a:lnTo>
                    <a:pt x="20" y="21"/>
                  </a:lnTo>
                  <a:lnTo>
                    <a:pt x="17" y="18"/>
                  </a:lnTo>
                  <a:lnTo>
                    <a:pt x="13" y="18"/>
                  </a:lnTo>
                  <a:lnTo>
                    <a:pt x="10" y="13"/>
                  </a:lnTo>
                  <a:lnTo>
                    <a:pt x="5" y="15"/>
                  </a:lnTo>
                  <a:lnTo>
                    <a:pt x="2" y="10"/>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 name="Freeform 29"/>
            <p:cNvSpPr/>
            <p:nvPr/>
          </p:nvSpPr>
          <p:spPr bwMode="auto">
            <a:xfrm>
              <a:off x="7294563" y="3622675"/>
              <a:ext cx="49213" cy="47625"/>
            </a:xfrm>
            <a:custGeom>
              <a:avLst/>
              <a:gdLst/>
              <a:ahLst/>
              <a:cxnLst>
                <a:cxn ang="0">
                  <a:pos x="15" y="0"/>
                </a:cxn>
                <a:cxn ang="0">
                  <a:pos x="18" y="5"/>
                </a:cxn>
                <a:cxn ang="0">
                  <a:pos x="25" y="10"/>
                </a:cxn>
                <a:cxn ang="0">
                  <a:pos x="28" y="18"/>
                </a:cxn>
                <a:cxn ang="0">
                  <a:pos x="28" y="26"/>
                </a:cxn>
                <a:cxn ang="0">
                  <a:pos x="31" y="30"/>
                </a:cxn>
                <a:cxn ang="0">
                  <a:pos x="20" y="30"/>
                </a:cxn>
                <a:cxn ang="0">
                  <a:pos x="15" y="25"/>
                </a:cxn>
                <a:cxn ang="0">
                  <a:pos x="15" y="23"/>
                </a:cxn>
                <a:cxn ang="0">
                  <a:pos x="17" y="23"/>
                </a:cxn>
                <a:cxn ang="0">
                  <a:pos x="18" y="25"/>
                </a:cxn>
                <a:cxn ang="0">
                  <a:pos x="18" y="20"/>
                </a:cxn>
                <a:cxn ang="0">
                  <a:pos x="13" y="16"/>
                </a:cxn>
                <a:cxn ang="0">
                  <a:pos x="7" y="15"/>
                </a:cxn>
                <a:cxn ang="0">
                  <a:pos x="2" y="12"/>
                </a:cxn>
                <a:cxn ang="0">
                  <a:pos x="0" y="3"/>
                </a:cxn>
                <a:cxn ang="0">
                  <a:pos x="7" y="3"/>
                </a:cxn>
                <a:cxn ang="0">
                  <a:pos x="15" y="0"/>
                </a:cxn>
              </a:cxnLst>
              <a:rect l="0" t="0" r="r" b="b"/>
              <a:pathLst>
                <a:path w="31" h="30">
                  <a:moveTo>
                    <a:pt x="15" y="0"/>
                  </a:moveTo>
                  <a:lnTo>
                    <a:pt x="18" y="5"/>
                  </a:lnTo>
                  <a:lnTo>
                    <a:pt x="25" y="10"/>
                  </a:lnTo>
                  <a:lnTo>
                    <a:pt x="28" y="18"/>
                  </a:lnTo>
                  <a:lnTo>
                    <a:pt x="28" y="26"/>
                  </a:lnTo>
                  <a:lnTo>
                    <a:pt x="31" y="30"/>
                  </a:lnTo>
                  <a:lnTo>
                    <a:pt x="20" y="30"/>
                  </a:lnTo>
                  <a:lnTo>
                    <a:pt x="15" y="25"/>
                  </a:lnTo>
                  <a:lnTo>
                    <a:pt x="15" y="23"/>
                  </a:lnTo>
                  <a:lnTo>
                    <a:pt x="17" y="23"/>
                  </a:lnTo>
                  <a:lnTo>
                    <a:pt x="18" y="25"/>
                  </a:lnTo>
                  <a:lnTo>
                    <a:pt x="18" y="20"/>
                  </a:lnTo>
                  <a:lnTo>
                    <a:pt x="13" y="16"/>
                  </a:lnTo>
                  <a:lnTo>
                    <a:pt x="7" y="15"/>
                  </a:lnTo>
                  <a:lnTo>
                    <a:pt x="2" y="12"/>
                  </a:lnTo>
                  <a:lnTo>
                    <a:pt x="0" y="3"/>
                  </a:lnTo>
                  <a:lnTo>
                    <a:pt x="7" y="3"/>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 name="Freeform 30"/>
            <p:cNvSpPr/>
            <p:nvPr/>
          </p:nvSpPr>
          <p:spPr bwMode="auto">
            <a:xfrm>
              <a:off x="7172326" y="3441700"/>
              <a:ext cx="119063" cy="169863"/>
            </a:xfrm>
            <a:custGeom>
              <a:avLst/>
              <a:gdLst/>
              <a:ahLst/>
              <a:cxnLst>
                <a:cxn ang="0">
                  <a:pos x="31" y="0"/>
                </a:cxn>
                <a:cxn ang="0">
                  <a:pos x="34" y="7"/>
                </a:cxn>
                <a:cxn ang="0">
                  <a:pos x="34" y="10"/>
                </a:cxn>
                <a:cxn ang="0">
                  <a:pos x="36" y="17"/>
                </a:cxn>
                <a:cxn ang="0">
                  <a:pos x="39" y="25"/>
                </a:cxn>
                <a:cxn ang="0">
                  <a:pos x="39" y="48"/>
                </a:cxn>
                <a:cxn ang="0">
                  <a:pos x="33" y="56"/>
                </a:cxn>
                <a:cxn ang="0">
                  <a:pos x="36" y="68"/>
                </a:cxn>
                <a:cxn ang="0">
                  <a:pos x="36" y="81"/>
                </a:cxn>
                <a:cxn ang="0">
                  <a:pos x="38" y="86"/>
                </a:cxn>
                <a:cxn ang="0">
                  <a:pos x="46" y="84"/>
                </a:cxn>
                <a:cxn ang="0">
                  <a:pos x="51" y="83"/>
                </a:cxn>
                <a:cxn ang="0">
                  <a:pos x="61" y="88"/>
                </a:cxn>
                <a:cxn ang="0">
                  <a:pos x="61" y="86"/>
                </a:cxn>
                <a:cxn ang="0">
                  <a:pos x="64" y="88"/>
                </a:cxn>
                <a:cxn ang="0">
                  <a:pos x="69" y="88"/>
                </a:cxn>
                <a:cxn ang="0">
                  <a:pos x="71" y="91"/>
                </a:cxn>
                <a:cxn ang="0">
                  <a:pos x="74" y="94"/>
                </a:cxn>
                <a:cxn ang="0">
                  <a:pos x="74" y="99"/>
                </a:cxn>
                <a:cxn ang="0">
                  <a:pos x="75" y="106"/>
                </a:cxn>
                <a:cxn ang="0">
                  <a:pos x="71" y="107"/>
                </a:cxn>
                <a:cxn ang="0">
                  <a:pos x="69" y="106"/>
                </a:cxn>
                <a:cxn ang="0">
                  <a:pos x="64" y="106"/>
                </a:cxn>
                <a:cxn ang="0">
                  <a:pos x="59" y="102"/>
                </a:cxn>
                <a:cxn ang="0">
                  <a:pos x="59" y="98"/>
                </a:cxn>
                <a:cxn ang="0">
                  <a:pos x="56" y="94"/>
                </a:cxn>
                <a:cxn ang="0">
                  <a:pos x="51" y="93"/>
                </a:cxn>
                <a:cxn ang="0">
                  <a:pos x="49" y="96"/>
                </a:cxn>
                <a:cxn ang="0">
                  <a:pos x="51" y="98"/>
                </a:cxn>
                <a:cxn ang="0">
                  <a:pos x="47" y="98"/>
                </a:cxn>
                <a:cxn ang="0">
                  <a:pos x="44" y="91"/>
                </a:cxn>
                <a:cxn ang="0">
                  <a:pos x="36" y="91"/>
                </a:cxn>
                <a:cxn ang="0">
                  <a:pos x="34" y="94"/>
                </a:cxn>
                <a:cxn ang="0">
                  <a:pos x="31" y="96"/>
                </a:cxn>
                <a:cxn ang="0">
                  <a:pos x="26" y="94"/>
                </a:cxn>
                <a:cxn ang="0">
                  <a:pos x="23" y="89"/>
                </a:cxn>
                <a:cxn ang="0">
                  <a:pos x="19" y="79"/>
                </a:cxn>
                <a:cxn ang="0">
                  <a:pos x="16" y="76"/>
                </a:cxn>
                <a:cxn ang="0">
                  <a:pos x="10" y="73"/>
                </a:cxn>
                <a:cxn ang="0">
                  <a:pos x="5" y="65"/>
                </a:cxn>
                <a:cxn ang="0">
                  <a:pos x="0" y="55"/>
                </a:cxn>
                <a:cxn ang="0">
                  <a:pos x="1" y="48"/>
                </a:cxn>
                <a:cxn ang="0">
                  <a:pos x="6" y="50"/>
                </a:cxn>
                <a:cxn ang="0">
                  <a:pos x="10" y="50"/>
                </a:cxn>
                <a:cxn ang="0">
                  <a:pos x="8" y="43"/>
                </a:cxn>
                <a:cxn ang="0">
                  <a:pos x="10" y="37"/>
                </a:cxn>
                <a:cxn ang="0">
                  <a:pos x="6" y="32"/>
                </a:cxn>
                <a:cxn ang="0">
                  <a:pos x="5" y="23"/>
                </a:cxn>
                <a:cxn ang="0">
                  <a:pos x="5" y="20"/>
                </a:cxn>
                <a:cxn ang="0">
                  <a:pos x="10" y="17"/>
                </a:cxn>
                <a:cxn ang="0">
                  <a:pos x="11" y="7"/>
                </a:cxn>
                <a:cxn ang="0">
                  <a:pos x="14" y="4"/>
                </a:cxn>
                <a:cxn ang="0">
                  <a:pos x="19" y="4"/>
                </a:cxn>
                <a:cxn ang="0">
                  <a:pos x="23" y="5"/>
                </a:cxn>
                <a:cxn ang="0">
                  <a:pos x="29" y="5"/>
                </a:cxn>
                <a:cxn ang="0">
                  <a:pos x="31" y="0"/>
                </a:cxn>
              </a:cxnLst>
              <a:rect l="0" t="0" r="r" b="b"/>
              <a:pathLst>
                <a:path w="75" h="107">
                  <a:moveTo>
                    <a:pt x="31" y="0"/>
                  </a:moveTo>
                  <a:lnTo>
                    <a:pt x="34" y="7"/>
                  </a:lnTo>
                  <a:lnTo>
                    <a:pt x="34" y="10"/>
                  </a:lnTo>
                  <a:lnTo>
                    <a:pt x="36" y="17"/>
                  </a:lnTo>
                  <a:lnTo>
                    <a:pt x="39" y="25"/>
                  </a:lnTo>
                  <a:lnTo>
                    <a:pt x="39" y="48"/>
                  </a:lnTo>
                  <a:lnTo>
                    <a:pt x="33" y="56"/>
                  </a:lnTo>
                  <a:lnTo>
                    <a:pt x="36" y="68"/>
                  </a:lnTo>
                  <a:lnTo>
                    <a:pt x="36" y="81"/>
                  </a:lnTo>
                  <a:lnTo>
                    <a:pt x="38" y="86"/>
                  </a:lnTo>
                  <a:lnTo>
                    <a:pt x="46" y="84"/>
                  </a:lnTo>
                  <a:lnTo>
                    <a:pt x="51" y="83"/>
                  </a:lnTo>
                  <a:lnTo>
                    <a:pt x="61" y="88"/>
                  </a:lnTo>
                  <a:lnTo>
                    <a:pt x="61" y="86"/>
                  </a:lnTo>
                  <a:lnTo>
                    <a:pt x="64" y="88"/>
                  </a:lnTo>
                  <a:lnTo>
                    <a:pt x="69" y="88"/>
                  </a:lnTo>
                  <a:lnTo>
                    <a:pt x="71" y="91"/>
                  </a:lnTo>
                  <a:lnTo>
                    <a:pt x="74" y="94"/>
                  </a:lnTo>
                  <a:lnTo>
                    <a:pt x="74" y="99"/>
                  </a:lnTo>
                  <a:lnTo>
                    <a:pt x="75" y="106"/>
                  </a:lnTo>
                  <a:lnTo>
                    <a:pt x="71" y="107"/>
                  </a:lnTo>
                  <a:lnTo>
                    <a:pt x="69" y="106"/>
                  </a:lnTo>
                  <a:lnTo>
                    <a:pt x="64" y="106"/>
                  </a:lnTo>
                  <a:lnTo>
                    <a:pt x="59" y="102"/>
                  </a:lnTo>
                  <a:lnTo>
                    <a:pt x="59" y="98"/>
                  </a:lnTo>
                  <a:lnTo>
                    <a:pt x="56" y="94"/>
                  </a:lnTo>
                  <a:lnTo>
                    <a:pt x="51" y="93"/>
                  </a:lnTo>
                  <a:lnTo>
                    <a:pt x="49" y="96"/>
                  </a:lnTo>
                  <a:lnTo>
                    <a:pt x="51" y="98"/>
                  </a:lnTo>
                  <a:lnTo>
                    <a:pt x="47" y="98"/>
                  </a:lnTo>
                  <a:lnTo>
                    <a:pt x="44" y="91"/>
                  </a:lnTo>
                  <a:lnTo>
                    <a:pt x="36" y="91"/>
                  </a:lnTo>
                  <a:lnTo>
                    <a:pt x="34" y="94"/>
                  </a:lnTo>
                  <a:lnTo>
                    <a:pt x="31" y="96"/>
                  </a:lnTo>
                  <a:lnTo>
                    <a:pt x="26" y="94"/>
                  </a:lnTo>
                  <a:lnTo>
                    <a:pt x="23" y="89"/>
                  </a:lnTo>
                  <a:lnTo>
                    <a:pt x="19" y="79"/>
                  </a:lnTo>
                  <a:lnTo>
                    <a:pt x="16" y="76"/>
                  </a:lnTo>
                  <a:lnTo>
                    <a:pt x="10" y="73"/>
                  </a:lnTo>
                  <a:lnTo>
                    <a:pt x="5" y="65"/>
                  </a:lnTo>
                  <a:lnTo>
                    <a:pt x="0" y="55"/>
                  </a:lnTo>
                  <a:lnTo>
                    <a:pt x="1" y="48"/>
                  </a:lnTo>
                  <a:lnTo>
                    <a:pt x="6" y="50"/>
                  </a:lnTo>
                  <a:lnTo>
                    <a:pt x="10" y="50"/>
                  </a:lnTo>
                  <a:lnTo>
                    <a:pt x="8" y="43"/>
                  </a:lnTo>
                  <a:lnTo>
                    <a:pt x="10" y="37"/>
                  </a:lnTo>
                  <a:lnTo>
                    <a:pt x="6" y="32"/>
                  </a:lnTo>
                  <a:lnTo>
                    <a:pt x="5" y="23"/>
                  </a:lnTo>
                  <a:lnTo>
                    <a:pt x="5" y="20"/>
                  </a:lnTo>
                  <a:lnTo>
                    <a:pt x="10" y="17"/>
                  </a:lnTo>
                  <a:lnTo>
                    <a:pt x="11" y="7"/>
                  </a:lnTo>
                  <a:lnTo>
                    <a:pt x="14" y="4"/>
                  </a:lnTo>
                  <a:lnTo>
                    <a:pt x="19" y="4"/>
                  </a:lnTo>
                  <a:lnTo>
                    <a:pt x="23" y="5"/>
                  </a:lnTo>
                  <a:lnTo>
                    <a:pt x="29" y="5"/>
                  </a:lnTo>
                  <a:lnTo>
                    <a:pt x="3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 name="Freeform 31"/>
            <p:cNvSpPr/>
            <p:nvPr/>
          </p:nvSpPr>
          <p:spPr bwMode="auto">
            <a:xfrm>
              <a:off x="7202488" y="3598863"/>
              <a:ext cx="30163" cy="36513"/>
            </a:xfrm>
            <a:custGeom>
              <a:avLst/>
              <a:gdLst/>
              <a:ahLst/>
              <a:cxnLst>
                <a:cxn ang="0">
                  <a:pos x="4" y="0"/>
                </a:cxn>
                <a:cxn ang="0">
                  <a:pos x="9" y="0"/>
                </a:cxn>
                <a:cxn ang="0">
                  <a:pos x="15" y="3"/>
                </a:cxn>
                <a:cxn ang="0">
                  <a:pos x="19" y="12"/>
                </a:cxn>
                <a:cxn ang="0">
                  <a:pos x="19" y="18"/>
                </a:cxn>
                <a:cxn ang="0">
                  <a:pos x="15" y="23"/>
                </a:cxn>
                <a:cxn ang="0">
                  <a:pos x="12" y="22"/>
                </a:cxn>
                <a:cxn ang="0">
                  <a:pos x="10" y="20"/>
                </a:cxn>
                <a:cxn ang="0">
                  <a:pos x="10" y="15"/>
                </a:cxn>
                <a:cxn ang="0">
                  <a:pos x="9" y="10"/>
                </a:cxn>
                <a:cxn ang="0">
                  <a:pos x="4" y="7"/>
                </a:cxn>
                <a:cxn ang="0">
                  <a:pos x="0" y="2"/>
                </a:cxn>
                <a:cxn ang="0">
                  <a:pos x="4" y="0"/>
                </a:cxn>
              </a:cxnLst>
              <a:rect l="0" t="0" r="r" b="b"/>
              <a:pathLst>
                <a:path w="19" h="23">
                  <a:moveTo>
                    <a:pt x="4" y="0"/>
                  </a:moveTo>
                  <a:lnTo>
                    <a:pt x="9" y="0"/>
                  </a:lnTo>
                  <a:lnTo>
                    <a:pt x="15" y="3"/>
                  </a:lnTo>
                  <a:lnTo>
                    <a:pt x="19" y="12"/>
                  </a:lnTo>
                  <a:lnTo>
                    <a:pt x="19" y="18"/>
                  </a:lnTo>
                  <a:lnTo>
                    <a:pt x="15" y="23"/>
                  </a:lnTo>
                  <a:lnTo>
                    <a:pt x="12" y="22"/>
                  </a:lnTo>
                  <a:lnTo>
                    <a:pt x="10" y="20"/>
                  </a:lnTo>
                  <a:lnTo>
                    <a:pt x="10" y="15"/>
                  </a:lnTo>
                  <a:lnTo>
                    <a:pt x="9" y="10"/>
                  </a:lnTo>
                  <a:lnTo>
                    <a:pt x="4" y="7"/>
                  </a:lnTo>
                  <a:lnTo>
                    <a:pt x="0" y="2"/>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 name="Freeform 32"/>
            <p:cNvSpPr/>
            <p:nvPr/>
          </p:nvSpPr>
          <p:spPr bwMode="auto">
            <a:xfrm>
              <a:off x="7262813" y="3622675"/>
              <a:ext cx="34925" cy="23813"/>
            </a:xfrm>
            <a:custGeom>
              <a:avLst/>
              <a:gdLst/>
              <a:ahLst/>
              <a:cxnLst>
                <a:cxn ang="0">
                  <a:pos x="4" y="0"/>
                </a:cxn>
                <a:cxn ang="0">
                  <a:pos x="12" y="5"/>
                </a:cxn>
                <a:cxn ang="0">
                  <a:pos x="15" y="10"/>
                </a:cxn>
                <a:cxn ang="0">
                  <a:pos x="22" y="15"/>
                </a:cxn>
                <a:cxn ang="0">
                  <a:pos x="14" y="15"/>
                </a:cxn>
                <a:cxn ang="0">
                  <a:pos x="9" y="13"/>
                </a:cxn>
                <a:cxn ang="0">
                  <a:pos x="9" y="10"/>
                </a:cxn>
                <a:cxn ang="0">
                  <a:pos x="4" y="7"/>
                </a:cxn>
                <a:cxn ang="0">
                  <a:pos x="0" y="3"/>
                </a:cxn>
                <a:cxn ang="0">
                  <a:pos x="4" y="0"/>
                </a:cxn>
              </a:cxnLst>
              <a:rect l="0" t="0" r="r" b="b"/>
              <a:pathLst>
                <a:path w="22" h="15">
                  <a:moveTo>
                    <a:pt x="4" y="0"/>
                  </a:moveTo>
                  <a:lnTo>
                    <a:pt x="12" y="5"/>
                  </a:lnTo>
                  <a:lnTo>
                    <a:pt x="15" y="10"/>
                  </a:lnTo>
                  <a:lnTo>
                    <a:pt x="22" y="15"/>
                  </a:lnTo>
                  <a:lnTo>
                    <a:pt x="14" y="15"/>
                  </a:lnTo>
                  <a:lnTo>
                    <a:pt x="9" y="13"/>
                  </a:lnTo>
                  <a:lnTo>
                    <a:pt x="9" y="10"/>
                  </a:lnTo>
                  <a:lnTo>
                    <a:pt x="4" y="7"/>
                  </a:lnTo>
                  <a:lnTo>
                    <a:pt x="0" y="3"/>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 name="Freeform 33"/>
            <p:cNvSpPr/>
            <p:nvPr/>
          </p:nvSpPr>
          <p:spPr bwMode="auto">
            <a:xfrm>
              <a:off x="7129463" y="3238500"/>
              <a:ext cx="42863" cy="98425"/>
            </a:xfrm>
            <a:custGeom>
              <a:avLst/>
              <a:gdLst/>
              <a:ahLst/>
              <a:cxnLst>
                <a:cxn ang="0">
                  <a:pos x="8" y="0"/>
                </a:cxn>
                <a:cxn ang="0">
                  <a:pos x="12" y="0"/>
                </a:cxn>
                <a:cxn ang="0">
                  <a:pos x="13" y="2"/>
                </a:cxn>
                <a:cxn ang="0">
                  <a:pos x="17" y="2"/>
                </a:cxn>
                <a:cxn ang="0">
                  <a:pos x="20" y="5"/>
                </a:cxn>
                <a:cxn ang="0">
                  <a:pos x="20" y="8"/>
                </a:cxn>
                <a:cxn ang="0">
                  <a:pos x="27" y="16"/>
                </a:cxn>
                <a:cxn ang="0">
                  <a:pos x="22" y="21"/>
                </a:cxn>
                <a:cxn ang="0">
                  <a:pos x="23" y="25"/>
                </a:cxn>
                <a:cxn ang="0">
                  <a:pos x="25" y="33"/>
                </a:cxn>
                <a:cxn ang="0">
                  <a:pos x="23" y="41"/>
                </a:cxn>
                <a:cxn ang="0">
                  <a:pos x="23" y="53"/>
                </a:cxn>
                <a:cxn ang="0">
                  <a:pos x="22" y="62"/>
                </a:cxn>
                <a:cxn ang="0">
                  <a:pos x="17" y="62"/>
                </a:cxn>
                <a:cxn ang="0">
                  <a:pos x="15" y="58"/>
                </a:cxn>
                <a:cxn ang="0">
                  <a:pos x="10" y="51"/>
                </a:cxn>
                <a:cxn ang="0">
                  <a:pos x="7" y="46"/>
                </a:cxn>
                <a:cxn ang="0">
                  <a:pos x="0" y="34"/>
                </a:cxn>
                <a:cxn ang="0">
                  <a:pos x="0" y="16"/>
                </a:cxn>
                <a:cxn ang="0">
                  <a:pos x="4" y="8"/>
                </a:cxn>
                <a:cxn ang="0">
                  <a:pos x="8" y="0"/>
                </a:cxn>
              </a:cxnLst>
              <a:rect l="0" t="0" r="r" b="b"/>
              <a:pathLst>
                <a:path w="27" h="62">
                  <a:moveTo>
                    <a:pt x="8" y="0"/>
                  </a:moveTo>
                  <a:lnTo>
                    <a:pt x="12" y="0"/>
                  </a:lnTo>
                  <a:lnTo>
                    <a:pt x="13" y="2"/>
                  </a:lnTo>
                  <a:lnTo>
                    <a:pt x="17" y="2"/>
                  </a:lnTo>
                  <a:lnTo>
                    <a:pt x="20" y="5"/>
                  </a:lnTo>
                  <a:lnTo>
                    <a:pt x="20" y="8"/>
                  </a:lnTo>
                  <a:lnTo>
                    <a:pt x="27" y="16"/>
                  </a:lnTo>
                  <a:lnTo>
                    <a:pt x="22" y="21"/>
                  </a:lnTo>
                  <a:lnTo>
                    <a:pt x="23" y="25"/>
                  </a:lnTo>
                  <a:lnTo>
                    <a:pt x="25" y="33"/>
                  </a:lnTo>
                  <a:lnTo>
                    <a:pt x="23" y="41"/>
                  </a:lnTo>
                  <a:lnTo>
                    <a:pt x="23" y="53"/>
                  </a:lnTo>
                  <a:lnTo>
                    <a:pt x="22" y="62"/>
                  </a:lnTo>
                  <a:lnTo>
                    <a:pt x="17" y="62"/>
                  </a:lnTo>
                  <a:lnTo>
                    <a:pt x="15" y="58"/>
                  </a:lnTo>
                  <a:lnTo>
                    <a:pt x="10" y="51"/>
                  </a:lnTo>
                  <a:lnTo>
                    <a:pt x="7" y="46"/>
                  </a:lnTo>
                  <a:lnTo>
                    <a:pt x="0" y="34"/>
                  </a:lnTo>
                  <a:lnTo>
                    <a:pt x="0" y="16"/>
                  </a:lnTo>
                  <a:lnTo>
                    <a:pt x="4" y="8"/>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 name="Freeform 34"/>
            <p:cNvSpPr/>
            <p:nvPr/>
          </p:nvSpPr>
          <p:spPr bwMode="auto">
            <a:xfrm>
              <a:off x="6210301" y="3751263"/>
              <a:ext cx="52388" cy="101600"/>
            </a:xfrm>
            <a:custGeom>
              <a:avLst/>
              <a:gdLst/>
              <a:ahLst/>
              <a:cxnLst>
                <a:cxn ang="0">
                  <a:pos x="5" y="0"/>
                </a:cxn>
                <a:cxn ang="0">
                  <a:pos x="10" y="1"/>
                </a:cxn>
                <a:cxn ang="0">
                  <a:pos x="14" y="5"/>
                </a:cxn>
                <a:cxn ang="0">
                  <a:pos x="17" y="6"/>
                </a:cxn>
                <a:cxn ang="0">
                  <a:pos x="20" y="13"/>
                </a:cxn>
                <a:cxn ang="0">
                  <a:pos x="23" y="15"/>
                </a:cxn>
                <a:cxn ang="0">
                  <a:pos x="27" y="19"/>
                </a:cxn>
                <a:cxn ang="0">
                  <a:pos x="27" y="21"/>
                </a:cxn>
                <a:cxn ang="0">
                  <a:pos x="30" y="24"/>
                </a:cxn>
                <a:cxn ang="0">
                  <a:pos x="30" y="33"/>
                </a:cxn>
                <a:cxn ang="0">
                  <a:pos x="32" y="34"/>
                </a:cxn>
                <a:cxn ang="0">
                  <a:pos x="33" y="39"/>
                </a:cxn>
                <a:cxn ang="0">
                  <a:pos x="33" y="49"/>
                </a:cxn>
                <a:cxn ang="0">
                  <a:pos x="30" y="54"/>
                </a:cxn>
                <a:cxn ang="0">
                  <a:pos x="27" y="57"/>
                </a:cxn>
                <a:cxn ang="0">
                  <a:pos x="23" y="62"/>
                </a:cxn>
                <a:cxn ang="0">
                  <a:pos x="17" y="64"/>
                </a:cxn>
                <a:cxn ang="0">
                  <a:pos x="9" y="64"/>
                </a:cxn>
                <a:cxn ang="0">
                  <a:pos x="5" y="61"/>
                </a:cxn>
                <a:cxn ang="0">
                  <a:pos x="4" y="57"/>
                </a:cxn>
                <a:cxn ang="0">
                  <a:pos x="4" y="52"/>
                </a:cxn>
                <a:cxn ang="0">
                  <a:pos x="2" y="47"/>
                </a:cxn>
                <a:cxn ang="0">
                  <a:pos x="2" y="44"/>
                </a:cxn>
                <a:cxn ang="0">
                  <a:pos x="0" y="39"/>
                </a:cxn>
                <a:cxn ang="0">
                  <a:pos x="2" y="31"/>
                </a:cxn>
                <a:cxn ang="0">
                  <a:pos x="2" y="21"/>
                </a:cxn>
                <a:cxn ang="0">
                  <a:pos x="4" y="16"/>
                </a:cxn>
                <a:cxn ang="0">
                  <a:pos x="2" y="13"/>
                </a:cxn>
                <a:cxn ang="0">
                  <a:pos x="0" y="8"/>
                </a:cxn>
                <a:cxn ang="0">
                  <a:pos x="4" y="6"/>
                </a:cxn>
                <a:cxn ang="0">
                  <a:pos x="4" y="3"/>
                </a:cxn>
                <a:cxn ang="0">
                  <a:pos x="5" y="0"/>
                </a:cxn>
              </a:cxnLst>
              <a:rect l="0" t="0" r="r" b="b"/>
              <a:pathLst>
                <a:path w="33" h="64">
                  <a:moveTo>
                    <a:pt x="5" y="0"/>
                  </a:moveTo>
                  <a:lnTo>
                    <a:pt x="10" y="1"/>
                  </a:lnTo>
                  <a:lnTo>
                    <a:pt x="14" y="5"/>
                  </a:lnTo>
                  <a:lnTo>
                    <a:pt x="17" y="6"/>
                  </a:lnTo>
                  <a:lnTo>
                    <a:pt x="20" y="13"/>
                  </a:lnTo>
                  <a:lnTo>
                    <a:pt x="23" y="15"/>
                  </a:lnTo>
                  <a:lnTo>
                    <a:pt x="27" y="19"/>
                  </a:lnTo>
                  <a:lnTo>
                    <a:pt x="27" y="21"/>
                  </a:lnTo>
                  <a:lnTo>
                    <a:pt x="30" y="24"/>
                  </a:lnTo>
                  <a:lnTo>
                    <a:pt x="30" y="33"/>
                  </a:lnTo>
                  <a:lnTo>
                    <a:pt x="32" y="34"/>
                  </a:lnTo>
                  <a:lnTo>
                    <a:pt x="33" y="39"/>
                  </a:lnTo>
                  <a:lnTo>
                    <a:pt x="33" y="49"/>
                  </a:lnTo>
                  <a:lnTo>
                    <a:pt x="30" y="54"/>
                  </a:lnTo>
                  <a:lnTo>
                    <a:pt x="27" y="57"/>
                  </a:lnTo>
                  <a:lnTo>
                    <a:pt x="23" y="62"/>
                  </a:lnTo>
                  <a:lnTo>
                    <a:pt x="17" y="64"/>
                  </a:lnTo>
                  <a:lnTo>
                    <a:pt x="9" y="64"/>
                  </a:lnTo>
                  <a:lnTo>
                    <a:pt x="5" y="61"/>
                  </a:lnTo>
                  <a:lnTo>
                    <a:pt x="4" y="57"/>
                  </a:lnTo>
                  <a:lnTo>
                    <a:pt x="4" y="52"/>
                  </a:lnTo>
                  <a:lnTo>
                    <a:pt x="2" y="47"/>
                  </a:lnTo>
                  <a:lnTo>
                    <a:pt x="2" y="44"/>
                  </a:lnTo>
                  <a:lnTo>
                    <a:pt x="0" y="39"/>
                  </a:lnTo>
                  <a:lnTo>
                    <a:pt x="2" y="31"/>
                  </a:lnTo>
                  <a:lnTo>
                    <a:pt x="2" y="21"/>
                  </a:lnTo>
                  <a:lnTo>
                    <a:pt x="4" y="16"/>
                  </a:lnTo>
                  <a:lnTo>
                    <a:pt x="2" y="13"/>
                  </a:lnTo>
                  <a:lnTo>
                    <a:pt x="0" y="8"/>
                  </a:lnTo>
                  <a:lnTo>
                    <a:pt x="4" y="6"/>
                  </a:lnTo>
                  <a:lnTo>
                    <a:pt x="4"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 name="Freeform 35"/>
            <p:cNvSpPr/>
            <p:nvPr/>
          </p:nvSpPr>
          <p:spPr bwMode="auto">
            <a:xfrm>
              <a:off x="5995988" y="3863975"/>
              <a:ext cx="4763" cy="6350"/>
            </a:xfrm>
            <a:custGeom>
              <a:avLst/>
              <a:gdLst/>
              <a:ahLst/>
              <a:cxnLst>
                <a:cxn ang="0">
                  <a:pos x="0" y="0"/>
                </a:cxn>
                <a:cxn ang="0">
                  <a:pos x="3" y="0"/>
                </a:cxn>
                <a:cxn ang="0">
                  <a:pos x="3" y="3"/>
                </a:cxn>
                <a:cxn ang="0">
                  <a:pos x="2" y="4"/>
                </a:cxn>
                <a:cxn ang="0">
                  <a:pos x="0" y="3"/>
                </a:cxn>
                <a:cxn ang="0">
                  <a:pos x="0" y="0"/>
                </a:cxn>
              </a:cxnLst>
              <a:rect l="0" t="0" r="r" b="b"/>
              <a:pathLst>
                <a:path w="3" h="4">
                  <a:moveTo>
                    <a:pt x="0" y="0"/>
                  </a:moveTo>
                  <a:lnTo>
                    <a:pt x="3" y="0"/>
                  </a:lnTo>
                  <a:lnTo>
                    <a:pt x="3" y="3"/>
                  </a:lnTo>
                  <a:lnTo>
                    <a:pt x="2" y="4"/>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 name="Freeform 36"/>
            <p:cNvSpPr/>
            <p:nvPr/>
          </p:nvSpPr>
          <p:spPr bwMode="auto">
            <a:xfrm>
              <a:off x="6016626" y="3870325"/>
              <a:ext cx="7938" cy="6350"/>
            </a:xfrm>
            <a:custGeom>
              <a:avLst/>
              <a:gdLst/>
              <a:ahLst/>
              <a:cxnLst>
                <a:cxn ang="0">
                  <a:pos x="0" y="0"/>
                </a:cxn>
                <a:cxn ang="0">
                  <a:pos x="5" y="0"/>
                </a:cxn>
                <a:cxn ang="0">
                  <a:pos x="4" y="2"/>
                </a:cxn>
                <a:cxn ang="0">
                  <a:pos x="0" y="4"/>
                </a:cxn>
                <a:cxn ang="0">
                  <a:pos x="0" y="0"/>
                </a:cxn>
              </a:cxnLst>
              <a:rect l="0" t="0" r="r" b="b"/>
              <a:pathLst>
                <a:path w="5" h="4">
                  <a:moveTo>
                    <a:pt x="0" y="0"/>
                  </a:moveTo>
                  <a:lnTo>
                    <a:pt x="5" y="0"/>
                  </a:lnTo>
                  <a:lnTo>
                    <a:pt x="4" y="2"/>
                  </a:lnTo>
                  <a:lnTo>
                    <a:pt x="0"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 name="Freeform 37"/>
            <p:cNvSpPr/>
            <p:nvPr/>
          </p:nvSpPr>
          <p:spPr bwMode="auto">
            <a:xfrm>
              <a:off x="6008688" y="3881438"/>
              <a:ext cx="7938" cy="4763"/>
            </a:xfrm>
            <a:custGeom>
              <a:avLst/>
              <a:gdLst/>
              <a:ahLst/>
              <a:cxnLst>
                <a:cxn ang="0">
                  <a:pos x="0" y="0"/>
                </a:cxn>
                <a:cxn ang="0">
                  <a:pos x="4" y="0"/>
                </a:cxn>
                <a:cxn ang="0">
                  <a:pos x="5" y="2"/>
                </a:cxn>
                <a:cxn ang="0">
                  <a:pos x="5" y="3"/>
                </a:cxn>
                <a:cxn ang="0">
                  <a:pos x="4" y="3"/>
                </a:cxn>
                <a:cxn ang="0">
                  <a:pos x="2" y="2"/>
                </a:cxn>
                <a:cxn ang="0">
                  <a:pos x="0" y="2"/>
                </a:cxn>
                <a:cxn ang="0">
                  <a:pos x="0" y="0"/>
                </a:cxn>
              </a:cxnLst>
              <a:rect l="0" t="0" r="r" b="b"/>
              <a:pathLst>
                <a:path w="5" h="3">
                  <a:moveTo>
                    <a:pt x="0" y="0"/>
                  </a:moveTo>
                  <a:lnTo>
                    <a:pt x="4" y="0"/>
                  </a:lnTo>
                  <a:lnTo>
                    <a:pt x="5" y="2"/>
                  </a:lnTo>
                  <a:lnTo>
                    <a:pt x="5" y="3"/>
                  </a:lnTo>
                  <a:lnTo>
                    <a:pt x="4" y="3"/>
                  </a:lnTo>
                  <a:lnTo>
                    <a:pt x="2" y="2"/>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9" name="Rectangle 38"/>
            <p:cNvSpPr>
              <a:spLocks noChangeArrowheads="1"/>
            </p:cNvSpPr>
            <p:nvPr/>
          </p:nvSpPr>
          <p:spPr bwMode="auto">
            <a:xfrm>
              <a:off x="6003926" y="3897313"/>
              <a:ext cx="4763" cy="4763"/>
            </a:xfrm>
            <a:prstGeom prst="rect">
              <a:avLst/>
            </a:prstGeom>
            <a:grpFill/>
            <a:ln w="0">
              <a:noFill/>
              <a:prstDash val="solid"/>
              <a:miter lim="800000"/>
            </a:ln>
          </p:spPr>
          <p:txBody>
            <a:bodyPr vert="horz" wrap="square" lIns="91443" tIns="45721" rIns="91443" bIns="45721" numCol="1" anchor="t" anchorCtr="0" compatLnSpc="1"/>
            <a:lstStyle/>
            <a:p>
              <a:pPr defTabSz="1008380"/>
              <a:endParaRPr lang="de-DE" sz="1800">
                <a:solidFill>
                  <a:srgbClr val="000000"/>
                </a:solidFill>
              </a:endParaRPr>
            </a:p>
          </p:txBody>
        </p:sp>
        <p:sp>
          <p:nvSpPr>
            <p:cNvPr id="40" name="Freeform 39"/>
            <p:cNvSpPr/>
            <p:nvPr/>
          </p:nvSpPr>
          <p:spPr bwMode="auto">
            <a:xfrm>
              <a:off x="6000751" y="3914775"/>
              <a:ext cx="7938" cy="7938"/>
            </a:xfrm>
            <a:custGeom>
              <a:avLst/>
              <a:gdLst/>
              <a:ahLst/>
              <a:cxnLst>
                <a:cxn ang="0">
                  <a:pos x="2" y="0"/>
                </a:cxn>
                <a:cxn ang="0">
                  <a:pos x="5" y="0"/>
                </a:cxn>
                <a:cxn ang="0">
                  <a:pos x="5" y="4"/>
                </a:cxn>
                <a:cxn ang="0">
                  <a:pos x="4" y="5"/>
                </a:cxn>
                <a:cxn ang="0">
                  <a:pos x="2" y="4"/>
                </a:cxn>
                <a:cxn ang="0">
                  <a:pos x="0" y="4"/>
                </a:cxn>
                <a:cxn ang="0">
                  <a:pos x="0" y="2"/>
                </a:cxn>
                <a:cxn ang="0">
                  <a:pos x="2" y="2"/>
                </a:cxn>
                <a:cxn ang="0">
                  <a:pos x="2" y="0"/>
                </a:cxn>
              </a:cxnLst>
              <a:rect l="0" t="0" r="r" b="b"/>
              <a:pathLst>
                <a:path w="5" h="5">
                  <a:moveTo>
                    <a:pt x="2" y="0"/>
                  </a:moveTo>
                  <a:lnTo>
                    <a:pt x="5" y="0"/>
                  </a:lnTo>
                  <a:lnTo>
                    <a:pt x="5" y="4"/>
                  </a:lnTo>
                  <a:lnTo>
                    <a:pt x="4" y="5"/>
                  </a:lnTo>
                  <a:lnTo>
                    <a:pt x="2" y="4"/>
                  </a:lnTo>
                  <a:lnTo>
                    <a:pt x="0" y="4"/>
                  </a:lnTo>
                  <a:lnTo>
                    <a:pt x="0" y="2"/>
                  </a:lnTo>
                  <a:lnTo>
                    <a:pt x="2" y="2"/>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1" name="Freeform 40"/>
            <p:cNvSpPr/>
            <p:nvPr/>
          </p:nvSpPr>
          <p:spPr bwMode="auto">
            <a:xfrm>
              <a:off x="6011863" y="3905250"/>
              <a:ext cx="7938" cy="7938"/>
            </a:xfrm>
            <a:custGeom>
              <a:avLst/>
              <a:gdLst/>
              <a:ahLst/>
              <a:cxnLst>
                <a:cxn ang="0">
                  <a:pos x="0" y="0"/>
                </a:cxn>
                <a:cxn ang="0">
                  <a:pos x="2" y="0"/>
                </a:cxn>
                <a:cxn ang="0">
                  <a:pos x="5" y="3"/>
                </a:cxn>
                <a:cxn ang="0">
                  <a:pos x="5" y="5"/>
                </a:cxn>
                <a:cxn ang="0">
                  <a:pos x="2" y="2"/>
                </a:cxn>
                <a:cxn ang="0">
                  <a:pos x="0" y="2"/>
                </a:cxn>
                <a:cxn ang="0">
                  <a:pos x="0" y="0"/>
                </a:cxn>
              </a:cxnLst>
              <a:rect l="0" t="0" r="r" b="b"/>
              <a:pathLst>
                <a:path w="5" h="5">
                  <a:moveTo>
                    <a:pt x="0" y="0"/>
                  </a:moveTo>
                  <a:lnTo>
                    <a:pt x="2" y="0"/>
                  </a:lnTo>
                  <a:lnTo>
                    <a:pt x="5" y="3"/>
                  </a:lnTo>
                  <a:lnTo>
                    <a:pt x="5" y="5"/>
                  </a:lnTo>
                  <a:lnTo>
                    <a:pt x="2" y="2"/>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2" name="Freeform 41"/>
            <p:cNvSpPr/>
            <p:nvPr/>
          </p:nvSpPr>
          <p:spPr bwMode="auto">
            <a:xfrm>
              <a:off x="6015038" y="3914775"/>
              <a:ext cx="4763" cy="11113"/>
            </a:xfrm>
            <a:custGeom>
              <a:avLst/>
              <a:gdLst/>
              <a:ahLst/>
              <a:cxnLst>
                <a:cxn ang="0">
                  <a:pos x="0" y="0"/>
                </a:cxn>
                <a:cxn ang="0">
                  <a:pos x="1" y="0"/>
                </a:cxn>
                <a:cxn ang="0">
                  <a:pos x="3" y="2"/>
                </a:cxn>
                <a:cxn ang="0">
                  <a:pos x="3" y="4"/>
                </a:cxn>
                <a:cxn ang="0">
                  <a:pos x="0" y="7"/>
                </a:cxn>
                <a:cxn ang="0">
                  <a:pos x="0" y="0"/>
                </a:cxn>
              </a:cxnLst>
              <a:rect l="0" t="0" r="r" b="b"/>
              <a:pathLst>
                <a:path w="3" h="7">
                  <a:moveTo>
                    <a:pt x="0" y="0"/>
                  </a:moveTo>
                  <a:lnTo>
                    <a:pt x="1" y="0"/>
                  </a:lnTo>
                  <a:lnTo>
                    <a:pt x="3" y="2"/>
                  </a:lnTo>
                  <a:lnTo>
                    <a:pt x="3" y="4"/>
                  </a:lnTo>
                  <a:lnTo>
                    <a:pt x="0" y="7"/>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3" name="Freeform 42"/>
            <p:cNvSpPr/>
            <p:nvPr/>
          </p:nvSpPr>
          <p:spPr bwMode="auto">
            <a:xfrm>
              <a:off x="6022976" y="3925888"/>
              <a:ext cx="4763" cy="7938"/>
            </a:xfrm>
            <a:custGeom>
              <a:avLst/>
              <a:gdLst/>
              <a:ahLst/>
              <a:cxnLst>
                <a:cxn ang="0">
                  <a:pos x="0" y="0"/>
                </a:cxn>
                <a:cxn ang="0">
                  <a:pos x="3" y="0"/>
                </a:cxn>
                <a:cxn ang="0">
                  <a:pos x="3" y="2"/>
                </a:cxn>
                <a:cxn ang="0">
                  <a:pos x="0" y="5"/>
                </a:cxn>
                <a:cxn ang="0">
                  <a:pos x="0" y="0"/>
                </a:cxn>
              </a:cxnLst>
              <a:rect l="0" t="0" r="r" b="b"/>
              <a:pathLst>
                <a:path w="3" h="5">
                  <a:moveTo>
                    <a:pt x="0" y="0"/>
                  </a:moveTo>
                  <a:lnTo>
                    <a:pt x="3" y="0"/>
                  </a:lnTo>
                  <a:lnTo>
                    <a:pt x="3" y="2"/>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4" name="Rectangle 43"/>
            <p:cNvSpPr>
              <a:spLocks noChangeArrowheads="1"/>
            </p:cNvSpPr>
            <p:nvPr/>
          </p:nvSpPr>
          <p:spPr bwMode="auto">
            <a:xfrm>
              <a:off x="6027738" y="3965575"/>
              <a:ext cx="4763" cy="4763"/>
            </a:xfrm>
            <a:prstGeom prst="rect">
              <a:avLst/>
            </a:prstGeom>
            <a:grpFill/>
            <a:ln w="0">
              <a:noFill/>
              <a:prstDash val="solid"/>
              <a:miter lim="800000"/>
            </a:ln>
          </p:spPr>
          <p:txBody>
            <a:bodyPr vert="horz" wrap="square" lIns="91443" tIns="45721" rIns="91443" bIns="45721" numCol="1" anchor="t" anchorCtr="0" compatLnSpc="1"/>
            <a:lstStyle/>
            <a:p>
              <a:pPr defTabSz="1008380"/>
              <a:endParaRPr lang="de-DE" sz="1800">
                <a:solidFill>
                  <a:srgbClr val="000000"/>
                </a:solidFill>
              </a:endParaRPr>
            </a:p>
          </p:txBody>
        </p:sp>
        <p:sp>
          <p:nvSpPr>
            <p:cNvPr id="45" name="Freeform 44"/>
            <p:cNvSpPr/>
            <p:nvPr/>
          </p:nvSpPr>
          <p:spPr bwMode="auto">
            <a:xfrm>
              <a:off x="6015038" y="3937000"/>
              <a:ext cx="9525" cy="7938"/>
            </a:xfrm>
            <a:custGeom>
              <a:avLst/>
              <a:gdLst/>
              <a:ahLst/>
              <a:cxnLst>
                <a:cxn ang="0">
                  <a:pos x="1" y="0"/>
                </a:cxn>
                <a:cxn ang="0">
                  <a:pos x="3" y="0"/>
                </a:cxn>
                <a:cxn ang="0">
                  <a:pos x="6" y="3"/>
                </a:cxn>
                <a:cxn ang="0">
                  <a:pos x="5" y="5"/>
                </a:cxn>
                <a:cxn ang="0">
                  <a:pos x="1" y="5"/>
                </a:cxn>
                <a:cxn ang="0">
                  <a:pos x="0" y="3"/>
                </a:cxn>
                <a:cxn ang="0">
                  <a:pos x="0" y="1"/>
                </a:cxn>
                <a:cxn ang="0">
                  <a:pos x="1" y="0"/>
                </a:cxn>
              </a:cxnLst>
              <a:rect l="0" t="0" r="r" b="b"/>
              <a:pathLst>
                <a:path w="6" h="5">
                  <a:moveTo>
                    <a:pt x="1" y="0"/>
                  </a:moveTo>
                  <a:lnTo>
                    <a:pt x="3" y="0"/>
                  </a:lnTo>
                  <a:lnTo>
                    <a:pt x="6" y="3"/>
                  </a:lnTo>
                  <a:lnTo>
                    <a:pt x="5" y="5"/>
                  </a:lnTo>
                  <a:lnTo>
                    <a:pt x="1" y="5"/>
                  </a:lnTo>
                  <a:lnTo>
                    <a:pt x="0" y="3"/>
                  </a:lnTo>
                  <a:lnTo>
                    <a:pt x="0" y="1"/>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6" name="Freeform 45"/>
            <p:cNvSpPr/>
            <p:nvPr/>
          </p:nvSpPr>
          <p:spPr bwMode="auto">
            <a:xfrm>
              <a:off x="6899276" y="4389438"/>
              <a:ext cx="1004888" cy="962025"/>
            </a:xfrm>
            <a:custGeom>
              <a:avLst/>
              <a:gdLst/>
              <a:ahLst/>
              <a:cxnLst>
                <a:cxn ang="0">
                  <a:pos x="544" y="15"/>
                </a:cxn>
                <a:cxn ang="0">
                  <a:pos x="556" y="72"/>
                </a:cxn>
                <a:cxn ang="0">
                  <a:pos x="569" y="118"/>
                </a:cxn>
                <a:cxn ang="0">
                  <a:pos x="579" y="186"/>
                </a:cxn>
                <a:cxn ang="0">
                  <a:pos x="605" y="232"/>
                </a:cxn>
                <a:cxn ang="0">
                  <a:pos x="615" y="260"/>
                </a:cxn>
                <a:cxn ang="0">
                  <a:pos x="625" y="298"/>
                </a:cxn>
                <a:cxn ang="0">
                  <a:pos x="625" y="365"/>
                </a:cxn>
                <a:cxn ang="0">
                  <a:pos x="597" y="445"/>
                </a:cxn>
                <a:cxn ang="0">
                  <a:pos x="554" y="484"/>
                </a:cxn>
                <a:cxn ang="0">
                  <a:pos x="525" y="533"/>
                </a:cxn>
                <a:cxn ang="0">
                  <a:pos x="495" y="581"/>
                </a:cxn>
                <a:cxn ang="0">
                  <a:pos x="449" y="593"/>
                </a:cxn>
                <a:cxn ang="0">
                  <a:pos x="417" y="591"/>
                </a:cxn>
                <a:cxn ang="0">
                  <a:pos x="383" y="591"/>
                </a:cxn>
                <a:cxn ang="0">
                  <a:pos x="343" y="561"/>
                </a:cxn>
                <a:cxn ang="0">
                  <a:pos x="350" y="517"/>
                </a:cxn>
                <a:cxn ang="0">
                  <a:pos x="345" y="487"/>
                </a:cxn>
                <a:cxn ang="0">
                  <a:pos x="328" y="489"/>
                </a:cxn>
                <a:cxn ang="0">
                  <a:pos x="356" y="454"/>
                </a:cxn>
                <a:cxn ang="0">
                  <a:pos x="348" y="448"/>
                </a:cxn>
                <a:cxn ang="0">
                  <a:pos x="310" y="481"/>
                </a:cxn>
                <a:cxn ang="0">
                  <a:pos x="299" y="461"/>
                </a:cxn>
                <a:cxn ang="0">
                  <a:pos x="290" y="423"/>
                </a:cxn>
                <a:cxn ang="0">
                  <a:pos x="244" y="405"/>
                </a:cxn>
                <a:cxn ang="0">
                  <a:pos x="185" y="412"/>
                </a:cxn>
                <a:cxn ang="0">
                  <a:pos x="137" y="436"/>
                </a:cxn>
                <a:cxn ang="0">
                  <a:pos x="59" y="445"/>
                </a:cxn>
                <a:cxn ang="0">
                  <a:pos x="0" y="425"/>
                </a:cxn>
                <a:cxn ang="0">
                  <a:pos x="28" y="392"/>
                </a:cxn>
                <a:cxn ang="0">
                  <a:pos x="20" y="362"/>
                </a:cxn>
                <a:cxn ang="0">
                  <a:pos x="27" y="313"/>
                </a:cxn>
                <a:cxn ang="0">
                  <a:pos x="23" y="263"/>
                </a:cxn>
                <a:cxn ang="0">
                  <a:pos x="38" y="262"/>
                </a:cxn>
                <a:cxn ang="0">
                  <a:pos x="40" y="207"/>
                </a:cxn>
                <a:cxn ang="0">
                  <a:pos x="78" y="179"/>
                </a:cxn>
                <a:cxn ang="0">
                  <a:pos x="116" y="159"/>
                </a:cxn>
                <a:cxn ang="0">
                  <a:pos x="173" y="146"/>
                </a:cxn>
                <a:cxn ang="0">
                  <a:pos x="191" y="113"/>
                </a:cxn>
                <a:cxn ang="0">
                  <a:pos x="201" y="100"/>
                </a:cxn>
                <a:cxn ang="0">
                  <a:pos x="219" y="117"/>
                </a:cxn>
                <a:cxn ang="0">
                  <a:pos x="231" y="90"/>
                </a:cxn>
                <a:cxn ang="0">
                  <a:pos x="254" y="74"/>
                </a:cxn>
                <a:cxn ang="0">
                  <a:pos x="262" y="57"/>
                </a:cxn>
                <a:cxn ang="0">
                  <a:pos x="271" y="61"/>
                </a:cxn>
                <a:cxn ang="0">
                  <a:pos x="290" y="39"/>
                </a:cxn>
                <a:cxn ang="0">
                  <a:pos x="292" y="54"/>
                </a:cxn>
                <a:cxn ang="0">
                  <a:pos x="299" y="80"/>
                </a:cxn>
                <a:cxn ang="0">
                  <a:pos x="325" y="64"/>
                </a:cxn>
                <a:cxn ang="0">
                  <a:pos x="337" y="28"/>
                </a:cxn>
                <a:cxn ang="0">
                  <a:pos x="365" y="16"/>
                </a:cxn>
                <a:cxn ang="0">
                  <a:pos x="417" y="19"/>
                </a:cxn>
                <a:cxn ang="0">
                  <a:pos x="447" y="26"/>
                </a:cxn>
                <a:cxn ang="0">
                  <a:pos x="424" y="59"/>
                </a:cxn>
                <a:cxn ang="0">
                  <a:pos x="434" y="102"/>
                </a:cxn>
                <a:cxn ang="0">
                  <a:pos x="475" y="138"/>
                </a:cxn>
                <a:cxn ang="0">
                  <a:pos x="506" y="80"/>
                </a:cxn>
                <a:cxn ang="0">
                  <a:pos x="523" y="31"/>
                </a:cxn>
              </a:cxnLst>
              <a:rect l="0" t="0" r="r" b="b"/>
              <a:pathLst>
                <a:path w="633" h="606">
                  <a:moveTo>
                    <a:pt x="536" y="0"/>
                  </a:moveTo>
                  <a:lnTo>
                    <a:pt x="541" y="0"/>
                  </a:lnTo>
                  <a:lnTo>
                    <a:pt x="541" y="6"/>
                  </a:lnTo>
                  <a:lnTo>
                    <a:pt x="544" y="6"/>
                  </a:lnTo>
                  <a:lnTo>
                    <a:pt x="544" y="15"/>
                  </a:lnTo>
                  <a:lnTo>
                    <a:pt x="546" y="24"/>
                  </a:lnTo>
                  <a:lnTo>
                    <a:pt x="548" y="36"/>
                  </a:lnTo>
                  <a:lnTo>
                    <a:pt x="549" y="51"/>
                  </a:lnTo>
                  <a:lnTo>
                    <a:pt x="549" y="74"/>
                  </a:lnTo>
                  <a:lnTo>
                    <a:pt x="556" y="72"/>
                  </a:lnTo>
                  <a:lnTo>
                    <a:pt x="564" y="79"/>
                  </a:lnTo>
                  <a:lnTo>
                    <a:pt x="569" y="85"/>
                  </a:lnTo>
                  <a:lnTo>
                    <a:pt x="571" y="90"/>
                  </a:lnTo>
                  <a:lnTo>
                    <a:pt x="566" y="108"/>
                  </a:lnTo>
                  <a:lnTo>
                    <a:pt x="569" y="118"/>
                  </a:lnTo>
                  <a:lnTo>
                    <a:pt x="574" y="140"/>
                  </a:lnTo>
                  <a:lnTo>
                    <a:pt x="571" y="153"/>
                  </a:lnTo>
                  <a:lnTo>
                    <a:pt x="569" y="164"/>
                  </a:lnTo>
                  <a:lnTo>
                    <a:pt x="574" y="179"/>
                  </a:lnTo>
                  <a:lnTo>
                    <a:pt x="579" y="186"/>
                  </a:lnTo>
                  <a:lnTo>
                    <a:pt x="587" y="196"/>
                  </a:lnTo>
                  <a:lnTo>
                    <a:pt x="597" y="207"/>
                  </a:lnTo>
                  <a:lnTo>
                    <a:pt x="599" y="217"/>
                  </a:lnTo>
                  <a:lnTo>
                    <a:pt x="604" y="227"/>
                  </a:lnTo>
                  <a:lnTo>
                    <a:pt x="605" y="232"/>
                  </a:lnTo>
                  <a:lnTo>
                    <a:pt x="602" y="248"/>
                  </a:lnTo>
                  <a:lnTo>
                    <a:pt x="604" y="252"/>
                  </a:lnTo>
                  <a:lnTo>
                    <a:pt x="609" y="248"/>
                  </a:lnTo>
                  <a:lnTo>
                    <a:pt x="612" y="248"/>
                  </a:lnTo>
                  <a:lnTo>
                    <a:pt x="615" y="260"/>
                  </a:lnTo>
                  <a:lnTo>
                    <a:pt x="615" y="267"/>
                  </a:lnTo>
                  <a:lnTo>
                    <a:pt x="612" y="273"/>
                  </a:lnTo>
                  <a:lnTo>
                    <a:pt x="617" y="286"/>
                  </a:lnTo>
                  <a:lnTo>
                    <a:pt x="622" y="296"/>
                  </a:lnTo>
                  <a:lnTo>
                    <a:pt x="625" y="298"/>
                  </a:lnTo>
                  <a:lnTo>
                    <a:pt x="628" y="316"/>
                  </a:lnTo>
                  <a:lnTo>
                    <a:pt x="633" y="319"/>
                  </a:lnTo>
                  <a:lnTo>
                    <a:pt x="632" y="334"/>
                  </a:lnTo>
                  <a:lnTo>
                    <a:pt x="628" y="356"/>
                  </a:lnTo>
                  <a:lnTo>
                    <a:pt x="625" y="365"/>
                  </a:lnTo>
                  <a:lnTo>
                    <a:pt x="623" y="375"/>
                  </a:lnTo>
                  <a:lnTo>
                    <a:pt x="622" y="388"/>
                  </a:lnTo>
                  <a:lnTo>
                    <a:pt x="617" y="410"/>
                  </a:lnTo>
                  <a:lnTo>
                    <a:pt x="604" y="426"/>
                  </a:lnTo>
                  <a:lnTo>
                    <a:pt x="597" y="445"/>
                  </a:lnTo>
                  <a:lnTo>
                    <a:pt x="591" y="453"/>
                  </a:lnTo>
                  <a:lnTo>
                    <a:pt x="579" y="469"/>
                  </a:lnTo>
                  <a:lnTo>
                    <a:pt x="572" y="479"/>
                  </a:lnTo>
                  <a:lnTo>
                    <a:pt x="564" y="481"/>
                  </a:lnTo>
                  <a:lnTo>
                    <a:pt x="554" y="484"/>
                  </a:lnTo>
                  <a:lnTo>
                    <a:pt x="549" y="497"/>
                  </a:lnTo>
                  <a:lnTo>
                    <a:pt x="541" y="504"/>
                  </a:lnTo>
                  <a:lnTo>
                    <a:pt x="536" y="514"/>
                  </a:lnTo>
                  <a:lnTo>
                    <a:pt x="528" y="525"/>
                  </a:lnTo>
                  <a:lnTo>
                    <a:pt x="525" y="533"/>
                  </a:lnTo>
                  <a:lnTo>
                    <a:pt x="516" y="543"/>
                  </a:lnTo>
                  <a:lnTo>
                    <a:pt x="511" y="547"/>
                  </a:lnTo>
                  <a:lnTo>
                    <a:pt x="505" y="560"/>
                  </a:lnTo>
                  <a:lnTo>
                    <a:pt x="500" y="571"/>
                  </a:lnTo>
                  <a:lnTo>
                    <a:pt x="495" y="581"/>
                  </a:lnTo>
                  <a:lnTo>
                    <a:pt x="487" y="585"/>
                  </a:lnTo>
                  <a:lnTo>
                    <a:pt x="473" y="586"/>
                  </a:lnTo>
                  <a:lnTo>
                    <a:pt x="462" y="586"/>
                  </a:lnTo>
                  <a:lnTo>
                    <a:pt x="457" y="591"/>
                  </a:lnTo>
                  <a:lnTo>
                    <a:pt x="449" y="593"/>
                  </a:lnTo>
                  <a:lnTo>
                    <a:pt x="437" y="599"/>
                  </a:lnTo>
                  <a:lnTo>
                    <a:pt x="432" y="606"/>
                  </a:lnTo>
                  <a:lnTo>
                    <a:pt x="424" y="606"/>
                  </a:lnTo>
                  <a:lnTo>
                    <a:pt x="419" y="598"/>
                  </a:lnTo>
                  <a:lnTo>
                    <a:pt x="417" y="591"/>
                  </a:lnTo>
                  <a:lnTo>
                    <a:pt x="412" y="581"/>
                  </a:lnTo>
                  <a:lnTo>
                    <a:pt x="409" y="583"/>
                  </a:lnTo>
                  <a:lnTo>
                    <a:pt x="406" y="589"/>
                  </a:lnTo>
                  <a:lnTo>
                    <a:pt x="394" y="591"/>
                  </a:lnTo>
                  <a:lnTo>
                    <a:pt x="383" y="591"/>
                  </a:lnTo>
                  <a:lnTo>
                    <a:pt x="373" y="583"/>
                  </a:lnTo>
                  <a:lnTo>
                    <a:pt x="366" y="583"/>
                  </a:lnTo>
                  <a:lnTo>
                    <a:pt x="358" y="578"/>
                  </a:lnTo>
                  <a:lnTo>
                    <a:pt x="353" y="571"/>
                  </a:lnTo>
                  <a:lnTo>
                    <a:pt x="343" y="561"/>
                  </a:lnTo>
                  <a:lnTo>
                    <a:pt x="345" y="552"/>
                  </a:lnTo>
                  <a:lnTo>
                    <a:pt x="350" y="542"/>
                  </a:lnTo>
                  <a:lnTo>
                    <a:pt x="348" y="535"/>
                  </a:lnTo>
                  <a:lnTo>
                    <a:pt x="346" y="527"/>
                  </a:lnTo>
                  <a:lnTo>
                    <a:pt x="350" y="517"/>
                  </a:lnTo>
                  <a:lnTo>
                    <a:pt x="346" y="514"/>
                  </a:lnTo>
                  <a:lnTo>
                    <a:pt x="338" y="509"/>
                  </a:lnTo>
                  <a:lnTo>
                    <a:pt x="345" y="502"/>
                  </a:lnTo>
                  <a:lnTo>
                    <a:pt x="348" y="496"/>
                  </a:lnTo>
                  <a:lnTo>
                    <a:pt x="345" y="487"/>
                  </a:lnTo>
                  <a:lnTo>
                    <a:pt x="345" y="482"/>
                  </a:lnTo>
                  <a:lnTo>
                    <a:pt x="328" y="496"/>
                  </a:lnTo>
                  <a:lnTo>
                    <a:pt x="318" y="502"/>
                  </a:lnTo>
                  <a:lnTo>
                    <a:pt x="317" y="494"/>
                  </a:lnTo>
                  <a:lnTo>
                    <a:pt x="328" y="489"/>
                  </a:lnTo>
                  <a:lnTo>
                    <a:pt x="348" y="469"/>
                  </a:lnTo>
                  <a:lnTo>
                    <a:pt x="343" y="461"/>
                  </a:lnTo>
                  <a:lnTo>
                    <a:pt x="348" y="458"/>
                  </a:lnTo>
                  <a:lnTo>
                    <a:pt x="353" y="458"/>
                  </a:lnTo>
                  <a:lnTo>
                    <a:pt x="356" y="454"/>
                  </a:lnTo>
                  <a:lnTo>
                    <a:pt x="360" y="448"/>
                  </a:lnTo>
                  <a:lnTo>
                    <a:pt x="361" y="446"/>
                  </a:lnTo>
                  <a:lnTo>
                    <a:pt x="361" y="445"/>
                  </a:lnTo>
                  <a:lnTo>
                    <a:pt x="356" y="440"/>
                  </a:lnTo>
                  <a:lnTo>
                    <a:pt x="348" y="448"/>
                  </a:lnTo>
                  <a:lnTo>
                    <a:pt x="341" y="453"/>
                  </a:lnTo>
                  <a:lnTo>
                    <a:pt x="335" y="459"/>
                  </a:lnTo>
                  <a:lnTo>
                    <a:pt x="327" y="464"/>
                  </a:lnTo>
                  <a:lnTo>
                    <a:pt x="317" y="473"/>
                  </a:lnTo>
                  <a:lnTo>
                    <a:pt x="310" y="481"/>
                  </a:lnTo>
                  <a:lnTo>
                    <a:pt x="309" y="489"/>
                  </a:lnTo>
                  <a:lnTo>
                    <a:pt x="302" y="487"/>
                  </a:lnTo>
                  <a:lnTo>
                    <a:pt x="294" y="479"/>
                  </a:lnTo>
                  <a:lnTo>
                    <a:pt x="304" y="477"/>
                  </a:lnTo>
                  <a:lnTo>
                    <a:pt x="299" y="461"/>
                  </a:lnTo>
                  <a:lnTo>
                    <a:pt x="299" y="454"/>
                  </a:lnTo>
                  <a:lnTo>
                    <a:pt x="292" y="449"/>
                  </a:lnTo>
                  <a:lnTo>
                    <a:pt x="295" y="441"/>
                  </a:lnTo>
                  <a:lnTo>
                    <a:pt x="294" y="435"/>
                  </a:lnTo>
                  <a:lnTo>
                    <a:pt x="290" y="423"/>
                  </a:lnTo>
                  <a:lnTo>
                    <a:pt x="280" y="420"/>
                  </a:lnTo>
                  <a:lnTo>
                    <a:pt x="272" y="415"/>
                  </a:lnTo>
                  <a:lnTo>
                    <a:pt x="264" y="405"/>
                  </a:lnTo>
                  <a:lnTo>
                    <a:pt x="259" y="408"/>
                  </a:lnTo>
                  <a:lnTo>
                    <a:pt x="244" y="405"/>
                  </a:lnTo>
                  <a:lnTo>
                    <a:pt x="231" y="405"/>
                  </a:lnTo>
                  <a:lnTo>
                    <a:pt x="221" y="413"/>
                  </a:lnTo>
                  <a:lnTo>
                    <a:pt x="210" y="417"/>
                  </a:lnTo>
                  <a:lnTo>
                    <a:pt x="195" y="417"/>
                  </a:lnTo>
                  <a:lnTo>
                    <a:pt x="185" y="412"/>
                  </a:lnTo>
                  <a:lnTo>
                    <a:pt x="175" y="413"/>
                  </a:lnTo>
                  <a:lnTo>
                    <a:pt x="163" y="415"/>
                  </a:lnTo>
                  <a:lnTo>
                    <a:pt x="155" y="421"/>
                  </a:lnTo>
                  <a:lnTo>
                    <a:pt x="145" y="426"/>
                  </a:lnTo>
                  <a:lnTo>
                    <a:pt x="137" y="436"/>
                  </a:lnTo>
                  <a:lnTo>
                    <a:pt x="130" y="441"/>
                  </a:lnTo>
                  <a:lnTo>
                    <a:pt x="121" y="440"/>
                  </a:lnTo>
                  <a:lnTo>
                    <a:pt x="84" y="440"/>
                  </a:lnTo>
                  <a:lnTo>
                    <a:pt x="69" y="435"/>
                  </a:lnTo>
                  <a:lnTo>
                    <a:pt x="59" y="445"/>
                  </a:lnTo>
                  <a:lnTo>
                    <a:pt x="45" y="448"/>
                  </a:lnTo>
                  <a:lnTo>
                    <a:pt x="33" y="449"/>
                  </a:lnTo>
                  <a:lnTo>
                    <a:pt x="15" y="448"/>
                  </a:lnTo>
                  <a:lnTo>
                    <a:pt x="3" y="436"/>
                  </a:lnTo>
                  <a:lnTo>
                    <a:pt x="0" y="425"/>
                  </a:lnTo>
                  <a:lnTo>
                    <a:pt x="7" y="423"/>
                  </a:lnTo>
                  <a:lnTo>
                    <a:pt x="15" y="417"/>
                  </a:lnTo>
                  <a:lnTo>
                    <a:pt x="23" y="407"/>
                  </a:lnTo>
                  <a:lnTo>
                    <a:pt x="23" y="398"/>
                  </a:lnTo>
                  <a:lnTo>
                    <a:pt x="28" y="392"/>
                  </a:lnTo>
                  <a:lnTo>
                    <a:pt x="28" y="382"/>
                  </a:lnTo>
                  <a:lnTo>
                    <a:pt x="20" y="375"/>
                  </a:lnTo>
                  <a:lnTo>
                    <a:pt x="18" y="374"/>
                  </a:lnTo>
                  <a:lnTo>
                    <a:pt x="18" y="367"/>
                  </a:lnTo>
                  <a:lnTo>
                    <a:pt x="20" y="362"/>
                  </a:lnTo>
                  <a:lnTo>
                    <a:pt x="22" y="359"/>
                  </a:lnTo>
                  <a:lnTo>
                    <a:pt x="25" y="356"/>
                  </a:lnTo>
                  <a:lnTo>
                    <a:pt x="30" y="331"/>
                  </a:lnTo>
                  <a:lnTo>
                    <a:pt x="30" y="321"/>
                  </a:lnTo>
                  <a:lnTo>
                    <a:pt x="27" y="313"/>
                  </a:lnTo>
                  <a:lnTo>
                    <a:pt x="23" y="306"/>
                  </a:lnTo>
                  <a:lnTo>
                    <a:pt x="28" y="296"/>
                  </a:lnTo>
                  <a:lnTo>
                    <a:pt x="27" y="286"/>
                  </a:lnTo>
                  <a:lnTo>
                    <a:pt x="23" y="276"/>
                  </a:lnTo>
                  <a:lnTo>
                    <a:pt x="23" y="263"/>
                  </a:lnTo>
                  <a:lnTo>
                    <a:pt x="27" y="257"/>
                  </a:lnTo>
                  <a:lnTo>
                    <a:pt x="30" y="262"/>
                  </a:lnTo>
                  <a:lnTo>
                    <a:pt x="33" y="272"/>
                  </a:lnTo>
                  <a:lnTo>
                    <a:pt x="38" y="272"/>
                  </a:lnTo>
                  <a:lnTo>
                    <a:pt x="38" y="262"/>
                  </a:lnTo>
                  <a:lnTo>
                    <a:pt x="35" y="250"/>
                  </a:lnTo>
                  <a:lnTo>
                    <a:pt x="33" y="240"/>
                  </a:lnTo>
                  <a:lnTo>
                    <a:pt x="35" y="229"/>
                  </a:lnTo>
                  <a:lnTo>
                    <a:pt x="43" y="224"/>
                  </a:lnTo>
                  <a:lnTo>
                    <a:pt x="40" y="207"/>
                  </a:lnTo>
                  <a:lnTo>
                    <a:pt x="45" y="202"/>
                  </a:lnTo>
                  <a:lnTo>
                    <a:pt x="48" y="192"/>
                  </a:lnTo>
                  <a:lnTo>
                    <a:pt x="56" y="184"/>
                  </a:lnTo>
                  <a:lnTo>
                    <a:pt x="68" y="181"/>
                  </a:lnTo>
                  <a:lnTo>
                    <a:pt x="78" y="179"/>
                  </a:lnTo>
                  <a:lnTo>
                    <a:pt x="86" y="169"/>
                  </a:lnTo>
                  <a:lnTo>
                    <a:pt x="94" y="166"/>
                  </a:lnTo>
                  <a:lnTo>
                    <a:pt x="101" y="166"/>
                  </a:lnTo>
                  <a:lnTo>
                    <a:pt x="106" y="163"/>
                  </a:lnTo>
                  <a:lnTo>
                    <a:pt x="116" y="159"/>
                  </a:lnTo>
                  <a:lnTo>
                    <a:pt x="140" y="155"/>
                  </a:lnTo>
                  <a:lnTo>
                    <a:pt x="152" y="158"/>
                  </a:lnTo>
                  <a:lnTo>
                    <a:pt x="160" y="156"/>
                  </a:lnTo>
                  <a:lnTo>
                    <a:pt x="170" y="153"/>
                  </a:lnTo>
                  <a:lnTo>
                    <a:pt x="173" y="146"/>
                  </a:lnTo>
                  <a:lnTo>
                    <a:pt x="180" y="136"/>
                  </a:lnTo>
                  <a:lnTo>
                    <a:pt x="195" y="135"/>
                  </a:lnTo>
                  <a:lnTo>
                    <a:pt x="200" y="125"/>
                  </a:lnTo>
                  <a:lnTo>
                    <a:pt x="191" y="115"/>
                  </a:lnTo>
                  <a:lnTo>
                    <a:pt x="191" y="113"/>
                  </a:lnTo>
                  <a:lnTo>
                    <a:pt x="193" y="112"/>
                  </a:lnTo>
                  <a:lnTo>
                    <a:pt x="195" y="108"/>
                  </a:lnTo>
                  <a:lnTo>
                    <a:pt x="198" y="105"/>
                  </a:lnTo>
                  <a:lnTo>
                    <a:pt x="200" y="102"/>
                  </a:lnTo>
                  <a:lnTo>
                    <a:pt x="201" y="100"/>
                  </a:lnTo>
                  <a:lnTo>
                    <a:pt x="208" y="95"/>
                  </a:lnTo>
                  <a:lnTo>
                    <a:pt x="215" y="89"/>
                  </a:lnTo>
                  <a:lnTo>
                    <a:pt x="216" y="100"/>
                  </a:lnTo>
                  <a:lnTo>
                    <a:pt x="219" y="103"/>
                  </a:lnTo>
                  <a:lnTo>
                    <a:pt x="219" y="117"/>
                  </a:lnTo>
                  <a:lnTo>
                    <a:pt x="223" y="118"/>
                  </a:lnTo>
                  <a:lnTo>
                    <a:pt x="226" y="108"/>
                  </a:lnTo>
                  <a:lnTo>
                    <a:pt x="224" y="97"/>
                  </a:lnTo>
                  <a:lnTo>
                    <a:pt x="224" y="89"/>
                  </a:lnTo>
                  <a:lnTo>
                    <a:pt x="231" y="90"/>
                  </a:lnTo>
                  <a:lnTo>
                    <a:pt x="241" y="90"/>
                  </a:lnTo>
                  <a:lnTo>
                    <a:pt x="249" y="87"/>
                  </a:lnTo>
                  <a:lnTo>
                    <a:pt x="241" y="80"/>
                  </a:lnTo>
                  <a:lnTo>
                    <a:pt x="244" y="71"/>
                  </a:lnTo>
                  <a:lnTo>
                    <a:pt x="254" y="74"/>
                  </a:lnTo>
                  <a:lnTo>
                    <a:pt x="254" y="61"/>
                  </a:lnTo>
                  <a:lnTo>
                    <a:pt x="257" y="59"/>
                  </a:lnTo>
                  <a:lnTo>
                    <a:pt x="264" y="54"/>
                  </a:lnTo>
                  <a:lnTo>
                    <a:pt x="262" y="56"/>
                  </a:lnTo>
                  <a:lnTo>
                    <a:pt x="262" y="57"/>
                  </a:lnTo>
                  <a:lnTo>
                    <a:pt x="261" y="59"/>
                  </a:lnTo>
                  <a:lnTo>
                    <a:pt x="261" y="62"/>
                  </a:lnTo>
                  <a:lnTo>
                    <a:pt x="264" y="62"/>
                  </a:lnTo>
                  <a:lnTo>
                    <a:pt x="267" y="61"/>
                  </a:lnTo>
                  <a:lnTo>
                    <a:pt x="271" y="61"/>
                  </a:lnTo>
                  <a:lnTo>
                    <a:pt x="271" y="51"/>
                  </a:lnTo>
                  <a:lnTo>
                    <a:pt x="276" y="43"/>
                  </a:lnTo>
                  <a:lnTo>
                    <a:pt x="285" y="41"/>
                  </a:lnTo>
                  <a:lnTo>
                    <a:pt x="287" y="39"/>
                  </a:lnTo>
                  <a:lnTo>
                    <a:pt x="290" y="39"/>
                  </a:lnTo>
                  <a:lnTo>
                    <a:pt x="292" y="41"/>
                  </a:lnTo>
                  <a:lnTo>
                    <a:pt x="292" y="44"/>
                  </a:lnTo>
                  <a:lnTo>
                    <a:pt x="290" y="46"/>
                  </a:lnTo>
                  <a:lnTo>
                    <a:pt x="290" y="51"/>
                  </a:lnTo>
                  <a:lnTo>
                    <a:pt x="292" y="54"/>
                  </a:lnTo>
                  <a:lnTo>
                    <a:pt x="292" y="56"/>
                  </a:lnTo>
                  <a:lnTo>
                    <a:pt x="299" y="59"/>
                  </a:lnTo>
                  <a:lnTo>
                    <a:pt x="299" y="66"/>
                  </a:lnTo>
                  <a:lnTo>
                    <a:pt x="295" y="75"/>
                  </a:lnTo>
                  <a:lnTo>
                    <a:pt x="299" y="80"/>
                  </a:lnTo>
                  <a:lnTo>
                    <a:pt x="302" y="75"/>
                  </a:lnTo>
                  <a:lnTo>
                    <a:pt x="307" y="71"/>
                  </a:lnTo>
                  <a:lnTo>
                    <a:pt x="313" y="72"/>
                  </a:lnTo>
                  <a:lnTo>
                    <a:pt x="323" y="72"/>
                  </a:lnTo>
                  <a:lnTo>
                    <a:pt x="325" y="64"/>
                  </a:lnTo>
                  <a:lnTo>
                    <a:pt x="323" y="49"/>
                  </a:lnTo>
                  <a:lnTo>
                    <a:pt x="328" y="41"/>
                  </a:lnTo>
                  <a:lnTo>
                    <a:pt x="338" y="38"/>
                  </a:lnTo>
                  <a:lnTo>
                    <a:pt x="337" y="29"/>
                  </a:lnTo>
                  <a:lnTo>
                    <a:pt x="337" y="28"/>
                  </a:lnTo>
                  <a:lnTo>
                    <a:pt x="343" y="21"/>
                  </a:lnTo>
                  <a:lnTo>
                    <a:pt x="353" y="18"/>
                  </a:lnTo>
                  <a:lnTo>
                    <a:pt x="356" y="18"/>
                  </a:lnTo>
                  <a:lnTo>
                    <a:pt x="361" y="16"/>
                  </a:lnTo>
                  <a:lnTo>
                    <a:pt x="365" y="16"/>
                  </a:lnTo>
                  <a:lnTo>
                    <a:pt x="379" y="13"/>
                  </a:lnTo>
                  <a:lnTo>
                    <a:pt x="391" y="8"/>
                  </a:lnTo>
                  <a:lnTo>
                    <a:pt x="404" y="11"/>
                  </a:lnTo>
                  <a:lnTo>
                    <a:pt x="412" y="18"/>
                  </a:lnTo>
                  <a:lnTo>
                    <a:pt x="417" y="19"/>
                  </a:lnTo>
                  <a:lnTo>
                    <a:pt x="427" y="18"/>
                  </a:lnTo>
                  <a:lnTo>
                    <a:pt x="432" y="24"/>
                  </a:lnTo>
                  <a:lnTo>
                    <a:pt x="437" y="16"/>
                  </a:lnTo>
                  <a:lnTo>
                    <a:pt x="447" y="19"/>
                  </a:lnTo>
                  <a:lnTo>
                    <a:pt x="447" y="26"/>
                  </a:lnTo>
                  <a:lnTo>
                    <a:pt x="437" y="31"/>
                  </a:lnTo>
                  <a:lnTo>
                    <a:pt x="437" y="43"/>
                  </a:lnTo>
                  <a:lnTo>
                    <a:pt x="432" y="47"/>
                  </a:lnTo>
                  <a:lnTo>
                    <a:pt x="431" y="54"/>
                  </a:lnTo>
                  <a:lnTo>
                    <a:pt x="424" y="59"/>
                  </a:lnTo>
                  <a:lnTo>
                    <a:pt x="419" y="71"/>
                  </a:lnTo>
                  <a:lnTo>
                    <a:pt x="421" y="79"/>
                  </a:lnTo>
                  <a:lnTo>
                    <a:pt x="421" y="85"/>
                  </a:lnTo>
                  <a:lnTo>
                    <a:pt x="424" y="94"/>
                  </a:lnTo>
                  <a:lnTo>
                    <a:pt x="434" y="102"/>
                  </a:lnTo>
                  <a:lnTo>
                    <a:pt x="442" y="108"/>
                  </a:lnTo>
                  <a:lnTo>
                    <a:pt x="465" y="131"/>
                  </a:lnTo>
                  <a:lnTo>
                    <a:pt x="462" y="136"/>
                  </a:lnTo>
                  <a:lnTo>
                    <a:pt x="467" y="138"/>
                  </a:lnTo>
                  <a:lnTo>
                    <a:pt x="475" y="138"/>
                  </a:lnTo>
                  <a:lnTo>
                    <a:pt x="485" y="135"/>
                  </a:lnTo>
                  <a:lnTo>
                    <a:pt x="492" y="128"/>
                  </a:lnTo>
                  <a:lnTo>
                    <a:pt x="497" y="112"/>
                  </a:lnTo>
                  <a:lnTo>
                    <a:pt x="505" y="99"/>
                  </a:lnTo>
                  <a:lnTo>
                    <a:pt x="506" y="80"/>
                  </a:lnTo>
                  <a:lnTo>
                    <a:pt x="511" y="62"/>
                  </a:lnTo>
                  <a:lnTo>
                    <a:pt x="516" y="51"/>
                  </a:lnTo>
                  <a:lnTo>
                    <a:pt x="521" y="44"/>
                  </a:lnTo>
                  <a:lnTo>
                    <a:pt x="516" y="39"/>
                  </a:lnTo>
                  <a:lnTo>
                    <a:pt x="523" y="31"/>
                  </a:lnTo>
                  <a:lnTo>
                    <a:pt x="526" y="21"/>
                  </a:lnTo>
                  <a:lnTo>
                    <a:pt x="528" y="11"/>
                  </a:lnTo>
                  <a:lnTo>
                    <a:pt x="531" y="6"/>
                  </a:lnTo>
                  <a:lnTo>
                    <a:pt x="53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7" name="Freeform 46"/>
            <p:cNvSpPr/>
            <p:nvPr/>
          </p:nvSpPr>
          <p:spPr bwMode="auto">
            <a:xfrm>
              <a:off x="7491413" y="5407025"/>
              <a:ext cx="101600" cy="122238"/>
            </a:xfrm>
            <a:custGeom>
              <a:avLst/>
              <a:gdLst/>
              <a:ahLst/>
              <a:cxnLst>
                <a:cxn ang="0">
                  <a:pos x="10" y="0"/>
                </a:cxn>
                <a:cxn ang="0">
                  <a:pos x="23" y="8"/>
                </a:cxn>
                <a:cxn ang="0">
                  <a:pos x="34" y="14"/>
                </a:cxn>
                <a:cxn ang="0">
                  <a:pos x="43" y="16"/>
                </a:cxn>
                <a:cxn ang="0">
                  <a:pos x="44" y="9"/>
                </a:cxn>
                <a:cxn ang="0">
                  <a:pos x="59" y="11"/>
                </a:cxn>
                <a:cxn ang="0">
                  <a:pos x="64" y="9"/>
                </a:cxn>
                <a:cxn ang="0">
                  <a:pos x="59" y="18"/>
                </a:cxn>
                <a:cxn ang="0">
                  <a:pos x="58" y="24"/>
                </a:cxn>
                <a:cxn ang="0">
                  <a:pos x="54" y="29"/>
                </a:cxn>
                <a:cxn ang="0">
                  <a:pos x="54" y="39"/>
                </a:cxn>
                <a:cxn ang="0">
                  <a:pos x="49" y="46"/>
                </a:cxn>
                <a:cxn ang="0">
                  <a:pos x="44" y="46"/>
                </a:cxn>
                <a:cxn ang="0">
                  <a:pos x="44" y="61"/>
                </a:cxn>
                <a:cxn ang="0">
                  <a:pos x="38" y="65"/>
                </a:cxn>
                <a:cxn ang="0">
                  <a:pos x="30" y="70"/>
                </a:cxn>
                <a:cxn ang="0">
                  <a:pos x="25" y="69"/>
                </a:cxn>
                <a:cxn ang="0">
                  <a:pos x="20" y="77"/>
                </a:cxn>
                <a:cxn ang="0">
                  <a:pos x="8" y="77"/>
                </a:cxn>
                <a:cxn ang="0">
                  <a:pos x="5" y="69"/>
                </a:cxn>
                <a:cxn ang="0">
                  <a:pos x="5" y="64"/>
                </a:cxn>
                <a:cxn ang="0">
                  <a:pos x="0" y="49"/>
                </a:cxn>
                <a:cxn ang="0">
                  <a:pos x="5" y="39"/>
                </a:cxn>
                <a:cxn ang="0">
                  <a:pos x="10" y="34"/>
                </a:cxn>
                <a:cxn ang="0">
                  <a:pos x="10" y="0"/>
                </a:cxn>
              </a:cxnLst>
              <a:rect l="0" t="0" r="r" b="b"/>
              <a:pathLst>
                <a:path w="64" h="77">
                  <a:moveTo>
                    <a:pt x="10" y="0"/>
                  </a:moveTo>
                  <a:lnTo>
                    <a:pt x="23" y="8"/>
                  </a:lnTo>
                  <a:lnTo>
                    <a:pt x="34" y="14"/>
                  </a:lnTo>
                  <a:lnTo>
                    <a:pt x="43" y="16"/>
                  </a:lnTo>
                  <a:lnTo>
                    <a:pt x="44" y="9"/>
                  </a:lnTo>
                  <a:lnTo>
                    <a:pt x="59" y="11"/>
                  </a:lnTo>
                  <a:lnTo>
                    <a:pt x="64" y="9"/>
                  </a:lnTo>
                  <a:lnTo>
                    <a:pt x="59" y="18"/>
                  </a:lnTo>
                  <a:lnTo>
                    <a:pt x="58" y="24"/>
                  </a:lnTo>
                  <a:lnTo>
                    <a:pt x="54" y="29"/>
                  </a:lnTo>
                  <a:lnTo>
                    <a:pt x="54" y="39"/>
                  </a:lnTo>
                  <a:lnTo>
                    <a:pt x="49" y="46"/>
                  </a:lnTo>
                  <a:lnTo>
                    <a:pt x="44" y="46"/>
                  </a:lnTo>
                  <a:lnTo>
                    <a:pt x="44" y="61"/>
                  </a:lnTo>
                  <a:lnTo>
                    <a:pt x="38" y="65"/>
                  </a:lnTo>
                  <a:lnTo>
                    <a:pt x="30" y="70"/>
                  </a:lnTo>
                  <a:lnTo>
                    <a:pt x="25" y="69"/>
                  </a:lnTo>
                  <a:lnTo>
                    <a:pt x="20" y="77"/>
                  </a:lnTo>
                  <a:lnTo>
                    <a:pt x="8" y="77"/>
                  </a:lnTo>
                  <a:lnTo>
                    <a:pt x="5" y="69"/>
                  </a:lnTo>
                  <a:lnTo>
                    <a:pt x="5" y="64"/>
                  </a:lnTo>
                  <a:lnTo>
                    <a:pt x="0" y="49"/>
                  </a:lnTo>
                  <a:lnTo>
                    <a:pt x="5" y="39"/>
                  </a:lnTo>
                  <a:lnTo>
                    <a:pt x="10" y="34"/>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8" name="Freeform 47"/>
            <p:cNvSpPr/>
            <p:nvPr/>
          </p:nvSpPr>
          <p:spPr bwMode="auto">
            <a:xfrm>
              <a:off x="7939088" y="5524500"/>
              <a:ext cx="271463" cy="211138"/>
            </a:xfrm>
            <a:custGeom>
              <a:avLst/>
              <a:gdLst/>
              <a:ahLst/>
              <a:cxnLst>
                <a:cxn ang="0">
                  <a:pos x="152" y="0"/>
                </a:cxn>
                <a:cxn ang="0">
                  <a:pos x="155" y="6"/>
                </a:cxn>
                <a:cxn ang="0">
                  <a:pos x="160" y="10"/>
                </a:cxn>
                <a:cxn ang="0">
                  <a:pos x="158" y="16"/>
                </a:cxn>
                <a:cxn ang="0">
                  <a:pos x="165" y="16"/>
                </a:cxn>
                <a:cxn ang="0">
                  <a:pos x="171" y="15"/>
                </a:cxn>
                <a:cxn ang="0">
                  <a:pos x="171" y="24"/>
                </a:cxn>
                <a:cxn ang="0">
                  <a:pos x="161" y="34"/>
                </a:cxn>
                <a:cxn ang="0">
                  <a:pos x="153" y="38"/>
                </a:cxn>
                <a:cxn ang="0">
                  <a:pos x="147" y="47"/>
                </a:cxn>
                <a:cxn ang="0">
                  <a:pos x="138" y="52"/>
                </a:cxn>
                <a:cxn ang="0">
                  <a:pos x="128" y="61"/>
                </a:cxn>
                <a:cxn ang="0">
                  <a:pos x="125" y="66"/>
                </a:cxn>
                <a:cxn ang="0">
                  <a:pos x="117" y="74"/>
                </a:cxn>
                <a:cxn ang="0">
                  <a:pos x="117" y="85"/>
                </a:cxn>
                <a:cxn ang="0">
                  <a:pos x="115" y="87"/>
                </a:cxn>
                <a:cxn ang="0">
                  <a:pos x="97" y="87"/>
                </a:cxn>
                <a:cxn ang="0">
                  <a:pos x="91" y="92"/>
                </a:cxn>
                <a:cxn ang="0">
                  <a:pos x="77" y="100"/>
                </a:cxn>
                <a:cxn ang="0">
                  <a:pos x="74" y="108"/>
                </a:cxn>
                <a:cxn ang="0">
                  <a:pos x="67" y="113"/>
                </a:cxn>
                <a:cxn ang="0">
                  <a:pos x="61" y="122"/>
                </a:cxn>
                <a:cxn ang="0">
                  <a:pos x="54" y="127"/>
                </a:cxn>
                <a:cxn ang="0">
                  <a:pos x="43" y="133"/>
                </a:cxn>
                <a:cxn ang="0">
                  <a:pos x="31" y="133"/>
                </a:cxn>
                <a:cxn ang="0">
                  <a:pos x="18" y="125"/>
                </a:cxn>
                <a:cxn ang="0">
                  <a:pos x="8" y="117"/>
                </a:cxn>
                <a:cxn ang="0">
                  <a:pos x="0" y="118"/>
                </a:cxn>
                <a:cxn ang="0">
                  <a:pos x="0" y="105"/>
                </a:cxn>
                <a:cxn ang="0">
                  <a:pos x="11" y="102"/>
                </a:cxn>
                <a:cxn ang="0">
                  <a:pos x="18" y="94"/>
                </a:cxn>
                <a:cxn ang="0">
                  <a:pos x="28" y="89"/>
                </a:cxn>
                <a:cxn ang="0">
                  <a:pos x="33" y="79"/>
                </a:cxn>
                <a:cxn ang="0">
                  <a:pos x="48" y="79"/>
                </a:cxn>
                <a:cxn ang="0">
                  <a:pos x="54" y="71"/>
                </a:cxn>
                <a:cxn ang="0">
                  <a:pos x="62" y="67"/>
                </a:cxn>
                <a:cxn ang="0">
                  <a:pos x="71" y="66"/>
                </a:cxn>
                <a:cxn ang="0">
                  <a:pos x="82" y="57"/>
                </a:cxn>
                <a:cxn ang="0">
                  <a:pos x="92" y="49"/>
                </a:cxn>
                <a:cxn ang="0">
                  <a:pos x="107" y="44"/>
                </a:cxn>
                <a:cxn ang="0">
                  <a:pos x="114" y="36"/>
                </a:cxn>
                <a:cxn ang="0">
                  <a:pos x="120" y="29"/>
                </a:cxn>
                <a:cxn ang="0">
                  <a:pos x="128" y="23"/>
                </a:cxn>
                <a:cxn ang="0">
                  <a:pos x="135" y="15"/>
                </a:cxn>
                <a:cxn ang="0">
                  <a:pos x="138" y="10"/>
                </a:cxn>
                <a:cxn ang="0">
                  <a:pos x="147" y="5"/>
                </a:cxn>
                <a:cxn ang="0">
                  <a:pos x="152" y="0"/>
                </a:cxn>
              </a:cxnLst>
              <a:rect l="0" t="0" r="r" b="b"/>
              <a:pathLst>
                <a:path w="171" h="133">
                  <a:moveTo>
                    <a:pt x="152" y="0"/>
                  </a:moveTo>
                  <a:lnTo>
                    <a:pt x="155" y="6"/>
                  </a:lnTo>
                  <a:lnTo>
                    <a:pt x="160" y="10"/>
                  </a:lnTo>
                  <a:lnTo>
                    <a:pt x="158" y="16"/>
                  </a:lnTo>
                  <a:lnTo>
                    <a:pt x="165" y="16"/>
                  </a:lnTo>
                  <a:lnTo>
                    <a:pt x="171" y="15"/>
                  </a:lnTo>
                  <a:lnTo>
                    <a:pt x="171" y="24"/>
                  </a:lnTo>
                  <a:lnTo>
                    <a:pt x="161" y="34"/>
                  </a:lnTo>
                  <a:lnTo>
                    <a:pt x="153" y="38"/>
                  </a:lnTo>
                  <a:lnTo>
                    <a:pt x="147" y="47"/>
                  </a:lnTo>
                  <a:lnTo>
                    <a:pt x="138" y="52"/>
                  </a:lnTo>
                  <a:lnTo>
                    <a:pt x="128" y="61"/>
                  </a:lnTo>
                  <a:lnTo>
                    <a:pt x="125" y="66"/>
                  </a:lnTo>
                  <a:lnTo>
                    <a:pt x="117" y="74"/>
                  </a:lnTo>
                  <a:lnTo>
                    <a:pt x="117" y="85"/>
                  </a:lnTo>
                  <a:lnTo>
                    <a:pt x="115" y="87"/>
                  </a:lnTo>
                  <a:lnTo>
                    <a:pt x="97" y="87"/>
                  </a:lnTo>
                  <a:lnTo>
                    <a:pt x="91" y="92"/>
                  </a:lnTo>
                  <a:lnTo>
                    <a:pt x="77" y="100"/>
                  </a:lnTo>
                  <a:lnTo>
                    <a:pt x="74" y="108"/>
                  </a:lnTo>
                  <a:lnTo>
                    <a:pt x="67" y="113"/>
                  </a:lnTo>
                  <a:lnTo>
                    <a:pt x="61" y="122"/>
                  </a:lnTo>
                  <a:lnTo>
                    <a:pt x="54" y="127"/>
                  </a:lnTo>
                  <a:lnTo>
                    <a:pt x="43" y="133"/>
                  </a:lnTo>
                  <a:lnTo>
                    <a:pt x="31" y="133"/>
                  </a:lnTo>
                  <a:lnTo>
                    <a:pt x="18" y="125"/>
                  </a:lnTo>
                  <a:lnTo>
                    <a:pt x="8" y="117"/>
                  </a:lnTo>
                  <a:lnTo>
                    <a:pt x="0" y="118"/>
                  </a:lnTo>
                  <a:lnTo>
                    <a:pt x="0" y="105"/>
                  </a:lnTo>
                  <a:lnTo>
                    <a:pt x="11" y="102"/>
                  </a:lnTo>
                  <a:lnTo>
                    <a:pt x="18" y="94"/>
                  </a:lnTo>
                  <a:lnTo>
                    <a:pt x="28" y="89"/>
                  </a:lnTo>
                  <a:lnTo>
                    <a:pt x="33" y="79"/>
                  </a:lnTo>
                  <a:lnTo>
                    <a:pt x="48" y="79"/>
                  </a:lnTo>
                  <a:lnTo>
                    <a:pt x="54" y="71"/>
                  </a:lnTo>
                  <a:lnTo>
                    <a:pt x="62" y="67"/>
                  </a:lnTo>
                  <a:lnTo>
                    <a:pt x="71" y="66"/>
                  </a:lnTo>
                  <a:lnTo>
                    <a:pt x="82" y="57"/>
                  </a:lnTo>
                  <a:lnTo>
                    <a:pt x="92" y="49"/>
                  </a:lnTo>
                  <a:lnTo>
                    <a:pt x="107" y="44"/>
                  </a:lnTo>
                  <a:lnTo>
                    <a:pt x="114" y="36"/>
                  </a:lnTo>
                  <a:lnTo>
                    <a:pt x="120" y="29"/>
                  </a:lnTo>
                  <a:lnTo>
                    <a:pt x="128" y="23"/>
                  </a:lnTo>
                  <a:lnTo>
                    <a:pt x="135" y="15"/>
                  </a:lnTo>
                  <a:lnTo>
                    <a:pt x="138" y="10"/>
                  </a:lnTo>
                  <a:lnTo>
                    <a:pt x="147" y="5"/>
                  </a:lnTo>
                  <a:lnTo>
                    <a:pt x="15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9" name="Freeform 48"/>
            <p:cNvSpPr/>
            <p:nvPr/>
          </p:nvSpPr>
          <p:spPr bwMode="auto">
            <a:xfrm>
              <a:off x="8224838" y="5283200"/>
              <a:ext cx="150813" cy="295275"/>
            </a:xfrm>
            <a:custGeom>
              <a:avLst/>
              <a:gdLst/>
              <a:ahLst/>
              <a:cxnLst>
                <a:cxn ang="0">
                  <a:pos x="36" y="0"/>
                </a:cxn>
                <a:cxn ang="0">
                  <a:pos x="42" y="8"/>
                </a:cxn>
                <a:cxn ang="0">
                  <a:pos x="49" y="20"/>
                </a:cxn>
                <a:cxn ang="0">
                  <a:pos x="56" y="26"/>
                </a:cxn>
                <a:cxn ang="0">
                  <a:pos x="61" y="38"/>
                </a:cxn>
                <a:cxn ang="0">
                  <a:pos x="51" y="53"/>
                </a:cxn>
                <a:cxn ang="0">
                  <a:pos x="52" y="59"/>
                </a:cxn>
                <a:cxn ang="0">
                  <a:pos x="66" y="51"/>
                </a:cxn>
                <a:cxn ang="0">
                  <a:pos x="66" y="84"/>
                </a:cxn>
                <a:cxn ang="0">
                  <a:pos x="67" y="97"/>
                </a:cxn>
                <a:cxn ang="0">
                  <a:pos x="82" y="97"/>
                </a:cxn>
                <a:cxn ang="0">
                  <a:pos x="95" y="92"/>
                </a:cxn>
                <a:cxn ang="0">
                  <a:pos x="95" y="104"/>
                </a:cxn>
                <a:cxn ang="0">
                  <a:pos x="87" y="111"/>
                </a:cxn>
                <a:cxn ang="0">
                  <a:pos x="70" y="127"/>
                </a:cxn>
                <a:cxn ang="0">
                  <a:pos x="67" y="135"/>
                </a:cxn>
                <a:cxn ang="0">
                  <a:pos x="61" y="134"/>
                </a:cxn>
                <a:cxn ang="0">
                  <a:pos x="51" y="135"/>
                </a:cxn>
                <a:cxn ang="0">
                  <a:pos x="49" y="142"/>
                </a:cxn>
                <a:cxn ang="0">
                  <a:pos x="46" y="150"/>
                </a:cxn>
                <a:cxn ang="0">
                  <a:pos x="38" y="157"/>
                </a:cxn>
                <a:cxn ang="0">
                  <a:pos x="31" y="165"/>
                </a:cxn>
                <a:cxn ang="0">
                  <a:pos x="19" y="173"/>
                </a:cxn>
                <a:cxn ang="0">
                  <a:pos x="6" y="186"/>
                </a:cxn>
                <a:cxn ang="0">
                  <a:pos x="0" y="176"/>
                </a:cxn>
                <a:cxn ang="0">
                  <a:pos x="3" y="168"/>
                </a:cxn>
                <a:cxn ang="0">
                  <a:pos x="11" y="158"/>
                </a:cxn>
                <a:cxn ang="0">
                  <a:pos x="11" y="142"/>
                </a:cxn>
                <a:cxn ang="0">
                  <a:pos x="8" y="139"/>
                </a:cxn>
                <a:cxn ang="0">
                  <a:pos x="3" y="137"/>
                </a:cxn>
                <a:cxn ang="0">
                  <a:pos x="6" y="117"/>
                </a:cxn>
                <a:cxn ang="0">
                  <a:pos x="16" y="107"/>
                </a:cxn>
                <a:cxn ang="0">
                  <a:pos x="19" y="97"/>
                </a:cxn>
                <a:cxn ang="0">
                  <a:pos x="26" y="94"/>
                </a:cxn>
                <a:cxn ang="0">
                  <a:pos x="38" y="87"/>
                </a:cxn>
                <a:cxn ang="0">
                  <a:pos x="36" y="79"/>
                </a:cxn>
                <a:cxn ang="0">
                  <a:pos x="42" y="73"/>
                </a:cxn>
                <a:cxn ang="0">
                  <a:pos x="41" y="61"/>
                </a:cxn>
                <a:cxn ang="0">
                  <a:pos x="42" y="53"/>
                </a:cxn>
                <a:cxn ang="0">
                  <a:pos x="41" y="36"/>
                </a:cxn>
                <a:cxn ang="0">
                  <a:pos x="41" y="26"/>
                </a:cxn>
                <a:cxn ang="0">
                  <a:pos x="31" y="10"/>
                </a:cxn>
                <a:cxn ang="0">
                  <a:pos x="36" y="0"/>
                </a:cxn>
              </a:cxnLst>
              <a:rect l="0" t="0" r="r" b="b"/>
              <a:pathLst>
                <a:path w="95" h="186">
                  <a:moveTo>
                    <a:pt x="36" y="0"/>
                  </a:moveTo>
                  <a:lnTo>
                    <a:pt x="42" y="8"/>
                  </a:lnTo>
                  <a:lnTo>
                    <a:pt x="49" y="20"/>
                  </a:lnTo>
                  <a:lnTo>
                    <a:pt x="56" y="26"/>
                  </a:lnTo>
                  <a:lnTo>
                    <a:pt x="61" y="38"/>
                  </a:lnTo>
                  <a:lnTo>
                    <a:pt x="51" y="53"/>
                  </a:lnTo>
                  <a:lnTo>
                    <a:pt x="52" y="59"/>
                  </a:lnTo>
                  <a:lnTo>
                    <a:pt x="66" y="51"/>
                  </a:lnTo>
                  <a:lnTo>
                    <a:pt x="66" y="84"/>
                  </a:lnTo>
                  <a:lnTo>
                    <a:pt x="67" y="97"/>
                  </a:lnTo>
                  <a:lnTo>
                    <a:pt x="82" y="97"/>
                  </a:lnTo>
                  <a:lnTo>
                    <a:pt x="95" y="92"/>
                  </a:lnTo>
                  <a:lnTo>
                    <a:pt x="95" y="104"/>
                  </a:lnTo>
                  <a:lnTo>
                    <a:pt x="87" y="111"/>
                  </a:lnTo>
                  <a:lnTo>
                    <a:pt x="70" y="127"/>
                  </a:lnTo>
                  <a:lnTo>
                    <a:pt x="67" y="135"/>
                  </a:lnTo>
                  <a:lnTo>
                    <a:pt x="61" y="134"/>
                  </a:lnTo>
                  <a:lnTo>
                    <a:pt x="51" y="135"/>
                  </a:lnTo>
                  <a:lnTo>
                    <a:pt x="49" y="142"/>
                  </a:lnTo>
                  <a:lnTo>
                    <a:pt x="46" y="150"/>
                  </a:lnTo>
                  <a:lnTo>
                    <a:pt x="38" y="157"/>
                  </a:lnTo>
                  <a:lnTo>
                    <a:pt x="31" y="165"/>
                  </a:lnTo>
                  <a:lnTo>
                    <a:pt x="19" y="173"/>
                  </a:lnTo>
                  <a:lnTo>
                    <a:pt x="6" y="186"/>
                  </a:lnTo>
                  <a:lnTo>
                    <a:pt x="0" y="176"/>
                  </a:lnTo>
                  <a:lnTo>
                    <a:pt x="3" y="168"/>
                  </a:lnTo>
                  <a:lnTo>
                    <a:pt x="11" y="158"/>
                  </a:lnTo>
                  <a:lnTo>
                    <a:pt x="11" y="142"/>
                  </a:lnTo>
                  <a:lnTo>
                    <a:pt x="8" y="139"/>
                  </a:lnTo>
                  <a:lnTo>
                    <a:pt x="3" y="137"/>
                  </a:lnTo>
                  <a:lnTo>
                    <a:pt x="6" y="117"/>
                  </a:lnTo>
                  <a:lnTo>
                    <a:pt x="16" y="107"/>
                  </a:lnTo>
                  <a:lnTo>
                    <a:pt x="19" y="97"/>
                  </a:lnTo>
                  <a:lnTo>
                    <a:pt x="26" y="94"/>
                  </a:lnTo>
                  <a:lnTo>
                    <a:pt x="38" y="87"/>
                  </a:lnTo>
                  <a:lnTo>
                    <a:pt x="36" y="79"/>
                  </a:lnTo>
                  <a:lnTo>
                    <a:pt x="42" y="73"/>
                  </a:lnTo>
                  <a:lnTo>
                    <a:pt x="41" y="61"/>
                  </a:lnTo>
                  <a:lnTo>
                    <a:pt x="42" y="53"/>
                  </a:lnTo>
                  <a:lnTo>
                    <a:pt x="41" y="36"/>
                  </a:lnTo>
                  <a:lnTo>
                    <a:pt x="41" y="26"/>
                  </a:lnTo>
                  <a:lnTo>
                    <a:pt x="31" y="10"/>
                  </a:lnTo>
                  <a:lnTo>
                    <a:pt x="3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0" name="Freeform 49"/>
            <p:cNvSpPr/>
            <p:nvPr/>
          </p:nvSpPr>
          <p:spPr bwMode="auto">
            <a:xfrm>
              <a:off x="8213726" y="4749800"/>
              <a:ext cx="76200" cy="77788"/>
            </a:xfrm>
            <a:custGeom>
              <a:avLst/>
              <a:gdLst/>
              <a:ahLst/>
              <a:cxnLst>
                <a:cxn ang="0">
                  <a:pos x="8" y="0"/>
                </a:cxn>
                <a:cxn ang="0">
                  <a:pos x="16" y="7"/>
                </a:cxn>
                <a:cxn ang="0">
                  <a:pos x="26" y="12"/>
                </a:cxn>
                <a:cxn ang="0">
                  <a:pos x="33" y="20"/>
                </a:cxn>
                <a:cxn ang="0">
                  <a:pos x="38" y="30"/>
                </a:cxn>
                <a:cxn ang="0">
                  <a:pos x="48" y="43"/>
                </a:cxn>
                <a:cxn ang="0">
                  <a:pos x="46" y="49"/>
                </a:cxn>
                <a:cxn ang="0">
                  <a:pos x="38" y="49"/>
                </a:cxn>
                <a:cxn ang="0">
                  <a:pos x="35" y="46"/>
                </a:cxn>
                <a:cxn ang="0">
                  <a:pos x="33" y="43"/>
                </a:cxn>
                <a:cxn ang="0">
                  <a:pos x="33" y="41"/>
                </a:cxn>
                <a:cxn ang="0">
                  <a:pos x="28" y="36"/>
                </a:cxn>
                <a:cxn ang="0">
                  <a:pos x="23" y="25"/>
                </a:cxn>
                <a:cxn ang="0">
                  <a:pos x="20" y="23"/>
                </a:cxn>
                <a:cxn ang="0">
                  <a:pos x="15" y="18"/>
                </a:cxn>
                <a:cxn ang="0">
                  <a:pos x="12" y="17"/>
                </a:cxn>
                <a:cxn ang="0">
                  <a:pos x="8" y="17"/>
                </a:cxn>
                <a:cxn ang="0">
                  <a:pos x="7" y="13"/>
                </a:cxn>
                <a:cxn ang="0">
                  <a:pos x="3" y="12"/>
                </a:cxn>
                <a:cxn ang="0">
                  <a:pos x="2" y="10"/>
                </a:cxn>
                <a:cxn ang="0">
                  <a:pos x="0" y="7"/>
                </a:cxn>
                <a:cxn ang="0">
                  <a:pos x="8" y="0"/>
                </a:cxn>
              </a:cxnLst>
              <a:rect l="0" t="0" r="r" b="b"/>
              <a:pathLst>
                <a:path w="48" h="49">
                  <a:moveTo>
                    <a:pt x="8" y="0"/>
                  </a:moveTo>
                  <a:lnTo>
                    <a:pt x="16" y="7"/>
                  </a:lnTo>
                  <a:lnTo>
                    <a:pt x="26" y="12"/>
                  </a:lnTo>
                  <a:lnTo>
                    <a:pt x="33" y="20"/>
                  </a:lnTo>
                  <a:lnTo>
                    <a:pt x="38" y="30"/>
                  </a:lnTo>
                  <a:lnTo>
                    <a:pt x="48" y="43"/>
                  </a:lnTo>
                  <a:lnTo>
                    <a:pt x="46" y="49"/>
                  </a:lnTo>
                  <a:lnTo>
                    <a:pt x="38" y="49"/>
                  </a:lnTo>
                  <a:lnTo>
                    <a:pt x="35" y="46"/>
                  </a:lnTo>
                  <a:lnTo>
                    <a:pt x="33" y="43"/>
                  </a:lnTo>
                  <a:lnTo>
                    <a:pt x="33" y="41"/>
                  </a:lnTo>
                  <a:lnTo>
                    <a:pt x="28" y="36"/>
                  </a:lnTo>
                  <a:lnTo>
                    <a:pt x="23" y="25"/>
                  </a:lnTo>
                  <a:lnTo>
                    <a:pt x="20" y="23"/>
                  </a:lnTo>
                  <a:lnTo>
                    <a:pt x="15" y="18"/>
                  </a:lnTo>
                  <a:lnTo>
                    <a:pt x="12" y="17"/>
                  </a:lnTo>
                  <a:lnTo>
                    <a:pt x="8" y="17"/>
                  </a:lnTo>
                  <a:lnTo>
                    <a:pt x="7" y="13"/>
                  </a:lnTo>
                  <a:lnTo>
                    <a:pt x="3" y="12"/>
                  </a:lnTo>
                  <a:lnTo>
                    <a:pt x="2" y="10"/>
                  </a:lnTo>
                  <a:lnTo>
                    <a:pt x="0" y="7"/>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1" name="Freeform 50"/>
            <p:cNvSpPr/>
            <p:nvPr/>
          </p:nvSpPr>
          <p:spPr bwMode="auto">
            <a:xfrm>
              <a:off x="8588376" y="4687888"/>
              <a:ext cx="33338" cy="30163"/>
            </a:xfrm>
            <a:custGeom>
              <a:avLst/>
              <a:gdLst/>
              <a:ahLst/>
              <a:cxnLst>
                <a:cxn ang="0">
                  <a:pos x="6" y="0"/>
                </a:cxn>
                <a:cxn ang="0">
                  <a:pos x="20" y="0"/>
                </a:cxn>
                <a:cxn ang="0">
                  <a:pos x="21" y="6"/>
                </a:cxn>
                <a:cxn ang="0">
                  <a:pos x="16" y="18"/>
                </a:cxn>
                <a:cxn ang="0">
                  <a:pos x="8" y="19"/>
                </a:cxn>
                <a:cxn ang="0">
                  <a:pos x="1" y="14"/>
                </a:cxn>
                <a:cxn ang="0">
                  <a:pos x="0" y="6"/>
                </a:cxn>
                <a:cxn ang="0">
                  <a:pos x="6" y="0"/>
                </a:cxn>
              </a:cxnLst>
              <a:rect l="0" t="0" r="r" b="b"/>
              <a:pathLst>
                <a:path w="21" h="19">
                  <a:moveTo>
                    <a:pt x="6" y="0"/>
                  </a:moveTo>
                  <a:lnTo>
                    <a:pt x="20" y="0"/>
                  </a:lnTo>
                  <a:lnTo>
                    <a:pt x="21" y="6"/>
                  </a:lnTo>
                  <a:lnTo>
                    <a:pt x="16" y="18"/>
                  </a:lnTo>
                  <a:lnTo>
                    <a:pt x="8" y="19"/>
                  </a:lnTo>
                  <a:lnTo>
                    <a:pt x="1" y="14"/>
                  </a:lnTo>
                  <a:lnTo>
                    <a:pt x="0" y="6"/>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2" name="Freeform 51"/>
            <p:cNvSpPr/>
            <p:nvPr/>
          </p:nvSpPr>
          <p:spPr bwMode="auto">
            <a:xfrm>
              <a:off x="8075613" y="4208463"/>
              <a:ext cx="28575" cy="49213"/>
            </a:xfrm>
            <a:custGeom>
              <a:avLst/>
              <a:gdLst/>
              <a:ahLst/>
              <a:cxnLst>
                <a:cxn ang="0">
                  <a:pos x="6" y="0"/>
                </a:cxn>
                <a:cxn ang="0">
                  <a:pos x="16" y="12"/>
                </a:cxn>
                <a:cxn ang="0">
                  <a:pos x="18" y="31"/>
                </a:cxn>
                <a:cxn ang="0">
                  <a:pos x="11" y="31"/>
                </a:cxn>
                <a:cxn ang="0">
                  <a:pos x="0" y="20"/>
                </a:cxn>
                <a:cxn ang="0">
                  <a:pos x="0" y="2"/>
                </a:cxn>
                <a:cxn ang="0">
                  <a:pos x="6" y="0"/>
                </a:cxn>
              </a:cxnLst>
              <a:rect l="0" t="0" r="r" b="b"/>
              <a:pathLst>
                <a:path w="18" h="31">
                  <a:moveTo>
                    <a:pt x="6" y="0"/>
                  </a:moveTo>
                  <a:lnTo>
                    <a:pt x="16" y="12"/>
                  </a:lnTo>
                  <a:lnTo>
                    <a:pt x="18" y="31"/>
                  </a:lnTo>
                  <a:lnTo>
                    <a:pt x="11" y="31"/>
                  </a:lnTo>
                  <a:lnTo>
                    <a:pt x="0" y="20"/>
                  </a:lnTo>
                  <a:lnTo>
                    <a:pt x="0" y="2"/>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3" name="Freeform 52"/>
            <p:cNvSpPr/>
            <p:nvPr/>
          </p:nvSpPr>
          <p:spPr bwMode="auto">
            <a:xfrm>
              <a:off x="8128001" y="4256088"/>
              <a:ext cx="12700" cy="33338"/>
            </a:xfrm>
            <a:custGeom>
              <a:avLst/>
              <a:gdLst/>
              <a:ahLst/>
              <a:cxnLst>
                <a:cxn ang="0">
                  <a:pos x="1" y="0"/>
                </a:cxn>
                <a:cxn ang="0">
                  <a:pos x="6" y="8"/>
                </a:cxn>
                <a:cxn ang="0">
                  <a:pos x="8" y="21"/>
                </a:cxn>
                <a:cxn ang="0">
                  <a:pos x="3" y="16"/>
                </a:cxn>
                <a:cxn ang="0">
                  <a:pos x="0" y="6"/>
                </a:cxn>
                <a:cxn ang="0">
                  <a:pos x="1" y="0"/>
                </a:cxn>
              </a:cxnLst>
              <a:rect l="0" t="0" r="r" b="b"/>
              <a:pathLst>
                <a:path w="8" h="21">
                  <a:moveTo>
                    <a:pt x="1" y="0"/>
                  </a:moveTo>
                  <a:lnTo>
                    <a:pt x="6" y="8"/>
                  </a:lnTo>
                  <a:lnTo>
                    <a:pt x="8" y="21"/>
                  </a:lnTo>
                  <a:lnTo>
                    <a:pt x="3" y="16"/>
                  </a:lnTo>
                  <a:lnTo>
                    <a:pt x="0" y="6"/>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4" name="Freeform 53"/>
            <p:cNvSpPr/>
            <p:nvPr/>
          </p:nvSpPr>
          <p:spPr bwMode="auto">
            <a:xfrm>
              <a:off x="8166101" y="4292600"/>
              <a:ext cx="28575" cy="41275"/>
            </a:xfrm>
            <a:custGeom>
              <a:avLst/>
              <a:gdLst/>
              <a:ahLst/>
              <a:cxnLst>
                <a:cxn ang="0">
                  <a:pos x="4" y="0"/>
                </a:cxn>
                <a:cxn ang="0">
                  <a:pos x="7" y="0"/>
                </a:cxn>
                <a:cxn ang="0">
                  <a:pos x="9" y="1"/>
                </a:cxn>
                <a:cxn ang="0">
                  <a:pos x="12" y="3"/>
                </a:cxn>
                <a:cxn ang="0">
                  <a:pos x="12" y="6"/>
                </a:cxn>
                <a:cxn ang="0">
                  <a:pos x="15" y="8"/>
                </a:cxn>
                <a:cxn ang="0">
                  <a:pos x="18" y="11"/>
                </a:cxn>
                <a:cxn ang="0">
                  <a:pos x="18" y="23"/>
                </a:cxn>
                <a:cxn ang="0">
                  <a:pos x="13" y="26"/>
                </a:cxn>
                <a:cxn ang="0">
                  <a:pos x="7" y="18"/>
                </a:cxn>
                <a:cxn ang="0">
                  <a:pos x="0" y="6"/>
                </a:cxn>
                <a:cxn ang="0">
                  <a:pos x="0" y="5"/>
                </a:cxn>
                <a:cxn ang="0">
                  <a:pos x="2" y="3"/>
                </a:cxn>
                <a:cxn ang="0">
                  <a:pos x="2" y="1"/>
                </a:cxn>
                <a:cxn ang="0">
                  <a:pos x="4" y="0"/>
                </a:cxn>
              </a:cxnLst>
              <a:rect l="0" t="0" r="r" b="b"/>
              <a:pathLst>
                <a:path w="18" h="26">
                  <a:moveTo>
                    <a:pt x="4" y="0"/>
                  </a:moveTo>
                  <a:lnTo>
                    <a:pt x="7" y="0"/>
                  </a:lnTo>
                  <a:lnTo>
                    <a:pt x="9" y="1"/>
                  </a:lnTo>
                  <a:lnTo>
                    <a:pt x="12" y="3"/>
                  </a:lnTo>
                  <a:lnTo>
                    <a:pt x="12" y="6"/>
                  </a:lnTo>
                  <a:lnTo>
                    <a:pt x="15" y="8"/>
                  </a:lnTo>
                  <a:lnTo>
                    <a:pt x="18" y="11"/>
                  </a:lnTo>
                  <a:lnTo>
                    <a:pt x="18" y="23"/>
                  </a:lnTo>
                  <a:lnTo>
                    <a:pt x="13" y="26"/>
                  </a:lnTo>
                  <a:lnTo>
                    <a:pt x="7" y="18"/>
                  </a:lnTo>
                  <a:lnTo>
                    <a:pt x="0" y="6"/>
                  </a:lnTo>
                  <a:lnTo>
                    <a:pt x="0" y="5"/>
                  </a:lnTo>
                  <a:lnTo>
                    <a:pt x="2" y="3"/>
                  </a:lnTo>
                  <a:lnTo>
                    <a:pt x="2" y="1"/>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5" name="Freeform 54"/>
            <p:cNvSpPr/>
            <p:nvPr/>
          </p:nvSpPr>
          <p:spPr bwMode="auto">
            <a:xfrm>
              <a:off x="8221663" y="4386263"/>
              <a:ext cx="20638" cy="23813"/>
            </a:xfrm>
            <a:custGeom>
              <a:avLst/>
              <a:gdLst/>
              <a:ahLst/>
              <a:cxnLst>
                <a:cxn ang="0">
                  <a:pos x="0" y="0"/>
                </a:cxn>
                <a:cxn ang="0">
                  <a:pos x="5" y="0"/>
                </a:cxn>
                <a:cxn ang="0">
                  <a:pos x="13" y="15"/>
                </a:cxn>
                <a:cxn ang="0">
                  <a:pos x="5" y="8"/>
                </a:cxn>
                <a:cxn ang="0">
                  <a:pos x="0" y="0"/>
                </a:cxn>
              </a:cxnLst>
              <a:rect l="0" t="0" r="r" b="b"/>
              <a:pathLst>
                <a:path w="13" h="15">
                  <a:moveTo>
                    <a:pt x="0" y="0"/>
                  </a:moveTo>
                  <a:lnTo>
                    <a:pt x="5" y="0"/>
                  </a:lnTo>
                  <a:lnTo>
                    <a:pt x="13" y="15"/>
                  </a:lnTo>
                  <a:lnTo>
                    <a:pt x="5" y="8"/>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6" name="Freeform 55"/>
            <p:cNvSpPr/>
            <p:nvPr/>
          </p:nvSpPr>
          <p:spPr bwMode="auto">
            <a:xfrm>
              <a:off x="8202613" y="4329113"/>
              <a:ext cx="23813" cy="36513"/>
            </a:xfrm>
            <a:custGeom>
              <a:avLst/>
              <a:gdLst/>
              <a:ahLst/>
              <a:cxnLst>
                <a:cxn ang="0">
                  <a:pos x="4" y="0"/>
                </a:cxn>
                <a:cxn ang="0">
                  <a:pos x="5" y="0"/>
                </a:cxn>
                <a:cxn ang="0">
                  <a:pos x="9" y="1"/>
                </a:cxn>
                <a:cxn ang="0">
                  <a:pos x="12" y="5"/>
                </a:cxn>
                <a:cxn ang="0">
                  <a:pos x="14" y="8"/>
                </a:cxn>
                <a:cxn ang="0">
                  <a:pos x="14" y="11"/>
                </a:cxn>
                <a:cxn ang="0">
                  <a:pos x="15" y="15"/>
                </a:cxn>
                <a:cxn ang="0">
                  <a:pos x="15" y="16"/>
                </a:cxn>
                <a:cxn ang="0">
                  <a:pos x="14" y="23"/>
                </a:cxn>
                <a:cxn ang="0">
                  <a:pos x="5" y="10"/>
                </a:cxn>
                <a:cxn ang="0">
                  <a:pos x="0" y="3"/>
                </a:cxn>
                <a:cxn ang="0">
                  <a:pos x="4" y="0"/>
                </a:cxn>
              </a:cxnLst>
              <a:rect l="0" t="0" r="r" b="b"/>
              <a:pathLst>
                <a:path w="15" h="23">
                  <a:moveTo>
                    <a:pt x="4" y="0"/>
                  </a:moveTo>
                  <a:lnTo>
                    <a:pt x="5" y="0"/>
                  </a:lnTo>
                  <a:lnTo>
                    <a:pt x="9" y="1"/>
                  </a:lnTo>
                  <a:lnTo>
                    <a:pt x="12" y="5"/>
                  </a:lnTo>
                  <a:lnTo>
                    <a:pt x="14" y="8"/>
                  </a:lnTo>
                  <a:lnTo>
                    <a:pt x="14" y="11"/>
                  </a:lnTo>
                  <a:lnTo>
                    <a:pt x="15" y="15"/>
                  </a:lnTo>
                  <a:lnTo>
                    <a:pt x="15" y="16"/>
                  </a:lnTo>
                  <a:lnTo>
                    <a:pt x="14" y="23"/>
                  </a:lnTo>
                  <a:lnTo>
                    <a:pt x="5" y="10"/>
                  </a:lnTo>
                  <a:lnTo>
                    <a:pt x="0" y="3"/>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7" name="Freeform 56"/>
            <p:cNvSpPr/>
            <p:nvPr/>
          </p:nvSpPr>
          <p:spPr bwMode="auto">
            <a:xfrm>
              <a:off x="8342313" y="4543425"/>
              <a:ext cx="12700" cy="31750"/>
            </a:xfrm>
            <a:custGeom>
              <a:avLst/>
              <a:gdLst/>
              <a:ahLst/>
              <a:cxnLst>
                <a:cxn ang="0">
                  <a:pos x="1" y="0"/>
                </a:cxn>
                <a:cxn ang="0">
                  <a:pos x="3" y="0"/>
                </a:cxn>
                <a:cxn ang="0">
                  <a:pos x="8" y="5"/>
                </a:cxn>
                <a:cxn ang="0">
                  <a:pos x="8" y="18"/>
                </a:cxn>
                <a:cxn ang="0">
                  <a:pos x="6" y="18"/>
                </a:cxn>
                <a:cxn ang="0">
                  <a:pos x="5" y="20"/>
                </a:cxn>
                <a:cxn ang="0">
                  <a:pos x="1" y="20"/>
                </a:cxn>
                <a:cxn ang="0">
                  <a:pos x="1" y="16"/>
                </a:cxn>
                <a:cxn ang="0">
                  <a:pos x="0" y="13"/>
                </a:cxn>
                <a:cxn ang="0">
                  <a:pos x="0" y="2"/>
                </a:cxn>
                <a:cxn ang="0">
                  <a:pos x="1" y="0"/>
                </a:cxn>
              </a:cxnLst>
              <a:rect l="0" t="0" r="r" b="b"/>
              <a:pathLst>
                <a:path w="8" h="20">
                  <a:moveTo>
                    <a:pt x="1" y="0"/>
                  </a:moveTo>
                  <a:lnTo>
                    <a:pt x="3" y="0"/>
                  </a:lnTo>
                  <a:lnTo>
                    <a:pt x="8" y="5"/>
                  </a:lnTo>
                  <a:lnTo>
                    <a:pt x="8" y="18"/>
                  </a:lnTo>
                  <a:lnTo>
                    <a:pt x="6" y="18"/>
                  </a:lnTo>
                  <a:lnTo>
                    <a:pt x="5" y="20"/>
                  </a:lnTo>
                  <a:lnTo>
                    <a:pt x="1" y="20"/>
                  </a:lnTo>
                  <a:lnTo>
                    <a:pt x="1" y="16"/>
                  </a:lnTo>
                  <a:lnTo>
                    <a:pt x="0" y="13"/>
                  </a:lnTo>
                  <a:lnTo>
                    <a:pt x="0" y="2"/>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8" name="Freeform 57"/>
            <p:cNvSpPr/>
            <p:nvPr/>
          </p:nvSpPr>
          <p:spPr bwMode="auto">
            <a:xfrm>
              <a:off x="8355013" y="4587875"/>
              <a:ext cx="11113" cy="9525"/>
            </a:xfrm>
            <a:custGeom>
              <a:avLst/>
              <a:gdLst/>
              <a:ahLst/>
              <a:cxnLst>
                <a:cxn ang="0">
                  <a:pos x="0" y="0"/>
                </a:cxn>
                <a:cxn ang="0">
                  <a:pos x="5" y="0"/>
                </a:cxn>
                <a:cxn ang="0">
                  <a:pos x="7" y="2"/>
                </a:cxn>
                <a:cxn ang="0">
                  <a:pos x="7" y="6"/>
                </a:cxn>
                <a:cxn ang="0">
                  <a:pos x="3" y="6"/>
                </a:cxn>
                <a:cxn ang="0">
                  <a:pos x="2" y="5"/>
                </a:cxn>
                <a:cxn ang="0">
                  <a:pos x="0" y="2"/>
                </a:cxn>
                <a:cxn ang="0">
                  <a:pos x="0" y="0"/>
                </a:cxn>
              </a:cxnLst>
              <a:rect l="0" t="0" r="r" b="b"/>
              <a:pathLst>
                <a:path w="7" h="6">
                  <a:moveTo>
                    <a:pt x="0" y="0"/>
                  </a:moveTo>
                  <a:lnTo>
                    <a:pt x="5" y="0"/>
                  </a:lnTo>
                  <a:lnTo>
                    <a:pt x="7" y="2"/>
                  </a:lnTo>
                  <a:lnTo>
                    <a:pt x="7" y="6"/>
                  </a:lnTo>
                  <a:lnTo>
                    <a:pt x="3" y="6"/>
                  </a:lnTo>
                  <a:lnTo>
                    <a:pt x="2" y="5"/>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9" name="Freeform 58"/>
            <p:cNvSpPr/>
            <p:nvPr/>
          </p:nvSpPr>
          <p:spPr bwMode="auto">
            <a:xfrm>
              <a:off x="8367713" y="4694238"/>
              <a:ext cx="7938" cy="15875"/>
            </a:xfrm>
            <a:custGeom>
              <a:avLst/>
              <a:gdLst/>
              <a:ahLst/>
              <a:cxnLst>
                <a:cxn ang="0">
                  <a:pos x="4" y="0"/>
                </a:cxn>
                <a:cxn ang="0">
                  <a:pos x="5" y="2"/>
                </a:cxn>
                <a:cxn ang="0">
                  <a:pos x="5" y="10"/>
                </a:cxn>
                <a:cxn ang="0">
                  <a:pos x="2" y="10"/>
                </a:cxn>
                <a:cxn ang="0">
                  <a:pos x="0" y="9"/>
                </a:cxn>
                <a:cxn ang="0">
                  <a:pos x="0" y="4"/>
                </a:cxn>
                <a:cxn ang="0">
                  <a:pos x="4" y="0"/>
                </a:cxn>
              </a:cxnLst>
              <a:rect l="0" t="0" r="r" b="b"/>
              <a:pathLst>
                <a:path w="5" h="10">
                  <a:moveTo>
                    <a:pt x="4" y="0"/>
                  </a:moveTo>
                  <a:lnTo>
                    <a:pt x="5" y="2"/>
                  </a:lnTo>
                  <a:lnTo>
                    <a:pt x="5" y="10"/>
                  </a:lnTo>
                  <a:lnTo>
                    <a:pt x="2" y="10"/>
                  </a:lnTo>
                  <a:lnTo>
                    <a:pt x="0" y="9"/>
                  </a:lnTo>
                  <a:lnTo>
                    <a:pt x="0" y="4"/>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0" name="Freeform 59"/>
            <p:cNvSpPr/>
            <p:nvPr/>
          </p:nvSpPr>
          <p:spPr bwMode="auto">
            <a:xfrm>
              <a:off x="8370888" y="4721225"/>
              <a:ext cx="7938" cy="11113"/>
            </a:xfrm>
            <a:custGeom>
              <a:avLst/>
              <a:gdLst/>
              <a:ahLst/>
              <a:cxnLst>
                <a:cxn ang="0">
                  <a:pos x="2" y="0"/>
                </a:cxn>
                <a:cxn ang="0">
                  <a:pos x="3" y="0"/>
                </a:cxn>
                <a:cxn ang="0">
                  <a:pos x="5" y="2"/>
                </a:cxn>
                <a:cxn ang="0">
                  <a:pos x="5" y="7"/>
                </a:cxn>
                <a:cxn ang="0">
                  <a:pos x="0" y="7"/>
                </a:cxn>
                <a:cxn ang="0">
                  <a:pos x="0" y="3"/>
                </a:cxn>
                <a:cxn ang="0">
                  <a:pos x="2" y="0"/>
                </a:cxn>
              </a:cxnLst>
              <a:rect l="0" t="0" r="r" b="b"/>
              <a:pathLst>
                <a:path w="5" h="7">
                  <a:moveTo>
                    <a:pt x="2" y="0"/>
                  </a:moveTo>
                  <a:lnTo>
                    <a:pt x="3" y="0"/>
                  </a:lnTo>
                  <a:lnTo>
                    <a:pt x="5" y="2"/>
                  </a:lnTo>
                  <a:lnTo>
                    <a:pt x="5" y="7"/>
                  </a:lnTo>
                  <a:lnTo>
                    <a:pt x="0" y="7"/>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1" name="Freeform 60"/>
            <p:cNvSpPr/>
            <p:nvPr/>
          </p:nvSpPr>
          <p:spPr bwMode="auto">
            <a:xfrm>
              <a:off x="8374063" y="4603750"/>
              <a:ext cx="9525" cy="9525"/>
            </a:xfrm>
            <a:custGeom>
              <a:avLst/>
              <a:gdLst/>
              <a:ahLst/>
              <a:cxnLst>
                <a:cxn ang="0">
                  <a:pos x="1" y="0"/>
                </a:cxn>
                <a:cxn ang="0">
                  <a:pos x="3" y="0"/>
                </a:cxn>
                <a:cxn ang="0">
                  <a:pos x="6" y="3"/>
                </a:cxn>
                <a:cxn ang="0">
                  <a:pos x="6" y="6"/>
                </a:cxn>
                <a:cxn ang="0">
                  <a:pos x="1" y="6"/>
                </a:cxn>
                <a:cxn ang="0">
                  <a:pos x="0" y="5"/>
                </a:cxn>
                <a:cxn ang="0">
                  <a:pos x="0" y="3"/>
                </a:cxn>
                <a:cxn ang="0">
                  <a:pos x="1" y="1"/>
                </a:cxn>
                <a:cxn ang="0">
                  <a:pos x="1" y="0"/>
                </a:cxn>
              </a:cxnLst>
              <a:rect l="0" t="0" r="r" b="b"/>
              <a:pathLst>
                <a:path w="6" h="6">
                  <a:moveTo>
                    <a:pt x="1" y="0"/>
                  </a:moveTo>
                  <a:lnTo>
                    <a:pt x="3" y="0"/>
                  </a:lnTo>
                  <a:lnTo>
                    <a:pt x="6" y="3"/>
                  </a:lnTo>
                  <a:lnTo>
                    <a:pt x="6" y="6"/>
                  </a:lnTo>
                  <a:lnTo>
                    <a:pt x="1" y="6"/>
                  </a:lnTo>
                  <a:lnTo>
                    <a:pt x="0" y="5"/>
                  </a:lnTo>
                  <a:lnTo>
                    <a:pt x="0" y="3"/>
                  </a:lnTo>
                  <a:lnTo>
                    <a:pt x="1" y="1"/>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2" name="Freeform 61"/>
            <p:cNvSpPr/>
            <p:nvPr/>
          </p:nvSpPr>
          <p:spPr bwMode="auto">
            <a:xfrm>
              <a:off x="8181976" y="4427538"/>
              <a:ext cx="15875" cy="23813"/>
            </a:xfrm>
            <a:custGeom>
              <a:avLst/>
              <a:gdLst/>
              <a:ahLst/>
              <a:cxnLst>
                <a:cxn ang="0">
                  <a:pos x="0" y="0"/>
                </a:cxn>
                <a:cxn ang="0">
                  <a:pos x="7" y="0"/>
                </a:cxn>
                <a:cxn ang="0">
                  <a:pos x="8" y="4"/>
                </a:cxn>
                <a:cxn ang="0">
                  <a:pos x="8" y="9"/>
                </a:cxn>
                <a:cxn ang="0">
                  <a:pos x="10" y="12"/>
                </a:cxn>
                <a:cxn ang="0">
                  <a:pos x="10" y="15"/>
                </a:cxn>
                <a:cxn ang="0">
                  <a:pos x="5" y="15"/>
                </a:cxn>
                <a:cxn ang="0">
                  <a:pos x="3" y="14"/>
                </a:cxn>
                <a:cxn ang="0">
                  <a:pos x="0" y="7"/>
                </a:cxn>
                <a:cxn ang="0">
                  <a:pos x="0" y="0"/>
                </a:cxn>
              </a:cxnLst>
              <a:rect l="0" t="0" r="r" b="b"/>
              <a:pathLst>
                <a:path w="10" h="15">
                  <a:moveTo>
                    <a:pt x="0" y="0"/>
                  </a:moveTo>
                  <a:lnTo>
                    <a:pt x="7" y="0"/>
                  </a:lnTo>
                  <a:lnTo>
                    <a:pt x="8" y="4"/>
                  </a:lnTo>
                  <a:lnTo>
                    <a:pt x="8" y="9"/>
                  </a:lnTo>
                  <a:lnTo>
                    <a:pt x="10" y="12"/>
                  </a:lnTo>
                  <a:lnTo>
                    <a:pt x="10" y="15"/>
                  </a:lnTo>
                  <a:lnTo>
                    <a:pt x="5" y="15"/>
                  </a:lnTo>
                  <a:lnTo>
                    <a:pt x="3" y="14"/>
                  </a:lnTo>
                  <a:lnTo>
                    <a:pt x="0" y="7"/>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3" name="Freeform 62"/>
            <p:cNvSpPr/>
            <p:nvPr/>
          </p:nvSpPr>
          <p:spPr bwMode="auto">
            <a:xfrm>
              <a:off x="8132763" y="4302125"/>
              <a:ext cx="15875" cy="31750"/>
            </a:xfrm>
            <a:custGeom>
              <a:avLst/>
              <a:gdLst/>
              <a:ahLst/>
              <a:cxnLst>
                <a:cxn ang="0">
                  <a:pos x="2" y="0"/>
                </a:cxn>
                <a:cxn ang="0">
                  <a:pos x="3" y="0"/>
                </a:cxn>
                <a:cxn ang="0">
                  <a:pos x="6" y="4"/>
                </a:cxn>
                <a:cxn ang="0">
                  <a:pos x="8" y="9"/>
                </a:cxn>
                <a:cxn ang="0">
                  <a:pos x="10" y="12"/>
                </a:cxn>
                <a:cxn ang="0">
                  <a:pos x="10" y="18"/>
                </a:cxn>
                <a:cxn ang="0">
                  <a:pos x="8" y="20"/>
                </a:cxn>
                <a:cxn ang="0">
                  <a:pos x="5" y="20"/>
                </a:cxn>
                <a:cxn ang="0">
                  <a:pos x="2" y="18"/>
                </a:cxn>
                <a:cxn ang="0">
                  <a:pos x="0" y="17"/>
                </a:cxn>
                <a:cxn ang="0">
                  <a:pos x="0" y="4"/>
                </a:cxn>
                <a:cxn ang="0">
                  <a:pos x="2" y="0"/>
                </a:cxn>
              </a:cxnLst>
              <a:rect l="0" t="0" r="r" b="b"/>
              <a:pathLst>
                <a:path w="10" h="20">
                  <a:moveTo>
                    <a:pt x="2" y="0"/>
                  </a:moveTo>
                  <a:lnTo>
                    <a:pt x="3" y="0"/>
                  </a:lnTo>
                  <a:lnTo>
                    <a:pt x="6" y="4"/>
                  </a:lnTo>
                  <a:lnTo>
                    <a:pt x="8" y="9"/>
                  </a:lnTo>
                  <a:lnTo>
                    <a:pt x="10" y="12"/>
                  </a:lnTo>
                  <a:lnTo>
                    <a:pt x="10" y="18"/>
                  </a:lnTo>
                  <a:lnTo>
                    <a:pt x="8" y="20"/>
                  </a:lnTo>
                  <a:lnTo>
                    <a:pt x="5" y="20"/>
                  </a:lnTo>
                  <a:lnTo>
                    <a:pt x="2" y="18"/>
                  </a:lnTo>
                  <a:lnTo>
                    <a:pt x="0" y="17"/>
                  </a:lnTo>
                  <a:lnTo>
                    <a:pt x="0" y="4"/>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4" name="Freeform 63"/>
            <p:cNvSpPr/>
            <p:nvPr/>
          </p:nvSpPr>
          <p:spPr bwMode="auto">
            <a:xfrm>
              <a:off x="8734426" y="4451350"/>
              <a:ext cx="15875" cy="15875"/>
            </a:xfrm>
            <a:custGeom>
              <a:avLst/>
              <a:gdLst/>
              <a:ahLst/>
              <a:cxnLst>
                <a:cxn ang="0">
                  <a:pos x="5" y="0"/>
                </a:cxn>
                <a:cxn ang="0">
                  <a:pos x="10" y="0"/>
                </a:cxn>
                <a:cxn ang="0">
                  <a:pos x="10" y="2"/>
                </a:cxn>
                <a:cxn ang="0">
                  <a:pos x="8" y="4"/>
                </a:cxn>
                <a:cxn ang="0">
                  <a:pos x="8" y="7"/>
                </a:cxn>
                <a:cxn ang="0">
                  <a:pos x="10" y="8"/>
                </a:cxn>
                <a:cxn ang="0">
                  <a:pos x="10" y="10"/>
                </a:cxn>
                <a:cxn ang="0">
                  <a:pos x="5" y="10"/>
                </a:cxn>
                <a:cxn ang="0">
                  <a:pos x="2" y="8"/>
                </a:cxn>
                <a:cxn ang="0">
                  <a:pos x="0" y="7"/>
                </a:cxn>
                <a:cxn ang="0">
                  <a:pos x="0" y="4"/>
                </a:cxn>
                <a:cxn ang="0">
                  <a:pos x="2" y="2"/>
                </a:cxn>
                <a:cxn ang="0">
                  <a:pos x="5" y="0"/>
                </a:cxn>
              </a:cxnLst>
              <a:rect l="0" t="0" r="r" b="b"/>
              <a:pathLst>
                <a:path w="10" h="10">
                  <a:moveTo>
                    <a:pt x="5" y="0"/>
                  </a:moveTo>
                  <a:lnTo>
                    <a:pt x="10" y="0"/>
                  </a:lnTo>
                  <a:lnTo>
                    <a:pt x="10" y="2"/>
                  </a:lnTo>
                  <a:lnTo>
                    <a:pt x="8" y="4"/>
                  </a:lnTo>
                  <a:lnTo>
                    <a:pt x="8" y="7"/>
                  </a:lnTo>
                  <a:lnTo>
                    <a:pt x="10" y="8"/>
                  </a:lnTo>
                  <a:lnTo>
                    <a:pt x="10" y="10"/>
                  </a:lnTo>
                  <a:lnTo>
                    <a:pt x="5" y="10"/>
                  </a:lnTo>
                  <a:lnTo>
                    <a:pt x="2" y="8"/>
                  </a:lnTo>
                  <a:lnTo>
                    <a:pt x="0" y="7"/>
                  </a:lnTo>
                  <a:lnTo>
                    <a:pt x="0" y="4"/>
                  </a:lnTo>
                  <a:lnTo>
                    <a:pt x="2"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5" name="Freeform 64"/>
            <p:cNvSpPr/>
            <p:nvPr/>
          </p:nvSpPr>
          <p:spPr bwMode="auto">
            <a:xfrm>
              <a:off x="8726488" y="4903788"/>
              <a:ext cx="15875" cy="31750"/>
            </a:xfrm>
            <a:custGeom>
              <a:avLst/>
              <a:gdLst/>
              <a:ahLst/>
              <a:cxnLst>
                <a:cxn ang="0">
                  <a:pos x="5" y="0"/>
                </a:cxn>
                <a:cxn ang="0">
                  <a:pos x="8" y="0"/>
                </a:cxn>
                <a:cxn ang="0">
                  <a:pos x="8" y="7"/>
                </a:cxn>
                <a:cxn ang="0">
                  <a:pos x="10" y="12"/>
                </a:cxn>
                <a:cxn ang="0">
                  <a:pos x="10" y="20"/>
                </a:cxn>
                <a:cxn ang="0">
                  <a:pos x="8" y="20"/>
                </a:cxn>
                <a:cxn ang="0">
                  <a:pos x="5" y="18"/>
                </a:cxn>
                <a:cxn ang="0">
                  <a:pos x="2" y="15"/>
                </a:cxn>
                <a:cxn ang="0">
                  <a:pos x="0" y="12"/>
                </a:cxn>
                <a:cxn ang="0">
                  <a:pos x="0" y="8"/>
                </a:cxn>
                <a:cxn ang="0">
                  <a:pos x="4" y="2"/>
                </a:cxn>
                <a:cxn ang="0">
                  <a:pos x="5" y="0"/>
                </a:cxn>
              </a:cxnLst>
              <a:rect l="0" t="0" r="r" b="b"/>
              <a:pathLst>
                <a:path w="10" h="20">
                  <a:moveTo>
                    <a:pt x="5" y="0"/>
                  </a:moveTo>
                  <a:lnTo>
                    <a:pt x="8" y="0"/>
                  </a:lnTo>
                  <a:lnTo>
                    <a:pt x="8" y="7"/>
                  </a:lnTo>
                  <a:lnTo>
                    <a:pt x="10" y="12"/>
                  </a:lnTo>
                  <a:lnTo>
                    <a:pt x="10" y="20"/>
                  </a:lnTo>
                  <a:lnTo>
                    <a:pt x="8" y="20"/>
                  </a:lnTo>
                  <a:lnTo>
                    <a:pt x="5" y="18"/>
                  </a:lnTo>
                  <a:lnTo>
                    <a:pt x="2" y="15"/>
                  </a:lnTo>
                  <a:lnTo>
                    <a:pt x="0" y="12"/>
                  </a:lnTo>
                  <a:lnTo>
                    <a:pt x="0" y="8"/>
                  </a:lnTo>
                  <a:lnTo>
                    <a:pt x="4"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6" name="Freeform 65"/>
            <p:cNvSpPr/>
            <p:nvPr/>
          </p:nvSpPr>
          <p:spPr bwMode="auto">
            <a:xfrm>
              <a:off x="8769351" y="4167188"/>
              <a:ext cx="17463" cy="20638"/>
            </a:xfrm>
            <a:custGeom>
              <a:avLst/>
              <a:gdLst/>
              <a:ahLst/>
              <a:cxnLst>
                <a:cxn ang="0">
                  <a:pos x="3" y="0"/>
                </a:cxn>
                <a:cxn ang="0">
                  <a:pos x="5" y="0"/>
                </a:cxn>
                <a:cxn ang="0">
                  <a:pos x="8" y="1"/>
                </a:cxn>
                <a:cxn ang="0">
                  <a:pos x="11" y="5"/>
                </a:cxn>
                <a:cxn ang="0">
                  <a:pos x="11" y="11"/>
                </a:cxn>
                <a:cxn ang="0">
                  <a:pos x="9" y="13"/>
                </a:cxn>
                <a:cxn ang="0">
                  <a:pos x="8" y="13"/>
                </a:cxn>
                <a:cxn ang="0">
                  <a:pos x="6" y="11"/>
                </a:cxn>
                <a:cxn ang="0">
                  <a:pos x="3" y="10"/>
                </a:cxn>
                <a:cxn ang="0">
                  <a:pos x="0" y="6"/>
                </a:cxn>
                <a:cxn ang="0">
                  <a:pos x="0" y="5"/>
                </a:cxn>
                <a:cxn ang="0">
                  <a:pos x="1" y="1"/>
                </a:cxn>
                <a:cxn ang="0">
                  <a:pos x="3" y="0"/>
                </a:cxn>
              </a:cxnLst>
              <a:rect l="0" t="0" r="r" b="b"/>
              <a:pathLst>
                <a:path w="11" h="13">
                  <a:moveTo>
                    <a:pt x="3" y="0"/>
                  </a:moveTo>
                  <a:lnTo>
                    <a:pt x="5" y="0"/>
                  </a:lnTo>
                  <a:lnTo>
                    <a:pt x="8" y="1"/>
                  </a:lnTo>
                  <a:lnTo>
                    <a:pt x="11" y="5"/>
                  </a:lnTo>
                  <a:lnTo>
                    <a:pt x="11" y="11"/>
                  </a:lnTo>
                  <a:lnTo>
                    <a:pt x="9" y="13"/>
                  </a:lnTo>
                  <a:lnTo>
                    <a:pt x="8" y="13"/>
                  </a:lnTo>
                  <a:lnTo>
                    <a:pt x="6" y="11"/>
                  </a:lnTo>
                  <a:lnTo>
                    <a:pt x="3" y="10"/>
                  </a:lnTo>
                  <a:lnTo>
                    <a:pt x="0" y="6"/>
                  </a:lnTo>
                  <a:lnTo>
                    <a:pt x="0" y="5"/>
                  </a:lnTo>
                  <a:lnTo>
                    <a:pt x="1" y="1"/>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7" name="Freeform 66"/>
            <p:cNvSpPr/>
            <p:nvPr/>
          </p:nvSpPr>
          <p:spPr bwMode="auto">
            <a:xfrm>
              <a:off x="7661276" y="3878263"/>
              <a:ext cx="11113" cy="7938"/>
            </a:xfrm>
            <a:custGeom>
              <a:avLst/>
              <a:gdLst/>
              <a:ahLst/>
              <a:cxnLst>
                <a:cxn ang="0">
                  <a:pos x="3" y="0"/>
                </a:cxn>
                <a:cxn ang="0">
                  <a:pos x="7" y="0"/>
                </a:cxn>
                <a:cxn ang="0">
                  <a:pos x="7" y="5"/>
                </a:cxn>
                <a:cxn ang="0">
                  <a:pos x="0" y="5"/>
                </a:cxn>
                <a:cxn ang="0">
                  <a:pos x="0" y="2"/>
                </a:cxn>
                <a:cxn ang="0">
                  <a:pos x="2" y="2"/>
                </a:cxn>
                <a:cxn ang="0">
                  <a:pos x="3" y="0"/>
                </a:cxn>
              </a:cxnLst>
              <a:rect l="0" t="0" r="r" b="b"/>
              <a:pathLst>
                <a:path w="7" h="5">
                  <a:moveTo>
                    <a:pt x="3" y="0"/>
                  </a:moveTo>
                  <a:lnTo>
                    <a:pt x="7" y="0"/>
                  </a:lnTo>
                  <a:lnTo>
                    <a:pt x="7" y="5"/>
                  </a:lnTo>
                  <a:lnTo>
                    <a:pt x="0" y="5"/>
                  </a:lnTo>
                  <a:lnTo>
                    <a:pt x="0" y="2"/>
                  </a:lnTo>
                  <a:lnTo>
                    <a:pt x="2"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8" name="Freeform 67"/>
            <p:cNvSpPr/>
            <p:nvPr/>
          </p:nvSpPr>
          <p:spPr bwMode="auto">
            <a:xfrm>
              <a:off x="8851901" y="4635500"/>
              <a:ext cx="15875" cy="12700"/>
            </a:xfrm>
            <a:custGeom>
              <a:avLst/>
              <a:gdLst/>
              <a:ahLst/>
              <a:cxnLst>
                <a:cxn ang="0">
                  <a:pos x="7" y="0"/>
                </a:cxn>
                <a:cxn ang="0">
                  <a:pos x="10" y="3"/>
                </a:cxn>
                <a:cxn ang="0">
                  <a:pos x="10" y="8"/>
                </a:cxn>
                <a:cxn ang="0">
                  <a:pos x="0" y="4"/>
                </a:cxn>
                <a:cxn ang="0">
                  <a:pos x="7" y="0"/>
                </a:cxn>
              </a:cxnLst>
              <a:rect l="0" t="0" r="r" b="b"/>
              <a:pathLst>
                <a:path w="10" h="8">
                  <a:moveTo>
                    <a:pt x="7" y="0"/>
                  </a:moveTo>
                  <a:lnTo>
                    <a:pt x="10" y="3"/>
                  </a:lnTo>
                  <a:lnTo>
                    <a:pt x="10" y="8"/>
                  </a:lnTo>
                  <a:lnTo>
                    <a:pt x="0" y="4"/>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9" name="Freeform 68"/>
            <p:cNvSpPr/>
            <p:nvPr/>
          </p:nvSpPr>
          <p:spPr bwMode="auto">
            <a:xfrm>
              <a:off x="8878888" y="4613275"/>
              <a:ext cx="9525" cy="19050"/>
            </a:xfrm>
            <a:custGeom>
              <a:avLst/>
              <a:gdLst/>
              <a:ahLst/>
              <a:cxnLst>
                <a:cxn ang="0">
                  <a:pos x="0" y="0"/>
                </a:cxn>
                <a:cxn ang="0">
                  <a:pos x="6" y="5"/>
                </a:cxn>
                <a:cxn ang="0">
                  <a:pos x="5" y="7"/>
                </a:cxn>
                <a:cxn ang="0">
                  <a:pos x="3" y="10"/>
                </a:cxn>
                <a:cxn ang="0">
                  <a:pos x="2" y="12"/>
                </a:cxn>
                <a:cxn ang="0">
                  <a:pos x="0" y="10"/>
                </a:cxn>
                <a:cxn ang="0">
                  <a:pos x="0" y="0"/>
                </a:cxn>
              </a:cxnLst>
              <a:rect l="0" t="0" r="r" b="b"/>
              <a:pathLst>
                <a:path w="6" h="12">
                  <a:moveTo>
                    <a:pt x="0" y="0"/>
                  </a:moveTo>
                  <a:lnTo>
                    <a:pt x="6" y="5"/>
                  </a:lnTo>
                  <a:lnTo>
                    <a:pt x="5" y="7"/>
                  </a:lnTo>
                  <a:lnTo>
                    <a:pt x="3" y="10"/>
                  </a:lnTo>
                  <a:lnTo>
                    <a:pt x="2" y="12"/>
                  </a:lnTo>
                  <a:lnTo>
                    <a:pt x="0" y="10"/>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0" name="Freeform 69"/>
            <p:cNvSpPr/>
            <p:nvPr/>
          </p:nvSpPr>
          <p:spPr bwMode="auto">
            <a:xfrm>
              <a:off x="4524376" y="4271963"/>
              <a:ext cx="15875" cy="44450"/>
            </a:xfrm>
            <a:custGeom>
              <a:avLst/>
              <a:gdLst/>
              <a:ahLst/>
              <a:cxnLst>
                <a:cxn ang="0">
                  <a:pos x="0" y="0"/>
                </a:cxn>
                <a:cxn ang="0">
                  <a:pos x="4" y="6"/>
                </a:cxn>
                <a:cxn ang="0">
                  <a:pos x="7" y="11"/>
                </a:cxn>
                <a:cxn ang="0">
                  <a:pos x="9" y="18"/>
                </a:cxn>
                <a:cxn ang="0">
                  <a:pos x="10" y="23"/>
                </a:cxn>
                <a:cxn ang="0">
                  <a:pos x="10" y="26"/>
                </a:cxn>
                <a:cxn ang="0">
                  <a:pos x="9" y="28"/>
                </a:cxn>
                <a:cxn ang="0">
                  <a:pos x="0" y="0"/>
                </a:cxn>
              </a:cxnLst>
              <a:rect l="0" t="0" r="r" b="b"/>
              <a:pathLst>
                <a:path w="10" h="28">
                  <a:moveTo>
                    <a:pt x="0" y="0"/>
                  </a:moveTo>
                  <a:lnTo>
                    <a:pt x="4" y="6"/>
                  </a:lnTo>
                  <a:lnTo>
                    <a:pt x="7" y="11"/>
                  </a:lnTo>
                  <a:lnTo>
                    <a:pt x="9" y="18"/>
                  </a:lnTo>
                  <a:lnTo>
                    <a:pt x="10" y="23"/>
                  </a:lnTo>
                  <a:lnTo>
                    <a:pt x="10" y="26"/>
                  </a:lnTo>
                  <a:lnTo>
                    <a:pt x="9" y="28"/>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1" name="Freeform 70"/>
            <p:cNvSpPr/>
            <p:nvPr/>
          </p:nvSpPr>
          <p:spPr bwMode="auto">
            <a:xfrm>
              <a:off x="4030663" y="3113088"/>
              <a:ext cx="7938" cy="20638"/>
            </a:xfrm>
            <a:custGeom>
              <a:avLst/>
              <a:gdLst/>
              <a:ahLst/>
              <a:cxnLst>
                <a:cxn ang="0">
                  <a:pos x="5" y="0"/>
                </a:cxn>
                <a:cxn ang="0">
                  <a:pos x="3" y="6"/>
                </a:cxn>
                <a:cxn ang="0">
                  <a:pos x="0" y="13"/>
                </a:cxn>
                <a:cxn ang="0">
                  <a:pos x="5" y="0"/>
                </a:cxn>
              </a:cxnLst>
              <a:rect l="0" t="0" r="r" b="b"/>
              <a:pathLst>
                <a:path w="5" h="13">
                  <a:moveTo>
                    <a:pt x="5" y="0"/>
                  </a:moveTo>
                  <a:lnTo>
                    <a:pt x="3" y="6"/>
                  </a:lnTo>
                  <a:lnTo>
                    <a:pt x="0" y="1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2" name="Freeform 71"/>
            <p:cNvSpPr/>
            <p:nvPr/>
          </p:nvSpPr>
          <p:spPr bwMode="auto">
            <a:xfrm>
              <a:off x="5168901" y="1512888"/>
              <a:ext cx="225425" cy="206375"/>
            </a:xfrm>
            <a:custGeom>
              <a:avLst/>
              <a:gdLst/>
              <a:ahLst/>
              <a:cxnLst>
                <a:cxn ang="0">
                  <a:pos x="117" y="0"/>
                </a:cxn>
                <a:cxn ang="0">
                  <a:pos x="139" y="0"/>
                </a:cxn>
                <a:cxn ang="0">
                  <a:pos x="142" y="4"/>
                </a:cxn>
                <a:cxn ang="0">
                  <a:pos x="142" y="18"/>
                </a:cxn>
                <a:cxn ang="0">
                  <a:pos x="137" y="23"/>
                </a:cxn>
                <a:cxn ang="0">
                  <a:pos x="132" y="23"/>
                </a:cxn>
                <a:cxn ang="0">
                  <a:pos x="125" y="26"/>
                </a:cxn>
                <a:cxn ang="0">
                  <a:pos x="114" y="32"/>
                </a:cxn>
                <a:cxn ang="0">
                  <a:pos x="97" y="42"/>
                </a:cxn>
                <a:cxn ang="0">
                  <a:pos x="89" y="54"/>
                </a:cxn>
                <a:cxn ang="0">
                  <a:pos x="79" y="56"/>
                </a:cxn>
                <a:cxn ang="0">
                  <a:pos x="74" y="57"/>
                </a:cxn>
                <a:cxn ang="0">
                  <a:pos x="71" y="60"/>
                </a:cxn>
                <a:cxn ang="0">
                  <a:pos x="66" y="69"/>
                </a:cxn>
                <a:cxn ang="0">
                  <a:pos x="64" y="72"/>
                </a:cxn>
                <a:cxn ang="0">
                  <a:pos x="64" y="79"/>
                </a:cxn>
                <a:cxn ang="0">
                  <a:pos x="61" y="82"/>
                </a:cxn>
                <a:cxn ang="0">
                  <a:pos x="53" y="82"/>
                </a:cxn>
                <a:cxn ang="0">
                  <a:pos x="50" y="85"/>
                </a:cxn>
                <a:cxn ang="0">
                  <a:pos x="43" y="84"/>
                </a:cxn>
                <a:cxn ang="0">
                  <a:pos x="43" y="92"/>
                </a:cxn>
                <a:cxn ang="0">
                  <a:pos x="48" y="95"/>
                </a:cxn>
                <a:cxn ang="0">
                  <a:pos x="40" y="103"/>
                </a:cxn>
                <a:cxn ang="0">
                  <a:pos x="41" y="105"/>
                </a:cxn>
                <a:cxn ang="0">
                  <a:pos x="40" y="108"/>
                </a:cxn>
                <a:cxn ang="0">
                  <a:pos x="40" y="121"/>
                </a:cxn>
                <a:cxn ang="0">
                  <a:pos x="36" y="125"/>
                </a:cxn>
                <a:cxn ang="0">
                  <a:pos x="30" y="128"/>
                </a:cxn>
                <a:cxn ang="0">
                  <a:pos x="25" y="125"/>
                </a:cxn>
                <a:cxn ang="0">
                  <a:pos x="18" y="125"/>
                </a:cxn>
                <a:cxn ang="0">
                  <a:pos x="13" y="130"/>
                </a:cxn>
                <a:cxn ang="0">
                  <a:pos x="3" y="125"/>
                </a:cxn>
                <a:cxn ang="0">
                  <a:pos x="12" y="120"/>
                </a:cxn>
                <a:cxn ang="0">
                  <a:pos x="0" y="115"/>
                </a:cxn>
                <a:cxn ang="0">
                  <a:pos x="5" y="107"/>
                </a:cxn>
                <a:cxn ang="0">
                  <a:pos x="8" y="105"/>
                </a:cxn>
                <a:cxn ang="0">
                  <a:pos x="12" y="100"/>
                </a:cxn>
                <a:cxn ang="0">
                  <a:pos x="17" y="95"/>
                </a:cxn>
                <a:cxn ang="0">
                  <a:pos x="17" y="90"/>
                </a:cxn>
                <a:cxn ang="0">
                  <a:pos x="18" y="85"/>
                </a:cxn>
                <a:cxn ang="0">
                  <a:pos x="13" y="79"/>
                </a:cxn>
                <a:cxn ang="0">
                  <a:pos x="13" y="72"/>
                </a:cxn>
                <a:cxn ang="0">
                  <a:pos x="20" y="72"/>
                </a:cxn>
                <a:cxn ang="0">
                  <a:pos x="26" y="69"/>
                </a:cxn>
                <a:cxn ang="0">
                  <a:pos x="25" y="62"/>
                </a:cxn>
                <a:cxn ang="0">
                  <a:pos x="30" y="57"/>
                </a:cxn>
                <a:cxn ang="0">
                  <a:pos x="40" y="51"/>
                </a:cxn>
                <a:cxn ang="0">
                  <a:pos x="46" y="49"/>
                </a:cxn>
                <a:cxn ang="0">
                  <a:pos x="50" y="39"/>
                </a:cxn>
                <a:cxn ang="0">
                  <a:pos x="58" y="34"/>
                </a:cxn>
                <a:cxn ang="0">
                  <a:pos x="63" y="37"/>
                </a:cxn>
                <a:cxn ang="0">
                  <a:pos x="68" y="28"/>
                </a:cxn>
                <a:cxn ang="0">
                  <a:pos x="87" y="26"/>
                </a:cxn>
                <a:cxn ang="0">
                  <a:pos x="91" y="23"/>
                </a:cxn>
                <a:cxn ang="0">
                  <a:pos x="96" y="19"/>
                </a:cxn>
                <a:cxn ang="0">
                  <a:pos x="102" y="18"/>
                </a:cxn>
                <a:cxn ang="0">
                  <a:pos x="107" y="14"/>
                </a:cxn>
                <a:cxn ang="0">
                  <a:pos x="115" y="13"/>
                </a:cxn>
                <a:cxn ang="0">
                  <a:pos x="117" y="0"/>
                </a:cxn>
              </a:cxnLst>
              <a:rect l="0" t="0" r="r" b="b"/>
              <a:pathLst>
                <a:path w="142" h="130">
                  <a:moveTo>
                    <a:pt x="117" y="0"/>
                  </a:moveTo>
                  <a:lnTo>
                    <a:pt x="139" y="0"/>
                  </a:lnTo>
                  <a:lnTo>
                    <a:pt x="142" y="4"/>
                  </a:lnTo>
                  <a:lnTo>
                    <a:pt x="142" y="18"/>
                  </a:lnTo>
                  <a:lnTo>
                    <a:pt x="137" y="23"/>
                  </a:lnTo>
                  <a:lnTo>
                    <a:pt x="132" y="23"/>
                  </a:lnTo>
                  <a:lnTo>
                    <a:pt x="125" y="26"/>
                  </a:lnTo>
                  <a:lnTo>
                    <a:pt x="114" y="32"/>
                  </a:lnTo>
                  <a:lnTo>
                    <a:pt x="97" y="42"/>
                  </a:lnTo>
                  <a:lnTo>
                    <a:pt x="89" y="54"/>
                  </a:lnTo>
                  <a:lnTo>
                    <a:pt x="79" y="56"/>
                  </a:lnTo>
                  <a:lnTo>
                    <a:pt x="74" y="57"/>
                  </a:lnTo>
                  <a:lnTo>
                    <a:pt x="71" y="60"/>
                  </a:lnTo>
                  <a:lnTo>
                    <a:pt x="66" y="69"/>
                  </a:lnTo>
                  <a:lnTo>
                    <a:pt x="64" y="72"/>
                  </a:lnTo>
                  <a:lnTo>
                    <a:pt x="64" y="79"/>
                  </a:lnTo>
                  <a:lnTo>
                    <a:pt x="61" y="82"/>
                  </a:lnTo>
                  <a:lnTo>
                    <a:pt x="53" y="82"/>
                  </a:lnTo>
                  <a:lnTo>
                    <a:pt x="50" y="85"/>
                  </a:lnTo>
                  <a:lnTo>
                    <a:pt x="43" y="84"/>
                  </a:lnTo>
                  <a:lnTo>
                    <a:pt x="43" y="92"/>
                  </a:lnTo>
                  <a:lnTo>
                    <a:pt x="48" y="95"/>
                  </a:lnTo>
                  <a:lnTo>
                    <a:pt x="40" y="103"/>
                  </a:lnTo>
                  <a:lnTo>
                    <a:pt x="41" y="105"/>
                  </a:lnTo>
                  <a:lnTo>
                    <a:pt x="40" y="108"/>
                  </a:lnTo>
                  <a:lnTo>
                    <a:pt x="40" y="121"/>
                  </a:lnTo>
                  <a:lnTo>
                    <a:pt x="36" y="125"/>
                  </a:lnTo>
                  <a:lnTo>
                    <a:pt x="30" y="128"/>
                  </a:lnTo>
                  <a:lnTo>
                    <a:pt x="25" y="125"/>
                  </a:lnTo>
                  <a:lnTo>
                    <a:pt x="18" y="125"/>
                  </a:lnTo>
                  <a:lnTo>
                    <a:pt x="13" y="130"/>
                  </a:lnTo>
                  <a:lnTo>
                    <a:pt x="3" y="125"/>
                  </a:lnTo>
                  <a:lnTo>
                    <a:pt x="12" y="120"/>
                  </a:lnTo>
                  <a:lnTo>
                    <a:pt x="0" y="115"/>
                  </a:lnTo>
                  <a:lnTo>
                    <a:pt x="5" y="107"/>
                  </a:lnTo>
                  <a:lnTo>
                    <a:pt x="8" y="105"/>
                  </a:lnTo>
                  <a:lnTo>
                    <a:pt x="12" y="100"/>
                  </a:lnTo>
                  <a:lnTo>
                    <a:pt x="17" y="95"/>
                  </a:lnTo>
                  <a:lnTo>
                    <a:pt x="17" y="90"/>
                  </a:lnTo>
                  <a:lnTo>
                    <a:pt x="18" y="85"/>
                  </a:lnTo>
                  <a:lnTo>
                    <a:pt x="13" y="79"/>
                  </a:lnTo>
                  <a:lnTo>
                    <a:pt x="13" y="72"/>
                  </a:lnTo>
                  <a:lnTo>
                    <a:pt x="20" y="72"/>
                  </a:lnTo>
                  <a:lnTo>
                    <a:pt x="26" y="69"/>
                  </a:lnTo>
                  <a:lnTo>
                    <a:pt x="25" y="62"/>
                  </a:lnTo>
                  <a:lnTo>
                    <a:pt x="30" y="57"/>
                  </a:lnTo>
                  <a:lnTo>
                    <a:pt x="40" y="51"/>
                  </a:lnTo>
                  <a:lnTo>
                    <a:pt x="46" y="49"/>
                  </a:lnTo>
                  <a:lnTo>
                    <a:pt x="50" y="39"/>
                  </a:lnTo>
                  <a:lnTo>
                    <a:pt x="58" y="34"/>
                  </a:lnTo>
                  <a:lnTo>
                    <a:pt x="63" y="37"/>
                  </a:lnTo>
                  <a:lnTo>
                    <a:pt x="68" y="28"/>
                  </a:lnTo>
                  <a:lnTo>
                    <a:pt x="87" y="26"/>
                  </a:lnTo>
                  <a:lnTo>
                    <a:pt x="91" y="23"/>
                  </a:lnTo>
                  <a:lnTo>
                    <a:pt x="96" y="19"/>
                  </a:lnTo>
                  <a:lnTo>
                    <a:pt x="102" y="18"/>
                  </a:lnTo>
                  <a:lnTo>
                    <a:pt x="107" y="14"/>
                  </a:lnTo>
                  <a:lnTo>
                    <a:pt x="115" y="13"/>
                  </a:lnTo>
                  <a:lnTo>
                    <a:pt x="11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3" name="Freeform 72"/>
            <p:cNvSpPr/>
            <p:nvPr/>
          </p:nvSpPr>
          <p:spPr bwMode="auto">
            <a:xfrm>
              <a:off x="5135563" y="1720850"/>
              <a:ext cx="117475" cy="112713"/>
            </a:xfrm>
            <a:custGeom>
              <a:avLst/>
              <a:gdLst/>
              <a:ahLst/>
              <a:cxnLst>
                <a:cxn ang="0">
                  <a:pos x="24" y="0"/>
                </a:cxn>
                <a:cxn ang="0">
                  <a:pos x="49" y="0"/>
                </a:cxn>
                <a:cxn ang="0">
                  <a:pos x="49" y="5"/>
                </a:cxn>
                <a:cxn ang="0">
                  <a:pos x="46" y="7"/>
                </a:cxn>
                <a:cxn ang="0">
                  <a:pos x="46" y="13"/>
                </a:cxn>
                <a:cxn ang="0">
                  <a:pos x="44" y="22"/>
                </a:cxn>
                <a:cxn ang="0">
                  <a:pos x="42" y="28"/>
                </a:cxn>
                <a:cxn ang="0">
                  <a:pos x="47" y="33"/>
                </a:cxn>
                <a:cxn ang="0">
                  <a:pos x="47" y="40"/>
                </a:cxn>
                <a:cxn ang="0">
                  <a:pos x="51" y="43"/>
                </a:cxn>
                <a:cxn ang="0">
                  <a:pos x="56" y="46"/>
                </a:cxn>
                <a:cxn ang="0">
                  <a:pos x="54" y="53"/>
                </a:cxn>
                <a:cxn ang="0">
                  <a:pos x="62" y="53"/>
                </a:cxn>
                <a:cxn ang="0">
                  <a:pos x="67" y="58"/>
                </a:cxn>
                <a:cxn ang="0">
                  <a:pos x="74" y="58"/>
                </a:cxn>
                <a:cxn ang="0">
                  <a:pos x="71" y="65"/>
                </a:cxn>
                <a:cxn ang="0">
                  <a:pos x="67" y="66"/>
                </a:cxn>
                <a:cxn ang="0">
                  <a:pos x="62" y="66"/>
                </a:cxn>
                <a:cxn ang="0">
                  <a:pos x="61" y="71"/>
                </a:cxn>
                <a:cxn ang="0">
                  <a:pos x="57" y="66"/>
                </a:cxn>
                <a:cxn ang="0">
                  <a:pos x="47" y="70"/>
                </a:cxn>
                <a:cxn ang="0">
                  <a:pos x="39" y="68"/>
                </a:cxn>
                <a:cxn ang="0">
                  <a:pos x="31" y="61"/>
                </a:cxn>
                <a:cxn ang="0">
                  <a:pos x="38" y="60"/>
                </a:cxn>
                <a:cxn ang="0">
                  <a:pos x="31" y="58"/>
                </a:cxn>
                <a:cxn ang="0">
                  <a:pos x="33" y="53"/>
                </a:cxn>
                <a:cxn ang="0">
                  <a:pos x="21" y="56"/>
                </a:cxn>
                <a:cxn ang="0">
                  <a:pos x="19" y="48"/>
                </a:cxn>
                <a:cxn ang="0">
                  <a:pos x="16" y="51"/>
                </a:cxn>
                <a:cxn ang="0">
                  <a:pos x="16" y="58"/>
                </a:cxn>
                <a:cxn ang="0">
                  <a:pos x="13" y="58"/>
                </a:cxn>
                <a:cxn ang="0">
                  <a:pos x="10" y="56"/>
                </a:cxn>
                <a:cxn ang="0">
                  <a:pos x="5" y="48"/>
                </a:cxn>
                <a:cxn ang="0">
                  <a:pos x="6" y="42"/>
                </a:cxn>
                <a:cxn ang="0">
                  <a:pos x="1" y="38"/>
                </a:cxn>
                <a:cxn ang="0">
                  <a:pos x="0" y="33"/>
                </a:cxn>
                <a:cxn ang="0">
                  <a:pos x="6" y="33"/>
                </a:cxn>
                <a:cxn ang="0">
                  <a:pos x="13" y="32"/>
                </a:cxn>
                <a:cxn ang="0">
                  <a:pos x="14" y="27"/>
                </a:cxn>
                <a:cxn ang="0">
                  <a:pos x="18" y="25"/>
                </a:cxn>
                <a:cxn ang="0">
                  <a:pos x="18" y="18"/>
                </a:cxn>
                <a:cxn ang="0">
                  <a:pos x="14" y="13"/>
                </a:cxn>
                <a:cxn ang="0">
                  <a:pos x="14" y="5"/>
                </a:cxn>
                <a:cxn ang="0">
                  <a:pos x="18" y="2"/>
                </a:cxn>
                <a:cxn ang="0">
                  <a:pos x="24" y="0"/>
                </a:cxn>
              </a:cxnLst>
              <a:rect l="0" t="0" r="r" b="b"/>
              <a:pathLst>
                <a:path w="74" h="71">
                  <a:moveTo>
                    <a:pt x="24" y="0"/>
                  </a:moveTo>
                  <a:lnTo>
                    <a:pt x="49" y="0"/>
                  </a:lnTo>
                  <a:lnTo>
                    <a:pt x="49" y="5"/>
                  </a:lnTo>
                  <a:lnTo>
                    <a:pt x="46" y="7"/>
                  </a:lnTo>
                  <a:lnTo>
                    <a:pt x="46" y="13"/>
                  </a:lnTo>
                  <a:lnTo>
                    <a:pt x="44" y="22"/>
                  </a:lnTo>
                  <a:lnTo>
                    <a:pt x="42" y="28"/>
                  </a:lnTo>
                  <a:lnTo>
                    <a:pt x="47" y="33"/>
                  </a:lnTo>
                  <a:lnTo>
                    <a:pt x="47" y="40"/>
                  </a:lnTo>
                  <a:lnTo>
                    <a:pt x="51" y="43"/>
                  </a:lnTo>
                  <a:lnTo>
                    <a:pt x="56" y="46"/>
                  </a:lnTo>
                  <a:lnTo>
                    <a:pt x="54" y="53"/>
                  </a:lnTo>
                  <a:lnTo>
                    <a:pt x="62" y="53"/>
                  </a:lnTo>
                  <a:lnTo>
                    <a:pt x="67" y="58"/>
                  </a:lnTo>
                  <a:lnTo>
                    <a:pt x="74" y="58"/>
                  </a:lnTo>
                  <a:lnTo>
                    <a:pt x="71" y="65"/>
                  </a:lnTo>
                  <a:lnTo>
                    <a:pt x="67" y="66"/>
                  </a:lnTo>
                  <a:lnTo>
                    <a:pt x="62" y="66"/>
                  </a:lnTo>
                  <a:lnTo>
                    <a:pt x="61" y="71"/>
                  </a:lnTo>
                  <a:lnTo>
                    <a:pt x="57" y="66"/>
                  </a:lnTo>
                  <a:lnTo>
                    <a:pt x="47" y="70"/>
                  </a:lnTo>
                  <a:lnTo>
                    <a:pt x="39" y="68"/>
                  </a:lnTo>
                  <a:lnTo>
                    <a:pt x="31" y="61"/>
                  </a:lnTo>
                  <a:lnTo>
                    <a:pt x="38" y="60"/>
                  </a:lnTo>
                  <a:lnTo>
                    <a:pt x="31" y="58"/>
                  </a:lnTo>
                  <a:lnTo>
                    <a:pt x="33" y="53"/>
                  </a:lnTo>
                  <a:lnTo>
                    <a:pt x="21" y="56"/>
                  </a:lnTo>
                  <a:lnTo>
                    <a:pt x="19" y="48"/>
                  </a:lnTo>
                  <a:lnTo>
                    <a:pt x="16" y="51"/>
                  </a:lnTo>
                  <a:lnTo>
                    <a:pt x="16" y="58"/>
                  </a:lnTo>
                  <a:lnTo>
                    <a:pt x="13" y="58"/>
                  </a:lnTo>
                  <a:lnTo>
                    <a:pt x="10" y="56"/>
                  </a:lnTo>
                  <a:lnTo>
                    <a:pt x="5" y="48"/>
                  </a:lnTo>
                  <a:lnTo>
                    <a:pt x="6" y="42"/>
                  </a:lnTo>
                  <a:lnTo>
                    <a:pt x="1" y="38"/>
                  </a:lnTo>
                  <a:lnTo>
                    <a:pt x="0" y="33"/>
                  </a:lnTo>
                  <a:lnTo>
                    <a:pt x="6" y="33"/>
                  </a:lnTo>
                  <a:lnTo>
                    <a:pt x="13" y="32"/>
                  </a:lnTo>
                  <a:lnTo>
                    <a:pt x="14" y="27"/>
                  </a:lnTo>
                  <a:lnTo>
                    <a:pt x="18" y="25"/>
                  </a:lnTo>
                  <a:lnTo>
                    <a:pt x="18" y="18"/>
                  </a:lnTo>
                  <a:lnTo>
                    <a:pt x="14" y="13"/>
                  </a:lnTo>
                  <a:lnTo>
                    <a:pt x="14" y="5"/>
                  </a:lnTo>
                  <a:lnTo>
                    <a:pt x="18" y="2"/>
                  </a:lnTo>
                  <a:lnTo>
                    <a:pt x="2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4" name="Freeform 73"/>
            <p:cNvSpPr/>
            <p:nvPr/>
          </p:nvSpPr>
          <p:spPr bwMode="auto">
            <a:xfrm>
              <a:off x="5254626" y="1817688"/>
              <a:ext cx="19050" cy="15875"/>
            </a:xfrm>
            <a:custGeom>
              <a:avLst/>
              <a:gdLst/>
              <a:ahLst/>
              <a:cxnLst>
                <a:cxn ang="0">
                  <a:pos x="7" y="0"/>
                </a:cxn>
                <a:cxn ang="0">
                  <a:pos x="12" y="5"/>
                </a:cxn>
                <a:cxn ang="0">
                  <a:pos x="10" y="10"/>
                </a:cxn>
                <a:cxn ang="0">
                  <a:pos x="9" y="10"/>
                </a:cxn>
                <a:cxn ang="0">
                  <a:pos x="5" y="7"/>
                </a:cxn>
                <a:cxn ang="0">
                  <a:pos x="2" y="7"/>
                </a:cxn>
                <a:cxn ang="0">
                  <a:pos x="0" y="4"/>
                </a:cxn>
                <a:cxn ang="0">
                  <a:pos x="7" y="0"/>
                </a:cxn>
              </a:cxnLst>
              <a:rect l="0" t="0" r="r" b="b"/>
              <a:pathLst>
                <a:path w="12" h="10">
                  <a:moveTo>
                    <a:pt x="7" y="0"/>
                  </a:moveTo>
                  <a:lnTo>
                    <a:pt x="12" y="5"/>
                  </a:lnTo>
                  <a:lnTo>
                    <a:pt x="10" y="10"/>
                  </a:lnTo>
                  <a:lnTo>
                    <a:pt x="9" y="10"/>
                  </a:lnTo>
                  <a:lnTo>
                    <a:pt x="5" y="7"/>
                  </a:lnTo>
                  <a:lnTo>
                    <a:pt x="2" y="7"/>
                  </a:lnTo>
                  <a:lnTo>
                    <a:pt x="0" y="4"/>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5" name="Freeform 74"/>
            <p:cNvSpPr/>
            <p:nvPr/>
          </p:nvSpPr>
          <p:spPr bwMode="auto">
            <a:xfrm>
              <a:off x="5278438" y="1817688"/>
              <a:ext cx="55563" cy="36513"/>
            </a:xfrm>
            <a:custGeom>
              <a:avLst/>
              <a:gdLst/>
              <a:ahLst/>
              <a:cxnLst>
                <a:cxn ang="0">
                  <a:pos x="5" y="0"/>
                </a:cxn>
                <a:cxn ang="0">
                  <a:pos x="20" y="9"/>
                </a:cxn>
                <a:cxn ang="0">
                  <a:pos x="28" y="12"/>
                </a:cxn>
                <a:cxn ang="0">
                  <a:pos x="35" y="18"/>
                </a:cxn>
                <a:cxn ang="0">
                  <a:pos x="30" y="23"/>
                </a:cxn>
                <a:cxn ang="0">
                  <a:pos x="27" y="17"/>
                </a:cxn>
                <a:cxn ang="0">
                  <a:pos x="22" y="17"/>
                </a:cxn>
                <a:cxn ang="0">
                  <a:pos x="22" y="22"/>
                </a:cxn>
                <a:cxn ang="0">
                  <a:pos x="15" y="17"/>
                </a:cxn>
                <a:cxn ang="0">
                  <a:pos x="14" y="12"/>
                </a:cxn>
                <a:cxn ang="0">
                  <a:pos x="4" y="12"/>
                </a:cxn>
                <a:cxn ang="0">
                  <a:pos x="0" y="9"/>
                </a:cxn>
                <a:cxn ang="0">
                  <a:pos x="2" y="7"/>
                </a:cxn>
                <a:cxn ang="0">
                  <a:pos x="2" y="2"/>
                </a:cxn>
                <a:cxn ang="0">
                  <a:pos x="5" y="0"/>
                </a:cxn>
              </a:cxnLst>
              <a:rect l="0" t="0" r="r" b="b"/>
              <a:pathLst>
                <a:path w="35" h="23">
                  <a:moveTo>
                    <a:pt x="5" y="0"/>
                  </a:moveTo>
                  <a:lnTo>
                    <a:pt x="20" y="9"/>
                  </a:lnTo>
                  <a:lnTo>
                    <a:pt x="28" y="12"/>
                  </a:lnTo>
                  <a:lnTo>
                    <a:pt x="35" y="18"/>
                  </a:lnTo>
                  <a:lnTo>
                    <a:pt x="30" y="23"/>
                  </a:lnTo>
                  <a:lnTo>
                    <a:pt x="27" y="17"/>
                  </a:lnTo>
                  <a:lnTo>
                    <a:pt x="22" y="17"/>
                  </a:lnTo>
                  <a:lnTo>
                    <a:pt x="22" y="22"/>
                  </a:lnTo>
                  <a:lnTo>
                    <a:pt x="15" y="17"/>
                  </a:lnTo>
                  <a:lnTo>
                    <a:pt x="14" y="12"/>
                  </a:lnTo>
                  <a:lnTo>
                    <a:pt x="4" y="12"/>
                  </a:lnTo>
                  <a:lnTo>
                    <a:pt x="0" y="9"/>
                  </a:lnTo>
                  <a:lnTo>
                    <a:pt x="2" y="7"/>
                  </a:lnTo>
                  <a:lnTo>
                    <a:pt x="2"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6" name="Freeform 75"/>
            <p:cNvSpPr/>
            <p:nvPr/>
          </p:nvSpPr>
          <p:spPr bwMode="auto">
            <a:xfrm>
              <a:off x="5084763" y="1897063"/>
              <a:ext cx="42863" cy="28575"/>
            </a:xfrm>
            <a:custGeom>
              <a:avLst/>
              <a:gdLst/>
              <a:ahLst/>
              <a:cxnLst>
                <a:cxn ang="0">
                  <a:pos x="7" y="0"/>
                </a:cxn>
                <a:cxn ang="0">
                  <a:pos x="12" y="0"/>
                </a:cxn>
                <a:cxn ang="0">
                  <a:pos x="20" y="1"/>
                </a:cxn>
                <a:cxn ang="0">
                  <a:pos x="27" y="5"/>
                </a:cxn>
                <a:cxn ang="0">
                  <a:pos x="25" y="10"/>
                </a:cxn>
                <a:cxn ang="0">
                  <a:pos x="18" y="10"/>
                </a:cxn>
                <a:cxn ang="0">
                  <a:pos x="13" y="15"/>
                </a:cxn>
                <a:cxn ang="0">
                  <a:pos x="9" y="18"/>
                </a:cxn>
                <a:cxn ang="0">
                  <a:pos x="2" y="15"/>
                </a:cxn>
                <a:cxn ang="0">
                  <a:pos x="0" y="10"/>
                </a:cxn>
                <a:cxn ang="0">
                  <a:pos x="4" y="6"/>
                </a:cxn>
                <a:cxn ang="0">
                  <a:pos x="4" y="1"/>
                </a:cxn>
                <a:cxn ang="0">
                  <a:pos x="7" y="0"/>
                </a:cxn>
              </a:cxnLst>
              <a:rect l="0" t="0" r="r" b="b"/>
              <a:pathLst>
                <a:path w="27" h="18">
                  <a:moveTo>
                    <a:pt x="7" y="0"/>
                  </a:moveTo>
                  <a:lnTo>
                    <a:pt x="12" y="0"/>
                  </a:lnTo>
                  <a:lnTo>
                    <a:pt x="20" y="1"/>
                  </a:lnTo>
                  <a:lnTo>
                    <a:pt x="27" y="5"/>
                  </a:lnTo>
                  <a:lnTo>
                    <a:pt x="25" y="10"/>
                  </a:lnTo>
                  <a:lnTo>
                    <a:pt x="18" y="10"/>
                  </a:lnTo>
                  <a:lnTo>
                    <a:pt x="13" y="15"/>
                  </a:lnTo>
                  <a:lnTo>
                    <a:pt x="9" y="18"/>
                  </a:lnTo>
                  <a:lnTo>
                    <a:pt x="2" y="15"/>
                  </a:lnTo>
                  <a:lnTo>
                    <a:pt x="0" y="10"/>
                  </a:lnTo>
                  <a:lnTo>
                    <a:pt x="4" y="6"/>
                  </a:lnTo>
                  <a:lnTo>
                    <a:pt x="4" y="1"/>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7" name="Freeform 76"/>
            <p:cNvSpPr/>
            <p:nvPr/>
          </p:nvSpPr>
          <p:spPr bwMode="auto">
            <a:xfrm>
              <a:off x="5459413" y="1638300"/>
              <a:ext cx="39688" cy="22225"/>
            </a:xfrm>
            <a:custGeom>
              <a:avLst/>
              <a:gdLst/>
              <a:ahLst/>
              <a:cxnLst>
                <a:cxn ang="0">
                  <a:pos x="13" y="0"/>
                </a:cxn>
                <a:cxn ang="0">
                  <a:pos x="13" y="6"/>
                </a:cxn>
                <a:cxn ang="0">
                  <a:pos x="18" y="6"/>
                </a:cxn>
                <a:cxn ang="0">
                  <a:pos x="25" y="8"/>
                </a:cxn>
                <a:cxn ang="0">
                  <a:pos x="20" y="13"/>
                </a:cxn>
                <a:cxn ang="0">
                  <a:pos x="17" y="13"/>
                </a:cxn>
                <a:cxn ang="0">
                  <a:pos x="8" y="14"/>
                </a:cxn>
                <a:cxn ang="0">
                  <a:pos x="2" y="13"/>
                </a:cxn>
                <a:cxn ang="0">
                  <a:pos x="0" y="6"/>
                </a:cxn>
                <a:cxn ang="0">
                  <a:pos x="8" y="3"/>
                </a:cxn>
                <a:cxn ang="0">
                  <a:pos x="13" y="0"/>
                </a:cxn>
              </a:cxnLst>
              <a:rect l="0" t="0" r="r" b="b"/>
              <a:pathLst>
                <a:path w="25" h="14">
                  <a:moveTo>
                    <a:pt x="13" y="0"/>
                  </a:moveTo>
                  <a:lnTo>
                    <a:pt x="13" y="6"/>
                  </a:lnTo>
                  <a:lnTo>
                    <a:pt x="18" y="6"/>
                  </a:lnTo>
                  <a:lnTo>
                    <a:pt x="25" y="8"/>
                  </a:lnTo>
                  <a:lnTo>
                    <a:pt x="20" y="13"/>
                  </a:lnTo>
                  <a:lnTo>
                    <a:pt x="17" y="13"/>
                  </a:lnTo>
                  <a:lnTo>
                    <a:pt x="8" y="14"/>
                  </a:lnTo>
                  <a:lnTo>
                    <a:pt x="2" y="13"/>
                  </a:lnTo>
                  <a:lnTo>
                    <a:pt x="0" y="6"/>
                  </a:lnTo>
                  <a:lnTo>
                    <a:pt x="8" y="3"/>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8" name="Freeform 77"/>
            <p:cNvSpPr/>
            <p:nvPr/>
          </p:nvSpPr>
          <p:spPr bwMode="auto">
            <a:xfrm>
              <a:off x="5546726" y="1646238"/>
              <a:ext cx="9525" cy="9525"/>
            </a:xfrm>
            <a:custGeom>
              <a:avLst/>
              <a:gdLst/>
              <a:ahLst/>
              <a:cxnLst>
                <a:cxn ang="0">
                  <a:pos x="6" y="0"/>
                </a:cxn>
                <a:cxn ang="0">
                  <a:pos x="6" y="3"/>
                </a:cxn>
                <a:cxn ang="0">
                  <a:pos x="1" y="6"/>
                </a:cxn>
                <a:cxn ang="0">
                  <a:pos x="0" y="1"/>
                </a:cxn>
                <a:cxn ang="0">
                  <a:pos x="6" y="0"/>
                </a:cxn>
              </a:cxnLst>
              <a:rect l="0" t="0" r="r" b="b"/>
              <a:pathLst>
                <a:path w="6" h="6">
                  <a:moveTo>
                    <a:pt x="6" y="0"/>
                  </a:moveTo>
                  <a:lnTo>
                    <a:pt x="6" y="3"/>
                  </a:lnTo>
                  <a:lnTo>
                    <a:pt x="1" y="6"/>
                  </a:lnTo>
                  <a:lnTo>
                    <a:pt x="0" y="1"/>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9" name="Freeform 78"/>
            <p:cNvSpPr/>
            <p:nvPr/>
          </p:nvSpPr>
          <p:spPr bwMode="auto">
            <a:xfrm>
              <a:off x="5575301" y="1619250"/>
              <a:ext cx="20638" cy="11113"/>
            </a:xfrm>
            <a:custGeom>
              <a:avLst/>
              <a:gdLst/>
              <a:ahLst/>
              <a:cxnLst>
                <a:cxn ang="0">
                  <a:pos x="3" y="0"/>
                </a:cxn>
                <a:cxn ang="0">
                  <a:pos x="8" y="0"/>
                </a:cxn>
                <a:cxn ang="0">
                  <a:pos x="10" y="3"/>
                </a:cxn>
                <a:cxn ang="0">
                  <a:pos x="13" y="3"/>
                </a:cxn>
                <a:cxn ang="0">
                  <a:pos x="8" y="7"/>
                </a:cxn>
                <a:cxn ang="0">
                  <a:pos x="0" y="5"/>
                </a:cxn>
                <a:cxn ang="0">
                  <a:pos x="3" y="0"/>
                </a:cxn>
              </a:cxnLst>
              <a:rect l="0" t="0" r="r" b="b"/>
              <a:pathLst>
                <a:path w="13" h="7">
                  <a:moveTo>
                    <a:pt x="3" y="0"/>
                  </a:moveTo>
                  <a:lnTo>
                    <a:pt x="8" y="0"/>
                  </a:lnTo>
                  <a:lnTo>
                    <a:pt x="10" y="3"/>
                  </a:lnTo>
                  <a:lnTo>
                    <a:pt x="13" y="3"/>
                  </a:lnTo>
                  <a:lnTo>
                    <a:pt x="8" y="7"/>
                  </a:lnTo>
                  <a:lnTo>
                    <a:pt x="0" y="5"/>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0" name="Freeform 79"/>
            <p:cNvSpPr/>
            <p:nvPr/>
          </p:nvSpPr>
          <p:spPr bwMode="auto">
            <a:xfrm>
              <a:off x="5635626" y="1624013"/>
              <a:ext cx="17463" cy="14288"/>
            </a:xfrm>
            <a:custGeom>
              <a:avLst/>
              <a:gdLst/>
              <a:ahLst/>
              <a:cxnLst>
                <a:cxn ang="0">
                  <a:pos x="3" y="0"/>
                </a:cxn>
                <a:cxn ang="0">
                  <a:pos x="8" y="2"/>
                </a:cxn>
                <a:cxn ang="0">
                  <a:pos x="11" y="5"/>
                </a:cxn>
                <a:cxn ang="0">
                  <a:pos x="8" y="9"/>
                </a:cxn>
                <a:cxn ang="0">
                  <a:pos x="1" y="9"/>
                </a:cxn>
                <a:cxn ang="0">
                  <a:pos x="0" y="2"/>
                </a:cxn>
                <a:cxn ang="0">
                  <a:pos x="3" y="0"/>
                </a:cxn>
              </a:cxnLst>
              <a:rect l="0" t="0" r="r" b="b"/>
              <a:pathLst>
                <a:path w="11" h="9">
                  <a:moveTo>
                    <a:pt x="3" y="0"/>
                  </a:moveTo>
                  <a:lnTo>
                    <a:pt x="8" y="2"/>
                  </a:lnTo>
                  <a:lnTo>
                    <a:pt x="11" y="5"/>
                  </a:lnTo>
                  <a:lnTo>
                    <a:pt x="8" y="9"/>
                  </a:lnTo>
                  <a:lnTo>
                    <a:pt x="1" y="9"/>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1" name="Freeform 80"/>
            <p:cNvSpPr/>
            <p:nvPr/>
          </p:nvSpPr>
          <p:spPr bwMode="auto">
            <a:xfrm>
              <a:off x="5653088" y="1549400"/>
              <a:ext cx="20638" cy="30163"/>
            </a:xfrm>
            <a:custGeom>
              <a:avLst/>
              <a:gdLst/>
              <a:ahLst/>
              <a:cxnLst>
                <a:cxn ang="0">
                  <a:pos x="8" y="0"/>
                </a:cxn>
                <a:cxn ang="0">
                  <a:pos x="10" y="6"/>
                </a:cxn>
                <a:cxn ang="0">
                  <a:pos x="13" y="11"/>
                </a:cxn>
                <a:cxn ang="0">
                  <a:pos x="13" y="19"/>
                </a:cxn>
                <a:cxn ang="0">
                  <a:pos x="8" y="13"/>
                </a:cxn>
                <a:cxn ang="0">
                  <a:pos x="0" y="11"/>
                </a:cxn>
                <a:cxn ang="0">
                  <a:pos x="3" y="8"/>
                </a:cxn>
                <a:cxn ang="0">
                  <a:pos x="3" y="5"/>
                </a:cxn>
                <a:cxn ang="0">
                  <a:pos x="8" y="0"/>
                </a:cxn>
              </a:cxnLst>
              <a:rect l="0" t="0" r="r" b="b"/>
              <a:pathLst>
                <a:path w="13" h="19">
                  <a:moveTo>
                    <a:pt x="8" y="0"/>
                  </a:moveTo>
                  <a:lnTo>
                    <a:pt x="10" y="6"/>
                  </a:lnTo>
                  <a:lnTo>
                    <a:pt x="13" y="11"/>
                  </a:lnTo>
                  <a:lnTo>
                    <a:pt x="13" y="19"/>
                  </a:lnTo>
                  <a:lnTo>
                    <a:pt x="8" y="13"/>
                  </a:lnTo>
                  <a:lnTo>
                    <a:pt x="0" y="11"/>
                  </a:lnTo>
                  <a:lnTo>
                    <a:pt x="3" y="8"/>
                  </a:lnTo>
                  <a:lnTo>
                    <a:pt x="3" y="5"/>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2" name="Freeform 81"/>
            <p:cNvSpPr/>
            <p:nvPr/>
          </p:nvSpPr>
          <p:spPr bwMode="auto">
            <a:xfrm>
              <a:off x="5643563" y="1525588"/>
              <a:ext cx="12700" cy="9525"/>
            </a:xfrm>
            <a:custGeom>
              <a:avLst/>
              <a:gdLst/>
              <a:ahLst/>
              <a:cxnLst>
                <a:cxn ang="0">
                  <a:pos x="3" y="0"/>
                </a:cxn>
                <a:cxn ang="0">
                  <a:pos x="8" y="6"/>
                </a:cxn>
                <a:cxn ang="0">
                  <a:pos x="0" y="6"/>
                </a:cxn>
                <a:cxn ang="0">
                  <a:pos x="3" y="0"/>
                </a:cxn>
              </a:cxnLst>
              <a:rect l="0" t="0" r="r" b="b"/>
              <a:pathLst>
                <a:path w="8" h="6">
                  <a:moveTo>
                    <a:pt x="3" y="0"/>
                  </a:moveTo>
                  <a:lnTo>
                    <a:pt x="8" y="6"/>
                  </a:lnTo>
                  <a:lnTo>
                    <a:pt x="0" y="6"/>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3" name="Freeform 82"/>
            <p:cNvSpPr/>
            <p:nvPr/>
          </p:nvSpPr>
          <p:spPr bwMode="auto">
            <a:xfrm>
              <a:off x="5664201" y="1517650"/>
              <a:ext cx="12700" cy="12700"/>
            </a:xfrm>
            <a:custGeom>
              <a:avLst/>
              <a:gdLst/>
              <a:ahLst/>
              <a:cxnLst>
                <a:cxn ang="0">
                  <a:pos x="6" y="0"/>
                </a:cxn>
                <a:cxn ang="0">
                  <a:pos x="8" y="8"/>
                </a:cxn>
                <a:cxn ang="0">
                  <a:pos x="0" y="5"/>
                </a:cxn>
                <a:cxn ang="0">
                  <a:pos x="6" y="0"/>
                </a:cxn>
              </a:cxnLst>
              <a:rect l="0" t="0" r="r" b="b"/>
              <a:pathLst>
                <a:path w="8" h="8">
                  <a:moveTo>
                    <a:pt x="6" y="0"/>
                  </a:moveTo>
                  <a:lnTo>
                    <a:pt x="8" y="8"/>
                  </a:lnTo>
                  <a:lnTo>
                    <a:pt x="0" y="5"/>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4" name="Freeform 83"/>
            <p:cNvSpPr/>
            <p:nvPr/>
          </p:nvSpPr>
          <p:spPr bwMode="auto">
            <a:xfrm>
              <a:off x="5729288" y="1530350"/>
              <a:ext cx="20638" cy="7938"/>
            </a:xfrm>
            <a:custGeom>
              <a:avLst/>
              <a:gdLst/>
              <a:ahLst/>
              <a:cxnLst>
                <a:cxn ang="0">
                  <a:pos x="7" y="0"/>
                </a:cxn>
                <a:cxn ang="0">
                  <a:pos x="13" y="5"/>
                </a:cxn>
                <a:cxn ang="0">
                  <a:pos x="0" y="5"/>
                </a:cxn>
                <a:cxn ang="0">
                  <a:pos x="7" y="0"/>
                </a:cxn>
              </a:cxnLst>
              <a:rect l="0" t="0" r="r" b="b"/>
              <a:pathLst>
                <a:path w="13" h="5">
                  <a:moveTo>
                    <a:pt x="7" y="0"/>
                  </a:moveTo>
                  <a:lnTo>
                    <a:pt x="13" y="5"/>
                  </a:lnTo>
                  <a:lnTo>
                    <a:pt x="0" y="5"/>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5" name="Freeform 84"/>
            <p:cNvSpPr/>
            <p:nvPr/>
          </p:nvSpPr>
          <p:spPr bwMode="auto">
            <a:xfrm>
              <a:off x="5233988" y="1331913"/>
              <a:ext cx="34925" cy="39688"/>
            </a:xfrm>
            <a:custGeom>
              <a:avLst/>
              <a:gdLst/>
              <a:ahLst/>
              <a:cxnLst>
                <a:cxn ang="0">
                  <a:pos x="10" y="0"/>
                </a:cxn>
                <a:cxn ang="0">
                  <a:pos x="22" y="3"/>
                </a:cxn>
                <a:cxn ang="0">
                  <a:pos x="22" y="13"/>
                </a:cxn>
                <a:cxn ang="0">
                  <a:pos x="20" y="21"/>
                </a:cxn>
                <a:cxn ang="0">
                  <a:pos x="10" y="25"/>
                </a:cxn>
                <a:cxn ang="0">
                  <a:pos x="4" y="25"/>
                </a:cxn>
                <a:cxn ang="0">
                  <a:pos x="0" y="21"/>
                </a:cxn>
                <a:cxn ang="0">
                  <a:pos x="0" y="11"/>
                </a:cxn>
                <a:cxn ang="0">
                  <a:pos x="7" y="11"/>
                </a:cxn>
                <a:cxn ang="0">
                  <a:pos x="7" y="6"/>
                </a:cxn>
                <a:cxn ang="0">
                  <a:pos x="5" y="3"/>
                </a:cxn>
                <a:cxn ang="0">
                  <a:pos x="10" y="0"/>
                </a:cxn>
              </a:cxnLst>
              <a:rect l="0" t="0" r="r" b="b"/>
              <a:pathLst>
                <a:path w="22" h="25">
                  <a:moveTo>
                    <a:pt x="10" y="0"/>
                  </a:moveTo>
                  <a:lnTo>
                    <a:pt x="22" y="3"/>
                  </a:lnTo>
                  <a:lnTo>
                    <a:pt x="22" y="13"/>
                  </a:lnTo>
                  <a:lnTo>
                    <a:pt x="20" y="21"/>
                  </a:lnTo>
                  <a:lnTo>
                    <a:pt x="10" y="25"/>
                  </a:lnTo>
                  <a:lnTo>
                    <a:pt x="4" y="25"/>
                  </a:lnTo>
                  <a:lnTo>
                    <a:pt x="0" y="21"/>
                  </a:lnTo>
                  <a:lnTo>
                    <a:pt x="0" y="11"/>
                  </a:lnTo>
                  <a:lnTo>
                    <a:pt x="7" y="11"/>
                  </a:lnTo>
                  <a:lnTo>
                    <a:pt x="7" y="6"/>
                  </a:lnTo>
                  <a:lnTo>
                    <a:pt x="5" y="3"/>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6" name="Freeform 85"/>
            <p:cNvSpPr/>
            <p:nvPr/>
          </p:nvSpPr>
          <p:spPr bwMode="auto">
            <a:xfrm>
              <a:off x="5181601" y="1363663"/>
              <a:ext cx="44450" cy="33338"/>
            </a:xfrm>
            <a:custGeom>
              <a:avLst/>
              <a:gdLst/>
              <a:ahLst/>
              <a:cxnLst>
                <a:cxn ang="0">
                  <a:pos x="17" y="0"/>
                </a:cxn>
                <a:cxn ang="0">
                  <a:pos x="23" y="1"/>
                </a:cxn>
                <a:cxn ang="0">
                  <a:pos x="28" y="6"/>
                </a:cxn>
                <a:cxn ang="0">
                  <a:pos x="23" y="11"/>
                </a:cxn>
                <a:cxn ang="0">
                  <a:pos x="23" y="16"/>
                </a:cxn>
                <a:cxn ang="0">
                  <a:pos x="18" y="21"/>
                </a:cxn>
                <a:cxn ang="0">
                  <a:pos x="10" y="16"/>
                </a:cxn>
                <a:cxn ang="0">
                  <a:pos x="5" y="19"/>
                </a:cxn>
                <a:cxn ang="0">
                  <a:pos x="0" y="21"/>
                </a:cxn>
                <a:cxn ang="0">
                  <a:pos x="0" y="9"/>
                </a:cxn>
                <a:cxn ang="0">
                  <a:pos x="4" y="5"/>
                </a:cxn>
                <a:cxn ang="0">
                  <a:pos x="9" y="1"/>
                </a:cxn>
                <a:cxn ang="0">
                  <a:pos x="17" y="0"/>
                </a:cxn>
              </a:cxnLst>
              <a:rect l="0" t="0" r="r" b="b"/>
              <a:pathLst>
                <a:path w="28" h="21">
                  <a:moveTo>
                    <a:pt x="17" y="0"/>
                  </a:moveTo>
                  <a:lnTo>
                    <a:pt x="23" y="1"/>
                  </a:lnTo>
                  <a:lnTo>
                    <a:pt x="28" y="6"/>
                  </a:lnTo>
                  <a:lnTo>
                    <a:pt x="23" y="11"/>
                  </a:lnTo>
                  <a:lnTo>
                    <a:pt x="23" y="16"/>
                  </a:lnTo>
                  <a:lnTo>
                    <a:pt x="18" y="21"/>
                  </a:lnTo>
                  <a:lnTo>
                    <a:pt x="10" y="16"/>
                  </a:lnTo>
                  <a:lnTo>
                    <a:pt x="5" y="19"/>
                  </a:lnTo>
                  <a:lnTo>
                    <a:pt x="0" y="21"/>
                  </a:lnTo>
                  <a:lnTo>
                    <a:pt x="0" y="9"/>
                  </a:lnTo>
                  <a:lnTo>
                    <a:pt x="4" y="5"/>
                  </a:lnTo>
                  <a:lnTo>
                    <a:pt x="9" y="1"/>
                  </a:lnTo>
                  <a:lnTo>
                    <a:pt x="1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7" name="Freeform 86"/>
            <p:cNvSpPr/>
            <p:nvPr/>
          </p:nvSpPr>
          <p:spPr bwMode="auto">
            <a:xfrm>
              <a:off x="5210176" y="1312863"/>
              <a:ext cx="15875" cy="7938"/>
            </a:xfrm>
            <a:custGeom>
              <a:avLst/>
              <a:gdLst/>
              <a:ahLst/>
              <a:cxnLst>
                <a:cxn ang="0">
                  <a:pos x="0" y="0"/>
                </a:cxn>
                <a:cxn ang="0">
                  <a:pos x="10" y="0"/>
                </a:cxn>
                <a:cxn ang="0">
                  <a:pos x="5" y="5"/>
                </a:cxn>
                <a:cxn ang="0">
                  <a:pos x="0" y="0"/>
                </a:cxn>
              </a:cxnLst>
              <a:rect l="0" t="0" r="r" b="b"/>
              <a:pathLst>
                <a:path w="10" h="5">
                  <a:moveTo>
                    <a:pt x="0" y="0"/>
                  </a:moveTo>
                  <a:lnTo>
                    <a:pt x="10" y="0"/>
                  </a:lnTo>
                  <a:lnTo>
                    <a:pt x="5"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8" name="Freeform 87"/>
            <p:cNvSpPr/>
            <p:nvPr/>
          </p:nvSpPr>
          <p:spPr bwMode="auto">
            <a:xfrm>
              <a:off x="5181601" y="1336675"/>
              <a:ext cx="15875" cy="20638"/>
            </a:xfrm>
            <a:custGeom>
              <a:avLst/>
              <a:gdLst/>
              <a:ahLst/>
              <a:cxnLst>
                <a:cxn ang="0">
                  <a:pos x="10" y="0"/>
                </a:cxn>
                <a:cxn ang="0">
                  <a:pos x="10" y="7"/>
                </a:cxn>
                <a:cxn ang="0">
                  <a:pos x="5" y="13"/>
                </a:cxn>
                <a:cxn ang="0">
                  <a:pos x="2" y="13"/>
                </a:cxn>
                <a:cxn ang="0">
                  <a:pos x="0" y="8"/>
                </a:cxn>
                <a:cxn ang="0">
                  <a:pos x="0" y="5"/>
                </a:cxn>
                <a:cxn ang="0">
                  <a:pos x="5" y="2"/>
                </a:cxn>
                <a:cxn ang="0">
                  <a:pos x="10" y="0"/>
                </a:cxn>
              </a:cxnLst>
              <a:rect l="0" t="0" r="r" b="b"/>
              <a:pathLst>
                <a:path w="10" h="13">
                  <a:moveTo>
                    <a:pt x="10" y="0"/>
                  </a:moveTo>
                  <a:lnTo>
                    <a:pt x="10" y="7"/>
                  </a:lnTo>
                  <a:lnTo>
                    <a:pt x="5" y="13"/>
                  </a:lnTo>
                  <a:lnTo>
                    <a:pt x="2" y="13"/>
                  </a:lnTo>
                  <a:lnTo>
                    <a:pt x="0" y="8"/>
                  </a:lnTo>
                  <a:lnTo>
                    <a:pt x="0" y="5"/>
                  </a:lnTo>
                  <a:lnTo>
                    <a:pt x="5" y="2"/>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9" name="Freeform 88"/>
            <p:cNvSpPr/>
            <p:nvPr/>
          </p:nvSpPr>
          <p:spPr bwMode="auto">
            <a:xfrm>
              <a:off x="5111751" y="1327150"/>
              <a:ext cx="25400" cy="12700"/>
            </a:xfrm>
            <a:custGeom>
              <a:avLst/>
              <a:gdLst/>
              <a:ahLst/>
              <a:cxnLst>
                <a:cxn ang="0">
                  <a:pos x="6" y="0"/>
                </a:cxn>
                <a:cxn ang="0">
                  <a:pos x="16" y="0"/>
                </a:cxn>
                <a:cxn ang="0">
                  <a:pos x="8" y="8"/>
                </a:cxn>
                <a:cxn ang="0">
                  <a:pos x="3" y="8"/>
                </a:cxn>
                <a:cxn ang="0">
                  <a:pos x="0" y="4"/>
                </a:cxn>
                <a:cxn ang="0">
                  <a:pos x="6" y="0"/>
                </a:cxn>
              </a:cxnLst>
              <a:rect l="0" t="0" r="r" b="b"/>
              <a:pathLst>
                <a:path w="16" h="8">
                  <a:moveTo>
                    <a:pt x="6" y="0"/>
                  </a:moveTo>
                  <a:lnTo>
                    <a:pt x="16" y="0"/>
                  </a:lnTo>
                  <a:lnTo>
                    <a:pt x="8" y="8"/>
                  </a:lnTo>
                  <a:lnTo>
                    <a:pt x="3" y="8"/>
                  </a:lnTo>
                  <a:lnTo>
                    <a:pt x="0" y="4"/>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0" name="Freeform 89"/>
            <p:cNvSpPr/>
            <p:nvPr/>
          </p:nvSpPr>
          <p:spPr bwMode="auto">
            <a:xfrm>
              <a:off x="5099051" y="1339850"/>
              <a:ext cx="44450" cy="25400"/>
            </a:xfrm>
            <a:custGeom>
              <a:avLst/>
              <a:gdLst/>
              <a:ahLst/>
              <a:cxnLst>
                <a:cxn ang="0">
                  <a:pos x="28" y="0"/>
                </a:cxn>
                <a:cxn ang="0">
                  <a:pos x="28" y="5"/>
                </a:cxn>
                <a:cxn ang="0">
                  <a:pos x="24" y="10"/>
                </a:cxn>
                <a:cxn ang="0">
                  <a:pos x="16" y="15"/>
                </a:cxn>
                <a:cxn ang="0">
                  <a:pos x="6" y="16"/>
                </a:cxn>
                <a:cxn ang="0">
                  <a:pos x="3" y="15"/>
                </a:cxn>
                <a:cxn ang="0">
                  <a:pos x="6" y="8"/>
                </a:cxn>
                <a:cxn ang="0">
                  <a:pos x="0" y="5"/>
                </a:cxn>
                <a:cxn ang="0">
                  <a:pos x="8" y="5"/>
                </a:cxn>
                <a:cxn ang="0">
                  <a:pos x="14" y="8"/>
                </a:cxn>
                <a:cxn ang="0">
                  <a:pos x="18" y="6"/>
                </a:cxn>
                <a:cxn ang="0">
                  <a:pos x="28" y="0"/>
                </a:cxn>
              </a:cxnLst>
              <a:rect l="0" t="0" r="r" b="b"/>
              <a:pathLst>
                <a:path w="28" h="16">
                  <a:moveTo>
                    <a:pt x="28" y="0"/>
                  </a:moveTo>
                  <a:lnTo>
                    <a:pt x="28" y="5"/>
                  </a:lnTo>
                  <a:lnTo>
                    <a:pt x="24" y="10"/>
                  </a:lnTo>
                  <a:lnTo>
                    <a:pt x="16" y="15"/>
                  </a:lnTo>
                  <a:lnTo>
                    <a:pt x="6" y="16"/>
                  </a:lnTo>
                  <a:lnTo>
                    <a:pt x="3" y="15"/>
                  </a:lnTo>
                  <a:lnTo>
                    <a:pt x="6" y="8"/>
                  </a:lnTo>
                  <a:lnTo>
                    <a:pt x="0" y="5"/>
                  </a:lnTo>
                  <a:lnTo>
                    <a:pt x="8" y="5"/>
                  </a:lnTo>
                  <a:lnTo>
                    <a:pt x="14" y="8"/>
                  </a:lnTo>
                  <a:lnTo>
                    <a:pt x="18" y="6"/>
                  </a:lnTo>
                  <a:lnTo>
                    <a:pt x="2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1" name="Freeform 90"/>
            <p:cNvSpPr/>
            <p:nvPr/>
          </p:nvSpPr>
          <p:spPr bwMode="auto">
            <a:xfrm>
              <a:off x="5143501" y="1381125"/>
              <a:ext cx="28575" cy="23813"/>
            </a:xfrm>
            <a:custGeom>
              <a:avLst/>
              <a:gdLst/>
              <a:ahLst/>
              <a:cxnLst>
                <a:cxn ang="0">
                  <a:pos x="13" y="0"/>
                </a:cxn>
                <a:cxn ang="0">
                  <a:pos x="18" y="0"/>
                </a:cxn>
                <a:cxn ang="0">
                  <a:pos x="18" y="5"/>
                </a:cxn>
                <a:cxn ang="0">
                  <a:pos x="13" y="10"/>
                </a:cxn>
                <a:cxn ang="0">
                  <a:pos x="14" y="15"/>
                </a:cxn>
                <a:cxn ang="0">
                  <a:pos x="8" y="15"/>
                </a:cxn>
                <a:cxn ang="0">
                  <a:pos x="0" y="8"/>
                </a:cxn>
                <a:cxn ang="0">
                  <a:pos x="13" y="0"/>
                </a:cxn>
              </a:cxnLst>
              <a:rect l="0" t="0" r="r" b="b"/>
              <a:pathLst>
                <a:path w="18" h="15">
                  <a:moveTo>
                    <a:pt x="13" y="0"/>
                  </a:moveTo>
                  <a:lnTo>
                    <a:pt x="18" y="0"/>
                  </a:lnTo>
                  <a:lnTo>
                    <a:pt x="18" y="5"/>
                  </a:lnTo>
                  <a:lnTo>
                    <a:pt x="13" y="10"/>
                  </a:lnTo>
                  <a:lnTo>
                    <a:pt x="14" y="15"/>
                  </a:lnTo>
                  <a:lnTo>
                    <a:pt x="8" y="15"/>
                  </a:lnTo>
                  <a:lnTo>
                    <a:pt x="0" y="8"/>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2" name="Freeform 91"/>
            <p:cNvSpPr/>
            <p:nvPr/>
          </p:nvSpPr>
          <p:spPr bwMode="auto">
            <a:xfrm>
              <a:off x="5095876" y="1371600"/>
              <a:ext cx="44450" cy="17463"/>
            </a:xfrm>
            <a:custGeom>
              <a:avLst/>
              <a:gdLst/>
              <a:ahLst/>
              <a:cxnLst>
                <a:cxn ang="0">
                  <a:pos x="11" y="0"/>
                </a:cxn>
                <a:cxn ang="0">
                  <a:pos x="20" y="0"/>
                </a:cxn>
                <a:cxn ang="0">
                  <a:pos x="28" y="4"/>
                </a:cxn>
                <a:cxn ang="0">
                  <a:pos x="28" y="9"/>
                </a:cxn>
                <a:cxn ang="0">
                  <a:pos x="15" y="9"/>
                </a:cxn>
                <a:cxn ang="0">
                  <a:pos x="8" y="11"/>
                </a:cxn>
                <a:cxn ang="0">
                  <a:pos x="0" y="6"/>
                </a:cxn>
                <a:cxn ang="0">
                  <a:pos x="3" y="1"/>
                </a:cxn>
                <a:cxn ang="0">
                  <a:pos x="11" y="0"/>
                </a:cxn>
              </a:cxnLst>
              <a:rect l="0" t="0" r="r" b="b"/>
              <a:pathLst>
                <a:path w="28" h="11">
                  <a:moveTo>
                    <a:pt x="11" y="0"/>
                  </a:moveTo>
                  <a:lnTo>
                    <a:pt x="20" y="0"/>
                  </a:lnTo>
                  <a:lnTo>
                    <a:pt x="28" y="4"/>
                  </a:lnTo>
                  <a:lnTo>
                    <a:pt x="28" y="9"/>
                  </a:lnTo>
                  <a:lnTo>
                    <a:pt x="15" y="9"/>
                  </a:lnTo>
                  <a:lnTo>
                    <a:pt x="8" y="11"/>
                  </a:lnTo>
                  <a:lnTo>
                    <a:pt x="0" y="6"/>
                  </a:lnTo>
                  <a:lnTo>
                    <a:pt x="3" y="1"/>
                  </a:lnTo>
                  <a:lnTo>
                    <a:pt x="1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3" name="Freeform 92"/>
            <p:cNvSpPr/>
            <p:nvPr/>
          </p:nvSpPr>
          <p:spPr bwMode="auto">
            <a:xfrm>
              <a:off x="4972051" y="1397000"/>
              <a:ext cx="36513" cy="39688"/>
            </a:xfrm>
            <a:custGeom>
              <a:avLst/>
              <a:gdLst/>
              <a:ahLst/>
              <a:cxnLst>
                <a:cxn ang="0">
                  <a:pos x="23" y="0"/>
                </a:cxn>
                <a:cxn ang="0">
                  <a:pos x="23" y="5"/>
                </a:cxn>
                <a:cxn ang="0">
                  <a:pos x="14" y="12"/>
                </a:cxn>
                <a:cxn ang="0">
                  <a:pos x="14" y="18"/>
                </a:cxn>
                <a:cxn ang="0">
                  <a:pos x="7" y="25"/>
                </a:cxn>
                <a:cxn ang="0">
                  <a:pos x="0" y="17"/>
                </a:cxn>
                <a:cxn ang="0">
                  <a:pos x="5" y="13"/>
                </a:cxn>
                <a:cxn ang="0">
                  <a:pos x="9" y="13"/>
                </a:cxn>
                <a:cxn ang="0">
                  <a:pos x="5" y="8"/>
                </a:cxn>
                <a:cxn ang="0">
                  <a:pos x="10" y="2"/>
                </a:cxn>
                <a:cxn ang="0">
                  <a:pos x="15" y="2"/>
                </a:cxn>
                <a:cxn ang="0">
                  <a:pos x="23" y="0"/>
                </a:cxn>
              </a:cxnLst>
              <a:rect l="0" t="0" r="r" b="b"/>
              <a:pathLst>
                <a:path w="23" h="25">
                  <a:moveTo>
                    <a:pt x="23" y="0"/>
                  </a:moveTo>
                  <a:lnTo>
                    <a:pt x="23" y="5"/>
                  </a:lnTo>
                  <a:lnTo>
                    <a:pt x="14" y="12"/>
                  </a:lnTo>
                  <a:lnTo>
                    <a:pt x="14" y="18"/>
                  </a:lnTo>
                  <a:lnTo>
                    <a:pt x="7" y="25"/>
                  </a:lnTo>
                  <a:lnTo>
                    <a:pt x="0" y="17"/>
                  </a:lnTo>
                  <a:lnTo>
                    <a:pt x="5" y="13"/>
                  </a:lnTo>
                  <a:lnTo>
                    <a:pt x="9" y="13"/>
                  </a:lnTo>
                  <a:lnTo>
                    <a:pt x="5" y="8"/>
                  </a:lnTo>
                  <a:lnTo>
                    <a:pt x="10" y="2"/>
                  </a:lnTo>
                  <a:lnTo>
                    <a:pt x="15" y="2"/>
                  </a:lnTo>
                  <a:lnTo>
                    <a:pt x="2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4" name="Freeform 93"/>
            <p:cNvSpPr/>
            <p:nvPr/>
          </p:nvSpPr>
          <p:spPr bwMode="auto">
            <a:xfrm>
              <a:off x="4995863" y="1389063"/>
              <a:ext cx="44450" cy="55563"/>
            </a:xfrm>
            <a:custGeom>
              <a:avLst/>
              <a:gdLst/>
              <a:ahLst/>
              <a:cxnLst>
                <a:cxn ang="0">
                  <a:pos x="25" y="0"/>
                </a:cxn>
                <a:cxn ang="0">
                  <a:pos x="28" y="5"/>
                </a:cxn>
                <a:cxn ang="0">
                  <a:pos x="27" y="13"/>
                </a:cxn>
                <a:cxn ang="0">
                  <a:pos x="22" y="13"/>
                </a:cxn>
                <a:cxn ang="0">
                  <a:pos x="20" y="20"/>
                </a:cxn>
                <a:cxn ang="0">
                  <a:pos x="25" y="23"/>
                </a:cxn>
                <a:cxn ang="0">
                  <a:pos x="23" y="30"/>
                </a:cxn>
                <a:cxn ang="0">
                  <a:pos x="18" y="33"/>
                </a:cxn>
                <a:cxn ang="0">
                  <a:pos x="13" y="28"/>
                </a:cxn>
                <a:cxn ang="0">
                  <a:pos x="12" y="35"/>
                </a:cxn>
                <a:cxn ang="0">
                  <a:pos x="7" y="31"/>
                </a:cxn>
                <a:cxn ang="0">
                  <a:pos x="0" y="30"/>
                </a:cxn>
                <a:cxn ang="0">
                  <a:pos x="0" y="25"/>
                </a:cxn>
                <a:cxn ang="0">
                  <a:pos x="8" y="25"/>
                </a:cxn>
                <a:cxn ang="0">
                  <a:pos x="4" y="20"/>
                </a:cxn>
                <a:cxn ang="0">
                  <a:pos x="8" y="17"/>
                </a:cxn>
                <a:cxn ang="0">
                  <a:pos x="13" y="18"/>
                </a:cxn>
                <a:cxn ang="0">
                  <a:pos x="15" y="5"/>
                </a:cxn>
                <a:cxn ang="0">
                  <a:pos x="25" y="0"/>
                </a:cxn>
              </a:cxnLst>
              <a:rect l="0" t="0" r="r" b="b"/>
              <a:pathLst>
                <a:path w="28" h="35">
                  <a:moveTo>
                    <a:pt x="25" y="0"/>
                  </a:moveTo>
                  <a:lnTo>
                    <a:pt x="28" y="5"/>
                  </a:lnTo>
                  <a:lnTo>
                    <a:pt x="27" y="13"/>
                  </a:lnTo>
                  <a:lnTo>
                    <a:pt x="22" y="13"/>
                  </a:lnTo>
                  <a:lnTo>
                    <a:pt x="20" y="20"/>
                  </a:lnTo>
                  <a:lnTo>
                    <a:pt x="25" y="23"/>
                  </a:lnTo>
                  <a:lnTo>
                    <a:pt x="23" y="30"/>
                  </a:lnTo>
                  <a:lnTo>
                    <a:pt x="18" y="33"/>
                  </a:lnTo>
                  <a:lnTo>
                    <a:pt x="13" y="28"/>
                  </a:lnTo>
                  <a:lnTo>
                    <a:pt x="12" y="35"/>
                  </a:lnTo>
                  <a:lnTo>
                    <a:pt x="7" y="31"/>
                  </a:lnTo>
                  <a:lnTo>
                    <a:pt x="0" y="30"/>
                  </a:lnTo>
                  <a:lnTo>
                    <a:pt x="0" y="25"/>
                  </a:lnTo>
                  <a:lnTo>
                    <a:pt x="8" y="25"/>
                  </a:lnTo>
                  <a:lnTo>
                    <a:pt x="4" y="20"/>
                  </a:lnTo>
                  <a:lnTo>
                    <a:pt x="8" y="17"/>
                  </a:lnTo>
                  <a:lnTo>
                    <a:pt x="13" y="18"/>
                  </a:lnTo>
                  <a:lnTo>
                    <a:pt x="15" y="5"/>
                  </a:lnTo>
                  <a:lnTo>
                    <a:pt x="2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5" name="Freeform 94"/>
            <p:cNvSpPr/>
            <p:nvPr/>
          </p:nvSpPr>
          <p:spPr bwMode="auto">
            <a:xfrm>
              <a:off x="5043488" y="1423988"/>
              <a:ext cx="9525" cy="20638"/>
            </a:xfrm>
            <a:custGeom>
              <a:avLst/>
              <a:gdLst/>
              <a:ahLst/>
              <a:cxnLst>
                <a:cxn ang="0">
                  <a:pos x="0" y="0"/>
                </a:cxn>
                <a:cxn ang="0">
                  <a:pos x="6" y="4"/>
                </a:cxn>
                <a:cxn ang="0">
                  <a:pos x="0" y="13"/>
                </a:cxn>
                <a:cxn ang="0">
                  <a:pos x="0" y="0"/>
                </a:cxn>
              </a:cxnLst>
              <a:rect l="0" t="0" r="r" b="b"/>
              <a:pathLst>
                <a:path w="6" h="13">
                  <a:moveTo>
                    <a:pt x="0" y="0"/>
                  </a:moveTo>
                  <a:lnTo>
                    <a:pt x="6" y="4"/>
                  </a:lnTo>
                  <a:lnTo>
                    <a:pt x="0" y="1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6" name="Freeform 95"/>
            <p:cNvSpPr/>
            <p:nvPr/>
          </p:nvSpPr>
          <p:spPr bwMode="auto">
            <a:xfrm>
              <a:off x="5068888" y="1408113"/>
              <a:ext cx="31750" cy="20638"/>
            </a:xfrm>
            <a:custGeom>
              <a:avLst/>
              <a:gdLst/>
              <a:ahLst/>
              <a:cxnLst>
                <a:cxn ang="0">
                  <a:pos x="15" y="0"/>
                </a:cxn>
                <a:cxn ang="0">
                  <a:pos x="20" y="3"/>
                </a:cxn>
                <a:cxn ang="0">
                  <a:pos x="7" y="13"/>
                </a:cxn>
                <a:cxn ang="0">
                  <a:pos x="0" y="10"/>
                </a:cxn>
                <a:cxn ang="0">
                  <a:pos x="4" y="3"/>
                </a:cxn>
                <a:cxn ang="0">
                  <a:pos x="10" y="3"/>
                </a:cxn>
                <a:cxn ang="0">
                  <a:pos x="15" y="0"/>
                </a:cxn>
              </a:cxnLst>
              <a:rect l="0" t="0" r="r" b="b"/>
              <a:pathLst>
                <a:path w="20" h="13">
                  <a:moveTo>
                    <a:pt x="15" y="0"/>
                  </a:moveTo>
                  <a:lnTo>
                    <a:pt x="20" y="3"/>
                  </a:lnTo>
                  <a:lnTo>
                    <a:pt x="7" y="13"/>
                  </a:lnTo>
                  <a:lnTo>
                    <a:pt x="0" y="10"/>
                  </a:lnTo>
                  <a:lnTo>
                    <a:pt x="4" y="3"/>
                  </a:lnTo>
                  <a:lnTo>
                    <a:pt x="10" y="3"/>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7" name="Freeform 96"/>
            <p:cNvSpPr/>
            <p:nvPr/>
          </p:nvSpPr>
          <p:spPr bwMode="auto">
            <a:xfrm>
              <a:off x="5084763" y="1392238"/>
              <a:ext cx="11113" cy="9525"/>
            </a:xfrm>
            <a:custGeom>
              <a:avLst/>
              <a:gdLst/>
              <a:ahLst/>
              <a:cxnLst>
                <a:cxn ang="0">
                  <a:pos x="2" y="0"/>
                </a:cxn>
                <a:cxn ang="0">
                  <a:pos x="7" y="3"/>
                </a:cxn>
                <a:cxn ang="0">
                  <a:pos x="0" y="6"/>
                </a:cxn>
                <a:cxn ang="0">
                  <a:pos x="2" y="0"/>
                </a:cxn>
              </a:cxnLst>
              <a:rect l="0" t="0" r="r" b="b"/>
              <a:pathLst>
                <a:path w="7" h="6">
                  <a:moveTo>
                    <a:pt x="2" y="0"/>
                  </a:moveTo>
                  <a:lnTo>
                    <a:pt x="7" y="3"/>
                  </a:lnTo>
                  <a:lnTo>
                    <a:pt x="0" y="6"/>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8" name="Freeform 97"/>
            <p:cNvSpPr/>
            <p:nvPr/>
          </p:nvSpPr>
          <p:spPr bwMode="auto">
            <a:xfrm>
              <a:off x="5127626" y="1397000"/>
              <a:ext cx="20638" cy="15875"/>
            </a:xfrm>
            <a:custGeom>
              <a:avLst/>
              <a:gdLst/>
              <a:ahLst/>
              <a:cxnLst>
                <a:cxn ang="0">
                  <a:pos x="0" y="0"/>
                </a:cxn>
                <a:cxn ang="0">
                  <a:pos x="6" y="0"/>
                </a:cxn>
                <a:cxn ang="0">
                  <a:pos x="13" y="10"/>
                </a:cxn>
                <a:cxn ang="0">
                  <a:pos x="6" y="10"/>
                </a:cxn>
                <a:cxn ang="0">
                  <a:pos x="0" y="0"/>
                </a:cxn>
              </a:cxnLst>
              <a:rect l="0" t="0" r="r" b="b"/>
              <a:pathLst>
                <a:path w="13" h="10">
                  <a:moveTo>
                    <a:pt x="0" y="0"/>
                  </a:moveTo>
                  <a:lnTo>
                    <a:pt x="6" y="0"/>
                  </a:lnTo>
                  <a:lnTo>
                    <a:pt x="13" y="10"/>
                  </a:lnTo>
                  <a:lnTo>
                    <a:pt x="6" y="10"/>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9" name="Freeform 98"/>
            <p:cNvSpPr/>
            <p:nvPr/>
          </p:nvSpPr>
          <p:spPr bwMode="auto">
            <a:xfrm>
              <a:off x="5105401" y="1401763"/>
              <a:ext cx="19050" cy="7938"/>
            </a:xfrm>
            <a:custGeom>
              <a:avLst/>
              <a:gdLst/>
              <a:ahLst/>
              <a:cxnLst>
                <a:cxn ang="0">
                  <a:pos x="7" y="0"/>
                </a:cxn>
                <a:cxn ang="0">
                  <a:pos x="12" y="5"/>
                </a:cxn>
                <a:cxn ang="0">
                  <a:pos x="0" y="2"/>
                </a:cxn>
                <a:cxn ang="0">
                  <a:pos x="7" y="0"/>
                </a:cxn>
              </a:cxnLst>
              <a:rect l="0" t="0" r="r" b="b"/>
              <a:pathLst>
                <a:path w="12" h="5">
                  <a:moveTo>
                    <a:pt x="7" y="0"/>
                  </a:moveTo>
                  <a:lnTo>
                    <a:pt x="12" y="5"/>
                  </a:lnTo>
                  <a:lnTo>
                    <a:pt x="0" y="2"/>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0" name="Freeform 99"/>
            <p:cNvSpPr/>
            <p:nvPr/>
          </p:nvSpPr>
          <p:spPr bwMode="auto">
            <a:xfrm>
              <a:off x="5708651" y="1255713"/>
              <a:ext cx="41275" cy="23813"/>
            </a:xfrm>
            <a:custGeom>
              <a:avLst/>
              <a:gdLst/>
              <a:ahLst/>
              <a:cxnLst>
                <a:cxn ang="0">
                  <a:pos x="5" y="0"/>
                </a:cxn>
                <a:cxn ang="0">
                  <a:pos x="26" y="0"/>
                </a:cxn>
                <a:cxn ang="0">
                  <a:pos x="23" y="7"/>
                </a:cxn>
                <a:cxn ang="0">
                  <a:pos x="8" y="15"/>
                </a:cxn>
                <a:cxn ang="0">
                  <a:pos x="8" y="7"/>
                </a:cxn>
                <a:cxn ang="0">
                  <a:pos x="0" y="7"/>
                </a:cxn>
                <a:cxn ang="0">
                  <a:pos x="5" y="0"/>
                </a:cxn>
              </a:cxnLst>
              <a:rect l="0" t="0" r="r" b="b"/>
              <a:pathLst>
                <a:path w="26" h="15">
                  <a:moveTo>
                    <a:pt x="5" y="0"/>
                  </a:moveTo>
                  <a:lnTo>
                    <a:pt x="26" y="0"/>
                  </a:lnTo>
                  <a:lnTo>
                    <a:pt x="23" y="7"/>
                  </a:lnTo>
                  <a:lnTo>
                    <a:pt x="8" y="15"/>
                  </a:lnTo>
                  <a:lnTo>
                    <a:pt x="8" y="7"/>
                  </a:lnTo>
                  <a:lnTo>
                    <a:pt x="0" y="7"/>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1" name="Freeform 100"/>
            <p:cNvSpPr/>
            <p:nvPr/>
          </p:nvSpPr>
          <p:spPr bwMode="auto">
            <a:xfrm>
              <a:off x="5718176" y="1200150"/>
              <a:ext cx="100013" cy="50800"/>
            </a:xfrm>
            <a:custGeom>
              <a:avLst/>
              <a:gdLst/>
              <a:ahLst/>
              <a:cxnLst>
                <a:cxn ang="0">
                  <a:pos x="33" y="0"/>
                </a:cxn>
                <a:cxn ang="0">
                  <a:pos x="43" y="2"/>
                </a:cxn>
                <a:cxn ang="0">
                  <a:pos x="51" y="4"/>
                </a:cxn>
                <a:cxn ang="0">
                  <a:pos x="60" y="4"/>
                </a:cxn>
                <a:cxn ang="0">
                  <a:pos x="63" y="7"/>
                </a:cxn>
                <a:cxn ang="0">
                  <a:pos x="58" y="12"/>
                </a:cxn>
                <a:cxn ang="0">
                  <a:pos x="48" y="17"/>
                </a:cxn>
                <a:cxn ang="0">
                  <a:pos x="40" y="22"/>
                </a:cxn>
                <a:cxn ang="0">
                  <a:pos x="25" y="32"/>
                </a:cxn>
                <a:cxn ang="0">
                  <a:pos x="23" y="27"/>
                </a:cxn>
                <a:cxn ang="0">
                  <a:pos x="15" y="30"/>
                </a:cxn>
                <a:cxn ang="0">
                  <a:pos x="5" y="28"/>
                </a:cxn>
                <a:cxn ang="0">
                  <a:pos x="0" y="25"/>
                </a:cxn>
                <a:cxn ang="0">
                  <a:pos x="7" y="25"/>
                </a:cxn>
                <a:cxn ang="0">
                  <a:pos x="12" y="22"/>
                </a:cxn>
                <a:cxn ang="0">
                  <a:pos x="7" y="22"/>
                </a:cxn>
                <a:cxn ang="0">
                  <a:pos x="9" y="19"/>
                </a:cxn>
                <a:cxn ang="0">
                  <a:pos x="14" y="14"/>
                </a:cxn>
                <a:cxn ang="0">
                  <a:pos x="19" y="10"/>
                </a:cxn>
                <a:cxn ang="0">
                  <a:pos x="25" y="10"/>
                </a:cxn>
                <a:cxn ang="0">
                  <a:pos x="28" y="9"/>
                </a:cxn>
                <a:cxn ang="0">
                  <a:pos x="28" y="2"/>
                </a:cxn>
                <a:cxn ang="0">
                  <a:pos x="33" y="0"/>
                </a:cxn>
              </a:cxnLst>
              <a:rect l="0" t="0" r="r" b="b"/>
              <a:pathLst>
                <a:path w="63" h="32">
                  <a:moveTo>
                    <a:pt x="33" y="0"/>
                  </a:moveTo>
                  <a:lnTo>
                    <a:pt x="43" y="2"/>
                  </a:lnTo>
                  <a:lnTo>
                    <a:pt x="51" y="4"/>
                  </a:lnTo>
                  <a:lnTo>
                    <a:pt x="60" y="4"/>
                  </a:lnTo>
                  <a:lnTo>
                    <a:pt x="63" y="7"/>
                  </a:lnTo>
                  <a:lnTo>
                    <a:pt x="58" y="12"/>
                  </a:lnTo>
                  <a:lnTo>
                    <a:pt x="48" y="17"/>
                  </a:lnTo>
                  <a:lnTo>
                    <a:pt x="40" y="22"/>
                  </a:lnTo>
                  <a:lnTo>
                    <a:pt x="25" y="32"/>
                  </a:lnTo>
                  <a:lnTo>
                    <a:pt x="23" y="27"/>
                  </a:lnTo>
                  <a:lnTo>
                    <a:pt x="15" y="30"/>
                  </a:lnTo>
                  <a:lnTo>
                    <a:pt x="5" y="28"/>
                  </a:lnTo>
                  <a:lnTo>
                    <a:pt x="0" y="25"/>
                  </a:lnTo>
                  <a:lnTo>
                    <a:pt x="7" y="25"/>
                  </a:lnTo>
                  <a:lnTo>
                    <a:pt x="12" y="22"/>
                  </a:lnTo>
                  <a:lnTo>
                    <a:pt x="7" y="22"/>
                  </a:lnTo>
                  <a:lnTo>
                    <a:pt x="9" y="19"/>
                  </a:lnTo>
                  <a:lnTo>
                    <a:pt x="14" y="14"/>
                  </a:lnTo>
                  <a:lnTo>
                    <a:pt x="19" y="10"/>
                  </a:lnTo>
                  <a:lnTo>
                    <a:pt x="25" y="10"/>
                  </a:lnTo>
                  <a:lnTo>
                    <a:pt x="28" y="9"/>
                  </a:lnTo>
                  <a:lnTo>
                    <a:pt x="28" y="2"/>
                  </a:lnTo>
                  <a:lnTo>
                    <a:pt x="3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2" name="Freeform 101"/>
            <p:cNvSpPr/>
            <p:nvPr/>
          </p:nvSpPr>
          <p:spPr bwMode="auto">
            <a:xfrm>
              <a:off x="5762626" y="1211263"/>
              <a:ext cx="119063" cy="68263"/>
            </a:xfrm>
            <a:custGeom>
              <a:avLst/>
              <a:gdLst/>
              <a:ahLst/>
              <a:cxnLst>
                <a:cxn ang="0">
                  <a:pos x="58" y="0"/>
                </a:cxn>
                <a:cxn ang="0">
                  <a:pos x="66" y="2"/>
                </a:cxn>
                <a:cxn ang="0">
                  <a:pos x="68" y="5"/>
                </a:cxn>
                <a:cxn ang="0">
                  <a:pos x="66" y="10"/>
                </a:cxn>
                <a:cxn ang="0">
                  <a:pos x="71" y="13"/>
                </a:cxn>
                <a:cxn ang="0">
                  <a:pos x="73" y="18"/>
                </a:cxn>
                <a:cxn ang="0">
                  <a:pos x="71" y="23"/>
                </a:cxn>
                <a:cxn ang="0">
                  <a:pos x="68" y="25"/>
                </a:cxn>
                <a:cxn ang="0">
                  <a:pos x="75" y="33"/>
                </a:cxn>
                <a:cxn ang="0">
                  <a:pos x="73" y="38"/>
                </a:cxn>
                <a:cxn ang="0">
                  <a:pos x="65" y="40"/>
                </a:cxn>
                <a:cxn ang="0">
                  <a:pos x="52" y="40"/>
                </a:cxn>
                <a:cxn ang="0">
                  <a:pos x="50" y="43"/>
                </a:cxn>
                <a:cxn ang="0">
                  <a:pos x="45" y="40"/>
                </a:cxn>
                <a:cxn ang="0">
                  <a:pos x="40" y="38"/>
                </a:cxn>
                <a:cxn ang="0">
                  <a:pos x="37" y="38"/>
                </a:cxn>
                <a:cxn ang="0">
                  <a:pos x="25" y="33"/>
                </a:cxn>
                <a:cxn ang="0">
                  <a:pos x="23" y="41"/>
                </a:cxn>
                <a:cxn ang="0">
                  <a:pos x="10" y="41"/>
                </a:cxn>
                <a:cxn ang="0">
                  <a:pos x="7" y="38"/>
                </a:cxn>
                <a:cxn ang="0">
                  <a:pos x="2" y="43"/>
                </a:cxn>
                <a:cxn ang="0">
                  <a:pos x="0" y="40"/>
                </a:cxn>
                <a:cxn ang="0">
                  <a:pos x="4" y="35"/>
                </a:cxn>
                <a:cxn ang="0">
                  <a:pos x="7" y="31"/>
                </a:cxn>
                <a:cxn ang="0">
                  <a:pos x="19" y="30"/>
                </a:cxn>
                <a:cxn ang="0">
                  <a:pos x="14" y="25"/>
                </a:cxn>
                <a:cxn ang="0">
                  <a:pos x="22" y="17"/>
                </a:cxn>
                <a:cxn ang="0">
                  <a:pos x="30" y="17"/>
                </a:cxn>
                <a:cxn ang="0">
                  <a:pos x="28" y="15"/>
                </a:cxn>
                <a:cxn ang="0">
                  <a:pos x="42" y="10"/>
                </a:cxn>
                <a:cxn ang="0">
                  <a:pos x="48" y="17"/>
                </a:cxn>
                <a:cxn ang="0">
                  <a:pos x="53" y="15"/>
                </a:cxn>
                <a:cxn ang="0">
                  <a:pos x="53" y="8"/>
                </a:cxn>
                <a:cxn ang="0">
                  <a:pos x="47" y="5"/>
                </a:cxn>
                <a:cxn ang="0">
                  <a:pos x="52" y="2"/>
                </a:cxn>
                <a:cxn ang="0">
                  <a:pos x="58" y="0"/>
                </a:cxn>
              </a:cxnLst>
              <a:rect l="0" t="0" r="r" b="b"/>
              <a:pathLst>
                <a:path w="75" h="43">
                  <a:moveTo>
                    <a:pt x="58" y="0"/>
                  </a:moveTo>
                  <a:lnTo>
                    <a:pt x="66" y="2"/>
                  </a:lnTo>
                  <a:lnTo>
                    <a:pt x="68" y="5"/>
                  </a:lnTo>
                  <a:lnTo>
                    <a:pt x="66" y="10"/>
                  </a:lnTo>
                  <a:lnTo>
                    <a:pt x="71" y="13"/>
                  </a:lnTo>
                  <a:lnTo>
                    <a:pt x="73" y="18"/>
                  </a:lnTo>
                  <a:lnTo>
                    <a:pt x="71" y="23"/>
                  </a:lnTo>
                  <a:lnTo>
                    <a:pt x="68" y="25"/>
                  </a:lnTo>
                  <a:lnTo>
                    <a:pt x="75" y="33"/>
                  </a:lnTo>
                  <a:lnTo>
                    <a:pt x="73" y="38"/>
                  </a:lnTo>
                  <a:lnTo>
                    <a:pt x="65" y="40"/>
                  </a:lnTo>
                  <a:lnTo>
                    <a:pt x="52" y="40"/>
                  </a:lnTo>
                  <a:lnTo>
                    <a:pt x="50" y="43"/>
                  </a:lnTo>
                  <a:lnTo>
                    <a:pt x="45" y="40"/>
                  </a:lnTo>
                  <a:lnTo>
                    <a:pt x="40" y="38"/>
                  </a:lnTo>
                  <a:lnTo>
                    <a:pt x="37" y="38"/>
                  </a:lnTo>
                  <a:lnTo>
                    <a:pt x="25" y="33"/>
                  </a:lnTo>
                  <a:lnTo>
                    <a:pt x="23" y="41"/>
                  </a:lnTo>
                  <a:lnTo>
                    <a:pt x="10" y="41"/>
                  </a:lnTo>
                  <a:lnTo>
                    <a:pt x="7" y="38"/>
                  </a:lnTo>
                  <a:lnTo>
                    <a:pt x="2" y="43"/>
                  </a:lnTo>
                  <a:lnTo>
                    <a:pt x="0" y="40"/>
                  </a:lnTo>
                  <a:lnTo>
                    <a:pt x="4" y="35"/>
                  </a:lnTo>
                  <a:lnTo>
                    <a:pt x="7" y="31"/>
                  </a:lnTo>
                  <a:lnTo>
                    <a:pt x="19" y="30"/>
                  </a:lnTo>
                  <a:lnTo>
                    <a:pt x="14" y="25"/>
                  </a:lnTo>
                  <a:lnTo>
                    <a:pt x="22" y="17"/>
                  </a:lnTo>
                  <a:lnTo>
                    <a:pt x="30" y="17"/>
                  </a:lnTo>
                  <a:lnTo>
                    <a:pt x="28" y="15"/>
                  </a:lnTo>
                  <a:lnTo>
                    <a:pt x="42" y="10"/>
                  </a:lnTo>
                  <a:lnTo>
                    <a:pt x="48" y="17"/>
                  </a:lnTo>
                  <a:lnTo>
                    <a:pt x="53" y="15"/>
                  </a:lnTo>
                  <a:lnTo>
                    <a:pt x="53" y="8"/>
                  </a:lnTo>
                  <a:lnTo>
                    <a:pt x="47" y="5"/>
                  </a:lnTo>
                  <a:lnTo>
                    <a:pt x="52" y="2"/>
                  </a:lnTo>
                  <a:lnTo>
                    <a:pt x="5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3" name="Freeform 102"/>
            <p:cNvSpPr/>
            <p:nvPr/>
          </p:nvSpPr>
          <p:spPr bwMode="auto">
            <a:xfrm>
              <a:off x="5897563" y="1222375"/>
              <a:ext cx="80963" cy="82550"/>
            </a:xfrm>
            <a:custGeom>
              <a:avLst/>
              <a:gdLst/>
              <a:ahLst/>
              <a:cxnLst>
                <a:cxn ang="0">
                  <a:pos x="4" y="0"/>
                </a:cxn>
                <a:cxn ang="0">
                  <a:pos x="9" y="3"/>
                </a:cxn>
                <a:cxn ang="0">
                  <a:pos x="18" y="8"/>
                </a:cxn>
                <a:cxn ang="0">
                  <a:pos x="18" y="3"/>
                </a:cxn>
                <a:cxn ang="0">
                  <a:pos x="23" y="3"/>
                </a:cxn>
                <a:cxn ang="0">
                  <a:pos x="31" y="6"/>
                </a:cxn>
                <a:cxn ang="0">
                  <a:pos x="32" y="11"/>
                </a:cxn>
                <a:cxn ang="0">
                  <a:pos x="46" y="11"/>
                </a:cxn>
                <a:cxn ang="0">
                  <a:pos x="51" y="13"/>
                </a:cxn>
                <a:cxn ang="0">
                  <a:pos x="51" y="28"/>
                </a:cxn>
                <a:cxn ang="0">
                  <a:pos x="44" y="31"/>
                </a:cxn>
                <a:cxn ang="0">
                  <a:pos x="37" y="33"/>
                </a:cxn>
                <a:cxn ang="0">
                  <a:pos x="32" y="34"/>
                </a:cxn>
                <a:cxn ang="0">
                  <a:pos x="28" y="33"/>
                </a:cxn>
                <a:cxn ang="0">
                  <a:pos x="23" y="38"/>
                </a:cxn>
                <a:cxn ang="0">
                  <a:pos x="18" y="44"/>
                </a:cxn>
                <a:cxn ang="0">
                  <a:pos x="18" y="52"/>
                </a:cxn>
                <a:cxn ang="0">
                  <a:pos x="13" y="47"/>
                </a:cxn>
                <a:cxn ang="0">
                  <a:pos x="11" y="42"/>
                </a:cxn>
                <a:cxn ang="0">
                  <a:pos x="13" y="36"/>
                </a:cxn>
                <a:cxn ang="0">
                  <a:pos x="11" y="33"/>
                </a:cxn>
                <a:cxn ang="0">
                  <a:pos x="8" y="24"/>
                </a:cxn>
                <a:cxn ang="0">
                  <a:pos x="11" y="16"/>
                </a:cxn>
                <a:cxn ang="0">
                  <a:pos x="4" y="10"/>
                </a:cxn>
                <a:cxn ang="0">
                  <a:pos x="0" y="8"/>
                </a:cxn>
                <a:cxn ang="0">
                  <a:pos x="0" y="3"/>
                </a:cxn>
                <a:cxn ang="0">
                  <a:pos x="4" y="0"/>
                </a:cxn>
              </a:cxnLst>
              <a:rect l="0" t="0" r="r" b="b"/>
              <a:pathLst>
                <a:path w="51" h="52">
                  <a:moveTo>
                    <a:pt x="4" y="0"/>
                  </a:moveTo>
                  <a:lnTo>
                    <a:pt x="9" y="3"/>
                  </a:lnTo>
                  <a:lnTo>
                    <a:pt x="18" y="8"/>
                  </a:lnTo>
                  <a:lnTo>
                    <a:pt x="18" y="3"/>
                  </a:lnTo>
                  <a:lnTo>
                    <a:pt x="23" y="3"/>
                  </a:lnTo>
                  <a:lnTo>
                    <a:pt x="31" y="6"/>
                  </a:lnTo>
                  <a:lnTo>
                    <a:pt x="32" y="11"/>
                  </a:lnTo>
                  <a:lnTo>
                    <a:pt x="46" y="11"/>
                  </a:lnTo>
                  <a:lnTo>
                    <a:pt x="51" y="13"/>
                  </a:lnTo>
                  <a:lnTo>
                    <a:pt x="51" y="28"/>
                  </a:lnTo>
                  <a:lnTo>
                    <a:pt x="44" y="31"/>
                  </a:lnTo>
                  <a:lnTo>
                    <a:pt x="37" y="33"/>
                  </a:lnTo>
                  <a:lnTo>
                    <a:pt x="32" y="34"/>
                  </a:lnTo>
                  <a:lnTo>
                    <a:pt x="28" y="33"/>
                  </a:lnTo>
                  <a:lnTo>
                    <a:pt x="23" y="38"/>
                  </a:lnTo>
                  <a:lnTo>
                    <a:pt x="18" y="44"/>
                  </a:lnTo>
                  <a:lnTo>
                    <a:pt x="18" y="52"/>
                  </a:lnTo>
                  <a:lnTo>
                    <a:pt x="13" y="47"/>
                  </a:lnTo>
                  <a:lnTo>
                    <a:pt x="11" y="42"/>
                  </a:lnTo>
                  <a:lnTo>
                    <a:pt x="13" y="36"/>
                  </a:lnTo>
                  <a:lnTo>
                    <a:pt x="11" y="33"/>
                  </a:lnTo>
                  <a:lnTo>
                    <a:pt x="8" y="24"/>
                  </a:lnTo>
                  <a:lnTo>
                    <a:pt x="11" y="16"/>
                  </a:lnTo>
                  <a:lnTo>
                    <a:pt x="4" y="10"/>
                  </a:lnTo>
                  <a:lnTo>
                    <a:pt x="0" y="8"/>
                  </a:lnTo>
                  <a:lnTo>
                    <a:pt x="0" y="3"/>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4" name="Freeform 103"/>
            <p:cNvSpPr/>
            <p:nvPr/>
          </p:nvSpPr>
          <p:spPr bwMode="auto">
            <a:xfrm>
              <a:off x="5878513" y="1349375"/>
              <a:ext cx="25400" cy="31750"/>
            </a:xfrm>
            <a:custGeom>
              <a:avLst/>
              <a:gdLst/>
              <a:ahLst/>
              <a:cxnLst>
                <a:cxn ang="0">
                  <a:pos x="12" y="0"/>
                </a:cxn>
                <a:cxn ang="0">
                  <a:pos x="16" y="0"/>
                </a:cxn>
                <a:cxn ang="0">
                  <a:pos x="16" y="12"/>
                </a:cxn>
                <a:cxn ang="0">
                  <a:pos x="0" y="20"/>
                </a:cxn>
                <a:cxn ang="0">
                  <a:pos x="12" y="0"/>
                </a:cxn>
              </a:cxnLst>
              <a:rect l="0" t="0" r="r" b="b"/>
              <a:pathLst>
                <a:path w="16" h="20">
                  <a:moveTo>
                    <a:pt x="12" y="0"/>
                  </a:moveTo>
                  <a:lnTo>
                    <a:pt x="16" y="0"/>
                  </a:lnTo>
                  <a:lnTo>
                    <a:pt x="16" y="12"/>
                  </a:lnTo>
                  <a:lnTo>
                    <a:pt x="0" y="20"/>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5" name="Freeform 104"/>
            <p:cNvSpPr/>
            <p:nvPr/>
          </p:nvSpPr>
          <p:spPr bwMode="auto">
            <a:xfrm>
              <a:off x="5886451" y="1385888"/>
              <a:ext cx="28575" cy="11113"/>
            </a:xfrm>
            <a:custGeom>
              <a:avLst/>
              <a:gdLst/>
              <a:ahLst/>
              <a:cxnLst>
                <a:cxn ang="0">
                  <a:pos x="15" y="0"/>
                </a:cxn>
                <a:cxn ang="0">
                  <a:pos x="18" y="2"/>
                </a:cxn>
                <a:cxn ang="0">
                  <a:pos x="11" y="5"/>
                </a:cxn>
                <a:cxn ang="0">
                  <a:pos x="0" y="7"/>
                </a:cxn>
                <a:cxn ang="0">
                  <a:pos x="10" y="2"/>
                </a:cxn>
                <a:cxn ang="0">
                  <a:pos x="15" y="0"/>
                </a:cxn>
              </a:cxnLst>
              <a:rect l="0" t="0" r="r" b="b"/>
              <a:pathLst>
                <a:path w="18" h="7">
                  <a:moveTo>
                    <a:pt x="15" y="0"/>
                  </a:moveTo>
                  <a:lnTo>
                    <a:pt x="18" y="2"/>
                  </a:lnTo>
                  <a:lnTo>
                    <a:pt x="11" y="5"/>
                  </a:lnTo>
                  <a:lnTo>
                    <a:pt x="0" y="7"/>
                  </a:lnTo>
                  <a:lnTo>
                    <a:pt x="10" y="2"/>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6" name="Freeform 105"/>
            <p:cNvSpPr/>
            <p:nvPr/>
          </p:nvSpPr>
          <p:spPr bwMode="auto">
            <a:xfrm>
              <a:off x="5867401" y="1397000"/>
              <a:ext cx="7938" cy="7938"/>
            </a:xfrm>
            <a:custGeom>
              <a:avLst/>
              <a:gdLst/>
              <a:ahLst/>
              <a:cxnLst>
                <a:cxn ang="0">
                  <a:pos x="0" y="0"/>
                </a:cxn>
                <a:cxn ang="0">
                  <a:pos x="4" y="0"/>
                </a:cxn>
                <a:cxn ang="0">
                  <a:pos x="5" y="5"/>
                </a:cxn>
                <a:cxn ang="0">
                  <a:pos x="2" y="5"/>
                </a:cxn>
                <a:cxn ang="0">
                  <a:pos x="0" y="0"/>
                </a:cxn>
              </a:cxnLst>
              <a:rect l="0" t="0" r="r" b="b"/>
              <a:pathLst>
                <a:path w="5" h="5">
                  <a:moveTo>
                    <a:pt x="0" y="0"/>
                  </a:moveTo>
                  <a:lnTo>
                    <a:pt x="4" y="0"/>
                  </a:lnTo>
                  <a:lnTo>
                    <a:pt x="5" y="5"/>
                  </a:lnTo>
                  <a:lnTo>
                    <a:pt x="2"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7" name="Freeform 106"/>
            <p:cNvSpPr/>
            <p:nvPr/>
          </p:nvSpPr>
          <p:spPr bwMode="auto">
            <a:xfrm>
              <a:off x="5849938" y="1392238"/>
              <a:ext cx="7938" cy="9525"/>
            </a:xfrm>
            <a:custGeom>
              <a:avLst/>
              <a:gdLst/>
              <a:ahLst/>
              <a:cxnLst>
                <a:cxn ang="0">
                  <a:pos x="5" y="0"/>
                </a:cxn>
                <a:cxn ang="0">
                  <a:pos x="5" y="3"/>
                </a:cxn>
                <a:cxn ang="0">
                  <a:pos x="0" y="6"/>
                </a:cxn>
                <a:cxn ang="0">
                  <a:pos x="0" y="3"/>
                </a:cxn>
                <a:cxn ang="0">
                  <a:pos x="5" y="0"/>
                </a:cxn>
              </a:cxnLst>
              <a:rect l="0" t="0" r="r" b="b"/>
              <a:pathLst>
                <a:path w="5" h="6">
                  <a:moveTo>
                    <a:pt x="5" y="0"/>
                  </a:moveTo>
                  <a:lnTo>
                    <a:pt x="5" y="3"/>
                  </a:lnTo>
                  <a:lnTo>
                    <a:pt x="0" y="6"/>
                  </a:lnTo>
                  <a:lnTo>
                    <a:pt x="0"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8" name="Freeform 107"/>
            <p:cNvSpPr/>
            <p:nvPr/>
          </p:nvSpPr>
          <p:spPr bwMode="auto">
            <a:xfrm>
              <a:off x="5910263" y="1363663"/>
              <a:ext cx="15875" cy="12700"/>
            </a:xfrm>
            <a:custGeom>
              <a:avLst/>
              <a:gdLst/>
              <a:ahLst/>
              <a:cxnLst>
                <a:cxn ang="0">
                  <a:pos x="5" y="0"/>
                </a:cxn>
                <a:cxn ang="0">
                  <a:pos x="10" y="5"/>
                </a:cxn>
                <a:cxn ang="0">
                  <a:pos x="1" y="8"/>
                </a:cxn>
                <a:cxn ang="0">
                  <a:pos x="0" y="3"/>
                </a:cxn>
                <a:cxn ang="0">
                  <a:pos x="5" y="0"/>
                </a:cxn>
              </a:cxnLst>
              <a:rect l="0" t="0" r="r" b="b"/>
              <a:pathLst>
                <a:path w="10" h="8">
                  <a:moveTo>
                    <a:pt x="5" y="0"/>
                  </a:moveTo>
                  <a:lnTo>
                    <a:pt x="10" y="5"/>
                  </a:lnTo>
                  <a:lnTo>
                    <a:pt x="1" y="8"/>
                  </a:lnTo>
                  <a:lnTo>
                    <a:pt x="0"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9" name="Freeform 108"/>
            <p:cNvSpPr/>
            <p:nvPr/>
          </p:nvSpPr>
          <p:spPr bwMode="auto">
            <a:xfrm>
              <a:off x="6213476" y="1397000"/>
              <a:ext cx="28575" cy="20638"/>
            </a:xfrm>
            <a:custGeom>
              <a:avLst/>
              <a:gdLst/>
              <a:ahLst/>
              <a:cxnLst>
                <a:cxn ang="0">
                  <a:pos x="15" y="0"/>
                </a:cxn>
                <a:cxn ang="0">
                  <a:pos x="18" y="5"/>
                </a:cxn>
                <a:cxn ang="0">
                  <a:pos x="18" y="8"/>
                </a:cxn>
                <a:cxn ang="0">
                  <a:pos x="12" y="12"/>
                </a:cxn>
                <a:cxn ang="0">
                  <a:pos x="3" y="13"/>
                </a:cxn>
                <a:cxn ang="0">
                  <a:pos x="0" y="12"/>
                </a:cxn>
                <a:cxn ang="0">
                  <a:pos x="3" y="2"/>
                </a:cxn>
                <a:cxn ang="0">
                  <a:pos x="15" y="0"/>
                </a:cxn>
              </a:cxnLst>
              <a:rect l="0" t="0" r="r" b="b"/>
              <a:pathLst>
                <a:path w="18" h="13">
                  <a:moveTo>
                    <a:pt x="15" y="0"/>
                  </a:moveTo>
                  <a:lnTo>
                    <a:pt x="18" y="5"/>
                  </a:lnTo>
                  <a:lnTo>
                    <a:pt x="18" y="8"/>
                  </a:lnTo>
                  <a:lnTo>
                    <a:pt x="12" y="12"/>
                  </a:lnTo>
                  <a:lnTo>
                    <a:pt x="3" y="13"/>
                  </a:lnTo>
                  <a:lnTo>
                    <a:pt x="0" y="12"/>
                  </a:lnTo>
                  <a:lnTo>
                    <a:pt x="3" y="2"/>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0" name="Freeform 109"/>
            <p:cNvSpPr/>
            <p:nvPr/>
          </p:nvSpPr>
          <p:spPr bwMode="auto">
            <a:xfrm>
              <a:off x="6530976" y="1392238"/>
              <a:ext cx="46038" cy="28575"/>
            </a:xfrm>
            <a:custGeom>
              <a:avLst/>
              <a:gdLst/>
              <a:ahLst/>
              <a:cxnLst>
                <a:cxn ang="0">
                  <a:pos x="13" y="0"/>
                </a:cxn>
                <a:cxn ang="0">
                  <a:pos x="21" y="1"/>
                </a:cxn>
                <a:cxn ang="0">
                  <a:pos x="29" y="1"/>
                </a:cxn>
                <a:cxn ang="0">
                  <a:pos x="28" y="6"/>
                </a:cxn>
                <a:cxn ang="0">
                  <a:pos x="21" y="5"/>
                </a:cxn>
                <a:cxn ang="0">
                  <a:pos x="28" y="11"/>
                </a:cxn>
                <a:cxn ang="0">
                  <a:pos x="23" y="13"/>
                </a:cxn>
                <a:cxn ang="0">
                  <a:pos x="18" y="13"/>
                </a:cxn>
                <a:cxn ang="0">
                  <a:pos x="18" y="16"/>
                </a:cxn>
                <a:cxn ang="0">
                  <a:pos x="13" y="18"/>
                </a:cxn>
                <a:cxn ang="0">
                  <a:pos x="0" y="8"/>
                </a:cxn>
                <a:cxn ang="0">
                  <a:pos x="5" y="1"/>
                </a:cxn>
                <a:cxn ang="0">
                  <a:pos x="13" y="0"/>
                </a:cxn>
              </a:cxnLst>
              <a:rect l="0" t="0" r="r" b="b"/>
              <a:pathLst>
                <a:path w="29" h="18">
                  <a:moveTo>
                    <a:pt x="13" y="0"/>
                  </a:moveTo>
                  <a:lnTo>
                    <a:pt x="21" y="1"/>
                  </a:lnTo>
                  <a:lnTo>
                    <a:pt x="29" y="1"/>
                  </a:lnTo>
                  <a:lnTo>
                    <a:pt x="28" y="6"/>
                  </a:lnTo>
                  <a:lnTo>
                    <a:pt x="21" y="5"/>
                  </a:lnTo>
                  <a:lnTo>
                    <a:pt x="28" y="11"/>
                  </a:lnTo>
                  <a:lnTo>
                    <a:pt x="23" y="13"/>
                  </a:lnTo>
                  <a:lnTo>
                    <a:pt x="18" y="13"/>
                  </a:lnTo>
                  <a:lnTo>
                    <a:pt x="18" y="16"/>
                  </a:lnTo>
                  <a:lnTo>
                    <a:pt x="13" y="18"/>
                  </a:lnTo>
                  <a:lnTo>
                    <a:pt x="0" y="8"/>
                  </a:lnTo>
                  <a:lnTo>
                    <a:pt x="5" y="1"/>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1" name="Freeform 110"/>
            <p:cNvSpPr/>
            <p:nvPr/>
          </p:nvSpPr>
          <p:spPr bwMode="auto">
            <a:xfrm>
              <a:off x="6629401" y="1274763"/>
              <a:ext cx="26988" cy="14288"/>
            </a:xfrm>
            <a:custGeom>
              <a:avLst/>
              <a:gdLst/>
              <a:ahLst/>
              <a:cxnLst>
                <a:cxn ang="0">
                  <a:pos x="0" y="0"/>
                </a:cxn>
                <a:cxn ang="0">
                  <a:pos x="12" y="0"/>
                </a:cxn>
                <a:cxn ang="0">
                  <a:pos x="17" y="9"/>
                </a:cxn>
                <a:cxn ang="0">
                  <a:pos x="7" y="8"/>
                </a:cxn>
                <a:cxn ang="0">
                  <a:pos x="0" y="0"/>
                </a:cxn>
              </a:cxnLst>
              <a:rect l="0" t="0" r="r" b="b"/>
              <a:pathLst>
                <a:path w="17" h="9">
                  <a:moveTo>
                    <a:pt x="0" y="0"/>
                  </a:moveTo>
                  <a:lnTo>
                    <a:pt x="12" y="0"/>
                  </a:lnTo>
                  <a:lnTo>
                    <a:pt x="17" y="9"/>
                  </a:lnTo>
                  <a:lnTo>
                    <a:pt x="7" y="8"/>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2" name="Freeform 111"/>
            <p:cNvSpPr/>
            <p:nvPr/>
          </p:nvSpPr>
          <p:spPr bwMode="auto">
            <a:xfrm>
              <a:off x="6737351" y="1244600"/>
              <a:ext cx="80963" cy="42863"/>
            </a:xfrm>
            <a:custGeom>
              <a:avLst/>
              <a:gdLst/>
              <a:ahLst/>
              <a:cxnLst>
                <a:cxn ang="0">
                  <a:pos x="18" y="0"/>
                </a:cxn>
                <a:cxn ang="0">
                  <a:pos x="28" y="0"/>
                </a:cxn>
                <a:cxn ang="0">
                  <a:pos x="38" y="4"/>
                </a:cxn>
                <a:cxn ang="0">
                  <a:pos x="43" y="7"/>
                </a:cxn>
                <a:cxn ang="0">
                  <a:pos x="51" y="12"/>
                </a:cxn>
                <a:cxn ang="0">
                  <a:pos x="46" y="14"/>
                </a:cxn>
                <a:cxn ang="0">
                  <a:pos x="38" y="17"/>
                </a:cxn>
                <a:cxn ang="0">
                  <a:pos x="23" y="22"/>
                </a:cxn>
                <a:cxn ang="0">
                  <a:pos x="10" y="22"/>
                </a:cxn>
                <a:cxn ang="0">
                  <a:pos x="3" y="25"/>
                </a:cxn>
                <a:cxn ang="0">
                  <a:pos x="2" y="27"/>
                </a:cxn>
                <a:cxn ang="0">
                  <a:pos x="0" y="27"/>
                </a:cxn>
                <a:cxn ang="0">
                  <a:pos x="6" y="15"/>
                </a:cxn>
                <a:cxn ang="0">
                  <a:pos x="6" y="9"/>
                </a:cxn>
                <a:cxn ang="0">
                  <a:pos x="8" y="4"/>
                </a:cxn>
                <a:cxn ang="0">
                  <a:pos x="15" y="4"/>
                </a:cxn>
                <a:cxn ang="0">
                  <a:pos x="18" y="0"/>
                </a:cxn>
              </a:cxnLst>
              <a:rect l="0" t="0" r="r" b="b"/>
              <a:pathLst>
                <a:path w="51" h="27">
                  <a:moveTo>
                    <a:pt x="18" y="0"/>
                  </a:moveTo>
                  <a:lnTo>
                    <a:pt x="28" y="0"/>
                  </a:lnTo>
                  <a:lnTo>
                    <a:pt x="38" y="4"/>
                  </a:lnTo>
                  <a:lnTo>
                    <a:pt x="43" y="7"/>
                  </a:lnTo>
                  <a:lnTo>
                    <a:pt x="51" y="12"/>
                  </a:lnTo>
                  <a:lnTo>
                    <a:pt x="46" y="14"/>
                  </a:lnTo>
                  <a:lnTo>
                    <a:pt x="38" y="17"/>
                  </a:lnTo>
                  <a:lnTo>
                    <a:pt x="23" y="22"/>
                  </a:lnTo>
                  <a:lnTo>
                    <a:pt x="10" y="22"/>
                  </a:lnTo>
                  <a:lnTo>
                    <a:pt x="3" y="25"/>
                  </a:lnTo>
                  <a:lnTo>
                    <a:pt x="2" y="27"/>
                  </a:lnTo>
                  <a:lnTo>
                    <a:pt x="0" y="27"/>
                  </a:lnTo>
                  <a:lnTo>
                    <a:pt x="6" y="15"/>
                  </a:lnTo>
                  <a:lnTo>
                    <a:pt x="6" y="9"/>
                  </a:lnTo>
                  <a:lnTo>
                    <a:pt x="8" y="4"/>
                  </a:lnTo>
                  <a:lnTo>
                    <a:pt x="15" y="4"/>
                  </a:lnTo>
                  <a:lnTo>
                    <a:pt x="1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3" name="Freeform 112"/>
            <p:cNvSpPr/>
            <p:nvPr/>
          </p:nvSpPr>
          <p:spPr bwMode="auto">
            <a:xfrm>
              <a:off x="6718301" y="1235075"/>
              <a:ext cx="22225" cy="25400"/>
            </a:xfrm>
            <a:custGeom>
              <a:avLst/>
              <a:gdLst/>
              <a:ahLst/>
              <a:cxnLst>
                <a:cxn ang="0">
                  <a:pos x="10" y="0"/>
                </a:cxn>
                <a:cxn ang="0">
                  <a:pos x="14" y="3"/>
                </a:cxn>
                <a:cxn ang="0">
                  <a:pos x="10" y="16"/>
                </a:cxn>
                <a:cxn ang="0">
                  <a:pos x="4" y="16"/>
                </a:cxn>
                <a:cxn ang="0">
                  <a:pos x="0" y="13"/>
                </a:cxn>
                <a:cxn ang="0">
                  <a:pos x="0" y="6"/>
                </a:cxn>
                <a:cxn ang="0">
                  <a:pos x="10" y="0"/>
                </a:cxn>
              </a:cxnLst>
              <a:rect l="0" t="0" r="r" b="b"/>
              <a:pathLst>
                <a:path w="14" h="16">
                  <a:moveTo>
                    <a:pt x="10" y="0"/>
                  </a:moveTo>
                  <a:lnTo>
                    <a:pt x="14" y="3"/>
                  </a:lnTo>
                  <a:lnTo>
                    <a:pt x="10" y="16"/>
                  </a:lnTo>
                  <a:lnTo>
                    <a:pt x="4" y="16"/>
                  </a:lnTo>
                  <a:lnTo>
                    <a:pt x="0" y="13"/>
                  </a:lnTo>
                  <a:lnTo>
                    <a:pt x="0" y="6"/>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4" name="Freeform 113"/>
            <p:cNvSpPr/>
            <p:nvPr/>
          </p:nvSpPr>
          <p:spPr bwMode="auto">
            <a:xfrm>
              <a:off x="6797676" y="1114425"/>
              <a:ext cx="104775" cy="39688"/>
            </a:xfrm>
            <a:custGeom>
              <a:avLst/>
              <a:gdLst/>
              <a:ahLst/>
              <a:cxnLst>
                <a:cxn ang="0">
                  <a:pos x="44" y="0"/>
                </a:cxn>
                <a:cxn ang="0">
                  <a:pos x="49" y="2"/>
                </a:cxn>
                <a:cxn ang="0">
                  <a:pos x="62" y="2"/>
                </a:cxn>
                <a:cxn ang="0">
                  <a:pos x="66" y="8"/>
                </a:cxn>
                <a:cxn ang="0">
                  <a:pos x="56" y="12"/>
                </a:cxn>
                <a:cxn ang="0">
                  <a:pos x="53" y="20"/>
                </a:cxn>
                <a:cxn ang="0">
                  <a:pos x="48" y="23"/>
                </a:cxn>
                <a:cxn ang="0">
                  <a:pos x="39" y="25"/>
                </a:cxn>
                <a:cxn ang="0">
                  <a:pos x="11" y="25"/>
                </a:cxn>
                <a:cxn ang="0">
                  <a:pos x="5" y="23"/>
                </a:cxn>
                <a:cxn ang="0">
                  <a:pos x="0" y="12"/>
                </a:cxn>
                <a:cxn ang="0">
                  <a:pos x="1" y="7"/>
                </a:cxn>
                <a:cxn ang="0">
                  <a:pos x="11" y="13"/>
                </a:cxn>
                <a:cxn ang="0">
                  <a:pos x="15" y="12"/>
                </a:cxn>
                <a:cxn ang="0">
                  <a:pos x="11" y="7"/>
                </a:cxn>
                <a:cxn ang="0">
                  <a:pos x="31" y="3"/>
                </a:cxn>
                <a:cxn ang="0">
                  <a:pos x="33" y="7"/>
                </a:cxn>
                <a:cxn ang="0">
                  <a:pos x="38" y="7"/>
                </a:cxn>
                <a:cxn ang="0">
                  <a:pos x="44" y="0"/>
                </a:cxn>
              </a:cxnLst>
              <a:rect l="0" t="0" r="r" b="b"/>
              <a:pathLst>
                <a:path w="66" h="25">
                  <a:moveTo>
                    <a:pt x="44" y="0"/>
                  </a:moveTo>
                  <a:lnTo>
                    <a:pt x="49" y="2"/>
                  </a:lnTo>
                  <a:lnTo>
                    <a:pt x="62" y="2"/>
                  </a:lnTo>
                  <a:lnTo>
                    <a:pt x="66" y="8"/>
                  </a:lnTo>
                  <a:lnTo>
                    <a:pt x="56" y="12"/>
                  </a:lnTo>
                  <a:lnTo>
                    <a:pt x="53" y="20"/>
                  </a:lnTo>
                  <a:lnTo>
                    <a:pt x="48" y="23"/>
                  </a:lnTo>
                  <a:lnTo>
                    <a:pt x="39" y="25"/>
                  </a:lnTo>
                  <a:lnTo>
                    <a:pt x="11" y="25"/>
                  </a:lnTo>
                  <a:lnTo>
                    <a:pt x="5" y="23"/>
                  </a:lnTo>
                  <a:lnTo>
                    <a:pt x="0" y="12"/>
                  </a:lnTo>
                  <a:lnTo>
                    <a:pt x="1" y="7"/>
                  </a:lnTo>
                  <a:lnTo>
                    <a:pt x="11" y="13"/>
                  </a:lnTo>
                  <a:lnTo>
                    <a:pt x="15" y="12"/>
                  </a:lnTo>
                  <a:lnTo>
                    <a:pt x="11" y="7"/>
                  </a:lnTo>
                  <a:lnTo>
                    <a:pt x="31" y="3"/>
                  </a:lnTo>
                  <a:lnTo>
                    <a:pt x="33" y="7"/>
                  </a:lnTo>
                  <a:lnTo>
                    <a:pt x="38" y="7"/>
                  </a:lnTo>
                  <a:lnTo>
                    <a:pt x="4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5" name="Freeform 114"/>
            <p:cNvSpPr/>
            <p:nvPr/>
          </p:nvSpPr>
          <p:spPr bwMode="auto">
            <a:xfrm>
              <a:off x="6611938" y="1122363"/>
              <a:ext cx="165100" cy="120650"/>
            </a:xfrm>
            <a:custGeom>
              <a:avLst/>
              <a:gdLst/>
              <a:ahLst/>
              <a:cxnLst>
                <a:cxn ang="0">
                  <a:pos x="89" y="0"/>
                </a:cxn>
                <a:cxn ang="0">
                  <a:pos x="90" y="7"/>
                </a:cxn>
                <a:cxn ang="0">
                  <a:pos x="97" y="5"/>
                </a:cxn>
                <a:cxn ang="0">
                  <a:pos x="102" y="12"/>
                </a:cxn>
                <a:cxn ang="0">
                  <a:pos x="100" y="18"/>
                </a:cxn>
                <a:cxn ang="0">
                  <a:pos x="104" y="23"/>
                </a:cxn>
                <a:cxn ang="0">
                  <a:pos x="102" y="26"/>
                </a:cxn>
                <a:cxn ang="0">
                  <a:pos x="97" y="30"/>
                </a:cxn>
                <a:cxn ang="0">
                  <a:pos x="87" y="31"/>
                </a:cxn>
                <a:cxn ang="0">
                  <a:pos x="72" y="21"/>
                </a:cxn>
                <a:cxn ang="0">
                  <a:pos x="69" y="17"/>
                </a:cxn>
                <a:cxn ang="0">
                  <a:pos x="66" y="25"/>
                </a:cxn>
                <a:cxn ang="0">
                  <a:pos x="66" y="30"/>
                </a:cxn>
                <a:cxn ang="0">
                  <a:pos x="71" y="33"/>
                </a:cxn>
                <a:cxn ang="0">
                  <a:pos x="71" y="38"/>
                </a:cxn>
                <a:cxn ang="0">
                  <a:pos x="82" y="38"/>
                </a:cxn>
                <a:cxn ang="0">
                  <a:pos x="85" y="41"/>
                </a:cxn>
                <a:cxn ang="0">
                  <a:pos x="81" y="45"/>
                </a:cxn>
                <a:cxn ang="0">
                  <a:pos x="72" y="45"/>
                </a:cxn>
                <a:cxn ang="0">
                  <a:pos x="69" y="46"/>
                </a:cxn>
                <a:cxn ang="0">
                  <a:pos x="59" y="56"/>
                </a:cxn>
                <a:cxn ang="0">
                  <a:pos x="52" y="56"/>
                </a:cxn>
                <a:cxn ang="0">
                  <a:pos x="44" y="53"/>
                </a:cxn>
                <a:cxn ang="0">
                  <a:pos x="48" y="59"/>
                </a:cxn>
                <a:cxn ang="0">
                  <a:pos x="52" y="64"/>
                </a:cxn>
                <a:cxn ang="0">
                  <a:pos x="51" y="69"/>
                </a:cxn>
                <a:cxn ang="0">
                  <a:pos x="44" y="76"/>
                </a:cxn>
                <a:cxn ang="0">
                  <a:pos x="34" y="71"/>
                </a:cxn>
                <a:cxn ang="0">
                  <a:pos x="28" y="66"/>
                </a:cxn>
                <a:cxn ang="0">
                  <a:pos x="16" y="63"/>
                </a:cxn>
                <a:cxn ang="0">
                  <a:pos x="6" y="58"/>
                </a:cxn>
                <a:cxn ang="0">
                  <a:pos x="0" y="58"/>
                </a:cxn>
                <a:cxn ang="0">
                  <a:pos x="0" y="49"/>
                </a:cxn>
                <a:cxn ang="0">
                  <a:pos x="3" y="38"/>
                </a:cxn>
                <a:cxn ang="0">
                  <a:pos x="0" y="33"/>
                </a:cxn>
                <a:cxn ang="0">
                  <a:pos x="3" y="26"/>
                </a:cxn>
                <a:cxn ang="0">
                  <a:pos x="23" y="20"/>
                </a:cxn>
                <a:cxn ang="0">
                  <a:pos x="26" y="23"/>
                </a:cxn>
                <a:cxn ang="0">
                  <a:pos x="39" y="23"/>
                </a:cxn>
                <a:cxn ang="0">
                  <a:pos x="44" y="30"/>
                </a:cxn>
                <a:cxn ang="0">
                  <a:pos x="51" y="26"/>
                </a:cxn>
                <a:cxn ang="0">
                  <a:pos x="44" y="17"/>
                </a:cxn>
                <a:cxn ang="0">
                  <a:pos x="38" y="13"/>
                </a:cxn>
                <a:cxn ang="0">
                  <a:pos x="41" y="7"/>
                </a:cxn>
                <a:cxn ang="0">
                  <a:pos x="57" y="7"/>
                </a:cxn>
                <a:cxn ang="0">
                  <a:pos x="61" y="8"/>
                </a:cxn>
                <a:cxn ang="0">
                  <a:pos x="89" y="0"/>
                </a:cxn>
              </a:cxnLst>
              <a:rect l="0" t="0" r="r" b="b"/>
              <a:pathLst>
                <a:path w="104" h="76">
                  <a:moveTo>
                    <a:pt x="89" y="0"/>
                  </a:moveTo>
                  <a:lnTo>
                    <a:pt x="90" y="7"/>
                  </a:lnTo>
                  <a:lnTo>
                    <a:pt x="97" y="5"/>
                  </a:lnTo>
                  <a:lnTo>
                    <a:pt x="102" y="12"/>
                  </a:lnTo>
                  <a:lnTo>
                    <a:pt x="100" y="18"/>
                  </a:lnTo>
                  <a:lnTo>
                    <a:pt x="104" y="23"/>
                  </a:lnTo>
                  <a:lnTo>
                    <a:pt x="102" y="26"/>
                  </a:lnTo>
                  <a:lnTo>
                    <a:pt x="97" y="30"/>
                  </a:lnTo>
                  <a:lnTo>
                    <a:pt x="87" y="31"/>
                  </a:lnTo>
                  <a:lnTo>
                    <a:pt x="72" y="21"/>
                  </a:lnTo>
                  <a:lnTo>
                    <a:pt x="69" y="17"/>
                  </a:lnTo>
                  <a:lnTo>
                    <a:pt x="66" y="25"/>
                  </a:lnTo>
                  <a:lnTo>
                    <a:pt x="66" y="30"/>
                  </a:lnTo>
                  <a:lnTo>
                    <a:pt x="71" y="33"/>
                  </a:lnTo>
                  <a:lnTo>
                    <a:pt x="71" y="38"/>
                  </a:lnTo>
                  <a:lnTo>
                    <a:pt x="82" y="38"/>
                  </a:lnTo>
                  <a:lnTo>
                    <a:pt x="85" y="41"/>
                  </a:lnTo>
                  <a:lnTo>
                    <a:pt x="81" y="45"/>
                  </a:lnTo>
                  <a:lnTo>
                    <a:pt x="72" y="45"/>
                  </a:lnTo>
                  <a:lnTo>
                    <a:pt x="69" y="46"/>
                  </a:lnTo>
                  <a:lnTo>
                    <a:pt x="59" y="56"/>
                  </a:lnTo>
                  <a:lnTo>
                    <a:pt x="52" y="56"/>
                  </a:lnTo>
                  <a:lnTo>
                    <a:pt x="44" y="53"/>
                  </a:lnTo>
                  <a:lnTo>
                    <a:pt x="48" y="59"/>
                  </a:lnTo>
                  <a:lnTo>
                    <a:pt x="52" y="64"/>
                  </a:lnTo>
                  <a:lnTo>
                    <a:pt x="51" y="69"/>
                  </a:lnTo>
                  <a:lnTo>
                    <a:pt x="44" y="76"/>
                  </a:lnTo>
                  <a:lnTo>
                    <a:pt x="34" y="71"/>
                  </a:lnTo>
                  <a:lnTo>
                    <a:pt x="28" y="66"/>
                  </a:lnTo>
                  <a:lnTo>
                    <a:pt x="16" y="63"/>
                  </a:lnTo>
                  <a:lnTo>
                    <a:pt x="6" y="58"/>
                  </a:lnTo>
                  <a:lnTo>
                    <a:pt x="0" y="58"/>
                  </a:lnTo>
                  <a:lnTo>
                    <a:pt x="0" y="49"/>
                  </a:lnTo>
                  <a:lnTo>
                    <a:pt x="3" y="38"/>
                  </a:lnTo>
                  <a:lnTo>
                    <a:pt x="0" y="33"/>
                  </a:lnTo>
                  <a:lnTo>
                    <a:pt x="3" y="26"/>
                  </a:lnTo>
                  <a:lnTo>
                    <a:pt x="23" y="20"/>
                  </a:lnTo>
                  <a:lnTo>
                    <a:pt x="26" y="23"/>
                  </a:lnTo>
                  <a:lnTo>
                    <a:pt x="39" y="23"/>
                  </a:lnTo>
                  <a:lnTo>
                    <a:pt x="44" y="30"/>
                  </a:lnTo>
                  <a:lnTo>
                    <a:pt x="51" y="26"/>
                  </a:lnTo>
                  <a:lnTo>
                    <a:pt x="44" y="17"/>
                  </a:lnTo>
                  <a:lnTo>
                    <a:pt x="38" y="13"/>
                  </a:lnTo>
                  <a:lnTo>
                    <a:pt x="41" y="7"/>
                  </a:lnTo>
                  <a:lnTo>
                    <a:pt x="57" y="7"/>
                  </a:lnTo>
                  <a:lnTo>
                    <a:pt x="61" y="8"/>
                  </a:lnTo>
                  <a:lnTo>
                    <a:pt x="8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6" name="Freeform 115"/>
            <p:cNvSpPr/>
            <p:nvPr/>
          </p:nvSpPr>
          <p:spPr bwMode="auto">
            <a:xfrm>
              <a:off x="6591301" y="1195388"/>
              <a:ext cx="14288" cy="23813"/>
            </a:xfrm>
            <a:custGeom>
              <a:avLst/>
              <a:gdLst/>
              <a:ahLst/>
              <a:cxnLst>
                <a:cxn ang="0">
                  <a:pos x="0" y="0"/>
                </a:cxn>
                <a:cxn ang="0">
                  <a:pos x="1" y="2"/>
                </a:cxn>
                <a:cxn ang="0">
                  <a:pos x="3" y="2"/>
                </a:cxn>
                <a:cxn ang="0">
                  <a:pos x="8" y="7"/>
                </a:cxn>
                <a:cxn ang="0">
                  <a:pos x="9" y="15"/>
                </a:cxn>
                <a:cxn ang="0">
                  <a:pos x="3" y="12"/>
                </a:cxn>
                <a:cxn ang="0">
                  <a:pos x="3" y="8"/>
                </a:cxn>
                <a:cxn ang="0">
                  <a:pos x="0" y="2"/>
                </a:cxn>
                <a:cxn ang="0">
                  <a:pos x="0" y="0"/>
                </a:cxn>
              </a:cxnLst>
              <a:rect l="0" t="0" r="r" b="b"/>
              <a:pathLst>
                <a:path w="9" h="15">
                  <a:moveTo>
                    <a:pt x="0" y="0"/>
                  </a:moveTo>
                  <a:lnTo>
                    <a:pt x="1" y="2"/>
                  </a:lnTo>
                  <a:lnTo>
                    <a:pt x="3" y="2"/>
                  </a:lnTo>
                  <a:lnTo>
                    <a:pt x="8" y="7"/>
                  </a:lnTo>
                  <a:lnTo>
                    <a:pt x="9" y="15"/>
                  </a:lnTo>
                  <a:lnTo>
                    <a:pt x="3" y="12"/>
                  </a:lnTo>
                  <a:lnTo>
                    <a:pt x="3" y="8"/>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7" name="Freeform 116"/>
            <p:cNvSpPr/>
            <p:nvPr/>
          </p:nvSpPr>
          <p:spPr bwMode="auto">
            <a:xfrm>
              <a:off x="7358063" y="1223963"/>
              <a:ext cx="38100" cy="26988"/>
            </a:xfrm>
            <a:custGeom>
              <a:avLst/>
              <a:gdLst/>
              <a:ahLst/>
              <a:cxnLst>
                <a:cxn ang="0">
                  <a:pos x="6" y="0"/>
                </a:cxn>
                <a:cxn ang="0">
                  <a:pos x="16" y="2"/>
                </a:cxn>
                <a:cxn ang="0">
                  <a:pos x="24" y="7"/>
                </a:cxn>
                <a:cxn ang="0">
                  <a:pos x="24" y="13"/>
                </a:cxn>
                <a:cxn ang="0">
                  <a:pos x="18" y="13"/>
                </a:cxn>
                <a:cxn ang="0">
                  <a:pos x="15" y="17"/>
                </a:cxn>
                <a:cxn ang="0">
                  <a:pos x="6" y="17"/>
                </a:cxn>
                <a:cxn ang="0">
                  <a:pos x="1" y="13"/>
                </a:cxn>
                <a:cxn ang="0">
                  <a:pos x="1" y="9"/>
                </a:cxn>
                <a:cxn ang="0">
                  <a:pos x="0" y="2"/>
                </a:cxn>
                <a:cxn ang="0">
                  <a:pos x="6" y="0"/>
                </a:cxn>
              </a:cxnLst>
              <a:rect l="0" t="0" r="r" b="b"/>
              <a:pathLst>
                <a:path w="24" h="17">
                  <a:moveTo>
                    <a:pt x="6" y="0"/>
                  </a:moveTo>
                  <a:lnTo>
                    <a:pt x="16" y="2"/>
                  </a:lnTo>
                  <a:lnTo>
                    <a:pt x="24" y="7"/>
                  </a:lnTo>
                  <a:lnTo>
                    <a:pt x="24" y="13"/>
                  </a:lnTo>
                  <a:lnTo>
                    <a:pt x="18" y="13"/>
                  </a:lnTo>
                  <a:lnTo>
                    <a:pt x="15" y="17"/>
                  </a:lnTo>
                  <a:lnTo>
                    <a:pt x="6" y="17"/>
                  </a:lnTo>
                  <a:lnTo>
                    <a:pt x="1" y="13"/>
                  </a:lnTo>
                  <a:lnTo>
                    <a:pt x="1" y="9"/>
                  </a:lnTo>
                  <a:lnTo>
                    <a:pt x="0" y="2"/>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8" name="Freeform 117"/>
            <p:cNvSpPr/>
            <p:nvPr/>
          </p:nvSpPr>
          <p:spPr bwMode="auto">
            <a:xfrm>
              <a:off x="7535863" y="1074738"/>
              <a:ext cx="76200" cy="50800"/>
            </a:xfrm>
            <a:custGeom>
              <a:avLst/>
              <a:gdLst/>
              <a:ahLst/>
              <a:cxnLst>
                <a:cxn ang="0">
                  <a:pos x="30" y="0"/>
                </a:cxn>
                <a:cxn ang="0">
                  <a:pos x="36" y="0"/>
                </a:cxn>
                <a:cxn ang="0">
                  <a:pos x="43" y="4"/>
                </a:cxn>
                <a:cxn ang="0">
                  <a:pos x="48" y="12"/>
                </a:cxn>
                <a:cxn ang="0">
                  <a:pos x="34" y="17"/>
                </a:cxn>
                <a:cxn ang="0">
                  <a:pos x="28" y="25"/>
                </a:cxn>
                <a:cxn ang="0">
                  <a:pos x="11" y="25"/>
                </a:cxn>
                <a:cxn ang="0">
                  <a:pos x="2" y="32"/>
                </a:cxn>
                <a:cxn ang="0">
                  <a:pos x="0" y="22"/>
                </a:cxn>
                <a:cxn ang="0">
                  <a:pos x="0" y="14"/>
                </a:cxn>
                <a:cxn ang="0">
                  <a:pos x="5" y="7"/>
                </a:cxn>
                <a:cxn ang="0">
                  <a:pos x="10" y="4"/>
                </a:cxn>
                <a:cxn ang="0">
                  <a:pos x="25" y="4"/>
                </a:cxn>
                <a:cxn ang="0">
                  <a:pos x="30" y="0"/>
                </a:cxn>
              </a:cxnLst>
              <a:rect l="0" t="0" r="r" b="b"/>
              <a:pathLst>
                <a:path w="48" h="32">
                  <a:moveTo>
                    <a:pt x="30" y="0"/>
                  </a:moveTo>
                  <a:lnTo>
                    <a:pt x="36" y="0"/>
                  </a:lnTo>
                  <a:lnTo>
                    <a:pt x="43" y="4"/>
                  </a:lnTo>
                  <a:lnTo>
                    <a:pt x="48" y="12"/>
                  </a:lnTo>
                  <a:lnTo>
                    <a:pt x="34" y="17"/>
                  </a:lnTo>
                  <a:lnTo>
                    <a:pt x="28" y="25"/>
                  </a:lnTo>
                  <a:lnTo>
                    <a:pt x="11" y="25"/>
                  </a:lnTo>
                  <a:lnTo>
                    <a:pt x="2" y="32"/>
                  </a:lnTo>
                  <a:lnTo>
                    <a:pt x="0" y="22"/>
                  </a:lnTo>
                  <a:lnTo>
                    <a:pt x="0" y="14"/>
                  </a:lnTo>
                  <a:lnTo>
                    <a:pt x="5" y="7"/>
                  </a:lnTo>
                  <a:lnTo>
                    <a:pt x="10" y="4"/>
                  </a:lnTo>
                  <a:lnTo>
                    <a:pt x="25" y="4"/>
                  </a:lnTo>
                  <a:lnTo>
                    <a:pt x="3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9" name="Freeform 118"/>
            <p:cNvSpPr/>
            <p:nvPr/>
          </p:nvSpPr>
          <p:spPr bwMode="auto">
            <a:xfrm>
              <a:off x="7613651" y="1789113"/>
              <a:ext cx="14288" cy="34925"/>
            </a:xfrm>
            <a:custGeom>
              <a:avLst/>
              <a:gdLst/>
              <a:ahLst/>
              <a:cxnLst>
                <a:cxn ang="0">
                  <a:pos x="0" y="0"/>
                </a:cxn>
                <a:cxn ang="0">
                  <a:pos x="7" y="0"/>
                </a:cxn>
                <a:cxn ang="0">
                  <a:pos x="9" y="5"/>
                </a:cxn>
                <a:cxn ang="0">
                  <a:pos x="9" y="12"/>
                </a:cxn>
                <a:cxn ang="0">
                  <a:pos x="4" y="22"/>
                </a:cxn>
                <a:cxn ang="0">
                  <a:pos x="0" y="12"/>
                </a:cxn>
                <a:cxn ang="0">
                  <a:pos x="0" y="0"/>
                </a:cxn>
              </a:cxnLst>
              <a:rect l="0" t="0" r="r" b="b"/>
              <a:pathLst>
                <a:path w="9" h="22">
                  <a:moveTo>
                    <a:pt x="0" y="0"/>
                  </a:moveTo>
                  <a:lnTo>
                    <a:pt x="7" y="0"/>
                  </a:lnTo>
                  <a:lnTo>
                    <a:pt x="9" y="5"/>
                  </a:lnTo>
                  <a:lnTo>
                    <a:pt x="9" y="12"/>
                  </a:lnTo>
                  <a:lnTo>
                    <a:pt x="4" y="22"/>
                  </a:lnTo>
                  <a:lnTo>
                    <a:pt x="0" y="1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0" name="Freeform 119"/>
            <p:cNvSpPr/>
            <p:nvPr/>
          </p:nvSpPr>
          <p:spPr bwMode="auto">
            <a:xfrm>
              <a:off x="7734301" y="1951038"/>
              <a:ext cx="28575" cy="31750"/>
            </a:xfrm>
            <a:custGeom>
              <a:avLst/>
              <a:gdLst/>
              <a:ahLst/>
              <a:cxnLst>
                <a:cxn ang="0">
                  <a:pos x="0" y="0"/>
                </a:cxn>
                <a:cxn ang="0">
                  <a:pos x="7" y="2"/>
                </a:cxn>
                <a:cxn ang="0">
                  <a:pos x="18" y="15"/>
                </a:cxn>
                <a:cxn ang="0">
                  <a:pos x="18" y="20"/>
                </a:cxn>
                <a:cxn ang="0">
                  <a:pos x="0" y="10"/>
                </a:cxn>
                <a:cxn ang="0">
                  <a:pos x="0" y="0"/>
                </a:cxn>
              </a:cxnLst>
              <a:rect l="0" t="0" r="r" b="b"/>
              <a:pathLst>
                <a:path w="18" h="20">
                  <a:moveTo>
                    <a:pt x="0" y="0"/>
                  </a:moveTo>
                  <a:lnTo>
                    <a:pt x="7" y="2"/>
                  </a:lnTo>
                  <a:lnTo>
                    <a:pt x="18" y="15"/>
                  </a:lnTo>
                  <a:lnTo>
                    <a:pt x="18" y="20"/>
                  </a:lnTo>
                  <a:lnTo>
                    <a:pt x="0" y="10"/>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1" name="Freeform 120"/>
            <p:cNvSpPr/>
            <p:nvPr/>
          </p:nvSpPr>
          <p:spPr bwMode="auto">
            <a:xfrm>
              <a:off x="7778751" y="1966913"/>
              <a:ext cx="28575" cy="12700"/>
            </a:xfrm>
            <a:custGeom>
              <a:avLst/>
              <a:gdLst/>
              <a:ahLst/>
              <a:cxnLst>
                <a:cxn ang="0">
                  <a:pos x="0" y="0"/>
                </a:cxn>
                <a:cxn ang="0">
                  <a:pos x="15" y="2"/>
                </a:cxn>
                <a:cxn ang="0">
                  <a:pos x="18" y="8"/>
                </a:cxn>
                <a:cxn ang="0">
                  <a:pos x="0" y="5"/>
                </a:cxn>
                <a:cxn ang="0">
                  <a:pos x="0" y="0"/>
                </a:cxn>
              </a:cxnLst>
              <a:rect l="0" t="0" r="r" b="b"/>
              <a:pathLst>
                <a:path w="18" h="8">
                  <a:moveTo>
                    <a:pt x="0" y="0"/>
                  </a:moveTo>
                  <a:lnTo>
                    <a:pt x="15" y="2"/>
                  </a:lnTo>
                  <a:lnTo>
                    <a:pt x="18" y="8"/>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2" name="Freeform 121"/>
            <p:cNvSpPr/>
            <p:nvPr/>
          </p:nvSpPr>
          <p:spPr bwMode="auto">
            <a:xfrm>
              <a:off x="7620001" y="2212975"/>
              <a:ext cx="15875" cy="28575"/>
            </a:xfrm>
            <a:custGeom>
              <a:avLst/>
              <a:gdLst/>
              <a:ahLst/>
              <a:cxnLst>
                <a:cxn ang="0">
                  <a:pos x="6" y="0"/>
                </a:cxn>
                <a:cxn ang="0">
                  <a:pos x="10" y="2"/>
                </a:cxn>
                <a:cxn ang="0">
                  <a:pos x="3" y="18"/>
                </a:cxn>
                <a:cxn ang="0">
                  <a:pos x="0" y="15"/>
                </a:cxn>
                <a:cxn ang="0">
                  <a:pos x="6" y="0"/>
                </a:cxn>
              </a:cxnLst>
              <a:rect l="0" t="0" r="r" b="b"/>
              <a:pathLst>
                <a:path w="10" h="18">
                  <a:moveTo>
                    <a:pt x="6" y="0"/>
                  </a:moveTo>
                  <a:lnTo>
                    <a:pt x="10" y="2"/>
                  </a:lnTo>
                  <a:lnTo>
                    <a:pt x="3" y="18"/>
                  </a:lnTo>
                  <a:lnTo>
                    <a:pt x="0" y="15"/>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3" name="Freeform 122"/>
            <p:cNvSpPr/>
            <p:nvPr/>
          </p:nvSpPr>
          <p:spPr bwMode="auto">
            <a:xfrm>
              <a:off x="7613651" y="2246313"/>
              <a:ext cx="6350" cy="26988"/>
            </a:xfrm>
            <a:custGeom>
              <a:avLst/>
              <a:gdLst/>
              <a:ahLst/>
              <a:cxnLst>
                <a:cxn ang="0">
                  <a:pos x="0" y="0"/>
                </a:cxn>
                <a:cxn ang="0">
                  <a:pos x="4" y="4"/>
                </a:cxn>
                <a:cxn ang="0">
                  <a:pos x="4" y="17"/>
                </a:cxn>
                <a:cxn ang="0">
                  <a:pos x="0" y="15"/>
                </a:cxn>
                <a:cxn ang="0">
                  <a:pos x="0" y="0"/>
                </a:cxn>
              </a:cxnLst>
              <a:rect l="0" t="0" r="r" b="b"/>
              <a:pathLst>
                <a:path w="4" h="17">
                  <a:moveTo>
                    <a:pt x="0" y="0"/>
                  </a:moveTo>
                  <a:lnTo>
                    <a:pt x="4" y="4"/>
                  </a:lnTo>
                  <a:lnTo>
                    <a:pt x="4" y="17"/>
                  </a:lnTo>
                  <a:lnTo>
                    <a:pt x="0" y="1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4" name="Freeform 123"/>
            <p:cNvSpPr/>
            <p:nvPr/>
          </p:nvSpPr>
          <p:spPr bwMode="auto">
            <a:xfrm>
              <a:off x="7629526" y="2192338"/>
              <a:ext cx="12700" cy="12700"/>
            </a:xfrm>
            <a:custGeom>
              <a:avLst/>
              <a:gdLst/>
              <a:ahLst/>
              <a:cxnLst>
                <a:cxn ang="0">
                  <a:pos x="4" y="0"/>
                </a:cxn>
                <a:cxn ang="0">
                  <a:pos x="8" y="5"/>
                </a:cxn>
                <a:cxn ang="0">
                  <a:pos x="5" y="8"/>
                </a:cxn>
                <a:cxn ang="0">
                  <a:pos x="0" y="3"/>
                </a:cxn>
                <a:cxn ang="0">
                  <a:pos x="4" y="0"/>
                </a:cxn>
              </a:cxnLst>
              <a:rect l="0" t="0" r="r" b="b"/>
              <a:pathLst>
                <a:path w="8" h="8">
                  <a:moveTo>
                    <a:pt x="4" y="0"/>
                  </a:moveTo>
                  <a:lnTo>
                    <a:pt x="8" y="5"/>
                  </a:lnTo>
                  <a:lnTo>
                    <a:pt x="5" y="8"/>
                  </a:lnTo>
                  <a:lnTo>
                    <a:pt x="0" y="3"/>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5" name="Freeform 124"/>
            <p:cNvSpPr/>
            <p:nvPr/>
          </p:nvSpPr>
          <p:spPr bwMode="auto">
            <a:xfrm>
              <a:off x="7254876" y="2124075"/>
              <a:ext cx="185738" cy="347663"/>
            </a:xfrm>
            <a:custGeom>
              <a:avLst/>
              <a:gdLst/>
              <a:ahLst/>
              <a:cxnLst>
                <a:cxn ang="0">
                  <a:pos x="12" y="0"/>
                </a:cxn>
                <a:cxn ang="0">
                  <a:pos x="14" y="13"/>
                </a:cxn>
                <a:cxn ang="0">
                  <a:pos x="23" y="18"/>
                </a:cxn>
                <a:cxn ang="0">
                  <a:pos x="32" y="31"/>
                </a:cxn>
                <a:cxn ang="0">
                  <a:pos x="33" y="35"/>
                </a:cxn>
                <a:cxn ang="0">
                  <a:pos x="37" y="58"/>
                </a:cxn>
                <a:cxn ang="0">
                  <a:pos x="45" y="64"/>
                </a:cxn>
                <a:cxn ang="0">
                  <a:pos x="53" y="71"/>
                </a:cxn>
                <a:cxn ang="0">
                  <a:pos x="63" y="89"/>
                </a:cxn>
                <a:cxn ang="0">
                  <a:pos x="75" y="105"/>
                </a:cxn>
                <a:cxn ang="0">
                  <a:pos x="85" y="120"/>
                </a:cxn>
                <a:cxn ang="0">
                  <a:pos x="98" y="133"/>
                </a:cxn>
                <a:cxn ang="0">
                  <a:pos x="96" y="138"/>
                </a:cxn>
                <a:cxn ang="0">
                  <a:pos x="83" y="127"/>
                </a:cxn>
                <a:cxn ang="0">
                  <a:pos x="73" y="125"/>
                </a:cxn>
                <a:cxn ang="0">
                  <a:pos x="75" y="140"/>
                </a:cxn>
                <a:cxn ang="0">
                  <a:pos x="83" y="166"/>
                </a:cxn>
                <a:cxn ang="0">
                  <a:pos x="99" y="186"/>
                </a:cxn>
                <a:cxn ang="0">
                  <a:pos x="117" y="206"/>
                </a:cxn>
                <a:cxn ang="0">
                  <a:pos x="114" y="208"/>
                </a:cxn>
                <a:cxn ang="0">
                  <a:pos x="101" y="199"/>
                </a:cxn>
                <a:cxn ang="0">
                  <a:pos x="101" y="206"/>
                </a:cxn>
                <a:cxn ang="0">
                  <a:pos x="98" y="219"/>
                </a:cxn>
                <a:cxn ang="0">
                  <a:pos x="83" y="194"/>
                </a:cxn>
                <a:cxn ang="0">
                  <a:pos x="78" y="181"/>
                </a:cxn>
                <a:cxn ang="0">
                  <a:pos x="76" y="166"/>
                </a:cxn>
                <a:cxn ang="0">
                  <a:pos x="63" y="153"/>
                </a:cxn>
                <a:cxn ang="0">
                  <a:pos x="58" y="138"/>
                </a:cxn>
                <a:cxn ang="0">
                  <a:pos x="47" y="119"/>
                </a:cxn>
                <a:cxn ang="0">
                  <a:pos x="47" y="97"/>
                </a:cxn>
                <a:cxn ang="0">
                  <a:pos x="25" y="71"/>
                </a:cxn>
                <a:cxn ang="0">
                  <a:pos x="14" y="54"/>
                </a:cxn>
                <a:cxn ang="0">
                  <a:pos x="19" y="40"/>
                </a:cxn>
                <a:cxn ang="0">
                  <a:pos x="7" y="38"/>
                </a:cxn>
                <a:cxn ang="0">
                  <a:pos x="10" y="26"/>
                </a:cxn>
                <a:cxn ang="0">
                  <a:pos x="4" y="8"/>
                </a:cxn>
              </a:cxnLst>
              <a:rect l="0" t="0" r="r" b="b"/>
              <a:pathLst>
                <a:path w="117" h="219">
                  <a:moveTo>
                    <a:pt x="7" y="0"/>
                  </a:moveTo>
                  <a:lnTo>
                    <a:pt x="12" y="0"/>
                  </a:lnTo>
                  <a:lnTo>
                    <a:pt x="14" y="7"/>
                  </a:lnTo>
                  <a:lnTo>
                    <a:pt x="14" y="13"/>
                  </a:lnTo>
                  <a:lnTo>
                    <a:pt x="17" y="17"/>
                  </a:lnTo>
                  <a:lnTo>
                    <a:pt x="23" y="18"/>
                  </a:lnTo>
                  <a:lnTo>
                    <a:pt x="35" y="30"/>
                  </a:lnTo>
                  <a:lnTo>
                    <a:pt x="32" y="31"/>
                  </a:lnTo>
                  <a:lnTo>
                    <a:pt x="27" y="33"/>
                  </a:lnTo>
                  <a:lnTo>
                    <a:pt x="33" y="35"/>
                  </a:lnTo>
                  <a:lnTo>
                    <a:pt x="33" y="54"/>
                  </a:lnTo>
                  <a:lnTo>
                    <a:pt x="37" y="58"/>
                  </a:lnTo>
                  <a:lnTo>
                    <a:pt x="43" y="58"/>
                  </a:lnTo>
                  <a:lnTo>
                    <a:pt x="45" y="64"/>
                  </a:lnTo>
                  <a:lnTo>
                    <a:pt x="50" y="69"/>
                  </a:lnTo>
                  <a:lnTo>
                    <a:pt x="53" y="71"/>
                  </a:lnTo>
                  <a:lnTo>
                    <a:pt x="56" y="81"/>
                  </a:lnTo>
                  <a:lnTo>
                    <a:pt x="63" y="89"/>
                  </a:lnTo>
                  <a:lnTo>
                    <a:pt x="71" y="97"/>
                  </a:lnTo>
                  <a:lnTo>
                    <a:pt x="75" y="105"/>
                  </a:lnTo>
                  <a:lnTo>
                    <a:pt x="75" y="115"/>
                  </a:lnTo>
                  <a:lnTo>
                    <a:pt x="85" y="120"/>
                  </a:lnTo>
                  <a:lnTo>
                    <a:pt x="94" y="127"/>
                  </a:lnTo>
                  <a:lnTo>
                    <a:pt x="98" y="133"/>
                  </a:lnTo>
                  <a:lnTo>
                    <a:pt x="104" y="142"/>
                  </a:lnTo>
                  <a:lnTo>
                    <a:pt x="96" y="138"/>
                  </a:lnTo>
                  <a:lnTo>
                    <a:pt x="89" y="132"/>
                  </a:lnTo>
                  <a:lnTo>
                    <a:pt x="83" y="127"/>
                  </a:lnTo>
                  <a:lnTo>
                    <a:pt x="76" y="124"/>
                  </a:lnTo>
                  <a:lnTo>
                    <a:pt x="73" y="125"/>
                  </a:lnTo>
                  <a:lnTo>
                    <a:pt x="73" y="133"/>
                  </a:lnTo>
                  <a:lnTo>
                    <a:pt x="75" y="140"/>
                  </a:lnTo>
                  <a:lnTo>
                    <a:pt x="76" y="155"/>
                  </a:lnTo>
                  <a:lnTo>
                    <a:pt x="83" y="166"/>
                  </a:lnTo>
                  <a:lnTo>
                    <a:pt x="89" y="176"/>
                  </a:lnTo>
                  <a:lnTo>
                    <a:pt x="99" y="186"/>
                  </a:lnTo>
                  <a:lnTo>
                    <a:pt x="111" y="196"/>
                  </a:lnTo>
                  <a:lnTo>
                    <a:pt x="117" y="206"/>
                  </a:lnTo>
                  <a:lnTo>
                    <a:pt x="117" y="213"/>
                  </a:lnTo>
                  <a:lnTo>
                    <a:pt x="114" y="208"/>
                  </a:lnTo>
                  <a:lnTo>
                    <a:pt x="108" y="203"/>
                  </a:lnTo>
                  <a:lnTo>
                    <a:pt x="101" y="199"/>
                  </a:lnTo>
                  <a:lnTo>
                    <a:pt x="98" y="201"/>
                  </a:lnTo>
                  <a:lnTo>
                    <a:pt x="101" y="206"/>
                  </a:lnTo>
                  <a:lnTo>
                    <a:pt x="99" y="216"/>
                  </a:lnTo>
                  <a:lnTo>
                    <a:pt x="98" y="219"/>
                  </a:lnTo>
                  <a:lnTo>
                    <a:pt x="91" y="206"/>
                  </a:lnTo>
                  <a:lnTo>
                    <a:pt x="83" y="194"/>
                  </a:lnTo>
                  <a:lnTo>
                    <a:pt x="85" y="188"/>
                  </a:lnTo>
                  <a:lnTo>
                    <a:pt x="78" y="181"/>
                  </a:lnTo>
                  <a:lnTo>
                    <a:pt x="78" y="171"/>
                  </a:lnTo>
                  <a:lnTo>
                    <a:pt x="76" y="166"/>
                  </a:lnTo>
                  <a:lnTo>
                    <a:pt x="70" y="161"/>
                  </a:lnTo>
                  <a:lnTo>
                    <a:pt x="63" y="153"/>
                  </a:lnTo>
                  <a:lnTo>
                    <a:pt x="63" y="145"/>
                  </a:lnTo>
                  <a:lnTo>
                    <a:pt x="58" y="138"/>
                  </a:lnTo>
                  <a:lnTo>
                    <a:pt x="55" y="127"/>
                  </a:lnTo>
                  <a:lnTo>
                    <a:pt x="47" y="119"/>
                  </a:lnTo>
                  <a:lnTo>
                    <a:pt x="43" y="109"/>
                  </a:lnTo>
                  <a:lnTo>
                    <a:pt x="47" y="97"/>
                  </a:lnTo>
                  <a:lnTo>
                    <a:pt x="43" y="89"/>
                  </a:lnTo>
                  <a:lnTo>
                    <a:pt x="25" y="71"/>
                  </a:lnTo>
                  <a:lnTo>
                    <a:pt x="20" y="61"/>
                  </a:lnTo>
                  <a:lnTo>
                    <a:pt x="14" y="54"/>
                  </a:lnTo>
                  <a:lnTo>
                    <a:pt x="14" y="43"/>
                  </a:lnTo>
                  <a:lnTo>
                    <a:pt x="19" y="40"/>
                  </a:lnTo>
                  <a:lnTo>
                    <a:pt x="14" y="36"/>
                  </a:lnTo>
                  <a:lnTo>
                    <a:pt x="7" y="38"/>
                  </a:lnTo>
                  <a:lnTo>
                    <a:pt x="5" y="31"/>
                  </a:lnTo>
                  <a:lnTo>
                    <a:pt x="10" y="26"/>
                  </a:lnTo>
                  <a:lnTo>
                    <a:pt x="0" y="10"/>
                  </a:lnTo>
                  <a:lnTo>
                    <a:pt x="4" y="8"/>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6" name="Freeform 125"/>
            <p:cNvSpPr/>
            <p:nvPr/>
          </p:nvSpPr>
          <p:spPr bwMode="auto">
            <a:xfrm>
              <a:off x="4383088" y="1501775"/>
              <a:ext cx="193675" cy="141288"/>
            </a:xfrm>
            <a:custGeom>
              <a:avLst/>
              <a:gdLst/>
              <a:ahLst/>
              <a:cxnLst>
                <a:cxn ang="0">
                  <a:pos x="55" y="2"/>
                </a:cxn>
                <a:cxn ang="0">
                  <a:pos x="70" y="13"/>
                </a:cxn>
                <a:cxn ang="0">
                  <a:pos x="89" y="15"/>
                </a:cxn>
                <a:cxn ang="0">
                  <a:pos x="104" y="20"/>
                </a:cxn>
                <a:cxn ang="0">
                  <a:pos x="103" y="26"/>
                </a:cxn>
                <a:cxn ang="0">
                  <a:pos x="122" y="31"/>
                </a:cxn>
                <a:cxn ang="0">
                  <a:pos x="109" y="39"/>
                </a:cxn>
                <a:cxn ang="0">
                  <a:pos x="99" y="44"/>
                </a:cxn>
                <a:cxn ang="0">
                  <a:pos x="80" y="53"/>
                </a:cxn>
                <a:cxn ang="0">
                  <a:pos x="70" y="64"/>
                </a:cxn>
                <a:cxn ang="0">
                  <a:pos x="52" y="81"/>
                </a:cxn>
                <a:cxn ang="0">
                  <a:pos x="43" y="76"/>
                </a:cxn>
                <a:cxn ang="0">
                  <a:pos x="52" y="64"/>
                </a:cxn>
                <a:cxn ang="0">
                  <a:pos x="48" y="59"/>
                </a:cxn>
                <a:cxn ang="0">
                  <a:pos x="37" y="61"/>
                </a:cxn>
                <a:cxn ang="0">
                  <a:pos x="42" y="51"/>
                </a:cxn>
                <a:cxn ang="0">
                  <a:pos x="48" y="51"/>
                </a:cxn>
                <a:cxn ang="0">
                  <a:pos x="53" y="41"/>
                </a:cxn>
                <a:cxn ang="0">
                  <a:pos x="63" y="36"/>
                </a:cxn>
                <a:cxn ang="0">
                  <a:pos x="58" y="31"/>
                </a:cxn>
                <a:cxn ang="0">
                  <a:pos x="50" y="26"/>
                </a:cxn>
                <a:cxn ang="0">
                  <a:pos x="42" y="36"/>
                </a:cxn>
                <a:cxn ang="0">
                  <a:pos x="40" y="43"/>
                </a:cxn>
                <a:cxn ang="0">
                  <a:pos x="35" y="53"/>
                </a:cxn>
                <a:cxn ang="0">
                  <a:pos x="25" y="49"/>
                </a:cxn>
                <a:cxn ang="0">
                  <a:pos x="10" y="35"/>
                </a:cxn>
                <a:cxn ang="0">
                  <a:pos x="0" y="28"/>
                </a:cxn>
                <a:cxn ang="0">
                  <a:pos x="4" y="16"/>
                </a:cxn>
                <a:cxn ang="0">
                  <a:pos x="9" y="7"/>
                </a:cxn>
                <a:cxn ang="0">
                  <a:pos x="22" y="2"/>
                </a:cxn>
                <a:cxn ang="0">
                  <a:pos x="40" y="8"/>
                </a:cxn>
                <a:cxn ang="0">
                  <a:pos x="43" y="16"/>
                </a:cxn>
                <a:cxn ang="0">
                  <a:pos x="47" y="11"/>
                </a:cxn>
                <a:cxn ang="0">
                  <a:pos x="47" y="5"/>
                </a:cxn>
              </a:cxnLst>
              <a:rect l="0" t="0" r="r" b="b"/>
              <a:pathLst>
                <a:path w="122" h="89">
                  <a:moveTo>
                    <a:pt x="50" y="0"/>
                  </a:moveTo>
                  <a:lnTo>
                    <a:pt x="55" y="2"/>
                  </a:lnTo>
                  <a:lnTo>
                    <a:pt x="70" y="5"/>
                  </a:lnTo>
                  <a:lnTo>
                    <a:pt x="70" y="13"/>
                  </a:lnTo>
                  <a:lnTo>
                    <a:pt x="84" y="11"/>
                  </a:lnTo>
                  <a:lnTo>
                    <a:pt x="89" y="15"/>
                  </a:lnTo>
                  <a:lnTo>
                    <a:pt x="99" y="16"/>
                  </a:lnTo>
                  <a:lnTo>
                    <a:pt x="104" y="20"/>
                  </a:lnTo>
                  <a:lnTo>
                    <a:pt x="96" y="28"/>
                  </a:lnTo>
                  <a:lnTo>
                    <a:pt x="103" y="26"/>
                  </a:lnTo>
                  <a:lnTo>
                    <a:pt x="114" y="30"/>
                  </a:lnTo>
                  <a:lnTo>
                    <a:pt x="122" y="31"/>
                  </a:lnTo>
                  <a:lnTo>
                    <a:pt x="117" y="38"/>
                  </a:lnTo>
                  <a:lnTo>
                    <a:pt x="109" y="39"/>
                  </a:lnTo>
                  <a:lnTo>
                    <a:pt x="108" y="43"/>
                  </a:lnTo>
                  <a:lnTo>
                    <a:pt x="99" y="44"/>
                  </a:lnTo>
                  <a:lnTo>
                    <a:pt x="93" y="48"/>
                  </a:lnTo>
                  <a:lnTo>
                    <a:pt x="80" y="53"/>
                  </a:lnTo>
                  <a:lnTo>
                    <a:pt x="76" y="63"/>
                  </a:lnTo>
                  <a:lnTo>
                    <a:pt x="70" y="64"/>
                  </a:lnTo>
                  <a:lnTo>
                    <a:pt x="56" y="89"/>
                  </a:lnTo>
                  <a:lnTo>
                    <a:pt x="52" y="81"/>
                  </a:lnTo>
                  <a:lnTo>
                    <a:pt x="47" y="79"/>
                  </a:lnTo>
                  <a:lnTo>
                    <a:pt x="43" y="76"/>
                  </a:lnTo>
                  <a:lnTo>
                    <a:pt x="45" y="69"/>
                  </a:lnTo>
                  <a:lnTo>
                    <a:pt x="52" y="64"/>
                  </a:lnTo>
                  <a:lnTo>
                    <a:pt x="56" y="53"/>
                  </a:lnTo>
                  <a:lnTo>
                    <a:pt x="48" y="59"/>
                  </a:lnTo>
                  <a:lnTo>
                    <a:pt x="42" y="66"/>
                  </a:lnTo>
                  <a:lnTo>
                    <a:pt x="37" y="61"/>
                  </a:lnTo>
                  <a:lnTo>
                    <a:pt x="40" y="56"/>
                  </a:lnTo>
                  <a:lnTo>
                    <a:pt x="42" y="51"/>
                  </a:lnTo>
                  <a:lnTo>
                    <a:pt x="48" y="56"/>
                  </a:lnTo>
                  <a:lnTo>
                    <a:pt x="48" y="51"/>
                  </a:lnTo>
                  <a:lnTo>
                    <a:pt x="47" y="46"/>
                  </a:lnTo>
                  <a:lnTo>
                    <a:pt x="53" y="41"/>
                  </a:lnTo>
                  <a:lnTo>
                    <a:pt x="58" y="39"/>
                  </a:lnTo>
                  <a:lnTo>
                    <a:pt x="63" y="36"/>
                  </a:lnTo>
                  <a:lnTo>
                    <a:pt x="56" y="35"/>
                  </a:lnTo>
                  <a:lnTo>
                    <a:pt x="58" y="31"/>
                  </a:lnTo>
                  <a:lnTo>
                    <a:pt x="50" y="31"/>
                  </a:lnTo>
                  <a:lnTo>
                    <a:pt x="50" y="26"/>
                  </a:lnTo>
                  <a:lnTo>
                    <a:pt x="47" y="31"/>
                  </a:lnTo>
                  <a:lnTo>
                    <a:pt x="42" y="36"/>
                  </a:lnTo>
                  <a:lnTo>
                    <a:pt x="47" y="41"/>
                  </a:lnTo>
                  <a:lnTo>
                    <a:pt x="40" y="43"/>
                  </a:lnTo>
                  <a:lnTo>
                    <a:pt x="35" y="43"/>
                  </a:lnTo>
                  <a:lnTo>
                    <a:pt x="35" y="53"/>
                  </a:lnTo>
                  <a:lnTo>
                    <a:pt x="30" y="53"/>
                  </a:lnTo>
                  <a:lnTo>
                    <a:pt x="25" y="49"/>
                  </a:lnTo>
                  <a:lnTo>
                    <a:pt x="20" y="41"/>
                  </a:lnTo>
                  <a:lnTo>
                    <a:pt x="10" y="35"/>
                  </a:lnTo>
                  <a:lnTo>
                    <a:pt x="4" y="38"/>
                  </a:lnTo>
                  <a:lnTo>
                    <a:pt x="0" y="28"/>
                  </a:lnTo>
                  <a:lnTo>
                    <a:pt x="2" y="21"/>
                  </a:lnTo>
                  <a:lnTo>
                    <a:pt x="4" y="16"/>
                  </a:lnTo>
                  <a:lnTo>
                    <a:pt x="0" y="13"/>
                  </a:lnTo>
                  <a:lnTo>
                    <a:pt x="9" y="7"/>
                  </a:lnTo>
                  <a:lnTo>
                    <a:pt x="17" y="11"/>
                  </a:lnTo>
                  <a:lnTo>
                    <a:pt x="22" y="2"/>
                  </a:lnTo>
                  <a:lnTo>
                    <a:pt x="32" y="8"/>
                  </a:lnTo>
                  <a:lnTo>
                    <a:pt x="40" y="8"/>
                  </a:lnTo>
                  <a:lnTo>
                    <a:pt x="40" y="15"/>
                  </a:lnTo>
                  <a:lnTo>
                    <a:pt x="43" y="16"/>
                  </a:lnTo>
                  <a:lnTo>
                    <a:pt x="48" y="21"/>
                  </a:lnTo>
                  <a:lnTo>
                    <a:pt x="47" y="11"/>
                  </a:lnTo>
                  <a:lnTo>
                    <a:pt x="50" y="8"/>
                  </a:lnTo>
                  <a:lnTo>
                    <a:pt x="47" y="5"/>
                  </a:lnTo>
                  <a:lnTo>
                    <a:pt x="5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7" name="Freeform 126"/>
            <p:cNvSpPr/>
            <p:nvPr/>
          </p:nvSpPr>
          <p:spPr bwMode="auto">
            <a:xfrm>
              <a:off x="4548188" y="1571625"/>
              <a:ext cx="60325" cy="39688"/>
            </a:xfrm>
            <a:custGeom>
              <a:avLst/>
              <a:gdLst/>
              <a:ahLst/>
              <a:cxnLst>
                <a:cxn ang="0">
                  <a:pos x="17" y="0"/>
                </a:cxn>
                <a:cxn ang="0">
                  <a:pos x="20" y="2"/>
                </a:cxn>
                <a:cxn ang="0">
                  <a:pos x="23" y="0"/>
                </a:cxn>
                <a:cxn ang="0">
                  <a:pos x="28" y="2"/>
                </a:cxn>
                <a:cxn ang="0">
                  <a:pos x="30" y="7"/>
                </a:cxn>
                <a:cxn ang="0">
                  <a:pos x="38" y="7"/>
                </a:cxn>
                <a:cxn ang="0">
                  <a:pos x="38" y="12"/>
                </a:cxn>
                <a:cxn ang="0">
                  <a:pos x="37" y="12"/>
                </a:cxn>
                <a:cxn ang="0">
                  <a:pos x="33" y="14"/>
                </a:cxn>
                <a:cxn ang="0">
                  <a:pos x="30" y="14"/>
                </a:cxn>
                <a:cxn ang="0">
                  <a:pos x="28" y="15"/>
                </a:cxn>
                <a:cxn ang="0">
                  <a:pos x="32" y="19"/>
                </a:cxn>
                <a:cxn ang="0">
                  <a:pos x="25" y="19"/>
                </a:cxn>
                <a:cxn ang="0">
                  <a:pos x="23" y="20"/>
                </a:cxn>
                <a:cxn ang="0">
                  <a:pos x="23" y="22"/>
                </a:cxn>
                <a:cxn ang="0">
                  <a:pos x="22" y="25"/>
                </a:cxn>
                <a:cxn ang="0">
                  <a:pos x="17" y="20"/>
                </a:cxn>
                <a:cxn ang="0">
                  <a:pos x="4" y="20"/>
                </a:cxn>
                <a:cxn ang="0">
                  <a:pos x="0" y="17"/>
                </a:cxn>
                <a:cxn ang="0">
                  <a:pos x="0" y="15"/>
                </a:cxn>
                <a:cxn ang="0">
                  <a:pos x="5" y="10"/>
                </a:cxn>
                <a:cxn ang="0">
                  <a:pos x="4" y="5"/>
                </a:cxn>
                <a:cxn ang="0">
                  <a:pos x="10" y="2"/>
                </a:cxn>
                <a:cxn ang="0">
                  <a:pos x="17" y="0"/>
                </a:cxn>
              </a:cxnLst>
              <a:rect l="0" t="0" r="r" b="b"/>
              <a:pathLst>
                <a:path w="38" h="25">
                  <a:moveTo>
                    <a:pt x="17" y="0"/>
                  </a:moveTo>
                  <a:lnTo>
                    <a:pt x="20" y="2"/>
                  </a:lnTo>
                  <a:lnTo>
                    <a:pt x="23" y="0"/>
                  </a:lnTo>
                  <a:lnTo>
                    <a:pt x="28" y="2"/>
                  </a:lnTo>
                  <a:lnTo>
                    <a:pt x="30" y="7"/>
                  </a:lnTo>
                  <a:lnTo>
                    <a:pt x="38" y="7"/>
                  </a:lnTo>
                  <a:lnTo>
                    <a:pt x="38" y="12"/>
                  </a:lnTo>
                  <a:lnTo>
                    <a:pt x="37" y="12"/>
                  </a:lnTo>
                  <a:lnTo>
                    <a:pt x="33" y="14"/>
                  </a:lnTo>
                  <a:lnTo>
                    <a:pt x="30" y="14"/>
                  </a:lnTo>
                  <a:lnTo>
                    <a:pt x="28" y="15"/>
                  </a:lnTo>
                  <a:lnTo>
                    <a:pt x="32" y="19"/>
                  </a:lnTo>
                  <a:lnTo>
                    <a:pt x="25" y="19"/>
                  </a:lnTo>
                  <a:lnTo>
                    <a:pt x="23" y="20"/>
                  </a:lnTo>
                  <a:lnTo>
                    <a:pt x="23" y="22"/>
                  </a:lnTo>
                  <a:lnTo>
                    <a:pt x="22" y="25"/>
                  </a:lnTo>
                  <a:lnTo>
                    <a:pt x="17" y="20"/>
                  </a:lnTo>
                  <a:lnTo>
                    <a:pt x="4" y="20"/>
                  </a:lnTo>
                  <a:lnTo>
                    <a:pt x="0" y="17"/>
                  </a:lnTo>
                  <a:lnTo>
                    <a:pt x="0" y="15"/>
                  </a:lnTo>
                  <a:lnTo>
                    <a:pt x="5" y="10"/>
                  </a:lnTo>
                  <a:lnTo>
                    <a:pt x="4" y="5"/>
                  </a:lnTo>
                  <a:lnTo>
                    <a:pt x="10" y="2"/>
                  </a:lnTo>
                  <a:lnTo>
                    <a:pt x="1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8" name="Freeform 127"/>
            <p:cNvSpPr/>
            <p:nvPr/>
          </p:nvSpPr>
          <p:spPr bwMode="auto">
            <a:xfrm>
              <a:off x="4487863" y="1452563"/>
              <a:ext cx="165100" cy="73025"/>
            </a:xfrm>
            <a:custGeom>
              <a:avLst/>
              <a:gdLst/>
              <a:ahLst/>
              <a:cxnLst>
                <a:cxn ang="0">
                  <a:pos x="23" y="0"/>
                </a:cxn>
                <a:cxn ang="0">
                  <a:pos x="30" y="0"/>
                </a:cxn>
                <a:cxn ang="0">
                  <a:pos x="28" y="10"/>
                </a:cxn>
                <a:cxn ang="0">
                  <a:pos x="33" y="16"/>
                </a:cxn>
                <a:cxn ang="0">
                  <a:pos x="43" y="16"/>
                </a:cxn>
                <a:cxn ang="0">
                  <a:pos x="47" y="18"/>
                </a:cxn>
                <a:cxn ang="0">
                  <a:pos x="51" y="26"/>
                </a:cxn>
                <a:cxn ang="0">
                  <a:pos x="51" y="18"/>
                </a:cxn>
                <a:cxn ang="0">
                  <a:pos x="48" y="11"/>
                </a:cxn>
                <a:cxn ang="0">
                  <a:pos x="51" y="8"/>
                </a:cxn>
                <a:cxn ang="0">
                  <a:pos x="58" y="8"/>
                </a:cxn>
                <a:cxn ang="0">
                  <a:pos x="65" y="13"/>
                </a:cxn>
                <a:cxn ang="0">
                  <a:pos x="71" y="13"/>
                </a:cxn>
                <a:cxn ang="0">
                  <a:pos x="75" y="14"/>
                </a:cxn>
                <a:cxn ang="0">
                  <a:pos x="76" y="8"/>
                </a:cxn>
                <a:cxn ang="0">
                  <a:pos x="79" y="8"/>
                </a:cxn>
                <a:cxn ang="0">
                  <a:pos x="88" y="10"/>
                </a:cxn>
                <a:cxn ang="0">
                  <a:pos x="101" y="18"/>
                </a:cxn>
                <a:cxn ang="0">
                  <a:pos x="104" y="23"/>
                </a:cxn>
                <a:cxn ang="0">
                  <a:pos x="103" y="28"/>
                </a:cxn>
                <a:cxn ang="0">
                  <a:pos x="96" y="34"/>
                </a:cxn>
                <a:cxn ang="0">
                  <a:pos x="89" y="36"/>
                </a:cxn>
                <a:cxn ang="0">
                  <a:pos x="89" y="39"/>
                </a:cxn>
                <a:cxn ang="0">
                  <a:pos x="84" y="41"/>
                </a:cxn>
                <a:cxn ang="0">
                  <a:pos x="76" y="41"/>
                </a:cxn>
                <a:cxn ang="0">
                  <a:pos x="68" y="38"/>
                </a:cxn>
                <a:cxn ang="0">
                  <a:pos x="68" y="46"/>
                </a:cxn>
                <a:cxn ang="0">
                  <a:pos x="50" y="46"/>
                </a:cxn>
                <a:cxn ang="0">
                  <a:pos x="42" y="41"/>
                </a:cxn>
                <a:cxn ang="0">
                  <a:pos x="35" y="42"/>
                </a:cxn>
                <a:cxn ang="0">
                  <a:pos x="28" y="38"/>
                </a:cxn>
                <a:cxn ang="0">
                  <a:pos x="47" y="33"/>
                </a:cxn>
                <a:cxn ang="0">
                  <a:pos x="45" y="29"/>
                </a:cxn>
                <a:cxn ang="0">
                  <a:pos x="25" y="31"/>
                </a:cxn>
                <a:cxn ang="0">
                  <a:pos x="12" y="39"/>
                </a:cxn>
                <a:cxn ang="0">
                  <a:pos x="9" y="33"/>
                </a:cxn>
                <a:cxn ang="0">
                  <a:pos x="10" y="28"/>
                </a:cxn>
                <a:cxn ang="0">
                  <a:pos x="0" y="23"/>
                </a:cxn>
                <a:cxn ang="0">
                  <a:pos x="5" y="16"/>
                </a:cxn>
                <a:cxn ang="0">
                  <a:pos x="15" y="18"/>
                </a:cxn>
                <a:cxn ang="0">
                  <a:pos x="18" y="19"/>
                </a:cxn>
                <a:cxn ang="0">
                  <a:pos x="22" y="18"/>
                </a:cxn>
                <a:cxn ang="0">
                  <a:pos x="15" y="11"/>
                </a:cxn>
                <a:cxn ang="0">
                  <a:pos x="23" y="0"/>
                </a:cxn>
              </a:cxnLst>
              <a:rect l="0" t="0" r="r" b="b"/>
              <a:pathLst>
                <a:path w="104" h="46">
                  <a:moveTo>
                    <a:pt x="23" y="0"/>
                  </a:moveTo>
                  <a:lnTo>
                    <a:pt x="30" y="0"/>
                  </a:lnTo>
                  <a:lnTo>
                    <a:pt x="28" y="10"/>
                  </a:lnTo>
                  <a:lnTo>
                    <a:pt x="33" y="16"/>
                  </a:lnTo>
                  <a:lnTo>
                    <a:pt x="43" y="16"/>
                  </a:lnTo>
                  <a:lnTo>
                    <a:pt x="47" y="18"/>
                  </a:lnTo>
                  <a:lnTo>
                    <a:pt x="51" y="26"/>
                  </a:lnTo>
                  <a:lnTo>
                    <a:pt x="51" y="18"/>
                  </a:lnTo>
                  <a:lnTo>
                    <a:pt x="48" y="11"/>
                  </a:lnTo>
                  <a:lnTo>
                    <a:pt x="51" y="8"/>
                  </a:lnTo>
                  <a:lnTo>
                    <a:pt x="58" y="8"/>
                  </a:lnTo>
                  <a:lnTo>
                    <a:pt x="65" y="13"/>
                  </a:lnTo>
                  <a:lnTo>
                    <a:pt x="71" y="13"/>
                  </a:lnTo>
                  <a:lnTo>
                    <a:pt x="75" y="14"/>
                  </a:lnTo>
                  <a:lnTo>
                    <a:pt x="76" y="8"/>
                  </a:lnTo>
                  <a:lnTo>
                    <a:pt x="79" y="8"/>
                  </a:lnTo>
                  <a:lnTo>
                    <a:pt x="88" y="10"/>
                  </a:lnTo>
                  <a:lnTo>
                    <a:pt x="101" y="18"/>
                  </a:lnTo>
                  <a:lnTo>
                    <a:pt x="104" y="23"/>
                  </a:lnTo>
                  <a:lnTo>
                    <a:pt x="103" y="28"/>
                  </a:lnTo>
                  <a:lnTo>
                    <a:pt x="96" y="34"/>
                  </a:lnTo>
                  <a:lnTo>
                    <a:pt x="89" y="36"/>
                  </a:lnTo>
                  <a:lnTo>
                    <a:pt x="89" y="39"/>
                  </a:lnTo>
                  <a:lnTo>
                    <a:pt x="84" y="41"/>
                  </a:lnTo>
                  <a:lnTo>
                    <a:pt x="76" y="41"/>
                  </a:lnTo>
                  <a:lnTo>
                    <a:pt x="68" y="38"/>
                  </a:lnTo>
                  <a:lnTo>
                    <a:pt x="68" y="46"/>
                  </a:lnTo>
                  <a:lnTo>
                    <a:pt x="50" y="46"/>
                  </a:lnTo>
                  <a:lnTo>
                    <a:pt x="42" y="41"/>
                  </a:lnTo>
                  <a:lnTo>
                    <a:pt x="35" y="42"/>
                  </a:lnTo>
                  <a:lnTo>
                    <a:pt x="28" y="38"/>
                  </a:lnTo>
                  <a:lnTo>
                    <a:pt x="47" y="33"/>
                  </a:lnTo>
                  <a:lnTo>
                    <a:pt x="45" y="29"/>
                  </a:lnTo>
                  <a:lnTo>
                    <a:pt x="25" y="31"/>
                  </a:lnTo>
                  <a:lnTo>
                    <a:pt x="12" y="39"/>
                  </a:lnTo>
                  <a:lnTo>
                    <a:pt x="9" y="33"/>
                  </a:lnTo>
                  <a:lnTo>
                    <a:pt x="10" y="28"/>
                  </a:lnTo>
                  <a:lnTo>
                    <a:pt x="0" y="23"/>
                  </a:lnTo>
                  <a:lnTo>
                    <a:pt x="5" y="16"/>
                  </a:lnTo>
                  <a:lnTo>
                    <a:pt x="15" y="18"/>
                  </a:lnTo>
                  <a:lnTo>
                    <a:pt x="18" y="19"/>
                  </a:lnTo>
                  <a:lnTo>
                    <a:pt x="22" y="18"/>
                  </a:lnTo>
                  <a:lnTo>
                    <a:pt x="15" y="11"/>
                  </a:lnTo>
                  <a:lnTo>
                    <a:pt x="2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9" name="Freeform 128"/>
            <p:cNvSpPr/>
            <p:nvPr/>
          </p:nvSpPr>
          <p:spPr bwMode="auto">
            <a:xfrm>
              <a:off x="4705351" y="1457325"/>
              <a:ext cx="34925" cy="23813"/>
            </a:xfrm>
            <a:custGeom>
              <a:avLst/>
              <a:gdLst/>
              <a:ahLst/>
              <a:cxnLst>
                <a:cxn ang="0">
                  <a:pos x="22" y="0"/>
                </a:cxn>
                <a:cxn ang="0">
                  <a:pos x="22" y="3"/>
                </a:cxn>
                <a:cxn ang="0">
                  <a:pos x="3" y="15"/>
                </a:cxn>
                <a:cxn ang="0">
                  <a:pos x="0" y="13"/>
                </a:cxn>
                <a:cxn ang="0">
                  <a:pos x="12" y="2"/>
                </a:cxn>
                <a:cxn ang="0">
                  <a:pos x="22" y="0"/>
                </a:cxn>
              </a:cxnLst>
              <a:rect l="0" t="0" r="r" b="b"/>
              <a:pathLst>
                <a:path w="22" h="15">
                  <a:moveTo>
                    <a:pt x="22" y="0"/>
                  </a:moveTo>
                  <a:lnTo>
                    <a:pt x="22" y="3"/>
                  </a:lnTo>
                  <a:lnTo>
                    <a:pt x="3" y="15"/>
                  </a:lnTo>
                  <a:lnTo>
                    <a:pt x="0" y="13"/>
                  </a:lnTo>
                  <a:lnTo>
                    <a:pt x="12" y="2"/>
                  </a:lnTo>
                  <a:lnTo>
                    <a:pt x="2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0" name="Freeform 129"/>
            <p:cNvSpPr/>
            <p:nvPr/>
          </p:nvSpPr>
          <p:spPr bwMode="auto">
            <a:xfrm>
              <a:off x="4652963" y="1522413"/>
              <a:ext cx="36513" cy="23813"/>
            </a:xfrm>
            <a:custGeom>
              <a:avLst/>
              <a:gdLst/>
              <a:ahLst/>
              <a:cxnLst>
                <a:cxn ang="0">
                  <a:pos x="17" y="0"/>
                </a:cxn>
                <a:cxn ang="0">
                  <a:pos x="22" y="3"/>
                </a:cxn>
                <a:cxn ang="0">
                  <a:pos x="23" y="5"/>
                </a:cxn>
                <a:cxn ang="0">
                  <a:pos x="18" y="8"/>
                </a:cxn>
                <a:cxn ang="0">
                  <a:pos x="13" y="8"/>
                </a:cxn>
                <a:cxn ang="0">
                  <a:pos x="7" y="15"/>
                </a:cxn>
                <a:cxn ang="0">
                  <a:pos x="0" y="12"/>
                </a:cxn>
                <a:cxn ang="0">
                  <a:pos x="3" y="5"/>
                </a:cxn>
                <a:cxn ang="0">
                  <a:pos x="17" y="0"/>
                </a:cxn>
              </a:cxnLst>
              <a:rect l="0" t="0" r="r" b="b"/>
              <a:pathLst>
                <a:path w="23" h="15">
                  <a:moveTo>
                    <a:pt x="17" y="0"/>
                  </a:moveTo>
                  <a:lnTo>
                    <a:pt x="22" y="3"/>
                  </a:lnTo>
                  <a:lnTo>
                    <a:pt x="23" y="5"/>
                  </a:lnTo>
                  <a:lnTo>
                    <a:pt x="18" y="8"/>
                  </a:lnTo>
                  <a:lnTo>
                    <a:pt x="13" y="8"/>
                  </a:lnTo>
                  <a:lnTo>
                    <a:pt x="7" y="15"/>
                  </a:lnTo>
                  <a:lnTo>
                    <a:pt x="0" y="12"/>
                  </a:lnTo>
                  <a:lnTo>
                    <a:pt x="3" y="5"/>
                  </a:lnTo>
                  <a:lnTo>
                    <a:pt x="1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1" name="Freeform 130"/>
            <p:cNvSpPr/>
            <p:nvPr/>
          </p:nvSpPr>
          <p:spPr bwMode="auto">
            <a:xfrm>
              <a:off x="4430713" y="1985963"/>
              <a:ext cx="26988" cy="20638"/>
            </a:xfrm>
            <a:custGeom>
              <a:avLst/>
              <a:gdLst/>
              <a:ahLst/>
              <a:cxnLst>
                <a:cxn ang="0">
                  <a:pos x="10" y="0"/>
                </a:cxn>
                <a:cxn ang="0">
                  <a:pos x="17" y="3"/>
                </a:cxn>
                <a:cxn ang="0">
                  <a:pos x="0" y="13"/>
                </a:cxn>
                <a:cxn ang="0">
                  <a:pos x="7" y="3"/>
                </a:cxn>
                <a:cxn ang="0">
                  <a:pos x="10" y="0"/>
                </a:cxn>
              </a:cxnLst>
              <a:rect l="0" t="0" r="r" b="b"/>
              <a:pathLst>
                <a:path w="17" h="13">
                  <a:moveTo>
                    <a:pt x="10" y="0"/>
                  </a:moveTo>
                  <a:lnTo>
                    <a:pt x="17" y="3"/>
                  </a:lnTo>
                  <a:lnTo>
                    <a:pt x="0" y="13"/>
                  </a:lnTo>
                  <a:lnTo>
                    <a:pt x="7" y="3"/>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2" name="Freeform 131"/>
            <p:cNvSpPr/>
            <p:nvPr/>
          </p:nvSpPr>
          <p:spPr bwMode="auto">
            <a:xfrm>
              <a:off x="4459288" y="1958975"/>
              <a:ext cx="39688" cy="28575"/>
            </a:xfrm>
            <a:custGeom>
              <a:avLst/>
              <a:gdLst/>
              <a:ahLst/>
              <a:cxnLst>
                <a:cxn ang="0">
                  <a:pos x="18" y="0"/>
                </a:cxn>
                <a:cxn ang="0">
                  <a:pos x="25" y="2"/>
                </a:cxn>
                <a:cxn ang="0">
                  <a:pos x="12" y="13"/>
                </a:cxn>
                <a:cxn ang="0">
                  <a:pos x="4" y="18"/>
                </a:cxn>
                <a:cxn ang="0">
                  <a:pos x="0" y="17"/>
                </a:cxn>
                <a:cxn ang="0">
                  <a:pos x="8" y="4"/>
                </a:cxn>
                <a:cxn ang="0">
                  <a:pos x="12" y="4"/>
                </a:cxn>
                <a:cxn ang="0">
                  <a:pos x="13" y="5"/>
                </a:cxn>
                <a:cxn ang="0">
                  <a:pos x="18" y="0"/>
                </a:cxn>
              </a:cxnLst>
              <a:rect l="0" t="0" r="r" b="b"/>
              <a:pathLst>
                <a:path w="25" h="18">
                  <a:moveTo>
                    <a:pt x="18" y="0"/>
                  </a:moveTo>
                  <a:lnTo>
                    <a:pt x="25" y="2"/>
                  </a:lnTo>
                  <a:lnTo>
                    <a:pt x="12" y="13"/>
                  </a:lnTo>
                  <a:lnTo>
                    <a:pt x="4" y="18"/>
                  </a:lnTo>
                  <a:lnTo>
                    <a:pt x="0" y="17"/>
                  </a:lnTo>
                  <a:lnTo>
                    <a:pt x="8" y="4"/>
                  </a:lnTo>
                  <a:lnTo>
                    <a:pt x="12" y="4"/>
                  </a:lnTo>
                  <a:lnTo>
                    <a:pt x="13" y="5"/>
                  </a:lnTo>
                  <a:lnTo>
                    <a:pt x="1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3" name="Freeform 132"/>
            <p:cNvSpPr/>
            <p:nvPr/>
          </p:nvSpPr>
          <p:spPr bwMode="auto">
            <a:xfrm>
              <a:off x="4467226" y="1943100"/>
              <a:ext cx="26988" cy="19050"/>
            </a:xfrm>
            <a:custGeom>
              <a:avLst/>
              <a:gdLst/>
              <a:ahLst/>
              <a:cxnLst>
                <a:cxn ang="0">
                  <a:pos x="17" y="0"/>
                </a:cxn>
                <a:cxn ang="0">
                  <a:pos x="15" y="5"/>
                </a:cxn>
                <a:cxn ang="0">
                  <a:pos x="3" y="12"/>
                </a:cxn>
                <a:cxn ang="0">
                  <a:pos x="0" y="12"/>
                </a:cxn>
                <a:cxn ang="0">
                  <a:pos x="8" y="2"/>
                </a:cxn>
                <a:cxn ang="0">
                  <a:pos x="17" y="0"/>
                </a:cxn>
              </a:cxnLst>
              <a:rect l="0" t="0" r="r" b="b"/>
              <a:pathLst>
                <a:path w="17" h="12">
                  <a:moveTo>
                    <a:pt x="17" y="0"/>
                  </a:moveTo>
                  <a:lnTo>
                    <a:pt x="15" y="5"/>
                  </a:lnTo>
                  <a:lnTo>
                    <a:pt x="3" y="12"/>
                  </a:lnTo>
                  <a:lnTo>
                    <a:pt x="0" y="12"/>
                  </a:lnTo>
                  <a:lnTo>
                    <a:pt x="8" y="2"/>
                  </a:lnTo>
                  <a:lnTo>
                    <a:pt x="1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4" name="Freeform 133"/>
            <p:cNvSpPr/>
            <p:nvPr/>
          </p:nvSpPr>
          <p:spPr bwMode="auto">
            <a:xfrm>
              <a:off x="4498976" y="1927225"/>
              <a:ext cx="23813" cy="22225"/>
            </a:xfrm>
            <a:custGeom>
              <a:avLst/>
              <a:gdLst/>
              <a:ahLst/>
              <a:cxnLst>
                <a:cxn ang="0">
                  <a:pos x="7" y="0"/>
                </a:cxn>
                <a:cxn ang="0">
                  <a:pos x="15" y="4"/>
                </a:cxn>
                <a:cxn ang="0">
                  <a:pos x="7" y="14"/>
                </a:cxn>
                <a:cxn ang="0">
                  <a:pos x="0" y="10"/>
                </a:cxn>
                <a:cxn ang="0">
                  <a:pos x="7" y="7"/>
                </a:cxn>
                <a:cxn ang="0">
                  <a:pos x="7" y="0"/>
                </a:cxn>
              </a:cxnLst>
              <a:rect l="0" t="0" r="r" b="b"/>
              <a:pathLst>
                <a:path w="15" h="14">
                  <a:moveTo>
                    <a:pt x="7" y="0"/>
                  </a:moveTo>
                  <a:lnTo>
                    <a:pt x="15" y="4"/>
                  </a:lnTo>
                  <a:lnTo>
                    <a:pt x="7" y="14"/>
                  </a:lnTo>
                  <a:lnTo>
                    <a:pt x="0" y="10"/>
                  </a:lnTo>
                  <a:lnTo>
                    <a:pt x="7" y="7"/>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5" name="Freeform 134"/>
            <p:cNvSpPr/>
            <p:nvPr/>
          </p:nvSpPr>
          <p:spPr bwMode="auto">
            <a:xfrm>
              <a:off x="4600576" y="1870075"/>
              <a:ext cx="34925" cy="15875"/>
            </a:xfrm>
            <a:custGeom>
              <a:avLst/>
              <a:gdLst/>
              <a:ahLst/>
              <a:cxnLst>
                <a:cxn ang="0">
                  <a:pos x="17" y="0"/>
                </a:cxn>
                <a:cxn ang="0">
                  <a:pos x="22" y="0"/>
                </a:cxn>
                <a:cxn ang="0">
                  <a:pos x="15" y="10"/>
                </a:cxn>
                <a:cxn ang="0">
                  <a:pos x="0" y="8"/>
                </a:cxn>
                <a:cxn ang="0">
                  <a:pos x="17" y="0"/>
                </a:cxn>
              </a:cxnLst>
              <a:rect l="0" t="0" r="r" b="b"/>
              <a:pathLst>
                <a:path w="22" h="10">
                  <a:moveTo>
                    <a:pt x="17" y="0"/>
                  </a:moveTo>
                  <a:lnTo>
                    <a:pt x="22" y="0"/>
                  </a:lnTo>
                  <a:lnTo>
                    <a:pt x="15" y="10"/>
                  </a:lnTo>
                  <a:lnTo>
                    <a:pt x="0" y="8"/>
                  </a:lnTo>
                  <a:lnTo>
                    <a:pt x="1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6" name="Freeform 135"/>
            <p:cNvSpPr/>
            <p:nvPr/>
          </p:nvSpPr>
          <p:spPr bwMode="auto">
            <a:xfrm>
              <a:off x="4592638" y="2281238"/>
              <a:ext cx="19050" cy="17463"/>
            </a:xfrm>
            <a:custGeom>
              <a:avLst/>
              <a:gdLst/>
              <a:ahLst/>
              <a:cxnLst>
                <a:cxn ang="0">
                  <a:pos x="7" y="0"/>
                </a:cxn>
                <a:cxn ang="0">
                  <a:pos x="12" y="5"/>
                </a:cxn>
                <a:cxn ang="0">
                  <a:pos x="4" y="11"/>
                </a:cxn>
                <a:cxn ang="0">
                  <a:pos x="0" y="6"/>
                </a:cxn>
                <a:cxn ang="0">
                  <a:pos x="7" y="0"/>
                </a:cxn>
              </a:cxnLst>
              <a:rect l="0" t="0" r="r" b="b"/>
              <a:pathLst>
                <a:path w="12" h="11">
                  <a:moveTo>
                    <a:pt x="7" y="0"/>
                  </a:moveTo>
                  <a:lnTo>
                    <a:pt x="12" y="5"/>
                  </a:lnTo>
                  <a:lnTo>
                    <a:pt x="4" y="11"/>
                  </a:lnTo>
                  <a:lnTo>
                    <a:pt x="0" y="6"/>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7" name="Freeform 136"/>
            <p:cNvSpPr/>
            <p:nvPr/>
          </p:nvSpPr>
          <p:spPr bwMode="auto">
            <a:xfrm>
              <a:off x="4591051" y="2306638"/>
              <a:ext cx="7938" cy="11113"/>
            </a:xfrm>
            <a:custGeom>
              <a:avLst/>
              <a:gdLst/>
              <a:ahLst/>
              <a:cxnLst>
                <a:cxn ang="0">
                  <a:pos x="0" y="0"/>
                </a:cxn>
                <a:cxn ang="0">
                  <a:pos x="5" y="5"/>
                </a:cxn>
                <a:cxn ang="0">
                  <a:pos x="1" y="7"/>
                </a:cxn>
                <a:cxn ang="0">
                  <a:pos x="0" y="0"/>
                </a:cxn>
              </a:cxnLst>
              <a:rect l="0" t="0" r="r" b="b"/>
              <a:pathLst>
                <a:path w="5" h="7">
                  <a:moveTo>
                    <a:pt x="0" y="0"/>
                  </a:moveTo>
                  <a:lnTo>
                    <a:pt x="5" y="5"/>
                  </a:lnTo>
                  <a:lnTo>
                    <a:pt x="1" y="7"/>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8" name="Freeform 137"/>
            <p:cNvSpPr/>
            <p:nvPr/>
          </p:nvSpPr>
          <p:spPr bwMode="auto">
            <a:xfrm>
              <a:off x="4554538" y="2395538"/>
              <a:ext cx="7938" cy="28575"/>
            </a:xfrm>
            <a:custGeom>
              <a:avLst/>
              <a:gdLst/>
              <a:ahLst/>
              <a:cxnLst>
                <a:cxn ang="0">
                  <a:pos x="5" y="0"/>
                </a:cxn>
                <a:cxn ang="0">
                  <a:pos x="3" y="10"/>
                </a:cxn>
                <a:cxn ang="0">
                  <a:pos x="0" y="18"/>
                </a:cxn>
                <a:cxn ang="0">
                  <a:pos x="0" y="7"/>
                </a:cxn>
                <a:cxn ang="0">
                  <a:pos x="5" y="0"/>
                </a:cxn>
              </a:cxnLst>
              <a:rect l="0" t="0" r="r" b="b"/>
              <a:pathLst>
                <a:path w="5" h="18">
                  <a:moveTo>
                    <a:pt x="5" y="0"/>
                  </a:moveTo>
                  <a:lnTo>
                    <a:pt x="3" y="10"/>
                  </a:lnTo>
                  <a:lnTo>
                    <a:pt x="0" y="18"/>
                  </a:lnTo>
                  <a:lnTo>
                    <a:pt x="0" y="7"/>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9" name="Freeform 138"/>
            <p:cNvSpPr/>
            <p:nvPr/>
          </p:nvSpPr>
          <p:spPr bwMode="auto">
            <a:xfrm>
              <a:off x="4576763" y="2370138"/>
              <a:ext cx="19050" cy="39688"/>
            </a:xfrm>
            <a:custGeom>
              <a:avLst/>
              <a:gdLst/>
              <a:ahLst/>
              <a:cxnLst>
                <a:cxn ang="0">
                  <a:pos x="9" y="0"/>
                </a:cxn>
                <a:cxn ang="0">
                  <a:pos x="12" y="5"/>
                </a:cxn>
                <a:cxn ang="0">
                  <a:pos x="10" y="20"/>
                </a:cxn>
                <a:cxn ang="0">
                  <a:pos x="4" y="25"/>
                </a:cxn>
                <a:cxn ang="0">
                  <a:pos x="0" y="13"/>
                </a:cxn>
                <a:cxn ang="0">
                  <a:pos x="9" y="0"/>
                </a:cxn>
              </a:cxnLst>
              <a:rect l="0" t="0" r="r" b="b"/>
              <a:pathLst>
                <a:path w="12" h="25">
                  <a:moveTo>
                    <a:pt x="9" y="0"/>
                  </a:moveTo>
                  <a:lnTo>
                    <a:pt x="12" y="5"/>
                  </a:lnTo>
                  <a:lnTo>
                    <a:pt x="10" y="20"/>
                  </a:lnTo>
                  <a:lnTo>
                    <a:pt x="4" y="25"/>
                  </a:lnTo>
                  <a:lnTo>
                    <a:pt x="0" y="13"/>
                  </a:lnTo>
                  <a:lnTo>
                    <a:pt x="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0" name="Freeform 139"/>
            <p:cNvSpPr/>
            <p:nvPr/>
          </p:nvSpPr>
          <p:spPr bwMode="auto">
            <a:xfrm>
              <a:off x="4643438" y="2346325"/>
              <a:ext cx="30163" cy="26988"/>
            </a:xfrm>
            <a:custGeom>
              <a:avLst/>
              <a:gdLst/>
              <a:ahLst/>
              <a:cxnLst>
                <a:cxn ang="0">
                  <a:pos x="9" y="0"/>
                </a:cxn>
                <a:cxn ang="0">
                  <a:pos x="19" y="2"/>
                </a:cxn>
                <a:cxn ang="0">
                  <a:pos x="19" y="10"/>
                </a:cxn>
                <a:cxn ang="0">
                  <a:pos x="11" y="12"/>
                </a:cxn>
                <a:cxn ang="0">
                  <a:pos x="5" y="17"/>
                </a:cxn>
                <a:cxn ang="0">
                  <a:pos x="3" y="15"/>
                </a:cxn>
                <a:cxn ang="0">
                  <a:pos x="5" y="8"/>
                </a:cxn>
                <a:cxn ang="0">
                  <a:pos x="0" y="3"/>
                </a:cxn>
                <a:cxn ang="0">
                  <a:pos x="9" y="0"/>
                </a:cxn>
              </a:cxnLst>
              <a:rect l="0" t="0" r="r" b="b"/>
              <a:pathLst>
                <a:path w="19" h="17">
                  <a:moveTo>
                    <a:pt x="9" y="0"/>
                  </a:moveTo>
                  <a:lnTo>
                    <a:pt x="19" y="2"/>
                  </a:lnTo>
                  <a:lnTo>
                    <a:pt x="19" y="10"/>
                  </a:lnTo>
                  <a:lnTo>
                    <a:pt x="11" y="12"/>
                  </a:lnTo>
                  <a:lnTo>
                    <a:pt x="5" y="17"/>
                  </a:lnTo>
                  <a:lnTo>
                    <a:pt x="3" y="15"/>
                  </a:lnTo>
                  <a:lnTo>
                    <a:pt x="5" y="8"/>
                  </a:lnTo>
                  <a:lnTo>
                    <a:pt x="0" y="3"/>
                  </a:lnTo>
                  <a:lnTo>
                    <a:pt x="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1" name="Freeform 140"/>
            <p:cNvSpPr/>
            <p:nvPr/>
          </p:nvSpPr>
          <p:spPr bwMode="auto">
            <a:xfrm>
              <a:off x="4652963" y="2330450"/>
              <a:ext cx="15875" cy="12700"/>
            </a:xfrm>
            <a:custGeom>
              <a:avLst/>
              <a:gdLst/>
              <a:ahLst/>
              <a:cxnLst>
                <a:cxn ang="0">
                  <a:pos x="7" y="0"/>
                </a:cxn>
                <a:cxn ang="0">
                  <a:pos x="10" y="3"/>
                </a:cxn>
                <a:cxn ang="0">
                  <a:pos x="8" y="7"/>
                </a:cxn>
                <a:cxn ang="0">
                  <a:pos x="5" y="8"/>
                </a:cxn>
                <a:cxn ang="0">
                  <a:pos x="0" y="2"/>
                </a:cxn>
                <a:cxn ang="0">
                  <a:pos x="7" y="0"/>
                </a:cxn>
              </a:cxnLst>
              <a:rect l="0" t="0" r="r" b="b"/>
              <a:pathLst>
                <a:path w="10" h="8">
                  <a:moveTo>
                    <a:pt x="7" y="0"/>
                  </a:moveTo>
                  <a:lnTo>
                    <a:pt x="10" y="3"/>
                  </a:lnTo>
                  <a:lnTo>
                    <a:pt x="8" y="7"/>
                  </a:lnTo>
                  <a:lnTo>
                    <a:pt x="5" y="8"/>
                  </a:lnTo>
                  <a:lnTo>
                    <a:pt x="0" y="2"/>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2" name="Freeform 141"/>
            <p:cNvSpPr/>
            <p:nvPr/>
          </p:nvSpPr>
          <p:spPr bwMode="auto">
            <a:xfrm>
              <a:off x="4471988" y="2487613"/>
              <a:ext cx="19050" cy="15875"/>
            </a:xfrm>
            <a:custGeom>
              <a:avLst/>
              <a:gdLst/>
              <a:ahLst/>
              <a:cxnLst>
                <a:cxn ang="0">
                  <a:pos x="7" y="0"/>
                </a:cxn>
                <a:cxn ang="0">
                  <a:pos x="12" y="3"/>
                </a:cxn>
                <a:cxn ang="0">
                  <a:pos x="7" y="10"/>
                </a:cxn>
                <a:cxn ang="0">
                  <a:pos x="0" y="2"/>
                </a:cxn>
                <a:cxn ang="0">
                  <a:pos x="7" y="0"/>
                </a:cxn>
              </a:cxnLst>
              <a:rect l="0" t="0" r="r" b="b"/>
              <a:pathLst>
                <a:path w="12" h="10">
                  <a:moveTo>
                    <a:pt x="7" y="0"/>
                  </a:moveTo>
                  <a:lnTo>
                    <a:pt x="12" y="3"/>
                  </a:lnTo>
                  <a:lnTo>
                    <a:pt x="7" y="10"/>
                  </a:lnTo>
                  <a:lnTo>
                    <a:pt x="0" y="2"/>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3" name="Freeform 142"/>
            <p:cNvSpPr/>
            <p:nvPr/>
          </p:nvSpPr>
          <p:spPr bwMode="auto">
            <a:xfrm>
              <a:off x="4427538" y="2482850"/>
              <a:ext cx="23813" cy="9525"/>
            </a:xfrm>
            <a:custGeom>
              <a:avLst/>
              <a:gdLst/>
              <a:ahLst/>
              <a:cxnLst>
                <a:cxn ang="0">
                  <a:pos x="9" y="0"/>
                </a:cxn>
                <a:cxn ang="0">
                  <a:pos x="15" y="1"/>
                </a:cxn>
                <a:cxn ang="0">
                  <a:pos x="7" y="6"/>
                </a:cxn>
                <a:cxn ang="0">
                  <a:pos x="0" y="5"/>
                </a:cxn>
                <a:cxn ang="0">
                  <a:pos x="9" y="0"/>
                </a:cxn>
              </a:cxnLst>
              <a:rect l="0" t="0" r="r" b="b"/>
              <a:pathLst>
                <a:path w="15" h="6">
                  <a:moveTo>
                    <a:pt x="9" y="0"/>
                  </a:moveTo>
                  <a:lnTo>
                    <a:pt x="15" y="1"/>
                  </a:lnTo>
                  <a:lnTo>
                    <a:pt x="7" y="6"/>
                  </a:lnTo>
                  <a:lnTo>
                    <a:pt x="0" y="5"/>
                  </a:lnTo>
                  <a:lnTo>
                    <a:pt x="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4" name="Freeform 143"/>
            <p:cNvSpPr/>
            <p:nvPr/>
          </p:nvSpPr>
          <p:spPr bwMode="auto">
            <a:xfrm>
              <a:off x="4413251" y="2459038"/>
              <a:ext cx="14288" cy="25400"/>
            </a:xfrm>
            <a:custGeom>
              <a:avLst/>
              <a:gdLst/>
              <a:ahLst/>
              <a:cxnLst>
                <a:cxn ang="0">
                  <a:pos x="0" y="0"/>
                </a:cxn>
                <a:cxn ang="0">
                  <a:pos x="8" y="5"/>
                </a:cxn>
                <a:cxn ang="0">
                  <a:pos x="9" y="8"/>
                </a:cxn>
                <a:cxn ang="0">
                  <a:pos x="9" y="13"/>
                </a:cxn>
                <a:cxn ang="0">
                  <a:pos x="6" y="16"/>
                </a:cxn>
                <a:cxn ang="0">
                  <a:pos x="3" y="13"/>
                </a:cxn>
                <a:cxn ang="0">
                  <a:pos x="1" y="13"/>
                </a:cxn>
                <a:cxn ang="0">
                  <a:pos x="0" y="10"/>
                </a:cxn>
                <a:cxn ang="0">
                  <a:pos x="0" y="0"/>
                </a:cxn>
              </a:cxnLst>
              <a:rect l="0" t="0" r="r" b="b"/>
              <a:pathLst>
                <a:path w="9" h="16">
                  <a:moveTo>
                    <a:pt x="0" y="0"/>
                  </a:moveTo>
                  <a:lnTo>
                    <a:pt x="8" y="5"/>
                  </a:lnTo>
                  <a:lnTo>
                    <a:pt x="9" y="8"/>
                  </a:lnTo>
                  <a:lnTo>
                    <a:pt x="9" y="13"/>
                  </a:lnTo>
                  <a:lnTo>
                    <a:pt x="6" y="16"/>
                  </a:lnTo>
                  <a:lnTo>
                    <a:pt x="3" y="13"/>
                  </a:lnTo>
                  <a:lnTo>
                    <a:pt x="1" y="13"/>
                  </a:lnTo>
                  <a:lnTo>
                    <a:pt x="0" y="10"/>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5" name="Freeform 144"/>
            <p:cNvSpPr/>
            <p:nvPr/>
          </p:nvSpPr>
          <p:spPr bwMode="auto">
            <a:xfrm>
              <a:off x="4427538" y="2447925"/>
              <a:ext cx="31750" cy="28575"/>
            </a:xfrm>
            <a:custGeom>
              <a:avLst/>
              <a:gdLst/>
              <a:ahLst/>
              <a:cxnLst>
                <a:cxn ang="0">
                  <a:pos x="10" y="0"/>
                </a:cxn>
                <a:cxn ang="0">
                  <a:pos x="17" y="0"/>
                </a:cxn>
                <a:cxn ang="0">
                  <a:pos x="20" y="17"/>
                </a:cxn>
                <a:cxn ang="0">
                  <a:pos x="15" y="17"/>
                </a:cxn>
                <a:cxn ang="0">
                  <a:pos x="10" y="18"/>
                </a:cxn>
                <a:cxn ang="0">
                  <a:pos x="0" y="7"/>
                </a:cxn>
                <a:cxn ang="0">
                  <a:pos x="0" y="5"/>
                </a:cxn>
                <a:cxn ang="0">
                  <a:pos x="9" y="4"/>
                </a:cxn>
                <a:cxn ang="0">
                  <a:pos x="10" y="0"/>
                </a:cxn>
              </a:cxnLst>
              <a:rect l="0" t="0" r="r" b="b"/>
              <a:pathLst>
                <a:path w="20" h="18">
                  <a:moveTo>
                    <a:pt x="10" y="0"/>
                  </a:moveTo>
                  <a:lnTo>
                    <a:pt x="17" y="0"/>
                  </a:lnTo>
                  <a:lnTo>
                    <a:pt x="20" y="17"/>
                  </a:lnTo>
                  <a:lnTo>
                    <a:pt x="15" y="17"/>
                  </a:lnTo>
                  <a:lnTo>
                    <a:pt x="10" y="18"/>
                  </a:lnTo>
                  <a:lnTo>
                    <a:pt x="0" y="7"/>
                  </a:lnTo>
                  <a:lnTo>
                    <a:pt x="0" y="5"/>
                  </a:lnTo>
                  <a:lnTo>
                    <a:pt x="9" y="4"/>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6" name="Freeform 145"/>
            <p:cNvSpPr/>
            <p:nvPr/>
          </p:nvSpPr>
          <p:spPr bwMode="auto">
            <a:xfrm>
              <a:off x="5265738" y="4329113"/>
              <a:ext cx="198438" cy="371475"/>
            </a:xfrm>
            <a:custGeom>
              <a:avLst/>
              <a:gdLst/>
              <a:ahLst/>
              <a:cxnLst>
                <a:cxn ang="0">
                  <a:pos x="111" y="11"/>
                </a:cxn>
                <a:cxn ang="0">
                  <a:pos x="114" y="20"/>
                </a:cxn>
                <a:cxn ang="0">
                  <a:pos x="119" y="29"/>
                </a:cxn>
                <a:cxn ang="0">
                  <a:pos x="122" y="54"/>
                </a:cxn>
                <a:cxn ang="0">
                  <a:pos x="122" y="69"/>
                </a:cxn>
                <a:cxn ang="0">
                  <a:pos x="112" y="77"/>
                </a:cxn>
                <a:cxn ang="0">
                  <a:pos x="106" y="94"/>
                </a:cxn>
                <a:cxn ang="0">
                  <a:pos x="99" y="118"/>
                </a:cxn>
                <a:cxn ang="0">
                  <a:pos x="86" y="153"/>
                </a:cxn>
                <a:cxn ang="0">
                  <a:pos x="68" y="183"/>
                </a:cxn>
                <a:cxn ang="0">
                  <a:pos x="59" y="214"/>
                </a:cxn>
                <a:cxn ang="0">
                  <a:pos x="46" y="229"/>
                </a:cxn>
                <a:cxn ang="0">
                  <a:pos x="30" y="234"/>
                </a:cxn>
                <a:cxn ang="0">
                  <a:pos x="12" y="227"/>
                </a:cxn>
                <a:cxn ang="0">
                  <a:pos x="8" y="214"/>
                </a:cxn>
                <a:cxn ang="0">
                  <a:pos x="5" y="201"/>
                </a:cxn>
                <a:cxn ang="0">
                  <a:pos x="3" y="179"/>
                </a:cxn>
                <a:cxn ang="0">
                  <a:pos x="2" y="165"/>
                </a:cxn>
                <a:cxn ang="0">
                  <a:pos x="15" y="151"/>
                </a:cxn>
                <a:cxn ang="0">
                  <a:pos x="23" y="140"/>
                </a:cxn>
                <a:cxn ang="0">
                  <a:pos x="20" y="100"/>
                </a:cxn>
                <a:cxn ang="0">
                  <a:pos x="25" y="84"/>
                </a:cxn>
                <a:cxn ang="0">
                  <a:pos x="26" y="74"/>
                </a:cxn>
                <a:cxn ang="0">
                  <a:pos x="30" y="72"/>
                </a:cxn>
                <a:cxn ang="0">
                  <a:pos x="35" y="71"/>
                </a:cxn>
                <a:cxn ang="0">
                  <a:pos x="45" y="67"/>
                </a:cxn>
                <a:cxn ang="0">
                  <a:pos x="59" y="62"/>
                </a:cxn>
                <a:cxn ang="0">
                  <a:pos x="69" y="53"/>
                </a:cxn>
                <a:cxn ang="0">
                  <a:pos x="76" y="44"/>
                </a:cxn>
                <a:cxn ang="0">
                  <a:pos x="84" y="44"/>
                </a:cxn>
                <a:cxn ang="0">
                  <a:pos x="91" y="29"/>
                </a:cxn>
                <a:cxn ang="0">
                  <a:pos x="99" y="16"/>
                </a:cxn>
                <a:cxn ang="0">
                  <a:pos x="102" y="10"/>
                </a:cxn>
              </a:cxnLst>
              <a:rect l="0" t="0" r="r" b="b"/>
              <a:pathLst>
                <a:path w="125" h="234">
                  <a:moveTo>
                    <a:pt x="109" y="0"/>
                  </a:moveTo>
                  <a:lnTo>
                    <a:pt x="111" y="11"/>
                  </a:lnTo>
                  <a:lnTo>
                    <a:pt x="114" y="15"/>
                  </a:lnTo>
                  <a:lnTo>
                    <a:pt x="114" y="20"/>
                  </a:lnTo>
                  <a:lnTo>
                    <a:pt x="116" y="26"/>
                  </a:lnTo>
                  <a:lnTo>
                    <a:pt x="119" y="29"/>
                  </a:lnTo>
                  <a:lnTo>
                    <a:pt x="122" y="38"/>
                  </a:lnTo>
                  <a:lnTo>
                    <a:pt x="122" y="54"/>
                  </a:lnTo>
                  <a:lnTo>
                    <a:pt x="125" y="64"/>
                  </a:lnTo>
                  <a:lnTo>
                    <a:pt x="122" y="69"/>
                  </a:lnTo>
                  <a:lnTo>
                    <a:pt x="117" y="71"/>
                  </a:lnTo>
                  <a:lnTo>
                    <a:pt x="112" y="77"/>
                  </a:lnTo>
                  <a:lnTo>
                    <a:pt x="106" y="84"/>
                  </a:lnTo>
                  <a:lnTo>
                    <a:pt x="106" y="94"/>
                  </a:lnTo>
                  <a:lnTo>
                    <a:pt x="104" y="102"/>
                  </a:lnTo>
                  <a:lnTo>
                    <a:pt x="99" y="118"/>
                  </a:lnTo>
                  <a:lnTo>
                    <a:pt x="92" y="135"/>
                  </a:lnTo>
                  <a:lnTo>
                    <a:pt x="86" y="153"/>
                  </a:lnTo>
                  <a:lnTo>
                    <a:pt x="78" y="171"/>
                  </a:lnTo>
                  <a:lnTo>
                    <a:pt x="68" y="183"/>
                  </a:lnTo>
                  <a:lnTo>
                    <a:pt x="66" y="191"/>
                  </a:lnTo>
                  <a:lnTo>
                    <a:pt x="59" y="214"/>
                  </a:lnTo>
                  <a:lnTo>
                    <a:pt x="53" y="221"/>
                  </a:lnTo>
                  <a:lnTo>
                    <a:pt x="46" y="229"/>
                  </a:lnTo>
                  <a:lnTo>
                    <a:pt x="40" y="232"/>
                  </a:lnTo>
                  <a:lnTo>
                    <a:pt x="30" y="234"/>
                  </a:lnTo>
                  <a:lnTo>
                    <a:pt x="17" y="232"/>
                  </a:lnTo>
                  <a:lnTo>
                    <a:pt x="12" y="227"/>
                  </a:lnTo>
                  <a:lnTo>
                    <a:pt x="10" y="224"/>
                  </a:lnTo>
                  <a:lnTo>
                    <a:pt x="8" y="214"/>
                  </a:lnTo>
                  <a:lnTo>
                    <a:pt x="8" y="207"/>
                  </a:lnTo>
                  <a:lnTo>
                    <a:pt x="5" y="201"/>
                  </a:lnTo>
                  <a:lnTo>
                    <a:pt x="5" y="189"/>
                  </a:lnTo>
                  <a:lnTo>
                    <a:pt x="3" y="179"/>
                  </a:lnTo>
                  <a:lnTo>
                    <a:pt x="0" y="171"/>
                  </a:lnTo>
                  <a:lnTo>
                    <a:pt x="2" y="165"/>
                  </a:lnTo>
                  <a:lnTo>
                    <a:pt x="7" y="158"/>
                  </a:lnTo>
                  <a:lnTo>
                    <a:pt x="15" y="151"/>
                  </a:lnTo>
                  <a:lnTo>
                    <a:pt x="20" y="145"/>
                  </a:lnTo>
                  <a:lnTo>
                    <a:pt x="23" y="140"/>
                  </a:lnTo>
                  <a:lnTo>
                    <a:pt x="22" y="123"/>
                  </a:lnTo>
                  <a:lnTo>
                    <a:pt x="20" y="100"/>
                  </a:lnTo>
                  <a:lnTo>
                    <a:pt x="20" y="90"/>
                  </a:lnTo>
                  <a:lnTo>
                    <a:pt x="25" y="84"/>
                  </a:lnTo>
                  <a:lnTo>
                    <a:pt x="26" y="79"/>
                  </a:lnTo>
                  <a:lnTo>
                    <a:pt x="26" y="74"/>
                  </a:lnTo>
                  <a:lnTo>
                    <a:pt x="28" y="74"/>
                  </a:lnTo>
                  <a:lnTo>
                    <a:pt x="30" y="72"/>
                  </a:lnTo>
                  <a:lnTo>
                    <a:pt x="31" y="72"/>
                  </a:lnTo>
                  <a:lnTo>
                    <a:pt x="35" y="71"/>
                  </a:lnTo>
                  <a:lnTo>
                    <a:pt x="41" y="71"/>
                  </a:lnTo>
                  <a:lnTo>
                    <a:pt x="45" y="67"/>
                  </a:lnTo>
                  <a:lnTo>
                    <a:pt x="53" y="67"/>
                  </a:lnTo>
                  <a:lnTo>
                    <a:pt x="59" y="62"/>
                  </a:lnTo>
                  <a:lnTo>
                    <a:pt x="66" y="62"/>
                  </a:lnTo>
                  <a:lnTo>
                    <a:pt x="69" y="53"/>
                  </a:lnTo>
                  <a:lnTo>
                    <a:pt x="69" y="57"/>
                  </a:lnTo>
                  <a:lnTo>
                    <a:pt x="76" y="44"/>
                  </a:lnTo>
                  <a:lnTo>
                    <a:pt x="79" y="46"/>
                  </a:lnTo>
                  <a:lnTo>
                    <a:pt x="84" y="44"/>
                  </a:lnTo>
                  <a:lnTo>
                    <a:pt x="86" y="31"/>
                  </a:lnTo>
                  <a:lnTo>
                    <a:pt x="91" y="29"/>
                  </a:lnTo>
                  <a:lnTo>
                    <a:pt x="97" y="23"/>
                  </a:lnTo>
                  <a:lnTo>
                    <a:pt x="99" y="16"/>
                  </a:lnTo>
                  <a:lnTo>
                    <a:pt x="97" y="11"/>
                  </a:lnTo>
                  <a:lnTo>
                    <a:pt x="102" y="10"/>
                  </a:lnTo>
                  <a:lnTo>
                    <a:pt x="10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7" name="Freeform 146"/>
            <p:cNvSpPr/>
            <p:nvPr/>
          </p:nvSpPr>
          <p:spPr bwMode="auto">
            <a:xfrm>
              <a:off x="5307013" y="4325938"/>
              <a:ext cx="7938" cy="15875"/>
            </a:xfrm>
            <a:custGeom>
              <a:avLst/>
              <a:gdLst/>
              <a:ahLst/>
              <a:cxnLst>
                <a:cxn ang="0">
                  <a:pos x="5" y="0"/>
                </a:cxn>
                <a:cxn ang="0">
                  <a:pos x="5" y="10"/>
                </a:cxn>
                <a:cxn ang="0">
                  <a:pos x="0" y="7"/>
                </a:cxn>
                <a:cxn ang="0">
                  <a:pos x="5" y="0"/>
                </a:cxn>
              </a:cxnLst>
              <a:rect l="0" t="0" r="r" b="b"/>
              <a:pathLst>
                <a:path w="5" h="10">
                  <a:moveTo>
                    <a:pt x="5" y="0"/>
                  </a:moveTo>
                  <a:lnTo>
                    <a:pt x="5" y="10"/>
                  </a:lnTo>
                  <a:lnTo>
                    <a:pt x="0" y="7"/>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8" name="Freeform 147"/>
            <p:cNvSpPr/>
            <p:nvPr/>
          </p:nvSpPr>
          <p:spPr bwMode="auto">
            <a:xfrm>
              <a:off x="5289551" y="4313238"/>
              <a:ext cx="4763" cy="15875"/>
            </a:xfrm>
            <a:custGeom>
              <a:avLst/>
              <a:gdLst/>
              <a:ahLst/>
              <a:cxnLst>
                <a:cxn ang="0">
                  <a:pos x="2" y="0"/>
                </a:cxn>
                <a:cxn ang="0">
                  <a:pos x="3" y="10"/>
                </a:cxn>
                <a:cxn ang="0">
                  <a:pos x="0" y="7"/>
                </a:cxn>
                <a:cxn ang="0">
                  <a:pos x="2" y="0"/>
                </a:cxn>
              </a:cxnLst>
              <a:rect l="0" t="0" r="r" b="b"/>
              <a:pathLst>
                <a:path w="3" h="10">
                  <a:moveTo>
                    <a:pt x="2" y="0"/>
                  </a:moveTo>
                  <a:lnTo>
                    <a:pt x="3" y="10"/>
                  </a:lnTo>
                  <a:lnTo>
                    <a:pt x="0" y="7"/>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9" name="Freeform 148"/>
            <p:cNvSpPr/>
            <p:nvPr/>
          </p:nvSpPr>
          <p:spPr bwMode="auto">
            <a:xfrm>
              <a:off x="5546726" y="4592638"/>
              <a:ext cx="22225" cy="19050"/>
            </a:xfrm>
            <a:custGeom>
              <a:avLst/>
              <a:gdLst/>
              <a:ahLst/>
              <a:cxnLst>
                <a:cxn ang="0">
                  <a:pos x="1" y="0"/>
                </a:cxn>
                <a:cxn ang="0">
                  <a:pos x="4" y="0"/>
                </a:cxn>
                <a:cxn ang="0">
                  <a:pos x="11" y="2"/>
                </a:cxn>
                <a:cxn ang="0">
                  <a:pos x="14" y="5"/>
                </a:cxn>
                <a:cxn ang="0">
                  <a:pos x="4" y="12"/>
                </a:cxn>
                <a:cxn ang="0">
                  <a:pos x="0" y="7"/>
                </a:cxn>
                <a:cxn ang="0">
                  <a:pos x="1" y="0"/>
                </a:cxn>
              </a:cxnLst>
              <a:rect l="0" t="0" r="r" b="b"/>
              <a:pathLst>
                <a:path w="14" h="12">
                  <a:moveTo>
                    <a:pt x="1" y="0"/>
                  </a:moveTo>
                  <a:lnTo>
                    <a:pt x="4" y="0"/>
                  </a:lnTo>
                  <a:lnTo>
                    <a:pt x="11" y="2"/>
                  </a:lnTo>
                  <a:lnTo>
                    <a:pt x="14" y="5"/>
                  </a:lnTo>
                  <a:lnTo>
                    <a:pt x="4" y="12"/>
                  </a:lnTo>
                  <a:lnTo>
                    <a:pt x="0" y="7"/>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0" name="Freeform 149"/>
            <p:cNvSpPr/>
            <p:nvPr/>
          </p:nvSpPr>
          <p:spPr bwMode="auto">
            <a:xfrm>
              <a:off x="5603876" y="4568825"/>
              <a:ext cx="15875" cy="19050"/>
            </a:xfrm>
            <a:custGeom>
              <a:avLst/>
              <a:gdLst/>
              <a:ahLst/>
              <a:cxnLst>
                <a:cxn ang="0">
                  <a:pos x="3" y="0"/>
                </a:cxn>
                <a:cxn ang="0">
                  <a:pos x="10" y="4"/>
                </a:cxn>
                <a:cxn ang="0">
                  <a:pos x="8" y="9"/>
                </a:cxn>
                <a:cxn ang="0">
                  <a:pos x="1" y="12"/>
                </a:cxn>
                <a:cxn ang="0">
                  <a:pos x="0" y="9"/>
                </a:cxn>
                <a:cxn ang="0">
                  <a:pos x="0" y="2"/>
                </a:cxn>
                <a:cxn ang="0">
                  <a:pos x="3" y="0"/>
                </a:cxn>
              </a:cxnLst>
              <a:rect l="0" t="0" r="r" b="b"/>
              <a:pathLst>
                <a:path w="10" h="12">
                  <a:moveTo>
                    <a:pt x="3" y="0"/>
                  </a:moveTo>
                  <a:lnTo>
                    <a:pt x="10" y="4"/>
                  </a:lnTo>
                  <a:lnTo>
                    <a:pt x="8" y="9"/>
                  </a:lnTo>
                  <a:lnTo>
                    <a:pt x="1" y="12"/>
                  </a:lnTo>
                  <a:lnTo>
                    <a:pt x="0" y="9"/>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1" name="Freeform 150"/>
            <p:cNvSpPr/>
            <p:nvPr/>
          </p:nvSpPr>
          <p:spPr bwMode="auto">
            <a:xfrm>
              <a:off x="5591176" y="4138613"/>
              <a:ext cx="9525" cy="12700"/>
            </a:xfrm>
            <a:custGeom>
              <a:avLst/>
              <a:gdLst/>
              <a:ahLst/>
              <a:cxnLst>
                <a:cxn ang="0">
                  <a:pos x="0" y="0"/>
                </a:cxn>
                <a:cxn ang="0">
                  <a:pos x="6" y="1"/>
                </a:cxn>
                <a:cxn ang="0">
                  <a:pos x="6" y="4"/>
                </a:cxn>
                <a:cxn ang="0">
                  <a:pos x="3" y="8"/>
                </a:cxn>
                <a:cxn ang="0">
                  <a:pos x="0" y="1"/>
                </a:cxn>
                <a:cxn ang="0">
                  <a:pos x="0" y="0"/>
                </a:cxn>
              </a:cxnLst>
              <a:rect l="0" t="0" r="r" b="b"/>
              <a:pathLst>
                <a:path w="6" h="8">
                  <a:moveTo>
                    <a:pt x="0" y="0"/>
                  </a:moveTo>
                  <a:lnTo>
                    <a:pt x="6" y="1"/>
                  </a:lnTo>
                  <a:lnTo>
                    <a:pt x="6" y="4"/>
                  </a:lnTo>
                  <a:lnTo>
                    <a:pt x="3" y="8"/>
                  </a:lnTo>
                  <a:lnTo>
                    <a:pt x="0" y="1"/>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2" name="Freeform 151"/>
            <p:cNvSpPr/>
            <p:nvPr/>
          </p:nvSpPr>
          <p:spPr bwMode="auto">
            <a:xfrm>
              <a:off x="5567363" y="4140200"/>
              <a:ext cx="4763" cy="4763"/>
            </a:xfrm>
            <a:custGeom>
              <a:avLst/>
              <a:gdLst/>
              <a:ahLst/>
              <a:cxnLst>
                <a:cxn ang="0">
                  <a:pos x="0" y="0"/>
                </a:cxn>
                <a:cxn ang="0">
                  <a:pos x="3" y="0"/>
                </a:cxn>
                <a:cxn ang="0">
                  <a:pos x="3" y="3"/>
                </a:cxn>
                <a:cxn ang="0">
                  <a:pos x="0" y="0"/>
                </a:cxn>
              </a:cxnLst>
              <a:rect l="0" t="0" r="r" b="b"/>
              <a:pathLst>
                <a:path w="3" h="3">
                  <a:moveTo>
                    <a:pt x="0" y="0"/>
                  </a:moveTo>
                  <a:lnTo>
                    <a:pt x="3" y="0"/>
                  </a:lnTo>
                  <a:lnTo>
                    <a:pt x="3"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3" name="Freeform 152"/>
            <p:cNvSpPr/>
            <p:nvPr/>
          </p:nvSpPr>
          <p:spPr bwMode="auto">
            <a:xfrm>
              <a:off x="5600701" y="4164013"/>
              <a:ext cx="7938" cy="4763"/>
            </a:xfrm>
            <a:custGeom>
              <a:avLst/>
              <a:gdLst/>
              <a:ahLst/>
              <a:cxnLst>
                <a:cxn ang="0">
                  <a:pos x="2" y="0"/>
                </a:cxn>
                <a:cxn ang="0">
                  <a:pos x="5" y="0"/>
                </a:cxn>
                <a:cxn ang="0">
                  <a:pos x="3" y="3"/>
                </a:cxn>
                <a:cxn ang="0">
                  <a:pos x="0" y="3"/>
                </a:cxn>
                <a:cxn ang="0">
                  <a:pos x="2" y="0"/>
                </a:cxn>
              </a:cxnLst>
              <a:rect l="0" t="0" r="r" b="b"/>
              <a:pathLst>
                <a:path w="5" h="3">
                  <a:moveTo>
                    <a:pt x="2" y="0"/>
                  </a:moveTo>
                  <a:lnTo>
                    <a:pt x="5" y="0"/>
                  </a:lnTo>
                  <a:lnTo>
                    <a:pt x="3" y="3"/>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4" name="Freeform 153"/>
            <p:cNvSpPr/>
            <p:nvPr/>
          </p:nvSpPr>
          <p:spPr bwMode="auto">
            <a:xfrm>
              <a:off x="5600701" y="4184650"/>
              <a:ext cx="7938" cy="7938"/>
            </a:xfrm>
            <a:custGeom>
              <a:avLst/>
              <a:gdLst/>
              <a:ahLst/>
              <a:cxnLst>
                <a:cxn ang="0">
                  <a:pos x="0" y="0"/>
                </a:cxn>
                <a:cxn ang="0">
                  <a:pos x="3" y="0"/>
                </a:cxn>
                <a:cxn ang="0">
                  <a:pos x="5" y="2"/>
                </a:cxn>
                <a:cxn ang="0">
                  <a:pos x="3" y="5"/>
                </a:cxn>
                <a:cxn ang="0">
                  <a:pos x="0" y="5"/>
                </a:cxn>
                <a:cxn ang="0">
                  <a:pos x="0" y="0"/>
                </a:cxn>
              </a:cxnLst>
              <a:rect l="0" t="0" r="r" b="b"/>
              <a:pathLst>
                <a:path w="5" h="5">
                  <a:moveTo>
                    <a:pt x="0" y="0"/>
                  </a:moveTo>
                  <a:lnTo>
                    <a:pt x="3" y="0"/>
                  </a:lnTo>
                  <a:lnTo>
                    <a:pt x="5" y="2"/>
                  </a:lnTo>
                  <a:lnTo>
                    <a:pt x="3" y="5"/>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5" name="Freeform 154"/>
            <p:cNvSpPr/>
            <p:nvPr/>
          </p:nvSpPr>
          <p:spPr bwMode="auto">
            <a:xfrm>
              <a:off x="5519738" y="4208463"/>
              <a:ext cx="7938" cy="7938"/>
            </a:xfrm>
            <a:custGeom>
              <a:avLst/>
              <a:gdLst/>
              <a:ahLst/>
              <a:cxnLst>
                <a:cxn ang="0">
                  <a:pos x="0" y="0"/>
                </a:cxn>
                <a:cxn ang="0">
                  <a:pos x="2" y="0"/>
                </a:cxn>
                <a:cxn ang="0">
                  <a:pos x="5" y="3"/>
                </a:cxn>
                <a:cxn ang="0">
                  <a:pos x="2" y="5"/>
                </a:cxn>
                <a:cxn ang="0">
                  <a:pos x="0" y="2"/>
                </a:cxn>
                <a:cxn ang="0">
                  <a:pos x="0" y="0"/>
                </a:cxn>
              </a:cxnLst>
              <a:rect l="0" t="0" r="r" b="b"/>
              <a:pathLst>
                <a:path w="5" h="5">
                  <a:moveTo>
                    <a:pt x="0" y="0"/>
                  </a:moveTo>
                  <a:lnTo>
                    <a:pt x="2" y="0"/>
                  </a:lnTo>
                  <a:lnTo>
                    <a:pt x="5" y="3"/>
                  </a:lnTo>
                  <a:lnTo>
                    <a:pt x="2" y="5"/>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6" name="Rectangle 155"/>
            <p:cNvSpPr>
              <a:spLocks noChangeArrowheads="1"/>
            </p:cNvSpPr>
            <p:nvPr/>
          </p:nvSpPr>
          <p:spPr bwMode="auto">
            <a:xfrm>
              <a:off x="5508626" y="4208463"/>
              <a:ext cx="6350" cy="7938"/>
            </a:xfrm>
            <a:prstGeom prst="rect">
              <a:avLst/>
            </a:prstGeom>
            <a:grpFill/>
            <a:ln w="0">
              <a:noFill/>
              <a:prstDash val="solid"/>
              <a:miter lim="800000"/>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7" name="Freeform 156"/>
            <p:cNvSpPr/>
            <p:nvPr/>
          </p:nvSpPr>
          <p:spPr bwMode="auto">
            <a:xfrm>
              <a:off x="5503863" y="3683000"/>
              <a:ext cx="42863" cy="15875"/>
            </a:xfrm>
            <a:custGeom>
              <a:avLst/>
              <a:gdLst/>
              <a:ahLst/>
              <a:cxnLst>
                <a:cxn ang="0">
                  <a:pos x="20" y="0"/>
                </a:cxn>
                <a:cxn ang="0">
                  <a:pos x="27" y="3"/>
                </a:cxn>
                <a:cxn ang="0">
                  <a:pos x="13" y="10"/>
                </a:cxn>
                <a:cxn ang="0">
                  <a:pos x="0" y="6"/>
                </a:cxn>
                <a:cxn ang="0">
                  <a:pos x="7" y="3"/>
                </a:cxn>
                <a:cxn ang="0">
                  <a:pos x="20" y="0"/>
                </a:cxn>
              </a:cxnLst>
              <a:rect l="0" t="0" r="r" b="b"/>
              <a:pathLst>
                <a:path w="27" h="10">
                  <a:moveTo>
                    <a:pt x="20" y="0"/>
                  </a:moveTo>
                  <a:lnTo>
                    <a:pt x="27" y="3"/>
                  </a:lnTo>
                  <a:lnTo>
                    <a:pt x="13" y="10"/>
                  </a:lnTo>
                  <a:lnTo>
                    <a:pt x="0" y="6"/>
                  </a:lnTo>
                  <a:lnTo>
                    <a:pt x="7" y="3"/>
                  </a:lnTo>
                  <a:lnTo>
                    <a:pt x="2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8" name="Rectangle 157"/>
            <p:cNvSpPr>
              <a:spLocks noChangeArrowheads="1"/>
            </p:cNvSpPr>
            <p:nvPr/>
          </p:nvSpPr>
          <p:spPr bwMode="auto">
            <a:xfrm>
              <a:off x="6015038" y="3748088"/>
              <a:ext cx="4763" cy="3175"/>
            </a:xfrm>
            <a:prstGeom prst="rect">
              <a:avLst/>
            </a:prstGeom>
            <a:grpFill/>
            <a:ln w="0">
              <a:noFill/>
              <a:prstDash val="solid"/>
              <a:miter lim="800000"/>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9" name="Freeform 158"/>
            <p:cNvSpPr/>
            <p:nvPr/>
          </p:nvSpPr>
          <p:spPr bwMode="auto">
            <a:xfrm>
              <a:off x="6007101" y="3736975"/>
              <a:ext cx="4763" cy="6350"/>
            </a:xfrm>
            <a:custGeom>
              <a:avLst/>
              <a:gdLst/>
              <a:ahLst/>
              <a:cxnLst>
                <a:cxn ang="0">
                  <a:pos x="0" y="0"/>
                </a:cxn>
                <a:cxn ang="0">
                  <a:pos x="3" y="0"/>
                </a:cxn>
                <a:cxn ang="0">
                  <a:pos x="3" y="2"/>
                </a:cxn>
                <a:cxn ang="0">
                  <a:pos x="0" y="4"/>
                </a:cxn>
                <a:cxn ang="0">
                  <a:pos x="0" y="0"/>
                </a:cxn>
              </a:cxnLst>
              <a:rect l="0" t="0" r="r" b="b"/>
              <a:pathLst>
                <a:path w="3" h="4">
                  <a:moveTo>
                    <a:pt x="0" y="0"/>
                  </a:moveTo>
                  <a:lnTo>
                    <a:pt x="3" y="0"/>
                  </a:lnTo>
                  <a:lnTo>
                    <a:pt x="3" y="2"/>
                  </a:lnTo>
                  <a:lnTo>
                    <a:pt x="0"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0" name="Freeform 159"/>
            <p:cNvSpPr/>
            <p:nvPr/>
          </p:nvSpPr>
          <p:spPr bwMode="auto">
            <a:xfrm>
              <a:off x="6000751" y="3719513"/>
              <a:ext cx="6350" cy="7938"/>
            </a:xfrm>
            <a:custGeom>
              <a:avLst/>
              <a:gdLst/>
              <a:ahLst/>
              <a:cxnLst>
                <a:cxn ang="0">
                  <a:pos x="2" y="0"/>
                </a:cxn>
                <a:cxn ang="0">
                  <a:pos x="4" y="2"/>
                </a:cxn>
                <a:cxn ang="0">
                  <a:pos x="4" y="5"/>
                </a:cxn>
                <a:cxn ang="0">
                  <a:pos x="0" y="3"/>
                </a:cxn>
                <a:cxn ang="0">
                  <a:pos x="2" y="0"/>
                </a:cxn>
              </a:cxnLst>
              <a:rect l="0" t="0" r="r" b="b"/>
              <a:pathLst>
                <a:path w="4" h="5">
                  <a:moveTo>
                    <a:pt x="2" y="0"/>
                  </a:moveTo>
                  <a:lnTo>
                    <a:pt x="4" y="2"/>
                  </a:lnTo>
                  <a:lnTo>
                    <a:pt x="4" y="5"/>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1" name="Freeform 160"/>
            <p:cNvSpPr/>
            <p:nvPr/>
          </p:nvSpPr>
          <p:spPr bwMode="auto">
            <a:xfrm>
              <a:off x="6015038" y="3730625"/>
              <a:ext cx="4763" cy="4763"/>
            </a:xfrm>
            <a:custGeom>
              <a:avLst/>
              <a:gdLst/>
              <a:ahLst/>
              <a:cxnLst>
                <a:cxn ang="0">
                  <a:pos x="1" y="0"/>
                </a:cxn>
                <a:cxn ang="0">
                  <a:pos x="3" y="0"/>
                </a:cxn>
                <a:cxn ang="0">
                  <a:pos x="1" y="3"/>
                </a:cxn>
                <a:cxn ang="0">
                  <a:pos x="0" y="1"/>
                </a:cxn>
                <a:cxn ang="0">
                  <a:pos x="1" y="0"/>
                </a:cxn>
              </a:cxnLst>
              <a:rect l="0" t="0" r="r" b="b"/>
              <a:pathLst>
                <a:path w="3" h="3">
                  <a:moveTo>
                    <a:pt x="1" y="0"/>
                  </a:moveTo>
                  <a:lnTo>
                    <a:pt x="3" y="0"/>
                  </a:lnTo>
                  <a:lnTo>
                    <a:pt x="1" y="3"/>
                  </a:lnTo>
                  <a:lnTo>
                    <a:pt x="0" y="1"/>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2" name="Freeform 161"/>
            <p:cNvSpPr/>
            <p:nvPr/>
          </p:nvSpPr>
          <p:spPr bwMode="auto">
            <a:xfrm>
              <a:off x="5546726" y="3292475"/>
              <a:ext cx="14288" cy="11113"/>
            </a:xfrm>
            <a:custGeom>
              <a:avLst/>
              <a:gdLst/>
              <a:ahLst/>
              <a:cxnLst>
                <a:cxn ang="0">
                  <a:pos x="6" y="0"/>
                </a:cxn>
                <a:cxn ang="0">
                  <a:pos x="9" y="0"/>
                </a:cxn>
                <a:cxn ang="0">
                  <a:pos x="6" y="7"/>
                </a:cxn>
                <a:cxn ang="0">
                  <a:pos x="0" y="7"/>
                </a:cxn>
                <a:cxn ang="0">
                  <a:pos x="6" y="0"/>
                </a:cxn>
              </a:cxnLst>
              <a:rect l="0" t="0" r="r" b="b"/>
              <a:pathLst>
                <a:path w="9" h="7">
                  <a:moveTo>
                    <a:pt x="6" y="0"/>
                  </a:moveTo>
                  <a:lnTo>
                    <a:pt x="9" y="0"/>
                  </a:lnTo>
                  <a:lnTo>
                    <a:pt x="6" y="7"/>
                  </a:lnTo>
                  <a:lnTo>
                    <a:pt x="0" y="7"/>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3" name="Freeform 162"/>
            <p:cNvSpPr/>
            <p:nvPr/>
          </p:nvSpPr>
          <p:spPr bwMode="auto">
            <a:xfrm>
              <a:off x="4959351" y="3065463"/>
              <a:ext cx="49213" cy="31750"/>
            </a:xfrm>
            <a:custGeom>
              <a:avLst/>
              <a:gdLst/>
              <a:ahLst/>
              <a:cxnLst>
                <a:cxn ang="0">
                  <a:pos x="30" y="0"/>
                </a:cxn>
                <a:cxn ang="0">
                  <a:pos x="31" y="2"/>
                </a:cxn>
                <a:cxn ang="0">
                  <a:pos x="27" y="7"/>
                </a:cxn>
                <a:cxn ang="0">
                  <a:pos x="27" y="8"/>
                </a:cxn>
                <a:cxn ang="0">
                  <a:pos x="28" y="12"/>
                </a:cxn>
                <a:cxn ang="0">
                  <a:pos x="25" y="15"/>
                </a:cxn>
                <a:cxn ang="0">
                  <a:pos x="20" y="15"/>
                </a:cxn>
                <a:cxn ang="0">
                  <a:pos x="15" y="20"/>
                </a:cxn>
                <a:cxn ang="0">
                  <a:pos x="3" y="20"/>
                </a:cxn>
                <a:cxn ang="0">
                  <a:pos x="0" y="18"/>
                </a:cxn>
                <a:cxn ang="0">
                  <a:pos x="0" y="12"/>
                </a:cxn>
                <a:cxn ang="0">
                  <a:pos x="5" y="7"/>
                </a:cxn>
                <a:cxn ang="0">
                  <a:pos x="10" y="3"/>
                </a:cxn>
                <a:cxn ang="0">
                  <a:pos x="22" y="3"/>
                </a:cxn>
                <a:cxn ang="0">
                  <a:pos x="30" y="0"/>
                </a:cxn>
              </a:cxnLst>
              <a:rect l="0" t="0" r="r" b="b"/>
              <a:pathLst>
                <a:path w="31" h="20">
                  <a:moveTo>
                    <a:pt x="30" y="0"/>
                  </a:moveTo>
                  <a:lnTo>
                    <a:pt x="31" y="2"/>
                  </a:lnTo>
                  <a:lnTo>
                    <a:pt x="27" y="7"/>
                  </a:lnTo>
                  <a:lnTo>
                    <a:pt x="27" y="8"/>
                  </a:lnTo>
                  <a:lnTo>
                    <a:pt x="28" y="12"/>
                  </a:lnTo>
                  <a:lnTo>
                    <a:pt x="25" y="15"/>
                  </a:lnTo>
                  <a:lnTo>
                    <a:pt x="20" y="15"/>
                  </a:lnTo>
                  <a:lnTo>
                    <a:pt x="15" y="20"/>
                  </a:lnTo>
                  <a:lnTo>
                    <a:pt x="3" y="20"/>
                  </a:lnTo>
                  <a:lnTo>
                    <a:pt x="0" y="18"/>
                  </a:lnTo>
                  <a:lnTo>
                    <a:pt x="0" y="12"/>
                  </a:lnTo>
                  <a:lnTo>
                    <a:pt x="5" y="7"/>
                  </a:lnTo>
                  <a:lnTo>
                    <a:pt x="10" y="3"/>
                  </a:lnTo>
                  <a:lnTo>
                    <a:pt x="22" y="3"/>
                  </a:lnTo>
                  <a:lnTo>
                    <a:pt x="3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4" name="Freeform 163"/>
            <p:cNvSpPr/>
            <p:nvPr/>
          </p:nvSpPr>
          <p:spPr bwMode="auto">
            <a:xfrm>
              <a:off x="4829176" y="3070225"/>
              <a:ext cx="4763" cy="11113"/>
            </a:xfrm>
            <a:custGeom>
              <a:avLst/>
              <a:gdLst/>
              <a:ahLst/>
              <a:cxnLst>
                <a:cxn ang="0">
                  <a:pos x="3" y="0"/>
                </a:cxn>
                <a:cxn ang="0">
                  <a:pos x="3" y="5"/>
                </a:cxn>
                <a:cxn ang="0">
                  <a:pos x="0" y="7"/>
                </a:cxn>
                <a:cxn ang="0">
                  <a:pos x="0" y="2"/>
                </a:cxn>
                <a:cxn ang="0">
                  <a:pos x="3" y="0"/>
                </a:cxn>
              </a:cxnLst>
              <a:rect l="0" t="0" r="r" b="b"/>
              <a:pathLst>
                <a:path w="3" h="7">
                  <a:moveTo>
                    <a:pt x="3" y="0"/>
                  </a:moveTo>
                  <a:lnTo>
                    <a:pt x="3" y="5"/>
                  </a:lnTo>
                  <a:lnTo>
                    <a:pt x="0" y="7"/>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5" name="Freeform 164"/>
            <p:cNvSpPr/>
            <p:nvPr/>
          </p:nvSpPr>
          <p:spPr bwMode="auto">
            <a:xfrm>
              <a:off x="4841876" y="3055938"/>
              <a:ext cx="20638" cy="9525"/>
            </a:xfrm>
            <a:custGeom>
              <a:avLst/>
              <a:gdLst/>
              <a:ahLst/>
              <a:cxnLst>
                <a:cxn ang="0">
                  <a:pos x="2" y="0"/>
                </a:cxn>
                <a:cxn ang="0">
                  <a:pos x="13" y="0"/>
                </a:cxn>
                <a:cxn ang="0">
                  <a:pos x="13" y="3"/>
                </a:cxn>
                <a:cxn ang="0">
                  <a:pos x="8" y="6"/>
                </a:cxn>
                <a:cxn ang="0">
                  <a:pos x="3" y="4"/>
                </a:cxn>
                <a:cxn ang="0">
                  <a:pos x="0" y="4"/>
                </a:cxn>
                <a:cxn ang="0">
                  <a:pos x="2" y="0"/>
                </a:cxn>
              </a:cxnLst>
              <a:rect l="0" t="0" r="r" b="b"/>
              <a:pathLst>
                <a:path w="13" h="6">
                  <a:moveTo>
                    <a:pt x="2" y="0"/>
                  </a:moveTo>
                  <a:lnTo>
                    <a:pt x="13" y="0"/>
                  </a:lnTo>
                  <a:lnTo>
                    <a:pt x="13" y="3"/>
                  </a:lnTo>
                  <a:lnTo>
                    <a:pt x="8" y="6"/>
                  </a:lnTo>
                  <a:lnTo>
                    <a:pt x="3" y="4"/>
                  </a:lnTo>
                  <a:lnTo>
                    <a:pt x="0" y="4"/>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6" name="Freeform 165"/>
            <p:cNvSpPr/>
            <p:nvPr/>
          </p:nvSpPr>
          <p:spPr bwMode="auto">
            <a:xfrm>
              <a:off x="4749801" y="3078163"/>
              <a:ext cx="71438" cy="26988"/>
            </a:xfrm>
            <a:custGeom>
              <a:avLst/>
              <a:gdLst/>
              <a:ahLst/>
              <a:cxnLst>
                <a:cxn ang="0">
                  <a:pos x="4" y="0"/>
                </a:cxn>
                <a:cxn ang="0">
                  <a:pos x="10" y="0"/>
                </a:cxn>
                <a:cxn ang="0">
                  <a:pos x="15" y="4"/>
                </a:cxn>
                <a:cxn ang="0">
                  <a:pos x="20" y="5"/>
                </a:cxn>
                <a:cxn ang="0">
                  <a:pos x="32" y="5"/>
                </a:cxn>
                <a:cxn ang="0">
                  <a:pos x="35" y="4"/>
                </a:cxn>
                <a:cxn ang="0">
                  <a:pos x="36" y="2"/>
                </a:cxn>
                <a:cxn ang="0">
                  <a:pos x="40" y="2"/>
                </a:cxn>
                <a:cxn ang="0">
                  <a:pos x="45" y="7"/>
                </a:cxn>
                <a:cxn ang="0">
                  <a:pos x="40" y="10"/>
                </a:cxn>
                <a:cxn ang="0">
                  <a:pos x="36" y="10"/>
                </a:cxn>
                <a:cxn ang="0">
                  <a:pos x="30" y="12"/>
                </a:cxn>
                <a:cxn ang="0">
                  <a:pos x="28" y="12"/>
                </a:cxn>
                <a:cxn ang="0">
                  <a:pos x="27" y="14"/>
                </a:cxn>
                <a:cxn ang="0">
                  <a:pos x="20" y="17"/>
                </a:cxn>
                <a:cxn ang="0">
                  <a:pos x="20" y="15"/>
                </a:cxn>
                <a:cxn ang="0">
                  <a:pos x="15" y="12"/>
                </a:cxn>
                <a:cxn ang="0">
                  <a:pos x="12" y="9"/>
                </a:cxn>
                <a:cxn ang="0">
                  <a:pos x="5" y="7"/>
                </a:cxn>
                <a:cxn ang="0">
                  <a:pos x="0" y="7"/>
                </a:cxn>
                <a:cxn ang="0">
                  <a:pos x="0" y="2"/>
                </a:cxn>
                <a:cxn ang="0">
                  <a:pos x="4" y="0"/>
                </a:cxn>
              </a:cxnLst>
              <a:rect l="0" t="0" r="r" b="b"/>
              <a:pathLst>
                <a:path w="45" h="17">
                  <a:moveTo>
                    <a:pt x="4" y="0"/>
                  </a:moveTo>
                  <a:lnTo>
                    <a:pt x="10" y="0"/>
                  </a:lnTo>
                  <a:lnTo>
                    <a:pt x="15" y="4"/>
                  </a:lnTo>
                  <a:lnTo>
                    <a:pt x="20" y="5"/>
                  </a:lnTo>
                  <a:lnTo>
                    <a:pt x="32" y="5"/>
                  </a:lnTo>
                  <a:lnTo>
                    <a:pt x="35" y="4"/>
                  </a:lnTo>
                  <a:lnTo>
                    <a:pt x="36" y="2"/>
                  </a:lnTo>
                  <a:lnTo>
                    <a:pt x="40" y="2"/>
                  </a:lnTo>
                  <a:lnTo>
                    <a:pt x="45" y="7"/>
                  </a:lnTo>
                  <a:lnTo>
                    <a:pt x="40" y="10"/>
                  </a:lnTo>
                  <a:lnTo>
                    <a:pt x="36" y="10"/>
                  </a:lnTo>
                  <a:lnTo>
                    <a:pt x="30" y="12"/>
                  </a:lnTo>
                  <a:lnTo>
                    <a:pt x="28" y="12"/>
                  </a:lnTo>
                  <a:lnTo>
                    <a:pt x="27" y="14"/>
                  </a:lnTo>
                  <a:lnTo>
                    <a:pt x="20" y="17"/>
                  </a:lnTo>
                  <a:lnTo>
                    <a:pt x="20" y="15"/>
                  </a:lnTo>
                  <a:lnTo>
                    <a:pt x="15" y="12"/>
                  </a:lnTo>
                  <a:lnTo>
                    <a:pt x="12" y="9"/>
                  </a:lnTo>
                  <a:lnTo>
                    <a:pt x="5" y="7"/>
                  </a:lnTo>
                  <a:lnTo>
                    <a:pt x="0" y="7"/>
                  </a:lnTo>
                  <a:lnTo>
                    <a:pt x="0" y="2"/>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7" name="Freeform 166"/>
            <p:cNvSpPr/>
            <p:nvPr/>
          </p:nvSpPr>
          <p:spPr bwMode="auto">
            <a:xfrm>
              <a:off x="3619501" y="3659188"/>
              <a:ext cx="9525" cy="11113"/>
            </a:xfrm>
            <a:custGeom>
              <a:avLst/>
              <a:gdLst/>
              <a:ahLst/>
              <a:cxnLst>
                <a:cxn ang="0">
                  <a:pos x="1" y="0"/>
                </a:cxn>
                <a:cxn ang="0">
                  <a:pos x="5" y="0"/>
                </a:cxn>
                <a:cxn ang="0">
                  <a:pos x="6" y="3"/>
                </a:cxn>
                <a:cxn ang="0">
                  <a:pos x="5" y="7"/>
                </a:cxn>
                <a:cxn ang="0">
                  <a:pos x="1" y="5"/>
                </a:cxn>
                <a:cxn ang="0">
                  <a:pos x="0" y="2"/>
                </a:cxn>
                <a:cxn ang="0">
                  <a:pos x="1" y="0"/>
                </a:cxn>
              </a:cxnLst>
              <a:rect l="0" t="0" r="r" b="b"/>
              <a:pathLst>
                <a:path w="6" h="7">
                  <a:moveTo>
                    <a:pt x="1" y="0"/>
                  </a:moveTo>
                  <a:lnTo>
                    <a:pt x="5" y="0"/>
                  </a:lnTo>
                  <a:lnTo>
                    <a:pt x="6" y="3"/>
                  </a:lnTo>
                  <a:lnTo>
                    <a:pt x="5" y="7"/>
                  </a:lnTo>
                  <a:lnTo>
                    <a:pt x="1" y="5"/>
                  </a:lnTo>
                  <a:lnTo>
                    <a:pt x="0" y="2"/>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8" name="Freeform 167"/>
            <p:cNvSpPr/>
            <p:nvPr/>
          </p:nvSpPr>
          <p:spPr bwMode="auto">
            <a:xfrm>
              <a:off x="3648076" y="3630613"/>
              <a:ext cx="11113" cy="7938"/>
            </a:xfrm>
            <a:custGeom>
              <a:avLst/>
              <a:gdLst/>
              <a:ahLst/>
              <a:cxnLst>
                <a:cxn ang="0">
                  <a:pos x="0" y="0"/>
                </a:cxn>
                <a:cxn ang="0">
                  <a:pos x="7" y="2"/>
                </a:cxn>
                <a:cxn ang="0">
                  <a:pos x="7" y="3"/>
                </a:cxn>
                <a:cxn ang="0">
                  <a:pos x="3" y="5"/>
                </a:cxn>
                <a:cxn ang="0">
                  <a:pos x="0" y="5"/>
                </a:cxn>
                <a:cxn ang="0">
                  <a:pos x="0" y="0"/>
                </a:cxn>
              </a:cxnLst>
              <a:rect l="0" t="0" r="r" b="b"/>
              <a:pathLst>
                <a:path w="7" h="5">
                  <a:moveTo>
                    <a:pt x="0" y="0"/>
                  </a:moveTo>
                  <a:lnTo>
                    <a:pt x="7" y="2"/>
                  </a:lnTo>
                  <a:lnTo>
                    <a:pt x="7" y="3"/>
                  </a:lnTo>
                  <a:lnTo>
                    <a:pt x="3" y="5"/>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9" name="Freeform 168"/>
            <p:cNvSpPr/>
            <p:nvPr/>
          </p:nvSpPr>
          <p:spPr bwMode="auto">
            <a:xfrm>
              <a:off x="3598863" y="3614738"/>
              <a:ext cx="9525" cy="7938"/>
            </a:xfrm>
            <a:custGeom>
              <a:avLst/>
              <a:gdLst/>
              <a:ahLst/>
              <a:cxnLst>
                <a:cxn ang="0">
                  <a:pos x="3" y="0"/>
                </a:cxn>
                <a:cxn ang="0">
                  <a:pos x="6" y="0"/>
                </a:cxn>
                <a:cxn ang="0">
                  <a:pos x="6" y="3"/>
                </a:cxn>
                <a:cxn ang="0">
                  <a:pos x="3" y="5"/>
                </a:cxn>
                <a:cxn ang="0">
                  <a:pos x="0" y="2"/>
                </a:cxn>
                <a:cxn ang="0">
                  <a:pos x="3" y="0"/>
                </a:cxn>
              </a:cxnLst>
              <a:rect l="0" t="0" r="r" b="b"/>
              <a:pathLst>
                <a:path w="6" h="5">
                  <a:moveTo>
                    <a:pt x="3" y="0"/>
                  </a:moveTo>
                  <a:lnTo>
                    <a:pt x="6" y="0"/>
                  </a:lnTo>
                  <a:lnTo>
                    <a:pt x="6" y="3"/>
                  </a:lnTo>
                  <a:lnTo>
                    <a:pt x="3"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0" name="Freeform 169"/>
            <p:cNvSpPr/>
            <p:nvPr/>
          </p:nvSpPr>
          <p:spPr bwMode="auto">
            <a:xfrm>
              <a:off x="3860801" y="3259138"/>
              <a:ext cx="7938" cy="15875"/>
            </a:xfrm>
            <a:custGeom>
              <a:avLst/>
              <a:gdLst/>
              <a:ahLst/>
              <a:cxnLst>
                <a:cxn ang="0">
                  <a:pos x="3" y="0"/>
                </a:cxn>
                <a:cxn ang="0">
                  <a:pos x="5" y="3"/>
                </a:cxn>
                <a:cxn ang="0">
                  <a:pos x="5" y="7"/>
                </a:cxn>
                <a:cxn ang="0">
                  <a:pos x="3" y="10"/>
                </a:cxn>
                <a:cxn ang="0">
                  <a:pos x="0" y="5"/>
                </a:cxn>
                <a:cxn ang="0">
                  <a:pos x="3" y="0"/>
                </a:cxn>
              </a:cxnLst>
              <a:rect l="0" t="0" r="r" b="b"/>
              <a:pathLst>
                <a:path w="5" h="10">
                  <a:moveTo>
                    <a:pt x="3" y="0"/>
                  </a:moveTo>
                  <a:lnTo>
                    <a:pt x="5" y="3"/>
                  </a:lnTo>
                  <a:lnTo>
                    <a:pt x="5" y="7"/>
                  </a:lnTo>
                  <a:lnTo>
                    <a:pt x="3" y="10"/>
                  </a:lnTo>
                  <a:lnTo>
                    <a:pt x="0" y="5"/>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1" name="Freeform 170"/>
            <p:cNvSpPr/>
            <p:nvPr/>
          </p:nvSpPr>
          <p:spPr bwMode="auto">
            <a:xfrm>
              <a:off x="3844926" y="3279775"/>
              <a:ext cx="12700" cy="12700"/>
            </a:xfrm>
            <a:custGeom>
              <a:avLst/>
              <a:gdLst/>
              <a:ahLst/>
              <a:cxnLst>
                <a:cxn ang="0">
                  <a:pos x="3" y="0"/>
                </a:cxn>
                <a:cxn ang="0">
                  <a:pos x="8" y="2"/>
                </a:cxn>
                <a:cxn ang="0">
                  <a:pos x="8" y="7"/>
                </a:cxn>
                <a:cxn ang="0">
                  <a:pos x="5" y="8"/>
                </a:cxn>
                <a:cxn ang="0">
                  <a:pos x="0" y="8"/>
                </a:cxn>
                <a:cxn ang="0">
                  <a:pos x="1" y="5"/>
                </a:cxn>
                <a:cxn ang="0">
                  <a:pos x="3" y="0"/>
                </a:cxn>
              </a:cxnLst>
              <a:rect l="0" t="0" r="r" b="b"/>
              <a:pathLst>
                <a:path w="8" h="8">
                  <a:moveTo>
                    <a:pt x="3" y="0"/>
                  </a:moveTo>
                  <a:lnTo>
                    <a:pt x="8" y="2"/>
                  </a:lnTo>
                  <a:lnTo>
                    <a:pt x="8" y="7"/>
                  </a:lnTo>
                  <a:lnTo>
                    <a:pt x="5" y="8"/>
                  </a:lnTo>
                  <a:lnTo>
                    <a:pt x="0" y="8"/>
                  </a:lnTo>
                  <a:lnTo>
                    <a:pt x="1" y="5"/>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2" name="Freeform 171"/>
            <p:cNvSpPr/>
            <p:nvPr/>
          </p:nvSpPr>
          <p:spPr bwMode="auto">
            <a:xfrm>
              <a:off x="3810001" y="3292475"/>
              <a:ext cx="11113" cy="14288"/>
            </a:xfrm>
            <a:custGeom>
              <a:avLst/>
              <a:gdLst/>
              <a:ahLst/>
              <a:cxnLst>
                <a:cxn ang="0">
                  <a:pos x="5" y="0"/>
                </a:cxn>
                <a:cxn ang="0">
                  <a:pos x="7" y="5"/>
                </a:cxn>
                <a:cxn ang="0">
                  <a:pos x="5" y="9"/>
                </a:cxn>
                <a:cxn ang="0">
                  <a:pos x="2" y="9"/>
                </a:cxn>
                <a:cxn ang="0">
                  <a:pos x="0" y="5"/>
                </a:cxn>
                <a:cxn ang="0">
                  <a:pos x="2" y="2"/>
                </a:cxn>
                <a:cxn ang="0">
                  <a:pos x="5" y="0"/>
                </a:cxn>
              </a:cxnLst>
              <a:rect l="0" t="0" r="r" b="b"/>
              <a:pathLst>
                <a:path w="7" h="9">
                  <a:moveTo>
                    <a:pt x="5" y="0"/>
                  </a:moveTo>
                  <a:lnTo>
                    <a:pt x="7" y="5"/>
                  </a:lnTo>
                  <a:lnTo>
                    <a:pt x="5" y="9"/>
                  </a:lnTo>
                  <a:lnTo>
                    <a:pt x="2" y="9"/>
                  </a:lnTo>
                  <a:lnTo>
                    <a:pt x="0" y="5"/>
                  </a:lnTo>
                  <a:lnTo>
                    <a:pt x="2"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3" name="Freeform 172"/>
            <p:cNvSpPr/>
            <p:nvPr/>
          </p:nvSpPr>
          <p:spPr bwMode="auto">
            <a:xfrm>
              <a:off x="3784601" y="3286125"/>
              <a:ext cx="12700" cy="9525"/>
            </a:xfrm>
            <a:custGeom>
              <a:avLst/>
              <a:gdLst/>
              <a:ahLst/>
              <a:cxnLst>
                <a:cxn ang="0">
                  <a:pos x="3" y="0"/>
                </a:cxn>
                <a:cxn ang="0">
                  <a:pos x="6" y="0"/>
                </a:cxn>
                <a:cxn ang="0">
                  <a:pos x="8" y="3"/>
                </a:cxn>
                <a:cxn ang="0">
                  <a:pos x="6" y="6"/>
                </a:cxn>
                <a:cxn ang="0">
                  <a:pos x="1" y="6"/>
                </a:cxn>
                <a:cxn ang="0">
                  <a:pos x="0" y="1"/>
                </a:cxn>
                <a:cxn ang="0">
                  <a:pos x="3" y="0"/>
                </a:cxn>
              </a:cxnLst>
              <a:rect l="0" t="0" r="r" b="b"/>
              <a:pathLst>
                <a:path w="8" h="6">
                  <a:moveTo>
                    <a:pt x="3" y="0"/>
                  </a:moveTo>
                  <a:lnTo>
                    <a:pt x="6" y="0"/>
                  </a:lnTo>
                  <a:lnTo>
                    <a:pt x="8" y="3"/>
                  </a:lnTo>
                  <a:lnTo>
                    <a:pt x="6" y="6"/>
                  </a:lnTo>
                  <a:lnTo>
                    <a:pt x="1" y="6"/>
                  </a:lnTo>
                  <a:lnTo>
                    <a:pt x="0" y="1"/>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4" name="Freeform 173"/>
            <p:cNvSpPr/>
            <p:nvPr/>
          </p:nvSpPr>
          <p:spPr bwMode="auto">
            <a:xfrm>
              <a:off x="3757613" y="3271838"/>
              <a:ext cx="11113" cy="14288"/>
            </a:xfrm>
            <a:custGeom>
              <a:avLst/>
              <a:gdLst/>
              <a:ahLst/>
              <a:cxnLst>
                <a:cxn ang="0">
                  <a:pos x="4" y="0"/>
                </a:cxn>
                <a:cxn ang="0">
                  <a:pos x="5" y="2"/>
                </a:cxn>
                <a:cxn ang="0">
                  <a:pos x="7" y="5"/>
                </a:cxn>
                <a:cxn ang="0">
                  <a:pos x="4" y="9"/>
                </a:cxn>
                <a:cxn ang="0">
                  <a:pos x="0" y="7"/>
                </a:cxn>
                <a:cxn ang="0">
                  <a:pos x="0" y="2"/>
                </a:cxn>
                <a:cxn ang="0">
                  <a:pos x="4" y="0"/>
                </a:cxn>
              </a:cxnLst>
              <a:rect l="0" t="0" r="r" b="b"/>
              <a:pathLst>
                <a:path w="7" h="9">
                  <a:moveTo>
                    <a:pt x="4" y="0"/>
                  </a:moveTo>
                  <a:lnTo>
                    <a:pt x="5" y="2"/>
                  </a:lnTo>
                  <a:lnTo>
                    <a:pt x="7" y="5"/>
                  </a:lnTo>
                  <a:lnTo>
                    <a:pt x="4" y="9"/>
                  </a:lnTo>
                  <a:lnTo>
                    <a:pt x="0" y="7"/>
                  </a:lnTo>
                  <a:lnTo>
                    <a:pt x="0" y="2"/>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5" name="Freeform 174"/>
            <p:cNvSpPr/>
            <p:nvPr/>
          </p:nvSpPr>
          <p:spPr bwMode="auto">
            <a:xfrm>
              <a:off x="3797301" y="3146425"/>
              <a:ext cx="11113" cy="11113"/>
            </a:xfrm>
            <a:custGeom>
              <a:avLst/>
              <a:gdLst/>
              <a:ahLst/>
              <a:cxnLst>
                <a:cxn ang="0">
                  <a:pos x="0" y="0"/>
                </a:cxn>
                <a:cxn ang="0">
                  <a:pos x="3" y="0"/>
                </a:cxn>
                <a:cxn ang="0">
                  <a:pos x="5" y="2"/>
                </a:cxn>
                <a:cxn ang="0">
                  <a:pos x="7" y="5"/>
                </a:cxn>
                <a:cxn ang="0">
                  <a:pos x="3" y="7"/>
                </a:cxn>
                <a:cxn ang="0">
                  <a:pos x="2" y="5"/>
                </a:cxn>
                <a:cxn ang="0">
                  <a:pos x="0" y="0"/>
                </a:cxn>
              </a:cxnLst>
              <a:rect l="0" t="0" r="r" b="b"/>
              <a:pathLst>
                <a:path w="7" h="7">
                  <a:moveTo>
                    <a:pt x="0" y="0"/>
                  </a:moveTo>
                  <a:lnTo>
                    <a:pt x="3" y="0"/>
                  </a:lnTo>
                  <a:lnTo>
                    <a:pt x="5" y="2"/>
                  </a:lnTo>
                  <a:lnTo>
                    <a:pt x="7" y="5"/>
                  </a:lnTo>
                  <a:lnTo>
                    <a:pt x="3" y="7"/>
                  </a:lnTo>
                  <a:lnTo>
                    <a:pt x="2"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6" name="Freeform 175"/>
            <p:cNvSpPr/>
            <p:nvPr/>
          </p:nvSpPr>
          <p:spPr bwMode="auto">
            <a:xfrm>
              <a:off x="3571876" y="2976563"/>
              <a:ext cx="11113" cy="7938"/>
            </a:xfrm>
            <a:custGeom>
              <a:avLst/>
              <a:gdLst/>
              <a:ahLst/>
              <a:cxnLst>
                <a:cxn ang="0">
                  <a:pos x="0" y="0"/>
                </a:cxn>
                <a:cxn ang="0">
                  <a:pos x="7" y="2"/>
                </a:cxn>
                <a:cxn ang="0">
                  <a:pos x="7" y="5"/>
                </a:cxn>
                <a:cxn ang="0">
                  <a:pos x="0" y="5"/>
                </a:cxn>
                <a:cxn ang="0">
                  <a:pos x="0" y="0"/>
                </a:cxn>
              </a:cxnLst>
              <a:rect l="0" t="0" r="r" b="b"/>
              <a:pathLst>
                <a:path w="7" h="5">
                  <a:moveTo>
                    <a:pt x="0" y="0"/>
                  </a:moveTo>
                  <a:lnTo>
                    <a:pt x="7" y="2"/>
                  </a:lnTo>
                  <a:lnTo>
                    <a:pt x="7" y="5"/>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7" name="Freeform 176"/>
            <p:cNvSpPr/>
            <p:nvPr/>
          </p:nvSpPr>
          <p:spPr bwMode="auto">
            <a:xfrm>
              <a:off x="3551238" y="2984500"/>
              <a:ext cx="7938" cy="7938"/>
            </a:xfrm>
            <a:custGeom>
              <a:avLst/>
              <a:gdLst/>
              <a:ahLst/>
              <a:cxnLst>
                <a:cxn ang="0">
                  <a:pos x="2" y="0"/>
                </a:cxn>
                <a:cxn ang="0">
                  <a:pos x="5" y="0"/>
                </a:cxn>
                <a:cxn ang="0">
                  <a:pos x="0" y="5"/>
                </a:cxn>
                <a:cxn ang="0">
                  <a:pos x="2" y="0"/>
                </a:cxn>
              </a:cxnLst>
              <a:rect l="0" t="0" r="r" b="b"/>
              <a:pathLst>
                <a:path w="5" h="5">
                  <a:moveTo>
                    <a:pt x="2" y="0"/>
                  </a:moveTo>
                  <a:lnTo>
                    <a:pt x="5" y="0"/>
                  </a:lnTo>
                  <a:lnTo>
                    <a:pt x="0" y="5"/>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8" name="Freeform 177"/>
            <p:cNvSpPr/>
            <p:nvPr/>
          </p:nvSpPr>
          <p:spPr bwMode="auto">
            <a:xfrm>
              <a:off x="3548063" y="2960688"/>
              <a:ext cx="11113" cy="7938"/>
            </a:xfrm>
            <a:custGeom>
              <a:avLst/>
              <a:gdLst/>
              <a:ahLst/>
              <a:cxnLst>
                <a:cxn ang="0">
                  <a:pos x="0" y="0"/>
                </a:cxn>
                <a:cxn ang="0">
                  <a:pos x="5" y="0"/>
                </a:cxn>
                <a:cxn ang="0">
                  <a:pos x="7" y="4"/>
                </a:cxn>
                <a:cxn ang="0">
                  <a:pos x="2" y="5"/>
                </a:cxn>
                <a:cxn ang="0">
                  <a:pos x="0" y="0"/>
                </a:cxn>
              </a:cxnLst>
              <a:rect l="0" t="0" r="r" b="b"/>
              <a:pathLst>
                <a:path w="7" h="5">
                  <a:moveTo>
                    <a:pt x="0" y="0"/>
                  </a:moveTo>
                  <a:lnTo>
                    <a:pt x="5" y="0"/>
                  </a:lnTo>
                  <a:lnTo>
                    <a:pt x="7" y="4"/>
                  </a:lnTo>
                  <a:lnTo>
                    <a:pt x="2"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9" name="Freeform 178"/>
            <p:cNvSpPr/>
            <p:nvPr/>
          </p:nvSpPr>
          <p:spPr bwMode="auto">
            <a:xfrm>
              <a:off x="6886576" y="3424238"/>
              <a:ext cx="52388" cy="53975"/>
            </a:xfrm>
            <a:custGeom>
              <a:avLst/>
              <a:gdLst/>
              <a:ahLst/>
              <a:cxnLst>
                <a:cxn ang="0">
                  <a:pos x="13" y="0"/>
                </a:cxn>
                <a:cxn ang="0">
                  <a:pos x="21" y="0"/>
                </a:cxn>
                <a:cxn ang="0">
                  <a:pos x="28" y="1"/>
                </a:cxn>
                <a:cxn ang="0">
                  <a:pos x="33" y="6"/>
                </a:cxn>
                <a:cxn ang="0">
                  <a:pos x="33" y="11"/>
                </a:cxn>
                <a:cxn ang="0">
                  <a:pos x="30" y="15"/>
                </a:cxn>
                <a:cxn ang="0">
                  <a:pos x="30" y="26"/>
                </a:cxn>
                <a:cxn ang="0">
                  <a:pos x="28" y="31"/>
                </a:cxn>
                <a:cxn ang="0">
                  <a:pos x="25" y="34"/>
                </a:cxn>
                <a:cxn ang="0">
                  <a:pos x="21" y="34"/>
                </a:cxn>
                <a:cxn ang="0">
                  <a:pos x="15" y="33"/>
                </a:cxn>
                <a:cxn ang="0">
                  <a:pos x="8" y="33"/>
                </a:cxn>
                <a:cxn ang="0">
                  <a:pos x="5" y="29"/>
                </a:cxn>
                <a:cxn ang="0">
                  <a:pos x="2" y="24"/>
                </a:cxn>
                <a:cxn ang="0">
                  <a:pos x="0" y="18"/>
                </a:cxn>
                <a:cxn ang="0">
                  <a:pos x="0" y="15"/>
                </a:cxn>
                <a:cxn ang="0">
                  <a:pos x="3" y="11"/>
                </a:cxn>
                <a:cxn ang="0">
                  <a:pos x="3" y="6"/>
                </a:cxn>
                <a:cxn ang="0">
                  <a:pos x="5" y="1"/>
                </a:cxn>
                <a:cxn ang="0">
                  <a:pos x="13" y="0"/>
                </a:cxn>
              </a:cxnLst>
              <a:rect l="0" t="0" r="r" b="b"/>
              <a:pathLst>
                <a:path w="33" h="34">
                  <a:moveTo>
                    <a:pt x="13" y="0"/>
                  </a:moveTo>
                  <a:lnTo>
                    <a:pt x="21" y="0"/>
                  </a:lnTo>
                  <a:lnTo>
                    <a:pt x="28" y="1"/>
                  </a:lnTo>
                  <a:lnTo>
                    <a:pt x="33" y="6"/>
                  </a:lnTo>
                  <a:lnTo>
                    <a:pt x="33" y="11"/>
                  </a:lnTo>
                  <a:lnTo>
                    <a:pt x="30" y="15"/>
                  </a:lnTo>
                  <a:lnTo>
                    <a:pt x="30" y="26"/>
                  </a:lnTo>
                  <a:lnTo>
                    <a:pt x="28" y="31"/>
                  </a:lnTo>
                  <a:lnTo>
                    <a:pt x="25" y="34"/>
                  </a:lnTo>
                  <a:lnTo>
                    <a:pt x="21" y="34"/>
                  </a:lnTo>
                  <a:lnTo>
                    <a:pt x="15" y="33"/>
                  </a:lnTo>
                  <a:lnTo>
                    <a:pt x="8" y="33"/>
                  </a:lnTo>
                  <a:lnTo>
                    <a:pt x="5" y="29"/>
                  </a:lnTo>
                  <a:lnTo>
                    <a:pt x="2" y="24"/>
                  </a:lnTo>
                  <a:lnTo>
                    <a:pt x="0" y="18"/>
                  </a:lnTo>
                  <a:lnTo>
                    <a:pt x="0" y="15"/>
                  </a:lnTo>
                  <a:lnTo>
                    <a:pt x="3" y="11"/>
                  </a:lnTo>
                  <a:lnTo>
                    <a:pt x="3" y="6"/>
                  </a:lnTo>
                  <a:lnTo>
                    <a:pt x="5" y="1"/>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0" name="Freeform 179"/>
            <p:cNvSpPr/>
            <p:nvPr/>
          </p:nvSpPr>
          <p:spPr bwMode="auto">
            <a:xfrm>
              <a:off x="2655888" y="3743325"/>
              <a:ext cx="19050" cy="15875"/>
            </a:xfrm>
            <a:custGeom>
              <a:avLst/>
              <a:gdLst/>
              <a:ahLst/>
              <a:cxnLst>
                <a:cxn ang="0">
                  <a:pos x="8" y="0"/>
                </a:cxn>
                <a:cxn ang="0">
                  <a:pos x="12" y="0"/>
                </a:cxn>
                <a:cxn ang="0">
                  <a:pos x="10" y="3"/>
                </a:cxn>
                <a:cxn ang="0">
                  <a:pos x="10" y="8"/>
                </a:cxn>
                <a:cxn ang="0">
                  <a:pos x="7" y="10"/>
                </a:cxn>
                <a:cxn ang="0">
                  <a:pos x="0" y="10"/>
                </a:cxn>
                <a:cxn ang="0">
                  <a:pos x="2" y="3"/>
                </a:cxn>
                <a:cxn ang="0">
                  <a:pos x="8" y="0"/>
                </a:cxn>
              </a:cxnLst>
              <a:rect l="0" t="0" r="r" b="b"/>
              <a:pathLst>
                <a:path w="12" h="10">
                  <a:moveTo>
                    <a:pt x="8" y="0"/>
                  </a:moveTo>
                  <a:lnTo>
                    <a:pt x="12" y="0"/>
                  </a:lnTo>
                  <a:lnTo>
                    <a:pt x="10" y="3"/>
                  </a:lnTo>
                  <a:lnTo>
                    <a:pt x="10" y="8"/>
                  </a:lnTo>
                  <a:lnTo>
                    <a:pt x="7" y="10"/>
                  </a:lnTo>
                  <a:lnTo>
                    <a:pt x="0" y="10"/>
                  </a:lnTo>
                  <a:lnTo>
                    <a:pt x="2" y="3"/>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1" name="Freeform 180"/>
            <p:cNvSpPr/>
            <p:nvPr/>
          </p:nvSpPr>
          <p:spPr bwMode="auto">
            <a:xfrm>
              <a:off x="2587626" y="3732213"/>
              <a:ext cx="12700" cy="7938"/>
            </a:xfrm>
            <a:custGeom>
              <a:avLst/>
              <a:gdLst/>
              <a:ahLst/>
              <a:cxnLst>
                <a:cxn ang="0">
                  <a:pos x="5" y="0"/>
                </a:cxn>
                <a:cxn ang="0">
                  <a:pos x="8" y="2"/>
                </a:cxn>
                <a:cxn ang="0">
                  <a:pos x="7" y="3"/>
                </a:cxn>
                <a:cxn ang="0">
                  <a:pos x="0" y="5"/>
                </a:cxn>
                <a:cxn ang="0">
                  <a:pos x="5" y="0"/>
                </a:cxn>
              </a:cxnLst>
              <a:rect l="0" t="0" r="r" b="b"/>
              <a:pathLst>
                <a:path w="8" h="5">
                  <a:moveTo>
                    <a:pt x="5" y="0"/>
                  </a:moveTo>
                  <a:lnTo>
                    <a:pt x="8" y="2"/>
                  </a:lnTo>
                  <a:lnTo>
                    <a:pt x="7" y="3"/>
                  </a:lnTo>
                  <a:lnTo>
                    <a:pt x="0" y="5"/>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2" name="Freeform 181"/>
            <p:cNvSpPr/>
            <p:nvPr/>
          </p:nvSpPr>
          <p:spPr bwMode="auto">
            <a:xfrm>
              <a:off x="2660651" y="3714750"/>
              <a:ext cx="6350" cy="7938"/>
            </a:xfrm>
            <a:custGeom>
              <a:avLst/>
              <a:gdLst/>
              <a:ahLst/>
              <a:cxnLst>
                <a:cxn ang="0">
                  <a:pos x="0" y="0"/>
                </a:cxn>
                <a:cxn ang="0">
                  <a:pos x="4" y="1"/>
                </a:cxn>
                <a:cxn ang="0">
                  <a:pos x="2" y="5"/>
                </a:cxn>
                <a:cxn ang="0">
                  <a:pos x="0" y="0"/>
                </a:cxn>
              </a:cxnLst>
              <a:rect l="0" t="0" r="r" b="b"/>
              <a:pathLst>
                <a:path w="4" h="5">
                  <a:moveTo>
                    <a:pt x="0" y="0"/>
                  </a:moveTo>
                  <a:lnTo>
                    <a:pt x="4" y="1"/>
                  </a:lnTo>
                  <a:lnTo>
                    <a:pt x="2"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3" name="Freeform 182"/>
            <p:cNvSpPr/>
            <p:nvPr/>
          </p:nvSpPr>
          <p:spPr bwMode="auto">
            <a:xfrm>
              <a:off x="2655888" y="3703638"/>
              <a:ext cx="3175" cy="4763"/>
            </a:xfrm>
            <a:custGeom>
              <a:avLst/>
              <a:gdLst/>
              <a:ahLst/>
              <a:cxnLst>
                <a:cxn ang="0">
                  <a:pos x="0" y="0"/>
                </a:cxn>
                <a:cxn ang="0">
                  <a:pos x="2" y="0"/>
                </a:cxn>
                <a:cxn ang="0">
                  <a:pos x="2" y="2"/>
                </a:cxn>
                <a:cxn ang="0">
                  <a:pos x="0" y="3"/>
                </a:cxn>
                <a:cxn ang="0">
                  <a:pos x="0" y="0"/>
                </a:cxn>
              </a:cxnLst>
              <a:rect l="0" t="0" r="r" b="b"/>
              <a:pathLst>
                <a:path w="2" h="3">
                  <a:moveTo>
                    <a:pt x="0" y="0"/>
                  </a:moveTo>
                  <a:lnTo>
                    <a:pt x="2" y="0"/>
                  </a:lnTo>
                  <a:lnTo>
                    <a:pt x="2" y="2"/>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4" name="Freeform 183"/>
            <p:cNvSpPr/>
            <p:nvPr/>
          </p:nvSpPr>
          <p:spPr bwMode="auto">
            <a:xfrm>
              <a:off x="2667001" y="3687763"/>
              <a:ext cx="7938" cy="4763"/>
            </a:xfrm>
            <a:custGeom>
              <a:avLst/>
              <a:gdLst/>
              <a:ahLst/>
              <a:cxnLst>
                <a:cxn ang="0">
                  <a:pos x="5" y="0"/>
                </a:cxn>
                <a:cxn ang="0">
                  <a:pos x="3" y="3"/>
                </a:cxn>
                <a:cxn ang="0">
                  <a:pos x="0" y="3"/>
                </a:cxn>
                <a:cxn ang="0">
                  <a:pos x="5" y="0"/>
                </a:cxn>
              </a:cxnLst>
              <a:rect l="0" t="0" r="r" b="b"/>
              <a:pathLst>
                <a:path w="5" h="3">
                  <a:moveTo>
                    <a:pt x="5" y="0"/>
                  </a:moveTo>
                  <a:lnTo>
                    <a:pt x="3" y="3"/>
                  </a:lnTo>
                  <a:lnTo>
                    <a:pt x="0"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5" name="Freeform 184"/>
            <p:cNvSpPr/>
            <p:nvPr/>
          </p:nvSpPr>
          <p:spPr bwMode="auto">
            <a:xfrm>
              <a:off x="2667001" y="3675063"/>
              <a:ext cx="7938" cy="7938"/>
            </a:xfrm>
            <a:custGeom>
              <a:avLst/>
              <a:gdLst/>
              <a:ahLst/>
              <a:cxnLst>
                <a:cxn ang="0">
                  <a:pos x="3" y="0"/>
                </a:cxn>
                <a:cxn ang="0">
                  <a:pos x="5" y="0"/>
                </a:cxn>
                <a:cxn ang="0">
                  <a:pos x="3" y="3"/>
                </a:cxn>
                <a:cxn ang="0">
                  <a:pos x="0" y="5"/>
                </a:cxn>
                <a:cxn ang="0">
                  <a:pos x="0" y="2"/>
                </a:cxn>
                <a:cxn ang="0">
                  <a:pos x="3" y="0"/>
                </a:cxn>
              </a:cxnLst>
              <a:rect l="0" t="0" r="r" b="b"/>
              <a:pathLst>
                <a:path w="5" h="5">
                  <a:moveTo>
                    <a:pt x="3" y="0"/>
                  </a:moveTo>
                  <a:lnTo>
                    <a:pt x="5" y="0"/>
                  </a:lnTo>
                  <a:lnTo>
                    <a:pt x="3" y="3"/>
                  </a:lnTo>
                  <a:lnTo>
                    <a:pt x="0"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6" name="Freeform 185"/>
            <p:cNvSpPr/>
            <p:nvPr/>
          </p:nvSpPr>
          <p:spPr bwMode="auto">
            <a:xfrm>
              <a:off x="2671763" y="3659188"/>
              <a:ext cx="7938" cy="7938"/>
            </a:xfrm>
            <a:custGeom>
              <a:avLst/>
              <a:gdLst/>
              <a:ahLst/>
              <a:cxnLst>
                <a:cxn ang="0">
                  <a:pos x="0" y="0"/>
                </a:cxn>
                <a:cxn ang="0">
                  <a:pos x="3" y="0"/>
                </a:cxn>
                <a:cxn ang="0">
                  <a:pos x="5" y="2"/>
                </a:cxn>
                <a:cxn ang="0">
                  <a:pos x="2" y="5"/>
                </a:cxn>
                <a:cxn ang="0">
                  <a:pos x="0" y="2"/>
                </a:cxn>
                <a:cxn ang="0">
                  <a:pos x="0" y="0"/>
                </a:cxn>
              </a:cxnLst>
              <a:rect l="0" t="0" r="r" b="b"/>
              <a:pathLst>
                <a:path w="5" h="5">
                  <a:moveTo>
                    <a:pt x="0" y="0"/>
                  </a:moveTo>
                  <a:lnTo>
                    <a:pt x="3" y="0"/>
                  </a:lnTo>
                  <a:lnTo>
                    <a:pt x="5" y="2"/>
                  </a:lnTo>
                  <a:lnTo>
                    <a:pt x="2" y="5"/>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7" name="Freeform 186"/>
            <p:cNvSpPr/>
            <p:nvPr/>
          </p:nvSpPr>
          <p:spPr bwMode="auto">
            <a:xfrm>
              <a:off x="2663826" y="3609975"/>
              <a:ext cx="11113" cy="7938"/>
            </a:xfrm>
            <a:custGeom>
              <a:avLst/>
              <a:gdLst/>
              <a:ahLst/>
              <a:cxnLst>
                <a:cxn ang="0">
                  <a:pos x="3" y="0"/>
                </a:cxn>
                <a:cxn ang="0">
                  <a:pos x="7" y="0"/>
                </a:cxn>
                <a:cxn ang="0">
                  <a:pos x="7" y="5"/>
                </a:cxn>
                <a:cxn ang="0">
                  <a:pos x="3" y="5"/>
                </a:cxn>
                <a:cxn ang="0">
                  <a:pos x="0" y="1"/>
                </a:cxn>
                <a:cxn ang="0">
                  <a:pos x="3" y="0"/>
                </a:cxn>
              </a:cxnLst>
              <a:rect l="0" t="0" r="r" b="b"/>
              <a:pathLst>
                <a:path w="7" h="5">
                  <a:moveTo>
                    <a:pt x="3" y="0"/>
                  </a:moveTo>
                  <a:lnTo>
                    <a:pt x="7" y="0"/>
                  </a:lnTo>
                  <a:lnTo>
                    <a:pt x="7" y="5"/>
                  </a:lnTo>
                  <a:lnTo>
                    <a:pt x="3" y="5"/>
                  </a:lnTo>
                  <a:lnTo>
                    <a:pt x="0" y="1"/>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8" name="Freeform 187"/>
            <p:cNvSpPr/>
            <p:nvPr/>
          </p:nvSpPr>
          <p:spPr bwMode="auto">
            <a:xfrm>
              <a:off x="2614613" y="3562350"/>
              <a:ext cx="12700" cy="7938"/>
            </a:xfrm>
            <a:custGeom>
              <a:avLst/>
              <a:gdLst/>
              <a:ahLst/>
              <a:cxnLst>
                <a:cxn ang="0">
                  <a:pos x="5" y="0"/>
                </a:cxn>
                <a:cxn ang="0">
                  <a:pos x="8" y="3"/>
                </a:cxn>
                <a:cxn ang="0">
                  <a:pos x="5" y="5"/>
                </a:cxn>
                <a:cxn ang="0">
                  <a:pos x="0" y="5"/>
                </a:cxn>
                <a:cxn ang="0">
                  <a:pos x="5" y="0"/>
                </a:cxn>
              </a:cxnLst>
              <a:rect l="0" t="0" r="r" b="b"/>
              <a:pathLst>
                <a:path w="8" h="5">
                  <a:moveTo>
                    <a:pt x="5" y="0"/>
                  </a:moveTo>
                  <a:lnTo>
                    <a:pt x="8" y="3"/>
                  </a:lnTo>
                  <a:lnTo>
                    <a:pt x="5" y="5"/>
                  </a:lnTo>
                  <a:lnTo>
                    <a:pt x="0" y="5"/>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9" name="Freeform 188"/>
            <p:cNvSpPr/>
            <p:nvPr/>
          </p:nvSpPr>
          <p:spPr bwMode="auto">
            <a:xfrm>
              <a:off x="2598738" y="3544888"/>
              <a:ext cx="7938" cy="6350"/>
            </a:xfrm>
            <a:custGeom>
              <a:avLst/>
              <a:gdLst/>
              <a:ahLst/>
              <a:cxnLst>
                <a:cxn ang="0">
                  <a:pos x="3" y="0"/>
                </a:cxn>
                <a:cxn ang="0">
                  <a:pos x="5" y="1"/>
                </a:cxn>
                <a:cxn ang="0">
                  <a:pos x="3" y="4"/>
                </a:cxn>
                <a:cxn ang="0">
                  <a:pos x="0" y="1"/>
                </a:cxn>
                <a:cxn ang="0">
                  <a:pos x="3" y="0"/>
                </a:cxn>
              </a:cxnLst>
              <a:rect l="0" t="0" r="r" b="b"/>
              <a:pathLst>
                <a:path w="5" h="4">
                  <a:moveTo>
                    <a:pt x="3" y="0"/>
                  </a:moveTo>
                  <a:lnTo>
                    <a:pt x="5" y="1"/>
                  </a:lnTo>
                  <a:lnTo>
                    <a:pt x="3" y="4"/>
                  </a:lnTo>
                  <a:lnTo>
                    <a:pt x="0" y="1"/>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0" name="Freeform 189"/>
            <p:cNvSpPr/>
            <p:nvPr/>
          </p:nvSpPr>
          <p:spPr bwMode="auto">
            <a:xfrm>
              <a:off x="2530476" y="3525838"/>
              <a:ext cx="47625" cy="19050"/>
            </a:xfrm>
            <a:custGeom>
              <a:avLst/>
              <a:gdLst/>
              <a:ahLst/>
              <a:cxnLst>
                <a:cxn ang="0">
                  <a:pos x="5" y="0"/>
                </a:cxn>
                <a:cxn ang="0">
                  <a:pos x="11" y="0"/>
                </a:cxn>
                <a:cxn ang="0">
                  <a:pos x="15" y="2"/>
                </a:cxn>
                <a:cxn ang="0">
                  <a:pos x="18" y="2"/>
                </a:cxn>
                <a:cxn ang="0">
                  <a:pos x="21" y="0"/>
                </a:cxn>
                <a:cxn ang="0">
                  <a:pos x="28" y="0"/>
                </a:cxn>
                <a:cxn ang="0">
                  <a:pos x="30" y="3"/>
                </a:cxn>
                <a:cxn ang="0">
                  <a:pos x="30" y="5"/>
                </a:cxn>
                <a:cxn ang="0">
                  <a:pos x="26" y="10"/>
                </a:cxn>
                <a:cxn ang="0">
                  <a:pos x="21" y="12"/>
                </a:cxn>
                <a:cxn ang="0">
                  <a:pos x="16" y="10"/>
                </a:cxn>
                <a:cxn ang="0">
                  <a:pos x="11" y="10"/>
                </a:cxn>
                <a:cxn ang="0">
                  <a:pos x="10" y="8"/>
                </a:cxn>
                <a:cxn ang="0">
                  <a:pos x="6" y="12"/>
                </a:cxn>
                <a:cxn ang="0">
                  <a:pos x="1" y="12"/>
                </a:cxn>
                <a:cxn ang="0">
                  <a:pos x="0" y="10"/>
                </a:cxn>
                <a:cxn ang="0">
                  <a:pos x="3" y="7"/>
                </a:cxn>
                <a:cxn ang="0">
                  <a:pos x="0" y="5"/>
                </a:cxn>
                <a:cxn ang="0">
                  <a:pos x="5" y="0"/>
                </a:cxn>
              </a:cxnLst>
              <a:rect l="0" t="0" r="r" b="b"/>
              <a:pathLst>
                <a:path w="30" h="12">
                  <a:moveTo>
                    <a:pt x="5" y="0"/>
                  </a:moveTo>
                  <a:lnTo>
                    <a:pt x="11" y="0"/>
                  </a:lnTo>
                  <a:lnTo>
                    <a:pt x="15" y="2"/>
                  </a:lnTo>
                  <a:lnTo>
                    <a:pt x="18" y="2"/>
                  </a:lnTo>
                  <a:lnTo>
                    <a:pt x="21" y="0"/>
                  </a:lnTo>
                  <a:lnTo>
                    <a:pt x="28" y="0"/>
                  </a:lnTo>
                  <a:lnTo>
                    <a:pt x="30" y="3"/>
                  </a:lnTo>
                  <a:lnTo>
                    <a:pt x="30" y="5"/>
                  </a:lnTo>
                  <a:lnTo>
                    <a:pt x="26" y="10"/>
                  </a:lnTo>
                  <a:lnTo>
                    <a:pt x="21" y="12"/>
                  </a:lnTo>
                  <a:lnTo>
                    <a:pt x="16" y="10"/>
                  </a:lnTo>
                  <a:lnTo>
                    <a:pt x="11" y="10"/>
                  </a:lnTo>
                  <a:lnTo>
                    <a:pt x="10" y="8"/>
                  </a:lnTo>
                  <a:lnTo>
                    <a:pt x="6" y="12"/>
                  </a:lnTo>
                  <a:lnTo>
                    <a:pt x="1" y="12"/>
                  </a:lnTo>
                  <a:lnTo>
                    <a:pt x="0" y="10"/>
                  </a:lnTo>
                  <a:lnTo>
                    <a:pt x="3" y="7"/>
                  </a:lnTo>
                  <a:lnTo>
                    <a:pt x="0" y="5"/>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1" name="Freeform 190"/>
            <p:cNvSpPr/>
            <p:nvPr/>
          </p:nvSpPr>
          <p:spPr bwMode="auto">
            <a:xfrm>
              <a:off x="2360613" y="3478213"/>
              <a:ext cx="142875" cy="68263"/>
            </a:xfrm>
            <a:custGeom>
              <a:avLst/>
              <a:gdLst/>
              <a:ahLst/>
              <a:cxnLst>
                <a:cxn ang="0">
                  <a:pos x="44" y="0"/>
                </a:cxn>
                <a:cxn ang="0">
                  <a:pos x="51" y="2"/>
                </a:cxn>
                <a:cxn ang="0">
                  <a:pos x="54" y="4"/>
                </a:cxn>
                <a:cxn ang="0">
                  <a:pos x="64" y="10"/>
                </a:cxn>
                <a:cxn ang="0">
                  <a:pos x="66" y="14"/>
                </a:cxn>
                <a:cxn ang="0">
                  <a:pos x="75" y="14"/>
                </a:cxn>
                <a:cxn ang="0">
                  <a:pos x="75" y="17"/>
                </a:cxn>
                <a:cxn ang="0">
                  <a:pos x="79" y="22"/>
                </a:cxn>
                <a:cxn ang="0">
                  <a:pos x="84" y="23"/>
                </a:cxn>
                <a:cxn ang="0">
                  <a:pos x="89" y="27"/>
                </a:cxn>
                <a:cxn ang="0">
                  <a:pos x="90" y="32"/>
                </a:cxn>
                <a:cxn ang="0">
                  <a:pos x="87" y="33"/>
                </a:cxn>
                <a:cxn ang="0">
                  <a:pos x="79" y="33"/>
                </a:cxn>
                <a:cxn ang="0">
                  <a:pos x="75" y="32"/>
                </a:cxn>
                <a:cxn ang="0">
                  <a:pos x="67" y="32"/>
                </a:cxn>
                <a:cxn ang="0">
                  <a:pos x="61" y="33"/>
                </a:cxn>
                <a:cxn ang="0">
                  <a:pos x="59" y="32"/>
                </a:cxn>
                <a:cxn ang="0">
                  <a:pos x="54" y="30"/>
                </a:cxn>
                <a:cxn ang="0">
                  <a:pos x="51" y="35"/>
                </a:cxn>
                <a:cxn ang="0">
                  <a:pos x="44" y="38"/>
                </a:cxn>
                <a:cxn ang="0">
                  <a:pos x="43" y="42"/>
                </a:cxn>
                <a:cxn ang="0">
                  <a:pos x="39" y="43"/>
                </a:cxn>
                <a:cxn ang="0">
                  <a:pos x="38" y="38"/>
                </a:cxn>
                <a:cxn ang="0">
                  <a:pos x="38" y="37"/>
                </a:cxn>
                <a:cxn ang="0">
                  <a:pos x="36" y="37"/>
                </a:cxn>
                <a:cxn ang="0">
                  <a:pos x="36" y="35"/>
                </a:cxn>
                <a:cxn ang="0">
                  <a:pos x="33" y="33"/>
                </a:cxn>
                <a:cxn ang="0">
                  <a:pos x="18" y="33"/>
                </a:cxn>
                <a:cxn ang="0">
                  <a:pos x="16" y="32"/>
                </a:cxn>
                <a:cxn ang="0">
                  <a:pos x="14" y="32"/>
                </a:cxn>
                <a:cxn ang="0">
                  <a:pos x="14" y="35"/>
                </a:cxn>
                <a:cxn ang="0">
                  <a:pos x="11" y="35"/>
                </a:cxn>
                <a:cxn ang="0">
                  <a:pos x="6" y="37"/>
                </a:cxn>
                <a:cxn ang="0">
                  <a:pos x="5" y="33"/>
                </a:cxn>
                <a:cxn ang="0">
                  <a:pos x="0" y="28"/>
                </a:cxn>
                <a:cxn ang="0">
                  <a:pos x="1" y="25"/>
                </a:cxn>
                <a:cxn ang="0">
                  <a:pos x="5" y="23"/>
                </a:cxn>
                <a:cxn ang="0">
                  <a:pos x="11" y="23"/>
                </a:cxn>
                <a:cxn ang="0">
                  <a:pos x="18" y="25"/>
                </a:cxn>
                <a:cxn ang="0">
                  <a:pos x="21" y="27"/>
                </a:cxn>
                <a:cxn ang="0">
                  <a:pos x="26" y="25"/>
                </a:cxn>
                <a:cxn ang="0">
                  <a:pos x="24" y="22"/>
                </a:cxn>
                <a:cxn ang="0">
                  <a:pos x="23" y="20"/>
                </a:cxn>
                <a:cxn ang="0">
                  <a:pos x="23" y="12"/>
                </a:cxn>
                <a:cxn ang="0">
                  <a:pos x="26" y="10"/>
                </a:cxn>
                <a:cxn ang="0">
                  <a:pos x="24" y="9"/>
                </a:cxn>
                <a:cxn ang="0">
                  <a:pos x="19" y="7"/>
                </a:cxn>
                <a:cxn ang="0">
                  <a:pos x="14" y="7"/>
                </a:cxn>
                <a:cxn ang="0">
                  <a:pos x="14" y="5"/>
                </a:cxn>
                <a:cxn ang="0">
                  <a:pos x="16" y="2"/>
                </a:cxn>
                <a:cxn ang="0">
                  <a:pos x="21" y="2"/>
                </a:cxn>
                <a:cxn ang="0">
                  <a:pos x="28" y="4"/>
                </a:cxn>
                <a:cxn ang="0">
                  <a:pos x="34" y="7"/>
                </a:cxn>
                <a:cxn ang="0">
                  <a:pos x="36" y="4"/>
                </a:cxn>
                <a:cxn ang="0">
                  <a:pos x="41" y="2"/>
                </a:cxn>
                <a:cxn ang="0">
                  <a:pos x="44" y="0"/>
                </a:cxn>
              </a:cxnLst>
              <a:rect l="0" t="0" r="r" b="b"/>
              <a:pathLst>
                <a:path w="90" h="43">
                  <a:moveTo>
                    <a:pt x="44" y="0"/>
                  </a:moveTo>
                  <a:lnTo>
                    <a:pt x="51" y="2"/>
                  </a:lnTo>
                  <a:lnTo>
                    <a:pt x="54" y="4"/>
                  </a:lnTo>
                  <a:lnTo>
                    <a:pt x="64" y="10"/>
                  </a:lnTo>
                  <a:lnTo>
                    <a:pt x="66" y="14"/>
                  </a:lnTo>
                  <a:lnTo>
                    <a:pt x="75" y="14"/>
                  </a:lnTo>
                  <a:lnTo>
                    <a:pt x="75" y="17"/>
                  </a:lnTo>
                  <a:lnTo>
                    <a:pt x="79" y="22"/>
                  </a:lnTo>
                  <a:lnTo>
                    <a:pt x="84" y="23"/>
                  </a:lnTo>
                  <a:lnTo>
                    <a:pt x="89" y="27"/>
                  </a:lnTo>
                  <a:lnTo>
                    <a:pt x="90" y="32"/>
                  </a:lnTo>
                  <a:lnTo>
                    <a:pt x="87" y="33"/>
                  </a:lnTo>
                  <a:lnTo>
                    <a:pt x="79" y="33"/>
                  </a:lnTo>
                  <a:lnTo>
                    <a:pt x="75" y="32"/>
                  </a:lnTo>
                  <a:lnTo>
                    <a:pt x="67" y="32"/>
                  </a:lnTo>
                  <a:lnTo>
                    <a:pt x="61" y="33"/>
                  </a:lnTo>
                  <a:lnTo>
                    <a:pt x="59" y="32"/>
                  </a:lnTo>
                  <a:lnTo>
                    <a:pt x="54" y="30"/>
                  </a:lnTo>
                  <a:lnTo>
                    <a:pt x="51" y="35"/>
                  </a:lnTo>
                  <a:lnTo>
                    <a:pt x="44" y="38"/>
                  </a:lnTo>
                  <a:lnTo>
                    <a:pt x="43" y="42"/>
                  </a:lnTo>
                  <a:lnTo>
                    <a:pt x="39" y="43"/>
                  </a:lnTo>
                  <a:lnTo>
                    <a:pt x="38" y="38"/>
                  </a:lnTo>
                  <a:lnTo>
                    <a:pt x="38" y="37"/>
                  </a:lnTo>
                  <a:lnTo>
                    <a:pt x="36" y="37"/>
                  </a:lnTo>
                  <a:lnTo>
                    <a:pt x="36" y="35"/>
                  </a:lnTo>
                  <a:lnTo>
                    <a:pt x="33" y="33"/>
                  </a:lnTo>
                  <a:lnTo>
                    <a:pt x="18" y="33"/>
                  </a:lnTo>
                  <a:lnTo>
                    <a:pt x="16" y="32"/>
                  </a:lnTo>
                  <a:lnTo>
                    <a:pt x="14" y="32"/>
                  </a:lnTo>
                  <a:lnTo>
                    <a:pt x="14" y="35"/>
                  </a:lnTo>
                  <a:lnTo>
                    <a:pt x="11" y="35"/>
                  </a:lnTo>
                  <a:lnTo>
                    <a:pt x="6" y="37"/>
                  </a:lnTo>
                  <a:lnTo>
                    <a:pt x="5" y="33"/>
                  </a:lnTo>
                  <a:lnTo>
                    <a:pt x="0" y="28"/>
                  </a:lnTo>
                  <a:lnTo>
                    <a:pt x="1" y="25"/>
                  </a:lnTo>
                  <a:lnTo>
                    <a:pt x="5" y="23"/>
                  </a:lnTo>
                  <a:lnTo>
                    <a:pt x="11" y="23"/>
                  </a:lnTo>
                  <a:lnTo>
                    <a:pt x="18" y="25"/>
                  </a:lnTo>
                  <a:lnTo>
                    <a:pt x="21" y="27"/>
                  </a:lnTo>
                  <a:lnTo>
                    <a:pt x="26" y="25"/>
                  </a:lnTo>
                  <a:lnTo>
                    <a:pt x="24" y="22"/>
                  </a:lnTo>
                  <a:lnTo>
                    <a:pt x="23" y="20"/>
                  </a:lnTo>
                  <a:lnTo>
                    <a:pt x="23" y="12"/>
                  </a:lnTo>
                  <a:lnTo>
                    <a:pt x="26" y="10"/>
                  </a:lnTo>
                  <a:lnTo>
                    <a:pt x="24" y="9"/>
                  </a:lnTo>
                  <a:lnTo>
                    <a:pt x="19" y="7"/>
                  </a:lnTo>
                  <a:lnTo>
                    <a:pt x="14" y="7"/>
                  </a:lnTo>
                  <a:lnTo>
                    <a:pt x="14" y="5"/>
                  </a:lnTo>
                  <a:lnTo>
                    <a:pt x="16" y="2"/>
                  </a:lnTo>
                  <a:lnTo>
                    <a:pt x="21" y="2"/>
                  </a:lnTo>
                  <a:lnTo>
                    <a:pt x="28" y="4"/>
                  </a:lnTo>
                  <a:lnTo>
                    <a:pt x="34" y="7"/>
                  </a:lnTo>
                  <a:lnTo>
                    <a:pt x="36" y="4"/>
                  </a:lnTo>
                  <a:lnTo>
                    <a:pt x="41" y="2"/>
                  </a:lnTo>
                  <a:lnTo>
                    <a:pt x="4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2" name="Freeform 191"/>
            <p:cNvSpPr/>
            <p:nvPr/>
          </p:nvSpPr>
          <p:spPr bwMode="auto">
            <a:xfrm>
              <a:off x="2252663" y="3514725"/>
              <a:ext cx="60325" cy="22225"/>
            </a:xfrm>
            <a:custGeom>
              <a:avLst/>
              <a:gdLst/>
              <a:ahLst/>
              <a:cxnLst>
                <a:cxn ang="0">
                  <a:pos x="7" y="0"/>
                </a:cxn>
                <a:cxn ang="0">
                  <a:pos x="15" y="0"/>
                </a:cxn>
                <a:cxn ang="0">
                  <a:pos x="26" y="2"/>
                </a:cxn>
                <a:cxn ang="0">
                  <a:pos x="30" y="5"/>
                </a:cxn>
                <a:cxn ang="0">
                  <a:pos x="38" y="10"/>
                </a:cxn>
                <a:cxn ang="0">
                  <a:pos x="35" y="12"/>
                </a:cxn>
                <a:cxn ang="0">
                  <a:pos x="28" y="12"/>
                </a:cxn>
                <a:cxn ang="0">
                  <a:pos x="25" y="14"/>
                </a:cxn>
                <a:cxn ang="0">
                  <a:pos x="18" y="12"/>
                </a:cxn>
                <a:cxn ang="0">
                  <a:pos x="15" y="14"/>
                </a:cxn>
                <a:cxn ang="0">
                  <a:pos x="10" y="10"/>
                </a:cxn>
                <a:cxn ang="0">
                  <a:pos x="7" y="7"/>
                </a:cxn>
                <a:cxn ang="0">
                  <a:pos x="2" y="5"/>
                </a:cxn>
                <a:cxn ang="0">
                  <a:pos x="0" y="2"/>
                </a:cxn>
                <a:cxn ang="0">
                  <a:pos x="7" y="0"/>
                </a:cxn>
              </a:cxnLst>
              <a:rect l="0" t="0" r="r" b="b"/>
              <a:pathLst>
                <a:path w="38" h="14">
                  <a:moveTo>
                    <a:pt x="7" y="0"/>
                  </a:moveTo>
                  <a:lnTo>
                    <a:pt x="15" y="0"/>
                  </a:lnTo>
                  <a:lnTo>
                    <a:pt x="26" y="2"/>
                  </a:lnTo>
                  <a:lnTo>
                    <a:pt x="30" y="5"/>
                  </a:lnTo>
                  <a:lnTo>
                    <a:pt x="38" y="10"/>
                  </a:lnTo>
                  <a:lnTo>
                    <a:pt x="35" y="12"/>
                  </a:lnTo>
                  <a:lnTo>
                    <a:pt x="28" y="12"/>
                  </a:lnTo>
                  <a:lnTo>
                    <a:pt x="25" y="14"/>
                  </a:lnTo>
                  <a:lnTo>
                    <a:pt x="18" y="12"/>
                  </a:lnTo>
                  <a:lnTo>
                    <a:pt x="15" y="14"/>
                  </a:lnTo>
                  <a:lnTo>
                    <a:pt x="10" y="10"/>
                  </a:lnTo>
                  <a:lnTo>
                    <a:pt x="7" y="7"/>
                  </a:lnTo>
                  <a:lnTo>
                    <a:pt x="2" y="5"/>
                  </a:lnTo>
                  <a:lnTo>
                    <a:pt x="0" y="2"/>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3" name="Freeform 192"/>
            <p:cNvSpPr/>
            <p:nvPr/>
          </p:nvSpPr>
          <p:spPr bwMode="auto">
            <a:xfrm>
              <a:off x="2119313" y="3379788"/>
              <a:ext cx="249238" cy="98425"/>
            </a:xfrm>
            <a:custGeom>
              <a:avLst/>
              <a:gdLst/>
              <a:ahLst/>
              <a:cxnLst>
                <a:cxn ang="0">
                  <a:pos x="46" y="0"/>
                </a:cxn>
                <a:cxn ang="0">
                  <a:pos x="68" y="1"/>
                </a:cxn>
                <a:cxn ang="0">
                  <a:pos x="86" y="15"/>
                </a:cxn>
                <a:cxn ang="0">
                  <a:pos x="97" y="20"/>
                </a:cxn>
                <a:cxn ang="0">
                  <a:pos x="101" y="16"/>
                </a:cxn>
                <a:cxn ang="0">
                  <a:pos x="107" y="25"/>
                </a:cxn>
                <a:cxn ang="0">
                  <a:pos x="112" y="31"/>
                </a:cxn>
                <a:cxn ang="0">
                  <a:pos x="120" y="36"/>
                </a:cxn>
                <a:cxn ang="0">
                  <a:pos x="132" y="39"/>
                </a:cxn>
                <a:cxn ang="0">
                  <a:pos x="142" y="48"/>
                </a:cxn>
                <a:cxn ang="0">
                  <a:pos x="150" y="52"/>
                </a:cxn>
                <a:cxn ang="0">
                  <a:pos x="157" y="59"/>
                </a:cxn>
                <a:cxn ang="0">
                  <a:pos x="133" y="62"/>
                </a:cxn>
                <a:cxn ang="0">
                  <a:pos x="120" y="61"/>
                </a:cxn>
                <a:cxn ang="0">
                  <a:pos x="109" y="62"/>
                </a:cxn>
                <a:cxn ang="0">
                  <a:pos x="99" y="59"/>
                </a:cxn>
                <a:cxn ang="0">
                  <a:pos x="109" y="54"/>
                </a:cxn>
                <a:cxn ang="0">
                  <a:pos x="104" y="48"/>
                </a:cxn>
                <a:cxn ang="0">
                  <a:pos x="99" y="41"/>
                </a:cxn>
                <a:cxn ang="0">
                  <a:pos x="91" y="39"/>
                </a:cxn>
                <a:cxn ang="0">
                  <a:pos x="86" y="31"/>
                </a:cxn>
                <a:cxn ang="0">
                  <a:pos x="77" y="33"/>
                </a:cxn>
                <a:cxn ang="0">
                  <a:pos x="64" y="28"/>
                </a:cxn>
                <a:cxn ang="0">
                  <a:pos x="59" y="21"/>
                </a:cxn>
                <a:cxn ang="0">
                  <a:pos x="51" y="23"/>
                </a:cxn>
                <a:cxn ang="0">
                  <a:pos x="39" y="16"/>
                </a:cxn>
                <a:cxn ang="0">
                  <a:pos x="44" y="15"/>
                </a:cxn>
                <a:cxn ang="0">
                  <a:pos x="33" y="11"/>
                </a:cxn>
                <a:cxn ang="0">
                  <a:pos x="23" y="11"/>
                </a:cxn>
                <a:cxn ang="0">
                  <a:pos x="15" y="18"/>
                </a:cxn>
                <a:cxn ang="0">
                  <a:pos x="3" y="18"/>
                </a:cxn>
                <a:cxn ang="0">
                  <a:pos x="0" y="16"/>
                </a:cxn>
                <a:cxn ang="0">
                  <a:pos x="11" y="11"/>
                </a:cxn>
                <a:cxn ang="0">
                  <a:pos x="23" y="5"/>
                </a:cxn>
                <a:cxn ang="0">
                  <a:pos x="38" y="0"/>
                </a:cxn>
              </a:cxnLst>
              <a:rect l="0" t="0" r="r" b="b"/>
              <a:pathLst>
                <a:path w="157" h="62">
                  <a:moveTo>
                    <a:pt x="38" y="0"/>
                  </a:moveTo>
                  <a:lnTo>
                    <a:pt x="46" y="0"/>
                  </a:lnTo>
                  <a:lnTo>
                    <a:pt x="53" y="1"/>
                  </a:lnTo>
                  <a:lnTo>
                    <a:pt x="68" y="1"/>
                  </a:lnTo>
                  <a:lnTo>
                    <a:pt x="71" y="5"/>
                  </a:lnTo>
                  <a:lnTo>
                    <a:pt x="86" y="15"/>
                  </a:lnTo>
                  <a:lnTo>
                    <a:pt x="92" y="18"/>
                  </a:lnTo>
                  <a:lnTo>
                    <a:pt x="97" y="20"/>
                  </a:lnTo>
                  <a:lnTo>
                    <a:pt x="96" y="15"/>
                  </a:lnTo>
                  <a:lnTo>
                    <a:pt x="101" y="16"/>
                  </a:lnTo>
                  <a:lnTo>
                    <a:pt x="104" y="21"/>
                  </a:lnTo>
                  <a:lnTo>
                    <a:pt x="107" y="25"/>
                  </a:lnTo>
                  <a:lnTo>
                    <a:pt x="112" y="26"/>
                  </a:lnTo>
                  <a:lnTo>
                    <a:pt x="112" y="31"/>
                  </a:lnTo>
                  <a:lnTo>
                    <a:pt x="115" y="34"/>
                  </a:lnTo>
                  <a:lnTo>
                    <a:pt x="120" y="36"/>
                  </a:lnTo>
                  <a:lnTo>
                    <a:pt x="127" y="38"/>
                  </a:lnTo>
                  <a:lnTo>
                    <a:pt x="132" y="39"/>
                  </a:lnTo>
                  <a:lnTo>
                    <a:pt x="135" y="44"/>
                  </a:lnTo>
                  <a:lnTo>
                    <a:pt x="142" y="48"/>
                  </a:lnTo>
                  <a:lnTo>
                    <a:pt x="147" y="52"/>
                  </a:lnTo>
                  <a:lnTo>
                    <a:pt x="150" y="52"/>
                  </a:lnTo>
                  <a:lnTo>
                    <a:pt x="155" y="56"/>
                  </a:lnTo>
                  <a:lnTo>
                    <a:pt x="157" y="59"/>
                  </a:lnTo>
                  <a:lnTo>
                    <a:pt x="140" y="59"/>
                  </a:lnTo>
                  <a:lnTo>
                    <a:pt x="133" y="62"/>
                  </a:lnTo>
                  <a:lnTo>
                    <a:pt x="129" y="62"/>
                  </a:lnTo>
                  <a:lnTo>
                    <a:pt x="120" y="61"/>
                  </a:lnTo>
                  <a:lnTo>
                    <a:pt x="115" y="61"/>
                  </a:lnTo>
                  <a:lnTo>
                    <a:pt x="109" y="62"/>
                  </a:lnTo>
                  <a:lnTo>
                    <a:pt x="97" y="62"/>
                  </a:lnTo>
                  <a:lnTo>
                    <a:pt x="99" y="59"/>
                  </a:lnTo>
                  <a:lnTo>
                    <a:pt x="104" y="56"/>
                  </a:lnTo>
                  <a:lnTo>
                    <a:pt x="109" y="54"/>
                  </a:lnTo>
                  <a:lnTo>
                    <a:pt x="109" y="49"/>
                  </a:lnTo>
                  <a:lnTo>
                    <a:pt x="104" y="48"/>
                  </a:lnTo>
                  <a:lnTo>
                    <a:pt x="101" y="46"/>
                  </a:lnTo>
                  <a:lnTo>
                    <a:pt x="99" y="41"/>
                  </a:lnTo>
                  <a:lnTo>
                    <a:pt x="96" y="39"/>
                  </a:lnTo>
                  <a:lnTo>
                    <a:pt x="91" y="39"/>
                  </a:lnTo>
                  <a:lnTo>
                    <a:pt x="86" y="36"/>
                  </a:lnTo>
                  <a:lnTo>
                    <a:pt x="86" y="31"/>
                  </a:lnTo>
                  <a:lnTo>
                    <a:pt x="82" y="31"/>
                  </a:lnTo>
                  <a:lnTo>
                    <a:pt x="77" y="33"/>
                  </a:lnTo>
                  <a:lnTo>
                    <a:pt x="71" y="29"/>
                  </a:lnTo>
                  <a:lnTo>
                    <a:pt x="64" y="28"/>
                  </a:lnTo>
                  <a:lnTo>
                    <a:pt x="63" y="25"/>
                  </a:lnTo>
                  <a:lnTo>
                    <a:pt x="59" y="21"/>
                  </a:lnTo>
                  <a:lnTo>
                    <a:pt x="56" y="23"/>
                  </a:lnTo>
                  <a:lnTo>
                    <a:pt x="51" y="23"/>
                  </a:lnTo>
                  <a:lnTo>
                    <a:pt x="41" y="20"/>
                  </a:lnTo>
                  <a:lnTo>
                    <a:pt x="39" y="16"/>
                  </a:lnTo>
                  <a:lnTo>
                    <a:pt x="39" y="15"/>
                  </a:lnTo>
                  <a:lnTo>
                    <a:pt x="44" y="15"/>
                  </a:lnTo>
                  <a:lnTo>
                    <a:pt x="46" y="11"/>
                  </a:lnTo>
                  <a:lnTo>
                    <a:pt x="33" y="11"/>
                  </a:lnTo>
                  <a:lnTo>
                    <a:pt x="30" y="13"/>
                  </a:lnTo>
                  <a:lnTo>
                    <a:pt x="23" y="11"/>
                  </a:lnTo>
                  <a:lnTo>
                    <a:pt x="16" y="15"/>
                  </a:lnTo>
                  <a:lnTo>
                    <a:pt x="15" y="18"/>
                  </a:lnTo>
                  <a:lnTo>
                    <a:pt x="11" y="20"/>
                  </a:lnTo>
                  <a:lnTo>
                    <a:pt x="3" y="18"/>
                  </a:lnTo>
                  <a:lnTo>
                    <a:pt x="0" y="18"/>
                  </a:lnTo>
                  <a:lnTo>
                    <a:pt x="0" y="16"/>
                  </a:lnTo>
                  <a:lnTo>
                    <a:pt x="10" y="13"/>
                  </a:lnTo>
                  <a:lnTo>
                    <a:pt x="11" y="11"/>
                  </a:lnTo>
                  <a:lnTo>
                    <a:pt x="20" y="8"/>
                  </a:lnTo>
                  <a:lnTo>
                    <a:pt x="23" y="5"/>
                  </a:lnTo>
                  <a:lnTo>
                    <a:pt x="31" y="1"/>
                  </a:lnTo>
                  <a:lnTo>
                    <a:pt x="3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4" name="Freeform 193"/>
            <p:cNvSpPr/>
            <p:nvPr/>
          </p:nvSpPr>
          <p:spPr bwMode="auto">
            <a:xfrm>
              <a:off x="2159001" y="3413125"/>
              <a:ext cx="15875" cy="11113"/>
            </a:xfrm>
            <a:custGeom>
              <a:avLst/>
              <a:gdLst/>
              <a:ahLst/>
              <a:cxnLst>
                <a:cxn ang="0">
                  <a:pos x="8" y="0"/>
                </a:cxn>
                <a:cxn ang="0">
                  <a:pos x="10" y="4"/>
                </a:cxn>
                <a:cxn ang="0">
                  <a:pos x="8" y="5"/>
                </a:cxn>
                <a:cxn ang="0">
                  <a:pos x="5" y="7"/>
                </a:cxn>
                <a:cxn ang="0">
                  <a:pos x="0" y="5"/>
                </a:cxn>
                <a:cxn ang="0">
                  <a:pos x="0" y="2"/>
                </a:cxn>
                <a:cxn ang="0">
                  <a:pos x="3" y="2"/>
                </a:cxn>
                <a:cxn ang="0">
                  <a:pos x="8" y="0"/>
                </a:cxn>
              </a:cxnLst>
              <a:rect l="0" t="0" r="r" b="b"/>
              <a:pathLst>
                <a:path w="10" h="7">
                  <a:moveTo>
                    <a:pt x="8" y="0"/>
                  </a:moveTo>
                  <a:lnTo>
                    <a:pt x="10" y="4"/>
                  </a:lnTo>
                  <a:lnTo>
                    <a:pt x="8" y="5"/>
                  </a:lnTo>
                  <a:lnTo>
                    <a:pt x="5" y="7"/>
                  </a:lnTo>
                  <a:lnTo>
                    <a:pt x="0" y="5"/>
                  </a:lnTo>
                  <a:lnTo>
                    <a:pt x="0" y="2"/>
                  </a:lnTo>
                  <a:lnTo>
                    <a:pt x="3" y="2"/>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5" name="Freeform 194"/>
            <p:cNvSpPr/>
            <p:nvPr/>
          </p:nvSpPr>
          <p:spPr bwMode="auto">
            <a:xfrm>
              <a:off x="2378076" y="3444875"/>
              <a:ext cx="20638" cy="7938"/>
            </a:xfrm>
            <a:custGeom>
              <a:avLst/>
              <a:gdLst/>
              <a:ahLst/>
              <a:cxnLst>
                <a:cxn ang="0">
                  <a:pos x="2" y="0"/>
                </a:cxn>
                <a:cxn ang="0">
                  <a:pos x="12" y="0"/>
                </a:cxn>
                <a:cxn ang="0">
                  <a:pos x="13" y="3"/>
                </a:cxn>
                <a:cxn ang="0">
                  <a:pos x="10" y="5"/>
                </a:cxn>
                <a:cxn ang="0">
                  <a:pos x="5" y="5"/>
                </a:cxn>
                <a:cxn ang="0">
                  <a:pos x="0" y="3"/>
                </a:cxn>
                <a:cxn ang="0">
                  <a:pos x="2" y="0"/>
                </a:cxn>
              </a:cxnLst>
              <a:rect l="0" t="0" r="r" b="b"/>
              <a:pathLst>
                <a:path w="13" h="5">
                  <a:moveTo>
                    <a:pt x="2" y="0"/>
                  </a:moveTo>
                  <a:lnTo>
                    <a:pt x="12" y="0"/>
                  </a:lnTo>
                  <a:lnTo>
                    <a:pt x="13" y="3"/>
                  </a:lnTo>
                  <a:lnTo>
                    <a:pt x="10" y="5"/>
                  </a:lnTo>
                  <a:lnTo>
                    <a:pt x="5" y="5"/>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6" name="Freeform 195"/>
            <p:cNvSpPr/>
            <p:nvPr/>
          </p:nvSpPr>
          <p:spPr bwMode="auto">
            <a:xfrm>
              <a:off x="2420938" y="3425825"/>
              <a:ext cx="4763" cy="7938"/>
            </a:xfrm>
            <a:custGeom>
              <a:avLst/>
              <a:gdLst/>
              <a:ahLst/>
              <a:cxnLst>
                <a:cxn ang="0">
                  <a:pos x="0" y="0"/>
                </a:cxn>
                <a:cxn ang="0">
                  <a:pos x="3" y="0"/>
                </a:cxn>
                <a:cxn ang="0">
                  <a:pos x="3" y="4"/>
                </a:cxn>
                <a:cxn ang="0">
                  <a:pos x="0" y="5"/>
                </a:cxn>
                <a:cxn ang="0">
                  <a:pos x="0" y="0"/>
                </a:cxn>
              </a:cxnLst>
              <a:rect l="0" t="0" r="r" b="b"/>
              <a:pathLst>
                <a:path w="3" h="5">
                  <a:moveTo>
                    <a:pt x="0" y="0"/>
                  </a:moveTo>
                  <a:lnTo>
                    <a:pt x="3" y="0"/>
                  </a:lnTo>
                  <a:lnTo>
                    <a:pt x="3" y="4"/>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7" name="Freeform 196"/>
            <p:cNvSpPr/>
            <p:nvPr/>
          </p:nvSpPr>
          <p:spPr bwMode="auto">
            <a:xfrm>
              <a:off x="2406651" y="3411538"/>
              <a:ext cx="11113" cy="7938"/>
            </a:xfrm>
            <a:custGeom>
              <a:avLst/>
              <a:gdLst/>
              <a:ahLst/>
              <a:cxnLst>
                <a:cxn ang="0">
                  <a:pos x="0" y="0"/>
                </a:cxn>
                <a:cxn ang="0">
                  <a:pos x="7" y="0"/>
                </a:cxn>
                <a:cxn ang="0">
                  <a:pos x="4" y="5"/>
                </a:cxn>
                <a:cxn ang="0">
                  <a:pos x="0" y="1"/>
                </a:cxn>
                <a:cxn ang="0">
                  <a:pos x="0" y="0"/>
                </a:cxn>
              </a:cxnLst>
              <a:rect l="0" t="0" r="r" b="b"/>
              <a:pathLst>
                <a:path w="7" h="5">
                  <a:moveTo>
                    <a:pt x="0" y="0"/>
                  </a:moveTo>
                  <a:lnTo>
                    <a:pt x="7" y="0"/>
                  </a:lnTo>
                  <a:lnTo>
                    <a:pt x="4" y="5"/>
                  </a:lnTo>
                  <a:lnTo>
                    <a:pt x="0" y="1"/>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8" name="Freeform 197"/>
            <p:cNvSpPr/>
            <p:nvPr/>
          </p:nvSpPr>
          <p:spPr bwMode="auto">
            <a:xfrm>
              <a:off x="2378076" y="3403600"/>
              <a:ext cx="3175" cy="7938"/>
            </a:xfrm>
            <a:custGeom>
              <a:avLst/>
              <a:gdLst/>
              <a:ahLst/>
              <a:cxnLst>
                <a:cxn ang="0">
                  <a:pos x="0" y="0"/>
                </a:cxn>
                <a:cxn ang="0">
                  <a:pos x="2" y="3"/>
                </a:cxn>
                <a:cxn ang="0">
                  <a:pos x="0" y="5"/>
                </a:cxn>
                <a:cxn ang="0">
                  <a:pos x="0" y="0"/>
                </a:cxn>
              </a:cxnLst>
              <a:rect l="0" t="0" r="r" b="b"/>
              <a:pathLst>
                <a:path w="2" h="5">
                  <a:moveTo>
                    <a:pt x="0" y="0"/>
                  </a:moveTo>
                  <a:lnTo>
                    <a:pt x="2" y="3"/>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9" name="Freeform 198"/>
            <p:cNvSpPr/>
            <p:nvPr/>
          </p:nvSpPr>
          <p:spPr bwMode="auto">
            <a:xfrm>
              <a:off x="2346326" y="3371850"/>
              <a:ext cx="11113" cy="15875"/>
            </a:xfrm>
            <a:custGeom>
              <a:avLst/>
              <a:gdLst/>
              <a:ahLst/>
              <a:cxnLst>
                <a:cxn ang="0">
                  <a:pos x="0" y="0"/>
                </a:cxn>
                <a:cxn ang="0">
                  <a:pos x="7" y="6"/>
                </a:cxn>
                <a:cxn ang="0">
                  <a:pos x="7" y="10"/>
                </a:cxn>
                <a:cxn ang="0">
                  <a:pos x="0" y="3"/>
                </a:cxn>
                <a:cxn ang="0">
                  <a:pos x="0" y="0"/>
                </a:cxn>
              </a:cxnLst>
              <a:rect l="0" t="0" r="r" b="b"/>
              <a:pathLst>
                <a:path w="7" h="10">
                  <a:moveTo>
                    <a:pt x="0" y="0"/>
                  </a:moveTo>
                  <a:lnTo>
                    <a:pt x="7" y="6"/>
                  </a:lnTo>
                  <a:lnTo>
                    <a:pt x="7" y="10"/>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0" name="Freeform 199"/>
            <p:cNvSpPr/>
            <p:nvPr/>
          </p:nvSpPr>
          <p:spPr bwMode="auto">
            <a:xfrm>
              <a:off x="2293938" y="3359150"/>
              <a:ext cx="7938" cy="9525"/>
            </a:xfrm>
            <a:custGeom>
              <a:avLst/>
              <a:gdLst/>
              <a:ahLst/>
              <a:cxnLst>
                <a:cxn ang="0">
                  <a:pos x="4" y="0"/>
                </a:cxn>
                <a:cxn ang="0">
                  <a:pos x="5" y="3"/>
                </a:cxn>
                <a:cxn ang="0">
                  <a:pos x="5" y="6"/>
                </a:cxn>
                <a:cxn ang="0">
                  <a:pos x="0" y="5"/>
                </a:cxn>
                <a:cxn ang="0">
                  <a:pos x="0" y="3"/>
                </a:cxn>
                <a:cxn ang="0">
                  <a:pos x="4" y="0"/>
                </a:cxn>
              </a:cxnLst>
              <a:rect l="0" t="0" r="r" b="b"/>
              <a:pathLst>
                <a:path w="5" h="6">
                  <a:moveTo>
                    <a:pt x="4" y="0"/>
                  </a:moveTo>
                  <a:lnTo>
                    <a:pt x="5" y="3"/>
                  </a:lnTo>
                  <a:lnTo>
                    <a:pt x="5" y="6"/>
                  </a:lnTo>
                  <a:lnTo>
                    <a:pt x="0" y="5"/>
                  </a:lnTo>
                  <a:lnTo>
                    <a:pt x="0" y="3"/>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1" name="Freeform 200"/>
            <p:cNvSpPr/>
            <p:nvPr/>
          </p:nvSpPr>
          <p:spPr bwMode="auto">
            <a:xfrm>
              <a:off x="2325688" y="3352800"/>
              <a:ext cx="7938" cy="7938"/>
            </a:xfrm>
            <a:custGeom>
              <a:avLst/>
              <a:gdLst/>
              <a:ahLst/>
              <a:cxnLst>
                <a:cxn ang="0">
                  <a:pos x="2" y="0"/>
                </a:cxn>
                <a:cxn ang="0">
                  <a:pos x="5" y="2"/>
                </a:cxn>
                <a:cxn ang="0">
                  <a:pos x="5" y="5"/>
                </a:cxn>
                <a:cxn ang="0">
                  <a:pos x="3" y="5"/>
                </a:cxn>
                <a:cxn ang="0">
                  <a:pos x="0" y="2"/>
                </a:cxn>
                <a:cxn ang="0">
                  <a:pos x="2" y="0"/>
                </a:cxn>
              </a:cxnLst>
              <a:rect l="0" t="0" r="r" b="b"/>
              <a:pathLst>
                <a:path w="5" h="5">
                  <a:moveTo>
                    <a:pt x="2" y="0"/>
                  </a:moveTo>
                  <a:lnTo>
                    <a:pt x="5" y="2"/>
                  </a:lnTo>
                  <a:lnTo>
                    <a:pt x="5" y="5"/>
                  </a:lnTo>
                  <a:lnTo>
                    <a:pt x="3" y="5"/>
                  </a:lnTo>
                  <a:lnTo>
                    <a:pt x="0" y="2"/>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2" name="Freeform 201"/>
            <p:cNvSpPr/>
            <p:nvPr/>
          </p:nvSpPr>
          <p:spPr bwMode="auto">
            <a:xfrm>
              <a:off x="2281238" y="3330575"/>
              <a:ext cx="19050" cy="22225"/>
            </a:xfrm>
            <a:custGeom>
              <a:avLst/>
              <a:gdLst/>
              <a:ahLst/>
              <a:cxnLst>
                <a:cxn ang="0">
                  <a:pos x="3" y="0"/>
                </a:cxn>
                <a:cxn ang="0">
                  <a:pos x="8" y="0"/>
                </a:cxn>
                <a:cxn ang="0">
                  <a:pos x="10" y="1"/>
                </a:cxn>
                <a:cxn ang="0">
                  <a:pos x="12" y="4"/>
                </a:cxn>
                <a:cxn ang="0">
                  <a:pos x="10" y="8"/>
                </a:cxn>
                <a:cxn ang="0">
                  <a:pos x="12" y="11"/>
                </a:cxn>
                <a:cxn ang="0">
                  <a:pos x="10" y="14"/>
                </a:cxn>
                <a:cxn ang="0">
                  <a:pos x="7" y="14"/>
                </a:cxn>
                <a:cxn ang="0">
                  <a:pos x="5" y="13"/>
                </a:cxn>
                <a:cxn ang="0">
                  <a:pos x="0" y="11"/>
                </a:cxn>
                <a:cxn ang="0">
                  <a:pos x="0" y="6"/>
                </a:cxn>
                <a:cxn ang="0">
                  <a:pos x="2" y="1"/>
                </a:cxn>
                <a:cxn ang="0">
                  <a:pos x="3" y="0"/>
                </a:cxn>
              </a:cxnLst>
              <a:rect l="0" t="0" r="r" b="b"/>
              <a:pathLst>
                <a:path w="12" h="14">
                  <a:moveTo>
                    <a:pt x="3" y="0"/>
                  </a:moveTo>
                  <a:lnTo>
                    <a:pt x="8" y="0"/>
                  </a:lnTo>
                  <a:lnTo>
                    <a:pt x="10" y="1"/>
                  </a:lnTo>
                  <a:lnTo>
                    <a:pt x="12" y="4"/>
                  </a:lnTo>
                  <a:lnTo>
                    <a:pt x="10" y="8"/>
                  </a:lnTo>
                  <a:lnTo>
                    <a:pt x="12" y="11"/>
                  </a:lnTo>
                  <a:lnTo>
                    <a:pt x="10" y="14"/>
                  </a:lnTo>
                  <a:lnTo>
                    <a:pt x="7" y="14"/>
                  </a:lnTo>
                  <a:lnTo>
                    <a:pt x="5" y="13"/>
                  </a:lnTo>
                  <a:lnTo>
                    <a:pt x="0" y="11"/>
                  </a:lnTo>
                  <a:lnTo>
                    <a:pt x="0" y="6"/>
                  </a:lnTo>
                  <a:lnTo>
                    <a:pt x="2" y="1"/>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3" name="Freeform 202"/>
            <p:cNvSpPr/>
            <p:nvPr/>
          </p:nvSpPr>
          <p:spPr bwMode="auto">
            <a:xfrm>
              <a:off x="2325688" y="3314700"/>
              <a:ext cx="28575" cy="38100"/>
            </a:xfrm>
            <a:custGeom>
              <a:avLst/>
              <a:gdLst/>
              <a:ahLst/>
              <a:cxnLst>
                <a:cxn ang="0">
                  <a:pos x="2" y="0"/>
                </a:cxn>
                <a:cxn ang="0">
                  <a:pos x="7" y="0"/>
                </a:cxn>
                <a:cxn ang="0">
                  <a:pos x="7" y="3"/>
                </a:cxn>
                <a:cxn ang="0">
                  <a:pos x="8" y="6"/>
                </a:cxn>
                <a:cxn ang="0">
                  <a:pos x="10" y="11"/>
                </a:cxn>
                <a:cxn ang="0">
                  <a:pos x="10" y="13"/>
                </a:cxn>
                <a:cxn ang="0">
                  <a:pos x="15" y="14"/>
                </a:cxn>
                <a:cxn ang="0">
                  <a:pos x="15" y="16"/>
                </a:cxn>
                <a:cxn ang="0">
                  <a:pos x="18" y="18"/>
                </a:cxn>
                <a:cxn ang="0">
                  <a:pos x="18" y="19"/>
                </a:cxn>
                <a:cxn ang="0">
                  <a:pos x="17" y="24"/>
                </a:cxn>
                <a:cxn ang="0">
                  <a:pos x="12" y="21"/>
                </a:cxn>
                <a:cxn ang="0">
                  <a:pos x="8" y="18"/>
                </a:cxn>
                <a:cxn ang="0">
                  <a:pos x="7" y="14"/>
                </a:cxn>
                <a:cxn ang="0">
                  <a:pos x="7" y="10"/>
                </a:cxn>
                <a:cxn ang="0">
                  <a:pos x="0" y="3"/>
                </a:cxn>
                <a:cxn ang="0">
                  <a:pos x="2" y="0"/>
                </a:cxn>
              </a:cxnLst>
              <a:rect l="0" t="0" r="r" b="b"/>
              <a:pathLst>
                <a:path w="18" h="24">
                  <a:moveTo>
                    <a:pt x="2" y="0"/>
                  </a:moveTo>
                  <a:lnTo>
                    <a:pt x="7" y="0"/>
                  </a:lnTo>
                  <a:lnTo>
                    <a:pt x="7" y="3"/>
                  </a:lnTo>
                  <a:lnTo>
                    <a:pt x="8" y="6"/>
                  </a:lnTo>
                  <a:lnTo>
                    <a:pt x="10" y="11"/>
                  </a:lnTo>
                  <a:lnTo>
                    <a:pt x="10" y="13"/>
                  </a:lnTo>
                  <a:lnTo>
                    <a:pt x="15" y="14"/>
                  </a:lnTo>
                  <a:lnTo>
                    <a:pt x="15" y="16"/>
                  </a:lnTo>
                  <a:lnTo>
                    <a:pt x="18" y="18"/>
                  </a:lnTo>
                  <a:lnTo>
                    <a:pt x="18" y="19"/>
                  </a:lnTo>
                  <a:lnTo>
                    <a:pt x="17" y="24"/>
                  </a:lnTo>
                  <a:lnTo>
                    <a:pt x="12" y="21"/>
                  </a:lnTo>
                  <a:lnTo>
                    <a:pt x="8" y="18"/>
                  </a:lnTo>
                  <a:lnTo>
                    <a:pt x="7" y="14"/>
                  </a:lnTo>
                  <a:lnTo>
                    <a:pt x="7" y="10"/>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4" name="Freeform 203"/>
            <p:cNvSpPr/>
            <p:nvPr/>
          </p:nvSpPr>
          <p:spPr bwMode="auto">
            <a:xfrm>
              <a:off x="2309813" y="3275013"/>
              <a:ext cx="15875" cy="23813"/>
            </a:xfrm>
            <a:custGeom>
              <a:avLst/>
              <a:gdLst/>
              <a:ahLst/>
              <a:cxnLst>
                <a:cxn ang="0">
                  <a:pos x="0" y="0"/>
                </a:cxn>
                <a:cxn ang="0">
                  <a:pos x="4" y="2"/>
                </a:cxn>
                <a:cxn ang="0">
                  <a:pos x="5" y="2"/>
                </a:cxn>
                <a:cxn ang="0">
                  <a:pos x="7" y="3"/>
                </a:cxn>
                <a:cxn ang="0">
                  <a:pos x="9" y="3"/>
                </a:cxn>
                <a:cxn ang="0">
                  <a:pos x="10" y="5"/>
                </a:cxn>
                <a:cxn ang="0">
                  <a:pos x="10" y="11"/>
                </a:cxn>
                <a:cxn ang="0">
                  <a:pos x="7" y="15"/>
                </a:cxn>
                <a:cxn ang="0">
                  <a:pos x="5" y="13"/>
                </a:cxn>
                <a:cxn ang="0">
                  <a:pos x="7" y="11"/>
                </a:cxn>
                <a:cxn ang="0">
                  <a:pos x="7" y="7"/>
                </a:cxn>
                <a:cxn ang="0">
                  <a:pos x="5" y="5"/>
                </a:cxn>
                <a:cxn ang="0">
                  <a:pos x="2" y="3"/>
                </a:cxn>
                <a:cxn ang="0">
                  <a:pos x="0" y="0"/>
                </a:cxn>
              </a:cxnLst>
              <a:rect l="0" t="0" r="r" b="b"/>
              <a:pathLst>
                <a:path w="10" h="15">
                  <a:moveTo>
                    <a:pt x="0" y="0"/>
                  </a:moveTo>
                  <a:lnTo>
                    <a:pt x="4" y="2"/>
                  </a:lnTo>
                  <a:lnTo>
                    <a:pt x="5" y="2"/>
                  </a:lnTo>
                  <a:lnTo>
                    <a:pt x="7" y="3"/>
                  </a:lnTo>
                  <a:lnTo>
                    <a:pt x="9" y="3"/>
                  </a:lnTo>
                  <a:lnTo>
                    <a:pt x="10" y="5"/>
                  </a:lnTo>
                  <a:lnTo>
                    <a:pt x="10" y="11"/>
                  </a:lnTo>
                  <a:lnTo>
                    <a:pt x="7" y="15"/>
                  </a:lnTo>
                  <a:lnTo>
                    <a:pt x="5" y="13"/>
                  </a:lnTo>
                  <a:lnTo>
                    <a:pt x="7" y="11"/>
                  </a:lnTo>
                  <a:lnTo>
                    <a:pt x="7" y="7"/>
                  </a:lnTo>
                  <a:lnTo>
                    <a:pt x="5" y="5"/>
                  </a:lnTo>
                  <a:lnTo>
                    <a:pt x="2"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5" name="Freeform 204"/>
            <p:cNvSpPr/>
            <p:nvPr/>
          </p:nvSpPr>
          <p:spPr bwMode="auto">
            <a:xfrm>
              <a:off x="2279651" y="3279775"/>
              <a:ext cx="25400" cy="19050"/>
            </a:xfrm>
            <a:custGeom>
              <a:avLst/>
              <a:gdLst/>
              <a:ahLst/>
              <a:cxnLst>
                <a:cxn ang="0">
                  <a:pos x="6" y="0"/>
                </a:cxn>
                <a:cxn ang="0">
                  <a:pos x="11" y="0"/>
                </a:cxn>
                <a:cxn ang="0">
                  <a:pos x="16" y="2"/>
                </a:cxn>
                <a:cxn ang="0">
                  <a:pos x="14" y="5"/>
                </a:cxn>
                <a:cxn ang="0">
                  <a:pos x="11" y="7"/>
                </a:cxn>
                <a:cxn ang="0">
                  <a:pos x="6" y="12"/>
                </a:cxn>
                <a:cxn ang="0">
                  <a:pos x="3" y="12"/>
                </a:cxn>
                <a:cxn ang="0">
                  <a:pos x="0" y="8"/>
                </a:cxn>
                <a:cxn ang="0">
                  <a:pos x="0" y="5"/>
                </a:cxn>
                <a:cxn ang="0">
                  <a:pos x="4" y="4"/>
                </a:cxn>
                <a:cxn ang="0">
                  <a:pos x="6" y="0"/>
                </a:cxn>
              </a:cxnLst>
              <a:rect l="0" t="0" r="r" b="b"/>
              <a:pathLst>
                <a:path w="16" h="12">
                  <a:moveTo>
                    <a:pt x="6" y="0"/>
                  </a:moveTo>
                  <a:lnTo>
                    <a:pt x="11" y="0"/>
                  </a:lnTo>
                  <a:lnTo>
                    <a:pt x="16" y="2"/>
                  </a:lnTo>
                  <a:lnTo>
                    <a:pt x="14" y="5"/>
                  </a:lnTo>
                  <a:lnTo>
                    <a:pt x="11" y="7"/>
                  </a:lnTo>
                  <a:lnTo>
                    <a:pt x="6" y="12"/>
                  </a:lnTo>
                  <a:lnTo>
                    <a:pt x="3" y="12"/>
                  </a:lnTo>
                  <a:lnTo>
                    <a:pt x="0" y="8"/>
                  </a:lnTo>
                  <a:lnTo>
                    <a:pt x="0" y="5"/>
                  </a:lnTo>
                  <a:lnTo>
                    <a:pt x="4" y="4"/>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6" name="Freeform 206"/>
            <p:cNvSpPr/>
            <p:nvPr/>
          </p:nvSpPr>
          <p:spPr bwMode="auto">
            <a:xfrm>
              <a:off x="4740276" y="2976563"/>
              <a:ext cx="33338" cy="26988"/>
            </a:xfrm>
            <a:custGeom>
              <a:avLst/>
              <a:gdLst/>
              <a:ahLst/>
              <a:cxnLst>
                <a:cxn ang="0">
                  <a:pos x="1" y="0"/>
                </a:cxn>
                <a:cxn ang="0">
                  <a:pos x="3" y="0"/>
                </a:cxn>
                <a:cxn ang="0">
                  <a:pos x="5" y="3"/>
                </a:cxn>
                <a:cxn ang="0">
                  <a:pos x="8" y="5"/>
                </a:cxn>
                <a:cxn ang="0">
                  <a:pos x="10" y="7"/>
                </a:cxn>
                <a:cxn ang="0">
                  <a:pos x="13" y="7"/>
                </a:cxn>
                <a:cxn ang="0">
                  <a:pos x="14" y="8"/>
                </a:cxn>
                <a:cxn ang="0">
                  <a:pos x="19" y="10"/>
                </a:cxn>
                <a:cxn ang="0">
                  <a:pos x="21" y="13"/>
                </a:cxn>
                <a:cxn ang="0">
                  <a:pos x="19" y="17"/>
                </a:cxn>
                <a:cxn ang="0">
                  <a:pos x="16" y="17"/>
                </a:cxn>
                <a:cxn ang="0">
                  <a:pos x="10" y="10"/>
                </a:cxn>
                <a:cxn ang="0">
                  <a:pos x="6" y="10"/>
                </a:cxn>
                <a:cxn ang="0">
                  <a:pos x="3" y="7"/>
                </a:cxn>
                <a:cxn ang="0">
                  <a:pos x="1" y="3"/>
                </a:cxn>
                <a:cxn ang="0">
                  <a:pos x="0" y="2"/>
                </a:cxn>
                <a:cxn ang="0">
                  <a:pos x="1" y="0"/>
                </a:cxn>
              </a:cxnLst>
              <a:rect l="0" t="0" r="r" b="b"/>
              <a:pathLst>
                <a:path w="21" h="17">
                  <a:moveTo>
                    <a:pt x="1" y="0"/>
                  </a:moveTo>
                  <a:lnTo>
                    <a:pt x="3" y="0"/>
                  </a:lnTo>
                  <a:lnTo>
                    <a:pt x="5" y="3"/>
                  </a:lnTo>
                  <a:lnTo>
                    <a:pt x="8" y="5"/>
                  </a:lnTo>
                  <a:lnTo>
                    <a:pt x="10" y="7"/>
                  </a:lnTo>
                  <a:lnTo>
                    <a:pt x="13" y="7"/>
                  </a:lnTo>
                  <a:lnTo>
                    <a:pt x="14" y="8"/>
                  </a:lnTo>
                  <a:lnTo>
                    <a:pt x="19" y="10"/>
                  </a:lnTo>
                  <a:lnTo>
                    <a:pt x="21" y="13"/>
                  </a:lnTo>
                  <a:lnTo>
                    <a:pt x="19" y="17"/>
                  </a:lnTo>
                  <a:lnTo>
                    <a:pt x="16" y="17"/>
                  </a:lnTo>
                  <a:lnTo>
                    <a:pt x="10" y="10"/>
                  </a:lnTo>
                  <a:lnTo>
                    <a:pt x="6" y="10"/>
                  </a:lnTo>
                  <a:lnTo>
                    <a:pt x="3" y="7"/>
                  </a:lnTo>
                  <a:lnTo>
                    <a:pt x="1" y="3"/>
                  </a:lnTo>
                  <a:lnTo>
                    <a:pt x="0" y="2"/>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7" name="Freeform 207"/>
            <p:cNvSpPr/>
            <p:nvPr/>
          </p:nvSpPr>
          <p:spPr bwMode="auto">
            <a:xfrm>
              <a:off x="4781551" y="2952750"/>
              <a:ext cx="4763" cy="6350"/>
            </a:xfrm>
            <a:custGeom>
              <a:avLst/>
              <a:gdLst/>
              <a:ahLst/>
              <a:cxnLst>
                <a:cxn ang="0">
                  <a:pos x="0" y="0"/>
                </a:cxn>
                <a:cxn ang="0">
                  <a:pos x="3" y="0"/>
                </a:cxn>
                <a:cxn ang="0">
                  <a:pos x="3" y="2"/>
                </a:cxn>
                <a:cxn ang="0">
                  <a:pos x="0" y="4"/>
                </a:cxn>
                <a:cxn ang="0">
                  <a:pos x="0" y="0"/>
                </a:cxn>
              </a:cxnLst>
              <a:rect l="0" t="0" r="r" b="b"/>
              <a:pathLst>
                <a:path w="3" h="4">
                  <a:moveTo>
                    <a:pt x="0" y="0"/>
                  </a:moveTo>
                  <a:lnTo>
                    <a:pt x="3" y="0"/>
                  </a:lnTo>
                  <a:lnTo>
                    <a:pt x="3" y="2"/>
                  </a:lnTo>
                  <a:lnTo>
                    <a:pt x="0"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8" name="Freeform 208"/>
            <p:cNvSpPr/>
            <p:nvPr/>
          </p:nvSpPr>
          <p:spPr bwMode="auto">
            <a:xfrm>
              <a:off x="4681538" y="3005138"/>
              <a:ext cx="60325" cy="52388"/>
            </a:xfrm>
            <a:custGeom>
              <a:avLst/>
              <a:gdLst/>
              <a:ahLst/>
              <a:cxnLst>
                <a:cxn ang="0">
                  <a:pos x="7" y="0"/>
                </a:cxn>
                <a:cxn ang="0">
                  <a:pos x="14" y="0"/>
                </a:cxn>
                <a:cxn ang="0">
                  <a:pos x="33" y="5"/>
                </a:cxn>
                <a:cxn ang="0">
                  <a:pos x="35" y="7"/>
                </a:cxn>
                <a:cxn ang="0">
                  <a:pos x="37" y="10"/>
                </a:cxn>
                <a:cxn ang="0">
                  <a:pos x="35" y="13"/>
                </a:cxn>
                <a:cxn ang="0">
                  <a:pos x="33" y="15"/>
                </a:cxn>
                <a:cxn ang="0">
                  <a:pos x="33" y="22"/>
                </a:cxn>
                <a:cxn ang="0">
                  <a:pos x="35" y="27"/>
                </a:cxn>
                <a:cxn ang="0">
                  <a:pos x="38" y="32"/>
                </a:cxn>
                <a:cxn ang="0">
                  <a:pos x="33" y="32"/>
                </a:cxn>
                <a:cxn ang="0">
                  <a:pos x="32" y="30"/>
                </a:cxn>
                <a:cxn ang="0">
                  <a:pos x="32" y="33"/>
                </a:cxn>
                <a:cxn ang="0">
                  <a:pos x="28" y="33"/>
                </a:cxn>
                <a:cxn ang="0">
                  <a:pos x="25" y="30"/>
                </a:cxn>
                <a:cxn ang="0">
                  <a:pos x="22" y="28"/>
                </a:cxn>
                <a:cxn ang="0">
                  <a:pos x="20" y="25"/>
                </a:cxn>
                <a:cxn ang="0">
                  <a:pos x="17" y="23"/>
                </a:cxn>
                <a:cxn ang="0">
                  <a:pos x="14" y="27"/>
                </a:cxn>
                <a:cxn ang="0">
                  <a:pos x="12" y="25"/>
                </a:cxn>
                <a:cxn ang="0">
                  <a:pos x="12" y="23"/>
                </a:cxn>
                <a:cxn ang="0">
                  <a:pos x="10" y="22"/>
                </a:cxn>
                <a:cxn ang="0">
                  <a:pos x="10" y="18"/>
                </a:cxn>
                <a:cxn ang="0">
                  <a:pos x="9" y="17"/>
                </a:cxn>
                <a:cxn ang="0">
                  <a:pos x="7" y="13"/>
                </a:cxn>
                <a:cxn ang="0">
                  <a:pos x="4" y="12"/>
                </a:cxn>
                <a:cxn ang="0">
                  <a:pos x="0" y="8"/>
                </a:cxn>
                <a:cxn ang="0">
                  <a:pos x="2" y="7"/>
                </a:cxn>
                <a:cxn ang="0">
                  <a:pos x="7" y="0"/>
                </a:cxn>
              </a:cxnLst>
              <a:rect l="0" t="0" r="r" b="b"/>
              <a:pathLst>
                <a:path w="38" h="33">
                  <a:moveTo>
                    <a:pt x="7" y="0"/>
                  </a:moveTo>
                  <a:lnTo>
                    <a:pt x="14" y="0"/>
                  </a:lnTo>
                  <a:lnTo>
                    <a:pt x="33" y="5"/>
                  </a:lnTo>
                  <a:lnTo>
                    <a:pt x="35" y="7"/>
                  </a:lnTo>
                  <a:lnTo>
                    <a:pt x="37" y="10"/>
                  </a:lnTo>
                  <a:lnTo>
                    <a:pt x="35" y="13"/>
                  </a:lnTo>
                  <a:lnTo>
                    <a:pt x="33" y="15"/>
                  </a:lnTo>
                  <a:lnTo>
                    <a:pt x="33" y="22"/>
                  </a:lnTo>
                  <a:lnTo>
                    <a:pt x="35" y="27"/>
                  </a:lnTo>
                  <a:lnTo>
                    <a:pt x="38" y="32"/>
                  </a:lnTo>
                  <a:lnTo>
                    <a:pt x="33" y="32"/>
                  </a:lnTo>
                  <a:lnTo>
                    <a:pt x="32" y="30"/>
                  </a:lnTo>
                  <a:lnTo>
                    <a:pt x="32" y="33"/>
                  </a:lnTo>
                  <a:lnTo>
                    <a:pt x="28" y="33"/>
                  </a:lnTo>
                  <a:lnTo>
                    <a:pt x="25" y="30"/>
                  </a:lnTo>
                  <a:lnTo>
                    <a:pt x="22" y="28"/>
                  </a:lnTo>
                  <a:lnTo>
                    <a:pt x="20" y="25"/>
                  </a:lnTo>
                  <a:lnTo>
                    <a:pt x="17" y="23"/>
                  </a:lnTo>
                  <a:lnTo>
                    <a:pt x="14" y="27"/>
                  </a:lnTo>
                  <a:lnTo>
                    <a:pt x="12" y="25"/>
                  </a:lnTo>
                  <a:lnTo>
                    <a:pt x="12" y="23"/>
                  </a:lnTo>
                  <a:lnTo>
                    <a:pt x="10" y="22"/>
                  </a:lnTo>
                  <a:lnTo>
                    <a:pt x="10" y="18"/>
                  </a:lnTo>
                  <a:lnTo>
                    <a:pt x="9" y="17"/>
                  </a:lnTo>
                  <a:lnTo>
                    <a:pt x="7" y="13"/>
                  </a:lnTo>
                  <a:lnTo>
                    <a:pt x="4" y="12"/>
                  </a:lnTo>
                  <a:lnTo>
                    <a:pt x="0" y="8"/>
                  </a:lnTo>
                  <a:lnTo>
                    <a:pt x="2" y="7"/>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9" name="Freeform 209"/>
            <p:cNvSpPr/>
            <p:nvPr/>
          </p:nvSpPr>
          <p:spPr bwMode="auto">
            <a:xfrm>
              <a:off x="4575176" y="2870200"/>
              <a:ext cx="4763" cy="1588"/>
            </a:xfrm>
            <a:custGeom>
              <a:avLst/>
              <a:gdLst/>
              <a:ahLst/>
              <a:cxnLst>
                <a:cxn ang="0">
                  <a:pos x="0" y="0"/>
                </a:cxn>
                <a:cxn ang="0">
                  <a:pos x="3" y="0"/>
                </a:cxn>
                <a:cxn ang="0">
                  <a:pos x="3" y="1"/>
                </a:cxn>
                <a:cxn ang="0">
                  <a:pos x="1" y="1"/>
                </a:cxn>
                <a:cxn ang="0">
                  <a:pos x="0" y="0"/>
                </a:cxn>
              </a:cxnLst>
              <a:rect l="0" t="0" r="r" b="b"/>
              <a:pathLst>
                <a:path w="3" h="1">
                  <a:moveTo>
                    <a:pt x="0" y="0"/>
                  </a:moveTo>
                  <a:lnTo>
                    <a:pt x="3" y="0"/>
                  </a:lnTo>
                  <a:lnTo>
                    <a:pt x="3" y="1"/>
                  </a:lnTo>
                  <a:lnTo>
                    <a:pt x="1" y="1"/>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0" name="Freeform 210"/>
            <p:cNvSpPr/>
            <p:nvPr/>
          </p:nvSpPr>
          <p:spPr bwMode="auto">
            <a:xfrm>
              <a:off x="4514851" y="2817813"/>
              <a:ext cx="7938" cy="17463"/>
            </a:xfrm>
            <a:custGeom>
              <a:avLst/>
              <a:gdLst/>
              <a:ahLst/>
              <a:cxnLst>
                <a:cxn ang="0">
                  <a:pos x="3" y="0"/>
                </a:cxn>
                <a:cxn ang="0">
                  <a:pos x="5" y="1"/>
                </a:cxn>
                <a:cxn ang="0">
                  <a:pos x="5" y="11"/>
                </a:cxn>
                <a:cxn ang="0">
                  <a:pos x="1" y="8"/>
                </a:cxn>
                <a:cxn ang="0">
                  <a:pos x="0" y="3"/>
                </a:cxn>
                <a:cxn ang="0">
                  <a:pos x="3" y="0"/>
                </a:cxn>
              </a:cxnLst>
              <a:rect l="0" t="0" r="r" b="b"/>
              <a:pathLst>
                <a:path w="5" h="11">
                  <a:moveTo>
                    <a:pt x="3" y="0"/>
                  </a:moveTo>
                  <a:lnTo>
                    <a:pt x="5" y="1"/>
                  </a:lnTo>
                  <a:lnTo>
                    <a:pt x="5" y="11"/>
                  </a:lnTo>
                  <a:lnTo>
                    <a:pt x="1" y="8"/>
                  </a:lnTo>
                  <a:lnTo>
                    <a:pt x="0" y="3"/>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1" name="Freeform 211"/>
            <p:cNvSpPr/>
            <p:nvPr/>
          </p:nvSpPr>
          <p:spPr bwMode="auto">
            <a:xfrm>
              <a:off x="4389438" y="2871788"/>
              <a:ext cx="20638" cy="44450"/>
            </a:xfrm>
            <a:custGeom>
              <a:avLst/>
              <a:gdLst/>
              <a:ahLst/>
              <a:cxnLst>
                <a:cxn ang="0">
                  <a:pos x="10" y="0"/>
                </a:cxn>
                <a:cxn ang="0">
                  <a:pos x="10" y="5"/>
                </a:cxn>
                <a:cxn ang="0">
                  <a:pos x="11" y="5"/>
                </a:cxn>
                <a:cxn ang="0">
                  <a:pos x="11" y="7"/>
                </a:cxn>
                <a:cxn ang="0">
                  <a:pos x="13" y="7"/>
                </a:cxn>
                <a:cxn ang="0">
                  <a:pos x="13" y="20"/>
                </a:cxn>
                <a:cxn ang="0">
                  <a:pos x="10" y="23"/>
                </a:cxn>
                <a:cxn ang="0">
                  <a:pos x="10" y="25"/>
                </a:cxn>
                <a:cxn ang="0">
                  <a:pos x="6" y="28"/>
                </a:cxn>
                <a:cxn ang="0">
                  <a:pos x="5" y="27"/>
                </a:cxn>
                <a:cxn ang="0">
                  <a:pos x="5" y="23"/>
                </a:cxn>
                <a:cxn ang="0">
                  <a:pos x="1" y="22"/>
                </a:cxn>
                <a:cxn ang="0">
                  <a:pos x="1" y="18"/>
                </a:cxn>
                <a:cxn ang="0">
                  <a:pos x="0" y="15"/>
                </a:cxn>
                <a:cxn ang="0">
                  <a:pos x="0" y="13"/>
                </a:cxn>
                <a:cxn ang="0">
                  <a:pos x="3" y="10"/>
                </a:cxn>
                <a:cxn ang="0">
                  <a:pos x="5" y="10"/>
                </a:cxn>
                <a:cxn ang="0">
                  <a:pos x="5" y="7"/>
                </a:cxn>
                <a:cxn ang="0">
                  <a:pos x="6" y="4"/>
                </a:cxn>
                <a:cxn ang="0">
                  <a:pos x="10" y="0"/>
                </a:cxn>
              </a:cxnLst>
              <a:rect l="0" t="0" r="r" b="b"/>
              <a:pathLst>
                <a:path w="13" h="28">
                  <a:moveTo>
                    <a:pt x="10" y="0"/>
                  </a:moveTo>
                  <a:lnTo>
                    <a:pt x="10" y="5"/>
                  </a:lnTo>
                  <a:lnTo>
                    <a:pt x="11" y="5"/>
                  </a:lnTo>
                  <a:lnTo>
                    <a:pt x="11" y="7"/>
                  </a:lnTo>
                  <a:lnTo>
                    <a:pt x="13" y="7"/>
                  </a:lnTo>
                  <a:lnTo>
                    <a:pt x="13" y="20"/>
                  </a:lnTo>
                  <a:lnTo>
                    <a:pt x="10" y="23"/>
                  </a:lnTo>
                  <a:lnTo>
                    <a:pt x="10" y="25"/>
                  </a:lnTo>
                  <a:lnTo>
                    <a:pt x="6" y="28"/>
                  </a:lnTo>
                  <a:lnTo>
                    <a:pt x="5" y="27"/>
                  </a:lnTo>
                  <a:lnTo>
                    <a:pt x="5" y="23"/>
                  </a:lnTo>
                  <a:lnTo>
                    <a:pt x="1" y="22"/>
                  </a:lnTo>
                  <a:lnTo>
                    <a:pt x="1" y="18"/>
                  </a:lnTo>
                  <a:lnTo>
                    <a:pt x="0" y="15"/>
                  </a:lnTo>
                  <a:lnTo>
                    <a:pt x="0" y="13"/>
                  </a:lnTo>
                  <a:lnTo>
                    <a:pt x="3" y="10"/>
                  </a:lnTo>
                  <a:lnTo>
                    <a:pt x="5" y="10"/>
                  </a:lnTo>
                  <a:lnTo>
                    <a:pt x="5" y="7"/>
                  </a:lnTo>
                  <a:lnTo>
                    <a:pt x="6" y="4"/>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2" name="Freeform 212"/>
            <p:cNvSpPr/>
            <p:nvPr/>
          </p:nvSpPr>
          <p:spPr bwMode="auto">
            <a:xfrm>
              <a:off x="4381501" y="2924175"/>
              <a:ext cx="38100" cy="68263"/>
            </a:xfrm>
            <a:custGeom>
              <a:avLst/>
              <a:gdLst/>
              <a:ahLst/>
              <a:cxnLst>
                <a:cxn ang="0">
                  <a:pos x="11" y="0"/>
                </a:cxn>
                <a:cxn ang="0">
                  <a:pos x="15" y="0"/>
                </a:cxn>
                <a:cxn ang="0">
                  <a:pos x="18" y="2"/>
                </a:cxn>
                <a:cxn ang="0">
                  <a:pos x="20" y="3"/>
                </a:cxn>
                <a:cxn ang="0">
                  <a:pos x="21" y="7"/>
                </a:cxn>
                <a:cxn ang="0">
                  <a:pos x="23" y="8"/>
                </a:cxn>
                <a:cxn ang="0">
                  <a:pos x="24" y="12"/>
                </a:cxn>
                <a:cxn ang="0">
                  <a:pos x="24" y="15"/>
                </a:cxn>
                <a:cxn ang="0">
                  <a:pos x="23" y="17"/>
                </a:cxn>
                <a:cxn ang="0">
                  <a:pos x="23" y="18"/>
                </a:cxn>
                <a:cxn ang="0">
                  <a:pos x="21" y="20"/>
                </a:cxn>
                <a:cxn ang="0">
                  <a:pos x="21" y="22"/>
                </a:cxn>
                <a:cxn ang="0">
                  <a:pos x="24" y="25"/>
                </a:cxn>
                <a:cxn ang="0">
                  <a:pos x="24" y="33"/>
                </a:cxn>
                <a:cxn ang="0">
                  <a:pos x="21" y="40"/>
                </a:cxn>
                <a:cxn ang="0">
                  <a:pos x="13" y="40"/>
                </a:cxn>
                <a:cxn ang="0">
                  <a:pos x="11" y="41"/>
                </a:cxn>
                <a:cxn ang="0">
                  <a:pos x="10" y="41"/>
                </a:cxn>
                <a:cxn ang="0">
                  <a:pos x="8" y="43"/>
                </a:cxn>
                <a:cxn ang="0">
                  <a:pos x="1" y="43"/>
                </a:cxn>
                <a:cxn ang="0">
                  <a:pos x="1" y="41"/>
                </a:cxn>
                <a:cxn ang="0">
                  <a:pos x="5" y="38"/>
                </a:cxn>
                <a:cxn ang="0">
                  <a:pos x="6" y="35"/>
                </a:cxn>
                <a:cxn ang="0">
                  <a:pos x="3" y="31"/>
                </a:cxn>
                <a:cxn ang="0">
                  <a:pos x="3" y="15"/>
                </a:cxn>
                <a:cxn ang="0">
                  <a:pos x="1" y="12"/>
                </a:cxn>
                <a:cxn ang="0">
                  <a:pos x="0" y="12"/>
                </a:cxn>
                <a:cxn ang="0">
                  <a:pos x="0" y="8"/>
                </a:cxn>
                <a:cxn ang="0">
                  <a:pos x="1" y="8"/>
                </a:cxn>
                <a:cxn ang="0">
                  <a:pos x="5" y="7"/>
                </a:cxn>
                <a:cxn ang="0">
                  <a:pos x="6" y="7"/>
                </a:cxn>
                <a:cxn ang="0">
                  <a:pos x="6" y="5"/>
                </a:cxn>
                <a:cxn ang="0">
                  <a:pos x="11" y="0"/>
                </a:cxn>
              </a:cxnLst>
              <a:rect l="0" t="0" r="r" b="b"/>
              <a:pathLst>
                <a:path w="24" h="43">
                  <a:moveTo>
                    <a:pt x="11" y="0"/>
                  </a:moveTo>
                  <a:lnTo>
                    <a:pt x="15" y="0"/>
                  </a:lnTo>
                  <a:lnTo>
                    <a:pt x="18" y="2"/>
                  </a:lnTo>
                  <a:lnTo>
                    <a:pt x="20" y="3"/>
                  </a:lnTo>
                  <a:lnTo>
                    <a:pt x="21" y="7"/>
                  </a:lnTo>
                  <a:lnTo>
                    <a:pt x="23" y="8"/>
                  </a:lnTo>
                  <a:lnTo>
                    <a:pt x="24" y="12"/>
                  </a:lnTo>
                  <a:lnTo>
                    <a:pt x="24" y="15"/>
                  </a:lnTo>
                  <a:lnTo>
                    <a:pt x="23" y="17"/>
                  </a:lnTo>
                  <a:lnTo>
                    <a:pt x="23" y="18"/>
                  </a:lnTo>
                  <a:lnTo>
                    <a:pt x="21" y="20"/>
                  </a:lnTo>
                  <a:lnTo>
                    <a:pt x="21" y="22"/>
                  </a:lnTo>
                  <a:lnTo>
                    <a:pt x="24" y="25"/>
                  </a:lnTo>
                  <a:lnTo>
                    <a:pt x="24" y="33"/>
                  </a:lnTo>
                  <a:lnTo>
                    <a:pt x="21" y="40"/>
                  </a:lnTo>
                  <a:lnTo>
                    <a:pt x="13" y="40"/>
                  </a:lnTo>
                  <a:lnTo>
                    <a:pt x="11" y="41"/>
                  </a:lnTo>
                  <a:lnTo>
                    <a:pt x="10" y="41"/>
                  </a:lnTo>
                  <a:lnTo>
                    <a:pt x="8" y="43"/>
                  </a:lnTo>
                  <a:lnTo>
                    <a:pt x="1" y="43"/>
                  </a:lnTo>
                  <a:lnTo>
                    <a:pt x="1" y="41"/>
                  </a:lnTo>
                  <a:lnTo>
                    <a:pt x="5" y="38"/>
                  </a:lnTo>
                  <a:lnTo>
                    <a:pt x="6" y="35"/>
                  </a:lnTo>
                  <a:lnTo>
                    <a:pt x="3" y="31"/>
                  </a:lnTo>
                  <a:lnTo>
                    <a:pt x="3" y="15"/>
                  </a:lnTo>
                  <a:lnTo>
                    <a:pt x="1" y="12"/>
                  </a:lnTo>
                  <a:lnTo>
                    <a:pt x="0" y="12"/>
                  </a:lnTo>
                  <a:lnTo>
                    <a:pt x="0" y="8"/>
                  </a:lnTo>
                  <a:lnTo>
                    <a:pt x="1" y="8"/>
                  </a:lnTo>
                  <a:lnTo>
                    <a:pt x="5" y="7"/>
                  </a:lnTo>
                  <a:lnTo>
                    <a:pt x="6" y="7"/>
                  </a:lnTo>
                  <a:lnTo>
                    <a:pt x="6" y="5"/>
                  </a:lnTo>
                  <a:lnTo>
                    <a:pt x="1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3" name="Freeform 213"/>
            <p:cNvSpPr/>
            <p:nvPr/>
          </p:nvSpPr>
          <p:spPr bwMode="auto">
            <a:xfrm>
              <a:off x="4475163" y="3003550"/>
              <a:ext cx="73025" cy="49213"/>
            </a:xfrm>
            <a:custGeom>
              <a:avLst/>
              <a:gdLst/>
              <a:ahLst/>
              <a:cxnLst>
                <a:cxn ang="0">
                  <a:pos x="38" y="0"/>
                </a:cxn>
                <a:cxn ang="0">
                  <a:pos x="41" y="0"/>
                </a:cxn>
                <a:cxn ang="0">
                  <a:pos x="43" y="1"/>
                </a:cxn>
                <a:cxn ang="0">
                  <a:pos x="46" y="3"/>
                </a:cxn>
                <a:cxn ang="0">
                  <a:pos x="46" y="5"/>
                </a:cxn>
                <a:cxn ang="0">
                  <a:pos x="45" y="8"/>
                </a:cxn>
                <a:cxn ang="0">
                  <a:pos x="45" y="11"/>
                </a:cxn>
                <a:cxn ang="0">
                  <a:pos x="43" y="14"/>
                </a:cxn>
                <a:cxn ang="0">
                  <a:pos x="43" y="18"/>
                </a:cxn>
                <a:cxn ang="0">
                  <a:pos x="45" y="21"/>
                </a:cxn>
                <a:cxn ang="0">
                  <a:pos x="45" y="28"/>
                </a:cxn>
                <a:cxn ang="0">
                  <a:pos x="43" y="31"/>
                </a:cxn>
                <a:cxn ang="0">
                  <a:pos x="41" y="31"/>
                </a:cxn>
                <a:cxn ang="0">
                  <a:pos x="35" y="24"/>
                </a:cxn>
                <a:cxn ang="0">
                  <a:pos x="28" y="24"/>
                </a:cxn>
                <a:cxn ang="0">
                  <a:pos x="25" y="21"/>
                </a:cxn>
                <a:cxn ang="0">
                  <a:pos x="23" y="21"/>
                </a:cxn>
                <a:cxn ang="0">
                  <a:pos x="20" y="18"/>
                </a:cxn>
                <a:cxn ang="0">
                  <a:pos x="20" y="16"/>
                </a:cxn>
                <a:cxn ang="0">
                  <a:pos x="17" y="14"/>
                </a:cxn>
                <a:cxn ang="0">
                  <a:pos x="5" y="14"/>
                </a:cxn>
                <a:cxn ang="0">
                  <a:pos x="0" y="9"/>
                </a:cxn>
                <a:cxn ang="0">
                  <a:pos x="3" y="8"/>
                </a:cxn>
                <a:cxn ang="0">
                  <a:pos x="5" y="6"/>
                </a:cxn>
                <a:cxn ang="0">
                  <a:pos x="8" y="5"/>
                </a:cxn>
                <a:cxn ang="0">
                  <a:pos x="33" y="5"/>
                </a:cxn>
                <a:cxn ang="0">
                  <a:pos x="35" y="3"/>
                </a:cxn>
                <a:cxn ang="0">
                  <a:pos x="38" y="1"/>
                </a:cxn>
                <a:cxn ang="0">
                  <a:pos x="38" y="0"/>
                </a:cxn>
              </a:cxnLst>
              <a:rect l="0" t="0" r="r" b="b"/>
              <a:pathLst>
                <a:path w="46" h="31">
                  <a:moveTo>
                    <a:pt x="38" y="0"/>
                  </a:moveTo>
                  <a:lnTo>
                    <a:pt x="41" y="0"/>
                  </a:lnTo>
                  <a:lnTo>
                    <a:pt x="43" y="1"/>
                  </a:lnTo>
                  <a:lnTo>
                    <a:pt x="46" y="3"/>
                  </a:lnTo>
                  <a:lnTo>
                    <a:pt x="46" y="5"/>
                  </a:lnTo>
                  <a:lnTo>
                    <a:pt x="45" y="8"/>
                  </a:lnTo>
                  <a:lnTo>
                    <a:pt x="45" y="11"/>
                  </a:lnTo>
                  <a:lnTo>
                    <a:pt x="43" y="14"/>
                  </a:lnTo>
                  <a:lnTo>
                    <a:pt x="43" y="18"/>
                  </a:lnTo>
                  <a:lnTo>
                    <a:pt x="45" y="21"/>
                  </a:lnTo>
                  <a:lnTo>
                    <a:pt x="45" y="28"/>
                  </a:lnTo>
                  <a:lnTo>
                    <a:pt x="43" y="31"/>
                  </a:lnTo>
                  <a:lnTo>
                    <a:pt x="41" y="31"/>
                  </a:lnTo>
                  <a:lnTo>
                    <a:pt x="35" y="24"/>
                  </a:lnTo>
                  <a:lnTo>
                    <a:pt x="28" y="24"/>
                  </a:lnTo>
                  <a:lnTo>
                    <a:pt x="25" y="21"/>
                  </a:lnTo>
                  <a:lnTo>
                    <a:pt x="23" y="21"/>
                  </a:lnTo>
                  <a:lnTo>
                    <a:pt x="20" y="18"/>
                  </a:lnTo>
                  <a:lnTo>
                    <a:pt x="20" y="16"/>
                  </a:lnTo>
                  <a:lnTo>
                    <a:pt x="17" y="14"/>
                  </a:lnTo>
                  <a:lnTo>
                    <a:pt x="5" y="14"/>
                  </a:lnTo>
                  <a:lnTo>
                    <a:pt x="0" y="9"/>
                  </a:lnTo>
                  <a:lnTo>
                    <a:pt x="3" y="8"/>
                  </a:lnTo>
                  <a:lnTo>
                    <a:pt x="5" y="6"/>
                  </a:lnTo>
                  <a:lnTo>
                    <a:pt x="8" y="5"/>
                  </a:lnTo>
                  <a:lnTo>
                    <a:pt x="33" y="5"/>
                  </a:lnTo>
                  <a:lnTo>
                    <a:pt x="35" y="3"/>
                  </a:lnTo>
                  <a:lnTo>
                    <a:pt x="38" y="1"/>
                  </a:lnTo>
                  <a:lnTo>
                    <a:pt x="3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4" name="Freeform 214"/>
            <p:cNvSpPr/>
            <p:nvPr/>
          </p:nvSpPr>
          <p:spPr bwMode="auto">
            <a:xfrm>
              <a:off x="3957638" y="2474913"/>
              <a:ext cx="111125" cy="120650"/>
            </a:xfrm>
            <a:custGeom>
              <a:avLst/>
              <a:gdLst/>
              <a:ahLst/>
              <a:cxnLst>
                <a:cxn ang="0">
                  <a:pos x="44" y="0"/>
                </a:cxn>
                <a:cxn ang="0">
                  <a:pos x="49" y="3"/>
                </a:cxn>
                <a:cxn ang="0">
                  <a:pos x="51" y="0"/>
                </a:cxn>
                <a:cxn ang="0">
                  <a:pos x="67" y="5"/>
                </a:cxn>
                <a:cxn ang="0">
                  <a:pos x="67" y="11"/>
                </a:cxn>
                <a:cxn ang="0">
                  <a:pos x="70" y="20"/>
                </a:cxn>
                <a:cxn ang="0">
                  <a:pos x="62" y="25"/>
                </a:cxn>
                <a:cxn ang="0">
                  <a:pos x="66" y="43"/>
                </a:cxn>
                <a:cxn ang="0">
                  <a:pos x="66" y="51"/>
                </a:cxn>
                <a:cxn ang="0">
                  <a:pos x="62" y="56"/>
                </a:cxn>
                <a:cxn ang="0">
                  <a:pos x="62" y="61"/>
                </a:cxn>
                <a:cxn ang="0">
                  <a:pos x="59" y="66"/>
                </a:cxn>
                <a:cxn ang="0">
                  <a:pos x="39" y="69"/>
                </a:cxn>
                <a:cxn ang="0">
                  <a:pos x="34" y="74"/>
                </a:cxn>
                <a:cxn ang="0">
                  <a:pos x="29" y="76"/>
                </a:cxn>
                <a:cxn ang="0">
                  <a:pos x="13" y="71"/>
                </a:cxn>
                <a:cxn ang="0">
                  <a:pos x="5" y="74"/>
                </a:cxn>
                <a:cxn ang="0">
                  <a:pos x="5" y="69"/>
                </a:cxn>
                <a:cxn ang="0">
                  <a:pos x="0" y="62"/>
                </a:cxn>
                <a:cxn ang="0">
                  <a:pos x="3" y="56"/>
                </a:cxn>
                <a:cxn ang="0">
                  <a:pos x="9" y="51"/>
                </a:cxn>
                <a:cxn ang="0">
                  <a:pos x="13" y="46"/>
                </a:cxn>
                <a:cxn ang="0">
                  <a:pos x="14" y="41"/>
                </a:cxn>
                <a:cxn ang="0">
                  <a:pos x="21" y="39"/>
                </a:cxn>
                <a:cxn ang="0">
                  <a:pos x="19" y="36"/>
                </a:cxn>
                <a:cxn ang="0">
                  <a:pos x="11" y="34"/>
                </a:cxn>
                <a:cxn ang="0">
                  <a:pos x="6" y="33"/>
                </a:cxn>
                <a:cxn ang="0">
                  <a:pos x="5" y="28"/>
                </a:cxn>
                <a:cxn ang="0">
                  <a:pos x="14" y="26"/>
                </a:cxn>
                <a:cxn ang="0">
                  <a:pos x="9" y="20"/>
                </a:cxn>
                <a:cxn ang="0">
                  <a:pos x="19" y="18"/>
                </a:cxn>
                <a:cxn ang="0">
                  <a:pos x="24" y="21"/>
                </a:cxn>
                <a:cxn ang="0">
                  <a:pos x="29" y="23"/>
                </a:cxn>
                <a:cxn ang="0">
                  <a:pos x="31" y="15"/>
                </a:cxn>
                <a:cxn ang="0">
                  <a:pos x="36" y="13"/>
                </a:cxn>
                <a:cxn ang="0">
                  <a:pos x="28" y="8"/>
                </a:cxn>
                <a:cxn ang="0">
                  <a:pos x="34" y="3"/>
                </a:cxn>
              </a:cxnLst>
              <a:rect l="0" t="0" r="r" b="b"/>
              <a:pathLst>
                <a:path w="70" h="76">
                  <a:moveTo>
                    <a:pt x="38" y="0"/>
                  </a:moveTo>
                  <a:lnTo>
                    <a:pt x="44" y="0"/>
                  </a:lnTo>
                  <a:lnTo>
                    <a:pt x="47" y="1"/>
                  </a:lnTo>
                  <a:lnTo>
                    <a:pt x="49" y="3"/>
                  </a:lnTo>
                  <a:lnTo>
                    <a:pt x="51" y="1"/>
                  </a:lnTo>
                  <a:lnTo>
                    <a:pt x="51" y="0"/>
                  </a:lnTo>
                  <a:lnTo>
                    <a:pt x="62" y="0"/>
                  </a:lnTo>
                  <a:lnTo>
                    <a:pt x="67" y="5"/>
                  </a:lnTo>
                  <a:lnTo>
                    <a:pt x="64" y="8"/>
                  </a:lnTo>
                  <a:lnTo>
                    <a:pt x="67" y="11"/>
                  </a:lnTo>
                  <a:lnTo>
                    <a:pt x="70" y="11"/>
                  </a:lnTo>
                  <a:lnTo>
                    <a:pt x="70" y="20"/>
                  </a:lnTo>
                  <a:lnTo>
                    <a:pt x="66" y="21"/>
                  </a:lnTo>
                  <a:lnTo>
                    <a:pt x="62" y="25"/>
                  </a:lnTo>
                  <a:lnTo>
                    <a:pt x="66" y="31"/>
                  </a:lnTo>
                  <a:lnTo>
                    <a:pt x="66" y="43"/>
                  </a:lnTo>
                  <a:lnTo>
                    <a:pt x="67" y="48"/>
                  </a:lnTo>
                  <a:lnTo>
                    <a:pt x="66" y="51"/>
                  </a:lnTo>
                  <a:lnTo>
                    <a:pt x="66" y="54"/>
                  </a:lnTo>
                  <a:lnTo>
                    <a:pt x="62" y="56"/>
                  </a:lnTo>
                  <a:lnTo>
                    <a:pt x="61" y="59"/>
                  </a:lnTo>
                  <a:lnTo>
                    <a:pt x="62" y="61"/>
                  </a:lnTo>
                  <a:lnTo>
                    <a:pt x="61" y="64"/>
                  </a:lnTo>
                  <a:lnTo>
                    <a:pt x="59" y="66"/>
                  </a:lnTo>
                  <a:lnTo>
                    <a:pt x="42" y="66"/>
                  </a:lnTo>
                  <a:lnTo>
                    <a:pt x="39" y="69"/>
                  </a:lnTo>
                  <a:lnTo>
                    <a:pt x="36" y="71"/>
                  </a:lnTo>
                  <a:lnTo>
                    <a:pt x="34" y="74"/>
                  </a:lnTo>
                  <a:lnTo>
                    <a:pt x="33" y="74"/>
                  </a:lnTo>
                  <a:lnTo>
                    <a:pt x="29" y="76"/>
                  </a:lnTo>
                  <a:lnTo>
                    <a:pt x="14" y="76"/>
                  </a:lnTo>
                  <a:lnTo>
                    <a:pt x="13" y="71"/>
                  </a:lnTo>
                  <a:lnTo>
                    <a:pt x="9" y="72"/>
                  </a:lnTo>
                  <a:lnTo>
                    <a:pt x="5" y="74"/>
                  </a:lnTo>
                  <a:lnTo>
                    <a:pt x="0" y="74"/>
                  </a:lnTo>
                  <a:lnTo>
                    <a:pt x="5" y="69"/>
                  </a:lnTo>
                  <a:lnTo>
                    <a:pt x="1" y="67"/>
                  </a:lnTo>
                  <a:lnTo>
                    <a:pt x="0" y="62"/>
                  </a:lnTo>
                  <a:lnTo>
                    <a:pt x="3" y="61"/>
                  </a:lnTo>
                  <a:lnTo>
                    <a:pt x="3" y="56"/>
                  </a:lnTo>
                  <a:lnTo>
                    <a:pt x="8" y="54"/>
                  </a:lnTo>
                  <a:lnTo>
                    <a:pt x="9" y="51"/>
                  </a:lnTo>
                  <a:lnTo>
                    <a:pt x="9" y="48"/>
                  </a:lnTo>
                  <a:lnTo>
                    <a:pt x="13" y="46"/>
                  </a:lnTo>
                  <a:lnTo>
                    <a:pt x="14" y="44"/>
                  </a:lnTo>
                  <a:lnTo>
                    <a:pt x="14" y="41"/>
                  </a:lnTo>
                  <a:lnTo>
                    <a:pt x="16" y="39"/>
                  </a:lnTo>
                  <a:lnTo>
                    <a:pt x="21" y="39"/>
                  </a:lnTo>
                  <a:lnTo>
                    <a:pt x="21" y="38"/>
                  </a:lnTo>
                  <a:lnTo>
                    <a:pt x="19" y="36"/>
                  </a:lnTo>
                  <a:lnTo>
                    <a:pt x="13" y="36"/>
                  </a:lnTo>
                  <a:lnTo>
                    <a:pt x="11" y="34"/>
                  </a:lnTo>
                  <a:lnTo>
                    <a:pt x="8" y="33"/>
                  </a:lnTo>
                  <a:lnTo>
                    <a:pt x="6" y="33"/>
                  </a:lnTo>
                  <a:lnTo>
                    <a:pt x="6" y="29"/>
                  </a:lnTo>
                  <a:lnTo>
                    <a:pt x="5" y="28"/>
                  </a:lnTo>
                  <a:lnTo>
                    <a:pt x="6" y="26"/>
                  </a:lnTo>
                  <a:lnTo>
                    <a:pt x="14" y="26"/>
                  </a:lnTo>
                  <a:lnTo>
                    <a:pt x="9" y="21"/>
                  </a:lnTo>
                  <a:lnTo>
                    <a:pt x="9" y="20"/>
                  </a:lnTo>
                  <a:lnTo>
                    <a:pt x="11" y="18"/>
                  </a:lnTo>
                  <a:lnTo>
                    <a:pt x="19" y="18"/>
                  </a:lnTo>
                  <a:lnTo>
                    <a:pt x="23" y="20"/>
                  </a:lnTo>
                  <a:lnTo>
                    <a:pt x="24" y="21"/>
                  </a:lnTo>
                  <a:lnTo>
                    <a:pt x="28" y="23"/>
                  </a:lnTo>
                  <a:lnTo>
                    <a:pt x="29" y="23"/>
                  </a:lnTo>
                  <a:lnTo>
                    <a:pt x="29" y="16"/>
                  </a:lnTo>
                  <a:lnTo>
                    <a:pt x="31" y="15"/>
                  </a:lnTo>
                  <a:lnTo>
                    <a:pt x="34" y="15"/>
                  </a:lnTo>
                  <a:lnTo>
                    <a:pt x="36" y="13"/>
                  </a:lnTo>
                  <a:lnTo>
                    <a:pt x="34" y="11"/>
                  </a:lnTo>
                  <a:lnTo>
                    <a:pt x="28" y="8"/>
                  </a:lnTo>
                  <a:lnTo>
                    <a:pt x="29" y="6"/>
                  </a:lnTo>
                  <a:lnTo>
                    <a:pt x="34" y="3"/>
                  </a:lnTo>
                  <a:lnTo>
                    <a:pt x="3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5" name="Freeform 215"/>
            <p:cNvSpPr/>
            <p:nvPr/>
          </p:nvSpPr>
          <p:spPr bwMode="auto">
            <a:xfrm>
              <a:off x="4048126" y="2357438"/>
              <a:ext cx="180975" cy="296863"/>
            </a:xfrm>
            <a:custGeom>
              <a:avLst/>
              <a:gdLst/>
              <a:ahLst/>
              <a:cxnLst>
                <a:cxn ang="0">
                  <a:pos x="50" y="5"/>
                </a:cxn>
                <a:cxn ang="0">
                  <a:pos x="43" y="14"/>
                </a:cxn>
                <a:cxn ang="0">
                  <a:pos x="38" y="29"/>
                </a:cxn>
                <a:cxn ang="0">
                  <a:pos x="45" y="23"/>
                </a:cxn>
                <a:cxn ang="0">
                  <a:pos x="61" y="18"/>
                </a:cxn>
                <a:cxn ang="0">
                  <a:pos x="61" y="49"/>
                </a:cxn>
                <a:cxn ang="0">
                  <a:pos x="53" y="54"/>
                </a:cxn>
                <a:cxn ang="0">
                  <a:pos x="51" y="62"/>
                </a:cxn>
                <a:cxn ang="0">
                  <a:pos x="66" y="67"/>
                </a:cxn>
                <a:cxn ang="0">
                  <a:pos x="71" y="84"/>
                </a:cxn>
                <a:cxn ang="0">
                  <a:pos x="83" y="92"/>
                </a:cxn>
                <a:cxn ang="0">
                  <a:pos x="89" y="102"/>
                </a:cxn>
                <a:cxn ang="0">
                  <a:pos x="96" y="122"/>
                </a:cxn>
                <a:cxn ang="0">
                  <a:pos x="104" y="120"/>
                </a:cxn>
                <a:cxn ang="0">
                  <a:pos x="114" y="131"/>
                </a:cxn>
                <a:cxn ang="0">
                  <a:pos x="107" y="148"/>
                </a:cxn>
                <a:cxn ang="0">
                  <a:pos x="99" y="151"/>
                </a:cxn>
                <a:cxn ang="0">
                  <a:pos x="112" y="158"/>
                </a:cxn>
                <a:cxn ang="0">
                  <a:pos x="91" y="171"/>
                </a:cxn>
                <a:cxn ang="0">
                  <a:pos x="58" y="174"/>
                </a:cxn>
                <a:cxn ang="0">
                  <a:pos x="40" y="179"/>
                </a:cxn>
                <a:cxn ang="0">
                  <a:pos x="30" y="179"/>
                </a:cxn>
                <a:cxn ang="0">
                  <a:pos x="15" y="183"/>
                </a:cxn>
                <a:cxn ang="0">
                  <a:pos x="4" y="183"/>
                </a:cxn>
                <a:cxn ang="0">
                  <a:pos x="15" y="173"/>
                </a:cxn>
                <a:cxn ang="0">
                  <a:pos x="51" y="163"/>
                </a:cxn>
                <a:cxn ang="0">
                  <a:pos x="53" y="158"/>
                </a:cxn>
                <a:cxn ang="0">
                  <a:pos x="37" y="158"/>
                </a:cxn>
                <a:cxn ang="0">
                  <a:pos x="23" y="151"/>
                </a:cxn>
                <a:cxn ang="0">
                  <a:pos x="17" y="146"/>
                </a:cxn>
                <a:cxn ang="0">
                  <a:pos x="28" y="140"/>
                </a:cxn>
                <a:cxn ang="0">
                  <a:pos x="28" y="128"/>
                </a:cxn>
                <a:cxn ang="0">
                  <a:pos x="25" y="123"/>
                </a:cxn>
                <a:cxn ang="0">
                  <a:pos x="46" y="113"/>
                </a:cxn>
                <a:cxn ang="0">
                  <a:pos x="43" y="102"/>
                </a:cxn>
                <a:cxn ang="0">
                  <a:pos x="42" y="87"/>
                </a:cxn>
                <a:cxn ang="0">
                  <a:pos x="37" y="79"/>
                </a:cxn>
                <a:cxn ang="0">
                  <a:pos x="27" y="80"/>
                </a:cxn>
                <a:cxn ang="0">
                  <a:pos x="18" y="75"/>
                </a:cxn>
                <a:cxn ang="0">
                  <a:pos x="22" y="62"/>
                </a:cxn>
                <a:cxn ang="0">
                  <a:pos x="23" y="51"/>
                </a:cxn>
                <a:cxn ang="0">
                  <a:pos x="17" y="56"/>
                </a:cxn>
                <a:cxn ang="0">
                  <a:pos x="9" y="59"/>
                </a:cxn>
                <a:cxn ang="0">
                  <a:pos x="12" y="51"/>
                </a:cxn>
                <a:cxn ang="0">
                  <a:pos x="5" y="28"/>
                </a:cxn>
                <a:cxn ang="0">
                  <a:pos x="4" y="23"/>
                </a:cxn>
                <a:cxn ang="0">
                  <a:pos x="12" y="24"/>
                </a:cxn>
                <a:cxn ang="0">
                  <a:pos x="23" y="10"/>
                </a:cxn>
                <a:cxn ang="0">
                  <a:pos x="38" y="3"/>
                </a:cxn>
              </a:cxnLst>
              <a:rect l="0" t="0" r="r" b="b"/>
              <a:pathLst>
                <a:path w="114" h="187">
                  <a:moveTo>
                    <a:pt x="40" y="0"/>
                  </a:moveTo>
                  <a:lnTo>
                    <a:pt x="50" y="0"/>
                  </a:lnTo>
                  <a:lnTo>
                    <a:pt x="51" y="1"/>
                  </a:lnTo>
                  <a:lnTo>
                    <a:pt x="50" y="5"/>
                  </a:lnTo>
                  <a:lnTo>
                    <a:pt x="50" y="11"/>
                  </a:lnTo>
                  <a:lnTo>
                    <a:pt x="48" y="13"/>
                  </a:lnTo>
                  <a:lnTo>
                    <a:pt x="45" y="13"/>
                  </a:lnTo>
                  <a:lnTo>
                    <a:pt x="43" y="14"/>
                  </a:lnTo>
                  <a:lnTo>
                    <a:pt x="40" y="16"/>
                  </a:lnTo>
                  <a:lnTo>
                    <a:pt x="37" y="19"/>
                  </a:lnTo>
                  <a:lnTo>
                    <a:pt x="37" y="29"/>
                  </a:lnTo>
                  <a:lnTo>
                    <a:pt x="38" y="29"/>
                  </a:lnTo>
                  <a:lnTo>
                    <a:pt x="40" y="28"/>
                  </a:lnTo>
                  <a:lnTo>
                    <a:pt x="40" y="26"/>
                  </a:lnTo>
                  <a:lnTo>
                    <a:pt x="42" y="24"/>
                  </a:lnTo>
                  <a:lnTo>
                    <a:pt x="45" y="23"/>
                  </a:lnTo>
                  <a:lnTo>
                    <a:pt x="46" y="21"/>
                  </a:lnTo>
                  <a:lnTo>
                    <a:pt x="50" y="19"/>
                  </a:lnTo>
                  <a:lnTo>
                    <a:pt x="51" y="18"/>
                  </a:lnTo>
                  <a:lnTo>
                    <a:pt x="61" y="18"/>
                  </a:lnTo>
                  <a:lnTo>
                    <a:pt x="66" y="23"/>
                  </a:lnTo>
                  <a:lnTo>
                    <a:pt x="66" y="39"/>
                  </a:lnTo>
                  <a:lnTo>
                    <a:pt x="61" y="44"/>
                  </a:lnTo>
                  <a:lnTo>
                    <a:pt x="61" y="49"/>
                  </a:lnTo>
                  <a:lnTo>
                    <a:pt x="60" y="51"/>
                  </a:lnTo>
                  <a:lnTo>
                    <a:pt x="58" y="51"/>
                  </a:lnTo>
                  <a:lnTo>
                    <a:pt x="56" y="52"/>
                  </a:lnTo>
                  <a:lnTo>
                    <a:pt x="53" y="54"/>
                  </a:lnTo>
                  <a:lnTo>
                    <a:pt x="51" y="54"/>
                  </a:lnTo>
                  <a:lnTo>
                    <a:pt x="50" y="56"/>
                  </a:lnTo>
                  <a:lnTo>
                    <a:pt x="50" y="61"/>
                  </a:lnTo>
                  <a:lnTo>
                    <a:pt x="51" y="62"/>
                  </a:lnTo>
                  <a:lnTo>
                    <a:pt x="55" y="61"/>
                  </a:lnTo>
                  <a:lnTo>
                    <a:pt x="58" y="61"/>
                  </a:lnTo>
                  <a:lnTo>
                    <a:pt x="63" y="64"/>
                  </a:lnTo>
                  <a:lnTo>
                    <a:pt x="66" y="67"/>
                  </a:lnTo>
                  <a:lnTo>
                    <a:pt x="68" y="70"/>
                  </a:lnTo>
                  <a:lnTo>
                    <a:pt x="70" y="72"/>
                  </a:lnTo>
                  <a:lnTo>
                    <a:pt x="71" y="75"/>
                  </a:lnTo>
                  <a:lnTo>
                    <a:pt x="71" y="84"/>
                  </a:lnTo>
                  <a:lnTo>
                    <a:pt x="73" y="85"/>
                  </a:lnTo>
                  <a:lnTo>
                    <a:pt x="76" y="87"/>
                  </a:lnTo>
                  <a:lnTo>
                    <a:pt x="79" y="90"/>
                  </a:lnTo>
                  <a:lnTo>
                    <a:pt x="83" y="92"/>
                  </a:lnTo>
                  <a:lnTo>
                    <a:pt x="84" y="94"/>
                  </a:lnTo>
                  <a:lnTo>
                    <a:pt x="88" y="95"/>
                  </a:lnTo>
                  <a:lnTo>
                    <a:pt x="89" y="100"/>
                  </a:lnTo>
                  <a:lnTo>
                    <a:pt x="89" y="102"/>
                  </a:lnTo>
                  <a:lnTo>
                    <a:pt x="91" y="103"/>
                  </a:lnTo>
                  <a:lnTo>
                    <a:pt x="91" y="118"/>
                  </a:lnTo>
                  <a:lnTo>
                    <a:pt x="94" y="122"/>
                  </a:lnTo>
                  <a:lnTo>
                    <a:pt x="96" y="122"/>
                  </a:lnTo>
                  <a:lnTo>
                    <a:pt x="98" y="120"/>
                  </a:lnTo>
                  <a:lnTo>
                    <a:pt x="96" y="117"/>
                  </a:lnTo>
                  <a:lnTo>
                    <a:pt x="98" y="117"/>
                  </a:lnTo>
                  <a:lnTo>
                    <a:pt x="104" y="120"/>
                  </a:lnTo>
                  <a:lnTo>
                    <a:pt x="109" y="122"/>
                  </a:lnTo>
                  <a:lnTo>
                    <a:pt x="112" y="125"/>
                  </a:lnTo>
                  <a:lnTo>
                    <a:pt x="114" y="128"/>
                  </a:lnTo>
                  <a:lnTo>
                    <a:pt x="114" y="131"/>
                  </a:lnTo>
                  <a:lnTo>
                    <a:pt x="112" y="136"/>
                  </a:lnTo>
                  <a:lnTo>
                    <a:pt x="111" y="140"/>
                  </a:lnTo>
                  <a:lnTo>
                    <a:pt x="111" y="146"/>
                  </a:lnTo>
                  <a:lnTo>
                    <a:pt x="107" y="148"/>
                  </a:lnTo>
                  <a:lnTo>
                    <a:pt x="104" y="148"/>
                  </a:lnTo>
                  <a:lnTo>
                    <a:pt x="103" y="146"/>
                  </a:lnTo>
                  <a:lnTo>
                    <a:pt x="101" y="150"/>
                  </a:lnTo>
                  <a:lnTo>
                    <a:pt x="99" y="151"/>
                  </a:lnTo>
                  <a:lnTo>
                    <a:pt x="96" y="153"/>
                  </a:lnTo>
                  <a:lnTo>
                    <a:pt x="99" y="155"/>
                  </a:lnTo>
                  <a:lnTo>
                    <a:pt x="106" y="155"/>
                  </a:lnTo>
                  <a:lnTo>
                    <a:pt x="112" y="158"/>
                  </a:lnTo>
                  <a:lnTo>
                    <a:pt x="111" y="159"/>
                  </a:lnTo>
                  <a:lnTo>
                    <a:pt x="103" y="164"/>
                  </a:lnTo>
                  <a:lnTo>
                    <a:pt x="98" y="169"/>
                  </a:lnTo>
                  <a:lnTo>
                    <a:pt x="91" y="171"/>
                  </a:lnTo>
                  <a:lnTo>
                    <a:pt x="68" y="171"/>
                  </a:lnTo>
                  <a:lnTo>
                    <a:pt x="65" y="174"/>
                  </a:lnTo>
                  <a:lnTo>
                    <a:pt x="60" y="176"/>
                  </a:lnTo>
                  <a:lnTo>
                    <a:pt x="58" y="174"/>
                  </a:lnTo>
                  <a:lnTo>
                    <a:pt x="51" y="171"/>
                  </a:lnTo>
                  <a:lnTo>
                    <a:pt x="45" y="174"/>
                  </a:lnTo>
                  <a:lnTo>
                    <a:pt x="43" y="178"/>
                  </a:lnTo>
                  <a:lnTo>
                    <a:pt x="40" y="179"/>
                  </a:lnTo>
                  <a:lnTo>
                    <a:pt x="38" y="181"/>
                  </a:lnTo>
                  <a:lnTo>
                    <a:pt x="38" y="183"/>
                  </a:lnTo>
                  <a:lnTo>
                    <a:pt x="33" y="183"/>
                  </a:lnTo>
                  <a:lnTo>
                    <a:pt x="30" y="179"/>
                  </a:lnTo>
                  <a:lnTo>
                    <a:pt x="27" y="179"/>
                  </a:lnTo>
                  <a:lnTo>
                    <a:pt x="25" y="181"/>
                  </a:lnTo>
                  <a:lnTo>
                    <a:pt x="22" y="183"/>
                  </a:lnTo>
                  <a:lnTo>
                    <a:pt x="15" y="183"/>
                  </a:lnTo>
                  <a:lnTo>
                    <a:pt x="12" y="186"/>
                  </a:lnTo>
                  <a:lnTo>
                    <a:pt x="9" y="187"/>
                  </a:lnTo>
                  <a:lnTo>
                    <a:pt x="2" y="184"/>
                  </a:lnTo>
                  <a:lnTo>
                    <a:pt x="4" y="183"/>
                  </a:lnTo>
                  <a:lnTo>
                    <a:pt x="5" y="183"/>
                  </a:lnTo>
                  <a:lnTo>
                    <a:pt x="10" y="181"/>
                  </a:lnTo>
                  <a:lnTo>
                    <a:pt x="13" y="174"/>
                  </a:lnTo>
                  <a:lnTo>
                    <a:pt x="15" y="173"/>
                  </a:lnTo>
                  <a:lnTo>
                    <a:pt x="25" y="168"/>
                  </a:lnTo>
                  <a:lnTo>
                    <a:pt x="27" y="164"/>
                  </a:lnTo>
                  <a:lnTo>
                    <a:pt x="32" y="163"/>
                  </a:lnTo>
                  <a:lnTo>
                    <a:pt x="51" y="163"/>
                  </a:lnTo>
                  <a:lnTo>
                    <a:pt x="53" y="161"/>
                  </a:lnTo>
                  <a:lnTo>
                    <a:pt x="55" y="161"/>
                  </a:lnTo>
                  <a:lnTo>
                    <a:pt x="55" y="159"/>
                  </a:lnTo>
                  <a:lnTo>
                    <a:pt x="53" y="158"/>
                  </a:lnTo>
                  <a:lnTo>
                    <a:pt x="50" y="158"/>
                  </a:lnTo>
                  <a:lnTo>
                    <a:pt x="48" y="156"/>
                  </a:lnTo>
                  <a:lnTo>
                    <a:pt x="43" y="156"/>
                  </a:lnTo>
                  <a:lnTo>
                    <a:pt x="37" y="158"/>
                  </a:lnTo>
                  <a:lnTo>
                    <a:pt x="33" y="156"/>
                  </a:lnTo>
                  <a:lnTo>
                    <a:pt x="27" y="150"/>
                  </a:lnTo>
                  <a:lnTo>
                    <a:pt x="25" y="150"/>
                  </a:lnTo>
                  <a:lnTo>
                    <a:pt x="23" y="151"/>
                  </a:lnTo>
                  <a:lnTo>
                    <a:pt x="22" y="151"/>
                  </a:lnTo>
                  <a:lnTo>
                    <a:pt x="18" y="153"/>
                  </a:lnTo>
                  <a:lnTo>
                    <a:pt x="17" y="153"/>
                  </a:lnTo>
                  <a:lnTo>
                    <a:pt x="17" y="146"/>
                  </a:lnTo>
                  <a:lnTo>
                    <a:pt x="18" y="145"/>
                  </a:lnTo>
                  <a:lnTo>
                    <a:pt x="22" y="143"/>
                  </a:lnTo>
                  <a:lnTo>
                    <a:pt x="23" y="140"/>
                  </a:lnTo>
                  <a:lnTo>
                    <a:pt x="28" y="140"/>
                  </a:lnTo>
                  <a:lnTo>
                    <a:pt x="32" y="138"/>
                  </a:lnTo>
                  <a:lnTo>
                    <a:pt x="32" y="133"/>
                  </a:lnTo>
                  <a:lnTo>
                    <a:pt x="30" y="128"/>
                  </a:lnTo>
                  <a:lnTo>
                    <a:pt x="28" y="128"/>
                  </a:lnTo>
                  <a:lnTo>
                    <a:pt x="25" y="130"/>
                  </a:lnTo>
                  <a:lnTo>
                    <a:pt x="23" y="127"/>
                  </a:lnTo>
                  <a:lnTo>
                    <a:pt x="23" y="125"/>
                  </a:lnTo>
                  <a:lnTo>
                    <a:pt x="25" y="123"/>
                  </a:lnTo>
                  <a:lnTo>
                    <a:pt x="27" y="120"/>
                  </a:lnTo>
                  <a:lnTo>
                    <a:pt x="30" y="117"/>
                  </a:lnTo>
                  <a:lnTo>
                    <a:pt x="40" y="117"/>
                  </a:lnTo>
                  <a:lnTo>
                    <a:pt x="46" y="113"/>
                  </a:lnTo>
                  <a:lnTo>
                    <a:pt x="48" y="110"/>
                  </a:lnTo>
                  <a:lnTo>
                    <a:pt x="46" y="107"/>
                  </a:lnTo>
                  <a:lnTo>
                    <a:pt x="45" y="105"/>
                  </a:lnTo>
                  <a:lnTo>
                    <a:pt x="43" y="102"/>
                  </a:lnTo>
                  <a:lnTo>
                    <a:pt x="40" y="99"/>
                  </a:lnTo>
                  <a:lnTo>
                    <a:pt x="38" y="95"/>
                  </a:lnTo>
                  <a:lnTo>
                    <a:pt x="40" y="90"/>
                  </a:lnTo>
                  <a:lnTo>
                    <a:pt x="42" y="87"/>
                  </a:lnTo>
                  <a:lnTo>
                    <a:pt x="43" y="82"/>
                  </a:lnTo>
                  <a:lnTo>
                    <a:pt x="43" y="77"/>
                  </a:lnTo>
                  <a:lnTo>
                    <a:pt x="38" y="79"/>
                  </a:lnTo>
                  <a:lnTo>
                    <a:pt x="37" y="79"/>
                  </a:lnTo>
                  <a:lnTo>
                    <a:pt x="35" y="80"/>
                  </a:lnTo>
                  <a:lnTo>
                    <a:pt x="30" y="82"/>
                  </a:lnTo>
                  <a:lnTo>
                    <a:pt x="27" y="82"/>
                  </a:lnTo>
                  <a:lnTo>
                    <a:pt x="27" y="80"/>
                  </a:lnTo>
                  <a:lnTo>
                    <a:pt x="25" y="82"/>
                  </a:lnTo>
                  <a:lnTo>
                    <a:pt x="23" y="82"/>
                  </a:lnTo>
                  <a:lnTo>
                    <a:pt x="20" y="79"/>
                  </a:lnTo>
                  <a:lnTo>
                    <a:pt x="18" y="75"/>
                  </a:lnTo>
                  <a:lnTo>
                    <a:pt x="17" y="70"/>
                  </a:lnTo>
                  <a:lnTo>
                    <a:pt x="18" y="67"/>
                  </a:lnTo>
                  <a:lnTo>
                    <a:pt x="20" y="66"/>
                  </a:lnTo>
                  <a:lnTo>
                    <a:pt x="22" y="62"/>
                  </a:lnTo>
                  <a:lnTo>
                    <a:pt x="20" y="59"/>
                  </a:lnTo>
                  <a:lnTo>
                    <a:pt x="20" y="56"/>
                  </a:lnTo>
                  <a:lnTo>
                    <a:pt x="23" y="54"/>
                  </a:lnTo>
                  <a:lnTo>
                    <a:pt x="23" y="51"/>
                  </a:lnTo>
                  <a:lnTo>
                    <a:pt x="22" y="49"/>
                  </a:lnTo>
                  <a:lnTo>
                    <a:pt x="20" y="49"/>
                  </a:lnTo>
                  <a:lnTo>
                    <a:pt x="17" y="52"/>
                  </a:lnTo>
                  <a:lnTo>
                    <a:pt x="17" y="56"/>
                  </a:lnTo>
                  <a:lnTo>
                    <a:pt x="15" y="56"/>
                  </a:lnTo>
                  <a:lnTo>
                    <a:pt x="15" y="57"/>
                  </a:lnTo>
                  <a:lnTo>
                    <a:pt x="13" y="59"/>
                  </a:lnTo>
                  <a:lnTo>
                    <a:pt x="9" y="59"/>
                  </a:lnTo>
                  <a:lnTo>
                    <a:pt x="9" y="56"/>
                  </a:lnTo>
                  <a:lnTo>
                    <a:pt x="10" y="54"/>
                  </a:lnTo>
                  <a:lnTo>
                    <a:pt x="10" y="52"/>
                  </a:lnTo>
                  <a:lnTo>
                    <a:pt x="12" y="51"/>
                  </a:lnTo>
                  <a:lnTo>
                    <a:pt x="12" y="46"/>
                  </a:lnTo>
                  <a:lnTo>
                    <a:pt x="15" y="42"/>
                  </a:lnTo>
                  <a:lnTo>
                    <a:pt x="15" y="38"/>
                  </a:lnTo>
                  <a:lnTo>
                    <a:pt x="5" y="28"/>
                  </a:lnTo>
                  <a:lnTo>
                    <a:pt x="0" y="28"/>
                  </a:lnTo>
                  <a:lnTo>
                    <a:pt x="0" y="24"/>
                  </a:lnTo>
                  <a:lnTo>
                    <a:pt x="2" y="23"/>
                  </a:lnTo>
                  <a:lnTo>
                    <a:pt x="4" y="23"/>
                  </a:lnTo>
                  <a:lnTo>
                    <a:pt x="5" y="21"/>
                  </a:lnTo>
                  <a:lnTo>
                    <a:pt x="7" y="21"/>
                  </a:lnTo>
                  <a:lnTo>
                    <a:pt x="10" y="24"/>
                  </a:lnTo>
                  <a:lnTo>
                    <a:pt x="12" y="24"/>
                  </a:lnTo>
                  <a:lnTo>
                    <a:pt x="12" y="19"/>
                  </a:lnTo>
                  <a:lnTo>
                    <a:pt x="15" y="16"/>
                  </a:lnTo>
                  <a:lnTo>
                    <a:pt x="18" y="14"/>
                  </a:lnTo>
                  <a:lnTo>
                    <a:pt x="23" y="10"/>
                  </a:lnTo>
                  <a:lnTo>
                    <a:pt x="20" y="6"/>
                  </a:lnTo>
                  <a:lnTo>
                    <a:pt x="22" y="5"/>
                  </a:lnTo>
                  <a:lnTo>
                    <a:pt x="25" y="3"/>
                  </a:lnTo>
                  <a:lnTo>
                    <a:pt x="38" y="3"/>
                  </a:lnTo>
                  <a:lnTo>
                    <a:pt x="38" y="1"/>
                  </a:lnTo>
                  <a:lnTo>
                    <a:pt x="4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6" name="Freeform 216"/>
            <p:cNvSpPr/>
            <p:nvPr/>
          </p:nvSpPr>
          <p:spPr bwMode="auto">
            <a:xfrm>
              <a:off x="4121151" y="2335213"/>
              <a:ext cx="15875" cy="14288"/>
            </a:xfrm>
            <a:custGeom>
              <a:avLst/>
              <a:gdLst/>
              <a:ahLst/>
              <a:cxnLst>
                <a:cxn ang="0">
                  <a:pos x="0" y="0"/>
                </a:cxn>
                <a:cxn ang="0">
                  <a:pos x="4" y="0"/>
                </a:cxn>
                <a:cxn ang="0">
                  <a:pos x="10" y="4"/>
                </a:cxn>
                <a:cxn ang="0">
                  <a:pos x="10" y="7"/>
                </a:cxn>
                <a:cxn ang="0">
                  <a:pos x="9" y="9"/>
                </a:cxn>
                <a:cxn ang="0">
                  <a:pos x="5" y="7"/>
                </a:cxn>
                <a:cxn ang="0">
                  <a:pos x="2" y="7"/>
                </a:cxn>
                <a:cxn ang="0">
                  <a:pos x="2" y="4"/>
                </a:cxn>
                <a:cxn ang="0">
                  <a:pos x="0" y="0"/>
                </a:cxn>
              </a:cxnLst>
              <a:rect l="0" t="0" r="r" b="b"/>
              <a:pathLst>
                <a:path w="10" h="9">
                  <a:moveTo>
                    <a:pt x="0" y="0"/>
                  </a:moveTo>
                  <a:lnTo>
                    <a:pt x="4" y="0"/>
                  </a:lnTo>
                  <a:lnTo>
                    <a:pt x="10" y="4"/>
                  </a:lnTo>
                  <a:lnTo>
                    <a:pt x="10" y="7"/>
                  </a:lnTo>
                  <a:lnTo>
                    <a:pt x="9" y="9"/>
                  </a:lnTo>
                  <a:lnTo>
                    <a:pt x="5" y="7"/>
                  </a:lnTo>
                  <a:lnTo>
                    <a:pt x="2" y="7"/>
                  </a:lnTo>
                  <a:lnTo>
                    <a:pt x="2"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7" name="Freeform 217"/>
            <p:cNvSpPr/>
            <p:nvPr/>
          </p:nvSpPr>
          <p:spPr bwMode="auto">
            <a:xfrm>
              <a:off x="4038601" y="2354263"/>
              <a:ext cx="25400" cy="31750"/>
            </a:xfrm>
            <a:custGeom>
              <a:avLst/>
              <a:gdLst/>
              <a:ahLst/>
              <a:cxnLst>
                <a:cxn ang="0">
                  <a:pos x="15" y="0"/>
                </a:cxn>
                <a:cxn ang="0">
                  <a:pos x="16" y="0"/>
                </a:cxn>
                <a:cxn ang="0">
                  <a:pos x="16" y="8"/>
                </a:cxn>
                <a:cxn ang="0">
                  <a:pos x="13" y="12"/>
                </a:cxn>
                <a:cxn ang="0">
                  <a:pos x="11" y="15"/>
                </a:cxn>
                <a:cxn ang="0">
                  <a:pos x="8" y="15"/>
                </a:cxn>
                <a:cxn ang="0">
                  <a:pos x="5" y="16"/>
                </a:cxn>
                <a:cxn ang="0">
                  <a:pos x="3" y="18"/>
                </a:cxn>
                <a:cxn ang="0">
                  <a:pos x="0" y="20"/>
                </a:cxn>
                <a:cxn ang="0">
                  <a:pos x="1" y="15"/>
                </a:cxn>
                <a:cxn ang="0">
                  <a:pos x="5" y="8"/>
                </a:cxn>
                <a:cxn ang="0">
                  <a:pos x="6" y="7"/>
                </a:cxn>
                <a:cxn ang="0">
                  <a:pos x="8" y="7"/>
                </a:cxn>
                <a:cxn ang="0">
                  <a:pos x="10" y="5"/>
                </a:cxn>
                <a:cxn ang="0">
                  <a:pos x="10" y="3"/>
                </a:cxn>
                <a:cxn ang="0">
                  <a:pos x="11" y="2"/>
                </a:cxn>
                <a:cxn ang="0">
                  <a:pos x="15" y="0"/>
                </a:cxn>
              </a:cxnLst>
              <a:rect l="0" t="0" r="r" b="b"/>
              <a:pathLst>
                <a:path w="16" h="20">
                  <a:moveTo>
                    <a:pt x="15" y="0"/>
                  </a:moveTo>
                  <a:lnTo>
                    <a:pt x="16" y="0"/>
                  </a:lnTo>
                  <a:lnTo>
                    <a:pt x="16" y="8"/>
                  </a:lnTo>
                  <a:lnTo>
                    <a:pt x="13" y="12"/>
                  </a:lnTo>
                  <a:lnTo>
                    <a:pt x="11" y="15"/>
                  </a:lnTo>
                  <a:lnTo>
                    <a:pt x="8" y="15"/>
                  </a:lnTo>
                  <a:lnTo>
                    <a:pt x="5" y="16"/>
                  </a:lnTo>
                  <a:lnTo>
                    <a:pt x="3" y="18"/>
                  </a:lnTo>
                  <a:lnTo>
                    <a:pt x="0" y="20"/>
                  </a:lnTo>
                  <a:lnTo>
                    <a:pt x="1" y="15"/>
                  </a:lnTo>
                  <a:lnTo>
                    <a:pt x="5" y="8"/>
                  </a:lnTo>
                  <a:lnTo>
                    <a:pt x="6" y="7"/>
                  </a:lnTo>
                  <a:lnTo>
                    <a:pt x="8" y="7"/>
                  </a:lnTo>
                  <a:lnTo>
                    <a:pt x="10" y="5"/>
                  </a:lnTo>
                  <a:lnTo>
                    <a:pt x="10" y="3"/>
                  </a:lnTo>
                  <a:lnTo>
                    <a:pt x="11" y="2"/>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8" name="Freeform 218"/>
            <p:cNvSpPr/>
            <p:nvPr/>
          </p:nvSpPr>
          <p:spPr bwMode="auto">
            <a:xfrm>
              <a:off x="4027488" y="2393950"/>
              <a:ext cx="11113" cy="7938"/>
            </a:xfrm>
            <a:custGeom>
              <a:avLst/>
              <a:gdLst/>
              <a:ahLst/>
              <a:cxnLst>
                <a:cxn ang="0">
                  <a:pos x="2" y="0"/>
                </a:cxn>
                <a:cxn ang="0">
                  <a:pos x="5" y="0"/>
                </a:cxn>
                <a:cxn ang="0">
                  <a:pos x="7" y="1"/>
                </a:cxn>
                <a:cxn ang="0">
                  <a:pos x="7" y="5"/>
                </a:cxn>
                <a:cxn ang="0">
                  <a:pos x="3" y="5"/>
                </a:cxn>
                <a:cxn ang="0">
                  <a:pos x="0" y="1"/>
                </a:cxn>
                <a:cxn ang="0">
                  <a:pos x="2" y="0"/>
                </a:cxn>
              </a:cxnLst>
              <a:rect l="0" t="0" r="r" b="b"/>
              <a:pathLst>
                <a:path w="7" h="5">
                  <a:moveTo>
                    <a:pt x="2" y="0"/>
                  </a:moveTo>
                  <a:lnTo>
                    <a:pt x="5" y="0"/>
                  </a:lnTo>
                  <a:lnTo>
                    <a:pt x="7" y="1"/>
                  </a:lnTo>
                  <a:lnTo>
                    <a:pt x="7" y="5"/>
                  </a:lnTo>
                  <a:lnTo>
                    <a:pt x="3" y="5"/>
                  </a:lnTo>
                  <a:lnTo>
                    <a:pt x="0"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9" name="Freeform 219"/>
            <p:cNvSpPr/>
            <p:nvPr/>
          </p:nvSpPr>
          <p:spPr bwMode="auto">
            <a:xfrm>
              <a:off x="4051301" y="2430463"/>
              <a:ext cx="11113" cy="12700"/>
            </a:xfrm>
            <a:custGeom>
              <a:avLst/>
              <a:gdLst/>
              <a:ahLst/>
              <a:cxnLst>
                <a:cxn ang="0">
                  <a:pos x="2" y="0"/>
                </a:cxn>
                <a:cxn ang="0">
                  <a:pos x="3" y="0"/>
                </a:cxn>
                <a:cxn ang="0">
                  <a:pos x="5" y="1"/>
                </a:cxn>
                <a:cxn ang="0">
                  <a:pos x="7" y="5"/>
                </a:cxn>
                <a:cxn ang="0">
                  <a:pos x="3" y="8"/>
                </a:cxn>
                <a:cxn ang="0">
                  <a:pos x="0" y="8"/>
                </a:cxn>
                <a:cxn ang="0">
                  <a:pos x="2" y="3"/>
                </a:cxn>
                <a:cxn ang="0">
                  <a:pos x="2" y="0"/>
                </a:cxn>
              </a:cxnLst>
              <a:rect l="0" t="0" r="r" b="b"/>
              <a:pathLst>
                <a:path w="7" h="8">
                  <a:moveTo>
                    <a:pt x="2" y="0"/>
                  </a:moveTo>
                  <a:lnTo>
                    <a:pt x="3" y="0"/>
                  </a:lnTo>
                  <a:lnTo>
                    <a:pt x="5" y="1"/>
                  </a:lnTo>
                  <a:lnTo>
                    <a:pt x="7" y="5"/>
                  </a:lnTo>
                  <a:lnTo>
                    <a:pt x="3" y="8"/>
                  </a:lnTo>
                  <a:lnTo>
                    <a:pt x="0" y="8"/>
                  </a:lnTo>
                  <a:lnTo>
                    <a:pt x="2"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0" name="Freeform 220"/>
            <p:cNvSpPr/>
            <p:nvPr/>
          </p:nvSpPr>
          <p:spPr bwMode="auto">
            <a:xfrm>
              <a:off x="4083051" y="2506663"/>
              <a:ext cx="12700" cy="9525"/>
            </a:xfrm>
            <a:custGeom>
              <a:avLst/>
              <a:gdLst/>
              <a:ahLst/>
              <a:cxnLst>
                <a:cxn ang="0">
                  <a:pos x="5" y="0"/>
                </a:cxn>
                <a:cxn ang="0">
                  <a:pos x="8" y="0"/>
                </a:cxn>
                <a:cxn ang="0">
                  <a:pos x="8" y="1"/>
                </a:cxn>
                <a:cxn ang="0">
                  <a:pos x="5" y="5"/>
                </a:cxn>
                <a:cxn ang="0">
                  <a:pos x="1" y="6"/>
                </a:cxn>
                <a:cxn ang="0">
                  <a:pos x="0" y="6"/>
                </a:cxn>
                <a:cxn ang="0">
                  <a:pos x="0" y="3"/>
                </a:cxn>
                <a:cxn ang="0">
                  <a:pos x="3" y="1"/>
                </a:cxn>
                <a:cxn ang="0">
                  <a:pos x="5" y="0"/>
                </a:cxn>
              </a:cxnLst>
              <a:rect l="0" t="0" r="r" b="b"/>
              <a:pathLst>
                <a:path w="8" h="6">
                  <a:moveTo>
                    <a:pt x="5" y="0"/>
                  </a:moveTo>
                  <a:lnTo>
                    <a:pt x="8" y="0"/>
                  </a:lnTo>
                  <a:lnTo>
                    <a:pt x="8" y="1"/>
                  </a:lnTo>
                  <a:lnTo>
                    <a:pt x="5" y="5"/>
                  </a:lnTo>
                  <a:lnTo>
                    <a:pt x="1" y="6"/>
                  </a:lnTo>
                  <a:lnTo>
                    <a:pt x="0" y="6"/>
                  </a:lnTo>
                  <a:lnTo>
                    <a:pt x="0" y="3"/>
                  </a:lnTo>
                  <a:lnTo>
                    <a:pt x="3" y="1"/>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1" name="Freeform 221"/>
            <p:cNvSpPr/>
            <p:nvPr/>
          </p:nvSpPr>
          <p:spPr bwMode="auto">
            <a:xfrm>
              <a:off x="4090988" y="2532063"/>
              <a:ext cx="4763" cy="7938"/>
            </a:xfrm>
            <a:custGeom>
              <a:avLst/>
              <a:gdLst/>
              <a:ahLst/>
              <a:cxnLst>
                <a:cxn ang="0">
                  <a:pos x="1" y="0"/>
                </a:cxn>
                <a:cxn ang="0">
                  <a:pos x="3" y="3"/>
                </a:cxn>
                <a:cxn ang="0">
                  <a:pos x="1" y="5"/>
                </a:cxn>
                <a:cxn ang="0">
                  <a:pos x="0" y="5"/>
                </a:cxn>
                <a:cxn ang="0">
                  <a:pos x="0" y="2"/>
                </a:cxn>
                <a:cxn ang="0">
                  <a:pos x="1" y="0"/>
                </a:cxn>
              </a:cxnLst>
              <a:rect l="0" t="0" r="r" b="b"/>
              <a:pathLst>
                <a:path w="3" h="5">
                  <a:moveTo>
                    <a:pt x="1" y="0"/>
                  </a:moveTo>
                  <a:lnTo>
                    <a:pt x="3" y="3"/>
                  </a:lnTo>
                  <a:lnTo>
                    <a:pt x="1" y="5"/>
                  </a:lnTo>
                  <a:lnTo>
                    <a:pt x="0" y="5"/>
                  </a:lnTo>
                  <a:lnTo>
                    <a:pt x="0" y="2"/>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2" name="Freeform 222"/>
            <p:cNvSpPr/>
            <p:nvPr/>
          </p:nvSpPr>
          <p:spPr bwMode="auto">
            <a:xfrm>
              <a:off x="2443163" y="2430463"/>
              <a:ext cx="19050" cy="28575"/>
            </a:xfrm>
            <a:custGeom>
              <a:avLst/>
              <a:gdLst/>
              <a:ahLst/>
              <a:cxnLst>
                <a:cxn ang="0">
                  <a:pos x="2" y="0"/>
                </a:cxn>
                <a:cxn ang="0">
                  <a:pos x="5" y="0"/>
                </a:cxn>
                <a:cxn ang="0">
                  <a:pos x="9" y="3"/>
                </a:cxn>
                <a:cxn ang="0">
                  <a:pos x="12" y="10"/>
                </a:cxn>
                <a:cxn ang="0">
                  <a:pos x="10" y="13"/>
                </a:cxn>
                <a:cxn ang="0">
                  <a:pos x="9" y="18"/>
                </a:cxn>
                <a:cxn ang="0">
                  <a:pos x="5" y="15"/>
                </a:cxn>
                <a:cxn ang="0">
                  <a:pos x="4" y="11"/>
                </a:cxn>
                <a:cxn ang="0">
                  <a:pos x="0" y="6"/>
                </a:cxn>
                <a:cxn ang="0">
                  <a:pos x="0" y="3"/>
                </a:cxn>
                <a:cxn ang="0">
                  <a:pos x="2" y="0"/>
                </a:cxn>
              </a:cxnLst>
              <a:rect l="0" t="0" r="r" b="b"/>
              <a:pathLst>
                <a:path w="12" h="18">
                  <a:moveTo>
                    <a:pt x="2" y="0"/>
                  </a:moveTo>
                  <a:lnTo>
                    <a:pt x="5" y="0"/>
                  </a:lnTo>
                  <a:lnTo>
                    <a:pt x="9" y="3"/>
                  </a:lnTo>
                  <a:lnTo>
                    <a:pt x="12" y="10"/>
                  </a:lnTo>
                  <a:lnTo>
                    <a:pt x="10" y="13"/>
                  </a:lnTo>
                  <a:lnTo>
                    <a:pt x="9" y="18"/>
                  </a:lnTo>
                  <a:lnTo>
                    <a:pt x="5" y="15"/>
                  </a:lnTo>
                  <a:lnTo>
                    <a:pt x="4" y="11"/>
                  </a:lnTo>
                  <a:lnTo>
                    <a:pt x="0" y="6"/>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3" name="Freeform 223"/>
            <p:cNvSpPr/>
            <p:nvPr/>
          </p:nvSpPr>
          <p:spPr bwMode="auto">
            <a:xfrm>
              <a:off x="2465388" y="2474913"/>
              <a:ext cx="7938" cy="4763"/>
            </a:xfrm>
            <a:custGeom>
              <a:avLst/>
              <a:gdLst/>
              <a:ahLst/>
              <a:cxnLst>
                <a:cxn ang="0">
                  <a:pos x="3" y="0"/>
                </a:cxn>
                <a:cxn ang="0">
                  <a:pos x="5" y="1"/>
                </a:cxn>
                <a:cxn ang="0">
                  <a:pos x="5" y="3"/>
                </a:cxn>
                <a:cxn ang="0">
                  <a:pos x="0" y="1"/>
                </a:cxn>
                <a:cxn ang="0">
                  <a:pos x="3" y="0"/>
                </a:cxn>
              </a:cxnLst>
              <a:rect l="0" t="0" r="r" b="b"/>
              <a:pathLst>
                <a:path w="5" h="3">
                  <a:moveTo>
                    <a:pt x="3" y="0"/>
                  </a:moveTo>
                  <a:lnTo>
                    <a:pt x="5" y="1"/>
                  </a:lnTo>
                  <a:lnTo>
                    <a:pt x="5" y="3"/>
                  </a:lnTo>
                  <a:lnTo>
                    <a:pt x="0" y="1"/>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4" name="Freeform 224"/>
            <p:cNvSpPr/>
            <p:nvPr/>
          </p:nvSpPr>
          <p:spPr bwMode="auto">
            <a:xfrm>
              <a:off x="3708401" y="2068513"/>
              <a:ext cx="219075" cy="131763"/>
            </a:xfrm>
            <a:custGeom>
              <a:avLst/>
              <a:gdLst/>
              <a:ahLst/>
              <a:cxnLst>
                <a:cxn ang="0">
                  <a:pos x="35" y="5"/>
                </a:cxn>
                <a:cxn ang="0">
                  <a:pos x="43" y="10"/>
                </a:cxn>
                <a:cxn ang="0">
                  <a:pos x="39" y="17"/>
                </a:cxn>
                <a:cxn ang="0">
                  <a:pos x="38" y="25"/>
                </a:cxn>
                <a:cxn ang="0">
                  <a:pos x="46" y="30"/>
                </a:cxn>
                <a:cxn ang="0">
                  <a:pos x="49" y="30"/>
                </a:cxn>
                <a:cxn ang="0">
                  <a:pos x="54" y="23"/>
                </a:cxn>
                <a:cxn ang="0">
                  <a:pos x="53" y="14"/>
                </a:cxn>
                <a:cxn ang="0">
                  <a:pos x="56" y="12"/>
                </a:cxn>
                <a:cxn ang="0">
                  <a:pos x="61" y="12"/>
                </a:cxn>
                <a:cxn ang="0">
                  <a:pos x="72" y="14"/>
                </a:cxn>
                <a:cxn ang="0">
                  <a:pos x="77" y="20"/>
                </a:cxn>
                <a:cxn ang="0">
                  <a:pos x="77" y="14"/>
                </a:cxn>
                <a:cxn ang="0">
                  <a:pos x="89" y="14"/>
                </a:cxn>
                <a:cxn ang="0">
                  <a:pos x="96" y="5"/>
                </a:cxn>
                <a:cxn ang="0">
                  <a:pos x="104" y="2"/>
                </a:cxn>
                <a:cxn ang="0">
                  <a:pos x="110" y="4"/>
                </a:cxn>
                <a:cxn ang="0">
                  <a:pos x="120" y="4"/>
                </a:cxn>
                <a:cxn ang="0">
                  <a:pos x="129" y="4"/>
                </a:cxn>
                <a:cxn ang="0">
                  <a:pos x="124" y="7"/>
                </a:cxn>
                <a:cxn ang="0">
                  <a:pos x="125" y="17"/>
                </a:cxn>
                <a:cxn ang="0">
                  <a:pos x="130" y="22"/>
                </a:cxn>
                <a:cxn ang="0">
                  <a:pos x="138" y="30"/>
                </a:cxn>
                <a:cxn ang="0">
                  <a:pos x="138" y="40"/>
                </a:cxn>
                <a:cxn ang="0">
                  <a:pos x="132" y="42"/>
                </a:cxn>
                <a:cxn ang="0">
                  <a:pos x="133" y="50"/>
                </a:cxn>
                <a:cxn ang="0">
                  <a:pos x="127" y="55"/>
                </a:cxn>
                <a:cxn ang="0">
                  <a:pos x="114" y="63"/>
                </a:cxn>
                <a:cxn ang="0">
                  <a:pos x="96" y="73"/>
                </a:cxn>
                <a:cxn ang="0">
                  <a:pos x="81" y="76"/>
                </a:cxn>
                <a:cxn ang="0">
                  <a:pos x="64" y="83"/>
                </a:cxn>
                <a:cxn ang="0">
                  <a:pos x="56" y="76"/>
                </a:cxn>
                <a:cxn ang="0">
                  <a:pos x="35" y="68"/>
                </a:cxn>
                <a:cxn ang="0">
                  <a:pos x="20" y="63"/>
                </a:cxn>
                <a:cxn ang="0">
                  <a:pos x="25" y="58"/>
                </a:cxn>
                <a:cxn ang="0">
                  <a:pos x="35" y="52"/>
                </a:cxn>
                <a:cxn ang="0">
                  <a:pos x="28" y="52"/>
                </a:cxn>
                <a:cxn ang="0">
                  <a:pos x="7" y="45"/>
                </a:cxn>
                <a:cxn ang="0">
                  <a:pos x="11" y="38"/>
                </a:cxn>
                <a:cxn ang="0">
                  <a:pos x="35" y="35"/>
                </a:cxn>
                <a:cxn ang="0">
                  <a:pos x="33" y="27"/>
                </a:cxn>
                <a:cxn ang="0">
                  <a:pos x="16" y="28"/>
                </a:cxn>
                <a:cxn ang="0">
                  <a:pos x="0" y="25"/>
                </a:cxn>
                <a:cxn ang="0">
                  <a:pos x="15" y="20"/>
                </a:cxn>
                <a:cxn ang="0">
                  <a:pos x="10" y="14"/>
                </a:cxn>
                <a:cxn ang="0">
                  <a:pos x="23" y="15"/>
                </a:cxn>
                <a:cxn ang="0">
                  <a:pos x="30" y="14"/>
                </a:cxn>
                <a:cxn ang="0">
                  <a:pos x="26" y="9"/>
                </a:cxn>
                <a:cxn ang="0">
                  <a:pos x="20" y="4"/>
                </a:cxn>
              </a:cxnLst>
              <a:rect l="0" t="0" r="r" b="b"/>
              <a:pathLst>
                <a:path w="138" h="83">
                  <a:moveTo>
                    <a:pt x="26" y="0"/>
                  </a:moveTo>
                  <a:lnTo>
                    <a:pt x="30" y="4"/>
                  </a:lnTo>
                  <a:lnTo>
                    <a:pt x="35" y="5"/>
                  </a:lnTo>
                  <a:lnTo>
                    <a:pt x="38" y="7"/>
                  </a:lnTo>
                  <a:lnTo>
                    <a:pt x="39" y="7"/>
                  </a:lnTo>
                  <a:lnTo>
                    <a:pt x="43" y="10"/>
                  </a:lnTo>
                  <a:lnTo>
                    <a:pt x="41" y="14"/>
                  </a:lnTo>
                  <a:lnTo>
                    <a:pt x="39" y="15"/>
                  </a:lnTo>
                  <a:lnTo>
                    <a:pt x="39" y="17"/>
                  </a:lnTo>
                  <a:lnTo>
                    <a:pt x="43" y="17"/>
                  </a:lnTo>
                  <a:lnTo>
                    <a:pt x="43" y="23"/>
                  </a:lnTo>
                  <a:lnTo>
                    <a:pt x="38" y="25"/>
                  </a:lnTo>
                  <a:lnTo>
                    <a:pt x="41" y="28"/>
                  </a:lnTo>
                  <a:lnTo>
                    <a:pt x="44" y="30"/>
                  </a:lnTo>
                  <a:lnTo>
                    <a:pt x="46" y="30"/>
                  </a:lnTo>
                  <a:lnTo>
                    <a:pt x="46" y="32"/>
                  </a:lnTo>
                  <a:lnTo>
                    <a:pt x="48" y="33"/>
                  </a:lnTo>
                  <a:lnTo>
                    <a:pt x="49" y="30"/>
                  </a:lnTo>
                  <a:lnTo>
                    <a:pt x="49" y="25"/>
                  </a:lnTo>
                  <a:lnTo>
                    <a:pt x="53" y="25"/>
                  </a:lnTo>
                  <a:lnTo>
                    <a:pt x="54" y="23"/>
                  </a:lnTo>
                  <a:lnTo>
                    <a:pt x="54" y="20"/>
                  </a:lnTo>
                  <a:lnTo>
                    <a:pt x="53" y="19"/>
                  </a:lnTo>
                  <a:lnTo>
                    <a:pt x="53" y="14"/>
                  </a:lnTo>
                  <a:lnTo>
                    <a:pt x="54" y="10"/>
                  </a:lnTo>
                  <a:lnTo>
                    <a:pt x="56" y="10"/>
                  </a:lnTo>
                  <a:lnTo>
                    <a:pt x="56" y="12"/>
                  </a:lnTo>
                  <a:lnTo>
                    <a:pt x="58" y="15"/>
                  </a:lnTo>
                  <a:lnTo>
                    <a:pt x="59" y="17"/>
                  </a:lnTo>
                  <a:lnTo>
                    <a:pt x="61" y="12"/>
                  </a:lnTo>
                  <a:lnTo>
                    <a:pt x="63" y="10"/>
                  </a:lnTo>
                  <a:lnTo>
                    <a:pt x="68" y="9"/>
                  </a:lnTo>
                  <a:lnTo>
                    <a:pt x="72" y="14"/>
                  </a:lnTo>
                  <a:lnTo>
                    <a:pt x="72" y="17"/>
                  </a:lnTo>
                  <a:lnTo>
                    <a:pt x="76" y="20"/>
                  </a:lnTo>
                  <a:lnTo>
                    <a:pt x="77" y="20"/>
                  </a:lnTo>
                  <a:lnTo>
                    <a:pt x="77" y="19"/>
                  </a:lnTo>
                  <a:lnTo>
                    <a:pt x="79" y="15"/>
                  </a:lnTo>
                  <a:lnTo>
                    <a:pt x="77" y="14"/>
                  </a:lnTo>
                  <a:lnTo>
                    <a:pt x="76" y="10"/>
                  </a:lnTo>
                  <a:lnTo>
                    <a:pt x="79" y="9"/>
                  </a:lnTo>
                  <a:lnTo>
                    <a:pt x="89" y="14"/>
                  </a:lnTo>
                  <a:lnTo>
                    <a:pt x="94" y="14"/>
                  </a:lnTo>
                  <a:lnTo>
                    <a:pt x="96" y="12"/>
                  </a:lnTo>
                  <a:lnTo>
                    <a:pt x="96" y="5"/>
                  </a:lnTo>
                  <a:lnTo>
                    <a:pt x="97" y="4"/>
                  </a:lnTo>
                  <a:lnTo>
                    <a:pt x="101" y="4"/>
                  </a:lnTo>
                  <a:lnTo>
                    <a:pt x="104" y="2"/>
                  </a:lnTo>
                  <a:lnTo>
                    <a:pt x="105" y="0"/>
                  </a:lnTo>
                  <a:lnTo>
                    <a:pt x="107" y="0"/>
                  </a:lnTo>
                  <a:lnTo>
                    <a:pt x="110" y="4"/>
                  </a:lnTo>
                  <a:lnTo>
                    <a:pt x="112" y="7"/>
                  </a:lnTo>
                  <a:lnTo>
                    <a:pt x="117" y="5"/>
                  </a:lnTo>
                  <a:lnTo>
                    <a:pt x="120" y="4"/>
                  </a:lnTo>
                  <a:lnTo>
                    <a:pt x="122" y="2"/>
                  </a:lnTo>
                  <a:lnTo>
                    <a:pt x="125" y="2"/>
                  </a:lnTo>
                  <a:lnTo>
                    <a:pt x="129" y="4"/>
                  </a:lnTo>
                  <a:lnTo>
                    <a:pt x="129" y="5"/>
                  </a:lnTo>
                  <a:lnTo>
                    <a:pt x="125" y="7"/>
                  </a:lnTo>
                  <a:lnTo>
                    <a:pt x="124" y="7"/>
                  </a:lnTo>
                  <a:lnTo>
                    <a:pt x="127" y="9"/>
                  </a:lnTo>
                  <a:lnTo>
                    <a:pt x="129" y="10"/>
                  </a:lnTo>
                  <a:lnTo>
                    <a:pt x="125" y="17"/>
                  </a:lnTo>
                  <a:lnTo>
                    <a:pt x="125" y="19"/>
                  </a:lnTo>
                  <a:lnTo>
                    <a:pt x="127" y="22"/>
                  </a:lnTo>
                  <a:lnTo>
                    <a:pt x="130" y="22"/>
                  </a:lnTo>
                  <a:lnTo>
                    <a:pt x="132" y="25"/>
                  </a:lnTo>
                  <a:lnTo>
                    <a:pt x="137" y="27"/>
                  </a:lnTo>
                  <a:lnTo>
                    <a:pt x="138" y="30"/>
                  </a:lnTo>
                  <a:lnTo>
                    <a:pt x="137" y="35"/>
                  </a:lnTo>
                  <a:lnTo>
                    <a:pt x="137" y="37"/>
                  </a:lnTo>
                  <a:lnTo>
                    <a:pt x="138" y="40"/>
                  </a:lnTo>
                  <a:lnTo>
                    <a:pt x="137" y="40"/>
                  </a:lnTo>
                  <a:lnTo>
                    <a:pt x="135" y="42"/>
                  </a:lnTo>
                  <a:lnTo>
                    <a:pt x="132" y="42"/>
                  </a:lnTo>
                  <a:lnTo>
                    <a:pt x="137" y="45"/>
                  </a:lnTo>
                  <a:lnTo>
                    <a:pt x="137" y="47"/>
                  </a:lnTo>
                  <a:lnTo>
                    <a:pt x="133" y="50"/>
                  </a:lnTo>
                  <a:lnTo>
                    <a:pt x="132" y="53"/>
                  </a:lnTo>
                  <a:lnTo>
                    <a:pt x="129" y="53"/>
                  </a:lnTo>
                  <a:lnTo>
                    <a:pt x="127" y="55"/>
                  </a:lnTo>
                  <a:lnTo>
                    <a:pt x="127" y="58"/>
                  </a:lnTo>
                  <a:lnTo>
                    <a:pt x="124" y="63"/>
                  </a:lnTo>
                  <a:lnTo>
                    <a:pt x="114" y="63"/>
                  </a:lnTo>
                  <a:lnTo>
                    <a:pt x="105" y="71"/>
                  </a:lnTo>
                  <a:lnTo>
                    <a:pt x="102" y="71"/>
                  </a:lnTo>
                  <a:lnTo>
                    <a:pt x="96" y="73"/>
                  </a:lnTo>
                  <a:lnTo>
                    <a:pt x="89" y="73"/>
                  </a:lnTo>
                  <a:lnTo>
                    <a:pt x="84" y="75"/>
                  </a:lnTo>
                  <a:lnTo>
                    <a:pt x="81" y="76"/>
                  </a:lnTo>
                  <a:lnTo>
                    <a:pt x="76" y="81"/>
                  </a:lnTo>
                  <a:lnTo>
                    <a:pt x="72" y="83"/>
                  </a:lnTo>
                  <a:lnTo>
                    <a:pt x="64" y="83"/>
                  </a:lnTo>
                  <a:lnTo>
                    <a:pt x="63" y="81"/>
                  </a:lnTo>
                  <a:lnTo>
                    <a:pt x="59" y="80"/>
                  </a:lnTo>
                  <a:lnTo>
                    <a:pt x="56" y="76"/>
                  </a:lnTo>
                  <a:lnTo>
                    <a:pt x="51" y="73"/>
                  </a:lnTo>
                  <a:lnTo>
                    <a:pt x="41" y="68"/>
                  </a:lnTo>
                  <a:lnTo>
                    <a:pt x="35" y="68"/>
                  </a:lnTo>
                  <a:lnTo>
                    <a:pt x="33" y="66"/>
                  </a:lnTo>
                  <a:lnTo>
                    <a:pt x="28" y="63"/>
                  </a:lnTo>
                  <a:lnTo>
                    <a:pt x="20" y="63"/>
                  </a:lnTo>
                  <a:lnTo>
                    <a:pt x="16" y="61"/>
                  </a:lnTo>
                  <a:lnTo>
                    <a:pt x="15" y="58"/>
                  </a:lnTo>
                  <a:lnTo>
                    <a:pt x="25" y="58"/>
                  </a:lnTo>
                  <a:lnTo>
                    <a:pt x="28" y="56"/>
                  </a:lnTo>
                  <a:lnTo>
                    <a:pt x="30" y="55"/>
                  </a:lnTo>
                  <a:lnTo>
                    <a:pt x="35" y="52"/>
                  </a:lnTo>
                  <a:lnTo>
                    <a:pt x="33" y="50"/>
                  </a:lnTo>
                  <a:lnTo>
                    <a:pt x="30" y="50"/>
                  </a:lnTo>
                  <a:lnTo>
                    <a:pt x="28" y="52"/>
                  </a:lnTo>
                  <a:lnTo>
                    <a:pt x="26" y="48"/>
                  </a:lnTo>
                  <a:lnTo>
                    <a:pt x="23" y="45"/>
                  </a:lnTo>
                  <a:lnTo>
                    <a:pt x="7" y="45"/>
                  </a:lnTo>
                  <a:lnTo>
                    <a:pt x="8" y="43"/>
                  </a:lnTo>
                  <a:lnTo>
                    <a:pt x="8" y="40"/>
                  </a:lnTo>
                  <a:lnTo>
                    <a:pt x="11" y="38"/>
                  </a:lnTo>
                  <a:lnTo>
                    <a:pt x="35" y="38"/>
                  </a:lnTo>
                  <a:lnTo>
                    <a:pt x="38" y="37"/>
                  </a:lnTo>
                  <a:lnTo>
                    <a:pt x="35" y="35"/>
                  </a:lnTo>
                  <a:lnTo>
                    <a:pt x="26" y="35"/>
                  </a:lnTo>
                  <a:lnTo>
                    <a:pt x="28" y="32"/>
                  </a:lnTo>
                  <a:lnTo>
                    <a:pt x="33" y="27"/>
                  </a:lnTo>
                  <a:lnTo>
                    <a:pt x="30" y="25"/>
                  </a:lnTo>
                  <a:lnTo>
                    <a:pt x="20" y="25"/>
                  </a:lnTo>
                  <a:lnTo>
                    <a:pt x="16" y="28"/>
                  </a:lnTo>
                  <a:lnTo>
                    <a:pt x="7" y="28"/>
                  </a:lnTo>
                  <a:lnTo>
                    <a:pt x="2" y="27"/>
                  </a:lnTo>
                  <a:lnTo>
                    <a:pt x="0" y="25"/>
                  </a:lnTo>
                  <a:lnTo>
                    <a:pt x="2" y="22"/>
                  </a:lnTo>
                  <a:lnTo>
                    <a:pt x="13" y="22"/>
                  </a:lnTo>
                  <a:lnTo>
                    <a:pt x="15" y="20"/>
                  </a:lnTo>
                  <a:lnTo>
                    <a:pt x="11" y="19"/>
                  </a:lnTo>
                  <a:lnTo>
                    <a:pt x="10" y="17"/>
                  </a:lnTo>
                  <a:lnTo>
                    <a:pt x="10" y="14"/>
                  </a:lnTo>
                  <a:lnTo>
                    <a:pt x="13" y="7"/>
                  </a:lnTo>
                  <a:lnTo>
                    <a:pt x="15" y="7"/>
                  </a:lnTo>
                  <a:lnTo>
                    <a:pt x="23" y="15"/>
                  </a:lnTo>
                  <a:lnTo>
                    <a:pt x="23" y="17"/>
                  </a:lnTo>
                  <a:lnTo>
                    <a:pt x="28" y="17"/>
                  </a:lnTo>
                  <a:lnTo>
                    <a:pt x="30" y="14"/>
                  </a:lnTo>
                  <a:lnTo>
                    <a:pt x="26" y="12"/>
                  </a:lnTo>
                  <a:lnTo>
                    <a:pt x="25" y="10"/>
                  </a:lnTo>
                  <a:lnTo>
                    <a:pt x="26" y="9"/>
                  </a:lnTo>
                  <a:lnTo>
                    <a:pt x="26" y="5"/>
                  </a:lnTo>
                  <a:lnTo>
                    <a:pt x="23" y="5"/>
                  </a:lnTo>
                  <a:lnTo>
                    <a:pt x="20" y="4"/>
                  </a:lnTo>
                  <a:lnTo>
                    <a:pt x="2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5" name="Freeform 225"/>
            <p:cNvSpPr/>
            <p:nvPr/>
          </p:nvSpPr>
          <p:spPr bwMode="auto">
            <a:xfrm>
              <a:off x="2978151" y="1292225"/>
              <a:ext cx="1025525" cy="996950"/>
            </a:xfrm>
            <a:custGeom>
              <a:avLst/>
              <a:gdLst/>
              <a:ahLst/>
              <a:cxnLst>
                <a:cxn ang="0">
                  <a:pos x="387" y="8"/>
                </a:cxn>
                <a:cxn ang="0">
                  <a:pos x="491" y="12"/>
                </a:cxn>
                <a:cxn ang="0">
                  <a:pos x="425" y="31"/>
                </a:cxn>
                <a:cxn ang="0">
                  <a:pos x="499" y="26"/>
                </a:cxn>
                <a:cxn ang="0">
                  <a:pos x="524" y="58"/>
                </a:cxn>
                <a:cxn ang="0">
                  <a:pos x="427" y="71"/>
                </a:cxn>
                <a:cxn ang="0">
                  <a:pos x="493" y="76"/>
                </a:cxn>
                <a:cxn ang="0">
                  <a:pos x="539" y="63"/>
                </a:cxn>
                <a:cxn ang="0">
                  <a:pos x="542" y="99"/>
                </a:cxn>
                <a:cxn ang="0">
                  <a:pos x="590" y="83"/>
                </a:cxn>
                <a:cxn ang="0">
                  <a:pos x="577" y="114"/>
                </a:cxn>
                <a:cxn ang="0">
                  <a:pos x="589" y="137"/>
                </a:cxn>
                <a:cxn ang="0">
                  <a:pos x="561" y="181"/>
                </a:cxn>
                <a:cxn ang="0">
                  <a:pos x="557" y="204"/>
                </a:cxn>
                <a:cxn ang="0">
                  <a:pos x="559" y="221"/>
                </a:cxn>
                <a:cxn ang="0">
                  <a:pos x="534" y="227"/>
                </a:cxn>
                <a:cxn ang="0">
                  <a:pos x="541" y="262"/>
                </a:cxn>
                <a:cxn ang="0">
                  <a:pos x="541" y="279"/>
                </a:cxn>
                <a:cxn ang="0">
                  <a:pos x="528" y="313"/>
                </a:cxn>
                <a:cxn ang="0">
                  <a:pos x="488" y="302"/>
                </a:cxn>
                <a:cxn ang="0">
                  <a:pos x="465" y="308"/>
                </a:cxn>
                <a:cxn ang="0">
                  <a:pos x="476" y="336"/>
                </a:cxn>
                <a:cxn ang="0">
                  <a:pos x="528" y="377"/>
                </a:cxn>
                <a:cxn ang="0">
                  <a:pos x="485" y="369"/>
                </a:cxn>
                <a:cxn ang="0">
                  <a:pos x="457" y="363"/>
                </a:cxn>
                <a:cxn ang="0">
                  <a:pos x="443" y="379"/>
                </a:cxn>
                <a:cxn ang="0">
                  <a:pos x="475" y="396"/>
                </a:cxn>
                <a:cxn ang="0">
                  <a:pos x="470" y="425"/>
                </a:cxn>
                <a:cxn ang="0">
                  <a:pos x="391" y="425"/>
                </a:cxn>
                <a:cxn ang="0">
                  <a:pos x="331" y="496"/>
                </a:cxn>
                <a:cxn ang="0">
                  <a:pos x="315" y="480"/>
                </a:cxn>
                <a:cxn ang="0">
                  <a:pos x="270" y="516"/>
                </a:cxn>
                <a:cxn ang="0">
                  <a:pos x="244" y="552"/>
                </a:cxn>
                <a:cxn ang="0">
                  <a:pos x="229" y="598"/>
                </a:cxn>
                <a:cxn ang="0">
                  <a:pos x="199" y="625"/>
                </a:cxn>
                <a:cxn ang="0">
                  <a:pos x="183" y="593"/>
                </a:cxn>
                <a:cxn ang="0">
                  <a:pos x="143" y="570"/>
                </a:cxn>
                <a:cxn ang="0">
                  <a:pos x="128" y="519"/>
                </a:cxn>
                <a:cxn ang="0">
                  <a:pos x="125" y="489"/>
                </a:cxn>
                <a:cxn ang="0">
                  <a:pos x="115" y="465"/>
                </a:cxn>
                <a:cxn ang="0">
                  <a:pos x="127" y="437"/>
                </a:cxn>
                <a:cxn ang="0">
                  <a:pos x="150" y="419"/>
                </a:cxn>
                <a:cxn ang="0">
                  <a:pos x="155" y="387"/>
                </a:cxn>
                <a:cxn ang="0">
                  <a:pos x="133" y="344"/>
                </a:cxn>
                <a:cxn ang="0">
                  <a:pos x="165" y="326"/>
                </a:cxn>
                <a:cxn ang="0">
                  <a:pos x="127" y="323"/>
                </a:cxn>
                <a:cxn ang="0">
                  <a:pos x="137" y="269"/>
                </a:cxn>
                <a:cxn ang="0">
                  <a:pos x="112" y="193"/>
                </a:cxn>
                <a:cxn ang="0">
                  <a:pos x="58" y="175"/>
                </a:cxn>
                <a:cxn ang="0">
                  <a:pos x="10" y="152"/>
                </a:cxn>
                <a:cxn ang="0">
                  <a:pos x="6" y="132"/>
                </a:cxn>
                <a:cxn ang="0">
                  <a:pos x="33" y="117"/>
                </a:cxn>
                <a:cxn ang="0">
                  <a:pos x="28" y="112"/>
                </a:cxn>
                <a:cxn ang="0">
                  <a:pos x="38" y="76"/>
                </a:cxn>
                <a:cxn ang="0">
                  <a:pos x="86" y="58"/>
                </a:cxn>
                <a:cxn ang="0">
                  <a:pos x="107" y="36"/>
                </a:cxn>
                <a:cxn ang="0">
                  <a:pos x="142" y="17"/>
                </a:cxn>
                <a:cxn ang="0">
                  <a:pos x="168" y="30"/>
                </a:cxn>
                <a:cxn ang="0">
                  <a:pos x="214" y="28"/>
                </a:cxn>
                <a:cxn ang="0">
                  <a:pos x="255" y="17"/>
                </a:cxn>
                <a:cxn ang="0">
                  <a:pos x="313" y="43"/>
                </a:cxn>
                <a:cxn ang="0">
                  <a:pos x="325" y="26"/>
                </a:cxn>
              </a:cxnLst>
              <a:rect l="0" t="0" r="r" b="b"/>
              <a:pathLst>
                <a:path w="646" h="628">
                  <a:moveTo>
                    <a:pt x="331" y="0"/>
                  </a:moveTo>
                  <a:lnTo>
                    <a:pt x="338" y="0"/>
                  </a:lnTo>
                  <a:lnTo>
                    <a:pt x="343" y="2"/>
                  </a:lnTo>
                  <a:lnTo>
                    <a:pt x="343" y="17"/>
                  </a:lnTo>
                  <a:lnTo>
                    <a:pt x="351" y="18"/>
                  </a:lnTo>
                  <a:lnTo>
                    <a:pt x="356" y="22"/>
                  </a:lnTo>
                  <a:lnTo>
                    <a:pt x="364" y="22"/>
                  </a:lnTo>
                  <a:lnTo>
                    <a:pt x="369" y="25"/>
                  </a:lnTo>
                  <a:lnTo>
                    <a:pt x="381" y="25"/>
                  </a:lnTo>
                  <a:lnTo>
                    <a:pt x="374" y="20"/>
                  </a:lnTo>
                  <a:lnTo>
                    <a:pt x="374" y="12"/>
                  </a:lnTo>
                  <a:lnTo>
                    <a:pt x="377" y="8"/>
                  </a:lnTo>
                  <a:lnTo>
                    <a:pt x="384" y="7"/>
                  </a:lnTo>
                  <a:lnTo>
                    <a:pt x="387" y="8"/>
                  </a:lnTo>
                  <a:lnTo>
                    <a:pt x="397" y="8"/>
                  </a:lnTo>
                  <a:lnTo>
                    <a:pt x="402" y="3"/>
                  </a:lnTo>
                  <a:lnTo>
                    <a:pt x="410" y="2"/>
                  </a:lnTo>
                  <a:lnTo>
                    <a:pt x="419" y="2"/>
                  </a:lnTo>
                  <a:lnTo>
                    <a:pt x="424" y="5"/>
                  </a:lnTo>
                  <a:lnTo>
                    <a:pt x="430" y="8"/>
                  </a:lnTo>
                  <a:lnTo>
                    <a:pt x="434" y="5"/>
                  </a:lnTo>
                  <a:lnTo>
                    <a:pt x="437" y="5"/>
                  </a:lnTo>
                  <a:lnTo>
                    <a:pt x="440" y="7"/>
                  </a:lnTo>
                  <a:lnTo>
                    <a:pt x="453" y="10"/>
                  </a:lnTo>
                  <a:lnTo>
                    <a:pt x="458" y="8"/>
                  </a:lnTo>
                  <a:lnTo>
                    <a:pt x="465" y="10"/>
                  </a:lnTo>
                  <a:lnTo>
                    <a:pt x="486" y="10"/>
                  </a:lnTo>
                  <a:lnTo>
                    <a:pt x="491" y="12"/>
                  </a:lnTo>
                  <a:lnTo>
                    <a:pt x="499" y="15"/>
                  </a:lnTo>
                  <a:lnTo>
                    <a:pt x="504" y="17"/>
                  </a:lnTo>
                  <a:lnTo>
                    <a:pt x="501" y="18"/>
                  </a:lnTo>
                  <a:lnTo>
                    <a:pt x="478" y="18"/>
                  </a:lnTo>
                  <a:lnTo>
                    <a:pt x="475" y="20"/>
                  </a:lnTo>
                  <a:lnTo>
                    <a:pt x="473" y="20"/>
                  </a:lnTo>
                  <a:lnTo>
                    <a:pt x="473" y="22"/>
                  </a:lnTo>
                  <a:lnTo>
                    <a:pt x="460" y="22"/>
                  </a:lnTo>
                  <a:lnTo>
                    <a:pt x="457" y="23"/>
                  </a:lnTo>
                  <a:lnTo>
                    <a:pt x="447" y="23"/>
                  </a:lnTo>
                  <a:lnTo>
                    <a:pt x="442" y="25"/>
                  </a:lnTo>
                  <a:lnTo>
                    <a:pt x="422" y="25"/>
                  </a:lnTo>
                  <a:lnTo>
                    <a:pt x="429" y="28"/>
                  </a:lnTo>
                  <a:lnTo>
                    <a:pt x="425" y="31"/>
                  </a:lnTo>
                  <a:lnTo>
                    <a:pt x="420" y="35"/>
                  </a:lnTo>
                  <a:lnTo>
                    <a:pt x="417" y="36"/>
                  </a:lnTo>
                  <a:lnTo>
                    <a:pt x="412" y="33"/>
                  </a:lnTo>
                  <a:lnTo>
                    <a:pt x="409" y="36"/>
                  </a:lnTo>
                  <a:lnTo>
                    <a:pt x="410" y="41"/>
                  </a:lnTo>
                  <a:lnTo>
                    <a:pt x="415" y="41"/>
                  </a:lnTo>
                  <a:lnTo>
                    <a:pt x="415" y="46"/>
                  </a:lnTo>
                  <a:lnTo>
                    <a:pt x="430" y="33"/>
                  </a:lnTo>
                  <a:lnTo>
                    <a:pt x="452" y="33"/>
                  </a:lnTo>
                  <a:lnTo>
                    <a:pt x="460" y="30"/>
                  </a:lnTo>
                  <a:lnTo>
                    <a:pt x="467" y="28"/>
                  </a:lnTo>
                  <a:lnTo>
                    <a:pt x="475" y="25"/>
                  </a:lnTo>
                  <a:lnTo>
                    <a:pt x="495" y="25"/>
                  </a:lnTo>
                  <a:lnTo>
                    <a:pt x="499" y="26"/>
                  </a:lnTo>
                  <a:lnTo>
                    <a:pt x="504" y="30"/>
                  </a:lnTo>
                  <a:lnTo>
                    <a:pt x="511" y="31"/>
                  </a:lnTo>
                  <a:lnTo>
                    <a:pt x="518" y="25"/>
                  </a:lnTo>
                  <a:lnTo>
                    <a:pt x="519" y="30"/>
                  </a:lnTo>
                  <a:lnTo>
                    <a:pt x="519" y="33"/>
                  </a:lnTo>
                  <a:lnTo>
                    <a:pt x="516" y="41"/>
                  </a:lnTo>
                  <a:lnTo>
                    <a:pt x="518" y="43"/>
                  </a:lnTo>
                  <a:lnTo>
                    <a:pt x="528" y="43"/>
                  </a:lnTo>
                  <a:lnTo>
                    <a:pt x="531" y="46"/>
                  </a:lnTo>
                  <a:lnTo>
                    <a:pt x="534" y="48"/>
                  </a:lnTo>
                  <a:lnTo>
                    <a:pt x="532" y="50"/>
                  </a:lnTo>
                  <a:lnTo>
                    <a:pt x="529" y="51"/>
                  </a:lnTo>
                  <a:lnTo>
                    <a:pt x="531" y="54"/>
                  </a:lnTo>
                  <a:lnTo>
                    <a:pt x="524" y="58"/>
                  </a:lnTo>
                  <a:lnTo>
                    <a:pt x="511" y="54"/>
                  </a:lnTo>
                  <a:lnTo>
                    <a:pt x="501" y="54"/>
                  </a:lnTo>
                  <a:lnTo>
                    <a:pt x="495" y="56"/>
                  </a:lnTo>
                  <a:lnTo>
                    <a:pt x="463" y="56"/>
                  </a:lnTo>
                  <a:lnTo>
                    <a:pt x="453" y="51"/>
                  </a:lnTo>
                  <a:lnTo>
                    <a:pt x="448" y="51"/>
                  </a:lnTo>
                  <a:lnTo>
                    <a:pt x="442" y="53"/>
                  </a:lnTo>
                  <a:lnTo>
                    <a:pt x="440" y="54"/>
                  </a:lnTo>
                  <a:lnTo>
                    <a:pt x="445" y="56"/>
                  </a:lnTo>
                  <a:lnTo>
                    <a:pt x="445" y="59"/>
                  </a:lnTo>
                  <a:lnTo>
                    <a:pt x="443" y="63"/>
                  </a:lnTo>
                  <a:lnTo>
                    <a:pt x="438" y="66"/>
                  </a:lnTo>
                  <a:lnTo>
                    <a:pt x="429" y="69"/>
                  </a:lnTo>
                  <a:lnTo>
                    <a:pt x="427" y="71"/>
                  </a:lnTo>
                  <a:lnTo>
                    <a:pt x="427" y="81"/>
                  </a:lnTo>
                  <a:lnTo>
                    <a:pt x="437" y="74"/>
                  </a:lnTo>
                  <a:lnTo>
                    <a:pt x="442" y="73"/>
                  </a:lnTo>
                  <a:lnTo>
                    <a:pt x="453" y="73"/>
                  </a:lnTo>
                  <a:lnTo>
                    <a:pt x="458" y="71"/>
                  </a:lnTo>
                  <a:lnTo>
                    <a:pt x="462" y="69"/>
                  </a:lnTo>
                  <a:lnTo>
                    <a:pt x="483" y="69"/>
                  </a:lnTo>
                  <a:lnTo>
                    <a:pt x="490" y="68"/>
                  </a:lnTo>
                  <a:lnTo>
                    <a:pt x="498" y="64"/>
                  </a:lnTo>
                  <a:lnTo>
                    <a:pt x="503" y="63"/>
                  </a:lnTo>
                  <a:lnTo>
                    <a:pt x="504" y="64"/>
                  </a:lnTo>
                  <a:lnTo>
                    <a:pt x="503" y="71"/>
                  </a:lnTo>
                  <a:lnTo>
                    <a:pt x="498" y="73"/>
                  </a:lnTo>
                  <a:lnTo>
                    <a:pt x="493" y="76"/>
                  </a:lnTo>
                  <a:lnTo>
                    <a:pt x="486" y="81"/>
                  </a:lnTo>
                  <a:lnTo>
                    <a:pt x="485" y="83"/>
                  </a:lnTo>
                  <a:lnTo>
                    <a:pt x="483" y="86"/>
                  </a:lnTo>
                  <a:lnTo>
                    <a:pt x="483" y="89"/>
                  </a:lnTo>
                  <a:lnTo>
                    <a:pt x="486" y="86"/>
                  </a:lnTo>
                  <a:lnTo>
                    <a:pt x="491" y="83"/>
                  </a:lnTo>
                  <a:lnTo>
                    <a:pt x="496" y="83"/>
                  </a:lnTo>
                  <a:lnTo>
                    <a:pt x="503" y="81"/>
                  </a:lnTo>
                  <a:lnTo>
                    <a:pt x="509" y="81"/>
                  </a:lnTo>
                  <a:lnTo>
                    <a:pt x="516" y="79"/>
                  </a:lnTo>
                  <a:lnTo>
                    <a:pt x="521" y="78"/>
                  </a:lnTo>
                  <a:lnTo>
                    <a:pt x="523" y="76"/>
                  </a:lnTo>
                  <a:lnTo>
                    <a:pt x="523" y="63"/>
                  </a:lnTo>
                  <a:lnTo>
                    <a:pt x="539" y="63"/>
                  </a:lnTo>
                  <a:lnTo>
                    <a:pt x="547" y="71"/>
                  </a:lnTo>
                  <a:lnTo>
                    <a:pt x="544" y="81"/>
                  </a:lnTo>
                  <a:lnTo>
                    <a:pt x="539" y="83"/>
                  </a:lnTo>
                  <a:lnTo>
                    <a:pt x="534" y="87"/>
                  </a:lnTo>
                  <a:lnTo>
                    <a:pt x="523" y="104"/>
                  </a:lnTo>
                  <a:lnTo>
                    <a:pt x="521" y="107"/>
                  </a:lnTo>
                  <a:lnTo>
                    <a:pt x="519" y="112"/>
                  </a:lnTo>
                  <a:lnTo>
                    <a:pt x="521" y="115"/>
                  </a:lnTo>
                  <a:lnTo>
                    <a:pt x="526" y="114"/>
                  </a:lnTo>
                  <a:lnTo>
                    <a:pt x="532" y="111"/>
                  </a:lnTo>
                  <a:lnTo>
                    <a:pt x="537" y="107"/>
                  </a:lnTo>
                  <a:lnTo>
                    <a:pt x="534" y="102"/>
                  </a:lnTo>
                  <a:lnTo>
                    <a:pt x="537" y="99"/>
                  </a:lnTo>
                  <a:lnTo>
                    <a:pt x="542" y="99"/>
                  </a:lnTo>
                  <a:lnTo>
                    <a:pt x="546" y="94"/>
                  </a:lnTo>
                  <a:lnTo>
                    <a:pt x="546" y="92"/>
                  </a:lnTo>
                  <a:lnTo>
                    <a:pt x="549" y="89"/>
                  </a:lnTo>
                  <a:lnTo>
                    <a:pt x="551" y="89"/>
                  </a:lnTo>
                  <a:lnTo>
                    <a:pt x="552" y="87"/>
                  </a:lnTo>
                  <a:lnTo>
                    <a:pt x="556" y="86"/>
                  </a:lnTo>
                  <a:lnTo>
                    <a:pt x="561" y="76"/>
                  </a:lnTo>
                  <a:lnTo>
                    <a:pt x="562" y="78"/>
                  </a:lnTo>
                  <a:lnTo>
                    <a:pt x="569" y="87"/>
                  </a:lnTo>
                  <a:lnTo>
                    <a:pt x="574" y="84"/>
                  </a:lnTo>
                  <a:lnTo>
                    <a:pt x="580" y="86"/>
                  </a:lnTo>
                  <a:lnTo>
                    <a:pt x="585" y="91"/>
                  </a:lnTo>
                  <a:lnTo>
                    <a:pt x="590" y="91"/>
                  </a:lnTo>
                  <a:lnTo>
                    <a:pt x="590" y="83"/>
                  </a:lnTo>
                  <a:lnTo>
                    <a:pt x="593" y="79"/>
                  </a:lnTo>
                  <a:lnTo>
                    <a:pt x="625" y="79"/>
                  </a:lnTo>
                  <a:lnTo>
                    <a:pt x="636" y="81"/>
                  </a:lnTo>
                  <a:lnTo>
                    <a:pt x="643" y="86"/>
                  </a:lnTo>
                  <a:lnTo>
                    <a:pt x="646" y="91"/>
                  </a:lnTo>
                  <a:lnTo>
                    <a:pt x="641" y="92"/>
                  </a:lnTo>
                  <a:lnTo>
                    <a:pt x="635" y="96"/>
                  </a:lnTo>
                  <a:lnTo>
                    <a:pt x="631" y="96"/>
                  </a:lnTo>
                  <a:lnTo>
                    <a:pt x="623" y="97"/>
                  </a:lnTo>
                  <a:lnTo>
                    <a:pt x="620" y="102"/>
                  </a:lnTo>
                  <a:lnTo>
                    <a:pt x="620" y="109"/>
                  </a:lnTo>
                  <a:lnTo>
                    <a:pt x="618" y="112"/>
                  </a:lnTo>
                  <a:lnTo>
                    <a:pt x="585" y="112"/>
                  </a:lnTo>
                  <a:lnTo>
                    <a:pt x="577" y="114"/>
                  </a:lnTo>
                  <a:lnTo>
                    <a:pt x="575" y="115"/>
                  </a:lnTo>
                  <a:lnTo>
                    <a:pt x="597" y="115"/>
                  </a:lnTo>
                  <a:lnTo>
                    <a:pt x="595" y="119"/>
                  </a:lnTo>
                  <a:lnTo>
                    <a:pt x="592" y="122"/>
                  </a:lnTo>
                  <a:lnTo>
                    <a:pt x="575" y="122"/>
                  </a:lnTo>
                  <a:lnTo>
                    <a:pt x="572" y="120"/>
                  </a:lnTo>
                  <a:lnTo>
                    <a:pt x="569" y="124"/>
                  </a:lnTo>
                  <a:lnTo>
                    <a:pt x="569" y="129"/>
                  </a:lnTo>
                  <a:lnTo>
                    <a:pt x="570" y="130"/>
                  </a:lnTo>
                  <a:lnTo>
                    <a:pt x="575" y="130"/>
                  </a:lnTo>
                  <a:lnTo>
                    <a:pt x="577" y="127"/>
                  </a:lnTo>
                  <a:lnTo>
                    <a:pt x="590" y="127"/>
                  </a:lnTo>
                  <a:lnTo>
                    <a:pt x="592" y="129"/>
                  </a:lnTo>
                  <a:lnTo>
                    <a:pt x="589" y="137"/>
                  </a:lnTo>
                  <a:lnTo>
                    <a:pt x="585" y="142"/>
                  </a:lnTo>
                  <a:lnTo>
                    <a:pt x="579" y="142"/>
                  </a:lnTo>
                  <a:lnTo>
                    <a:pt x="575" y="143"/>
                  </a:lnTo>
                  <a:lnTo>
                    <a:pt x="570" y="147"/>
                  </a:lnTo>
                  <a:lnTo>
                    <a:pt x="565" y="153"/>
                  </a:lnTo>
                  <a:lnTo>
                    <a:pt x="562" y="157"/>
                  </a:lnTo>
                  <a:lnTo>
                    <a:pt x="556" y="157"/>
                  </a:lnTo>
                  <a:lnTo>
                    <a:pt x="556" y="167"/>
                  </a:lnTo>
                  <a:lnTo>
                    <a:pt x="554" y="171"/>
                  </a:lnTo>
                  <a:lnTo>
                    <a:pt x="551" y="175"/>
                  </a:lnTo>
                  <a:lnTo>
                    <a:pt x="549" y="178"/>
                  </a:lnTo>
                  <a:lnTo>
                    <a:pt x="549" y="180"/>
                  </a:lnTo>
                  <a:lnTo>
                    <a:pt x="557" y="180"/>
                  </a:lnTo>
                  <a:lnTo>
                    <a:pt x="561" y="181"/>
                  </a:lnTo>
                  <a:lnTo>
                    <a:pt x="567" y="188"/>
                  </a:lnTo>
                  <a:lnTo>
                    <a:pt x="570" y="193"/>
                  </a:lnTo>
                  <a:lnTo>
                    <a:pt x="572" y="196"/>
                  </a:lnTo>
                  <a:lnTo>
                    <a:pt x="572" y="199"/>
                  </a:lnTo>
                  <a:lnTo>
                    <a:pt x="569" y="201"/>
                  </a:lnTo>
                  <a:lnTo>
                    <a:pt x="567" y="198"/>
                  </a:lnTo>
                  <a:lnTo>
                    <a:pt x="562" y="196"/>
                  </a:lnTo>
                  <a:lnTo>
                    <a:pt x="561" y="195"/>
                  </a:lnTo>
                  <a:lnTo>
                    <a:pt x="556" y="195"/>
                  </a:lnTo>
                  <a:lnTo>
                    <a:pt x="556" y="196"/>
                  </a:lnTo>
                  <a:lnTo>
                    <a:pt x="552" y="199"/>
                  </a:lnTo>
                  <a:lnTo>
                    <a:pt x="551" y="199"/>
                  </a:lnTo>
                  <a:lnTo>
                    <a:pt x="554" y="206"/>
                  </a:lnTo>
                  <a:lnTo>
                    <a:pt x="557" y="204"/>
                  </a:lnTo>
                  <a:lnTo>
                    <a:pt x="559" y="204"/>
                  </a:lnTo>
                  <a:lnTo>
                    <a:pt x="562" y="208"/>
                  </a:lnTo>
                  <a:lnTo>
                    <a:pt x="564" y="213"/>
                  </a:lnTo>
                  <a:lnTo>
                    <a:pt x="565" y="214"/>
                  </a:lnTo>
                  <a:lnTo>
                    <a:pt x="565" y="213"/>
                  </a:lnTo>
                  <a:lnTo>
                    <a:pt x="569" y="209"/>
                  </a:lnTo>
                  <a:lnTo>
                    <a:pt x="572" y="209"/>
                  </a:lnTo>
                  <a:lnTo>
                    <a:pt x="579" y="211"/>
                  </a:lnTo>
                  <a:lnTo>
                    <a:pt x="580" y="213"/>
                  </a:lnTo>
                  <a:lnTo>
                    <a:pt x="580" y="219"/>
                  </a:lnTo>
                  <a:lnTo>
                    <a:pt x="579" y="226"/>
                  </a:lnTo>
                  <a:lnTo>
                    <a:pt x="570" y="226"/>
                  </a:lnTo>
                  <a:lnTo>
                    <a:pt x="565" y="224"/>
                  </a:lnTo>
                  <a:lnTo>
                    <a:pt x="559" y="221"/>
                  </a:lnTo>
                  <a:lnTo>
                    <a:pt x="554" y="218"/>
                  </a:lnTo>
                  <a:lnTo>
                    <a:pt x="552" y="214"/>
                  </a:lnTo>
                  <a:lnTo>
                    <a:pt x="549" y="211"/>
                  </a:lnTo>
                  <a:lnTo>
                    <a:pt x="546" y="209"/>
                  </a:lnTo>
                  <a:lnTo>
                    <a:pt x="539" y="209"/>
                  </a:lnTo>
                  <a:lnTo>
                    <a:pt x="541" y="213"/>
                  </a:lnTo>
                  <a:lnTo>
                    <a:pt x="544" y="214"/>
                  </a:lnTo>
                  <a:lnTo>
                    <a:pt x="547" y="218"/>
                  </a:lnTo>
                  <a:lnTo>
                    <a:pt x="551" y="219"/>
                  </a:lnTo>
                  <a:lnTo>
                    <a:pt x="549" y="223"/>
                  </a:lnTo>
                  <a:lnTo>
                    <a:pt x="544" y="224"/>
                  </a:lnTo>
                  <a:lnTo>
                    <a:pt x="536" y="224"/>
                  </a:lnTo>
                  <a:lnTo>
                    <a:pt x="532" y="221"/>
                  </a:lnTo>
                  <a:lnTo>
                    <a:pt x="534" y="227"/>
                  </a:lnTo>
                  <a:lnTo>
                    <a:pt x="536" y="236"/>
                  </a:lnTo>
                  <a:lnTo>
                    <a:pt x="539" y="237"/>
                  </a:lnTo>
                  <a:lnTo>
                    <a:pt x="552" y="237"/>
                  </a:lnTo>
                  <a:lnTo>
                    <a:pt x="556" y="242"/>
                  </a:lnTo>
                  <a:lnTo>
                    <a:pt x="556" y="249"/>
                  </a:lnTo>
                  <a:lnTo>
                    <a:pt x="552" y="252"/>
                  </a:lnTo>
                  <a:lnTo>
                    <a:pt x="552" y="257"/>
                  </a:lnTo>
                  <a:lnTo>
                    <a:pt x="557" y="260"/>
                  </a:lnTo>
                  <a:lnTo>
                    <a:pt x="557" y="264"/>
                  </a:lnTo>
                  <a:lnTo>
                    <a:pt x="554" y="265"/>
                  </a:lnTo>
                  <a:lnTo>
                    <a:pt x="549" y="262"/>
                  </a:lnTo>
                  <a:lnTo>
                    <a:pt x="544" y="260"/>
                  </a:lnTo>
                  <a:lnTo>
                    <a:pt x="539" y="260"/>
                  </a:lnTo>
                  <a:lnTo>
                    <a:pt x="541" y="262"/>
                  </a:lnTo>
                  <a:lnTo>
                    <a:pt x="544" y="264"/>
                  </a:lnTo>
                  <a:lnTo>
                    <a:pt x="546" y="269"/>
                  </a:lnTo>
                  <a:lnTo>
                    <a:pt x="546" y="275"/>
                  </a:lnTo>
                  <a:lnTo>
                    <a:pt x="549" y="277"/>
                  </a:lnTo>
                  <a:lnTo>
                    <a:pt x="551" y="279"/>
                  </a:lnTo>
                  <a:lnTo>
                    <a:pt x="561" y="279"/>
                  </a:lnTo>
                  <a:lnTo>
                    <a:pt x="565" y="280"/>
                  </a:lnTo>
                  <a:lnTo>
                    <a:pt x="567" y="283"/>
                  </a:lnTo>
                  <a:lnTo>
                    <a:pt x="565" y="288"/>
                  </a:lnTo>
                  <a:lnTo>
                    <a:pt x="564" y="290"/>
                  </a:lnTo>
                  <a:lnTo>
                    <a:pt x="554" y="290"/>
                  </a:lnTo>
                  <a:lnTo>
                    <a:pt x="551" y="285"/>
                  </a:lnTo>
                  <a:lnTo>
                    <a:pt x="544" y="280"/>
                  </a:lnTo>
                  <a:lnTo>
                    <a:pt x="541" y="279"/>
                  </a:lnTo>
                  <a:lnTo>
                    <a:pt x="536" y="280"/>
                  </a:lnTo>
                  <a:lnTo>
                    <a:pt x="529" y="283"/>
                  </a:lnTo>
                  <a:lnTo>
                    <a:pt x="529" y="288"/>
                  </a:lnTo>
                  <a:lnTo>
                    <a:pt x="524" y="288"/>
                  </a:lnTo>
                  <a:lnTo>
                    <a:pt x="524" y="292"/>
                  </a:lnTo>
                  <a:lnTo>
                    <a:pt x="528" y="292"/>
                  </a:lnTo>
                  <a:lnTo>
                    <a:pt x="534" y="295"/>
                  </a:lnTo>
                  <a:lnTo>
                    <a:pt x="544" y="295"/>
                  </a:lnTo>
                  <a:lnTo>
                    <a:pt x="547" y="298"/>
                  </a:lnTo>
                  <a:lnTo>
                    <a:pt x="547" y="303"/>
                  </a:lnTo>
                  <a:lnTo>
                    <a:pt x="544" y="312"/>
                  </a:lnTo>
                  <a:lnTo>
                    <a:pt x="541" y="312"/>
                  </a:lnTo>
                  <a:lnTo>
                    <a:pt x="536" y="313"/>
                  </a:lnTo>
                  <a:lnTo>
                    <a:pt x="528" y="313"/>
                  </a:lnTo>
                  <a:lnTo>
                    <a:pt x="521" y="315"/>
                  </a:lnTo>
                  <a:lnTo>
                    <a:pt x="518" y="313"/>
                  </a:lnTo>
                  <a:lnTo>
                    <a:pt x="521" y="310"/>
                  </a:lnTo>
                  <a:lnTo>
                    <a:pt x="526" y="307"/>
                  </a:lnTo>
                  <a:lnTo>
                    <a:pt x="519" y="307"/>
                  </a:lnTo>
                  <a:lnTo>
                    <a:pt x="514" y="305"/>
                  </a:lnTo>
                  <a:lnTo>
                    <a:pt x="511" y="302"/>
                  </a:lnTo>
                  <a:lnTo>
                    <a:pt x="506" y="302"/>
                  </a:lnTo>
                  <a:lnTo>
                    <a:pt x="501" y="303"/>
                  </a:lnTo>
                  <a:lnTo>
                    <a:pt x="496" y="302"/>
                  </a:lnTo>
                  <a:lnTo>
                    <a:pt x="493" y="295"/>
                  </a:lnTo>
                  <a:lnTo>
                    <a:pt x="486" y="290"/>
                  </a:lnTo>
                  <a:lnTo>
                    <a:pt x="486" y="297"/>
                  </a:lnTo>
                  <a:lnTo>
                    <a:pt x="488" y="302"/>
                  </a:lnTo>
                  <a:lnTo>
                    <a:pt x="488" y="303"/>
                  </a:lnTo>
                  <a:lnTo>
                    <a:pt x="491" y="308"/>
                  </a:lnTo>
                  <a:lnTo>
                    <a:pt x="495" y="308"/>
                  </a:lnTo>
                  <a:lnTo>
                    <a:pt x="495" y="313"/>
                  </a:lnTo>
                  <a:lnTo>
                    <a:pt x="491" y="315"/>
                  </a:lnTo>
                  <a:lnTo>
                    <a:pt x="488" y="308"/>
                  </a:lnTo>
                  <a:lnTo>
                    <a:pt x="486" y="315"/>
                  </a:lnTo>
                  <a:lnTo>
                    <a:pt x="481" y="316"/>
                  </a:lnTo>
                  <a:lnTo>
                    <a:pt x="476" y="315"/>
                  </a:lnTo>
                  <a:lnTo>
                    <a:pt x="475" y="312"/>
                  </a:lnTo>
                  <a:lnTo>
                    <a:pt x="470" y="307"/>
                  </a:lnTo>
                  <a:lnTo>
                    <a:pt x="465" y="303"/>
                  </a:lnTo>
                  <a:lnTo>
                    <a:pt x="463" y="303"/>
                  </a:lnTo>
                  <a:lnTo>
                    <a:pt x="465" y="308"/>
                  </a:lnTo>
                  <a:lnTo>
                    <a:pt x="468" y="310"/>
                  </a:lnTo>
                  <a:lnTo>
                    <a:pt x="468" y="313"/>
                  </a:lnTo>
                  <a:lnTo>
                    <a:pt x="463" y="315"/>
                  </a:lnTo>
                  <a:lnTo>
                    <a:pt x="467" y="316"/>
                  </a:lnTo>
                  <a:lnTo>
                    <a:pt x="473" y="318"/>
                  </a:lnTo>
                  <a:lnTo>
                    <a:pt x="475" y="321"/>
                  </a:lnTo>
                  <a:lnTo>
                    <a:pt x="480" y="326"/>
                  </a:lnTo>
                  <a:lnTo>
                    <a:pt x="478" y="328"/>
                  </a:lnTo>
                  <a:lnTo>
                    <a:pt x="471" y="328"/>
                  </a:lnTo>
                  <a:lnTo>
                    <a:pt x="468" y="330"/>
                  </a:lnTo>
                  <a:lnTo>
                    <a:pt x="475" y="331"/>
                  </a:lnTo>
                  <a:lnTo>
                    <a:pt x="478" y="331"/>
                  </a:lnTo>
                  <a:lnTo>
                    <a:pt x="478" y="333"/>
                  </a:lnTo>
                  <a:lnTo>
                    <a:pt x="476" y="336"/>
                  </a:lnTo>
                  <a:lnTo>
                    <a:pt x="480" y="335"/>
                  </a:lnTo>
                  <a:lnTo>
                    <a:pt x="490" y="335"/>
                  </a:lnTo>
                  <a:lnTo>
                    <a:pt x="491" y="338"/>
                  </a:lnTo>
                  <a:lnTo>
                    <a:pt x="491" y="341"/>
                  </a:lnTo>
                  <a:lnTo>
                    <a:pt x="496" y="340"/>
                  </a:lnTo>
                  <a:lnTo>
                    <a:pt x="504" y="340"/>
                  </a:lnTo>
                  <a:lnTo>
                    <a:pt x="506" y="344"/>
                  </a:lnTo>
                  <a:lnTo>
                    <a:pt x="509" y="348"/>
                  </a:lnTo>
                  <a:lnTo>
                    <a:pt x="506" y="351"/>
                  </a:lnTo>
                  <a:lnTo>
                    <a:pt x="516" y="351"/>
                  </a:lnTo>
                  <a:lnTo>
                    <a:pt x="521" y="354"/>
                  </a:lnTo>
                  <a:lnTo>
                    <a:pt x="528" y="368"/>
                  </a:lnTo>
                  <a:lnTo>
                    <a:pt x="524" y="372"/>
                  </a:lnTo>
                  <a:lnTo>
                    <a:pt x="528" y="377"/>
                  </a:lnTo>
                  <a:lnTo>
                    <a:pt x="526" y="386"/>
                  </a:lnTo>
                  <a:lnTo>
                    <a:pt x="524" y="391"/>
                  </a:lnTo>
                  <a:lnTo>
                    <a:pt x="519" y="392"/>
                  </a:lnTo>
                  <a:lnTo>
                    <a:pt x="514" y="389"/>
                  </a:lnTo>
                  <a:lnTo>
                    <a:pt x="508" y="382"/>
                  </a:lnTo>
                  <a:lnTo>
                    <a:pt x="508" y="387"/>
                  </a:lnTo>
                  <a:lnTo>
                    <a:pt x="503" y="389"/>
                  </a:lnTo>
                  <a:lnTo>
                    <a:pt x="496" y="389"/>
                  </a:lnTo>
                  <a:lnTo>
                    <a:pt x="493" y="384"/>
                  </a:lnTo>
                  <a:lnTo>
                    <a:pt x="491" y="379"/>
                  </a:lnTo>
                  <a:lnTo>
                    <a:pt x="490" y="377"/>
                  </a:lnTo>
                  <a:lnTo>
                    <a:pt x="493" y="372"/>
                  </a:lnTo>
                  <a:lnTo>
                    <a:pt x="490" y="369"/>
                  </a:lnTo>
                  <a:lnTo>
                    <a:pt x="485" y="369"/>
                  </a:lnTo>
                  <a:lnTo>
                    <a:pt x="481" y="364"/>
                  </a:lnTo>
                  <a:lnTo>
                    <a:pt x="481" y="359"/>
                  </a:lnTo>
                  <a:lnTo>
                    <a:pt x="475" y="358"/>
                  </a:lnTo>
                  <a:lnTo>
                    <a:pt x="470" y="358"/>
                  </a:lnTo>
                  <a:lnTo>
                    <a:pt x="465" y="356"/>
                  </a:lnTo>
                  <a:lnTo>
                    <a:pt x="460" y="353"/>
                  </a:lnTo>
                  <a:lnTo>
                    <a:pt x="455" y="351"/>
                  </a:lnTo>
                  <a:lnTo>
                    <a:pt x="450" y="348"/>
                  </a:lnTo>
                  <a:lnTo>
                    <a:pt x="445" y="348"/>
                  </a:lnTo>
                  <a:lnTo>
                    <a:pt x="443" y="349"/>
                  </a:lnTo>
                  <a:lnTo>
                    <a:pt x="448" y="356"/>
                  </a:lnTo>
                  <a:lnTo>
                    <a:pt x="455" y="358"/>
                  </a:lnTo>
                  <a:lnTo>
                    <a:pt x="458" y="359"/>
                  </a:lnTo>
                  <a:lnTo>
                    <a:pt x="457" y="363"/>
                  </a:lnTo>
                  <a:lnTo>
                    <a:pt x="460" y="361"/>
                  </a:lnTo>
                  <a:lnTo>
                    <a:pt x="467" y="361"/>
                  </a:lnTo>
                  <a:lnTo>
                    <a:pt x="473" y="364"/>
                  </a:lnTo>
                  <a:lnTo>
                    <a:pt x="475" y="368"/>
                  </a:lnTo>
                  <a:lnTo>
                    <a:pt x="478" y="369"/>
                  </a:lnTo>
                  <a:lnTo>
                    <a:pt x="476" y="371"/>
                  </a:lnTo>
                  <a:lnTo>
                    <a:pt x="467" y="371"/>
                  </a:lnTo>
                  <a:lnTo>
                    <a:pt x="465" y="372"/>
                  </a:lnTo>
                  <a:lnTo>
                    <a:pt x="460" y="374"/>
                  </a:lnTo>
                  <a:lnTo>
                    <a:pt x="453" y="374"/>
                  </a:lnTo>
                  <a:lnTo>
                    <a:pt x="450" y="371"/>
                  </a:lnTo>
                  <a:lnTo>
                    <a:pt x="452" y="376"/>
                  </a:lnTo>
                  <a:lnTo>
                    <a:pt x="450" y="379"/>
                  </a:lnTo>
                  <a:lnTo>
                    <a:pt x="443" y="379"/>
                  </a:lnTo>
                  <a:lnTo>
                    <a:pt x="442" y="382"/>
                  </a:lnTo>
                  <a:lnTo>
                    <a:pt x="442" y="386"/>
                  </a:lnTo>
                  <a:lnTo>
                    <a:pt x="455" y="386"/>
                  </a:lnTo>
                  <a:lnTo>
                    <a:pt x="462" y="387"/>
                  </a:lnTo>
                  <a:lnTo>
                    <a:pt x="467" y="387"/>
                  </a:lnTo>
                  <a:lnTo>
                    <a:pt x="467" y="391"/>
                  </a:lnTo>
                  <a:lnTo>
                    <a:pt x="455" y="391"/>
                  </a:lnTo>
                  <a:lnTo>
                    <a:pt x="450" y="394"/>
                  </a:lnTo>
                  <a:lnTo>
                    <a:pt x="443" y="394"/>
                  </a:lnTo>
                  <a:lnTo>
                    <a:pt x="440" y="397"/>
                  </a:lnTo>
                  <a:lnTo>
                    <a:pt x="443" y="399"/>
                  </a:lnTo>
                  <a:lnTo>
                    <a:pt x="455" y="399"/>
                  </a:lnTo>
                  <a:lnTo>
                    <a:pt x="462" y="396"/>
                  </a:lnTo>
                  <a:lnTo>
                    <a:pt x="475" y="396"/>
                  </a:lnTo>
                  <a:lnTo>
                    <a:pt x="480" y="394"/>
                  </a:lnTo>
                  <a:lnTo>
                    <a:pt x="483" y="392"/>
                  </a:lnTo>
                  <a:lnTo>
                    <a:pt x="488" y="394"/>
                  </a:lnTo>
                  <a:lnTo>
                    <a:pt x="491" y="396"/>
                  </a:lnTo>
                  <a:lnTo>
                    <a:pt x="495" y="396"/>
                  </a:lnTo>
                  <a:lnTo>
                    <a:pt x="498" y="397"/>
                  </a:lnTo>
                  <a:lnTo>
                    <a:pt x="503" y="400"/>
                  </a:lnTo>
                  <a:lnTo>
                    <a:pt x="506" y="399"/>
                  </a:lnTo>
                  <a:lnTo>
                    <a:pt x="511" y="399"/>
                  </a:lnTo>
                  <a:lnTo>
                    <a:pt x="511" y="400"/>
                  </a:lnTo>
                  <a:lnTo>
                    <a:pt x="509" y="402"/>
                  </a:lnTo>
                  <a:lnTo>
                    <a:pt x="498" y="402"/>
                  </a:lnTo>
                  <a:lnTo>
                    <a:pt x="481" y="419"/>
                  </a:lnTo>
                  <a:lnTo>
                    <a:pt x="470" y="425"/>
                  </a:lnTo>
                  <a:lnTo>
                    <a:pt x="462" y="430"/>
                  </a:lnTo>
                  <a:lnTo>
                    <a:pt x="457" y="435"/>
                  </a:lnTo>
                  <a:lnTo>
                    <a:pt x="437" y="435"/>
                  </a:lnTo>
                  <a:lnTo>
                    <a:pt x="432" y="440"/>
                  </a:lnTo>
                  <a:lnTo>
                    <a:pt x="427" y="438"/>
                  </a:lnTo>
                  <a:lnTo>
                    <a:pt x="422" y="435"/>
                  </a:lnTo>
                  <a:lnTo>
                    <a:pt x="412" y="442"/>
                  </a:lnTo>
                  <a:lnTo>
                    <a:pt x="404" y="442"/>
                  </a:lnTo>
                  <a:lnTo>
                    <a:pt x="402" y="440"/>
                  </a:lnTo>
                  <a:lnTo>
                    <a:pt x="397" y="440"/>
                  </a:lnTo>
                  <a:lnTo>
                    <a:pt x="396" y="442"/>
                  </a:lnTo>
                  <a:lnTo>
                    <a:pt x="392" y="442"/>
                  </a:lnTo>
                  <a:lnTo>
                    <a:pt x="391" y="443"/>
                  </a:lnTo>
                  <a:lnTo>
                    <a:pt x="391" y="425"/>
                  </a:lnTo>
                  <a:lnTo>
                    <a:pt x="386" y="432"/>
                  </a:lnTo>
                  <a:lnTo>
                    <a:pt x="387" y="448"/>
                  </a:lnTo>
                  <a:lnTo>
                    <a:pt x="379" y="453"/>
                  </a:lnTo>
                  <a:lnTo>
                    <a:pt x="374" y="456"/>
                  </a:lnTo>
                  <a:lnTo>
                    <a:pt x="373" y="456"/>
                  </a:lnTo>
                  <a:lnTo>
                    <a:pt x="371" y="466"/>
                  </a:lnTo>
                  <a:lnTo>
                    <a:pt x="368" y="471"/>
                  </a:lnTo>
                  <a:lnTo>
                    <a:pt x="359" y="478"/>
                  </a:lnTo>
                  <a:lnTo>
                    <a:pt x="354" y="483"/>
                  </a:lnTo>
                  <a:lnTo>
                    <a:pt x="349" y="486"/>
                  </a:lnTo>
                  <a:lnTo>
                    <a:pt x="341" y="486"/>
                  </a:lnTo>
                  <a:lnTo>
                    <a:pt x="341" y="494"/>
                  </a:lnTo>
                  <a:lnTo>
                    <a:pt x="336" y="494"/>
                  </a:lnTo>
                  <a:lnTo>
                    <a:pt x="331" y="496"/>
                  </a:lnTo>
                  <a:lnTo>
                    <a:pt x="331" y="491"/>
                  </a:lnTo>
                  <a:lnTo>
                    <a:pt x="326" y="491"/>
                  </a:lnTo>
                  <a:lnTo>
                    <a:pt x="323" y="493"/>
                  </a:lnTo>
                  <a:lnTo>
                    <a:pt x="320" y="498"/>
                  </a:lnTo>
                  <a:lnTo>
                    <a:pt x="315" y="501"/>
                  </a:lnTo>
                  <a:lnTo>
                    <a:pt x="311" y="498"/>
                  </a:lnTo>
                  <a:lnTo>
                    <a:pt x="311" y="488"/>
                  </a:lnTo>
                  <a:lnTo>
                    <a:pt x="313" y="484"/>
                  </a:lnTo>
                  <a:lnTo>
                    <a:pt x="318" y="483"/>
                  </a:lnTo>
                  <a:lnTo>
                    <a:pt x="323" y="480"/>
                  </a:lnTo>
                  <a:lnTo>
                    <a:pt x="326" y="478"/>
                  </a:lnTo>
                  <a:lnTo>
                    <a:pt x="323" y="475"/>
                  </a:lnTo>
                  <a:lnTo>
                    <a:pt x="318" y="475"/>
                  </a:lnTo>
                  <a:lnTo>
                    <a:pt x="315" y="480"/>
                  </a:lnTo>
                  <a:lnTo>
                    <a:pt x="308" y="483"/>
                  </a:lnTo>
                  <a:lnTo>
                    <a:pt x="307" y="486"/>
                  </a:lnTo>
                  <a:lnTo>
                    <a:pt x="307" y="491"/>
                  </a:lnTo>
                  <a:lnTo>
                    <a:pt x="305" y="493"/>
                  </a:lnTo>
                  <a:lnTo>
                    <a:pt x="302" y="489"/>
                  </a:lnTo>
                  <a:lnTo>
                    <a:pt x="302" y="494"/>
                  </a:lnTo>
                  <a:lnTo>
                    <a:pt x="303" y="499"/>
                  </a:lnTo>
                  <a:lnTo>
                    <a:pt x="300" y="503"/>
                  </a:lnTo>
                  <a:lnTo>
                    <a:pt x="297" y="504"/>
                  </a:lnTo>
                  <a:lnTo>
                    <a:pt x="288" y="504"/>
                  </a:lnTo>
                  <a:lnTo>
                    <a:pt x="285" y="499"/>
                  </a:lnTo>
                  <a:lnTo>
                    <a:pt x="274" y="511"/>
                  </a:lnTo>
                  <a:lnTo>
                    <a:pt x="269" y="512"/>
                  </a:lnTo>
                  <a:lnTo>
                    <a:pt x="270" y="516"/>
                  </a:lnTo>
                  <a:lnTo>
                    <a:pt x="274" y="519"/>
                  </a:lnTo>
                  <a:lnTo>
                    <a:pt x="270" y="529"/>
                  </a:lnTo>
                  <a:lnTo>
                    <a:pt x="265" y="531"/>
                  </a:lnTo>
                  <a:lnTo>
                    <a:pt x="264" y="527"/>
                  </a:lnTo>
                  <a:lnTo>
                    <a:pt x="259" y="527"/>
                  </a:lnTo>
                  <a:lnTo>
                    <a:pt x="259" y="531"/>
                  </a:lnTo>
                  <a:lnTo>
                    <a:pt x="264" y="536"/>
                  </a:lnTo>
                  <a:lnTo>
                    <a:pt x="262" y="541"/>
                  </a:lnTo>
                  <a:lnTo>
                    <a:pt x="259" y="544"/>
                  </a:lnTo>
                  <a:lnTo>
                    <a:pt x="255" y="545"/>
                  </a:lnTo>
                  <a:lnTo>
                    <a:pt x="252" y="545"/>
                  </a:lnTo>
                  <a:lnTo>
                    <a:pt x="252" y="552"/>
                  </a:lnTo>
                  <a:lnTo>
                    <a:pt x="249" y="554"/>
                  </a:lnTo>
                  <a:lnTo>
                    <a:pt x="244" y="552"/>
                  </a:lnTo>
                  <a:lnTo>
                    <a:pt x="244" y="557"/>
                  </a:lnTo>
                  <a:lnTo>
                    <a:pt x="249" y="557"/>
                  </a:lnTo>
                  <a:lnTo>
                    <a:pt x="249" y="565"/>
                  </a:lnTo>
                  <a:lnTo>
                    <a:pt x="247" y="567"/>
                  </a:lnTo>
                  <a:lnTo>
                    <a:pt x="239" y="567"/>
                  </a:lnTo>
                  <a:lnTo>
                    <a:pt x="237" y="562"/>
                  </a:lnTo>
                  <a:lnTo>
                    <a:pt x="237" y="560"/>
                  </a:lnTo>
                  <a:lnTo>
                    <a:pt x="231" y="560"/>
                  </a:lnTo>
                  <a:lnTo>
                    <a:pt x="236" y="567"/>
                  </a:lnTo>
                  <a:lnTo>
                    <a:pt x="242" y="573"/>
                  </a:lnTo>
                  <a:lnTo>
                    <a:pt x="241" y="580"/>
                  </a:lnTo>
                  <a:lnTo>
                    <a:pt x="234" y="592"/>
                  </a:lnTo>
                  <a:lnTo>
                    <a:pt x="227" y="592"/>
                  </a:lnTo>
                  <a:lnTo>
                    <a:pt x="229" y="598"/>
                  </a:lnTo>
                  <a:lnTo>
                    <a:pt x="222" y="603"/>
                  </a:lnTo>
                  <a:lnTo>
                    <a:pt x="219" y="610"/>
                  </a:lnTo>
                  <a:lnTo>
                    <a:pt x="216" y="610"/>
                  </a:lnTo>
                  <a:lnTo>
                    <a:pt x="214" y="613"/>
                  </a:lnTo>
                  <a:lnTo>
                    <a:pt x="214" y="616"/>
                  </a:lnTo>
                  <a:lnTo>
                    <a:pt x="217" y="620"/>
                  </a:lnTo>
                  <a:lnTo>
                    <a:pt x="217" y="623"/>
                  </a:lnTo>
                  <a:lnTo>
                    <a:pt x="214" y="626"/>
                  </a:lnTo>
                  <a:lnTo>
                    <a:pt x="211" y="628"/>
                  </a:lnTo>
                  <a:lnTo>
                    <a:pt x="206" y="628"/>
                  </a:lnTo>
                  <a:lnTo>
                    <a:pt x="204" y="623"/>
                  </a:lnTo>
                  <a:lnTo>
                    <a:pt x="204" y="620"/>
                  </a:lnTo>
                  <a:lnTo>
                    <a:pt x="201" y="620"/>
                  </a:lnTo>
                  <a:lnTo>
                    <a:pt x="199" y="625"/>
                  </a:lnTo>
                  <a:lnTo>
                    <a:pt x="196" y="625"/>
                  </a:lnTo>
                  <a:lnTo>
                    <a:pt x="191" y="620"/>
                  </a:lnTo>
                  <a:lnTo>
                    <a:pt x="193" y="613"/>
                  </a:lnTo>
                  <a:lnTo>
                    <a:pt x="193" y="610"/>
                  </a:lnTo>
                  <a:lnTo>
                    <a:pt x="189" y="613"/>
                  </a:lnTo>
                  <a:lnTo>
                    <a:pt x="186" y="615"/>
                  </a:lnTo>
                  <a:lnTo>
                    <a:pt x="185" y="610"/>
                  </a:lnTo>
                  <a:lnTo>
                    <a:pt x="183" y="608"/>
                  </a:lnTo>
                  <a:lnTo>
                    <a:pt x="180" y="603"/>
                  </a:lnTo>
                  <a:lnTo>
                    <a:pt x="186" y="597"/>
                  </a:lnTo>
                  <a:lnTo>
                    <a:pt x="188" y="597"/>
                  </a:lnTo>
                  <a:lnTo>
                    <a:pt x="191" y="593"/>
                  </a:lnTo>
                  <a:lnTo>
                    <a:pt x="186" y="590"/>
                  </a:lnTo>
                  <a:lnTo>
                    <a:pt x="183" y="593"/>
                  </a:lnTo>
                  <a:lnTo>
                    <a:pt x="173" y="598"/>
                  </a:lnTo>
                  <a:lnTo>
                    <a:pt x="166" y="600"/>
                  </a:lnTo>
                  <a:lnTo>
                    <a:pt x="160" y="598"/>
                  </a:lnTo>
                  <a:lnTo>
                    <a:pt x="155" y="597"/>
                  </a:lnTo>
                  <a:lnTo>
                    <a:pt x="155" y="590"/>
                  </a:lnTo>
                  <a:lnTo>
                    <a:pt x="152" y="588"/>
                  </a:lnTo>
                  <a:lnTo>
                    <a:pt x="150" y="585"/>
                  </a:lnTo>
                  <a:lnTo>
                    <a:pt x="147" y="582"/>
                  </a:lnTo>
                  <a:lnTo>
                    <a:pt x="150" y="580"/>
                  </a:lnTo>
                  <a:lnTo>
                    <a:pt x="150" y="578"/>
                  </a:lnTo>
                  <a:lnTo>
                    <a:pt x="152" y="577"/>
                  </a:lnTo>
                  <a:lnTo>
                    <a:pt x="145" y="577"/>
                  </a:lnTo>
                  <a:lnTo>
                    <a:pt x="142" y="573"/>
                  </a:lnTo>
                  <a:lnTo>
                    <a:pt x="143" y="570"/>
                  </a:lnTo>
                  <a:lnTo>
                    <a:pt x="140" y="567"/>
                  </a:lnTo>
                  <a:lnTo>
                    <a:pt x="135" y="564"/>
                  </a:lnTo>
                  <a:lnTo>
                    <a:pt x="132" y="560"/>
                  </a:lnTo>
                  <a:lnTo>
                    <a:pt x="132" y="555"/>
                  </a:lnTo>
                  <a:lnTo>
                    <a:pt x="138" y="545"/>
                  </a:lnTo>
                  <a:lnTo>
                    <a:pt x="132" y="542"/>
                  </a:lnTo>
                  <a:lnTo>
                    <a:pt x="128" y="537"/>
                  </a:lnTo>
                  <a:lnTo>
                    <a:pt x="127" y="534"/>
                  </a:lnTo>
                  <a:lnTo>
                    <a:pt x="127" y="529"/>
                  </a:lnTo>
                  <a:lnTo>
                    <a:pt x="125" y="527"/>
                  </a:lnTo>
                  <a:lnTo>
                    <a:pt x="125" y="522"/>
                  </a:lnTo>
                  <a:lnTo>
                    <a:pt x="123" y="521"/>
                  </a:lnTo>
                  <a:lnTo>
                    <a:pt x="123" y="519"/>
                  </a:lnTo>
                  <a:lnTo>
                    <a:pt x="128" y="519"/>
                  </a:lnTo>
                  <a:lnTo>
                    <a:pt x="132" y="517"/>
                  </a:lnTo>
                  <a:lnTo>
                    <a:pt x="133" y="512"/>
                  </a:lnTo>
                  <a:lnTo>
                    <a:pt x="137" y="511"/>
                  </a:lnTo>
                  <a:lnTo>
                    <a:pt x="142" y="509"/>
                  </a:lnTo>
                  <a:lnTo>
                    <a:pt x="138" y="508"/>
                  </a:lnTo>
                  <a:lnTo>
                    <a:pt x="132" y="508"/>
                  </a:lnTo>
                  <a:lnTo>
                    <a:pt x="138" y="503"/>
                  </a:lnTo>
                  <a:lnTo>
                    <a:pt x="143" y="501"/>
                  </a:lnTo>
                  <a:lnTo>
                    <a:pt x="142" y="498"/>
                  </a:lnTo>
                  <a:lnTo>
                    <a:pt x="137" y="498"/>
                  </a:lnTo>
                  <a:lnTo>
                    <a:pt x="132" y="501"/>
                  </a:lnTo>
                  <a:lnTo>
                    <a:pt x="128" y="501"/>
                  </a:lnTo>
                  <a:lnTo>
                    <a:pt x="127" y="499"/>
                  </a:lnTo>
                  <a:lnTo>
                    <a:pt x="125" y="489"/>
                  </a:lnTo>
                  <a:lnTo>
                    <a:pt x="127" y="486"/>
                  </a:lnTo>
                  <a:lnTo>
                    <a:pt x="130" y="483"/>
                  </a:lnTo>
                  <a:lnTo>
                    <a:pt x="133" y="483"/>
                  </a:lnTo>
                  <a:lnTo>
                    <a:pt x="137" y="481"/>
                  </a:lnTo>
                  <a:lnTo>
                    <a:pt x="133" y="480"/>
                  </a:lnTo>
                  <a:lnTo>
                    <a:pt x="128" y="478"/>
                  </a:lnTo>
                  <a:lnTo>
                    <a:pt x="128" y="471"/>
                  </a:lnTo>
                  <a:lnTo>
                    <a:pt x="135" y="465"/>
                  </a:lnTo>
                  <a:lnTo>
                    <a:pt x="137" y="461"/>
                  </a:lnTo>
                  <a:lnTo>
                    <a:pt x="132" y="463"/>
                  </a:lnTo>
                  <a:lnTo>
                    <a:pt x="128" y="466"/>
                  </a:lnTo>
                  <a:lnTo>
                    <a:pt x="119" y="473"/>
                  </a:lnTo>
                  <a:lnTo>
                    <a:pt x="115" y="470"/>
                  </a:lnTo>
                  <a:lnTo>
                    <a:pt x="115" y="465"/>
                  </a:lnTo>
                  <a:lnTo>
                    <a:pt x="117" y="460"/>
                  </a:lnTo>
                  <a:lnTo>
                    <a:pt x="123" y="456"/>
                  </a:lnTo>
                  <a:lnTo>
                    <a:pt x="128" y="453"/>
                  </a:lnTo>
                  <a:lnTo>
                    <a:pt x="133" y="452"/>
                  </a:lnTo>
                  <a:lnTo>
                    <a:pt x="138" y="452"/>
                  </a:lnTo>
                  <a:lnTo>
                    <a:pt x="143" y="450"/>
                  </a:lnTo>
                  <a:lnTo>
                    <a:pt x="145" y="448"/>
                  </a:lnTo>
                  <a:lnTo>
                    <a:pt x="142" y="447"/>
                  </a:lnTo>
                  <a:lnTo>
                    <a:pt x="135" y="447"/>
                  </a:lnTo>
                  <a:lnTo>
                    <a:pt x="130" y="448"/>
                  </a:lnTo>
                  <a:lnTo>
                    <a:pt x="119" y="448"/>
                  </a:lnTo>
                  <a:lnTo>
                    <a:pt x="115" y="445"/>
                  </a:lnTo>
                  <a:lnTo>
                    <a:pt x="119" y="438"/>
                  </a:lnTo>
                  <a:lnTo>
                    <a:pt x="127" y="437"/>
                  </a:lnTo>
                  <a:lnTo>
                    <a:pt x="130" y="437"/>
                  </a:lnTo>
                  <a:lnTo>
                    <a:pt x="137" y="438"/>
                  </a:lnTo>
                  <a:lnTo>
                    <a:pt x="143" y="438"/>
                  </a:lnTo>
                  <a:lnTo>
                    <a:pt x="148" y="440"/>
                  </a:lnTo>
                  <a:lnTo>
                    <a:pt x="145" y="435"/>
                  </a:lnTo>
                  <a:lnTo>
                    <a:pt x="142" y="432"/>
                  </a:lnTo>
                  <a:lnTo>
                    <a:pt x="130" y="432"/>
                  </a:lnTo>
                  <a:lnTo>
                    <a:pt x="125" y="430"/>
                  </a:lnTo>
                  <a:lnTo>
                    <a:pt x="125" y="428"/>
                  </a:lnTo>
                  <a:lnTo>
                    <a:pt x="128" y="427"/>
                  </a:lnTo>
                  <a:lnTo>
                    <a:pt x="133" y="424"/>
                  </a:lnTo>
                  <a:lnTo>
                    <a:pt x="138" y="424"/>
                  </a:lnTo>
                  <a:lnTo>
                    <a:pt x="145" y="422"/>
                  </a:lnTo>
                  <a:lnTo>
                    <a:pt x="150" y="419"/>
                  </a:lnTo>
                  <a:lnTo>
                    <a:pt x="145" y="417"/>
                  </a:lnTo>
                  <a:lnTo>
                    <a:pt x="138" y="417"/>
                  </a:lnTo>
                  <a:lnTo>
                    <a:pt x="133" y="419"/>
                  </a:lnTo>
                  <a:lnTo>
                    <a:pt x="130" y="414"/>
                  </a:lnTo>
                  <a:lnTo>
                    <a:pt x="133" y="410"/>
                  </a:lnTo>
                  <a:lnTo>
                    <a:pt x="140" y="412"/>
                  </a:lnTo>
                  <a:lnTo>
                    <a:pt x="148" y="412"/>
                  </a:lnTo>
                  <a:lnTo>
                    <a:pt x="150" y="409"/>
                  </a:lnTo>
                  <a:lnTo>
                    <a:pt x="150" y="405"/>
                  </a:lnTo>
                  <a:lnTo>
                    <a:pt x="160" y="399"/>
                  </a:lnTo>
                  <a:lnTo>
                    <a:pt x="163" y="396"/>
                  </a:lnTo>
                  <a:lnTo>
                    <a:pt x="163" y="392"/>
                  </a:lnTo>
                  <a:lnTo>
                    <a:pt x="158" y="392"/>
                  </a:lnTo>
                  <a:lnTo>
                    <a:pt x="155" y="387"/>
                  </a:lnTo>
                  <a:lnTo>
                    <a:pt x="158" y="382"/>
                  </a:lnTo>
                  <a:lnTo>
                    <a:pt x="165" y="376"/>
                  </a:lnTo>
                  <a:lnTo>
                    <a:pt x="168" y="374"/>
                  </a:lnTo>
                  <a:lnTo>
                    <a:pt x="175" y="374"/>
                  </a:lnTo>
                  <a:lnTo>
                    <a:pt x="178" y="369"/>
                  </a:lnTo>
                  <a:lnTo>
                    <a:pt x="171" y="366"/>
                  </a:lnTo>
                  <a:lnTo>
                    <a:pt x="171" y="363"/>
                  </a:lnTo>
                  <a:lnTo>
                    <a:pt x="170" y="359"/>
                  </a:lnTo>
                  <a:lnTo>
                    <a:pt x="165" y="359"/>
                  </a:lnTo>
                  <a:lnTo>
                    <a:pt x="160" y="364"/>
                  </a:lnTo>
                  <a:lnTo>
                    <a:pt x="152" y="364"/>
                  </a:lnTo>
                  <a:lnTo>
                    <a:pt x="148" y="361"/>
                  </a:lnTo>
                  <a:lnTo>
                    <a:pt x="143" y="354"/>
                  </a:lnTo>
                  <a:lnTo>
                    <a:pt x="133" y="344"/>
                  </a:lnTo>
                  <a:lnTo>
                    <a:pt x="135" y="343"/>
                  </a:lnTo>
                  <a:lnTo>
                    <a:pt x="145" y="343"/>
                  </a:lnTo>
                  <a:lnTo>
                    <a:pt x="148" y="346"/>
                  </a:lnTo>
                  <a:lnTo>
                    <a:pt x="153" y="348"/>
                  </a:lnTo>
                  <a:lnTo>
                    <a:pt x="158" y="351"/>
                  </a:lnTo>
                  <a:lnTo>
                    <a:pt x="161" y="353"/>
                  </a:lnTo>
                  <a:lnTo>
                    <a:pt x="166" y="353"/>
                  </a:lnTo>
                  <a:lnTo>
                    <a:pt x="166" y="343"/>
                  </a:lnTo>
                  <a:lnTo>
                    <a:pt x="170" y="341"/>
                  </a:lnTo>
                  <a:lnTo>
                    <a:pt x="163" y="336"/>
                  </a:lnTo>
                  <a:lnTo>
                    <a:pt x="166" y="333"/>
                  </a:lnTo>
                  <a:lnTo>
                    <a:pt x="158" y="331"/>
                  </a:lnTo>
                  <a:lnTo>
                    <a:pt x="158" y="330"/>
                  </a:lnTo>
                  <a:lnTo>
                    <a:pt x="165" y="326"/>
                  </a:lnTo>
                  <a:lnTo>
                    <a:pt x="158" y="325"/>
                  </a:lnTo>
                  <a:lnTo>
                    <a:pt x="165" y="321"/>
                  </a:lnTo>
                  <a:lnTo>
                    <a:pt x="160" y="318"/>
                  </a:lnTo>
                  <a:lnTo>
                    <a:pt x="155" y="318"/>
                  </a:lnTo>
                  <a:lnTo>
                    <a:pt x="152" y="316"/>
                  </a:lnTo>
                  <a:lnTo>
                    <a:pt x="152" y="307"/>
                  </a:lnTo>
                  <a:lnTo>
                    <a:pt x="153" y="302"/>
                  </a:lnTo>
                  <a:lnTo>
                    <a:pt x="147" y="307"/>
                  </a:lnTo>
                  <a:lnTo>
                    <a:pt x="145" y="313"/>
                  </a:lnTo>
                  <a:lnTo>
                    <a:pt x="145" y="323"/>
                  </a:lnTo>
                  <a:lnTo>
                    <a:pt x="142" y="326"/>
                  </a:lnTo>
                  <a:lnTo>
                    <a:pt x="137" y="326"/>
                  </a:lnTo>
                  <a:lnTo>
                    <a:pt x="130" y="325"/>
                  </a:lnTo>
                  <a:lnTo>
                    <a:pt x="127" y="323"/>
                  </a:lnTo>
                  <a:lnTo>
                    <a:pt x="132" y="321"/>
                  </a:lnTo>
                  <a:lnTo>
                    <a:pt x="135" y="318"/>
                  </a:lnTo>
                  <a:lnTo>
                    <a:pt x="128" y="315"/>
                  </a:lnTo>
                  <a:lnTo>
                    <a:pt x="130" y="310"/>
                  </a:lnTo>
                  <a:lnTo>
                    <a:pt x="133" y="310"/>
                  </a:lnTo>
                  <a:lnTo>
                    <a:pt x="137" y="308"/>
                  </a:lnTo>
                  <a:lnTo>
                    <a:pt x="137" y="307"/>
                  </a:lnTo>
                  <a:lnTo>
                    <a:pt x="132" y="305"/>
                  </a:lnTo>
                  <a:lnTo>
                    <a:pt x="132" y="300"/>
                  </a:lnTo>
                  <a:lnTo>
                    <a:pt x="137" y="298"/>
                  </a:lnTo>
                  <a:lnTo>
                    <a:pt x="143" y="292"/>
                  </a:lnTo>
                  <a:lnTo>
                    <a:pt x="145" y="283"/>
                  </a:lnTo>
                  <a:lnTo>
                    <a:pt x="143" y="275"/>
                  </a:lnTo>
                  <a:lnTo>
                    <a:pt x="137" y="269"/>
                  </a:lnTo>
                  <a:lnTo>
                    <a:pt x="140" y="259"/>
                  </a:lnTo>
                  <a:lnTo>
                    <a:pt x="137" y="257"/>
                  </a:lnTo>
                  <a:lnTo>
                    <a:pt x="133" y="254"/>
                  </a:lnTo>
                  <a:lnTo>
                    <a:pt x="135" y="249"/>
                  </a:lnTo>
                  <a:lnTo>
                    <a:pt x="138" y="246"/>
                  </a:lnTo>
                  <a:lnTo>
                    <a:pt x="135" y="241"/>
                  </a:lnTo>
                  <a:lnTo>
                    <a:pt x="133" y="237"/>
                  </a:lnTo>
                  <a:lnTo>
                    <a:pt x="128" y="237"/>
                  </a:lnTo>
                  <a:lnTo>
                    <a:pt x="127" y="234"/>
                  </a:lnTo>
                  <a:lnTo>
                    <a:pt x="122" y="231"/>
                  </a:lnTo>
                  <a:lnTo>
                    <a:pt x="122" y="224"/>
                  </a:lnTo>
                  <a:lnTo>
                    <a:pt x="120" y="216"/>
                  </a:lnTo>
                  <a:lnTo>
                    <a:pt x="119" y="198"/>
                  </a:lnTo>
                  <a:lnTo>
                    <a:pt x="112" y="193"/>
                  </a:lnTo>
                  <a:lnTo>
                    <a:pt x="105" y="190"/>
                  </a:lnTo>
                  <a:lnTo>
                    <a:pt x="99" y="183"/>
                  </a:lnTo>
                  <a:lnTo>
                    <a:pt x="94" y="181"/>
                  </a:lnTo>
                  <a:lnTo>
                    <a:pt x="91" y="180"/>
                  </a:lnTo>
                  <a:lnTo>
                    <a:pt x="87" y="176"/>
                  </a:lnTo>
                  <a:lnTo>
                    <a:pt x="84" y="175"/>
                  </a:lnTo>
                  <a:lnTo>
                    <a:pt x="82" y="170"/>
                  </a:lnTo>
                  <a:lnTo>
                    <a:pt x="79" y="168"/>
                  </a:lnTo>
                  <a:lnTo>
                    <a:pt x="76" y="173"/>
                  </a:lnTo>
                  <a:lnTo>
                    <a:pt x="69" y="175"/>
                  </a:lnTo>
                  <a:lnTo>
                    <a:pt x="66" y="170"/>
                  </a:lnTo>
                  <a:lnTo>
                    <a:pt x="62" y="167"/>
                  </a:lnTo>
                  <a:lnTo>
                    <a:pt x="59" y="168"/>
                  </a:lnTo>
                  <a:lnTo>
                    <a:pt x="58" y="175"/>
                  </a:lnTo>
                  <a:lnTo>
                    <a:pt x="49" y="176"/>
                  </a:lnTo>
                  <a:lnTo>
                    <a:pt x="39" y="171"/>
                  </a:lnTo>
                  <a:lnTo>
                    <a:pt x="39" y="178"/>
                  </a:lnTo>
                  <a:lnTo>
                    <a:pt x="38" y="181"/>
                  </a:lnTo>
                  <a:lnTo>
                    <a:pt x="29" y="178"/>
                  </a:lnTo>
                  <a:lnTo>
                    <a:pt x="26" y="175"/>
                  </a:lnTo>
                  <a:lnTo>
                    <a:pt x="26" y="173"/>
                  </a:lnTo>
                  <a:lnTo>
                    <a:pt x="25" y="171"/>
                  </a:lnTo>
                  <a:lnTo>
                    <a:pt x="23" y="168"/>
                  </a:lnTo>
                  <a:lnTo>
                    <a:pt x="20" y="158"/>
                  </a:lnTo>
                  <a:lnTo>
                    <a:pt x="16" y="157"/>
                  </a:lnTo>
                  <a:lnTo>
                    <a:pt x="11" y="157"/>
                  </a:lnTo>
                  <a:lnTo>
                    <a:pt x="10" y="155"/>
                  </a:lnTo>
                  <a:lnTo>
                    <a:pt x="10" y="152"/>
                  </a:lnTo>
                  <a:lnTo>
                    <a:pt x="11" y="148"/>
                  </a:lnTo>
                  <a:lnTo>
                    <a:pt x="13" y="147"/>
                  </a:lnTo>
                  <a:lnTo>
                    <a:pt x="20" y="145"/>
                  </a:lnTo>
                  <a:lnTo>
                    <a:pt x="25" y="145"/>
                  </a:lnTo>
                  <a:lnTo>
                    <a:pt x="31" y="143"/>
                  </a:lnTo>
                  <a:lnTo>
                    <a:pt x="38" y="143"/>
                  </a:lnTo>
                  <a:lnTo>
                    <a:pt x="38" y="142"/>
                  </a:lnTo>
                  <a:lnTo>
                    <a:pt x="39" y="140"/>
                  </a:lnTo>
                  <a:lnTo>
                    <a:pt x="38" y="139"/>
                  </a:lnTo>
                  <a:lnTo>
                    <a:pt x="20" y="139"/>
                  </a:lnTo>
                  <a:lnTo>
                    <a:pt x="18" y="137"/>
                  </a:lnTo>
                  <a:lnTo>
                    <a:pt x="18" y="134"/>
                  </a:lnTo>
                  <a:lnTo>
                    <a:pt x="10" y="134"/>
                  </a:lnTo>
                  <a:lnTo>
                    <a:pt x="6" y="132"/>
                  </a:lnTo>
                  <a:lnTo>
                    <a:pt x="3" y="127"/>
                  </a:lnTo>
                  <a:lnTo>
                    <a:pt x="0" y="124"/>
                  </a:lnTo>
                  <a:lnTo>
                    <a:pt x="0" y="119"/>
                  </a:lnTo>
                  <a:lnTo>
                    <a:pt x="13" y="119"/>
                  </a:lnTo>
                  <a:lnTo>
                    <a:pt x="16" y="122"/>
                  </a:lnTo>
                  <a:lnTo>
                    <a:pt x="20" y="124"/>
                  </a:lnTo>
                  <a:lnTo>
                    <a:pt x="25" y="125"/>
                  </a:lnTo>
                  <a:lnTo>
                    <a:pt x="28" y="127"/>
                  </a:lnTo>
                  <a:lnTo>
                    <a:pt x="33" y="125"/>
                  </a:lnTo>
                  <a:lnTo>
                    <a:pt x="34" y="124"/>
                  </a:lnTo>
                  <a:lnTo>
                    <a:pt x="28" y="124"/>
                  </a:lnTo>
                  <a:lnTo>
                    <a:pt x="28" y="120"/>
                  </a:lnTo>
                  <a:lnTo>
                    <a:pt x="31" y="117"/>
                  </a:lnTo>
                  <a:lnTo>
                    <a:pt x="33" y="117"/>
                  </a:lnTo>
                  <a:lnTo>
                    <a:pt x="36" y="115"/>
                  </a:lnTo>
                  <a:lnTo>
                    <a:pt x="39" y="115"/>
                  </a:lnTo>
                  <a:lnTo>
                    <a:pt x="48" y="119"/>
                  </a:lnTo>
                  <a:lnTo>
                    <a:pt x="53" y="119"/>
                  </a:lnTo>
                  <a:lnTo>
                    <a:pt x="59" y="120"/>
                  </a:lnTo>
                  <a:lnTo>
                    <a:pt x="66" y="120"/>
                  </a:lnTo>
                  <a:lnTo>
                    <a:pt x="62" y="115"/>
                  </a:lnTo>
                  <a:lnTo>
                    <a:pt x="58" y="112"/>
                  </a:lnTo>
                  <a:lnTo>
                    <a:pt x="54" y="111"/>
                  </a:lnTo>
                  <a:lnTo>
                    <a:pt x="48" y="112"/>
                  </a:lnTo>
                  <a:lnTo>
                    <a:pt x="43" y="109"/>
                  </a:lnTo>
                  <a:lnTo>
                    <a:pt x="39" y="109"/>
                  </a:lnTo>
                  <a:lnTo>
                    <a:pt x="29" y="112"/>
                  </a:lnTo>
                  <a:lnTo>
                    <a:pt x="28" y="112"/>
                  </a:lnTo>
                  <a:lnTo>
                    <a:pt x="25" y="109"/>
                  </a:lnTo>
                  <a:lnTo>
                    <a:pt x="20" y="102"/>
                  </a:lnTo>
                  <a:lnTo>
                    <a:pt x="10" y="99"/>
                  </a:lnTo>
                  <a:lnTo>
                    <a:pt x="5" y="89"/>
                  </a:lnTo>
                  <a:lnTo>
                    <a:pt x="5" y="84"/>
                  </a:lnTo>
                  <a:lnTo>
                    <a:pt x="8" y="83"/>
                  </a:lnTo>
                  <a:lnTo>
                    <a:pt x="13" y="83"/>
                  </a:lnTo>
                  <a:lnTo>
                    <a:pt x="15" y="78"/>
                  </a:lnTo>
                  <a:lnTo>
                    <a:pt x="20" y="76"/>
                  </a:lnTo>
                  <a:lnTo>
                    <a:pt x="23" y="78"/>
                  </a:lnTo>
                  <a:lnTo>
                    <a:pt x="26" y="78"/>
                  </a:lnTo>
                  <a:lnTo>
                    <a:pt x="29" y="74"/>
                  </a:lnTo>
                  <a:lnTo>
                    <a:pt x="33" y="74"/>
                  </a:lnTo>
                  <a:lnTo>
                    <a:pt x="38" y="76"/>
                  </a:lnTo>
                  <a:lnTo>
                    <a:pt x="41" y="78"/>
                  </a:lnTo>
                  <a:lnTo>
                    <a:pt x="46" y="78"/>
                  </a:lnTo>
                  <a:lnTo>
                    <a:pt x="51" y="73"/>
                  </a:lnTo>
                  <a:lnTo>
                    <a:pt x="56" y="71"/>
                  </a:lnTo>
                  <a:lnTo>
                    <a:pt x="74" y="71"/>
                  </a:lnTo>
                  <a:lnTo>
                    <a:pt x="79" y="73"/>
                  </a:lnTo>
                  <a:lnTo>
                    <a:pt x="84" y="71"/>
                  </a:lnTo>
                  <a:lnTo>
                    <a:pt x="82" y="66"/>
                  </a:lnTo>
                  <a:lnTo>
                    <a:pt x="99" y="66"/>
                  </a:lnTo>
                  <a:lnTo>
                    <a:pt x="99" y="63"/>
                  </a:lnTo>
                  <a:lnTo>
                    <a:pt x="94" y="63"/>
                  </a:lnTo>
                  <a:lnTo>
                    <a:pt x="91" y="61"/>
                  </a:lnTo>
                  <a:lnTo>
                    <a:pt x="91" y="56"/>
                  </a:lnTo>
                  <a:lnTo>
                    <a:pt x="86" y="58"/>
                  </a:lnTo>
                  <a:lnTo>
                    <a:pt x="81" y="61"/>
                  </a:lnTo>
                  <a:lnTo>
                    <a:pt x="79" y="63"/>
                  </a:lnTo>
                  <a:lnTo>
                    <a:pt x="72" y="61"/>
                  </a:lnTo>
                  <a:lnTo>
                    <a:pt x="71" y="58"/>
                  </a:lnTo>
                  <a:lnTo>
                    <a:pt x="67" y="54"/>
                  </a:lnTo>
                  <a:lnTo>
                    <a:pt x="66" y="50"/>
                  </a:lnTo>
                  <a:lnTo>
                    <a:pt x="69" y="45"/>
                  </a:lnTo>
                  <a:lnTo>
                    <a:pt x="76" y="43"/>
                  </a:lnTo>
                  <a:lnTo>
                    <a:pt x="81" y="41"/>
                  </a:lnTo>
                  <a:lnTo>
                    <a:pt x="86" y="38"/>
                  </a:lnTo>
                  <a:lnTo>
                    <a:pt x="89" y="35"/>
                  </a:lnTo>
                  <a:lnTo>
                    <a:pt x="95" y="35"/>
                  </a:lnTo>
                  <a:lnTo>
                    <a:pt x="99" y="36"/>
                  </a:lnTo>
                  <a:lnTo>
                    <a:pt x="107" y="36"/>
                  </a:lnTo>
                  <a:lnTo>
                    <a:pt x="110" y="40"/>
                  </a:lnTo>
                  <a:lnTo>
                    <a:pt x="110" y="43"/>
                  </a:lnTo>
                  <a:lnTo>
                    <a:pt x="112" y="35"/>
                  </a:lnTo>
                  <a:lnTo>
                    <a:pt x="115" y="30"/>
                  </a:lnTo>
                  <a:lnTo>
                    <a:pt x="119" y="31"/>
                  </a:lnTo>
                  <a:lnTo>
                    <a:pt x="120" y="35"/>
                  </a:lnTo>
                  <a:lnTo>
                    <a:pt x="125" y="38"/>
                  </a:lnTo>
                  <a:lnTo>
                    <a:pt x="128" y="36"/>
                  </a:lnTo>
                  <a:lnTo>
                    <a:pt x="132" y="33"/>
                  </a:lnTo>
                  <a:lnTo>
                    <a:pt x="127" y="28"/>
                  </a:lnTo>
                  <a:lnTo>
                    <a:pt x="130" y="25"/>
                  </a:lnTo>
                  <a:lnTo>
                    <a:pt x="130" y="18"/>
                  </a:lnTo>
                  <a:lnTo>
                    <a:pt x="135" y="17"/>
                  </a:lnTo>
                  <a:lnTo>
                    <a:pt x="142" y="17"/>
                  </a:lnTo>
                  <a:lnTo>
                    <a:pt x="145" y="15"/>
                  </a:lnTo>
                  <a:lnTo>
                    <a:pt x="150" y="13"/>
                  </a:lnTo>
                  <a:lnTo>
                    <a:pt x="156" y="20"/>
                  </a:lnTo>
                  <a:lnTo>
                    <a:pt x="160" y="22"/>
                  </a:lnTo>
                  <a:lnTo>
                    <a:pt x="163" y="26"/>
                  </a:lnTo>
                  <a:lnTo>
                    <a:pt x="163" y="38"/>
                  </a:lnTo>
                  <a:lnTo>
                    <a:pt x="168" y="43"/>
                  </a:lnTo>
                  <a:lnTo>
                    <a:pt x="168" y="48"/>
                  </a:lnTo>
                  <a:lnTo>
                    <a:pt x="173" y="48"/>
                  </a:lnTo>
                  <a:lnTo>
                    <a:pt x="176" y="50"/>
                  </a:lnTo>
                  <a:lnTo>
                    <a:pt x="175" y="45"/>
                  </a:lnTo>
                  <a:lnTo>
                    <a:pt x="171" y="41"/>
                  </a:lnTo>
                  <a:lnTo>
                    <a:pt x="170" y="38"/>
                  </a:lnTo>
                  <a:lnTo>
                    <a:pt x="168" y="30"/>
                  </a:lnTo>
                  <a:lnTo>
                    <a:pt x="168" y="23"/>
                  </a:lnTo>
                  <a:lnTo>
                    <a:pt x="163" y="20"/>
                  </a:lnTo>
                  <a:lnTo>
                    <a:pt x="163" y="15"/>
                  </a:lnTo>
                  <a:lnTo>
                    <a:pt x="181" y="15"/>
                  </a:lnTo>
                  <a:lnTo>
                    <a:pt x="186" y="17"/>
                  </a:lnTo>
                  <a:lnTo>
                    <a:pt x="186" y="18"/>
                  </a:lnTo>
                  <a:lnTo>
                    <a:pt x="188" y="17"/>
                  </a:lnTo>
                  <a:lnTo>
                    <a:pt x="194" y="17"/>
                  </a:lnTo>
                  <a:lnTo>
                    <a:pt x="198" y="22"/>
                  </a:lnTo>
                  <a:lnTo>
                    <a:pt x="199" y="22"/>
                  </a:lnTo>
                  <a:lnTo>
                    <a:pt x="199" y="17"/>
                  </a:lnTo>
                  <a:lnTo>
                    <a:pt x="208" y="17"/>
                  </a:lnTo>
                  <a:lnTo>
                    <a:pt x="211" y="20"/>
                  </a:lnTo>
                  <a:lnTo>
                    <a:pt x="214" y="28"/>
                  </a:lnTo>
                  <a:lnTo>
                    <a:pt x="216" y="35"/>
                  </a:lnTo>
                  <a:lnTo>
                    <a:pt x="217" y="38"/>
                  </a:lnTo>
                  <a:lnTo>
                    <a:pt x="221" y="36"/>
                  </a:lnTo>
                  <a:lnTo>
                    <a:pt x="224" y="31"/>
                  </a:lnTo>
                  <a:lnTo>
                    <a:pt x="232" y="31"/>
                  </a:lnTo>
                  <a:lnTo>
                    <a:pt x="236" y="35"/>
                  </a:lnTo>
                  <a:lnTo>
                    <a:pt x="242" y="35"/>
                  </a:lnTo>
                  <a:lnTo>
                    <a:pt x="252" y="40"/>
                  </a:lnTo>
                  <a:lnTo>
                    <a:pt x="257" y="41"/>
                  </a:lnTo>
                  <a:lnTo>
                    <a:pt x="255" y="35"/>
                  </a:lnTo>
                  <a:lnTo>
                    <a:pt x="254" y="30"/>
                  </a:lnTo>
                  <a:lnTo>
                    <a:pt x="249" y="25"/>
                  </a:lnTo>
                  <a:lnTo>
                    <a:pt x="250" y="20"/>
                  </a:lnTo>
                  <a:lnTo>
                    <a:pt x="255" y="17"/>
                  </a:lnTo>
                  <a:lnTo>
                    <a:pt x="259" y="15"/>
                  </a:lnTo>
                  <a:lnTo>
                    <a:pt x="262" y="15"/>
                  </a:lnTo>
                  <a:lnTo>
                    <a:pt x="265" y="20"/>
                  </a:lnTo>
                  <a:lnTo>
                    <a:pt x="272" y="25"/>
                  </a:lnTo>
                  <a:lnTo>
                    <a:pt x="277" y="28"/>
                  </a:lnTo>
                  <a:lnTo>
                    <a:pt x="288" y="28"/>
                  </a:lnTo>
                  <a:lnTo>
                    <a:pt x="295" y="33"/>
                  </a:lnTo>
                  <a:lnTo>
                    <a:pt x="297" y="38"/>
                  </a:lnTo>
                  <a:lnTo>
                    <a:pt x="302" y="45"/>
                  </a:lnTo>
                  <a:lnTo>
                    <a:pt x="303" y="48"/>
                  </a:lnTo>
                  <a:lnTo>
                    <a:pt x="307" y="51"/>
                  </a:lnTo>
                  <a:lnTo>
                    <a:pt x="311" y="53"/>
                  </a:lnTo>
                  <a:lnTo>
                    <a:pt x="316" y="53"/>
                  </a:lnTo>
                  <a:lnTo>
                    <a:pt x="313" y="43"/>
                  </a:lnTo>
                  <a:lnTo>
                    <a:pt x="313" y="38"/>
                  </a:lnTo>
                  <a:lnTo>
                    <a:pt x="320" y="36"/>
                  </a:lnTo>
                  <a:lnTo>
                    <a:pt x="323" y="36"/>
                  </a:lnTo>
                  <a:lnTo>
                    <a:pt x="326" y="38"/>
                  </a:lnTo>
                  <a:lnTo>
                    <a:pt x="326" y="33"/>
                  </a:lnTo>
                  <a:lnTo>
                    <a:pt x="348" y="33"/>
                  </a:lnTo>
                  <a:lnTo>
                    <a:pt x="354" y="40"/>
                  </a:lnTo>
                  <a:lnTo>
                    <a:pt x="356" y="43"/>
                  </a:lnTo>
                  <a:lnTo>
                    <a:pt x="361" y="41"/>
                  </a:lnTo>
                  <a:lnTo>
                    <a:pt x="359" y="36"/>
                  </a:lnTo>
                  <a:lnTo>
                    <a:pt x="353" y="31"/>
                  </a:lnTo>
                  <a:lnTo>
                    <a:pt x="348" y="28"/>
                  </a:lnTo>
                  <a:lnTo>
                    <a:pt x="330" y="28"/>
                  </a:lnTo>
                  <a:lnTo>
                    <a:pt x="325" y="26"/>
                  </a:lnTo>
                  <a:lnTo>
                    <a:pt x="318" y="23"/>
                  </a:lnTo>
                  <a:lnTo>
                    <a:pt x="310" y="23"/>
                  </a:lnTo>
                  <a:lnTo>
                    <a:pt x="310" y="20"/>
                  </a:lnTo>
                  <a:lnTo>
                    <a:pt x="316" y="18"/>
                  </a:lnTo>
                  <a:lnTo>
                    <a:pt x="313" y="15"/>
                  </a:lnTo>
                  <a:lnTo>
                    <a:pt x="315" y="10"/>
                  </a:lnTo>
                  <a:lnTo>
                    <a:pt x="320" y="12"/>
                  </a:lnTo>
                  <a:lnTo>
                    <a:pt x="323" y="5"/>
                  </a:lnTo>
                  <a:lnTo>
                    <a:pt x="33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6" name="Freeform 226"/>
            <p:cNvSpPr/>
            <p:nvPr/>
          </p:nvSpPr>
          <p:spPr bwMode="auto">
            <a:xfrm>
              <a:off x="3770313" y="1793875"/>
              <a:ext cx="58738" cy="23813"/>
            </a:xfrm>
            <a:custGeom>
              <a:avLst/>
              <a:gdLst/>
              <a:ahLst/>
              <a:cxnLst>
                <a:cxn ang="0">
                  <a:pos x="12" y="0"/>
                </a:cxn>
                <a:cxn ang="0">
                  <a:pos x="19" y="4"/>
                </a:cxn>
                <a:cxn ang="0">
                  <a:pos x="29" y="4"/>
                </a:cxn>
                <a:cxn ang="0">
                  <a:pos x="37" y="12"/>
                </a:cxn>
                <a:cxn ang="0">
                  <a:pos x="37" y="15"/>
                </a:cxn>
                <a:cxn ang="0">
                  <a:pos x="32" y="15"/>
                </a:cxn>
                <a:cxn ang="0">
                  <a:pos x="25" y="14"/>
                </a:cxn>
                <a:cxn ang="0">
                  <a:pos x="22" y="10"/>
                </a:cxn>
                <a:cxn ang="0">
                  <a:pos x="17" y="9"/>
                </a:cxn>
                <a:cxn ang="0">
                  <a:pos x="0" y="9"/>
                </a:cxn>
                <a:cxn ang="0">
                  <a:pos x="0" y="2"/>
                </a:cxn>
                <a:cxn ang="0">
                  <a:pos x="7" y="2"/>
                </a:cxn>
                <a:cxn ang="0">
                  <a:pos x="12" y="0"/>
                </a:cxn>
              </a:cxnLst>
              <a:rect l="0" t="0" r="r" b="b"/>
              <a:pathLst>
                <a:path w="37" h="15">
                  <a:moveTo>
                    <a:pt x="12" y="0"/>
                  </a:moveTo>
                  <a:lnTo>
                    <a:pt x="19" y="4"/>
                  </a:lnTo>
                  <a:lnTo>
                    <a:pt x="29" y="4"/>
                  </a:lnTo>
                  <a:lnTo>
                    <a:pt x="37" y="12"/>
                  </a:lnTo>
                  <a:lnTo>
                    <a:pt x="37" y="15"/>
                  </a:lnTo>
                  <a:lnTo>
                    <a:pt x="32" y="15"/>
                  </a:lnTo>
                  <a:lnTo>
                    <a:pt x="25" y="14"/>
                  </a:lnTo>
                  <a:lnTo>
                    <a:pt x="22" y="10"/>
                  </a:lnTo>
                  <a:lnTo>
                    <a:pt x="17" y="9"/>
                  </a:lnTo>
                  <a:lnTo>
                    <a:pt x="0" y="9"/>
                  </a:lnTo>
                  <a:lnTo>
                    <a:pt x="0" y="2"/>
                  </a:lnTo>
                  <a:lnTo>
                    <a:pt x="7" y="2"/>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7" name="Freeform 227"/>
            <p:cNvSpPr/>
            <p:nvPr/>
          </p:nvSpPr>
          <p:spPr bwMode="auto">
            <a:xfrm>
              <a:off x="3765551" y="1812925"/>
              <a:ext cx="71438" cy="31750"/>
            </a:xfrm>
            <a:custGeom>
              <a:avLst/>
              <a:gdLst/>
              <a:ahLst/>
              <a:cxnLst>
                <a:cxn ang="0">
                  <a:pos x="3" y="0"/>
                </a:cxn>
                <a:cxn ang="0">
                  <a:pos x="13" y="0"/>
                </a:cxn>
                <a:cxn ang="0">
                  <a:pos x="20" y="3"/>
                </a:cxn>
                <a:cxn ang="0">
                  <a:pos x="25" y="7"/>
                </a:cxn>
                <a:cxn ang="0">
                  <a:pos x="38" y="7"/>
                </a:cxn>
                <a:cxn ang="0">
                  <a:pos x="40" y="12"/>
                </a:cxn>
                <a:cxn ang="0">
                  <a:pos x="33" y="10"/>
                </a:cxn>
                <a:cxn ang="0">
                  <a:pos x="28" y="10"/>
                </a:cxn>
                <a:cxn ang="0">
                  <a:pos x="32" y="13"/>
                </a:cxn>
                <a:cxn ang="0">
                  <a:pos x="43" y="13"/>
                </a:cxn>
                <a:cxn ang="0">
                  <a:pos x="45" y="18"/>
                </a:cxn>
                <a:cxn ang="0">
                  <a:pos x="40" y="20"/>
                </a:cxn>
                <a:cxn ang="0">
                  <a:pos x="23" y="20"/>
                </a:cxn>
                <a:cxn ang="0">
                  <a:pos x="20" y="15"/>
                </a:cxn>
                <a:cxn ang="0">
                  <a:pos x="17" y="13"/>
                </a:cxn>
                <a:cxn ang="0">
                  <a:pos x="12" y="12"/>
                </a:cxn>
                <a:cxn ang="0">
                  <a:pos x="2" y="5"/>
                </a:cxn>
                <a:cxn ang="0">
                  <a:pos x="0" y="2"/>
                </a:cxn>
                <a:cxn ang="0">
                  <a:pos x="3" y="0"/>
                </a:cxn>
              </a:cxnLst>
              <a:rect l="0" t="0" r="r" b="b"/>
              <a:pathLst>
                <a:path w="45" h="20">
                  <a:moveTo>
                    <a:pt x="3" y="0"/>
                  </a:moveTo>
                  <a:lnTo>
                    <a:pt x="13" y="0"/>
                  </a:lnTo>
                  <a:lnTo>
                    <a:pt x="20" y="3"/>
                  </a:lnTo>
                  <a:lnTo>
                    <a:pt x="25" y="7"/>
                  </a:lnTo>
                  <a:lnTo>
                    <a:pt x="38" y="7"/>
                  </a:lnTo>
                  <a:lnTo>
                    <a:pt x="40" y="12"/>
                  </a:lnTo>
                  <a:lnTo>
                    <a:pt x="33" y="10"/>
                  </a:lnTo>
                  <a:lnTo>
                    <a:pt x="28" y="10"/>
                  </a:lnTo>
                  <a:lnTo>
                    <a:pt x="32" y="13"/>
                  </a:lnTo>
                  <a:lnTo>
                    <a:pt x="43" y="13"/>
                  </a:lnTo>
                  <a:lnTo>
                    <a:pt x="45" y="18"/>
                  </a:lnTo>
                  <a:lnTo>
                    <a:pt x="40" y="20"/>
                  </a:lnTo>
                  <a:lnTo>
                    <a:pt x="23" y="20"/>
                  </a:lnTo>
                  <a:lnTo>
                    <a:pt x="20" y="15"/>
                  </a:lnTo>
                  <a:lnTo>
                    <a:pt x="17" y="13"/>
                  </a:lnTo>
                  <a:lnTo>
                    <a:pt x="12" y="12"/>
                  </a:lnTo>
                  <a:lnTo>
                    <a:pt x="2"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8" name="Freeform 228"/>
            <p:cNvSpPr/>
            <p:nvPr/>
          </p:nvSpPr>
          <p:spPr bwMode="auto">
            <a:xfrm>
              <a:off x="3854451" y="1720850"/>
              <a:ext cx="11113" cy="7938"/>
            </a:xfrm>
            <a:custGeom>
              <a:avLst/>
              <a:gdLst/>
              <a:ahLst/>
              <a:cxnLst>
                <a:cxn ang="0">
                  <a:pos x="5" y="0"/>
                </a:cxn>
                <a:cxn ang="0">
                  <a:pos x="7" y="2"/>
                </a:cxn>
                <a:cxn ang="0">
                  <a:pos x="5" y="5"/>
                </a:cxn>
                <a:cxn ang="0">
                  <a:pos x="4" y="5"/>
                </a:cxn>
                <a:cxn ang="0">
                  <a:pos x="0" y="2"/>
                </a:cxn>
                <a:cxn ang="0">
                  <a:pos x="5" y="0"/>
                </a:cxn>
              </a:cxnLst>
              <a:rect l="0" t="0" r="r" b="b"/>
              <a:pathLst>
                <a:path w="7" h="5">
                  <a:moveTo>
                    <a:pt x="5" y="0"/>
                  </a:moveTo>
                  <a:lnTo>
                    <a:pt x="7" y="2"/>
                  </a:lnTo>
                  <a:lnTo>
                    <a:pt x="5" y="5"/>
                  </a:lnTo>
                  <a:lnTo>
                    <a:pt x="4" y="5"/>
                  </a:lnTo>
                  <a:lnTo>
                    <a:pt x="0"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9" name="Freeform 229"/>
            <p:cNvSpPr/>
            <p:nvPr/>
          </p:nvSpPr>
          <p:spPr bwMode="auto">
            <a:xfrm>
              <a:off x="3875088" y="1711325"/>
              <a:ext cx="11113" cy="12700"/>
            </a:xfrm>
            <a:custGeom>
              <a:avLst/>
              <a:gdLst/>
              <a:ahLst/>
              <a:cxnLst>
                <a:cxn ang="0">
                  <a:pos x="2" y="0"/>
                </a:cxn>
                <a:cxn ang="0">
                  <a:pos x="5" y="0"/>
                </a:cxn>
                <a:cxn ang="0">
                  <a:pos x="7" y="1"/>
                </a:cxn>
                <a:cxn ang="0">
                  <a:pos x="5" y="6"/>
                </a:cxn>
                <a:cxn ang="0">
                  <a:pos x="2" y="8"/>
                </a:cxn>
                <a:cxn ang="0">
                  <a:pos x="0" y="6"/>
                </a:cxn>
                <a:cxn ang="0">
                  <a:pos x="2" y="3"/>
                </a:cxn>
                <a:cxn ang="0">
                  <a:pos x="2" y="0"/>
                </a:cxn>
              </a:cxnLst>
              <a:rect l="0" t="0" r="r" b="b"/>
              <a:pathLst>
                <a:path w="7" h="8">
                  <a:moveTo>
                    <a:pt x="2" y="0"/>
                  </a:moveTo>
                  <a:lnTo>
                    <a:pt x="5" y="0"/>
                  </a:lnTo>
                  <a:lnTo>
                    <a:pt x="7" y="1"/>
                  </a:lnTo>
                  <a:lnTo>
                    <a:pt x="5" y="6"/>
                  </a:lnTo>
                  <a:lnTo>
                    <a:pt x="2" y="8"/>
                  </a:lnTo>
                  <a:lnTo>
                    <a:pt x="0" y="6"/>
                  </a:lnTo>
                  <a:lnTo>
                    <a:pt x="2"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0" name="Freeform 230"/>
            <p:cNvSpPr/>
            <p:nvPr/>
          </p:nvSpPr>
          <p:spPr bwMode="auto">
            <a:xfrm>
              <a:off x="3878263" y="1660525"/>
              <a:ext cx="12700" cy="23813"/>
            </a:xfrm>
            <a:custGeom>
              <a:avLst/>
              <a:gdLst/>
              <a:ahLst/>
              <a:cxnLst>
                <a:cxn ang="0">
                  <a:pos x="0" y="0"/>
                </a:cxn>
                <a:cxn ang="0">
                  <a:pos x="8" y="0"/>
                </a:cxn>
                <a:cxn ang="0">
                  <a:pos x="8" y="5"/>
                </a:cxn>
                <a:cxn ang="0">
                  <a:pos x="5" y="10"/>
                </a:cxn>
                <a:cxn ang="0">
                  <a:pos x="5" y="15"/>
                </a:cxn>
                <a:cxn ang="0">
                  <a:pos x="2" y="15"/>
                </a:cxn>
                <a:cxn ang="0">
                  <a:pos x="0" y="14"/>
                </a:cxn>
                <a:cxn ang="0">
                  <a:pos x="0" y="0"/>
                </a:cxn>
              </a:cxnLst>
              <a:rect l="0" t="0" r="r" b="b"/>
              <a:pathLst>
                <a:path w="8" h="15">
                  <a:moveTo>
                    <a:pt x="0" y="0"/>
                  </a:moveTo>
                  <a:lnTo>
                    <a:pt x="8" y="0"/>
                  </a:lnTo>
                  <a:lnTo>
                    <a:pt x="8" y="5"/>
                  </a:lnTo>
                  <a:lnTo>
                    <a:pt x="5" y="10"/>
                  </a:lnTo>
                  <a:lnTo>
                    <a:pt x="5" y="15"/>
                  </a:lnTo>
                  <a:lnTo>
                    <a:pt x="2" y="15"/>
                  </a:lnTo>
                  <a:lnTo>
                    <a:pt x="0" y="1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1" name="Freeform 231"/>
            <p:cNvSpPr/>
            <p:nvPr/>
          </p:nvSpPr>
          <p:spPr bwMode="auto">
            <a:xfrm>
              <a:off x="3878263" y="1571625"/>
              <a:ext cx="12700" cy="11113"/>
            </a:xfrm>
            <a:custGeom>
              <a:avLst/>
              <a:gdLst/>
              <a:ahLst/>
              <a:cxnLst>
                <a:cxn ang="0">
                  <a:pos x="0" y="0"/>
                </a:cxn>
                <a:cxn ang="0">
                  <a:pos x="5" y="2"/>
                </a:cxn>
                <a:cxn ang="0">
                  <a:pos x="8" y="5"/>
                </a:cxn>
                <a:cxn ang="0">
                  <a:pos x="7" y="7"/>
                </a:cxn>
                <a:cxn ang="0">
                  <a:pos x="2" y="5"/>
                </a:cxn>
                <a:cxn ang="0">
                  <a:pos x="0" y="0"/>
                </a:cxn>
              </a:cxnLst>
              <a:rect l="0" t="0" r="r" b="b"/>
              <a:pathLst>
                <a:path w="8" h="7">
                  <a:moveTo>
                    <a:pt x="0" y="0"/>
                  </a:moveTo>
                  <a:lnTo>
                    <a:pt x="5" y="2"/>
                  </a:lnTo>
                  <a:lnTo>
                    <a:pt x="8" y="5"/>
                  </a:lnTo>
                  <a:lnTo>
                    <a:pt x="7" y="7"/>
                  </a:lnTo>
                  <a:lnTo>
                    <a:pt x="2"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2" name="Freeform 232"/>
            <p:cNvSpPr/>
            <p:nvPr/>
          </p:nvSpPr>
          <p:spPr bwMode="auto">
            <a:xfrm>
              <a:off x="3883026" y="1541463"/>
              <a:ext cx="14288" cy="15875"/>
            </a:xfrm>
            <a:custGeom>
              <a:avLst/>
              <a:gdLst/>
              <a:ahLst/>
              <a:cxnLst>
                <a:cxn ang="0">
                  <a:pos x="4" y="0"/>
                </a:cxn>
                <a:cxn ang="0">
                  <a:pos x="9" y="0"/>
                </a:cxn>
                <a:cxn ang="0">
                  <a:pos x="7" y="3"/>
                </a:cxn>
                <a:cxn ang="0">
                  <a:pos x="4" y="8"/>
                </a:cxn>
                <a:cxn ang="0">
                  <a:pos x="0" y="10"/>
                </a:cxn>
                <a:cxn ang="0">
                  <a:pos x="0" y="6"/>
                </a:cxn>
                <a:cxn ang="0">
                  <a:pos x="4" y="0"/>
                </a:cxn>
              </a:cxnLst>
              <a:rect l="0" t="0" r="r" b="b"/>
              <a:pathLst>
                <a:path w="9" h="10">
                  <a:moveTo>
                    <a:pt x="4" y="0"/>
                  </a:moveTo>
                  <a:lnTo>
                    <a:pt x="9" y="0"/>
                  </a:lnTo>
                  <a:lnTo>
                    <a:pt x="7" y="3"/>
                  </a:lnTo>
                  <a:lnTo>
                    <a:pt x="4" y="8"/>
                  </a:lnTo>
                  <a:lnTo>
                    <a:pt x="0" y="10"/>
                  </a:lnTo>
                  <a:lnTo>
                    <a:pt x="0" y="6"/>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3" name="Freeform 233"/>
            <p:cNvSpPr/>
            <p:nvPr/>
          </p:nvSpPr>
          <p:spPr bwMode="auto">
            <a:xfrm>
              <a:off x="3897313" y="1557338"/>
              <a:ext cx="9525" cy="12700"/>
            </a:xfrm>
            <a:custGeom>
              <a:avLst/>
              <a:gdLst/>
              <a:ahLst/>
              <a:cxnLst>
                <a:cxn ang="0">
                  <a:pos x="5" y="0"/>
                </a:cxn>
                <a:cxn ang="0">
                  <a:pos x="6" y="1"/>
                </a:cxn>
                <a:cxn ang="0">
                  <a:pos x="5" y="6"/>
                </a:cxn>
                <a:cxn ang="0">
                  <a:pos x="3" y="8"/>
                </a:cxn>
                <a:cxn ang="0">
                  <a:pos x="0" y="3"/>
                </a:cxn>
                <a:cxn ang="0">
                  <a:pos x="5" y="0"/>
                </a:cxn>
              </a:cxnLst>
              <a:rect l="0" t="0" r="r" b="b"/>
              <a:pathLst>
                <a:path w="6" h="8">
                  <a:moveTo>
                    <a:pt x="5" y="0"/>
                  </a:moveTo>
                  <a:lnTo>
                    <a:pt x="6" y="1"/>
                  </a:lnTo>
                  <a:lnTo>
                    <a:pt x="5" y="6"/>
                  </a:lnTo>
                  <a:lnTo>
                    <a:pt x="3" y="8"/>
                  </a:lnTo>
                  <a:lnTo>
                    <a:pt x="0"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4" name="Freeform 234"/>
            <p:cNvSpPr/>
            <p:nvPr/>
          </p:nvSpPr>
          <p:spPr bwMode="auto">
            <a:xfrm>
              <a:off x="3910013" y="1522413"/>
              <a:ext cx="9525" cy="15875"/>
            </a:xfrm>
            <a:custGeom>
              <a:avLst/>
              <a:gdLst/>
              <a:ahLst/>
              <a:cxnLst>
                <a:cxn ang="0">
                  <a:pos x="3" y="0"/>
                </a:cxn>
                <a:cxn ang="0">
                  <a:pos x="6" y="3"/>
                </a:cxn>
                <a:cxn ang="0">
                  <a:pos x="3" y="7"/>
                </a:cxn>
                <a:cxn ang="0">
                  <a:pos x="2" y="10"/>
                </a:cxn>
                <a:cxn ang="0">
                  <a:pos x="0" y="2"/>
                </a:cxn>
                <a:cxn ang="0">
                  <a:pos x="3" y="0"/>
                </a:cxn>
              </a:cxnLst>
              <a:rect l="0" t="0" r="r" b="b"/>
              <a:pathLst>
                <a:path w="6" h="10">
                  <a:moveTo>
                    <a:pt x="3" y="0"/>
                  </a:moveTo>
                  <a:lnTo>
                    <a:pt x="6" y="3"/>
                  </a:lnTo>
                  <a:lnTo>
                    <a:pt x="3" y="7"/>
                  </a:lnTo>
                  <a:lnTo>
                    <a:pt x="2" y="10"/>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5" name="Freeform 235"/>
            <p:cNvSpPr/>
            <p:nvPr/>
          </p:nvSpPr>
          <p:spPr bwMode="auto">
            <a:xfrm>
              <a:off x="3886201" y="1392238"/>
              <a:ext cx="12700" cy="15875"/>
            </a:xfrm>
            <a:custGeom>
              <a:avLst/>
              <a:gdLst/>
              <a:ahLst/>
              <a:cxnLst>
                <a:cxn ang="0">
                  <a:pos x="0" y="0"/>
                </a:cxn>
                <a:cxn ang="0">
                  <a:pos x="8" y="8"/>
                </a:cxn>
                <a:cxn ang="0">
                  <a:pos x="3" y="10"/>
                </a:cxn>
                <a:cxn ang="0">
                  <a:pos x="0" y="3"/>
                </a:cxn>
                <a:cxn ang="0">
                  <a:pos x="0" y="0"/>
                </a:cxn>
              </a:cxnLst>
              <a:rect l="0" t="0" r="r" b="b"/>
              <a:pathLst>
                <a:path w="8" h="10">
                  <a:moveTo>
                    <a:pt x="0" y="0"/>
                  </a:moveTo>
                  <a:lnTo>
                    <a:pt x="8" y="8"/>
                  </a:lnTo>
                  <a:lnTo>
                    <a:pt x="3" y="10"/>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6" name="Freeform 236"/>
            <p:cNvSpPr/>
            <p:nvPr/>
          </p:nvSpPr>
          <p:spPr bwMode="auto">
            <a:xfrm>
              <a:off x="3875088" y="1404938"/>
              <a:ext cx="11113" cy="11113"/>
            </a:xfrm>
            <a:custGeom>
              <a:avLst/>
              <a:gdLst/>
              <a:ahLst/>
              <a:cxnLst>
                <a:cxn ang="0">
                  <a:pos x="0" y="0"/>
                </a:cxn>
                <a:cxn ang="0">
                  <a:pos x="2" y="0"/>
                </a:cxn>
                <a:cxn ang="0">
                  <a:pos x="5" y="2"/>
                </a:cxn>
                <a:cxn ang="0">
                  <a:pos x="7" y="5"/>
                </a:cxn>
                <a:cxn ang="0">
                  <a:pos x="7" y="7"/>
                </a:cxn>
                <a:cxn ang="0">
                  <a:pos x="4" y="5"/>
                </a:cxn>
                <a:cxn ang="0">
                  <a:pos x="0" y="0"/>
                </a:cxn>
              </a:cxnLst>
              <a:rect l="0" t="0" r="r" b="b"/>
              <a:pathLst>
                <a:path w="7" h="7">
                  <a:moveTo>
                    <a:pt x="0" y="0"/>
                  </a:moveTo>
                  <a:lnTo>
                    <a:pt x="2" y="0"/>
                  </a:lnTo>
                  <a:lnTo>
                    <a:pt x="5" y="2"/>
                  </a:lnTo>
                  <a:lnTo>
                    <a:pt x="7" y="5"/>
                  </a:lnTo>
                  <a:lnTo>
                    <a:pt x="7" y="7"/>
                  </a:lnTo>
                  <a:lnTo>
                    <a:pt x="4"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7" name="Freeform 237"/>
            <p:cNvSpPr/>
            <p:nvPr/>
          </p:nvSpPr>
          <p:spPr bwMode="auto">
            <a:xfrm>
              <a:off x="3527426" y="1308100"/>
              <a:ext cx="19050" cy="11113"/>
            </a:xfrm>
            <a:custGeom>
              <a:avLst/>
              <a:gdLst/>
              <a:ahLst/>
              <a:cxnLst>
                <a:cxn ang="0">
                  <a:pos x="2" y="0"/>
                </a:cxn>
                <a:cxn ang="0">
                  <a:pos x="8" y="5"/>
                </a:cxn>
                <a:cxn ang="0">
                  <a:pos x="12" y="7"/>
                </a:cxn>
                <a:cxn ang="0">
                  <a:pos x="5" y="7"/>
                </a:cxn>
                <a:cxn ang="0">
                  <a:pos x="0" y="3"/>
                </a:cxn>
                <a:cxn ang="0">
                  <a:pos x="2" y="0"/>
                </a:cxn>
              </a:cxnLst>
              <a:rect l="0" t="0" r="r" b="b"/>
              <a:pathLst>
                <a:path w="12" h="7">
                  <a:moveTo>
                    <a:pt x="2" y="0"/>
                  </a:moveTo>
                  <a:lnTo>
                    <a:pt x="8" y="5"/>
                  </a:lnTo>
                  <a:lnTo>
                    <a:pt x="12" y="7"/>
                  </a:lnTo>
                  <a:lnTo>
                    <a:pt x="5" y="7"/>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8" name="Freeform 238"/>
            <p:cNvSpPr/>
            <p:nvPr/>
          </p:nvSpPr>
          <p:spPr bwMode="auto">
            <a:xfrm>
              <a:off x="3546476" y="1296988"/>
              <a:ext cx="9525" cy="15875"/>
            </a:xfrm>
            <a:custGeom>
              <a:avLst/>
              <a:gdLst/>
              <a:ahLst/>
              <a:cxnLst>
                <a:cxn ang="0">
                  <a:pos x="1" y="0"/>
                </a:cxn>
                <a:cxn ang="0">
                  <a:pos x="6" y="4"/>
                </a:cxn>
                <a:cxn ang="0">
                  <a:pos x="5" y="9"/>
                </a:cxn>
                <a:cxn ang="0">
                  <a:pos x="5" y="10"/>
                </a:cxn>
                <a:cxn ang="0">
                  <a:pos x="0" y="7"/>
                </a:cxn>
                <a:cxn ang="0">
                  <a:pos x="1" y="0"/>
                </a:cxn>
              </a:cxnLst>
              <a:rect l="0" t="0" r="r" b="b"/>
              <a:pathLst>
                <a:path w="6" h="10">
                  <a:moveTo>
                    <a:pt x="1" y="0"/>
                  </a:moveTo>
                  <a:lnTo>
                    <a:pt x="6" y="4"/>
                  </a:lnTo>
                  <a:lnTo>
                    <a:pt x="5" y="9"/>
                  </a:lnTo>
                  <a:lnTo>
                    <a:pt x="5" y="10"/>
                  </a:lnTo>
                  <a:lnTo>
                    <a:pt x="0" y="7"/>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9" name="Freeform 239"/>
            <p:cNvSpPr/>
            <p:nvPr/>
          </p:nvSpPr>
          <p:spPr bwMode="auto">
            <a:xfrm>
              <a:off x="3454401" y="1312863"/>
              <a:ext cx="7938" cy="19050"/>
            </a:xfrm>
            <a:custGeom>
              <a:avLst/>
              <a:gdLst/>
              <a:ahLst/>
              <a:cxnLst>
                <a:cxn ang="0">
                  <a:pos x="0" y="0"/>
                </a:cxn>
                <a:cxn ang="0">
                  <a:pos x="2" y="0"/>
                </a:cxn>
                <a:cxn ang="0">
                  <a:pos x="5" y="7"/>
                </a:cxn>
                <a:cxn ang="0">
                  <a:pos x="5" y="12"/>
                </a:cxn>
                <a:cxn ang="0">
                  <a:pos x="0" y="9"/>
                </a:cxn>
                <a:cxn ang="0">
                  <a:pos x="0" y="0"/>
                </a:cxn>
              </a:cxnLst>
              <a:rect l="0" t="0" r="r" b="b"/>
              <a:pathLst>
                <a:path w="5" h="12">
                  <a:moveTo>
                    <a:pt x="0" y="0"/>
                  </a:moveTo>
                  <a:lnTo>
                    <a:pt x="2" y="0"/>
                  </a:lnTo>
                  <a:lnTo>
                    <a:pt x="5" y="7"/>
                  </a:lnTo>
                  <a:lnTo>
                    <a:pt x="5" y="12"/>
                  </a:lnTo>
                  <a:lnTo>
                    <a:pt x="0" y="9"/>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0" name="Freeform 240"/>
            <p:cNvSpPr/>
            <p:nvPr/>
          </p:nvSpPr>
          <p:spPr bwMode="auto">
            <a:xfrm>
              <a:off x="3336926" y="1308100"/>
              <a:ext cx="23813" cy="28575"/>
            </a:xfrm>
            <a:custGeom>
              <a:avLst/>
              <a:gdLst/>
              <a:ahLst/>
              <a:cxnLst>
                <a:cxn ang="0">
                  <a:pos x="5" y="0"/>
                </a:cxn>
                <a:cxn ang="0">
                  <a:pos x="15" y="18"/>
                </a:cxn>
                <a:cxn ang="0">
                  <a:pos x="10" y="15"/>
                </a:cxn>
                <a:cxn ang="0">
                  <a:pos x="5" y="13"/>
                </a:cxn>
                <a:cxn ang="0">
                  <a:pos x="0" y="8"/>
                </a:cxn>
                <a:cxn ang="0">
                  <a:pos x="5" y="0"/>
                </a:cxn>
              </a:cxnLst>
              <a:rect l="0" t="0" r="r" b="b"/>
              <a:pathLst>
                <a:path w="15" h="18">
                  <a:moveTo>
                    <a:pt x="5" y="0"/>
                  </a:moveTo>
                  <a:lnTo>
                    <a:pt x="15" y="18"/>
                  </a:lnTo>
                  <a:lnTo>
                    <a:pt x="10" y="15"/>
                  </a:lnTo>
                  <a:lnTo>
                    <a:pt x="5" y="13"/>
                  </a:lnTo>
                  <a:lnTo>
                    <a:pt x="0" y="8"/>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1" name="Freeform 241"/>
            <p:cNvSpPr/>
            <p:nvPr/>
          </p:nvSpPr>
          <p:spPr bwMode="auto">
            <a:xfrm>
              <a:off x="2987676" y="1457325"/>
              <a:ext cx="14288" cy="12700"/>
            </a:xfrm>
            <a:custGeom>
              <a:avLst/>
              <a:gdLst/>
              <a:ahLst/>
              <a:cxnLst>
                <a:cxn ang="0">
                  <a:pos x="2" y="0"/>
                </a:cxn>
                <a:cxn ang="0">
                  <a:pos x="4" y="3"/>
                </a:cxn>
                <a:cxn ang="0">
                  <a:pos x="9" y="8"/>
                </a:cxn>
                <a:cxn ang="0">
                  <a:pos x="4" y="8"/>
                </a:cxn>
                <a:cxn ang="0">
                  <a:pos x="0" y="7"/>
                </a:cxn>
                <a:cxn ang="0">
                  <a:pos x="2" y="0"/>
                </a:cxn>
              </a:cxnLst>
              <a:rect l="0" t="0" r="r" b="b"/>
              <a:pathLst>
                <a:path w="9" h="8">
                  <a:moveTo>
                    <a:pt x="2" y="0"/>
                  </a:moveTo>
                  <a:lnTo>
                    <a:pt x="4" y="3"/>
                  </a:lnTo>
                  <a:lnTo>
                    <a:pt x="9" y="8"/>
                  </a:lnTo>
                  <a:lnTo>
                    <a:pt x="4" y="8"/>
                  </a:lnTo>
                  <a:lnTo>
                    <a:pt x="0" y="7"/>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2" name="Freeform 242"/>
            <p:cNvSpPr/>
            <p:nvPr/>
          </p:nvSpPr>
          <p:spPr bwMode="auto">
            <a:xfrm>
              <a:off x="2957513" y="1465263"/>
              <a:ext cx="17463" cy="9525"/>
            </a:xfrm>
            <a:custGeom>
              <a:avLst/>
              <a:gdLst/>
              <a:ahLst/>
              <a:cxnLst>
                <a:cxn ang="0">
                  <a:pos x="0" y="0"/>
                </a:cxn>
                <a:cxn ang="0">
                  <a:pos x="8" y="0"/>
                </a:cxn>
                <a:cxn ang="0">
                  <a:pos x="11" y="3"/>
                </a:cxn>
                <a:cxn ang="0">
                  <a:pos x="11" y="6"/>
                </a:cxn>
                <a:cxn ang="0">
                  <a:pos x="6" y="5"/>
                </a:cxn>
                <a:cxn ang="0">
                  <a:pos x="3" y="3"/>
                </a:cxn>
                <a:cxn ang="0">
                  <a:pos x="0" y="0"/>
                </a:cxn>
              </a:cxnLst>
              <a:rect l="0" t="0" r="r" b="b"/>
              <a:pathLst>
                <a:path w="11" h="6">
                  <a:moveTo>
                    <a:pt x="0" y="0"/>
                  </a:moveTo>
                  <a:lnTo>
                    <a:pt x="8" y="0"/>
                  </a:lnTo>
                  <a:lnTo>
                    <a:pt x="11" y="3"/>
                  </a:lnTo>
                  <a:lnTo>
                    <a:pt x="11" y="6"/>
                  </a:lnTo>
                  <a:lnTo>
                    <a:pt x="6" y="5"/>
                  </a:lnTo>
                  <a:lnTo>
                    <a:pt x="3"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3" name="Freeform 243"/>
            <p:cNvSpPr/>
            <p:nvPr/>
          </p:nvSpPr>
          <p:spPr bwMode="auto">
            <a:xfrm>
              <a:off x="2965451" y="1444625"/>
              <a:ext cx="17463" cy="12700"/>
            </a:xfrm>
            <a:custGeom>
              <a:avLst/>
              <a:gdLst/>
              <a:ahLst/>
              <a:cxnLst>
                <a:cxn ang="0">
                  <a:pos x="6" y="0"/>
                </a:cxn>
                <a:cxn ang="0">
                  <a:pos x="8" y="1"/>
                </a:cxn>
                <a:cxn ang="0">
                  <a:pos x="11" y="6"/>
                </a:cxn>
                <a:cxn ang="0">
                  <a:pos x="8" y="8"/>
                </a:cxn>
                <a:cxn ang="0">
                  <a:pos x="3" y="6"/>
                </a:cxn>
                <a:cxn ang="0">
                  <a:pos x="0" y="3"/>
                </a:cxn>
                <a:cxn ang="0">
                  <a:pos x="6" y="0"/>
                </a:cxn>
              </a:cxnLst>
              <a:rect l="0" t="0" r="r" b="b"/>
              <a:pathLst>
                <a:path w="11" h="8">
                  <a:moveTo>
                    <a:pt x="6" y="0"/>
                  </a:moveTo>
                  <a:lnTo>
                    <a:pt x="8" y="1"/>
                  </a:lnTo>
                  <a:lnTo>
                    <a:pt x="11" y="6"/>
                  </a:lnTo>
                  <a:lnTo>
                    <a:pt x="8" y="8"/>
                  </a:lnTo>
                  <a:lnTo>
                    <a:pt x="3" y="6"/>
                  </a:lnTo>
                  <a:lnTo>
                    <a:pt x="0" y="3"/>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4" name="Freeform 244"/>
            <p:cNvSpPr/>
            <p:nvPr/>
          </p:nvSpPr>
          <p:spPr bwMode="auto">
            <a:xfrm>
              <a:off x="3160713" y="1676400"/>
              <a:ext cx="15875" cy="11113"/>
            </a:xfrm>
            <a:custGeom>
              <a:avLst/>
              <a:gdLst/>
              <a:ahLst/>
              <a:cxnLst>
                <a:cxn ang="0">
                  <a:pos x="0" y="0"/>
                </a:cxn>
                <a:cxn ang="0">
                  <a:pos x="7" y="0"/>
                </a:cxn>
                <a:cxn ang="0">
                  <a:pos x="8" y="2"/>
                </a:cxn>
                <a:cxn ang="0">
                  <a:pos x="10" y="5"/>
                </a:cxn>
                <a:cxn ang="0">
                  <a:pos x="10" y="7"/>
                </a:cxn>
                <a:cxn ang="0">
                  <a:pos x="5" y="5"/>
                </a:cxn>
                <a:cxn ang="0">
                  <a:pos x="2" y="4"/>
                </a:cxn>
                <a:cxn ang="0">
                  <a:pos x="0" y="0"/>
                </a:cxn>
              </a:cxnLst>
              <a:rect l="0" t="0" r="r" b="b"/>
              <a:pathLst>
                <a:path w="10" h="7">
                  <a:moveTo>
                    <a:pt x="0" y="0"/>
                  </a:moveTo>
                  <a:lnTo>
                    <a:pt x="7" y="0"/>
                  </a:lnTo>
                  <a:lnTo>
                    <a:pt x="8" y="2"/>
                  </a:lnTo>
                  <a:lnTo>
                    <a:pt x="10" y="5"/>
                  </a:lnTo>
                  <a:lnTo>
                    <a:pt x="10" y="7"/>
                  </a:lnTo>
                  <a:lnTo>
                    <a:pt x="5" y="5"/>
                  </a:lnTo>
                  <a:lnTo>
                    <a:pt x="2"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5" name="Freeform 245"/>
            <p:cNvSpPr/>
            <p:nvPr/>
          </p:nvSpPr>
          <p:spPr bwMode="auto">
            <a:xfrm>
              <a:off x="3176588" y="1716088"/>
              <a:ext cx="12700" cy="12700"/>
            </a:xfrm>
            <a:custGeom>
              <a:avLst/>
              <a:gdLst/>
              <a:ahLst/>
              <a:cxnLst>
                <a:cxn ang="0">
                  <a:pos x="7" y="0"/>
                </a:cxn>
                <a:cxn ang="0">
                  <a:pos x="8" y="3"/>
                </a:cxn>
                <a:cxn ang="0">
                  <a:pos x="5" y="7"/>
                </a:cxn>
                <a:cxn ang="0">
                  <a:pos x="0" y="8"/>
                </a:cxn>
                <a:cxn ang="0">
                  <a:pos x="0" y="5"/>
                </a:cxn>
                <a:cxn ang="0">
                  <a:pos x="7" y="0"/>
                </a:cxn>
              </a:cxnLst>
              <a:rect l="0" t="0" r="r" b="b"/>
              <a:pathLst>
                <a:path w="8" h="8">
                  <a:moveTo>
                    <a:pt x="7" y="0"/>
                  </a:moveTo>
                  <a:lnTo>
                    <a:pt x="8" y="3"/>
                  </a:lnTo>
                  <a:lnTo>
                    <a:pt x="5" y="7"/>
                  </a:lnTo>
                  <a:lnTo>
                    <a:pt x="0" y="8"/>
                  </a:lnTo>
                  <a:lnTo>
                    <a:pt x="0" y="5"/>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6" name="Freeform 246"/>
            <p:cNvSpPr/>
            <p:nvPr/>
          </p:nvSpPr>
          <p:spPr bwMode="auto">
            <a:xfrm>
              <a:off x="3181351" y="1741488"/>
              <a:ext cx="19050" cy="11113"/>
            </a:xfrm>
            <a:custGeom>
              <a:avLst/>
              <a:gdLst/>
              <a:ahLst/>
              <a:cxnLst>
                <a:cxn ang="0">
                  <a:pos x="4" y="0"/>
                </a:cxn>
                <a:cxn ang="0">
                  <a:pos x="12" y="0"/>
                </a:cxn>
                <a:cxn ang="0">
                  <a:pos x="10" y="4"/>
                </a:cxn>
                <a:cxn ang="0">
                  <a:pos x="5" y="5"/>
                </a:cxn>
                <a:cxn ang="0">
                  <a:pos x="4" y="7"/>
                </a:cxn>
                <a:cxn ang="0">
                  <a:pos x="0" y="7"/>
                </a:cxn>
                <a:cxn ang="0">
                  <a:pos x="4" y="0"/>
                </a:cxn>
              </a:cxnLst>
              <a:rect l="0" t="0" r="r" b="b"/>
              <a:pathLst>
                <a:path w="12" h="7">
                  <a:moveTo>
                    <a:pt x="4" y="0"/>
                  </a:moveTo>
                  <a:lnTo>
                    <a:pt x="12" y="0"/>
                  </a:lnTo>
                  <a:lnTo>
                    <a:pt x="10" y="4"/>
                  </a:lnTo>
                  <a:lnTo>
                    <a:pt x="5" y="5"/>
                  </a:lnTo>
                  <a:lnTo>
                    <a:pt x="4" y="7"/>
                  </a:lnTo>
                  <a:lnTo>
                    <a:pt x="0" y="7"/>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7" name="Freeform 247"/>
            <p:cNvSpPr/>
            <p:nvPr/>
          </p:nvSpPr>
          <p:spPr bwMode="auto">
            <a:xfrm>
              <a:off x="3203576" y="1816100"/>
              <a:ext cx="15875" cy="7938"/>
            </a:xfrm>
            <a:custGeom>
              <a:avLst/>
              <a:gdLst/>
              <a:ahLst/>
              <a:cxnLst>
                <a:cxn ang="0">
                  <a:pos x="8" y="0"/>
                </a:cxn>
                <a:cxn ang="0">
                  <a:pos x="10" y="5"/>
                </a:cxn>
                <a:cxn ang="0">
                  <a:pos x="0" y="5"/>
                </a:cxn>
                <a:cxn ang="0">
                  <a:pos x="5" y="1"/>
                </a:cxn>
                <a:cxn ang="0">
                  <a:pos x="8" y="0"/>
                </a:cxn>
              </a:cxnLst>
              <a:rect l="0" t="0" r="r" b="b"/>
              <a:pathLst>
                <a:path w="10" h="5">
                  <a:moveTo>
                    <a:pt x="8" y="0"/>
                  </a:moveTo>
                  <a:lnTo>
                    <a:pt x="10" y="5"/>
                  </a:lnTo>
                  <a:lnTo>
                    <a:pt x="0" y="5"/>
                  </a:lnTo>
                  <a:lnTo>
                    <a:pt x="5" y="1"/>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8" name="Freeform 248"/>
            <p:cNvSpPr/>
            <p:nvPr/>
          </p:nvSpPr>
          <p:spPr bwMode="auto">
            <a:xfrm>
              <a:off x="3221038" y="1881188"/>
              <a:ext cx="15875" cy="15875"/>
            </a:xfrm>
            <a:custGeom>
              <a:avLst/>
              <a:gdLst/>
              <a:ahLst/>
              <a:cxnLst>
                <a:cxn ang="0">
                  <a:pos x="8" y="0"/>
                </a:cxn>
                <a:cxn ang="0">
                  <a:pos x="10" y="1"/>
                </a:cxn>
                <a:cxn ang="0">
                  <a:pos x="7" y="3"/>
                </a:cxn>
                <a:cxn ang="0">
                  <a:pos x="0" y="10"/>
                </a:cxn>
                <a:cxn ang="0">
                  <a:pos x="3" y="3"/>
                </a:cxn>
                <a:cxn ang="0">
                  <a:pos x="8" y="0"/>
                </a:cxn>
              </a:cxnLst>
              <a:rect l="0" t="0" r="r" b="b"/>
              <a:pathLst>
                <a:path w="10" h="10">
                  <a:moveTo>
                    <a:pt x="8" y="0"/>
                  </a:moveTo>
                  <a:lnTo>
                    <a:pt x="10" y="1"/>
                  </a:lnTo>
                  <a:lnTo>
                    <a:pt x="7" y="3"/>
                  </a:lnTo>
                  <a:lnTo>
                    <a:pt x="0" y="10"/>
                  </a:lnTo>
                  <a:lnTo>
                    <a:pt x="3" y="3"/>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9" name="Freeform 249"/>
            <p:cNvSpPr/>
            <p:nvPr/>
          </p:nvSpPr>
          <p:spPr bwMode="auto">
            <a:xfrm>
              <a:off x="3160713" y="1854200"/>
              <a:ext cx="47625" cy="47625"/>
            </a:xfrm>
            <a:custGeom>
              <a:avLst/>
              <a:gdLst/>
              <a:ahLst/>
              <a:cxnLst>
                <a:cxn ang="0">
                  <a:pos x="12" y="0"/>
                </a:cxn>
                <a:cxn ang="0">
                  <a:pos x="17" y="0"/>
                </a:cxn>
                <a:cxn ang="0">
                  <a:pos x="18" y="7"/>
                </a:cxn>
                <a:cxn ang="0">
                  <a:pos x="22" y="12"/>
                </a:cxn>
                <a:cxn ang="0">
                  <a:pos x="28" y="15"/>
                </a:cxn>
                <a:cxn ang="0">
                  <a:pos x="30" y="18"/>
                </a:cxn>
                <a:cxn ang="0">
                  <a:pos x="30" y="27"/>
                </a:cxn>
                <a:cxn ang="0">
                  <a:pos x="28" y="27"/>
                </a:cxn>
                <a:cxn ang="0">
                  <a:pos x="25" y="28"/>
                </a:cxn>
                <a:cxn ang="0">
                  <a:pos x="20" y="30"/>
                </a:cxn>
                <a:cxn ang="0">
                  <a:pos x="15" y="30"/>
                </a:cxn>
                <a:cxn ang="0">
                  <a:pos x="12" y="27"/>
                </a:cxn>
                <a:cxn ang="0">
                  <a:pos x="8" y="25"/>
                </a:cxn>
                <a:cxn ang="0">
                  <a:pos x="4" y="22"/>
                </a:cxn>
                <a:cxn ang="0">
                  <a:pos x="0" y="20"/>
                </a:cxn>
                <a:cxn ang="0">
                  <a:pos x="2" y="15"/>
                </a:cxn>
                <a:cxn ang="0">
                  <a:pos x="7" y="14"/>
                </a:cxn>
                <a:cxn ang="0">
                  <a:pos x="8" y="12"/>
                </a:cxn>
                <a:cxn ang="0">
                  <a:pos x="7" y="7"/>
                </a:cxn>
                <a:cxn ang="0">
                  <a:pos x="8" y="5"/>
                </a:cxn>
                <a:cxn ang="0">
                  <a:pos x="12" y="0"/>
                </a:cxn>
              </a:cxnLst>
              <a:rect l="0" t="0" r="r" b="b"/>
              <a:pathLst>
                <a:path w="30" h="30">
                  <a:moveTo>
                    <a:pt x="12" y="0"/>
                  </a:moveTo>
                  <a:lnTo>
                    <a:pt x="17" y="0"/>
                  </a:lnTo>
                  <a:lnTo>
                    <a:pt x="18" y="7"/>
                  </a:lnTo>
                  <a:lnTo>
                    <a:pt x="22" y="12"/>
                  </a:lnTo>
                  <a:lnTo>
                    <a:pt x="28" y="15"/>
                  </a:lnTo>
                  <a:lnTo>
                    <a:pt x="30" y="18"/>
                  </a:lnTo>
                  <a:lnTo>
                    <a:pt x="30" y="27"/>
                  </a:lnTo>
                  <a:lnTo>
                    <a:pt x="28" y="27"/>
                  </a:lnTo>
                  <a:lnTo>
                    <a:pt x="25" y="28"/>
                  </a:lnTo>
                  <a:lnTo>
                    <a:pt x="20" y="30"/>
                  </a:lnTo>
                  <a:lnTo>
                    <a:pt x="15" y="30"/>
                  </a:lnTo>
                  <a:lnTo>
                    <a:pt x="12" y="27"/>
                  </a:lnTo>
                  <a:lnTo>
                    <a:pt x="8" y="25"/>
                  </a:lnTo>
                  <a:lnTo>
                    <a:pt x="4" y="22"/>
                  </a:lnTo>
                  <a:lnTo>
                    <a:pt x="0" y="20"/>
                  </a:lnTo>
                  <a:lnTo>
                    <a:pt x="2" y="15"/>
                  </a:lnTo>
                  <a:lnTo>
                    <a:pt x="7" y="14"/>
                  </a:lnTo>
                  <a:lnTo>
                    <a:pt x="8" y="12"/>
                  </a:lnTo>
                  <a:lnTo>
                    <a:pt x="7" y="7"/>
                  </a:lnTo>
                  <a:lnTo>
                    <a:pt x="8" y="5"/>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0" name="Freeform 250"/>
            <p:cNvSpPr/>
            <p:nvPr/>
          </p:nvSpPr>
          <p:spPr bwMode="auto">
            <a:xfrm>
              <a:off x="2647951" y="1195388"/>
              <a:ext cx="547688" cy="306388"/>
            </a:xfrm>
            <a:custGeom>
              <a:avLst/>
              <a:gdLst/>
              <a:ahLst/>
              <a:cxnLst>
                <a:cxn ang="0">
                  <a:pos x="148" y="17"/>
                </a:cxn>
                <a:cxn ang="0">
                  <a:pos x="172" y="13"/>
                </a:cxn>
                <a:cxn ang="0">
                  <a:pos x="209" y="22"/>
                </a:cxn>
                <a:cxn ang="0">
                  <a:pos x="231" y="17"/>
                </a:cxn>
                <a:cxn ang="0">
                  <a:pos x="252" y="27"/>
                </a:cxn>
                <a:cxn ang="0">
                  <a:pos x="294" y="40"/>
                </a:cxn>
                <a:cxn ang="0">
                  <a:pos x="302" y="53"/>
                </a:cxn>
                <a:cxn ang="0">
                  <a:pos x="335" y="53"/>
                </a:cxn>
                <a:cxn ang="0">
                  <a:pos x="330" y="69"/>
                </a:cxn>
                <a:cxn ang="0">
                  <a:pos x="280" y="68"/>
                </a:cxn>
                <a:cxn ang="0">
                  <a:pos x="252" y="81"/>
                </a:cxn>
                <a:cxn ang="0">
                  <a:pos x="267" y="81"/>
                </a:cxn>
                <a:cxn ang="0">
                  <a:pos x="294" y="81"/>
                </a:cxn>
                <a:cxn ang="0">
                  <a:pos x="266" y="91"/>
                </a:cxn>
                <a:cxn ang="0">
                  <a:pos x="244" y="101"/>
                </a:cxn>
                <a:cxn ang="0">
                  <a:pos x="223" y="111"/>
                </a:cxn>
                <a:cxn ang="0">
                  <a:pos x="200" y="115"/>
                </a:cxn>
                <a:cxn ang="0">
                  <a:pos x="173" y="114"/>
                </a:cxn>
                <a:cxn ang="0">
                  <a:pos x="168" y="124"/>
                </a:cxn>
                <a:cxn ang="0">
                  <a:pos x="181" y="134"/>
                </a:cxn>
                <a:cxn ang="0">
                  <a:pos x="176" y="142"/>
                </a:cxn>
                <a:cxn ang="0">
                  <a:pos x="148" y="147"/>
                </a:cxn>
                <a:cxn ang="0">
                  <a:pos x="122" y="162"/>
                </a:cxn>
                <a:cxn ang="0">
                  <a:pos x="104" y="148"/>
                </a:cxn>
                <a:cxn ang="0">
                  <a:pos x="119" y="168"/>
                </a:cxn>
                <a:cxn ang="0">
                  <a:pos x="132" y="185"/>
                </a:cxn>
                <a:cxn ang="0">
                  <a:pos x="101" y="188"/>
                </a:cxn>
                <a:cxn ang="0">
                  <a:pos x="82" y="172"/>
                </a:cxn>
                <a:cxn ang="0">
                  <a:pos x="66" y="170"/>
                </a:cxn>
                <a:cxn ang="0">
                  <a:pos x="53" y="173"/>
                </a:cxn>
                <a:cxn ang="0">
                  <a:pos x="38" y="167"/>
                </a:cxn>
                <a:cxn ang="0">
                  <a:pos x="20" y="165"/>
                </a:cxn>
                <a:cxn ang="0">
                  <a:pos x="7" y="153"/>
                </a:cxn>
                <a:cxn ang="0">
                  <a:pos x="5" y="142"/>
                </a:cxn>
                <a:cxn ang="0">
                  <a:pos x="38" y="142"/>
                </a:cxn>
                <a:cxn ang="0">
                  <a:pos x="30" y="122"/>
                </a:cxn>
                <a:cxn ang="0">
                  <a:pos x="56" y="134"/>
                </a:cxn>
                <a:cxn ang="0">
                  <a:pos x="87" y="148"/>
                </a:cxn>
                <a:cxn ang="0">
                  <a:pos x="87" y="135"/>
                </a:cxn>
                <a:cxn ang="0">
                  <a:pos x="74" y="122"/>
                </a:cxn>
                <a:cxn ang="0">
                  <a:pos x="61" y="112"/>
                </a:cxn>
                <a:cxn ang="0">
                  <a:pos x="59" y="97"/>
                </a:cxn>
                <a:cxn ang="0">
                  <a:pos x="99" y="112"/>
                </a:cxn>
                <a:cxn ang="0">
                  <a:pos x="91" y="101"/>
                </a:cxn>
                <a:cxn ang="0">
                  <a:pos x="89" y="84"/>
                </a:cxn>
                <a:cxn ang="0">
                  <a:pos x="91" y="61"/>
                </a:cxn>
                <a:cxn ang="0">
                  <a:pos x="129" y="92"/>
                </a:cxn>
                <a:cxn ang="0">
                  <a:pos x="139" y="78"/>
                </a:cxn>
                <a:cxn ang="0">
                  <a:pos x="170" y="63"/>
                </a:cxn>
                <a:cxn ang="0">
                  <a:pos x="163" y="55"/>
                </a:cxn>
                <a:cxn ang="0">
                  <a:pos x="124" y="61"/>
                </a:cxn>
                <a:cxn ang="0">
                  <a:pos x="120" y="41"/>
                </a:cxn>
                <a:cxn ang="0">
                  <a:pos x="101" y="40"/>
                </a:cxn>
                <a:cxn ang="0">
                  <a:pos x="73" y="48"/>
                </a:cxn>
                <a:cxn ang="0">
                  <a:pos x="92" y="36"/>
                </a:cxn>
                <a:cxn ang="0">
                  <a:pos x="61" y="23"/>
                </a:cxn>
                <a:cxn ang="0">
                  <a:pos x="50" y="13"/>
                </a:cxn>
                <a:cxn ang="0">
                  <a:pos x="71" y="2"/>
                </a:cxn>
                <a:cxn ang="0">
                  <a:pos x="91" y="8"/>
                </a:cxn>
                <a:cxn ang="0">
                  <a:pos x="106" y="7"/>
                </a:cxn>
              </a:cxnLst>
              <a:rect l="0" t="0" r="r" b="b"/>
              <a:pathLst>
                <a:path w="345" h="193">
                  <a:moveTo>
                    <a:pt x="111" y="0"/>
                  </a:moveTo>
                  <a:lnTo>
                    <a:pt x="114" y="0"/>
                  </a:lnTo>
                  <a:lnTo>
                    <a:pt x="125" y="2"/>
                  </a:lnTo>
                  <a:lnTo>
                    <a:pt x="132" y="3"/>
                  </a:lnTo>
                  <a:lnTo>
                    <a:pt x="135" y="5"/>
                  </a:lnTo>
                  <a:lnTo>
                    <a:pt x="137" y="10"/>
                  </a:lnTo>
                  <a:lnTo>
                    <a:pt x="140" y="13"/>
                  </a:lnTo>
                  <a:lnTo>
                    <a:pt x="148" y="17"/>
                  </a:lnTo>
                  <a:lnTo>
                    <a:pt x="153" y="23"/>
                  </a:lnTo>
                  <a:lnTo>
                    <a:pt x="160" y="27"/>
                  </a:lnTo>
                  <a:lnTo>
                    <a:pt x="165" y="25"/>
                  </a:lnTo>
                  <a:lnTo>
                    <a:pt x="162" y="22"/>
                  </a:lnTo>
                  <a:lnTo>
                    <a:pt x="162" y="17"/>
                  </a:lnTo>
                  <a:lnTo>
                    <a:pt x="165" y="15"/>
                  </a:lnTo>
                  <a:lnTo>
                    <a:pt x="167" y="15"/>
                  </a:lnTo>
                  <a:lnTo>
                    <a:pt x="172" y="13"/>
                  </a:lnTo>
                  <a:lnTo>
                    <a:pt x="176" y="15"/>
                  </a:lnTo>
                  <a:lnTo>
                    <a:pt x="180" y="17"/>
                  </a:lnTo>
                  <a:lnTo>
                    <a:pt x="185" y="15"/>
                  </a:lnTo>
                  <a:lnTo>
                    <a:pt x="185" y="12"/>
                  </a:lnTo>
                  <a:lnTo>
                    <a:pt x="188" y="10"/>
                  </a:lnTo>
                  <a:lnTo>
                    <a:pt x="196" y="10"/>
                  </a:lnTo>
                  <a:lnTo>
                    <a:pt x="201" y="13"/>
                  </a:lnTo>
                  <a:lnTo>
                    <a:pt x="209" y="22"/>
                  </a:lnTo>
                  <a:lnTo>
                    <a:pt x="211" y="27"/>
                  </a:lnTo>
                  <a:lnTo>
                    <a:pt x="214" y="23"/>
                  </a:lnTo>
                  <a:lnTo>
                    <a:pt x="209" y="13"/>
                  </a:lnTo>
                  <a:lnTo>
                    <a:pt x="209" y="12"/>
                  </a:lnTo>
                  <a:lnTo>
                    <a:pt x="214" y="10"/>
                  </a:lnTo>
                  <a:lnTo>
                    <a:pt x="221" y="10"/>
                  </a:lnTo>
                  <a:lnTo>
                    <a:pt x="228" y="13"/>
                  </a:lnTo>
                  <a:lnTo>
                    <a:pt x="231" y="17"/>
                  </a:lnTo>
                  <a:lnTo>
                    <a:pt x="234" y="15"/>
                  </a:lnTo>
                  <a:lnTo>
                    <a:pt x="237" y="15"/>
                  </a:lnTo>
                  <a:lnTo>
                    <a:pt x="242" y="18"/>
                  </a:lnTo>
                  <a:lnTo>
                    <a:pt x="246" y="23"/>
                  </a:lnTo>
                  <a:lnTo>
                    <a:pt x="247" y="31"/>
                  </a:lnTo>
                  <a:lnTo>
                    <a:pt x="251" y="40"/>
                  </a:lnTo>
                  <a:lnTo>
                    <a:pt x="252" y="40"/>
                  </a:lnTo>
                  <a:lnTo>
                    <a:pt x="252" y="27"/>
                  </a:lnTo>
                  <a:lnTo>
                    <a:pt x="254" y="22"/>
                  </a:lnTo>
                  <a:lnTo>
                    <a:pt x="257" y="22"/>
                  </a:lnTo>
                  <a:lnTo>
                    <a:pt x="261" y="23"/>
                  </a:lnTo>
                  <a:lnTo>
                    <a:pt x="266" y="25"/>
                  </a:lnTo>
                  <a:lnTo>
                    <a:pt x="272" y="31"/>
                  </a:lnTo>
                  <a:lnTo>
                    <a:pt x="279" y="33"/>
                  </a:lnTo>
                  <a:lnTo>
                    <a:pt x="289" y="35"/>
                  </a:lnTo>
                  <a:lnTo>
                    <a:pt x="294" y="40"/>
                  </a:lnTo>
                  <a:lnTo>
                    <a:pt x="297" y="40"/>
                  </a:lnTo>
                  <a:lnTo>
                    <a:pt x="302" y="41"/>
                  </a:lnTo>
                  <a:lnTo>
                    <a:pt x="305" y="43"/>
                  </a:lnTo>
                  <a:lnTo>
                    <a:pt x="305" y="45"/>
                  </a:lnTo>
                  <a:lnTo>
                    <a:pt x="300" y="46"/>
                  </a:lnTo>
                  <a:lnTo>
                    <a:pt x="297" y="46"/>
                  </a:lnTo>
                  <a:lnTo>
                    <a:pt x="299" y="50"/>
                  </a:lnTo>
                  <a:lnTo>
                    <a:pt x="302" y="53"/>
                  </a:lnTo>
                  <a:lnTo>
                    <a:pt x="308" y="50"/>
                  </a:lnTo>
                  <a:lnTo>
                    <a:pt x="310" y="48"/>
                  </a:lnTo>
                  <a:lnTo>
                    <a:pt x="310" y="46"/>
                  </a:lnTo>
                  <a:lnTo>
                    <a:pt x="313" y="45"/>
                  </a:lnTo>
                  <a:lnTo>
                    <a:pt x="320" y="45"/>
                  </a:lnTo>
                  <a:lnTo>
                    <a:pt x="327" y="46"/>
                  </a:lnTo>
                  <a:lnTo>
                    <a:pt x="330" y="50"/>
                  </a:lnTo>
                  <a:lnTo>
                    <a:pt x="335" y="53"/>
                  </a:lnTo>
                  <a:lnTo>
                    <a:pt x="336" y="56"/>
                  </a:lnTo>
                  <a:lnTo>
                    <a:pt x="340" y="55"/>
                  </a:lnTo>
                  <a:lnTo>
                    <a:pt x="345" y="56"/>
                  </a:lnTo>
                  <a:lnTo>
                    <a:pt x="345" y="59"/>
                  </a:lnTo>
                  <a:lnTo>
                    <a:pt x="343" y="61"/>
                  </a:lnTo>
                  <a:lnTo>
                    <a:pt x="341" y="64"/>
                  </a:lnTo>
                  <a:lnTo>
                    <a:pt x="335" y="64"/>
                  </a:lnTo>
                  <a:lnTo>
                    <a:pt x="330" y="69"/>
                  </a:lnTo>
                  <a:lnTo>
                    <a:pt x="327" y="71"/>
                  </a:lnTo>
                  <a:lnTo>
                    <a:pt x="318" y="71"/>
                  </a:lnTo>
                  <a:lnTo>
                    <a:pt x="315" y="69"/>
                  </a:lnTo>
                  <a:lnTo>
                    <a:pt x="305" y="69"/>
                  </a:lnTo>
                  <a:lnTo>
                    <a:pt x="303" y="71"/>
                  </a:lnTo>
                  <a:lnTo>
                    <a:pt x="290" y="71"/>
                  </a:lnTo>
                  <a:lnTo>
                    <a:pt x="287" y="69"/>
                  </a:lnTo>
                  <a:lnTo>
                    <a:pt x="280" y="68"/>
                  </a:lnTo>
                  <a:lnTo>
                    <a:pt x="274" y="68"/>
                  </a:lnTo>
                  <a:lnTo>
                    <a:pt x="274" y="74"/>
                  </a:lnTo>
                  <a:lnTo>
                    <a:pt x="267" y="74"/>
                  </a:lnTo>
                  <a:lnTo>
                    <a:pt x="266" y="76"/>
                  </a:lnTo>
                  <a:lnTo>
                    <a:pt x="261" y="76"/>
                  </a:lnTo>
                  <a:lnTo>
                    <a:pt x="257" y="79"/>
                  </a:lnTo>
                  <a:lnTo>
                    <a:pt x="254" y="79"/>
                  </a:lnTo>
                  <a:lnTo>
                    <a:pt x="252" y="81"/>
                  </a:lnTo>
                  <a:lnTo>
                    <a:pt x="252" y="83"/>
                  </a:lnTo>
                  <a:lnTo>
                    <a:pt x="254" y="83"/>
                  </a:lnTo>
                  <a:lnTo>
                    <a:pt x="256" y="84"/>
                  </a:lnTo>
                  <a:lnTo>
                    <a:pt x="261" y="84"/>
                  </a:lnTo>
                  <a:lnTo>
                    <a:pt x="262" y="83"/>
                  </a:lnTo>
                  <a:lnTo>
                    <a:pt x="266" y="83"/>
                  </a:lnTo>
                  <a:lnTo>
                    <a:pt x="266" y="81"/>
                  </a:lnTo>
                  <a:lnTo>
                    <a:pt x="267" y="81"/>
                  </a:lnTo>
                  <a:lnTo>
                    <a:pt x="269" y="79"/>
                  </a:lnTo>
                  <a:lnTo>
                    <a:pt x="270" y="79"/>
                  </a:lnTo>
                  <a:lnTo>
                    <a:pt x="270" y="78"/>
                  </a:lnTo>
                  <a:lnTo>
                    <a:pt x="272" y="78"/>
                  </a:lnTo>
                  <a:lnTo>
                    <a:pt x="275" y="76"/>
                  </a:lnTo>
                  <a:lnTo>
                    <a:pt x="295" y="76"/>
                  </a:lnTo>
                  <a:lnTo>
                    <a:pt x="295" y="79"/>
                  </a:lnTo>
                  <a:lnTo>
                    <a:pt x="294" y="81"/>
                  </a:lnTo>
                  <a:lnTo>
                    <a:pt x="292" y="81"/>
                  </a:lnTo>
                  <a:lnTo>
                    <a:pt x="289" y="83"/>
                  </a:lnTo>
                  <a:lnTo>
                    <a:pt x="287" y="83"/>
                  </a:lnTo>
                  <a:lnTo>
                    <a:pt x="284" y="84"/>
                  </a:lnTo>
                  <a:lnTo>
                    <a:pt x="279" y="87"/>
                  </a:lnTo>
                  <a:lnTo>
                    <a:pt x="277" y="89"/>
                  </a:lnTo>
                  <a:lnTo>
                    <a:pt x="267" y="89"/>
                  </a:lnTo>
                  <a:lnTo>
                    <a:pt x="266" y="91"/>
                  </a:lnTo>
                  <a:lnTo>
                    <a:pt x="264" y="91"/>
                  </a:lnTo>
                  <a:lnTo>
                    <a:pt x="261" y="94"/>
                  </a:lnTo>
                  <a:lnTo>
                    <a:pt x="259" y="99"/>
                  </a:lnTo>
                  <a:lnTo>
                    <a:pt x="254" y="99"/>
                  </a:lnTo>
                  <a:lnTo>
                    <a:pt x="254" y="96"/>
                  </a:lnTo>
                  <a:lnTo>
                    <a:pt x="246" y="92"/>
                  </a:lnTo>
                  <a:lnTo>
                    <a:pt x="244" y="97"/>
                  </a:lnTo>
                  <a:lnTo>
                    <a:pt x="244" y="101"/>
                  </a:lnTo>
                  <a:lnTo>
                    <a:pt x="241" y="102"/>
                  </a:lnTo>
                  <a:lnTo>
                    <a:pt x="237" y="102"/>
                  </a:lnTo>
                  <a:lnTo>
                    <a:pt x="233" y="104"/>
                  </a:lnTo>
                  <a:lnTo>
                    <a:pt x="234" y="109"/>
                  </a:lnTo>
                  <a:lnTo>
                    <a:pt x="231" y="112"/>
                  </a:lnTo>
                  <a:lnTo>
                    <a:pt x="229" y="112"/>
                  </a:lnTo>
                  <a:lnTo>
                    <a:pt x="226" y="111"/>
                  </a:lnTo>
                  <a:lnTo>
                    <a:pt x="223" y="111"/>
                  </a:lnTo>
                  <a:lnTo>
                    <a:pt x="218" y="112"/>
                  </a:lnTo>
                  <a:lnTo>
                    <a:pt x="216" y="112"/>
                  </a:lnTo>
                  <a:lnTo>
                    <a:pt x="214" y="115"/>
                  </a:lnTo>
                  <a:lnTo>
                    <a:pt x="206" y="115"/>
                  </a:lnTo>
                  <a:lnTo>
                    <a:pt x="203" y="112"/>
                  </a:lnTo>
                  <a:lnTo>
                    <a:pt x="198" y="112"/>
                  </a:lnTo>
                  <a:lnTo>
                    <a:pt x="201" y="114"/>
                  </a:lnTo>
                  <a:lnTo>
                    <a:pt x="200" y="115"/>
                  </a:lnTo>
                  <a:lnTo>
                    <a:pt x="191" y="115"/>
                  </a:lnTo>
                  <a:lnTo>
                    <a:pt x="188" y="112"/>
                  </a:lnTo>
                  <a:lnTo>
                    <a:pt x="186" y="115"/>
                  </a:lnTo>
                  <a:lnTo>
                    <a:pt x="185" y="117"/>
                  </a:lnTo>
                  <a:lnTo>
                    <a:pt x="180" y="115"/>
                  </a:lnTo>
                  <a:lnTo>
                    <a:pt x="176" y="112"/>
                  </a:lnTo>
                  <a:lnTo>
                    <a:pt x="175" y="112"/>
                  </a:lnTo>
                  <a:lnTo>
                    <a:pt x="173" y="114"/>
                  </a:lnTo>
                  <a:lnTo>
                    <a:pt x="172" y="114"/>
                  </a:lnTo>
                  <a:lnTo>
                    <a:pt x="172" y="112"/>
                  </a:lnTo>
                  <a:lnTo>
                    <a:pt x="167" y="112"/>
                  </a:lnTo>
                  <a:lnTo>
                    <a:pt x="165" y="114"/>
                  </a:lnTo>
                  <a:lnTo>
                    <a:pt x="165" y="119"/>
                  </a:lnTo>
                  <a:lnTo>
                    <a:pt x="170" y="120"/>
                  </a:lnTo>
                  <a:lnTo>
                    <a:pt x="170" y="122"/>
                  </a:lnTo>
                  <a:lnTo>
                    <a:pt x="168" y="124"/>
                  </a:lnTo>
                  <a:lnTo>
                    <a:pt x="165" y="124"/>
                  </a:lnTo>
                  <a:lnTo>
                    <a:pt x="165" y="125"/>
                  </a:lnTo>
                  <a:lnTo>
                    <a:pt x="168" y="127"/>
                  </a:lnTo>
                  <a:lnTo>
                    <a:pt x="170" y="129"/>
                  </a:lnTo>
                  <a:lnTo>
                    <a:pt x="183" y="129"/>
                  </a:lnTo>
                  <a:lnTo>
                    <a:pt x="185" y="130"/>
                  </a:lnTo>
                  <a:lnTo>
                    <a:pt x="185" y="132"/>
                  </a:lnTo>
                  <a:lnTo>
                    <a:pt x="181" y="134"/>
                  </a:lnTo>
                  <a:lnTo>
                    <a:pt x="178" y="134"/>
                  </a:lnTo>
                  <a:lnTo>
                    <a:pt x="175" y="137"/>
                  </a:lnTo>
                  <a:lnTo>
                    <a:pt x="181" y="137"/>
                  </a:lnTo>
                  <a:lnTo>
                    <a:pt x="185" y="139"/>
                  </a:lnTo>
                  <a:lnTo>
                    <a:pt x="183" y="140"/>
                  </a:lnTo>
                  <a:lnTo>
                    <a:pt x="181" y="140"/>
                  </a:lnTo>
                  <a:lnTo>
                    <a:pt x="178" y="142"/>
                  </a:lnTo>
                  <a:lnTo>
                    <a:pt x="176" y="142"/>
                  </a:lnTo>
                  <a:lnTo>
                    <a:pt x="173" y="144"/>
                  </a:lnTo>
                  <a:lnTo>
                    <a:pt x="168" y="144"/>
                  </a:lnTo>
                  <a:lnTo>
                    <a:pt x="165" y="147"/>
                  </a:lnTo>
                  <a:lnTo>
                    <a:pt x="167" y="148"/>
                  </a:lnTo>
                  <a:lnTo>
                    <a:pt x="168" y="152"/>
                  </a:lnTo>
                  <a:lnTo>
                    <a:pt x="160" y="152"/>
                  </a:lnTo>
                  <a:lnTo>
                    <a:pt x="153" y="148"/>
                  </a:lnTo>
                  <a:lnTo>
                    <a:pt x="148" y="147"/>
                  </a:lnTo>
                  <a:lnTo>
                    <a:pt x="147" y="150"/>
                  </a:lnTo>
                  <a:lnTo>
                    <a:pt x="137" y="155"/>
                  </a:lnTo>
                  <a:lnTo>
                    <a:pt x="135" y="157"/>
                  </a:lnTo>
                  <a:lnTo>
                    <a:pt x="135" y="162"/>
                  </a:lnTo>
                  <a:lnTo>
                    <a:pt x="134" y="162"/>
                  </a:lnTo>
                  <a:lnTo>
                    <a:pt x="132" y="163"/>
                  </a:lnTo>
                  <a:lnTo>
                    <a:pt x="127" y="163"/>
                  </a:lnTo>
                  <a:lnTo>
                    <a:pt x="122" y="162"/>
                  </a:lnTo>
                  <a:lnTo>
                    <a:pt x="119" y="162"/>
                  </a:lnTo>
                  <a:lnTo>
                    <a:pt x="114" y="157"/>
                  </a:lnTo>
                  <a:lnTo>
                    <a:pt x="111" y="157"/>
                  </a:lnTo>
                  <a:lnTo>
                    <a:pt x="111" y="153"/>
                  </a:lnTo>
                  <a:lnTo>
                    <a:pt x="109" y="152"/>
                  </a:lnTo>
                  <a:lnTo>
                    <a:pt x="109" y="150"/>
                  </a:lnTo>
                  <a:lnTo>
                    <a:pt x="106" y="148"/>
                  </a:lnTo>
                  <a:lnTo>
                    <a:pt x="104" y="148"/>
                  </a:lnTo>
                  <a:lnTo>
                    <a:pt x="106" y="150"/>
                  </a:lnTo>
                  <a:lnTo>
                    <a:pt x="106" y="153"/>
                  </a:lnTo>
                  <a:lnTo>
                    <a:pt x="102" y="157"/>
                  </a:lnTo>
                  <a:lnTo>
                    <a:pt x="106" y="158"/>
                  </a:lnTo>
                  <a:lnTo>
                    <a:pt x="109" y="158"/>
                  </a:lnTo>
                  <a:lnTo>
                    <a:pt x="115" y="165"/>
                  </a:lnTo>
                  <a:lnTo>
                    <a:pt x="119" y="165"/>
                  </a:lnTo>
                  <a:lnTo>
                    <a:pt x="119" y="168"/>
                  </a:lnTo>
                  <a:lnTo>
                    <a:pt x="120" y="172"/>
                  </a:lnTo>
                  <a:lnTo>
                    <a:pt x="124" y="173"/>
                  </a:lnTo>
                  <a:lnTo>
                    <a:pt x="129" y="173"/>
                  </a:lnTo>
                  <a:lnTo>
                    <a:pt x="127" y="176"/>
                  </a:lnTo>
                  <a:lnTo>
                    <a:pt x="129" y="180"/>
                  </a:lnTo>
                  <a:lnTo>
                    <a:pt x="130" y="178"/>
                  </a:lnTo>
                  <a:lnTo>
                    <a:pt x="132" y="181"/>
                  </a:lnTo>
                  <a:lnTo>
                    <a:pt x="132" y="185"/>
                  </a:lnTo>
                  <a:lnTo>
                    <a:pt x="129" y="188"/>
                  </a:lnTo>
                  <a:lnTo>
                    <a:pt x="124" y="191"/>
                  </a:lnTo>
                  <a:lnTo>
                    <a:pt x="112" y="191"/>
                  </a:lnTo>
                  <a:lnTo>
                    <a:pt x="111" y="193"/>
                  </a:lnTo>
                  <a:lnTo>
                    <a:pt x="107" y="193"/>
                  </a:lnTo>
                  <a:lnTo>
                    <a:pt x="109" y="190"/>
                  </a:lnTo>
                  <a:lnTo>
                    <a:pt x="107" y="188"/>
                  </a:lnTo>
                  <a:lnTo>
                    <a:pt x="101" y="188"/>
                  </a:lnTo>
                  <a:lnTo>
                    <a:pt x="97" y="186"/>
                  </a:lnTo>
                  <a:lnTo>
                    <a:pt x="97" y="183"/>
                  </a:lnTo>
                  <a:lnTo>
                    <a:pt x="96" y="181"/>
                  </a:lnTo>
                  <a:lnTo>
                    <a:pt x="91" y="180"/>
                  </a:lnTo>
                  <a:lnTo>
                    <a:pt x="89" y="180"/>
                  </a:lnTo>
                  <a:lnTo>
                    <a:pt x="86" y="176"/>
                  </a:lnTo>
                  <a:lnTo>
                    <a:pt x="86" y="173"/>
                  </a:lnTo>
                  <a:lnTo>
                    <a:pt x="82" y="172"/>
                  </a:lnTo>
                  <a:lnTo>
                    <a:pt x="81" y="178"/>
                  </a:lnTo>
                  <a:lnTo>
                    <a:pt x="78" y="178"/>
                  </a:lnTo>
                  <a:lnTo>
                    <a:pt x="78" y="173"/>
                  </a:lnTo>
                  <a:lnTo>
                    <a:pt x="74" y="176"/>
                  </a:lnTo>
                  <a:lnTo>
                    <a:pt x="71" y="175"/>
                  </a:lnTo>
                  <a:lnTo>
                    <a:pt x="69" y="172"/>
                  </a:lnTo>
                  <a:lnTo>
                    <a:pt x="66" y="173"/>
                  </a:lnTo>
                  <a:lnTo>
                    <a:pt x="66" y="170"/>
                  </a:lnTo>
                  <a:lnTo>
                    <a:pt x="64" y="170"/>
                  </a:lnTo>
                  <a:lnTo>
                    <a:pt x="63" y="172"/>
                  </a:lnTo>
                  <a:lnTo>
                    <a:pt x="63" y="173"/>
                  </a:lnTo>
                  <a:lnTo>
                    <a:pt x="59" y="172"/>
                  </a:lnTo>
                  <a:lnTo>
                    <a:pt x="56" y="172"/>
                  </a:lnTo>
                  <a:lnTo>
                    <a:pt x="59" y="175"/>
                  </a:lnTo>
                  <a:lnTo>
                    <a:pt x="54" y="175"/>
                  </a:lnTo>
                  <a:lnTo>
                    <a:pt x="53" y="173"/>
                  </a:lnTo>
                  <a:lnTo>
                    <a:pt x="51" y="173"/>
                  </a:lnTo>
                  <a:lnTo>
                    <a:pt x="46" y="170"/>
                  </a:lnTo>
                  <a:lnTo>
                    <a:pt x="45" y="168"/>
                  </a:lnTo>
                  <a:lnTo>
                    <a:pt x="43" y="168"/>
                  </a:lnTo>
                  <a:lnTo>
                    <a:pt x="41" y="170"/>
                  </a:lnTo>
                  <a:lnTo>
                    <a:pt x="40" y="168"/>
                  </a:lnTo>
                  <a:lnTo>
                    <a:pt x="40" y="167"/>
                  </a:lnTo>
                  <a:lnTo>
                    <a:pt x="38" y="167"/>
                  </a:lnTo>
                  <a:lnTo>
                    <a:pt x="36" y="165"/>
                  </a:lnTo>
                  <a:lnTo>
                    <a:pt x="30" y="165"/>
                  </a:lnTo>
                  <a:lnTo>
                    <a:pt x="30" y="167"/>
                  </a:lnTo>
                  <a:lnTo>
                    <a:pt x="25" y="167"/>
                  </a:lnTo>
                  <a:lnTo>
                    <a:pt x="25" y="162"/>
                  </a:lnTo>
                  <a:lnTo>
                    <a:pt x="21" y="162"/>
                  </a:lnTo>
                  <a:lnTo>
                    <a:pt x="21" y="163"/>
                  </a:lnTo>
                  <a:lnTo>
                    <a:pt x="20" y="165"/>
                  </a:lnTo>
                  <a:lnTo>
                    <a:pt x="18" y="165"/>
                  </a:lnTo>
                  <a:lnTo>
                    <a:pt x="17" y="163"/>
                  </a:lnTo>
                  <a:lnTo>
                    <a:pt x="17" y="157"/>
                  </a:lnTo>
                  <a:lnTo>
                    <a:pt x="13" y="158"/>
                  </a:lnTo>
                  <a:lnTo>
                    <a:pt x="10" y="157"/>
                  </a:lnTo>
                  <a:lnTo>
                    <a:pt x="10" y="152"/>
                  </a:lnTo>
                  <a:lnTo>
                    <a:pt x="8" y="153"/>
                  </a:lnTo>
                  <a:lnTo>
                    <a:pt x="7" y="153"/>
                  </a:lnTo>
                  <a:lnTo>
                    <a:pt x="7" y="155"/>
                  </a:lnTo>
                  <a:lnTo>
                    <a:pt x="5" y="155"/>
                  </a:lnTo>
                  <a:lnTo>
                    <a:pt x="5" y="157"/>
                  </a:lnTo>
                  <a:lnTo>
                    <a:pt x="2" y="157"/>
                  </a:lnTo>
                  <a:lnTo>
                    <a:pt x="0" y="155"/>
                  </a:lnTo>
                  <a:lnTo>
                    <a:pt x="0" y="150"/>
                  </a:lnTo>
                  <a:lnTo>
                    <a:pt x="2" y="148"/>
                  </a:lnTo>
                  <a:lnTo>
                    <a:pt x="5" y="142"/>
                  </a:lnTo>
                  <a:lnTo>
                    <a:pt x="8" y="139"/>
                  </a:lnTo>
                  <a:lnTo>
                    <a:pt x="17" y="139"/>
                  </a:lnTo>
                  <a:lnTo>
                    <a:pt x="20" y="140"/>
                  </a:lnTo>
                  <a:lnTo>
                    <a:pt x="23" y="137"/>
                  </a:lnTo>
                  <a:lnTo>
                    <a:pt x="26" y="139"/>
                  </a:lnTo>
                  <a:lnTo>
                    <a:pt x="30" y="139"/>
                  </a:lnTo>
                  <a:lnTo>
                    <a:pt x="36" y="142"/>
                  </a:lnTo>
                  <a:lnTo>
                    <a:pt x="38" y="142"/>
                  </a:lnTo>
                  <a:lnTo>
                    <a:pt x="40" y="139"/>
                  </a:lnTo>
                  <a:lnTo>
                    <a:pt x="40" y="135"/>
                  </a:lnTo>
                  <a:lnTo>
                    <a:pt x="33" y="135"/>
                  </a:lnTo>
                  <a:lnTo>
                    <a:pt x="31" y="132"/>
                  </a:lnTo>
                  <a:lnTo>
                    <a:pt x="26" y="127"/>
                  </a:lnTo>
                  <a:lnTo>
                    <a:pt x="26" y="124"/>
                  </a:lnTo>
                  <a:lnTo>
                    <a:pt x="28" y="124"/>
                  </a:lnTo>
                  <a:lnTo>
                    <a:pt x="30" y="122"/>
                  </a:lnTo>
                  <a:lnTo>
                    <a:pt x="33" y="122"/>
                  </a:lnTo>
                  <a:lnTo>
                    <a:pt x="35" y="120"/>
                  </a:lnTo>
                  <a:lnTo>
                    <a:pt x="40" y="120"/>
                  </a:lnTo>
                  <a:lnTo>
                    <a:pt x="41" y="119"/>
                  </a:lnTo>
                  <a:lnTo>
                    <a:pt x="46" y="119"/>
                  </a:lnTo>
                  <a:lnTo>
                    <a:pt x="51" y="120"/>
                  </a:lnTo>
                  <a:lnTo>
                    <a:pt x="56" y="125"/>
                  </a:lnTo>
                  <a:lnTo>
                    <a:pt x="56" y="134"/>
                  </a:lnTo>
                  <a:lnTo>
                    <a:pt x="61" y="134"/>
                  </a:lnTo>
                  <a:lnTo>
                    <a:pt x="63" y="135"/>
                  </a:lnTo>
                  <a:lnTo>
                    <a:pt x="66" y="137"/>
                  </a:lnTo>
                  <a:lnTo>
                    <a:pt x="69" y="140"/>
                  </a:lnTo>
                  <a:lnTo>
                    <a:pt x="71" y="144"/>
                  </a:lnTo>
                  <a:lnTo>
                    <a:pt x="71" y="147"/>
                  </a:lnTo>
                  <a:lnTo>
                    <a:pt x="74" y="148"/>
                  </a:lnTo>
                  <a:lnTo>
                    <a:pt x="87" y="148"/>
                  </a:lnTo>
                  <a:lnTo>
                    <a:pt x="92" y="150"/>
                  </a:lnTo>
                  <a:lnTo>
                    <a:pt x="94" y="150"/>
                  </a:lnTo>
                  <a:lnTo>
                    <a:pt x="94" y="140"/>
                  </a:lnTo>
                  <a:lnTo>
                    <a:pt x="96" y="137"/>
                  </a:lnTo>
                  <a:lnTo>
                    <a:pt x="96" y="135"/>
                  </a:lnTo>
                  <a:lnTo>
                    <a:pt x="92" y="134"/>
                  </a:lnTo>
                  <a:lnTo>
                    <a:pt x="87" y="134"/>
                  </a:lnTo>
                  <a:lnTo>
                    <a:pt x="87" y="135"/>
                  </a:lnTo>
                  <a:lnTo>
                    <a:pt x="86" y="139"/>
                  </a:lnTo>
                  <a:lnTo>
                    <a:pt x="81" y="139"/>
                  </a:lnTo>
                  <a:lnTo>
                    <a:pt x="76" y="137"/>
                  </a:lnTo>
                  <a:lnTo>
                    <a:pt x="71" y="132"/>
                  </a:lnTo>
                  <a:lnTo>
                    <a:pt x="71" y="130"/>
                  </a:lnTo>
                  <a:lnTo>
                    <a:pt x="69" y="129"/>
                  </a:lnTo>
                  <a:lnTo>
                    <a:pt x="71" y="125"/>
                  </a:lnTo>
                  <a:lnTo>
                    <a:pt x="74" y="122"/>
                  </a:lnTo>
                  <a:lnTo>
                    <a:pt x="78" y="120"/>
                  </a:lnTo>
                  <a:lnTo>
                    <a:pt x="79" y="117"/>
                  </a:lnTo>
                  <a:lnTo>
                    <a:pt x="81" y="111"/>
                  </a:lnTo>
                  <a:lnTo>
                    <a:pt x="78" y="114"/>
                  </a:lnTo>
                  <a:lnTo>
                    <a:pt x="78" y="115"/>
                  </a:lnTo>
                  <a:lnTo>
                    <a:pt x="74" y="119"/>
                  </a:lnTo>
                  <a:lnTo>
                    <a:pt x="68" y="119"/>
                  </a:lnTo>
                  <a:lnTo>
                    <a:pt x="61" y="112"/>
                  </a:lnTo>
                  <a:lnTo>
                    <a:pt x="59" y="112"/>
                  </a:lnTo>
                  <a:lnTo>
                    <a:pt x="59" y="114"/>
                  </a:lnTo>
                  <a:lnTo>
                    <a:pt x="54" y="115"/>
                  </a:lnTo>
                  <a:lnTo>
                    <a:pt x="50" y="114"/>
                  </a:lnTo>
                  <a:lnTo>
                    <a:pt x="50" y="106"/>
                  </a:lnTo>
                  <a:lnTo>
                    <a:pt x="51" y="102"/>
                  </a:lnTo>
                  <a:lnTo>
                    <a:pt x="54" y="99"/>
                  </a:lnTo>
                  <a:lnTo>
                    <a:pt x="59" y="97"/>
                  </a:lnTo>
                  <a:lnTo>
                    <a:pt x="63" y="96"/>
                  </a:lnTo>
                  <a:lnTo>
                    <a:pt x="69" y="94"/>
                  </a:lnTo>
                  <a:lnTo>
                    <a:pt x="74" y="94"/>
                  </a:lnTo>
                  <a:lnTo>
                    <a:pt x="79" y="97"/>
                  </a:lnTo>
                  <a:lnTo>
                    <a:pt x="81" y="102"/>
                  </a:lnTo>
                  <a:lnTo>
                    <a:pt x="86" y="104"/>
                  </a:lnTo>
                  <a:lnTo>
                    <a:pt x="96" y="109"/>
                  </a:lnTo>
                  <a:lnTo>
                    <a:pt x="99" y="112"/>
                  </a:lnTo>
                  <a:lnTo>
                    <a:pt x="101" y="112"/>
                  </a:lnTo>
                  <a:lnTo>
                    <a:pt x="102" y="114"/>
                  </a:lnTo>
                  <a:lnTo>
                    <a:pt x="104" y="109"/>
                  </a:lnTo>
                  <a:lnTo>
                    <a:pt x="109" y="109"/>
                  </a:lnTo>
                  <a:lnTo>
                    <a:pt x="106" y="107"/>
                  </a:lnTo>
                  <a:lnTo>
                    <a:pt x="101" y="104"/>
                  </a:lnTo>
                  <a:lnTo>
                    <a:pt x="96" y="104"/>
                  </a:lnTo>
                  <a:lnTo>
                    <a:pt x="91" y="101"/>
                  </a:lnTo>
                  <a:lnTo>
                    <a:pt x="89" y="99"/>
                  </a:lnTo>
                  <a:lnTo>
                    <a:pt x="92" y="96"/>
                  </a:lnTo>
                  <a:lnTo>
                    <a:pt x="96" y="96"/>
                  </a:lnTo>
                  <a:lnTo>
                    <a:pt x="97" y="91"/>
                  </a:lnTo>
                  <a:lnTo>
                    <a:pt x="94" y="89"/>
                  </a:lnTo>
                  <a:lnTo>
                    <a:pt x="92" y="89"/>
                  </a:lnTo>
                  <a:lnTo>
                    <a:pt x="91" y="86"/>
                  </a:lnTo>
                  <a:lnTo>
                    <a:pt x="89" y="84"/>
                  </a:lnTo>
                  <a:lnTo>
                    <a:pt x="89" y="81"/>
                  </a:lnTo>
                  <a:lnTo>
                    <a:pt x="87" y="76"/>
                  </a:lnTo>
                  <a:lnTo>
                    <a:pt x="84" y="76"/>
                  </a:lnTo>
                  <a:lnTo>
                    <a:pt x="81" y="71"/>
                  </a:lnTo>
                  <a:lnTo>
                    <a:pt x="84" y="69"/>
                  </a:lnTo>
                  <a:lnTo>
                    <a:pt x="86" y="66"/>
                  </a:lnTo>
                  <a:lnTo>
                    <a:pt x="86" y="61"/>
                  </a:lnTo>
                  <a:lnTo>
                    <a:pt x="91" y="61"/>
                  </a:lnTo>
                  <a:lnTo>
                    <a:pt x="94" y="64"/>
                  </a:lnTo>
                  <a:lnTo>
                    <a:pt x="99" y="68"/>
                  </a:lnTo>
                  <a:lnTo>
                    <a:pt x="102" y="69"/>
                  </a:lnTo>
                  <a:lnTo>
                    <a:pt x="109" y="69"/>
                  </a:lnTo>
                  <a:lnTo>
                    <a:pt x="115" y="79"/>
                  </a:lnTo>
                  <a:lnTo>
                    <a:pt x="119" y="89"/>
                  </a:lnTo>
                  <a:lnTo>
                    <a:pt x="125" y="92"/>
                  </a:lnTo>
                  <a:lnTo>
                    <a:pt x="129" y="92"/>
                  </a:lnTo>
                  <a:lnTo>
                    <a:pt x="134" y="91"/>
                  </a:lnTo>
                  <a:lnTo>
                    <a:pt x="132" y="87"/>
                  </a:lnTo>
                  <a:lnTo>
                    <a:pt x="129" y="87"/>
                  </a:lnTo>
                  <a:lnTo>
                    <a:pt x="127" y="86"/>
                  </a:lnTo>
                  <a:lnTo>
                    <a:pt x="127" y="84"/>
                  </a:lnTo>
                  <a:lnTo>
                    <a:pt x="130" y="81"/>
                  </a:lnTo>
                  <a:lnTo>
                    <a:pt x="135" y="79"/>
                  </a:lnTo>
                  <a:lnTo>
                    <a:pt x="139" y="78"/>
                  </a:lnTo>
                  <a:lnTo>
                    <a:pt x="153" y="78"/>
                  </a:lnTo>
                  <a:lnTo>
                    <a:pt x="152" y="73"/>
                  </a:lnTo>
                  <a:lnTo>
                    <a:pt x="162" y="73"/>
                  </a:lnTo>
                  <a:lnTo>
                    <a:pt x="168" y="71"/>
                  </a:lnTo>
                  <a:lnTo>
                    <a:pt x="175" y="73"/>
                  </a:lnTo>
                  <a:lnTo>
                    <a:pt x="176" y="68"/>
                  </a:lnTo>
                  <a:lnTo>
                    <a:pt x="175" y="64"/>
                  </a:lnTo>
                  <a:lnTo>
                    <a:pt x="170" y="63"/>
                  </a:lnTo>
                  <a:lnTo>
                    <a:pt x="170" y="58"/>
                  </a:lnTo>
                  <a:lnTo>
                    <a:pt x="173" y="53"/>
                  </a:lnTo>
                  <a:lnTo>
                    <a:pt x="175" y="50"/>
                  </a:lnTo>
                  <a:lnTo>
                    <a:pt x="170" y="51"/>
                  </a:lnTo>
                  <a:lnTo>
                    <a:pt x="168" y="50"/>
                  </a:lnTo>
                  <a:lnTo>
                    <a:pt x="167" y="46"/>
                  </a:lnTo>
                  <a:lnTo>
                    <a:pt x="165" y="50"/>
                  </a:lnTo>
                  <a:lnTo>
                    <a:pt x="163" y="55"/>
                  </a:lnTo>
                  <a:lnTo>
                    <a:pt x="158" y="58"/>
                  </a:lnTo>
                  <a:lnTo>
                    <a:pt x="152" y="59"/>
                  </a:lnTo>
                  <a:lnTo>
                    <a:pt x="143" y="66"/>
                  </a:lnTo>
                  <a:lnTo>
                    <a:pt x="134" y="69"/>
                  </a:lnTo>
                  <a:lnTo>
                    <a:pt x="120" y="69"/>
                  </a:lnTo>
                  <a:lnTo>
                    <a:pt x="120" y="66"/>
                  </a:lnTo>
                  <a:lnTo>
                    <a:pt x="122" y="64"/>
                  </a:lnTo>
                  <a:lnTo>
                    <a:pt x="124" y="61"/>
                  </a:lnTo>
                  <a:lnTo>
                    <a:pt x="119" y="58"/>
                  </a:lnTo>
                  <a:lnTo>
                    <a:pt x="117" y="56"/>
                  </a:lnTo>
                  <a:lnTo>
                    <a:pt x="111" y="55"/>
                  </a:lnTo>
                  <a:lnTo>
                    <a:pt x="106" y="53"/>
                  </a:lnTo>
                  <a:lnTo>
                    <a:pt x="111" y="48"/>
                  </a:lnTo>
                  <a:lnTo>
                    <a:pt x="120" y="45"/>
                  </a:lnTo>
                  <a:lnTo>
                    <a:pt x="122" y="43"/>
                  </a:lnTo>
                  <a:lnTo>
                    <a:pt x="120" y="41"/>
                  </a:lnTo>
                  <a:lnTo>
                    <a:pt x="112" y="41"/>
                  </a:lnTo>
                  <a:lnTo>
                    <a:pt x="107" y="45"/>
                  </a:lnTo>
                  <a:lnTo>
                    <a:pt x="104" y="46"/>
                  </a:lnTo>
                  <a:lnTo>
                    <a:pt x="99" y="48"/>
                  </a:lnTo>
                  <a:lnTo>
                    <a:pt x="96" y="50"/>
                  </a:lnTo>
                  <a:lnTo>
                    <a:pt x="94" y="48"/>
                  </a:lnTo>
                  <a:lnTo>
                    <a:pt x="97" y="45"/>
                  </a:lnTo>
                  <a:lnTo>
                    <a:pt x="101" y="40"/>
                  </a:lnTo>
                  <a:lnTo>
                    <a:pt x="101" y="38"/>
                  </a:lnTo>
                  <a:lnTo>
                    <a:pt x="97" y="40"/>
                  </a:lnTo>
                  <a:lnTo>
                    <a:pt x="92" y="41"/>
                  </a:lnTo>
                  <a:lnTo>
                    <a:pt x="91" y="45"/>
                  </a:lnTo>
                  <a:lnTo>
                    <a:pt x="86" y="48"/>
                  </a:lnTo>
                  <a:lnTo>
                    <a:pt x="84" y="51"/>
                  </a:lnTo>
                  <a:lnTo>
                    <a:pt x="76" y="51"/>
                  </a:lnTo>
                  <a:lnTo>
                    <a:pt x="73" y="48"/>
                  </a:lnTo>
                  <a:lnTo>
                    <a:pt x="71" y="48"/>
                  </a:lnTo>
                  <a:lnTo>
                    <a:pt x="71" y="46"/>
                  </a:lnTo>
                  <a:lnTo>
                    <a:pt x="63" y="46"/>
                  </a:lnTo>
                  <a:lnTo>
                    <a:pt x="61" y="43"/>
                  </a:lnTo>
                  <a:lnTo>
                    <a:pt x="61" y="40"/>
                  </a:lnTo>
                  <a:lnTo>
                    <a:pt x="87" y="40"/>
                  </a:lnTo>
                  <a:lnTo>
                    <a:pt x="92" y="38"/>
                  </a:lnTo>
                  <a:lnTo>
                    <a:pt x="92" y="36"/>
                  </a:lnTo>
                  <a:lnTo>
                    <a:pt x="81" y="36"/>
                  </a:lnTo>
                  <a:lnTo>
                    <a:pt x="76" y="35"/>
                  </a:lnTo>
                  <a:lnTo>
                    <a:pt x="73" y="33"/>
                  </a:lnTo>
                  <a:lnTo>
                    <a:pt x="63" y="33"/>
                  </a:lnTo>
                  <a:lnTo>
                    <a:pt x="56" y="30"/>
                  </a:lnTo>
                  <a:lnTo>
                    <a:pt x="56" y="27"/>
                  </a:lnTo>
                  <a:lnTo>
                    <a:pt x="59" y="25"/>
                  </a:lnTo>
                  <a:lnTo>
                    <a:pt x="61" y="23"/>
                  </a:lnTo>
                  <a:lnTo>
                    <a:pt x="64" y="22"/>
                  </a:lnTo>
                  <a:lnTo>
                    <a:pt x="68" y="22"/>
                  </a:lnTo>
                  <a:lnTo>
                    <a:pt x="66" y="20"/>
                  </a:lnTo>
                  <a:lnTo>
                    <a:pt x="63" y="20"/>
                  </a:lnTo>
                  <a:lnTo>
                    <a:pt x="61" y="17"/>
                  </a:lnTo>
                  <a:lnTo>
                    <a:pt x="66" y="17"/>
                  </a:lnTo>
                  <a:lnTo>
                    <a:pt x="64" y="13"/>
                  </a:lnTo>
                  <a:lnTo>
                    <a:pt x="50" y="13"/>
                  </a:lnTo>
                  <a:lnTo>
                    <a:pt x="50" y="12"/>
                  </a:lnTo>
                  <a:lnTo>
                    <a:pt x="51" y="7"/>
                  </a:lnTo>
                  <a:lnTo>
                    <a:pt x="54" y="3"/>
                  </a:lnTo>
                  <a:lnTo>
                    <a:pt x="59" y="5"/>
                  </a:lnTo>
                  <a:lnTo>
                    <a:pt x="64" y="8"/>
                  </a:lnTo>
                  <a:lnTo>
                    <a:pt x="66" y="8"/>
                  </a:lnTo>
                  <a:lnTo>
                    <a:pt x="66" y="2"/>
                  </a:lnTo>
                  <a:lnTo>
                    <a:pt x="71" y="2"/>
                  </a:lnTo>
                  <a:lnTo>
                    <a:pt x="74" y="3"/>
                  </a:lnTo>
                  <a:lnTo>
                    <a:pt x="78" y="3"/>
                  </a:lnTo>
                  <a:lnTo>
                    <a:pt x="79" y="5"/>
                  </a:lnTo>
                  <a:lnTo>
                    <a:pt x="81" y="5"/>
                  </a:lnTo>
                  <a:lnTo>
                    <a:pt x="81" y="2"/>
                  </a:lnTo>
                  <a:lnTo>
                    <a:pt x="82" y="2"/>
                  </a:lnTo>
                  <a:lnTo>
                    <a:pt x="87" y="3"/>
                  </a:lnTo>
                  <a:lnTo>
                    <a:pt x="91" y="8"/>
                  </a:lnTo>
                  <a:lnTo>
                    <a:pt x="97" y="10"/>
                  </a:lnTo>
                  <a:lnTo>
                    <a:pt x="101" y="12"/>
                  </a:lnTo>
                  <a:lnTo>
                    <a:pt x="106" y="17"/>
                  </a:lnTo>
                  <a:lnTo>
                    <a:pt x="111" y="17"/>
                  </a:lnTo>
                  <a:lnTo>
                    <a:pt x="114" y="15"/>
                  </a:lnTo>
                  <a:lnTo>
                    <a:pt x="112" y="13"/>
                  </a:lnTo>
                  <a:lnTo>
                    <a:pt x="106" y="10"/>
                  </a:lnTo>
                  <a:lnTo>
                    <a:pt x="106" y="7"/>
                  </a:lnTo>
                  <a:lnTo>
                    <a:pt x="107" y="7"/>
                  </a:lnTo>
                  <a:lnTo>
                    <a:pt x="109" y="5"/>
                  </a:lnTo>
                  <a:lnTo>
                    <a:pt x="106" y="3"/>
                  </a:lnTo>
                  <a:lnTo>
                    <a:pt x="11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1" name="Freeform 251"/>
            <p:cNvSpPr/>
            <p:nvPr/>
          </p:nvSpPr>
          <p:spPr bwMode="auto">
            <a:xfrm>
              <a:off x="2817813" y="1525588"/>
              <a:ext cx="15875" cy="9525"/>
            </a:xfrm>
            <a:custGeom>
              <a:avLst/>
              <a:gdLst/>
              <a:ahLst/>
              <a:cxnLst>
                <a:cxn ang="0">
                  <a:pos x="0" y="0"/>
                </a:cxn>
                <a:cxn ang="0">
                  <a:pos x="5" y="0"/>
                </a:cxn>
                <a:cxn ang="0">
                  <a:pos x="10" y="1"/>
                </a:cxn>
                <a:cxn ang="0">
                  <a:pos x="10" y="3"/>
                </a:cxn>
                <a:cxn ang="0">
                  <a:pos x="7" y="6"/>
                </a:cxn>
                <a:cxn ang="0">
                  <a:pos x="0" y="3"/>
                </a:cxn>
                <a:cxn ang="0">
                  <a:pos x="0" y="0"/>
                </a:cxn>
              </a:cxnLst>
              <a:rect l="0" t="0" r="r" b="b"/>
              <a:pathLst>
                <a:path w="10" h="6">
                  <a:moveTo>
                    <a:pt x="0" y="0"/>
                  </a:moveTo>
                  <a:lnTo>
                    <a:pt x="5" y="0"/>
                  </a:lnTo>
                  <a:lnTo>
                    <a:pt x="10" y="1"/>
                  </a:lnTo>
                  <a:lnTo>
                    <a:pt x="10" y="3"/>
                  </a:lnTo>
                  <a:lnTo>
                    <a:pt x="7" y="6"/>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2" name="Freeform 252"/>
            <p:cNvSpPr/>
            <p:nvPr/>
          </p:nvSpPr>
          <p:spPr bwMode="auto">
            <a:xfrm>
              <a:off x="2522538" y="1376363"/>
              <a:ext cx="282575" cy="203200"/>
            </a:xfrm>
            <a:custGeom>
              <a:avLst/>
              <a:gdLst/>
              <a:ahLst/>
              <a:cxnLst>
                <a:cxn ang="0">
                  <a:pos x="31" y="6"/>
                </a:cxn>
                <a:cxn ang="0">
                  <a:pos x="31" y="15"/>
                </a:cxn>
                <a:cxn ang="0">
                  <a:pos x="35" y="26"/>
                </a:cxn>
                <a:cxn ang="0">
                  <a:pos x="36" y="30"/>
                </a:cxn>
                <a:cxn ang="0">
                  <a:pos x="61" y="30"/>
                </a:cxn>
                <a:cxn ang="0">
                  <a:pos x="59" y="38"/>
                </a:cxn>
                <a:cxn ang="0">
                  <a:pos x="66" y="46"/>
                </a:cxn>
                <a:cxn ang="0">
                  <a:pos x="58" y="48"/>
                </a:cxn>
                <a:cxn ang="0">
                  <a:pos x="53" y="53"/>
                </a:cxn>
                <a:cxn ang="0">
                  <a:pos x="59" y="58"/>
                </a:cxn>
                <a:cxn ang="0">
                  <a:pos x="53" y="59"/>
                </a:cxn>
                <a:cxn ang="0">
                  <a:pos x="54" y="66"/>
                </a:cxn>
                <a:cxn ang="0">
                  <a:pos x="66" y="61"/>
                </a:cxn>
                <a:cxn ang="0">
                  <a:pos x="71" y="66"/>
                </a:cxn>
                <a:cxn ang="0">
                  <a:pos x="64" y="72"/>
                </a:cxn>
                <a:cxn ang="0">
                  <a:pos x="69" y="81"/>
                </a:cxn>
                <a:cxn ang="0">
                  <a:pos x="77" y="79"/>
                </a:cxn>
                <a:cxn ang="0">
                  <a:pos x="89" y="81"/>
                </a:cxn>
                <a:cxn ang="0">
                  <a:pos x="99" y="79"/>
                </a:cxn>
                <a:cxn ang="0">
                  <a:pos x="110" y="84"/>
                </a:cxn>
                <a:cxn ang="0">
                  <a:pos x="117" y="81"/>
                </a:cxn>
                <a:cxn ang="0">
                  <a:pos x="132" y="81"/>
                </a:cxn>
                <a:cxn ang="0">
                  <a:pos x="148" y="82"/>
                </a:cxn>
                <a:cxn ang="0">
                  <a:pos x="161" y="92"/>
                </a:cxn>
                <a:cxn ang="0">
                  <a:pos x="170" y="97"/>
                </a:cxn>
                <a:cxn ang="0">
                  <a:pos x="178" y="109"/>
                </a:cxn>
                <a:cxn ang="0">
                  <a:pos x="171" y="114"/>
                </a:cxn>
                <a:cxn ang="0">
                  <a:pos x="163" y="125"/>
                </a:cxn>
                <a:cxn ang="0">
                  <a:pos x="153" y="127"/>
                </a:cxn>
                <a:cxn ang="0">
                  <a:pos x="143" y="127"/>
                </a:cxn>
                <a:cxn ang="0">
                  <a:pos x="130" y="122"/>
                </a:cxn>
                <a:cxn ang="0">
                  <a:pos x="125" y="117"/>
                </a:cxn>
                <a:cxn ang="0">
                  <a:pos x="107" y="110"/>
                </a:cxn>
                <a:cxn ang="0">
                  <a:pos x="96" y="112"/>
                </a:cxn>
                <a:cxn ang="0">
                  <a:pos x="86" y="112"/>
                </a:cxn>
                <a:cxn ang="0">
                  <a:pos x="74" y="109"/>
                </a:cxn>
                <a:cxn ang="0">
                  <a:pos x="72" y="97"/>
                </a:cxn>
                <a:cxn ang="0">
                  <a:pos x="69" y="97"/>
                </a:cxn>
                <a:cxn ang="0">
                  <a:pos x="63" y="99"/>
                </a:cxn>
                <a:cxn ang="0">
                  <a:pos x="53" y="105"/>
                </a:cxn>
                <a:cxn ang="0">
                  <a:pos x="44" y="89"/>
                </a:cxn>
                <a:cxn ang="0">
                  <a:pos x="35" y="92"/>
                </a:cxn>
                <a:cxn ang="0">
                  <a:pos x="33" y="89"/>
                </a:cxn>
                <a:cxn ang="0">
                  <a:pos x="26" y="86"/>
                </a:cxn>
                <a:cxn ang="0">
                  <a:pos x="30" y="56"/>
                </a:cxn>
                <a:cxn ang="0">
                  <a:pos x="31" y="46"/>
                </a:cxn>
                <a:cxn ang="0">
                  <a:pos x="16" y="41"/>
                </a:cxn>
                <a:cxn ang="0">
                  <a:pos x="10" y="36"/>
                </a:cxn>
                <a:cxn ang="0">
                  <a:pos x="2" y="20"/>
                </a:cxn>
                <a:cxn ang="0">
                  <a:pos x="5" y="8"/>
                </a:cxn>
                <a:cxn ang="0">
                  <a:pos x="23" y="6"/>
                </a:cxn>
              </a:cxnLst>
              <a:rect l="0" t="0" r="r" b="b"/>
              <a:pathLst>
                <a:path w="178" h="128">
                  <a:moveTo>
                    <a:pt x="26" y="0"/>
                  </a:moveTo>
                  <a:lnTo>
                    <a:pt x="30" y="3"/>
                  </a:lnTo>
                  <a:lnTo>
                    <a:pt x="31" y="6"/>
                  </a:lnTo>
                  <a:lnTo>
                    <a:pt x="28" y="10"/>
                  </a:lnTo>
                  <a:lnTo>
                    <a:pt x="28" y="11"/>
                  </a:lnTo>
                  <a:lnTo>
                    <a:pt x="31" y="15"/>
                  </a:lnTo>
                  <a:lnTo>
                    <a:pt x="36" y="15"/>
                  </a:lnTo>
                  <a:lnTo>
                    <a:pt x="38" y="21"/>
                  </a:lnTo>
                  <a:lnTo>
                    <a:pt x="35" y="26"/>
                  </a:lnTo>
                  <a:lnTo>
                    <a:pt x="33" y="31"/>
                  </a:lnTo>
                  <a:lnTo>
                    <a:pt x="36" y="31"/>
                  </a:lnTo>
                  <a:lnTo>
                    <a:pt x="36" y="30"/>
                  </a:lnTo>
                  <a:lnTo>
                    <a:pt x="38" y="28"/>
                  </a:lnTo>
                  <a:lnTo>
                    <a:pt x="56" y="28"/>
                  </a:lnTo>
                  <a:lnTo>
                    <a:pt x="61" y="30"/>
                  </a:lnTo>
                  <a:lnTo>
                    <a:pt x="63" y="34"/>
                  </a:lnTo>
                  <a:lnTo>
                    <a:pt x="58" y="36"/>
                  </a:lnTo>
                  <a:lnTo>
                    <a:pt x="59" y="38"/>
                  </a:lnTo>
                  <a:lnTo>
                    <a:pt x="64" y="38"/>
                  </a:lnTo>
                  <a:lnTo>
                    <a:pt x="64" y="43"/>
                  </a:lnTo>
                  <a:lnTo>
                    <a:pt x="66" y="46"/>
                  </a:lnTo>
                  <a:lnTo>
                    <a:pt x="64" y="46"/>
                  </a:lnTo>
                  <a:lnTo>
                    <a:pt x="63" y="48"/>
                  </a:lnTo>
                  <a:lnTo>
                    <a:pt x="58" y="48"/>
                  </a:lnTo>
                  <a:lnTo>
                    <a:pt x="58" y="51"/>
                  </a:lnTo>
                  <a:lnTo>
                    <a:pt x="51" y="49"/>
                  </a:lnTo>
                  <a:lnTo>
                    <a:pt x="53" y="53"/>
                  </a:lnTo>
                  <a:lnTo>
                    <a:pt x="56" y="54"/>
                  </a:lnTo>
                  <a:lnTo>
                    <a:pt x="59" y="54"/>
                  </a:lnTo>
                  <a:lnTo>
                    <a:pt x="59" y="58"/>
                  </a:lnTo>
                  <a:lnTo>
                    <a:pt x="56" y="58"/>
                  </a:lnTo>
                  <a:lnTo>
                    <a:pt x="54" y="59"/>
                  </a:lnTo>
                  <a:lnTo>
                    <a:pt x="53" y="59"/>
                  </a:lnTo>
                  <a:lnTo>
                    <a:pt x="49" y="62"/>
                  </a:lnTo>
                  <a:lnTo>
                    <a:pt x="51" y="66"/>
                  </a:lnTo>
                  <a:lnTo>
                    <a:pt x="54" y="66"/>
                  </a:lnTo>
                  <a:lnTo>
                    <a:pt x="58" y="62"/>
                  </a:lnTo>
                  <a:lnTo>
                    <a:pt x="58" y="61"/>
                  </a:lnTo>
                  <a:lnTo>
                    <a:pt x="66" y="61"/>
                  </a:lnTo>
                  <a:lnTo>
                    <a:pt x="67" y="62"/>
                  </a:lnTo>
                  <a:lnTo>
                    <a:pt x="69" y="66"/>
                  </a:lnTo>
                  <a:lnTo>
                    <a:pt x="71" y="66"/>
                  </a:lnTo>
                  <a:lnTo>
                    <a:pt x="71" y="67"/>
                  </a:lnTo>
                  <a:lnTo>
                    <a:pt x="69" y="67"/>
                  </a:lnTo>
                  <a:lnTo>
                    <a:pt x="64" y="72"/>
                  </a:lnTo>
                  <a:lnTo>
                    <a:pt x="64" y="74"/>
                  </a:lnTo>
                  <a:lnTo>
                    <a:pt x="66" y="76"/>
                  </a:lnTo>
                  <a:lnTo>
                    <a:pt x="69" y="81"/>
                  </a:lnTo>
                  <a:lnTo>
                    <a:pt x="77" y="72"/>
                  </a:lnTo>
                  <a:lnTo>
                    <a:pt x="79" y="76"/>
                  </a:lnTo>
                  <a:lnTo>
                    <a:pt x="77" y="79"/>
                  </a:lnTo>
                  <a:lnTo>
                    <a:pt x="86" y="79"/>
                  </a:lnTo>
                  <a:lnTo>
                    <a:pt x="87" y="81"/>
                  </a:lnTo>
                  <a:lnTo>
                    <a:pt x="89" y="81"/>
                  </a:lnTo>
                  <a:lnTo>
                    <a:pt x="91" y="77"/>
                  </a:lnTo>
                  <a:lnTo>
                    <a:pt x="94" y="77"/>
                  </a:lnTo>
                  <a:lnTo>
                    <a:pt x="99" y="79"/>
                  </a:lnTo>
                  <a:lnTo>
                    <a:pt x="102" y="81"/>
                  </a:lnTo>
                  <a:lnTo>
                    <a:pt x="107" y="82"/>
                  </a:lnTo>
                  <a:lnTo>
                    <a:pt x="110" y="84"/>
                  </a:lnTo>
                  <a:lnTo>
                    <a:pt x="112" y="84"/>
                  </a:lnTo>
                  <a:lnTo>
                    <a:pt x="115" y="82"/>
                  </a:lnTo>
                  <a:lnTo>
                    <a:pt x="117" y="81"/>
                  </a:lnTo>
                  <a:lnTo>
                    <a:pt x="122" y="82"/>
                  </a:lnTo>
                  <a:lnTo>
                    <a:pt x="129" y="82"/>
                  </a:lnTo>
                  <a:lnTo>
                    <a:pt x="132" y="81"/>
                  </a:lnTo>
                  <a:lnTo>
                    <a:pt x="133" y="79"/>
                  </a:lnTo>
                  <a:lnTo>
                    <a:pt x="143" y="79"/>
                  </a:lnTo>
                  <a:lnTo>
                    <a:pt x="148" y="82"/>
                  </a:lnTo>
                  <a:lnTo>
                    <a:pt x="152" y="86"/>
                  </a:lnTo>
                  <a:lnTo>
                    <a:pt x="157" y="86"/>
                  </a:lnTo>
                  <a:lnTo>
                    <a:pt x="161" y="92"/>
                  </a:lnTo>
                  <a:lnTo>
                    <a:pt x="165" y="94"/>
                  </a:lnTo>
                  <a:lnTo>
                    <a:pt x="170" y="94"/>
                  </a:lnTo>
                  <a:lnTo>
                    <a:pt x="170" y="97"/>
                  </a:lnTo>
                  <a:lnTo>
                    <a:pt x="176" y="104"/>
                  </a:lnTo>
                  <a:lnTo>
                    <a:pt x="176" y="107"/>
                  </a:lnTo>
                  <a:lnTo>
                    <a:pt x="178" y="109"/>
                  </a:lnTo>
                  <a:lnTo>
                    <a:pt x="178" y="112"/>
                  </a:lnTo>
                  <a:lnTo>
                    <a:pt x="173" y="112"/>
                  </a:lnTo>
                  <a:lnTo>
                    <a:pt x="171" y="114"/>
                  </a:lnTo>
                  <a:lnTo>
                    <a:pt x="173" y="120"/>
                  </a:lnTo>
                  <a:lnTo>
                    <a:pt x="168" y="123"/>
                  </a:lnTo>
                  <a:lnTo>
                    <a:pt x="163" y="125"/>
                  </a:lnTo>
                  <a:lnTo>
                    <a:pt x="158" y="125"/>
                  </a:lnTo>
                  <a:lnTo>
                    <a:pt x="155" y="123"/>
                  </a:lnTo>
                  <a:lnTo>
                    <a:pt x="153" y="127"/>
                  </a:lnTo>
                  <a:lnTo>
                    <a:pt x="150" y="128"/>
                  </a:lnTo>
                  <a:lnTo>
                    <a:pt x="145" y="128"/>
                  </a:lnTo>
                  <a:lnTo>
                    <a:pt x="143" y="127"/>
                  </a:lnTo>
                  <a:lnTo>
                    <a:pt x="140" y="127"/>
                  </a:lnTo>
                  <a:lnTo>
                    <a:pt x="135" y="123"/>
                  </a:lnTo>
                  <a:lnTo>
                    <a:pt x="130" y="122"/>
                  </a:lnTo>
                  <a:lnTo>
                    <a:pt x="127" y="120"/>
                  </a:lnTo>
                  <a:lnTo>
                    <a:pt x="127" y="115"/>
                  </a:lnTo>
                  <a:lnTo>
                    <a:pt x="125" y="117"/>
                  </a:lnTo>
                  <a:lnTo>
                    <a:pt x="109" y="117"/>
                  </a:lnTo>
                  <a:lnTo>
                    <a:pt x="107" y="114"/>
                  </a:lnTo>
                  <a:lnTo>
                    <a:pt x="107" y="110"/>
                  </a:lnTo>
                  <a:lnTo>
                    <a:pt x="105" y="110"/>
                  </a:lnTo>
                  <a:lnTo>
                    <a:pt x="104" y="112"/>
                  </a:lnTo>
                  <a:lnTo>
                    <a:pt x="96" y="112"/>
                  </a:lnTo>
                  <a:lnTo>
                    <a:pt x="92" y="114"/>
                  </a:lnTo>
                  <a:lnTo>
                    <a:pt x="89" y="112"/>
                  </a:lnTo>
                  <a:lnTo>
                    <a:pt x="86" y="112"/>
                  </a:lnTo>
                  <a:lnTo>
                    <a:pt x="84" y="110"/>
                  </a:lnTo>
                  <a:lnTo>
                    <a:pt x="81" y="109"/>
                  </a:lnTo>
                  <a:lnTo>
                    <a:pt x="74" y="109"/>
                  </a:lnTo>
                  <a:lnTo>
                    <a:pt x="72" y="107"/>
                  </a:lnTo>
                  <a:lnTo>
                    <a:pt x="71" y="102"/>
                  </a:lnTo>
                  <a:lnTo>
                    <a:pt x="72" y="97"/>
                  </a:lnTo>
                  <a:lnTo>
                    <a:pt x="74" y="95"/>
                  </a:lnTo>
                  <a:lnTo>
                    <a:pt x="72" y="95"/>
                  </a:lnTo>
                  <a:lnTo>
                    <a:pt x="69" y="97"/>
                  </a:lnTo>
                  <a:lnTo>
                    <a:pt x="67" y="99"/>
                  </a:lnTo>
                  <a:lnTo>
                    <a:pt x="66" y="97"/>
                  </a:lnTo>
                  <a:lnTo>
                    <a:pt x="63" y="99"/>
                  </a:lnTo>
                  <a:lnTo>
                    <a:pt x="59" y="102"/>
                  </a:lnTo>
                  <a:lnTo>
                    <a:pt x="58" y="105"/>
                  </a:lnTo>
                  <a:lnTo>
                    <a:pt x="53" y="105"/>
                  </a:lnTo>
                  <a:lnTo>
                    <a:pt x="46" y="99"/>
                  </a:lnTo>
                  <a:lnTo>
                    <a:pt x="44" y="94"/>
                  </a:lnTo>
                  <a:lnTo>
                    <a:pt x="44" y="89"/>
                  </a:lnTo>
                  <a:lnTo>
                    <a:pt x="41" y="92"/>
                  </a:lnTo>
                  <a:lnTo>
                    <a:pt x="38" y="94"/>
                  </a:lnTo>
                  <a:lnTo>
                    <a:pt x="35" y="92"/>
                  </a:lnTo>
                  <a:lnTo>
                    <a:pt x="35" y="90"/>
                  </a:lnTo>
                  <a:lnTo>
                    <a:pt x="33" y="90"/>
                  </a:lnTo>
                  <a:lnTo>
                    <a:pt x="33" y="89"/>
                  </a:lnTo>
                  <a:lnTo>
                    <a:pt x="31" y="89"/>
                  </a:lnTo>
                  <a:lnTo>
                    <a:pt x="30" y="87"/>
                  </a:lnTo>
                  <a:lnTo>
                    <a:pt x="26" y="86"/>
                  </a:lnTo>
                  <a:lnTo>
                    <a:pt x="26" y="66"/>
                  </a:lnTo>
                  <a:lnTo>
                    <a:pt x="30" y="62"/>
                  </a:lnTo>
                  <a:lnTo>
                    <a:pt x="30" y="56"/>
                  </a:lnTo>
                  <a:lnTo>
                    <a:pt x="33" y="53"/>
                  </a:lnTo>
                  <a:lnTo>
                    <a:pt x="33" y="48"/>
                  </a:lnTo>
                  <a:lnTo>
                    <a:pt x="31" y="46"/>
                  </a:lnTo>
                  <a:lnTo>
                    <a:pt x="30" y="43"/>
                  </a:lnTo>
                  <a:lnTo>
                    <a:pt x="21" y="43"/>
                  </a:lnTo>
                  <a:lnTo>
                    <a:pt x="16" y="41"/>
                  </a:lnTo>
                  <a:lnTo>
                    <a:pt x="15" y="38"/>
                  </a:lnTo>
                  <a:lnTo>
                    <a:pt x="13" y="38"/>
                  </a:lnTo>
                  <a:lnTo>
                    <a:pt x="10" y="36"/>
                  </a:lnTo>
                  <a:lnTo>
                    <a:pt x="8" y="33"/>
                  </a:lnTo>
                  <a:lnTo>
                    <a:pt x="8" y="30"/>
                  </a:lnTo>
                  <a:lnTo>
                    <a:pt x="2" y="20"/>
                  </a:lnTo>
                  <a:lnTo>
                    <a:pt x="0" y="15"/>
                  </a:lnTo>
                  <a:lnTo>
                    <a:pt x="0" y="10"/>
                  </a:lnTo>
                  <a:lnTo>
                    <a:pt x="5" y="8"/>
                  </a:lnTo>
                  <a:lnTo>
                    <a:pt x="8" y="5"/>
                  </a:lnTo>
                  <a:lnTo>
                    <a:pt x="20" y="5"/>
                  </a:lnTo>
                  <a:lnTo>
                    <a:pt x="23" y="6"/>
                  </a:lnTo>
                  <a:lnTo>
                    <a:pt x="26" y="3"/>
                  </a:lnTo>
                  <a:lnTo>
                    <a:pt x="2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3" name="Freeform 253"/>
            <p:cNvSpPr/>
            <p:nvPr/>
          </p:nvSpPr>
          <p:spPr bwMode="auto">
            <a:xfrm>
              <a:off x="2632076" y="1428750"/>
              <a:ext cx="11113" cy="15875"/>
            </a:xfrm>
            <a:custGeom>
              <a:avLst/>
              <a:gdLst/>
              <a:ahLst/>
              <a:cxnLst>
                <a:cxn ang="0">
                  <a:pos x="2" y="0"/>
                </a:cxn>
                <a:cxn ang="0">
                  <a:pos x="5" y="0"/>
                </a:cxn>
                <a:cxn ang="0">
                  <a:pos x="7" y="1"/>
                </a:cxn>
                <a:cxn ang="0">
                  <a:pos x="7" y="5"/>
                </a:cxn>
                <a:cxn ang="0">
                  <a:pos x="2" y="10"/>
                </a:cxn>
                <a:cxn ang="0">
                  <a:pos x="2" y="5"/>
                </a:cxn>
                <a:cxn ang="0">
                  <a:pos x="0" y="3"/>
                </a:cxn>
                <a:cxn ang="0">
                  <a:pos x="0" y="1"/>
                </a:cxn>
                <a:cxn ang="0">
                  <a:pos x="2" y="0"/>
                </a:cxn>
              </a:cxnLst>
              <a:rect l="0" t="0" r="r" b="b"/>
              <a:pathLst>
                <a:path w="7" h="10">
                  <a:moveTo>
                    <a:pt x="2" y="0"/>
                  </a:moveTo>
                  <a:lnTo>
                    <a:pt x="5" y="0"/>
                  </a:lnTo>
                  <a:lnTo>
                    <a:pt x="7" y="1"/>
                  </a:lnTo>
                  <a:lnTo>
                    <a:pt x="7" y="5"/>
                  </a:lnTo>
                  <a:lnTo>
                    <a:pt x="2" y="10"/>
                  </a:lnTo>
                  <a:lnTo>
                    <a:pt x="2" y="5"/>
                  </a:lnTo>
                  <a:lnTo>
                    <a:pt x="0" y="3"/>
                  </a:lnTo>
                  <a:lnTo>
                    <a:pt x="0"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4" name="Freeform 254"/>
            <p:cNvSpPr/>
            <p:nvPr/>
          </p:nvSpPr>
          <p:spPr bwMode="auto">
            <a:xfrm>
              <a:off x="2574926" y="1357313"/>
              <a:ext cx="39688" cy="15875"/>
            </a:xfrm>
            <a:custGeom>
              <a:avLst/>
              <a:gdLst/>
              <a:ahLst/>
              <a:cxnLst>
                <a:cxn ang="0">
                  <a:pos x="6" y="0"/>
                </a:cxn>
                <a:cxn ang="0">
                  <a:pos x="11" y="2"/>
                </a:cxn>
                <a:cxn ang="0">
                  <a:pos x="15" y="5"/>
                </a:cxn>
                <a:cxn ang="0">
                  <a:pos x="18" y="4"/>
                </a:cxn>
                <a:cxn ang="0">
                  <a:pos x="20" y="2"/>
                </a:cxn>
                <a:cxn ang="0">
                  <a:pos x="25" y="2"/>
                </a:cxn>
                <a:cxn ang="0">
                  <a:pos x="25" y="5"/>
                </a:cxn>
                <a:cxn ang="0">
                  <a:pos x="23" y="9"/>
                </a:cxn>
                <a:cxn ang="0">
                  <a:pos x="20" y="10"/>
                </a:cxn>
                <a:cxn ang="0">
                  <a:pos x="6" y="10"/>
                </a:cxn>
                <a:cxn ang="0">
                  <a:pos x="3" y="7"/>
                </a:cxn>
                <a:cxn ang="0">
                  <a:pos x="0" y="5"/>
                </a:cxn>
                <a:cxn ang="0">
                  <a:pos x="2" y="2"/>
                </a:cxn>
                <a:cxn ang="0">
                  <a:pos x="6" y="0"/>
                </a:cxn>
              </a:cxnLst>
              <a:rect l="0" t="0" r="r" b="b"/>
              <a:pathLst>
                <a:path w="25" h="10">
                  <a:moveTo>
                    <a:pt x="6" y="0"/>
                  </a:moveTo>
                  <a:lnTo>
                    <a:pt x="11" y="2"/>
                  </a:lnTo>
                  <a:lnTo>
                    <a:pt x="15" y="5"/>
                  </a:lnTo>
                  <a:lnTo>
                    <a:pt x="18" y="4"/>
                  </a:lnTo>
                  <a:lnTo>
                    <a:pt x="20" y="2"/>
                  </a:lnTo>
                  <a:lnTo>
                    <a:pt x="25" y="2"/>
                  </a:lnTo>
                  <a:lnTo>
                    <a:pt x="25" y="5"/>
                  </a:lnTo>
                  <a:lnTo>
                    <a:pt x="23" y="9"/>
                  </a:lnTo>
                  <a:lnTo>
                    <a:pt x="20" y="10"/>
                  </a:lnTo>
                  <a:lnTo>
                    <a:pt x="6" y="10"/>
                  </a:lnTo>
                  <a:lnTo>
                    <a:pt x="3" y="7"/>
                  </a:lnTo>
                  <a:lnTo>
                    <a:pt x="0" y="5"/>
                  </a:lnTo>
                  <a:lnTo>
                    <a:pt x="2" y="2"/>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5" name="Freeform 255"/>
            <p:cNvSpPr/>
            <p:nvPr/>
          </p:nvSpPr>
          <p:spPr bwMode="auto">
            <a:xfrm>
              <a:off x="2538413" y="1284288"/>
              <a:ext cx="61913" cy="63500"/>
            </a:xfrm>
            <a:custGeom>
              <a:avLst/>
              <a:gdLst/>
              <a:ahLst/>
              <a:cxnLst>
                <a:cxn ang="0">
                  <a:pos x="8" y="0"/>
                </a:cxn>
                <a:cxn ang="0">
                  <a:pos x="13" y="2"/>
                </a:cxn>
                <a:cxn ang="0">
                  <a:pos x="18" y="2"/>
                </a:cxn>
                <a:cxn ang="0">
                  <a:pos x="20" y="7"/>
                </a:cxn>
                <a:cxn ang="0">
                  <a:pos x="23" y="10"/>
                </a:cxn>
                <a:cxn ang="0">
                  <a:pos x="29" y="10"/>
                </a:cxn>
                <a:cxn ang="0">
                  <a:pos x="29" y="15"/>
                </a:cxn>
                <a:cxn ang="0">
                  <a:pos x="33" y="18"/>
                </a:cxn>
                <a:cxn ang="0">
                  <a:pos x="36" y="20"/>
                </a:cxn>
                <a:cxn ang="0">
                  <a:pos x="39" y="23"/>
                </a:cxn>
                <a:cxn ang="0">
                  <a:pos x="39" y="30"/>
                </a:cxn>
                <a:cxn ang="0">
                  <a:pos x="38" y="35"/>
                </a:cxn>
                <a:cxn ang="0">
                  <a:pos x="31" y="35"/>
                </a:cxn>
                <a:cxn ang="0">
                  <a:pos x="29" y="38"/>
                </a:cxn>
                <a:cxn ang="0">
                  <a:pos x="26" y="35"/>
                </a:cxn>
                <a:cxn ang="0">
                  <a:pos x="21" y="33"/>
                </a:cxn>
                <a:cxn ang="0">
                  <a:pos x="18" y="36"/>
                </a:cxn>
                <a:cxn ang="0">
                  <a:pos x="16" y="40"/>
                </a:cxn>
                <a:cxn ang="0">
                  <a:pos x="13" y="40"/>
                </a:cxn>
                <a:cxn ang="0">
                  <a:pos x="3" y="30"/>
                </a:cxn>
                <a:cxn ang="0">
                  <a:pos x="0" y="30"/>
                </a:cxn>
                <a:cxn ang="0">
                  <a:pos x="0" y="23"/>
                </a:cxn>
                <a:cxn ang="0">
                  <a:pos x="3" y="22"/>
                </a:cxn>
                <a:cxn ang="0">
                  <a:pos x="6" y="23"/>
                </a:cxn>
                <a:cxn ang="0">
                  <a:pos x="11" y="23"/>
                </a:cxn>
                <a:cxn ang="0">
                  <a:pos x="11" y="18"/>
                </a:cxn>
                <a:cxn ang="0">
                  <a:pos x="5" y="12"/>
                </a:cxn>
                <a:cxn ang="0">
                  <a:pos x="5" y="5"/>
                </a:cxn>
                <a:cxn ang="0">
                  <a:pos x="6" y="5"/>
                </a:cxn>
                <a:cxn ang="0">
                  <a:pos x="8" y="0"/>
                </a:cxn>
              </a:cxnLst>
              <a:rect l="0" t="0" r="r" b="b"/>
              <a:pathLst>
                <a:path w="39" h="40">
                  <a:moveTo>
                    <a:pt x="8" y="0"/>
                  </a:moveTo>
                  <a:lnTo>
                    <a:pt x="13" y="2"/>
                  </a:lnTo>
                  <a:lnTo>
                    <a:pt x="18" y="2"/>
                  </a:lnTo>
                  <a:lnTo>
                    <a:pt x="20" y="7"/>
                  </a:lnTo>
                  <a:lnTo>
                    <a:pt x="23" y="10"/>
                  </a:lnTo>
                  <a:lnTo>
                    <a:pt x="29" y="10"/>
                  </a:lnTo>
                  <a:lnTo>
                    <a:pt x="29" y="15"/>
                  </a:lnTo>
                  <a:lnTo>
                    <a:pt x="33" y="18"/>
                  </a:lnTo>
                  <a:lnTo>
                    <a:pt x="36" y="20"/>
                  </a:lnTo>
                  <a:lnTo>
                    <a:pt x="39" y="23"/>
                  </a:lnTo>
                  <a:lnTo>
                    <a:pt x="39" y="30"/>
                  </a:lnTo>
                  <a:lnTo>
                    <a:pt x="38" y="35"/>
                  </a:lnTo>
                  <a:lnTo>
                    <a:pt x="31" y="35"/>
                  </a:lnTo>
                  <a:lnTo>
                    <a:pt x="29" y="38"/>
                  </a:lnTo>
                  <a:lnTo>
                    <a:pt x="26" y="35"/>
                  </a:lnTo>
                  <a:lnTo>
                    <a:pt x="21" y="33"/>
                  </a:lnTo>
                  <a:lnTo>
                    <a:pt x="18" y="36"/>
                  </a:lnTo>
                  <a:lnTo>
                    <a:pt x="16" y="40"/>
                  </a:lnTo>
                  <a:lnTo>
                    <a:pt x="13" y="40"/>
                  </a:lnTo>
                  <a:lnTo>
                    <a:pt x="3" y="30"/>
                  </a:lnTo>
                  <a:lnTo>
                    <a:pt x="0" y="30"/>
                  </a:lnTo>
                  <a:lnTo>
                    <a:pt x="0" y="23"/>
                  </a:lnTo>
                  <a:lnTo>
                    <a:pt x="3" y="22"/>
                  </a:lnTo>
                  <a:lnTo>
                    <a:pt x="6" y="23"/>
                  </a:lnTo>
                  <a:lnTo>
                    <a:pt x="11" y="23"/>
                  </a:lnTo>
                  <a:lnTo>
                    <a:pt x="11" y="18"/>
                  </a:lnTo>
                  <a:lnTo>
                    <a:pt x="5" y="12"/>
                  </a:lnTo>
                  <a:lnTo>
                    <a:pt x="5" y="5"/>
                  </a:lnTo>
                  <a:lnTo>
                    <a:pt x="6" y="5"/>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6" name="Freeform 256"/>
            <p:cNvSpPr/>
            <p:nvPr/>
          </p:nvSpPr>
          <p:spPr bwMode="auto">
            <a:xfrm>
              <a:off x="2547938" y="1222375"/>
              <a:ext cx="22225" cy="25400"/>
            </a:xfrm>
            <a:custGeom>
              <a:avLst/>
              <a:gdLst/>
              <a:ahLst/>
              <a:cxnLst>
                <a:cxn ang="0">
                  <a:pos x="5" y="0"/>
                </a:cxn>
                <a:cxn ang="0">
                  <a:pos x="10" y="1"/>
                </a:cxn>
                <a:cxn ang="0">
                  <a:pos x="12" y="6"/>
                </a:cxn>
                <a:cxn ang="0">
                  <a:pos x="14" y="10"/>
                </a:cxn>
                <a:cxn ang="0">
                  <a:pos x="12" y="14"/>
                </a:cxn>
                <a:cxn ang="0">
                  <a:pos x="9" y="16"/>
                </a:cxn>
                <a:cxn ang="0">
                  <a:pos x="5" y="13"/>
                </a:cxn>
                <a:cxn ang="0">
                  <a:pos x="2" y="14"/>
                </a:cxn>
                <a:cxn ang="0">
                  <a:pos x="0" y="11"/>
                </a:cxn>
                <a:cxn ang="0">
                  <a:pos x="0" y="3"/>
                </a:cxn>
                <a:cxn ang="0">
                  <a:pos x="2" y="1"/>
                </a:cxn>
                <a:cxn ang="0">
                  <a:pos x="5" y="0"/>
                </a:cxn>
              </a:cxnLst>
              <a:rect l="0" t="0" r="r" b="b"/>
              <a:pathLst>
                <a:path w="14" h="16">
                  <a:moveTo>
                    <a:pt x="5" y="0"/>
                  </a:moveTo>
                  <a:lnTo>
                    <a:pt x="10" y="1"/>
                  </a:lnTo>
                  <a:lnTo>
                    <a:pt x="12" y="6"/>
                  </a:lnTo>
                  <a:lnTo>
                    <a:pt x="14" y="10"/>
                  </a:lnTo>
                  <a:lnTo>
                    <a:pt x="12" y="14"/>
                  </a:lnTo>
                  <a:lnTo>
                    <a:pt x="9" y="16"/>
                  </a:lnTo>
                  <a:lnTo>
                    <a:pt x="5" y="13"/>
                  </a:lnTo>
                  <a:lnTo>
                    <a:pt x="2" y="14"/>
                  </a:lnTo>
                  <a:lnTo>
                    <a:pt x="0" y="11"/>
                  </a:lnTo>
                  <a:lnTo>
                    <a:pt x="0" y="3"/>
                  </a:lnTo>
                  <a:lnTo>
                    <a:pt x="2" y="1"/>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7" name="Freeform 257"/>
            <p:cNvSpPr/>
            <p:nvPr/>
          </p:nvSpPr>
          <p:spPr bwMode="auto">
            <a:xfrm>
              <a:off x="2598738" y="1198563"/>
              <a:ext cx="166688" cy="165100"/>
            </a:xfrm>
            <a:custGeom>
              <a:avLst/>
              <a:gdLst/>
              <a:ahLst/>
              <a:cxnLst>
                <a:cxn ang="0">
                  <a:pos x="46" y="1"/>
                </a:cxn>
                <a:cxn ang="0">
                  <a:pos x="61" y="18"/>
                </a:cxn>
                <a:cxn ang="0">
                  <a:pos x="64" y="34"/>
                </a:cxn>
                <a:cxn ang="0">
                  <a:pos x="71" y="38"/>
                </a:cxn>
                <a:cxn ang="0">
                  <a:pos x="76" y="44"/>
                </a:cxn>
                <a:cxn ang="0">
                  <a:pos x="81" y="53"/>
                </a:cxn>
                <a:cxn ang="0">
                  <a:pos x="82" y="48"/>
                </a:cxn>
                <a:cxn ang="0">
                  <a:pos x="87" y="46"/>
                </a:cxn>
                <a:cxn ang="0">
                  <a:pos x="94" y="54"/>
                </a:cxn>
                <a:cxn ang="0">
                  <a:pos x="97" y="62"/>
                </a:cxn>
                <a:cxn ang="0">
                  <a:pos x="90" y="69"/>
                </a:cxn>
                <a:cxn ang="0">
                  <a:pos x="92" y="76"/>
                </a:cxn>
                <a:cxn ang="0">
                  <a:pos x="100" y="74"/>
                </a:cxn>
                <a:cxn ang="0">
                  <a:pos x="105" y="81"/>
                </a:cxn>
                <a:cxn ang="0">
                  <a:pos x="104" y="84"/>
                </a:cxn>
                <a:cxn ang="0">
                  <a:pos x="102" y="85"/>
                </a:cxn>
                <a:cxn ang="0">
                  <a:pos x="90" y="84"/>
                </a:cxn>
                <a:cxn ang="0">
                  <a:pos x="84" y="90"/>
                </a:cxn>
                <a:cxn ang="0">
                  <a:pos x="77" y="92"/>
                </a:cxn>
                <a:cxn ang="0">
                  <a:pos x="79" y="89"/>
                </a:cxn>
                <a:cxn ang="0">
                  <a:pos x="81" y="85"/>
                </a:cxn>
                <a:cxn ang="0">
                  <a:pos x="77" y="87"/>
                </a:cxn>
                <a:cxn ang="0">
                  <a:pos x="74" y="89"/>
                </a:cxn>
                <a:cxn ang="0">
                  <a:pos x="72" y="94"/>
                </a:cxn>
                <a:cxn ang="0">
                  <a:pos x="71" y="87"/>
                </a:cxn>
                <a:cxn ang="0">
                  <a:pos x="67" y="92"/>
                </a:cxn>
                <a:cxn ang="0">
                  <a:pos x="66" y="102"/>
                </a:cxn>
                <a:cxn ang="0">
                  <a:pos x="61" y="99"/>
                </a:cxn>
                <a:cxn ang="0">
                  <a:pos x="56" y="100"/>
                </a:cxn>
                <a:cxn ang="0">
                  <a:pos x="51" y="97"/>
                </a:cxn>
                <a:cxn ang="0">
                  <a:pos x="43" y="100"/>
                </a:cxn>
                <a:cxn ang="0">
                  <a:pos x="39" y="95"/>
                </a:cxn>
                <a:cxn ang="0">
                  <a:pos x="26" y="87"/>
                </a:cxn>
                <a:cxn ang="0">
                  <a:pos x="24" y="81"/>
                </a:cxn>
                <a:cxn ang="0">
                  <a:pos x="23" y="77"/>
                </a:cxn>
                <a:cxn ang="0">
                  <a:pos x="13" y="71"/>
                </a:cxn>
                <a:cxn ang="0">
                  <a:pos x="16" y="62"/>
                </a:cxn>
                <a:cxn ang="0">
                  <a:pos x="26" y="61"/>
                </a:cxn>
                <a:cxn ang="0">
                  <a:pos x="36" y="64"/>
                </a:cxn>
                <a:cxn ang="0">
                  <a:pos x="46" y="66"/>
                </a:cxn>
                <a:cxn ang="0">
                  <a:pos x="46" y="62"/>
                </a:cxn>
                <a:cxn ang="0">
                  <a:pos x="38" y="61"/>
                </a:cxn>
                <a:cxn ang="0">
                  <a:pos x="44" y="57"/>
                </a:cxn>
                <a:cxn ang="0">
                  <a:pos x="39" y="53"/>
                </a:cxn>
                <a:cxn ang="0">
                  <a:pos x="31" y="54"/>
                </a:cxn>
                <a:cxn ang="0">
                  <a:pos x="28" y="56"/>
                </a:cxn>
                <a:cxn ang="0">
                  <a:pos x="23" y="59"/>
                </a:cxn>
                <a:cxn ang="0">
                  <a:pos x="18" y="53"/>
                </a:cxn>
                <a:cxn ang="0">
                  <a:pos x="3" y="49"/>
                </a:cxn>
                <a:cxn ang="0">
                  <a:pos x="5" y="44"/>
                </a:cxn>
                <a:cxn ang="0">
                  <a:pos x="15" y="43"/>
                </a:cxn>
                <a:cxn ang="0">
                  <a:pos x="1" y="39"/>
                </a:cxn>
                <a:cxn ang="0">
                  <a:pos x="3" y="29"/>
                </a:cxn>
                <a:cxn ang="0">
                  <a:pos x="8" y="31"/>
                </a:cxn>
                <a:cxn ang="0">
                  <a:pos x="10" y="25"/>
                </a:cxn>
                <a:cxn ang="0">
                  <a:pos x="18" y="26"/>
                </a:cxn>
                <a:cxn ang="0">
                  <a:pos x="28" y="21"/>
                </a:cxn>
                <a:cxn ang="0">
                  <a:pos x="23" y="15"/>
                </a:cxn>
                <a:cxn ang="0">
                  <a:pos x="26" y="8"/>
                </a:cxn>
                <a:cxn ang="0">
                  <a:pos x="38" y="3"/>
                </a:cxn>
              </a:cxnLst>
              <a:rect l="0" t="0" r="r" b="b"/>
              <a:pathLst>
                <a:path w="105" h="104">
                  <a:moveTo>
                    <a:pt x="41" y="0"/>
                  </a:moveTo>
                  <a:lnTo>
                    <a:pt x="46" y="1"/>
                  </a:lnTo>
                  <a:lnTo>
                    <a:pt x="57" y="13"/>
                  </a:lnTo>
                  <a:lnTo>
                    <a:pt x="61" y="18"/>
                  </a:lnTo>
                  <a:lnTo>
                    <a:pt x="64" y="25"/>
                  </a:lnTo>
                  <a:lnTo>
                    <a:pt x="64" y="34"/>
                  </a:lnTo>
                  <a:lnTo>
                    <a:pt x="72" y="34"/>
                  </a:lnTo>
                  <a:lnTo>
                    <a:pt x="71" y="38"/>
                  </a:lnTo>
                  <a:lnTo>
                    <a:pt x="72" y="41"/>
                  </a:lnTo>
                  <a:lnTo>
                    <a:pt x="76" y="44"/>
                  </a:lnTo>
                  <a:lnTo>
                    <a:pt x="79" y="46"/>
                  </a:lnTo>
                  <a:lnTo>
                    <a:pt x="81" y="53"/>
                  </a:lnTo>
                  <a:lnTo>
                    <a:pt x="82" y="53"/>
                  </a:lnTo>
                  <a:lnTo>
                    <a:pt x="82" y="48"/>
                  </a:lnTo>
                  <a:lnTo>
                    <a:pt x="84" y="46"/>
                  </a:lnTo>
                  <a:lnTo>
                    <a:pt x="87" y="46"/>
                  </a:lnTo>
                  <a:lnTo>
                    <a:pt x="90" y="48"/>
                  </a:lnTo>
                  <a:lnTo>
                    <a:pt x="94" y="54"/>
                  </a:lnTo>
                  <a:lnTo>
                    <a:pt x="95" y="59"/>
                  </a:lnTo>
                  <a:lnTo>
                    <a:pt x="97" y="62"/>
                  </a:lnTo>
                  <a:lnTo>
                    <a:pt x="94" y="67"/>
                  </a:lnTo>
                  <a:lnTo>
                    <a:pt x="90" y="69"/>
                  </a:lnTo>
                  <a:lnTo>
                    <a:pt x="90" y="74"/>
                  </a:lnTo>
                  <a:lnTo>
                    <a:pt x="92" y="76"/>
                  </a:lnTo>
                  <a:lnTo>
                    <a:pt x="97" y="76"/>
                  </a:lnTo>
                  <a:lnTo>
                    <a:pt x="100" y="74"/>
                  </a:lnTo>
                  <a:lnTo>
                    <a:pt x="104" y="74"/>
                  </a:lnTo>
                  <a:lnTo>
                    <a:pt x="105" y="81"/>
                  </a:lnTo>
                  <a:lnTo>
                    <a:pt x="104" y="82"/>
                  </a:lnTo>
                  <a:lnTo>
                    <a:pt x="104" y="84"/>
                  </a:lnTo>
                  <a:lnTo>
                    <a:pt x="102" y="84"/>
                  </a:lnTo>
                  <a:lnTo>
                    <a:pt x="102" y="85"/>
                  </a:lnTo>
                  <a:lnTo>
                    <a:pt x="94" y="85"/>
                  </a:lnTo>
                  <a:lnTo>
                    <a:pt x="90" y="84"/>
                  </a:lnTo>
                  <a:lnTo>
                    <a:pt x="87" y="85"/>
                  </a:lnTo>
                  <a:lnTo>
                    <a:pt x="84" y="90"/>
                  </a:lnTo>
                  <a:lnTo>
                    <a:pt x="79" y="92"/>
                  </a:lnTo>
                  <a:lnTo>
                    <a:pt x="77" y="92"/>
                  </a:lnTo>
                  <a:lnTo>
                    <a:pt x="79" y="90"/>
                  </a:lnTo>
                  <a:lnTo>
                    <a:pt x="79" y="89"/>
                  </a:lnTo>
                  <a:lnTo>
                    <a:pt x="81" y="87"/>
                  </a:lnTo>
                  <a:lnTo>
                    <a:pt x="81" y="85"/>
                  </a:lnTo>
                  <a:lnTo>
                    <a:pt x="79" y="85"/>
                  </a:lnTo>
                  <a:lnTo>
                    <a:pt x="77" y="87"/>
                  </a:lnTo>
                  <a:lnTo>
                    <a:pt x="76" y="87"/>
                  </a:lnTo>
                  <a:lnTo>
                    <a:pt x="74" y="89"/>
                  </a:lnTo>
                  <a:lnTo>
                    <a:pt x="74" y="90"/>
                  </a:lnTo>
                  <a:lnTo>
                    <a:pt x="72" y="94"/>
                  </a:lnTo>
                  <a:lnTo>
                    <a:pt x="71" y="89"/>
                  </a:lnTo>
                  <a:lnTo>
                    <a:pt x="71" y="87"/>
                  </a:lnTo>
                  <a:lnTo>
                    <a:pt x="67" y="89"/>
                  </a:lnTo>
                  <a:lnTo>
                    <a:pt x="67" y="92"/>
                  </a:lnTo>
                  <a:lnTo>
                    <a:pt x="66" y="99"/>
                  </a:lnTo>
                  <a:lnTo>
                    <a:pt x="66" y="102"/>
                  </a:lnTo>
                  <a:lnTo>
                    <a:pt x="62" y="104"/>
                  </a:lnTo>
                  <a:lnTo>
                    <a:pt x="61" y="99"/>
                  </a:lnTo>
                  <a:lnTo>
                    <a:pt x="57" y="97"/>
                  </a:lnTo>
                  <a:lnTo>
                    <a:pt x="56" y="100"/>
                  </a:lnTo>
                  <a:lnTo>
                    <a:pt x="54" y="99"/>
                  </a:lnTo>
                  <a:lnTo>
                    <a:pt x="51" y="97"/>
                  </a:lnTo>
                  <a:lnTo>
                    <a:pt x="48" y="97"/>
                  </a:lnTo>
                  <a:lnTo>
                    <a:pt x="43" y="100"/>
                  </a:lnTo>
                  <a:lnTo>
                    <a:pt x="43" y="99"/>
                  </a:lnTo>
                  <a:lnTo>
                    <a:pt x="39" y="95"/>
                  </a:lnTo>
                  <a:lnTo>
                    <a:pt x="36" y="90"/>
                  </a:lnTo>
                  <a:lnTo>
                    <a:pt x="26" y="87"/>
                  </a:lnTo>
                  <a:lnTo>
                    <a:pt x="24" y="84"/>
                  </a:lnTo>
                  <a:lnTo>
                    <a:pt x="24" y="81"/>
                  </a:lnTo>
                  <a:lnTo>
                    <a:pt x="26" y="77"/>
                  </a:lnTo>
                  <a:lnTo>
                    <a:pt x="23" y="77"/>
                  </a:lnTo>
                  <a:lnTo>
                    <a:pt x="19" y="74"/>
                  </a:lnTo>
                  <a:lnTo>
                    <a:pt x="13" y="71"/>
                  </a:lnTo>
                  <a:lnTo>
                    <a:pt x="11" y="67"/>
                  </a:lnTo>
                  <a:lnTo>
                    <a:pt x="16" y="62"/>
                  </a:lnTo>
                  <a:lnTo>
                    <a:pt x="21" y="62"/>
                  </a:lnTo>
                  <a:lnTo>
                    <a:pt x="26" y="61"/>
                  </a:lnTo>
                  <a:lnTo>
                    <a:pt x="29" y="61"/>
                  </a:lnTo>
                  <a:lnTo>
                    <a:pt x="36" y="64"/>
                  </a:lnTo>
                  <a:lnTo>
                    <a:pt x="41" y="64"/>
                  </a:lnTo>
                  <a:lnTo>
                    <a:pt x="46" y="66"/>
                  </a:lnTo>
                  <a:lnTo>
                    <a:pt x="49" y="64"/>
                  </a:lnTo>
                  <a:lnTo>
                    <a:pt x="46" y="62"/>
                  </a:lnTo>
                  <a:lnTo>
                    <a:pt x="41" y="61"/>
                  </a:lnTo>
                  <a:lnTo>
                    <a:pt x="38" y="61"/>
                  </a:lnTo>
                  <a:lnTo>
                    <a:pt x="34" y="57"/>
                  </a:lnTo>
                  <a:lnTo>
                    <a:pt x="44" y="57"/>
                  </a:lnTo>
                  <a:lnTo>
                    <a:pt x="44" y="54"/>
                  </a:lnTo>
                  <a:lnTo>
                    <a:pt x="39" y="53"/>
                  </a:lnTo>
                  <a:lnTo>
                    <a:pt x="33" y="53"/>
                  </a:lnTo>
                  <a:lnTo>
                    <a:pt x="31" y="54"/>
                  </a:lnTo>
                  <a:lnTo>
                    <a:pt x="29" y="54"/>
                  </a:lnTo>
                  <a:lnTo>
                    <a:pt x="28" y="56"/>
                  </a:lnTo>
                  <a:lnTo>
                    <a:pt x="26" y="59"/>
                  </a:lnTo>
                  <a:lnTo>
                    <a:pt x="23" y="59"/>
                  </a:lnTo>
                  <a:lnTo>
                    <a:pt x="18" y="54"/>
                  </a:lnTo>
                  <a:lnTo>
                    <a:pt x="18" y="53"/>
                  </a:lnTo>
                  <a:lnTo>
                    <a:pt x="6" y="53"/>
                  </a:lnTo>
                  <a:lnTo>
                    <a:pt x="3" y="49"/>
                  </a:lnTo>
                  <a:lnTo>
                    <a:pt x="3" y="46"/>
                  </a:lnTo>
                  <a:lnTo>
                    <a:pt x="5" y="44"/>
                  </a:lnTo>
                  <a:lnTo>
                    <a:pt x="13" y="44"/>
                  </a:lnTo>
                  <a:lnTo>
                    <a:pt x="15" y="43"/>
                  </a:lnTo>
                  <a:lnTo>
                    <a:pt x="8" y="39"/>
                  </a:lnTo>
                  <a:lnTo>
                    <a:pt x="1" y="39"/>
                  </a:lnTo>
                  <a:lnTo>
                    <a:pt x="0" y="34"/>
                  </a:lnTo>
                  <a:lnTo>
                    <a:pt x="3" y="29"/>
                  </a:lnTo>
                  <a:lnTo>
                    <a:pt x="6" y="29"/>
                  </a:lnTo>
                  <a:lnTo>
                    <a:pt x="8" y="31"/>
                  </a:lnTo>
                  <a:lnTo>
                    <a:pt x="10" y="28"/>
                  </a:lnTo>
                  <a:lnTo>
                    <a:pt x="10" y="25"/>
                  </a:lnTo>
                  <a:lnTo>
                    <a:pt x="15" y="25"/>
                  </a:lnTo>
                  <a:lnTo>
                    <a:pt x="18" y="26"/>
                  </a:lnTo>
                  <a:lnTo>
                    <a:pt x="28" y="26"/>
                  </a:lnTo>
                  <a:lnTo>
                    <a:pt x="28" y="21"/>
                  </a:lnTo>
                  <a:lnTo>
                    <a:pt x="26" y="18"/>
                  </a:lnTo>
                  <a:lnTo>
                    <a:pt x="23" y="15"/>
                  </a:lnTo>
                  <a:lnTo>
                    <a:pt x="23" y="11"/>
                  </a:lnTo>
                  <a:lnTo>
                    <a:pt x="26" y="8"/>
                  </a:lnTo>
                  <a:lnTo>
                    <a:pt x="38" y="8"/>
                  </a:lnTo>
                  <a:lnTo>
                    <a:pt x="38" y="3"/>
                  </a:lnTo>
                  <a:lnTo>
                    <a:pt x="4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8" name="Freeform 258"/>
            <p:cNvSpPr/>
            <p:nvPr/>
          </p:nvSpPr>
          <p:spPr bwMode="auto">
            <a:xfrm>
              <a:off x="2428876" y="1239838"/>
              <a:ext cx="96838" cy="84138"/>
            </a:xfrm>
            <a:custGeom>
              <a:avLst/>
              <a:gdLst/>
              <a:ahLst/>
              <a:cxnLst>
                <a:cxn ang="0">
                  <a:pos x="3" y="0"/>
                </a:cxn>
                <a:cxn ang="0">
                  <a:pos x="11" y="0"/>
                </a:cxn>
                <a:cxn ang="0">
                  <a:pos x="16" y="2"/>
                </a:cxn>
                <a:cxn ang="0">
                  <a:pos x="23" y="2"/>
                </a:cxn>
                <a:cxn ang="0">
                  <a:pos x="28" y="5"/>
                </a:cxn>
                <a:cxn ang="0">
                  <a:pos x="32" y="7"/>
                </a:cxn>
                <a:cxn ang="0">
                  <a:pos x="32" y="12"/>
                </a:cxn>
                <a:cxn ang="0">
                  <a:pos x="34" y="15"/>
                </a:cxn>
                <a:cxn ang="0">
                  <a:pos x="37" y="13"/>
                </a:cxn>
                <a:cxn ang="0">
                  <a:pos x="39" y="12"/>
                </a:cxn>
                <a:cxn ang="0">
                  <a:pos x="46" y="15"/>
                </a:cxn>
                <a:cxn ang="0">
                  <a:pos x="49" y="20"/>
                </a:cxn>
                <a:cxn ang="0">
                  <a:pos x="51" y="23"/>
                </a:cxn>
                <a:cxn ang="0">
                  <a:pos x="56" y="25"/>
                </a:cxn>
                <a:cxn ang="0">
                  <a:pos x="59" y="28"/>
                </a:cxn>
                <a:cxn ang="0">
                  <a:pos x="59" y="33"/>
                </a:cxn>
                <a:cxn ang="0">
                  <a:pos x="54" y="36"/>
                </a:cxn>
                <a:cxn ang="0">
                  <a:pos x="56" y="40"/>
                </a:cxn>
                <a:cxn ang="0">
                  <a:pos x="59" y="43"/>
                </a:cxn>
                <a:cxn ang="0">
                  <a:pos x="61" y="51"/>
                </a:cxn>
                <a:cxn ang="0">
                  <a:pos x="59" y="51"/>
                </a:cxn>
                <a:cxn ang="0">
                  <a:pos x="57" y="53"/>
                </a:cxn>
                <a:cxn ang="0">
                  <a:pos x="49" y="53"/>
                </a:cxn>
                <a:cxn ang="0">
                  <a:pos x="46" y="45"/>
                </a:cxn>
                <a:cxn ang="0">
                  <a:pos x="42" y="43"/>
                </a:cxn>
                <a:cxn ang="0">
                  <a:pos x="41" y="43"/>
                </a:cxn>
                <a:cxn ang="0">
                  <a:pos x="39" y="41"/>
                </a:cxn>
                <a:cxn ang="0">
                  <a:pos x="39" y="36"/>
                </a:cxn>
                <a:cxn ang="0">
                  <a:pos x="37" y="35"/>
                </a:cxn>
                <a:cxn ang="0">
                  <a:pos x="36" y="35"/>
                </a:cxn>
                <a:cxn ang="0">
                  <a:pos x="32" y="31"/>
                </a:cxn>
                <a:cxn ang="0">
                  <a:pos x="24" y="31"/>
                </a:cxn>
                <a:cxn ang="0">
                  <a:pos x="23" y="33"/>
                </a:cxn>
                <a:cxn ang="0">
                  <a:pos x="16" y="33"/>
                </a:cxn>
                <a:cxn ang="0">
                  <a:pos x="9" y="31"/>
                </a:cxn>
                <a:cxn ang="0">
                  <a:pos x="3" y="31"/>
                </a:cxn>
                <a:cxn ang="0">
                  <a:pos x="0" y="27"/>
                </a:cxn>
                <a:cxn ang="0">
                  <a:pos x="0" y="22"/>
                </a:cxn>
                <a:cxn ang="0">
                  <a:pos x="3" y="22"/>
                </a:cxn>
                <a:cxn ang="0">
                  <a:pos x="13" y="25"/>
                </a:cxn>
                <a:cxn ang="0">
                  <a:pos x="16" y="20"/>
                </a:cxn>
                <a:cxn ang="0">
                  <a:pos x="14" y="17"/>
                </a:cxn>
                <a:cxn ang="0">
                  <a:pos x="14" y="13"/>
                </a:cxn>
                <a:cxn ang="0">
                  <a:pos x="9" y="13"/>
                </a:cxn>
                <a:cxn ang="0">
                  <a:pos x="8" y="12"/>
                </a:cxn>
                <a:cxn ang="0">
                  <a:pos x="6" y="8"/>
                </a:cxn>
                <a:cxn ang="0">
                  <a:pos x="3" y="8"/>
                </a:cxn>
                <a:cxn ang="0">
                  <a:pos x="0" y="5"/>
                </a:cxn>
                <a:cxn ang="0">
                  <a:pos x="0" y="2"/>
                </a:cxn>
                <a:cxn ang="0">
                  <a:pos x="3" y="0"/>
                </a:cxn>
              </a:cxnLst>
              <a:rect l="0" t="0" r="r" b="b"/>
              <a:pathLst>
                <a:path w="61" h="53">
                  <a:moveTo>
                    <a:pt x="3" y="0"/>
                  </a:moveTo>
                  <a:lnTo>
                    <a:pt x="11" y="0"/>
                  </a:lnTo>
                  <a:lnTo>
                    <a:pt x="16" y="2"/>
                  </a:lnTo>
                  <a:lnTo>
                    <a:pt x="23" y="2"/>
                  </a:lnTo>
                  <a:lnTo>
                    <a:pt x="28" y="5"/>
                  </a:lnTo>
                  <a:lnTo>
                    <a:pt x="32" y="7"/>
                  </a:lnTo>
                  <a:lnTo>
                    <a:pt x="32" y="12"/>
                  </a:lnTo>
                  <a:lnTo>
                    <a:pt x="34" y="15"/>
                  </a:lnTo>
                  <a:lnTo>
                    <a:pt x="37" y="13"/>
                  </a:lnTo>
                  <a:lnTo>
                    <a:pt x="39" y="12"/>
                  </a:lnTo>
                  <a:lnTo>
                    <a:pt x="46" y="15"/>
                  </a:lnTo>
                  <a:lnTo>
                    <a:pt x="49" y="20"/>
                  </a:lnTo>
                  <a:lnTo>
                    <a:pt x="51" y="23"/>
                  </a:lnTo>
                  <a:lnTo>
                    <a:pt x="56" y="25"/>
                  </a:lnTo>
                  <a:lnTo>
                    <a:pt x="59" y="28"/>
                  </a:lnTo>
                  <a:lnTo>
                    <a:pt x="59" y="33"/>
                  </a:lnTo>
                  <a:lnTo>
                    <a:pt x="54" y="36"/>
                  </a:lnTo>
                  <a:lnTo>
                    <a:pt x="56" y="40"/>
                  </a:lnTo>
                  <a:lnTo>
                    <a:pt x="59" y="43"/>
                  </a:lnTo>
                  <a:lnTo>
                    <a:pt x="61" y="51"/>
                  </a:lnTo>
                  <a:lnTo>
                    <a:pt x="59" y="51"/>
                  </a:lnTo>
                  <a:lnTo>
                    <a:pt x="57" y="53"/>
                  </a:lnTo>
                  <a:lnTo>
                    <a:pt x="49" y="53"/>
                  </a:lnTo>
                  <a:lnTo>
                    <a:pt x="46" y="45"/>
                  </a:lnTo>
                  <a:lnTo>
                    <a:pt x="42" y="43"/>
                  </a:lnTo>
                  <a:lnTo>
                    <a:pt x="41" y="43"/>
                  </a:lnTo>
                  <a:lnTo>
                    <a:pt x="39" y="41"/>
                  </a:lnTo>
                  <a:lnTo>
                    <a:pt x="39" y="36"/>
                  </a:lnTo>
                  <a:lnTo>
                    <a:pt x="37" y="35"/>
                  </a:lnTo>
                  <a:lnTo>
                    <a:pt x="36" y="35"/>
                  </a:lnTo>
                  <a:lnTo>
                    <a:pt x="32" y="31"/>
                  </a:lnTo>
                  <a:lnTo>
                    <a:pt x="24" y="31"/>
                  </a:lnTo>
                  <a:lnTo>
                    <a:pt x="23" y="33"/>
                  </a:lnTo>
                  <a:lnTo>
                    <a:pt x="16" y="33"/>
                  </a:lnTo>
                  <a:lnTo>
                    <a:pt x="9" y="31"/>
                  </a:lnTo>
                  <a:lnTo>
                    <a:pt x="3" y="31"/>
                  </a:lnTo>
                  <a:lnTo>
                    <a:pt x="0" y="27"/>
                  </a:lnTo>
                  <a:lnTo>
                    <a:pt x="0" y="22"/>
                  </a:lnTo>
                  <a:lnTo>
                    <a:pt x="3" y="22"/>
                  </a:lnTo>
                  <a:lnTo>
                    <a:pt x="13" y="25"/>
                  </a:lnTo>
                  <a:lnTo>
                    <a:pt x="16" y="20"/>
                  </a:lnTo>
                  <a:lnTo>
                    <a:pt x="14" y="17"/>
                  </a:lnTo>
                  <a:lnTo>
                    <a:pt x="14" y="13"/>
                  </a:lnTo>
                  <a:lnTo>
                    <a:pt x="9" y="13"/>
                  </a:lnTo>
                  <a:lnTo>
                    <a:pt x="8" y="12"/>
                  </a:lnTo>
                  <a:lnTo>
                    <a:pt x="6" y="8"/>
                  </a:lnTo>
                  <a:lnTo>
                    <a:pt x="3" y="8"/>
                  </a:lnTo>
                  <a:lnTo>
                    <a:pt x="0"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9" name="Freeform 259"/>
            <p:cNvSpPr/>
            <p:nvPr/>
          </p:nvSpPr>
          <p:spPr bwMode="auto">
            <a:xfrm>
              <a:off x="2457451" y="1316038"/>
              <a:ext cx="28575" cy="12700"/>
            </a:xfrm>
            <a:custGeom>
              <a:avLst/>
              <a:gdLst/>
              <a:ahLst/>
              <a:cxnLst>
                <a:cxn ang="0">
                  <a:pos x="5" y="0"/>
                </a:cxn>
                <a:cxn ang="0">
                  <a:pos x="18" y="0"/>
                </a:cxn>
                <a:cxn ang="0">
                  <a:pos x="18" y="5"/>
                </a:cxn>
                <a:cxn ang="0">
                  <a:pos x="14" y="7"/>
                </a:cxn>
                <a:cxn ang="0">
                  <a:pos x="8" y="7"/>
                </a:cxn>
                <a:cxn ang="0">
                  <a:pos x="3" y="8"/>
                </a:cxn>
                <a:cxn ang="0">
                  <a:pos x="0" y="7"/>
                </a:cxn>
                <a:cxn ang="0">
                  <a:pos x="1" y="2"/>
                </a:cxn>
                <a:cxn ang="0">
                  <a:pos x="5" y="0"/>
                </a:cxn>
              </a:cxnLst>
              <a:rect l="0" t="0" r="r" b="b"/>
              <a:pathLst>
                <a:path w="18" h="8">
                  <a:moveTo>
                    <a:pt x="5" y="0"/>
                  </a:moveTo>
                  <a:lnTo>
                    <a:pt x="18" y="0"/>
                  </a:lnTo>
                  <a:lnTo>
                    <a:pt x="18" y="5"/>
                  </a:lnTo>
                  <a:lnTo>
                    <a:pt x="14" y="7"/>
                  </a:lnTo>
                  <a:lnTo>
                    <a:pt x="8" y="7"/>
                  </a:lnTo>
                  <a:lnTo>
                    <a:pt x="3" y="8"/>
                  </a:lnTo>
                  <a:lnTo>
                    <a:pt x="0" y="7"/>
                  </a:lnTo>
                  <a:lnTo>
                    <a:pt x="1"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0" name="Freeform 260"/>
            <p:cNvSpPr/>
            <p:nvPr/>
          </p:nvSpPr>
          <p:spPr bwMode="auto">
            <a:xfrm>
              <a:off x="2389188" y="1295400"/>
              <a:ext cx="25400" cy="36513"/>
            </a:xfrm>
            <a:custGeom>
              <a:avLst/>
              <a:gdLst/>
              <a:ahLst/>
              <a:cxnLst>
                <a:cxn ang="0">
                  <a:pos x="3" y="0"/>
                </a:cxn>
                <a:cxn ang="0">
                  <a:pos x="8" y="1"/>
                </a:cxn>
                <a:cxn ang="0">
                  <a:pos x="11" y="6"/>
                </a:cxn>
                <a:cxn ang="0">
                  <a:pos x="11" y="10"/>
                </a:cxn>
                <a:cxn ang="0">
                  <a:pos x="15" y="11"/>
                </a:cxn>
                <a:cxn ang="0">
                  <a:pos x="16" y="18"/>
                </a:cxn>
                <a:cxn ang="0">
                  <a:pos x="13" y="20"/>
                </a:cxn>
                <a:cxn ang="0">
                  <a:pos x="8" y="23"/>
                </a:cxn>
                <a:cxn ang="0">
                  <a:pos x="5" y="18"/>
                </a:cxn>
                <a:cxn ang="0">
                  <a:pos x="1" y="15"/>
                </a:cxn>
                <a:cxn ang="0">
                  <a:pos x="3" y="11"/>
                </a:cxn>
                <a:cxn ang="0">
                  <a:pos x="1" y="6"/>
                </a:cxn>
                <a:cxn ang="0">
                  <a:pos x="0" y="3"/>
                </a:cxn>
                <a:cxn ang="0">
                  <a:pos x="3" y="0"/>
                </a:cxn>
              </a:cxnLst>
              <a:rect l="0" t="0" r="r" b="b"/>
              <a:pathLst>
                <a:path w="16" h="23">
                  <a:moveTo>
                    <a:pt x="3" y="0"/>
                  </a:moveTo>
                  <a:lnTo>
                    <a:pt x="8" y="1"/>
                  </a:lnTo>
                  <a:lnTo>
                    <a:pt x="11" y="6"/>
                  </a:lnTo>
                  <a:lnTo>
                    <a:pt x="11" y="10"/>
                  </a:lnTo>
                  <a:lnTo>
                    <a:pt x="15" y="11"/>
                  </a:lnTo>
                  <a:lnTo>
                    <a:pt x="16" y="18"/>
                  </a:lnTo>
                  <a:lnTo>
                    <a:pt x="13" y="20"/>
                  </a:lnTo>
                  <a:lnTo>
                    <a:pt x="8" y="23"/>
                  </a:lnTo>
                  <a:lnTo>
                    <a:pt x="5" y="18"/>
                  </a:lnTo>
                  <a:lnTo>
                    <a:pt x="1" y="15"/>
                  </a:lnTo>
                  <a:lnTo>
                    <a:pt x="3" y="11"/>
                  </a:lnTo>
                  <a:lnTo>
                    <a:pt x="1" y="6"/>
                  </a:lnTo>
                  <a:lnTo>
                    <a:pt x="0" y="3"/>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1" name="Freeform 261"/>
            <p:cNvSpPr/>
            <p:nvPr/>
          </p:nvSpPr>
          <p:spPr bwMode="auto">
            <a:xfrm>
              <a:off x="2398713" y="1363663"/>
              <a:ext cx="14288" cy="14288"/>
            </a:xfrm>
            <a:custGeom>
              <a:avLst/>
              <a:gdLst/>
              <a:ahLst/>
              <a:cxnLst>
                <a:cxn ang="0">
                  <a:pos x="2" y="0"/>
                </a:cxn>
                <a:cxn ang="0">
                  <a:pos x="7" y="0"/>
                </a:cxn>
                <a:cxn ang="0">
                  <a:pos x="9" y="5"/>
                </a:cxn>
                <a:cxn ang="0">
                  <a:pos x="5" y="8"/>
                </a:cxn>
                <a:cxn ang="0">
                  <a:pos x="2" y="9"/>
                </a:cxn>
                <a:cxn ang="0">
                  <a:pos x="2" y="5"/>
                </a:cxn>
                <a:cxn ang="0">
                  <a:pos x="0" y="1"/>
                </a:cxn>
                <a:cxn ang="0">
                  <a:pos x="2" y="0"/>
                </a:cxn>
              </a:cxnLst>
              <a:rect l="0" t="0" r="r" b="b"/>
              <a:pathLst>
                <a:path w="9" h="9">
                  <a:moveTo>
                    <a:pt x="2" y="0"/>
                  </a:moveTo>
                  <a:lnTo>
                    <a:pt x="7" y="0"/>
                  </a:lnTo>
                  <a:lnTo>
                    <a:pt x="9" y="5"/>
                  </a:lnTo>
                  <a:lnTo>
                    <a:pt x="5" y="8"/>
                  </a:lnTo>
                  <a:lnTo>
                    <a:pt x="2" y="9"/>
                  </a:lnTo>
                  <a:lnTo>
                    <a:pt x="2" y="5"/>
                  </a:lnTo>
                  <a:lnTo>
                    <a:pt x="0"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2" name="Freeform 262"/>
            <p:cNvSpPr/>
            <p:nvPr/>
          </p:nvSpPr>
          <p:spPr bwMode="auto">
            <a:xfrm>
              <a:off x="2446338" y="1376363"/>
              <a:ext cx="20638" cy="12700"/>
            </a:xfrm>
            <a:custGeom>
              <a:avLst/>
              <a:gdLst/>
              <a:ahLst/>
              <a:cxnLst>
                <a:cxn ang="0">
                  <a:pos x="10" y="0"/>
                </a:cxn>
                <a:cxn ang="0">
                  <a:pos x="13" y="3"/>
                </a:cxn>
                <a:cxn ang="0">
                  <a:pos x="12" y="6"/>
                </a:cxn>
                <a:cxn ang="0">
                  <a:pos x="8" y="8"/>
                </a:cxn>
                <a:cxn ang="0">
                  <a:pos x="0" y="8"/>
                </a:cxn>
                <a:cxn ang="0">
                  <a:pos x="0" y="6"/>
                </a:cxn>
                <a:cxn ang="0">
                  <a:pos x="2" y="3"/>
                </a:cxn>
                <a:cxn ang="0">
                  <a:pos x="3" y="1"/>
                </a:cxn>
                <a:cxn ang="0">
                  <a:pos x="7" y="3"/>
                </a:cxn>
                <a:cxn ang="0">
                  <a:pos x="10" y="0"/>
                </a:cxn>
              </a:cxnLst>
              <a:rect l="0" t="0" r="r" b="b"/>
              <a:pathLst>
                <a:path w="13" h="8">
                  <a:moveTo>
                    <a:pt x="10" y="0"/>
                  </a:moveTo>
                  <a:lnTo>
                    <a:pt x="13" y="3"/>
                  </a:lnTo>
                  <a:lnTo>
                    <a:pt x="12" y="6"/>
                  </a:lnTo>
                  <a:lnTo>
                    <a:pt x="8" y="8"/>
                  </a:lnTo>
                  <a:lnTo>
                    <a:pt x="0" y="8"/>
                  </a:lnTo>
                  <a:lnTo>
                    <a:pt x="0" y="6"/>
                  </a:lnTo>
                  <a:lnTo>
                    <a:pt x="2" y="3"/>
                  </a:lnTo>
                  <a:lnTo>
                    <a:pt x="3" y="1"/>
                  </a:lnTo>
                  <a:lnTo>
                    <a:pt x="7" y="3"/>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3" name="Freeform 263"/>
            <p:cNvSpPr/>
            <p:nvPr/>
          </p:nvSpPr>
          <p:spPr bwMode="auto">
            <a:xfrm>
              <a:off x="2397126" y="1384300"/>
              <a:ext cx="23813" cy="9525"/>
            </a:xfrm>
            <a:custGeom>
              <a:avLst/>
              <a:gdLst/>
              <a:ahLst/>
              <a:cxnLst>
                <a:cxn ang="0">
                  <a:pos x="8" y="0"/>
                </a:cxn>
                <a:cxn ang="0">
                  <a:pos x="11" y="0"/>
                </a:cxn>
                <a:cxn ang="0">
                  <a:pos x="15" y="3"/>
                </a:cxn>
                <a:cxn ang="0">
                  <a:pos x="8" y="6"/>
                </a:cxn>
                <a:cxn ang="0">
                  <a:pos x="1" y="6"/>
                </a:cxn>
                <a:cxn ang="0">
                  <a:pos x="0" y="5"/>
                </a:cxn>
                <a:cxn ang="0">
                  <a:pos x="3" y="3"/>
                </a:cxn>
                <a:cxn ang="0">
                  <a:pos x="5" y="1"/>
                </a:cxn>
                <a:cxn ang="0">
                  <a:pos x="8" y="0"/>
                </a:cxn>
              </a:cxnLst>
              <a:rect l="0" t="0" r="r" b="b"/>
              <a:pathLst>
                <a:path w="15" h="6">
                  <a:moveTo>
                    <a:pt x="8" y="0"/>
                  </a:moveTo>
                  <a:lnTo>
                    <a:pt x="11" y="0"/>
                  </a:lnTo>
                  <a:lnTo>
                    <a:pt x="15" y="3"/>
                  </a:lnTo>
                  <a:lnTo>
                    <a:pt x="8" y="6"/>
                  </a:lnTo>
                  <a:lnTo>
                    <a:pt x="1" y="6"/>
                  </a:lnTo>
                  <a:lnTo>
                    <a:pt x="0" y="5"/>
                  </a:lnTo>
                  <a:lnTo>
                    <a:pt x="3" y="3"/>
                  </a:lnTo>
                  <a:lnTo>
                    <a:pt x="5" y="1"/>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4" name="Freeform 264"/>
            <p:cNvSpPr/>
            <p:nvPr/>
          </p:nvSpPr>
          <p:spPr bwMode="auto">
            <a:xfrm>
              <a:off x="2398713" y="1397000"/>
              <a:ext cx="23813" cy="15875"/>
            </a:xfrm>
            <a:custGeom>
              <a:avLst/>
              <a:gdLst/>
              <a:ahLst/>
              <a:cxnLst>
                <a:cxn ang="0">
                  <a:pos x="12" y="0"/>
                </a:cxn>
                <a:cxn ang="0">
                  <a:pos x="15" y="0"/>
                </a:cxn>
                <a:cxn ang="0">
                  <a:pos x="14" y="3"/>
                </a:cxn>
                <a:cxn ang="0">
                  <a:pos x="7" y="7"/>
                </a:cxn>
                <a:cxn ang="0">
                  <a:pos x="2" y="10"/>
                </a:cxn>
                <a:cxn ang="0">
                  <a:pos x="0" y="7"/>
                </a:cxn>
                <a:cxn ang="0">
                  <a:pos x="4" y="3"/>
                </a:cxn>
                <a:cxn ang="0">
                  <a:pos x="9" y="2"/>
                </a:cxn>
                <a:cxn ang="0">
                  <a:pos x="12" y="0"/>
                </a:cxn>
              </a:cxnLst>
              <a:rect l="0" t="0" r="r" b="b"/>
              <a:pathLst>
                <a:path w="15" h="10">
                  <a:moveTo>
                    <a:pt x="12" y="0"/>
                  </a:moveTo>
                  <a:lnTo>
                    <a:pt x="15" y="0"/>
                  </a:lnTo>
                  <a:lnTo>
                    <a:pt x="14" y="3"/>
                  </a:lnTo>
                  <a:lnTo>
                    <a:pt x="7" y="7"/>
                  </a:lnTo>
                  <a:lnTo>
                    <a:pt x="2" y="10"/>
                  </a:lnTo>
                  <a:lnTo>
                    <a:pt x="0" y="7"/>
                  </a:lnTo>
                  <a:lnTo>
                    <a:pt x="4" y="3"/>
                  </a:lnTo>
                  <a:lnTo>
                    <a:pt x="9" y="2"/>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5" name="Freeform 265"/>
            <p:cNvSpPr/>
            <p:nvPr/>
          </p:nvSpPr>
          <p:spPr bwMode="auto">
            <a:xfrm>
              <a:off x="2401888" y="1404938"/>
              <a:ext cx="26988" cy="15875"/>
            </a:xfrm>
            <a:custGeom>
              <a:avLst/>
              <a:gdLst/>
              <a:ahLst/>
              <a:cxnLst>
                <a:cxn ang="0">
                  <a:pos x="15" y="0"/>
                </a:cxn>
                <a:cxn ang="0">
                  <a:pos x="17" y="3"/>
                </a:cxn>
                <a:cxn ang="0">
                  <a:pos x="15" y="7"/>
                </a:cxn>
                <a:cxn ang="0">
                  <a:pos x="8" y="10"/>
                </a:cxn>
                <a:cxn ang="0">
                  <a:pos x="5" y="10"/>
                </a:cxn>
                <a:cxn ang="0">
                  <a:pos x="0" y="8"/>
                </a:cxn>
                <a:cxn ang="0">
                  <a:pos x="5" y="7"/>
                </a:cxn>
                <a:cxn ang="0">
                  <a:pos x="12" y="3"/>
                </a:cxn>
                <a:cxn ang="0">
                  <a:pos x="15" y="0"/>
                </a:cxn>
              </a:cxnLst>
              <a:rect l="0" t="0" r="r" b="b"/>
              <a:pathLst>
                <a:path w="17" h="10">
                  <a:moveTo>
                    <a:pt x="15" y="0"/>
                  </a:moveTo>
                  <a:lnTo>
                    <a:pt x="17" y="3"/>
                  </a:lnTo>
                  <a:lnTo>
                    <a:pt x="15" y="7"/>
                  </a:lnTo>
                  <a:lnTo>
                    <a:pt x="8" y="10"/>
                  </a:lnTo>
                  <a:lnTo>
                    <a:pt x="5" y="10"/>
                  </a:lnTo>
                  <a:lnTo>
                    <a:pt x="0" y="8"/>
                  </a:lnTo>
                  <a:lnTo>
                    <a:pt x="5" y="7"/>
                  </a:lnTo>
                  <a:lnTo>
                    <a:pt x="12" y="3"/>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6" name="Freeform 266"/>
            <p:cNvSpPr/>
            <p:nvPr/>
          </p:nvSpPr>
          <p:spPr bwMode="auto">
            <a:xfrm>
              <a:off x="2354263" y="1412875"/>
              <a:ext cx="26988" cy="25400"/>
            </a:xfrm>
            <a:custGeom>
              <a:avLst/>
              <a:gdLst/>
              <a:ahLst/>
              <a:cxnLst>
                <a:cxn ang="0">
                  <a:pos x="12" y="0"/>
                </a:cxn>
                <a:cxn ang="0">
                  <a:pos x="15" y="3"/>
                </a:cxn>
                <a:cxn ang="0">
                  <a:pos x="17" y="8"/>
                </a:cxn>
                <a:cxn ang="0">
                  <a:pos x="0" y="16"/>
                </a:cxn>
                <a:cxn ang="0">
                  <a:pos x="0" y="8"/>
                </a:cxn>
                <a:cxn ang="0">
                  <a:pos x="7" y="2"/>
                </a:cxn>
                <a:cxn ang="0">
                  <a:pos x="12" y="0"/>
                </a:cxn>
              </a:cxnLst>
              <a:rect l="0" t="0" r="r" b="b"/>
              <a:pathLst>
                <a:path w="17" h="16">
                  <a:moveTo>
                    <a:pt x="12" y="0"/>
                  </a:moveTo>
                  <a:lnTo>
                    <a:pt x="15" y="3"/>
                  </a:lnTo>
                  <a:lnTo>
                    <a:pt x="17" y="8"/>
                  </a:lnTo>
                  <a:lnTo>
                    <a:pt x="0" y="16"/>
                  </a:lnTo>
                  <a:lnTo>
                    <a:pt x="0" y="8"/>
                  </a:lnTo>
                  <a:lnTo>
                    <a:pt x="7" y="2"/>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7" name="Freeform 267"/>
            <p:cNvSpPr/>
            <p:nvPr/>
          </p:nvSpPr>
          <p:spPr bwMode="auto">
            <a:xfrm>
              <a:off x="2430463" y="1393825"/>
              <a:ext cx="73025" cy="84138"/>
            </a:xfrm>
            <a:custGeom>
              <a:avLst/>
              <a:gdLst/>
              <a:ahLst/>
              <a:cxnLst>
                <a:cxn ang="0">
                  <a:pos x="18" y="0"/>
                </a:cxn>
                <a:cxn ang="0">
                  <a:pos x="33" y="0"/>
                </a:cxn>
                <a:cxn ang="0">
                  <a:pos x="38" y="2"/>
                </a:cxn>
                <a:cxn ang="0">
                  <a:pos x="41" y="7"/>
                </a:cxn>
                <a:cxn ang="0">
                  <a:pos x="46" y="12"/>
                </a:cxn>
                <a:cxn ang="0">
                  <a:pos x="45" y="19"/>
                </a:cxn>
                <a:cxn ang="0">
                  <a:pos x="41" y="23"/>
                </a:cxn>
                <a:cxn ang="0">
                  <a:pos x="41" y="30"/>
                </a:cxn>
                <a:cxn ang="0">
                  <a:pos x="40" y="32"/>
                </a:cxn>
                <a:cxn ang="0">
                  <a:pos x="40" y="38"/>
                </a:cxn>
                <a:cxn ang="0">
                  <a:pos x="36" y="42"/>
                </a:cxn>
                <a:cxn ang="0">
                  <a:pos x="31" y="43"/>
                </a:cxn>
                <a:cxn ang="0">
                  <a:pos x="31" y="50"/>
                </a:cxn>
                <a:cxn ang="0">
                  <a:pos x="30" y="53"/>
                </a:cxn>
                <a:cxn ang="0">
                  <a:pos x="20" y="53"/>
                </a:cxn>
                <a:cxn ang="0">
                  <a:pos x="12" y="51"/>
                </a:cxn>
                <a:cxn ang="0">
                  <a:pos x="7" y="51"/>
                </a:cxn>
                <a:cxn ang="0">
                  <a:pos x="2" y="48"/>
                </a:cxn>
                <a:cxn ang="0">
                  <a:pos x="2" y="45"/>
                </a:cxn>
                <a:cxn ang="0">
                  <a:pos x="5" y="42"/>
                </a:cxn>
                <a:cxn ang="0">
                  <a:pos x="5" y="35"/>
                </a:cxn>
                <a:cxn ang="0">
                  <a:pos x="8" y="32"/>
                </a:cxn>
                <a:cxn ang="0">
                  <a:pos x="8" y="27"/>
                </a:cxn>
                <a:cxn ang="0">
                  <a:pos x="15" y="23"/>
                </a:cxn>
                <a:cxn ang="0">
                  <a:pos x="15" y="20"/>
                </a:cxn>
                <a:cxn ang="0">
                  <a:pos x="3" y="20"/>
                </a:cxn>
                <a:cxn ang="0">
                  <a:pos x="0" y="19"/>
                </a:cxn>
                <a:cxn ang="0">
                  <a:pos x="2" y="14"/>
                </a:cxn>
                <a:cxn ang="0">
                  <a:pos x="3" y="12"/>
                </a:cxn>
                <a:cxn ang="0">
                  <a:pos x="10" y="12"/>
                </a:cxn>
                <a:cxn ang="0">
                  <a:pos x="8" y="7"/>
                </a:cxn>
                <a:cxn ang="0">
                  <a:pos x="12" y="4"/>
                </a:cxn>
                <a:cxn ang="0">
                  <a:pos x="13" y="7"/>
                </a:cxn>
                <a:cxn ang="0">
                  <a:pos x="17" y="7"/>
                </a:cxn>
                <a:cxn ang="0">
                  <a:pos x="17" y="2"/>
                </a:cxn>
                <a:cxn ang="0">
                  <a:pos x="18" y="0"/>
                </a:cxn>
              </a:cxnLst>
              <a:rect l="0" t="0" r="r" b="b"/>
              <a:pathLst>
                <a:path w="46" h="53">
                  <a:moveTo>
                    <a:pt x="18" y="0"/>
                  </a:moveTo>
                  <a:lnTo>
                    <a:pt x="33" y="0"/>
                  </a:lnTo>
                  <a:lnTo>
                    <a:pt x="38" y="2"/>
                  </a:lnTo>
                  <a:lnTo>
                    <a:pt x="41" y="7"/>
                  </a:lnTo>
                  <a:lnTo>
                    <a:pt x="46" y="12"/>
                  </a:lnTo>
                  <a:lnTo>
                    <a:pt x="45" y="19"/>
                  </a:lnTo>
                  <a:lnTo>
                    <a:pt x="41" y="23"/>
                  </a:lnTo>
                  <a:lnTo>
                    <a:pt x="41" y="30"/>
                  </a:lnTo>
                  <a:lnTo>
                    <a:pt x="40" y="32"/>
                  </a:lnTo>
                  <a:lnTo>
                    <a:pt x="40" y="38"/>
                  </a:lnTo>
                  <a:lnTo>
                    <a:pt x="36" y="42"/>
                  </a:lnTo>
                  <a:lnTo>
                    <a:pt x="31" y="43"/>
                  </a:lnTo>
                  <a:lnTo>
                    <a:pt x="31" y="50"/>
                  </a:lnTo>
                  <a:lnTo>
                    <a:pt x="30" y="53"/>
                  </a:lnTo>
                  <a:lnTo>
                    <a:pt x="20" y="53"/>
                  </a:lnTo>
                  <a:lnTo>
                    <a:pt x="12" y="51"/>
                  </a:lnTo>
                  <a:lnTo>
                    <a:pt x="7" y="51"/>
                  </a:lnTo>
                  <a:lnTo>
                    <a:pt x="2" y="48"/>
                  </a:lnTo>
                  <a:lnTo>
                    <a:pt x="2" y="45"/>
                  </a:lnTo>
                  <a:lnTo>
                    <a:pt x="5" y="42"/>
                  </a:lnTo>
                  <a:lnTo>
                    <a:pt x="5" y="35"/>
                  </a:lnTo>
                  <a:lnTo>
                    <a:pt x="8" y="32"/>
                  </a:lnTo>
                  <a:lnTo>
                    <a:pt x="8" y="27"/>
                  </a:lnTo>
                  <a:lnTo>
                    <a:pt x="15" y="23"/>
                  </a:lnTo>
                  <a:lnTo>
                    <a:pt x="15" y="20"/>
                  </a:lnTo>
                  <a:lnTo>
                    <a:pt x="3" y="20"/>
                  </a:lnTo>
                  <a:lnTo>
                    <a:pt x="0" y="19"/>
                  </a:lnTo>
                  <a:lnTo>
                    <a:pt x="2" y="14"/>
                  </a:lnTo>
                  <a:lnTo>
                    <a:pt x="3" y="12"/>
                  </a:lnTo>
                  <a:lnTo>
                    <a:pt x="10" y="12"/>
                  </a:lnTo>
                  <a:lnTo>
                    <a:pt x="8" y="7"/>
                  </a:lnTo>
                  <a:lnTo>
                    <a:pt x="12" y="4"/>
                  </a:lnTo>
                  <a:lnTo>
                    <a:pt x="13" y="7"/>
                  </a:lnTo>
                  <a:lnTo>
                    <a:pt x="17" y="7"/>
                  </a:lnTo>
                  <a:lnTo>
                    <a:pt x="17" y="2"/>
                  </a:lnTo>
                  <a:lnTo>
                    <a:pt x="1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8" name="Freeform 268"/>
            <p:cNvSpPr/>
            <p:nvPr/>
          </p:nvSpPr>
          <p:spPr bwMode="auto">
            <a:xfrm>
              <a:off x="2417763" y="1423988"/>
              <a:ext cx="7938" cy="4763"/>
            </a:xfrm>
            <a:custGeom>
              <a:avLst/>
              <a:gdLst/>
              <a:ahLst/>
              <a:cxnLst>
                <a:cxn ang="0">
                  <a:pos x="2" y="0"/>
                </a:cxn>
                <a:cxn ang="0">
                  <a:pos x="5" y="0"/>
                </a:cxn>
                <a:cxn ang="0">
                  <a:pos x="5" y="3"/>
                </a:cxn>
                <a:cxn ang="0">
                  <a:pos x="0" y="3"/>
                </a:cxn>
                <a:cxn ang="0">
                  <a:pos x="2" y="0"/>
                </a:cxn>
              </a:cxnLst>
              <a:rect l="0" t="0" r="r" b="b"/>
              <a:pathLst>
                <a:path w="5" h="3">
                  <a:moveTo>
                    <a:pt x="2" y="0"/>
                  </a:moveTo>
                  <a:lnTo>
                    <a:pt x="5" y="0"/>
                  </a:lnTo>
                  <a:lnTo>
                    <a:pt x="5" y="3"/>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9" name="Freeform 269"/>
            <p:cNvSpPr/>
            <p:nvPr/>
          </p:nvSpPr>
          <p:spPr bwMode="auto">
            <a:xfrm>
              <a:off x="2435226" y="1393825"/>
              <a:ext cx="11113" cy="7938"/>
            </a:xfrm>
            <a:custGeom>
              <a:avLst/>
              <a:gdLst/>
              <a:ahLst/>
              <a:cxnLst>
                <a:cxn ang="0">
                  <a:pos x="0" y="0"/>
                </a:cxn>
                <a:cxn ang="0">
                  <a:pos x="5" y="0"/>
                </a:cxn>
                <a:cxn ang="0">
                  <a:pos x="7" y="2"/>
                </a:cxn>
                <a:cxn ang="0">
                  <a:pos x="5" y="4"/>
                </a:cxn>
                <a:cxn ang="0">
                  <a:pos x="0" y="5"/>
                </a:cxn>
                <a:cxn ang="0">
                  <a:pos x="0" y="0"/>
                </a:cxn>
              </a:cxnLst>
              <a:rect l="0" t="0" r="r" b="b"/>
              <a:pathLst>
                <a:path w="7" h="5">
                  <a:moveTo>
                    <a:pt x="0" y="0"/>
                  </a:moveTo>
                  <a:lnTo>
                    <a:pt x="5" y="0"/>
                  </a:lnTo>
                  <a:lnTo>
                    <a:pt x="7" y="2"/>
                  </a:lnTo>
                  <a:lnTo>
                    <a:pt x="5" y="4"/>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0" name="Freeform 270"/>
            <p:cNvSpPr/>
            <p:nvPr/>
          </p:nvSpPr>
          <p:spPr bwMode="auto">
            <a:xfrm>
              <a:off x="2495551" y="1465263"/>
              <a:ext cx="47625" cy="41275"/>
            </a:xfrm>
            <a:custGeom>
              <a:avLst/>
              <a:gdLst/>
              <a:ahLst/>
              <a:cxnLst>
                <a:cxn ang="0">
                  <a:pos x="14" y="0"/>
                </a:cxn>
                <a:cxn ang="0">
                  <a:pos x="19" y="2"/>
                </a:cxn>
                <a:cxn ang="0">
                  <a:pos x="25" y="3"/>
                </a:cxn>
                <a:cxn ang="0">
                  <a:pos x="28" y="6"/>
                </a:cxn>
                <a:cxn ang="0">
                  <a:pos x="30" y="10"/>
                </a:cxn>
                <a:cxn ang="0">
                  <a:pos x="28" y="20"/>
                </a:cxn>
                <a:cxn ang="0">
                  <a:pos x="27" y="26"/>
                </a:cxn>
                <a:cxn ang="0">
                  <a:pos x="23" y="26"/>
                </a:cxn>
                <a:cxn ang="0">
                  <a:pos x="22" y="25"/>
                </a:cxn>
                <a:cxn ang="0">
                  <a:pos x="19" y="26"/>
                </a:cxn>
                <a:cxn ang="0">
                  <a:pos x="12" y="23"/>
                </a:cxn>
                <a:cxn ang="0">
                  <a:pos x="7" y="20"/>
                </a:cxn>
                <a:cxn ang="0">
                  <a:pos x="9" y="16"/>
                </a:cxn>
                <a:cxn ang="0">
                  <a:pos x="2" y="16"/>
                </a:cxn>
                <a:cxn ang="0">
                  <a:pos x="0" y="15"/>
                </a:cxn>
                <a:cxn ang="0">
                  <a:pos x="0" y="8"/>
                </a:cxn>
                <a:cxn ang="0">
                  <a:pos x="10" y="2"/>
                </a:cxn>
                <a:cxn ang="0">
                  <a:pos x="14" y="0"/>
                </a:cxn>
              </a:cxnLst>
              <a:rect l="0" t="0" r="r" b="b"/>
              <a:pathLst>
                <a:path w="30" h="26">
                  <a:moveTo>
                    <a:pt x="14" y="0"/>
                  </a:moveTo>
                  <a:lnTo>
                    <a:pt x="19" y="2"/>
                  </a:lnTo>
                  <a:lnTo>
                    <a:pt x="25" y="3"/>
                  </a:lnTo>
                  <a:lnTo>
                    <a:pt x="28" y="6"/>
                  </a:lnTo>
                  <a:lnTo>
                    <a:pt x="30" y="10"/>
                  </a:lnTo>
                  <a:lnTo>
                    <a:pt x="28" y="20"/>
                  </a:lnTo>
                  <a:lnTo>
                    <a:pt x="27" y="26"/>
                  </a:lnTo>
                  <a:lnTo>
                    <a:pt x="23" y="26"/>
                  </a:lnTo>
                  <a:lnTo>
                    <a:pt x="22" y="25"/>
                  </a:lnTo>
                  <a:lnTo>
                    <a:pt x="19" y="26"/>
                  </a:lnTo>
                  <a:lnTo>
                    <a:pt x="12" y="23"/>
                  </a:lnTo>
                  <a:lnTo>
                    <a:pt x="7" y="20"/>
                  </a:lnTo>
                  <a:lnTo>
                    <a:pt x="9" y="16"/>
                  </a:lnTo>
                  <a:lnTo>
                    <a:pt x="2" y="16"/>
                  </a:lnTo>
                  <a:lnTo>
                    <a:pt x="0" y="15"/>
                  </a:lnTo>
                  <a:lnTo>
                    <a:pt x="0" y="8"/>
                  </a:lnTo>
                  <a:lnTo>
                    <a:pt x="10" y="2"/>
                  </a:lnTo>
                  <a:lnTo>
                    <a:pt x="1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1" name="Freeform 271"/>
            <p:cNvSpPr/>
            <p:nvPr/>
          </p:nvSpPr>
          <p:spPr bwMode="auto">
            <a:xfrm>
              <a:off x="2514601" y="1512888"/>
              <a:ext cx="12700" cy="4763"/>
            </a:xfrm>
            <a:custGeom>
              <a:avLst/>
              <a:gdLst/>
              <a:ahLst/>
              <a:cxnLst>
                <a:cxn ang="0">
                  <a:pos x="2" y="0"/>
                </a:cxn>
                <a:cxn ang="0">
                  <a:pos x="5" y="0"/>
                </a:cxn>
                <a:cxn ang="0">
                  <a:pos x="8" y="3"/>
                </a:cxn>
                <a:cxn ang="0">
                  <a:pos x="3" y="3"/>
                </a:cxn>
                <a:cxn ang="0">
                  <a:pos x="0" y="1"/>
                </a:cxn>
                <a:cxn ang="0">
                  <a:pos x="2" y="0"/>
                </a:cxn>
              </a:cxnLst>
              <a:rect l="0" t="0" r="r" b="b"/>
              <a:pathLst>
                <a:path w="8" h="3">
                  <a:moveTo>
                    <a:pt x="2" y="0"/>
                  </a:moveTo>
                  <a:lnTo>
                    <a:pt x="5" y="0"/>
                  </a:lnTo>
                  <a:lnTo>
                    <a:pt x="8" y="3"/>
                  </a:lnTo>
                  <a:lnTo>
                    <a:pt x="3" y="3"/>
                  </a:lnTo>
                  <a:lnTo>
                    <a:pt x="0"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2" name="Freeform 272"/>
            <p:cNvSpPr/>
            <p:nvPr/>
          </p:nvSpPr>
          <p:spPr bwMode="auto">
            <a:xfrm>
              <a:off x="2479676" y="1498600"/>
              <a:ext cx="14288" cy="11113"/>
            </a:xfrm>
            <a:custGeom>
              <a:avLst/>
              <a:gdLst/>
              <a:ahLst/>
              <a:cxnLst>
                <a:cxn ang="0">
                  <a:pos x="4" y="0"/>
                </a:cxn>
                <a:cxn ang="0">
                  <a:pos x="9" y="4"/>
                </a:cxn>
                <a:cxn ang="0">
                  <a:pos x="7" y="7"/>
                </a:cxn>
                <a:cxn ang="0">
                  <a:pos x="4" y="5"/>
                </a:cxn>
                <a:cxn ang="0">
                  <a:pos x="0" y="5"/>
                </a:cxn>
                <a:cxn ang="0">
                  <a:pos x="0" y="2"/>
                </a:cxn>
                <a:cxn ang="0">
                  <a:pos x="4" y="0"/>
                </a:cxn>
              </a:cxnLst>
              <a:rect l="0" t="0" r="r" b="b"/>
              <a:pathLst>
                <a:path w="9" h="7">
                  <a:moveTo>
                    <a:pt x="4" y="0"/>
                  </a:moveTo>
                  <a:lnTo>
                    <a:pt x="9" y="4"/>
                  </a:lnTo>
                  <a:lnTo>
                    <a:pt x="7" y="7"/>
                  </a:lnTo>
                  <a:lnTo>
                    <a:pt x="4" y="5"/>
                  </a:lnTo>
                  <a:lnTo>
                    <a:pt x="0" y="5"/>
                  </a:lnTo>
                  <a:lnTo>
                    <a:pt x="0" y="2"/>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3" name="Freeform 273"/>
            <p:cNvSpPr/>
            <p:nvPr/>
          </p:nvSpPr>
          <p:spPr bwMode="auto">
            <a:xfrm>
              <a:off x="2430463" y="1512888"/>
              <a:ext cx="15875" cy="6350"/>
            </a:xfrm>
            <a:custGeom>
              <a:avLst/>
              <a:gdLst/>
              <a:ahLst/>
              <a:cxnLst>
                <a:cxn ang="0">
                  <a:pos x="0" y="0"/>
                </a:cxn>
                <a:cxn ang="0">
                  <a:pos x="5" y="0"/>
                </a:cxn>
                <a:cxn ang="0">
                  <a:pos x="10" y="1"/>
                </a:cxn>
                <a:cxn ang="0">
                  <a:pos x="8" y="3"/>
                </a:cxn>
                <a:cxn ang="0">
                  <a:pos x="5" y="4"/>
                </a:cxn>
                <a:cxn ang="0">
                  <a:pos x="0" y="4"/>
                </a:cxn>
                <a:cxn ang="0">
                  <a:pos x="0" y="0"/>
                </a:cxn>
              </a:cxnLst>
              <a:rect l="0" t="0" r="r" b="b"/>
              <a:pathLst>
                <a:path w="10" h="4">
                  <a:moveTo>
                    <a:pt x="0" y="0"/>
                  </a:moveTo>
                  <a:lnTo>
                    <a:pt x="5" y="0"/>
                  </a:lnTo>
                  <a:lnTo>
                    <a:pt x="10" y="1"/>
                  </a:lnTo>
                  <a:lnTo>
                    <a:pt x="8" y="3"/>
                  </a:lnTo>
                  <a:lnTo>
                    <a:pt x="5" y="4"/>
                  </a:lnTo>
                  <a:lnTo>
                    <a:pt x="0"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4" name="Freeform 274"/>
            <p:cNvSpPr/>
            <p:nvPr/>
          </p:nvSpPr>
          <p:spPr bwMode="auto">
            <a:xfrm>
              <a:off x="2465388" y="1535113"/>
              <a:ext cx="127000" cy="95250"/>
            </a:xfrm>
            <a:custGeom>
              <a:avLst/>
              <a:gdLst/>
              <a:ahLst/>
              <a:cxnLst>
                <a:cxn ang="0">
                  <a:pos x="23" y="0"/>
                </a:cxn>
                <a:cxn ang="0">
                  <a:pos x="28" y="0"/>
                </a:cxn>
                <a:cxn ang="0">
                  <a:pos x="31" y="2"/>
                </a:cxn>
                <a:cxn ang="0">
                  <a:pos x="34" y="5"/>
                </a:cxn>
                <a:cxn ang="0">
                  <a:pos x="39" y="4"/>
                </a:cxn>
                <a:cxn ang="0">
                  <a:pos x="41" y="2"/>
                </a:cxn>
                <a:cxn ang="0">
                  <a:pos x="47" y="2"/>
                </a:cxn>
                <a:cxn ang="0">
                  <a:pos x="51" y="5"/>
                </a:cxn>
                <a:cxn ang="0">
                  <a:pos x="54" y="10"/>
                </a:cxn>
                <a:cxn ang="0">
                  <a:pos x="59" y="10"/>
                </a:cxn>
                <a:cxn ang="0">
                  <a:pos x="61" y="9"/>
                </a:cxn>
                <a:cxn ang="0">
                  <a:pos x="64" y="9"/>
                </a:cxn>
                <a:cxn ang="0">
                  <a:pos x="67" y="12"/>
                </a:cxn>
                <a:cxn ang="0">
                  <a:pos x="77" y="12"/>
                </a:cxn>
                <a:cxn ang="0">
                  <a:pos x="80" y="15"/>
                </a:cxn>
                <a:cxn ang="0">
                  <a:pos x="80" y="20"/>
                </a:cxn>
                <a:cxn ang="0">
                  <a:pos x="75" y="25"/>
                </a:cxn>
                <a:cxn ang="0">
                  <a:pos x="74" y="28"/>
                </a:cxn>
                <a:cxn ang="0">
                  <a:pos x="72" y="33"/>
                </a:cxn>
                <a:cxn ang="0">
                  <a:pos x="69" y="33"/>
                </a:cxn>
                <a:cxn ang="0">
                  <a:pos x="67" y="35"/>
                </a:cxn>
                <a:cxn ang="0">
                  <a:pos x="57" y="35"/>
                </a:cxn>
                <a:cxn ang="0">
                  <a:pos x="54" y="33"/>
                </a:cxn>
                <a:cxn ang="0">
                  <a:pos x="51" y="33"/>
                </a:cxn>
                <a:cxn ang="0">
                  <a:pos x="51" y="38"/>
                </a:cxn>
                <a:cxn ang="0">
                  <a:pos x="52" y="38"/>
                </a:cxn>
                <a:cxn ang="0">
                  <a:pos x="49" y="42"/>
                </a:cxn>
                <a:cxn ang="0">
                  <a:pos x="46" y="43"/>
                </a:cxn>
                <a:cxn ang="0">
                  <a:pos x="38" y="43"/>
                </a:cxn>
                <a:cxn ang="0">
                  <a:pos x="34" y="40"/>
                </a:cxn>
                <a:cxn ang="0">
                  <a:pos x="29" y="37"/>
                </a:cxn>
                <a:cxn ang="0">
                  <a:pos x="23" y="37"/>
                </a:cxn>
                <a:cxn ang="0">
                  <a:pos x="19" y="35"/>
                </a:cxn>
                <a:cxn ang="0">
                  <a:pos x="19" y="40"/>
                </a:cxn>
                <a:cxn ang="0">
                  <a:pos x="24" y="42"/>
                </a:cxn>
                <a:cxn ang="0">
                  <a:pos x="28" y="46"/>
                </a:cxn>
                <a:cxn ang="0">
                  <a:pos x="24" y="50"/>
                </a:cxn>
                <a:cxn ang="0">
                  <a:pos x="19" y="53"/>
                </a:cxn>
                <a:cxn ang="0">
                  <a:pos x="16" y="55"/>
                </a:cxn>
                <a:cxn ang="0">
                  <a:pos x="11" y="60"/>
                </a:cxn>
                <a:cxn ang="0">
                  <a:pos x="9" y="56"/>
                </a:cxn>
                <a:cxn ang="0">
                  <a:pos x="5" y="56"/>
                </a:cxn>
                <a:cxn ang="0">
                  <a:pos x="3" y="53"/>
                </a:cxn>
                <a:cxn ang="0">
                  <a:pos x="5" y="50"/>
                </a:cxn>
                <a:cxn ang="0">
                  <a:pos x="8" y="45"/>
                </a:cxn>
                <a:cxn ang="0">
                  <a:pos x="3" y="40"/>
                </a:cxn>
                <a:cxn ang="0">
                  <a:pos x="3" y="37"/>
                </a:cxn>
                <a:cxn ang="0">
                  <a:pos x="1" y="35"/>
                </a:cxn>
                <a:cxn ang="0">
                  <a:pos x="0" y="35"/>
                </a:cxn>
                <a:cxn ang="0">
                  <a:pos x="0" y="32"/>
                </a:cxn>
                <a:cxn ang="0">
                  <a:pos x="1" y="30"/>
                </a:cxn>
                <a:cxn ang="0">
                  <a:pos x="0" y="28"/>
                </a:cxn>
                <a:cxn ang="0">
                  <a:pos x="0" y="20"/>
                </a:cxn>
                <a:cxn ang="0">
                  <a:pos x="3" y="20"/>
                </a:cxn>
                <a:cxn ang="0">
                  <a:pos x="13" y="10"/>
                </a:cxn>
                <a:cxn ang="0">
                  <a:pos x="18" y="10"/>
                </a:cxn>
                <a:cxn ang="0">
                  <a:pos x="18" y="2"/>
                </a:cxn>
                <a:cxn ang="0">
                  <a:pos x="23" y="0"/>
                </a:cxn>
              </a:cxnLst>
              <a:rect l="0" t="0" r="r" b="b"/>
              <a:pathLst>
                <a:path w="80" h="60">
                  <a:moveTo>
                    <a:pt x="23" y="0"/>
                  </a:moveTo>
                  <a:lnTo>
                    <a:pt x="28" y="0"/>
                  </a:lnTo>
                  <a:lnTo>
                    <a:pt x="31" y="2"/>
                  </a:lnTo>
                  <a:lnTo>
                    <a:pt x="34" y="5"/>
                  </a:lnTo>
                  <a:lnTo>
                    <a:pt x="39" y="4"/>
                  </a:lnTo>
                  <a:lnTo>
                    <a:pt x="41" y="2"/>
                  </a:lnTo>
                  <a:lnTo>
                    <a:pt x="47" y="2"/>
                  </a:lnTo>
                  <a:lnTo>
                    <a:pt x="51" y="5"/>
                  </a:lnTo>
                  <a:lnTo>
                    <a:pt x="54" y="10"/>
                  </a:lnTo>
                  <a:lnTo>
                    <a:pt x="59" y="10"/>
                  </a:lnTo>
                  <a:lnTo>
                    <a:pt x="61" y="9"/>
                  </a:lnTo>
                  <a:lnTo>
                    <a:pt x="64" y="9"/>
                  </a:lnTo>
                  <a:lnTo>
                    <a:pt x="67" y="12"/>
                  </a:lnTo>
                  <a:lnTo>
                    <a:pt x="77" y="12"/>
                  </a:lnTo>
                  <a:lnTo>
                    <a:pt x="80" y="15"/>
                  </a:lnTo>
                  <a:lnTo>
                    <a:pt x="80" y="20"/>
                  </a:lnTo>
                  <a:lnTo>
                    <a:pt x="75" y="25"/>
                  </a:lnTo>
                  <a:lnTo>
                    <a:pt x="74" y="28"/>
                  </a:lnTo>
                  <a:lnTo>
                    <a:pt x="72" y="33"/>
                  </a:lnTo>
                  <a:lnTo>
                    <a:pt x="69" y="33"/>
                  </a:lnTo>
                  <a:lnTo>
                    <a:pt x="67" y="35"/>
                  </a:lnTo>
                  <a:lnTo>
                    <a:pt x="57" y="35"/>
                  </a:lnTo>
                  <a:lnTo>
                    <a:pt x="54" y="33"/>
                  </a:lnTo>
                  <a:lnTo>
                    <a:pt x="51" y="33"/>
                  </a:lnTo>
                  <a:lnTo>
                    <a:pt x="51" y="38"/>
                  </a:lnTo>
                  <a:lnTo>
                    <a:pt x="52" y="38"/>
                  </a:lnTo>
                  <a:lnTo>
                    <a:pt x="49" y="42"/>
                  </a:lnTo>
                  <a:lnTo>
                    <a:pt x="46" y="43"/>
                  </a:lnTo>
                  <a:lnTo>
                    <a:pt x="38" y="43"/>
                  </a:lnTo>
                  <a:lnTo>
                    <a:pt x="34" y="40"/>
                  </a:lnTo>
                  <a:lnTo>
                    <a:pt x="29" y="37"/>
                  </a:lnTo>
                  <a:lnTo>
                    <a:pt x="23" y="37"/>
                  </a:lnTo>
                  <a:lnTo>
                    <a:pt x="19" y="35"/>
                  </a:lnTo>
                  <a:lnTo>
                    <a:pt x="19" y="40"/>
                  </a:lnTo>
                  <a:lnTo>
                    <a:pt x="24" y="42"/>
                  </a:lnTo>
                  <a:lnTo>
                    <a:pt x="28" y="46"/>
                  </a:lnTo>
                  <a:lnTo>
                    <a:pt x="24" y="50"/>
                  </a:lnTo>
                  <a:lnTo>
                    <a:pt x="19" y="53"/>
                  </a:lnTo>
                  <a:lnTo>
                    <a:pt x="16" y="55"/>
                  </a:lnTo>
                  <a:lnTo>
                    <a:pt x="11" y="60"/>
                  </a:lnTo>
                  <a:lnTo>
                    <a:pt x="9" y="56"/>
                  </a:lnTo>
                  <a:lnTo>
                    <a:pt x="5" y="56"/>
                  </a:lnTo>
                  <a:lnTo>
                    <a:pt x="3" y="53"/>
                  </a:lnTo>
                  <a:lnTo>
                    <a:pt x="5" y="50"/>
                  </a:lnTo>
                  <a:lnTo>
                    <a:pt x="8" y="45"/>
                  </a:lnTo>
                  <a:lnTo>
                    <a:pt x="3" y="40"/>
                  </a:lnTo>
                  <a:lnTo>
                    <a:pt x="3" y="37"/>
                  </a:lnTo>
                  <a:lnTo>
                    <a:pt x="1" y="35"/>
                  </a:lnTo>
                  <a:lnTo>
                    <a:pt x="0" y="35"/>
                  </a:lnTo>
                  <a:lnTo>
                    <a:pt x="0" y="32"/>
                  </a:lnTo>
                  <a:lnTo>
                    <a:pt x="1" y="30"/>
                  </a:lnTo>
                  <a:lnTo>
                    <a:pt x="0" y="28"/>
                  </a:lnTo>
                  <a:lnTo>
                    <a:pt x="0" y="20"/>
                  </a:lnTo>
                  <a:lnTo>
                    <a:pt x="3" y="20"/>
                  </a:lnTo>
                  <a:lnTo>
                    <a:pt x="13" y="10"/>
                  </a:lnTo>
                  <a:lnTo>
                    <a:pt x="18" y="10"/>
                  </a:lnTo>
                  <a:lnTo>
                    <a:pt x="18" y="2"/>
                  </a:lnTo>
                  <a:lnTo>
                    <a:pt x="2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5" name="Freeform 275"/>
            <p:cNvSpPr/>
            <p:nvPr/>
          </p:nvSpPr>
          <p:spPr bwMode="auto">
            <a:xfrm>
              <a:off x="2346326" y="1517650"/>
              <a:ext cx="112713" cy="120650"/>
            </a:xfrm>
            <a:custGeom>
              <a:avLst/>
              <a:gdLst/>
              <a:ahLst/>
              <a:cxnLst>
                <a:cxn ang="0">
                  <a:pos x="45" y="0"/>
                </a:cxn>
                <a:cxn ang="0">
                  <a:pos x="50" y="6"/>
                </a:cxn>
                <a:cxn ang="0">
                  <a:pos x="68" y="5"/>
                </a:cxn>
                <a:cxn ang="0">
                  <a:pos x="68" y="11"/>
                </a:cxn>
                <a:cxn ang="0">
                  <a:pos x="68" y="13"/>
                </a:cxn>
                <a:cxn ang="0">
                  <a:pos x="66" y="16"/>
                </a:cxn>
                <a:cxn ang="0">
                  <a:pos x="53" y="23"/>
                </a:cxn>
                <a:cxn ang="0">
                  <a:pos x="40" y="28"/>
                </a:cxn>
                <a:cxn ang="0">
                  <a:pos x="40" y="38"/>
                </a:cxn>
                <a:cxn ang="0">
                  <a:pos x="45" y="29"/>
                </a:cxn>
                <a:cxn ang="0">
                  <a:pos x="52" y="28"/>
                </a:cxn>
                <a:cxn ang="0">
                  <a:pos x="53" y="38"/>
                </a:cxn>
                <a:cxn ang="0">
                  <a:pos x="55" y="43"/>
                </a:cxn>
                <a:cxn ang="0">
                  <a:pos x="50" y="49"/>
                </a:cxn>
                <a:cxn ang="0">
                  <a:pos x="52" y="59"/>
                </a:cxn>
                <a:cxn ang="0">
                  <a:pos x="40" y="67"/>
                </a:cxn>
                <a:cxn ang="0">
                  <a:pos x="33" y="61"/>
                </a:cxn>
                <a:cxn ang="0">
                  <a:pos x="30" y="61"/>
                </a:cxn>
                <a:cxn ang="0">
                  <a:pos x="20" y="76"/>
                </a:cxn>
                <a:cxn ang="0">
                  <a:pos x="19" y="66"/>
                </a:cxn>
                <a:cxn ang="0">
                  <a:pos x="19" y="57"/>
                </a:cxn>
                <a:cxn ang="0">
                  <a:pos x="15" y="49"/>
                </a:cxn>
                <a:cxn ang="0">
                  <a:pos x="7" y="44"/>
                </a:cxn>
                <a:cxn ang="0">
                  <a:pos x="2" y="31"/>
                </a:cxn>
                <a:cxn ang="0">
                  <a:pos x="2" y="23"/>
                </a:cxn>
                <a:cxn ang="0">
                  <a:pos x="9" y="18"/>
                </a:cxn>
                <a:cxn ang="0">
                  <a:pos x="14" y="25"/>
                </a:cxn>
                <a:cxn ang="0">
                  <a:pos x="22" y="26"/>
                </a:cxn>
                <a:cxn ang="0">
                  <a:pos x="25" y="21"/>
                </a:cxn>
                <a:cxn ang="0">
                  <a:pos x="25" y="16"/>
                </a:cxn>
                <a:cxn ang="0">
                  <a:pos x="27" y="5"/>
                </a:cxn>
                <a:cxn ang="0">
                  <a:pos x="32" y="0"/>
                </a:cxn>
              </a:cxnLst>
              <a:rect l="0" t="0" r="r" b="b"/>
              <a:pathLst>
                <a:path w="71" h="76">
                  <a:moveTo>
                    <a:pt x="32" y="0"/>
                  </a:moveTo>
                  <a:lnTo>
                    <a:pt x="45" y="0"/>
                  </a:lnTo>
                  <a:lnTo>
                    <a:pt x="48" y="3"/>
                  </a:lnTo>
                  <a:lnTo>
                    <a:pt x="50" y="6"/>
                  </a:lnTo>
                  <a:lnTo>
                    <a:pt x="55" y="5"/>
                  </a:lnTo>
                  <a:lnTo>
                    <a:pt x="68" y="5"/>
                  </a:lnTo>
                  <a:lnTo>
                    <a:pt x="70" y="8"/>
                  </a:lnTo>
                  <a:lnTo>
                    <a:pt x="68" y="11"/>
                  </a:lnTo>
                  <a:lnTo>
                    <a:pt x="65" y="11"/>
                  </a:lnTo>
                  <a:lnTo>
                    <a:pt x="68" y="13"/>
                  </a:lnTo>
                  <a:lnTo>
                    <a:pt x="71" y="16"/>
                  </a:lnTo>
                  <a:lnTo>
                    <a:pt x="66" y="16"/>
                  </a:lnTo>
                  <a:lnTo>
                    <a:pt x="63" y="20"/>
                  </a:lnTo>
                  <a:lnTo>
                    <a:pt x="53" y="23"/>
                  </a:lnTo>
                  <a:lnTo>
                    <a:pt x="45" y="23"/>
                  </a:lnTo>
                  <a:lnTo>
                    <a:pt x="40" y="28"/>
                  </a:lnTo>
                  <a:lnTo>
                    <a:pt x="37" y="34"/>
                  </a:lnTo>
                  <a:lnTo>
                    <a:pt x="40" y="38"/>
                  </a:lnTo>
                  <a:lnTo>
                    <a:pt x="42" y="33"/>
                  </a:lnTo>
                  <a:lnTo>
                    <a:pt x="45" y="29"/>
                  </a:lnTo>
                  <a:lnTo>
                    <a:pt x="48" y="28"/>
                  </a:lnTo>
                  <a:lnTo>
                    <a:pt x="52" y="28"/>
                  </a:lnTo>
                  <a:lnTo>
                    <a:pt x="53" y="31"/>
                  </a:lnTo>
                  <a:lnTo>
                    <a:pt x="53" y="38"/>
                  </a:lnTo>
                  <a:lnTo>
                    <a:pt x="56" y="41"/>
                  </a:lnTo>
                  <a:lnTo>
                    <a:pt x="55" y="43"/>
                  </a:lnTo>
                  <a:lnTo>
                    <a:pt x="50" y="44"/>
                  </a:lnTo>
                  <a:lnTo>
                    <a:pt x="50" y="49"/>
                  </a:lnTo>
                  <a:lnTo>
                    <a:pt x="53" y="54"/>
                  </a:lnTo>
                  <a:lnTo>
                    <a:pt x="52" y="59"/>
                  </a:lnTo>
                  <a:lnTo>
                    <a:pt x="47" y="64"/>
                  </a:lnTo>
                  <a:lnTo>
                    <a:pt x="40" y="67"/>
                  </a:lnTo>
                  <a:lnTo>
                    <a:pt x="35" y="66"/>
                  </a:lnTo>
                  <a:lnTo>
                    <a:pt x="33" y="61"/>
                  </a:lnTo>
                  <a:lnTo>
                    <a:pt x="35" y="56"/>
                  </a:lnTo>
                  <a:lnTo>
                    <a:pt x="30" y="61"/>
                  </a:lnTo>
                  <a:lnTo>
                    <a:pt x="30" y="72"/>
                  </a:lnTo>
                  <a:lnTo>
                    <a:pt x="20" y="76"/>
                  </a:lnTo>
                  <a:lnTo>
                    <a:pt x="15" y="72"/>
                  </a:lnTo>
                  <a:lnTo>
                    <a:pt x="19" y="66"/>
                  </a:lnTo>
                  <a:lnTo>
                    <a:pt x="15" y="62"/>
                  </a:lnTo>
                  <a:lnTo>
                    <a:pt x="19" y="57"/>
                  </a:lnTo>
                  <a:lnTo>
                    <a:pt x="19" y="51"/>
                  </a:lnTo>
                  <a:lnTo>
                    <a:pt x="15" y="49"/>
                  </a:lnTo>
                  <a:lnTo>
                    <a:pt x="9" y="48"/>
                  </a:lnTo>
                  <a:lnTo>
                    <a:pt x="7" y="44"/>
                  </a:lnTo>
                  <a:lnTo>
                    <a:pt x="7" y="34"/>
                  </a:lnTo>
                  <a:lnTo>
                    <a:pt x="2" y="31"/>
                  </a:lnTo>
                  <a:lnTo>
                    <a:pt x="0" y="28"/>
                  </a:lnTo>
                  <a:lnTo>
                    <a:pt x="2" y="23"/>
                  </a:lnTo>
                  <a:lnTo>
                    <a:pt x="5" y="18"/>
                  </a:lnTo>
                  <a:lnTo>
                    <a:pt x="9" y="18"/>
                  </a:lnTo>
                  <a:lnTo>
                    <a:pt x="12" y="20"/>
                  </a:lnTo>
                  <a:lnTo>
                    <a:pt x="14" y="25"/>
                  </a:lnTo>
                  <a:lnTo>
                    <a:pt x="17" y="28"/>
                  </a:lnTo>
                  <a:lnTo>
                    <a:pt x="22" y="26"/>
                  </a:lnTo>
                  <a:lnTo>
                    <a:pt x="22" y="23"/>
                  </a:lnTo>
                  <a:lnTo>
                    <a:pt x="25" y="21"/>
                  </a:lnTo>
                  <a:lnTo>
                    <a:pt x="30" y="21"/>
                  </a:lnTo>
                  <a:lnTo>
                    <a:pt x="25" y="16"/>
                  </a:lnTo>
                  <a:lnTo>
                    <a:pt x="22" y="10"/>
                  </a:lnTo>
                  <a:lnTo>
                    <a:pt x="27" y="5"/>
                  </a:lnTo>
                  <a:lnTo>
                    <a:pt x="30" y="5"/>
                  </a:lnTo>
                  <a:lnTo>
                    <a:pt x="3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6" name="Freeform 276"/>
            <p:cNvSpPr/>
            <p:nvPr/>
          </p:nvSpPr>
          <p:spPr bwMode="auto">
            <a:xfrm>
              <a:off x="2286001" y="1482725"/>
              <a:ext cx="42863" cy="39688"/>
            </a:xfrm>
            <a:custGeom>
              <a:avLst/>
              <a:gdLst/>
              <a:ahLst/>
              <a:cxnLst>
                <a:cxn ang="0">
                  <a:pos x="9" y="0"/>
                </a:cxn>
                <a:cxn ang="0">
                  <a:pos x="12" y="4"/>
                </a:cxn>
                <a:cxn ang="0">
                  <a:pos x="19" y="7"/>
                </a:cxn>
                <a:cxn ang="0">
                  <a:pos x="22" y="7"/>
                </a:cxn>
                <a:cxn ang="0">
                  <a:pos x="24" y="10"/>
                </a:cxn>
                <a:cxn ang="0">
                  <a:pos x="27" y="15"/>
                </a:cxn>
                <a:cxn ang="0">
                  <a:pos x="25" y="17"/>
                </a:cxn>
                <a:cxn ang="0">
                  <a:pos x="25" y="19"/>
                </a:cxn>
                <a:cxn ang="0">
                  <a:pos x="22" y="19"/>
                </a:cxn>
                <a:cxn ang="0">
                  <a:pos x="19" y="22"/>
                </a:cxn>
                <a:cxn ang="0">
                  <a:pos x="14" y="25"/>
                </a:cxn>
                <a:cxn ang="0">
                  <a:pos x="9" y="23"/>
                </a:cxn>
                <a:cxn ang="0">
                  <a:pos x="5" y="14"/>
                </a:cxn>
                <a:cxn ang="0">
                  <a:pos x="0" y="9"/>
                </a:cxn>
                <a:cxn ang="0">
                  <a:pos x="0" y="5"/>
                </a:cxn>
                <a:cxn ang="0">
                  <a:pos x="5" y="2"/>
                </a:cxn>
                <a:cxn ang="0">
                  <a:pos x="9" y="0"/>
                </a:cxn>
              </a:cxnLst>
              <a:rect l="0" t="0" r="r" b="b"/>
              <a:pathLst>
                <a:path w="27" h="25">
                  <a:moveTo>
                    <a:pt x="9" y="0"/>
                  </a:moveTo>
                  <a:lnTo>
                    <a:pt x="12" y="4"/>
                  </a:lnTo>
                  <a:lnTo>
                    <a:pt x="19" y="7"/>
                  </a:lnTo>
                  <a:lnTo>
                    <a:pt x="22" y="7"/>
                  </a:lnTo>
                  <a:lnTo>
                    <a:pt x="24" y="10"/>
                  </a:lnTo>
                  <a:lnTo>
                    <a:pt x="27" y="15"/>
                  </a:lnTo>
                  <a:lnTo>
                    <a:pt x="25" y="17"/>
                  </a:lnTo>
                  <a:lnTo>
                    <a:pt x="25" y="19"/>
                  </a:lnTo>
                  <a:lnTo>
                    <a:pt x="22" y="19"/>
                  </a:lnTo>
                  <a:lnTo>
                    <a:pt x="19" y="22"/>
                  </a:lnTo>
                  <a:lnTo>
                    <a:pt x="14" y="25"/>
                  </a:lnTo>
                  <a:lnTo>
                    <a:pt x="9" y="23"/>
                  </a:lnTo>
                  <a:lnTo>
                    <a:pt x="5" y="14"/>
                  </a:lnTo>
                  <a:lnTo>
                    <a:pt x="0" y="9"/>
                  </a:lnTo>
                  <a:lnTo>
                    <a:pt x="0" y="5"/>
                  </a:lnTo>
                  <a:lnTo>
                    <a:pt x="5" y="2"/>
                  </a:lnTo>
                  <a:lnTo>
                    <a:pt x="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7" name="Freeform 277"/>
            <p:cNvSpPr/>
            <p:nvPr/>
          </p:nvSpPr>
          <p:spPr bwMode="auto">
            <a:xfrm>
              <a:off x="2135188" y="1304925"/>
              <a:ext cx="217488" cy="128588"/>
            </a:xfrm>
            <a:custGeom>
              <a:avLst/>
              <a:gdLst/>
              <a:ahLst/>
              <a:cxnLst>
                <a:cxn ang="0">
                  <a:pos x="49" y="4"/>
                </a:cxn>
                <a:cxn ang="0">
                  <a:pos x="61" y="14"/>
                </a:cxn>
                <a:cxn ang="0">
                  <a:pos x="66" y="25"/>
                </a:cxn>
                <a:cxn ang="0">
                  <a:pos x="69" y="37"/>
                </a:cxn>
                <a:cxn ang="0">
                  <a:pos x="71" y="46"/>
                </a:cxn>
                <a:cxn ang="0">
                  <a:pos x="91" y="50"/>
                </a:cxn>
                <a:cxn ang="0">
                  <a:pos x="92" y="40"/>
                </a:cxn>
                <a:cxn ang="0">
                  <a:pos x="99" y="33"/>
                </a:cxn>
                <a:cxn ang="0">
                  <a:pos x="92" y="23"/>
                </a:cxn>
                <a:cxn ang="0">
                  <a:pos x="102" y="15"/>
                </a:cxn>
                <a:cxn ang="0">
                  <a:pos x="120" y="14"/>
                </a:cxn>
                <a:cxn ang="0">
                  <a:pos x="119" y="25"/>
                </a:cxn>
                <a:cxn ang="0">
                  <a:pos x="112" y="35"/>
                </a:cxn>
                <a:cxn ang="0">
                  <a:pos x="114" y="48"/>
                </a:cxn>
                <a:cxn ang="0">
                  <a:pos x="122" y="55"/>
                </a:cxn>
                <a:cxn ang="0">
                  <a:pos x="127" y="45"/>
                </a:cxn>
                <a:cxn ang="0">
                  <a:pos x="137" y="51"/>
                </a:cxn>
                <a:cxn ang="0">
                  <a:pos x="132" y="70"/>
                </a:cxn>
                <a:cxn ang="0">
                  <a:pos x="115" y="81"/>
                </a:cxn>
                <a:cxn ang="0">
                  <a:pos x="102" y="73"/>
                </a:cxn>
                <a:cxn ang="0">
                  <a:pos x="89" y="73"/>
                </a:cxn>
                <a:cxn ang="0">
                  <a:pos x="79" y="75"/>
                </a:cxn>
                <a:cxn ang="0">
                  <a:pos x="66" y="81"/>
                </a:cxn>
                <a:cxn ang="0">
                  <a:pos x="48" y="78"/>
                </a:cxn>
                <a:cxn ang="0">
                  <a:pos x="31" y="70"/>
                </a:cxn>
                <a:cxn ang="0">
                  <a:pos x="29" y="58"/>
                </a:cxn>
                <a:cxn ang="0">
                  <a:pos x="44" y="58"/>
                </a:cxn>
                <a:cxn ang="0">
                  <a:pos x="64" y="60"/>
                </a:cxn>
                <a:cxn ang="0">
                  <a:pos x="53" y="55"/>
                </a:cxn>
                <a:cxn ang="0">
                  <a:pos x="41" y="55"/>
                </a:cxn>
                <a:cxn ang="0">
                  <a:pos x="39" y="43"/>
                </a:cxn>
                <a:cxn ang="0">
                  <a:pos x="23" y="45"/>
                </a:cxn>
                <a:cxn ang="0">
                  <a:pos x="15" y="38"/>
                </a:cxn>
                <a:cxn ang="0">
                  <a:pos x="1" y="35"/>
                </a:cxn>
                <a:cxn ang="0">
                  <a:pos x="3" y="23"/>
                </a:cxn>
                <a:cxn ang="0">
                  <a:pos x="18" y="28"/>
                </a:cxn>
                <a:cxn ang="0">
                  <a:pos x="26" y="25"/>
                </a:cxn>
                <a:cxn ang="0">
                  <a:pos x="18" y="20"/>
                </a:cxn>
                <a:cxn ang="0">
                  <a:pos x="13" y="14"/>
                </a:cxn>
                <a:cxn ang="0">
                  <a:pos x="29" y="15"/>
                </a:cxn>
                <a:cxn ang="0">
                  <a:pos x="31" y="14"/>
                </a:cxn>
                <a:cxn ang="0">
                  <a:pos x="20" y="5"/>
                </a:cxn>
                <a:cxn ang="0">
                  <a:pos x="36" y="5"/>
                </a:cxn>
              </a:cxnLst>
              <a:rect l="0" t="0" r="r" b="b"/>
              <a:pathLst>
                <a:path w="137" h="81">
                  <a:moveTo>
                    <a:pt x="39" y="0"/>
                  </a:moveTo>
                  <a:lnTo>
                    <a:pt x="44" y="0"/>
                  </a:lnTo>
                  <a:lnTo>
                    <a:pt x="49" y="4"/>
                  </a:lnTo>
                  <a:lnTo>
                    <a:pt x="54" y="9"/>
                  </a:lnTo>
                  <a:lnTo>
                    <a:pt x="54" y="14"/>
                  </a:lnTo>
                  <a:lnTo>
                    <a:pt x="61" y="14"/>
                  </a:lnTo>
                  <a:lnTo>
                    <a:pt x="62" y="15"/>
                  </a:lnTo>
                  <a:lnTo>
                    <a:pt x="66" y="20"/>
                  </a:lnTo>
                  <a:lnTo>
                    <a:pt x="66" y="25"/>
                  </a:lnTo>
                  <a:lnTo>
                    <a:pt x="64" y="28"/>
                  </a:lnTo>
                  <a:lnTo>
                    <a:pt x="66" y="33"/>
                  </a:lnTo>
                  <a:lnTo>
                    <a:pt x="69" y="37"/>
                  </a:lnTo>
                  <a:lnTo>
                    <a:pt x="67" y="40"/>
                  </a:lnTo>
                  <a:lnTo>
                    <a:pt x="69" y="42"/>
                  </a:lnTo>
                  <a:lnTo>
                    <a:pt x="71" y="46"/>
                  </a:lnTo>
                  <a:lnTo>
                    <a:pt x="74" y="50"/>
                  </a:lnTo>
                  <a:lnTo>
                    <a:pt x="81" y="46"/>
                  </a:lnTo>
                  <a:lnTo>
                    <a:pt x="91" y="50"/>
                  </a:lnTo>
                  <a:lnTo>
                    <a:pt x="94" y="50"/>
                  </a:lnTo>
                  <a:lnTo>
                    <a:pt x="95" y="46"/>
                  </a:lnTo>
                  <a:lnTo>
                    <a:pt x="92" y="40"/>
                  </a:lnTo>
                  <a:lnTo>
                    <a:pt x="94" y="37"/>
                  </a:lnTo>
                  <a:lnTo>
                    <a:pt x="95" y="35"/>
                  </a:lnTo>
                  <a:lnTo>
                    <a:pt x="99" y="33"/>
                  </a:lnTo>
                  <a:lnTo>
                    <a:pt x="100" y="30"/>
                  </a:lnTo>
                  <a:lnTo>
                    <a:pt x="97" y="27"/>
                  </a:lnTo>
                  <a:lnTo>
                    <a:pt x="92" y="23"/>
                  </a:lnTo>
                  <a:lnTo>
                    <a:pt x="92" y="18"/>
                  </a:lnTo>
                  <a:lnTo>
                    <a:pt x="100" y="18"/>
                  </a:lnTo>
                  <a:lnTo>
                    <a:pt x="102" y="15"/>
                  </a:lnTo>
                  <a:lnTo>
                    <a:pt x="105" y="12"/>
                  </a:lnTo>
                  <a:lnTo>
                    <a:pt x="112" y="12"/>
                  </a:lnTo>
                  <a:lnTo>
                    <a:pt x="120" y="14"/>
                  </a:lnTo>
                  <a:lnTo>
                    <a:pt x="120" y="18"/>
                  </a:lnTo>
                  <a:lnTo>
                    <a:pt x="117" y="23"/>
                  </a:lnTo>
                  <a:lnTo>
                    <a:pt x="119" y="25"/>
                  </a:lnTo>
                  <a:lnTo>
                    <a:pt x="120" y="30"/>
                  </a:lnTo>
                  <a:lnTo>
                    <a:pt x="115" y="32"/>
                  </a:lnTo>
                  <a:lnTo>
                    <a:pt x="112" y="35"/>
                  </a:lnTo>
                  <a:lnTo>
                    <a:pt x="115" y="38"/>
                  </a:lnTo>
                  <a:lnTo>
                    <a:pt x="117" y="43"/>
                  </a:lnTo>
                  <a:lnTo>
                    <a:pt x="114" y="48"/>
                  </a:lnTo>
                  <a:lnTo>
                    <a:pt x="119" y="48"/>
                  </a:lnTo>
                  <a:lnTo>
                    <a:pt x="119" y="55"/>
                  </a:lnTo>
                  <a:lnTo>
                    <a:pt x="122" y="55"/>
                  </a:lnTo>
                  <a:lnTo>
                    <a:pt x="122" y="51"/>
                  </a:lnTo>
                  <a:lnTo>
                    <a:pt x="123" y="46"/>
                  </a:lnTo>
                  <a:lnTo>
                    <a:pt x="127" y="45"/>
                  </a:lnTo>
                  <a:lnTo>
                    <a:pt x="128" y="43"/>
                  </a:lnTo>
                  <a:lnTo>
                    <a:pt x="135" y="48"/>
                  </a:lnTo>
                  <a:lnTo>
                    <a:pt x="137" y="51"/>
                  </a:lnTo>
                  <a:lnTo>
                    <a:pt x="137" y="58"/>
                  </a:lnTo>
                  <a:lnTo>
                    <a:pt x="135" y="65"/>
                  </a:lnTo>
                  <a:lnTo>
                    <a:pt x="132" y="70"/>
                  </a:lnTo>
                  <a:lnTo>
                    <a:pt x="127" y="71"/>
                  </a:lnTo>
                  <a:lnTo>
                    <a:pt x="120" y="81"/>
                  </a:lnTo>
                  <a:lnTo>
                    <a:pt x="115" y="81"/>
                  </a:lnTo>
                  <a:lnTo>
                    <a:pt x="110" y="78"/>
                  </a:lnTo>
                  <a:lnTo>
                    <a:pt x="107" y="76"/>
                  </a:lnTo>
                  <a:lnTo>
                    <a:pt x="102" y="73"/>
                  </a:lnTo>
                  <a:lnTo>
                    <a:pt x="99" y="73"/>
                  </a:lnTo>
                  <a:lnTo>
                    <a:pt x="94" y="75"/>
                  </a:lnTo>
                  <a:lnTo>
                    <a:pt x="89" y="73"/>
                  </a:lnTo>
                  <a:lnTo>
                    <a:pt x="87" y="70"/>
                  </a:lnTo>
                  <a:lnTo>
                    <a:pt x="84" y="71"/>
                  </a:lnTo>
                  <a:lnTo>
                    <a:pt x="79" y="75"/>
                  </a:lnTo>
                  <a:lnTo>
                    <a:pt x="71" y="75"/>
                  </a:lnTo>
                  <a:lnTo>
                    <a:pt x="69" y="76"/>
                  </a:lnTo>
                  <a:lnTo>
                    <a:pt x="66" y="81"/>
                  </a:lnTo>
                  <a:lnTo>
                    <a:pt x="59" y="81"/>
                  </a:lnTo>
                  <a:lnTo>
                    <a:pt x="53" y="79"/>
                  </a:lnTo>
                  <a:lnTo>
                    <a:pt x="48" y="78"/>
                  </a:lnTo>
                  <a:lnTo>
                    <a:pt x="44" y="75"/>
                  </a:lnTo>
                  <a:lnTo>
                    <a:pt x="36" y="75"/>
                  </a:lnTo>
                  <a:lnTo>
                    <a:pt x="31" y="70"/>
                  </a:lnTo>
                  <a:lnTo>
                    <a:pt x="28" y="65"/>
                  </a:lnTo>
                  <a:lnTo>
                    <a:pt x="26" y="61"/>
                  </a:lnTo>
                  <a:lnTo>
                    <a:pt x="29" y="58"/>
                  </a:lnTo>
                  <a:lnTo>
                    <a:pt x="33" y="58"/>
                  </a:lnTo>
                  <a:lnTo>
                    <a:pt x="41" y="60"/>
                  </a:lnTo>
                  <a:lnTo>
                    <a:pt x="44" y="58"/>
                  </a:lnTo>
                  <a:lnTo>
                    <a:pt x="54" y="63"/>
                  </a:lnTo>
                  <a:lnTo>
                    <a:pt x="61" y="63"/>
                  </a:lnTo>
                  <a:lnTo>
                    <a:pt x="64" y="60"/>
                  </a:lnTo>
                  <a:lnTo>
                    <a:pt x="62" y="55"/>
                  </a:lnTo>
                  <a:lnTo>
                    <a:pt x="56" y="58"/>
                  </a:lnTo>
                  <a:lnTo>
                    <a:pt x="53" y="55"/>
                  </a:lnTo>
                  <a:lnTo>
                    <a:pt x="49" y="53"/>
                  </a:lnTo>
                  <a:lnTo>
                    <a:pt x="46" y="55"/>
                  </a:lnTo>
                  <a:lnTo>
                    <a:pt x="41" y="55"/>
                  </a:lnTo>
                  <a:lnTo>
                    <a:pt x="41" y="51"/>
                  </a:lnTo>
                  <a:lnTo>
                    <a:pt x="39" y="48"/>
                  </a:lnTo>
                  <a:lnTo>
                    <a:pt x="39" y="43"/>
                  </a:lnTo>
                  <a:lnTo>
                    <a:pt x="33" y="43"/>
                  </a:lnTo>
                  <a:lnTo>
                    <a:pt x="28" y="46"/>
                  </a:lnTo>
                  <a:lnTo>
                    <a:pt x="23" y="45"/>
                  </a:lnTo>
                  <a:lnTo>
                    <a:pt x="23" y="43"/>
                  </a:lnTo>
                  <a:lnTo>
                    <a:pt x="18" y="43"/>
                  </a:lnTo>
                  <a:lnTo>
                    <a:pt x="15" y="38"/>
                  </a:lnTo>
                  <a:lnTo>
                    <a:pt x="13" y="35"/>
                  </a:lnTo>
                  <a:lnTo>
                    <a:pt x="6" y="37"/>
                  </a:lnTo>
                  <a:lnTo>
                    <a:pt x="1" y="35"/>
                  </a:lnTo>
                  <a:lnTo>
                    <a:pt x="0" y="32"/>
                  </a:lnTo>
                  <a:lnTo>
                    <a:pt x="0" y="25"/>
                  </a:lnTo>
                  <a:lnTo>
                    <a:pt x="3" y="23"/>
                  </a:lnTo>
                  <a:lnTo>
                    <a:pt x="8" y="25"/>
                  </a:lnTo>
                  <a:lnTo>
                    <a:pt x="15" y="28"/>
                  </a:lnTo>
                  <a:lnTo>
                    <a:pt x="18" y="28"/>
                  </a:lnTo>
                  <a:lnTo>
                    <a:pt x="21" y="25"/>
                  </a:lnTo>
                  <a:lnTo>
                    <a:pt x="25" y="27"/>
                  </a:lnTo>
                  <a:lnTo>
                    <a:pt x="26" y="25"/>
                  </a:lnTo>
                  <a:lnTo>
                    <a:pt x="26" y="22"/>
                  </a:lnTo>
                  <a:lnTo>
                    <a:pt x="21" y="22"/>
                  </a:lnTo>
                  <a:lnTo>
                    <a:pt x="18" y="20"/>
                  </a:lnTo>
                  <a:lnTo>
                    <a:pt x="13" y="18"/>
                  </a:lnTo>
                  <a:lnTo>
                    <a:pt x="10" y="15"/>
                  </a:lnTo>
                  <a:lnTo>
                    <a:pt x="13" y="14"/>
                  </a:lnTo>
                  <a:lnTo>
                    <a:pt x="18" y="14"/>
                  </a:lnTo>
                  <a:lnTo>
                    <a:pt x="23" y="15"/>
                  </a:lnTo>
                  <a:lnTo>
                    <a:pt x="29" y="15"/>
                  </a:lnTo>
                  <a:lnTo>
                    <a:pt x="34" y="17"/>
                  </a:lnTo>
                  <a:lnTo>
                    <a:pt x="33" y="14"/>
                  </a:lnTo>
                  <a:lnTo>
                    <a:pt x="31" y="14"/>
                  </a:lnTo>
                  <a:lnTo>
                    <a:pt x="25" y="12"/>
                  </a:lnTo>
                  <a:lnTo>
                    <a:pt x="20" y="9"/>
                  </a:lnTo>
                  <a:lnTo>
                    <a:pt x="20" y="5"/>
                  </a:lnTo>
                  <a:lnTo>
                    <a:pt x="23" y="4"/>
                  </a:lnTo>
                  <a:lnTo>
                    <a:pt x="31" y="5"/>
                  </a:lnTo>
                  <a:lnTo>
                    <a:pt x="36" y="5"/>
                  </a:lnTo>
                  <a:lnTo>
                    <a:pt x="36" y="2"/>
                  </a:lnTo>
                  <a:lnTo>
                    <a:pt x="3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8" name="Freeform 278"/>
            <p:cNvSpPr/>
            <p:nvPr/>
          </p:nvSpPr>
          <p:spPr bwMode="auto">
            <a:xfrm>
              <a:off x="2116138" y="1316038"/>
              <a:ext cx="34925" cy="15875"/>
            </a:xfrm>
            <a:custGeom>
              <a:avLst/>
              <a:gdLst/>
              <a:ahLst/>
              <a:cxnLst>
                <a:cxn ang="0">
                  <a:pos x="15" y="0"/>
                </a:cxn>
                <a:cxn ang="0">
                  <a:pos x="22" y="0"/>
                </a:cxn>
                <a:cxn ang="0">
                  <a:pos x="22" y="3"/>
                </a:cxn>
                <a:cxn ang="0">
                  <a:pos x="18" y="5"/>
                </a:cxn>
                <a:cxn ang="0">
                  <a:pos x="12" y="7"/>
                </a:cxn>
                <a:cxn ang="0">
                  <a:pos x="9" y="8"/>
                </a:cxn>
                <a:cxn ang="0">
                  <a:pos x="0" y="10"/>
                </a:cxn>
                <a:cxn ang="0">
                  <a:pos x="5" y="5"/>
                </a:cxn>
                <a:cxn ang="0">
                  <a:pos x="12" y="2"/>
                </a:cxn>
                <a:cxn ang="0">
                  <a:pos x="13" y="2"/>
                </a:cxn>
                <a:cxn ang="0">
                  <a:pos x="15" y="0"/>
                </a:cxn>
              </a:cxnLst>
              <a:rect l="0" t="0" r="r" b="b"/>
              <a:pathLst>
                <a:path w="22" h="10">
                  <a:moveTo>
                    <a:pt x="15" y="0"/>
                  </a:moveTo>
                  <a:lnTo>
                    <a:pt x="22" y="0"/>
                  </a:lnTo>
                  <a:lnTo>
                    <a:pt x="22" y="3"/>
                  </a:lnTo>
                  <a:lnTo>
                    <a:pt x="18" y="5"/>
                  </a:lnTo>
                  <a:lnTo>
                    <a:pt x="12" y="7"/>
                  </a:lnTo>
                  <a:lnTo>
                    <a:pt x="9" y="8"/>
                  </a:lnTo>
                  <a:lnTo>
                    <a:pt x="0" y="10"/>
                  </a:lnTo>
                  <a:lnTo>
                    <a:pt x="5" y="5"/>
                  </a:lnTo>
                  <a:lnTo>
                    <a:pt x="12" y="2"/>
                  </a:lnTo>
                  <a:lnTo>
                    <a:pt x="13" y="2"/>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9" name="Freeform 279"/>
            <p:cNvSpPr/>
            <p:nvPr/>
          </p:nvSpPr>
          <p:spPr bwMode="auto">
            <a:xfrm>
              <a:off x="2232026" y="1289050"/>
              <a:ext cx="12700" cy="11113"/>
            </a:xfrm>
            <a:custGeom>
              <a:avLst/>
              <a:gdLst/>
              <a:ahLst/>
              <a:cxnLst>
                <a:cxn ang="0">
                  <a:pos x="0" y="0"/>
                </a:cxn>
                <a:cxn ang="0">
                  <a:pos x="5" y="0"/>
                </a:cxn>
                <a:cxn ang="0">
                  <a:pos x="8" y="2"/>
                </a:cxn>
                <a:cxn ang="0">
                  <a:pos x="8" y="5"/>
                </a:cxn>
                <a:cxn ang="0">
                  <a:pos x="3" y="7"/>
                </a:cxn>
                <a:cxn ang="0">
                  <a:pos x="0" y="4"/>
                </a:cxn>
                <a:cxn ang="0">
                  <a:pos x="0" y="0"/>
                </a:cxn>
              </a:cxnLst>
              <a:rect l="0" t="0" r="r" b="b"/>
              <a:pathLst>
                <a:path w="8" h="7">
                  <a:moveTo>
                    <a:pt x="0" y="0"/>
                  </a:moveTo>
                  <a:lnTo>
                    <a:pt x="5" y="0"/>
                  </a:lnTo>
                  <a:lnTo>
                    <a:pt x="8" y="2"/>
                  </a:lnTo>
                  <a:lnTo>
                    <a:pt x="8" y="5"/>
                  </a:lnTo>
                  <a:lnTo>
                    <a:pt x="3" y="7"/>
                  </a:lnTo>
                  <a:lnTo>
                    <a:pt x="0"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0" name="Freeform 280"/>
            <p:cNvSpPr/>
            <p:nvPr/>
          </p:nvSpPr>
          <p:spPr bwMode="auto">
            <a:xfrm>
              <a:off x="2249488" y="1235075"/>
              <a:ext cx="15875" cy="12700"/>
            </a:xfrm>
            <a:custGeom>
              <a:avLst/>
              <a:gdLst/>
              <a:ahLst/>
              <a:cxnLst>
                <a:cxn ang="0">
                  <a:pos x="2" y="0"/>
                </a:cxn>
                <a:cxn ang="0">
                  <a:pos x="5" y="0"/>
                </a:cxn>
                <a:cxn ang="0">
                  <a:pos x="9" y="2"/>
                </a:cxn>
                <a:cxn ang="0">
                  <a:pos x="10" y="5"/>
                </a:cxn>
                <a:cxn ang="0">
                  <a:pos x="7" y="8"/>
                </a:cxn>
                <a:cxn ang="0">
                  <a:pos x="4" y="8"/>
                </a:cxn>
                <a:cxn ang="0">
                  <a:pos x="0" y="5"/>
                </a:cxn>
                <a:cxn ang="0">
                  <a:pos x="2" y="0"/>
                </a:cxn>
              </a:cxnLst>
              <a:rect l="0" t="0" r="r" b="b"/>
              <a:pathLst>
                <a:path w="10" h="8">
                  <a:moveTo>
                    <a:pt x="2" y="0"/>
                  </a:moveTo>
                  <a:lnTo>
                    <a:pt x="5" y="0"/>
                  </a:lnTo>
                  <a:lnTo>
                    <a:pt x="9" y="2"/>
                  </a:lnTo>
                  <a:lnTo>
                    <a:pt x="10" y="5"/>
                  </a:lnTo>
                  <a:lnTo>
                    <a:pt x="7" y="8"/>
                  </a:lnTo>
                  <a:lnTo>
                    <a:pt x="4" y="8"/>
                  </a:lnTo>
                  <a:lnTo>
                    <a:pt x="0" y="5"/>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1" name="Freeform 281"/>
            <p:cNvSpPr/>
            <p:nvPr/>
          </p:nvSpPr>
          <p:spPr bwMode="auto">
            <a:xfrm>
              <a:off x="2281238" y="1216025"/>
              <a:ext cx="68263" cy="26988"/>
            </a:xfrm>
            <a:custGeom>
              <a:avLst/>
              <a:gdLst/>
              <a:ahLst/>
              <a:cxnLst>
                <a:cxn ang="0">
                  <a:pos x="25" y="0"/>
                </a:cxn>
                <a:cxn ang="0">
                  <a:pos x="28" y="0"/>
                </a:cxn>
                <a:cxn ang="0">
                  <a:pos x="33" y="2"/>
                </a:cxn>
                <a:cxn ang="0">
                  <a:pos x="38" y="2"/>
                </a:cxn>
                <a:cxn ang="0">
                  <a:pos x="41" y="5"/>
                </a:cxn>
                <a:cxn ang="0">
                  <a:pos x="43" y="9"/>
                </a:cxn>
                <a:cxn ang="0">
                  <a:pos x="43" y="14"/>
                </a:cxn>
                <a:cxn ang="0">
                  <a:pos x="33" y="17"/>
                </a:cxn>
                <a:cxn ang="0">
                  <a:pos x="28" y="14"/>
                </a:cxn>
                <a:cxn ang="0">
                  <a:pos x="25" y="14"/>
                </a:cxn>
                <a:cxn ang="0">
                  <a:pos x="25" y="15"/>
                </a:cxn>
                <a:cxn ang="0">
                  <a:pos x="23" y="17"/>
                </a:cxn>
                <a:cxn ang="0">
                  <a:pos x="18" y="15"/>
                </a:cxn>
                <a:cxn ang="0">
                  <a:pos x="15" y="12"/>
                </a:cxn>
                <a:cxn ang="0">
                  <a:pos x="8" y="12"/>
                </a:cxn>
                <a:cxn ang="0">
                  <a:pos x="3" y="14"/>
                </a:cxn>
                <a:cxn ang="0">
                  <a:pos x="0" y="12"/>
                </a:cxn>
                <a:cxn ang="0">
                  <a:pos x="0" y="10"/>
                </a:cxn>
                <a:cxn ang="0">
                  <a:pos x="5" y="7"/>
                </a:cxn>
                <a:cxn ang="0">
                  <a:pos x="12" y="7"/>
                </a:cxn>
                <a:cxn ang="0">
                  <a:pos x="17" y="2"/>
                </a:cxn>
                <a:cxn ang="0">
                  <a:pos x="23" y="2"/>
                </a:cxn>
                <a:cxn ang="0">
                  <a:pos x="25" y="0"/>
                </a:cxn>
              </a:cxnLst>
              <a:rect l="0" t="0" r="r" b="b"/>
              <a:pathLst>
                <a:path w="43" h="17">
                  <a:moveTo>
                    <a:pt x="25" y="0"/>
                  </a:moveTo>
                  <a:lnTo>
                    <a:pt x="28" y="0"/>
                  </a:lnTo>
                  <a:lnTo>
                    <a:pt x="33" y="2"/>
                  </a:lnTo>
                  <a:lnTo>
                    <a:pt x="38" y="2"/>
                  </a:lnTo>
                  <a:lnTo>
                    <a:pt x="41" y="5"/>
                  </a:lnTo>
                  <a:lnTo>
                    <a:pt x="43" y="9"/>
                  </a:lnTo>
                  <a:lnTo>
                    <a:pt x="43" y="14"/>
                  </a:lnTo>
                  <a:lnTo>
                    <a:pt x="33" y="17"/>
                  </a:lnTo>
                  <a:lnTo>
                    <a:pt x="28" y="14"/>
                  </a:lnTo>
                  <a:lnTo>
                    <a:pt x="25" y="14"/>
                  </a:lnTo>
                  <a:lnTo>
                    <a:pt x="25" y="15"/>
                  </a:lnTo>
                  <a:lnTo>
                    <a:pt x="23" y="17"/>
                  </a:lnTo>
                  <a:lnTo>
                    <a:pt x="18" y="15"/>
                  </a:lnTo>
                  <a:lnTo>
                    <a:pt x="15" y="12"/>
                  </a:lnTo>
                  <a:lnTo>
                    <a:pt x="8" y="12"/>
                  </a:lnTo>
                  <a:lnTo>
                    <a:pt x="3" y="14"/>
                  </a:lnTo>
                  <a:lnTo>
                    <a:pt x="0" y="12"/>
                  </a:lnTo>
                  <a:lnTo>
                    <a:pt x="0" y="10"/>
                  </a:lnTo>
                  <a:lnTo>
                    <a:pt x="5" y="7"/>
                  </a:lnTo>
                  <a:lnTo>
                    <a:pt x="12" y="7"/>
                  </a:lnTo>
                  <a:lnTo>
                    <a:pt x="17" y="2"/>
                  </a:lnTo>
                  <a:lnTo>
                    <a:pt x="23" y="2"/>
                  </a:lnTo>
                  <a:lnTo>
                    <a:pt x="2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2" name="Freeform 282"/>
            <p:cNvSpPr/>
            <p:nvPr/>
          </p:nvSpPr>
          <p:spPr bwMode="auto">
            <a:xfrm>
              <a:off x="2273301" y="1247775"/>
              <a:ext cx="65088" cy="34925"/>
            </a:xfrm>
            <a:custGeom>
              <a:avLst/>
              <a:gdLst/>
              <a:ahLst/>
              <a:cxnLst>
                <a:cxn ang="0">
                  <a:pos x="25" y="0"/>
                </a:cxn>
                <a:cxn ang="0">
                  <a:pos x="38" y="0"/>
                </a:cxn>
                <a:cxn ang="0">
                  <a:pos x="41" y="2"/>
                </a:cxn>
                <a:cxn ang="0">
                  <a:pos x="41" y="7"/>
                </a:cxn>
                <a:cxn ang="0">
                  <a:pos x="38" y="8"/>
                </a:cxn>
                <a:cxn ang="0">
                  <a:pos x="41" y="10"/>
                </a:cxn>
                <a:cxn ang="0">
                  <a:pos x="40" y="12"/>
                </a:cxn>
                <a:cxn ang="0">
                  <a:pos x="35" y="13"/>
                </a:cxn>
                <a:cxn ang="0">
                  <a:pos x="32" y="15"/>
                </a:cxn>
                <a:cxn ang="0">
                  <a:pos x="30" y="22"/>
                </a:cxn>
                <a:cxn ang="0">
                  <a:pos x="13" y="22"/>
                </a:cxn>
                <a:cxn ang="0">
                  <a:pos x="10" y="18"/>
                </a:cxn>
                <a:cxn ang="0">
                  <a:pos x="4" y="18"/>
                </a:cxn>
                <a:cxn ang="0">
                  <a:pos x="0" y="15"/>
                </a:cxn>
                <a:cxn ang="0">
                  <a:pos x="0" y="10"/>
                </a:cxn>
                <a:cxn ang="0">
                  <a:pos x="2" y="5"/>
                </a:cxn>
                <a:cxn ang="0">
                  <a:pos x="12" y="2"/>
                </a:cxn>
                <a:cxn ang="0">
                  <a:pos x="25" y="2"/>
                </a:cxn>
                <a:cxn ang="0">
                  <a:pos x="25" y="0"/>
                </a:cxn>
              </a:cxnLst>
              <a:rect l="0" t="0" r="r" b="b"/>
              <a:pathLst>
                <a:path w="41" h="22">
                  <a:moveTo>
                    <a:pt x="25" y="0"/>
                  </a:moveTo>
                  <a:lnTo>
                    <a:pt x="38" y="0"/>
                  </a:lnTo>
                  <a:lnTo>
                    <a:pt x="41" y="2"/>
                  </a:lnTo>
                  <a:lnTo>
                    <a:pt x="41" y="7"/>
                  </a:lnTo>
                  <a:lnTo>
                    <a:pt x="38" y="8"/>
                  </a:lnTo>
                  <a:lnTo>
                    <a:pt x="41" y="10"/>
                  </a:lnTo>
                  <a:lnTo>
                    <a:pt x="40" y="12"/>
                  </a:lnTo>
                  <a:lnTo>
                    <a:pt x="35" y="13"/>
                  </a:lnTo>
                  <a:lnTo>
                    <a:pt x="32" y="15"/>
                  </a:lnTo>
                  <a:lnTo>
                    <a:pt x="30" y="22"/>
                  </a:lnTo>
                  <a:lnTo>
                    <a:pt x="13" y="22"/>
                  </a:lnTo>
                  <a:lnTo>
                    <a:pt x="10" y="18"/>
                  </a:lnTo>
                  <a:lnTo>
                    <a:pt x="4" y="18"/>
                  </a:lnTo>
                  <a:lnTo>
                    <a:pt x="0" y="15"/>
                  </a:lnTo>
                  <a:lnTo>
                    <a:pt x="0" y="10"/>
                  </a:lnTo>
                  <a:lnTo>
                    <a:pt x="2" y="5"/>
                  </a:lnTo>
                  <a:lnTo>
                    <a:pt x="12" y="2"/>
                  </a:lnTo>
                  <a:lnTo>
                    <a:pt x="25" y="2"/>
                  </a:lnTo>
                  <a:lnTo>
                    <a:pt x="2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3" name="Freeform 283"/>
            <p:cNvSpPr/>
            <p:nvPr/>
          </p:nvSpPr>
          <p:spPr bwMode="auto">
            <a:xfrm>
              <a:off x="2058988" y="1235075"/>
              <a:ext cx="169863" cy="76200"/>
            </a:xfrm>
            <a:custGeom>
              <a:avLst/>
              <a:gdLst/>
              <a:ahLst/>
              <a:cxnLst>
                <a:cxn ang="0">
                  <a:pos x="61" y="0"/>
                </a:cxn>
                <a:cxn ang="0">
                  <a:pos x="64" y="2"/>
                </a:cxn>
                <a:cxn ang="0">
                  <a:pos x="69" y="5"/>
                </a:cxn>
                <a:cxn ang="0">
                  <a:pos x="74" y="10"/>
                </a:cxn>
                <a:cxn ang="0">
                  <a:pos x="77" y="8"/>
                </a:cxn>
                <a:cxn ang="0">
                  <a:pos x="87" y="8"/>
                </a:cxn>
                <a:cxn ang="0">
                  <a:pos x="87" y="5"/>
                </a:cxn>
                <a:cxn ang="0">
                  <a:pos x="94" y="5"/>
                </a:cxn>
                <a:cxn ang="0">
                  <a:pos x="99" y="6"/>
                </a:cxn>
                <a:cxn ang="0">
                  <a:pos x="102" y="10"/>
                </a:cxn>
                <a:cxn ang="0">
                  <a:pos x="107" y="11"/>
                </a:cxn>
                <a:cxn ang="0">
                  <a:pos x="107" y="16"/>
                </a:cxn>
                <a:cxn ang="0">
                  <a:pos x="101" y="21"/>
                </a:cxn>
                <a:cxn ang="0">
                  <a:pos x="96" y="25"/>
                </a:cxn>
                <a:cxn ang="0">
                  <a:pos x="91" y="21"/>
                </a:cxn>
                <a:cxn ang="0">
                  <a:pos x="89" y="25"/>
                </a:cxn>
                <a:cxn ang="0">
                  <a:pos x="89" y="31"/>
                </a:cxn>
                <a:cxn ang="0">
                  <a:pos x="86" y="33"/>
                </a:cxn>
                <a:cxn ang="0">
                  <a:pos x="79" y="33"/>
                </a:cxn>
                <a:cxn ang="0">
                  <a:pos x="79" y="36"/>
                </a:cxn>
                <a:cxn ang="0">
                  <a:pos x="76" y="41"/>
                </a:cxn>
                <a:cxn ang="0">
                  <a:pos x="71" y="43"/>
                </a:cxn>
                <a:cxn ang="0">
                  <a:pos x="66" y="43"/>
                </a:cxn>
                <a:cxn ang="0">
                  <a:pos x="63" y="39"/>
                </a:cxn>
                <a:cxn ang="0">
                  <a:pos x="63" y="34"/>
                </a:cxn>
                <a:cxn ang="0">
                  <a:pos x="66" y="31"/>
                </a:cxn>
                <a:cxn ang="0">
                  <a:pos x="69" y="26"/>
                </a:cxn>
                <a:cxn ang="0">
                  <a:pos x="68" y="20"/>
                </a:cxn>
                <a:cxn ang="0">
                  <a:pos x="63" y="25"/>
                </a:cxn>
                <a:cxn ang="0">
                  <a:pos x="59" y="26"/>
                </a:cxn>
                <a:cxn ang="0">
                  <a:pos x="59" y="30"/>
                </a:cxn>
                <a:cxn ang="0">
                  <a:pos x="58" y="33"/>
                </a:cxn>
                <a:cxn ang="0">
                  <a:pos x="56" y="34"/>
                </a:cxn>
                <a:cxn ang="0">
                  <a:pos x="49" y="34"/>
                </a:cxn>
                <a:cxn ang="0">
                  <a:pos x="46" y="36"/>
                </a:cxn>
                <a:cxn ang="0">
                  <a:pos x="46" y="41"/>
                </a:cxn>
                <a:cxn ang="0">
                  <a:pos x="45" y="46"/>
                </a:cxn>
                <a:cxn ang="0">
                  <a:pos x="40" y="48"/>
                </a:cxn>
                <a:cxn ang="0">
                  <a:pos x="36" y="43"/>
                </a:cxn>
                <a:cxn ang="0">
                  <a:pos x="35" y="44"/>
                </a:cxn>
                <a:cxn ang="0">
                  <a:pos x="23" y="44"/>
                </a:cxn>
                <a:cxn ang="0">
                  <a:pos x="18" y="41"/>
                </a:cxn>
                <a:cxn ang="0">
                  <a:pos x="16" y="36"/>
                </a:cxn>
                <a:cxn ang="0">
                  <a:pos x="10" y="38"/>
                </a:cxn>
                <a:cxn ang="0">
                  <a:pos x="5" y="39"/>
                </a:cxn>
                <a:cxn ang="0">
                  <a:pos x="3" y="39"/>
                </a:cxn>
                <a:cxn ang="0">
                  <a:pos x="0" y="34"/>
                </a:cxn>
                <a:cxn ang="0">
                  <a:pos x="0" y="30"/>
                </a:cxn>
                <a:cxn ang="0">
                  <a:pos x="2" y="23"/>
                </a:cxn>
                <a:cxn ang="0">
                  <a:pos x="2" y="21"/>
                </a:cxn>
                <a:cxn ang="0">
                  <a:pos x="8" y="15"/>
                </a:cxn>
                <a:cxn ang="0">
                  <a:pos x="18" y="18"/>
                </a:cxn>
                <a:cxn ang="0">
                  <a:pos x="21" y="20"/>
                </a:cxn>
                <a:cxn ang="0">
                  <a:pos x="25" y="15"/>
                </a:cxn>
                <a:cxn ang="0">
                  <a:pos x="36" y="15"/>
                </a:cxn>
                <a:cxn ang="0">
                  <a:pos x="38" y="13"/>
                </a:cxn>
                <a:cxn ang="0">
                  <a:pos x="46" y="13"/>
                </a:cxn>
                <a:cxn ang="0">
                  <a:pos x="49" y="11"/>
                </a:cxn>
                <a:cxn ang="0">
                  <a:pos x="49" y="8"/>
                </a:cxn>
                <a:cxn ang="0">
                  <a:pos x="54" y="5"/>
                </a:cxn>
                <a:cxn ang="0">
                  <a:pos x="61" y="0"/>
                </a:cxn>
              </a:cxnLst>
              <a:rect l="0" t="0" r="r" b="b"/>
              <a:pathLst>
                <a:path w="107" h="48">
                  <a:moveTo>
                    <a:pt x="61" y="0"/>
                  </a:moveTo>
                  <a:lnTo>
                    <a:pt x="64" y="2"/>
                  </a:lnTo>
                  <a:lnTo>
                    <a:pt x="69" y="5"/>
                  </a:lnTo>
                  <a:lnTo>
                    <a:pt x="74" y="10"/>
                  </a:lnTo>
                  <a:lnTo>
                    <a:pt x="77" y="8"/>
                  </a:lnTo>
                  <a:lnTo>
                    <a:pt x="87" y="8"/>
                  </a:lnTo>
                  <a:lnTo>
                    <a:pt x="87" y="5"/>
                  </a:lnTo>
                  <a:lnTo>
                    <a:pt x="94" y="5"/>
                  </a:lnTo>
                  <a:lnTo>
                    <a:pt x="99" y="6"/>
                  </a:lnTo>
                  <a:lnTo>
                    <a:pt x="102" y="10"/>
                  </a:lnTo>
                  <a:lnTo>
                    <a:pt x="107" y="11"/>
                  </a:lnTo>
                  <a:lnTo>
                    <a:pt x="107" y="16"/>
                  </a:lnTo>
                  <a:lnTo>
                    <a:pt x="101" y="21"/>
                  </a:lnTo>
                  <a:lnTo>
                    <a:pt x="96" y="25"/>
                  </a:lnTo>
                  <a:lnTo>
                    <a:pt x="91" y="21"/>
                  </a:lnTo>
                  <a:lnTo>
                    <a:pt x="89" y="25"/>
                  </a:lnTo>
                  <a:lnTo>
                    <a:pt x="89" y="31"/>
                  </a:lnTo>
                  <a:lnTo>
                    <a:pt x="86" y="33"/>
                  </a:lnTo>
                  <a:lnTo>
                    <a:pt x="79" y="33"/>
                  </a:lnTo>
                  <a:lnTo>
                    <a:pt x="79" y="36"/>
                  </a:lnTo>
                  <a:lnTo>
                    <a:pt x="76" y="41"/>
                  </a:lnTo>
                  <a:lnTo>
                    <a:pt x="71" y="43"/>
                  </a:lnTo>
                  <a:lnTo>
                    <a:pt x="66" y="43"/>
                  </a:lnTo>
                  <a:lnTo>
                    <a:pt x="63" y="39"/>
                  </a:lnTo>
                  <a:lnTo>
                    <a:pt x="63" y="34"/>
                  </a:lnTo>
                  <a:lnTo>
                    <a:pt x="66" y="31"/>
                  </a:lnTo>
                  <a:lnTo>
                    <a:pt x="69" y="26"/>
                  </a:lnTo>
                  <a:lnTo>
                    <a:pt x="68" y="20"/>
                  </a:lnTo>
                  <a:lnTo>
                    <a:pt x="63" y="25"/>
                  </a:lnTo>
                  <a:lnTo>
                    <a:pt x="59" y="26"/>
                  </a:lnTo>
                  <a:lnTo>
                    <a:pt x="59" y="30"/>
                  </a:lnTo>
                  <a:lnTo>
                    <a:pt x="58" y="33"/>
                  </a:lnTo>
                  <a:lnTo>
                    <a:pt x="56" y="34"/>
                  </a:lnTo>
                  <a:lnTo>
                    <a:pt x="49" y="34"/>
                  </a:lnTo>
                  <a:lnTo>
                    <a:pt x="46" y="36"/>
                  </a:lnTo>
                  <a:lnTo>
                    <a:pt x="46" y="41"/>
                  </a:lnTo>
                  <a:lnTo>
                    <a:pt x="45" y="46"/>
                  </a:lnTo>
                  <a:lnTo>
                    <a:pt x="40" y="48"/>
                  </a:lnTo>
                  <a:lnTo>
                    <a:pt x="36" y="43"/>
                  </a:lnTo>
                  <a:lnTo>
                    <a:pt x="35" y="44"/>
                  </a:lnTo>
                  <a:lnTo>
                    <a:pt x="23" y="44"/>
                  </a:lnTo>
                  <a:lnTo>
                    <a:pt x="18" y="41"/>
                  </a:lnTo>
                  <a:lnTo>
                    <a:pt x="16" y="36"/>
                  </a:lnTo>
                  <a:lnTo>
                    <a:pt x="10" y="38"/>
                  </a:lnTo>
                  <a:lnTo>
                    <a:pt x="5" y="39"/>
                  </a:lnTo>
                  <a:lnTo>
                    <a:pt x="3" y="39"/>
                  </a:lnTo>
                  <a:lnTo>
                    <a:pt x="0" y="34"/>
                  </a:lnTo>
                  <a:lnTo>
                    <a:pt x="0" y="30"/>
                  </a:lnTo>
                  <a:lnTo>
                    <a:pt x="2" y="23"/>
                  </a:lnTo>
                  <a:lnTo>
                    <a:pt x="2" y="21"/>
                  </a:lnTo>
                  <a:lnTo>
                    <a:pt x="8" y="15"/>
                  </a:lnTo>
                  <a:lnTo>
                    <a:pt x="18" y="18"/>
                  </a:lnTo>
                  <a:lnTo>
                    <a:pt x="21" y="20"/>
                  </a:lnTo>
                  <a:lnTo>
                    <a:pt x="25" y="15"/>
                  </a:lnTo>
                  <a:lnTo>
                    <a:pt x="36" y="15"/>
                  </a:lnTo>
                  <a:lnTo>
                    <a:pt x="38" y="13"/>
                  </a:lnTo>
                  <a:lnTo>
                    <a:pt x="46" y="13"/>
                  </a:lnTo>
                  <a:lnTo>
                    <a:pt x="49" y="11"/>
                  </a:lnTo>
                  <a:lnTo>
                    <a:pt x="49" y="8"/>
                  </a:lnTo>
                  <a:lnTo>
                    <a:pt x="54" y="5"/>
                  </a:lnTo>
                  <a:lnTo>
                    <a:pt x="6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4" name="Freeform 284"/>
            <p:cNvSpPr/>
            <p:nvPr/>
          </p:nvSpPr>
          <p:spPr bwMode="auto">
            <a:xfrm>
              <a:off x="1901826" y="1355725"/>
              <a:ext cx="222250" cy="171450"/>
            </a:xfrm>
            <a:custGeom>
              <a:avLst/>
              <a:gdLst/>
              <a:ahLst/>
              <a:cxnLst>
                <a:cxn ang="0">
                  <a:pos x="56" y="0"/>
                </a:cxn>
                <a:cxn ang="0">
                  <a:pos x="68" y="5"/>
                </a:cxn>
                <a:cxn ang="0">
                  <a:pos x="81" y="8"/>
                </a:cxn>
                <a:cxn ang="0">
                  <a:pos x="96" y="26"/>
                </a:cxn>
                <a:cxn ang="0">
                  <a:pos x="97" y="33"/>
                </a:cxn>
                <a:cxn ang="0">
                  <a:pos x="102" y="24"/>
                </a:cxn>
                <a:cxn ang="0">
                  <a:pos x="106" y="33"/>
                </a:cxn>
                <a:cxn ang="0">
                  <a:pos x="111" y="26"/>
                </a:cxn>
                <a:cxn ang="0">
                  <a:pos x="120" y="24"/>
                </a:cxn>
                <a:cxn ang="0">
                  <a:pos x="130" y="36"/>
                </a:cxn>
                <a:cxn ang="0">
                  <a:pos x="132" y="41"/>
                </a:cxn>
                <a:cxn ang="0">
                  <a:pos x="135" y="49"/>
                </a:cxn>
                <a:cxn ang="0">
                  <a:pos x="140" y="57"/>
                </a:cxn>
                <a:cxn ang="0">
                  <a:pos x="129" y="64"/>
                </a:cxn>
                <a:cxn ang="0">
                  <a:pos x="102" y="74"/>
                </a:cxn>
                <a:cxn ang="0">
                  <a:pos x="86" y="75"/>
                </a:cxn>
                <a:cxn ang="0">
                  <a:pos x="76" y="84"/>
                </a:cxn>
                <a:cxn ang="0">
                  <a:pos x="61" y="87"/>
                </a:cxn>
                <a:cxn ang="0">
                  <a:pos x="50" y="99"/>
                </a:cxn>
                <a:cxn ang="0">
                  <a:pos x="46" y="100"/>
                </a:cxn>
                <a:cxn ang="0">
                  <a:pos x="41" y="102"/>
                </a:cxn>
                <a:cxn ang="0">
                  <a:pos x="33" y="103"/>
                </a:cxn>
                <a:cxn ang="0">
                  <a:pos x="21" y="105"/>
                </a:cxn>
                <a:cxn ang="0">
                  <a:pos x="18" y="107"/>
                </a:cxn>
                <a:cxn ang="0">
                  <a:pos x="15" y="108"/>
                </a:cxn>
                <a:cxn ang="0">
                  <a:pos x="12" y="107"/>
                </a:cxn>
                <a:cxn ang="0">
                  <a:pos x="7" y="103"/>
                </a:cxn>
                <a:cxn ang="0">
                  <a:pos x="8" y="85"/>
                </a:cxn>
                <a:cxn ang="0">
                  <a:pos x="8" y="74"/>
                </a:cxn>
                <a:cxn ang="0">
                  <a:pos x="0" y="69"/>
                </a:cxn>
                <a:cxn ang="0">
                  <a:pos x="13" y="64"/>
                </a:cxn>
                <a:cxn ang="0">
                  <a:pos x="15" y="54"/>
                </a:cxn>
                <a:cxn ang="0">
                  <a:pos x="21" y="44"/>
                </a:cxn>
                <a:cxn ang="0">
                  <a:pos x="28" y="36"/>
                </a:cxn>
                <a:cxn ang="0">
                  <a:pos x="40" y="29"/>
                </a:cxn>
                <a:cxn ang="0">
                  <a:pos x="48" y="34"/>
                </a:cxn>
                <a:cxn ang="0">
                  <a:pos x="48" y="31"/>
                </a:cxn>
                <a:cxn ang="0">
                  <a:pos x="50" y="14"/>
                </a:cxn>
                <a:cxn ang="0">
                  <a:pos x="45" y="6"/>
                </a:cxn>
                <a:cxn ang="0">
                  <a:pos x="50" y="0"/>
                </a:cxn>
              </a:cxnLst>
              <a:rect l="0" t="0" r="r" b="b"/>
              <a:pathLst>
                <a:path w="140" h="108">
                  <a:moveTo>
                    <a:pt x="50" y="0"/>
                  </a:moveTo>
                  <a:lnTo>
                    <a:pt x="56" y="0"/>
                  </a:lnTo>
                  <a:lnTo>
                    <a:pt x="64" y="3"/>
                  </a:lnTo>
                  <a:lnTo>
                    <a:pt x="68" y="5"/>
                  </a:lnTo>
                  <a:lnTo>
                    <a:pt x="73" y="8"/>
                  </a:lnTo>
                  <a:lnTo>
                    <a:pt x="81" y="8"/>
                  </a:lnTo>
                  <a:lnTo>
                    <a:pt x="86" y="13"/>
                  </a:lnTo>
                  <a:lnTo>
                    <a:pt x="96" y="26"/>
                  </a:lnTo>
                  <a:lnTo>
                    <a:pt x="96" y="34"/>
                  </a:lnTo>
                  <a:lnTo>
                    <a:pt x="97" y="33"/>
                  </a:lnTo>
                  <a:lnTo>
                    <a:pt x="101" y="26"/>
                  </a:lnTo>
                  <a:lnTo>
                    <a:pt x="102" y="24"/>
                  </a:lnTo>
                  <a:lnTo>
                    <a:pt x="106" y="24"/>
                  </a:lnTo>
                  <a:lnTo>
                    <a:pt x="106" y="33"/>
                  </a:lnTo>
                  <a:lnTo>
                    <a:pt x="109" y="31"/>
                  </a:lnTo>
                  <a:lnTo>
                    <a:pt x="111" y="26"/>
                  </a:lnTo>
                  <a:lnTo>
                    <a:pt x="111" y="24"/>
                  </a:lnTo>
                  <a:lnTo>
                    <a:pt x="120" y="24"/>
                  </a:lnTo>
                  <a:lnTo>
                    <a:pt x="129" y="33"/>
                  </a:lnTo>
                  <a:lnTo>
                    <a:pt x="130" y="36"/>
                  </a:lnTo>
                  <a:lnTo>
                    <a:pt x="130" y="39"/>
                  </a:lnTo>
                  <a:lnTo>
                    <a:pt x="132" y="41"/>
                  </a:lnTo>
                  <a:lnTo>
                    <a:pt x="134" y="46"/>
                  </a:lnTo>
                  <a:lnTo>
                    <a:pt x="135" y="49"/>
                  </a:lnTo>
                  <a:lnTo>
                    <a:pt x="140" y="54"/>
                  </a:lnTo>
                  <a:lnTo>
                    <a:pt x="140" y="57"/>
                  </a:lnTo>
                  <a:lnTo>
                    <a:pt x="134" y="59"/>
                  </a:lnTo>
                  <a:lnTo>
                    <a:pt x="129" y="64"/>
                  </a:lnTo>
                  <a:lnTo>
                    <a:pt x="119" y="64"/>
                  </a:lnTo>
                  <a:lnTo>
                    <a:pt x="102" y="74"/>
                  </a:lnTo>
                  <a:lnTo>
                    <a:pt x="91" y="75"/>
                  </a:lnTo>
                  <a:lnTo>
                    <a:pt x="86" y="75"/>
                  </a:lnTo>
                  <a:lnTo>
                    <a:pt x="82" y="79"/>
                  </a:lnTo>
                  <a:lnTo>
                    <a:pt x="76" y="84"/>
                  </a:lnTo>
                  <a:lnTo>
                    <a:pt x="71" y="84"/>
                  </a:lnTo>
                  <a:lnTo>
                    <a:pt x="61" y="87"/>
                  </a:lnTo>
                  <a:lnTo>
                    <a:pt x="53" y="92"/>
                  </a:lnTo>
                  <a:lnTo>
                    <a:pt x="50" y="99"/>
                  </a:lnTo>
                  <a:lnTo>
                    <a:pt x="48" y="100"/>
                  </a:lnTo>
                  <a:lnTo>
                    <a:pt x="46" y="100"/>
                  </a:lnTo>
                  <a:lnTo>
                    <a:pt x="46" y="102"/>
                  </a:lnTo>
                  <a:lnTo>
                    <a:pt x="41" y="102"/>
                  </a:lnTo>
                  <a:lnTo>
                    <a:pt x="35" y="95"/>
                  </a:lnTo>
                  <a:lnTo>
                    <a:pt x="33" y="103"/>
                  </a:lnTo>
                  <a:lnTo>
                    <a:pt x="28" y="103"/>
                  </a:lnTo>
                  <a:lnTo>
                    <a:pt x="21" y="105"/>
                  </a:lnTo>
                  <a:lnTo>
                    <a:pt x="20" y="105"/>
                  </a:lnTo>
                  <a:lnTo>
                    <a:pt x="18" y="107"/>
                  </a:lnTo>
                  <a:lnTo>
                    <a:pt x="17" y="107"/>
                  </a:lnTo>
                  <a:lnTo>
                    <a:pt x="15" y="108"/>
                  </a:lnTo>
                  <a:lnTo>
                    <a:pt x="13" y="108"/>
                  </a:lnTo>
                  <a:lnTo>
                    <a:pt x="12" y="107"/>
                  </a:lnTo>
                  <a:lnTo>
                    <a:pt x="10" y="107"/>
                  </a:lnTo>
                  <a:lnTo>
                    <a:pt x="7" y="103"/>
                  </a:lnTo>
                  <a:lnTo>
                    <a:pt x="8" y="94"/>
                  </a:lnTo>
                  <a:lnTo>
                    <a:pt x="8" y="85"/>
                  </a:lnTo>
                  <a:lnTo>
                    <a:pt x="10" y="79"/>
                  </a:lnTo>
                  <a:lnTo>
                    <a:pt x="8" y="74"/>
                  </a:lnTo>
                  <a:lnTo>
                    <a:pt x="2" y="72"/>
                  </a:lnTo>
                  <a:lnTo>
                    <a:pt x="0" y="69"/>
                  </a:lnTo>
                  <a:lnTo>
                    <a:pt x="3" y="64"/>
                  </a:lnTo>
                  <a:lnTo>
                    <a:pt x="13" y="64"/>
                  </a:lnTo>
                  <a:lnTo>
                    <a:pt x="13" y="56"/>
                  </a:lnTo>
                  <a:lnTo>
                    <a:pt x="15" y="54"/>
                  </a:lnTo>
                  <a:lnTo>
                    <a:pt x="21" y="51"/>
                  </a:lnTo>
                  <a:lnTo>
                    <a:pt x="21" y="44"/>
                  </a:lnTo>
                  <a:lnTo>
                    <a:pt x="25" y="39"/>
                  </a:lnTo>
                  <a:lnTo>
                    <a:pt x="28" y="36"/>
                  </a:lnTo>
                  <a:lnTo>
                    <a:pt x="36" y="33"/>
                  </a:lnTo>
                  <a:lnTo>
                    <a:pt x="40" y="29"/>
                  </a:lnTo>
                  <a:lnTo>
                    <a:pt x="43" y="31"/>
                  </a:lnTo>
                  <a:lnTo>
                    <a:pt x="48" y="34"/>
                  </a:lnTo>
                  <a:lnTo>
                    <a:pt x="51" y="38"/>
                  </a:lnTo>
                  <a:lnTo>
                    <a:pt x="48" y="31"/>
                  </a:lnTo>
                  <a:lnTo>
                    <a:pt x="48" y="19"/>
                  </a:lnTo>
                  <a:lnTo>
                    <a:pt x="50" y="14"/>
                  </a:lnTo>
                  <a:lnTo>
                    <a:pt x="48" y="10"/>
                  </a:lnTo>
                  <a:lnTo>
                    <a:pt x="45" y="6"/>
                  </a:lnTo>
                  <a:lnTo>
                    <a:pt x="46" y="3"/>
                  </a:lnTo>
                  <a:lnTo>
                    <a:pt x="5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5" name="Freeform 285"/>
            <p:cNvSpPr/>
            <p:nvPr/>
          </p:nvSpPr>
          <p:spPr bwMode="auto">
            <a:xfrm>
              <a:off x="2006601" y="1454150"/>
              <a:ext cx="311150" cy="274638"/>
            </a:xfrm>
            <a:custGeom>
              <a:avLst/>
              <a:gdLst/>
              <a:ahLst/>
              <a:cxnLst>
                <a:cxn ang="0">
                  <a:pos x="86" y="12"/>
                </a:cxn>
                <a:cxn ang="0">
                  <a:pos x="73" y="25"/>
                </a:cxn>
                <a:cxn ang="0">
                  <a:pos x="91" y="25"/>
                </a:cxn>
                <a:cxn ang="0">
                  <a:pos x="107" y="28"/>
                </a:cxn>
                <a:cxn ang="0">
                  <a:pos x="96" y="41"/>
                </a:cxn>
                <a:cxn ang="0">
                  <a:pos x="99" y="45"/>
                </a:cxn>
                <a:cxn ang="0">
                  <a:pos x="120" y="45"/>
                </a:cxn>
                <a:cxn ang="0">
                  <a:pos x="119" y="27"/>
                </a:cxn>
                <a:cxn ang="0">
                  <a:pos x="130" y="45"/>
                </a:cxn>
                <a:cxn ang="0">
                  <a:pos x="130" y="55"/>
                </a:cxn>
                <a:cxn ang="0">
                  <a:pos x="142" y="66"/>
                </a:cxn>
                <a:cxn ang="0">
                  <a:pos x="147" y="51"/>
                </a:cxn>
                <a:cxn ang="0">
                  <a:pos x="152" y="33"/>
                </a:cxn>
                <a:cxn ang="0">
                  <a:pos x="172" y="45"/>
                </a:cxn>
                <a:cxn ang="0">
                  <a:pos x="175" y="83"/>
                </a:cxn>
                <a:cxn ang="0">
                  <a:pos x="168" y="104"/>
                </a:cxn>
                <a:cxn ang="0">
                  <a:pos x="175" y="117"/>
                </a:cxn>
                <a:cxn ang="0">
                  <a:pos x="186" y="130"/>
                </a:cxn>
                <a:cxn ang="0">
                  <a:pos x="196" y="142"/>
                </a:cxn>
                <a:cxn ang="0">
                  <a:pos x="188" y="157"/>
                </a:cxn>
                <a:cxn ang="0">
                  <a:pos x="178" y="153"/>
                </a:cxn>
                <a:cxn ang="0">
                  <a:pos x="167" y="153"/>
                </a:cxn>
                <a:cxn ang="0">
                  <a:pos x="158" y="153"/>
                </a:cxn>
                <a:cxn ang="0">
                  <a:pos x="172" y="160"/>
                </a:cxn>
                <a:cxn ang="0">
                  <a:pos x="160" y="172"/>
                </a:cxn>
                <a:cxn ang="0">
                  <a:pos x="145" y="170"/>
                </a:cxn>
                <a:cxn ang="0">
                  <a:pos x="127" y="157"/>
                </a:cxn>
                <a:cxn ang="0">
                  <a:pos x="107" y="153"/>
                </a:cxn>
                <a:cxn ang="0">
                  <a:pos x="82" y="158"/>
                </a:cxn>
                <a:cxn ang="0">
                  <a:pos x="58" y="160"/>
                </a:cxn>
                <a:cxn ang="0">
                  <a:pos x="23" y="144"/>
                </a:cxn>
                <a:cxn ang="0">
                  <a:pos x="21" y="122"/>
                </a:cxn>
                <a:cxn ang="0">
                  <a:pos x="12" y="119"/>
                </a:cxn>
                <a:cxn ang="0">
                  <a:pos x="0" y="104"/>
                </a:cxn>
                <a:cxn ang="0">
                  <a:pos x="15" y="89"/>
                </a:cxn>
                <a:cxn ang="0">
                  <a:pos x="43" y="93"/>
                </a:cxn>
                <a:cxn ang="0">
                  <a:pos x="58" y="89"/>
                </a:cxn>
                <a:cxn ang="0">
                  <a:pos x="40" y="83"/>
                </a:cxn>
                <a:cxn ang="0">
                  <a:pos x="12" y="73"/>
                </a:cxn>
                <a:cxn ang="0">
                  <a:pos x="16" y="60"/>
                </a:cxn>
                <a:cxn ang="0">
                  <a:pos x="41" y="48"/>
                </a:cxn>
                <a:cxn ang="0">
                  <a:pos x="33" y="53"/>
                </a:cxn>
                <a:cxn ang="0">
                  <a:pos x="15" y="56"/>
                </a:cxn>
                <a:cxn ang="0">
                  <a:pos x="5" y="45"/>
                </a:cxn>
                <a:cxn ang="0">
                  <a:pos x="5" y="33"/>
                </a:cxn>
                <a:cxn ang="0">
                  <a:pos x="20" y="22"/>
                </a:cxn>
                <a:cxn ang="0">
                  <a:pos x="45" y="13"/>
                </a:cxn>
                <a:cxn ang="0">
                  <a:pos x="66" y="4"/>
                </a:cxn>
              </a:cxnLst>
              <a:rect l="0" t="0" r="r" b="b"/>
              <a:pathLst>
                <a:path w="196" h="173">
                  <a:moveTo>
                    <a:pt x="76" y="0"/>
                  </a:moveTo>
                  <a:lnTo>
                    <a:pt x="81" y="0"/>
                  </a:lnTo>
                  <a:lnTo>
                    <a:pt x="86" y="5"/>
                  </a:lnTo>
                  <a:lnTo>
                    <a:pt x="86" y="12"/>
                  </a:lnTo>
                  <a:lnTo>
                    <a:pt x="82" y="18"/>
                  </a:lnTo>
                  <a:lnTo>
                    <a:pt x="81" y="23"/>
                  </a:lnTo>
                  <a:lnTo>
                    <a:pt x="74" y="23"/>
                  </a:lnTo>
                  <a:lnTo>
                    <a:pt x="73" y="25"/>
                  </a:lnTo>
                  <a:lnTo>
                    <a:pt x="86" y="25"/>
                  </a:lnTo>
                  <a:lnTo>
                    <a:pt x="87" y="28"/>
                  </a:lnTo>
                  <a:lnTo>
                    <a:pt x="91" y="28"/>
                  </a:lnTo>
                  <a:lnTo>
                    <a:pt x="91" y="25"/>
                  </a:lnTo>
                  <a:lnTo>
                    <a:pt x="92" y="23"/>
                  </a:lnTo>
                  <a:lnTo>
                    <a:pt x="97" y="20"/>
                  </a:lnTo>
                  <a:lnTo>
                    <a:pt x="102" y="23"/>
                  </a:lnTo>
                  <a:lnTo>
                    <a:pt x="107" y="28"/>
                  </a:lnTo>
                  <a:lnTo>
                    <a:pt x="109" y="33"/>
                  </a:lnTo>
                  <a:lnTo>
                    <a:pt x="107" y="38"/>
                  </a:lnTo>
                  <a:lnTo>
                    <a:pt x="101" y="41"/>
                  </a:lnTo>
                  <a:lnTo>
                    <a:pt x="96" y="41"/>
                  </a:lnTo>
                  <a:lnTo>
                    <a:pt x="89" y="45"/>
                  </a:lnTo>
                  <a:lnTo>
                    <a:pt x="92" y="46"/>
                  </a:lnTo>
                  <a:lnTo>
                    <a:pt x="96" y="46"/>
                  </a:lnTo>
                  <a:lnTo>
                    <a:pt x="99" y="45"/>
                  </a:lnTo>
                  <a:lnTo>
                    <a:pt x="106" y="43"/>
                  </a:lnTo>
                  <a:lnTo>
                    <a:pt x="112" y="43"/>
                  </a:lnTo>
                  <a:lnTo>
                    <a:pt x="117" y="45"/>
                  </a:lnTo>
                  <a:lnTo>
                    <a:pt x="120" y="45"/>
                  </a:lnTo>
                  <a:lnTo>
                    <a:pt x="119" y="41"/>
                  </a:lnTo>
                  <a:lnTo>
                    <a:pt x="119" y="33"/>
                  </a:lnTo>
                  <a:lnTo>
                    <a:pt x="117" y="30"/>
                  </a:lnTo>
                  <a:lnTo>
                    <a:pt x="119" y="27"/>
                  </a:lnTo>
                  <a:lnTo>
                    <a:pt x="120" y="27"/>
                  </a:lnTo>
                  <a:lnTo>
                    <a:pt x="125" y="30"/>
                  </a:lnTo>
                  <a:lnTo>
                    <a:pt x="132" y="37"/>
                  </a:lnTo>
                  <a:lnTo>
                    <a:pt x="130" y="45"/>
                  </a:lnTo>
                  <a:lnTo>
                    <a:pt x="130" y="48"/>
                  </a:lnTo>
                  <a:lnTo>
                    <a:pt x="132" y="50"/>
                  </a:lnTo>
                  <a:lnTo>
                    <a:pt x="132" y="53"/>
                  </a:lnTo>
                  <a:lnTo>
                    <a:pt x="130" y="55"/>
                  </a:lnTo>
                  <a:lnTo>
                    <a:pt x="130" y="56"/>
                  </a:lnTo>
                  <a:lnTo>
                    <a:pt x="132" y="61"/>
                  </a:lnTo>
                  <a:lnTo>
                    <a:pt x="135" y="66"/>
                  </a:lnTo>
                  <a:lnTo>
                    <a:pt x="142" y="66"/>
                  </a:lnTo>
                  <a:lnTo>
                    <a:pt x="145" y="65"/>
                  </a:lnTo>
                  <a:lnTo>
                    <a:pt x="143" y="60"/>
                  </a:lnTo>
                  <a:lnTo>
                    <a:pt x="145" y="56"/>
                  </a:lnTo>
                  <a:lnTo>
                    <a:pt x="147" y="51"/>
                  </a:lnTo>
                  <a:lnTo>
                    <a:pt x="147" y="48"/>
                  </a:lnTo>
                  <a:lnTo>
                    <a:pt x="145" y="43"/>
                  </a:lnTo>
                  <a:lnTo>
                    <a:pt x="145" y="40"/>
                  </a:lnTo>
                  <a:lnTo>
                    <a:pt x="152" y="33"/>
                  </a:lnTo>
                  <a:lnTo>
                    <a:pt x="157" y="32"/>
                  </a:lnTo>
                  <a:lnTo>
                    <a:pt x="163" y="35"/>
                  </a:lnTo>
                  <a:lnTo>
                    <a:pt x="168" y="38"/>
                  </a:lnTo>
                  <a:lnTo>
                    <a:pt x="172" y="45"/>
                  </a:lnTo>
                  <a:lnTo>
                    <a:pt x="178" y="51"/>
                  </a:lnTo>
                  <a:lnTo>
                    <a:pt x="176" y="60"/>
                  </a:lnTo>
                  <a:lnTo>
                    <a:pt x="175" y="66"/>
                  </a:lnTo>
                  <a:lnTo>
                    <a:pt x="175" y="83"/>
                  </a:lnTo>
                  <a:lnTo>
                    <a:pt x="176" y="88"/>
                  </a:lnTo>
                  <a:lnTo>
                    <a:pt x="176" y="102"/>
                  </a:lnTo>
                  <a:lnTo>
                    <a:pt x="172" y="102"/>
                  </a:lnTo>
                  <a:lnTo>
                    <a:pt x="168" y="104"/>
                  </a:lnTo>
                  <a:lnTo>
                    <a:pt x="167" y="107"/>
                  </a:lnTo>
                  <a:lnTo>
                    <a:pt x="167" y="112"/>
                  </a:lnTo>
                  <a:lnTo>
                    <a:pt x="170" y="116"/>
                  </a:lnTo>
                  <a:lnTo>
                    <a:pt x="175" y="117"/>
                  </a:lnTo>
                  <a:lnTo>
                    <a:pt x="176" y="121"/>
                  </a:lnTo>
                  <a:lnTo>
                    <a:pt x="178" y="125"/>
                  </a:lnTo>
                  <a:lnTo>
                    <a:pt x="180" y="129"/>
                  </a:lnTo>
                  <a:lnTo>
                    <a:pt x="186" y="130"/>
                  </a:lnTo>
                  <a:lnTo>
                    <a:pt x="191" y="132"/>
                  </a:lnTo>
                  <a:lnTo>
                    <a:pt x="193" y="135"/>
                  </a:lnTo>
                  <a:lnTo>
                    <a:pt x="193" y="137"/>
                  </a:lnTo>
                  <a:lnTo>
                    <a:pt x="196" y="142"/>
                  </a:lnTo>
                  <a:lnTo>
                    <a:pt x="196" y="149"/>
                  </a:lnTo>
                  <a:lnTo>
                    <a:pt x="195" y="152"/>
                  </a:lnTo>
                  <a:lnTo>
                    <a:pt x="191" y="153"/>
                  </a:lnTo>
                  <a:lnTo>
                    <a:pt x="188" y="157"/>
                  </a:lnTo>
                  <a:lnTo>
                    <a:pt x="185" y="157"/>
                  </a:lnTo>
                  <a:lnTo>
                    <a:pt x="183" y="153"/>
                  </a:lnTo>
                  <a:lnTo>
                    <a:pt x="180" y="155"/>
                  </a:lnTo>
                  <a:lnTo>
                    <a:pt x="178" y="153"/>
                  </a:lnTo>
                  <a:lnTo>
                    <a:pt x="176" y="150"/>
                  </a:lnTo>
                  <a:lnTo>
                    <a:pt x="168" y="150"/>
                  </a:lnTo>
                  <a:lnTo>
                    <a:pt x="167" y="152"/>
                  </a:lnTo>
                  <a:lnTo>
                    <a:pt x="167" y="153"/>
                  </a:lnTo>
                  <a:lnTo>
                    <a:pt x="163" y="155"/>
                  </a:lnTo>
                  <a:lnTo>
                    <a:pt x="163" y="152"/>
                  </a:lnTo>
                  <a:lnTo>
                    <a:pt x="160" y="152"/>
                  </a:lnTo>
                  <a:lnTo>
                    <a:pt x="158" y="153"/>
                  </a:lnTo>
                  <a:lnTo>
                    <a:pt x="158" y="165"/>
                  </a:lnTo>
                  <a:lnTo>
                    <a:pt x="160" y="163"/>
                  </a:lnTo>
                  <a:lnTo>
                    <a:pt x="162" y="160"/>
                  </a:lnTo>
                  <a:lnTo>
                    <a:pt x="172" y="160"/>
                  </a:lnTo>
                  <a:lnTo>
                    <a:pt x="172" y="163"/>
                  </a:lnTo>
                  <a:lnTo>
                    <a:pt x="168" y="167"/>
                  </a:lnTo>
                  <a:lnTo>
                    <a:pt x="163" y="170"/>
                  </a:lnTo>
                  <a:lnTo>
                    <a:pt x="160" y="172"/>
                  </a:lnTo>
                  <a:lnTo>
                    <a:pt x="158" y="173"/>
                  </a:lnTo>
                  <a:lnTo>
                    <a:pt x="153" y="173"/>
                  </a:lnTo>
                  <a:lnTo>
                    <a:pt x="147" y="172"/>
                  </a:lnTo>
                  <a:lnTo>
                    <a:pt x="145" y="170"/>
                  </a:lnTo>
                  <a:lnTo>
                    <a:pt x="140" y="167"/>
                  </a:lnTo>
                  <a:lnTo>
                    <a:pt x="140" y="165"/>
                  </a:lnTo>
                  <a:lnTo>
                    <a:pt x="135" y="165"/>
                  </a:lnTo>
                  <a:lnTo>
                    <a:pt x="127" y="157"/>
                  </a:lnTo>
                  <a:lnTo>
                    <a:pt x="120" y="147"/>
                  </a:lnTo>
                  <a:lnTo>
                    <a:pt x="115" y="149"/>
                  </a:lnTo>
                  <a:lnTo>
                    <a:pt x="110" y="152"/>
                  </a:lnTo>
                  <a:lnTo>
                    <a:pt x="107" y="153"/>
                  </a:lnTo>
                  <a:lnTo>
                    <a:pt x="104" y="157"/>
                  </a:lnTo>
                  <a:lnTo>
                    <a:pt x="97" y="155"/>
                  </a:lnTo>
                  <a:lnTo>
                    <a:pt x="89" y="155"/>
                  </a:lnTo>
                  <a:lnTo>
                    <a:pt x="82" y="158"/>
                  </a:lnTo>
                  <a:lnTo>
                    <a:pt x="78" y="158"/>
                  </a:lnTo>
                  <a:lnTo>
                    <a:pt x="69" y="160"/>
                  </a:lnTo>
                  <a:lnTo>
                    <a:pt x="63" y="162"/>
                  </a:lnTo>
                  <a:lnTo>
                    <a:pt x="58" y="160"/>
                  </a:lnTo>
                  <a:lnTo>
                    <a:pt x="51" y="157"/>
                  </a:lnTo>
                  <a:lnTo>
                    <a:pt x="43" y="155"/>
                  </a:lnTo>
                  <a:lnTo>
                    <a:pt x="26" y="149"/>
                  </a:lnTo>
                  <a:lnTo>
                    <a:pt x="23" y="144"/>
                  </a:lnTo>
                  <a:lnTo>
                    <a:pt x="25" y="137"/>
                  </a:lnTo>
                  <a:lnTo>
                    <a:pt x="28" y="132"/>
                  </a:lnTo>
                  <a:lnTo>
                    <a:pt x="25" y="129"/>
                  </a:lnTo>
                  <a:lnTo>
                    <a:pt x="21" y="122"/>
                  </a:lnTo>
                  <a:lnTo>
                    <a:pt x="20" y="121"/>
                  </a:lnTo>
                  <a:lnTo>
                    <a:pt x="16" y="121"/>
                  </a:lnTo>
                  <a:lnTo>
                    <a:pt x="15" y="119"/>
                  </a:lnTo>
                  <a:lnTo>
                    <a:pt x="12" y="119"/>
                  </a:lnTo>
                  <a:lnTo>
                    <a:pt x="8" y="117"/>
                  </a:lnTo>
                  <a:lnTo>
                    <a:pt x="5" y="114"/>
                  </a:lnTo>
                  <a:lnTo>
                    <a:pt x="5" y="107"/>
                  </a:lnTo>
                  <a:lnTo>
                    <a:pt x="0" y="104"/>
                  </a:lnTo>
                  <a:lnTo>
                    <a:pt x="0" y="97"/>
                  </a:lnTo>
                  <a:lnTo>
                    <a:pt x="2" y="94"/>
                  </a:lnTo>
                  <a:lnTo>
                    <a:pt x="7" y="91"/>
                  </a:lnTo>
                  <a:lnTo>
                    <a:pt x="15" y="89"/>
                  </a:lnTo>
                  <a:lnTo>
                    <a:pt x="23" y="89"/>
                  </a:lnTo>
                  <a:lnTo>
                    <a:pt x="30" y="88"/>
                  </a:lnTo>
                  <a:lnTo>
                    <a:pt x="38" y="88"/>
                  </a:lnTo>
                  <a:lnTo>
                    <a:pt x="43" y="93"/>
                  </a:lnTo>
                  <a:lnTo>
                    <a:pt x="46" y="97"/>
                  </a:lnTo>
                  <a:lnTo>
                    <a:pt x="53" y="96"/>
                  </a:lnTo>
                  <a:lnTo>
                    <a:pt x="64" y="96"/>
                  </a:lnTo>
                  <a:lnTo>
                    <a:pt x="58" y="89"/>
                  </a:lnTo>
                  <a:lnTo>
                    <a:pt x="53" y="89"/>
                  </a:lnTo>
                  <a:lnTo>
                    <a:pt x="48" y="86"/>
                  </a:lnTo>
                  <a:lnTo>
                    <a:pt x="45" y="84"/>
                  </a:lnTo>
                  <a:lnTo>
                    <a:pt x="40" y="83"/>
                  </a:lnTo>
                  <a:lnTo>
                    <a:pt x="26" y="83"/>
                  </a:lnTo>
                  <a:lnTo>
                    <a:pt x="20" y="79"/>
                  </a:lnTo>
                  <a:lnTo>
                    <a:pt x="15" y="79"/>
                  </a:lnTo>
                  <a:lnTo>
                    <a:pt x="12" y="73"/>
                  </a:lnTo>
                  <a:lnTo>
                    <a:pt x="5" y="71"/>
                  </a:lnTo>
                  <a:lnTo>
                    <a:pt x="3" y="68"/>
                  </a:lnTo>
                  <a:lnTo>
                    <a:pt x="7" y="63"/>
                  </a:lnTo>
                  <a:lnTo>
                    <a:pt x="16" y="60"/>
                  </a:lnTo>
                  <a:lnTo>
                    <a:pt x="25" y="61"/>
                  </a:lnTo>
                  <a:lnTo>
                    <a:pt x="31" y="60"/>
                  </a:lnTo>
                  <a:lnTo>
                    <a:pt x="38" y="53"/>
                  </a:lnTo>
                  <a:lnTo>
                    <a:pt x="41" y="48"/>
                  </a:lnTo>
                  <a:lnTo>
                    <a:pt x="40" y="48"/>
                  </a:lnTo>
                  <a:lnTo>
                    <a:pt x="38" y="50"/>
                  </a:lnTo>
                  <a:lnTo>
                    <a:pt x="36" y="50"/>
                  </a:lnTo>
                  <a:lnTo>
                    <a:pt x="33" y="53"/>
                  </a:lnTo>
                  <a:lnTo>
                    <a:pt x="30" y="53"/>
                  </a:lnTo>
                  <a:lnTo>
                    <a:pt x="28" y="55"/>
                  </a:lnTo>
                  <a:lnTo>
                    <a:pt x="21" y="56"/>
                  </a:lnTo>
                  <a:lnTo>
                    <a:pt x="15" y="56"/>
                  </a:lnTo>
                  <a:lnTo>
                    <a:pt x="12" y="50"/>
                  </a:lnTo>
                  <a:lnTo>
                    <a:pt x="8" y="50"/>
                  </a:lnTo>
                  <a:lnTo>
                    <a:pt x="10" y="45"/>
                  </a:lnTo>
                  <a:lnTo>
                    <a:pt x="5" y="45"/>
                  </a:lnTo>
                  <a:lnTo>
                    <a:pt x="5" y="41"/>
                  </a:lnTo>
                  <a:lnTo>
                    <a:pt x="3" y="41"/>
                  </a:lnTo>
                  <a:lnTo>
                    <a:pt x="2" y="38"/>
                  </a:lnTo>
                  <a:lnTo>
                    <a:pt x="5" y="33"/>
                  </a:lnTo>
                  <a:lnTo>
                    <a:pt x="10" y="28"/>
                  </a:lnTo>
                  <a:lnTo>
                    <a:pt x="15" y="27"/>
                  </a:lnTo>
                  <a:lnTo>
                    <a:pt x="21" y="25"/>
                  </a:lnTo>
                  <a:lnTo>
                    <a:pt x="20" y="22"/>
                  </a:lnTo>
                  <a:lnTo>
                    <a:pt x="26" y="18"/>
                  </a:lnTo>
                  <a:lnTo>
                    <a:pt x="30" y="15"/>
                  </a:lnTo>
                  <a:lnTo>
                    <a:pt x="38" y="15"/>
                  </a:lnTo>
                  <a:lnTo>
                    <a:pt x="45" y="13"/>
                  </a:lnTo>
                  <a:lnTo>
                    <a:pt x="51" y="10"/>
                  </a:lnTo>
                  <a:lnTo>
                    <a:pt x="56" y="7"/>
                  </a:lnTo>
                  <a:lnTo>
                    <a:pt x="59" y="5"/>
                  </a:lnTo>
                  <a:lnTo>
                    <a:pt x="66" y="4"/>
                  </a:lnTo>
                  <a:lnTo>
                    <a:pt x="7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6" name="Freeform 286"/>
            <p:cNvSpPr/>
            <p:nvPr/>
          </p:nvSpPr>
          <p:spPr bwMode="auto">
            <a:xfrm>
              <a:off x="2344738" y="1651000"/>
              <a:ext cx="12700" cy="15875"/>
            </a:xfrm>
            <a:custGeom>
              <a:avLst/>
              <a:gdLst/>
              <a:ahLst/>
              <a:cxnLst>
                <a:cxn ang="0">
                  <a:pos x="5" y="0"/>
                </a:cxn>
                <a:cxn ang="0">
                  <a:pos x="8" y="6"/>
                </a:cxn>
                <a:cxn ang="0">
                  <a:pos x="6" y="8"/>
                </a:cxn>
                <a:cxn ang="0">
                  <a:pos x="3" y="10"/>
                </a:cxn>
                <a:cxn ang="0">
                  <a:pos x="0" y="8"/>
                </a:cxn>
                <a:cxn ang="0">
                  <a:pos x="0" y="5"/>
                </a:cxn>
                <a:cxn ang="0">
                  <a:pos x="3" y="3"/>
                </a:cxn>
                <a:cxn ang="0">
                  <a:pos x="5" y="0"/>
                </a:cxn>
              </a:cxnLst>
              <a:rect l="0" t="0" r="r" b="b"/>
              <a:pathLst>
                <a:path w="8" h="10">
                  <a:moveTo>
                    <a:pt x="5" y="0"/>
                  </a:moveTo>
                  <a:lnTo>
                    <a:pt x="8" y="6"/>
                  </a:lnTo>
                  <a:lnTo>
                    <a:pt x="6" y="8"/>
                  </a:lnTo>
                  <a:lnTo>
                    <a:pt x="3" y="10"/>
                  </a:lnTo>
                  <a:lnTo>
                    <a:pt x="0" y="8"/>
                  </a:lnTo>
                  <a:lnTo>
                    <a:pt x="0" y="5"/>
                  </a:lnTo>
                  <a:lnTo>
                    <a:pt x="3"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7" name="Freeform 287"/>
            <p:cNvSpPr/>
            <p:nvPr/>
          </p:nvSpPr>
          <p:spPr bwMode="auto">
            <a:xfrm>
              <a:off x="2305051" y="1724025"/>
              <a:ext cx="11113" cy="11113"/>
            </a:xfrm>
            <a:custGeom>
              <a:avLst/>
              <a:gdLst/>
              <a:ahLst/>
              <a:cxnLst>
                <a:cxn ang="0">
                  <a:pos x="0" y="0"/>
                </a:cxn>
                <a:cxn ang="0">
                  <a:pos x="7" y="0"/>
                </a:cxn>
                <a:cxn ang="0">
                  <a:pos x="5" y="3"/>
                </a:cxn>
                <a:cxn ang="0">
                  <a:pos x="2" y="7"/>
                </a:cxn>
                <a:cxn ang="0">
                  <a:pos x="0" y="3"/>
                </a:cxn>
                <a:cxn ang="0">
                  <a:pos x="0" y="0"/>
                </a:cxn>
              </a:cxnLst>
              <a:rect l="0" t="0" r="r" b="b"/>
              <a:pathLst>
                <a:path w="7" h="7">
                  <a:moveTo>
                    <a:pt x="0" y="0"/>
                  </a:moveTo>
                  <a:lnTo>
                    <a:pt x="7" y="0"/>
                  </a:lnTo>
                  <a:lnTo>
                    <a:pt x="5" y="3"/>
                  </a:lnTo>
                  <a:lnTo>
                    <a:pt x="2" y="7"/>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8" name="Freeform 288"/>
            <p:cNvSpPr/>
            <p:nvPr/>
          </p:nvSpPr>
          <p:spPr bwMode="auto">
            <a:xfrm>
              <a:off x="2279651" y="1720850"/>
              <a:ext cx="12700" cy="14288"/>
            </a:xfrm>
            <a:custGeom>
              <a:avLst/>
              <a:gdLst/>
              <a:ahLst/>
              <a:cxnLst>
                <a:cxn ang="0">
                  <a:pos x="3" y="0"/>
                </a:cxn>
                <a:cxn ang="0">
                  <a:pos x="6" y="2"/>
                </a:cxn>
                <a:cxn ang="0">
                  <a:pos x="6" y="5"/>
                </a:cxn>
                <a:cxn ang="0">
                  <a:pos x="8" y="5"/>
                </a:cxn>
                <a:cxn ang="0">
                  <a:pos x="8" y="9"/>
                </a:cxn>
                <a:cxn ang="0">
                  <a:pos x="1" y="5"/>
                </a:cxn>
                <a:cxn ang="0">
                  <a:pos x="0" y="4"/>
                </a:cxn>
                <a:cxn ang="0">
                  <a:pos x="3" y="0"/>
                </a:cxn>
              </a:cxnLst>
              <a:rect l="0" t="0" r="r" b="b"/>
              <a:pathLst>
                <a:path w="8" h="9">
                  <a:moveTo>
                    <a:pt x="3" y="0"/>
                  </a:moveTo>
                  <a:lnTo>
                    <a:pt x="6" y="2"/>
                  </a:lnTo>
                  <a:lnTo>
                    <a:pt x="6" y="5"/>
                  </a:lnTo>
                  <a:lnTo>
                    <a:pt x="8" y="5"/>
                  </a:lnTo>
                  <a:lnTo>
                    <a:pt x="8" y="9"/>
                  </a:lnTo>
                  <a:lnTo>
                    <a:pt x="1" y="5"/>
                  </a:lnTo>
                  <a:lnTo>
                    <a:pt x="0" y="4"/>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9" name="Freeform 289"/>
            <p:cNvSpPr/>
            <p:nvPr/>
          </p:nvSpPr>
          <p:spPr bwMode="auto">
            <a:xfrm>
              <a:off x="2389188" y="1724025"/>
              <a:ext cx="9525" cy="12700"/>
            </a:xfrm>
            <a:custGeom>
              <a:avLst/>
              <a:gdLst/>
              <a:ahLst/>
              <a:cxnLst>
                <a:cxn ang="0">
                  <a:pos x="5" y="0"/>
                </a:cxn>
                <a:cxn ang="0">
                  <a:pos x="6" y="3"/>
                </a:cxn>
                <a:cxn ang="0">
                  <a:pos x="6" y="7"/>
                </a:cxn>
                <a:cxn ang="0">
                  <a:pos x="5" y="8"/>
                </a:cxn>
                <a:cxn ang="0">
                  <a:pos x="1" y="8"/>
                </a:cxn>
                <a:cxn ang="0">
                  <a:pos x="0" y="7"/>
                </a:cxn>
                <a:cxn ang="0">
                  <a:pos x="0" y="5"/>
                </a:cxn>
                <a:cxn ang="0">
                  <a:pos x="5" y="0"/>
                </a:cxn>
              </a:cxnLst>
              <a:rect l="0" t="0" r="r" b="b"/>
              <a:pathLst>
                <a:path w="6" h="8">
                  <a:moveTo>
                    <a:pt x="5" y="0"/>
                  </a:moveTo>
                  <a:lnTo>
                    <a:pt x="6" y="3"/>
                  </a:lnTo>
                  <a:lnTo>
                    <a:pt x="6" y="7"/>
                  </a:lnTo>
                  <a:lnTo>
                    <a:pt x="5" y="8"/>
                  </a:lnTo>
                  <a:lnTo>
                    <a:pt x="1" y="8"/>
                  </a:lnTo>
                  <a:lnTo>
                    <a:pt x="0" y="7"/>
                  </a:lnTo>
                  <a:lnTo>
                    <a:pt x="0" y="5"/>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0" name="Freeform 290"/>
            <p:cNvSpPr/>
            <p:nvPr/>
          </p:nvSpPr>
          <p:spPr bwMode="auto">
            <a:xfrm>
              <a:off x="2325688" y="1711325"/>
              <a:ext cx="65088" cy="60325"/>
            </a:xfrm>
            <a:custGeom>
              <a:avLst/>
              <a:gdLst/>
              <a:ahLst/>
              <a:cxnLst>
                <a:cxn ang="0">
                  <a:pos x="25" y="0"/>
                </a:cxn>
                <a:cxn ang="0">
                  <a:pos x="28" y="1"/>
                </a:cxn>
                <a:cxn ang="0">
                  <a:pos x="32" y="5"/>
                </a:cxn>
                <a:cxn ang="0">
                  <a:pos x="35" y="6"/>
                </a:cxn>
                <a:cxn ang="0">
                  <a:pos x="36" y="10"/>
                </a:cxn>
                <a:cxn ang="0">
                  <a:pos x="36" y="18"/>
                </a:cxn>
                <a:cxn ang="0">
                  <a:pos x="41" y="23"/>
                </a:cxn>
                <a:cxn ang="0">
                  <a:pos x="41" y="38"/>
                </a:cxn>
                <a:cxn ang="0">
                  <a:pos x="28" y="38"/>
                </a:cxn>
                <a:cxn ang="0">
                  <a:pos x="25" y="36"/>
                </a:cxn>
                <a:cxn ang="0">
                  <a:pos x="22" y="33"/>
                </a:cxn>
                <a:cxn ang="0">
                  <a:pos x="18" y="33"/>
                </a:cxn>
                <a:cxn ang="0">
                  <a:pos x="15" y="31"/>
                </a:cxn>
                <a:cxn ang="0">
                  <a:pos x="13" y="29"/>
                </a:cxn>
                <a:cxn ang="0">
                  <a:pos x="12" y="24"/>
                </a:cxn>
                <a:cxn ang="0">
                  <a:pos x="10" y="23"/>
                </a:cxn>
                <a:cxn ang="0">
                  <a:pos x="3" y="23"/>
                </a:cxn>
                <a:cxn ang="0">
                  <a:pos x="0" y="16"/>
                </a:cxn>
                <a:cxn ang="0">
                  <a:pos x="3" y="13"/>
                </a:cxn>
                <a:cxn ang="0">
                  <a:pos x="15" y="13"/>
                </a:cxn>
                <a:cxn ang="0">
                  <a:pos x="15" y="10"/>
                </a:cxn>
                <a:cxn ang="0">
                  <a:pos x="17" y="6"/>
                </a:cxn>
                <a:cxn ang="0">
                  <a:pos x="22" y="1"/>
                </a:cxn>
                <a:cxn ang="0">
                  <a:pos x="25" y="0"/>
                </a:cxn>
              </a:cxnLst>
              <a:rect l="0" t="0" r="r" b="b"/>
              <a:pathLst>
                <a:path w="41" h="38">
                  <a:moveTo>
                    <a:pt x="25" y="0"/>
                  </a:moveTo>
                  <a:lnTo>
                    <a:pt x="28" y="1"/>
                  </a:lnTo>
                  <a:lnTo>
                    <a:pt x="32" y="5"/>
                  </a:lnTo>
                  <a:lnTo>
                    <a:pt x="35" y="6"/>
                  </a:lnTo>
                  <a:lnTo>
                    <a:pt x="36" y="10"/>
                  </a:lnTo>
                  <a:lnTo>
                    <a:pt x="36" y="18"/>
                  </a:lnTo>
                  <a:lnTo>
                    <a:pt x="41" y="23"/>
                  </a:lnTo>
                  <a:lnTo>
                    <a:pt x="41" y="38"/>
                  </a:lnTo>
                  <a:lnTo>
                    <a:pt x="28" y="38"/>
                  </a:lnTo>
                  <a:lnTo>
                    <a:pt x="25" y="36"/>
                  </a:lnTo>
                  <a:lnTo>
                    <a:pt x="22" y="33"/>
                  </a:lnTo>
                  <a:lnTo>
                    <a:pt x="18" y="33"/>
                  </a:lnTo>
                  <a:lnTo>
                    <a:pt x="15" y="31"/>
                  </a:lnTo>
                  <a:lnTo>
                    <a:pt x="13" y="29"/>
                  </a:lnTo>
                  <a:lnTo>
                    <a:pt x="12" y="24"/>
                  </a:lnTo>
                  <a:lnTo>
                    <a:pt x="10" y="23"/>
                  </a:lnTo>
                  <a:lnTo>
                    <a:pt x="3" y="23"/>
                  </a:lnTo>
                  <a:lnTo>
                    <a:pt x="0" y="16"/>
                  </a:lnTo>
                  <a:lnTo>
                    <a:pt x="3" y="13"/>
                  </a:lnTo>
                  <a:lnTo>
                    <a:pt x="15" y="13"/>
                  </a:lnTo>
                  <a:lnTo>
                    <a:pt x="15" y="10"/>
                  </a:lnTo>
                  <a:lnTo>
                    <a:pt x="17" y="6"/>
                  </a:lnTo>
                  <a:lnTo>
                    <a:pt x="22" y="1"/>
                  </a:lnTo>
                  <a:lnTo>
                    <a:pt x="2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1" name="Freeform 291"/>
            <p:cNvSpPr/>
            <p:nvPr/>
          </p:nvSpPr>
          <p:spPr bwMode="auto">
            <a:xfrm>
              <a:off x="2487613" y="1739900"/>
              <a:ext cx="6350" cy="4763"/>
            </a:xfrm>
            <a:custGeom>
              <a:avLst/>
              <a:gdLst/>
              <a:ahLst/>
              <a:cxnLst>
                <a:cxn ang="0">
                  <a:pos x="0" y="0"/>
                </a:cxn>
                <a:cxn ang="0">
                  <a:pos x="2" y="0"/>
                </a:cxn>
                <a:cxn ang="0">
                  <a:pos x="4" y="3"/>
                </a:cxn>
                <a:cxn ang="0">
                  <a:pos x="0" y="3"/>
                </a:cxn>
                <a:cxn ang="0">
                  <a:pos x="0" y="0"/>
                </a:cxn>
              </a:cxnLst>
              <a:rect l="0" t="0" r="r" b="b"/>
              <a:pathLst>
                <a:path w="4" h="3">
                  <a:moveTo>
                    <a:pt x="0" y="0"/>
                  </a:moveTo>
                  <a:lnTo>
                    <a:pt x="2" y="0"/>
                  </a:lnTo>
                  <a:lnTo>
                    <a:pt x="4" y="3"/>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2" name="Freeform 292"/>
            <p:cNvSpPr/>
            <p:nvPr/>
          </p:nvSpPr>
          <p:spPr bwMode="auto">
            <a:xfrm>
              <a:off x="2495551" y="1773238"/>
              <a:ext cx="6350" cy="7938"/>
            </a:xfrm>
            <a:custGeom>
              <a:avLst/>
              <a:gdLst/>
              <a:ahLst/>
              <a:cxnLst>
                <a:cxn ang="0">
                  <a:pos x="2" y="0"/>
                </a:cxn>
                <a:cxn ang="0">
                  <a:pos x="4" y="0"/>
                </a:cxn>
                <a:cxn ang="0">
                  <a:pos x="4" y="4"/>
                </a:cxn>
                <a:cxn ang="0">
                  <a:pos x="0" y="5"/>
                </a:cxn>
                <a:cxn ang="0">
                  <a:pos x="2" y="0"/>
                </a:cxn>
              </a:cxnLst>
              <a:rect l="0" t="0" r="r" b="b"/>
              <a:pathLst>
                <a:path w="4" h="5">
                  <a:moveTo>
                    <a:pt x="2" y="0"/>
                  </a:moveTo>
                  <a:lnTo>
                    <a:pt x="4" y="0"/>
                  </a:lnTo>
                  <a:lnTo>
                    <a:pt x="4" y="4"/>
                  </a:lnTo>
                  <a:lnTo>
                    <a:pt x="0" y="5"/>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3" name="Freeform 293"/>
            <p:cNvSpPr/>
            <p:nvPr/>
          </p:nvSpPr>
          <p:spPr bwMode="auto">
            <a:xfrm>
              <a:off x="2509838" y="2309813"/>
              <a:ext cx="30163" cy="31750"/>
            </a:xfrm>
            <a:custGeom>
              <a:avLst/>
              <a:gdLst/>
              <a:ahLst/>
              <a:cxnLst>
                <a:cxn ang="0">
                  <a:pos x="16" y="0"/>
                </a:cxn>
                <a:cxn ang="0">
                  <a:pos x="18" y="0"/>
                </a:cxn>
                <a:cxn ang="0">
                  <a:pos x="19" y="3"/>
                </a:cxn>
                <a:cxn ang="0">
                  <a:pos x="16" y="5"/>
                </a:cxn>
                <a:cxn ang="0">
                  <a:pos x="18" y="7"/>
                </a:cxn>
                <a:cxn ang="0">
                  <a:pos x="18" y="10"/>
                </a:cxn>
                <a:cxn ang="0">
                  <a:pos x="13" y="13"/>
                </a:cxn>
                <a:cxn ang="0">
                  <a:pos x="10" y="16"/>
                </a:cxn>
                <a:cxn ang="0">
                  <a:pos x="5" y="16"/>
                </a:cxn>
                <a:cxn ang="0">
                  <a:pos x="1" y="20"/>
                </a:cxn>
                <a:cxn ang="0">
                  <a:pos x="0" y="16"/>
                </a:cxn>
                <a:cxn ang="0">
                  <a:pos x="1" y="13"/>
                </a:cxn>
                <a:cxn ang="0">
                  <a:pos x="0" y="12"/>
                </a:cxn>
                <a:cxn ang="0">
                  <a:pos x="1" y="8"/>
                </a:cxn>
                <a:cxn ang="0">
                  <a:pos x="6" y="5"/>
                </a:cxn>
                <a:cxn ang="0">
                  <a:pos x="8" y="3"/>
                </a:cxn>
                <a:cxn ang="0">
                  <a:pos x="11" y="2"/>
                </a:cxn>
                <a:cxn ang="0">
                  <a:pos x="13" y="3"/>
                </a:cxn>
                <a:cxn ang="0">
                  <a:pos x="16" y="0"/>
                </a:cxn>
              </a:cxnLst>
              <a:rect l="0" t="0" r="r" b="b"/>
              <a:pathLst>
                <a:path w="19" h="20">
                  <a:moveTo>
                    <a:pt x="16" y="0"/>
                  </a:moveTo>
                  <a:lnTo>
                    <a:pt x="18" y="0"/>
                  </a:lnTo>
                  <a:lnTo>
                    <a:pt x="19" y="3"/>
                  </a:lnTo>
                  <a:lnTo>
                    <a:pt x="16" y="5"/>
                  </a:lnTo>
                  <a:lnTo>
                    <a:pt x="18" y="7"/>
                  </a:lnTo>
                  <a:lnTo>
                    <a:pt x="18" y="10"/>
                  </a:lnTo>
                  <a:lnTo>
                    <a:pt x="13" y="13"/>
                  </a:lnTo>
                  <a:lnTo>
                    <a:pt x="10" y="16"/>
                  </a:lnTo>
                  <a:lnTo>
                    <a:pt x="5" y="16"/>
                  </a:lnTo>
                  <a:lnTo>
                    <a:pt x="1" y="20"/>
                  </a:lnTo>
                  <a:lnTo>
                    <a:pt x="0" y="16"/>
                  </a:lnTo>
                  <a:lnTo>
                    <a:pt x="1" y="13"/>
                  </a:lnTo>
                  <a:lnTo>
                    <a:pt x="0" y="12"/>
                  </a:lnTo>
                  <a:lnTo>
                    <a:pt x="1" y="8"/>
                  </a:lnTo>
                  <a:lnTo>
                    <a:pt x="6" y="5"/>
                  </a:lnTo>
                  <a:lnTo>
                    <a:pt x="8" y="3"/>
                  </a:lnTo>
                  <a:lnTo>
                    <a:pt x="11" y="2"/>
                  </a:lnTo>
                  <a:lnTo>
                    <a:pt x="13" y="3"/>
                  </a:lnTo>
                  <a:lnTo>
                    <a:pt x="1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4" name="Freeform 294"/>
            <p:cNvSpPr/>
            <p:nvPr/>
          </p:nvSpPr>
          <p:spPr bwMode="auto">
            <a:xfrm>
              <a:off x="2525713" y="2293938"/>
              <a:ext cx="6350" cy="4763"/>
            </a:xfrm>
            <a:custGeom>
              <a:avLst/>
              <a:gdLst/>
              <a:ahLst/>
              <a:cxnLst>
                <a:cxn ang="0">
                  <a:pos x="0" y="0"/>
                </a:cxn>
                <a:cxn ang="0">
                  <a:pos x="4" y="0"/>
                </a:cxn>
                <a:cxn ang="0">
                  <a:pos x="3" y="3"/>
                </a:cxn>
                <a:cxn ang="0">
                  <a:pos x="0" y="2"/>
                </a:cxn>
                <a:cxn ang="0">
                  <a:pos x="0" y="0"/>
                </a:cxn>
              </a:cxnLst>
              <a:rect l="0" t="0" r="r" b="b"/>
              <a:pathLst>
                <a:path w="4" h="3">
                  <a:moveTo>
                    <a:pt x="0" y="0"/>
                  </a:moveTo>
                  <a:lnTo>
                    <a:pt x="4" y="0"/>
                  </a:lnTo>
                  <a:lnTo>
                    <a:pt x="3" y="3"/>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5" name="Freeform 295"/>
            <p:cNvSpPr/>
            <p:nvPr/>
          </p:nvSpPr>
          <p:spPr bwMode="auto">
            <a:xfrm>
              <a:off x="2584451" y="2087563"/>
              <a:ext cx="30163" cy="39688"/>
            </a:xfrm>
            <a:custGeom>
              <a:avLst/>
              <a:gdLst/>
              <a:ahLst/>
              <a:cxnLst>
                <a:cxn ang="0">
                  <a:pos x="12" y="0"/>
                </a:cxn>
                <a:cxn ang="0">
                  <a:pos x="15" y="5"/>
                </a:cxn>
                <a:cxn ang="0">
                  <a:pos x="17" y="8"/>
                </a:cxn>
                <a:cxn ang="0">
                  <a:pos x="19" y="10"/>
                </a:cxn>
                <a:cxn ang="0">
                  <a:pos x="19" y="13"/>
                </a:cxn>
                <a:cxn ang="0">
                  <a:pos x="17" y="16"/>
                </a:cxn>
                <a:cxn ang="0">
                  <a:pos x="12" y="20"/>
                </a:cxn>
                <a:cxn ang="0">
                  <a:pos x="10" y="21"/>
                </a:cxn>
                <a:cxn ang="0">
                  <a:pos x="7" y="23"/>
                </a:cxn>
                <a:cxn ang="0">
                  <a:pos x="5" y="25"/>
                </a:cxn>
                <a:cxn ang="0">
                  <a:pos x="4" y="23"/>
                </a:cxn>
                <a:cxn ang="0">
                  <a:pos x="2" y="20"/>
                </a:cxn>
                <a:cxn ang="0">
                  <a:pos x="2" y="15"/>
                </a:cxn>
                <a:cxn ang="0">
                  <a:pos x="0" y="13"/>
                </a:cxn>
                <a:cxn ang="0">
                  <a:pos x="0" y="11"/>
                </a:cxn>
                <a:cxn ang="0">
                  <a:pos x="2" y="8"/>
                </a:cxn>
                <a:cxn ang="0">
                  <a:pos x="2" y="5"/>
                </a:cxn>
                <a:cxn ang="0">
                  <a:pos x="12" y="0"/>
                </a:cxn>
              </a:cxnLst>
              <a:rect l="0" t="0" r="r" b="b"/>
              <a:pathLst>
                <a:path w="19" h="25">
                  <a:moveTo>
                    <a:pt x="12" y="0"/>
                  </a:moveTo>
                  <a:lnTo>
                    <a:pt x="15" y="5"/>
                  </a:lnTo>
                  <a:lnTo>
                    <a:pt x="17" y="8"/>
                  </a:lnTo>
                  <a:lnTo>
                    <a:pt x="19" y="10"/>
                  </a:lnTo>
                  <a:lnTo>
                    <a:pt x="19" y="13"/>
                  </a:lnTo>
                  <a:lnTo>
                    <a:pt x="17" y="16"/>
                  </a:lnTo>
                  <a:lnTo>
                    <a:pt x="12" y="20"/>
                  </a:lnTo>
                  <a:lnTo>
                    <a:pt x="10" y="21"/>
                  </a:lnTo>
                  <a:lnTo>
                    <a:pt x="7" y="23"/>
                  </a:lnTo>
                  <a:lnTo>
                    <a:pt x="5" y="25"/>
                  </a:lnTo>
                  <a:lnTo>
                    <a:pt x="4" y="23"/>
                  </a:lnTo>
                  <a:lnTo>
                    <a:pt x="2" y="20"/>
                  </a:lnTo>
                  <a:lnTo>
                    <a:pt x="2" y="15"/>
                  </a:lnTo>
                  <a:lnTo>
                    <a:pt x="0" y="13"/>
                  </a:lnTo>
                  <a:lnTo>
                    <a:pt x="0" y="11"/>
                  </a:lnTo>
                  <a:lnTo>
                    <a:pt x="2" y="8"/>
                  </a:lnTo>
                  <a:lnTo>
                    <a:pt x="2" y="5"/>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6" name="Freeform 296"/>
            <p:cNvSpPr/>
            <p:nvPr/>
          </p:nvSpPr>
          <p:spPr bwMode="auto">
            <a:xfrm>
              <a:off x="2517776" y="2063750"/>
              <a:ext cx="44450" cy="26988"/>
            </a:xfrm>
            <a:custGeom>
              <a:avLst/>
              <a:gdLst/>
              <a:ahLst/>
              <a:cxnLst>
                <a:cxn ang="0">
                  <a:pos x="11" y="0"/>
                </a:cxn>
                <a:cxn ang="0">
                  <a:pos x="23" y="0"/>
                </a:cxn>
                <a:cxn ang="0">
                  <a:pos x="28" y="2"/>
                </a:cxn>
                <a:cxn ang="0">
                  <a:pos x="28" y="5"/>
                </a:cxn>
                <a:cxn ang="0">
                  <a:pos x="24" y="8"/>
                </a:cxn>
                <a:cxn ang="0">
                  <a:pos x="21" y="8"/>
                </a:cxn>
                <a:cxn ang="0">
                  <a:pos x="19" y="10"/>
                </a:cxn>
                <a:cxn ang="0">
                  <a:pos x="19" y="12"/>
                </a:cxn>
                <a:cxn ang="0">
                  <a:pos x="13" y="12"/>
                </a:cxn>
                <a:cxn ang="0">
                  <a:pos x="11" y="15"/>
                </a:cxn>
                <a:cxn ang="0">
                  <a:pos x="9" y="15"/>
                </a:cxn>
                <a:cxn ang="0">
                  <a:pos x="8" y="17"/>
                </a:cxn>
                <a:cxn ang="0">
                  <a:pos x="5" y="17"/>
                </a:cxn>
                <a:cxn ang="0">
                  <a:pos x="1" y="15"/>
                </a:cxn>
                <a:cxn ang="0">
                  <a:pos x="0" y="12"/>
                </a:cxn>
                <a:cxn ang="0">
                  <a:pos x="0" y="8"/>
                </a:cxn>
                <a:cxn ang="0">
                  <a:pos x="5" y="3"/>
                </a:cxn>
                <a:cxn ang="0">
                  <a:pos x="11" y="0"/>
                </a:cxn>
              </a:cxnLst>
              <a:rect l="0" t="0" r="r" b="b"/>
              <a:pathLst>
                <a:path w="28" h="17">
                  <a:moveTo>
                    <a:pt x="11" y="0"/>
                  </a:moveTo>
                  <a:lnTo>
                    <a:pt x="23" y="0"/>
                  </a:lnTo>
                  <a:lnTo>
                    <a:pt x="28" y="2"/>
                  </a:lnTo>
                  <a:lnTo>
                    <a:pt x="28" y="5"/>
                  </a:lnTo>
                  <a:lnTo>
                    <a:pt x="24" y="8"/>
                  </a:lnTo>
                  <a:lnTo>
                    <a:pt x="21" y="8"/>
                  </a:lnTo>
                  <a:lnTo>
                    <a:pt x="19" y="10"/>
                  </a:lnTo>
                  <a:lnTo>
                    <a:pt x="19" y="12"/>
                  </a:lnTo>
                  <a:lnTo>
                    <a:pt x="13" y="12"/>
                  </a:lnTo>
                  <a:lnTo>
                    <a:pt x="11" y="15"/>
                  </a:lnTo>
                  <a:lnTo>
                    <a:pt x="9" y="15"/>
                  </a:lnTo>
                  <a:lnTo>
                    <a:pt x="8" y="17"/>
                  </a:lnTo>
                  <a:lnTo>
                    <a:pt x="5" y="17"/>
                  </a:lnTo>
                  <a:lnTo>
                    <a:pt x="1" y="15"/>
                  </a:lnTo>
                  <a:lnTo>
                    <a:pt x="0" y="12"/>
                  </a:lnTo>
                  <a:lnTo>
                    <a:pt x="0" y="8"/>
                  </a:lnTo>
                  <a:lnTo>
                    <a:pt x="5" y="3"/>
                  </a:lnTo>
                  <a:lnTo>
                    <a:pt x="1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7" name="Freeform 297"/>
            <p:cNvSpPr/>
            <p:nvPr/>
          </p:nvSpPr>
          <p:spPr bwMode="auto">
            <a:xfrm>
              <a:off x="2808288" y="2201863"/>
              <a:ext cx="12700" cy="19050"/>
            </a:xfrm>
            <a:custGeom>
              <a:avLst/>
              <a:gdLst/>
              <a:ahLst/>
              <a:cxnLst>
                <a:cxn ang="0">
                  <a:pos x="3" y="0"/>
                </a:cxn>
                <a:cxn ang="0">
                  <a:pos x="6" y="0"/>
                </a:cxn>
                <a:cxn ang="0">
                  <a:pos x="8" y="5"/>
                </a:cxn>
                <a:cxn ang="0">
                  <a:pos x="8" y="10"/>
                </a:cxn>
                <a:cxn ang="0">
                  <a:pos x="5" y="12"/>
                </a:cxn>
                <a:cxn ang="0">
                  <a:pos x="3" y="10"/>
                </a:cxn>
                <a:cxn ang="0">
                  <a:pos x="0" y="5"/>
                </a:cxn>
                <a:cxn ang="0">
                  <a:pos x="0" y="2"/>
                </a:cxn>
                <a:cxn ang="0">
                  <a:pos x="3" y="0"/>
                </a:cxn>
              </a:cxnLst>
              <a:rect l="0" t="0" r="r" b="b"/>
              <a:pathLst>
                <a:path w="8" h="12">
                  <a:moveTo>
                    <a:pt x="3" y="0"/>
                  </a:moveTo>
                  <a:lnTo>
                    <a:pt x="6" y="0"/>
                  </a:lnTo>
                  <a:lnTo>
                    <a:pt x="8" y="5"/>
                  </a:lnTo>
                  <a:lnTo>
                    <a:pt x="8" y="10"/>
                  </a:lnTo>
                  <a:lnTo>
                    <a:pt x="5" y="12"/>
                  </a:lnTo>
                  <a:lnTo>
                    <a:pt x="3" y="10"/>
                  </a:lnTo>
                  <a:lnTo>
                    <a:pt x="0"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8" name="Freeform 298"/>
            <p:cNvSpPr/>
            <p:nvPr/>
          </p:nvSpPr>
          <p:spPr bwMode="auto">
            <a:xfrm>
              <a:off x="2870201" y="2160588"/>
              <a:ext cx="12700" cy="11113"/>
            </a:xfrm>
            <a:custGeom>
              <a:avLst/>
              <a:gdLst/>
              <a:ahLst/>
              <a:cxnLst>
                <a:cxn ang="0">
                  <a:pos x="3" y="0"/>
                </a:cxn>
                <a:cxn ang="0">
                  <a:pos x="7" y="2"/>
                </a:cxn>
                <a:cxn ang="0">
                  <a:pos x="8" y="7"/>
                </a:cxn>
                <a:cxn ang="0">
                  <a:pos x="2" y="7"/>
                </a:cxn>
                <a:cxn ang="0">
                  <a:pos x="0" y="5"/>
                </a:cxn>
                <a:cxn ang="0">
                  <a:pos x="0" y="3"/>
                </a:cxn>
                <a:cxn ang="0">
                  <a:pos x="3" y="0"/>
                </a:cxn>
              </a:cxnLst>
              <a:rect l="0" t="0" r="r" b="b"/>
              <a:pathLst>
                <a:path w="8" h="7">
                  <a:moveTo>
                    <a:pt x="3" y="0"/>
                  </a:moveTo>
                  <a:lnTo>
                    <a:pt x="7" y="2"/>
                  </a:lnTo>
                  <a:lnTo>
                    <a:pt x="8" y="7"/>
                  </a:lnTo>
                  <a:lnTo>
                    <a:pt x="2" y="7"/>
                  </a:lnTo>
                  <a:lnTo>
                    <a:pt x="0" y="5"/>
                  </a:lnTo>
                  <a:lnTo>
                    <a:pt x="0" y="3"/>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9" name="Freeform 299"/>
            <p:cNvSpPr/>
            <p:nvPr/>
          </p:nvSpPr>
          <p:spPr bwMode="auto">
            <a:xfrm>
              <a:off x="2640013" y="2063750"/>
              <a:ext cx="19050" cy="12700"/>
            </a:xfrm>
            <a:custGeom>
              <a:avLst/>
              <a:gdLst/>
              <a:ahLst/>
              <a:cxnLst>
                <a:cxn ang="0">
                  <a:pos x="2" y="0"/>
                </a:cxn>
                <a:cxn ang="0">
                  <a:pos x="8" y="2"/>
                </a:cxn>
                <a:cxn ang="0">
                  <a:pos x="12" y="5"/>
                </a:cxn>
                <a:cxn ang="0">
                  <a:pos x="8" y="8"/>
                </a:cxn>
                <a:cxn ang="0">
                  <a:pos x="5" y="5"/>
                </a:cxn>
                <a:cxn ang="0">
                  <a:pos x="0" y="2"/>
                </a:cxn>
                <a:cxn ang="0">
                  <a:pos x="2" y="0"/>
                </a:cxn>
              </a:cxnLst>
              <a:rect l="0" t="0" r="r" b="b"/>
              <a:pathLst>
                <a:path w="12" h="8">
                  <a:moveTo>
                    <a:pt x="2" y="0"/>
                  </a:moveTo>
                  <a:lnTo>
                    <a:pt x="8" y="2"/>
                  </a:lnTo>
                  <a:lnTo>
                    <a:pt x="12" y="5"/>
                  </a:lnTo>
                  <a:lnTo>
                    <a:pt x="8" y="8"/>
                  </a:lnTo>
                  <a:lnTo>
                    <a:pt x="5" y="5"/>
                  </a:lnTo>
                  <a:lnTo>
                    <a:pt x="0" y="2"/>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0" name="Freeform 300"/>
            <p:cNvSpPr/>
            <p:nvPr/>
          </p:nvSpPr>
          <p:spPr bwMode="auto">
            <a:xfrm>
              <a:off x="2660651" y="2055813"/>
              <a:ext cx="14288" cy="7938"/>
            </a:xfrm>
            <a:custGeom>
              <a:avLst/>
              <a:gdLst/>
              <a:ahLst/>
              <a:cxnLst>
                <a:cxn ang="0">
                  <a:pos x="0" y="0"/>
                </a:cxn>
                <a:cxn ang="0">
                  <a:pos x="4" y="0"/>
                </a:cxn>
                <a:cxn ang="0">
                  <a:pos x="9" y="2"/>
                </a:cxn>
                <a:cxn ang="0">
                  <a:pos x="9" y="5"/>
                </a:cxn>
                <a:cxn ang="0">
                  <a:pos x="5" y="5"/>
                </a:cxn>
                <a:cxn ang="0">
                  <a:pos x="4" y="3"/>
                </a:cxn>
                <a:cxn ang="0">
                  <a:pos x="0" y="3"/>
                </a:cxn>
                <a:cxn ang="0">
                  <a:pos x="0" y="0"/>
                </a:cxn>
              </a:cxnLst>
              <a:rect l="0" t="0" r="r" b="b"/>
              <a:pathLst>
                <a:path w="9" h="5">
                  <a:moveTo>
                    <a:pt x="0" y="0"/>
                  </a:moveTo>
                  <a:lnTo>
                    <a:pt x="4" y="0"/>
                  </a:lnTo>
                  <a:lnTo>
                    <a:pt x="9" y="2"/>
                  </a:lnTo>
                  <a:lnTo>
                    <a:pt x="9" y="5"/>
                  </a:lnTo>
                  <a:lnTo>
                    <a:pt x="5" y="5"/>
                  </a:lnTo>
                  <a:lnTo>
                    <a:pt x="4" y="3"/>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1" name="Freeform 301"/>
            <p:cNvSpPr/>
            <p:nvPr/>
          </p:nvSpPr>
          <p:spPr bwMode="auto">
            <a:xfrm>
              <a:off x="2700338" y="2084388"/>
              <a:ext cx="19050" cy="19050"/>
            </a:xfrm>
            <a:custGeom>
              <a:avLst/>
              <a:gdLst/>
              <a:ahLst/>
              <a:cxnLst>
                <a:cxn ang="0">
                  <a:pos x="0" y="0"/>
                </a:cxn>
                <a:cxn ang="0">
                  <a:pos x="3" y="2"/>
                </a:cxn>
                <a:cxn ang="0">
                  <a:pos x="5" y="4"/>
                </a:cxn>
                <a:cxn ang="0">
                  <a:pos x="7" y="7"/>
                </a:cxn>
                <a:cxn ang="0">
                  <a:pos x="12" y="10"/>
                </a:cxn>
                <a:cxn ang="0">
                  <a:pos x="10" y="12"/>
                </a:cxn>
                <a:cxn ang="0">
                  <a:pos x="7" y="12"/>
                </a:cxn>
                <a:cxn ang="0">
                  <a:pos x="2" y="9"/>
                </a:cxn>
                <a:cxn ang="0">
                  <a:pos x="0" y="5"/>
                </a:cxn>
                <a:cxn ang="0">
                  <a:pos x="0" y="0"/>
                </a:cxn>
              </a:cxnLst>
              <a:rect l="0" t="0" r="r" b="b"/>
              <a:pathLst>
                <a:path w="12" h="12">
                  <a:moveTo>
                    <a:pt x="0" y="0"/>
                  </a:moveTo>
                  <a:lnTo>
                    <a:pt x="3" y="2"/>
                  </a:lnTo>
                  <a:lnTo>
                    <a:pt x="5" y="4"/>
                  </a:lnTo>
                  <a:lnTo>
                    <a:pt x="7" y="7"/>
                  </a:lnTo>
                  <a:lnTo>
                    <a:pt x="12" y="10"/>
                  </a:lnTo>
                  <a:lnTo>
                    <a:pt x="10" y="12"/>
                  </a:lnTo>
                  <a:lnTo>
                    <a:pt x="7" y="12"/>
                  </a:lnTo>
                  <a:lnTo>
                    <a:pt x="2" y="9"/>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2" name="Freeform 302"/>
            <p:cNvSpPr/>
            <p:nvPr/>
          </p:nvSpPr>
          <p:spPr bwMode="auto">
            <a:xfrm>
              <a:off x="2901951" y="2136775"/>
              <a:ext cx="7938" cy="7938"/>
            </a:xfrm>
            <a:custGeom>
              <a:avLst/>
              <a:gdLst/>
              <a:ahLst/>
              <a:cxnLst>
                <a:cxn ang="0">
                  <a:pos x="0" y="0"/>
                </a:cxn>
                <a:cxn ang="0">
                  <a:pos x="3" y="0"/>
                </a:cxn>
                <a:cxn ang="0">
                  <a:pos x="5" y="2"/>
                </a:cxn>
                <a:cxn ang="0">
                  <a:pos x="3" y="5"/>
                </a:cxn>
                <a:cxn ang="0">
                  <a:pos x="2" y="4"/>
                </a:cxn>
                <a:cxn ang="0">
                  <a:pos x="0" y="0"/>
                </a:cxn>
              </a:cxnLst>
              <a:rect l="0" t="0" r="r" b="b"/>
              <a:pathLst>
                <a:path w="5" h="5">
                  <a:moveTo>
                    <a:pt x="0" y="0"/>
                  </a:moveTo>
                  <a:lnTo>
                    <a:pt x="3" y="0"/>
                  </a:lnTo>
                  <a:lnTo>
                    <a:pt x="5" y="2"/>
                  </a:lnTo>
                  <a:lnTo>
                    <a:pt x="3" y="5"/>
                  </a:lnTo>
                  <a:lnTo>
                    <a:pt x="2"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3" name="Freeform 303"/>
            <p:cNvSpPr/>
            <p:nvPr/>
          </p:nvSpPr>
          <p:spPr bwMode="auto">
            <a:xfrm>
              <a:off x="2922588" y="2076450"/>
              <a:ext cx="11113" cy="11113"/>
            </a:xfrm>
            <a:custGeom>
              <a:avLst/>
              <a:gdLst/>
              <a:ahLst/>
              <a:cxnLst>
                <a:cxn ang="0">
                  <a:pos x="0" y="0"/>
                </a:cxn>
                <a:cxn ang="0">
                  <a:pos x="3" y="0"/>
                </a:cxn>
                <a:cxn ang="0">
                  <a:pos x="7" y="4"/>
                </a:cxn>
                <a:cxn ang="0">
                  <a:pos x="3" y="7"/>
                </a:cxn>
                <a:cxn ang="0">
                  <a:pos x="0" y="2"/>
                </a:cxn>
                <a:cxn ang="0">
                  <a:pos x="0" y="0"/>
                </a:cxn>
              </a:cxnLst>
              <a:rect l="0" t="0" r="r" b="b"/>
              <a:pathLst>
                <a:path w="7" h="7">
                  <a:moveTo>
                    <a:pt x="0" y="0"/>
                  </a:moveTo>
                  <a:lnTo>
                    <a:pt x="3" y="0"/>
                  </a:lnTo>
                  <a:lnTo>
                    <a:pt x="7" y="4"/>
                  </a:lnTo>
                  <a:lnTo>
                    <a:pt x="3" y="7"/>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4" name="Freeform 304"/>
            <p:cNvSpPr/>
            <p:nvPr/>
          </p:nvSpPr>
          <p:spPr bwMode="auto">
            <a:xfrm>
              <a:off x="2566988" y="1927225"/>
              <a:ext cx="20638" cy="19050"/>
            </a:xfrm>
            <a:custGeom>
              <a:avLst/>
              <a:gdLst/>
              <a:ahLst/>
              <a:cxnLst>
                <a:cxn ang="0">
                  <a:pos x="3" y="0"/>
                </a:cxn>
                <a:cxn ang="0">
                  <a:pos x="7" y="0"/>
                </a:cxn>
                <a:cxn ang="0">
                  <a:pos x="10" y="7"/>
                </a:cxn>
                <a:cxn ang="0">
                  <a:pos x="13" y="9"/>
                </a:cxn>
                <a:cxn ang="0">
                  <a:pos x="13" y="12"/>
                </a:cxn>
                <a:cxn ang="0">
                  <a:pos x="8" y="12"/>
                </a:cxn>
                <a:cxn ang="0">
                  <a:pos x="7" y="10"/>
                </a:cxn>
                <a:cxn ang="0">
                  <a:pos x="3" y="9"/>
                </a:cxn>
                <a:cxn ang="0">
                  <a:pos x="3" y="7"/>
                </a:cxn>
                <a:cxn ang="0">
                  <a:pos x="0" y="5"/>
                </a:cxn>
                <a:cxn ang="0">
                  <a:pos x="0" y="2"/>
                </a:cxn>
                <a:cxn ang="0">
                  <a:pos x="3" y="0"/>
                </a:cxn>
              </a:cxnLst>
              <a:rect l="0" t="0" r="r" b="b"/>
              <a:pathLst>
                <a:path w="13" h="12">
                  <a:moveTo>
                    <a:pt x="3" y="0"/>
                  </a:moveTo>
                  <a:lnTo>
                    <a:pt x="7" y="0"/>
                  </a:lnTo>
                  <a:lnTo>
                    <a:pt x="10" y="7"/>
                  </a:lnTo>
                  <a:lnTo>
                    <a:pt x="13" y="9"/>
                  </a:lnTo>
                  <a:lnTo>
                    <a:pt x="13" y="12"/>
                  </a:lnTo>
                  <a:lnTo>
                    <a:pt x="8" y="12"/>
                  </a:lnTo>
                  <a:lnTo>
                    <a:pt x="7" y="10"/>
                  </a:lnTo>
                  <a:lnTo>
                    <a:pt x="3" y="9"/>
                  </a:lnTo>
                  <a:lnTo>
                    <a:pt x="3" y="7"/>
                  </a:lnTo>
                  <a:lnTo>
                    <a:pt x="0"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5" name="Freeform 305"/>
            <p:cNvSpPr/>
            <p:nvPr/>
          </p:nvSpPr>
          <p:spPr bwMode="auto">
            <a:xfrm>
              <a:off x="2474913" y="1933575"/>
              <a:ext cx="141288" cy="117475"/>
            </a:xfrm>
            <a:custGeom>
              <a:avLst/>
              <a:gdLst/>
              <a:ahLst/>
              <a:cxnLst>
                <a:cxn ang="0">
                  <a:pos x="38" y="0"/>
                </a:cxn>
                <a:cxn ang="0">
                  <a:pos x="45" y="5"/>
                </a:cxn>
                <a:cxn ang="0">
                  <a:pos x="40" y="8"/>
                </a:cxn>
                <a:cxn ang="0">
                  <a:pos x="43" y="11"/>
                </a:cxn>
                <a:cxn ang="0">
                  <a:pos x="48" y="15"/>
                </a:cxn>
                <a:cxn ang="0">
                  <a:pos x="51" y="20"/>
                </a:cxn>
                <a:cxn ang="0">
                  <a:pos x="56" y="23"/>
                </a:cxn>
                <a:cxn ang="0">
                  <a:pos x="60" y="28"/>
                </a:cxn>
                <a:cxn ang="0">
                  <a:pos x="73" y="31"/>
                </a:cxn>
                <a:cxn ang="0">
                  <a:pos x="76" y="41"/>
                </a:cxn>
                <a:cxn ang="0">
                  <a:pos x="74" y="51"/>
                </a:cxn>
                <a:cxn ang="0">
                  <a:pos x="76" y="56"/>
                </a:cxn>
                <a:cxn ang="0">
                  <a:pos x="74" y="59"/>
                </a:cxn>
                <a:cxn ang="0">
                  <a:pos x="86" y="57"/>
                </a:cxn>
                <a:cxn ang="0">
                  <a:pos x="89" y="64"/>
                </a:cxn>
                <a:cxn ang="0">
                  <a:pos x="84" y="71"/>
                </a:cxn>
                <a:cxn ang="0">
                  <a:pos x="66" y="67"/>
                </a:cxn>
                <a:cxn ang="0">
                  <a:pos x="65" y="61"/>
                </a:cxn>
                <a:cxn ang="0">
                  <a:pos x="55" y="59"/>
                </a:cxn>
                <a:cxn ang="0">
                  <a:pos x="56" y="51"/>
                </a:cxn>
                <a:cxn ang="0">
                  <a:pos x="45" y="49"/>
                </a:cxn>
                <a:cxn ang="0">
                  <a:pos x="43" y="59"/>
                </a:cxn>
                <a:cxn ang="0">
                  <a:pos x="38" y="64"/>
                </a:cxn>
                <a:cxn ang="0">
                  <a:pos x="28" y="67"/>
                </a:cxn>
                <a:cxn ang="0">
                  <a:pos x="22" y="71"/>
                </a:cxn>
                <a:cxn ang="0">
                  <a:pos x="15" y="71"/>
                </a:cxn>
                <a:cxn ang="0">
                  <a:pos x="15" y="61"/>
                </a:cxn>
                <a:cxn ang="0">
                  <a:pos x="15" y="56"/>
                </a:cxn>
                <a:cxn ang="0">
                  <a:pos x="5" y="54"/>
                </a:cxn>
                <a:cxn ang="0">
                  <a:pos x="0" y="49"/>
                </a:cxn>
                <a:cxn ang="0">
                  <a:pos x="10" y="44"/>
                </a:cxn>
                <a:cxn ang="0">
                  <a:pos x="13" y="38"/>
                </a:cxn>
                <a:cxn ang="0">
                  <a:pos x="15" y="28"/>
                </a:cxn>
                <a:cxn ang="0">
                  <a:pos x="27" y="15"/>
                </a:cxn>
                <a:cxn ang="0">
                  <a:pos x="27" y="5"/>
                </a:cxn>
                <a:cxn ang="0">
                  <a:pos x="35" y="3"/>
                </a:cxn>
              </a:cxnLst>
              <a:rect l="0" t="0" r="r" b="b"/>
              <a:pathLst>
                <a:path w="89" h="74">
                  <a:moveTo>
                    <a:pt x="35" y="0"/>
                  </a:moveTo>
                  <a:lnTo>
                    <a:pt x="38" y="0"/>
                  </a:lnTo>
                  <a:lnTo>
                    <a:pt x="41" y="1"/>
                  </a:lnTo>
                  <a:lnTo>
                    <a:pt x="45" y="5"/>
                  </a:lnTo>
                  <a:lnTo>
                    <a:pt x="43" y="8"/>
                  </a:lnTo>
                  <a:lnTo>
                    <a:pt x="40" y="8"/>
                  </a:lnTo>
                  <a:lnTo>
                    <a:pt x="40" y="10"/>
                  </a:lnTo>
                  <a:lnTo>
                    <a:pt x="43" y="11"/>
                  </a:lnTo>
                  <a:lnTo>
                    <a:pt x="45" y="11"/>
                  </a:lnTo>
                  <a:lnTo>
                    <a:pt x="48" y="15"/>
                  </a:lnTo>
                  <a:lnTo>
                    <a:pt x="50" y="18"/>
                  </a:lnTo>
                  <a:lnTo>
                    <a:pt x="51" y="20"/>
                  </a:lnTo>
                  <a:lnTo>
                    <a:pt x="55" y="20"/>
                  </a:lnTo>
                  <a:lnTo>
                    <a:pt x="56" y="23"/>
                  </a:lnTo>
                  <a:lnTo>
                    <a:pt x="60" y="24"/>
                  </a:lnTo>
                  <a:lnTo>
                    <a:pt x="60" y="28"/>
                  </a:lnTo>
                  <a:lnTo>
                    <a:pt x="71" y="28"/>
                  </a:lnTo>
                  <a:lnTo>
                    <a:pt x="73" y="31"/>
                  </a:lnTo>
                  <a:lnTo>
                    <a:pt x="76" y="36"/>
                  </a:lnTo>
                  <a:lnTo>
                    <a:pt x="76" y="41"/>
                  </a:lnTo>
                  <a:lnTo>
                    <a:pt x="74" y="44"/>
                  </a:lnTo>
                  <a:lnTo>
                    <a:pt x="74" y="51"/>
                  </a:lnTo>
                  <a:lnTo>
                    <a:pt x="76" y="52"/>
                  </a:lnTo>
                  <a:lnTo>
                    <a:pt x="76" y="56"/>
                  </a:lnTo>
                  <a:lnTo>
                    <a:pt x="73" y="59"/>
                  </a:lnTo>
                  <a:lnTo>
                    <a:pt x="74" y="59"/>
                  </a:lnTo>
                  <a:lnTo>
                    <a:pt x="78" y="57"/>
                  </a:lnTo>
                  <a:lnTo>
                    <a:pt x="86" y="57"/>
                  </a:lnTo>
                  <a:lnTo>
                    <a:pt x="89" y="61"/>
                  </a:lnTo>
                  <a:lnTo>
                    <a:pt x="89" y="64"/>
                  </a:lnTo>
                  <a:lnTo>
                    <a:pt x="88" y="67"/>
                  </a:lnTo>
                  <a:lnTo>
                    <a:pt x="84" y="71"/>
                  </a:lnTo>
                  <a:lnTo>
                    <a:pt x="78" y="67"/>
                  </a:lnTo>
                  <a:lnTo>
                    <a:pt x="66" y="67"/>
                  </a:lnTo>
                  <a:lnTo>
                    <a:pt x="66" y="62"/>
                  </a:lnTo>
                  <a:lnTo>
                    <a:pt x="65" y="61"/>
                  </a:lnTo>
                  <a:lnTo>
                    <a:pt x="56" y="61"/>
                  </a:lnTo>
                  <a:lnTo>
                    <a:pt x="55" y="59"/>
                  </a:lnTo>
                  <a:lnTo>
                    <a:pt x="58" y="56"/>
                  </a:lnTo>
                  <a:lnTo>
                    <a:pt x="56" y="51"/>
                  </a:lnTo>
                  <a:lnTo>
                    <a:pt x="53" y="49"/>
                  </a:lnTo>
                  <a:lnTo>
                    <a:pt x="45" y="49"/>
                  </a:lnTo>
                  <a:lnTo>
                    <a:pt x="43" y="51"/>
                  </a:lnTo>
                  <a:lnTo>
                    <a:pt x="43" y="59"/>
                  </a:lnTo>
                  <a:lnTo>
                    <a:pt x="40" y="61"/>
                  </a:lnTo>
                  <a:lnTo>
                    <a:pt x="38" y="64"/>
                  </a:lnTo>
                  <a:lnTo>
                    <a:pt x="35" y="67"/>
                  </a:lnTo>
                  <a:lnTo>
                    <a:pt x="28" y="67"/>
                  </a:lnTo>
                  <a:lnTo>
                    <a:pt x="25" y="71"/>
                  </a:lnTo>
                  <a:lnTo>
                    <a:pt x="22" y="71"/>
                  </a:lnTo>
                  <a:lnTo>
                    <a:pt x="15" y="74"/>
                  </a:lnTo>
                  <a:lnTo>
                    <a:pt x="15" y="71"/>
                  </a:lnTo>
                  <a:lnTo>
                    <a:pt x="13" y="66"/>
                  </a:lnTo>
                  <a:lnTo>
                    <a:pt x="15" y="61"/>
                  </a:lnTo>
                  <a:lnTo>
                    <a:pt x="17" y="59"/>
                  </a:lnTo>
                  <a:lnTo>
                    <a:pt x="15" y="56"/>
                  </a:lnTo>
                  <a:lnTo>
                    <a:pt x="8" y="54"/>
                  </a:lnTo>
                  <a:lnTo>
                    <a:pt x="5" y="54"/>
                  </a:lnTo>
                  <a:lnTo>
                    <a:pt x="0" y="52"/>
                  </a:lnTo>
                  <a:lnTo>
                    <a:pt x="0" y="49"/>
                  </a:lnTo>
                  <a:lnTo>
                    <a:pt x="3" y="46"/>
                  </a:lnTo>
                  <a:lnTo>
                    <a:pt x="10" y="44"/>
                  </a:lnTo>
                  <a:lnTo>
                    <a:pt x="12" y="43"/>
                  </a:lnTo>
                  <a:lnTo>
                    <a:pt x="13" y="38"/>
                  </a:lnTo>
                  <a:lnTo>
                    <a:pt x="13" y="31"/>
                  </a:lnTo>
                  <a:lnTo>
                    <a:pt x="15" y="28"/>
                  </a:lnTo>
                  <a:lnTo>
                    <a:pt x="25" y="18"/>
                  </a:lnTo>
                  <a:lnTo>
                    <a:pt x="27" y="15"/>
                  </a:lnTo>
                  <a:lnTo>
                    <a:pt x="25" y="10"/>
                  </a:lnTo>
                  <a:lnTo>
                    <a:pt x="27" y="5"/>
                  </a:lnTo>
                  <a:lnTo>
                    <a:pt x="32" y="5"/>
                  </a:lnTo>
                  <a:lnTo>
                    <a:pt x="35" y="3"/>
                  </a:lnTo>
                  <a:lnTo>
                    <a:pt x="3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6" name="Freeform 306"/>
            <p:cNvSpPr/>
            <p:nvPr/>
          </p:nvSpPr>
          <p:spPr bwMode="auto">
            <a:xfrm>
              <a:off x="2547938" y="1585913"/>
              <a:ext cx="474663" cy="574675"/>
            </a:xfrm>
            <a:custGeom>
              <a:avLst/>
              <a:gdLst/>
              <a:ahLst/>
              <a:cxnLst>
                <a:cxn ang="0">
                  <a:pos x="66" y="13"/>
                </a:cxn>
                <a:cxn ang="0">
                  <a:pos x="53" y="66"/>
                </a:cxn>
                <a:cxn ang="0">
                  <a:pos x="56" y="79"/>
                </a:cxn>
                <a:cxn ang="0">
                  <a:pos x="61" y="47"/>
                </a:cxn>
                <a:cxn ang="0">
                  <a:pos x="71" y="26"/>
                </a:cxn>
                <a:cxn ang="0">
                  <a:pos x="91" y="16"/>
                </a:cxn>
                <a:cxn ang="0">
                  <a:pos x="121" y="19"/>
                </a:cxn>
                <a:cxn ang="0">
                  <a:pos x="113" y="51"/>
                </a:cxn>
                <a:cxn ang="0">
                  <a:pos x="111" y="69"/>
                </a:cxn>
                <a:cxn ang="0">
                  <a:pos x="126" y="51"/>
                </a:cxn>
                <a:cxn ang="0">
                  <a:pos x="134" y="67"/>
                </a:cxn>
                <a:cxn ang="0">
                  <a:pos x="159" y="59"/>
                </a:cxn>
                <a:cxn ang="0">
                  <a:pos x="169" y="77"/>
                </a:cxn>
                <a:cxn ang="0">
                  <a:pos x="178" y="85"/>
                </a:cxn>
                <a:cxn ang="0">
                  <a:pos x="182" y="95"/>
                </a:cxn>
                <a:cxn ang="0">
                  <a:pos x="198" y="95"/>
                </a:cxn>
                <a:cxn ang="0">
                  <a:pos x="223" y="108"/>
                </a:cxn>
                <a:cxn ang="0">
                  <a:pos x="211" y="123"/>
                </a:cxn>
                <a:cxn ang="0">
                  <a:pos x="248" y="135"/>
                </a:cxn>
                <a:cxn ang="0">
                  <a:pos x="233" y="151"/>
                </a:cxn>
                <a:cxn ang="0">
                  <a:pos x="258" y="153"/>
                </a:cxn>
                <a:cxn ang="0">
                  <a:pos x="253" y="174"/>
                </a:cxn>
                <a:cxn ang="0">
                  <a:pos x="246" y="192"/>
                </a:cxn>
                <a:cxn ang="0">
                  <a:pos x="264" y="215"/>
                </a:cxn>
                <a:cxn ang="0">
                  <a:pos x="274" y="237"/>
                </a:cxn>
                <a:cxn ang="0">
                  <a:pos x="297" y="237"/>
                </a:cxn>
                <a:cxn ang="0">
                  <a:pos x="282" y="262"/>
                </a:cxn>
                <a:cxn ang="0">
                  <a:pos x="261" y="278"/>
                </a:cxn>
                <a:cxn ang="0">
                  <a:pos x="239" y="260"/>
                </a:cxn>
                <a:cxn ang="0">
                  <a:pos x="215" y="252"/>
                </a:cxn>
                <a:cxn ang="0">
                  <a:pos x="211" y="265"/>
                </a:cxn>
                <a:cxn ang="0">
                  <a:pos x="230" y="295"/>
                </a:cxn>
                <a:cxn ang="0">
                  <a:pos x="225" y="337"/>
                </a:cxn>
                <a:cxn ang="0">
                  <a:pos x="195" y="324"/>
                </a:cxn>
                <a:cxn ang="0">
                  <a:pos x="195" y="341"/>
                </a:cxn>
                <a:cxn ang="0">
                  <a:pos x="190" y="356"/>
                </a:cxn>
                <a:cxn ang="0">
                  <a:pos x="160" y="339"/>
                </a:cxn>
                <a:cxn ang="0">
                  <a:pos x="139" y="309"/>
                </a:cxn>
                <a:cxn ang="0">
                  <a:pos x="119" y="276"/>
                </a:cxn>
                <a:cxn ang="0">
                  <a:pos x="99" y="265"/>
                </a:cxn>
                <a:cxn ang="0">
                  <a:pos x="83" y="281"/>
                </a:cxn>
                <a:cxn ang="0">
                  <a:pos x="83" y="262"/>
                </a:cxn>
                <a:cxn ang="0">
                  <a:pos x="109" y="252"/>
                </a:cxn>
                <a:cxn ang="0">
                  <a:pos x="137" y="235"/>
                </a:cxn>
                <a:cxn ang="0">
                  <a:pos x="174" y="201"/>
                </a:cxn>
                <a:cxn ang="0">
                  <a:pos x="159" y="168"/>
                </a:cxn>
                <a:cxn ang="0">
                  <a:pos x="141" y="163"/>
                </a:cxn>
                <a:cxn ang="0">
                  <a:pos x="139" y="158"/>
                </a:cxn>
                <a:cxn ang="0">
                  <a:pos x="129" y="123"/>
                </a:cxn>
                <a:cxn ang="0">
                  <a:pos x="117" y="108"/>
                </a:cxn>
                <a:cxn ang="0">
                  <a:pos x="108" y="133"/>
                </a:cxn>
                <a:cxn ang="0">
                  <a:pos x="76" y="117"/>
                </a:cxn>
                <a:cxn ang="0">
                  <a:pos x="45" y="105"/>
                </a:cxn>
                <a:cxn ang="0">
                  <a:pos x="32" y="94"/>
                </a:cxn>
                <a:cxn ang="0">
                  <a:pos x="9" y="87"/>
                </a:cxn>
                <a:cxn ang="0">
                  <a:pos x="17" y="70"/>
                </a:cxn>
                <a:cxn ang="0">
                  <a:pos x="23" y="67"/>
                </a:cxn>
                <a:cxn ang="0">
                  <a:pos x="14" y="28"/>
                </a:cxn>
                <a:cxn ang="0">
                  <a:pos x="42" y="1"/>
                </a:cxn>
              </a:cxnLst>
              <a:rect l="0" t="0" r="r" b="b"/>
              <a:pathLst>
                <a:path w="299" h="362">
                  <a:moveTo>
                    <a:pt x="53" y="0"/>
                  </a:moveTo>
                  <a:lnTo>
                    <a:pt x="73" y="0"/>
                  </a:lnTo>
                  <a:lnTo>
                    <a:pt x="76" y="1"/>
                  </a:lnTo>
                  <a:lnTo>
                    <a:pt x="81" y="1"/>
                  </a:lnTo>
                  <a:lnTo>
                    <a:pt x="83" y="3"/>
                  </a:lnTo>
                  <a:lnTo>
                    <a:pt x="83" y="6"/>
                  </a:lnTo>
                  <a:lnTo>
                    <a:pt x="76" y="10"/>
                  </a:lnTo>
                  <a:lnTo>
                    <a:pt x="66" y="13"/>
                  </a:lnTo>
                  <a:lnTo>
                    <a:pt x="63" y="14"/>
                  </a:lnTo>
                  <a:lnTo>
                    <a:pt x="61" y="18"/>
                  </a:lnTo>
                  <a:lnTo>
                    <a:pt x="55" y="34"/>
                  </a:lnTo>
                  <a:lnTo>
                    <a:pt x="55" y="46"/>
                  </a:lnTo>
                  <a:lnTo>
                    <a:pt x="58" y="49"/>
                  </a:lnTo>
                  <a:lnTo>
                    <a:pt x="51" y="56"/>
                  </a:lnTo>
                  <a:lnTo>
                    <a:pt x="53" y="59"/>
                  </a:lnTo>
                  <a:lnTo>
                    <a:pt x="53" y="66"/>
                  </a:lnTo>
                  <a:lnTo>
                    <a:pt x="48" y="70"/>
                  </a:lnTo>
                  <a:lnTo>
                    <a:pt x="43" y="74"/>
                  </a:lnTo>
                  <a:lnTo>
                    <a:pt x="45" y="74"/>
                  </a:lnTo>
                  <a:lnTo>
                    <a:pt x="50" y="72"/>
                  </a:lnTo>
                  <a:lnTo>
                    <a:pt x="53" y="72"/>
                  </a:lnTo>
                  <a:lnTo>
                    <a:pt x="53" y="74"/>
                  </a:lnTo>
                  <a:lnTo>
                    <a:pt x="51" y="77"/>
                  </a:lnTo>
                  <a:lnTo>
                    <a:pt x="56" y="79"/>
                  </a:lnTo>
                  <a:lnTo>
                    <a:pt x="60" y="77"/>
                  </a:lnTo>
                  <a:lnTo>
                    <a:pt x="60" y="70"/>
                  </a:lnTo>
                  <a:lnTo>
                    <a:pt x="63" y="67"/>
                  </a:lnTo>
                  <a:lnTo>
                    <a:pt x="65" y="64"/>
                  </a:lnTo>
                  <a:lnTo>
                    <a:pt x="61" y="62"/>
                  </a:lnTo>
                  <a:lnTo>
                    <a:pt x="60" y="59"/>
                  </a:lnTo>
                  <a:lnTo>
                    <a:pt x="60" y="54"/>
                  </a:lnTo>
                  <a:lnTo>
                    <a:pt x="61" y="47"/>
                  </a:lnTo>
                  <a:lnTo>
                    <a:pt x="63" y="44"/>
                  </a:lnTo>
                  <a:lnTo>
                    <a:pt x="66" y="44"/>
                  </a:lnTo>
                  <a:lnTo>
                    <a:pt x="71" y="51"/>
                  </a:lnTo>
                  <a:lnTo>
                    <a:pt x="73" y="51"/>
                  </a:lnTo>
                  <a:lnTo>
                    <a:pt x="73" y="44"/>
                  </a:lnTo>
                  <a:lnTo>
                    <a:pt x="68" y="34"/>
                  </a:lnTo>
                  <a:lnTo>
                    <a:pt x="68" y="29"/>
                  </a:lnTo>
                  <a:lnTo>
                    <a:pt x="71" y="26"/>
                  </a:lnTo>
                  <a:lnTo>
                    <a:pt x="76" y="24"/>
                  </a:lnTo>
                  <a:lnTo>
                    <a:pt x="80" y="24"/>
                  </a:lnTo>
                  <a:lnTo>
                    <a:pt x="83" y="28"/>
                  </a:lnTo>
                  <a:lnTo>
                    <a:pt x="86" y="29"/>
                  </a:lnTo>
                  <a:lnTo>
                    <a:pt x="86" y="28"/>
                  </a:lnTo>
                  <a:lnTo>
                    <a:pt x="83" y="21"/>
                  </a:lnTo>
                  <a:lnTo>
                    <a:pt x="86" y="18"/>
                  </a:lnTo>
                  <a:lnTo>
                    <a:pt x="91" y="16"/>
                  </a:lnTo>
                  <a:lnTo>
                    <a:pt x="96" y="16"/>
                  </a:lnTo>
                  <a:lnTo>
                    <a:pt x="98" y="18"/>
                  </a:lnTo>
                  <a:lnTo>
                    <a:pt x="101" y="19"/>
                  </a:lnTo>
                  <a:lnTo>
                    <a:pt x="101" y="16"/>
                  </a:lnTo>
                  <a:lnTo>
                    <a:pt x="106" y="14"/>
                  </a:lnTo>
                  <a:lnTo>
                    <a:pt x="113" y="13"/>
                  </a:lnTo>
                  <a:lnTo>
                    <a:pt x="119" y="16"/>
                  </a:lnTo>
                  <a:lnTo>
                    <a:pt x="121" y="19"/>
                  </a:lnTo>
                  <a:lnTo>
                    <a:pt x="122" y="21"/>
                  </a:lnTo>
                  <a:lnTo>
                    <a:pt x="119" y="23"/>
                  </a:lnTo>
                  <a:lnTo>
                    <a:pt x="116" y="26"/>
                  </a:lnTo>
                  <a:lnTo>
                    <a:pt x="116" y="31"/>
                  </a:lnTo>
                  <a:lnTo>
                    <a:pt x="117" y="34"/>
                  </a:lnTo>
                  <a:lnTo>
                    <a:pt x="117" y="42"/>
                  </a:lnTo>
                  <a:lnTo>
                    <a:pt x="116" y="47"/>
                  </a:lnTo>
                  <a:lnTo>
                    <a:pt x="113" y="51"/>
                  </a:lnTo>
                  <a:lnTo>
                    <a:pt x="109" y="52"/>
                  </a:lnTo>
                  <a:lnTo>
                    <a:pt x="108" y="54"/>
                  </a:lnTo>
                  <a:lnTo>
                    <a:pt x="108" y="56"/>
                  </a:lnTo>
                  <a:lnTo>
                    <a:pt x="109" y="59"/>
                  </a:lnTo>
                  <a:lnTo>
                    <a:pt x="109" y="61"/>
                  </a:lnTo>
                  <a:lnTo>
                    <a:pt x="108" y="64"/>
                  </a:lnTo>
                  <a:lnTo>
                    <a:pt x="104" y="69"/>
                  </a:lnTo>
                  <a:lnTo>
                    <a:pt x="111" y="69"/>
                  </a:lnTo>
                  <a:lnTo>
                    <a:pt x="114" y="67"/>
                  </a:lnTo>
                  <a:lnTo>
                    <a:pt x="116" y="64"/>
                  </a:lnTo>
                  <a:lnTo>
                    <a:pt x="119" y="62"/>
                  </a:lnTo>
                  <a:lnTo>
                    <a:pt x="121" y="59"/>
                  </a:lnTo>
                  <a:lnTo>
                    <a:pt x="124" y="59"/>
                  </a:lnTo>
                  <a:lnTo>
                    <a:pt x="124" y="54"/>
                  </a:lnTo>
                  <a:lnTo>
                    <a:pt x="122" y="51"/>
                  </a:lnTo>
                  <a:lnTo>
                    <a:pt x="126" y="51"/>
                  </a:lnTo>
                  <a:lnTo>
                    <a:pt x="129" y="54"/>
                  </a:lnTo>
                  <a:lnTo>
                    <a:pt x="127" y="57"/>
                  </a:lnTo>
                  <a:lnTo>
                    <a:pt x="127" y="61"/>
                  </a:lnTo>
                  <a:lnTo>
                    <a:pt x="126" y="66"/>
                  </a:lnTo>
                  <a:lnTo>
                    <a:pt x="127" y="69"/>
                  </a:lnTo>
                  <a:lnTo>
                    <a:pt x="132" y="70"/>
                  </a:lnTo>
                  <a:lnTo>
                    <a:pt x="134" y="69"/>
                  </a:lnTo>
                  <a:lnTo>
                    <a:pt x="134" y="67"/>
                  </a:lnTo>
                  <a:lnTo>
                    <a:pt x="142" y="69"/>
                  </a:lnTo>
                  <a:lnTo>
                    <a:pt x="144" y="66"/>
                  </a:lnTo>
                  <a:lnTo>
                    <a:pt x="139" y="62"/>
                  </a:lnTo>
                  <a:lnTo>
                    <a:pt x="139" y="59"/>
                  </a:lnTo>
                  <a:lnTo>
                    <a:pt x="144" y="56"/>
                  </a:lnTo>
                  <a:lnTo>
                    <a:pt x="150" y="56"/>
                  </a:lnTo>
                  <a:lnTo>
                    <a:pt x="155" y="57"/>
                  </a:lnTo>
                  <a:lnTo>
                    <a:pt x="159" y="59"/>
                  </a:lnTo>
                  <a:lnTo>
                    <a:pt x="162" y="62"/>
                  </a:lnTo>
                  <a:lnTo>
                    <a:pt x="164" y="66"/>
                  </a:lnTo>
                  <a:lnTo>
                    <a:pt x="170" y="66"/>
                  </a:lnTo>
                  <a:lnTo>
                    <a:pt x="172" y="67"/>
                  </a:lnTo>
                  <a:lnTo>
                    <a:pt x="174" y="70"/>
                  </a:lnTo>
                  <a:lnTo>
                    <a:pt x="174" y="72"/>
                  </a:lnTo>
                  <a:lnTo>
                    <a:pt x="170" y="74"/>
                  </a:lnTo>
                  <a:lnTo>
                    <a:pt x="169" y="77"/>
                  </a:lnTo>
                  <a:lnTo>
                    <a:pt x="167" y="79"/>
                  </a:lnTo>
                  <a:lnTo>
                    <a:pt x="167" y="80"/>
                  </a:lnTo>
                  <a:lnTo>
                    <a:pt x="169" y="80"/>
                  </a:lnTo>
                  <a:lnTo>
                    <a:pt x="174" y="79"/>
                  </a:lnTo>
                  <a:lnTo>
                    <a:pt x="175" y="79"/>
                  </a:lnTo>
                  <a:lnTo>
                    <a:pt x="178" y="80"/>
                  </a:lnTo>
                  <a:lnTo>
                    <a:pt x="182" y="84"/>
                  </a:lnTo>
                  <a:lnTo>
                    <a:pt x="178" y="85"/>
                  </a:lnTo>
                  <a:lnTo>
                    <a:pt x="177" y="87"/>
                  </a:lnTo>
                  <a:lnTo>
                    <a:pt x="174" y="89"/>
                  </a:lnTo>
                  <a:lnTo>
                    <a:pt x="174" y="94"/>
                  </a:lnTo>
                  <a:lnTo>
                    <a:pt x="175" y="95"/>
                  </a:lnTo>
                  <a:lnTo>
                    <a:pt x="178" y="95"/>
                  </a:lnTo>
                  <a:lnTo>
                    <a:pt x="180" y="94"/>
                  </a:lnTo>
                  <a:lnTo>
                    <a:pt x="183" y="94"/>
                  </a:lnTo>
                  <a:lnTo>
                    <a:pt x="182" y="95"/>
                  </a:lnTo>
                  <a:lnTo>
                    <a:pt x="182" y="98"/>
                  </a:lnTo>
                  <a:lnTo>
                    <a:pt x="187" y="98"/>
                  </a:lnTo>
                  <a:lnTo>
                    <a:pt x="188" y="100"/>
                  </a:lnTo>
                  <a:lnTo>
                    <a:pt x="188" y="107"/>
                  </a:lnTo>
                  <a:lnTo>
                    <a:pt x="193" y="105"/>
                  </a:lnTo>
                  <a:lnTo>
                    <a:pt x="197" y="103"/>
                  </a:lnTo>
                  <a:lnTo>
                    <a:pt x="198" y="100"/>
                  </a:lnTo>
                  <a:lnTo>
                    <a:pt x="198" y="95"/>
                  </a:lnTo>
                  <a:lnTo>
                    <a:pt x="202" y="95"/>
                  </a:lnTo>
                  <a:lnTo>
                    <a:pt x="206" y="97"/>
                  </a:lnTo>
                  <a:lnTo>
                    <a:pt x="210" y="100"/>
                  </a:lnTo>
                  <a:lnTo>
                    <a:pt x="213" y="102"/>
                  </a:lnTo>
                  <a:lnTo>
                    <a:pt x="216" y="102"/>
                  </a:lnTo>
                  <a:lnTo>
                    <a:pt x="220" y="103"/>
                  </a:lnTo>
                  <a:lnTo>
                    <a:pt x="220" y="105"/>
                  </a:lnTo>
                  <a:lnTo>
                    <a:pt x="223" y="108"/>
                  </a:lnTo>
                  <a:lnTo>
                    <a:pt x="216" y="115"/>
                  </a:lnTo>
                  <a:lnTo>
                    <a:pt x="202" y="115"/>
                  </a:lnTo>
                  <a:lnTo>
                    <a:pt x="200" y="120"/>
                  </a:lnTo>
                  <a:lnTo>
                    <a:pt x="198" y="122"/>
                  </a:lnTo>
                  <a:lnTo>
                    <a:pt x="198" y="123"/>
                  </a:lnTo>
                  <a:lnTo>
                    <a:pt x="202" y="125"/>
                  </a:lnTo>
                  <a:lnTo>
                    <a:pt x="208" y="125"/>
                  </a:lnTo>
                  <a:lnTo>
                    <a:pt x="211" y="123"/>
                  </a:lnTo>
                  <a:lnTo>
                    <a:pt x="221" y="123"/>
                  </a:lnTo>
                  <a:lnTo>
                    <a:pt x="221" y="127"/>
                  </a:lnTo>
                  <a:lnTo>
                    <a:pt x="228" y="127"/>
                  </a:lnTo>
                  <a:lnTo>
                    <a:pt x="225" y="130"/>
                  </a:lnTo>
                  <a:lnTo>
                    <a:pt x="231" y="133"/>
                  </a:lnTo>
                  <a:lnTo>
                    <a:pt x="238" y="130"/>
                  </a:lnTo>
                  <a:lnTo>
                    <a:pt x="244" y="130"/>
                  </a:lnTo>
                  <a:lnTo>
                    <a:pt x="248" y="135"/>
                  </a:lnTo>
                  <a:lnTo>
                    <a:pt x="248" y="138"/>
                  </a:lnTo>
                  <a:lnTo>
                    <a:pt x="246" y="140"/>
                  </a:lnTo>
                  <a:lnTo>
                    <a:pt x="238" y="140"/>
                  </a:lnTo>
                  <a:lnTo>
                    <a:pt x="236" y="143"/>
                  </a:lnTo>
                  <a:lnTo>
                    <a:pt x="230" y="143"/>
                  </a:lnTo>
                  <a:lnTo>
                    <a:pt x="230" y="146"/>
                  </a:lnTo>
                  <a:lnTo>
                    <a:pt x="231" y="150"/>
                  </a:lnTo>
                  <a:lnTo>
                    <a:pt x="233" y="151"/>
                  </a:lnTo>
                  <a:lnTo>
                    <a:pt x="238" y="146"/>
                  </a:lnTo>
                  <a:lnTo>
                    <a:pt x="243" y="146"/>
                  </a:lnTo>
                  <a:lnTo>
                    <a:pt x="244" y="148"/>
                  </a:lnTo>
                  <a:lnTo>
                    <a:pt x="248" y="148"/>
                  </a:lnTo>
                  <a:lnTo>
                    <a:pt x="251" y="145"/>
                  </a:lnTo>
                  <a:lnTo>
                    <a:pt x="253" y="145"/>
                  </a:lnTo>
                  <a:lnTo>
                    <a:pt x="256" y="146"/>
                  </a:lnTo>
                  <a:lnTo>
                    <a:pt x="258" y="153"/>
                  </a:lnTo>
                  <a:lnTo>
                    <a:pt x="259" y="156"/>
                  </a:lnTo>
                  <a:lnTo>
                    <a:pt x="249" y="161"/>
                  </a:lnTo>
                  <a:lnTo>
                    <a:pt x="244" y="164"/>
                  </a:lnTo>
                  <a:lnTo>
                    <a:pt x="241" y="164"/>
                  </a:lnTo>
                  <a:lnTo>
                    <a:pt x="241" y="171"/>
                  </a:lnTo>
                  <a:lnTo>
                    <a:pt x="244" y="173"/>
                  </a:lnTo>
                  <a:lnTo>
                    <a:pt x="253" y="173"/>
                  </a:lnTo>
                  <a:lnTo>
                    <a:pt x="253" y="174"/>
                  </a:lnTo>
                  <a:lnTo>
                    <a:pt x="249" y="178"/>
                  </a:lnTo>
                  <a:lnTo>
                    <a:pt x="238" y="178"/>
                  </a:lnTo>
                  <a:lnTo>
                    <a:pt x="236" y="179"/>
                  </a:lnTo>
                  <a:lnTo>
                    <a:pt x="236" y="181"/>
                  </a:lnTo>
                  <a:lnTo>
                    <a:pt x="238" y="184"/>
                  </a:lnTo>
                  <a:lnTo>
                    <a:pt x="243" y="187"/>
                  </a:lnTo>
                  <a:lnTo>
                    <a:pt x="243" y="189"/>
                  </a:lnTo>
                  <a:lnTo>
                    <a:pt x="246" y="192"/>
                  </a:lnTo>
                  <a:lnTo>
                    <a:pt x="246" y="199"/>
                  </a:lnTo>
                  <a:lnTo>
                    <a:pt x="248" y="202"/>
                  </a:lnTo>
                  <a:lnTo>
                    <a:pt x="254" y="206"/>
                  </a:lnTo>
                  <a:lnTo>
                    <a:pt x="256" y="207"/>
                  </a:lnTo>
                  <a:lnTo>
                    <a:pt x="261" y="211"/>
                  </a:lnTo>
                  <a:lnTo>
                    <a:pt x="261" y="212"/>
                  </a:lnTo>
                  <a:lnTo>
                    <a:pt x="263" y="215"/>
                  </a:lnTo>
                  <a:lnTo>
                    <a:pt x="264" y="215"/>
                  </a:lnTo>
                  <a:lnTo>
                    <a:pt x="264" y="219"/>
                  </a:lnTo>
                  <a:lnTo>
                    <a:pt x="266" y="220"/>
                  </a:lnTo>
                  <a:lnTo>
                    <a:pt x="266" y="224"/>
                  </a:lnTo>
                  <a:lnTo>
                    <a:pt x="269" y="227"/>
                  </a:lnTo>
                  <a:lnTo>
                    <a:pt x="269" y="234"/>
                  </a:lnTo>
                  <a:lnTo>
                    <a:pt x="271" y="235"/>
                  </a:lnTo>
                  <a:lnTo>
                    <a:pt x="272" y="235"/>
                  </a:lnTo>
                  <a:lnTo>
                    <a:pt x="274" y="237"/>
                  </a:lnTo>
                  <a:lnTo>
                    <a:pt x="274" y="239"/>
                  </a:lnTo>
                  <a:lnTo>
                    <a:pt x="279" y="239"/>
                  </a:lnTo>
                  <a:lnTo>
                    <a:pt x="281" y="240"/>
                  </a:lnTo>
                  <a:lnTo>
                    <a:pt x="281" y="242"/>
                  </a:lnTo>
                  <a:lnTo>
                    <a:pt x="282" y="243"/>
                  </a:lnTo>
                  <a:lnTo>
                    <a:pt x="286" y="239"/>
                  </a:lnTo>
                  <a:lnTo>
                    <a:pt x="287" y="237"/>
                  </a:lnTo>
                  <a:lnTo>
                    <a:pt x="297" y="237"/>
                  </a:lnTo>
                  <a:lnTo>
                    <a:pt x="299" y="240"/>
                  </a:lnTo>
                  <a:lnTo>
                    <a:pt x="299" y="245"/>
                  </a:lnTo>
                  <a:lnTo>
                    <a:pt x="296" y="247"/>
                  </a:lnTo>
                  <a:lnTo>
                    <a:pt x="292" y="253"/>
                  </a:lnTo>
                  <a:lnTo>
                    <a:pt x="289" y="255"/>
                  </a:lnTo>
                  <a:lnTo>
                    <a:pt x="281" y="255"/>
                  </a:lnTo>
                  <a:lnTo>
                    <a:pt x="281" y="258"/>
                  </a:lnTo>
                  <a:lnTo>
                    <a:pt x="282" y="262"/>
                  </a:lnTo>
                  <a:lnTo>
                    <a:pt x="281" y="268"/>
                  </a:lnTo>
                  <a:lnTo>
                    <a:pt x="279" y="270"/>
                  </a:lnTo>
                  <a:lnTo>
                    <a:pt x="276" y="270"/>
                  </a:lnTo>
                  <a:lnTo>
                    <a:pt x="272" y="273"/>
                  </a:lnTo>
                  <a:lnTo>
                    <a:pt x="269" y="280"/>
                  </a:lnTo>
                  <a:lnTo>
                    <a:pt x="266" y="276"/>
                  </a:lnTo>
                  <a:lnTo>
                    <a:pt x="263" y="275"/>
                  </a:lnTo>
                  <a:lnTo>
                    <a:pt x="261" y="278"/>
                  </a:lnTo>
                  <a:lnTo>
                    <a:pt x="261" y="285"/>
                  </a:lnTo>
                  <a:lnTo>
                    <a:pt x="259" y="291"/>
                  </a:lnTo>
                  <a:lnTo>
                    <a:pt x="258" y="293"/>
                  </a:lnTo>
                  <a:lnTo>
                    <a:pt x="254" y="291"/>
                  </a:lnTo>
                  <a:lnTo>
                    <a:pt x="254" y="286"/>
                  </a:lnTo>
                  <a:lnTo>
                    <a:pt x="241" y="273"/>
                  </a:lnTo>
                  <a:lnTo>
                    <a:pt x="239" y="268"/>
                  </a:lnTo>
                  <a:lnTo>
                    <a:pt x="239" y="260"/>
                  </a:lnTo>
                  <a:lnTo>
                    <a:pt x="244" y="255"/>
                  </a:lnTo>
                  <a:lnTo>
                    <a:pt x="238" y="255"/>
                  </a:lnTo>
                  <a:lnTo>
                    <a:pt x="235" y="253"/>
                  </a:lnTo>
                  <a:lnTo>
                    <a:pt x="225" y="243"/>
                  </a:lnTo>
                  <a:lnTo>
                    <a:pt x="223" y="245"/>
                  </a:lnTo>
                  <a:lnTo>
                    <a:pt x="220" y="247"/>
                  </a:lnTo>
                  <a:lnTo>
                    <a:pt x="215" y="247"/>
                  </a:lnTo>
                  <a:lnTo>
                    <a:pt x="215" y="252"/>
                  </a:lnTo>
                  <a:lnTo>
                    <a:pt x="218" y="253"/>
                  </a:lnTo>
                  <a:lnTo>
                    <a:pt x="218" y="257"/>
                  </a:lnTo>
                  <a:lnTo>
                    <a:pt x="216" y="260"/>
                  </a:lnTo>
                  <a:lnTo>
                    <a:pt x="215" y="260"/>
                  </a:lnTo>
                  <a:lnTo>
                    <a:pt x="208" y="257"/>
                  </a:lnTo>
                  <a:lnTo>
                    <a:pt x="206" y="260"/>
                  </a:lnTo>
                  <a:lnTo>
                    <a:pt x="206" y="263"/>
                  </a:lnTo>
                  <a:lnTo>
                    <a:pt x="211" y="265"/>
                  </a:lnTo>
                  <a:lnTo>
                    <a:pt x="215" y="267"/>
                  </a:lnTo>
                  <a:lnTo>
                    <a:pt x="215" y="275"/>
                  </a:lnTo>
                  <a:lnTo>
                    <a:pt x="216" y="280"/>
                  </a:lnTo>
                  <a:lnTo>
                    <a:pt x="220" y="280"/>
                  </a:lnTo>
                  <a:lnTo>
                    <a:pt x="221" y="281"/>
                  </a:lnTo>
                  <a:lnTo>
                    <a:pt x="221" y="285"/>
                  </a:lnTo>
                  <a:lnTo>
                    <a:pt x="226" y="290"/>
                  </a:lnTo>
                  <a:lnTo>
                    <a:pt x="230" y="295"/>
                  </a:lnTo>
                  <a:lnTo>
                    <a:pt x="231" y="298"/>
                  </a:lnTo>
                  <a:lnTo>
                    <a:pt x="230" y="303"/>
                  </a:lnTo>
                  <a:lnTo>
                    <a:pt x="233" y="304"/>
                  </a:lnTo>
                  <a:lnTo>
                    <a:pt x="233" y="331"/>
                  </a:lnTo>
                  <a:lnTo>
                    <a:pt x="230" y="332"/>
                  </a:lnTo>
                  <a:lnTo>
                    <a:pt x="228" y="329"/>
                  </a:lnTo>
                  <a:lnTo>
                    <a:pt x="225" y="334"/>
                  </a:lnTo>
                  <a:lnTo>
                    <a:pt x="225" y="337"/>
                  </a:lnTo>
                  <a:lnTo>
                    <a:pt x="221" y="337"/>
                  </a:lnTo>
                  <a:lnTo>
                    <a:pt x="220" y="344"/>
                  </a:lnTo>
                  <a:lnTo>
                    <a:pt x="216" y="341"/>
                  </a:lnTo>
                  <a:lnTo>
                    <a:pt x="210" y="337"/>
                  </a:lnTo>
                  <a:lnTo>
                    <a:pt x="205" y="334"/>
                  </a:lnTo>
                  <a:lnTo>
                    <a:pt x="202" y="331"/>
                  </a:lnTo>
                  <a:lnTo>
                    <a:pt x="198" y="326"/>
                  </a:lnTo>
                  <a:lnTo>
                    <a:pt x="195" y="324"/>
                  </a:lnTo>
                  <a:lnTo>
                    <a:pt x="190" y="323"/>
                  </a:lnTo>
                  <a:lnTo>
                    <a:pt x="187" y="321"/>
                  </a:lnTo>
                  <a:lnTo>
                    <a:pt x="183" y="318"/>
                  </a:lnTo>
                  <a:lnTo>
                    <a:pt x="183" y="326"/>
                  </a:lnTo>
                  <a:lnTo>
                    <a:pt x="187" y="327"/>
                  </a:lnTo>
                  <a:lnTo>
                    <a:pt x="190" y="334"/>
                  </a:lnTo>
                  <a:lnTo>
                    <a:pt x="193" y="337"/>
                  </a:lnTo>
                  <a:lnTo>
                    <a:pt x="195" y="341"/>
                  </a:lnTo>
                  <a:lnTo>
                    <a:pt x="200" y="344"/>
                  </a:lnTo>
                  <a:lnTo>
                    <a:pt x="203" y="349"/>
                  </a:lnTo>
                  <a:lnTo>
                    <a:pt x="205" y="352"/>
                  </a:lnTo>
                  <a:lnTo>
                    <a:pt x="203" y="356"/>
                  </a:lnTo>
                  <a:lnTo>
                    <a:pt x="203" y="359"/>
                  </a:lnTo>
                  <a:lnTo>
                    <a:pt x="200" y="362"/>
                  </a:lnTo>
                  <a:lnTo>
                    <a:pt x="197" y="359"/>
                  </a:lnTo>
                  <a:lnTo>
                    <a:pt x="190" y="356"/>
                  </a:lnTo>
                  <a:lnTo>
                    <a:pt x="185" y="354"/>
                  </a:lnTo>
                  <a:lnTo>
                    <a:pt x="182" y="352"/>
                  </a:lnTo>
                  <a:lnTo>
                    <a:pt x="178" y="349"/>
                  </a:lnTo>
                  <a:lnTo>
                    <a:pt x="177" y="349"/>
                  </a:lnTo>
                  <a:lnTo>
                    <a:pt x="172" y="346"/>
                  </a:lnTo>
                  <a:lnTo>
                    <a:pt x="170" y="342"/>
                  </a:lnTo>
                  <a:lnTo>
                    <a:pt x="165" y="339"/>
                  </a:lnTo>
                  <a:lnTo>
                    <a:pt x="160" y="339"/>
                  </a:lnTo>
                  <a:lnTo>
                    <a:pt x="159" y="334"/>
                  </a:lnTo>
                  <a:lnTo>
                    <a:pt x="154" y="331"/>
                  </a:lnTo>
                  <a:lnTo>
                    <a:pt x="147" y="327"/>
                  </a:lnTo>
                  <a:lnTo>
                    <a:pt x="142" y="324"/>
                  </a:lnTo>
                  <a:lnTo>
                    <a:pt x="142" y="321"/>
                  </a:lnTo>
                  <a:lnTo>
                    <a:pt x="145" y="318"/>
                  </a:lnTo>
                  <a:lnTo>
                    <a:pt x="142" y="314"/>
                  </a:lnTo>
                  <a:lnTo>
                    <a:pt x="139" y="309"/>
                  </a:lnTo>
                  <a:lnTo>
                    <a:pt x="139" y="303"/>
                  </a:lnTo>
                  <a:lnTo>
                    <a:pt x="132" y="299"/>
                  </a:lnTo>
                  <a:lnTo>
                    <a:pt x="132" y="293"/>
                  </a:lnTo>
                  <a:lnTo>
                    <a:pt x="129" y="288"/>
                  </a:lnTo>
                  <a:lnTo>
                    <a:pt x="126" y="285"/>
                  </a:lnTo>
                  <a:lnTo>
                    <a:pt x="124" y="278"/>
                  </a:lnTo>
                  <a:lnTo>
                    <a:pt x="119" y="271"/>
                  </a:lnTo>
                  <a:lnTo>
                    <a:pt x="119" y="276"/>
                  </a:lnTo>
                  <a:lnTo>
                    <a:pt x="117" y="280"/>
                  </a:lnTo>
                  <a:lnTo>
                    <a:pt x="111" y="278"/>
                  </a:lnTo>
                  <a:lnTo>
                    <a:pt x="111" y="268"/>
                  </a:lnTo>
                  <a:lnTo>
                    <a:pt x="109" y="271"/>
                  </a:lnTo>
                  <a:lnTo>
                    <a:pt x="109" y="265"/>
                  </a:lnTo>
                  <a:lnTo>
                    <a:pt x="103" y="262"/>
                  </a:lnTo>
                  <a:lnTo>
                    <a:pt x="98" y="262"/>
                  </a:lnTo>
                  <a:lnTo>
                    <a:pt x="99" y="265"/>
                  </a:lnTo>
                  <a:lnTo>
                    <a:pt x="103" y="267"/>
                  </a:lnTo>
                  <a:lnTo>
                    <a:pt x="104" y="268"/>
                  </a:lnTo>
                  <a:lnTo>
                    <a:pt x="103" y="273"/>
                  </a:lnTo>
                  <a:lnTo>
                    <a:pt x="101" y="275"/>
                  </a:lnTo>
                  <a:lnTo>
                    <a:pt x="101" y="281"/>
                  </a:lnTo>
                  <a:lnTo>
                    <a:pt x="98" y="283"/>
                  </a:lnTo>
                  <a:lnTo>
                    <a:pt x="88" y="280"/>
                  </a:lnTo>
                  <a:lnTo>
                    <a:pt x="83" y="281"/>
                  </a:lnTo>
                  <a:lnTo>
                    <a:pt x="78" y="278"/>
                  </a:lnTo>
                  <a:lnTo>
                    <a:pt x="75" y="276"/>
                  </a:lnTo>
                  <a:lnTo>
                    <a:pt x="73" y="271"/>
                  </a:lnTo>
                  <a:lnTo>
                    <a:pt x="73" y="268"/>
                  </a:lnTo>
                  <a:lnTo>
                    <a:pt x="75" y="265"/>
                  </a:lnTo>
                  <a:lnTo>
                    <a:pt x="76" y="263"/>
                  </a:lnTo>
                  <a:lnTo>
                    <a:pt x="81" y="262"/>
                  </a:lnTo>
                  <a:lnTo>
                    <a:pt x="83" y="262"/>
                  </a:lnTo>
                  <a:lnTo>
                    <a:pt x="83" y="257"/>
                  </a:lnTo>
                  <a:lnTo>
                    <a:pt x="84" y="253"/>
                  </a:lnTo>
                  <a:lnTo>
                    <a:pt x="89" y="252"/>
                  </a:lnTo>
                  <a:lnTo>
                    <a:pt x="94" y="252"/>
                  </a:lnTo>
                  <a:lnTo>
                    <a:pt x="98" y="253"/>
                  </a:lnTo>
                  <a:lnTo>
                    <a:pt x="101" y="250"/>
                  </a:lnTo>
                  <a:lnTo>
                    <a:pt x="106" y="252"/>
                  </a:lnTo>
                  <a:lnTo>
                    <a:pt x="109" y="252"/>
                  </a:lnTo>
                  <a:lnTo>
                    <a:pt x="109" y="255"/>
                  </a:lnTo>
                  <a:lnTo>
                    <a:pt x="113" y="257"/>
                  </a:lnTo>
                  <a:lnTo>
                    <a:pt x="117" y="257"/>
                  </a:lnTo>
                  <a:lnTo>
                    <a:pt x="119" y="255"/>
                  </a:lnTo>
                  <a:lnTo>
                    <a:pt x="129" y="258"/>
                  </a:lnTo>
                  <a:lnTo>
                    <a:pt x="134" y="255"/>
                  </a:lnTo>
                  <a:lnTo>
                    <a:pt x="134" y="240"/>
                  </a:lnTo>
                  <a:lnTo>
                    <a:pt x="137" y="235"/>
                  </a:lnTo>
                  <a:lnTo>
                    <a:pt x="145" y="227"/>
                  </a:lnTo>
                  <a:lnTo>
                    <a:pt x="159" y="220"/>
                  </a:lnTo>
                  <a:lnTo>
                    <a:pt x="162" y="217"/>
                  </a:lnTo>
                  <a:lnTo>
                    <a:pt x="165" y="217"/>
                  </a:lnTo>
                  <a:lnTo>
                    <a:pt x="165" y="207"/>
                  </a:lnTo>
                  <a:lnTo>
                    <a:pt x="170" y="202"/>
                  </a:lnTo>
                  <a:lnTo>
                    <a:pt x="172" y="202"/>
                  </a:lnTo>
                  <a:lnTo>
                    <a:pt x="174" y="201"/>
                  </a:lnTo>
                  <a:lnTo>
                    <a:pt x="172" y="197"/>
                  </a:lnTo>
                  <a:lnTo>
                    <a:pt x="169" y="194"/>
                  </a:lnTo>
                  <a:lnTo>
                    <a:pt x="167" y="187"/>
                  </a:lnTo>
                  <a:lnTo>
                    <a:pt x="167" y="184"/>
                  </a:lnTo>
                  <a:lnTo>
                    <a:pt x="169" y="181"/>
                  </a:lnTo>
                  <a:lnTo>
                    <a:pt x="169" y="166"/>
                  </a:lnTo>
                  <a:lnTo>
                    <a:pt x="164" y="166"/>
                  </a:lnTo>
                  <a:lnTo>
                    <a:pt x="159" y="168"/>
                  </a:lnTo>
                  <a:lnTo>
                    <a:pt x="157" y="171"/>
                  </a:lnTo>
                  <a:lnTo>
                    <a:pt x="154" y="173"/>
                  </a:lnTo>
                  <a:lnTo>
                    <a:pt x="152" y="168"/>
                  </a:lnTo>
                  <a:lnTo>
                    <a:pt x="152" y="163"/>
                  </a:lnTo>
                  <a:lnTo>
                    <a:pt x="150" y="159"/>
                  </a:lnTo>
                  <a:lnTo>
                    <a:pt x="147" y="159"/>
                  </a:lnTo>
                  <a:lnTo>
                    <a:pt x="145" y="161"/>
                  </a:lnTo>
                  <a:lnTo>
                    <a:pt x="141" y="163"/>
                  </a:lnTo>
                  <a:lnTo>
                    <a:pt x="137" y="166"/>
                  </a:lnTo>
                  <a:lnTo>
                    <a:pt x="134" y="166"/>
                  </a:lnTo>
                  <a:lnTo>
                    <a:pt x="132" y="168"/>
                  </a:lnTo>
                  <a:lnTo>
                    <a:pt x="131" y="168"/>
                  </a:lnTo>
                  <a:lnTo>
                    <a:pt x="131" y="164"/>
                  </a:lnTo>
                  <a:lnTo>
                    <a:pt x="132" y="163"/>
                  </a:lnTo>
                  <a:lnTo>
                    <a:pt x="136" y="161"/>
                  </a:lnTo>
                  <a:lnTo>
                    <a:pt x="139" y="158"/>
                  </a:lnTo>
                  <a:lnTo>
                    <a:pt x="142" y="156"/>
                  </a:lnTo>
                  <a:lnTo>
                    <a:pt x="142" y="153"/>
                  </a:lnTo>
                  <a:lnTo>
                    <a:pt x="141" y="146"/>
                  </a:lnTo>
                  <a:lnTo>
                    <a:pt x="137" y="143"/>
                  </a:lnTo>
                  <a:lnTo>
                    <a:pt x="132" y="140"/>
                  </a:lnTo>
                  <a:lnTo>
                    <a:pt x="131" y="138"/>
                  </a:lnTo>
                  <a:lnTo>
                    <a:pt x="131" y="127"/>
                  </a:lnTo>
                  <a:lnTo>
                    <a:pt x="129" y="123"/>
                  </a:lnTo>
                  <a:lnTo>
                    <a:pt x="124" y="120"/>
                  </a:lnTo>
                  <a:lnTo>
                    <a:pt x="117" y="120"/>
                  </a:lnTo>
                  <a:lnTo>
                    <a:pt x="117" y="117"/>
                  </a:lnTo>
                  <a:lnTo>
                    <a:pt x="119" y="115"/>
                  </a:lnTo>
                  <a:lnTo>
                    <a:pt x="122" y="115"/>
                  </a:lnTo>
                  <a:lnTo>
                    <a:pt x="122" y="110"/>
                  </a:lnTo>
                  <a:lnTo>
                    <a:pt x="124" y="108"/>
                  </a:lnTo>
                  <a:lnTo>
                    <a:pt x="117" y="108"/>
                  </a:lnTo>
                  <a:lnTo>
                    <a:pt x="114" y="115"/>
                  </a:lnTo>
                  <a:lnTo>
                    <a:pt x="111" y="113"/>
                  </a:lnTo>
                  <a:lnTo>
                    <a:pt x="111" y="122"/>
                  </a:lnTo>
                  <a:lnTo>
                    <a:pt x="113" y="125"/>
                  </a:lnTo>
                  <a:lnTo>
                    <a:pt x="114" y="127"/>
                  </a:lnTo>
                  <a:lnTo>
                    <a:pt x="113" y="130"/>
                  </a:lnTo>
                  <a:lnTo>
                    <a:pt x="111" y="131"/>
                  </a:lnTo>
                  <a:lnTo>
                    <a:pt x="108" y="133"/>
                  </a:lnTo>
                  <a:lnTo>
                    <a:pt x="104" y="130"/>
                  </a:lnTo>
                  <a:lnTo>
                    <a:pt x="98" y="130"/>
                  </a:lnTo>
                  <a:lnTo>
                    <a:pt x="96" y="128"/>
                  </a:lnTo>
                  <a:lnTo>
                    <a:pt x="96" y="125"/>
                  </a:lnTo>
                  <a:lnTo>
                    <a:pt x="93" y="122"/>
                  </a:lnTo>
                  <a:lnTo>
                    <a:pt x="89" y="120"/>
                  </a:lnTo>
                  <a:lnTo>
                    <a:pt x="88" y="117"/>
                  </a:lnTo>
                  <a:lnTo>
                    <a:pt x="76" y="117"/>
                  </a:lnTo>
                  <a:lnTo>
                    <a:pt x="81" y="122"/>
                  </a:lnTo>
                  <a:lnTo>
                    <a:pt x="76" y="122"/>
                  </a:lnTo>
                  <a:lnTo>
                    <a:pt x="73" y="120"/>
                  </a:lnTo>
                  <a:lnTo>
                    <a:pt x="71" y="117"/>
                  </a:lnTo>
                  <a:lnTo>
                    <a:pt x="66" y="112"/>
                  </a:lnTo>
                  <a:lnTo>
                    <a:pt x="53" y="112"/>
                  </a:lnTo>
                  <a:lnTo>
                    <a:pt x="50" y="108"/>
                  </a:lnTo>
                  <a:lnTo>
                    <a:pt x="45" y="105"/>
                  </a:lnTo>
                  <a:lnTo>
                    <a:pt x="43" y="107"/>
                  </a:lnTo>
                  <a:lnTo>
                    <a:pt x="42" y="107"/>
                  </a:lnTo>
                  <a:lnTo>
                    <a:pt x="40" y="105"/>
                  </a:lnTo>
                  <a:lnTo>
                    <a:pt x="38" y="105"/>
                  </a:lnTo>
                  <a:lnTo>
                    <a:pt x="37" y="103"/>
                  </a:lnTo>
                  <a:lnTo>
                    <a:pt x="35" y="98"/>
                  </a:lnTo>
                  <a:lnTo>
                    <a:pt x="33" y="95"/>
                  </a:lnTo>
                  <a:lnTo>
                    <a:pt x="32" y="94"/>
                  </a:lnTo>
                  <a:lnTo>
                    <a:pt x="27" y="94"/>
                  </a:lnTo>
                  <a:lnTo>
                    <a:pt x="22" y="89"/>
                  </a:lnTo>
                  <a:lnTo>
                    <a:pt x="20" y="89"/>
                  </a:lnTo>
                  <a:lnTo>
                    <a:pt x="14" y="95"/>
                  </a:lnTo>
                  <a:lnTo>
                    <a:pt x="7" y="95"/>
                  </a:lnTo>
                  <a:lnTo>
                    <a:pt x="5" y="94"/>
                  </a:lnTo>
                  <a:lnTo>
                    <a:pt x="9" y="90"/>
                  </a:lnTo>
                  <a:lnTo>
                    <a:pt x="9" y="87"/>
                  </a:lnTo>
                  <a:lnTo>
                    <a:pt x="4" y="82"/>
                  </a:lnTo>
                  <a:lnTo>
                    <a:pt x="4" y="77"/>
                  </a:lnTo>
                  <a:lnTo>
                    <a:pt x="0" y="70"/>
                  </a:lnTo>
                  <a:lnTo>
                    <a:pt x="4" y="67"/>
                  </a:lnTo>
                  <a:lnTo>
                    <a:pt x="7" y="67"/>
                  </a:lnTo>
                  <a:lnTo>
                    <a:pt x="12" y="69"/>
                  </a:lnTo>
                  <a:lnTo>
                    <a:pt x="15" y="69"/>
                  </a:lnTo>
                  <a:lnTo>
                    <a:pt x="17" y="70"/>
                  </a:lnTo>
                  <a:lnTo>
                    <a:pt x="19" y="70"/>
                  </a:lnTo>
                  <a:lnTo>
                    <a:pt x="22" y="75"/>
                  </a:lnTo>
                  <a:lnTo>
                    <a:pt x="25" y="79"/>
                  </a:lnTo>
                  <a:lnTo>
                    <a:pt x="27" y="79"/>
                  </a:lnTo>
                  <a:lnTo>
                    <a:pt x="28" y="77"/>
                  </a:lnTo>
                  <a:lnTo>
                    <a:pt x="28" y="74"/>
                  </a:lnTo>
                  <a:lnTo>
                    <a:pt x="27" y="70"/>
                  </a:lnTo>
                  <a:lnTo>
                    <a:pt x="23" y="67"/>
                  </a:lnTo>
                  <a:lnTo>
                    <a:pt x="14" y="64"/>
                  </a:lnTo>
                  <a:lnTo>
                    <a:pt x="5" y="62"/>
                  </a:lnTo>
                  <a:lnTo>
                    <a:pt x="2" y="52"/>
                  </a:lnTo>
                  <a:lnTo>
                    <a:pt x="5" y="47"/>
                  </a:lnTo>
                  <a:lnTo>
                    <a:pt x="7" y="42"/>
                  </a:lnTo>
                  <a:lnTo>
                    <a:pt x="12" y="36"/>
                  </a:lnTo>
                  <a:lnTo>
                    <a:pt x="12" y="31"/>
                  </a:lnTo>
                  <a:lnTo>
                    <a:pt x="14" y="28"/>
                  </a:lnTo>
                  <a:lnTo>
                    <a:pt x="17" y="24"/>
                  </a:lnTo>
                  <a:lnTo>
                    <a:pt x="22" y="21"/>
                  </a:lnTo>
                  <a:lnTo>
                    <a:pt x="30" y="21"/>
                  </a:lnTo>
                  <a:lnTo>
                    <a:pt x="30" y="13"/>
                  </a:lnTo>
                  <a:lnTo>
                    <a:pt x="32" y="10"/>
                  </a:lnTo>
                  <a:lnTo>
                    <a:pt x="35" y="6"/>
                  </a:lnTo>
                  <a:lnTo>
                    <a:pt x="37" y="3"/>
                  </a:lnTo>
                  <a:lnTo>
                    <a:pt x="42" y="1"/>
                  </a:lnTo>
                  <a:lnTo>
                    <a:pt x="45" y="3"/>
                  </a:lnTo>
                  <a:lnTo>
                    <a:pt x="50" y="3"/>
                  </a:lnTo>
                  <a:lnTo>
                    <a:pt x="5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7" name="Freeform 307"/>
            <p:cNvSpPr/>
            <p:nvPr/>
          </p:nvSpPr>
          <p:spPr bwMode="auto">
            <a:xfrm>
              <a:off x="2741613" y="1622425"/>
              <a:ext cx="76200" cy="44450"/>
            </a:xfrm>
            <a:custGeom>
              <a:avLst/>
              <a:gdLst/>
              <a:ahLst/>
              <a:cxnLst>
                <a:cxn ang="0">
                  <a:pos x="12" y="0"/>
                </a:cxn>
                <a:cxn ang="0">
                  <a:pos x="22" y="0"/>
                </a:cxn>
                <a:cxn ang="0">
                  <a:pos x="28" y="3"/>
                </a:cxn>
                <a:cxn ang="0">
                  <a:pos x="33" y="6"/>
                </a:cxn>
                <a:cxn ang="0">
                  <a:pos x="35" y="8"/>
                </a:cxn>
                <a:cxn ang="0">
                  <a:pos x="38" y="10"/>
                </a:cxn>
                <a:cxn ang="0">
                  <a:pos x="45" y="23"/>
                </a:cxn>
                <a:cxn ang="0">
                  <a:pos x="48" y="26"/>
                </a:cxn>
                <a:cxn ang="0">
                  <a:pos x="47" y="28"/>
                </a:cxn>
                <a:cxn ang="0">
                  <a:pos x="33" y="28"/>
                </a:cxn>
                <a:cxn ang="0">
                  <a:pos x="27" y="21"/>
                </a:cxn>
                <a:cxn ang="0">
                  <a:pos x="23" y="21"/>
                </a:cxn>
                <a:cxn ang="0">
                  <a:pos x="19" y="23"/>
                </a:cxn>
                <a:cxn ang="0">
                  <a:pos x="15" y="24"/>
                </a:cxn>
                <a:cxn ang="0">
                  <a:pos x="10" y="26"/>
                </a:cxn>
                <a:cxn ang="0">
                  <a:pos x="9" y="26"/>
                </a:cxn>
                <a:cxn ang="0">
                  <a:pos x="5" y="24"/>
                </a:cxn>
                <a:cxn ang="0">
                  <a:pos x="5" y="16"/>
                </a:cxn>
                <a:cxn ang="0">
                  <a:pos x="4" y="11"/>
                </a:cxn>
                <a:cxn ang="0">
                  <a:pos x="0" y="8"/>
                </a:cxn>
                <a:cxn ang="0">
                  <a:pos x="2" y="5"/>
                </a:cxn>
                <a:cxn ang="0">
                  <a:pos x="5" y="1"/>
                </a:cxn>
                <a:cxn ang="0">
                  <a:pos x="9" y="1"/>
                </a:cxn>
                <a:cxn ang="0">
                  <a:pos x="12" y="0"/>
                </a:cxn>
              </a:cxnLst>
              <a:rect l="0" t="0" r="r" b="b"/>
              <a:pathLst>
                <a:path w="48" h="28">
                  <a:moveTo>
                    <a:pt x="12" y="0"/>
                  </a:moveTo>
                  <a:lnTo>
                    <a:pt x="22" y="0"/>
                  </a:lnTo>
                  <a:lnTo>
                    <a:pt x="28" y="3"/>
                  </a:lnTo>
                  <a:lnTo>
                    <a:pt x="33" y="6"/>
                  </a:lnTo>
                  <a:lnTo>
                    <a:pt x="35" y="8"/>
                  </a:lnTo>
                  <a:lnTo>
                    <a:pt x="38" y="10"/>
                  </a:lnTo>
                  <a:lnTo>
                    <a:pt x="45" y="23"/>
                  </a:lnTo>
                  <a:lnTo>
                    <a:pt x="48" y="26"/>
                  </a:lnTo>
                  <a:lnTo>
                    <a:pt x="47" y="28"/>
                  </a:lnTo>
                  <a:lnTo>
                    <a:pt x="33" y="28"/>
                  </a:lnTo>
                  <a:lnTo>
                    <a:pt x="27" y="21"/>
                  </a:lnTo>
                  <a:lnTo>
                    <a:pt x="23" y="21"/>
                  </a:lnTo>
                  <a:lnTo>
                    <a:pt x="19" y="23"/>
                  </a:lnTo>
                  <a:lnTo>
                    <a:pt x="15" y="24"/>
                  </a:lnTo>
                  <a:lnTo>
                    <a:pt x="10" y="26"/>
                  </a:lnTo>
                  <a:lnTo>
                    <a:pt x="9" y="26"/>
                  </a:lnTo>
                  <a:lnTo>
                    <a:pt x="5" y="24"/>
                  </a:lnTo>
                  <a:lnTo>
                    <a:pt x="5" y="16"/>
                  </a:lnTo>
                  <a:lnTo>
                    <a:pt x="4" y="11"/>
                  </a:lnTo>
                  <a:lnTo>
                    <a:pt x="0" y="8"/>
                  </a:lnTo>
                  <a:lnTo>
                    <a:pt x="2" y="5"/>
                  </a:lnTo>
                  <a:lnTo>
                    <a:pt x="5" y="1"/>
                  </a:lnTo>
                  <a:lnTo>
                    <a:pt x="9" y="1"/>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8" name="Freeform 308"/>
            <p:cNvSpPr/>
            <p:nvPr/>
          </p:nvSpPr>
          <p:spPr bwMode="auto">
            <a:xfrm>
              <a:off x="2684463" y="1792288"/>
              <a:ext cx="20638" cy="9525"/>
            </a:xfrm>
            <a:custGeom>
              <a:avLst/>
              <a:gdLst/>
              <a:ahLst/>
              <a:cxnLst>
                <a:cxn ang="0">
                  <a:pos x="2" y="0"/>
                </a:cxn>
                <a:cxn ang="0">
                  <a:pos x="7" y="0"/>
                </a:cxn>
                <a:cxn ang="0">
                  <a:pos x="10" y="1"/>
                </a:cxn>
                <a:cxn ang="0">
                  <a:pos x="13" y="5"/>
                </a:cxn>
                <a:cxn ang="0">
                  <a:pos x="12" y="6"/>
                </a:cxn>
                <a:cxn ang="0">
                  <a:pos x="3" y="6"/>
                </a:cxn>
                <a:cxn ang="0">
                  <a:pos x="2" y="5"/>
                </a:cxn>
                <a:cxn ang="0">
                  <a:pos x="0" y="1"/>
                </a:cxn>
                <a:cxn ang="0">
                  <a:pos x="2" y="0"/>
                </a:cxn>
              </a:cxnLst>
              <a:rect l="0" t="0" r="r" b="b"/>
              <a:pathLst>
                <a:path w="13" h="6">
                  <a:moveTo>
                    <a:pt x="2" y="0"/>
                  </a:moveTo>
                  <a:lnTo>
                    <a:pt x="7" y="0"/>
                  </a:lnTo>
                  <a:lnTo>
                    <a:pt x="10" y="1"/>
                  </a:lnTo>
                  <a:lnTo>
                    <a:pt x="13" y="5"/>
                  </a:lnTo>
                  <a:lnTo>
                    <a:pt x="12" y="6"/>
                  </a:lnTo>
                  <a:lnTo>
                    <a:pt x="3" y="6"/>
                  </a:lnTo>
                  <a:lnTo>
                    <a:pt x="2" y="5"/>
                  </a:lnTo>
                  <a:lnTo>
                    <a:pt x="0"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9" name="Freeform 309"/>
            <p:cNvSpPr/>
            <p:nvPr/>
          </p:nvSpPr>
          <p:spPr bwMode="auto">
            <a:xfrm>
              <a:off x="2697163" y="1809750"/>
              <a:ext cx="26988" cy="22225"/>
            </a:xfrm>
            <a:custGeom>
              <a:avLst/>
              <a:gdLst/>
              <a:ahLst/>
              <a:cxnLst>
                <a:cxn ang="0">
                  <a:pos x="14" y="0"/>
                </a:cxn>
                <a:cxn ang="0">
                  <a:pos x="17" y="0"/>
                </a:cxn>
                <a:cxn ang="0">
                  <a:pos x="17" y="4"/>
                </a:cxn>
                <a:cxn ang="0">
                  <a:pos x="12" y="7"/>
                </a:cxn>
                <a:cxn ang="0">
                  <a:pos x="10" y="10"/>
                </a:cxn>
                <a:cxn ang="0">
                  <a:pos x="5" y="10"/>
                </a:cxn>
                <a:cxn ang="0">
                  <a:pos x="2" y="14"/>
                </a:cxn>
                <a:cxn ang="0">
                  <a:pos x="0" y="10"/>
                </a:cxn>
                <a:cxn ang="0">
                  <a:pos x="5" y="5"/>
                </a:cxn>
                <a:cxn ang="0">
                  <a:pos x="10" y="2"/>
                </a:cxn>
                <a:cxn ang="0">
                  <a:pos x="14" y="0"/>
                </a:cxn>
              </a:cxnLst>
              <a:rect l="0" t="0" r="r" b="b"/>
              <a:pathLst>
                <a:path w="17" h="14">
                  <a:moveTo>
                    <a:pt x="14" y="0"/>
                  </a:moveTo>
                  <a:lnTo>
                    <a:pt x="17" y="0"/>
                  </a:lnTo>
                  <a:lnTo>
                    <a:pt x="17" y="4"/>
                  </a:lnTo>
                  <a:lnTo>
                    <a:pt x="12" y="7"/>
                  </a:lnTo>
                  <a:lnTo>
                    <a:pt x="10" y="10"/>
                  </a:lnTo>
                  <a:lnTo>
                    <a:pt x="5" y="10"/>
                  </a:lnTo>
                  <a:lnTo>
                    <a:pt x="2" y="14"/>
                  </a:lnTo>
                  <a:lnTo>
                    <a:pt x="0" y="10"/>
                  </a:lnTo>
                  <a:lnTo>
                    <a:pt x="5" y="5"/>
                  </a:lnTo>
                  <a:lnTo>
                    <a:pt x="10" y="2"/>
                  </a:lnTo>
                  <a:lnTo>
                    <a:pt x="1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0" name="Freeform 310"/>
            <p:cNvSpPr/>
            <p:nvPr/>
          </p:nvSpPr>
          <p:spPr bwMode="auto">
            <a:xfrm>
              <a:off x="2727326" y="1792288"/>
              <a:ext cx="17463" cy="12700"/>
            </a:xfrm>
            <a:custGeom>
              <a:avLst/>
              <a:gdLst/>
              <a:ahLst/>
              <a:cxnLst>
                <a:cxn ang="0">
                  <a:pos x="8" y="0"/>
                </a:cxn>
                <a:cxn ang="0">
                  <a:pos x="11" y="3"/>
                </a:cxn>
                <a:cxn ang="0">
                  <a:pos x="11" y="5"/>
                </a:cxn>
                <a:cxn ang="0">
                  <a:pos x="9" y="6"/>
                </a:cxn>
                <a:cxn ang="0">
                  <a:pos x="4" y="8"/>
                </a:cxn>
                <a:cxn ang="0">
                  <a:pos x="0" y="8"/>
                </a:cxn>
                <a:cxn ang="0">
                  <a:pos x="0" y="5"/>
                </a:cxn>
                <a:cxn ang="0">
                  <a:pos x="3" y="3"/>
                </a:cxn>
                <a:cxn ang="0">
                  <a:pos x="8" y="0"/>
                </a:cxn>
              </a:cxnLst>
              <a:rect l="0" t="0" r="r" b="b"/>
              <a:pathLst>
                <a:path w="11" h="8">
                  <a:moveTo>
                    <a:pt x="8" y="0"/>
                  </a:moveTo>
                  <a:lnTo>
                    <a:pt x="11" y="3"/>
                  </a:lnTo>
                  <a:lnTo>
                    <a:pt x="11" y="5"/>
                  </a:lnTo>
                  <a:lnTo>
                    <a:pt x="9" y="6"/>
                  </a:lnTo>
                  <a:lnTo>
                    <a:pt x="4" y="8"/>
                  </a:lnTo>
                  <a:lnTo>
                    <a:pt x="0" y="8"/>
                  </a:lnTo>
                  <a:lnTo>
                    <a:pt x="0" y="5"/>
                  </a:lnTo>
                  <a:lnTo>
                    <a:pt x="3" y="3"/>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1" name="Freeform 311"/>
            <p:cNvSpPr/>
            <p:nvPr/>
          </p:nvSpPr>
          <p:spPr bwMode="auto">
            <a:xfrm>
              <a:off x="2749551" y="1816100"/>
              <a:ext cx="11113" cy="12700"/>
            </a:xfrm>
            <a:custGeom>
              <a:avLst/>
              <a:gdLst/>
              <a:ahLst/>
              <a:cxnLst>
                <a:cxn ang="0">
                  <a:pos x="5" y="0"/>
                </a:cxn>
                <a:cxn ang="0">
                  <a:pos x="7" y="0"/>
                </a:cxn>
                <a:cxn ang="0">
                  <a:pos x="7" y="6"/>
                </a:cxn>
                <a:cxn ang="0">
                  <a:pos x="2" y="8"/>
                </a:cxn>
                <a:cxn ang="0">
                  <a:pos x="0" y="6"/>
                </a:cxn>
                <a:cxn ang="0">
                  <a:pos x="0" y="1"/>
                </a:cxn>
                <a:cxn ang="0">
                  <a:pos x="5" y="0"/>
                </a:cxn>
              </a:cxnLst>
              <a:rect l="0" t="0" r="r" b="b"/>
              <a:pathLst>
                <a:path w="7" h="8">
                  <a:moveTo>
                    <a:pt x="5" y="0"/>
                  </a:moveTo>
                  <a:lnTo>
                    <a:pt x="7" y="0"/>
                  </a:lnTo>
                  <a:lnTo>
                    <a:pt x="7" y="6"/>
                  </a:lnTo>
                  <a:lnTo>
                    <a:pt x="2" y="8"/>
                  </a:lnTo>
                  <a:lnTo>
                    <a:pt x="0" y="6"/>
                  </a:lnTo>
                  <a:lnTo>
                    <a:pt x="0" y="1"/>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2" name="Freeform 312"/>
            <p:cNvSpPr/>
            <p:nvPr/>
          </p:nvSpPr>
          <p:spPr bwMode="auto">
            <a:xfrm>
              <a:off x="2776538" y="1854200"/>
              <a:ext cx="9525" cy="15875"/>
            </a:xfrm>
            <a:custGeom>
              <a:avLst/>
              <a:gdLst/>
              <a:ahLst/>
              <a:cxnLst>
                <a:cxn ang="0">
                  <a:pos x="0" y="0"/>
                </a:cxn>
                <a:cxn ang="0">
                  <a:pos x="5" y="4"/>
                </a:cxn>
                <a:cxn ang="0">
                  <a:pos x="6" y="7"/>
                </a:cxn>
                <a:cxn ang="0">
                  <a:pos x="5" y="10"/>
                </a:cxn>
                <a:cxn ang="0">
                  <a:pos x="1" y="10"/>
                </a:cxn>
                <a:cxn ang="0">
                  <a:pos x="0" y="7"/>
                </a:cxn>
                <a:cxn ang="0">
                  <a:pos x="0" y="0"/>
                </a:cxn>
              </a:cxnLst>
              <a:rect l="0" t="0" r="r" b="b"/>
              <a:pathLst>
                <a:path w="6" h="10">
                  <a:moveTo>
                    <a:pt x="0" y="0"/>
                  </a:moveTo>
                  <a:lnTo>
                    <a:pt x="5" y="4"/>
                  </a:lnTo>
                  <a:lnTo>
                    <a:pt x="6" y="7"/>
                  </a:lnTo>
                  <a:lnTo>
                    <a:pt x="5" y="10"/>
                  </a:lnTo>
                  <a:lnTo>
                    <a:pt x="1" y="10"/>
                  </a:lnTo>
                  <a:lnTo>
                    <a:pt x="0" y="7"/>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3" name="Freeform 313"/>
            <p:cNvSpPr/>
            <p:nvPr/>
          </p:nvSpPr>
          <p:spPr bwMode="auto">
            <a:xfrm>
              <a:off x="2773363" y="1876425"/>
              <a:ext cx="26988" cy="14288"/>
            </a:xfrm>
            <a:custGeom>
              <a:avLst/>
              <a:gdLst/>
              <a:ahLst/>
              <a:cxnLst>
                <a:cxn ang="0">
                  <a:pos x="2" y="0"/>
                </a:cxn>
                <a:cxn ang="0">
                  <a:pos x="7" y="1"/>
                </a:cxn>
                <a:cxn ang="0">
                  <a:pos x="8" y="3"/>
                </a:cxn>
                <a:cxn ang="0">
                  <a:pos x="12" y="1"/>
                </a:cxn>
                <a:cxn ang="0">
                  <a:pos x="15" y="1"/>
                </a:cxn>
                <a:cxn ang="0">
                  <a:pos x="17" y="4"/>
                </a:cxn>
                <a:cxn ang="0">
                  <a:pos x="12" y="8"/>
                </a:cxn>
                <a:cxn ang="0">
                  <a:pos x="7" y="9"/>
                </a:cxn>
                <a:cxn ang="0">
                  <a:pos x="3" y="8"/>
                </a:cxn>
                <a:cxn ang="0">
                  <a:pos x="0" y="3"/>
                </a:cxn>
                <a:cxn ang="0">
                  <a:pos x="2" y="1"/>
                </a:cxn>
                <a:cxn ang="0">
                  <a:pos x="2" y="0"/>
                </a:cxn>
              </a:cxnLst>
              <a:rect l="0" t="0" r="r" b="b"/>
              <a:pathLst>
                <a:path w="17" h="9">
                  <a:moveTo>
                    <a:pt x="2" y="0"/>
                  </a:moveTo>
                  <a:lnTo>
                    <a:pt x="7" y="1"/>
                  </a:lnTo>
                  <a:lnTo>
                    <a:pt x="8" y="3"/>
                  </a:lnTo>
                  <a:lnTo>
                    <a:pt x="12" y="1"/>
                  </a:lnTo>
                  <a:lnTo>
                    <a:pt x="15" y="1"/>
                  </a:lnTo>
                  <a:lnTo>
                    <a:pt x="17" y="4"/>
                  </a:lnTo>
                  <a:lnTo>
                    <a:pt x="12" y="8"/>
                  </a:lnTo>
                  <a:lnTo>
                    <a:pt x="7" y="9"/>
                  </a:lnTo>
                  <a:lnTo>
                    <a:pt x="3" y="8"/>
                  </a:lnTo>
                  <a:lnTo>
                    <a:pt x="0" y="3"/>
                  </a:lnTo>
                  <a:lnTo>
                    <a:pt x="2"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4" name="Freeform 314"/>
            <p:cNvSpPr/>
            <p:nvPr/>
          </p:nvSpPr>
          <p:spPr bwMode="auto">
            <a:xfrm>
              <a:off x="2724151" y="1868488"/>
              <a:ext cx="41275" cy="41275"/>
            </a:xfrm>
            <a:custGeom>
              <a:avLst/>
              <a:gdLst/>
              <a:ahLst/>
              <a:cxnLst>
                <a:cxn ang="0">
                  <a:pos x="13" y="0"/>
                </a:cxn>
                <a:cxn ang="0">
                  <a:pos x="23" y="0"/>
                </a:cxn>
                <a:cxn ang="0">
                  <a:pos x="26" y="1"/>
                </a:cxn>
                <a:cxn ang="0">
                  <a:pos x="26" y="13"/>
                </a:cxn>
                <a:cxn ang="0">
                  <a:pos x="25" y="18"/>
                </a:cxn>
                <a:cxn ang="0">
                  <a:pos x="20" y="21"/>
                </a:cxn>
                <a:cxn ang="0">
                  <a:pos x="15" y="23"/>
                </a:cxn>
                <a:cxn ang="0">
                  <a:pos x="11" y="26"/>
                </a:cxn>
                <a:cxn ang="0">
                  <a:pos x="6" y="26"/>
                </a:cxn>
                <a:cxn ang="0">
                  <a:pos x="2" y="24"/>
                </a:cxn>
                <a:cxn ang="0">
                  <a:pos x="0" y="21"/>
                </a:cxn>
                <a:cxn ang="0">
                  <a:pos x="0" y="16"/>
                </a:cxn>
                <a:cxn ang="0">
                  <a:pos x="2" y="11"/>
                </a:cxn>
                <a:cxn ang="0">
                  <a:pos x="3" y="8"/>
                </a:cxn>
                <a:cxn ang="0">
                  <a:pos x="6" y="3"/>
                </a:cxn>
                <a:cxn ang="0">
                  <a:pos x="10" y="3"/>
                </a:cxn>
                <a:cxn ang="0">
                  <a:pos x="13" y="0"/>
                </a:cxn>
              </a:cxnLst>
              <a:rect l="0" t="0" r="r" b="b"/>
              <a:pathLst>
                <a:path w="26" h="26">
                  <a:moveTo>
                    <a:pt x="13" y="0"/>
                  </a:moveTo>
                  <a:lnTo>
                    <a:pt x="23" y="0"/>
                  </a:lnTo>
                  <a:lnTo>
                    <a:pt x="26" y="1"/>
                  </a:lnTo>
                  <a:lnTo>
                    <a:pt x="26" y="13"/>
                  </a:lnTo>
                  <a:lnTo>
                    <a:pt x="25" y="18"/>
                  </a:lnTo>
                  <a:lnTo>
                    <a:pt x="20" y="21"/>
                  </a:lnTo>
                  <a:lnTo>
                    <a:pt x="15" y="23"/>
                  </a:lnTo>
                  <a:lnTo>
                    <a:pt x="11" y="26"/>
                  </a:lnTo>
                  <a:lnTo>
                    <a:pt x="6" y="26"/>
                  </a:lnTo>
                  <a:lnTo>
                    <a:pt x="2" y="24"/>
                  </a:lnTo>
                  <a:lnTo>
                    <a:pt x="0" y="21"/>
                  </a:lnTo>
                  <a:lnTo>
                    <a:pt x="0" y="16"/>
                  </a:lnTo>
                  <a:lnTo>
                    <a:pt x="2" y="11"/>
                  </a:lnTo>
                  <a:lnTo>
                    <a:pt x="3" y="8"/>
                  </a:lnTo>
                  <a:lnTo>
                    <a:pt x="6" y="3"/>
                  </a:lnTo>
                  <a:lnTo>
                    <a:pt x="10" y="3"/>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5" name="Freeform 315"/>
            <p:cNvSpPr/>
            <p:nvPr/>
          </p:nvSpPr>
          <p:spPr bwMode="auto">
            <a:xfrm>
              <a:off x="2889251" y="2551113"/>
              <a:ext cx="141288" cy="147638"/>
            </a:xfrm>
            <a:custGeom>
              <a:avLst/>
              <a:gdLst/>
              <a:ahLst/>
              <a:cxnLst>
                <a:cxn ang="0">
                  <a:pos x="67" y="1"/>
                </a:cxn>
                <a:cxn ang="0">
                  <a:pos x="62" y="8"/>
                </a:cxn>
                <a:cxn ang="0">
                  <a:pos x="59" y="16"/>
                </a:cxn>
                <a:cxn ang="0">
                  <a:pos x="54" y="19"/>
                </a:cxn>
                <a:cxn ang="0">
                  <a:pos x="46" y="31"/>
                </a:cxn>
                <a:cxn ang="0">
                  <a:pos x="51" y="37"/>
                </a:cxn>
                <a:cxn ang="0">
                  <a:pos x="54" y="42"/>
                </a:cxn>
                <a:cxn ang="0">
                  <a:pos x="59" y="46"/>
                </a:cxn>
                <a:cxn ang="0">
                  <a:pos x="64" y="51"/>
                </a:cxn>
                <a:cxn ang="0">
                  <a:pos x="72" y="52"/>
                </a:cxn>
                <a:cxn ang="0">
                  <a:pos x="81" y="49"/>
                </a:cxn>
                <a:cxn ang="0">
                  <a:pos x="76" y="57"/>
                </a:cxn>
                <a:cxn ang="0">
                  <a:pos x="81" y="64"/>
                </a:cxn>
                <a:cxn ang="0">
                  <a:pos x="82" y="70"/>
                </a:cxn>
                <a:cxn ang="0">
                  <a:pos x="87" y="75"/>
                </a:cxn>
                <a:cxn ang="0">
                  <a:pos x="87" y="89"/>
                </a:cxn>
                <a:cxn ang="0">
                  <a:pos x="76" y="93"/>
                </a:cxn>
                <a:cxn ang="0">
                  <a:pos x="79" y="87"/>
                </a:cxn>
                <a:cxn ang="0">
                  <a:pos x="71" y="87"/>
                </a:cxn>
                <a:cxn ang="0">
                  <a:pos x="62" y="85"/>
                </a:cxn>
                <a:cxn ang="0">
                  <a:pos x="46" y="89"/>
                </a:cxn>
                <a:cxn ang="0">
                  <a:pos x="48" y="85"/>
                </a:cxn>
                <a:cxn ang="0">
                  <a:pos x="56" y="79"/>
                </a:cxn>
                <a:cxn ang="0">
                  <a:pos x="41" y="75"/>
                </a:cxn>
                <a:cxn ang="0">
                  <a:pos x="31" y="74"/>
                </a:cxn>
                <a:cxn ang="0">
                  <a:pos x="23" y="72"/>
                </a:cxn>
                <a:cxn ang="0">
                  <a:pos x="16" y="75"/>
                </a:cxn>
                <a:cxn ang="0">
                  <a:pos x="8" y="77"/>
                </a:cxn>
                <a:cxn ang="0">
                  <a:pos x="0" y="72"/>
                </a:cxn>
                <a:cxn ang="0">
                  <a:pos x="6" y="69"/>
                </a:cxn>
                <a:cxn ang="0">
                  <a:pos x="0" y="62"/>
                </a:cxn>
                <a:cxn ang="0">
                  <a:pos x="8" y="57"/>
                </a:cxn>
                <a:cxn ang="0">
                  <a:pos x="18" y="49"/>
                </a:cxn>
                <a:cxn ang="0">
                  <a:pos x="24" y="41"/>
                </a:cxn>
                <a:cxn ang="0">
                  <a:pos x="28" y="36"/>
                </a:cxn>
                <a:cxn ang="0">
                  <a:pos x="39" y="23"/>
                </a:cxn>
                <a:cxn ang="0">
                  <a:pos x="48" y="14"/>
                </a:cxn>
                <a:cxn ang="0">
                  <a:pos x="51" y="5"/>
                </a:cxn>
                <a:cxn ang="0">
                  <a:pos x="66" y="0"/>
                </a:cxn>
              </a:cxnLst>
              <a:rect l="0" t="0" r="r" b="b"/>
              <a:pathLst>
                <a:path w="89" h="93">
                  <a:moveTo>
                    <a:pt x="66" y="0"/>
                  </a:moveTo>
                  <a:lnTo>
                    <a:pt x="67" y="1"/>
                  </a:lnTo>
                  <a:lnTo>
                    <a:pt x="66" y="6"/>
                  </a:lnTo>
                  <a:lnTo>
                    <a:pt x="62" y="8"/>
                  </a:lnTo>
                  <a:lnTo>
                    <a:pt x="61" y="13"/>
                  </a:lnTo>
                  <a:lnTo>
                    <a:pt x="59" y="16"/>
                  </a:lnTo>
                  <a:lnTo>
                    <a:pt x="56" y="19"/>
                  </a:lnTo>
                  <a:lnTo>
                    <a:pt x="54" y="19"/>
                  </a:lnTo>
                  <a:lnTo>
                    <a:pt x="51" y="24"/>
                  </a:lnTo>
                  <a:lnTo>
                    <a:pt x="46" y="31"/>
                  </a:lnTo>
                  <a:lnTo>
                    <a:pt x="46" y="39"/>
                  </a:lnTo>
                  <a:lnTo>
                    <a:pt x="51" y="37"/>
                  </a:lnTo>
                  <a:lnTo>
                    <a:pt x="53" y="37"/>
                  </a:lnTo>
                  <a:lnTo>
                    <a:pt x="54" y="42"/>
                  </a:lnTo>
                  <a:lnTo>
                    <a:pt x="56" y="46"/>
                  </a:lnTo>
                  <a:lnTo>
                    <a:pt x="59" y="46"/>
                  </a:lnTo>
                  <a:lnTo>
                    <a:pt x="59" y="51"/>
                  </a:lnTo>
                  <a:lnTo>
                    <a:pt x="64" y="51"/>
                  </a:lnTo>
                  <a:lnTo>
                    <a:pt x="67" y="49"/>
                  </a:lnTo>
                  <a:lnTo>
                    <a:pt x="72" y="52"/>
                  </a:lnTo>
                  <a:lnTo>
                    <a:pt x="77" y="49"/>
                  </a:lnTo>
                  <a:lnTo>
                    <a:pt x="81" y="49"/>
                  </a:lnTo>
                  <a:lnTo>
                    <a:pt x="81" y="52"/>
                  </a:lnTo>
                  <a:lnTo>
                    <a:pt x="76" y="57"/>
                  </a:lnTo>
                  <a:lnTo>
                    <a:pt x="82" y="61"/>
                  </a:lnTo>
                  <a:lnTo>
                    <a:pt x="81" y="64"/>
                  </a:lnTo>
                  <a:lnTo>
                    <a:pt x="84" y="67"/>
                  </a:lnTo>
                  <a:lnTo>
                    <a:pt x="82" y="70"/>
                  </a:lnTo>
                  <a:lnTo>
                    <a:pt x="81" y="75"/>
                  </a:lnTo>
                  <a:lnTo>
                    <a:pt x="87" y="75"/>
                  </a:lnTo>
                  <a:lnTo>
                    <a:pt x="89" y="79"/>
                  </a:lnTo>
                  <a:lnTo>
                    <a:pt x="87" y="89"/>
                  </a:lnTo>
                  <a:lnTo>
                    <a:pt x="84" y="93"/>
                  </a:lnTo>
                  <a:lnTo>
                    <a:pt x="76" y="93"/>
                  </a:lnTo>
                  <a:lnTo>
                    <a:pt x="72" y="90"/>
                  </a:lnTo>
                  <a:lnTo>
                    <a:pt x="79" y="87"/>
                  </a:lnTo>
                  <a:lnTo>
                    <a:pt x="79" y="85"/>
                  </a:lnTo>
                  <a:lnTo>
                    <a:pt x="71" y="87"/>
                  </a:lnTo>
                  <a:lnTo>
                    <a:pt x="66" y="87"/>
                  </a:lnTo>
                  <a:lnTo>
                    <a:pt x="62" y="85"/>
                  </a:lnTo>
                  <a:lnTo>
                    <a:pt x="56" y="89"/>
                  </a:lnTo>
                  <a:lnTo>
                    <a:pt x="46" y="89"/>
                  </a:lnTo>
                  <a:lnTo>
                    <a:pt x="43" y="87"/>
                  </a:lnTo>
                  <a:lnTo>
                    <a:pt x="48" y="85"/>
                  </a:lnTo>
                  <a:lnTo>
                    <a:pt x="54" y="84"/>
                  </a:lnTo>
                  <a:lnTo>
                    <a:pt x="56" y="79"/>
                  </a:lnTo>
                  <a:lnTo>
                    <a:pt x="44" y="79"/>
                  </a:lnTo>
                  <a:lnTo>
                    <a:pt x="41" y="75"/>
                  </a:lnTo>
                  <a:lnTo>
                    <a:pt x="36" y="75"/>
                  </a:lnTo>
                  <a:lnTo>
                    <a:pt x="31" y="74"/>
                  </a:lnTo>
                  <a:lnTo>
                    <a:pt x="28" y="74"/>
                  </a:lnTo>
                  <a:lnTo>
                    <a:pt x="23" y="72"/>
                  </a:lnTo>
                  <a:lnTo>
                    <a:pt x="21" y="72"/>
                  </a:lnTo>
                  <a:lnTo>
                    <a:pt x="16" y="75"/>
                  </a:lnTo>
                  <a:lnTo>
                    <a:pt x="13" y="75"/>
                  </a:lnTo>
                  <a:lnTo>
                    <a:pt x="8" y="77"/>
                  </a:lnTo>
                  <a:lnTo>
                    <a:pt x="3" y="75"/>
                  </a:lnTo>
                  <a:lnTo>
                    <a:pt x="0" y="72"/>
                  </a:lnTo>
                  <a:lnTo>
                    <a:pt x="5" y="70"/>
                  </a:lnTo>
                  <a:lnTo>
                    <a:pt x="6" y="69"/>
                  </a:lnTo>
                  <a:lnTo>
                    <a:pt x="1" y="65"/>
                  </a:lnTo>
                  <a:lnTo>
                    <a:pt x="0" y="62"/>
                  </a:lnTo>
                  <a:lnTo>
                    <a:pt x="6" y="62"/>
                  </a:lnTo>
                  <a:lnTo>
                    <a:pt x="8" y="57"/>
                  </a:lnTo>
                  <a:lnTo>
                    <a:pt x="11" y="52"/>
                  </a:lnTo>
                  <a:lnTo>
                    <a:pt x="18" y="49"/>
                  </a:lnTo>
                  <a:lnTo>
                    <a:pt x="21" y="46"/>
                  </a:lnTo>
                  <a:lnTo>
                    <a:pt x="24" y="41"/>
                  </a:lnTo>
                  <a:lnTo>
                    <a:pt x="26" y="37"/>
                  </a:lnTo>
                  <a:lnTo>
                    <a:pt x="28" y="36"/>
                  </a:lnTo>
                  <a:lnTo>
                    <a:pt x="34" y="26"/>
                  </a:lnTo>
                  <a:lnTo>
                    <a:pt x="39" y="23"/>
                  </a:lnTo>
                  <a:lnTo>
                    <a:pt x="46" y="18"/>
                  </a:lnTo>
                  <a:lnTo>
                    <a:pt x="48" y="14"/>
                  </a:lnTo>
                  <a:lnTo>
                    <a:pt x="48" y="9"/>
                  </a:lnTo>
                  <a:lnTo>
                    <a:pt x="51" y="5"/>
                  </a:lnTo>
                  <a:lnTo>
                    <a:pt x="56" y="1"/>
                  </a:lnTo>
                  <a:lnTo>
                    <a:pt x="6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6" name="Freeform 316"/>
            <p:cNvSpPr/>
            <p:nvPr/>
          </p:nvSpPr>
          <p:spPr bwMode="auto">
            <a:xfrm>
              <a:off x="2786063" y="2592388"/>
              <a:ext cx="60325" cy="33338"/>
            </a:xfrm>
            <a:custGeom>
              <a:avLst/>
              <a:gdLst/>
              <a:ahLst/>
              <a:cxnLst>
                <a:cxn ang="0">
                  <a:pos x="0" y="0"/>
                </a:cxn>
                <a:cxn ang="0">
                  <a:pos x="7" y="0"/>
                </a:cxn>
                <a:cxn ang="0">
                  <a:pos x="14" y="2"/>
                </a:cxn>
                <a:cxn ang="0">
                  <a:pos x="22" y="3"/>
                </a:cxn>
                <a:cxn ang="0">
                  <a:pos x="25" y="5"/>
                </a:cxn>
                <a:cxn ang="0">
                  <a:pos x="32" y="10"/>
                </a:cxn>
                <a:cxn ang="0">
                  <a:pos x="37" y="15"/>
                </a:cxn>
                <a:cxn ang="0">
                  <a:pos x="38" y="18"/>
                </a:cxn>
                <a:cxn ang="0">
                  <a:pos x="37" y="21"/>
                </a:cxn>
                <a:cxn ang="0">
                  <a:pos x="32" y="20"/>
                </a:cxn>
                <a:cxn ang="0">
                  <a:pos x="22" y="20"/>
                </a:cxn>
                <a:cxn ang="0">
                  <a:pos x="20" y="15"/>
                </a:cxn>
                <a:cxn ang="0">
                  <a:pos x="17" y="11"/>
                </a:cxn>
                <a:cxn ang="0">
                  <a:pos x="7" y="11"/>
                </a:cxn>
                <a:cxn ang="0">
                  <a:pos x="7" y="8"/>
                </a:cxn>
                <a:cxn ang="0">
                  <a:pos x="9" y="7"/>
                </a:cxn>
                <a:cxn ang="0">
                  <a:pos x="4" y="3"/>
                </a:cxn>
                <a:cxn ang="0">
                  <a:pos x="0" y="0"/>
                </a:cxn>
              </a:cxnLst>
              <a:rect l="0" t="0" r="r" b="b"/>
              <a:pathLst>
                <a:path w="38" h="21">
                  <a:moveTo>
                    <a:pt x="0" y="0"/>
                  </a:moveTo>
                  <a:lnTo>
                    <a:pt x="7" y="0"/>
                  </a:lnTo>
                  <a:lnTo>
                    <a:pt x="14" y="2"/>
                  </a:lnTo>
                  <a:lnTo>
                    <a:pt x="22" y="3"/>
                  </a:lnTo>
                  <a:lnTo>
                    <a:pt x="25" y="5"/>
                  </a:lnTo>
                  <a:lnTo>
                    <a:pt x="32" y="10"/>
                  </a:lnTo>
                  <a:lnTo>
                    <a:pt x="37" y="15"/>
                  </a:lnTo>
                  <a:lnTo>
                    <a:pt x="38" y="18"/>
                  </a:lnTo>
                  <a:lnTo>
                    <a:pt x="37" y="21"/>
                  </a:lnTo>
                  <a:lnTo>
                    <a:pt x="32" y="20"/>
                  </a:lnTo>
                  <a:lnTo>
                    <a:pt x="22" y="20"/>
                  </a:lnTo>
                  <a:lnTo>
                    <a:pt x="20" y="15"/>
                  </a:lnTo>
                  <a:lnTo>
                    <a:pt x="17" y="11"/>
                  </a:lnTo>
                  <a:lnTo>
                    <a:pt x="7" y="11"/>
                  </a:lnTo>
                  <a:lnTo>
                    <a:pt x="7" y="8"/>
                  </a:lnTo>
                  <a:lnTo>
                    <a:pt x="9" y="7"/>
                  </a:lnTo>
                  <a:lnTo>
                    <a:pt x="4"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7" name="Freeform 317"/>
            <p:cNvSpPr/>
            <p:nvPr/>
          </p:nvSpPr>
          <p:spPr bwMode="auto">
            <a:xfrm>
              <a:off x="2765426" y="2684463"/>
              <a:ext cx="42863" cy="28575"/>
            </a:xfrm>
            <a:custGeom>
              <a:avLst/>
              <a:gdLst/>
              <a:ahLst/>
              <a:cxnLst>
                <a:cxn ang="0">
                  <a:pos x="4" y="0"/>
                </a:cxn>
                <a:cxn ang="0">
                  <a:pos x="7" y="1"/>
                </a:cxn>
                <a:cxn ang="0">
                  <a:pos x="12" y="6"/>
                </a:cxn>
                <a:cxn ang="0">
                  <a:pos x="15" y="11"/>
                </a:cxn>
                <a:cxn ang="0">
                  <a:pos x="23" y="11"/>
                </a:cxn>
                <a:cxn ang="0">
                  <a:pos x="27" y="9"/>
                </a:cxn>
                <a:cxn ang="0">
                  <a:pos x="27" y="14"/>
                </a:cxn>
                <a:cxn ang="0">
                  <a:pos x="25" y="18"/>
                </a:cxn>
                <a:cxn ang="0">
                  <a:pos x="23" y="18"/>
                </a:cxn>
                <a:cxn ang="0">
                  <a:pos x="20" y="16"/>
                </a:cxn>
                <a:cxn ang="0">
                  <a:pos x="18" y="14"/>
                </a:cxn>
                <a:cxn ang="0">
                  <a:pos x="8" y="14"/>
                </a:cxn>
                <a:cxn ang="0">
                  <a:pos x="7" y="9"/>
                </a:cxn>
                <a:cxn ang="0">
                  <a:pos x="4" y="8"/>
                </a:cxn>
                <a:cxn ang="0">
                  <a:pos x="0" y="5"/>
                </a:cxn>
                <a:cxn ang="0">
                  <a:pos x="4" y="0"/>
                </a:cxn>
              </a:cxnLst>
              <a:rect l="0" t="0" r="r" b="b"/>
              <a:pathLst>
                <a:path w="27" h="18">
                  <a:moveTo>
                    <a:pt x="4" y="0"/>
                  </a:moveTo>
                  <a:lnTo>
                    <a:pt x="7" y="1"/>
                  </a:lnTo>
                  <a:lnTo>
                    <a:pt x="12" y="6"/>
                  </a:lnTo>
                  <a:lnTo>
                    <a:pt x="15" y="11"/>
                  </a:lnTo>
                  <a:lnTo>
                    <a:pt x="23" y="11"/>
                  </a:lnTo>
                  <a:lnTo>
                    <a:pt x="27" y="9"/>
                  </a:lnTo>
                  <a:lnTo>
                    <a:pt x="27" y="14"/>
                  </a:lnTo>
                  <a:lnTo>
                    <a:pt x="25" y="18"/>
                  </a:lnTo>
                  <a:lnTo>
                    <a:pt x="23" y="18"/>
                  </a:lnTo>
                  <a:lnTo>
                    <a:pt x="20" y="16"/>
                  </a:lnTo>
                  <a:lnTo>
                    <a:pt x="18" y="14"/>
                  </a:lnTo>
                  <a:lnTo>
                    <a:pt x="8" y="14"/>
                  </a:lnTo>
                  <a:lnTo>
                    <a:pt x="7" y="9"/>
                  </a:lnTo>
                  <a:lnTo>
                    <a:pt x="4" y="8"/>
                  </a:lnTo>
                  <a:lnTo>
                    <a:pt x="0" y="5"/>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8" name="Freeform 318"/>
            <p:cNvSpPr/>
            <p:nvPr/>
          </p:nvSpPr>
          <p:spPr bwMode="auto">
            <a:xfrm>
              <a:off x="2824163" y="2689225"/>
              <a:ext cx="28575" cy="41275"/>
            </a:xfrm>
            <a:custGeom>
              <a:avLst/>
              <a:gdLst/>
              <a:ahLst/>
              <a:cxnLst>
                <a:cxn ang="0">
                  <a:pos x="13" y="0"/>
                </a:cxn>
                <a:cxn ang="0">
                  <a:pos x="16" y="3"/>
                </a:cxn>
                <a:cxn ang="0">
                  <a:pos x="14" y="8"/>
                </a:cxn>
                <a:cxn ang="0">
                  <a:pos x="14" y="13"/>
                </a:cxn>
                <a:cxn ang="0">
                  <a:pos x="11" y="20"/>
                </a:cxn>
                <a:cxn ang="0">
                  <a:pos x="11" y="21"/>
                </a:cxn>
                <a:cxn ang="0">
                  <a:pos x="16" y="16"/>
                </a:cxn>
                <a:cxn ang="0">
                  <a:pos x="18" y="16"/>
                </a:cxn>
                <a:cxn ang="0">
                  <a:pos x="18" y="21"/>
                </a:cxn>
                <a:cxn ang="0">
                  <a:pos x="13" y="25"/>
                </a:cxn>
                <a:cxn ang="0">
                  <a:pos x="9" y="26"/>
                </a:cxn>
                <a:cxn ang="0">
                  <a:pos x="1" y="26"/>
                </a:cxn>
                <a:cxn ang="0">
                  <a:pos x="0" y="23"/>
                </a:cxn>
                <a:cxn ang="0">
                  <a:pos x="3" y="18"/>
                </a:cxn>
                <a:cxn ang="0">
                  <a:pos x="4" y="11"/>
                </a:cxn>
                <a:cxn ang="0">
                  <a:pos x="6" y="6"/>
                </a:cxn>
                <a:cxn ang="0">
                  <a:pos x="13" y="0"/>
                </a:cxn>
              </a:cxnLst>
              <a:rect l="0" t="0" r="r" b="b"/>
              <a:pathLst>
                <a:path w="18" h="26">
                  <a:moveTo>
                    <a:pt x="13" y="0"/>
                  </a:moveTo>
                  <a:lnTo>
                    <a:pt x="16" y="3"/>
                  </a:lnTo>
                  <a:lnTo>
                    <a:pt x="14" y="8"/>
                  </a:lnTo>
                  <a:lnTo>
                    <a:pt x="14" y="13"/>
                  </a:lnTo>
                  <a:lnTo>
                    <a:pt x="11" y="20"/>
                  </a:lnTo>
                  <a:lnTo>
                    <a:pt x="11" y="21"/>
                  </a:lnTo>
                  <a:lnTo>
                    <a:pt x="16" y="16"/>
                  </a:lnTo>
                  <a:lnTo>
                    <a:pt x="18" y="16"/>
                  </a:lnTo>
                  <a:lnTo>
                    <a:pt x="18" y="21"/>
                  </a:lnTo>
                  <a:lnTo>
                    <a:pt x="13" y="25"/>
                  </a:lnTo>
                  <a:lnTo>
                    <a:pt x="9" y="26"/>
                  </a:lnTo>
                  <a:lnTo>
                    <a:pt x="1" y="26"/>
                  </a:lnTo>
                  <a:lnTo>
                    <a:pt x="0" y="23"/>
                  </a:lnTo>
                  <a:lnTo>
                    <a:pt x="3" y="18"/>
                  </a:lnTo>
                  <a:lnTo>
                    <a:pt x="4" y="11"/>
                  </a:lnTo>
                  <a:lnTo>
                    <a:pt x="6" y="6"/>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9" name="Freeform 319"/>
            <p:cNvSpPr/>
            <p:nvPr/>
          </p:nvSpPr>
          <p:spPr bwMode="auto">
            <a:xfrm>
              <a:off x="1389063" y="2349500"/>
              <a:ext cx="73025" cy="93663"/>
            </a:xfrm>
            <a:custGeom>
              <a:avLst/>
              <a:gdLst/>
              <a:ahLst/>
              <a:cxnLst>
                <a:cxn ang="0">
                  <a:pos x="3" y="0"/>
                </a:cxn>
                <a:cxn ang="0">
                  <a:pos x="10" y="3"/>
                </a:cxn>
                <a:cxn ang="0">
                  <a:pos x="11" y="5"/>
                </a:cxn>
                <a:cxn ang="0">
                  <a:pos x="16" y="5"/>
                </a:cxn>
                <a:cxn ang="0">
                  <a:pos x="20" y="10"/>
                </a:cxn>
                <a:cxn ang="0">
                  <a:pos x="26" y="15"/>
                </a:cxn>
                <a:cxn ang="0">
                  <a:pos x="31" y="18"/>
                </a:cxn>
                <a:cxn ang="0">
                  <a:pos x="34" y="23"/>
                </a:cxn>
                <a:cxn ang="0">
                  <a:pos x="36" y="28"/>
                </a:cxn>
                <a:cxn ang="0">
                  <a:pos x="36" y="33"/>
                </a:cxn>
                <a:cxn ang="0">
                  <a:pos x="41" y="34"/>
                </a:cxn>
                <a:cxn ang="0">
                  <a:pos x="44" y="39"/>
                </a:cxn>
                <a:cxn ang="0">
                  <a:pos x="44" y="47"/>
                </a:cxn>
                <a:cxn ang="0">
                  <a:pos x="46" y="52"/>
                </a:cxn>
                <a:cxn ang="0">
                  <a:pos x="46" y="56"/>
                </a:cxn>
                <a:cxn ang="0">
                  <a:pos x="44" y="59"/>
                </a:cxn>
                <a:cxn ang="0">
                  <a:pos x="34" y="59"/>
                </a:cxn>
                <a:cxn ang="0">
                  <a:pos x="33" y="57"/>
                </a:cxn>
                <a:cxn ang="0">
                  <a:pos x="28" y="57"/>
                </a:cxn>
                <a:cxn ang="0">
                  <a:pos x="33" y="51"/>
                </a:cxn>
                <a:cxn ang="0">
                  <a:pos x="28" y="49"/>
                </a:cxn>
                <a:cxn ang="0">
                  <a:pos x="23" y="46"/>
                </a:cxn>
                <a:cxn ang="0">
                  <a:pos x="23" y="41"/>
                </a:cxn>
                <a:cxn ang="0">
                  <a:pos x="21" y="39"/>
                </a:cxn>
                <a:cxn ang="0">
                  <a:pos x="18" y="34"/>
                </a:cxn>
                <a:cxn ang="0">
                  <a:pos x="18" y="31"/>
                </a:cxn>
                <a:cxn ang="0">
                  <a:pos x="11" y="28"/>
                </a:cxn>
                <a:cxn ang="0">
                  <a:pos x="15" y="23"/>
                </a:cxn>
                <a:cxn ang="0">
                  <a:pos x="11" y="19"/>
                </a:cxn>
                <a:cxn ang="0">
                  <a:pos x="10" y="16"/>
                </a:cxn>
                <a:cxn ang="0">
                  <a:pos x="5" y="13"/>
                </a:cxn>
                <a:cxn ang="0">
                  <a:pos x="0" y="8"/>
                </a:cxn>
                <a:cxn ang="0">
                  <a:pos x="0" y="3"/>
                </a:cxn>
                <a:cxn ang="0">
                  <a:pos x="3" y="0"/>
                </a:cxn>
              </a:cxnLst>
              <a:rect l="0" t="0" r="r" b="b"/>
              <a:pathLst>
                <a:path w="46" h="59">
                  <a:moveTo>
                    <a:pt x="3" y="0"/>
                  </a:moveTo>
                  <a:lnTo>
                    <a:pt x="10" y="3"/>
                  </a:lnTo>
                  <a:lnTo>
                    <a:pt x="11" y="5"/>
                  </a:lnTo>
                  <a:lnTo>
                    <a:pt x="16" y="5"/>
                  </a:lnTo>
                  <a:lnTo>
                    <a:pt x="20" y="10"/>
                  </a:lnTo>
                  <a:lnTo>
                    <a:pt x="26" y="15"/>
                  </a:lnTo>
                  <a:lnTo>
                    <a:pt x="31" y="18"/>
                  </a:lnTo>
                  <a:lnTo>
                    <a:pt x="34" y="23"/>
                  </a:lnTo>
                  <a:lnTo>
                    <a:pt x="36" y="28"/>
                  </a:lnTo>
                  <a:lnTo>
                    <a:pt x="36" y="33"/>
                  </a:lnTo>
                  <a:lnTo>
                    <a:pt x="41" y="34"/>
                  </a:lnTo>
                  <a:lnTo>
                    <a:pt x="44" y="39"/>
                  </a:lnTo>
                  <a:lnTo>
                    <a:pt x="44" y="47"/>
                  </a:lnTo>
                  <a:lnTo>
                    <a:pt x="46" y="52"/>
                  </a:lnTo>
                  <a:lnTo>
                    <a:pt x="46" y="56"/>
                  </a:lnTo>
                  <a:lnTo>
                    <a:pt x="44" y="59"/>
                  </a:lnTo>
                  <a:lnTo>
                    <a:pt x="34" y="59"/>
                  </a:lnTo>
                  <a:lnTo>
                    <a:pt x="33" y="57"/>
                  </a:lnTo>
                  <a:lnTo>
                    <a:pt x="28" y="57"/>
                  </a:lnTo>
                  <a:lnTo>
                    <a:pt x="33" y="51"/>
                  </a:lnTo>
                  <a:lnTo>
                    <a:pt x="28" y="49"/>
                  </a:lnTo>
                  <a:lnTo>
                    <a:pt x="23" y="46"/>
                  </a:lnTo>
                  <a:lnTo>
                    <a:pt x="23" y="41"/>
                  </a:lnTo>
                  <a:lnTo>
                    <a:pt x="21" y="39"/>
                  </a:lnTo>
                  <a:lnTo>
                    <a:pt x="18" y="34"/>
                  </a:lnTo>
                  <a:lnTo>
                    <a:pt x="18" y="31"/>
                  </a:lnTo>
                  <a:lnTo>
                    <a:pt x="11" y="28"/>
                  </a:lnTo>
                  <a:lnTo>
                    <a:pt x="15" y="23"/>
                  </a:lnTo>
                  <a:lnTo>
                    <a:pt x="11" y="19"/>
                  </a:lnTo>
                  <a:lnTo>
                    <a:pt x="10" y="16"/>
                  </a:lnTo>
                  <a:lnTo>
                    <a:pt x="5" y="13"/>
                  </a:lnTo>
                  <a:lnTo>
                    <a:pt x="0" y="8"/>
                  </a:lnTo>
                  <a:lnTo>
                    <a:pt x="0" y="3"/>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0" name="Freeform 320"/>
            <p:cNvSpPr/>
            <p:nvPr/>
          </p:nvSpPr>
          <p:spPr bwMode="auto">
            <a:xfrm>
              <a:off x="1457326" y="2390775"/>
              <a:ext cx="7938" cy="7938"/>
            </a:xfrm>
            <a:custGeom>
              <a:avLst/>
              <a:gdLst/>
              <a:ahLst/>
              <a:cxnLst>
                <a:cxn ang="0">
                  <a:pos x="5" y="0"/>
                </a:cxn>
                <a:cxn ang="0">
                  <a:pos x="1" y="5"/>
                </a:cxn>
                <a:cxn ang="0">
                  <a:pos x="0" y="2"/>
                </a:cxn>
                <a:cxn ang="0">
                  <a:pos x="5" y="0"/>
                </a:cxn>
              </a:cxnLst>
              <a:rect l="0" t="0" r="r" b="b"/>
              <a:pathLst>
                <a:path w="5" h="5">
                  <a:moveTo>
                    <a:pt x="5" y="0"/>
                  </a:moveTo>
                  <a:lnTo>
                    <a:pt x="1" y="5"/>
                  </a:lnTo>
                  <a:lnTo>
                    <a:pt x="0"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1" name="Freeform 321"/>
            <p:cNvSpPr/>
            <p:nvPr/>
          </p:nvSpPr>
          <p:spPr bwMode="auto">
            <a:xfrm>
              <a:off x="1428751" y="2359025"/>
              <a:ext cx="9525" cy="7938"/>
            </a:xfrm>
            <a:custGeom>
              <a:avLst/>
              <a:gdLst/>
              <a:ahLst/>
              <a:cxnLst>
                <a:cxn ang="0">
                  <a:pos x="1" y="0"/>
                </a:cxn>
                <a:cxn ang="0">
                  <a:pos x="6" y="4"/>
                </a:cxn>
                <a:cxn ang="0">
                  <a:pos x="6" y="5"/>
                </a:cxn>
                <a:cxn ang="0">
                  <a:pos x="1" y="4"/>
                </a:cxn>
                <a:cxn ang="0">
                  <a:pos x="0" y="2"/>
                </a:cxn>
                <a:cxn ang="0">
                  <a:pos x="1" y="0"/>
                </a:cxn>
              </a:cxnLst>
              <a:rect l="0" t="0" r="r" b="b"/>
              <a:pathLst>
                <a:path w="6" h="5">
                  <a:moveTo>
                    <a:pt x="1" y="0"/>
                  </a:moveTo>
                  <a:lnTo>
                    <a:pt x="6" y="4"/>
                  </a:lnTo>
                  <a:lnTo>
                    <a:pt x="6" y="5"/>
                  </a:lnTo>
                  <a:lnTo>
                    <a:pt x="1" y="4"/>
                  </a:lnTo>
                  <a:lnTo>
                    <a:pt x="0" y="2"/>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2" name="Freeform 322"/>
            <p:cNvSpPr/>
            <p:nvPr/>
          </p:nvSpPr>
          <p:spPr bwMode="auto">
            <a:xfrm>
              <a:off x="1352551" y="2273300"/>
              <a:ext cx="9525" cy="11113"/>
            </a:xfrm>
            <a:custGeom>
              <a:avLst/>
              <a:gdLst/>
              <a:ahLst/>
              <a:cxnLst>
                <a:cxn ang="0">
                  <a:pos x="1" y="0"/>
                </a:cxn>
                <a:cxn ang="0">
                  <a:pos x="6" y="0"/>
                </a:cxn>
                <a:cxn ang="0">
                  <a:pos x="5" y="7"/>
                </a:cxn>
                <a:cxn ang="0">
                  <a:pos x="0" y="3"/>
                </a:cxn>
                <a:cxn ang="0">
                  <a:pos x="1" y="0"/>
                </a:cxn>
              </a:cxnLst>
              <a:rect l="0" t="0" r="r" b="b"/>
              <a:pathLst>
                <a:path w="6" h="7">
                  <a:moveTo>
                    <a:pt x="1" y="0"/>
                  </a:moveTo>
                  <a:lnTo>
                    <a:pt x="6" y="0"/>
                  </a:lnTo>
                  <a:lnTo>
                    <a:pt x="5" y="7"/>
                  </a:lnTo>
                  <a:lnTo>
                    <a:pt x="0" y="3"/>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3" name="Freeform 323"/>
            <p:cNvSpPr/>
            <p:nvPr/>
          </p:nvSpPr>
          <p:spPr bwMode="auto">
            <a:xfrm>
              <a:off x="1409701" y="2281238"/>
              <a:ext cx="12700" cy="15875"/>
            </a:xfrm>
            <a:custGeom>
              <a:avLst/>
              <a:gdLst/>
              <a:ahLst/>
              <a:cxnLst>
                <a:cxn ang="0">
                  <a:pos x="2" y="0"/>
                </a:cxn>
                <a:cxn ang="0">
                  <a:pos x="8" y="2"/>
                </a:cxn>
                <a:cxn ang="0">
                  <a:pos x="5" y="6"/>
                </a:cxn>
                <a:cxn ang="0">
                  <a:pos x="0" y="10"/>
                </a:cxn>
                <a:cxn ang="0">
                  <a:pos x="2" y="0"/>
                </a:cxn>
              </a:cxnLst>
              <a:rect l="0" t="0" r="r" b="b"/>
              <a:pathLst>
                <a:path w="8" h="10">
                  <a:moveTo>
                    <a:pt x="2" y="0"/>
                  </a:moveTo>
                  <a:lnTo>
                    <a:pt x="8" y="2"/>
                  </a:lnTo>
                  <a:lnTo>
                    <a:pt x="5" y="6"/>
                  </a:lnTo>
                  <a:lnTo>
                    <a:pt x="0" y="10"/>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4" name="Freeform 324"/>
            <p:cNvSpPr/>
            <p:nvPr/>
          </p:nvSpPr>
          <p:spPr bwMode="auto">
            <a:xfrm>
              <a:off x="1346201" y="2233613"/>
              <a:ext cx="14288" cy="31750"/>
            </a:xfrm>
            <a:custGeom>
              <a:avLst/>
              <a:gdLst/>
              <a:ahLst/>
              <a:cxnLst>
                <a:cxn ang="0">
                  <a:pos x="0" y="0"/>
                </a:cxn>
                <a:cxn ang="0">
                  <a:pos x="9" y="0"/>
                </a:cxn>
                <a:cxn ang="0">
                  <a:pos x="9" y="7"/>
                </a:cxn>
                <a:cxn ang="0">
                  <a:pos x="5" y="10"/>
                </a:cxn>
                <a:cxn ang="0">
                  <a:pos x="5" y="20"/>
                </a:cxn>
                <a:cxn ang="0">
                  <a:pos x="2" y="18"/>
                </a:cxn>
                <a:cxn ang="0">
                  <a:pos x="0" y="13"/>
                </a:cxn>
                <a:cxn ang="0">
                  <a:pos x="0" y="0"/>
                </a:cxn>
              </a:cxnLst>
              <a:rect l="0" t="0" r="r" b="b"/>
              <a:pathLst>
                <a:path w="9" h="20">
                  <a:moveTo>
                    <a:pt x="0" y="0"/>
                  </a:moveTo>
                  <a:lnTo>
                    <a:pt x="9" y="0"/>
                  </a:lnTo>
                  <a:lnTo>
                    <a:pt x="9" y="7"/>
                  </a:lnTo>
                  <a:lnTo>
                    <a:pt x="5" y="10"/>
                  </a:lnTo>
                  <a:lnTo>
                    <a:pt x="5" y="20"/>
                  </a:lnTo>
                  <a:lnTo>
                    <a:pt x="2" y="18"/>
                  </a:lnTo>
                  <a:lnTo>
                    <a:pt x="0" y="1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5" name="Freeform 325"/>
            <p:cNvSpPr/>
            <p:nvPr/>
          </p:nvSpPr>
          <p:spPr bwMode="auto">
            <a:xfrm>
              <a:off x="1344613" y="2179638"/>
              <a:ext cx="23813" cy="46038"/>
            </a:xfrm>
            <a:custGeom>
              <a:avLst/>
              <a:gdLst/>
              <a:ahLst/>
              <a:cxnLst>
                <a:cxn ang="0">
                  <a:pos x="6" y="0"/>
                </a:cxn>
                <a:cxn ang="0">
                  <a:pos x="10" y="5"/>
                </a:cxn>
                <a:cxn ang="0">
                  <a:pos x="11" y="5"/>
                </a:cxn>
                <a:cxn ang="0">
                  <a:pos x="10" y="10"/>
                </a:cxn>
                <a:cxn ang="0">
                  <a:pos x="15" y="10"/>
                </a:cxn>
                <a:cxn ang="0">
                  <a:pos x="15" y="13"/>
                </a:cxn>
                <a:cxn ang="0">
                  <a:pos x="10" y="14"/>
                </a:cxn>
                <a:cxn ang="0">
                  <a:pos x="10" y="28"/>
                </a:cxn>
                <a:cxn ang="0">
                  <a:pos x="5" y="29"/>
                </a:cxn>
                <a:cxn ang="0">
                  <a:pos x="1" y="29"/>
                </a:cxn>
                <a:cxn ang="0">
                  <a:pos x="0" y="24"/>
                </a:cxn>
                <a:cxn ang="0">
                  <a:pos x="0" y="16"/>
                </a:cxn>
                <a:cxn ang="0">
                  <a:pos x="6" y="0"/>
                </a:cxn>
              </a:cxnLst>
              <a:rect l="0" t="0" r="r" b="b"/>
              <a:pathLst>
                <a:path w="15" h="29">
                  <a:moveTo>
                    <a:pt x="6" y="0"/>
                  </a:moveTo>
                  <a:lnTo>
                    <a:pt x="10" y="5"/>
                  </a:lnTo>
                  <a:lnTo>
                    <a:pt x="11" y="5"/>
                  </a:lnTo>
                  <a:lnTo>
                    <a:pt x="10" y="10"/>
                  </a:lnTo>
                  <a:lnTo>
                    <a:pt x="15" y="10"/>
                  </a:lnTo>
                  <a:lnTo>
                    <a:pt x="15" y="13"/>
                  </a:lnTo>
                  <a:lnTo>
                    <a:pt x="10" y="14"/>
                  </a:lnTo>
                  <a:lnTo>
                    <a:pt x="10" y="28"/>
                  </a:lnTo>
                  <a:lnTo>
                    <a:pt x="5" y="29"/>
                  </a:lnTo>
                  <a:lnTo>
                    <a:pt x="1" y="29"/>
                  </a:lnTo>
                  <a:lnTo>
                    <a:pt x="0" y="24"/>
                  </a:lnTo>
                  <a:lnTo>
                    <a:pt x="0" y="16"/>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6" name="Freeform 326"/>
            <p:cNvSpPr/>
            <p:nvPr/>
          </p:nvSpPr>
          <p:spPr bwMode="auto">
            <a:xfrm>
              <a:off x="1390651" y="2212975"/>
              <a:ext cx="7938" cy="19050"/>
            </a:xfrm>
            <a:custGeom>
              <a:avLst/>
              <a:gdLst/>
              <a:ahLst/>
              <a:cxnLst>
                <a:cxn ang="0">
                  <a:pos x="2" y="0"/>
                </a:cxn>
                <a:cxn ang="0">
                  <a:pos x="5" y="0"/>
                </a:cxn>
                <a:cxn ang="0">
                  <a:pos x="5" y="12"/>
                </a:cxn>
                <a:cxn ang="0">
                  <a:pos x="0" y="8"/>
                </a:cxn>
                <a:cxn ang="0">
                  <a:pos x="0" y="3"/>
                </a:cxn>
                <a:cxn ang="0">
                  <a:pos x="2" y="0"/>
                </a:cxn>
              </a:cxnLst>
              <a:rect l="0" t="0" r="r" b="b"/>
              <a:pathLst>
                <a:path w="5" h="12">
                  <a:moveTo>
                    <a:pt x="2" y="0"/>
                  </a:moveTo>
                  <a:lnTo>
                    <a:pt x="5" y="0"/>
                  </a:lnTo>
                  <a:lnTo>
                    <a:pt x="5" y="12"/>
                  </a:lnTo>
                  <a:lnTo>
                    <a:pt x="0" y="8"/>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7" name="Freeform 327"/>
            <p:cNvSpPr/>
            <p:nvPr/>
          </p:nvSpPr>
          <p:spPr bwMode="auto">
            <a:xfrm>
              <a:off x="1385888" y="2187575"/>
              <a:ext cx="4763" cy="14288"/>
            </a:xfrm>
            <a:custGeom>
              <a:avLst/>
              <a:gdLst/>
              <a:ahLst/>
              <a:cxnLst>
                <a:cxn ang="0">
                  <a:pos x="3" y="0"/>
                </a:cxn>
                <a:cxn ang="0">
                  <a:pos x="3" y="9"/>
                </a:cxn>
                <a:cxn ang="0">
                  <a:pos x="0" y="6"/>
                </a:cxn>
                <a:cxn ang="0">
                  <a:pos x="0" y="1"/>
                </a:cxn>
                <a:cxn ang="0">
                  <a:pos x="3" y="0"/>
                </a:cxn>
              </a:cxnLst>
              <a:rect l="0" t="0" r="r" b="b"/>
              <a:pathLst>
                <a:path w="3" h="9">
                  <a:moveTo>
                    <a:pt x="3" y="0"/>
                  </a:moveTo>
                  <a:lnTo>
                    <a:pt x="3" y="9"/>
                  </a:lnTo>
                  <a:lnTo>
                    <a:pt x="0" y="6"/>
                  </a:lnTo>
                  <a:lnTo>
                    <a:pt x="0" y="1"/>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8" name="Freeform 328"/>
            <p:cNvSpPr/>
            <p:nvPr/>
          </p:nvSpPr>
          <p:spPr bwMode="auto">
            <a:xfrm>
              <a:off x="1390651" y="2152650"/>
              <a:ext cx="14288" cy="28575"/>
            </a:xfrm>
            <a:custGeom>
              <a:avLst/>
              <a:gdLst/>
              <a:ahLst/>
              <a:cxnLst>
                <a:cxn ang="0">
                  <a:pos x="4" y="0"/>
                </a:cxn>
                <a:cxn ang="0">
                  <a:pos x="7" y="3"/>
                </a:cxn>
                <a:cxn ang="0">
                  <a:pos x="9" y="10"/>
                </a:cxn>
                <a:cxn ang="0">
                  <a:pos x="7" y="15"/>
                </a:cxn>
                <a:cxn ang="0">
                  <a:pos x="4" y="18"/>
                </a:cxn>
                <a:cxn ang="0">
                  <a:pos x="5" y="13"/>
                </a:cxn>
                <a:cxn ang="0">
                  <a:pos x="0" y="12"/>
                </a:cxn>
                <a:cxn ang="0">
                  <a:pos x="4" y="5"/>
                </a:cxn>
                <a:cxn ang="0">
                  <a:pos x="4" y="0"/>
                </a:cxn>
              </a:cxnLst>
              <a:rect l="0" t="0" r="r" b="b"/>
              <a:pathLst>
                <a:path w="9" h="18">
                  <a:moveTo>
                    <a:pt x="4" y="0"/>
                  </a:moveTo>
                  <a:lnTo>
                    <a:pt x="7" y="3"/>
                  </a:lnTo>
                  <a:lnTo>
                    <a:pt x="9" y="10"/>
                  </a:lnTo>
                  <a:lnTo>
                    <a:pt x="7" y="15"/>
                  </a:lnTo>
                  <a:lnTo>
                    <a:pt x="4" y="18"/>
                  </a:lnTo>
                  <a:lnTo>
                    <a:pt x="5" y="13"/>
                  </a:lnTo>
                  <a:lnTo>
                    <a:pt x="0" y="12"/>
                  </a:lnTo>
                  <a:lnTo>
                    <a:pt x="4" y="5"/>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9" name="Freeform 329"/>
            <p:cNvSpPr/>
            <p:nvPr/>
          </p:nvSpPr>
          <p:spPr bwMode="auto">
            <a:xfrm>
              <a:off x="1368426" y="2139950"/>
              <a:ext cx="12700" cy="25400"/>
            </a:xfrm>
            <a:custGeom>
              <a:avLst/>
              <a:gdLst/>
              <a:ahLst/>
              <a:cxnLst>
                <a:cxn ang="0">
                  <a:pos x="5" y="0"/>
                </a:cxn>
                <a:cxn ang="0">
                  <a:pos x="8" y="5"/>
                </a:cxn>
                <a:cxn ang="0">
                  <a:pos x="8" y="10"/>
                </a:cxn>
                <a:cxn ang="0">
                  <a:pos x="6" y="15"/>
                </a:cxn>
                <a:cxn ang="0">
                  <a:pos x="3" y="16"/>
                </a:cxn>
                <a:cxn ang="0">
                  <a:pos x="0" y="15"/>
                </a:cxn>
                <a:cxn ang="0">
                  <a:pos x="1" y="11"/>
                </a:cxn>
                <a:cxn ang="0">
                  <a:pos x="0" y="10"/>
                </a:cxn>
                <a:cxn ang="0">
                  <a:pos x="0" y="8"/>
                </a:cxn>
                <a:cxn ang="0">
                  <a:pos x="1" y="7"/>
                </a:cxn>
                <a:cxn ang="0">
                  <a:pos x="1" y="2"/>
                </a:cxn>
                <a:cxn ang="0">
                  <a:pos x="5" y="0"/>
                </a:cxn>
              </a:cxnLst>
              <a:rect l="0" t="0" r="r" b="b"/>
              <a:pathLst>
                <a:path w="8" h="16">
                  <a:moveTo>
                    <a:pt x="5" y="0"/>
                  </a:moveTo>
                  <a:lnTo>
                    <a:pt x="8" y="5"/>
                  </a:lnTo>
                  <a:lnTo>
                    <a:pt x="8" y="10"/>
                  </a:lnTo>
                  <a:lnTo>
                    <a:pt x="6" y="15"/>
                  </a:lnTo>
                  <a:lnTo>
                    <a:pt x="3" y="16"/>
                  </a:lnTo>
                  <a:lnTo>
                    <a:pt x="0" y="15"/>
                  </a:lnTo>
                  <a:lnTo>
                    <a:pt x="1" y="11"/>
                  </a:lnTo>
                  <a:lnTo>
                    <a:pt x="0" y="10"/>
                  </a:lnTo>
                  <a:lnTo>
                    <a:pt x="0" y="8"/>
                  </a:lnTo>
                  <a:lnTo>
                    <a:pt x="1" y="7"/>
                  </a:lnTo>
                  <a:lnTo>
                    <a:pt x="1"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0" name="Freeform 330"/>
            <p:cNvSpPr/>
            <p:nvPr/>
          </p:nvSpPr>
          <p:spPr bwMode="auto">
            <a:xfrm>
              <a:off x="1373188" y="2092325"/>
              <a:ext cx="20638" cy="47625"/>
            </a:xfrm>
            <a:custGeom>
              <a:avLst/>
              <a:gdLst/>
              <a:ahLst/>
              <a:cxnLst>
                <a:cxn ang="0">
                  <a:pos x="0" y="0"/>
                </a:cxn>
                <a:cxn ang="0">
                  <a:pos x="5" y="0"/>
                </a:cxn>
                <a:cxn ang="0">
                  <a:pos x="8" y="4"/>
                </a:cxn>
                <a:cxn ang="0">
                  <a:pos x="10" y="10"/>
                </a:cxn>
                <a:cxn ang="0">
                  <a:pos x="10" y="15"/>
                </a:cxn>
                <a:cxn ang="0">
                  <a:pos x="13" y="20"/>
                </a:cxn>
                <a:cxn ang="0">
                  <a:pos x="10" y="22"/>
                </a:cxn>
                <a:cxn ang="0">
                  <a:pos x="10" y="25"/>
                </a:cxn>
                <a:cxn ang="0">
                  <a:pos x="8" y="28"/>
                </a:cxn>
                <a:cxn ang="0">
                  <a:pos x="8" y="30"/>
                </a:cxn>
                <a:cxn ang="0">
                  <a:pos x="5" y="27"/>
                </a:cxn>
                <a:cxn ang="0">
                  <a:pos x="5" y="23"/>
                </a:cxn>
                <a:cxn ang="0">
                  <a:pos x="3" y="22"/>
                </a:cxn>
                <a:cxn ang="0">
                  <a:pos x="3" y="5"/>
                </a:cxn>
                <a:cxn ang="0">
                  <a:pos x="0" y="4"/>
                </a:cxn>
                <a:cxn ang="0">
                  <a:pos x="0" y="0"/>
                </a:cxn>
              </a:cxnLst>
              <a:rect l="0" t="0" r="r" b="b"/>
              <a:pathLst>
                <a:path w="13" h="30">
                  <a:moveTo>
                    <a:pt x="0" y="0"/>
                  </a:moveTo>
                  <a:lnTo>
                    <a:pt x="5" y="0"/>
                  </a:lnTo>
                  <a:lnTo>
                    <a:pt x="8" y="4"/>
                  </a:lnTo>
                  <a:lnTo>
                    <a:pt x="10" y="10"/>
                  </a:lnTo>
                  <a:lnTo>
                    <a:pt x="10" y="15"/>
                  </a:lnTo>
                  <a:lnTo>
                    <a:pt x="13" y="20"/>
                  </a:lnTo>
                  <a:lnTo>
                    <a:pt x="10" y="22"/>
                  </a:lnTo>
                  <a:lnTo>
                    <a:pt x="10" y="25"/>
                  </a:lnTo>
                  <a:lnTo>
                    <a:pt x="8" y="28"/>
                  </a:lnTo>
                  <a:lnTo>
                    <a:pt x="8" y="30"/>
                  </a:lnTo>
                  <a:lnTo>
                    <a:pt x="5" y="27"/>
                  </a:lnTo>
                  <a:lnTo>
                    <a:pt x="5" y="23"/>
                  </a:lnTo>
                  <a:lnTo>
                    <a:pt x="3" y="22"/>
                  </a:lnTo>
                  <a:lnTo>
                    <a:pt x="3" y="5"/>
                  </a:lnTo>
                  <a:lnTo>
                    <a:pt x="0"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1" name="Freeform 331"/>
            <p:cNvSpPr/>
            <p:nvPr/>
          </p:nvSpPr>
          <p:spPr bwMode="auto">
            <a:xfrm>
              <a:off x="1349376" y="1990725"/>
              <a:ext cx="20638" cy="33338"/>
            </a:xfrm>
            <a:custGeom>
              <a:avLst/>
              <a:gdLst/>
              <a:ahLst/>
              <a:cxnLst>
                <a:cxn ang="0">
                  <a:pos x="10" y="0"/>
                </a:cxn>
                <a:cxn ang="0">
                  <a:pos x="13" y="0"/>
                </a:cxn>
                <a:cxn ang="0">
                  <a:pos x="12" y="5"/>
                </a:cxn>
                <a:cxn ang="0">
                  <a:pos x="13" y="10"/>
                </a:cxn>
                <a:cxn ang="0">
                  <a:pos x="12" y="13"/>
                </a:cxn>
                <a:cxn ang="0">
                  <a:pos x="10" y="10"/>
                </a:cxn>
                <a:cxn ang="0">
                  <a:pos x="7" y="15"/>
                </a:cxn>
                <a:cxn ang="0">
                  <a:pos x="10" y="16"/>
                </a:cxn>
                <a:cxn ang="0">
                  <a:pos x="7" y="20"/>
                </a:cxn>
                <a:cxn ang="0">
                  <a:pos x="3" y="21"/>
                </a:cxn>
                <a:cxn ang="0">
                  <a:pos x="0" y="16"/>
                </a:cxn>
                <a:cxn ang="0">
                  <a:pos x="0" y="10"/>
                </a:cxn>
                <a:cxn ang="0">
                  <a:pos x="3" y="7"/>
                </a:cxn>
                <a:cxn ang="0">
                  <a:pos x="8" y="3"/>
                </a:cxn>
                <a:cxn ang="0">
                  <a:pos x="10" y="0"/>
                </a:cxn>
              </a:cxnLst>
              <a:rect l="0" t="0" r="r" b="b"/>
              <a:pathLst>
                <a:path w="13" h="21">
                  <a:moveTo>
                    <a:pt x="10" y="0"/>
                  </a:moveTo>
                  <a:lnTo>
                    <a:pt x="13" y="0"/>
                  </a:lnTo>
                  <a:lnTo>
                    <a:pt x="12" y="5"/>
                  </a:lnTo>
                  <a:lnTo>
                    <a:pt x="13" y="10"/>
                  </a:lnTo>
                  <a:lnTo>
                    <a:pt x="12" y="13"/>
                  </a:lnTo>
                  <a:lnTo>
                    <a:pt x="10" y="10"/>
                  </a:lnTo>
                  <a:lnTo>
                    <a:pt x="7" y="15"/>
                  </a:lnTo>
                  <a:lnTo>
                    <a:pt x="10" y="16"/>
                  </a:lnTo>
                  <a:lnTo>
                    <a:pt x="7" y="20"/>
                  </a:lnTo>
                  <a:lnTo>
                    <a:pt x="3" y="21"/>
                  </a:lnTo>
                  <a:lnTo>
                    <a:pt x="0" y="16"/>
                  </a:lnTo>
                  <a:lnTo>
                    <a:pt x="0" y="10"/>
                  </a:lnTo>
                  <a:lnTo>
                    <a:pt x="3" y="7"/>
                  </a:lnTo>
                  <a:lnTo>
                    <a:pt x="8" y="3"/>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2" name="Freeform 332"/>
            <p:cNvSpPr/>
            <p:nvPr/>
          </p:nvSpPr>
          <p:spPr bwMode="auto">
            <a:xfrm>
              <a:off x="1357313" y="2030413"/>
              <a:ext cx="15875" cy="30163"/>
            </a:xfrm>
            <a:custGeom>
              <a:avLst/>
              <a:gdLst/>
              <a:ahLst/>
              <a:cxnLst>
                <a:cxn ang="0">
                  <a:pos x="5" y="0"/>
                </a:cxn>
                <a:cxn ang="0">
                  <a:pos x="8" y="8"/>
                </a:cxn>
                <a:cxn ang="0">
                  <a:pos x="10" y="15"/>
                </a:cxn>
                <a:cxn ang="0">
                  <a:pos x="3" y="19"/>
                </a:cxn>
                <a:cxn ang="0">
                  <a:pos x="0" y="19"/>
                </a:cxn>
                <a:cxn ang="0">
                  <a:pos x="0" y="13"/>
                </a:cxn>
                <a:cxn ang="0">
                  <a:pos x="3" y="6"/>
                </a:cxn>
                <a:cxn ang="0">
                  <a:pos x="2" y="1"/>
                </a:cxn>
                <a:cxn ang="0">
                  <a:pos x="5" y="0"/>
                </a:cxn>
              </a:cxnLst>
              <a:rect l="0" t="0" r="r" b="b"/>
              <a:pathLst>
                <a:path w="10" h="19">
                  <a:moveTo>
                    <a:pt x="5" y="0"/>
                  </a:moveTo>
                  <a:lnTo>
                    <a:pt x="8" y="8"/>
                  </a:lnTo>
                  <a:lnTo>
                    <a:pt x="10" y="15"/>
                  </a:lnTo>
                  <a:lnTo>
                    <a:pt x="3" y="19"/>
                  </a:lnTo>
                  <a:lnTo>
                    <a:pt x="0" y="19"/>
                  </a:lnTo>
                  <a:lnTo>
                    <a:pt x="0" y="13"/>
                  </a:lnTo>
                  <a:lnTo>
                    <a:pt x="3" y="6"/>
                  </a:lnTo>
                  <a:lnTo>
                    <a:pt x="2" y="1"/>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3" name="Freeform 333"/>
            <p:cNvSpPr/>
            <p:nvPr/>
          </p:nvSpPr>
          <p:spPr bwMode="auto">
            <a:xfrm>
              <a:off x="1360488" y="2066925"/>
              <a:ext cx="12700" cy="12700"/>
            </a:xfrm>
            <a:custGeom>
              <a:avLst/>
              <a:gdLst/>
              <a:ahLst/>
              <a:cxnLst>
                <a:cxn ang="0">
                  <a:pos x="5" y="0"/>
                </a:cxn>
                <a:cxn ang="0">
                  <a:pos x="8" y="1"/>
                </a:cxn>
                <a:cxn ang="0">
                  <a:pos x="5" y="8"/>
                </a:cxn>
                <a:cxn ang="0">
                  <a:pos x="0" y="3"/>
                </a:cxn>
                <a:cxn ang="0">
                  <a:pos x="5" y="0"/>
                </a:cxn>
              </a:cxnLst>
              <a:rect l="0" t="0" r="r" b="b"/>
              <a:pathLst>
                <a:path w="8" h="8">
                  <a:moveTo>
                    <a:pt x="5" y="0"/>
                  </a:moveTo>
                  <a:lnTo>
                    <a:pt x="8" y="1"/>
                  </a:lnTo>
                  <a:lnTo>
                    <a:pt x="5" y="8"/>
                  </a:lnTo>
                  <a:lnTo>
                    <a:pt x="0"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4" name="Freeform 334"/>
            <p:cNvSpPr/>
            <p:nvPr/>
          </p:nvSpPr>
          <p:spPr bwMode="auto">
            <a:xfrm>
              <a:off x="1373188" y="2066925"/>
              <a:ext cx="11113" cy="20638"/>
            </a:xfrm>
            <a:custGeom>
              <a:avLst/>
              <a:gdLst/>
              <a:ahLst/>
              <a:cxnLst>
                <a:cxn ang="0">
                  <a:pos x="3" y="0"/>
                </a:cxn>
                <a:cxn ang="0">
                  <a:pos x="7" y="10"/>
                </a:cxn>
                <a:cxn ang="0">
                  <a:pos x="5" y="13"/>
                </a:cxn>
                <a:cxn ang="0">
                  <a:pos x="0" y="13"/>
                </a:cxn>
                <a:cxn ang="0">
                  <a:pos x="3" y="6"/>
                </a:cxn>
                <a:cxn ang="0">
                  <a:pos x="3" y="0"/>
                </a:cxn>
              </a:cxnLst>
              <a:rect l="0" t="0" r="r" b="b"/>
              <a:pathLst>
                <a:path w="7" h="13">
                  <a:moveTo>
                    <a:pt x="3" y="0"/>
                  </a:moveTo>
                  <a:lnTo>
                    <a:pt x="7" y="10"/>
                  </a:lnTo>
                  <a:lnTo>
                    <a:pt x="5" y="13"/>
                  </a:lnTo>
                  <a:lnTo>
                    <a:pt x="0" y="13"/>
                  </a:lnTo>
                  <a:lnTo>
                    <a:pt x="3" y="6"/>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5" name="Freeform 335"/>
            <p:cNvSpPr/>
            <p:nvPr/>
          </p:nvSpPr>
          <p:spPr bwMode="auto">
            <a:xfrm>
              <a:off x="1397001" y="2084388"/>
              <a:ext cx="9525" cy="19050"/>
            </a:xfrm>
            <a:custGeom>
              <a:avLst/>
              <a:gdLst/>
              <a:ahLst/>
              <a:cxnLst>
                <a:cxn ang="0">
                  <a:pos x="0" y="0"/>
                </a:cxn>
                <a:cxn ang="0">
                  <a:pos x="5" y="2"/>
                </a:cxn>
                <a:cxn ang="0">
                  <a:pos x="6" y="4"/>
                </a:cxn>
                <a:cxn ang="0">
                  <a:pos x="3" y="7"/>
                </a:cxn>
                <a:cxn ang="0">
                  <a:pos x="0" y="12"/>
                </a:cxn>
                <a:cxn ang="0">
                  <a:pos x="0" y="0"/>
                </a:cxn>
              </a:cxnLst>
              <a:rect l="0" t="0" r="r" b="b"/>
              <a:pathLst>
                <a:path w="6" h="12">
                  <a:moveTo>
                    <a:pt x="0" y="0"/>
                  </a:moveTo>
                  <a:lnTo>
                    <a:pt x="5" y="2"/>
                  </a:lnTo>
                  <a:lnTo>
                    <a:pt x="6" y="4"/>
                  </a:lnTo>
                  <a:lnTo>
                    <a:pt x="3" y="7"/>
                  </a:lnTo>
                  <a:lnTo>
                    <a:pt x="0" y="1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6" name="Freeform 336"/>
            <p:cNvSpPr/>
            <p:nvPr/>
          </p:nvSpPr>
          <p:spPr bwMode="auto">
            <a:xfrm>
              <a:off x="1385888" y="2058988"/>
              <a:ext cx="4763" cy="20638"/>
            </a:xfrm>
            <a:custGeom>
              <a:avLst/>
              <a:gdLst/>
              <a:ahLst/>
              <a:cxnLst>
                <a:cxn ang="0">
                  <a:pos x="0" y="0"/>
                </a:cxn>
                <a:cxn ang="0">
                  <a:pos x="2" y="0"/>
                </a:cxn>
                <a:cxn ang="0">
                  <a:pos x="2" y="3"/>
                </a:cxn>
                <a:cxn ang="0">
                  <a:pos x="3" y="8"/>
                </a:cxn>
                <a:cxn ang="0">
                  <a:pos x="2" y="13"/>
                </a:cxn>
                <a:cxn ang="0">
                  <a:pos x="0" y="6"/>
                </a:cxn>
                <a:cxn ang="0">
                  <a:pos x="0" y="0"/>
                </a:cxn>
              </a:cxnLst>
              <a:rect l="0" t="0" r="r" b="b"/>
              <a:pathLst>
                <a:path w="3" h="13">
                  <a:moveTo>
                    <a:pt x="0" y="0"/>
                  </a:moveTo>
                  <a:lnTo>
                    <a:pt x="2" y="0"/>
                  </a:lnTo>
                  <a:lnTo>
                    <a:pt x="2" y="3"/>
                  </a:lnTo>
                  <a:lnTo>
                    <a:pt x="3" y="8"/>
                  </a:lnTo>
                  <a:lnTo>
                    <a:pt x="2" y="13"/>
                  </a:lnTo>
                  <a:lnTo>
                    <a:pt x="0" y="6"/>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7" name="Freeform 337"/>
            <p:cNvSpPr/>
            <p:nvPr/>
          </p:nvSpPr>
          <p:spPr bwMode="auto">
            <a:xfrm>
              <a:off x="1376363" y="2035175"/>
              <a:ext cx="9525" cy="15875"/>
            </a:xfrm>
            <a:custGeom>
              <a:avLst/>
              <a:gdLst/>
              <a:ahLst/>
              <a:cxnLst>
                <a:cxn ang="0">
                  <a:pos x="3" y="0"/>
                </a:cxn>
                <a:cxn ang="0">
                  <a:pos x="6" y="0"/>
                </a:cxn>
                <a:cxn ang="0">
                  <a:pos x="6" y="3"/>
                </a:cxn>
                <a:cxn ang="0">
                  <a:pos x="5" y="7"/>
                </a:cxn>
                <a:cxn ang="0">
                  <a:pos x="1" y="10"/>
                </a:cxn>
                <a:cxn ang="0">
                  <a:pos x="0" y="5"/>
                </a:cxn>
                <a:cxn ang="0">
                  <a:pos x="0" y="2"/>
                </a:cxn>
                <a:cxn ang="0">
                  <a:pos x="3" y="0"/>
                </a:cxn>
              </a:cxnLst>
              <a:rect l="0" t="0" r="r" b="b"/>
              <a:pathLst>
                <a:path w="6" h="10">
                  <a:moveTo>
                    <a:pt x="3" y="0"/>
                  </a:moveTo>
                  <a:lnTo>
                    <a:pt x="6" y="0"/>
                  </a:lnTo>
                  <a:lnTo>
                    <a:pt x="6" y="3"/>
                  </a:lnTo>
                  <a:lnTo>
                    <a:pt x="5" y="7"/>
                  </a:lnTo>
                  <a:lnTo>
                    <a:pt x="1" y="10"/>
                  </a:lnTo>
                  <a:lnTo>
                    <a:pt x="0"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8" name="Freeform 338"/>
            <p:cNvSpPr/>
            <p:nvPr/>
          </p:nvSpPr>
          <p:spPr bwMode="auto">
            <a:xfrm>
              <a:off x="1373188" y="1990725"/>
              <a:ext cx="12700" cy="39688"/>
            </a:xfrm>
            <a:custGeom>
              <a:avLst/>
              <a:gdLst/>
              <a:ahLst/>
              <a:cxnLst>
                <a:cxn ang="0">
                  <a:pos x="3" y="0"/>
                </a:cxn>
                <a:cxn ang="0">
                  <a:pos x="5" y="3"/>
                </a:cxn>
                <a:cxn ang="0">
                  <a:pos x="5" y="10"/>
                </a:cxn>
                <a:cxn ang="0">
                  <a:pos x="8" y="13"/>
                </a:cxn>
                <a:cxn ang="0">
                  <a:pos x="8" y="21"/>
                </a:cxn>
                <a:cxn ang="0">
                  <a:pos x="3" y="25"/>
                </a:cxn>
                <a:cxn ang="0">
                  <a:pos x="0" y="20"/>
                </a:cxn>
                <a:cxn ang="0">
                  <a:pos x="2" y="15"/>
                </a:cxn>
                <a:cxn ang="0">
                  <a:pos x="3" y="13"/>
                </a:cxn>
                <a:cxn ang="0">
                  <a:pos x="0" y="7"/>
                </a:cxn>
                <a:cxn ang="0">
                  <a:pos x="3" y="0"/>
                </a:cxn>
              </a:cxnLst>
              <a:rect l="0" t="0" r="r" b="b"/>
              <a:pathLst>
                <a:path w="8" h="25">
                  <a:moveTo>
                    <a:pt x="3" y="0"/>
                  </a:moveTo>
                  <a:lnTo>
                    <a:pt x="5" y="3"/>
                  </a:lnTo>
                  <a:lnTo>
                    <a:pt x="5" y="10"/>
                  </a:lnTo>
                  <a:lnTo>
                    <a:pt x="8" y="13"/>
                  </a:lnTo>
                  <a:lnTo>
                    <a:pt x="8" y="21"/>
                  </a:lnTo>
                  <a:lnTo>
                    <a:pt x="3" y="25"/>
                  </a:lnTo>
                  <a:lnTo>
                    <a:pt x="0" y="20"/>
                  </a:lnTo>
                  <a:lnTo>
                    <a:pt x="2" y="15"/>
                  </a:lnTo>
                  <a:lnTo>
                    <a:pt x="3" y="13"/>
                  </a:lnTo>
                  <a:lnTo>
                    <a:pt x="0" y="7"/>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9" name="Freeform 339"/>
            <p:cNvSpPr/>
            <p:nvPr/>
          </p:nvSpPr>
          <p:spPr bwMode="auto">
            <a:xfrm>
              <a:off x="1152526" y="1852613"/>
              <a:ext cx="31750" cy="17463"/>
            </a:xfrm>
            <a:custGeom>
              <a:avLst/>
              <a:gdLst/>
              <a:ahLst/>
              <a:cxnLst>
                <a:cxn ang="0">
                  <a:pos x="15" y="0"/>
                </a:cxn>
                <a:cxn ang="0">
                  <a:pos x="20" y="3"/>
                </a:cxn>
                <a:cxn ang="0">
                  <a:pos x="17" y="6"/>
                </a:cxn>
                <a:cxn ang="0">
                  <a:pos x="12" y="10"/>
                </a:cxn>
                <a:cxn ang="0">
                  <a:pos x="5" y="11"/>
                </a:cxn>
                <a:cxn ang="0">
                  <a:pos x="0" y="10"/>
                </a:cxn>
                <a:cxn ang="0">
                  <a:pos x="4" y="8"/>
                </a:cxn>
                <a:cxn ang="0">
                  <a:pos x="7" y="5"/>
                </a:cxn>
                <a:cxn ang="0">
                  <a:pos x="10" y="3"/>
                </a:cxn>
                <a:cxn ang="0">
                  <a:pos x="15" y="0"/>
                </a:cxn>
              </a:cxnLst>
              <a:rect l="0" t="0" r="r" b="b"/>
              <a:pathLst>
                <a:path w="20" h="11">
                  <a:moveTo>
                    <a:pt x="15" y="0"/>
                  </a:moveTo>
                  <a:lnTo>
                    <a:pt x="20" y="3"/>
                  </a:lnTo>
                  <a:lnTo>
                    <a:pt x="17" y="6"/>
                  </a:lnTo>
                  <a:lnTo>
                    <a:pt x="12" y="10"/>
                  </a:lnTo>
                  <a:lnTo>
                    <a:pt x="5" y="11"/>
                  </a:lnTo>
                  <a:lnTo>
                    <a:pt x="0" y="10"/>
                  </a:lnTo>
                  <a:lnTo>
                    <a:pt x="4" y="8"/>
                  </a:lnTo>
                  <a:lnTo>
                    <a:pt x="7" y="5"/>
                  </a:lnTo>
                  <a:lnTo>
                    <a:pt x="10" y="3"/>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0" name="Freeform 340"/>
            <p:cNvSpPr/>
            <p:nvPr/>
          </p:nvSpPr>
          <p:spPr bwMode="auto">
            <a:xfrm>
              <a:off x="1006476" y="1909763"/>
              <a:ext cx="36513" cy="17463"/>
            </a:xfrm>
            <a:custGeom>
              <a:avLst/>
              <a:gdLst/>
              <a:ahLst/>
              <a:cxnLst>
                <a:cxn ang="0">
                  <a:pos x="17" y="0"/>
                </a:cxn>
                <a:cxn ang="0">
                  <a:pos x="23" y="3"/>
                </a:cxn>
                <a:cxn ang="0">
                  <a:pos x="15" y="11"/>
                </a:cxn>
                <a:cxn ang="0">
                  <a:pos x="0" y="11"/>
                </a:cxn>
                <a:cxn ang="0">
                  <a:pos x="7" y="5"/>
                </a:cxn>
                <a:cxn ang="0">
                  <a:pos x="12" y="5"/>
                </a:cxn>
                <a:cxn ang="0">
                  <a:pos x="17" y="0"/>
                </a:cxn>
              </a:cxnLst>
              <a:rect l="0" t="0" r="r" b="b"/>
              <a:pathLst>
                <a:path w="23" h="11">
                  <a:moveTo>
                    <a:pt x="17" y="0"/>
                  </a:moveTo>
                  <a:lnTo>
                    <a:pt x="23" y="3"/>
                  </a:lnTo>
                  <a:lnTo>
                    <a:pt x="15" y="11"/>
                  </a:lnTo>
                  <a:lnTo>
                    <a:pt x="0" y="11"/>
                  </a:lnTo>
                  <a:lnTo>
                    <a:pt x="7" y="5"/>
                  </a:lnTo>
                  <a:lnTo>
                    <a:pt x="12" y="5"/>
                  </a:lnTo>
                  <a:lnTo>
                    <a:pt x="1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1" name="Freeform 341"/>
            <p:cNvSpPr/>
            <p:nvPr/>
          </p:nvSpPr>
          <p:spPr bwMode="auto">
            <a:xfrm>
              <a:off x="958851" y="1938338"/>
              <a:ext cx="55563" cy="33338"/>
            </a:xfrm>
            <a:custGeom>
              <a:avLst/>
              <a:gdLst/>
              <a:ahLst/>
              <a:cxnLst>
                <a:cxn ang="0">
                  <a:pos x="23" y="0"/>
                </a:cxn>
                <a:cxn ang="0">
                  <a:pos x="27" y="2"/>
                </a:cxn>
                <a:cxn ang="0">
                  <a:pos x="35" y="2"/>
                </a:cxn>
                <a:cxn ang="0">
                  <a:pos x="33" y="5"/>
                </a:cxn>
                <a:cxn ang="0">
                  <a:pos x="33" y="10"/>
                </a:cxn>
                <a:cxn ang="0">
                  <a:pos x="28" y="15"/>
                </a:cxn>
                <a:cxn ang="0">
                  <a:pos x="20" y="20"/>
                </a:cxn>
                <a:cxn ang="0">
                  <a:pos x="15" y="21"/>
                </a:cxn>
                <a:cxn ang="0">
                  <a:pos x="7" y="20"/>
                </a:cxn>
                <a:cxn ang="0">
                  <a:pos x="0" y="17"/>
                </a:cxn>
                <a:cxn ang="0">
                  <a:pos x="0" y="10"/>
                </a:cxn>
                <a:cxn ang="0">
                  <a:pos x="4" y="5"/>
                </a:cxn>
                <a:cxn ang="0">
                  <a:pos x="9" y="3"/>
                </a:cxn>
                <a:cxn ang="0">
                  <a:pos x="9" y="8"/>
                </a:cxn>
                <a:cxn ang="0">
                  <a:pos x="12" y="8"/>
                </a:cxn>
                <a:cxn ang="0">
                  <a:pos x="17" y="7"/>
                </a:cxn>
                <a:cxn ang="0">
                  <a:pos x="18" y="3"/>
                </a:cxn>
                <a:cxn ang="0">
                  <a:pos x="23" y="0"/>
                </a:cxn>
              </a:cxnLst>
              <a:rect l="0" t="0" r="r" b="b"/>
              <a:pathLst>
                <a:path w="35" h="21">
                  <a:moveTo>
                    <a:pt x="23" y="0"/>
                  </a:moveTo>
                  <a:lnTo>
                    <a:pt x="27" y="2"/>
                  </a:lnTo>
                  <a:lnTo>
                    <a:pt x="35" y="2"/>
                  </a:lnTo>
                  <a:lnTo>
                    <a:pt x="33" y="5"/>
                  </a:lnTo>
                  <a:lnTo>
                    <a:pt x="33" y="10"/>
                  </a:lnTo>
                  <a:lnTo>
                    <a:pt x="28" y="15"/>
                  </a:lnTo>
                  <a:lnTo>
                    <a:pt x="20" y="20"/>
                  </a:lnTo>
                  <a:lnTo>
                    <a:pt x="15" y="21"/>
                  </a:lnTo>
                  <a:lnTo>
                    <a:pt x="7" y="20"/>
                  </a:lnTo>
                  <a:lnTo>
                    <a:pt x="0" y="17"/>
                  </a:lnTo>
                  <a:lnTo>
                    <a:pt x="0" y="10"/>
                  </a:lnTo>
                  <a:lnTo>
                    <a:pt x="4" y="5"/>
                  </a:lnTo>
                  <a:lnTo>
                    <a:pt x="9" y="3"/>
                  </a:lnTo>
                  <a:lnTo>
                    <a:pt x="9" y="8"/>
                  </a:lnTo>
                  <a:lnTo>
                    <a:pt x="12" y="8"/>
                  </a:lnTo>
                  <a:lnTo>
                    <a:pt x="17" y="7"/>
                  </a:lnTo>
                  <a:lnTo>
                    <a:pt x="18" y="3"/>
                  </a:lnTo>
                  <a:lnTo>
                    <a:pt x="2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2" name="Freeform 342"/>
            <p:cNvSpPr/>
            <p:nvPr/>
          </p:nvSpPr>
          <p:spPr bwMode="auto">
            <a:xfrm>
              <a:off x="1011238" y="1949450"/>
              <a:ext cx="11113" cy="9525"/>
            </a:xfrm>
            <a:custGeom>
              <a:avLst/>
              <a:gdLst/>
              <a:ahLst/>
              <a:cxnLst>
                <a:cxn ang="0">
                  <a:pos x="4" y="0"/>
                </a:cxn>
                <a:cxn ang="0">
                  <a:pos x="7" y="1"/>
                </a:cxn>
                <a:cxn ang="0">
                  <a:pos x="5" y="6"/>
                </a:cxn>
                <a:cxn ang="0">
                  <a:pos x="0" y="3"/>
                </a:cxn>
                <a:cxn ang="0">
                  <a:pos x="4" y="0"/>
                </a:cxn>
              </a:cxnLst>
              <a:rect l="0" t="0" r="r" b="b"/>
              <a:pathLst>
                <a:path w="7" h="6">
                  <a:moveTo>
                    <a:pt x="4" y="0"/>
                  </a:moveTo>
                  <a:lnTo>
                    <a:pt x="7" y="1"/>
                  </a:lnTo>
                  <a:lnTo>
                    <a:pt x="5" y="6"/>
                  </a:lnTo>
                  <a:lnTo>
                    <a:pt x="0" y="3"/>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3" name="Freeform 343"/>
            <p:cNvSpPr/>
            <p:nvPr/>
          </p:nvSpPr>
          <p:spPr bwMode="auto">
            <a:xfrm>
              <a:off x="946151" y="1970088"/>
              <a:ext cx="11113" cy="12700"/>
            </a:xfrm>
            <a:custGeom>
              <a:avLst/>
              <a:gdLst/>
              <a:ahLst/>
              <a:cxnLst>
                <a:cxn ang="0">
                  <a:pos x="2" y="0"/>
                </a:cxn>
                <a:cxn ang="0">
                  <a:pos x="7" y="0"/>
                </a:cxn>
                <a:cxn ang="0">
                  <a:pos x="7" y="5"/>
                </a:cxn>
                <a:cxn ang="0">
                  <a:pos x="5" y="8"/>
                </a:cxn>
                <a:cxn ang="0">
                  <a:pos x="0" y="5"/>
                </a:cxn>
                <a:cxn ang="0">
                  <a:pos x="0" y="1"/>
                </a:cxn>
                <a:cxn ang="0">
                  <a:pos x="2" y="0"/>
                </a:cxn>
              </a:cxnLst>
              <a:rect l="0" t="0" r="r" b="b"/>
              <a:pathLst>
                <a:path w="7" h="8">
                  <a:moveTo>
                    <a:pt x="2" y="0"/>
                  </a:moveTo>
                  <a:lnTo>
                    <a:pt x="7" y="0"/>
                  </a:lnTo>
                  <a:lnTo>
                    <a:pt x="7" y="5"/>
                  </a:lnTo>
                  <a:lnTo>
                    <a:pt x="5" y="8"/>
                  </a:lnTo>
                  <a:lnTo>
                    <a:pt x="0" y="5"/>
                  </a:lnTo>
                  <a:lnTo>
                    <a:pt x="0"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4" name="Freeform 344"/>
            <p:cNvSpPr/>
            <p:nvPr/>
          </p:nvSpPr>
          <p:spPr bwMode="auto">
            <a:xfrm>
              <a:off x="768351" y="1719263"/>
              <a:ext cx="39688" cy="41275"/>
            </a:xfrm>
            <a:custGeom>
              <a:avLst/>
              <a:gdLst/>
              <a:ahLst/>
              <a:cxnLst>
                <a:cxn ang="0">
                  <a:pos x="20" y="0"/>
                </a:cxn>
                <a:cxn ang="0">
                  <a:pos x="23" y="3"/>
                </a:cxn>
                <a:cxn ang="0">
                  <a:pos x="25" y="10"/>
                </a:cxn>
                <a:cxn ang="0">
                  <a:pos x="23" y="18"/>
                </a:cxn>
                <a:cxn ang="0">
                  <a:pos x="20" y="23"/>
                </a:cxn>
                <a:cxn ang="0">
                  <a:pos x="15" y="24"/>
                </a:cxn>
                <a:cxn ang="0">
                  <a:pos x="12" y="26"/>
                </a:cxn>
                <a:cxn ang="0">
                  <a:pos x="8" y="24"/>
                </a:cxn>
                <a:cxn ang="0">
                  <a:pos x="5" y="18"/>
                </a:cxn>
                <a:cxn ang="0">
                  <a:pos x="0" y="16"/>
                </a:cxn>
                <a:cxn ang="0">
                  <a:pos x="0" y="10"/>
                </a:cxn>
                <a:cxn ang="0">
                  <a:pos x="3" y="6"/>
                </a:cxn>
                <a:cxn ang="0">
                  <a:pos x="8" y="6"/>
                </a:cxn>
                <a:cxn ang="0">
                  <a:pos x="13" y="5"/>
                </a:cxn>
                <a:cxn ang="0">
                  <a:pos x="16" y="3"/>
                </a:cxn>
                <a:cxn ang="0">
                  <a:pos x="20" y="0"/>
                </a:cxn>
              </a:cxnLst>
              <a:rect l="0" t="0" r="r" b="b"/>
              <a:pathLst>
                <a:path w="25" h="26">
                  <a:moveTo>
                    <a:pt x="20" y="0"/>
                  </a:moveTo>
                  <a:lnTo>
                    <a:pt x="23" y="3"/>
                  </a:lnTo>
                  <a:lnTo>
                    <a:pt x="25" y="10"/>
                  </a:lnTo>
                  <a:lnTo>
                    <a:pt x="23" y="18"/>
                  </a:lnTo>
                  <a:lnTo>
                    <a:pt x="20" y="23"/>
                  </a:lnTo>
                  <a:lnTo>
                    <a:pt x="15" y="24"/>
                  </a:lnTo>
                  <a:lnTo>
                    <a:pt x="12" y="26"/>
                  </a:lnTo>
                  <a:lnTo>
                    <a:pt x="8" y="24"/>
                  </a:lnTo>
                  <a:lnTo>
                    <a:pt x="5" y="18"/>
                  </a:lnTo>
                  <a:lnTo>
                    <a:pt x="0" y="16"/>
                  </a:lnTo>
                  <a:lnTo>
                    <a:pt x="0" y="10"/>
                  </a:lnTo>
                  <a:lnTo>
                    <a:pt x="3" y="6"/>
                  </a:lnTo>
                  <a:lnTo>
                    <a:pt x="8" y="6"/>
                  </a:lnTo>
                  <a:lnTo>
                    <a:pt x="13" y="5"/>
                  </a:lnTo>
                  <a:lnTo>
                    <a:pt x="16" y="3"/>
                  </a:lnTo>
                  <a:lnTo>
                    <a:pt x="2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5" name="Freeform 345"/>
            <p:cNvSpPr/>
            <p:nvPr/>
          </p:nvSpPr>
          <p:spPr bwMode="auto">
            <a:xfrm>
              <a:off x="781051" y="1525588"/>
              <a:ext cx="47625" cy="52388"/>
            </a:xfrm>
            <a:custGeom>
              <a:avLst/>
              <a:gdLst/>
              <a:ahLst/>
              <a:cxnLst>
                <a:cxn ang="0">
                  <a:pos x="0" y="0"/>
                </a:cxn>
                <a:cxn ang="0">
                  <a:pos x="8" y="0"/>
                </a:cxn>
                <a:cxn ang="0">
                  <a:pos x="12" y="3"/>
                </a:cxn>
                <a:cxn ang="0">
                  <a:pos x="15" y="5"/>
                </a:cxn>
                <a:cxn ang="0">
                  <a:pos x="22" y="5"/>
                </a:cxn>
                <a:cxn ang="0">
                  <a:pos x="23" y="6"/>
                </a:cxn>
                <a:cxn ang="0">
                  <a:pos x="25" y="10"/>
                </a:cxn>
                <a:cxn ang="0">
                  <a:pos x="22" y="13"/>
                </a:cxn>
                <a:cxn ang="0">
                  <a:pos x="22" y="16"/>
                </a:cxn>
                <a:cxn ang="0">
                  <a:pos x="27" y="16"/>
                </a:cxn>
                <a:cxn ang="0">
                  <a:pos x="30" y="18"/>
                </a:cxn>
                <a:cxn ang="0">
                  <a:pos x="30" y="24"/>
                </a:cxn>
                <a:cxn ang="0">
                  <a:pos x="22" y="24"/>
                </a:cxn>
                <a:cxn ang="0">
                  <a:pos x="22" y="28"/>
                </a:cxn>
                <a:cxn ang="0">
                  <a:pos x="17" y="33"/>
                </a:cxn>
                <a:cxn ang="0">
                  <a:pos x="12" y="23"/>
                </a:cxn>
                <a:cxn ang="0">
                  <a:pos x="8" y="18"/>
                </a:cxn>
                <a:cxn ang="0">
                  <a:pos x="7" y="11"/>
                </a:cxn>
                <a:cxn ang="0">
                  <a:pos x="4" y="8"/>
                </a:cxn>
                <a:cxn ang="0">
                  <a:pos x="0" y="10"/>
                </a:cxn>
                <a:cxn ang="0">
                  <a:pos x="0" y="0"/>
                </a:cxn>
              </a:cxnLst>
              <a:rect l="0" t="0" r="r" b="b"/>
              <a:pathLst>
                <a:path w="30" h="33">
                  <a:moveTo>
                    <a:pt x="0" y="0"/>
                  </a:moveTo>
                  <a:lnTo>
                    <a:pt x="8" y="0"/>
                  </a:lnTo>
                  <a:lnTo>
                    <a:pt x="12" y="3"/>
                  </a:lnTo>
                  <a:lnTo>
                    <a:pt x="15" y="5"/>
                  </a:lnTo>
                  <a:lnTo>
                    <a:pt x="22" y="5"/>
                  </a:lnTo>
                  <a:lnTo>
                    <a:pt x="23" y="6"/>
                  </a:lnTo>
                  <a:lnTo>
                    <a:pt x="25" y="10"/>
                  </a:lnTo>
                  <a:lnTo>
                    <a:pt x="22" y="13"/>
                  </a:lnTo>
                  <a:lnTo>
                    <a:pt x="22" y="16"/>
                  </a:lnTo>
                  <a:lnTo>
                    <a:pt x="27" y="16"/>
                  </a:lnTo>
                  <a:lnTo>
                    <a:pt x="30" y="18"/>
                  </a:lnTo>
                  <a:lnTo>
                    <a:pt x="30" y="24"/>
                  </a:lnTo>
                  <a:lnTo>
                    <a:pt x="22" y="24"/>
                  </a:lnTo>
                  <a:lnTo>
                    <a:pt x="22" y="28"/>
                  </a:lnTo>
                  <a:lnTo>
                    <a:pt x="17" y="33"/>
                  </a:lnTo>
                  <a:lnTo>
                    <a:pt x="12" y="23"/>
                  </a:lnTo>
                  <a:lnTo>
                    <a:pt x="8" y="18"/>
                  </a:lnTo>
                  <a:lnTo>
                    <a:pt x="7" y="11"/>
                  </a:lnTo>
                  <a:lnTo>
                    <a:pt x="4" y="8"/>
                  </a:lnTo>
                  <a:lnTo>
                    <a:pt x="0" y="10"/>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6" name="Freeform 346"/>
            <p:cNvSpPr/>
            <p:nvPr/>
          </p:nvSpPr>
          <p:spPr bwMode="auto">
            <a:xfrm>
              <a:off x="652463" y="1276350"/>
              <a:ext cx="2670175" cy="4360863"/>
            </a:xfrm>
            <a:custGeom>
              <a:avLst/>
              <a:gdLst/>
              <a:ahLst/>
              <a:cxnLst>
                <a:cxn ang="0">
                  <a:pos x="517" y="84"/>
                </a:cxn>
                <a:cxn ang="0">
                  <a:pos x="672" y="152"/>
                </a:cxn>
                <a:cxn ang="0">
                  <a:pos x="728" y="160"/>
                </a:cxn>
                <a:cxn ang="0">
                  <a:pos x="825" y="221"/>
                </a:cxn>
                <a:cxn ang="0">
                  <a:pos x="932" y="323"/>
                </a:cxn>
                <a:cxn ang="0">
                  <a:pos x="1033" y="325"/>
                </a:cxn>
                <a:cxn ang="0">
                  <a:pos x="1082" y="346"/>
                </a:cxn>
                <a:cxn ang="0">
                  <a:pos x="1110" y="239"/>
                </a:cxn>
                <a:cxn ang="0">
                  <a:pos x="1158" y="318"/>
                </a:cxn>
                <a:cxn ang="0">
                  <a:pos x="1211" y="340"/>
                </a:cxn>
                <a:cxn ang="0">
                  <a:pos x="1209" y="392"/>
                </a:cxn>
                <a:cxn ang="0">
                  <a:pos x="1150" y="432"/>
                </a:cxn>
                <a:cxn ang="0">
                  <a:pos x="1053" y="490"/>
                </a:cxn>
                <a:cxn ang="0">
                  <a:pos x="1089" y="663"/>
                </a:cxn>
                <a:cxn ang="0">
                  <a:pos x="1161" y="728"/>
                </a:cxn>
                <a:cxn ang="0">
                  <a:pos x="1265" y="516"/>
                </a:cxn>
                <a:cxn ang="0">
                  <a:pos x="1379" y="621"/>
                </a:cxn>
                <a:cxn ang="0">
                  <a:pos x="1437" y="748"/>
                </a:cxn>
                <a:cxn ang="0">
                  <a:pos x="1361" y="819"/>
                </a:cxn>
                <a:cxn ang="0">
                  <a:pos x="1328" y="837"/>
                </a:cxn>
                <a:cxn ang="0">
                  <a:pos x="1316" y="943"/>
                </a:cxn>
                <a:cxn ang="0">
                  <a:pos x="1255" y="936"/>
                </a:cxn>
                <a:cxn ang="0">
                  <a:pos x="1135" y="1048"/>
                </a:cxn>
                <a:cxn ang="0">
                  <a:pos x="1061" y="1127"/>
                </a:cxn>
                <a:cxn ang="0">
                  <a:pos x="972" y="1229"/>
                </a:cxn>
                <a:cxn ang="0">
                  <a:pos x="797" y="1190"/>
                </a:cxn>
                <a:cxn ang="0">
                  <a:pos x="734" y="1386"/>
                </a:cxn>
                <a:cxn ang="0">
                  <a:pos x="858" y="1414"/>
                </a:cxn>
                <a:cxn ang="0">
                  <a:pos x="939" y="1578"/>
                </a:cxn>
                <a:cxn ang="0">
                  <a:pos x="1081" y="1537"/>
                </a:cxn>
                <a:cxn ang="0">
                  <a:pos x="1155" y="1554"/>
                </a:cxn>
                <a:cxn ang="0">
                  <a:pos x="1348" y="1643"/>
                </a:cxn>
                <a:cxn ang="0">
                  <a:pos x="1493" y="1755"/>
                </a:cxn>
                <a:cxn ang="0">
                  <a:pos x="1654" y="1910"/>
                </a:cxn>
                <a:cxn ang="0">
                  <a:pos x="1526" y="2137"/>
                </a:cxn>
                <a:cxn ang="0">
                  <a:pos x="1424" y="2331"/>
                </a:cxn>
                <a:cxn ang="0">
                  <a:pos x="1363" y="2415"/>
                </a:cxn>
                <a:cxn ang="0">
                  <a:pos x="1302" y="2503"/>
                </a:cxn>
                <a:cxn ang="0">
                  <a:pos x="1272" y="2656"/>
                </a:cxn>
                <a:cxn ang="0">
                  <a:pos x="1242" y="2732"/>
                </a:cxn>
                <a:cxn ang="0">
                  <a:pos x="1191" y="2672"/>
                </a:cxn>
                <a:cxn ang="0">
                  <a:pos x="1181" y="2618"/>
                </a:cxn>
                <a:cxn ang="0">
                  <a:pos x="1188" y="2562"/>
                </a:cxn>
                <a:cxn ang="0">
                  <a:pos x="1143" y="2412"/>
                </a:cxn>
                <a:cxn ang="0">
                  <a:pos x="1120" y="2046"/>
                </a:cxn>
                <a:cxn ang="0">
                  <a:pos x="945" y="1837"/>
                </a:cxn>
                <a:cxn ang="0">
                  <a:pos x="1006" y="1653"/>
                </a:cxn>
                <a:cxn ang="0">
                  <a:pos x="917" y="1598"/>
                </a:cxn>
                <a:cxn ang="0">
                  <a:pos x="780" y="1475"/>
                </a:cxn>
                <a:cxn ang="0">
                  <a:pos x="587" y="1303"/>
                </a:cxn>
                <a:cxn ang="0">
                  <a:pos x="493" y="1150"/>
                </a:cxn>
                <a:cxn ang="0">
                  <a:pos x="507" y="1244"/>
                </a:cxn>
                <a:cxn ang="0">
                  <a:pos x="424" y="990"/>
                </a:cxn>
                <a:cxn ang="0">
                  <a:pos x="518" y="725"/>
                </a:cxn>
                <a:cxn ang="0">
                  <a:pos x="477" y="572"/>
                </a:cxn>
                <a:cxn ang="0">
                  <a:pos x="457" y="445"/>
                </a:cxn>
                <a:cxn ang="0">
                  <a:pos x="322" y="361"/>
                </a:cxn>
                <a:cxn ang="0">
                  <a:pos x="236" y="363"/>
                </a:cxn>
                <a:cxn ang="0">
                  <a:pos x="23" y="448"/>
                </a:cxn>
                <a:cxn ang="0">
                  <a:pos x="159" y="363"/>
                </a:cxn>
                <a:cxn ang="0">
                  <a:pos x="119" y="246"/>
                </a:cxn>
                <a:cxn ang="0">
                  <a:pos x="165" y="125"/>
                </a:cxn>
                <a:cxn ang="0">
                  <a:pos x="251" y="101"/>
                </a:cxn>
              </a:cxnLst>
              <a:rect l="0" t="0" r="r" b="b"/>
              <a:pathLst>
                <a:path w="1682" h="2747">
                  <a:moveTo>
                    <a:pt x="380" y="0"/>
                  </a:moveTo>
                  <a:lnTo>
                    <a:pt x="380" y="4"/>
                  </a:lnTo>
                  <a:lnTo>
                    <a:pt x="385" y="7"/>
                  </a:lnTo>
                  <a:lnTo>
                    <a:pt x="393" y="5"/>
                  </a:lnTo>
                  <a:lnTo>
                    <a:pt x="399" y="5"/>
                  </a:lnTo>
                  <a:lnTo>
                    <a:pt x="406" y="0"/>
                  </a:lnTo>
                  <a:lnTo>
                    <a:pt x="409" y="0"/>
                  </a:lnTo>
                  <a:lnTo>
                    <a:pt x="414" y="4"/>
                  </a:lnTo>
                  <a:lnTo>
                    <a:pt x="421" y="7"/>
                  </a:lnTo>
                  <a:lnTo>
                    <a:pt x="424" y="10"/>
                  </a:lnTo>
                  <a:lnTo>
                    <a:pt x="424" y="13"/>
                  </a:lnTo>
                  <a:lnTo>
                    <a:pt x="421" y="15"/>
                  </a:lnTo>
                  <a:lnTo>
                    <a:pt x="416" y="18"/>
                  </a:lnTo>
                  <a:lnTo>
                    <a:pt x="416" y="22"/>
                  </a:lnTo>
                  <a:lnTo>
                    <a:pt x="418" y="28"/>
                  </a:lnTo>
                  <a:lnTo>
                    <a:pt x="423" y="28"/>
                  </a:lnTo>
                  <a:lnTo>
                    <a:pt x="424" y="23"/>
                  </a:lnTo>
                  <a:lnTo>
                    <a:pt x="428" y="23"/>
                  </a:lnTo>
                  <a:lnTo>
                    <a:pt x="429" y="25"/>
                  </a:lnTo>
                  <a:lnTo>
                    <a:pt x="432" y="23"/>
                  </a:lnTo>
                  <a:lnTo>
                    <a:pt x="436" y="30"/>
                  </a:lnTo>
                  <a:lnTo>
                    <a:pt x="442" y="30"/>
                  </a:lnTo>
                  <a:lnTo>
                    <a:pt x="447" y="28"/>
                  </a:lnTo>
                  <a:lnTo>
                    <a:pt x="454" y="35"/>
                  </a:lnTo>
                  <a:lnTo>
                    <a:pt x="454" y="40"/>
                  </a:lnTo>
                  <a:lnTo>
                    <a:pt x="456" y="43"/>
                  </a:lnTo>
                  <a:lnTo>
                    <a:pt x="456" y="48"/>
                  </a:lnTo>
                  <a:lnTo>
                    <a:pt x="461" y="51"/>
                  </a:lnTo>
                  <a:lnTo>
                    <a:pt x="467" y="55"/>
                  </a:lnTo>
                  <a:lnTo>
                    <a:pt x="474" y="53"/>
                  </a:lnTo>
                  <a:lnTo>
                    <a:pt x="477" y="51"/>
                  </a:lnTo>
                  <a:lnTo>
                    <a:pt x="482" y="55"/>
                  </a:lnTo>
                  <a:lnTo>
                    <a:pt x="489" y="58"/>
                  </a:lnTo>
                  <a:lnTo>
                    <a:pt x="493" y="63"/>
                  </a:lnTo>
                  <a:lnTo>
                    <a:pt x="500" y="66"/>
                  </a:lnTo>
                  <a:lnTo>
                    <a:pt x="505" y="66"/>
                  </a:lnTo>
                  <a:lnTo>
                    <a:pt x="508" y="69"/>
                  </a:lnTo>
                  <a:lnTo>
                    <a:pt x="510" y="74"/>
                  </a:lnTo>
                  <a:lnTo>
                    <a:pt x="515" y="81"/>
                  </a:lnTo>
                  <a:lnTo>
                    <a:pt x="517" y="84"/>
                  </a:lnTo>
                  <a:lnTo>
                    <a:pt x="525" y="88"/>
                  </a:lnTo>
                  <a:lnTo>
                    <a:pt x="528" y="91"/>
                  </a:lnTo>
                  <a:lnTo>
                    <a:pt x="538" y="91"/>
                  </a:lnTo>
                  <a:lnTo>
                    <a:pt x="548" y="94"/>
                  </a:lnTo>
                  <a:lnTo>
                    <a:pt x="548" y="102"/>
                  </a:lnTo>
                  <a:lnTo>
                    <a:pt x="550" y="106"/>
                  </a:lnTo>
                  <a:lnTo>
                    <a:pt x="553" y="109"/>
                  </a:lnTo>
                  <a:lnTo>
                    <a:pt x="558" y="112"/>
                  </a:lnTo>
                  <a:lnTo>
                    <a:pt x="563" y="119"/>
                  </a:lnTo>
                  <a:lnTo>
                    <a:pt x="564" y="121"/>
                  </a:lnTo>
                  <a:lnTo>
                    <a:pt x="566" y="124"/>
                  </a:lnTo>
                  <a:lnTo>
                    <a:pt x="569" y="125"/>
                  </a:lnTo>
                  <a:lnTo>
                    <a:pt x="578" y="127"/>
                  </a:lnTo>
                  <a:lnTo>
                    <a:pt x="581" y="127"/>
                  </a:lnTo>
                  <a:lnTo>
                    <a:pt x="584" y="130"/>
                  </a:lnTo>
                  <a:lnTo>
                    <a:pt x="587" y="135"/>
                  </a:lnTo>
                  <a:lnTo>
                    <a:pt x="589" y="140"/>
                  </a:lnTo>
                  <a:lnTo>
                    <a:pt x="594" y="145"/>
                  </a:lnTo>
                  <a:lnTo>
                    <a:pt x="596" y="149"/>
                  </a:lnTo>
                  <a:lnTo>
                    <a:pt x="596" y="153"/>
                  </a:lnTo>
                  <a:lnTo>
                    <a:pt x="599" y="157"/>
                  </a:lnTo>
                  <a:lnTo>
                    <a:pt x="604" y="160"/>
                  </a:lnTo>
                  <a:lnTo>
                    <a:pt x="607" y="163"/>
                  </a:lnTo>
                  <a:lnTo>
                    <a:pt x="612" y="165"/>
                  </a:lnTo>
                  <a:lnTo>
                    <a:pt x="617" y="168"/>
                  </a:lnTo>
                  <a:lnTo>
                    <a:pt x="622" y="170"/>
                  </a:lnTo>
                  <a:lnTo>
                    <a:pt x="624" y="170"/>
                  </a:lnTo>
                  <a:lnTo>
                    <a:pt x="625" y="167"/>
                  </a:lnTo>
                  <a:lnTo>
                    <a:pt x="625" y="153"/>
                  </a:lnTo>
                  <a:lnTo>
                    <a:pt x="632" y="157"/>
                  </a:lnTo>
                  <a:lnTo>
                    <a:pt x="639" y="153"/>
                  </a:lnTo>
                  <a:lnTo>
                    <a:pt x="644" y="150"/>
                  </a:lnTo>
                  <a:lnTo>
                    <a:pt x="647" y="149"/>
                  </a:lnTo>
                  <a:lnTo>
                    <a:pt x="647" y="150"/>
                  </a:lnTo>
                  <a:lnTo>
                    <a:pt x="649" y="155"/>
                  </a:lnTo>
                  <a:lnTo>
                    <a:pt x="655" y="158"/>
                  </a:lnTo>
                  <a:lnTo>
                    <a:pt x="660" y="157"/>
                  </a:lnTo>
                  <a:lnTo>
                    <a:pt x="663" y="157"/>
                  </a:lnTo>
                  <a:lnTo>
                    <a:pt x="668" y="152"/>
                  </a:lnTo>
                  <a:lnTo>
                    <a:pt x="672" y="152"/>
                  </a:lnTo>
                  <a:lnTo>
                    <a:pt x="677" y="153"/>
                  </a:lnTo>
                  <a:lnTo>
                    <a:pt x="680" y="153"/>
                  </a:lnTo>
                  <a:lnTo>
                    <a:pt x="686" y="152"/>
                  </a:lnTo>
                  <a:lnTo>
                    <a:pt x="691" y="150"/>
                  </a:lnTo>
                  <a:lnTo>
                    <a:pt x="695" y="149"/>
                  </a:lnTo>
                  <a:lnTo>
                    <a:pt x="700" y="147"/>
                  </a:lnTo>
                  <a:lnTo>
                    <a:pt x="703" y="145"/>
                  </a:lnTo>
                  <a:lnTo>
                    <a:pt x="708" y="145"/>
                  </a:lnTo>
                  <a:lnTo>
                    <a:pt x="710" y="149"/>
                  </a:lnTo>
                  <a:lnTo>
                    <a:pt x="706" y="150"/>
                  </a:lnTo>
                  <a:lnTo>
                    <a:pt x="705" y="152"/>
                  </a:lnTo>
                  <a:lnTo>
                    <a:pt x="705" y="153"/>
                  </a:lnTo>
                  <a:lnTo>
                    <a:pt x="703" y="153"/>
                  </a:lnTo>
                  <a:lnTo>
                    <a:pt x="700" y="157"/>
                  </a:lnTo>
                  <a:lnTo>
                    <a:pt x="695" y="160"/>
                  </a:lnTo>
                  <a:lnTo>
                    <a:pt x="685" y="160"/>
                  </a:lnTo>
                  <a:lnTo>
                    <a:pt x="678" y="162"/>
                  </a:lnTo>
                  <a:lnTo>
                    <a:pt x="675" y="167"/>
                  </a:lnTo>
                  <a:lnTo>
                    <a:pt x="662" y="167"/>
                  </a:lnTo>
                  <a:lnTo>
                    <a:pt x="658" y="168"/>
                  </a:lnTo>
                  <a:lnTo>
                    <a:pt x="657" y="172"/>
                  </a:lnTo>
                  <a:lnTo>
                    <a:pt x="650" y="173"/>
                  </a:lnTo>
                  <a:lnTo>
                    <a:pt x="649" y="175"/>
                  </a:lnTo>
                  <a:lnTo>
                    <a:pt x="650" y="177"/>
                  </a:lnTo>
                  <a:lnTo>
                    <a:pt x="655" y="177"/>
                  </a:lnTo>
                  <a:lnTo>
                    <a:pt x="658" y="175"/>
                  </a:lnTo>
                  <a:lnTo>
                    <a:pt x="662" y="172"/>
                  </a:lnTo>
                  <a:lnTo>
                    <a:pt x="672" y="172"/>
                  </a:lnTo>
                  <a:lnTo>
                    <a:pt x="675" y="170"/>
                  </a:lnTo>
                  <a:lnTo>
                    <a:pt x="680" y="165"/>
                  </a:lnTo>
                  <a:lnTo>
                    <a:pt x="695" y="165"/>
                  </a:lnTo>
                  <a:lnTo>
                    <a:pt x="700" y="162"/>
                  </a:lnTo>
                  <a:lnTo>
                    <a:pt x="701" y="160"/>
                  </a:lnTo>
                  <a:lnTo>
                    <a:pt x="710" y="160"/>
                  </a:lnTo>
                  <a:lnTo>
                    <a:pt x="711" y="163"/>
                  </a:lnTo>
                  <a:lnTo>
                    <a:pt x="714" y="167"/>
                  </a:lnTo>
                  <a:lnTo>
                    <a:pt x="716" y="163"/>
                  </a:lnTo>
                  <a:lnTo>
                    <a:pt x="721" y="163"/>
                  </a:lnTo>
                  <a:lnTo>
                    <a:pt x="726" y="162"/>
                  </a:lnTo>
                  <a:lnTo>
                    <a:pt x="728" y="160"/>
                  </a:lnTo>
                  <a:lnTo>
                    <a:pt x="731" y="158"/>
                  </a:lnTo>
                  <a:lnTo>
                    <a:pt x="733" y="155"/>
                  </a:lnTo>
                  <a:lnTo>
                    <a:pt x="736" y="152"/>
                  </a:lnTo>
                  <a:lnTo>
                    <a:pt x="734" y="147"/>
                  </a:lnTo>
                  <a:lnTo>
                    <a:pt x="736" y="144"/>
                  </a:lnTo>
                  <a:lnTo>
                    <a:pt x="741" y="147"/>
                  </a:lnTo>
                  <a:lnTo>
                    <a:pt x="744" y="150"/>
                  </a:lnTo>
                  <a:lnTo>
                    <a:pt x="744" y="157"/>
                  </a:lnTo>
                  <a:lnTo>
                    <a:pt x="739" y="172"/>
                  </a:lnTo>
                  <a:lnTo>
                    <a:pt x="739" y="181"/>
                  </a:lnTo>
                  <a:lnTo>
                    <a:pt x="743" y="185"/>
                  </a:lnTo>
                  <a:lnTo>
                    <a:pt x="746" y="185"/>
                  </a:lnTo>
                  <a:lnTo>
                    <a:pt x="749" y="190"/>
                  </a:lnTo>
                  <a:lnTo>
                    <a:pt x="752" y="193"/>
                  </a:lnTo>
                  <a:lnTo>
                    <a:pt x="752" y="186"/>
                  </a:lnTo>
                  <a:lnTo>
                    <a:pt x="756" y="180"/>
                  </a:lnTo>
                  <a:lnTo>
                    <a:pt x="761" y="175"/>
                  </a:lnTo>
                  <a:lnTo>
                    <a:pt x="764" y="173"/>
                  </a:lnTo>
                  <a:lnTo>
                    <a:pt x="769" y="173"/>
                  </a:lnTo>
                  <a:lnTo>
                    <a:pt x="769" y="175"/>
                  </a:lnTo>
                  <a:lnTo>
                    <a:pt x="771" y="177"/>
                  </a:lnTo>
                  <a:lnTo>
                    <a:pt x="771" y="178"/>
                  </a:lnTo>
                  <a:lnTo>
                    <a:pt x="769" y="180"/>
                  </a:lnTo>
                  <a:lnTo>
                    <a:pt x="769" y="183"/>
                  </a:lnTo>
                  <a:lnTo>
                    <a:pt x="772" y="185"/>
                  </a:lnTo>
                  <a:lnTo>
                    <a:pt x="766" y="191"/>
                  </a:lnTo>
                  <a:lnTo>
                    <a:pt x="764" y="196"/>
                  </a:lnTo>
                  <a:lnTo>
                    <a:pt x="767" y="200"/>
                  </a:lnTo>
                  <a:lnTo>
                    <a:pt x="771" y="205"/>
                  </a:lnTo>
                  <a:lnTo>
                    <a:pt x="772" y="203"/>
                  </a:lnTo>
                  <a:lnTo>
                    <a:pt x="771" y="198"/>
                  </a:lnTo>
                  <a:lnTo>
                    <a:pt x="772" y="195"/>
                  </a:lnTo>
                  <a:lnTo>
                    <a:pt x="779" y="188"/>
                  </a:lnTo>
                  <a:lnTo>
                    <a:pt x="792" y="188"/>
                  </a:lnTo>
                  <a:lnTo>
                    <a:pt x="797" y="190"/>
                  </a:lnTo>
                  <a:lnTo>
                    <a:pt x="800" y="196"/>
                  </a:lnTo>
                  <a:lnTo>
                    <a:pt x="813" y="209"/>
                  </a:lnTo>
                  <a:lnTo>
                    <a:pt x="817" y="214"/>
                  </a:lnTo>
                  <a:lnTo>
                    <a:pt x="823" y="218"/>
                  </a:lnTo>
                  <a:lnTo>
                    <a:pt x="825" y="221"/>
                  </a:lnTo>
                  <a:lnTo>
                    <a:pt x="828" y="226"/>
                  </a:lnTo>
                  <a:lnTo>
                    <a:pt x="830" y="229"/>
                  </a:lnTo>
                  <a:lnTo>
                    <a:pt x="833" y="233"/>
                  </a:lnTo>
                  <a:lnTo>
                    <a:pt x="838" y="234"/>
                  </a:lnTo>
                  <a:lnTo>
                    <a:pt x="843" y="237"/>
                  </a:lnTo>
                  <a:lnTo>
                    <a:pt x="848" y="239"/>
                  </a:lnTo>
                  <a:lnTo>
                    <a:pt x="851" y="239"/>
                  </a:lnTo>
                  <a:lnTo>
                    <a:pt x="855" y="237"/>
                  </a:lnTo>
                  <a:lnTo>
                    <a:pt x="860" y="241"/>
                  </a:lnTo>
                  <a:lnTo>
                    <a:pt x="863" y="246"/>
                  </a:lnTo>
                  <a:lnTo>
                    <a:pt x="865" y="251"/>
                  </a:lnTo>
                  <a:lnTo>
                    <a:pt x="868" y="262"/>
                  </a:lnTo>
                  <a:lnTo>
                    <a:pt x="865" y="265"/>
                  </a:lnTo>
                  <a:lnTo>
                    <a:pt x="858" y="265"/>
                  </a:lnTo>
                  <a:lnTo>
                    <a:pt x="853" y="264"/>
                  </a:lnTo>
                  <a:lnTo>
                    <a:pt x="851" y="267"/>
                  </a:lnTo>
                  <a:lnTo>
                    <a:pt x="845" y="274"/>
                  </a:lnTo>
                  <a:lnTo>
                    <a:pt x="850" y="275"/>
                  </a:lnTo>
                  <a:lnTo>
                    <a:pt x="853" y="279"/>
                  </a:lnTo>
                  <a:lnTo>
                    <a:pt x="858" y="282"/>
                  </a:lnTo>
                  <a:lnTo>
                    <a:pt x="876" y="282"/>
                  </a:lnTo>
                  <a:lnTo>
                    <a:pt x="881" y="285"/>
                  </a:lnTo>
                  <a:lnTo>
                    <a:pt x="891" y="285"/>
                  </a:lnTo>
                  <a:lnTo>
                    <a:pt x="894" y="289"/>
                  </a:lnTo>
                  <a:lnTo>
                    <a:pt x="902" y="287"/>
                  </a:lnTo>
                  <a:lnTo>
                    <a:pt x="911" y="287"/>
                  </a:lnTo>
                  <a:lnTo>
                    <a:pt x="917" y="293"/>
                  </a:lnTo>
                  <a:lnTo>
                    <a:pt x="919" y="300"/>
                  </a:lnTo>
                  <a:lnTo>
                    <a:pt x="921" y="303"/>
                  </a:lnTo>
                  <a:lnTo>
                    <a:pt x="924" y="307"/>
                  </a:lnTo>
                  <a:lnTo>
                    <a:pt x="926" y="310"/>
                  </a:lnTo>
                  <a:lnTo>
                    <a:pt x="926" y="315"/>
                  </a:lnTo>
                  <a:lnTo>
                    <a:pt x="922" y="317"/>
                  </a:lnTo>
                  <a:lnTo>
                    <a:pt x="921" y="318"/>
                  </a:lnTo>
                  <a:lnTo>
                    <a:pt x="922" y="323"/>
                  </a:lnTo>
                  <a:lnTo>
                    <a:pt x="922" y="328"/>
                  </a:lnTo>
                  <a:lnTo>
                    <a:pt x="924" y="330"/>
                  </a:lnTo>
                  <a:lnTo>
                    <a:pt x="926" y="325"/>
                  </a:lnTo>
                  <a:lnTo>
                    <a:pt x="929" y="322"/>
                  </a:lnTo>
                  <a:lnTo>
                    <a:pt x="932" y="323"/>
                  </a:lnTo>
                  <a:lnTo>
                    <a:pt x="934" y="322"/>
                  </a:lnTo>
                  <a:lnTo>
                    <a:pt x="935" y="317"/>
                  </a:lnTo>
                  <a:lnTo>
                    <a:pt x="934" y="312"/>
                  </a:lnTo>
                  <a:lnTo>
                    <a:pt x="932" y="305"/>
                  </a:lnTo>
                  <a:lnTo>
                    <a:pt x="934" y="300"/>
                  </a:lnTo>
                  <a:lnTo>
                    <a:pt x="942" y="292"/>
                  </a:lnTo>
                  <a:lnTo>
                    <a:pt x="947" y="293"/>
                  </a:lnTo>
                  <a:lnTo>
                    <a:pt x="950" y="295"/>
                  </a:lnTo>
                  <a:lnTo>
                    <a:pt x="957" y="295"/>
                  </a:lnTo>
                  <a:lnTo>
                    <a:pt x="967" y="292"/>
                  </a:lnTo>
                  <a:lnTo>
                    <a:pt x="970" y="290"/>
                  </a:lnTo>
                  <a:lnTo>
                    <a:pt x="970" y="289"/>
                  </a:lnTo>
                  <a:lnTo>
                    <a:pt x="954" y="289"/>
                  </a:lnTo>
                  <a:lnTo>
                    <a:pt x="947" y="287"/>
                  </a:lnTo>
                  <a:lnTo>
                    <a:pt x="944" y="287"/>
                  </a:lnTo>
                  <a:lnTo>
                    <a:pt x="942" y="284"/>
                  </a:lnTo>
                  <a:lnTo>
                    <a:pt x="942" y="280"/>
                  </a:lnTo>
                  <a:lnTo>
                    <a:pt x="944" y="279"/>
                  </a:lnTo>
                  <a:lnTo>
                    <a:pt x="954" y="279"/>
                  </a:lnTo>
                  <a:lnTo>
                    <a:pt x="955" y="277"/>
                  </a:lnTo>
                  <a:lnTo>
                    <a:pt x="960" y="275"/>
                  </a:lnTo>
                  <a:lnTo>
                    <a:pt x="963" y="275"/>
                  </a:lnTo>
                  <a:lnTo>
                    <a:pt x="967" y="277"/>
                  </a:lnTo>
                  <a:lnTo>
                    <a:pt x="972" y="279"/>
                  </a:lnTo>
                  <a:lnTo>
                    <a:pt x="977" y="282"/>
                  </a:lnTo>
                  <a:lnTo>
                    <a:pt x="980" y="285"/>
                  </a:lnTo>
                  <a:lnTo>
                    <a:pt x="977" y="290"/>
                  </a:lnTo>
                  <a:lnTo>
                    <a:pt x="977" y="300"/>
                  </a:lnTo>
                  <a:lnTo>
                    <a:pt x="980" y="302"/>
                  </a:lnTo>
                  <a:lnTo>
                    <a:pt x="982" y="303"/>
                  </a:lnTo>
                  <a:lnTo>
                    <a:pt x="990" y="303"/>
                  </a:lnTo>
                  <a:lnTo>
                    <a:pt x="996" y="305"/>
                  </a:lnTo>
                  <a:lnTo>
                    <a:pt x="995" y="310"/>
                  </a:lnTo>
                  <a:lnTo>
                    <a:pt x="1000" y="312"/>
                  </a:lnTo>
                  <a:lnTo>
                    <a:pt x="1011" y="323"/>
                  </a:lnTo>
                  <a:lnTo>
                    <a:pt x="1016" y="325"/>
                  </a:lnTo>
                  <a:lnTo>
                    <a:pt x="1020" y="320"/>
                  </a:lnTo>
                  <a:lnTo>
                    <a:pt x="1025" y="318"/>
                  </a:lnTo>
                  <a:lnTo>
                    <a:pt x="1029" y="320"/>
                  </a:lnTo>
                  <a:lnTo>
                    <a:pt x="1033" y="325"/>
                  </a:lnTo>
                  <a:lnTo>
                    <a:pt x="1036" y="326"/>
                  </a:lnTo>
                  <a:lnTo>
                    <a:pt x="1039" y="325"/>
                  </a:lnTo>
                  <a:lnTo>
                    <a:pt x="1043" y="325"/>
                  </a:lnTo>
                  <a:lnTo>
                    <a:pt x="1046" y="326"/>
                  </a:lnTo>
                  <a:lnTo>
                    <a:pt x="1053" y="328"/>
                  </a:lnTo>
                  <a:lnTo>
                    <a:pt x="1057" y="326"/>
                  </a:lnTo>
                  <a:lnTo>
                    <a:pt x="1059" y="326"/>
                  </a:lnTo>
                  <a:lnTo>
                    <a:pt x="1057" y="323"/>
                  </a:lnTo>
                  <a:lnTo>
                    <a:pt x="1053" y="322"/>
                  </a:lnTo>
                  <a:lnTo>
                    <a:pt x="1053" y="318"/>
                  </a:lnTo>
                  <a:lnTo>
                    <a:pt x="1054" y="315"/>
                  </a:lnTo>
                  <a:lnTo>
                    <a:pt x="1059" y="312"/>
                  </a:lnTo>
                  <a:lnTo>
                    <a:pt x="1064" y="313"/>
                  </a:lnTo>
                  <a:lnTo>
                    <a:pt x="1067" y="315"/>
                  </a:lnTo>
                  <a:lnTo>
                    <a:pt x="1072" y="317"/>
                  </a:lnTo>
                  <a:lnTo>
                    <a:pt x="1076" y="320"/>
                  </a:lnTo>
                  <a:lnTo>
                    <a:pt x="1076" y="323"/>
                  </a:lnTo>
                  <a:lnTo>
                    <a:pt x="1077" y="325"/>
                  </a:lnTo>
                  <a:lnTo>
                    <a:pt x="1081" y="326"/>
                  </a:lnTo>
                  <a:lnTo>
                    <a:pt x="1082" y="330"/>
                  </a:lnTo>
                  <a:lnTo>
                    <a:pt x="1081" y="335"/>
                  </a:lnTo>
                  <a:lnTo>
                    <a:pt x="1077" y="336"/>
                  </a:lnTo>
                  <a:lnTo>
                    <a:pt x="1076" y="340"/>
                  </a:lnTo>
                  <a:lnTo>
                    <a:pt x="1074" y="341"/>
                  </a:lnTo>
                  <a:lnTo>
                    <a:pt x="1076" y="345"/>
                  </a:lnTo>
                  <a:lnTo>
                    <a:pt x="1079" y="345"/>
                  </a:lnTo>
                  <a:lnTo>
                    <a:pt x="1079" y="351"/>
                  </a:lnTo>
                  <a:lnTo>
                    <a:pt x="1076" y="353"/>
                  </a:lnTo>
                  <a:lnTo>
                    <a:pt x="1072" y="353"/>
                  </a:lnTo>
                  <a:lnTo>
                    <a:pt x="1067" y="356"/>
                  </a:lnTo>
                  <a:lnTo>
                    <a:pt x="1064" y="359"/>
                  </a:lnTo>
                  <a:lnTo>
                    <a:pt x="1064" y="361"/>
                  </a:lnTo>
                  <a:lnTo>
                    <a:pt x="1071" y="359"/>
                  </a:lnTo>
                  <a:lnTo>
                    <a:pt x="1074" y="356"/>
                  </a:lnTo>
                  <a:lnTo>
                    <a:pt x="1077" y="354"/>
                  </a:lnTo>
                  <a:lnTo>
                    <a:pt x="1079" y="356"/>
                  </a:lnTo>
                  <a:lnTo>
                    <a:pt x="1082" y="356"/>
                  </a:lnTo>
                  <a:lnTo>
                    <a:pt x="1084" y="353"/>
                  </a:lnTo>
                  <a:lnTo>
                    <a:pt x="1082" y="350"/>
                  </a:lnTo>
                  <a:lnTo>
                    <a:pt x="1082" y="346"/>
                  </a:lnTo>
                  <a:lnTo>
                    <a:pt x="1084" y="346"/>
                  </a:lnTo>
                  <a:lnTo>
                    <a:pt x="1086" y="348"/>
                  </a:lnTo>
                  <a:lnTo>
                    <a:pt x="1087" y="346"/>
                  </a:lnTo>
                  <a:lnTo>
                    <a:pt x="1087" y="338"/>
                  </a:lnTo>
                  <a:lnTo>
                    <a:pt x="1089" y="335"/>
                  </a:lnTo>
                  <a:lnTo>
                    <a:pt x="1092" y="333"/>
                  </a:lnTo>
                  <a:lnTo>
                    <a:pt x="1095" y="330"/>
                  </a:lnTo>
                  <a:lnTo>
                    <a:pt x="1099" y="328"/>
                  </a:lnTo>
                  <a:lnTo>
                    <a:pt x="1100" y="326"/>
                  </a:lnTo>
                  <a:lnTo>
                    <a:pt x="1104" y="325"/>
                  </a:lnTo>
                  <a:lnTo>
                    <a:pt x="1107" y="325"/>
                  </a:lnTo>
                  <a:lnTo>
                    <a:pt x="1112" y="323"/>
                  </a:lnTo>
                  <a:lnTo>
                    <a:pt x="1115" y="320"/>
                  </a:lnTo>
                  <a:lnTo>
                    <a:pt x="1119" y="315"/>
                  </a:lnTo>
                  <a:lnTo>
                    <a:pt x="1117" y="313"/>
                  </a:lnTo>
                  <a:lnTo>
                    <a:pt x="1114" y="312"/>
                  </a:lnTo>
                  <a:lnTo>
                    <a:pt x="1114" y="303"/>
                  </a:lnTo>
                  <a:lnTo>
                    <a:pt x="1117" y="300"/>
                  </a:lnTo>
                  <a:lnTo>
                    <a:pt x="1120" y="298"/>
                  </a:lnTo>
                  <a:lnTo>
                    <a:pt x="1122" y="297"/>
                  </a:lnTo>
                  <a:lnTo>
                    <a:pt x="1122" y="295"/>
                  </a:lnTo>
                  <a:lnTo>
                    <a:pt x="1120" y="293"/>
                  </a:lnTo>
                  <a:lnTo>
                    <a:pt x="1120" y="290"/>
                  </a:lnTo>
                  <a:lnTo>
                    <a:pt x="1122" y="289"/>
                  </a:lnTo>
                  <a:lnTo>
                    <a:pt x="1122" y="287"/>
                  </a:lnTo>
                  <a:lnTo>
                    <a:pt x="1119" y="287"/>
                  </a:lnTo>
                  <a:lnTo>
                    <a:pt x="1115" y="289"/>
                  </a:lnTo>
                  <a:lnTo>
                    <a:pt x="1112" y="289"/>
                  </a:lnTo>
                  <a:lnTo>
                    <a:pt x="1110" y="285"/>
                  </a:lnTo>
                  <a:lnTo>
                    <a:pt x="1110" y="282"/>
                  </a:lnTo>
                  <a:lnTo>
                    <a:pt x="1105" y="279"/>
                  </a:lnTo>
                  <a:lnTo>
                    <a:pt x="1104" y="275"/>
                  </a:lnTo>
                  <a:lnTo>
                    <a:pt x="1100" y="272"/>
                  </a:lnTo>
                  <a:lnTo>
                    <a:pt x="1100" y="262"/>
                  </a:lnTo>
                  <a:lnTo>
                    <a:pt x="1102" y="261"/>
                  </a:lnTo>
                  <a:lnTo>
                    <a:pt x="1105" y="261"/>
                  </a:lnTo>
                  <a:lnTo>
                    <a:pt x="1109" y="259"/>
                  </a:lnTo>
                  <a:lnTo>
                    <a:pt x="1109" y="249"/>
                  </a:lnTo>
                  <a:lnTo>
                    <a:pt x="1110" y="244"/>
                  </a:lnTo>
                  <a:lnTo>
                    <a:pt x="1110" y="239"/>
                  </a:lnTo>
                  <a:lnTo>
                    <a:pt x="1115" y="234"/>
                  </a:lnTo>
                  <a:lnTo>
                    <a:pt x="1119" y="233"/>
                  </a:lnTo>
                  <a:lnTo>
                    <a:pt x="1123" y="234"/>
                  </a:lnTo>
                  <a:lnTo>
                    <a:pt x="1127" y="228"/>
                  </a:lnTo>
                  <a:lnTo>
                    <a:pt x="1130" y="226"/>
                  </a:lnTo>
                  <a:lnTo>
                    <a:pt x="1132" y="224"/>
                  </a:lnTo>
                  <a:lnTo>
                    <a:pt x="1137" y="221"/>
                  </a:lnTo>
                  <a:lnTo>
                    <a:pt x="1142" y="221"/>
                  </a:lnTo>
                  <a:lnTo>
                    <a:pt x="1147" y="223"/>
                  </a:lnTo>
                  <a:lnTo>
                    <a:pt x="1148" y="226"/>
                  </a:lnTo>
                  <a:lnTo>
                    <a:pt x="1147" y="229"/>
                  </a:lnTo>
                  <a:lnTo>
                    <a:pt x="1147" y="233"/>
                  </a:lnTo>
                  <a:lnTo>
                    <a:pt x="1148" y="234"/>
                  </a:lnTo>
                  <a:lnTo>
                    <a:pt x="1150" y="231"/>
                  </a:lnTo>
                  <a:lnTo>
                    <a:pt x="1151" y="229"/>
                  </a:lnTo>
                  <a:lnTo>
                    <a:pt x="1155" y="229"/>
                  </a:lnTo>
                  <a:lnTo>
                    <a:pt x="1158" y="234"/>
                  </a:lnTo>
                  <a:lnTo>
                    <a:pt x="1156" y="237"/>
                  </a:lnTo>
                  <a:lnTo>
                    <a:pt x="1155" y="239"/>
                  </a:lnTo>
                  <a:lnTo>
                    <a:pt x="1155" y="244"/>
                  </a:lnTo>
                  <a:lnTo>
                    <a:pt x="1156" y="247"/>
                  </a:lnTo>
                  <a:lnTo>
                    <a:pt x="1155" y="256"/>
                  </a:lnTo>
                  <a:lnTo>
                    <a:pt x="1148" y="259"/>
                  </a:lnTo>
                  <a:lnTo>
                    <a:pt x="1151" y="262"/>
                  </a:lnTo>
                  <a:lnTo>
                    <a:pt x="1155" y="264"/>
                  </a:lnTo>
                  <a:lnTo>
                    <a:pt x="1156" y="265"/>
                  </a:lnTo>
                  <a:lnTo>
                    <a:pt x="1158" y="269"/>
                  </a:lnTo>
                  <a:lnTo>
                    <a:pt x="1161" y="274"/>
                  </a:lnTo>
                  <a:lnTo>
                    <a:pt x="1161" y="287"/>
                  </a:lnTo>
                  <a:lnTo>
                    <a:pt x="1158" y="289"/>
                  </a:lnTo>
                  <a:lnTo>
                    <a:pt x="1147" y="289"/>
                  </a:lnTo>
                  <a:lnTo>
                    <a:pt x="1145" y="292"/>
                  </a:lnTo>
                  <a:lnTo>
                    <a:pt x="1150" y="297"/>
                  </a:lnTo>
                  <a:lnTo>
                    <a:pt x="1158" y="297"/>
                  </a:lnTo>
                  <a:lnTo>
                    <a:pt x="1163" y="307"/>
                  </a:lnTo>
                  <a:lnTo>
                    <a:pt x="1161" y="308"/>
                  </a:lnTo>
                  <a:lnTo>
                    <a:pt x="1156" y="308"/>
                  </a:lnTo>
                  <a:lnTo>
                    <a:pt x="1155" y="312"/>
                  </a:lnTo>
                  <a:lnTo>
                    <a:pt x="1158" y="315"/>
                  </a:lnTo>
                  <a:lnTo>
                    <a:pt x="1158" y="318"/>
                  </a:lnTo>
                  <a:lnTo>
                    <a:pt x="1156" y="322"/>
                  </a:lnTo>
                  <a:lnTo>
                    <a:pt x="1153" y="323"/>
                  </a:lnTo>
                  <a:lnTo>
                    <a:pt x="1153" y="331"/>
                  </a:lnTo>
                  <a:lnTo>
                    <a:pt x="1155" y="338"/>
                  </a:lnTo>
                  <a:lnTo>
                    <a:pt x="1158" y="340"/>
                  </a:lnTo>
                  <a:lnTo>
                    <a:pt x="1160" y="336"/>
                  </a:lnTo>
                  <a:lnTo>
                    <a:pt x="1161" y="330"/>
                  </a:lnTo>
                  <a:lnTo>
                    <a:pt x="1163" y="325"/>
                  </a:lnTo>
                  <a:lnTo>
                    <a:pt x="1166" y="320"/>
                  </a:lnTo>
                  <a:lnTo>
                    <a:pt x="1170" y="318"/>
                  </a:lnTo>
                  <a:lnTo>
                    <a:pt x="1175" y="315"/>
                  </a:lnTo>
                  <a:lnTo>
                    <a:pt x="1176" y="313"/>
                  </a:lnTo>
                  <a:lnTo>
                    <a:pt x="1181" y="315"/>
                  </a:lnTo>
                  <a:lnTo>
                    <a:pt x="1184" y="318"/>
                  </a:lnTo>
                  <a:lnTo>
                    <a:pt x="1186" y="322"/>
                  </a:lnTo>
                  <a:lnTo>
                    <a:pt x="1188" y="328"/>
                  </a:lnTo>
                  <a:lnTo>
                    <a:pt x="1188" y="333"/>
                  </a:lnTo>
                  <a:lnTo>
                    <a:pt x="1184" y="340"/>
                  </a:lnTo>
                  <a:lnTo>
                    <a:pt x="1184" y="343"/>
                  </a:lnTo>
                  <a:lnTo>
                    <a:pt x="1183" y="346"/>
                  </a:lnTo>
                  <a:lnTo>
                    <a:pt x="1180" y="343"/>
                  </a:lnTo>
                  <a:lnTo>
                    <a:pt x="1176" y="341"/>
                  </a:lnTo>
                  <a:lnTo>
                    <a:pt x="1175" y="341"/>
                  </a:lnTo>
                  <a:lnTo>
                    <a:pt x="1175" y="350"/>
                  </a:lnTo>
                  <a:lnTo>
                    <a:pt x="1176" y="354"/>
                  </a:lnTo>
                  <a:lnTo>
                    <a:pt x="1180" y="358"/>
                  </a:lnTo>
                  <a:lnTo>
                    <a:pt x="1181" y="361"/>
                  </a:lnTo>
                  <a:lnTo>
                    <a:pt x="1181" y="366"/>
                  </a:lnTo>
                  <a:lnTo>
                    <a:pt x="1183" y="369"/>
                  </a:lnTo>
                  <a:lnTo>
                    <a:pt x="1184" y="368"/>
                  </a:lnTo>
                  <a:lnTo>
                    <a:pt x="1191" y="364"/>
                  </a:lnTo>
                  <a:lnTo>
                    <a:pt x="1193" y="363"/>
                  </a:lnTo>
                  <a:lnTo>
                    <a:pt x="1194" y="359"/>
                  </a:lnTo>
                  <a:lnTo>
                    <a:pt x="1193" y="356"/>
                  </a:lnTo>
                  <a:lnTo>
                    <a:pt x="1194" y="353"/>
                  </a:lnTo>
                  <a:lnTo>
                    <a:pt x="1196" y="351"/>
                  </a:lnTo>
                  <a:lnTo>
                    <a:pt x="1203" y="351"/>
                  </a:lnTo>
                  <a:lnTo>
                    <a:pt x="1208" y="350"/>
                  </a:lnTo>
                  <a:lnTo>
                    <a:pt x="1208" y="346"/>
                  </a:lnTo>
                  <a:lnTo>
                    <a:pt x="1211" y="340"/>
                  </a:lnTo>
                  <a:lnTo>
                    <a:pt x="1214" y="336"/>
                  </a:lnTo>
                  <a:lnTo>
                    <a:pt x="1217" y="335"/>
                  </a:lnTo>
                  <a:lnTo>
                    <a:pt x="1222" y="333"/>
                  </a:lnTo>
                  <a:lnTo>
                    <a:pt x="1226" y="330"/>
                  </a:lnTo>
                  <a:lnTo>
                    <a:pt x="1229" y="320"/>
                  </a:lnTo>
                  <a:lnTo>
                    <a:pt x="1227" y="312"/>
                  </a:lnTo>
                  <a:lnTo>
                    <a:pt x="1232" y="307"/>
                  </a:lnTo>
                  <a:lnTo>
                    <a:pt x="1242" y="307"/>
                  </a:lnTo>
                  <a:lnTo>
                    <a:pt x="1245" y="308"/>
                  </a:lnTo>
                  <a:lnTo>
                    <a:pt x="1245" y="312"/>
                  </a:lnTo>
                  <a:lnTo>
                    <a:pt x="1247" y="313"/>
                  </a:lnTo>
                  <a:lnTo>
                    <a:pt x="1252" y="315"/>
                  </a:lnTo>
                  <a:lnTo>
                    <a:pt x="1255" y="317"/>
                  </a:lnTo>
                  <a:lnTo>
                    <a:pt x="1259" y="320"/>
                  </a:lnTo>
                  <a:lnTo>
                    <a:pt x="1259" y="326"/>
                  </a:lnTo>
                  <a:lnTo>
                    <a:pt x="1262" y="330"/>
                  </a:lnTo>
                  <a:lnTo>
                    <a:pt x="1267" y="330"/>
                  </a:lnTo>
                  <a:lnTo>
                    <a:pt x="1269" y="333"/>
                  </a:lnTo>
                  <a:lnTo>
                    <a:pt x="1269" y="346"/>
                  </a:lnTo>
                  <a:lnTo>
                    <a:pt x="1267" y="350"/>
                  </a:lnTo>
                  <a:lnTo>
                    <a:pt x="1262" y="351"/>
                  </a:lnTo>
                  <a:lnTo>
                    <a:pt x="1259" y="351"/>
                  </a:lnTo>
                  <a:lnTo>
                    <a:pt x="1254" y="353"/>
                  </a:lnTo>
                  <a:lnTo>
                    <a:pt x="1254" y="373"/>
                  </a:lnTo>
                  <a:lnTo>
                    <a:pt x="1250" y="389"/>
                  </a:lnTo>
                  <a:lnTo>
                    <a:pt x="1247" y="394"/>
                  </a:lnTo>
                  <a:lnTo>
                    <a:pt x="1245" y="392"/>
                  </a:lnTo>
                  <a:lnTo>
                    <a:pt x="1241" y="391"/>
                  </a:lnTo>
                  <a:lnTo>
                    <a:pt x="1237" y="394"/>
                  </a:lnTo>
                  <a:lnTo>
                    <a:pt x="1234" y="396"/>
                  </a:lnTo>
                  <a:lnTo>
                    <a:pt x="1234" y="399"/>
                  </a:lnTo>
                  <a:lnTo>
                    <a:pt x="1231" y="402"/>
                  </a:lnTo>
                  <a:lnTo>
                    <a:pt x="1226" y="402"/>
                  </a:lnTo>
                  <a:lnTo>
                    <a:pt x="1221" y="401"/>
                  </a:lnTo>
                  <a:lnTo>
                    <a:pt x="1217" y="399"/>
                  </a:lnTo>
                  <a:lnTo>
                    <a:pt x="1211" y="389"/>
                  </a:lnTo>
                  <a:lnTo>
                    <a:pt x="1208" y="386"/>
                  </a:lnTo>
                  <a:lnTo>
                    <a:pt x="1203" y="386"/>
                  </a:lnTo>
                  <a:lnTo>
                    <a:pt x="1206" y="387"/>
                  </a:lnTo>
                  <a:lnTo>
                    <a:pt x="1209" y="392"/>
                  </a:lnTo>
                  <a:lnTo>
                    <a:pt x="1213" y="402"/>
                  </a:lnTo>
                  <a:lnTo>
                    <a:pt x="1214" y="406"/>
                  </a:lnTo>
                  <a:lnTo>
                    <a:pt x="1209" y="407"/>
                  </a:lnTo>
                  <a:lnTo>
                    <a:pt x="1204" y="407"/>
                  </a:lnTo>
                  <a:lnTo>
                    <a:pt x="1201" y="404"/>
                  </a:lnTo>
                  <a:lnTo>
                    <a:pt x="1198" y="402"/>
                  </a:lnTo>
                  <a:lnTo>
                    <a:pt x="1188" y="402"/>
                  </a:lnTo>
                  <a:lnTo>
                    <a:pt x="1186" y="399"/>
                  </a:lnTo>
                  <a:lnTo>
                    <a:pt x="1186" y="394"/>
                  </a:lnTo>
                  <a:lnTo>
                    <a:pt x="1181" y="391"/>
                  </a:lnTo>
                  <a:lnTo>
                    <a:pt x="1178" y="394"/>
                  </a:lnTo>
                  <a:lnTo>
                    <a:pt x="1178" y="399"/>
                  </a:lnTo>
                  <a:lnTo>
                    <a:pt x="1175" y="401"/>
                  </a:lnTo>
                  <a:lnTo>
                    <a:pt x="1175" y="406"/>
                  </a:lnTo>
                  <a:lnTo>
                    <a:pt x="1173" y="410"/>
                  </a:lnTo>
                  <a:lnTo>
                    <a:pt x="1173" y="412"/>
                  </a:lnTo>
                  <a:lnTo>
                    <a:pt x="1166" y="415"/>
                  </a:lnTo>
                  <a:lnTo>
                    <a:pt x="1161" y="414"/>
                  </a:lnTo>
                  <a:lnTo>
                    <a:pt x="1158" y="415"/>
                  </a:lnTo>
                  <a:lnTo>
                    <a:pt x="1153" y="417"/>
                  </a:lnTo>
                  <a:lnTo>
                    <a:pt x="1148" y="417"/>
                  </a:lnTo>
                  <a:lnTo>
                    <a:pt x="1145" y="415"/>
                  </a:lnTo>
                  <a:lnTo>
                    <a:pt x="1143" y="412"/>
                  </a:lnTo>
                  <a:lnTo>
                    <a:pt x="1132" y="401"/>
                  </a:lnTo>
                  <a:lnTo>
                    <a:pt x="1127" y="399"/>
                  </a:lnTo>
                  <a:lnTo>
                    <a:pt x="1125" y="401"/>
                  </a:lnTo>
                  <a:lnTo>
                    <a:pt x="1123" y="401"/>
                  </a:lnTo>
                  <a:lnTo>
                    <a:pt x="1123" y="402"/>
                  </a:lnTo>
                  <a:lnTo>
                    <a:pt x="1125" y="402"/>
                  </a:lnTo>
                  <a:lnTo>
                    <a:pt x="1130" y="407"/>
                  </a:lnTo>
                  <a:lnTo>
                    <a:pt x="1133" y="409"/>
                  </a:lnTo>
                  <a:lnTo>
                    <a:pt x="1137" y="415"/>
                  </a:lnTo>
                  <a:lnTo>
                    <a:pt x="1140" y="420"/>
                  </a:lnTo>
                  <a:lnTo>
                    <a:pt x="1143" y="424"/>
                  </a:lnTo>
                  <a:lnTo>
                    <a:pt x="1153" y="420"/>
                  </a:lnTo>
                  <a:lnTo>
                    <a:pt x="1160" y="420"/>
                  </a:lnTo>
                  <a:lnTo>
                    <a:pt x="1160" y="424"/>
                  </a:lnTo>
                  <a:lnTo>
                    <a:pt x="1156" y="429"/>
                  </a:lnTo>
                  <a:lnTo>
                    <a:pt x="1153" y="432"/>
                  </a:lnTo>
                  <a:lnTo>
                    <a:pt x="1150" y="432"/>
                  </a:lnTo>
                  <a:lnTo>
                    <a:pt x="1147" y="435"/>
                  </a:lnTo>
                  <a:lnTo>
                    <a:pt x="1143" y="440"/>
                  </a:lnTo>
                  <a:lnTo>
                    <a:pt x="1143" y="445"/>
                  </a:lnTo>
                  <a:lnTo>
                    <a:pt x="1138" y="450"/>
                  </a:lnTo>
                  <a:lnTo>
                    <a:pt x="1125" y="453"/>
                  </a:lnTo>
                  <a:lnTo>
                    <a:pt x="1119" y="452"/>
                  </a:lnTo>
                  <a:lnTo>
                    <a:pt x="1114" y="452"/>
                  </a:lnTo>
                  <a:lnTo>
                    <a:pt x="1109" y="453"/>
                  </a:lnTo>
                  <a:lnTo>
                    <a:pt x="1104" y="457"/>
                  </a:lnTo>
                  <a:lnTo>
                    <a:pt x="1097" y="458"/>
                  </a:lnTo>
                  <a:lnTo>
                    <a:pt x="1094" y="457"/>
                  </a:lnTo>
                  <a:lnTo>
                    <a:pt x="1090" y="452"/>
                  </a:lnTo>
                  <a:lnTo>
                    <a:pt x="1081" y="445"/>
                  </a:lnTo>
                  <a:lnTo>
                    <a:pt x="1077" y="443"/>
                  </a:lnTo>
                  <a:lnTo>
                    <a:pt x="1072" y="440"/>
                  </a:lnTo>
                  <a:lnTo>
                    <a:pt x="1069" y="437"/>
                  </a:lnTo>
                  <a:lnTo>
                    <a:pt x="1062" y="432"/>
                  </a:lnTo>
                  <a:lnTo>
                    <a:pt x="1059" y="432"/>
                  </a:lnTo>
                  <a:lnTo>
                    <a:pt x="1053" y="429"/>
                  </a:lnTo>
                  <a:lnTo>
                    <a:pt x="1046" y="429"/>
                  </a:lnTo>
                  <a:lnTo>
                    <a:pt x="1041" y="430"/>
                  </a:lnTo>
                  <a:lnTo>
                    <a:pt x="1044" y="434"/>
                  </a:lnTo>
                  <a:lnTo>
                    <a:pt x="1048" y="435"/>
                  </a:lnTo>
                  <a:lnTo>
                    <a:pt x="1051" y="434"/>
                  </a:lnTo>
                  <a:lnTo>
                    <a:pt x="1053" y="435"/>
                  </a:lnTo>
                  <a:lnTo>
                    <a:pt x="1057" y="437"/>
                  </a:lnTo>
                  <a:lnTo>
                    <a:pt x="1061" y="437"/>
                  </a:lnTo>
                  <a:lnTo>
                    <a:pt x="1064" y="438"/>
                  </a:lnTo>
                  <a:lnTo>
                    <a:pt x="1071" y="445"/>
                  </a:lnTo>
                  <a:lnTo>
                    <a:pt x="1076" y="448"/>
                  </a:lnTo>
                  <a:lnTo>
                    <a:pt x="1082" y="452"/>
                  </a:lnTo>
                  <a:lnTo>
                    <a:pt x="1086" y="457"/>
                  </a:lnTo>
                  <a:lnTo>
                    <a:pt x="1090" y="463"/>
                  </a:lnTo>
                  <a:lnTo>
                    <a:pt x="1090" y="471"/>
                  </a:lnTo>
                  <a:lnTo>
                    <a:pt x="1089" y="473"/>
                  </a:lnTo>
                  <a:lnTo>
                    <a:pt x="1081" y="475"/>
                  </a:lnTo>
                  <a:lnTo>
                    <a:pt x="1072" y="475"/>
                  </a:lnTo>
                  <a:lnTo>
                    <a:pt x="1067" y="478"/>
                  </a:lnTo>
                  <a:lnTo>
                    <a:pt x="1066" y="483"/>
                  </a:lnTo>
                  <a:lnTo>
                    <a:pt x="1053" y="490"/>
                  </a:lnTo>
                  <a:lnTo>
                    <a:pt x="1046" y="494"/>
                  </a:lnTo>
                  <a:lnTo>
                    <a:pt x="1043" y="498"/>
                  </a:lnTo>
                  <a:lnTo>
                    <a:pt x="1039" y="504"/>
                  </a:lnTo>
                  <a:lnTo>
                    <a:pt x="1038" y="509"/>
                  </a:lnTo>
                  <a:lnTo>
                    <a:pt x="1026" y="516"/>
                  </a:lnTo>
                  <a:lnTo>
                    <a:pt x="1021" y="519"/>
                  </a:lnTo>
                  <a:lnTo>
                    <a:pt x="1020" y="522"/>
                  </a:lnTo>
                  <a:lnTo>
                    <a:pt x="1018" y="527"/>
                  </a:lnTo>
                  <a:lnTo>
                    <a:pt x="1015" y="534"/>
                  </a:lnTo>
                  <a:lnTo>
                    <a:pt x="1011" y="539"/>
                  </a:lnTo>
                  <a:lnTo>
                    <a:pt x="1010" y="542"/>
                  </a:lnTo>
                  <a:lnTo>
                    <a:pt x="1010" y="555"/>
                  </a:lnTo>
                  <a:lnTo>
                    <a:pt x="1008" y="562"/>
                  </a:lnTo>
                  <a:lnTo>
                    <a:pt x="1006" y="564"/>
                  </a:lnTo>
                  <a:lnTo>
                    <a:pt x="1003" y="565"/>
                  </a:lnTo>
                  <a:lnTo>
                    <a:pt x="1001" y="569"/>
                  </a:lnTo>
                  <a:lnTo>
                    <a:pt x="1001" y="574"/>
                  </a:lnTo>
                  <a:lnTo>
                    <a:pt x="1018" y="574"/>
                  </a:lnTo>
                  <a:lnTo>
                    <a:pt x="1021" y="577"/>
                  </a:lnTo>
                  <a:lnTo>
                    <a:pt x="1020" y="582"/>
                  </a:lnTo>
                  <a:lnTo>
                    <a:pt x="1018" y="588"/>
                  </a:lnTo>
                  <a:lnTo>
                    <a:pt x="1018" y="593"/>
                  </a:lnTo>
                  <a:lnTo>
                    <a:pt x="1016" y="595"/>
                  </a:lnTo>
                  <a:lnTo>
                    <a:pt x="1020" y="600"/>
                  </a:lnTo>
                  <a:lnTo>
                    <a:pt x="1020" y="608"/>
                  </a:lnTo>
                  <a:lnTo>
                    <a:pt x="1015" y="616"/>
                  </a:lnTo>
                  <a:lnTo>
                    <a:pt x="1020" y="615"/>
                  </a:lnTo>
                  <a:lnTo>
                    <a:pt x="1031" y="615"/>
                  </a:lnTo>
                  <a:lnTo>
                    <a:pt x="1044" y="618"/>
                  </a:lnTo>
                  <a:lnTo>
                    <a:pt x="1049" y="621"/>
                  </a:lnTo>
                  <a:lnTo>
                    <a:pt x="1054" y="623"/>
                  </a:lnTo>
                  <a:lnTo>
                    <a:pt x="1059" y="628"/>
                  </a:lnTo>
                  <a:lnTo>
                    <a:pt x="1066" y="633"/>
                  </a:lnTo>
                  <a:lnTo>
                    <a:pt x="1067" y="638"/>
                  </a:lnTo>
                  <a:lnTo>
                    <a:pt x="1071" y="644"/>
                  </a:lnTo>
                  <a:lnTo>
                    <a:pt x="1077" y="651"/>
                  </a:lnTo>
                  <a:lnTo>
                    <a:pt x="1082" y="649"/>
                  </a:lnTo>
                  <a:lnTo>
                    <a:pt x="1086" y="653"/>
                  </a:lnTo>
                  <a:lnTo>
                    <a:pt x="1087" y="659"/>
                  </a:lnTo>
                  <a:lnTo>
                    <a:pt x="1089" y="663"/>
                  </a:lnTo>
                  <a:lnTo>
                    <a:pt x="1092" y="666"/>
                  </a:lnTo>
                  <a:lnTo>
                    <a:pt x="1097" y="667"/>
                  </a:lnTo>
                  <a:lnTo>
                    <a:pt x="1097" y="671"/>
                  </a:lnTo>
                  <a:lnTo>
                    <a:pt x="1099" y="672"/>
                  </a:lnTo>
                  <a:lnTo>
                    <a:pt x="1102" y="671"/>
                  </a:lnTo>
                  <a:lnTo>
                    <a:pt x="1105" y="674"/>
                  </a:lnTo>
                  <a:lnTo>
                    <a:pt x="1109" y="676"/>
                  </a:lnTo>
                  <a:lnTo>
                    <a:pt x="1112" y="676"/>
                  </a:lnTo>
                  <a:lnTo>
                    <a:pt x="1119" y="674"/>
                  </a:lnTo>
                  <a:lnTo>
                    <a:pt x="1125" y="674"/>
                  </a:lnTo>
                  <a:lnTo>
                    <a:pt x="1130" y="677"/>
                  </a:lnTo>
                  <a:lnTo>
                    <a:pt x="1133" y="681"/>
                  </a:lnTo>
                  <a:lnTo>
                    <a:pt x="1133" y="692"/>
                  </a:lnTo>
                  <a:lnTo>
                    <a:pt x="1125" y="700"/>
                  </a:lnTo>
                  <a:lnTo>
                    <a:pt x="1127" y="704"/>
                  </a:lnTo>
                  <a:lnTo>
                    <a:pt x="1130" y="707"/>
                  </a:lnTo>
                  <a:lnTo>
                    <a:pt x="1130" y="714"/>
                  </a:lnTo>
                  <a:lnTo>
                    <a:pt x="1128" y="717"/>
                  </a:lnTo>
                  <a:lnTo>
                    <a:pt x="1123" y="719"/>
                  </a:lnTo>
                  <a:lnTo>
                    <a:pt x="1123" y="720"/>
                  </a:lnTo>
                  <a:lnTo>
                    <a:pt x="1125" y="722"/>
                  </a:lnTo>
                  <a:lnTo>
                    <a:pt x="1125" y="733"/>
                  </a:lnTo>
                  <a:lnTo>
                    <a:pt x="1120" y="735"/>
                  </a:lnTo>
                  <a:lnTo>
                    <a:pt x="1122" y="738"/>
                  </a:lnTo>
                  <a:lnTo>
                    <a:pt x="1125" y="742"/>
                  </a:lnTo>
                  <a:lnTo>
                    <a:pt x="1123" y="748"/>
                  </a:lnTo>
                  <a:lnTo>
                    <a:pt x="1122" y="751"/>
                  </a:lnTo>
                  <a:lnTo>
                    <a:pt x="1117" y="755"/>
                  </a:lnTo>
                  <a:lnTo>
                    <a:pt x="1122" y="756"/>
                  </a:lnTo>
                  <a:lnTo>
                    <a:pt x="1127" y="760"/>
                  </a:lnTo>
                  <a:lnTo>
                    <a:pt x="1130" y="763"/>
                  </a:lnTo>
                  <a:lnTo>
                    <a:pt x="1130" y="770"/>
                  </a:lnTo>
                  <a:lnTo>
                    <a:pt x="1133" y="771"/>
                  </a:lnTo>
                  <a:lnTo>
                    <a:pt x="1137" y="765"/>
                  </a:lnTo>
                  <a:lnTo>
                    <a:pt x="1142" y="761"/>
                  </a:lnTo>
                  <a:lnTo>
                    <a:pt x="1147" y="761"/>
                  </a:lnTo>
                  <a:lnTo>
                    <a:pt x="1156" y="758"/>
                  </a:lnTo>
                  <a:lnTo>
                    <a:pt x="1158" y="753"/>
                  </a:lnTo>
                  <a:lnTo>
                    <a:pt x="1158" y="733"/>
                  </a:lnTo>
                  <a:lnTo>
                    <a:pt x="1161" y="728"/>
                  </a:lnTo>
                  <a:lnTo>
                    <a:pt x="1165" y="722"/>
                  </a:lnTo>
                  <a:lnTo>
                    <a:pt x="1166" y="720"/>
                  </a:lnTo>
                  <a:lnTo>
                    <a:pt x="1168" y="717"/>
                  </a:lnTo>
                  <a:lnTo>
                    <a:pt x="1168" y="699"/>
                  </a:lnTo>
                  <a:lnTo>
                    <a:pt x="1166" y="692"/>
                  </a:lnTo>
                  <a:lnTo>
                    <a:pt x="1183" y="692"/>
                  </a:lnTo>
                  <a:lnTo>
                    <a:pt x="1191" y="691"/>
                  </a:lnTo>
                  <a:lnTo>
                    <a:pt x="1198" y="687"/>
                  </a:lnTo>
                  <a:lnTo>
                    <a:pt x="1201" y="684"/>
                  </a:lnTo>
                  <a:lnTo>
                    <a:pt x="1206" y="682"/>
                  </a:lnTo>
                  <a:lnTo>
                    <a:pt x="1209" y="679"/>
                  </a:lnTo>
                  <a:lnTo>
                    <a:pt x="1213" y="674"/>
                  </a:lnTo>
                  <a:lnTo>
                    <a:pt x="1219" y="666"/>
                  </a:lnTo>
                  <a:lnTo>
                    <a:pt x="1221" y="658"/>
                  </a:lnTo>
                  <a:lnTo>
                    <a:pt x="1226" y="649"/>
                  </a:lnTo>
                  <a:lnTo>
                    <a:pt x="1226" y="641"/>
                  </a:lnTo>
                  <a:lnTo>
                    <a:pt x="1227" y="630"/>
                  </a:lnTo>
                  <a:lnTo>
                    <a:pt x="1226" y="623"/>
                  </a:lnTo>
                  <a:lnTo>
                    <a:pt x="1213" y="610"/>
                  </a:lnTo>
                  <a:lnTo>
                    <a:pt x="1208" y="607"/>
                  </a:lnTo>
                  <a:lnTo>
                    <a:pt x="1206" y="605"/>
                  </a:lnTo>
                  <a:lnTo>
                    <a:pt x="1208" y="603"/>
                  </a:lnTo>
                  <a:lnTo>
                    <a:pt x="1213" y="600"/>
                  </a:lnTo>
                  <a:lnTo>
                    <a:pt x="1217" y="595"/>
                  </a:lnTo>
                  <a:lnTo>
                    <a:pt x="1226" y="590"/>
                  </a:lnTo>
                  <a:lnTo>
                    <a:pt x="1231" y="587"/>
                  </a:lnTo>
                  <a:lnTo>
                    <a:pt x="1232" y="583"/>
                  </a:lnTo>
                  <a:lnTo>
                    <a:pt x="1236" y="579"/>
                  </a:lnTo>
                  <a:lnTo>
                    <a:pt x="1242" y="565"/>
                  </a:lnTo>
                  <a:lnTo>
                    <a:pt x="1244" y="551"/>
                  </a:lnTo>
                  <a:lnTo>
                    <a:pt x="1244" y="547"/>
                  </a:lnTo>
                  <a:lnTo>
                    <a:pt x="1247" y="544"/>
                  </a:lnTo>
                  <a:lnTo>
                    <a:pt x="1252" y="542"/>
                  </a:lnTo>
                  <a:lnTo>
                    <a:pt x="1252" y="537"/>
                  </a:lnTo>
                  <a:lnTo>
                    <a:pt x="1250" y="532"/>
                  </a:lnTo>
                  <a:lnTo>
                    <a:pt x="1250" y="527"/>
                  </a:lnTo>
                  <a:lnTo>
                    <a:pt x="1252" y="522"/>
                  </a:lnTo>
                  <a:lnTo>
                    <a:pt x="1255" y="518"/>
                  </a:lnTo>
                  <a:lnTo>
                    <a:pt x="1260" y="516"/>
                  </a:lnTo>
                  <a:lnTo>
                    <a:pt x="1265" y="516"/>
                  </a:lnTo>
                  <a:lnTo>
                    <a:pt x="1270" y="519"/>
                  </a:lnTo>
                  <a:lnTo>
                    <a:pt x="1274" y="522"/>
                  </a:lnTo>
                  <a:lnTo>
                    <a:pt x="1280" y="526"/>
                  </a:lnTo>
                  <a:lnTo>
                    <a:pt x="1287" y="526"/>
                  </a:lnTo>
                  <a:lnTo>
                    <a:pt x="1290" y="527"/>
                  </a:lnTo>
                  <a:lnTo>
                    <a:pt x="1295" y="532"/>
                  </a:lnTo>
                  <a:lnTo>
                    <a:pt x="1302" y="529"/>
                  </a:lnTo>
                  <a:lnTo>
                    <a:pt x="1307" y="526"/>
                  </a:lnTo>
                  <a:lnTo>
                    <a:pt x="1311" y="529"/>
                  </a:lnTo>
                  <a:lnTo>
                    <a:pt x="1315" y="534"/>
                  </a:lnTo>
                  <a:lnTo>
                    <a:pt x="1318" y="537"/>
                  </a:lnTo>
                  <a:lnTo>
                    <a:pt x="1318" y="544"/>
                  </a:lnTo>
                  <a:lnTo>
                    <a:pt x="1321" y="547"/>
                  </a:lnTo>
                  <a:lnTo>
                    <a:pt x="1325" y="552"/>
                  </a:lnTo>
                  <a:lnTo>
                    <a:pt x="1335" y="565"/>
                  </a:lnTo>
                  <a:lnTo>
                    <a:pt x="1343" y="570"/>
                  </a:lnTo>
                  <a:lnTo>
                    <a:pt x="1348" y="574"/>
                  </a:lnTo>
                  <a:lnTo>
                    <a:pt x="1344" y="575"/>
                  </a:lnTo>
                  <a:lnTo>
                    <a:pt x="1339" y="579"/>
                  </a:lnTo>
                  <a:lnTo>
                    <a:pt x="1339" y="600"/>
                  </a:lnTo>
                  <a:lnTo>
                    <a:pt x="1338" y="600"/>
                  </a:lnTo>
                  <a:lnTo>
                    <a:pt x="1335" y="603"/>
                  </a:lnTo>
                  <a:lnTo>
                    <a:pt x="1335" y="608"/>
                  </a:lnTo>
                  <a:lnTo>
                    <a:pt x="1331" y="615"/>
                  </a:lnTo>
                  <a:lnTo>
                    <a:pt x="1330" y="620"/>
                  </a:lnTo>
                  <a:lnTo>
                    <a:pt x="1335" y="618"/>
                  </a:lnTo>
                  <a:lnTo>
                    <a:pt x="1336" y="618"/>
                  </a:lnTo>
                  <a:lnTo>
                    <a:pt x="1343" y="620"/>
                  </a:lnTo>
                  <a:lnTo>
                    <a:pt x="1344" y="620"/>
                  </a:lnTo>
                  <a:lnTo>
                    <a:pt x="1346" y="625"/>
                  </a:lnTo>
                  <a:lnTo>
                    <a:pt x="1346" y="630"/>
                  </a:lnTo>
                  <a:lnTo>
                    <a:pt x="1348" y="630"/>
                  </a:lnTo>
                  <a:lnTo>
                    <a:pt x="1349" y="631"/>
                  </a:lnTo>
                  <a:lnTo>
                    <a:pt x="1354" y="633"/>
                  </a:lnTo>
                  <a:lnTo>
                    <a:pt x="1359" y="631"/>
                  </a:lnTo>
                  <a:lnTo>
                    <a:pt x="1363" y="633"/>
                  </a:lnTo>
                  <a:lnTo>
                    <a:pt x="1368" y="633"/>
                  </a:lnTo>
                  <a:lnTo>
                    <a:pt x="1371" y="631"/>
                  </a:lnTo>
                  <a:lnTo>
                    <a:pt x="1376" y="626"/>
                  </a:lnTo>
                  <a:lnTo>
                    <a:pt x="1379" y="621"/>
                  </a:lnTo>
                  <a:lnTo>
                    <a:pt x="1384" y="621"/>
                  </a:lnTo>
                  <a:lnTo>
                    <a:pt x="1386" y="620"/>
                  </a:lnTo>
                  <a:lnTo>
                    <a:pt x="1394" y="603"/>
                  </a:lnTo>
                  <a:lnTo>
                    <a:pt x="1404" y="597"/>
                  </a:lnTo>
                  <a:lnTo>
                    <a:pt x="1407" y="592"/>
                  </a:lnTo>
                  <a:lnTo>
                    <a:pt x="1409" y="593"/>
                  </a:lnTo>
                  <a:lnTo>
                    <a:pt x="1412" y="598"/>
                  </a:lnTo>
                  <a:lnTo>
                    <a:pt x="1417" y="602"/>
                  </a:lnTo>
                  <a:lnTo>
                    <a:pt x="1417" y="610"/>
                  </a:lnTo>
                  <a:lnTo>
                    <a:pt x="1412" y="615"/>
                  </a:lnTo>
                  <a:lnTo>
                    <a:pt x="1412" y="623"/>
                  </a:lnTo>
                  <a:lnTo>
                    <a:pt x="1415" y="626"/>
                  </a:lnTo>
                  <a:lnTo>
                    <a:pt x="1417" y="631"/>
                  </a:lnTo>
                  <a:lnTo>
                    <a:pt x="1420" y="638"/>
                  </a:lnTo>
                  <a:lnTo>
                    <a:pt x="1415" y="641"/>
                  </a:lnTo>
                  <a:lnTo>
                    <a:pt x="1414" y="643"/>
                  </a:lnTo>
                  <a:lnTo>
                    <a:pt x="1417" y="646"/>
                  </a:lnTo>
                  <a:lnTo>
                    <a:pt x="1422" y="649"/>
                  </a:lnTo>
                  <a:lnTo>
                    <a:pt x="1424" y="653"/>
                  </a:lnTo>
                  <a:lnTo>
                    <a:pt x="1424" y="663"/>
                  </a:lnTo>
                  <a:lnTo>
                    <a:pt x="1427" y="666"/>
                  </a:lnTo>
                  <a:lnTo>
                    <a:pt x="1429" y="671"/>
                  </a:lnTo>
                  <a:lnTo>
                    <a:pt x="1427" y="677"/>
                  </a:lnTo>
                  <a:lnTo>
                    <a:pt x="1424" y="684"/>
                  </a:lnTo>
                  <a:lnTo>
                    <a:pt x="1427" y="686"/>
                  </a:lnTo>
                  <a:lnTo>
                    <a:pt x="1424" y="692"/>
                  </a:lnTo>
                  <a:lnTo>
                    <a:pt x="1425" y="695"/>
                  </a:lnTo>
                  <a:lnTo>
                    <a:pt x="1427" y="700"/>
                  </a:lnTo>
                  <a:lnTo>
                    <a:pt x="1429" y="704"/>
                  </a:lnTo>
                  <a:lnTo>
                    <a:pt x="1432" y="709"/>
                  </a:lnTo>
                  <a:lnTo>
                    <a:pt x="1433" y="712"/>
                  </a:lnTo>
                  <a:lnTo>
                    <a:pt x="1435" y="717"/>
                  </a:lnTo>
                  <a:lnTo>
                    <a:pt x="1438" y="720"/>
                  </a:lnTo>
                  <a:lnTo>
                    <a:pt x="1443" y="722"/>
                  </a:lnTo>
                  <a:lnTo>
                    <a:pt x="1453" y="728"/>
                  </a:lnTo>
                  <a:lnTo>
                    <a:pt x="1462" y="735"/>
                  </a:lnTo>
                  <a:lnTo>
                    <a:pt x="1466" y="737"/>
                  </a:lnTo>
                  <a:lnTo>
                    <a:pt x="1466" y="742"/>
                  </a:lnTo>
                  <a:lnTo>
                    <a:pt x="1455" y="742"/>
                  </a:lnTo>
                  <a:lnTo>
                    <a:pt x="1437" y="748"/>
                  </a:lnTo>
                  <a:lnTo>
                    <a:pt x="1433" y="751"/>
                  </a:lnTo>
                  <a:lnTo>
                    <a:pt x="1433" y="753"/>
                  </a:lnTo>
                  <a:lnTo>
                    <a:pt x="1440" y="753"/>
                  </a:lnTo>
                  <a:lnTo>
                    <a:pt x="1442" y="751"/>
                  </a:lnTo>
                  <a:lnTo>
                    <a:pt x="1447" y="751"/>
                  </a:lnTo>
                  <a:lnTo>
                    <a:pt x="1448" y="750"/>
                  </a:lnTo>
                  <a:lnTo>
                    <a:pt x="1458" y="750"/>
                  </a:lnTo>
                  <a:lnTo>
                    <a:pt x="1463" y="748"/>
                  </a:lnTo>
                  <a:lnTo>
                    <a:pt x="1466" y="748"/>
                  </a:lnTo>
                  <a:lnTo>
                    <a:pt x="1473" y="755"/>
                  </a:lnTo>
                  <a:lnTo>
                    <a:pt x="1478" y="756"/>
                  </a:lnTo>
                  <a:lnTo>
                    <a:pt x="1480" y="760"/>
                  </a:lnTo>
                  <a:lnTo>
                    <a:pt x="1480" y="766"/>
                  </a:lnTo>
                  <a:lnTo>
                    <a:pt x="1478" y="771"/>
                  </a:lnTo>
                  <a:lnTo>
                    <a:pt x="1476" y="775"/>
                  </a:lnTo>
                  <a:lnTo>
                    <a:pt x="1475" y="783"/>
                  </a:lnTo>
                  <a:lnTo>
                    <a:pt x="1475" y="788"/>
                  </a:lnTo>
                  <a:lnTo>
                    <a:pt x="1473" y="794"/>
                  </a:lnTo>
                  <a:lnTo>
                    <a:pt x="1466" y="798"/>
                  </a:lnTo>
                  <a:lnTo>
                    <a:pt x="1463" y="798"/>
                  </a:lnTo>
                  <a:lnTo>
                    <a:pt x="1462" y="801"/>
                  </a:lnTo>
                  <a:lnTo>
                    <a:pt x="1458" y="804"/>
                  </a:lnTo>
                  <a:lnTo>
                    <a:pt x="1453" y="804"/>
                  </a:lnTo>
                  <a:lnTo>
                    <a:pt x="1448" y="803"/>
                  </a:lnTo>
                  <a:lnTo>
                    <a:pt x="1445" y="803"/>
                  </a:lnTo>
                  <a:lnTo>
                    <a:pt x="1440" y="808"/>
                  </a:lnTo>
                  <a:lnTo>
                    <a:pt x="1427" y="808"/>
                  </a:lnTo>
                  <a:lnTo>
                    <a:pt x="1424" y="809"/>
                  </a:lnTo>
                  <a:lnTo>
                    <a:pt x="1420" y="814"/>
                  </a:lnTo>
                  <a:lnTo>
                    <a:pt x="1417" y="817"/>
                  </a:lnTo>
                  <a:lnTo>
                    <a:pt x="1415" y="821"/>
                  </a:lnTo>
                  <a:lnTo>
                    <a:pt x="1409" y="824"/>
                  </a:lnTo>
                  <a:lnTo>
                    <a:pt x="1402" y="826"/>
                  </a:lnTo>
                  <a:lnTo>
                    <a:pt x="1392" y="826"/>
                  </a:lnTo>
                  <a:lnTo>
                    <a:pt x="1387" y="827"/>
                  </a:lnTo>
                  <a:lnTo>
                    <a:pt x="1384" y="824"/>
                  </a:lnTo>
                  <a:lnTo>
                    <a:pt x="1379" y="822"/>
                  </a:lnTo>
                  <a:lnTo>
                    <a:pt x="1376" y="821"/>
                  </a:lnTo>
                  <a:lnTo>
                    <a:pt x="1371" y="819"/>
                  </a:lnTo>
                  <a:lnTo>
                    <a:pt x="1361" y="819"/>
                  </a:lnTo>
                  <a:lnTo>
                    <a:pt x="1356" y="821"/>
                  </a:lnTo>
                  <a:lnTo>
                    <a:pt x="1351" y="821"/>
                  </a:lnTo>
                  <a:lnTo>
                    <a:pt x="1341" y="816"/>
                  </a:lnTo>
                  <a:lnTo>
                    <a:pt x="1339" y="814"/>
                  </a:lnTo>
                  <a:lnTo>
                    <a:pt x="1338" y="814"/>
                  </a:lnTo>
                  <a:lnTo>
                    <a:pt x="1336" y="812"/>
                  </a:lnTo>
                  <a:lnTo>
                    <a:pt x="1331" y="812"/>
                  </a:lnTo>
                  <a:lnTo>
                    <a:pt x="1330" y="814"/>
                  </a:lnTo>
                  <a:lnTo>
                    <a:pt x="1326" y="816"/>
                  </a:lnTo>
                  <a:lnTo>
                    <a:pt x="1325" y="816"/>
                  </a:lnTo>
                  <a:lnTo>
                    <a:pt x="1323" y="817"/>
                  </a:lnTo>
                  <a:lnTo>
                    <a:pt x="1313" y="822"/>
                  </a:lnTo>
                  <a:lnTo>
                    <a:pt x="1298" y="837"/>
                  </a:lnTo>
                  <a:lnTo>
                    <a:pt x="1295" y="839"/>
                  </a:lnTo>
                  <a:lnTo>
                    <a:pt x="1288" y="840"/>
                  </a:lnTo>
                  <a:lnTo>
                    <a:pt x="1287" y="840"/>
                  </a:lnTo>
                  <a:lnTo>
                    <a:pt x="1282" y="844"/>
                  </a:lnTo>
                  <a:lnTo>
                    <a:pt x="1278" y="850"/>
                  </a:lnTo>
                  <a:lnTo>
                    <a:pt x="1274" y="852"/>
                  </a:lnTo>
                  <a:lnTo>
                    <a:pt x="1270" y="854"/>
                  </a:lnTo>
                  <a:lnTo>
                    <a:pt x="1267" y="857"/>
                  </a:lnTo>
                  <a:lnTo>
                    <a:pt x="1260" y="857"/>
                  </a:lnTo>
                  <a:lnTo>
                    <a:pt x="1257" y="860"/>
                  </a:lnTo>
                  <a:lnTo>
                    <a:pt x="1254" y="865"/>
                  </a:lnTo>
                  <a:lnTo>
                    <a:pt x="1252" y="870"/>
                  </a:lnTo>
                  <a:lnTo>
                    <a:pt x="1255" y="868"/>
                  </a:lnTo>
                  <a:lnTo>
                    <a:pt x="1259" y="865"/>
                  </a:lnTo>
                  <a:lnTo>
                    <a:pt x="1264" y="864"/>
                  </a:lnTo>
                  <a:lnTo>
                    <a:pt x="1267" y="860"/>
                  </a:lnTo>
                  <a:lnTo>
                    <a:pt x="1269" y="857"/>
                  </a:lnTo>
                  <a:lnTo>
                    <a:pt x="1274" y="855"/>
                  </a:lnTo>
                  <a:lnTo>
                    <a:pt x="1277" y="852"/>
                  </a:lnTo>
                  <a:lnTo>
                    <a:pt x="1282" y="850"/>
                  </a:lnTo>
                  <a:lnTo>
                    <a:pt x="1285" y="849"/>
                  </a:lnTo>
                  <a:lnTo>
                    <a:pt x="1290" y="847"/>
                  </a:lnTo>
                  <a:lnTo>
                    <a:pt x="1293" y="845"/>
                  </a:lnTo>
                  <a:lnTo>
                    <a:pt x="1302" y="842"/>
                  </a:lnTo>
                  <a:lnTo>
                    <a:pt x="1307" y="840"/>
                  </a:lnTo>
                  <a:lnTo>
                    <a:pt x="1310" y="837"/>
                  </a:lnTo>
                  <a:lnTo>
                    <a:pt x="1328" y="837"/>
                  </a:lnTo>
                  <a:lnTo>
                    <a:pt x="1333" y="839"/>
                  </a:lnTo>
                  <a:lnTo>
                    <a:pt x="1336" y="842"/>
                  </a:lnTo>
                  <a:lnTo>
                    <a:pt x="1339" y="847"/>
                  </a:lnTo>
                  <a:lnTo>
                    <a:pt x="1341" y="852"/>
                  </a:lnTo>
                  <a:lnTo>
                    <a:pt x="1339" y="855"/>
                  </a:lnTo>
                  <a:lnTo>
                    <a:pt x="1336" y="860"/>
                  </a:lnTo>
                  <a:lnTo>
                    <a:pt x="1333" y="862"/>
                  </a:lnTo>
                  <a:lnTo>
                    <a:pt x="1326" y="862"/>
                  </a:lnTo>
                  <a:lnTo>
                    <a:pt x="1326" y="865"/>
                  </a:lnTo>
                  <a:lnTo>
                    <a:pt x="1325" y="870"/>
                  </a:lnTo>
                  <a:lnTo>
                    <a:pt x="1321" y="867"/>
                  </a:lnTo>
                  <a:lnTo>
                    <a:pt x="1316" y="867"/>
                  </a:lnTo>
                  <a:lnTo>
                    <a:pt x="1315" y="865"/>
                  </a:lnTo>
                  <a:lnTo>
                    <a:pt x="1310" y="865"/>
                  </a:lnTo>
                  <a:lnTo>
                    <a:pt x="1310" y="867"/>
                  </a:lnTo>
                  <a:lnTo>
                    <a:pt x="1313" y="870"/>
                  </a:lnTo>
                  <a:lnTo>
                    <a:pt x="1323" y="873"/>
                  </a:lnTo>
                  <a:lnTo>
                    <a:pt x="1328" y="877"/>
                  </a:lnTo>
                  <a:lnTo>
                    <a:pt x="1326" y="885"/>
                  </a:lnTo>
                  <a:lnTo>
                    <a:pt x="1325" y="888"/>
                  </a:lnTo>
                  <a:lnTo>
                    <a:pt x="1330" y="898"/>
                  </a:lnTo>
                  <a:lnTo>
                    <a:pt x="1333" y="901"/>
                  </a:lnTo>
                  <a:lnTo>
                    <a:pt x="1338" y="905"/>
                  </a:lnTo>
                  <a:lnTo>
                    <a:pt x="1335" y="908"/>
                  </a:lnTo>
                  <a:lnTo>
                    <a:pt x="1339" y="913"/>
                  </a:lnTo>
                  <a:lnTo>
                    <a:pt x="1343" y="915"/>
                  </a:lnTo>
                  <a:lnTo>
                    <a:pt x="1356" y="913"/>
                  </a:lnTo>
                  <a:lnTo>
                    <a:pt x="1356" y="915"/>
                  </a:lnTo>
                  <a:lnTo>
                    <a:pt x="1358" y="915"/>
                  </a:lnTo>
                  <a:lnTo>
                    <a:pt x="1363" y="916"/>
                  </a:lnTo>
                  <a:lnTo>
                    <a:pt x="1366" y="920"/>
                  </a:lnTo>
                  <a:lnTo>
                    <a:pt x="1364" y="921"/>
                  </a:lnTo>
                  <a:lnTo>
                    <a:pt x="1366" y="924"/>
                  </a:lnTo>
                  <a:lnTo>
                    <a:pt x="1369" y="929"/>
                  </a:lnTo>
                  <a:lnTo>
                    <a:pt x="1351" y="929"/>
                  </a:lnTo>
                  <a:lnTo>
                    <a:pt x="1348" y="933"/>
                  </a:lnTo>
                  <a:lnTo>
                    <a:pt x="1343" y="936"/>
                  </a:lnTo>
                  <a:lnTo>
                    <a:pt x="1336" y="938"/>
                  </a:lnTo>
                  <a:lnTo>
                    <a:pt x="1321" y="938"/>
                  </a:lnTo>
                  <a:lnTo>
                    <a:pt x="1316" y="943"/>
                  </a:lnTo>
                  <a:lnTo>
                    <a:pt x="1313" y="948"/>
                  </a:lnTo>
                  <a:lnTo>
                    <a:pt x="1310" y="951"/>
                  </a:lnTo>
                  <a:lnTo>
                    <a:pt x="1310" y="952"/>
                  </a:lnTo>
                  <a:lnTo>
                    <a:pt x="1307" y="954"/>
                  </a:lnTo>
                  <a:lnTo>
                    <a:pt x="1305" y="956"/>
                  </a:lnTo>
                  <a:lnTo>
                    <a:pt x="1300" y="959"/>
                  </a:lnTo>
                  <a:lnTo>
                    <a:pt x="1295" y="957"/>
                  </a:lnTo>
                  <a:lnTo>
                    <a:pt x="1288" y="951"/>
                  </a:lnTo>
                  <a:lnTo>
                    <a:pt x="1288" y="944"/>
                  </a:lnTo>
                  <a:lnTo>
                    <a:pt x="1290" y="938"/>
                  </a:lnTo>
                  <a:lnTo>
                    <a:pt x="1303" y="924"/>
                  </a:lnTo>
                  <a:lnTo>
                    <a:pt x="1315" y="924"/>
                  </a:lnTo>
                  <a:lnTo>
                    <a:pt x="1316" y="923"/>
                  </a:lnTo>
                  <a:lnTo>
                    <a:pt x="1318" y="923"/>
                  </a:lnTo>
                  <a:lnTo>
                    <a:pt x="1321" y="921"/>
                  </a:lnTo>
                  <a:lnTo>
                    <a:pt x="1321" y="920"/>
                  </a:lnTo>
                  <a:lnTo>
                    <a:pt x="1316" y="918"/>
                  </a:lnTo>
                  <a:lnTo>
                    <a:pt x="1318" y="915"/>
                  </a:lnTo>
                  <a:lnTo>
                    <a:pt x="1315" y="916"/>
                  </a:lnTo>
                  <a:lnTo>
                    <a:pt x="1313" y="916"/>
                  </a:lnTo>
                  <a:lnTo>
                    <a:pt x="1311" y="918"/>
                  </a:lnTo>
                  <a:lnTo>
                    <a:pt x="1310" y="918"/>
                  </a:lnTo>
                  <a:lnTo>
                    <a:pt x="1308" y="920"/>
                  </a:lnTo>
                  <a:lnTo>
                    <a:pt x="1305" y="920"/>
                  </a:lnTo>
                  <a:lnTo>
                    <a:pt x="1303" y="921"/>
                  </a:lnTo>
                  <a:lnTo>
                    <a:pt x="1297" y="921"/>
                  </a:lnTo>
                  <a:lnTo>
                    <a:pt x="1292" y="924"/>
                  </a:lnTo>
                  <a:lnTo>
                    <a:pt x="1287" y="924"/>
                  </a:lnTo>
                  <a:lnTo>
                    <a:pt x="1283" y="923"/>
                  </a:lnTo>
                  <a:lnTo>
                    <a:pt x="1280" y="923"/>
                  </a:lnTo>
                  <a:lnTo>
                    <a:pt x="1277" y="924"/>
                  </a:lnTo>
                  <a:lnTo>
                    <a:pt x="1277" y="928"/>
                  </a:lnTo>
                  <a:lnTo>
                    <a:pt x="1278" y="928"/>
                  </a:lnTo>
                  <a:lnTo>
                    <a:pt x="1278" y="933"/>
                  </a:lnTo>
                  <a:lnTo>
                    <a:pt x="1277" y="936"/>
                  </a:lnTo>
                  <a:lnTo>
                    <a:pt x="1274" y="936"/>
                  </a:lnTo>
                  <a:lnTo>
                    <a:pt x="1270" y="934"/>
                  </a:lnTo>
                  <a:lnTo>
                    <a:pt x="1264" y="938"/>
                  </a:lnTo>
                  <a:lnTo>
                    <a:pt x="1260" y="938"/>
                  </a:lnTo>
                  <a:lnTo>
                    <a:pt x="1255" y="936"/>
                  </a:lnTo>
                  <a:lnTo>
                    <a:pt x="1249" y="936"/>
                  </a:lnTo>
                  <a:lnTo>
                    <a:pt x="1242" y="944"/>
                  </a:lnTo>
                  <a:lnTo>
                    <a:pt x="1237" y="948"/>
                  </a:lnTo>
                  <a:lnTo>
                    <a:pt x="1232" y="948"/>
                  </a:lnTo>
                  <a:lnTo>
                    <a:pt x="1227" y="949"/>
                  </a:lnTo>
                  <a:lnTo>
                    <a:pt x="1224" y="954"/>
                  </a:lnTo>
                  <a:lnTo>
                    <a:pt x="1219" y="959"/>
                  </a:lnTo>
                  <a:lnTo>
                    <a:pt x="1216" y="964"/>
                  </a:lnTo>
                  <a:lnTo>
                    <a:pt x="1214" y="967"/>
                  </a:lnTo>
                  <a:lnTo>
                    <a:pt x="1214" y="977"/>
                  </a:lnTo>
                  <a:lnTo>
                    <a:pt x="1216" y="980"/>
                  </a:lnTo>
                  <a:lnTo>
                    <a:pt x="1222" y="980"/>
                  </a:lnTo>
                  <a:lnTo>
                    <a:pt x="1226" y="984"/>
                  </a:lnTo>
                  <a:lnTo>
                    <a:pt x="1226" y="985"/>
                  </a:lnTo>
                  <a:lnTo>
                    <a:pt x="1221" y="985"/>
                  </a:lnTo>
                  <a:lnTo>
                    <a:pt x="1219" y="989"/>
                  </a:lnTo>
                  <a:lnTo>
                    <a:pt x="1214" y="989"/>
                  </a:lnTo>
                  <a:lnTo>
                    <a:pt x="1213" y="990"/>
                  </a:lnTo>
                  <a:lnTo>
                    <a:pt x="1206" y="992"/>
                  </a:lnTo>
                  <a:lnTo>
                    <a:pt x="1201" y="990"/>
                  </a:lnTo>
                  <a:lnTo>
                    <a:pt x="1196" y="990"/>
                  </a:lnTo>
                  <a:lnTo>
                    <a:pt x="1191" y="997"/>
                  </a:lnTo>
                  <a:lnTo>
                    <a:pt x="1188" y="999"/>
                  </a:lnTo>
                  <a:lnTo>
                    <a:pt x="1181" y="999"/>
                  </a:lnTo>
                  <a:lnTo>
                    <a:pt x="1180" y="997"/>
                  </a:lnTo>
                  <a:lnTo>
                    <a:pt x="1173" y="999"/>
                  </a:lnTo>
                  <a:lnTo>
                    <a:pt x="1168" y="999"/>
                  </a:lnTo>
                  <a:lnTo>
                    <a:pt x="1161" y="1000"/>
                  </a:lnTo>
                  <a:lnTo>
                    <a:pt x="1156" y="999"/>
                  </a:lnTo>
                  <a:lnTo>
                    <a:pt x="1156" y="1004"/>
                  </a:lnTo>
                  <a:lnTo>
                    <a:pt x="1155" y="1010"/>
                  </a:lnTo>
                  <a:lnTo>
                    <a:pt x="1151" y="1017"/>
                  </a:lnTo>
                  <a:lnTo>
                    <a:pt x="1150" y="1022"/>
                  </a:lnTo>
                  <a:lnTo>
                    <a:pt x="1143" y="1032"/>
                  </a:lnTo>
                  <a:lnTo>
                    <a:pt x="1140" y="1035"/>
                  </a:lnTo>
                  <a:lnTo>
                    <a:pt x="1137" y="1035"/>
                  </a:lnTo>
                  <a:lnTo>
                    <a:pt x="1135" y="1032"/>
                  </a:lnTo>
                  <a:lnTo>
                    <a:pt x="1133" y="1032"/>
                  </a:lnTo>
                  <a:lnTo>
                    <a:pt x="1133" y="1041"/>
                  </a:lnTo>
                  <a:lnTo>
                    <a:pt x="1135" y="1048"/>
                  </a:lnTo>
                  <a:lnTo>
                    <a:pt x="1132" y="1051"/>
                  </a:lnTo>
                  <a:lnTo>
                    <a:pt x="1127" y="1055"/>
                  </a:lnTo>
                  <a:lnTo>
                    <a:pt x="1123" y="1061"/>
                  </a:lnTo>
                  <a:lnTo>
                    <a:pt x="1115" y="1069"/>
                  </a:lnTo>
                  <a:lnTo>
                    <a:pt x="1114" y="1066"/>
                  </a:lnTo>
                  <a:lnTo>
                    <a:pt x="1114" y="1048"/>
                  </a:lnTo>
                  <a:lnTo>
                    <a:pt x="1117" y="1045"/>
                  </a:lnTo>
                  <a:lnTo>
                    <a:pt x="1115" y="1037"/>
                  </a:lnTo>
                  <a:lnTo>
                    <a:pt x="1112" y="1037"/>
                  </a:lnTo>
                  <a:lnTo>
                    <a:pt x="1110" y="1040"/>
                  </a:lnTo>
                  <a:lnTo>
                    <a:pt x="1109" y="1045"/>
                  </a:lnTo>
                  <a:lnTo>
                    <a:pt x="1107" y="1048"/>
                  </a:lnTo>
                  <a:lnTo>
                    <a:pt x="1107" y="1051"/>
                  </a:lnTo>
                  <a:lnTo>
                    <a:pt x="1109" y="1055"/>
                  </a:lnTo>
                  <a:lnTo>
                    <a:pt x="1109" y="1060"/>
                  </a:lnTo>
                  <a:lnTo>
                    <a:pt x="1110" y="1065"/>
                  </a:lnTo>
                  <a:lnTo>
                    <a:pt x="1109" y="1068"/>
                  </a:lnTo>
                  <a:lnTo>
                    <a:pt x="1107" y="1069"/>
                  </a:lnTo>
                  <a:lnTo>
                    <a:pt x="1109" y="1074"/>
                  </a:lnTo>
                  <a:lnTo>
                    <a:pt x="1109" y="1078"/>
                  </a:lnTo>
                  <a:lnTo>
                    <a:pt x="1105" y="1078"/>
                  </a:lnTo>
                  <a:lnTo>
                    <a:pt x="1105" y="1079"/>
                  </a:lnTo>
                  <a:lnTo>
                    <a:pt x="1112" y="1086"/>
                  </a:lnTo>
                  <a:lnTo>
                    <a:pt x="1114" y="1091"/>
                  </a:lnTo>
                  <a:lnTo>
                    <a:pt x="1114" y="1096"/>
                  </a:lnTo>
                  <a:lnTo>
                    <a:pt x="1109" y="1094"/>
                  </a:lnTo>
                  <a:lnTo>
                    <a:pt x="1105" y="1094"/>
                  </a:lnTo>
                  <a:lnTo>
                    <a:pt x="1102" y="1096"/>
                  </a:lnTo>
                  <a:lnTo>
                    <a:pt x="1104" y="1099"/>
                  </a:lnTo>
                  <a:lnTo>
                    <a:pt x="1109" y="1097"/>
                  </a:lnTo>
                  <a:lnTo>
                    <a:pt x="1109" y="1102"/>
                  </a:lnTo>
                  <a:lnTo>
                    <a:pt x="1104" y="1107"/>
                  </a:lnTo>
                  <a:lnTo>
                    <a:pt x="1095" y="1109"/>
                  </a:lnTo>
                  <a:lnTo>
                    <a:pt x="1090" y="1112"/>
                  </a:lnTo>
                  <a:lnTo>
                    <a:pt x="1084" y="1116"/>
                  </a:lnTo>
                  <a:lnTo>
                    <a:pt x="1082" y="1117"/>
                  </a:lnTo>
                  <a:lnTo>
                    <a:pt x="1077" y="1121"/>
                  </a:lnTo>
                  <a:lnTo>
                    <a:pt x="1074" y="1125"/>
                  </a:lnTo>
                  <a:lnTo>
                    <a:pt x="1071" y="1127"/>
                  </a:lnTo>
                  <a:lnTo>
                    <a:pt x="1061" y="1127"/>
                  </a:lnTo>
                  <a:lnTo>
                    <a:pt x="1051" y="1130"/>
                  </a:lnTo>
                  <a:lnTo>
                    <a:pt x="1049" y="1132"/>
                  </a:lnTo>
                  <a:lnTo>
                    <a:pt x="1046" y="1137"/>
                  </a:lnTo>
                  <a:lnTo>
                    <a:pt x="1044" y="1140"/>
                  </a:lnTo>
                  <a:lnTo>
                    <a:pt x="1034" y="1147"/>
                  </a:lnTo>
                  <a:lnTo>
                    <a:pt x="1029" y="1152"/>
                  </a:lnTo>
                  <a:lnTo>
                    <a:pt x="1023" y="1152"/>
                  </a:lnTo>
                  <a:lnTo>
                    <a:pt x="1020" y="1155"/>
                  </a:lnTo>
                  <a:lnTo>
                    <a:pt x="1018" y="1160"/>
                  </a:lnTo>
                  <a:lnTo>
                    <a:pt x="1013" y="1163"/>
                  </a:lnTo>
                  <a:lnTo>
                    <a:pt x="1011" y="1170"/>
                  </a:lnTo>
                  <a:lnTo>
                    <a:pt x="1011" y="1175"/>
                  </a:lnTo>
                  <a:lnTo>
                    <a:pt x="1008" y="1180"/>
                  </a:lnTo>
                  <a:lnTo>
                    <a:pt x="1006" y="1185"/>
                  </a:lnTo>
                  <a:lnTo>
                    <a:pt x="1008" y="1193"/>
                  </a:lnTo>
                  <a:lnTo>
                    <a:pt x="1005" y="1201"/>
                  </a:lnTo>
                  <a:lnTo>
                    <a:pt x="1000" y="1206"/>
                  </a:lnTo>
                  <a:lnTo>
                    <a:pt x="1000" y="1209"/>
                  </a:lnTo>
                  <a:lnTo>
                    <a:pt x="1001" y="1216"/>
                  </a:lnTo>
                  <a:lnTo>
                    <a:pt x="1003" y="1224"/>
                  </a:lnTo>
                  <a:lnTo>
                    <a:pt x="1003" y="1239"/>
                  </a:lnTo>
                  <a:lnTo>
                    <a:pt x="1005" y="1244"/>
                  </a:lnTo>
                  <a:lnTo>
                    <a:pt x="1006" y="1247"/>
                  </a:lnTo>
                  <a:lnTo>
                    <a:pt x="1008" y="1254"/>
                  </a:lnTo>
                  <a:lnTo>
                    <a:pt x="1006" y="1259"/>
                  </a:lnTo>
                  <a:lnTo>
                    <a:pt x="1005" y="1266"/>
                  </a:lnTo>
                  <a:lnTo>
                    <a:pt x="1005" y="1270"/>
                  </a:lnTo>
                  <a:lnTo>
                    <a:pt x="1001" y="1280"/>
                  </a:lnTo>
                  <a:lnTo>
                    <a:pt x="998" y="1285"/>
                  </a:lnTo>
                  <a:lnTo>
                    <a:pt x="995" y="1289"/>
                  </a:lnTo>
                  <a:lnTo>
                    <a:pt x="985" y="1289"/>
                  </a:lnTo>
                  <a:lnTo>
                    <a:pt x="980" y="1284"/>
                  </a:lnTo>
                  <a:lnTo>
                    <a:pt x="980" y="1279"/>
                  </a:lnTo>
                  <a:lnTo>
                    <a:pt x="978" y="1272"/>
                  </a:lnTo>
                  <a:lnTo>
                    <a:pt x="978" y="1259"/>
                  </a:lnTo>
                  <a:lnTo>
                    <a:pt x="975" y="1256"/>
                  </a:lnTo>
                  <a:lnTo>
                    <a:pt x="970" y="1252"/>
                  </a:lnTo>
                  <a:lnTo>
                    <a:pt x="970" y="1247"/>
                  </a:lnTo>
                  <a:lnTo>
                    <a:pt x="972" y="1238"/>
                  </a:lnTo>
                  <a:lnTo>
                    <a:pt x="972" y="1229"/>
                  </a:lnTo>
                  <a:lnTo>
                    <a:pt x="975" y="1226"/>
                  </a:lnTo>
                  <a:lnTo>
                    <a:pt x="975" y="1213"/>
                  </a:lnTo>
                  <a:lnTo>
                    <a:pt x="970" y="1211"/>
                  </a:lnTo>
                  <a:lnTo>
                    <a:pt x="967" y="1208"/>
                  </a:lnTo>
                  <a:lnTo>
                    <a:pt x="967" y="1203"/>
                  </a:lnTo>
                  <a:lnTo>
                    <a:pt x="965" y="1196"/>
                  </a:lnTo>
                  <a:lnTo>
                    <a:pt x="960" y="1191"/>
                  </a:lnTo>
                  <a:lnTo>
                    <a:pt x="955" y="1193"/>
                  </a:lnTo>
                  <a:lnTo>
                    <a:pt x="945" y="1198"/>
                  </a:lnTo>
                  <a:lnTo>
                    <a:pt x="942" y="1201"/>
                  </a:lnTo>
                  <a:lnTo>
                    <a:pt x="937" y="1200"/>
                  </a:lnTo>
                  <a:lnTo>
                    <a:pt x="931" y="1186"/>
                  </a:lnTo>
                  <a:lnTo>
                    <a:pt x="926" y="1185"/>
                  </a:lnTo>
                  <a:lnTo>
                    <a:pt x="921" y="1185"/>
                  </a:lnTo>
                  <a:lnTo>
                    <a:pt x="917" y="1186"/>
                  </a:lnTo>
                  <a:lnTo>
                    <a:pt x="909" y="1185"/>
                  </a:lnTo>
                  <a:lnTo>
                    <a:pt x="904" y="1185"/>
                  </a:lnTo>
                  <a:lnTo>
                    <a:pt x="898" y="1186"/>
                  </a:lnTo>
                  <a:lnTo>
                    <a:pt x="898" y="1183"/>
                  </a:lnTo>
                  <a:lnTo>
                    <a:pt x="896" y="1183"/>
                  </a:lnTo>
                  <a:lnTo>
                    <a:pt x="889" y="1181"/>
                  </a:lnTo>
                  <a:lnTo>
                    <a:pt x="876" y="1188"/>
                  </a:lnTo>
                  <a:lnTo>
                    <a:pt x="876" y="1191"/>
                  </a:lnTo>
                  <a:lnTo>
                    <a:pt x="879" y="1191"/>
                  </a:lnTo>
                  <a:lnTo>
                    <a:pt x="878" y="1196"/>
                  </a:lnTo>
                  <a:lnTo>
                    <a:pt x="876" y="1200"/>
                  </a:lnTo>
                  <a:lnTo>
                    <a:pt x="876" y="1203"/>
                  </a:lnTo>
                  <a:lnTo>
                    <a:pt x="873" y="1205"/>
                  </a:lnTo>
                  <a:lnTo>
                    <a:pt x="863" y="1195"/>
                  </a:lnTo>
                  <a:lnTo>
                    <a:pt x="865" y="1201"/>
                  </a:lnTo>
                  <a:lnTo>
                    <a:pt x="865" y="1205"/>
                  </a:lnTo>
                  <a:lnTo>
                    <a:pt x="858" y="1205"/>
                  </a:lnTo>
                  <a:lnTo>
                    <a:pt x="853" y="1206"/>
                  </a:lnTo>
                  <a:lnTo>
                    <a:pt x="843" y="1203"/>
                  </a:lnTo>
                  <a:lnTo>
                    <a:pt x="843" y="1196"/>
                  </a:lnTo>
                  <a:lnTo>
                    <a:pt x="840" y="1193"/>
                  </a:lnTo>
                  <a:lnTo>
                    <a:pt x="827" y="1193"/>
                  </a:lnTo>
                  <a:lnTo>
                    <a:pt x="820" y="1191"/>
                  </a:lnTo>
                  <a:lnTo>
                    <a:pt x="815" y="1190"/>
                  </a:lnTo>
                  <a:lnTo>
                    <a:pt x="797" y="1190"/>
                  </a:lnTo>
                  <a:lnTo>
                    <a:pt x="794" y="1195"/>
                  </a:lnTo>
                  <a:lnTo>
                    <a:pt x="790" y="1196"/>
                  </a:lnTo>
                  <a:lnTo>
                    <a:pt x="787" y="1200"/>
                  </a:lnTo>
                  <a:lnTo>
                    <a:pt x="784" y="1201"/>
                  </a:lnTo>
                  <a:lnTo>
                    <a:pt x="775" y="1206"/>
                  </a:lnTo>
                  <a:lnTo>
                    <a:pt x="771" y="1206"/>
                  </a:lnTo>
                  <a:lnTo>
                    <a:pt x="761" y="1211"/>
                  </a:lnTo>
                  <a:lnTo>
                    <a:pt x="754" y="1218"/>
                  </a:lnTo>
                  <a:lnTo>
                    <a:pt x="749" y="1221"/>
                  </a:lnTo>
                  <a:lnTo>
                    <a:pt x="746" y="1229"/>
                  </a:lnTo>
                  <a:lnTo>
                    <a:pt x="741" y="1234"/>
                  </a:lnTo>
                  <a:lnTo>
                    <a:pt x="741" y="1239"/>
                  </a:lnTo>
                  <a:lnTo>
                    <a:pt x="744" y="1241"/>
                  </a:lnTo>
                  <a:lnTo>
                    <a:pt x="744" y="1244"/>
                  </a:lnTo>
                  <a:lnTo>
                    <a:pt x="739" y="1249"/>
                  </a:lnTo>
                  <a:lnTo>
                    <a:pt x="738" y="1254"/>
                  </a:lnTo>
                  <a:lnTo>
                    <a:pt x="738" y="1259"/>
                  </a:lnTo>
                  <a:lnTo>
                    <a:pt x="734" y="1266"/>
                  </a:lnTo>
                  <a:lnTo>
                    <a:pt x="734" y="1267"/>
                  </a:lnTo>
                  <a:lnTo>
                    <a:pt x="731" y="1270"/>
                  </a:lnTo>
                  <a:lnTo>
                    <a:pt x="731" y="1272"/>
                  </a:lnTo>
                  <a:lnTo>
                    <a:pt x="729" y="1279"/>
                  </a:lnTo>
                  <a:lnTo>
                    <a:pt x="728" y="1282"/>
                  </a:lnTo>
                  <a:lnTo>
                    <a:pt x="728" y="1292"/>
                  </a:lnTo>
                  <a:lnTo>
                    <a:pt x="726" y="1295"/>
                  </a:lnTo>
                  <a:lnTo>
                    <a:pt x="724" y="1300"/>
                  </a:lnTo>
                  <a:lnTo>
                    <a:pt x="726" y="1303"/>
                  </a:lnTo>
                  <a:lnTo>
                    <a:pt x="726" y="1308"/>
                  </a:lnTo>
                  <a:lnTo>
                    <a:pt x="723" y="1312"/>
                  </a:lnTo>
                  <a:lnTo>
                    <a:pt x="716" y="1322"/>
                  </a:lnTo>
                  <a:lnTo>
                    <a:pt x="714" y="1326"/>
                  </a:lnTo>
                  <a:lnTo>
                    <a:pt x="714" y="1336"/>
                  </a:lnTo>
                  <a:lnTo>
                    <a:pt x="716" y="1341"/>
                  </a:lnTo>
                  <a:lnTo>
                    <a:pt x="719" y="1345"/>
                  </a:lnTo>
                  <a:lnTo>
                    <a:pt x="721" y="1350"/>
                  </a:lnTo>
                  <a:lnTo>
                    <a:pt x="721" y="1354"/>
                  </a:lnTo>
                  <a:lnTo>
                    <a:pt x="723" y="1358"/>
                  </a:lnTo>
                  <a:lnTo>
                    <a:pt x="728" y="1361"/>
                  </a:lnTo>
                  <a:lnTo>
                    <a:pt x="734" y="1371"/>
                  </a:lnTo>
                  <a:lnTo>
                    <a:pt x="734" y="1386"/>
                  </a:lnTo>
                  <a:lnTo>
                    <a:pt x="736" y="1391"/>
                  </a:lnTo>
                  <a:lnTo>
                    <a:pt x="739" y="1392"/>
                  </a:lnTo>
                  <a:lnTo>
                    <a:pt x="746" y="1394"/>
                  </a:lnTo>
                  <a:lnTo>
                    <a:pt x="749" y="1394"/>
                  </a:lnTo>
                  <a:lnTo>
                    <a:pt x="754" y="1397"/>
                  </a:lnTo>
                  <a:lnTo>
                    <a:pt x="757" y="1402"/>
                  </a:lnTo>
                  <a:lnTo>
                    <a:pt x="761" y="1405"/>
                  </a:lnTo>
                  <a:lnTo>
                    <a:pt x="772" y="1405"/>
                  </a:lnTo>
                  <a:lnTo>
                    <a:pt x="780" y="1404"/>
                  </a:lnTo>
                  <a:lnTo>
                    <a:pt x="785" y="1402"/>
                  </a:lnTo>
                  <a:lnTo>
                    <a:pt x="792" y="1401"/>
                  </a:lnTo>
                  <a:lnTo>
                    <a:pt x="797" y="1397"/>
                  </a:lnTo>
                  <a:lnTo>
                    <a:pt x="799" y="1397"/>
                  </a:lnTo>
                  <a:lnTo>
                    <a:pt x="804" y="1401"/>
                  </a:lnTo>
                  <a:lnTo>
                    <a:pt x="812" y="1392"/>
                  </a:lnTo>
                  <a:lnTo>
                    <a:pt x="818" y="1387"/>
                  </a:lnTo>
                  <a:lnTo>
                    <a:pt x="820" y="1384"/>
                  </a:lnTo>
                  <a:lnTo>
                    <a:pt x="822" y="1379"/>
                  </a:lnTo>
                  <a:lnTo>
                    <a:pt x="822" y="1366"/>
                  </a:lnTo>
                  <a:lnTo>
                    <a:pt x="825" y="1359"/>
                  </a:lnTo>
                  <a:lnTo>
                    <a:pt x="825" y="1356"/>
                  </a:lnTo>
                  <a:lnTo>
                    <a:pt x="837" y="1356"/>
                  </a:lnTo>
                  <a:lnTo>
                    <a:pt x="840" y="1354"/>
                  </a:lnTo>
                  <a:lnTo>
                    <a:pt x="843" y="1351"/>
                  </a:lnTo>
                  <a:lnTo>
                    <a:pt x="848" y="1351"/>
                  </a:lnTo>
                  <a:lnTo>
                    <a:pt x="858" y="1354"/>
                  </a:lnTo>
                  <a:lnTo>
                    <a:pt x="858" y="1348"/>
                  </a:lnTo>
                  <a:lnTo>
                    <a:pt x="876" y="1348"/>
                  </a:lnTo>
                  <a:lnTo>
                    <a:pt x="879" y="1351"/>
                  </a:lnTo>
                  <a:lnTo>
                    <a:pt x="883" y="1358"/>
                  </a:lnTo>
                  <a:lnTo>
                    <a:pt x="883" y="1366"/>
                  </a:lnTo>
                  <a:lnTo>
                    <a:pt x="878" y="1369"/>
                  </a:lnTo>
                  <a:lnTo>
                    <a:pt x="874" y="1376"/>
                  </a:lnTo>
                  <a:lnTo>
                    <a:pt x="869" y="1381"/>
                  </a:lnTo>
                  <a:lnTo>
                    <a:pt x="868" y="1386"/>
                  </a:lnTo>
                  <a:lnTo>
                    <a:pt x="866" y="1392"/>
                  </a:lnTo>
                  <a:lnTo>
                    <a:pt x="866" y="1404"/>
                  </a:lnTo>
                  <a:lnTo>
                    <a:pt x="863" y="1409"/>
                  </a:lnTo>
                  <a:lnTo>
                    <a:pt x="858" y="1412"/>
                  </a:lnTo>
                  <a:lnTo>
                    <a:pt x="858" y="1414"/>
                  </a:lnTo>
                  <a:lnTo>
                    <a:pt x="856" y="1420"/>
                  </a:lnTo>
                  <a:lnTo>
                    <a:pt x="856" y="1429"/>
                  </a:lnTo>
                  <a:lnTo>
                    <a:pt x="851" y="1432"/>
                  </a:lnTo>
                  <a:lnTo>
                    <a:pt x="850" y="1437"/>
                  </a:lnTo>
                  <a:lnTo>
                    <a:pt x="846" y="1440"/>
                  </a:lnTo>
                  <a:lnTo>
                    <a:pt x="845" y="1443"/>
                  </a:lnTo>
                  <a:lnTo>
                    <a:pt x="838" y="1450"/>
                  </a:lnTo>
                  <a:lnTo>
                    <a:pt x="843" y="1452"/>
                  </a:lnTo>
                  <a:lnTo>
                    <a:pt x="846" y="1455"/>
                  </a:lnTo>
                  <a:lnTo>
                    <a:pt x="851" y="1457"/>
                  </a:lnTo>
                  <a:lnTo>
                    <a:pt x="873" y="1457"/>
                  </a:lnTo>
                  <a:lnTo>
                    <a:pt x="878" y="1455"/>
                  </a:lnTo>
                  <a:lnTo>
                    <a:pt x="886" y="1455"/>
                  </a:lnTo>
                  <a:lnTo>
                    <a:pt x="889" y="1457"/>
                  </a:lnTo>
                  <a:lnTo>
                    <a:pt x="902" y="1457"/>
                  </a:lnTo>
                  <a:lnTo>
                    <a:pt x="906" y="1458"/>
                  </a:lnTo>
                  <a:lnTo>
                    <a:pt x="906" y="1462"/>
                  </a:lnTo>
                  <a:lnTo>
                    <a:pt x="911" y="1463"/>
                  </a:lnTo>
                  <a:lnTo>
                    <a:pt x="916" y="1463"/>
                  </a:lnTo>
                  <a:lnTo>
                    <a:pt x="919" y="1466"/>
                  </a:lnTo>
                  <a:lnTo>
                    <a:pt x="922" y="1473"/>
                  </a:lnTo>
                  <a:lnTo>
                    <a:pt x="922" y="1483"/>
                  </a:lnTo>
                  <a:lnTo>
                    <a:pt x="919" y="1485"/>
                  </a:lnTo>
                  <a:lnTo>
                    <a:pt x="916" y="1490"/>
                  </a:lnTo>
                  <a:lnTo>
                    <a:pt x="916" y="1503"/>
                  </a:lnTo>
                  <a:lnTo>
                    <a:pt x="914" y="1504"/>
                  </a:lnTo>
                  <a:lnTo>
                    <a:pt x="912" y="1508"/>
                  </a:lnTo>
                  <a:lnTo>
                    <a:pt x="911" y="1514"/>
                  </a:lnTo>
                  <a:lnTo>
                    <a:pt x="911" y="1526"/>
                  </a:lnTo>
                  <a:lnTo>
                    <a:pt x="909" y="1529"/>
                  </a:lnTo>
                  <a:lnTo>
                    <a:pt x="906" y="1539"/>
                  </a:lnTo>
                  <a:lnTo>
                    <a:pt x="906" y="1544"/>
                  </a:lnTo>
                  <a:lnTo>
                    <a:pt x="914" y="1552"/>
                  </a:lnTo>
                  <a:lnTo>
                    <a:pt x="917" y="1554"/>
                  </a:lnTo>
                  <a:lnTo>
                    <a:pt x="921" y="1559"/>
                  </a:lnTo>
                  <a:lnTo>
                    <a:pt x="926" y="1564"/>
                  </a:lnTo>
                  <a:lnTo>
                    <a:pt x="926" y="1577"/>
                  </a:lnTo>
                  <a:lnTo>
                    <a:pt x="931" y="1577"/>
                  </a:lnTo>
                  <a:lnTo>
                    <a:pt x="935" y="1578"/>
                  </a:lnTo>
                  <a:lnTo>
                    <a:pt x="939" y="1578"/>
                  </a:lnTo>
                  <a:lnTo>
                    <a:pt x="945" y="1585"/>
                  </a:lnTo>
                  <a:lnTo>
                    <a:pt x="950" y="1583"/>
                  </a:lnTo>
                  <a:lnTo>
                    <a:pt x="954" y="1578"/>
                  </a:lnTo>
                  <a:lnTo>
                    <a:pt x="960" y="1577"/>
                  </a:lnTo>
                  <a:lnTo>
                    <a:pt x="968" y="1577"/>
                  </a:lnTo>
                  <a:lnTo>
                    <a:pt x="970" y="1575"/>
                  </a:lnTo>
                  <a:lnTo>
                    <a:pt x="972" y="1572"/>
                  </a:lnTo>
                  <a:lnTo>
                    <a:pt x="973" y="1572"/>
                  </a:lnTo>
                  <a:lnTo>
                    <a:pt x="973" y="1570"/>
                  </a:lnTo>
                  <a:lnTo>
                    <a:pt x="975" y="1569"/>
                  </a:lnTo>
                  <a:lnTo>
                    <a:pt x="975" y="1567"/>
                  </a:lnTo>
                  <a:lnTo>
                    <a:pt x="977" y="1565"/>
                  </a:lnTo>
                  <a:lnTo>
                    <a:pt x="982" y="1565"/>
                  </a:lnTo>
                  <a:lnTo>
                    <a:pt x="983" y="1569"/>
                  </a:lnTo>
                  <a:lnTo>
                    <a:pt x="987" y="1570"/>
                  </a:lnTo>
                  <a:lnTo>
                    <a:pt x="1000" y="1570"/>
                  </a:lnTo>
                  <a:lnTo>
                    <a:pt x="1003" y="1575"/>
                  </a:lnTo>
                  <a:lnTo>
                    <a:pt x="1005" y="1578"/>
                  </a:lnTo>
                  <a:lnTo>
                    <a:pt x="1010" y="1582"/>
                  </a:lnTo>
                  <a:lnTo>
                    <a:pt x="1013" y="1582"/>
                  </a:lnTo>
                  <a:lnTo>
                    <a:pt x="1015" y="1585"/>
                  </a:lnTo>
                  <a:lnTo>
                    <a:pt x="1016" y="1592"/>
                  </a:lnTo>
                  <a:lnTo>
                    <a:pt x="1016" y="1595"/>
                  </a:lnTo>
                  <a:lnTo>
                    <a:pt x="1021" y="1593"/>
                  </a:lnTo>
                  <a:lnTo>
                    <a:pt x="1021" y="1590"/>
                  </a:lnTo>
                  <a:lnTo>
                    <a:pt x="1018" y="1587"/>
                  </a:lnTo>
                  <a:lnTo>
                    <a:pt x="1018" y="1583"/>
                  </a:lnTo>
                  <a:lnTo>
                    <a:pt x="1025" y="1580"/>
                  </a:lnTo>
                  <a:lnTo>
                    <a:pt x="1029" y="1577"/>
                  </a:lnTo>
                  <a:lnTo>
                    <a:pt x="1034" y="1572"/>
                  </a:lnTo>
                  <a:lnTo>
                    <a:pt x="1036" y="1569"/>
                  </a:lnTo>
                  <a:lnTo>
                    <a:pt x="1038" y="1560"/>
                  </a:lnTo>
                  <a:lnTo>
                    <a:pt x="1041" y="1557"/>
                  </a:lnTo>
                  <a:lnTo>
                    <a:pt x="1046" y="1550"/>
                  </a:lnTo>
                  <a:lnTo>
                    <a:pt x="1051" y="1547"/>
                  </a:lnTo>
                  <a:lnTo>
                    <a:pt x="1059" y="1544"/>
                  </a:lnTo>
                  <a:lnTo>
                    <a:pt x="1064" y="1539"/>
                  </a:lnTo>
                  <a:lnTo>
                    <a:pt x="1072" y="1539"/>
                  </a:lnTo>
                  <a:lnTo>
                    <a:pt x="1076" y="1537"/>
                  </a:lnTo>
                  <a:lnTo>
                    <a:pt x="1081" y="1537"/>
                  </a:lnTo>
                  <a:lnTo>
                    <a:pt x="1084" y="1531"/>
                  </a:lnTo>
                  <a:lnTo>
                    <a:pt x="1090" y="1529"/>
                  </a:lnTo>
                  <a:lnTo>
                    <a:pt x="1095" y="1529"/>
                  </a:lnTo>
                  <a:lnTo>
                    <a:pt x="1097" y="1522"/>
                  </a:lnTo>
                  <a:lnTo>
                    <a:pt x="1107" y="1519"/>
                  </a:lnTo>
                  <a:lnTo>
                    <a:pt x="1109" y="1521"/>
                  </a:lnTo>
                  <a:lnTo>
                    <a:pt x="1112" y="1522"/>
                  </a:lnTo>
                  <a:lnTo>
                    <a:pt x="1112" y="1527"/>
                  </a:lnTo>
                  <a:lnTo>
                    <a:pt x="1109" y="1531"/>
                  </a:lnTo>
                  <a:lnTo>
                    <a:pt x="1104" y="1531"/>
                  </a:lnTo>
                  <a:lnTo>
                    <a:pt x="1100" y="1532"/>
                  </a:lnTo>
                  <a:lnTo>
                    <a:pt x="1100" y="1541"/>
                  </a:lnTo>
                  <a:lnTo>
                    <a:pt x="1102" y="1542"/>
                  </a:lnTo>
                  <a:lnTo>
                    <a:pt x="1105" y="1544"/>
                  </a:lnTo>
                  <a:lnTo>
                    <a:pt x="1105" y="1549"/>
                  </a:lnTo>
                  <a:lnTo>
                    <a:pt x="1100" y="1552"/>
                  </a:lnTo>
                  <a:lnTo>
                    <a:pt x="1095" y="1562"/>
                  </a:lnTo>
                  <a:lnTo>
                    <a:pt x="1095" y="1570"/>
                  </a:lnTo>
                  <a:lnTo>
                    <a:pt x="1100" y="1572"/>
                  </a:lnTo>
                  <a:lnTo>
                    <a:pt x="1102" y="1572"/>
                  </a:lnTo>
                  <a:lnTo>
                    <a:pt x="1107" y="1575"/>
                  </a:lnTo>
                  <a:lnTo>
                    <a:pt x="1110" y="1577"/>
                  </a:lnTo>
                  <a:lnTo>
                    <a:pt x="1112" y="1572"/>
                  </a:lnTo>
                  <a:lnTo>
                    <a:pt x="1112" y="1565"/>
                  </a:lnTo>
                  <a:lnTo>
                    <a:pt x="1109" y="1560"/>
                  </a:lnTo>
                  <a:lnTo>
                    <a:pt x="1109" y="1544"/>
                  </a:lnTo>
                  <a:lnTo>
                    <a:pt x="1114" y="1544"/>
                  </a:lnTo>
                  <a:lnTo>
                    <a:pt x="1117" y="1542"/>
                  </a:lnTo>
                  <a:lnTo>
                    <a:pt x="1127" y="1536"/>
                  </a:lnTo>
                  <a:lnTo>
                    <a:pt x="1130" y="1534"/>
                  </a:lnTo>
                  <a:lnTo>
                    <a:pt x="1127" y="1531"/>
                  </a:lnTo>
                  <a:lnTo>
                    <a:pt x="1128" y="1527"/>
                  </a:lnTo>
                  <a:lnTo>
                    <a:pt x="1133" y="1526"/>
                  </a:lnTo>
                  <a:lnTo>
                    <a:pt x="1138" y="1531"/>
                  </a:lnTo>
                  <a:lnTo>
                    <a:pt x="1138" y="1534"/>
                  </a:lnTo>
                  <a:lnTo>
                    <a:pt x="1140" y="1536"/>
                  </a:lnTo>
                  <a:lnTo>
                    <a:pt x="1145" y="1536"/>
                  </a:lnTo>
                  <a:lnTo>
                    <a:pt x="1153" y="1544"/>
                  </a:lnTo>
                  <a:lnTo>
                    <a:pt x="1155" y="1547"/>
                  </a:lnTo>
                  <a:lnTo>
                    <a:pt x="1155" y="1554"/>
                  </a:lnTo>
                  <a:lnTo>
                    <a:pt x="1160" y="1555"/>
                  </a:lnTo>
                  <a:lnTo>
                    <a:pt x="1194" y="1555"/>
                  </a:lnTo>
                  <a:lnTo>
                    <a:pt x="1199" y="1559"/>
                  </a:lnTo>
                  <a:lnTo>
                    <a:pt x="1203" y="1564"/>
                  </a:lnTo>
                  <a:lnTo>
                    <a:pt x="1209" y="1564"/>
                  </a:lnTo>
                  <a:lnTo>
                    <a:pt x="1217" y="1562"/>
                  </a:lnTo>
                  <a:lnTo>
                    <a:pt x="1221" y="1559"/>
                  </a:lnTo>
                  <a:lnTo>
                    <a:pt x="1219" y="1557"/>
                  </a:lnTo>
                  <a:lnTo>
                    <a:pt x="1224" y="1555"/>
                  </a:lnTo>
                  <a:lnTo>
                    <a:pt x="1237" y="1555"/>
                  </a:lnTo>
                  <a:lnTo>
                    <a:pt x="1237" y="1557"/>
                  </a:lnTo>
                  <a:lnTo>
                    <a:pt x="1247" y="1557"/>
                  </a:lnTo>
                  <a:lnTo>
                    <a:pt x="1254" y="1554"/>
                  </a:lnTo>
                  <a:lnTo>
                    <a:pt x="1257" y="1555"/>
                  </a:lnTo>
                  <a:lnTo>
                    <a:pt x="1252" y="1559"/>
                  </a:lnTo>
                  <a:lnTo>
                    <a:pt x="1247" y="1560"/>
                  </a:lnTo>
                  <a:lnTo>
                    <a:pt x="1247" y="1564"/>
                  </a:lnTo>
                  <a:lnTo>
                    <a:pt x="1249" y="1569"/>
                  </a:lnTo>
                  <a:lnTo>
                    <a:pt x="1260" y="1569"/>
                  </a:lnTo>
                  <a:lnTo>
                    <a:pt x="1265" y="1570"/>
                  </a:lnTo>
                  <a:lnTo>
                    <a:pt x="1269" y="1575"/>
                  </a:lnTo>
                  <a:lnTo>
                    <a:pt x="1269" y="1578"/>
                  </a:lnTo>
                  <a:lnTo>
                    <a:pt x="1277" y="1587"/>
                  </a:lnTo>
                  <a:lnTo>
                    <a:pt x="1282" y="1590"/>
                  </a:lnTo>
                  <a:lnTo>
                    <a:pt x="1287" y="1595"/>
                  </a:lnTo>
                  <a:lnTo>
                    <a:pt x="1292" y="1598"/>
                  </a:lnTo>
                  <a:lnTo>
                    <a:pt x="1300" y="1606"/>
                  </a:lnTo>
                  <a:lnTo>
                    <a:pt x="1302" y="1611"/>
                  </a:lnTo>
                  <a:lnTo>
                    <a:pt x="1302" y="1620"/>
                  </a:lnTo>
                  <a:lnTo>
                    <a:pt x="1303" y="1625"/>
                  </a:lnTo>
                  <a:lnTo>
                    <a:pt x="1308" y="1625"/>
                  </a:lnTo>
                  <a:lnTo>
                    <a:pt x="1313" y="1623"/>
                  </a:lnTo>
                  <a:lnTo>
                    <a:pt x="1316" y="1625"/>
                  </a:lnTo>
                  <a:lnTo>
                    <a:pt x="1326" y="1628"/>
                  </a:lnTo>
                  <a:lnTo>
                    <a:pt x="1330" y="1631"/>
                  </a:lnTo>
                  <a:lnTo>
                    <a:pt x="1326" y="1639"/>
                  </a:lnTo>
                  <a:lnTo>
                    <a:pt x="1333" y="1639"/>
                  </a:lnTo>
                  <a:lnTo>
                    <a:pt x="1335" y="1638"/>
                  </a:lnTo>
                  <a:lnTo>
                    <a:pt x="1339" y="1643"/>
                  </a:lnTo>
                  <a:lnTo>
                    <a:pt x="1348" y="1643"/>
                  </a:lnTo>
                  <a:lnTo>
                    <a:pt x="1353" y="1641"/>
                  </a:lnTo>
                  <a:lnTo>
                    <a:pt x="1356" y="1638"/>
                  </a:lnTo>
                  <a:lnTo>
                    <a:pt x="1364" y="1639"/>
                  </a:lnTo>
                  <a:lnTo>
                    <a:pt x="1376" y="1639"/>
                  </a:lnTo>
                  <a:lnTo>
                    <a:pt x="1389" y="1646"/>
                  </a:lnTo>
                  <a:lnTo>
                    <a:pt x="1396" y="1648"/>
                  </a:lnTo>
                  <a:lnTo>
                    <a:pt x="1400" y="1649"/>
                  </a:lnTo>
                  <a:lnTo>
                    <a:pt x="1404" y="1649"/>
                  </a:lnTo>
                  <a:lnTo>
                    <a:pt x="1407" y="1651"/>
                  </a:lnTo>
                  <a:lnTo>
                    <a:pt x="1409" y="1656"/>
                  </a:lnTo>
                  <a:lnTo>
                    <a:pt x="1425" y="1672"/>
                  </a:lnTo>
                  <a:lnTo>
                    <a:pt x="1425" y="1691"/>
                  </a:lnTo>
                  <a:lnTo>
                    <a:pt x="1429" y="1694"/>
                  </a:lnTo>
                  <a:lnTo>
                    <a:pt x="1437" y="1700"/>
                  </a:lnTo>
                  <a:lnTo>
                    <a:pt x="1438" y="1705"/>
                  </a:lnTo>
                  <a:lnTo>
                    <a:pt x="1440" y="1709"/>
                  </a:lnTo>
                  <a:lnTo>
                    <a:pt x="1440" y="1717"/>
                  </a:lnTo>
                  <a:lnTo>
                    <a:pt x="1438" y="1722"/>
                  </a:lnTo>
                  <a:lnTo>
                    <a:pt x="1432" y="1723"/>
                  </a:lnTo>
                  <a:lnTo>
                    <a:pt x="1432" y="1727"/>
                  </a:lnTo>
                  <a:lnTo>
                    <a:pt x="1422" y="1737"/>
                  </a:lnTo>
                  <a:lnTo>
                    <a:pt x="1420" y="1740"/>
                  </a:lnTo>
                  <a:lnTo>
                    <a:pt x="1420" y="1745"/>
                  </a:lnTo>
                  <a:lnTo>
                    <a:pt x="1424" y="1747"/>
                  </a:lnTo>
                  <a:lnTo>
                    <a:pt x="1425" y="1747"/>
                  </a:lnTo>
                  <a:lnTo>
                    <a:pt x="1427" y="1742"/>
                  </a:lnTo>
                  <a:lnTo>
                    <a:pt x="1433" y="1740"/>
                  </a:lnTo>
                  <a:lnTo>
                    <a:pt x="1437" y="1738"/>
                  </a:lnTo>
                  <a:lnTo>
                    <a:pt x="1450" y="1738"/>
                  </a:lnTo>
                  <a:lnTo>
                    <a:pt x="1455" y="1740"/>
                  </a:lnTo>
                  <a:lnTo>
                    <a:pt x="1460" y="1740"/>
                  </a:lnTo>
                  <a:lnTo>
                    <a:pt x="1463" y="1743"/>
                  </a:lnTo>
                  <a:lnTo>
                    <a:pt x="1463" y="1748"/>
                  </a:lnTo>
                  <a:lnTo>
                    <a:pt x="1460" y="1758"/>
                  </a:lnTo>
                  <a:lnTo>
                    <a:pt x="1465" y="1758"/>
                  </a:lnTo>
                  <a:lnTo>
                    <a:pt x="1466" y="1751"/>
                  </a:lnTo>
                  <a:lnTo>
                    <a:pt x="1476" y="1751"/>
                  </a:lnTo>
                  <a:lnTo>
                    <a:pt x="1483" y="1755"/>
                  </a:lnTo>
                  <a:lnTo>
                    <a:pt x="1486" y="1751"/>
                  </a:lnTo>
                  <a:lnTo>
                    <a:pt x="1493" y="1755"/>
                  </a:lnTo>
                  <a:lnTo>
                    <a:pt x="1498" y="1756"/>
                  </a:lnTo>
                  <a:lnTo>
                    <a:pt x="1501" y="1758"/>
                  </a:lnTo>
                  <a:lnTo>
                    <a:pt x="1504" y="1758"/>
                  </a:lnTo>
                  <a:lnTo>
                    <a:pt x="1506" y="1760"/>
                  </a:lnTo>
                  <a:lnTo>
                    <a:pt x="1509" y="1761"/>
                  </a:lnTo>
                  <a:lnTo>
                    <a:pt x="1516" y="1761"/>
                  </a:lnTo>
                  <a:lnTo>
                    <a:pt x="1519" y="1763"/>
                  </a:lnTo>
                  <a:lnTo>
                    <a:pt x="1521" y="1768"/>
                  </a:lnTo>
                  <a:lnTo>
                    <a:pt x="1524" y="1771"/>
                  </a:lnTo>
                  <a:lnTo>
                    <a:pt x="1526" y="1776"/>
                  </a:lnTo>
                  <a:lnTo>
                    <a:pt x="1526" y="1784"/>
                  </a:lnTo>
                  <a:lnTo>
                    <a:pt x="1529" y="1784"/>
                  </a:lnTo>
                  <a:lnTo>
                    <a:pt x="1531" y="1781"/>
                  </a:lnTo>
                  <a:lnTo>
                    <a:pt x="1536" y="1783"/>
                  </a:lnTo>
                  <a:lnTo>
                    <a:pt x="1541" y="1781"/>
                  </a:lnTo>
                  <a:lnTo>
                    <a:pt x="1559" y="1781"/>
                  </a:lnTo>
                  <a:lnTo>
                    <a:pt x="1564" y="1786"/>
                  </a:lnTo>
                  <a:lnTo>
                    <a:pt x="1569" y="1786"/>
                  </a:lnTo>
                  <a:lnTo>
                    <a:pt x="1572" y="1784"/>
                  </a:lnTo>
                  <a:lnTo>
                    <a:pt x="1577" y="1783"/>
                  </a:lnTo>
                  <a:lnTo>
                    <a:pt x="1584" y="1783"/>
                  </a:lnTo>
                  <a:lnTo>
                    <a:pt x="1590" y="1786"/>
                  </a:lnTo>
                  <a:lnTo>
                    <a:pt x="1595" y="1786"/>
                  </a:lnTo>
                  <a:lnTo>
                    <a:pt x="1605" y="1789"/>
                  </a:lnTo>
                  <a:lnTo>
                    <a:pt x="1613" y="1793"/>
                  </a:lnTo>
                  <a:lnTo>
                    <a:pt x="1626" y="1806"/>
                  </a:lnTo>
                  <a:lnTo>
                    <a:pt x="1631" y="1809"/>
                  </a:lnTo>
                  <a:lnTo>
                    <a:pt x="1640" y="1817"/>
                  </a:lnTo>
                  <a:lnTo>
                    <a:pt x="1663" y="1817"/>
                  </a:lnTo>
                  <a:lnTo>
                    <a:pt x="1673" y="1821"/>
                  </a:lnTo>
                  <a:lnTo>
                    <a:pt x="1679" y="1827"/>
                  </a:lnTo>
                  <a:lnTo>
                    <a:pt x="1682" y="1844"/>
                  </a:lnTo>
                  <a:lnTo>
                    <a:pt x="1682" y="1849"/>
                  </a:lnTo>
                  <a:lnTo>
                    <a:pt x="1681" y="1855"/>
                  </a:lnTo>
                  <a:lnTo>
                    <a:pt x="1681" y="1877"/>
                  </a:lnTo>
                  <a:lnTo>
                    <a:pt x="1676" y="1887"/>
                  </a:lnTo>
                  <a:lnTo>
                    <a:pt x="1673" y="1890"/>
                  </a:lnTo>
                  <a:lnTo>
                    <a:pt x="1671" y="1896"/>
                  </a:lnTo>
                  <a:lnTo>
                    <a:pt x="1664" y="1901"/>
                  </a:lnTo>
                  <a:lnTo>
                    <a:pt x="1654" y="1910"/>
                  </a:lnTo>
                  <a:lnTo>
                    <a:pt x="1650" y="1915"/>
                  </a:lnTo>
                  <a:lnTo>
                    <a:pt x="1646" y="1921"/>
                  </a:lnTo>
                  <a:lnTo>
                    <a:pt x="1640" y="1926"/>
                  </a:lnTo>
                  <a:lnTo>
                    <a:pt x="1636" y="1933"/>
                  </a:lnTo>
                  <a:lnTo>
                    <a:pt x="1631" y="1938"/>
                  </a:lnTo>
                  <a:lnTo>
                    <a:pt x="1628" y="1944"/>
                  </a:lnTo>
                  <a:lnTo>
                    <a:pt x="1623" y="1948"/>
                  </a:lnTo>
                  <a:lnTo>
                    <a:pt x="1617" y="1948"/>
                  </a:lnTo>
                  <a:lnTo>
                    <a:pt x="1615" y="1951"/>
                  </a:lnTo>
                  <a:lnTo>
                    <a:pt x="1617" y="1954"/>
                  </a:lnTo>
                  <a:lnTo>
                    <a:pt x="1617" y="1957"/>
                  </a:lnTo>
                  <a:lnTo>
                    <a:pt x="1615" y="1962"/>
                  </a:lnTo>
                  <a:lnTo>
                    <a:pt x="1615" y="1969"/>
                  </a:lnTo>
                  <a:lnTo>
                    <a:pt x="1617" y="1976"/>
                  </a:lnTo>
                  <a:lnTo>
                    <a:pt x="1618" y="1987"/>
                  </a:lnTo>
                  <a:lnTo>
                    <a:pt x="1618" y="2012"/>
                  </a:lnTo>
                  <a:lnTo>
                    <a:pt x="1617" y="2020"/>
                  </a:lnTo>
                  <a:lnTo>
                    <a:pt x="1613" y="2032"/>
                  </a:lnTo>
                  <a:lnTo>
                    <a:pt x="1612" y="2038"/>
                  </a:lnTo>
                  <a:lnTo>
                    <a:pt x="1612" y="2055"/>
                  </a:lnTo>
                  <a:lnTo>
                    <a:pt x="1610" y="2061"/>
                  </a:lnTo>
                  <a:lnTo>
                    <a:pt x="1607" y="2068"/>
                  </a:lnTo>
                  <a:lnTo>
                    <a:pt x="1602" y="2073"/>
                  </a:lnTo>
                  <a:lnTo>
                    <a:pt x="1597" y="2079"/>
                  </a:lnTo>
                  <a:lnTo>
                    <a:pt x="1593" y="2089"/>
                  </a:lnTo>
                  <a:lnTo>
                    <a:pt x="1590" y="2092"/>
                  </a:lnTo>
                  <a:lnTo>
                    <a:pt x="1588" y="2101"/>
                  </a:lnTo>
                  <a:lnTo>
                    <a:pt x="1592" y="2104"/>
                  </a:lnTo>
                  <a:lnTo>
                    <a:pt x="1588" y="2109"/>
                  </a:lnTo>
                  <a:lnTo>
                    <a:pt x="1584" y="2112"/>
                  </a:lnTo>
                  <a:lnTo>
                    <a:pt x="1580" y="2116"/>
                  </a:lnTo>
                  <a:lnTo>
                    <a:pt x="1577" y="2120"/>
                  </a:lnTo>
                  <a:lnTo>
                    <a:pt x="1569" y="2122"/>
                  </a:lnTo>
                  <a:lnTo>
                    <a:pt x="1559" y="2122"/>
                  </a:lnTo>
                  <a:lnTo>
                    <a:pt x="1554" y="2120"/>
                  </a:lnTo>
                  <a:lnTo>
                    <a:pt x="1547" y="2120"/>
                  </a:lnTo>
                  <a:lnTo>
                    <a:pt x="1544" y="2124"/>
                  </a:lnTo>
                  <a:lnTo>
                    <a:pt x="1539" y="2127"/>
                  </a:lnTo>
                  <a:lnTo>
                    <a:pt x="1534" y="2132"/>
                  </a:lnTo>
                  <a:lnTo>
                    <a:pt x="1526" y="2137"/>
                  </a:lnTo>
                  <a:lnTo>
                    <a:pt x="1518" y="2140"/>
                  </a:lnTo>
                  <a:lnTo>
                    <a:pt x="1508" y="2147"/>
                  </a:lnTo>
                  <a:lnTo>
                    <a:pt x="1494" y="2160"/>
                  </a:lnTo>
                  <a:lnTo>
                    <a:pt x="1491" y="2165"/>
                  </a:lnTo>
                  <a:lnTo>
                    <a:pt x="1486" y="2168"/>
                  </a:lnTo>
                  <a:lnTo>
                    <a:pt x="1483" y="2173"/>
                  </a:lnTo>
                  <a:lnTo>
                    <a:pt x="1486" y="2185"/>
                  </a:lnTo>
                  <a:lnTo>
                    <a:pt x="1485" y="2190"/>
                  </a:lnTo>
                  <a:lnTo>
                    <a:pt x="1486" y="2193"/>
                  </a:lnTo>
                  <a:lnTo>
                    <a:pt x="1488" y="2200"/>
                  </a:lnTo>
                  <a:lnTo>
                    <a:pt x="1486" y="2205"/>
                  </a:lnTo>
                  <a:lnTo>
                    <a:pt x="1486" y="2209"/>
                  </a:lnTo>
                  <a:lnTo>
                    <a:pt x="1488" y="2214"/>
                  </a:lnTo>
                  <a:lnTo>
                    <a:pt x="1485" y="2221"/>
                  </a:lnTo>
                  <a:lnTo>
                    <a:pt x="1480" y="2228"/>
                  </a:lnTo>
                  <a:lnTo>
                    <a:pt x="1473" y="2237"/>
                  </a:lnTo>
                  <a:lnTo>
                    <a:pt x="1471" y="2244"/>
                  </a:lnTo>
                  <a:lnTo>
                    <a:pt x="1466" y="2249"/>
                  </a:lnTo>
                  <a:lnTo>
                    <a:pt x="1463" y="2259"/>
                  </a:lnTo>
                  <a:lnTo>
                    <a:pt x="1463" y="2251"/>
                  </a:lnTo>
                  <a:lnTo>
                    <a:pt x="1458" y="2251"/>
                  </a:lnTo>
                  <a:lnTo>
                    <a:pt x="1455" y="2256"/>
                  </a:lnTo>
                  <a:lnTo>
                    <a:pt x="1455" y="2261"/>
                  </a:lnTo>
                  <a:lnTo>
                    <a:pt x="1453" y="2265"/>
                  </a:lnTo>
                  <a:lnTo>
                    <a:pt x="1448" y="2274"/>
                  </a:lnTo>
                  <a:lnTo>
                    <a:pt x="1445" y="2279"/>
                  </a:lnTo>
                  <a:lnTo>
                    <a:pt x="1443" y="2284"/>
                  </a:lnTo>
                  <a:lnTo>
                    <a:pt x="1440" y="2289"/>
                  </a:lnTo>
                  <a:lnTo>
                    <a:pt x="1440" y="2293"/>
                  </a:lnTo>
                  <a:lnTo>
                    <a:pt x="1442" y="2295"/>
                  </a:lnTo>
                  <a:lnTo>
                    <a:pt x="1445" y="2297"/>
                  </a:lnTo>
                  <a:lnTo>
                    <a:pt x="1445" y="2302"/>
                  </a:lnTo>
                  <a:lnTo>
                    <a:pt x="1443" y="2305"/>
                  </a:lnTo>
                  <a:lnTo>
                    <a:pt x="1440" y="2308"/>
                  </a:lnTo>
                  <a:lnTo>
                    <a:pt x="1433" y="2318"/>
                  </a:lnTo>
                  <a:lnTo>
                    <a:pt x="1432" y="2321"/>
                  </a:lnTo>
                  <a:lnTo>
                    <a:pt x="1429" y="2326"/>
                  </a:lnTo>
                  <a:lnTo>
                    <a:pt x="1427" y="2330"/>
                  </a:lnTo>
                  <a:lnTo>
                    <a:pt x="1425" y="2331"/>
                  </a:lnTo>
                  <a:lnTo>
                    <a:pt x="1424" y="2331"/>
                  </a:lnTo>
                  <a:lnTo>
                    <a:pt x="1424" y="2333"/>
                  </a:lnTo>
                  <a:lnTo>
                    <a:pt x="1422" y="2333"/>
                  </a:lnTo>
                  <a:lnTo>
                    <a:pt x="1420" y="2335"/>
                  </a:lnTo>
                  <a:lnTo>
                    <a:pt x="1415" y="2336"/>
                  </a:lnTo>
                  <a:lnTo>
                    <a:pt x="1409" y="2340"/>
                  </a:lnTo>
                  <a:lnTo>
                    <a:pt x="1404" y="2340"/>
                  </a:lnTo>
                  <a:lnTo>
                    <a:pt x="1399" y="2338"/>
                  </a:lnTo>
                  <a:lnTo>
                    <a:pt x="1396" y="2338"/>
                  </a:lnTo>
                  <a:lnTo>
                    <a:pt x="1392" y="2341"/>
                  </a:lnTo>
                  <a:lnTo>
                    <a:pt x="1387" y="2340"/>
                  </a:lnTo>
                  <a:lnTo>
                    <a:pt x="1384" y="2338"/>
                  </a:lnTo>
                  <a:lnTo>
                    <a:pt x="1379" y="2335"/>
                  </a:lnTo>
                  <a:lnTo>
                    <a:pt x="1374" y="2335"/>
                  </a:lnTo>
                  <a:lnTo>
                    <a:pt x="1372" y="2336"/>
                  </a:lnTo>
                  <a:lnTo>
                    <a:pt x="1369" y="2335"/>
                  </a:lnTo>
                  <a:lnTo>
                    <a:pt x="1364" y="2335"/>
                  </a:lnTo>
                  <a:lnTo>
                    <a:pt x="1361" y="2331"/>
                  </a:lnTo>
                  <a:lnTo>
                    <a:pt x="1359" y="2328"/>
                  </a:lnTo>
                  <a:lnTo>
                    <a:pt x="1359" y="2338"/>
                  </a:lnTo>
                  <a:lnTo>
                    <a:pt x="1361" y="2340"/>
                  </a:lnTo>
                  <a:lnTo>
                    <a:pt x="1364" y="2341"/>
                  </a:lnTo>
                  <a:lnTo>
                    <a:pt x="1366" y="2341"/>
                  </a:lnTo>
                  <a:lnTo>
                    <a:pt x="1369" y="2343"/>
                  </a:lnTo>
                  <a:lnTo>
                    <a:pt x="1376" y="2349"/>
                  </a:lnTo>
                  <a:lnTo>
                    <a:pt x="1381" y="2359"/>
                  </a:lnTo>
                  <a:lnTo>
                    <a:pt x="1381" y="2364"/>
                  </a:lnTo>
                  <a:lnTo>
                    <a:pt x="1382" y="2366"/>
                  </a:lnTo>
                  <a:lnTo>
                    <a:pt x="1384" y="2369"/>
                  </a:lnTo>
                  <a:lnTo>
                    <a:pt x="1392" y="2369"/>
                  </a:lnTo>
                  <a:lnTo>
                    <a:pt x="1394" y="2373"/>
                  </a:lnTo>
                  <a:lnTo>
                    <a:pt x="1392" y="2379"/>
                  </a:lnTo>
                  <a:lnTo>
                    <a:pt x="1389" y="2386"/>
                  </a:lnTo>
                  <a:lnTo>
                    <a:pt x="1387" y="2391"/>
                  </a:lnTo>
                  <a:lnTo>
                    <a:pt x="1386" y="2392"/>
                  </a:lnTo>
                  <a:lnTo>
                    <a:pt x="1384" y="2392"/>
                  </a:lnTo>
                  <a:lnTo>
                    <a:pt x="1384" y="2396"/>
                  </a:lnTo>
                  <a:lnTo>
                    <a:pt x="1382" y="2402"/>
                  </a:lnTo>
                  <a:lnTo>
                    <a:pt x="1377" y="2407"/>
                  </a:lnTo>
                  <a:lnTo>
                    <a:pt x="1369" y="2412"/>
                  </a:lnTo>
                  <a:lnTo>
                    <a:pt x="1363" y="2415"/>
                  </a:lnTo>
                  <a:lnTo>
                    <a:pt x="1353" y="2419"/>
                  </a:lnTo>
                  <a:lnTo>
                    <a:pt x="1346" y="2420"/>
                  </a:lnTo>
                  <a:lnTo>
                    <a:pt x="1341" y="2422"/>
                  </a:lnTo>
                  <a:lnTo>
                    <a:pt x="1333" y="2424"/>
                  </a:lnTo>
                  <a:lnTo>
                    <a:pt x="1323" y="2424"/>
                  </a:lnTo>
                  <a:lnTo>
                    <a:pt x="1321" y="2425"/>
                  </a:lnTo>
                  <a:lnTo>
                    <a:pt x="1321" y="2429"/>
                  </a:lnTo>
                  <a:lnTo>
                    <a:pt x="1325" y="2434"/>
                  </a:lnTo>
                  <a:lnTo>
                    <a:pt x="1326" y="2437"/>
                  </a:lnTo>
                  <a:lnTo>
                    <a:pt x="1323" y="2438"/>
                  </a:lnTo>
                  <a:lnTo>
                    <a:pt x="1321" y="2442"/>
                  </a:lnTo>
                  <a:lnTo>
                    <a:pt x="1321" y="2445"/>
                  </a:lnTo>
                  <a:lnTo>
                    <a:pt x="1323" y="2448"/>
                  </a:lnTo>
                  <a:lnTo>
                    <a:pt x="1326" y="2452"/>
                  </a:lnTo>
                  <a:lnTo>
                    <a:pt x="1323" y="2462"/>
                  </a:lnTo>
                  <a:lnTo>
                    <a:pt x="1320" y="2465"/>
                  </a:lnTo>
                  <a:lnTo>
                    <a:pt x="1313" y="2468"/>
                  </a:lnTo>
                  <a:lnTo>
                    <a:pt x="1307" y="2466"/>
                  </a:lnTo>
                  <a:lnTo>
                    <a:pt x="1302" y="2465"/>
                  </a:lnTo>
                  <a:lnTo>
                    <a:pt x="1295" y="2465"/>
                  </a:lnTo>
                  <a:lnTo>
                    <a:pt x="1290" y="2466"/>
                  </a:lnTo>
                  <a:lnTo>
                    <a:pt x="1285" y="2465"/>
                  </a:lnTo>
                  <a:lnTo>
                    <a:pt x="1285" y="2471"/>
                  </a:lnTo>
                  <a:lnTo>
                    <a:pt x="1288" y="2475"/>
                  </a:lnTo>
                  <a:lnTo>
                    <a:pt x="1292" y="2485"/>
                  </a:lnTo>
                  <a:lnTo>
                    <a:pt x="1293" y="2488"/>
                  </a:lnTo>
                  <a:lnTo>
                    <a:pt x="1300" y="2488"/>
                  </a:lnTo>
                  <a:lnTo>
                    <a:pt x="1302" y="2491"/>
                  </a:lnTo>
                  <a:lnTo>
                    <a:pt x="1303" y="2491"/>
                  </a:lnTo>
                  <a:lnTo>
                    <a:pt x="1305" y="2486"/>
                  </a:lnTo>
                  <a:lnTo>
                    <a:pt x="1307" y="2488"/>
                  </a:lnTo>
                  <a:lnTo>
                    <a:pt x="1310" y="2490"/>
                  </a:lnTo>
                  <a:lnTo>
                    <a:pt x="1311" y="2496"/>
                  </a:lnTo>
                  <a:lnTo>
                    <a:pt x="1310" y="2499"/>
                  </a:lnTo>
                  <a:lnTo>
                    <a:pt x="1305" y="2501"/>
                  </a:lnTo>
                  <a:lnTo>
                    <a:pt x="1302" y="2496"/>
                  </a:lnTo>
                  <a:lnTo>
                    <a:pt x="1298" y="2496"/>
                  </a:lnTo>
                  <a:lnTo>
                    <a:pt x="1297" y="2499"/>
                  </a:lnTo>
                  <a:lnTo>
                    <a:pt x="1298" y="2501"/>
                  </a:lnTo>
                  <a:lnTo>
                    <a:pt x="1302" y="2503"/>
                  </a:lnTo>
                  <a:lnTo>
                    <a:pt x="1305" y="2506"/>
                  </a:lnTo>
                  <a:lnTo>
                    <a:pt x="1300" y="2509"/>
                  </a:lnTo>
                  <a:lnTo>
                    <a:pt x="1295" y="2511"/>
                  </a:lnTo>
                  <a:lnTo>
                    <a:pt x="1292" y="2516"/>
                  </a:lnTo>
                  <a:lnTo>
                    <a:pt x="1292" y="2529"/>
                  </a:lnTo>
                  <a:lnTo>
                    <a:pt x="1295" y="2531"/>
                  </a:lnTo>
                  <a:lnTo>
                    <a:pt x="1295" y="2536"/>
                  </a:lnTo>
                  <a:lnTo>
                    <a:pt x="1293" y="2541"/>
                  </a:lnTo>
                  <a:lnTo>
                    <a:pt x="1292" y="2544"/>
                  </a:lnTo>
                  <a:lnTo>
                    <a:pt x="1292" y="2547"/>
                  </a:lnTo>
                  <a:lnTo>
                    <a:pt x="1290" y="2549"/>
                  </a:lnTo>
                  <a:lnTo>
                    <a:pt x="1290" y="2552"/>
                  </a:lnTo>
                  <a:lnTo>
                    <a:pt x="1287" y="2555"/>
                  </a:lnTo>
                  <a:lnTo>
                    <a:pt x="1277" y="2559"/>
                  </a:lnTo>
                  <a:lnTo>
                    <a:pt x="1274" y="2560"/>
                  </a:lnTo>
                  <a:lnTo>
                    <a:pt x="1274" y="2569"/>
                  </a:lnTo>
                  <a:lnTo>
                    <a:pt x="1278" y="2574"/>
                  </a:lnTo>
                  <a:lnTo>
                    <a:pt x="1283" y="2580"/>
                  </a:lnTo>
                  <a:lnTo>
                    <a:pt x="1290" y="2583"/>
                  </a:lnTo>
                  <a:lnTo>
                    <a:pt x="1297" y="2588"/>
                  </a:lnTo>
                  <a:lnTo>
                    <a:pt x="1302" y="2590"/>
                  </a:lnTo>
                  <a:lnTo>
                    <a:pt x="1307" y="2595"/>
                  </a:lnTo>
                  <a:lnTo>
                    <a:pt x="1307" y="2600"/>
                  </a:lnTo>
                  <a:lnTo>
                    <a:pt x="1302" y="2605"/>
                  </a:lnTo>
                  <a:lnTo>
                    <a:pt x="1302" y="2608"/>
                  </a:lnTo>
                  <a:lnTo>
                    <a:pt x="1298" y="2615"/>
                  </a:lnTo>
                  <a:lnTo>
                    <a:pt x="1295" y="2620"/>
                  </a:lnTo>
                  <a:lnTo>
                    <a:pt x="1292" y="2623"/>
                  </a:lnTo>
                  <a:lnTo>
                    <a:pt x="1288" y="2625"/>
                  </a:lnTo>
                  <a:lnTo>
                    <a:pt x="1287" y="2628"/>
                  </a:lnTo>
                  <a:lnTo>
                    <a:pt x="1288" y="2633"/>
                  </a:lnTo>
                  <a:lnTo>
                    <a:pt x="1287" y="2635"/>
                  </a:lnTo>
                  <a:lnTo>
                    <a:pt x="1285" y="2639"/>
                  </a:lnTo>
                  <a:lnTo>
                    <a:pt x="1288" y="2649"/>
                  </a:lnTo>
                  <a:lnTo>
                    <a:pt x="1287" y="2656"/>
                  </a:lnTo>
                  <a:lnTo>
                    <a:pt x="1285" y="2661"/>
                  </a:lnTo>
                  <a:lnTo>
                    <a:pt x="1282" y="2661"/>
                  </a:lnTo>
                  <a:lnTo>
                    <a:pt x="1278" y="2659"/>
                  </a:lnTo>
                  <a:lnTo>
                    <a:pt x="1275" y="2656"/>
                  </a:lnTo>
                  <a:lnTo>
                    <a:pt x="1272" y="2656"/>
                  </a:lnTo>
                  <a:lnTo>
                    <a:pt x="1274" y="2658"/>
                  </a:lnTo>
                  <a:lnTo>
                    <a:pt x="1275" y="2661"/>
                  </a:lnTo>
                  <a:lnTo>
                    <a:pt x="1275" y="2663"/>
                  </a:lnTo>
                  <a:lnTo>
                    <a:pt x="1272" y="2672"/>
                  </a:lnTo>
                  <a:lnTo>
                    <a:pt x="1272" y="2681"/>
                  </a:lnTo>
                  <a:lnTo>
                    <a:pt x="1274" y="2682"/>
                  </a:lnTo>
                  <a:lnTo>
                    <a:pt x="1277" y="2689"/>
                  </a:lnTo>
                  <a:lnTo>
                    <a:pt x="1280" y="2692"/>
                  </a:lnTo>
                  <a:lnTo>
                    <a:pt x="1283" y="2697"/>
                  </a:lnTo>
                  <a:lnTo>
                    <a:pt x="1288" y="2700"/>
                  </a:lnTo>
                  <a:lnTo>
                    <a:pt x="1290" y="2704"/>
                  </a:lnTo>
                  <a:lnTo>
                    <a:pt x="1283" y="2704"/>
                  </a:lnTo>
                  <a:lnTo>
                    <a:pt x="1282" y="2705"/>
                  </a:lnTo>
                  <a:lnTo>
                    <a:pt x="1280" y="2710"/>
                  </a:lnTo>
                  <a:lnTo>
                    <a:pt x="1278" y="2712"/>
                  </a:lnTo>
                  <a:lnTo>
                    <a:pt x="1272" y="2712"/>
                  </a:lnTo>
                  <a:lnTo>
                    <a:pt x="1272" y="2717"/>
                  </a:lnTo>
                  <a:lnTo>
                    <a:pt x="1265" y="2720"/>
                  </a:lnTo>
                  <a:lnTo>
                    <a:pt x="1265" y="2723"/>
                  </a:lnTo>
                  <a:lnTo>
                    <a:pt x="1269" y="2730"/>
                  </a:lnTo>
                  <a:lnTo>
                    <a:pt x="1269" y="2733"/>
                  </a:lnTo>
                  <a:lnTo>
                    <a:pt x="1267" y="2738"/>
                  </a:lnTo>
                  <a:lnTo>
                    <a:pt x="1269" y="2743"/>
                  </a:lnTo>
                  <a:lnTo>
                    <a:pt x="1267" y="2747"/>
                  </a:lnTo>
                  <a:lnTo>
                    <a:pt x="1264" y="2747"/>
                  </a:lnTo>
                  <a:lnTo>
                    <a:pt x="1260" y="2745"/>
                  </a:lnTo>
                  <a:lnTo>
                    <a:pt x="1254" y="2743"/>
                  </a:lnTo>
                  <a:lnTo>
                    <a:pt x="1252" y="2742"/>
                  </a:lnTo>
                  <a:lnTo>
                    <a:pt x="1252" y="2740"/>
                  </a:lnTo>
                  <a:lnTo>
                    <a:pt x="1254" y="2738"/>
                  </a:lnTo>
                  <a:lnTo>
                    <a:pt x="1257" y="2738"/>
                  </a:lnTo>
                  <a:lnTo>
                    <a:pt x="1257" y="2732"/>
                  </a:lnTo>
                  <a:lnTo>
                    <a:pt x="1260" y="2725"/>
                  </a:lnTo>
                  <a:lnTo>
                    <a:pt x="1250" y="2720"/>
                  </a:lnTo>
                  <a:lnTo>
                    <a:pt x="1249" y="2720"/>
                  </a:lnTo>
                  <a:lnTo>
                    <a:pt x="1245" y="2722"/>
                  </a:lnTo>
                  <a:lnTo>
                    <a:pt x="1244" y="2723"/>
                  </a:lnTo>
                  <a:lnTo>
                    <a:pt x="1247" y="2727"/>
                  </a:lnTo>
                  <a:lnTo>
                    <a:pt x="1244" y="2733"/>
                  </a:lnTo>
                  <a:lnTo>
                    <a:pt x="1242" y="2732"/>
                  </a:lnTo>
                  <a:lnTo>
                    <a:pt x="1241" y="2728"/>
                  </a:lnTo>
                  <a:lnTo>
                    <a:pt x="1239" y="2727"/>
                  </a:lnTo>
                  <a:lnTo>
                    <a:pt x="1236" y="2725"/>
                  </a:lnTo>
                  <a:lnTo>
                    <a:pt x="1234" y="2720"/>
                  </a:lnTo>
                  <a:lnTo>
                    <a:pt x="1232" y="2719"/>
                  </a:lnTo>
                  <a:lnTo>
                    <a:pt x="1236" y="2715"/>
                  </a:lnTo>
                  <a:lnTo>
                    <a:pt x="1241" y="2715"/>
                  </a:lnTo>
                  <a:lnTo>
                    <a:pt x="1241" y="2712"/>
                  </a:lnTo>
                  <a:lnTo>
                    <a:pt x="1237" y="2710"/>
                  </a:lnTo>
                  <a:lnTo>
                    <a:pt x="1236" y="2710"/>
                  </a:lnTo>
                  <a:lnTo>
                    <a:pt x="1237" y="2714"/>
                  </a:lnTo>
                  <a:lnTo>
                    <a:pt x="1232" y="2715"/>
                  </a:lnTo>
                  <a:lnTo>
                    <a:pt x="1231" y="2714"/>
                  </a:lnTo>
                  <a:lnTo>
                    <a:pt x="1226" y="2714"/>
                  </a:lnTo>
                  <a:lnTo>
                    <a:pt x="1224" y="2712"/>
                  </a:lnTo>
                  <a:lnTo>
                    <a:pt x="1226" y="2710"/>
                  </a:lnTo>
                  <a:lnTo>
                    <a:pt x="1227" y="2707"/>
                  </a:lnTo>
                  <a:lnTo>
                    <a:pt x="1226" y="2705"/>
                  </a:lnTo>
                  <a:lnTo>
                    <a:pt x="1219" y="2702"/>
                  </a:lnTo>
                  <a:lnTo>
                    <a:pt x="1221" y="2699"/>
                  </a:lnTo>
                  <a:lnTo>
                    <a:pt x="1222" y="2699"/>
                  </a:lnTo>
                  <a:lnTo>
                    <a:pt x="1226" y="2697"/>
                  </a:lnTo>
                  <a:lnTo>
                    <a:pt x="1222" y="2695"/>
                  </a:lnTo>
                  <a:lnTo>
                    <a:pt x="1221" y="2695"/>
                  </a:lnTo>
                  <a:lnTo>
                    <a:pt x="1219" y="2699"/>
                  </a:lnTo>
                  <a:lnTo>
                    <a:pt x="1216" y="2699"/>
                  </a:lnTo>
                  <a:lnTo>
                    <a:pt x="1213" y="2695"/>
                  </a:lnTo>
                  <a:lnTo>
                    <a:pt x="1214" y="2692"/>
                  </a:lnTo>
                  <a:lnTo>
                    <a:pt x="1209" y="2692"/>
                  </a:lnTo>
                  <a:lnTo>
                    <a:pt x="1209" y="2694"/>
                  </a:lnTo>
                  <a:lnTo>
                    <a:pt x="1206" y="2694"/>
                  </a:lnTo>
                  <a:lnTo>
                    <a:pt x="1204" y="2691"/>
                  </a:lnTo>
                  <a:lnTo>
                    <a:pt x="1194" y="2691"/>
                  </a:lnTo>
                  <a:lnTo>
                    <a:pt x="1194" y="2687"/>
                  </a:lnTo>
                  <a:lnTo>
                    <a:pt x="1196" y="2687"/>
                  </a:lnTo>
                  <a:lnTo>
                    <a:pt x="1199" y="2686"/>
                  </a:lnTo>
                  <a:lnTo>
                    <a:pt x="1199" y="2684"/>
                  </a:lnTo>
                  <a:lnTo>
                    <a:pt x="1196" y="2679"/>
                  </a:lnTo>
                  <a:lnTo>
                    <a:pt x="1194" y="2676"/>
                  </a:lnTo>
                  <a:lnTo>
                    <a:pt x="1191" y="2672"/>
                  </a:lnTo>
                  <a:lnTo>
                    <a:pt x="1191" y="2684"/>
                  </a:lnTo>
                  <a:lnTo>
                    <a:pt x="1188" y="2684"/>
                  </a:lnTo>
                  <a:lnTo>
                    <a:pt x="1186" y="2679"/>
                  </a:lnTo>
                  <a:lnTo>
                    <a:pt x="1188" y="2677"/>
                  </a:lnTo>
                  <a:lnTo>
                    <a:pt x="1188" y="2674"/>
                  </a:lnTo>
                  <a:lnTo>
                    <a:pt x="1184" y="2672"/>
                  </a:lnTo>
                  <a:lnTo>
                    <a:pt x="1186" y="2669"/>
                  </a:lnTo>
                  <a:lnTo>
                    <a:pt x="1191" y="2667"/>
                  </a:lnTo>
                  <a:lnTo>
                    <a:pt x="1194" y="2669"/>
                  </a:lnTo>
                  <a:lnTo>
                    <a:pt x="1196" y="2674"/>
                  </a:lnTo>
                  <a:lnTo>
                    <a:pt x="1201" y="2679"/>
                  </a:lnTo>
                  <a:lnTo>
                    <a:pt x="1201" y="2677"/>
                  </a:lnTo>
                  <a:lnTo>
                    <a:pt x="1199" y="2676"/>
                  </a:lnTo>
                  <a:lnTo>
                    <a:pt x="1199" y="2661"/>
                  </a:lnTo>
                  <a:lnTo>
                    <a:pt x="1201" y="2659"/>
                  </a:lnTo>
                  <a:lnTo>
                    <a:pt x="1196" y="2656"/>
                  </a:lnTo>
                  <a:lnTo>
                    <a:pt x="1198" y="2653"/>
                  </a:lnTo>
                  <a:lnTo>
                    <a:pt x="1194" y="2654"/>
                  </a:lnTo>
                  <a:lnTo>
                    <a:pt x="1194" y="2653"/>
                  </a:lnTo>
                  <a:lnTo>
                    <a:pt x="1193" y="2649"/>
                  </a:lnTo>
                  <a:lnTo>
                    <a:pt x="1189" y="2646"/>
                  </a:lnTo>
                  <a:lnTo>
                    <a:pt x="1183" y="2643"/>
                  </a:lnTo>
                  <a:lnTo>
                    <a:pt x="1183" y="2639"/>
                  </a:lnTo>
                  <a:lnTo>
                    <a:pt x="1184" y="2638"/>
                  </a:lnTo>
                  <a:lnTo>
                    <a:pt x="1186" y="2635"/>
                  </a:lnTo>
                  <a:lnTo>
                    <a:pt x="1183" y="2633"/>
                  </a:lnTo>
                  <a:lnTo>
                    <a:pt x="1176" y="2626"/>
                  </a:lnTo>
                  <a:lnTo>
                    <a:pt x="1178" y="2625"/>
                  </a:lnTo>
                  <a:lnTo>
                    <a:pt x="1186" y="2625"/>
                  </a:lnTo>
                  <a:lnTo>
                    <a:pt x="1188" y="2626"/>
                  </a:lnTo>
                  <a:lnTo>
                    <a:pt x="1193" y="2626"/>
                  </a:lnTo>
                  <a:lnTo>
                    <a:pt x="1194" y="2625"/>
                  </a:lnTo>
                  <a:lnTo>
                    <a:pt x="1193" y="2621"/>
                  </a:lnTo>
                  <a:lnTo>
                    <a:pt x="1191" y="2620"/>
                  </a:lnTo>
                  <a:lnTo>
                    <a:pt x="1186" y="2623"/>
                  </a:lnTo>
                  <a:lnTo>
                    <a:pt x="1183" y="2623"/>
                  </a:lnTo>
                  <a:lnTo>
                    <a:pt x="1181" y="2621"/>
                  </a:lnTo>
                  <a:lnTo>
                    <a:pt x="1178" y="2621"/>
                  </a:lnTo>
                  <a:lnTo>
                    <a:pt x="1178" y="2620"/>
                  </a:lnTo>
                  <a:lnTo>
                    <a:pt x="1181" y="2618"/>
                  </a:lnTo>
                  <a:lnTo>
                    <a:pt x="1183" y="2613"/>
                  </a:lnTo>
                  <a:lnTo>
                    <a:pt x="1178" y="2610"/>
                  </a:lnTo>
                  <a:lnTo>
                    <a:pt x="1178" y="2607"/>
                  </a:lnTo>
                  <a:lnTo>
                    <a:pt x="1184" y="2605"/>
                  </a:lnTo>
                  <a:lnTo>
                    <a:pt x="1186" y="2603"/>
                  </a:lnTo>
                  <a:lnTo>
                    <a:pt x="1184" y="2598"/>
                  </a:lnTo>
                  <a:lnTo>
                    <a:pt x="1178" y="2598"/>
                  </a:lnTo>
                  <a:lnTo>
                    <a:pt x="1178" y="2600"/>
                  </a:lnTo>
                  <a:lnTo>
                    <a:pt x="1173" y="2600"/>
                  </a:lnTo>
                  <a:lnTo>
                    <a:pt x="1168" y="2595"/>
                  </a:lnTo>
                  <a:lnTo>
                    <a:pt x="1166" y="2592"/>
                  </a:lnTo>
                  <a:lnTo>
                    <a:pt x="1163" y="2593"/>
                  </a:lnTo>
                  <a:lnTo>
                    <a:pt x="1163" y="2597"/>
                  </a:lnTo>
                  <a:lnTo>
                    <a:pt x="1166" y="2598"/>
                  </a:lnTo>
                  <a:lnTo>
                    <a:pt x="1165" y="2602"/>
                  </a:lnTo>
                  <a:lnTo>
                    <a:pt x="1161" y="2600"/>
                  </a:lnTo>
                  <a:lnTo>
                    <a:pt x="1160" y="2598"/>
                  </a:lnTo>
                  <a:lnTo>
                    <a:pt x="1156" y="2593"/>
                  </a:lnTo>
                  <a:lnTo>
                    <a:pt x="1155" y="2590"/>
                  </a:lnTo>
                  <a:lnTo>
                    <a:pt x="1160" y="2585"/>
                  </a:lnTo>
                  <a:lnTo>
                    <a:pt x="1163" y="2583"/>
                  </a:lnTo>
                  <a:lnTo>
                    <a:pt x="1163" y="2580"/>
                  </a:lnTo>
                  <a:lnTo>
                    <a:pt x="1160" y="2580"/>
                  </a:lnTo>
                  <a:lnTo>
                    <a:pt x="1158" y="2578"/>
                  </a:lnTo>
                  <a:lnTo>
                    <a:pt x="1158" y="2577"/>
                  </a:lnTo>
                  <a:lnTo>
                    <a:pt x="1161" y="2574"/>
                  </a:lnTo>
                  <a:lnTo>
                    <a:pt x="1165" y="2574"/>
                  </a:lnTo>
                  <a:lnTo>
                    <a:pt x="1168" y="2570"/>
                  </a:lnTo>
                  <a:lnTo>
                    <a:pt x="1173" y="2570"/>
                  </a:lnTo>
                  <a:lnTo>
                    <a:pt x="1173" y="2574"/>
                  </a:lnTo>
                  <a:lnTo>
                    <a:pt x="1171" y="2577"/>
                  </a:lnTo>
                  <a:lnTo>
                    <a:pt x="1178" y="2578"/>
                  </a:lnTo>
                  <a:lnTo>
                    <a:pt x="1178" y="2582"/>
                  </a:lnTo>
                  <a:lnTo>
                    <a:pt x="1181" y="2583"/>
                  </a:lnTo>
                  <a:lnTo>
                    <a:pt x="1183" y="2587"/>
                  </a:lnTo>
                  <a:lnTo>
                    <a:pt x="1184" y="2582"/>
                  </a:lnTo>
                  <a:lnTo>
                    <a:pt x="1183" y="2577"/>
                  </a:lnTo>
                  <a:lnTo>
                    <a:pt x="1183" y="2569"/>
                  </a:lnTo>
                  <a:lnTo>
                    <a:pt x="1184" y="2565"/>
                  </a:lnTo>
                  <a:lnTo>
                    <a:pt x="1188" y="2562"/>
                  </a:lnTo>
                  <a:lnTo>
                    <a:pt x="1189" y="2559"/>
                  </a:lnTo>
                  <a:lnTo>
                    <a:pt x="1193" y="2555"/>
                  </a:lnTo>
                  <a:lnTo>
                    <a:pt x="1193" y="2550"/>
                  </a:lnTo>
                  <a:lnTo>
                    <a:pt x="1189" y="2547"/>
                  </a:lnTo>
                  <a:lnTo>
                    <a:pt x="1186" y="2547"/>
                  </a:lnTo>
                  <a:lnTo>
                    <a:pt x="1181" y="2542"/>
                  </a:lnTo>
                  <a:lnTo>
                    <a:pt x="1181" y="2539"/>
                  </a:lnTo>
                  <a:lnTo>
                    <a:pt x="1183" y="2534"/>
                  </a:lnTo>
                  <a:lnTo>
                    <a:pt x="1186" y="2531"/>
                  </a:lnTo>
                  <a:lnTo>
                    <a:pt x="1186" y="2527"/>
                  </a:lnTo>
                  <a:lnTo>
                    <a:pt x="1183" y="2526"/>
                  </a:lnTo>
                  <a:lnTo>
                    <a:pt x="1181" y="2522"/>
                  </a:lnTo>
                  <a:lnTo>
                    <a:pt x="1180" y="2521"/>
                  </a:lnTo>
                  <a:lnTo>
                    <a:pt x="1178" y="2518"/>
                  </a:lnTo>
                  <a:lnTo>
                    <a:pt x="1173" y="2513"/>
                  </a:lnTo>
                  <a:lnTo>
                    <a:pt x="1175" y="2511"/>
                  </a:lnTo>
                  <a:lnTo>
                    <a:pt x="1178" y="2511"/>
                  </a:lnTo>
                  <a:lnTo>
                    <a:pt x="1180" y="2508"/>
                  </a:lnTo>
                  <a:lnTo>
                    <a:pt x="1180" y="2496"/>
                  </a:lnTo>
                  <a:lnTo>
                    <a:pt x="1176" y="2493"/>
                  </a:lnTo>
                  <a:lnTo>
                    <a:pt x="1176" y="2491"/>
                  </a:lnTo>
                  <a:lnTo>
                    <a:pt x="1178" y="2488"/>
                  </a:lnTo>
                  <a:lnTo>
                    <a:pt x="1178" y="2485"/>
                  </a:lnTo>
                  <a:lnTo>
                    <a:pt x="1176" y="2485"/>
                  </a:lnTo>
                  <a:lnTo>
                    <a:pt x="1173" y="2488"/>
                  </a:lnTo>
                  <a:lnTo>
                    <a:pt x="1168" y="2491"/>
                  </a:lnTo>
                  <a:lnTo>
                    <a:pt x="1166" y="2493"/>
                  </a:lnTo>
                  <a:lnTo>
                    <a:pt x="1163" y="2491"/>
                  </a:lnTo>
                  <a:lnTo>
                    <a:pt x="1161" y="2488"/>
                  </a:lnTo>
                  <a:lnTo>
                    <a:pt x="1158" y="2486"/>
                  </a:lnTo>
                  <a:lnTo>
                    <a:pt x="1156" y="2485"/>
                  </a:lnTo>
                  <a:lnTo>
                    <a:pt x="1156" y="2466"/>
                  </a:lnTo>
                  <a:lnTo>
                    <a:pt x="1155" y="2462"/>
                  </a:lnTo>
                  <a:lnTo>
                    <a:pt x="1155" y="2452"/>
                  </a:lnTo>
                  <a:lnTo>
                    <a:pt x="1156" y="2447"/>
                  </a:lnTo>
                  <a:lnTo>
                    <a:pt x="1155" y="2440"/>
                  </a:lnTo>
                  <a:lnTo>
                    <a:pt x="1150" y="2435"/>
                  </a:lnTo>
                  <a:lnTo>
                    <a:pt x="1150" y="2422"/>
                  </a:lnTo>
                  <a:lnTo>
                    <a:pt x="1147" y="2419"/>
                  </a:lnTo>
                  <a:lnTo>
                    <a:pt x="1143" y="2412"/>
                  </a:lnTo>
                  <a:lnTo>
                    <a:pt x="1143" y="2404"/>
                  </a:lnTo>
                  <a:lnTo>
                    <a:pt x="1145" y="2399"/>
                  </a:lnTo>
                  <a:lnTo>
                    <a:pt x="1150" y="2401"/>
                  </a:lnTo>
                  <a:lnTo>
                    <a:pt x="1150" y="2382"/>
                  </a:lnTo>
                  <a:lnTo>
                    <a:pt x="1148" y="2376"/>
                  </a:lnTo>
                  <a:lnTo>
                    <a:pt x="1151" y="2369"/>
                  </a:lnTo>
                  <a:lnTo>
                    <a:pt x="1155" y="2353"/>
                  </a:lnTo>
                  <a:lnTo>
                    <a:pt x="1153" y="2346"/>
                  </a:lnTo>
                  <a:lnTo>
                    <a:pt x="1153" y="2338"/>
                  </a:lnTo>
                  <a:lnTo>
                    <a:pt x="1158" y="2330"/>
                  </a:lnTo>
                  <a:lnTo>
                    <a:pt x="1155" y="2317"/>
                  </a:lnTo>
                  <a:lnTo>
                    <a:pt x="1155" y="2305"/>
                  </a:lnTo>
                  <a:lnTo>
                    <a:pt x="1151" y="2295"/>
                  </a:lnTo>
                  <a:lnTo>
                    <a:pt x="1147" y="2285"/>
                  </a:lnTo>
                  <a:lnTo>
                    <a:pt x="1148" y="2274"/>
                  </a:lnTo>
                  <a:lnTo>
                    <a:pt x="1148" y="2262"/>
                  </a:lnTo>
                  <a:lnTo>
                    <a:pt x="1147" y="2257"/>
                  </a:lnTo>
                  <a:lnTo>
                    <a:pt x="1142" y="2246"/>
                  </a:lnTo>
                  <a:lnTo>
                    <a:pt x="1143" y="2231"/>
                  </a:lnTo>
                  <a:lnTo>
                    <a:pt x="1145" y="2221"/>
                  </a:lnTo>
                  <a:lnTo>
                    <a:pt x="1148" y="2216"/>
                  </a:lnTo>
                  <a:lnTo>
                    <a:pt x="1150" y="2211"/>
                  </a:lnTo>
                  <a:lnTo>
                    <a:pt x="1148" y="2203"/>
                  </a:lnTo>
                  <a:lnTo>
                    <a:pt x="1142" y="2193"/>
                  </a:lnTo>
                  <a:lnTo>
                    <a:pt x="1140" y="2181"/>
                  </a:lnTo>
                  <a:lnTo>
                    <a:pt x="1145" y="2177"/>
                  </a:lnTo>
                  <a:lnTo>
                    <a:pt x="1147" y="2170"/>
                  </a:lnTo>
                  <a:lnTo>
                    <a:pt x="1143" y="2157"/>
                  </a:lnTo>
                  <a:lnTo>
                    <a:pt x="1140" y="2150"/>
                  </a:lnTo>
                  <a:lnTo>
                    <a:pt x="1140" y="2142"/>
                  </a:lnTo>
                  <a:lnTo>
                    <a:pt x="1142" y="2132"/>
                  </a:lnTo>
                  <a:lnTo>
                    <a:pt x="1142" y="2114"/>
                  </a:lnTo>
                  <a:lnTo>
                    <a:pt x="1138" y="2104"/>
                  </a:lnTo>
                  <a:lnTo>
                    <a:pt x="1138" y="2083"/>
                  </a:lnTo>
                  <a:lnTo>
                    <a:pt x="1133" y="2071"/>
                  </a:lnTo>
                  <a:lnTo>
                    <a:pt x="1133" y="2063"/>
                  </a:lnTo>
                  <a:lnTo>
                    <a:pt x="1132" y="2055"/>
                  </a:lnTo>
                  <a:lnTo>
                    <a:pt x="1127" y="2051"/>
                  </a:lnTo>
                  <a:lnTo>
                    <a:pt x="1123" y="2048"/>
                  </a:lnTo>
                  <a:lnTo>
                    <a:pt x="1120" y="2046"/>
                  </a:lnTo>
                  <a:lnTo>
                    <a:pt x="1119" y="2045"/>
                  </a:lnTo>
                  <a:lnTo>
                    <a:pt x="1115" y="2040"/>
                  </a:lnTo>
                  <a:lnTo>
                    <a:pt x="1112" y="2036"/>
                  </a:lnTo>
                  <a:lnTo>
                    <a:pt x="1104" y="2036"/>
                  </a:lnTo>
                  <a:lnTo>
                    <a:pt x="1097" y="2033"/>
                  </a:lnTo>
                  <a:lnTo>
                    <a:pt x="1095" y="2030"/>
                  </a:lnTo>
                  <a:lnTo>
                    <a:pt x="1090" y="2025"/>
                  </a:lnTo>
                  <a:lnTo>
                    <a:pt x="1087" y="2023"/>
                  </a:lnTo>
                  <a:lnTo>
                    <a:pt x="1081" y="2022"/>
                  </a:lnTo>
                  <a:lnTo>
                    <a:pt x="1077" y="2020"/>
                  </a:lnTo>
                  <a:lnTo>
                    <a:pt x="1072" y="2018"/>
                  </a:lnTo>
                  <a:lnTo>
                    <a:pt x="1061" y="2013"/>
                  </a:lnTo>
                  <a:lnTo>
                    <a:pt x="1054" y="2010"/>
                  </a:lnTo>
                  <a:lnTo>
                    <a:pt x="1051" y="2007"/>
                  </a:lnTo>
                  <a:lnTo>
                    <a:pt x="1046" y="1999"/>
                  </a:lnTo>
                  <a:lnTo>
                    <a:pt x="1043" y="1995"/>
                  </a:lnTo>
                  <a:lnTo>
                    <a:pt x="1041" y="1992"/>
                  </a:lnTo>
                  <a:lnTo>
                    <a:pt x="1038" y="1989"/>
                  </a:lnTo>
                  <a:lnTo>
                    <a:pt x="1033" y="1985"/>
                  </a:lnTo>
                  <a:lnTo>
                    <a:pt x="1029" y="1980"/>
                  </a:lnTo>
                  <a:lnTo>
                    <a:pt x="1029" y="1974"/>
                  </a:lnTo>
                  <a:lnTo>
                    <a:pt x="1026" y="1967"/>
                  </a:lnTo>
                  <a:lnTo>
                    <a:pt x="1026" y="1961"/>
                  </a:lnTo>
                  <a:lnTo>
                    <a:pt x="1021" y="1952"/>
                  </a:lnTo>
                  <a:lnTo>
                    <a:pt x="1016" y="1948"/>
                  </a:lnTo>
                  <a:lnTo>
                    <a:pt x="1011" y="1941"/>
                  </a:lnTo>
                  <a:lnTo>
                    <a:pt x="1008" y="1936"/>
                  </a:lnTo>
                  <a:lnTo>
                    <a:pt x="1003" y="1928"/>
                  </a:lnTo>
                  <a:lnTo>
                    <a:pt x="998" y="1924"/>
                  </a:lnTo>
                  <a:lnTo>
                    <a:pt x="993" y="1916"/>
                  </a:lnTo>
                  <a:lnTo>
                    <a:pt x="993" y="1908"/>
                  </a:lnTo>
                  <a:lnTo>
                    <a:pt x="985" y="1891"/>
                  </a:lnTo>
                  <a:lnTo>
                    <a:pt x="982" y="1883"/>
                  </a:lnTo>
                  <a:lnTo>
                    <a:pt x="977" y="1870"/>
                  </a:lnTo>
                  <a:lnTo>
                    <a:pt x="972" y="1865"/>
                  </a:lnTo>
                  <a:lnTo>
                    <a:pt x="965" y="1857"/>
                  </a:lnTo>
                  <a:lnTo>
                    <a:pt x="960" y="1852"/>
                  </a:lnTo>
                  <a:lnTo>
                    <a:pt x="955" y="1849"/>
                  </a:lnTo>
                  <a:lnTo>
                    <a:pt x="947" y="1845"/>
                  </a:lnTo>
                  <a:lnTo>
                    <a:pt x="945" y="1837"/>
                  </a:lnTo>
                  <a:lnTo>
                    <a:pt x="949" y="1832"/>
                  </a:lnTo>
                  <a:lnTo>
                    <a:pt x="947" y="1826"/>
                  </a:lnTo>
                  <a:lnTo>
                    <a:pt x="942" y="1824"/>
                  </a:lnTo>
                  <a:lnTo>
                    <a:pt x="940" y="1814"/>
                  </a:lnTo>
                  <a:lnTo>
                    <a:pt x="942" y="1806"/>
                  </a:lnTo>
                  <a:lnTo>
                    <a:pt x="949" y="1801"/>
                  </a:lnTo>
                  <a:lnTo>
                    <a:pt x="949" y="1793"/>
                  </a:lnTo>
                  <a:lnTo>
                    <a:pt x="952" y="1791"/>
                  </a:lnTo>
                  <a:lnTo>
                    <a:pt x="957" y="1788"/>
                  </a:lnTo>
                  <a:lnTo>
                    <a:pt x="959" y="1784"/>
                  </a:lnTo>
                  <a:lnTo>
                    <a:pt x="962" y="1784"/>
                  </a:lnTo>
                  <a:lnTo>
                    <a:pt x="963" y="1779"/>
                  </a:lnTo>
                  <a:lnTo>
                    <a:pt x="963" y="1775"/>
                  </a:lnTo>
                  <a:lnTo>
                    <a:pt x="960" y="1771"/>
                  </a:lnTo>
                  <a:lnTo>
                    <a:pt x="957" y="1771"/>
                  </a:lnTo>
                  <a:lnTo>
                    <a:pt x="954" y="1775"/>
                  </a:lnTo>
                  <a:lnTo>
                    <a:pt x="950" y="1776"/>
                  </a:lnTo>
                  <a:lnTo>
                    <a:pt x="944" y="1775"/>
                  </a:lnTo>
                  <a:lnTo>
                    <a:pt x="947" y="1771"/>
                  </a:lnTo>
                  <a:lnTo>
                    <a:pt x="949" y="1766"/>
                  </a:lnTo>
                  <a:lnTo>
                    <a:pt x="949" y="1761"/>
                  </a:lnTo>
                  <a:lnTo>
                    <a:pt x="950" y="1758"/>
                  </a:lnTo>
                  <a:lnTo>
                    <a:pt x="950" y="1747"/>
                  </a:lnTo>
                  <a:lnTo>
                    <a:pt x="954" y="1740"/>
                  </a:lnTo>
                  <a:lnTo>
                    <a:pt x="959" y="1735"/>
                  </a:lnTo>
                  <a:lnTo>
                    <a:pt x="959" y="1728"/>
                  </a:lnTo>
                  <a:lnTo>
                    <a:pt x="963" y="1723"/>
                  </a:lnTo>
                  <a:lnTo>
                    <a:pt x="965" y="1720"/>
                  </a:lnTo>
                  <a:lnTo>
                    <a:pt x="975" y="1720"/>
                  </a:lnTo>
                  <a:lnTo>
                    <a:pt x="978" y="1717"/>
                  </a:lnTo>
                  <a:lnTo>
                    <a:pt x="978" y="1715"/>
                  </a:lnTo>
                  <a:lnTo>
                    <a:pt x="982" y="1710"/>
                  </a:lnTo>
                  <a:lnTo>
                    <a:pt x="982" y="1700"/>
                  </a:lnTo>
                  <a:lnTo>
                    <a:pt x="988" y="1697"/>
                  </a:lnTo>
                  <a:lnTo>
                    <a:pt x="1001" y="1684"/>
                  </a:lnTo>
                  <a:lnTo>
                    <a:pt x="1003" y="1679"/>
                  </a:lnTo>
                  <a:lnTo>
                    <a:pt x="1005" y="1676"/>
                  </a:lnTo>
                  <a:lnTo>
                    <a:pt x="1003" y="1669"/>
                  </a:lnTo>
                  <a:lnTo>
                    <a:pt x="1003" y="1656"/>
                  </a:lnTo>
                  <a:lnTo>
                    <a:pt x="1006" y="1653"/>
                  </a:lnTo>
                  <a:lnTo>
                    <a:pt x="1003" y="1646"/>
                  </a:lnTo>
                  <a:lnTo>
                    <a:pt x="1003" y="1641"/>
                  </a:lnTo>
                  <a:lnTo>
                    <a:pt x="1005" y="1639"/>
                  </a:lnTo>
                  <a:lnTo>
                    <a:pt x="1005" y="1638"/>
                  </a:lnTo>
                  <a:lnTo>
                    <a:pt x="1006" y="1636"/>
                  </a:lnTo>
                  <a:lnTo>
                    <a:pt x="1003" y="1631"/>
                  </a:lnTo>
                  <a:lnTo>
                    <a:pt x="1005" y="1625"/>
                  </a:lnTo>
                  <a:lnTo>
                    <a:pt x="1010" y="1621"/>
                  </a:lnTo>
                  <a:lnTo>
                    <a:pt x="1010" y="1616"/>
                  </a:lnTo>
                  <a:lnTo>
                    <a:pt x="1006" y="1615"/>
                  </a:lnTo>
                  <a:lnTo>
                    <a:pt x="1003" y="1611"/>
                  </a:lnTo>
                  <a:lnTo>
                    <a:pt x="1003" y="1606"/>
                  </a:lnTo>
                  <a:lnTo>
                    <a:pt x="1000" y="1605"/>
                  </a:lnTo>
                  <a:lnTo>
                    <a:pt x="993" y="1595"/>
                  </a:lnTo>
                  <a:lnTo>
                    <a:pt x="996" y="1592"/>
                  </a:lnTo>
                  <a:lnTo>
                    <a:pt x="998" y="1588"/>
                  </a:lnTo>
                  <a:lnTo>
                    <a:pt x="995" y="1587"/>
                  </a:lnTo>
                  <a:lnTo>
                    <a:pt x="993" y="1587"/>
                  </a:lnTo>
                  <a:lnTo>
                    <a:pt x="990" y="1583"/>
                  </a:lnTo>
                  <a:lnTo>
                    <a:pt x="990" y="1580"/>
                  </a:lnTo>
                  <a:lnTo>
                    <a:pt x="985" y="1578"/>
                  </a:lnTo>
                  <a:lnTo>
                    <a:pt x="980" y="1578"/>
                  </a:lnTo>
                  <a:lnTo>
                    <a:pt x="978" y="1580"/>
                  </a:lnTo>
                  <a:lnTo>
                    <a:pt x="973" y="1583"/>
                  </a:lnTo>
                  <a:lnTo>
                    <a:pt x="970" y="1585"/>
                  </a:lnTo>
                  <a:lnTo>
                    <a:pt x="960" y="1592"/>
                  </a:lnTo>
                  <a:lnTo>
                    <a:pt x="959" y="1595"/>
                  </a:lnTo>
                  <a:lnTo>
                    <a:pt x="962" y="1600"/>
                  </a:lnTo>
                  <a:lnTo>
                    <a:pt x="963" y="1603"/>
                  </a:lnTo>
                  <a:lnTo>
                    <a:pt x="960" y="1605"/>
                  </a:lnTo>
                  <a:lnTo>
                    <a:pt x="954" y="1610"/>
                  </a:lnTo>
                  <a:lnTo>
                    <a:pt x="950" y="1611"/>
                  </a:lnTo>
                  <a:lnTo>
                    <a:pt x="947" y="1605"/>
                  </a:lnTo>
                  <a:lnTo>
                    <a:pt x="942" y="1602"/>
                  </a:lnTo>
                  <a:lnTo>
                    <a:pt x="939" y="1603"/>
                  </a:lnTo>
                  <a:lnTo>
                    <a:pt x="935" y="1598"/>
                  </a:lnTo>
                  <a:lnTo>
                    <a:pt x="932" y="1597"/>
                  </a:lnTo>
                  <a:lnTo>
                    <a:pt x="929" y="1593"/>
                  </a:lnTo>
                  <a:lnTo>
                    <a:pt x="924" y="1592"/>
                  </a:lnTo>
                  <a:lnTo>
                    <a:pt x="917" y="1598"/>
                  </a:lnTo>
                  <a:lnTo>
                    <a:pt x="914" y="1598"/>
                  </a:lnTo>
                  <a:lnTo>
                    <a:pt x="914" y="1593"/>
                  </a:lnTo>
                  <a:lnTo>
                    <a:pt x="912" y="1588"/>
                  </a:lnTo>
                  <a:lnTo>
                    <a:pt x="911" y="1587"/>
                  </a:lnTo>
                  <a:lnTo>
                    <a:pt x="904" y="1587"/>
                  </a:lnTo>
                  <a:lnTo>
                    <a:pt x="904" y="1574"/>
                  </a:lnTo>
                  <a:lnTo>
                    <a:pt x="899" y="1572"/>
                  </a:lnTo>
                  <a:lnTo>
                    <a:pt x="893" y="1570"/>
                  </a:lnTo>
                  <a:lnTo>
                    <a:pt x="889" y="1567"/>
                  </a:lnTo>
                  <a:lnTo>
                    <a:pt x="884" y="1564"/>
                  </a:lnTo>
                  <a:lnTo>
                    <a:pt x="883" y="1560"/>
                  </a:lnTo>
                  <a:lnTo>
                    <a:pt x="881" y="1562"/>
                  </a:lnTo>
                  <a:lnTo>
                    <a:pt x="878" y="1562"/>
                  </a:lnTo>
                  <a:lnTo>
                    <a:pt x="874" y="1555"/>
                  </a:lnTo>
                  <a:lnTo>
                    <a:pt x="874" y="1550"/>
                  </a:lnTo>
                  <a:lnTo>
                    <a:pt x="876" y="1544"/>
                  </a:lnTo>
                  <a:lnTo>
                    <a:pt x="874" y="1542"/>
                  </a:lnTo>
                  <a:lnTo>
                    <a:pt x="873" y="1534"/>
                  </a:lnTo>
                  <a:lnTo>
                    <a:pt x="866" y="1527"/>
                  </a:lnTo>
                  <a:lnTo>
                    <a:pt x="863" y="1522"/>
                  </a:lnTo>
                  <a:lnTo>
                    <a:pt x="856" y="1516"/>
                  </a:lnTo>
                  <a:lnTo>
                    <a:pt x="855" y="1513"/>
                  </a:lnTo>
                  <a:lnTo>
                    <a:pt x="851" y="1511"/>
                  </a:lnTo>
                  <a:lnTo>
                    <a:pt x="850" y="1506"/>
                  </a:lnTo>
                  <a:lnTo>
                    <a:pt x="850" y="1501"/>
                  </a:lnTo>
                  <a:lnTo>
                    <a:pt x="846" y="1499"/>
                  </a:lnTo>
                  <a:lnTo>
                    <a:pt x="843" y="1501"/>
                  </a:lnTo>
                  <a:lnTo>
                    <a:pt x="838" y="1503"/>
                  </a:lnTo>
                  <a:lnTo>
                    <a:pt x="835" y="1499"/>
                  </a:lnTo>
                  <a:lnTo>
                    <a:pt x="828" y="1496"/>
                  </a:lnTo>
                  <a:lnTo>
                    <a:pt x="823" y="1494"/>
                  </a:lnTo>
                  <a:lnTo>
                    <a:pt x="820" y="1494"/>
                  </a:lnTo>
                  <a:lnTo>
                    <a:pt x="818" y="1491"/>
                  </a:lnTo>
                  <a:lnTo>
                    <a:pt x="805" y="1491"/>
                  </a:lnTo>
                  <a:lnTo>
                    <a:pt x="799" y="1490"/>
                  </a:lnTo>
                  <a:lnTo>
                    <a:pt x="795" y="1490"/>
                  </a:lnTo>
                  <a:lnTo>
                    <a:pt x="789" y="1486"/>
                  </a:lnTo>
                  <a:lnTo>
                    <a:pt x="787" y="1483"/>
                  </a:lnTo>
                  <a:lnTo>
                    <a:pt x="784" y="1480"/>
                  </a:lnTo>
                  <a:lnTo>
                    <a:pt x="780" y="1475"/>
                  </a:lnTo>
                  <a:lnTo>
                    <a:pt x="780" y="1473"/>
                  </a:lnTo>
                  <a:lnTo>
                    <a:pt x="777" y="1470"/>
                  </a:lnTo>
                  <a:lnTo>
                    <a:pt x="775" y="1470"/>
                  </a:lnTo>
                  <a:lnTo>
                    <a:pt x="771" y="1462"/>
                  </a:lnTo>
                  <a:lnTo>
                    <a:pt x="769" y="1457"/>
                  </a:lnTo>
                  <a:lnTo>
                    <a:pt x="766" y="1452"/>
                  </a:lnTo>
                  <a:lnTo>
                    <a:pt x="759" y="1447"/>
                  </a:lnTo>
                  <a:lnTo>
                    <a:pt x="754" y="1445"/>
                  </a:lnTo>
                  <a:lnTo>
                    <a:pt x="747" y="1443"/>
                  </a:lnTo>
                  <a:lnTo>
                    <a:pt x="743" y="1443"/>
                  </a:lnTo>
                  <a:lnTo>
                    <a:pt x="736" y="1447"/>
                  </a:lnTo>
                  <a:lnTo>
                    <a:pt x="731" y="1450"/>
                  </a:lnTo>
                  <a:lnTo>
                    <a:pt x="726" y="1452"/>
                  </a:lnTo>
                  <a:lnTo>
                    <a:pt x="714" y="1452"/>
                  </a:lnTo>
                  <a:lnTo>
                    <a:pt x="701" y="1445"/>
                  </a:lnTo>
                  <a:lnTo>
                    <a:pt x="693" y="1440"/>
                  </a:lnTo>
                  <a:lnTo>
                    <a:pt x="688" y="1437"/>
                  </a:lnTo>
                  <a:lnTo>
                    <a:pt x="681" y="1432"/>
                  </a:lnTo>
                  <a:lnTo>
                    <a:pt x="678" y="1429"/>
                  </a:lnTo>
                  <a:lnTo>
                    <a:pt x="670" y="1429"/>
                  </a:lnTo>
                  <a:lnTo>
                    <a:pt x="662" y="1425"/>
                  </a:lnTo>
                  <a:lnTo>
                    <a:pt x="657" y="1422"/>
                  </a:lnTo>
                  <a:lnTo>
                    <a:pt x="652" y="1417"/>
                  </a:lnTo>
                  <a:lnTo>
                    <a:pt x="645" y="1405"/>
                  </a:lnTo>
                  <a:lnTo>
                    <a:pt x="635" y="1401"/>
                  </a:lnTo>
                  <a:lnTo>
                    <a:pt x="629" y="1399"/>
                  </a:lnTo>
                  <a:lnTo>
                    <a:pt x="622" y="1399"/>
                  </a:lnTo>
                  <a:lnTo>
                    <a:pt x="617" y="1396"/>
                  </a:lnTo>
                  <a:lnTo>
                    <a:pt x="612" y="1391"/>
                  </a:lnTo>
                  <a:lnTo>
                    <a:pt x="607" y="1384"/>
                  </a:lnTo>
                  <a:lnTo>
                    <a:pt x="594" y="1371"/>
                  </a:lnTo>
                  <a:lnTo>
                    <a:pt x="589" y="1359"/>
                  </a:lnTo>
                  <a:lnTo>
                    <a:pt x="587" y="1351"/>
                  </a:lnTo>
                  <a:lnTo>
                    <a:pt x="589" y="1343"/>
                  </a:lnTo>
                  <a:lnTo>
                    <a:pt x="592" y="1338"/>
                  </a:lnTo>
                  <a:lnTo>
                    <a:pt x="594" y="1331"/>
                  </a:lnTo>
                  <a:lnTo>
                    <a:pt x="594" y="1326"/>
                  </a:lnTo>
                  <a:lnTo>
                    <a:pt x="592" y="1322"/>
                  </a:lnTo>
                  <a:lnTo>
                    <a:pt x="589" y="1313"/>
                  </a:lnTo>
                  <a:lnTo>
                    <a:pt x="587" y="1303"/>
                  </a:lnTo>
                  <a:lnTo>
                    <a:pt x="579" y="1287"/>
                  </a:lnTo>
                  <a:lnTo>
                    <a:pt x="579" y="1282"/>
                  </a:lnTo>
                  <a:lnTo>
                    <a:pt x="576" y="1279"/>
                  </a:lnTo>
                  <a:lnTo>
                    <a:pt x="571" y="1277"/>
                  </a:lnTo>
                  <a:lnTo>
                    <a:pt x="569" y="1274"/>
                  </a:lnTo>
                  <a:lnTo>
                    <a:pt x="568" y="1267"/>
                  </a:lnTo>
                  <a:lnTo>
                    <a:pt x="564" y="1262"/>
                  </a:lnTo>
                  <a:lnTo>
                    <a:pt x="556" y="1257"/>
                  </a:lnTo>
                  <a:lnTo>
                    <a:pt x="553" y="1251"/>
                  </a:lnTo>
                  <a:lnTo>
                    <a:pt x="553" y="1247"/>
                  </a:lnTo>
                  <a:lnTo>
                    <a:pt x="555" y="1241"/>
                  </a:lnTo>
                  <a:lnTo>
                    <a:pt x="551" y="1228"/>
                  </a:lnTo>
                  <a:lnTo>
                    <a:pt x="541" y="1213"/>
                  </a:lnTo>
                  <a:lnTo>
                    <a:pt x="538" y="1205"/>
                  </a:lnTo>
                  <a:lnTo>
                    <a:pt x="538" y="1201"/>
                  </a:lnTo>
                  <a:lnTo>
                    <a:pt x="531" y="1198"/>
                  </a:lnTo>
                  <a:lnTo>
                    <a:pt x="528" y="1195"/>
                  </a:lnTo>
                  <a:lnTo>
                    <a:pt x="526" y="1188"/>
                  </a:lnTo>
                  <a:lnTo>
                    <a:pt x="523" y="1183"/>
                  </a:lnTo>
                  <a:lnTo>
                    <a:pt x="522" y="1177"/>
                  </a:lnTo>
                  <a:lnTo>
                    <a:pt x="522" y="1170"/>
                  </a:lnTo>
                  <a:lnTo>
                    <a:pt x="520" y="1165"/>
                  </a:lnTo>
                  <a:lnTo>
                    <a:pt x="520" y="1158"/>
                  </a:lnTo>
                  <a:lnTo>
                    <a:pt x="522" y="1153"/>
                  </a:lnTo>
                  <a:lnTo>
                    <a:pt x="523" y="1147"/>
                  </a:lnTo>
                  <a:lnTo>
                    <a:pt x="523" y="1135"/>
                  </a:lnTo>
                  <a:lnTo>
                    <a:pt x="518" y="1130"/>
                  </a:lnTo>
                  <a:lnTo>
                    <a:pt x="517" y="1127"/>
                  </a:lnTo>
                  <a:lnTo>
                    <a:pt x="513" y="1127"/>
                  </a:lnTo>
                  <a:lnTo>
                    <a:pt x="508" y="1125"/>
                  </a:lnTo>
                  <a:lnTo>
                    <a:pt x="505" y="1122"/>
                  </a:lnTo>
                  <a:lnTo>
                    <a:pt x="503" y="1119"/>
                  </a:lnTo>
                  <a:lnTo>
                    <a:pt x="500" y="1117"/>
                  </a:lnTo>
                  <a:lnTo>
                    <a:pt x="500" y="1125"/>
                  </a:lnTo>
                  <a:lnTo>
                    <a:pt x="498" y="1132"/>
                  </a:lnTo>
                  <a:lnTo>
                    <a:pt x="493" y="1135"/>
                  </a:lnTo>
                  <a:lnTo>
                    <a:pt x="493" y="1140"/>
                  </a:lnTo>
                  <a:lnTo>
                    <a:pt x="497" y="1145"/>
                  </a:lnTo>
                  <a:lnTo>
                    <a:pt x="493" y="1149"/>
                  </a:lnTo>
                  <a:lnTo>
                    <a:pt x="493" y="1150"/>
                  </a:lnTo>
                  <a:lnTo>
                    <a:pt x="498" y="1155"/>
                  </a:lnTo>
                  <a:lnTo>
                    <a:pt x="500" y="1162"/>
                  </a:lnTo>
                  <a:lnTo>
                    <a:pt x="500" y="1165"/>
                  </a:lnTo>
                  <a:lnTo>
                    <a:pt x="502" y="1168"/>
                  </a:lnTo>
                  <a:lnTo>
                    <a:pt x="507" y="1168"/>
                  </a:lnTo>
                  <a:lnTo>
                    <a:pt x="507" y="1188"/>
                  </a:lnTo>
                  <a:lnTo>
                    <a:pt x="508" y="1193"/>
                  </a:lnTo>
                  <a:lnTo>
                    <a:pt x="510" y="1196"/>
                  </a:lnTo>
                  <a:lnTo>
                    <a:pt x="513" y="1205"/>
                  </a:lnTo>
                  <a:lnTo>
                    <a:pt x="508" y="1209"/>
                  </a:lnTo>
                  <a:lnTo>
                    <a:pt x="515" y="1216"/>
                  </a:lnTo>
                  <a:lnTo>
                    <a:pt x="518" y="1223"/>
                  </a:lnTo>
                  <a:lnTo>
                    <a:pt x="518" y="1231"/>
                  </a:lnTo>
                  <a:lnTo>
                    <a:pt x="522" y="1241"/>
                  </a:lnTo>
                  <a:lnTo>
                    <a:pt x="522" y="1247"/>
                  </a:lnTo>
                  <a:lnTo>
                    <a:pt x="523" y="1252"/>
                  </a:lnTo>
                  <a:lnTo>
                    <a:pt x="522" y="1257"/>
                  </a:lnTo>
                  <a:lnTo>
                    <a:pt x="523" y="1266"/>
                  </a:lnTo>
                  <a:lnTo>
                    <a:pt x="523" y="1269"/>
                  </a:lnTo>
                  <a:lnTo>
                    <a:pt x="526" y="1272"/>
                  </a:lnTo>
                  <a:lnTo>
                    <a:pt x="531" y="1274"/>
                  </a:lnTo>
                  <a:lnTo>
                    <a:pt x="536" y="1277"/>
                  </a:lnTo>
                  <a:lnTo>
                    <a:pt x="540" y="1282"/>
                  </a:lnTo>
                  <a:lnTo>
                    <a:pt x="541" y="1289"/>
                  </a:lnTo>
                  <a:lnTo>
                    <a:pt x="540" y="1294"/>
                  </a:lnTo>
                  <a:lnTo>
                    <a:pt x="540" y="1298"/>
                  </a:lnTo>
                  <a:lnTo>
                    <a:pt x="536" y="1302"/>
                  </a:lnTo>
                  <a:lnTo>
                    <a:pt x="531" y="1303"/>
                  </a:lnTo>
                  <a:lnTo>
                    <a:pt x="531" y="1300"/>
                  </a:lnTo>
                  <a:lnTo>
                    <a:pt x="528" y="1295"/>
                  </a:lnTo>
                  <a:lnTo>
                    <a:pt x="526" y="1289"/>
                  </a:lnTo>
                  <a:lnTo>
                    <a:pt x="522" y="1287"/>
                  </a:lnTo>
                  <a:lnTo>
                    <a:pt x="518" y="1284"/>
                  </a:lnTo>
                  <a:lnTo>
                    <a:pt x="517" y="1279"/>
                  </a:lnTo>
                  <a:lnTo>
                    <a:pt x="513" y="1274"/>
                  </a:lnTo>
                  <a:lnTo>
                    <a:pt x="503" y="1264"/>
                  </a:lnTo>
                  <a:lnTo>
                    <a:pt x="503" y="1254"/>
                  </a:lnTo>
                  <a:lnTo>
                    <a:pt x="507" y="1249"/>
                  </a:lnTo>
                  <a:lnTo>
                    <a:pt x="508" y="1246"/>
                  </a:lnTo>
                  <a:lnTo>
                    <a:pt x="507" y="1244"/>
                  </a:lnTo>
                  <a:lnTo>
                    <a:pt x="505" y="1241"/>
                  </a:lnTo>
                  <a:lnTo>
                    <a:pt x="502" y="1236"/>
                  </a:lnTo>
                  <a:lnTo>
                    <a:pt x="500" y="1233"/>
                  </a:lnTo>
                  <a:lnTo>
                    <a:pt x="500" y="1229"/>
                  </a:lnTo>
                  <a:lnTo>
                    <a:pt x="498" y="1224"/>
                  </a:lnTo>
                  <a:lnTo>
                    <a:pt x="497" y="1221"/>
                  </a:lnTo>
                  <a:lnTo>
                    <a:pt x="493" y="1221"/>
                  </a:lnTo>
                  <a:lnTo>
                    <a:pt x="487" y="1214"/>
                  </a:lnTo>
                  <a:lnTo>
                    <a:pt x="484" y="1213"/>
                  </a:lnTo>
                  <a:lnTo>
                    <a:pt x="479" y="1208"/>
                  </a:lnTo>
                  <a:lnTo>
                    <a:pt x="479" y="1203"/>
                  </a:lnTo>
                  <a:lnTo>
                    <a:pt x="477" y="1196"/>
                  </a:lnTo>
                  <a:lnTo>
                    <a:pt x="480" y="1198"/>
                  </a:lnTo>
                  <a:lnTo>
                    <a:pt x="485" y="1200"/>
                  </a:lnTo>
                  <a:lnTo>
                    <a:pt x="489" y="1200"/>
                  </a:lnTo>
                  <a:lnTo>
                    <a:pt x="490" y="1196"/>
                  </a:lnTo>
                  <a:lnTo>
                    <a:pt x="490" y="1185"/>
                  </a:lnTo>
                  <a:lnTo>
                    <a:pt x="487" y="1178"/>
                  </a:lnTo>
                  <a:lnTo>
                    <a:pt x="482" y="1170"/>
                  </a:lnTo>
                  <a:lnTo>
                    <a:pt x="479" y="1165"/>
                  </a:lnTo>
                  <a:lnTo>
                    <a:pt x="477" y="1158"/>
                  </a:lnTo>
                  <a:lnTo>
                    <a:pt x="474" y="1152"/>
                  </a:lnTo>
                  <a:lnTo>
                    <a:pt x="469" y="1144"/>
                  </a:lnTo>
                  <a:lnTo>
                    <a:pt x="467" y="1137"/>
                  </a:lnTo>
                  <a:lnTo>
                    <a:pt x="467" y="1109"/>
                  </a:lnTo>
                  <a:lnTo>
                    <a:pt x="465" y="1104"/>
                  </a:lnTo>
                  <a:lnTo>
                    <a:pt x="467" y="1093"/>
                  </a:lnTo>
                  <a:lnTo>
                    <a:pt x="465" y="1084"/>
                  </a:lnTo>
                  <a:lnTo>
                    <a:pt x="462" y="1076"/>
                  </a:lnTo>
                  <a:lnTo>
                    <a:pt x="461" y="1071"/>
                  </a:lnTo>
                  <a:lnTo>
                    <a:pt x="454" y="1066"/>
                  </a:lnTo>
                  <a:lnTo>
                    <a:pt x="449" y="1061"/>
                  </a:lnTo>
                  <a:lnTo>
                    <a:pt x="442" y="1056"/>
                  </a:lnTo>
                  <a:lnTo>
                    <a:pt x="437" y="1053"/>
                  </a:lnTo>
                  <a:lnTo>
                    <a:pt x="437" y="1045"/>
                  </a:lnTo>
                  <a:lnTo>
                    <a:pt x="432" y="1038"/>
                  </a:lnTo>
                  <a:lnTo>
                    <a:pt x="429" y="1030"/>
                  </a:lnTo>
                  <a:lnTo>
                    <a:pt x="426" y="1009"/>
                  </a:lnTo>
                  <a:lnTo>
                    <a:pt x="423" y="999"/>
                  </a:lnTo>
                  <a:lnTo>
                    <a:pt x="424" y="990"/>
                  </a:lnTo>
                  <a:lnTo>
                    <a:pt x="428" y="987"/>
                  </a:lnTo>
                  <a:lnTo>
                    <a:pt x="428" y="982"/>
                  </a:lnTo>
                  <a:lnTo>
                    <a:pt x="421" y="977"/>
                  </a:lnTo>
                  <a:lnTo>
                    <a:pt x="419" y="971"/>
                  </a:lnTo>
                  <a:lnTo>
                    <a:pt x="416" y="962"/>
                  </a:lnTo>
                  <a:lnTo>
                    <a:pt x="416" y="956"/>
                  </a:lnTo>
                  <a:lnTo>
                    <a:pt x="419" y="946"/>
                  </a:lnTo>
                  <a:lnTo>
                    <a:pt x="423" y="939"/>
                  </a:lnTo>
                  <a:lnTo>
                    <a:pt x="421" y="931"/>
                  </a:lnTo>
                  <a:lnTo>
                    <a:pt x="419" y="921"/>
                  </a:lnTo>
                  <a:lnTo>
                    <a:pt x="421" y="910"/>
                  </a:lnTo>
                  <a:lnTo>
                    <a:pt x="424" y="901"/>
                  </a:lnTo>
                  <a:lnTo>
                    <a:pt x="431" y="890"/>
                  </a:lnTo>
                  <a:lnTo>
                    <a:pt x="436" y="877"/>
                  </a:lnTo>
                  <a:lnTo>
                    <a:pt x="441" y="860"/>
                  </a:lnTo>
                  <a:lnTo>
                    <a:pt x="446" y="852"/>
                  </a:lnTo>
                  <a:lnTo>
                    <a:pt x="454" y="836"/>
                  </a:lnTo>
                  <a:lnTo>
                    <a:pt x="462" y="826"/>
                  </a:lnTo>
                  <a:lnTo>
                    <a:pt x="477" y="801"/>
                  </a:lnTo>
                  <a:lnTo>
                    <a:pt x="479" y="793"/>
                  </a:lnTo>
                  <a:lnTo>
                    <a:pt x="485" y="791"/>
                  </a:lnTo>
                  <a:lnTo>
                    <a:pt x="490" y="789"/>
                  </a:lnTo>
                  <a:lnTo>
                    <a:pt x="487" y="784"/>
                  </a:lnTo>
                  <a:lnTo>
                    <a:pt x="482" y="778"/>
                  </a:lnTo>
                  <a:lnTo>
                    <a:pt x="487" y="763"/>
                  </a:lnTo>
                  <a:lnTo>
                    <a:pt x="489" y="755"/>
                  </a:lnTo>
                  <a:lnTo>
                    <a:pt x="489" y="742"/>
                  </a:lnTo>
                  <a:lnTo>
                    <a:pt x="493" y="738"/>
                  </a:lnTo>
                  <a:lnTo>
                    <a:pt x="500" y="738"/>
                  </a:lnTo>
                  <a:lnTo>
                    <a:pt x="505" y="742"/>
                  </a:lnTo>
                  <a:lnTo>
                    <a:pt x="512" y="742"/>
                  </a:lnTo>
                  <a:lnTo>
                    <a:pt x="508" y="747"/>
                  </a:lnTo>
                  <a:lnTo>
                    <a:pt x="505" y="753"/>
                  </a:lnTo>
                  <a:lnTo>
                    <a:pt x="505" y="758"/>
                  </a:lnTo>
                  <a:lnTo>
                    <a:pt x="510" y="753"/>
                  </a:lnTo>
                  <a:lnTo>
                    <a:pt x="518" y="747"/>
                  </a:lnTo>
                  <a:lnTo>
                    <a:pt x="520" y="742"/>
                  </a:lnTo>
                  <a:lnTo>
                    <a:pt x="520" y="730"/>
                  </a:lnTo>
                  <a:lnTo>
                    <a:pt x="518" y="728"/>
                  </a:lnTo>
                  <a:lnTo>
                    <a:pt x="518" y="725"/>
                  </a:lnTo>
                  <a:lnTo>
                    <a:pt x="517" y="723"/>
                  </a:lnTo>
                  <a:lnTo>
                    <a:pt x="513" y="717"/>
                  </a:lnTo>
                  <a:lnTo>
                    <a:pt x="513" y="709"/>
                  </a:lnTo>
                  <a:lnTo>
                    <a:pt x="515" y="705"/>
                  </a:lnTo>
                  <a:lnTo>
                    <a:pt x="515" y="704"/>
                  </a:lnTo>
                  <a:lnTo>
                    <a:pt x="517" y="702"/>
                  </a:lnTo>
                  <a:lnTo>
                    <a:pt x="515" y="702"/>
                  </a:lnTo>
                  <a:lnTo>
                    <a:pt x="513" y="700"/>
                  </a:lnTo>
                  <a:lnTo>
                    <a:pt x="510" y="700"/>
                  </a:lnTo>
                  <a:lnTo>
                    <a:pt x="505" y="699"/>
                  </a:lnTo>
                  <a:lnTo>
                    <a:pt x="507" y="691"/>
                  </a:lnTo>
                  <a:lnTo>
                    <a:pt x="498" y="691"/>
                  </a:lnTo>
                  <a:lnTo>
                    <a:pt x="498" y="687"/>
                  </a:lnTo>
                  <a:lnTo>
                    <a:pt x="502" y="684"/>
                  </a:lnTo>
                  <a:lnTo>
                    <a:pt x="500" y="682"/>
                  </a:lnTo>
                  <a:lnTo>
                    <a:pt x="495" y="681"/>
                  </a:lnTo>
                  <a:lnTo>
                    <a:pt x="493" y="681"/>
                  </a:lnTo>
                  <a:lnTo>
                    <a:pt x="495" y="676"/>
                  </a:lnTo>
                  <a:lnTo>
                    <a:pt x="492" y="676"/>
                  </a:lnTo>
                  <a:lnTo>
                    <a:pt x="489" y="679"/>
                  </a:lnTo>
                  <a:lnTo>
                    <a:pt x="484" y="679"/>
                  </a:lnTo>
                  <a:lnTo>
                    <a:pt x="480" y="674"/>
                  </a:lnTo>
                  <a:lnTo>
                    <a:pt x="480" y="649"/>
                  </a:lnTo>
                  <a:lnTo>
                    <a:pt x="482" y="646"/>
                  </a:lnTo>
                  <a:lnTo>
                    <a:pt x="487" y="639"/>
                  </a:lnTo>
                  <a:lnTo>
                    <a:pt x="489" y="635"/>
                  </a:lnTo>
                  <a:lnTo>
                    <a:pt x="487" y="631"/>
                  </a:lnTo>
                  <a:lnTo>
                    <a:pt x="484" y="628"/>
                  </a:lnTo>
                  <a:lnTo>
                    <a:pt x="484" y="615"/>
                  </a:lnTo>
                  <a:lnTo>
                    <a:pt x="482" y="608"/>
                  </a:lnTo>
                  <a:lnTo>
                    <a:pt x="480" y="603"/>
                  </a:lnTo>
                  <a:lnTo>
                    <a:pt x="484" y="602"/>
                  </a:lnTo>
                  <a:lnTo>
                    <a:pt x="487" y="595"/>
                  </a:lnTo>
                  <a:lnTo>
                    <a:pt x="482" y="597"/>
                  </a:lnTo>
                  <a:lnTo>
                    <a:pt x="477" y="597"/>
                  </a:lnTo>
                  <a:lnTo>
                    <a:pt x="475" y="595"/>
                  </a:lnTo>
                  <a:lnTo>
                    <a:pt x="472" y="588"/>
                  </a:lnTo>
                  <a:lnTo>
                    <a:pt x="472" y="582"/>
                  </a:lnTo>
                  <a:lnTo>
                    <a:pt x="474" y="577"/>
                  </a:lnTo>
                  <a:lnTo>
                    <a:pt x="477" y="572"/>
                  </a:lnTo>
                  <a:lnTo>
                    <a:pt x="477" y="569"/>
                  </a:lnTo>
                  <a:lnTo>
                    <a:pt x="479" y="565"/>
                  </a:lnTo>
                  <a:lnTo>
                    <a:pt x="479" y="560"/>
                  </a:lnTo>
                  <a:lnTo>
                    <a:pt x="477" y="559"/>
                  </a:lnTo>
                  <a:lnTo>
                    <a:pt x="474" y="551"/>
                  </a:lnTo>
                  <a:lnTo>
                    <a:pt x="470" y="547"/>
                  </a:lnTo>
                  <a:lnTo>
                    <a:pt x="469" y="544"/>
                  </a:lnTo>
                  <a:lnTo>
                    <a:pt x="472" y="539"/>
                  </a:lnTo>
                  <a:lnTo>
                    <a:pt x="472" y="527"/>
                  </a:lnTo>
                  <a:lnTo>
                    <a:pt x="474" y="522"/>
                  </a:lnTo>
                  <a:lnTo>
                    <a:pt x="477" y="518"/>
                  </a:lnTo>
                  <a:lnTo>
                    <a:pt x="480" y="514"/>
                  </a:lnTo>
                  <a:lnTo>
                    <a:pt x="480" y="511"/>
                  </a:lnTo>
                  <a:lnTo>
                    <a:pt x="479" y="508"/>
                  </a:lnTo>
                  <a:lnTo>
                    <a:pt x="474" y="508"/>
                  </a:lnTo>
                  <a:lnTo>
                    <a:pt x="470" y="506"/>
                  </a:lnTo>
                  <a:lnTo>
                    <a:pt x="469" y="504"/>
                  </a:lnTo>
                  <a:lnTo>
                    <a:pt x="467" y="499"/>
                  </a:lnTo>
                  <a:lnTo>
                    <a:pt x="470" y="496"/>
                  </a:lnTo>
                  <a:lnTo>
                    <a:pt x="470" y="490"/>
                  </a:lnTo>
                  <a:lnTo>
                    <a:pt x="469" y="486"/>
                  </a:lnTo>
                  <a:lnTo>
                    <a:pt x="467" y="481"/>
                  </a:lnTo>
                  <a:lnTo>
                    <a:pt x="465" y="478"/>
                  </a:lnTo>
                  <a:lnTo>
                    <a:pt x="469" y="476"/>
                  </a:lnTo>
                  <a:lnTo>
                    <a:pt x="470" y="473"/>
                  </a:lnTo>
                  <a:lnTo>
                    <a:pt x="472" y="471"/>
                  </a:lnTo>
                  <a:lnTo>
                    <a:pt x="470" y="466"/>
                  </a:lnTo>
                  <a:lnTo>
                    <a:pt x="469" y="465"/>
                  </a:lnTo>
                  <a:lnTo>
                    <a:pt x="464" y="462"/>
                  </a:lnTo>
                  <a:lnTo>
                    <a:pt x="462" y="460"/>
                  </a:lnTo>
                  <a:lnTo>
                    <a:pt x="462" y="457"/>
                  </a:lnTo>
                  <a:lnTo>
                    <a:pt x="464" y="455"/>
                  </a:lnTo>
                  <a:lnTo>
                    <a:pt x="464" y="453"/>
                  </a:lnTo>
                  <a:lnTo>
                    <a:pt x="465" y="452"/>
                  </a:lnTo>
                  <a:lnTo>
                    <a:pt x="465" y="450"/>
                  </a:lnTo>
                  <a:lnTo>
                    <a:pt x="467" y="448"/>
                  </a:lnTo>
                  <a:lnTo>
                    <a:pt x="467" y="443"/>
                  </a:lnTo>
                  <a:lnTo>
                    <a:pt x="464" y="443"/>
                  </a:lnTo>
                  <a:lnTo>
                    <a:pt x="459" y="445"/>
                  </a:lnTo>
                  <a:lnTo>
                    <a:pt x="457" y="445"/>
                  </a:lnTo>
                  <a:lnTo>
                    <a:pt x="451" y="438"/>
                  </a:lnTo>
                  <a:lnTo>
                    <a:pt x="451" y="440"/>
                  </a:lnTo>
                  <a:lnTo>
                    <a:pt x="449" y="445"/>
                  </a:lnTo>
                  <a:lnTo>
                    <a:pt x="447" y="447"/>
                  </a:lnTo>
                  <a:lnTo>
                    <a:pt x="444" y="448"/>
                  </a:lnTo>
                  <a:lnTo>
                    <a:pt x="441" y="445"/>
                  </a:lnTo>
                  <a:lnTo>
                    <a:pt x="437" y="440"/>
                  </a:lnTo>
                  <a:lnTo>
                    <a:pt x="436" y="438"/>
                  </a:lnTo>
                  <a:lnTo>
                    <a:pt x="434" y="432"/>
                  </a:lnTo>
                  <a:lnTo>
                    <a:pt x="434" y="427"/>
                  </a:lnTo>
                  <a:lnTo>
                    <a:pt x="432" y="422"/>
                  </a:lnTo>
                  <a:lnTo>
                    <a:pt x="429" y="420"/>
                  </a:lnTo>
                  <a:lnTo>
                    <a:pt x="424" y="415"/>
                  </a:lnTo>
                  <a:lnTo>
                    <a:pt x="423" y="410"/>
                  </a:lnTo>
                  <a:lnTo>
                    <a:pt x="421" y="407"/>
                  </a:lnTo>
                  <a:lnTo>
                    <a:pt x="423" y="406"/>
                  </a:lnTo>
                  <a:lnTo>
                    <a:pt x="424" y="401"/>
                  </a:lnTo>
                  <a:lnTo>
                    <a:pt x="419" y="401"/>
                  </a:lnTo>
                  <a:lnTo>
                    <a:pt x="414" y="402"/>
                  </a:lnTo>
                  <a:lnTo>
                    <a:pt x="409" y="401"/>
                  </a:lnTo>
                  <a:lnTo>
                    <a:pt x="404" y="401"/>
                  </a:lnTo>
                  <a:lnTo>
                    <a:pt x="398" y="397"/>
                  </a:lnTo>
                  <a:lnTo>
                    <a:pt x="388" y="394"/>
                  </a:lnTo>
                  <a:lnTo>
                    <a:pt x="383" y="391"/>
                  </a:lnTo>
                  <a:lnTo>
                    <a:pt x="378" y="391"/>
                  </a:lnTo>
                  <a:lnTo>
                    <a:pt x="371" y="389"/>
                  </a:lnTo>
                  <a:lnTo>
                    <a:pt x="368" y="386"/>
                  </a:lnTo>
                  <a:lnTo>
                    <a:pt x="363" y="379"/>
                  </a:lnTo>
                  <a:lnTo>
                    <a:pt x="363" y="374"/>
                  </a:lnTo>
                  <a:lnTo>
                    <a:pt x="365" y="371"/>
                  </a:lnTo>
                  <a:lnTo>
                    <a:pt x="365" y="368"/>
                  </a:lnTo>
                  <a:lnTo>
                    <a:pt x="352" y="363"/>
                  </a:lnTo>
                  <a:lnTo>
                    <a:pt x="352" y="356"/>
                  </a:lnTo>
                  <a:lnTo>
                    <a:pt x="348" y="350"/>
                  </a:lnTo>
                  <a:lnTo>
                    <a:pt x="343" y="348"/>
                  </a:lnTo>
                  <a:lnTo>
                    <a:pt x="332" y="348"/>
                  </a:lnTo>
                  <a:lnTo>
                    <a:pt x="327" y="351"/>
                  </a:lnTo>
                  <a:lnTo>
                    <a:pt x="325" y="354"/>
                  </a:lnTo>
                  <a:lnTo>
                    <a:pt x="325" y="361"/>
                  </a:lnTo>
                  <a:lnTo>
                    <a:pt x="322" y="361"/>
                  </a:lnTo>
                  <a:lnTo>
                    <a:pt x="319" y="363"/>
                  </a:lnTo>
                  <a:lnTo>
                    <a:pt x="312" y="363"/>
                  </a:lnTo>
                  <a:lnTo>
                    <a:pt x="307" y="364"/>
                  </a:lnTo>
                  <a:lnTo>
                    <a:pt x="304" y="366"/>
                  </a:lnTo>
                  <a:lnTo>
                    <a:pt x="299" y="371"/>
                  </a:lnTo>
                  <a:lnTo>
                    <a:pt x="296" y="373"/>
                  </a:lnTo>
                  <a:lnTo>
                    <a:pt x="291" y="374"/>
                  </a:lnTo>
                  <a:lnTo>
                    <a:pt x="271" y="374"/>
                  </a:lnTo>
                  <a:lnTo>
                    <a:pt x="268" y="373"/>
                  </a:lnTo>
                  <a:lnTo>
                    <a:pt x="268" y="369"/>
                  </a:lnTo>
                  <a:lnTo>
                    <a:pt x="269" y="366"/>
                  </a:lnTo>
                  <a:lnTo>
                    <a:pt x="273" y="363"/>
                  </a:lnTo>
                  <a:lnTo>
                    <a:pt x="271" y="358"/>
                  </a:lnTo>
                  <a:lnTo>
                    <a:pt x="271" y="353"/>
                  </a:lnTo>
                  <a:lnTo>
                    <a:pt x="274" y="350"/>
                  </a:lnTo>
                  <a:lnTo>
                    <a:pt x="279" y="348"/>
                  </a:lnTo>
                  <a:lnTo>
                    <a:pt x="284" y="345"/>
                  </a:lnTo>
                  <a:lnTo>
                    <a:pt x="287" y="340"/>
                  </a:lnTo>
                  <a:lnTo>
                    <a:pt x="294" y="333"/>
                  </a:lnTo>
                  <a:lnTo>
                    <a:pt x="299" y="333"/>
                  </a:lnTo>
                  <a:lnTo>
                    <a:pt x="304" y="330"/>
                  </a:lnTo>
                  <a:lnTo>
                    <a:pt x="307" y="330"/>
                  </a:lnTo>
                  <a:lnTo>
                    <a:pt x="310" y="331"/>
                  </a:lnTo>
                  <a:lnTo>
                    <a:pt x="310" y="328"/>
                  </a:lnTo>
                  <a:lnTo>
                    <a:pt x="307" y="325"/>
                  </a:lnTo>
                  <a:lnTo>
                    <a:pt x="307" y="322"/>
                  </a:lnTo>
                  <a:lnTo>
                    <a:pt x="299" y="325"/>
                  </a:lnTo>
                  <a:lnTo>
                    <a:pt x="292" y="328"/>
                  </a:lnTo>
                  <a:lnTo>
                    <a:pt x="287" y="330"/>
                  </a:lnTo>
                  <a:lnTo>
                    <a:pt x="284" y="333"/>
                  </a:lnTo>
                  <a:lnTo>
                    <a:pt x="282" y="336"/>
                  </a:lnTo>
                  <a:lnTo>
                    <a:pt x="276" y="338"/>
                  </a:lnTo>
                  <a:lnTo>
                    <a:pt x="271" y="341"/>
                  </a:lnTo>
                  <a:lnTo>
                    <a:pt x="266" y="346"/>
                  </a:lnTo>
                  <a:lnTo>
                    <a:pt x="264" y="351"/>
                  </a:lnTo>
                  <a:lnTo>
                    <a:pt x="254" y="358"/>
                  </a:lnTo>
                  <a:lnTo>
                    <a:pt x="251" y="361"/>
                  </a:lnTo>
                  <a:lnTo>
                    <a:pt x="248" y="361"/>
                  </a:lnTo>
                  <a:lnTo>
                    <a:pt x="241" y="363"/>
                  </a:lnTo>
                  <a:lnTo>
                    <a:pt x="236" y="363"/>
                  </a:lnTo>
                  <a:lnTo>
                    <a:pt x="233" y="366"/>
                  </a:lnTo>
                  <a:lnTo>
                    <a:pt x="233" y="374"/>
                  </a:lnTo>
                  <a:lnTo>
                    <a:pt x="240" y="378"/>
                  </a:lnTo>
                  <a:lnTo>
                    <a:pt x="241" y="381"/>
                  </a:lnTo>
                  <a:lnTo>
                    <a:pt x="236" y="391"/>
                  </a:lnTo>
                  <a:lnTo>
                    <a:pt x="231" y="392"/>
                  </a:lnTo>
                  <a:lnTo>
                    <a:pt x="221" y="392"/>
                  </a:lnTo>
                  <a:lnTo>
                    <a:pt x="216" y="396"/>
                  </a:lnTo>
                  <a:lnTo>
                    <a:pt x="215" y="397"/>
                  </a:lnTo>
                  <a:lnTo>
                    <a:pt x="208" y="402"/>
                  </a:lnTo>
                  <a:lnTo>
                    <a:pt x="203" y="406"/>
                  </a:lnTo>
                  <a:lnTo>
                    <a:pt x="185" y="406"/>
                  </a:lnTo>
                  <a:lnTo>
                    <a:pt x="179" y="409"/>
                  </a:lnTo>
                  <a:lnTo>
                    <a:pt x="170" y="415"/>
                  </a:lnTo>
                  <a:lnTo>
                    <a:pt x="165" y="420"/>
                  </a:lnTo>
                  <a:lnTo>
                    <a:pt x="159" y="422"/>
                  </a:lnTo>
                  <a:lnTo>
                    <a:pt x="154" y="425"/>
                  </a:lnTo>
                  <a:lnTo>
                    <a:pt x="150" y="429"/>
                  </a:lnTo>
                  <a:lnTo>
                    <a:pt x="144" y="432"/>
                  </a:lnTo>
                  <a:lnTo>
                    <a:pt x="139" y="430"/>
                  </a:lnTo>
                  <a:lnTo>
                    <a:pt x="134" y="430"/>
                  </a:lnTo>
                  <a:lnTo>
                    <a:pt x="132" y="432"/>
                  </a:lnTo>
                  <a:lnTo>
                    <a:pt x="127" y="438"/>
                  </a:lnTo>
                  <a:lnTo>
                    <a:pt x="109" y="438"/>
                  </a:lnTo>
                  <a:lnTo>
                    <a:pt x="106" y="440"/>
                  </a:lnTo>
                  <a:lnTo>
                    <a:pt x="98" y="445"/>
                  </a:lnTo>
                  <a:lnTo>
                    <a:pt x="65" y="445"/>
                  </a:lnTo>
                  <a:lnTo>
                    <a:pt x="61" y="447"/>
                  </a:lnTo>
                  <a:lnTo>
                    <a:pt x="55" y="453"/>
                  </a:lnTo>
                  <a:lnTo>
                    <a:pt x="48" y="450"/>
                  </a:lnTo>
                  <a:lnTo>
                    <a:pt x="37" y="450"/>
                  </a:lnTo>
                  <a:lnTo>
                    <a:pt x="33" y="453"/>
                  </a:lnTo>
                  <a:lnTo>
                    <a:pt x="27" y="457"/>
                  </a:lnTo>
                  <a:lnTo>
                    <a:pt x="22" y="458"/>
                  </a:lnTo>
                  <a:lnTo>
                    <a:pt x="9" y="462"/>
                  </a:lnTo>
                  <a:lnTo>
                    <a:pt x="4" y="462"/>
                  </a:lnTo>
                  <a:lnTo>
                    <a:pt x="0" y="460"/>
                  </a:lnTo>
                  <a:lnTo>
                    <a:pt x="2" y="458"/>
                  </a:lnTo>
                  <a:lnTo>
                    <a:pt x="17" y="453"/>
                  </a:lnTo>
                  <a:lnTo>
                    <a:pt x="23" y="448"/>
                  </a:lnTo>
                  <a:lnTo>
                    <a:pt x="30" y="445"/>
                  </a:lnTo>
                  <a:lnTo>
                    <a:pt x="35" y="442"/>
                  </a:lnTo>
                  <a:lnTo>
                    <a:pt x="40" y="440"/>
                  </a:lnTo>
                  <a:lnTo>
                    <a:pt x="45" y="442"/>
                  </a:lnTo>
                  <a:lnTo>
                    <a:pt x="52" y="440"/>
                  </a:lnTo>
                  <a:lnTo>
                    <a:pt x="56" y="438"/>
                  </a:lnTo>
                  <a:lnTo>
                    <a:pt x="58" y="437"/>
                  </a:lnTo>
                  <a:lnTo>
                    <a:pt x="65" y="437"/>
                  </a:lnTo>
                  <a:lnTo>
                    <a:pt x="70" y="434"/>
                  </a:lnTo>
                  <a:lnTo>
                    <a:pt x="76" y="432"/>
                  </a:lnTo>
                  <a:lnTo>
                    <a:pt x="80" y="432"/>
                  </a:lnTo>
                  <a:lnTo>
                    <a:pt x="85" y="435"/>
                  </a:lnTo>
                  <a:lnTo>
                    <a:pt x="86" y="437"/>
                  </a:lnTo>
                  <a:lnTo>
                    <a:pt x="103" y="420"/>
                  </a:lnTo>
                  <a:lnTo>
                    <a:pt x="109" y="419"/>
                  </a:lnTo>
                  <a:lnTo>
                    <a:pt x="114" y="417"/>
                  </a:lnTo>
                  <a:lnTo>
                    <a:pt x="122" y="417"/>
                  </a:lnTo>
                  <a:lnTo>
                    <a:pt x="124" y="415"/>
                  </a:lnTo>
                  <a:lnTo>
                    <a:pt x="129" y="415"/>
                  </a:lnTo>
                  <a:lnTo>
                    <a:pt x="131" y="414"/>
                  </a:lnTo>
                  <a:lnTo>
                    <a:pt x="132" y="414"/>
                  </a:lnTo>
                  <a:lnTo>
                    <a:pt x="134" y="412"/>
                  </a:lnTo>
                  <a:lnTo>
                    <a:pt x="136" y="412"/>
                  </a:lnTo>
                  <a:lnTo>
                    <a:pt x="141" y="409"/>
                  </a:lnTo>
                  <a:lnTo>
                    <a:pt x="147" y="406"/>
                  </a:lnTo>
                  <a:lnTo>
                    <a:pt x="157" y="394"/>
                  </a:lnTo>
                  <a:lnTo>
                    <a:pt x="160" y="389"/>
                  </a:lnTo>
                  <a:lnTo>
                    <a:pt x="160" y="387"/>
                  </a:lnTo>
                  <a:lnTo>
                    <a:pt x="162" y="386"/>
                  </a:lnTo>
                  <a:lnTo>
                    <a:pt x="162" y="384"/>
                  </a:lnTo>
                  <a:lnTo>
                    <a:pt x="164" y="382"/>
                  </a:lnTo>
                  <a:lnTo>
                    <a:pt x="167" y="381"/>
                  </a:lnTo>
                  <a:lnTo>
                    <a:pt x="169" y="378"/>
                  </a:lnTo>
                  <a:lnTo>
                    <a:pt x="172" y="376"/>
                  </a:lnTo>
                  <a:lnTo>
                    <a:pt x="179" y="369"/>
                  </a:lnTo>
                  <a:lnTo>
                    <a:pt x="179" y="368"/>
                  </a:lnTo>
                  <a:lnTo>
                    <a:pt x="167" y="368"/>
                  </a:lnTo>
                  <a:lnTo>
                    <a:pt x="165" y="359"/>
                  </a:lnTo>
                  <a:lnTo>
                    <a:pt x="164" y="359"/>
                  </a:lnTo>
                  <a:lnTo>
                    <a:pt x="159" y="363"/>
                  </a:lnTo>
                  <a:lnTo>
                    <a:pt x="155" y="373"/>
                  </a:lnTo>
                  <a:lnTo>
                    <a:pt x="155" y="376"/>
                  </a:lnTo>
                  <a:lnTo>
                    <a:pt x="152" y="374"/>
                  </a:lnTo>
                  <a:lnTo>
                    <a:pt x="146" y="368"/>
                  </a:lnTo>
                  <a:lnTo>
                    <a:pt x="144" y="363"/>
                  </a:lnTo>
                  <a:lnTo>
                    <a:pt x="142" y="359"/>
                  </a:lnTo>
                  <a:lnTo>
                    <a:pt x="139" y="356"/>
                  </a:lnTo>
                  <a:lnTo>
                    <a:pt x="129" y="356"/>
                  </a:lnTo>
                  <a:lnTo>
                    <a:pt x="122" y="354"/>
                  </a:lnTo>
                  <a:lnTo>
                    <a:pt x="119" y="353"/>
                  </a:lnTo>
                  <a:lnTo>
                    <a:pt x="119" y="350"/>
                  </a:lnTo>
                  <a:lnTo>
                    <a:pt x="122" y="346"/>
                  </a:lnTo>
                  <a:lnTo>
                    <a:pt x="122" y="336"/>
                  </a:lnTo>
                  <a:lnTo>
                    <a:pt x="126" y="330"/>
                  </a:lnTo>
                  <a:lnTo>
                    <a:pt x="131" y="326"/>
                  </a:lnTo>
                  <a:lnTo>
                    <a:pt x="131" y="312"/>
                  </a:lnTo>
                  <a:lnTo>
                    <a:pt x="134" y="308"/>
                  </a:lnTo>
                  <a:lnTo>
                    <a:pt x="134" y="302"/>
                  </a:lnTo>
                  <a:lnTo>
                    <a:pt x="129" y="305"/>
                  </a:lnTo>
                  <a:lnTo>
                    <a:pt x="119" y="315"/>
                  </a:lnTo>
                  <a:lnTo>
                    <a:pt x="113" y="312"/>
                  </a:lnTo>
                  <a:lnTo>
                    <a:pt x="108" y="310"/>
                  </a:lnTo>
                  <a:lnTo>
                    <a:pt x="106" y="305"/>
                  </a:lnTo>
                  <a:lnTo>
                    <a:pt x="106" y="300"/>
                  </a:lnTo>
                  <a:lnTo>
                    <a:pt x="108" y="295"/>
                  </a:lnTo>
                  <a:lnTo>
                    <a:pt x="108" y="292"/>
                  </a:lnTo>
                  <a:lnTo>
                    <a:pt x="106" y="290"/>
                  </a:lnTo>
                  <a:lnTo>
                    <a:pt x="104" y="284"/>
                  </a:lnTo>
                  <a:lnTo>
                    <a:pt x="106" y="280"/>
                  </a:lnTo>
                  <a:lnTo>
                    <a:pt x="113" y="279"/>
                  </a:lnTo>
                  <a:lnTo>
                    <a:pt x="121" y="279"/>
                  </a:lnTo>
                  <a:lnTo>
                    <a:pt x="121" y="284"/>
                  </a:lnTo>
                  <a:lnTo>
                    <a:pt x="119" y="285"/>
                  </a:lnTo>
                  <a:lnTo>
                    <a:pt x="124" y="290"/>
                  </a:lnTo>
                  <a:lnTo>
                    <a:pt x="131" y="272"/>
                  </a:lnTo>
                  <a:lnTo>
                    <a:pt x="121" y="272"/>
                  </a:lnTo>
                  <a:lnTo>
                    <a:pt x="117" y="265"/>
                  </a:lnTo>
                  <a:lnTo>
                    <a:pt x="114" y="262"/>
                  </a:lnTo>
                  <a:lnTo>
                    <a:pt x="114" y="246"/>
                  </a:lnTo>
                  <a:lnTo>
                    <a:pt x="119" y="246"/>
                  </a:lnTo>
                  <a:lnTo>
                    <a:pt x="127" y="234"/>
                  </a:lnTo>
                  <a:lnTo>
                    <a:pt x="131" y="229"/>
                  </a:lnTo>
                  <a:lnTo>
                    <a:pt x="139" y="224"/>
                  </a:lnTo>
                  <a:lnTo>
                    <a:pt x="146" y="219"/>
                  </a:lnTo>
                  <a:lnTo>
                    <a:pt x="150" y="213"/>
                  </a:lnTo>
                  <a:lnTo>
                    <a:pt x="155" y="209"/>
                  </a:lnTo>
                  <a:lnTo>
                    <a:pt x="159" y="208"/>
                  </a:lnTo>
                  <a:lnTo>
                    <a:pt x="165" y="208"/>
                  </a:lnTo>
                  <a:lnTo>
                    <a:pt x="170" y="209"/>
                  </a:lnTo>
                  <a:lnTo>
                    <a:pt x="185" y="209"/>
                  </a:lnTo>
                  <a:lnTo>
                    <a:pt x="195" y="205"/>
                  </a:lnTo>
                  <a:lnTo>
                    <a:pt x="202" y="208"/>
                  </a:lnTo>
                  <a:lnTo>
                    <a:pt x="207" y="208"/>
                  </a:lnTo>
                  <a:lnTo>
                    <a:pt x="210" y="206"/>
                  </a:lnTo>
                  <a:lnTo>
                    <a:pt x="218" y="201"/>
                  </a:lnTo>
                  <a:lnTo>
                    <a:pt x="221" y="193"/>
                  </a:lnTo>
                  <a:lnTo>
                    <a:pt x="223" y="188"/>
                  </a:lnTo>
                  <a:lnTo>
                    <a:pt x="223" y="183"/>
                  </a:lnTo>
                  <a:lnTo>
                    <a:pt x="228" y="180"/>
                  </a:lnTo>
                  <a:lnTo>
                    <a:pt x="233" y="180"/>
                  </a:lnTo>
                  <a:lnTo>
                    <a:pt x="236" y="177"/>
                  </a:lnTo>
                  <a:lnTo>
                    <a:pt x="235" y="173"/>
                  </a:lnTo>
                  <a:lnTo>
                    <a:pt x="226" y="175"/>
                  </a:lnTo>
                  <a:lnTo>
                    <a:pt x="221" y="177"/>
                  </a:lnTo>
                  <a:lnTo>
                    <a:pt x="218" y="180"/>
                  </a:lnTo>
                  <a:lnTo>
                    <a:pt x="215" y="181"/>
                  </a:lnTo>
                  <a:lnTo>
                    <a:pt x="210" y="180"/>
                  </a:lnTo>
                  <a:lnTo>
                    <a:pt x="203" y="173"/>
                  </a:lnTo>
                  <a:lnTo>
                    <a:pt x="188" y="172"/>
                  </a:lnTo>
                  <a:lnTo>
                    <a:pt x="180" y="168"/>
                  </a:lnTo>
                  <a:lnTo>
                    <a:pt x="175" y="167"/>
                  </a:lnTo>
                  <a:lnTo>
                    <a:pt x="174" y="163"/>
                  </a:lnTo>
                  <a:lnTo>
                    <a:pt x="170" y="153"/>
                  </a:lnTo>
                  <a:lnTo>
                    <a:pt x="169" y="150"/>
                  </a:lnTo>
                  <a:lnTo>
                    <a:pt x="165" y="147"/>
                  </a:lnTo>
                  <a:lnTo>
                    <a:pt x="164" y="144"/>
                  </a:lnTo>
                  <a:lnTo>
                    <a:pt x="167" y="139"/>
                  </a:lnTo>
                  <a:lnTo>
                    <a:pt x="170" y="135"/>
                  </a:lnTo>
                  <a:lnTo>
                    <a:pt x="169" y="129"/>
                  </a:lnTo>
                  <a:lnTo>
                    <a:pt x="165" y="125"/>
                  </a:lnTo>
                  <a:lnTo>
                    <a:pt x="162" y="124"/>
                  </a:lnTo>
                  <a:lnTo>
                    <a:pt x="160" y="122"/>
                  </a:lnTo>
                  <a:lnTo>
                    <a:pt x="159" y="117"/>
                  </a:lnTo>
                  <a:lnTo>
                    <a:pt x="160" y="114"/>
                  </a:lnTo>
                  <a:lnTo>
                    <a:pt x="164" y="116"/>
                  </a:lnTo>
                  <a:lnTo>
                    <a:pt x="177" y="116"/>
                  </a:lnTo>
                  <a:lnTo>
                    <a:pt x="187" y="109"/>
                  </a:lnTo>
                  <a:lnTo>
                    <a:pt x="193" y="107"/>
                  </a:lnTo>
                  <a:lnTo>
                    <a:pt x="203" y="107"/>
                  </a:lnTo>
                  <a:lnTo>
                    <a:pt x="211" y="104"/>
                  </a:lnTo>
                  <a:lnTo>
                    <a:pt x="215" y="104"/>
                  </a:lnTo>
                  <a:lnTo>
                    <a:pt x="223" y="106"/>
                  </a:lnTo>
                  <a:lnTo>
                    <a:pt x="238" y="106"/>
                  </a:lnTo>
                  <a:lnTo>
                    <a:pt x="238" y="107"/>
                  </a:lnTo>
                  <a:lnTo>
                    <a:pt x="233" y="109"/>
                  </a:lnTo>
                  <a:lnTo>
                    <a:pt x="228" y="114"/>
                  </a:lnTo>
                  <a:lnTo>
                    <a:pt x="231" y="121"/>
                  </a:lnTo>
                  <a:lnTo>
                    <a:pt x="238" y="122"/>
                  </a:lnTo>
                  <a:lnTo>
                    <a:pt x="243" y="124"/>
                  </a:lnTo>
                  <a:lnTo>
                    <a:pt x="254" y="125"/>
                  </a:lnTo>
                  <a:lnTo>
                    <a:pt x="254" y="124"/>
                  </a:lnTo>
                  <a:lnTo>
                    <a:pt x="253" y="121"/>
                  </a:lnTo>
                  <a:lnTo>
                    <a:pt x="248" y="122"/>
                  </a:lnTo>
                  <a:lnTo>
                    <a:pt x="244" y="121"/>
                  </a:lnTo>
                  <a:lnTo>
                    <a:pt x="246" y="116"/>
                  </a:lnTo>
                  <a:lnTo>
                    <a:pt x="249" y="114"/>
                  </a:lnTo>
                  <a:lnTo>
                    <a:pt x="249" y="107"/>
                  </a:lnTo>
                  <a:lnTo>
                    <a:pt x="253" y="106"/>
                  </a:lnTo>
                  <a:lnTo>
                    <a:pt x="254" y="107"/>
                  </a:lnTo>
                  <a:lnTo>
                    <a:pt x="254" y="116"/>
                  </a:lnTo>
                  <a:lnTo>
                    <a:pt x="258" y="119"/>
                  </a:lnTo>
                  <a:lnTo>
                    <a:pt x="263" y="121"/>
                  </a:lnTo>
                  <a:lnTo>
                    <a:pt x="268" y="121"/>
                  </a:lnTo>
                  <a:lnTo>
                    <a:pt x="271" y="117"/>
                  </a:lnTo>
                  <a:lnTo>
                    <a:pt x="273" y="114"/>
                  </a:lnTo>
                  <a:lnTo>
                    <a:pt x="258" y="114"/>
                  </a:lnTo>
                  <a:lnTo>
                    <a:pt x="258" y="109"/>
                  </a:lnTo>
                  <a:lnTo>
                    <a:pt x="259" y="104"/>
                  </a:lnTo>
                  <a:lnTo>
                    <a:pt x="258" y="102"/>
                  </a:lnTo>
                  <a:lnTo>
                    <a:pt x="251" y="101"/>
                  </a:lnTo>
                  <a:lnTo>
                    <a:pt x="243" y="99"/>
                  </a:lnTo>
                  <a:lnTo>
                    <a:pt x="243" y="96"/>
                  </a:lnTo>
                  <a:lnTo>
                    <a:pt x="244" y="86"/>
                  </a:lnTo>
                  <a:lnTo>
                    <a:pt x="246" y="79"/>
                  </a:lnTo>
                  <a:lnTo>
                    <a:pt x="240" y="69"/>
                  </a:lnTo>
                  <a:lnTo>
                    <a:pt x="238" y="63"/>
                  </a:lnTo>
                  <a:lnTo>
                    <a:pt x="238" y="58"/>
                  </a:lnTo>
                  <a:lnTo>
                    <a:pt x="228" y="48"/>
                  </a:lnTo>
                  <a:lnTo>
                    <a:pt x="226" y="45"/>
                  </a:lnTo>
                  <a:lnTo>
                    <a:pt x="233" y="43"/>
                  </a:lnTo>
                  <a:lnTo>
                    <a:pt x="240" y="40"/>
                  </a:lnTo>
                  <a:lnTo>
                    <a:pt x="243" y="35"/>
                  </a:lnTo>
                  <a:lnTo>
                    <a:pt x="249" y="32"/>
                  </a:lnTo>
                  <a:lnTo>
                    <a:pt x="249" y="30"/>
                  </a:lnTo>
                  <a:lnTo>
                    <a:pt x="254" y="32"/>
                  </a:lnTo>
                  <a:lnTo>
                    <a:pt x="258" y="35"/>
                  </a:lnTo>
                  <a:lnTo>
                    <a:pt x="261" y="35"/>
                  </a:lnTo>
                  <a:lnTo>
                    <a:pt x="269" y="36"/>
                  </a:lnTo>
                  <a:lnTo>
                    <a:pt x="286" y="33"/>
                  </a:lnTo>
                  <a:lnTo>
                    <a:pt x="291" y="27"/>
                  </a:lnTo>
                  <a:lnTo>
                    <a:pt x="297" y="22"/>
                  </a:lnTo>
                  <a:lnTo>
                    <a:pt x="302" y="15"/>
                  </a:lnTo>
                  <a:lnTo>
                    <a:pt x="305" y="10"/>
                  </a:lnTo>
                  <a:lnTo>
                    <a:pt x="319" y="10"/>
                  </a:lnTo>
                  <a:lnTo>
                    <a:pt x="324" y="5"/>
                  </a:lnTo>
                  <a:lnTo>
                    <a:pt x="335" y="5"/>
                  </a:lnTo>
                  <a:lnTo>
                    <a:pt x="340" y="8"/>
                  </a:lnTo>
                  <a:lnTo>
                    <a:pt x="347" y="5"/>
                  </a:lnTo>
                  <a:lnTo>
                    <a:pt x="352" y="7"/>
                  </a:lnTo>
                  <a:lnTo>
                    <a:pt x="357" y="13"/>
                  </a:lnTo>
                  <a:lnTo>
                    <a:pt x="360" y="15"/>
                  </a:lnTo>
                  <a:lnTo>
                    <a:pt x="363" y="15"/>
                  </a:lnTo>
                  <a:lnTo>
                    <a:pt x="365" y="12"/>
                  </a:lnTo>
                  <a:lnTo>
                    <a:pt x="363" y="10"/>
                  </a:lnTo>
                  <a:lnTo>
                    <a:pt x="363" y="5"/>
                  </a:lnTo>
                  <a:lnTo>
                    <a:pt x="365" y="2"/>
                  </a:lnTo>
                  <a:lnTo>
                    <a:pt x="370" y="2"/>
                  </a:lnTo>
                  <a:lnTo>
                    <a:pt x="38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7" name="Freeform 347"/>
            <p:cNvSpPr/>
            <p:nvPr/>
          </p:nvSpPr>
          <p:spPr bwMode="auto">
            <a:xfrm>
              <a:off x="2946401" y="4865688"/>
              <a:ext cx="33338" cy="50800"/>
            </a:xfrm>
            <a:custGeom>
              <a:avLst/>
              <a:gdLst/>
              <a:ahLst/>
              <a:cxnLst>
                <a:cxn ang="0">
                  <a:pos x="21" y="0"/>
                </a:cxn>
                <a:cxn ang="0">
                  <a:pos x="21" y="4"/>
                </a:cxn>
                <a:cxn ang="0">
                  <a:pos x="17" y="9"/>
                </a:cxn>
                <a:cxn ang="0">
                  <a:pos x="13" y="11"/>
                </a:cxn>
                <a:cxn ang="0">
                  <a:pos x="12" y="16"/>
                </a:cxn>
                <a:cxn ang="0">
                  <a:pos x="10" y="19"/>
                </a:cxn>
                <a:cxn ang="0">
                  <a:pos x="3" y="26"/>
                </a:cxn>
                <a:cxn ang="0">
                  <a:pos x="3" y="29"/>
                </a:cxn>
                <a:cxn ang="0">
                  <a:pos x="2" y="32"/>
                </a:cxn>
                <a:cxn ang="0">
                  <a:pos x="0" y="31"/>
                </a:cxn>
                <a:cxn ang="0">
                  <a:pos x="0" y="26"/>
                </a:cxn>
                <a:cxn ang="0">
                  <a:pos x="2" y="21"/>
                </a:cxn>
                <a:cxn ang="0">
                  <a:pos x="5" y="16"/>
                </a:cxn>
                <a:cxn ang="0">
                  <a:pos x="7" y="18"/>
                </a:cxn>
                <a:cxn ang="0">
                  <a:pos x="10" y="14"/>
                </a:cxn>
                <a:cxn ang="0">
                  <a:pos x="12" y="11"/>
                </a:cxn>
                <a:cxn ang="0">
                  <a:pos x="17" y="6"/>
                </a:cxn>
                <a:cxn ang="0">
                  <a:pos x="18" y="1"/>
                </a:cxn>
                <a:cxn ang="0">
                  <a:pos x="21" y="0"/>
                </a:cxn>
              </a:cxnLst>
              <a:rect l="0" t="0" r="r" b="b"/>
              <a:pathLst>
                <a:path w="21" h="32">
                  <a:moveTo>
                    <a:pt x="21" y="0"/>
                  </a:moveTo>
                  <a:lnTo>
                    <a:pt x="21" y="4"/>
                  </a:lnTo>
                  <a:lnTo>
                    <a:pt x="17" y="9"/>
                  </a:lnTo>
                  <a:lnTo>
                    <a:pt x="13" y="11"/>
                  </a:lnTo>
                  <a:lnTo>
                    <a:pt x="12" y="16"/>
                  </a:lnTo>
                  <a:lnTo>
                    <a:pt x="10" y="19"/>
                  </a:lnTo>
                  <a:lnTo>
                    <a:pt x="3" y="26"/>
                  </a:lnTo>
                  <a:lnTo>
                    <a:pt x="3" y="29"/>
                  </a:lnTo>
                  <a:lnTo>
                    <a:pt x="2" y="32"/>
                  </a:lnTo>
                  <a:lnTo>
                    <a:pt x="0" y="31"/>
                  </a:lnTo>
                  <a:lnTo>
                    <a:pt x="0" y="26"/>
                  </a:lnTo>
                  <a:lnTo>
                    <a:pt x="2" y="21"/>
                  </a:lnTo>
                  <a:lnTo>
                    <a:pt x="5" y="16"/>
                  </a:lnTo>
                  <a:lnTo>
                    <a:pt x="7" y="18"/>
                  </a:lnTo>
                  <a:lnTo>
                    <a:pt x="10" y="14"/>
                  </a:lnTo>
                  <a:lnTo>
                    <a:pt x="12" y="11"/>
                  </a:lnTo>
                  <a:lnTo>
                    <a:pt x="17" y="6"/>
                  </a:lnTo>
                  <a:lnTo>
                    <a:pt x="18" y="1"/>
                  </a:lnTo>
                  <a:lnTo>
                    <a:pt x="2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8" name="Freeform 348"/>
            <p:cNvSpPr/>
            <p:nvPr/>
          </p:nvSpPr>
          <p:spPr bwMode="auto">
            <a:xfrm>
              <a:off x="2868613" y="5524500"/>
              <a:ext cx="38100" cy="25400"/>
            </a:xfrm>
            <a:custGeom>
              <a:avLst/>
              <a:gdLst/>
              <a:ahLst/>
              <a:cxnLst>
                <a:cxn ang="0">
                  <a:pos x="4" y="0"/>
                </a:cxn>
                <a:cxn ang="0">
                  <a:pos x="9" y="0"/>
                </a:cxn>
                <a:cxn ang="0">
                  <a:pos x="11" y="1"/>
                </a:cxn>
                <a:cxn ang="0">
                  <a:pos x="16" y="1"/>
                </a:cxn>
                <a:cxn ang="0">
                  <a:pos x="21" y="3"/>
                </a:cxn>
                <a:cxn ang="0">
                  <a:pos x="24" y="5"/>
                </a:cxn>
                <a:cxn ang="0">
                  <a:pos x="24" y="6"/>
                </a:cxn>
                <a:cxn ang="0">
                  <a:pos x="23" y="6"/>
                </a:cxn>
                <a:cxn ang="0">
                  <a:pos x="21" y="8"/>
                </a:cxn>
                <a:cxn ang="0">
                  <a:pos x="19" y="8"/>
                </a:cxn>
                <a:cxn ang="0">
                  <a:pos x="16" y="11"/>
                </a:cxn>
                <a:cxn ang="0">
                  <a:pos x="14" y="11"/>
                </a:cxn>
                <a:cxn ang="0">
                  <a:pos x="11" y="13"/>
                </a:cxn>
                <a:cxn ang="0">
                  <a:pos x="9" y="13"/>
                </a:cxn>
                <a:cxn ang="0">
                  <a:pos x="8" y="15"/>
                </a:cxn>
                <a:cxn ang="0">
                  <a:pos x="4" y="15"/>
                </a:cxn>
                <a:cxn ang="0">
                  <a:pos x="3" y="16"/>
                </a:cxn>
                <a:cxn ang="0">
                  <a:pos x="1" y="13"/>
                </a:cxn>
                <a:cxn ang="0">
                  <a:pos x="3" y="11"/>
                </a:cxn>
                <a:cxn ang="0">
                  <a:pos x="0" y="10"/>
                </a:cxn>
                <a:cxn ang="0">
                  <a:pos x="0" y="6"/>
                </a:cxn>
                <a:cxn ang="0">
                  <a:pos x="3" y="6"/>
                </a:cxn>
                <a:cxn ang="0">
                  <a:pos x="4" y="5"/>
                </a:cxn>
                <a:cxn ang="0">
                  <a:pos x="1" y="1"/>
                </a:cxn>
                <a:cxn ang="0">
                  <a:pos x="4" y="0"/>
                </a:cxn>
              </a:cxnLst>
              <a:rect l="0" t="0" r="r" b="b"/>
              <a:pathLst>
                <a:path w="24" h="16">
                  <a:moveTo>
                    <a:pt x="4" y="0"/>
                  </a:moveTo>
                  <a:lnTo>
                    <a:pt x="9" y="0"/>
                  </a:lnTo>
                  <a:lnTo>
                    <a:pt x="11" y="1"/>
                  </a:lnTo>
                  <a:lnTo>
                    <a:pt x="16" y="1"/>
                  </a:lnTo>
                  <a:lnTo>
                    <a:pt x="21" y="3"/>
                  </a:lnTo>
                  <a:lnTo>
                    <a:pt x="24" y="5"/>
                  </a:lnTo>
                  <a:lnTo>
                    <a:pt x="24" y="6"/>
                  </a:lnTo>
                  <a:lnTo>
                    <a:pt x="23" y="6"/>
                  </a:lnTo>
                  <a:lnTo>
                    <a:pt x="21" y="8"/>
                  </a:lnTo>
                  <a:lnTo>
                    <a:pt x="19" y="8"/>
                  </a:lnTo>
                  <a:lnTo>
                    <a:pt x="16" y="11"/>
                  </a:lnTo>
                  <a:lnTo>
                    <a:pt x="14" y="11"/>
                  </a:lnTo>
                  <a:lnTo>
                    <a:pt x="11" y="13"/>
                  </a:lnTo>
                  <a:lnTo>
                    <a:pt x="9" y="13"/>
                  </a:lnTo>
                  <a:lnTo>
                    <a:pt x="8" y="15"/>
                  </a:lnTo>
                  <a:lnTo>
                    <a:pt x="4" y="15"/>
                  </a:lnTo>
                  <a:lnTo>
                    <a:pt x="3" y="16"/>
                  </a:lnTo>
                  <a:lnTo>
                    <a:pt x="1" y="13"/>
                  </a:lnTo>
                  <a:lnTo>
                    <a:pt x="3" y="11"/>
                  </a:lnTo>
                  <a:lnTo>
                    <a:pt x="0" y="10"/>
                  </a:lnTo>
                  <a:lnTo>
                    <a:pt x="0" y="6"/>
                  </a:lnTo>
                  <a:lnTo>
                    <a:pt x="3" y="6"/>
                  </a:lnTo>
                  <a:lnTo>
                    <a:pt x="4" y="5"/>
                  </a:lnTo>
                  <a:lnTo>
                    <a:pt x="1" y="1"/>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9" name="Freeform 349"/>
            <p:cNvSpPr/>
            <p:nvPr/>
          </p:nvSpPr>
          <p:spPr bwMode="auto">
            <a:xfrm>
              <a:off x="2898776" y="5521325"/>
              <a:ext cx="34925" cy="26988"/>
            </a:xfrm>
            <a:custGeom>
              <a:avLst/>
              <a:gdLst/>
              <a:ahLst/>
              <a:cxnLst>
                <a:cxn ang="0">
                  <a:pos x="12" y="0"/>
                </a:cxn>
                <a:cxn ang="0">
                  <a:pos x="15" y="0"/>
                </a:cxn>
                <a:cxn ang="0">
                  <a:pos x="18" y="2"/>
                </a:cxn>
                <a:cxn ang="0">
                  <a:pos x="22" y="7"/>
                </a:cxn>
                <a:cxn ang="0">
                  <a:pos x="20" y="10"/>
                </a:cxn>
                <a:cxn ang="0">
                  <a:pos x="15" y="12"/>
                </a:cxn>
                <a:cxn ang="0">
                  <a:pos x="14" y="12"/>
                </a:cxn>
                <a:cxn ang="0">
                  <a:pos x="7" y="15"/>
                </a:cxn>
                <a:cxn ang="0">
                  <a:pos x="5" y="17"/>
                </a:cxn>
                <a:cxn ang="0">
                  <a:pos x="2" y="17"/>
                </a:cxn>
                <a:cxn ang="0">
                  <a:pos x="0" y="15"/>
                </a:cxn>
                <a:cxn ang="0">
                  <a:pos x="5" y="10"/>
                </a:cxn>
                <a:cxn ang="0">
                  <a:pos x="10" y="8"/>
                </a:cxn>
                <a:cxn ang="0">
                  <a:pos x="10" y="2"/>
                </a:cxn>
                <a:cxn ang="0">
                  <a:pos x="12" y="0"/>
                </a:cxn>
              </a:cxnLst>
              <a:rect l="0" t="0" r="r" b="b"/>
              <a:pathLst>
                <a:path w="22" h="17">
                  <a:moveTo>
                    <a:pt x="12" y="0"/>
                  </a:moveTo>
                  <a:lnTo>
                    <a:pt x="15" y="0"/>
                  </a:lnTo>
                  <a:lnTo>
                    <a:pt x="18" y="2"/>
                  </a:lnTo>
                  <a:lnTo>
                    <a:pt x="22" y="7"/>
                  </a:lnTo>
                  <a:lnTo>
                    <a:pt x="20" y="10"/>
                  </a:lnTo>
                  <a:lnTo>
                    <a:pt x="15" y="12"/>
                  </a:lnTo>
                  <a:lnTo>
                    <a:pt x="14" y="12"/>
                  </a:lnTo>
                  <a:lnTo>
                    <a:pt x="7" y="15"/>
                  </a:lnTo>
                  <a:lnTo>
                    <a:pt x="5" y="17"/>
                  </a:lnTo>
                  <a:lnTo>
                    <a:pt x="2" y="17"/>
                  </a:lnTo>
                  <a:lnTo>
                    <a:pt x="0" y="15"/>
                  </a:lnTo>
                  <a:lnTo>
                    <a:pt x="5" y="10"/>
                  </a:lnTo>
                  <a:lnTo>
                    <a:pt x="10" y="8"/>
                  </a:lnTo>
                  <a:lnTo>
                    <a:pt x="10" y="2"/>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0" name="Freeform 350"/>
            <p:cNvSpPr/>
            <p:nvPr/>
          </p:nvSpPr>
          <p:spPr bwMode="auto">
            <a:xfrm>
              <a:off x="2813051" y="5641975"/>
              <a:ext cx="15875" cy="7938"/>
            </a:xfrm>
            <a:custGeom>
              <a:avLst/>
              <a:gdLst/>
              <a:ahLst/>
              <a:cxnLst>
                <a:cxn ang="0">
                  <a:pos x="3" y="0"/>
                </a:cxn>
                <a:cxn ang="0">
                  <a:pos x="10" y="0"/>
                </a:cxn>
                <a:cxn ang="0">
                  <a:pos x="10" y="3"/>
                </a:cxn>
                <a:cxn ang="0">
                  <a:pos x="5" y="3"/>
                </a:cxn>
                <a:cxn ang="0">
                  <a:pos x="0" y="5"/>
                </a:cxn>
                <a:cxn ang="0">
                  <a:pos x="2" y="3"/>
                </a:cxn>
                <a:cxn ang="0">
                  <a:pos x="3" y="0"/>
                </a:cxn>
              </a:cxnLst>
              <a:rect l="0" t="0" r="r" b="b"/>
              <a:pathLst>
                <a:path w="10" h="5">
                  <a:moveTo>
                    <a:pt x="3" y="0"/>
                  </a:moveTo>
                  <a:lnTo>
                    <a:pt x="10" y="0"/>
                  </a:lnTo>
                  <a:lnTo>
                    <a:pt x="10" y="3"/>
                  </a:lnTo>
                  <a:lnTo>
                    <a:pt x="5" y="3"/>
                  </a:lnTo>
                  <a:lnTo>
                    <a:pt x="0" y="5"/>
                  </a:lnTo>
                  <a:lnTo>
                    <a:pt x="2" y="3"/>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1" name="Freeform 351"/>
            <p:cNvSpPr/>
            <p:nvPr/>
          </p:nvSpPr>
          <p:spPr bwMode="auto">
            <a:xfrm>
              <a:off x="2660651" y="5573713"/>
              <a:ext cx="139700" cy="92075"/>
            </a:xfrm>
            <a:custGeom>
              <a:avLst/>
              <a:gdLst/>
              <a:ahLst/>
              <a:cxnLst>
                <a:cxn ang="0">
                  <a:pos x="28" y="3"/>
                </a:cxn>
                <a:cxn ang="0">
                  <a:pos x="32" y="18"/>
                </a:cxn>
                <a:cxn ang="0">
                  <a:pos x="37" y="20"/>
                </a:cxn>
                <a:cxn ang="0">
                  <a:pos x="43" y="21"/>
                </a:cxn>
                <a:cxn ang="0">
                  <a:pos x="53" y="30"/>
                </a:cxn>
                <a:cxn ang="0">
                  <a:pos x="60" y="35"/>
                </a:cxn>
                <a:cxn ang="0">
                  <a:pos x="70" y="41"/>
                </a:cxn>
                <a:cxn ang="0">
                  <a:pos x="81" y="43"/>
                </a:cxn>
                <a:cxn ang="0">
                  <a:pos x="88" y="48"/>
                </a:cxn>
                <a:cxn ang="0">
                  <a:pos x="83" y="51"/>
                </a:cxn>
                <a:cxn ang="0">
                  <a:pos x="74" y="53"/>
                </a:cxn>
                <a:cxn ang="0">
                  <a:pos x="70" y="54"/>
                </a:cxn>
                <a:cxn ang="0">
                  <a:pos x="63" y="53"/>
                </a:cxn>
                <a:cxn ang="0">
                  <a:pos x="51" y="56"/>
                </a:cxn>
                <a:cxn ang="0">
                  <a:pos x="43" y="58"/>
                </a:cxn>
                <a:cxn ang="0">
                  <a:pos x="30" y="54"/>
                </a:cxn>
                <a:cxn ang="0">
                  <a:pos x="12" y="56"/>
                </a:cxn>
                <a:cxn ang="0">
                  <a:pos x="0" y="51"/>
                </a:cxn>
                <a:cxn ang="0">
                  <a:pos x="5" y="44"/>
                </a:cxn>
                <a:cxn ang="0">
                  <a:pos x="12" y="44"/>
                </a:cxn>
                <a:cxn ang="0">
                  <a:pos x="17" y="41"/>
                </a:cxn>
                <a:cxn ang="0">
                  <a:pos x="25" y="44"/>
                </a:cxn>
                <a:cxn ang="0">
                  <a:pos x="32" y="49"/>
                </a:cxn>
                <a:cxn ang="0">
                  <a:pos x="33" y="43"/>
                </a:cxn>
                <a:cxn ang="0">
                  <a:pos x="23" y="38"/>
                </a:cxn>
                <a:cxn ang="0">
                  <a:pos x="13" y="33"/>
                </a:cxn>
                <a:cxn ang="0">
                  <a:pos x="18" y="30"/>
                </a:cxn>
                <a:cxn ang="0">
                  <a:pos x="22" y="23"/>
                </a:cxn>
                <a:cxn ang="0">
                  <a:pos x="7" y="16"/>
                </a:cxn>
                <a:cxn ang="0">
                  <a:pos x="15" y="10"/>
                </a:cxn>
                <a:cxn ang="0">
                  <a:pos x="20" y="3"/>
                </a:cxn>
                <a:cxn ang="0">
                  <a:pos x="25" y="0"/>
                </a:cxn>
              </a:cxnLst>
              <a:rect l="0" t="0" r="r" b="b"/>
              <a:pathLst>
                <a:path w="88" h="58">
                  <a:moveTo>
                    <a:pt x="25" y="0"/>
                  </a:moveTo>
                  <a:lnTo>
                    <a:pt x="28" y="3"/>
                  </a:lnTo>
                  <a:lnTo>
                    <a:pt x="30" y="7"/>
                  </a:lnTo>
                  <a:lnTo>
                    <a:pt x="32" y="18"/>
                  </a:lnTo>
                  <a:lnTo>
                    <a:pt x="33" y="16"/>
                  </a:lnTo>
                  <a:lnTo>
                    <a:pt x="37" y="20"/>
                  </a:lnTo>
                  <a:lnTo>
                    <a:pt x="40" y="20"/>
                  </a:lnTo>
                  <a:lnTo>
                    <a:pt x="43" y="21"/>
                  </a:lnTo>
                  <a:lnTo>
                    <a:pt x="50" y="28"/>
                  </a:lnTo>
                  <a:lnTo>
                    <a:pt x="53" y="30"/>
                  </a:lnTo>
                  <a:lnTo>
                    <a:pt x="55" y="33"/>
                  </a:lnTo>
                  <a:lnTo>
                    <a:pt x="60" y="35"/>
                  </a:lnTo>
                  <a:lnTo>
                    <a:pt x="63" y="38"/>
                  </a:lnTo>
                  <a:lnTo>
                    <a:pt x="70" y="41"/>
                  </a:lnTo>
                  <a:lnTo>
                    <a:pt x="74" y="43"/>
                  </a:lnTo>
                  <a:lnTo>
                    <a:pt x="81" y="43"/>
                  </a:lnTo>
                  <a:lnTo>
                    <a:pt x="86" y="44"/>
                  </a:lnTo>
                  <a:lnTo>
                    <a:pt x="88" y="48"/>
                  </a:lnTo>
                  <a:lnTo>
                    <a:pt x="86" y="51"/>
                  </a:lnTo>
                  <a:lnTo>
                    <a:pt x="83" y="51"/>
                  </a:lnTo>
                  <a:lnTo>
                    <a:pt x="81" y="53"/>
                  </a:lnTo>
                  <a:lnTo>
                    <a:pt x="74" y="53"/>
                  </a:lnTo>
                  <a:lnTo>
                    <a:pt x="71" y="51"/>
                  </a:lnTo>
                  <a:lnTo>
                    <a:pt x="70" y="54"/>
                  </a:lnTo>
                  <a:lnTo>
                    <a:pt x="68" y="54"/>
                  </a:lnTo>
                  <a:lnTo>
                    <a:pt x="63" y="53"/>
                  </a:lnTo>
                  <a:lnTo>
                    <a:pt x="55" y="53"/>
                  </a:lnTo>
                  <a:lnTo>
                    <a:pt x="51" y="56"/>
                  </a:lnTo>
                  <a:lnTo>
                    <a:pt x="45" y="56"/>
                  </a:lnTo>
                  <a:lnTo>
                    <a:pt x="43" y="58"/>
                  </a:lnTo>
                  <a:lnTo>
                    <a:pt x="37" y="58"/>
                  </a:lnTo>
                  <a:lnTo>
                    <a:pt x="30" y="54"/>
                  </a:lnTo>
                  <a:lnTo>
                    <a:pt x="25" y="56"/>
                  </a:lnTo>
                  <a:lnTo>
                    <a:pt x="12" y="56"/>
                  </a:lnTo>
                  <a:lnTo>
                    <a:pt x="5" y="53"/>
                  </a:lnTo>
                  <a:lnTo>
                    <a:pt x="0" y="51"/>
                  </a:lnTo>
                  <a:lnTo>
                    <a:pt x="0" y="46"/>
                  </a:lnTo>
                  <a:lnTo>
                    <a:pt x="5" y="44"/>
                  </a:lnTo>
                  <a:lnTo>
                    <a:pt x="10" y="48"/>
                  </a:lnTo>
                  <a:lnTo>
                    <a:pt x="12" y="44"/>
                  </a:lnTo>
                  <a:lnTo>
                    <a:pt x="17" y="46"/>
                  </a:lnTo>
                  <a:lnTo>
                    <a:pt x="17" y="41"/>
                  </a:lnTo>
                  <a:lnTo>
                    <a:pt x="23" y="41"/>
                  </a:lnTo>
                  <a:lnTo>
                    <a:pt x="25" y="44"/>
                  </a:lnTo>
                  <a:lnTo>
                    <a:pt x="27" y="49"/>
                  </a:lnTo>
                  <a:lnTo>
                    <a:pt x="32" y="49"/>
                  </a:lnTo>
                  <a:lnTo>
                    <a:pt x="35" y="44"/>
                  </a:lnTo>
                  <a:lnTo>
                    <a:pt x="33" y="43"/>
                  </a:lnTo>
                  <a:lnTo>
                    <a:pt x="28" y="41"/>
                  </a:lnTo>
                  <a:lnTo>
                    <a:pt x="23" y="38"/>
                  </a:lnTo>
                  <a:lnTo>
                    <a:pt x="18" y="38"/>
                  </a:lnTo>
                  <a:lnTo>
                    <a:pt x="13" y="33"/>
                  </a:lnTo>
                  <a:lnTo>
                    <a:pt x="15" y="30"/>
                  </a:lnTo>
                  <a:lnTo>
                    <a:pt x="18" y="30"/>
                  </a:lnTo>
                  <a:lnTo>
                    <a:pt x="23" y="25"/>
                  </a:lnTo>
                  <a:lnTo>
                    <a:pt x="22" y="23"/>
                  </a:lnTo>
                  <a:lnTo>
                    <a:pt x="9" y="23"/>
                  </a:lnTo>
                  <a:lnTo>
                    <a:pt x="7" y="16"/>
                  </a:lnTo>
                  <a:lnTo>
                    <a:pt x="12" y="12"/>
                  </a:lnTo>
                  <a:lnTo>
                    <a:pt x="15" y="10"/>
                  </a:lnTo>
                  <a:lnTo>
                    <a:pt x="17" y="7"/>
                  </a:lnTo>
                  <a:lnTo>
                    <a:pt x="20" y="3"/>
                  </a:lnTo>
                  <a:lnTo>
                    <a:pt x="23" y="5"/>
                  </a:lnTo>
                  <a:lnTo>
                    <a:pt x="2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2" name="Freeform 352"/>
            <p:cNvSpPr/>
            <p:nvPr/>
          </p:nvSpPr>
          <p:spPr bwMode="auto">
            <a:xfrm>
              <a:off x="2752726" y="5665788"/>
              <a:ext cx="15875" cy="9525"/>
            </a:xfrm>
            <a:custGeom>
              <a:avLst/>
              <a:gdLst/>
              <a:ahLst/>
              <a:cxnLst>
                <a:cxn ang="0">
                  <a:pos x="2" y="0"/>
                </a:cxn>
                <a:cxn ang="0">
                  <a:pos x="10" y="0"/>
                </a:cxn>
                <a:cxn ang="0">
                  <a:pos x="10" y="3"/>
                </a:cxn>
                <a:cxn ang="0">
                  <a:pos x="7" y="6"/>
                </a:cxn>
                <a:cxn ang="0">
                  <a:pos x="0" y="3"/>
                </a:cxn>
                <a:cxn ang="0">
                  <a:pos x="2" y="0"/>
                </a:cxn>
              </a:cxnLst>
              <a:rect l="0" t="0" r="r" b="b"/>
              <a:pathLst>
                <a:path w="10" h="6">
                  <a:moveTo>
                    <a:pt x="2" y="0"/>
                  </a:moveTo>
                  <a:lnTo>
                    <a:pt x="10" y="0"/>
                  </a:lnTo>
                  <a:lnTo>
                    <a:pt x="10" y="3"/>
                  </a:lnTo>
                  <a:lnTo>
                    <a:pt x="7" y="6"/>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3" name="Freeform 353"/>
            <p:cNvSpPr/>
            <p:nvPr/>
          </p:nvSpPr>
          <p:spPr bwMode="auto">
            <a:xfrm>
              <a:off x="2736851" y="5678488"/>
              <a:ext cx="19050" cy="12700"/>
            </a:xfrm>
            <a:custGeom>
              <a:avLst/>
              <a:gdLst/>
              <a:ahLst/>
              <a:cxnLst>
                <a:cxn ang="0">
                  <a:pos x="10" y="0"/>
                </a:cxn>
                <a:cxn ang="0">
                  <a:pos x="12" y="2"/>
                </a:cxn>
                <a:cxn ang="0">
                  <a:pos x="12" y="3"/>
                </a:cxn>
                <a:cxn ang="0">
                  <a:pos x="8" y="5"/>
                </a:cxn>
                <a:cxn ang="0">
                  <a:pos x="7" y="8"/>
                </a:cxn>
                <a:cxn ang="0">
                  <a:pos x="5" y="8"/>
                </a:cxn>
                <a:cxn ang="0">
                  <a:pos x="2" y="6"/>
                </a:cxn>
                <a:cxn ang="0">
                  <a:pos x="0" y="3"/>
                </a:cxn>
                <a:cxn ang="0">
                  <a:pos x="0" y="2"/>
                </a:cxn>
                <a:cxn ang="0">
                  <a:pos x="7" y="2"/>
                </a:cxn>
                <a:cxn ang="0">
                  <a:pos x="10" y="0"/>
                </a:cxn>
              </a:cxnLst>
              <a:rect l="0" t="0" r="r" b="b"/>
              <a:pathLst>
                <a:path w="12" h="8">
                  <a:moveTo>
                    <a:pt x="10" y="0"/>
                  </a:moveTo>
                  <a:lnTo>
                    <a:pt x="12" y="2"/>
                  </a:lnTo>
                  <a:lnTo>
                    <a:pt x="12" y="3"/>
                  </a:lnTo>
                  <a:lnTo>
                    <a:pt x="8" y="5"/>
                  </a:lnTo>
                  <a:lnTo>
                    <a:pt x="7" y="8"/>
                  </a:lnTo>
                  <a:lnTo>
                    <a:pt x="5" y="8"/>
                  </a:lnTo>
                  <a:lnTo>
                    <a:pt x="2" y="6"/>
                  </a:lnTo>
                  <a:lnTo>
                    <a:pt x="0" y="3"/>
                  </a:lnTo>
                  <a:lnTo>
                    <a:pt x="0" y="2"/>
                  </a:lnTo>
                  <a:lnTo>
                    <a:pt x="7" y="2"/>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4" name="Freeform 354"/>
            <p:cNvSpPr/>
            <p:nvPr/>
          </p:nvSpPr>
          <p:spPr bwMode="auto">
            <a:xfrm>
              <a:off x="2708276" y="5670550"/>
              <a:ext cx="36513" cy="20638"/>
            </a:xfrm>
            <a:custGeom>
              <a:avLst/>
              <a:gdLst/>
              <a:ahLst/>
              <a:cxnLst>
                <a:cxn ang="0">
                  <a:pos x="15" y="0"/>
                </a:cxn>
                <a:cxn ang="0">
                  <a:pos x="23" y="0"/>
                </a:cxn>
                <a:cxn ang="0">
                  <a:pos x="21" y="2"/>
                </a:cxn>
                <a:cxn ang="0">
                  <a:pos x="18" y="2"/>
                </a:cxn>
                <a:cxn ang="0">
                  <a:pos x="15" y="3"/>
                </a:cxn>
                <a:cxn ang="0">
                  <a:pos x="13" y="7"/>
                </a:cxn>
                <a:cxn ang="0">
                  <a:pos x="10" y="7"/>
                </a:cxn>
                <a:cxn ang="0">
                  <a:pos x="3" y="13"/>
                </a:cxn>
                <a:cxn ang="0">
                  <a:pos x="0" y="10"/>
                </a:cxn>
                <a:cxn ang="0">
                  <a:pos x="2" y="7"/>
                </a:cxn>
                <a:cxn ang="0">
                  <a:pos x="7" y="2"/>
                </a:cxn>
                <a:cxn ang="0">
                  <a:pos x="13" y="2"/>
                </a:cxn>
                <a:cxn ang="0">
                  <a:pos x="15" y="0"/>
                </a:cxn>
              </a:cxnLst>
              <a:rect l="0" t="0" r="r" b="b"/>
              <a:pathLst>
                <a:path w="23" h="13">
                  <a:moveTo>
                    <a:pt x="15" y="0"/>
                  </a:moveTo>
                  <a:lnTo>
                    <a:pt x="23" y="0"/>
                  </a:lnTo>
                  <a:lnTo>
                    <a:pt x="21" y="2"/>
                  </a:lnTo>
                  <a:lnTo>
                    <a:pt x="18" y="2"/>
                  </a:lnTo>
                  <a:lnTo>
                    <a:pt x="15" y="3"/>
                  </a:lnTo>
                  <a:lnTo>
                    <a:pt x="13" y="7"/>
                  </a:lnTo>
                  <a:lnTo>
                    <a:pt x="10" y="7"/>
                  </a:lnTo>
                  <a:lnTo>
                    <a:pt x="3" y="13"/>
                  </a:lnTo>
                  <a:lnTo>
                    <a:pt x="0" y="10"/>
                  </a:lnTo>
                  <a:lnTo>
                    <a:pt x="2" y="7"/>
                  </a:lnTo>
                  <a:lnTo>
                    <a:pt x="7" y="2"/>
                  </a:lnTo>
                  <a:lnTo>
                    <a:pt x="13" y="2"/>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5" name="Freeform 355"/>
            <p:cNvSpPr/>
            <p:nvPr/>
          </p:nvSpPr>
          <p:spPr bwMode="auto">
            <a:xfrm>
              <a:off x="2640013" y="5638800"/>
              <a:ext cx="11113" cy="12700"/>
            </a:xfrm>
            <a:custGeom>
              <a:avLst/>
              <a:gdLst/>
              <a:ahLst/>
              <a:cxnLst>
                <a:cxn ang="0">
                  <a:pos x="2" y="0"/>
                </a:cxn>
                <a:cxn ang="0">
                  <a:pos x="3" y="0"/>
                </a:cxn>
                <a:cxn ang="0">
                  <a:pos x="5" y="2"/>
                </a:cxn>
                <a:cxn ang="0">
                  <a:pos x="7" y="5"/>
                </a:cxn>
                <a:cxn ang="0">
                  <a:pos x="7" y="8"/>
                </a:cxn>
                <a:cxn ang="0">
                  <a:pos x="2" y="7"/>
                </a:cxn>
                <a:cxn ang="0">
                  <a:pos x="0" y="3"/>
                </a:cxn>
                <a:cxn ang="0">
                  <a:pos x="2" y="0"/>
                </a:cxn>
              </a:cxnLst>
              <a:rect l="0" t="0" r="r" b="b"/>
              <a:pathLst>
                <a:path w="7" h="8">
                  <a:moveTo>
                    <a:pt x="2" y="0"/>
                  </a:moveTo>
                  <a:lnTo>
                    <a:pt x="3" y="0"/>
                  </a:lnTo>
                  <a:lnTo>
                    <a:pt x="5" y="2"/>
                  </a:lnTo>
                  <a:lnTo>
                    <a:pt x="7" y="5"/>
                  </a:lnTo>
                  <a:lnTo>
                    <a:pt x="7" y="8"/>
                  </a:lnTo>
                  <a:lnTo>
                    <a:pt x="2" y="7"/>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6" name="Freeform 356"/>
            <p:cNvSpPr/>
            <p:nvPr/>
          </p:nvSpPr>
          <p:spPr bwMode="auto">
            <a:xfrm>
              <a:off x="2616201" y="5622925"/>
              <a:ext cx="20638" cy="20638"/>
            </a:xfrm>
            <a:custGeom>
              <a:avLst/>
              <a:gdLst/>
              <a:ahLst/>
              <a:cxnLst>
                <a:cxn ang="0">
                  <a:pos x="2" y="0"/>
                </a:cxn>
                <a:cxn ang="0">
                  <a:pos x="4" y="0"/>
                </a:cxn>
                <a:cxn ang="0">
                  <a:pos x="7" y="4"/>
                </a:cxn>
                <a:cxn ang="0">
                  <a:pos x="10" y="4"/>
                </a:cxn>
                <a:cxn ang="0">
                  <a:pos x="12" y="5"/>
                </a:cxn>
                <a:cxn ang="0">
                  <a:pos x="13" y="9"/>
                </a:cxn>
                <a:cxn ang="0">
                  <a:pos x="12" y="13"/>
                </a:cxn>
                <a:cxn ang="0">
                  <a:pos x="7" y="13"/>
                </a:cxn>
                <a:cxn ang="0">
                  <a:pos x="4" y="12"/>
                </a:cxn>
                <a:cxn ang="0">
                  <a:pos x="4" y="9"/>
                </a:cxn>
                <a:cxn ang="0">
                  <a:pos x="0" y="5"/>
                </a:cxn>
                <a:cxn ang="0">
                  <a:pos x="0" y="4"/>
                </a:cxn>
                <a:cxn ang="0">
                  <a:pos x="2" y="0"/>
                </a:cxn>
              </a:cxnLst>
              <a:rect l="0" t="0" r="r" b="b"/>
              <a:pathLst>
                <a:path w="13" h="13">
                  <a:moveTo>
                    <a:pt x="2" y="0"/>
                  </a:moveTo>
                  <a:lnTo>
                    <a:pt x="4" y="0"/>
                  </a:lnTo>
                  <a:lnTo>
                    <a:pt x="7" y="4"/>
                  </a:lnTo>
                  <a:lnTo>
                    <a:pt x="10" y="4"/>
                  </a:lnTo>
                  <a:lnTo>
                    <a:pt x="12" y="5"/>
                  </a:lnTo>
                  <a:lnTo>
                    <a:pt x="13" y="9"/>
                  </a:lnTo>
                  <a:lnTo>
                    <a:pt x="12" y="13"/>
                  </a:lnTo>
                  <a:lnTo>
                    <a:pt x="7" y="13"/>
                  </a:lnTo>
                  <a:lnTo>
                    <a:pt x="4" y="12"/>
                  </a:lnTo>
                  <a:lnTo>
                    <a:pt x="4" y="9"/>
                  </a:lnTo>
                  <a:lnTo>
                    <a:pt x="0" y="5"/>
                  </a:lnTo>
                  <a:lnTo>
                    <a:pt x="0" y="4"/>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7" name="Freeform 357"/>
            <p:cNvSpPr/>
            <p:nvPr/>
          </p:nvSpPr>
          <p:spPr bwMode="auto">
            <a:xfrm>
              <a:off x="2671763" y="5622925"/>
              <a:ext cx="12700" cy="14288"/>
            </a:xfrm>
            <a:custGeom>
              <a:avLst/>
              <a:gdLst/>
              <a:ahLst/>
              <a:cxnLst>
                <a:cxn ang="0">
                  <a:pos x="2" y="0"/>
                </a:cxn>
                <a:cxn ang="0">
                  <a:pos x="6" y="5"/>
                </a:cxn>
                <a:cxn ang="0">
                  <a:pos x="8" y="9"/>
                </a:cxn>
                <a:cxn ang="0">
                  <a:pos x="2" y="9"/>
                </a:cxn>
                <a:cxn ang="0">
                  <a:pos x="2" y="5"/>
                </a:cxn>
                <a:cxn ang="0">
                  <a:pos x="0" y="2"/>
                </a:cxn>
                <a:cxn ang="0">
                  <a:pos x="2" y="0"/>
                </a:cxn>
              </a:cxnLst>
              <a:rect l="0" t="0" r="r" b="b"/>
              <a:pathLst>
                <a:path w="8" h="9">
                  <a:moveTo>
                    <a:pt x="2" y="0"/>
                  </a:moveTo>
                  <a:lnTo>
                    <a:pt x="6" y="5"/>
                  </a:lnTo>
                  <a:lnTo>
                    <a:pt x="8" y="9"/>
                  </a:lnTo>
                  <a:lnTo>
                    <a:pt x="2" y="9"/>
                  </a:lnTo>
                  <a:lnTo>
                    <a:pt x="2" y="5"/>
                  </a:lnTo>
                  <a:lnTo>
                    <a:pt x="0" y="2"/>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8" name="Freeform 358"/>
            <p:cNvSpPr/>
            <p:nvPr/>
          </p:nvSpPr>
          <p:spPr bwMode="auto">
            <a:xfrm>
              <a:off x="2632076" y="5605463"/>
              <a:ext cx="12700" cy="15875"/>
            </a:xfrm>
            <a:custGeom>
              <a:avLst/>
              <a:gdLst/>
              <a:ahLst/>
              <a:cxnLst>
                <a:cxn ang="0">
                  <a:pos x="3" y="0"/>
                </a:cxn>
                <a:cxn ang="0">
                  <a:pos x="5" y="0"/>
                </a:cxn>
                <a:cxn ang="0">
                  <a:pos x="7" y="1"/>
                </a:cxn>
                <a:cxn ang="0">
                  <a:pos x="8" y="1"/>
                </a:cxn>
                <a:cxn ang="0">
                  <a:pos x="8" y="3"/>
                </a:cxn>
                <a:cxn ang="0">
                  <a:pos x="7" y="5"/>
                </a:cxn>
                <a:cxn ang="0">
                  <a:pos x="5" y="8"/>
                </a:cxn>
                <a:cxn ang="0">
                  <a:pos x="3" y="10"/>
                </a:cxn>
                <a:cxn ang="0">
                  <a:pos x="0" y="8"/>
                </a:cxn>
                <a:cxn ang="0">
                  <a:pos x="3" y="5"/>
                </a:cxn>
                <a:cxn ang="0">
                  <a:pos x="3" y="0"/>
                </a:cxn>
              </a:cxnLst>
              <a:rect l="0" t="0" r="r" b="b"/>
              <a:pathLst>
                <a:path w="8" h="10">
                  <a:moveTo>
                    <a:pt x="3" y="0"/>
                  </a:moveTo>
                  <a:lnTo>
                    <a:pt x="5" y="0"/>
                  </a:lnTo>
                  <a:lnTo>
                    <a:pt x="7" y="1"/>
                  </a:lnTo>
                  <a:lnTo>
                    <a:pt x="8" y="1"/>
                  </a:lnTo>
                  <a:lnTo>
                    <a:pt x="8" y="3"/>
                  </a:lnTo>
                  <a:lnTo>
                    <a:pt x="7" y="5"/>
                  </a:lnTo>
                  <a:lnTo>
                    <a:pt x="5" y="8"/>
                  </a:lnTo>
                  <a:lnTo>
                    <a:pt x="3" y="10"/>
                  </a:lnTo>
                  <a:lnTo>
                    <a:pt x="0" y="8"/>
                  </a:lnTo>
                  <a:lnTo>
                    <a:pt x="3" y="5"/>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9" name="Freeform 359"/>
            <p:cNvSpPr/>
            <p:nvPr/>
          </p:nvSpPr>
          <p:spPr bwMode="auto">
            <a:xfrm>
              <a:off x="2574926" y="5605463"/>
              <a:ext cx="31750" cy="17463"/>
            </a:xfrm>
            <a:custGeom>
              <a:avLst/>
              <a:gdLst/>
              <a:ahLst/>
              <a:cxnLst>
                <a:cxn ang="0">
                  <a:pos x="2" y="0"/>
                </a:cxn>
                <a:cxn ang="0">
                  <a:pos x="6" y="1"/>
                </a:cxn>
                <a:cxn ang="0">
                  <a:pos x="13" y="3"/>
                </a:cxn>
                <a:cxn ang="0">
                  <a:pos x="16" y="6"/>
                </a:cxn>
                <a:cxn ang="0">
                  <a:pos x="20" y="8"/>
                </a:cxn>
                <a:cxn ang="0">
                  <a:pos x="20" y="10"/>
                </a:cxn>
                <a:cxn ang="0">
                  <a:pos x="16" y="11"/>
                </a:cxn>
                <a:cxn ang="0">
                  <a:pos x="6" y="6"/>
                </a:cxn>
                <a:cxn ang="0">
                  <a:pos x="3" y="3"/>
                </a:cxn>
                <a:cxn ang="0">
                  <a:pos x="0" y="3"/>
                </a:cxn>
                <a:cxn ang="0">
                  <a:pos x="2" y="0"/>
                </a:cxn>
              </a:cxnLst>
              <a:rect l="0" t="0" r="r" b="b"/>
              <a:pathLst>
                <a:path w="20" h="11">
                  <a:moveTo>
                    <a:pt x="2" y="0"/>
                  </a:moveTo>
                  <a:lnTo>
                    <a:pt x="6" y="1"/>
                  </a:lnTo>
                  <a:lnTo>
                    <a:pt x="13" y="3"/>
                  </a:lnTo>
                  <a:lnTo>
                    <a:pt x="16" y="6"/>
                  </a:lnTo>
                  <a:lnTo>
                    <a:pt x="20" y="8"/>
                  </a:lnTo>
                  <a:lnTo>
                    <a:pt x="20" y="10"/>
                  </a:lnTo>
                  <a:lnTo>
                    <a:pt x="16" y="11"/>
                  </a:lnTo>
                  <a:lnTo>
                    <a:pt x="6" y="6"/>
                  </a:lnTo>
                  <a:lnTo>
                    <a:pt x="3" y="3"/>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0" name="Freeform 360"/>
            <p:cNvSpPr/>
            <p:nvPr/>
          </p:nvSpPr>
          <p:spPr bwMode="auto">
            <a:xfrm>
              <a:off x="2554288" y="5561013"/>
              <a:ext cx="12700" cy="9525"/>
            </a:xfrm>
            <a:custGeom>
              <a:avLst/>
              <a:gdLst/>
              <a:ahLst/>
              <a:cxnLst>
                <a:cxn ang="0">
                  <a:pos x="0" y="0"/>
                </a:cxn>
                <a:cxn ang="0">
                  <a:pos x="5" y="0"/>
                </a:cxn>
                <a:cxn ang="0">
                  <a:pos x="8" y="1"/>
                </a:cxn>
                <a:cxn ang="0">
                  <a:pos x="6" y="5"/>
                </a:cxn>
                <a:cxn ang="0">
                  <a:pos x="5" y="6"/>
                </a:cxn>
                <a:cxn ang="0">
                  <a:pos x="3" y="6"/>
                </a:cxn>
                <a:cxn ang="0">
                  <a:pos x="0" y="3"/>
                </a:cxn>
                <a:cxn ang="0">
                  <a:pos x="0" y="0"/>
                </a:cxn>
              </a:cxnLst>
              <a:rect l="0" t="0" r="r" b="b"/>
              <a:pathLst>
                <a:path w="8" h="6">
                  <a:moveTo>
                    <a:pt x="0" y="0"/>
                  </a:moveTo>
                  <a:lnTo>
                    <a:pt x="5" y="0"/>
                  </a:lnTo>
                  <a:lnTo>
                    <a:pt x="8" y="1"/>
                  </a:lnTo>
                  <a:lnTo>
                    <a:pt x="6" y="5"/>
                  </a:lnTo>
                  <a:lnTo>
                    <a:pt x="5" y="6"/>
                  </a:lnTo>
                  <a:lnTo>
                    <a:pt x="3" y="6"/>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1" name="Freeform 361"/>
            <p:cNvSpPr/>
            <p:nvPr/>
          </p:nvSpPr>
          <p:spPr bwMode="auto">
            <a:xfrm>
              <a:off x="2574926" y="5561013"/>
              <a:ext cx="4763" cy="7938"/>
            </a:xfrm>
            <a:custGeom>
              <a:avLst/>
              <a:gdLst/>
              <a:ahLst/>
              <a:cxnLst>
                <a:cxn ang="0">
                  <a:pos x="2" y="0"/>
                </a:cxn>
                <a:cxn ang="0">
                  <a:pos x="3" y="1"/>
                </a:cxn>
                <a:cxn ang="0">
                  <a:pos x="3" y="5"/>
                </a:cxn>
                <a:cxn ang="0">
                  <a:pos x="0" y="1"/>
                </a:cxn>
                <a:cxn ang="0">
                  <a:pos x="2" y="0"/>
                </a:cxn>
              </a:cxnLst>
              <a:rect l="0" t="0" r="r" b="b"/>
              <a:pathLst>
                <a:path w="3" h="5">
                  <a:moveTo>
                    <a:pt x="2" y="0"/>
                  </a:moveTo>
                  <a:lnTo>
                    <a:pt x="3" y="1"/>
                  </a:lnTo>
                  <a:lnTo>
                    <a:pt x="3" y="5"/>
                  </a:lnTo>
                  <a:lnTo>
                    <a:pt x="0"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2" name="Freeform 362"/>
            <p:cNvSpPr/>
            <p:nvPr/>
          </p:nvSpPr>
          <p:spPr bwMode="auto">
            <a:xfrm>
              <a:off x="2574926" y="5576888"/>
              <a:ext cx="15875" cy="9525"/>
            </a:xfrm>
            <a:custGeom>
              <a:avLst/>
              <a:gdLst/>
              <a:ahLst/>
              <a:cxnLst>
                <a:cxn ang="0">
                  <a:pos x="3" y="0"/>
                </a:cxn>
                <a:cxn ang="0">
                  <a:pos x="5" y="0"/>
                </a:cxn>
                <a:cxn ang="0">
                  <a:pos x="10" y="3"/>
                </a:cxn>
                <a:cxn ang="0">
                  <a:pos x="10" y="6"/>
                </a:cxn>
                <a:cxn ang="0">
                  <a:pos x="6" y="6"/>
                </a:cxn>
                <a:cxn ang="0">
                  <a:pos x="2" y="5"/>
                </a:cxn>
                <a:cxn ang="0">
                  <a:pos x="0" y="3"/>
                </a:cxn>
                <a:cxn ang="0">
                  <a:pos x="3" y="0"/>
                </a:cxn>
              </a:cxnLst>
              <a:rect l="0" t="0" r="r" b="b"/>
              <a:pathLst>
                <a:path w="10" h="6">
                  <a:moveTo>
                    <a:pt x="3" y="0"/>
                  </a:moveTo>
                  <a:lnTo>
                    <a:pt x="5" y="0"/>
                  </a:lnTo>
                  <a:lnTo>
                    <a:pt x="10" y="3"/>
                  </a:lnTo>
                  <a:lnTo>
                    <a:pt x="10" y="6"/>
                  </a:lnTo>
                  <a:lnTo>
                    <a:pt x="6" y="6"/>
                  </a:lnTo>
                  <a:lnTo>
                    <a:pt x="2" y="5"/>
                  </a:lnTo>
                  <a:lnTo>
                    <a:pt x="0" y="3"/>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3" name="Freeform 363"/>
            <p:cNvSpPr/>
            <p:nvPr/>
          </p:nvSpPr>
          <p:spPr bwMode="auto">
            <a:xfrm>
              <a:off x="2503488" y="5424488"/>
              <a:ext cx="11113" cy="11113"/>
            </a:xfrm>
            <a:custGeom>
              <a:avLst/>
              <a:gdLst/>
              <a:ahLst/>
              <a:cxnLst>
                <a:cxn ang="0">
                  <a:pos x="5" y="0"/>
                </a:cxn>
                <a:cxn ang="0">
                  <a:pos x="7" y="2"/>
                </a:cxn>
                <a:cxn ang="0">
                  <a:pos x="7" y="5"/>
                </a:cxn>
                <a:cxn ang="0">
                  <a:pos x="4" y="5"/>
                </a:cxn>
                <a:cxn ang="0">
                  <a:pos x="4" y="7"/>
                </a:cxn>
                <a:cxn ang="0">
                  <a:pos x="0" y="3"/>
                </a:cxn>
                <a:cxn ang="0">
                  <a:pos x="5" y="0"/>
                </a:cxn>
              </a:cxnLst>
              <a:rect l="0" t="0" r="r" b="b"/>
              <a:pathLst>
                <a:path w="7" h="7">
                  <a:moveTo>
                    <a:pt x="5" y="0"/>
                  </a:moveTo>
                  <a:lnTo>
                    <a:pt x="7" y="2"/>
                  </a:lnTo>
                  <a:lnTo>
                    <a:pt x="7" y="5"/>
                  </a:lnTo>
                  <a:lnTo>
                    <a:pt x="4" y="5"/>
                  </a:lnTo>
                  <a:lnTo>
                    <a:pt x="4" y="7"/>
                  </a:lnTo>
                  <a:lnTo>
                    <a:pt x="0"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4" name="Freeform 364"/>
            <p:cNvSpPr/>
            <p:nvPr/>
          </p:nvSpPr>
          <p:spPr bwMode="auto">
            <a:xfrm>
              <a:off x="2509838" y="5453063"/>
              <a:ext cx="9525" cy="15875"/>
            </a:xfrm>
            <a:custGeom>
              <a:avLst/>
              <a:gdLst/>
              <a:ahLst/>
              <a:cxnLst>
                <a:cxn ang="0">
                  <a:pos x="5" y="0"/>
                </a:cxn>
                <a:cxn ang="0">
                  <a:pos x="6" y="2"/>
                </a:cxn>
                <a:cxn ang="0">
                  <a:pos x="5" y="4"/>
                </a:cxn>
                <a:cxn ang="0">
                  <a:pos x="5" y="7"/>
                </a:cxn>
                <a:cxn ang="0">
                  <a:pos x="1" y="10"/>
                </a:cxn>
                <a:cxn ang="0">
                  <a:pos x="0" y="7"/>
                </a:cxn>
                <a:cxn ang="0">
                  <a:pos x="0" y="4"/>
                </a:cxn>
                <a:cxn ang="0">
                  <a:pos x="1" y="2"/>
                </a:cxn>
                <a:cxn ang="0">
                  <a:pos x="5" y="0"/>
                </a:cxn>
              </a:cxnLst>
              <a:rect l="0" t="0" r="r" b="b"/>
              <a:pathLst>
                <a:path w="6" h="10">
                  <a:moveTo>
                    <a:pt x="5" y="0"/>
                  </a:moveTo>
                  <a:lnTo>
                    <a:pt x="6" y="2"/>
                  </a:lnTo>
                  <a:lnTo>
                    <a:pt x="5" y="4"/>
                  </a:lnTo>
                  <a:lnTo>
                    <a:pt x="5" y="7"/>
                  </a:lnTo>
                  <a:lnTo>
                    <a:pt x="1" y="10"/>
                  </a:lnTo>
                  <a:lnTo>
                    <a:pt x="0" y="7"/>
                  </a:lnTo>
                  <a:lnTo>
                    <a:pt x="0" y="4"/>
                  </a:lnTo>
                  <a:lnTo>
                    <a:pt x="1"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5" name="Freeform 365"/>
            <p:cNvSpPr/>
            <p:nvPr/>
          </p:nvSpPr>
          <p:spPr bwMode="auto">
            <a:xfrm>
              <a:off x="2517776" y="5461000"/>
              <a:ext cx="12700" cy="19050"/>
            </a:xfrm>
            <a:custGeom>
              <a:avLst/>
              <a:gdLst/>
              <a:ahLst/>
              <a:cxnLst>
                <a:cxn ang="0">
                  <a:pos x="5" y="0"/>
                </a:cxn>
                <a:cxn ang="0">
                  <a:pos x="5" y="3"/>
                </a:cxn>
                <a:cxn ang="0">
                  <a:pos x="8" y="10"/>
                </a:cxn>
                <a:cxn ang="0">
                  <a:pos x="5" y="12"/>
                </a:cxn>
                <a:cxn ang="0">
                  <a:pos x="1" y="10"/>
                </a:cxn>
                <a:cxn ang="0">
                  <a:pos x="0" y="7"/>
                </a:cxn>
                <a:cxn ang="0">
                  <a:pos x="0" y="3"/>
                </a:cxn>
                <a:cxn ang="0">
                  <a:pos x="1" y="2"/>
                </a:cxn>
                <a:cxn ang="0">
                  <a:pos x="5" y="0"/>
                </a:cxn>
              </a:cxnLst>
              <a:rect l="0" t="0" r="r" b="b"/>
              <a:pathLst>
                <a:path w="8" h="12">
                  <a:moveTo>
                    <a:pt x="5" y="0"/>
                  </a:moveTo>
                  <a:lnTo>
                    <a:pt x="5" y="3"/>
                  </a:lnTo>
                  <a:lnTo>
                    <a:pt x="8" y="10"/>
                  </a:lnTo>
                  <a:lnTo>
                    <a:pt x="5" y="12"/>
                  </a:lnTo>
                  <a:lnTo>
                    <a:pt x="1" y="10"/>
                  </a:lnTo>
                  <a:lnTo>
                    <a:pt x="0" y="7"/>
                  </a:lnTo>
                  <a:lnTo>
                    <a:pt x="0" y="3"/>
                  </a:lnTo>
                  <a:lnTo>
                    <a:pt x="1"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6" name="Freeform 366"/>
            <p:cNvSpPr/>
            <p:nvPr/>
          </p:nvSpPr>
          <p:spPr bwMode="auto">
            <a:xfrm>
              <a:off x="2527301" y="5484813"/>
              <a:ext cx="19050" cy="19050"/>
            </a:xfrm>
            <a:custGeom>
              <a:avLst/>
              <a:gdLst/>
              <a:ahLst/>
              <a:cxnLst>
                <a:cxn ang="0">
                  <a:pos x="5" y="0"/>
                </a:cxn>
                <a:cxn ang="0">
                  <a:pos x="8" y="0"/>
                </a:cxn>
                <a:cxn ang="0">
                  <a:pos x="12" y="10"/>
                </a:cxn>
                <a:cxn ang="0">
                  <a:pos x="10" y="12"/>
                </a:cxn>
                <a:cxn ang="0">
                  <a:pos x="3" y="12"/>
                </a:cxn>
                <a:cxn ang="0">
                  <a:pos x="0" y="8"/>
                </a:cxn>
                <a:cxn ang="0">
                  <a:pos x="2" y="3"/>
                </a:cxn>
                <a:cxn ang="0">
                  <a:pos x="2" y="2"/>
                </a:cxn>
                <a:cxn ang="0">
                  <a:pos x="5" y="0"/>
                </a:cxn>
              </a:cxnLst>
              <a:rect l="0" t="0" r="r" b="b"/>
              <a:pathLst>
                <a:path w="12" h="12">
                  <a:moveTo>
                    <a:pt x="5" y="0"/>
                  </a:moveTo>
                  <a:lnTo>
                    <a:pt x="8" y="0"/>
                  </a:lnTo>
                  <a:lnTo>
                    <a:pt x="12" y="10"/>
                  </a:lnTo>
                  <a:lnTo>
                    <a:pt x="10" y="12"/>
                  </a:lnTo>
                  <a:lnTo>
                    <a:pt x="3" y="12"/>
                  </a:lnTo>
                  <a:lnTo>
                    <a:pt x="0" y="8"/>
                  </a:lnTo>
                  <a:lnTo>
                    <a:pt x="2" y="3"/>
                  </a:lnTo>
                  <a:lnTo>
                    <a:pt x="2"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7" name="Freeform 367"/>
            <p:cNvSpPr/>
            <p:nvPr/>
          </p:nvSpPr>
          <p:spPr bwMode="auto">
            <a:xfrm>
              <a:off x="2487613" y="5233988"/>
              <a:ext cx="19050" cy="49213"/>
            </a:xfrm>
            <a:custGeom>
              <a:avLst/>
              <a:gdLst/>
              <a:ahLst/>
              <a:cxnLst>
                <a:cxn ang="0">
                  <a:pos x="2" y="0"/>
                </a:cxn>
                <a:cxn ang="0">
                  <a:pos x="5" y="1"/>
                </a:cxn>
                <a:cxn ang="0">
                  <a:pos x="10" y="3"/>
                </a:cxn>
                <a:cxn ang="0">
                  <a:pos x="12" y="5"/>
                </a:cxn>
                <a:cxn ang="0">
                  <a:pos x="12" y="11"/>
                </a:cxn>
                <a:cxn ang="0">
                  <a:pos x="9" y="15"/>
                </a:cxn>
                <a:cxn ang="0">
                  <a:pos x="9" y="16"/>
                </a:cxn>
                <a:cxn ang="0">
                  <a:pos x="12" y="16"/>
                </a:cxn>
                <a:cxn ang="0">
                  <a:pos x="12" y="21"/>
                </a:cxn>
                <a:cxn ang="0">
                  <a:pos x="10" y="25"/>
                </a:cxn>
                <a:cxn ang="0">
                  <a:pos x="10" y="29"/>
                </a:cxn>
                <a:cxn ang="0">
                  <a:pos x="7" y="31"/>
                </a:cxn>
                <a:cxn ang="0">
                  <a:pos x="4" y="31"/>
                </a:cxn>
                <a:cxn ang="0">
                  <a:pos x="4" y="28"/>
                </a:cxn>
                <a:cxn ang="0">
                  <a:pos x="2" y="23"/>
                </a:cxn>
                <a:cxn ang="0">
                  <a:pos x="2" y="6"/>
                </a:cxn>
                <a:cxn ang="0">
                  <a:pos x="0" y="3"/>
                </a:cxn>
                <a:cxn ang="0">
                  <a:pos x="2" y="0"/>
                </a:cxn>
              </a:cxnLst>
              <a:rect l="0" t="0" r="r" b="b"/>
              <a:pathLst>
                <a:path w="12" h="31">
                  <a:moveTo>
                    <a:pt x="2" y="0"/>
                  </a:moveTo>
                  <a:lnTo>
                    <a:pt x="5" y="1"/>
                  </a:lnTo>
                  <a:lnTo>
                    <a:pt x="10" y="3"/>
                  </a:lnTo>
                  <a:lnTo>
                    <a:pt x="12" y="5"/>
                  </a:lnTo>
                  <a:lnTo>
                    <a:pt x="12" y="11"/>
                  </a:lnTo>
                  <a:lnTo>
                    <a:pt x="9" y="15"/>
                  </a:lnTo>
                  <a:lnTo>
                    <a:pt x="9" y="16"/>
                  </a:lnTo>
                  <a:lnTo>
                    <a:pt x="12" y="16"/>
                  </a:lnTo>
                  <a:lnTo>
                    <a:pt x="12" y="21"/>
                  </a:lnTo>
                  <a:lnTo>
                    <a:pt x="10" y="25"/>
                  </a:lnTo>
                  <a:lnTo>
                    <a:pt x="10" y="29"/>
                  </a:lnTo>
                  <a:lnTo>
                    <a:pt x="7" y="31"/>
                  </a:lnTo>
                  <a:lnTo>
                    <a:pt x="4" y="31"/>
                  </a:lnTo>
                  <a:lnTo>
                    <a:pt x="4" y="28"/>
                  </a:lnTo>
                  <a:lnTo>
                    <a:pt x="2" y="23"/>
                  </a:lnTo>
                  <a:lnTo>
                    <a:pt x="2" y="6"/>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8" name="Freeform 368"/>
            <p:cNvSpPr/>
            <p:nvPr/>
          </p:nvSpPr>
          <p:spPr bwMode="auto">
            <a:xfrm>
              <a:off x="2506663" y="5287963"/>
              <a:ext cx="7938" cy="6350"/>
            </a:xfrm>
            <a:custGeom>
              <a:avLst/>
              <a:gdLst/>
              <a:ahLst/>
              <a:cxnLst>
                <a:cxn ang="0">
                  <a:pos x="3" y="0"/>
                </a:cxn>
                <a:cxn ang="0">
                  <a:pos x="5" y="2"/>
                </a:cxn>
                <a:cxn ang="0">
                  <a:pos x="3" y="4"/>
                </a:cxn>
                <a:cxn ang="0">
                  <a:pos x="0" y="2"/>
                </a:cxn>
                <a:cxn ang="0">
                  <a:pos x="3" y="0"/>
                </a:cxn>
              </a:cxnLst>
              <a:rect l="0" t="0" r="r" b="b"/>
              <a:pathLst>
                <a:path w="5" h="4">
                  <a:moveTo>
                    <a:pt x="3" y="0"/>
                  </a:moveTo>
                  <a:lnTo>
                    <a:pt x="5" y="2"/>
                  </a:lnTo>
                  <a:lnTo>
                    <a:pt x="3" y="4"/>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9" name="Freeform 369"/>
            <p:cNvSpPr/>
            <p:nvPr/>
          </p:nvSpPr>
          <p:spPr bwMode="auto">
            <a:xfrm>
              <a:off x="2509838" y="5303838"/>
              <a:ext cx="7938" cy="6350"/>
            </a:xfrm>
            <a:custGeom>
              <a:avLst/>
              <a:gdLst/>
              <a:ahLst/>
              <a:cxnLst>
                <a:cxn ang="0">
                  <a:pos x="0" y="0"/>
                </a:cxn>
                <a:cxn ang="0">
                  <a:pos x="3" y="0"/>
                </a:cxn>
                <a:cxn ang="0">
                  <a:pos x="5" y="4"/>
                </a:cxn>
                <a:cxn ang="0">
                  <a:pos x="1" y="2"/>
                </a:cxn>
                <a:cxn ang="0">
                  <a:pos x="0" y="0"/>
                </a:cxn>
              </a:cxnLst>
              <a:rect l="0" t="0" r="r" b="b"/>
              <a:pathLst>
                <a:path w="5" h="4">
                  <a:moveTo>
                    <a:pt x="0" y="0"/>
                  </a:moveTo>
                  <a:lnTo>
                    <a:pt x="3" y="0"/>
                  </a:lnTo>
                  <a:lnTo>
                    <a:pt x="5" y="4"/>
                  </a:lnTo>
                  <a:lnTo>
                    <a:pt x="1"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0" name="Freeform 370"/>
            <p:cNvSpPr/>
            <p:nvPr/>
          </p:nvSpPr>
          <p:spPr bwMode="auto">
            <a:xfrm>
              <a:off x="2511426" y="5327650"/>
              <a:ext cx="11113" cy="11113"/>
            </a:xfrm>
            <a:custGeom>
              <a:avLst/>
              <a:gdLst/>
              <a:ahLst/>
              <a:cxnLst>
                <a:cxn ang="0">
                  <a:pos x="2" y="0"/>
                </a:cxn>
                <a:cxn ang="0">
                  <a:pos x="5" y="0"/>
                </a:cxn>
                <a:cxn ang="0">
                  <a:pos x="7" y="3"/>
                </a:cxn>
                <a:cxn ang="0">
                  <a:pos x="5" y="5"/>
                </a:cxn>
                <a:cxn ang="0">
                  <a:pos x="5" y="7"/>
                </a:cxn>
                <a:cxn ang="0">
                  <a:pos x="0" y="5"/>
                </a:cxn>
                <a:cxn ang="0">
                  <a:pos x="2" y="0"/>
                </a:cxn>
              </a:cxnLst>
              <a:rect l="0" t="0" r="r" b="b"/>
              <a:pathLst>
                <a:path w="7" h="7">
                  <a:moveTo>
                    <a:pt x="2" y="0"/>
                  </a:moveTo>
                  <a:lnTo>
                    <a:pt x="5" y="0"/>
                  </a:lnTo>
                  <a:lnTo>
                    <a:pt x="7" y="3"/>
                  </a:lnTo>
                  <a:lnTo>
                    <a:pt x="5" y="5"/>
                  </a:lnTo>
                  <a:lnTo>
                    <a:pt x="5" y="7"/>
                  </a:lnTo>
                  <a:lnTo>
                    <a:pt x="0" y="5"/>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1" name="Freeform 371"/>
            <p:cNvSpPr/>
            <p:nvPr/>
          </p:nvSpPr>
          <p:spPr bwMode="auto">
            <a:xfrm>
              <a:off x="2527301" y="5327650"/>
              <a:ext cx="12700" cy="11113"/>
            </a:xfrm>
            <a:custGeom>
              <a:avLst/>
              <a:gdLst/>
              <a:ahLst/>
              <a:cxnLst>
                <a:cxn ang="0">
                  <a:pos x="0" y="0"/>
                </a:cxn>
                <a:cxn ang="0">
                  <a:pos x="7" y="0"/>
                </a:cxn>
                <a:cxn ang="0">
                  <a:pos x="8" y="2"/>
                </a:cxn>
                <a:cxn ang="0">
                  <a:pos x="7" y="5"/>
                </a:cxn>
                <a:cxn ang="0">
                  <a:pos x="3" y="7"/>
                </a:cxn>
                <a:cxn ang="0">
                  <a:pos x="0" y="3"/>
                </a:cxn>
                <a:cxn ang="0">
                  <a:pos x="0" y="0"/>
                </a:cxn>
              </a:cxnLst>
              <a:rect l="0" t="0" r="r" b="b"/>
              <a:pathLst>
                <a:path w="8" h="7">
                  <a:moveTo>
                    <a:pt x="0" y="0"/>
                  </a:moveTo>
                  <a:lnTo>
                    <a:pt x="7" y="0"/>
                  </a:lnTo>
                  <a:lnTo>
                    <a:pt x="8" y="2"/>
                  </a:lnTo>
                  <a:lnTo>
                    <a:pt x="7" y="5"/>
                  </a:lnTo>
                  <a:lnTo>
                    <a:pt x="3" y="7"/>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2" name="Freeform 372"/>
            <p:cNvSpPr/>
            <p:nvPr/>
          </p:nvSpPr>
          <p:spPr bwMode="auto">
            <a:xfrm>
              <a:off x="1885951" y="4035425"/>
              <a:ext cx="15875" cy="28575"/>
            </a:xfrm>
            <a:custGeom>
              <a:avLst/>
              <a:gdLst/>
              <a:ahLst/>
              <a:cxnLst>
                <a:cxn ang="0">
                  <a:pos x="3" y="0"/>
                </a:cxn>
                <a:cxn ang="0">
                  <a:pos x="7" y="0"/>
                </a:cxn>
                <a:cxn ang="0">
                  <a:pos x="10" y="10"/>
                </a:cxn>
                <a:cxn ang="0">
                  <a:pos x="8" y="15"/>
                </a:cxn>
                <a:cxn ang="0">
                  <a:pos x="5" y="18"/>
                </a:cxn>
                <a:cxn ang="0">
                  <a:pos x="2" y="18"/>
                </a:cxn>
                <a:cxn ang="0">
                  <a:pos x="0" y="17"/>
                </a:cxn>
                <a:cxn ang="0">
                  <a:pos x="2" y="12"/>
                </a:cxn>
                <a:cxn ang="0">
                  <a:pos x="3" y="12"/>
                </a:cxn>
                <a:cxn ang="0">
                  <a:pos x="5" y="10"/>
                </a:cxn>
                <a:cxn ang="0">
                  <a:pos x="2" y="5"/>
                </a:cxn>
                <a:cxn ang="0">
                  <a:pos x="3" y="0"/>
                </a:cxn>
              </a:cxnLst>
              <a:rect l="0" t="0" r="r" b="b"/>
              <a:pathLst>
                <a:path w="10" h="18">
                  <a:moveTo>
                    <a:pt x="3" y="0"/>
                  </a:moveTo>
                  <a:lnTo>
                    <a:pt x="7" y="0"/>
                  </a:lnTo>
                  <a:lnTo>
                    <a:pt x="10" y="10"/>
                  </a:lnTo>
                  <a:lnTo>
                    <a:pt x="8" y="15"/>
                  </a:lnTo>
                  <a:lnTo>
                    <a:pt x="5" y="18"/>
                  </a:lnTo>
                  <a:lnTo>
                    <a:pt x="2" y="18"/>
                  </a:lnTo>
                  <a:lnTo>
                    <a:pt x="0" y="17"/>
                  </a:lnTo>
                  <a:lnTo>
                    <a:pt x="2" y="12"/>
                  </a:lnTo>
                  <a:lnTo>
                    <a:pt x="3" y="12"/>
                  </a:lnTo>
                  <a:lnTo>
                    <a:pt x="5" y="10"/>
                  </a:lnTo>
                  <a:lnTo>
                    <a:pt x="2" y="5"/>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3" name="Freeform 373"/>
            <p:cNvSpPr/>
            <p:nvPr/>
          </p:nvSpPr>
          <p:spPr bwMode="auto">
            <a:xfrm>
              <a:off x="1909763" y="4043363"/>
              <a:ext cx="11113" cy="7938"/>
            </a:xfrm>
            <a:custGeom>
              <a:avLst/>
              <a:gdLst/>
              <a:ahLst/>
              <a:cxnLst>
                <a:cxn ang="0">
                  <a:pos x="2" y="0"/>
                </a:cxn>
                <a:cxn ang="0">
                  <a:pos x="5" y="0"/>
                </a:cxn>
                <a:cxn ang="0">
                  <a:pos x="7" y="4"/>
                </a:cxn>
                <a:cxn ang="0">
                  <a:pos x="3" y="4"/>
                </a:cxn>
                <a:cxn ang="0">
                  <a:pos x="2" y="5"/>
                </a:cxn>
                <a:cxn ang="0">
                  <a:pos x="0" y="4"/>
                </a:cxn>
                <a:cxn ang="0">
                  <a:pos x="2" y="0"/>
                </a:cxn>
              </a:cxnLst>
              <a:rect l="0" t="0" r="r" b="b"/>
              <a:pathLst>
                <a:path w="7" h="5">
                  <a:moveTo>
                    <a:pt x="2" y="0"/>
                  </a:moveTo>
                  <a:lnTo>
                    <a:pt x="5" y="0"/>
                  </a:lnTo>
                  <a:lnTo>
                    <a:pt x="7" y="4"/>
                  </a:lnTo>
                  <a:lnTo>
                    <a:pt x="3" y="4"/>
                  </a:lnTo>
                  <a:lnTo>
                    <a:pt x="2" y="5"/>
                  </a:lnTo>
                  <a:lnTo>
                    <a:pt x="0" y="4"/>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4" name="Freeform 374"/>
            <p:cNvSpPr/>
            <p:nvPr/>
          </p:nvSpPr>
          <p:spPr bwMode="auto">
            <a:xfrm>
              <a:off x="1881188" y="4046538"/>
              <a:ext cx="4763" cy="4763"/>
            </a:xfrm>
            <a:custGeom>
              <a:avLst/>
              <a:gdLst/>
              <a:ahLst/>
              <a:cxnLst>
                <a:cxn ang="0">
                  <a:pos x="1" y="0"/>
                </a:cxn>
                <a:cxn ang="0">
                  <a:pos x="3" y="2"/>
                </a:cxn>
                <a:cxn ang="0">
                  <a:pos x="1" y="3"/>
                </a:cxn>
                <a:cxn ang="0">
                  <a:pos x="0" y="2"/>
                </a:cxn>
                <a:cxn ang="0">
                  <a:pos x="1" y="0"/>
                </a:cxn>
              </a:cxnLst>
              <a:rect l="0" t="0" r="r" b="b"/>
              <a:pathLst>
                <a:path w="3" h="3">
                  <a:moveTo>
                    <a:pt x="1" y="0"/>
                  </a:moveTo>
                  <a:lnTo>
                    <a:pt x="3" y="2"/>
                  </a:lnTo>
                  <a:lnTo>
                    <a:pt x="1" y="3"/>
                  </a:lnTo>
                  <a:lnTo>
                    <a:pt x="0" y="2"/>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5" name="Freeform 375"/>
            <p:cNvSpPr/>
            <p:nvPr/>
          </p:nvSpPr>
          <p:spPr bwMode="auto">
            <a:xfrm>
              <a:off x="344488" y="3335338"/>
              <a:ext cx="25400" cy="39688"/>
            </a:xfrm>
            <a:custGeom>
              <a:avLst/>
              <a:gdLst/>
              <a:ahLst/>
              <a:cxnLst>
                <a:cxn ang="0">
                  <a:pos x="1" y="0"/>
                </a:cxn>
                <a:cxn ang="0">
                  <a:pos x="5" y="0"/>
                </a:cxn>
                <a:cxn ang="0">
                  <a:pos x="8" y="1"/>
                </a:cxn>
                <a:cxn ang="0">
                  <a:pos x="13" y="8"/>
                </a:cxn>
                <a:cxn ang="0">
                  <a:pos x="16" y="13"/>
                </a:cxn>
                <a:cxn ang="0">
                  <a:pos x="13" y="18"/>
                </a:cxn>
                <a:cxn ang="0">
                  <a:pos x="11" y="21"/>
                </a:cxn>
                <a:cxn ang="0">
                  <a:pos x="6" y="25"/>
                </a:cxn>
                <a:cxn ang="0">
                  <a:pos x="3" y="25"/>
                </a:cxn>
                <a:cxn ang="0">
                  <a:pos x="1" y="23"/>
                </a:cxn>
                <a:cxn ang="0">
                  <a:pos x="0" y="18"/>
                </a:cxn>
                <a:cxn ang="0">
                  <a:pos x="0" y="11"/>
                </a:cxn>
                <a:cxn ang="0">
                  <a:pos x="1" y="5"/>
                </a:cxn>
                <a:cxn ang="0">
                  <a:pos x="1" y="0"/>
                </a:cxn>
              </a:cxnLst>
              <a:rect l="0" t="0" r="r" b="b"/>
              <a:pathLst>
                <a:path w="16" h="25">
                  <a:moveTo>
                    <a:pt x="1" y="0"/>
                  </a:moveTo>
                  <a:lnTo>
                    <a:pt x="5" y="0"/>
                  </a:lnTo>
                  <a:lnTo>
                    <a:pt x="8" y="1"/>
                  </a:lnTo>
                  <a:lnTo>
                    <a:pt x="13" y="8"/>
                  </a:lnTo>
                  <a:lnTo>
                    <a:pt x="16" y="13"/>
                  </a:lnTo>
                  <a:lnTo>
                    <a:pt x="13" y="18"/>
                  </a:lnTo>
                  <a:lnTo>
                    <a:pt x="11" y="21"/>
                  </a:lnTo>
                  <a:lnTo>
                    <a:pt x="6" y="25"/>
                  </a:lnTo>
                  <a:lnTo>
                    <a:pt x="3" y="25"/>
                  </a:lnTo>
                  <a:lnTo>
                    <a:pt x="1" y="23"/>
                  </a:lnTo>
                  <a:lnTo>
                    <a:pt x="0" y="18"/>
                  </a:lnTo>
                  <a:lnTo>
                    <a:pt x="0" y="11"/>
                  </a:lnTo>
                  <a:lnTo>
                    <a:pt x="1" y="5"/>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6" name="Freeform 376"/>
            <p:cNvSpPr/>
            <p:nvPr/>
          </p:nvSpPr>
          <p:spPr bwMode="auto">
            <a:xfrm>
              <a:off x="328613" y="3311525"/>
              <a:ext cx="12700" cy="12700"/>
            </a:xfrm>
            <a:custGeom>
              <a:avLst/>
              <a:gdLst/>
              <a:ahLst/>
              <a:cxnLst>
                <a:cxn ang="0">
                  <a:pos x="3" y="0"/>
                </a:cxn>
                <a:cxn ang="0">
                  <a:pos x="8" y="0"/>
                </a:cxn>
                <a:cxn ang="0">
                  <a:pos x="8" y="5"/>
                </a:cxn>
                <a:cxn ang="0">
                  <a:pos x="7" y="8"/>
                </a:cxn>
                <a:cxn ang="0">
                  <a:pos x="5" y="8"/>
                </a:cxn>
                <a:cxn ang="0">
                  <a:pos x="0" y="5"/>
                </a:cxn>
                <a:cxn ang="0">
                  <a:pos x="0" y="2"/>
                </a:cxn>
                <a:cxn ang="0">
                  <a:pos x="3" y="0"/>
                </a:cxn>
              </a:cxnLst>
              <a:rect l="0" t="0" r="r" b="b"/>
              <a:pathLst>
                <a:path w="8" h="8">
                  <a:moveTo>
                    <a:pt x="3" y="0"/>
                  </a:moveTo>
                  <a:lnTo>
                    <a:pt x="8" y="0"/>
                  </a:lnTo>
                  <a:lnTo>
                    <a:pt x="8" y="5"/>
                  </a:lnTo>
                  <a:lnTo>
                    <a:pt x="7" y="8"/>
                  </a:lnTo>
                  <a:lnTo>
                    <a:pt x="5" y="8"/>
                  </a:lnTo>
                  <a:lnTo>
                    <a:pt x="0"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7" name="Freeform 377"/>
            <p:cNvSpPr/>
            <p:nvPr/>
          </p:nvSpPr>
          <p:spPr bwMode="auto">
            <a:xfrm>
              <a:off x="320676" y="3300413"/>
              <a:ext cx="7938" cy="6350"/>
            </a:xfrm>
            <a:custGeom>
              <a:avLst/>
              <a:gdLst/>
              <a:ahLst/>
              <a:cxnLst>
                <a:cxn ang="0">
                  <a:pos x="2" y="0"/>
                </a:cxn>
                <a:cxn ang="0">
                  <a:pos x="5" y="0"/>
                </a:cxn>
                <a:cxn ang="0">
                  <a:pos x="3" y="4"/>
                </a:cxn>
                <a:cxn ang="0">
                  <a:pos x="0" y="4"/>
                </a:cxn>
                <a:cxn ang="0">
                  <a:pos x="0" y="2"/>
                </a:cxn>
                <a:cxn ang="0">
                  <a:pos x="2" y="0"/>
                </a:cxn>
              </a:cxnLst>
              <a:rect l="0" t="0" r="r" b="b"/>
              <a:pathLst>
                <a:path w="5" h="4">
                  <a:moveTo>
                    <a:pt x="2" y="0"/>
                  </a:moveTo>
                  <a:lnTo>
                    <a:pt x="5" y="0"/>
                  </a:lnTo>
                  <a:lnTo>
                    <a:pt x="3" y="4"/>
                  </a:lnTo>
                  <a:lnTo>
                    <a:pt x="0" y="4"/>
                  </a:lnTo>
                  <a:lnTo>
                    <a:pt x="0" y="2"/>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8" name="Freeform 378"/>
            <p:cNvSpPr/>
            <p:nvPr/>
          </p:nvSpPr>
          <p:spPr bwMode="auto">
            <a:xfrm>
              <a:off x="293688" y="3282950"/>
              <a:ext cx="14288" cy="9525"/>
            </a:xfrm>
            <a:custGeom>
              <a:avLst/>
              <a:gdLst/>
              <a:ahLst/>
              <a:cxnLst>
                <a:cxn ang="0">
                  <a:pos x="2" y="0"/>
                </a:cxn>
                <a:cxn ang="0">
                  <a:pos x="9" y="2"/>
                </a:cxn>
                <a:cxn ang="0">
                  <a:pos x="9" y="5"/>
                </a:cxn>
                <a:cxn ang="0">
                  <a:pos x="4" y="6"/>
                </a:cxn>
                <a:cxn ang="0">
                  <a:pos x="0" y="3"/>
                </a:cxn>
                <a:cxn ang="0">
                  <a:pos x="2" y="0"/>
                </a:cxn>
              </a:cxnLst>
              <a:rect l="0" t="0" r="r" b="b"/>
              <a:pathLst>
                <a:path w="9" h="6">
                  <a:moveTo>
                    <a:pt x="2" y="0"/>
                  </a:moveTo>
                  <a:lnTo>
                    <a:pt x="9" y="2"/>
                  </a:lnTo>
                  <a:lnTo>
                    <a:pt x="9" y="5"/>
                  </a:lnTo>
                  <a:lnTo>
                    <a:pt x="4" y="6"/>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9" name="Freeform 379"/>
            <p:cNvSpPr/>
            <p:nvPr/>
          </p:nvSpPr>
          <p:spPr bwMode="auto">
            <a:xfrm>
              <a:off x="252413" y="2019300"/>
              <a:ext cx="11113" cy="19050"/>
            </a:xfrm>
            <a:custGeom>
              <a:avLst/>
              <a:gdLst/>
              <a:ahLst/>
              <a:cxnLst>
                <a:cxn ang="0">
                  <a:pos x="0" y="0"/>
                </a:cxn>
                <a:cxn ang="0">
                  <a:pos x="7" y="2"/>
                </a:cxn>
                <a:cxn ang="0">
                  <a:pos x="7" y="10"/>
                </a:cxn>
                <a:cxn ang="0">
                  <a:pos x="0" y="12"/>
                </a:cxn>
                <a:cxn ang="0">
                  <a:pos x="0" y="0"/>
                </a:cxn>
              </a:cxnLst>
              <a:rect l="0" t="0" r="r" b="b"/>
              <a:pathLst>
                <a:path w="7" h="12">
                  <a:moveTo>
                    <a:pt x="0" y="0"/>
                  </a:moveTo>
                  <a:lnTo>
                    <a:pt x="7" y="2"/>
                  </a:lnTo>
                  <a:lnTo>
                    <a:pt x="7" y="10"/>
                  </a:lnTo>
                  <a:lnTo>
                    <a:pt x="0" y="1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0" name="Freeform 380"/>
            <p:cNvSpPr/>
            <p:nvPr/>
          </p:nvSpPr>
          <p:spPr bwMode="auto">
            <a:xfrm>
              <a:off x="333376" y="2047875"/>
              <a:ext cx="26988" cy="15875"/>
            </a:xfrm>
            <a:custGeom>
              <a:avLst/>
              <a:gdLst/>
              <a:ahLst/>
              <a:cxnLst>
                <a:cxn ang="0">
                  <a:pos x="5" y="0"/>
                </a:cxn>
                <a:cxn ang="0">
                  <a:pos x="17" y="2"/>
                </a:cxn>
                <a:cxn ang="0">
                  <a:pos x="13" y="7"/>
                </a:cxn>
                <a:cxn ang="0">
                  <a:pos x="5" y="10"/>
                </a:cxn>
                <a:cxn ang="0">
                  <a:pos x="0" y="7"/>
                </a:cxn>
                <a:cxn ang="0">
                  <a:pos x="5" y="0"/>
                </a:cxn>
              </a:cxnLst>
              <a:rect l="0" t="0" r="r" b="b"/>
              <a:pathLst>
                <a:path w="17" h="10">
                  <a:moveTo>
                    <a:pt x="5" y="0"/>
                  </a:moveTo>
                  <a:lnTo>
                    <a:pt x="17" y="2"/>
                  </a:lnTo>
                  <a:lnTo>
                    <a:pt x="13" y="7"/>
                  </a:lnTo>
                  <a:lnTo>
                    <a:pt x="5" y="10"/>
                  </a:lnTo>
                  <a:lnTo>
                    <a:pt x="0" y="7"/>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1" name="Freeform 381"/>
            <p:cNvSpPr/>
            <p:nvPr/>
          </p:nvSpPr>
          <p:spPr bwMode="auto">
            <a:xfrm>
              <a:off x="377826" y="2051050"/>
              <a:ext cx="31750" cy="17463"/>
            </a:xfrm>
            <a:custGeom>
              <a:avLst/>
              <a:gdLst/>
              <a:ahLst/>
              <a:cxnLst>
                <a:cxn ang="0">
                  <a:pos x="10" y="0"/>
                </a:cxn>
                <a:cxn ang="0">
                  <a:pos x="20" y="3"/>
                </a:cxn>
                <a:cxn ang="0">
                  <a:pos x="18" y="10"/>
                </a:cxn>
                <a:cxn ang="0">
                  <a:pos x="8" y="11"/>
                </a:cxn>
                <a:cxn ang="0">
                  <a:pos x="2" y="5"/>
                </a:cxn>
                <a:cxn ang="0">
                  <a:pos x="0" y="2"/>
                </a:cxn>
                <a:cxn ang="0">
                  <a:pos x="10" y="0"/>
                </a:cxn>
              </a:cxnLst>
              <a:rect l="0" t="0" r="r" b="b"/>
              <a:pathLst>
                <a:path w="20" h="11">
                  <a:moveTo>
                    <a:pt x="10" y="0"/>
                  </a:moveTo>
                  <a:lnTo>
                    <a:pt x="20" y="3"/>
                  </a:lnTo>
                  <a:lnTo>
                    <a:pt x="18" y="10"/>
                  </a:lnTo>
                  <a:lnTo>
                    <a:pt x="8" y="11"/>
                  </a:lnTo>
                  <a:lnTo>
                    <a:pt x="2" y="5"/>
                  </a:lnTo>
                  <a:lnTo>
                    <a:pt x="0" y="2"/>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2" name="Freeform 382"/>
            <p:cNvSpPr/>
            <p:nvPr/>
          </p:nvSpPr>
          <p:spPr bwMode="auto">
            <a:xfrm>
              <a:off x="539751" y="2035175"/>
              <a:ext cx="39688" cy="20638"/>
            </a:xfrm>
            <a:custGeom>
              <a:avLst/>
              <a:gdLst/>
              <a:ahLst/>
              <a:cxnLst>
                <a:cxn ang="0">
                  <a:pos x="19" y="0"/>
                </a:cxn>
                <a:cxn ang="0">
                  <a:pos x="25" y="2"/>
                </a:cxn>
                <a:cxn ang="0">
                  <a:pos x="22" y="7"/>
                </a:cxn>
                <a:cxn ang="0">
                  <a:pos x="14" y="7"/>
                </a:cxn>
                <a:cxn ang="0">
                  <a:pos x="7" y="13"/>
                </a:cxn>
                <a:cxn ang="0">
                  <a:pos x="0" y="12"/>
                </a:cxn>
                <a:cxn ang="0">
                  <a:pos x="4" y="5"/>
                </a:cxn>
                <a:cxn ang="0">
                  <a:pos x="10" y="2"/>
                </a:cxn>
                <a:cxn ang="0">
                  <a:pos x="19" y="0"/>
                </a:cxn>
              </a:cxnLst>
              <a:rect l="0" t="0" r="r" b="b"/>
              <a:pathLst>
                <a:path w="25" h="13">
                  <a:moveTo>
                    <a:pt x="19" y="0"/>
                  </a:moveTo>
                  <a:lnTo>
                    <a:pt x="25" y="2"/>
                  </a:lnTo>
                  <a:lnTo>
                    <a:pt x="22" y="7"/>
                  </a:lnTo>
                  <a:lnTo>
                    <a:pt x="14" y="7"/>
                  </a:lnTo>
                  <a:lnTo>
                    <a:pt x="7" y="13"/>
                  </a:lnTo>
                  <a:lnTo>
                    <a:pt x="0" y="12"/>
                  </a:lnTo>
                  <a:lnTo>
                    <a:pt x="4" y="5"/>
                  </a:lnTo>
                  <a:lnTo>
                    <a:pt x="10" y="2"/>
                  </a:lnTo>
                  <a:lnTo>
                    <a:pt x="1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3" name="Freeform 383"/>
            <p:cNvSpPr/>
            <p:nvPr/>
          </p:nvSpPr>
          <p:spPr bwMode="auto">
            <a:xfrm>
              <a:off x="582613" y="2032000"/>
              <a:ext cx="28575" cy="14288"/>
            </a:xfrm>
            <a:custGeom>
              <a:avLst/>
              <a:gdLst/>
              <a:ahLst/>
              <a:cxnLst>
                <a:cxn ang="0">
                  <a:pos x="11" y="0"/>
                </a:cxn>
                <a:cxn ang="0">
                  <a:pos x="18" y="2"/>
                </a:cxn>
                <a:cxn ang="0">
                  <a:pos x="15" y="7"/>
                </a:cxn>
                <a:cxn ang="0">
                  <a:pos x="0" y="9"/>
                </a:cxn>
                <a:cxn ang="0">
                  <a:pos x="5" y="4"/>
                </a:cxn>
                <a:cxn ang="0">
                  <a:pos x="11" y="0"/>
                </a:cxn>
              </a:cxnLst>
              <a:rect l="0" t="0" r="r" b="b"/>
              <a:pathLst>
                <a:path w="18" h="9">
                  <a:moveTo>
                    <a:pt x="11" y="0"/>
                  </a:moveTo>
                  <a:lnTo>
                    <a:pt x="18" y="2"/>
                  </a:lnTo>
                  <a:lnTo>
                    <a:pt x="15" y="7"/>
                  </a:lnTo>
                  <a:lnTo>
                    <a:pt x="0" y="9"/>
                  </a:lnTo>
                  <a:lnTo>
                    <a:pt x="5" y="4"/>
                  </a:lnTo>
                  <a:lnTo>
                    <a:pt x="1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4" name="Freeform 384"/>
            <p:cNvSpPr/>
            <p:nvPr/>
          </p:nvSpPr>
          <p:spPr bwMode="auto">
            <a:xfrm>
              <a:off x="600076" y="2014538"/>
              <a:ext cx="14288" cy="9525"/>
            </a:xfrm>
            <a:custGeom>
              <a:avLst/>
              <a:gdLst/>
              <a:ahLst/>
              <a:cxnLst>
                <a:cxn ang="0">
                  <a:pos x="7" y="0"/>
                </a:cxn>
                <a:cxn ang="0">
                  <a:pos x="9" y="6"/>
                </a:cxn>
                <a:cxn ang="0">
                  <a:pos x="0" y="5"/>
                </a:cxn>
                <a:cxn ang="0">
                  <a:pos x="7" y="0"/>
                </a:cxn>
              </a:cxnLst>
              <a:rect l="0" t="0" r="r" b="b"/>
              <a:pathLst>
                <a:path w="9" h="6">
                  <a:moveTo>
                    <a:pt x="7" y="0"/>
                  </a:moveTo>
                  <a:lnTo>
                    <a:pt x="9" y="6"/>
                  </a:lnTo>
                  <a:lnTo>
                    <a:pt x="0" y="5"/>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5" name="Freeform 385"/>
            <p:cNvSpPr/>
            <p:nvPr/>
          </p:nvSpPr>
          <p:spPr bwMode="auto">
            <a:xfrm>
              <a:off x="623888" y="2006600"/>
              <a:ext cx="14288" cy="12700"/>
            </a:xfrm>
            <a:custGeom>
              <a:avLst/>
              <a:gdLst/>
              <a:ahLst/>
              <a:cxnLst>
                <a:cxn ang="0">
                  <a:pos x="9" y="0"/>
                </a:cxn>
                <a:cxn ang="0">
                  <a:pos x="9" y="8"/>
                </a:cxn>
                <a:cxn ang="0">
                  <a:pos x="0" y="8"/>
                </a:cxn>
                <a:cxn ang="0">
                  <a:pos x="9" y="0"/>
                </a:cxn>
              </a:cxnLst>
              <a:rect l="0" t="0" r="r" b="b"/>
              <a:pathLst>
                <a:path w="9" h="8">
                  <a:moveTo>
                    <a:pt x="9" y="0"/>
                  </a:moveTo>
                  <a:lnTo>
                    <a:pt x="9" y="8"/>
                  </a:lnTo>
                  <a:lnTo>
                    <a:pt x="0" y="8"/>
                  </a:lnTo>
                  <a:lnTo>
                    <a:pt x="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6" name="Freeform 386"/>
            <p:cNvSpPr/>
            <p:nvPr/>
          </p:nvSpPr>
          <p:spPr bwMode="auto">
            <a:xfrm>
              <a:off x="7983538" y="5762625"/>
              <a:ext cx="23813" cy="25400"/>
            </a:xfrm>
            <a:custGeom>
              <a:avLst/>
              <a:gdLst/>
              <a:ahLst/>
              <a:cxnLst>
                <a:cxn ang="0">
                  <a:pos x="11" y="0"/>
                </a:cxn>
                <a:cxn ang="0">
                  <a:pos x="15" y="1"/>
                </a:cxn>
                <a:cxn ang="0">
                  <a:pos x="13" y="6"/>
                </a:cxn>
                <a:cxn ang="0">
                  <a:pos x="15" y="10"/>
                </a:cxn>
                <a:cxn ang="0">
                  <a:pos x="10" y="14"/>
                </a:cxn>
                <a:cxn ang="0">
                  <a:pos x="0" y="16"/>
                </a:cxn>
                <a:cxn ang="0">
                  <a:pos x="6" y="6"/>
                </a:cxn>
                <a:cxn ang="0">
                  <a:pos x="6" y="3"/>
                </a:cxn>
                <a:cxn ang="0">
                  <a:pos x="11" y="0"/>
                </a:cxn>
              </a:cxnLst>
              <a:rect l="0" t="0" r="r" b="b"/>
              <a:pathLst>
                <a:path w="15" h="16">
                  <a:moveTo>
                    <a:pt x="11" y="0"/>
                  </a:moveTo>
                  <a:lnTo>
                    <a:pt x="15" y="1"/>
                  </a:lnTo>
                  <a:lnTo>
                    <a:pt x="13" y="6"/>
                  </a:lnTo>
                  <a:lnTo>
                    <a:pt x="15" y="10"/>
                  </a:lnTo>
                  <a:lnTo>
                    <a:pt x="10" y="14"/>
                  </a:lnTo>
                  <a:lnTo>
                    <a:pt x="0" y="16"/>
                  </a:lnTo>
                  <a:lnTo>
                    <a:pt x="6" y="6"/>
                  </a:lnTo>
                  <a:lnTo>
                    <a:pt x="6" y="3"/>
                  </a:lnTo>
                  <a:lnTo>
                    <a:pt x="1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7" name="Freeform 387"/>
            <p:cNvSpPr/>
            <p:nvPr/>
          </p:nvSpPr>
          <p:spPr bwMode="auto">
            <a:xfrm>
              <a:off x="8362951" y="5710238"/>
              <a:ext cx="20638" cy="25400"/>
            </a:xfrm>
            <a:custGeom>
              <a:avLst/>
              <a:gdLst/>
              <a:ahLst/>
              <a:cxnLst>
                <a:cxn ang="0">
                  <a:pos x="5" y="0"/>
                </a:cxn>
                <a:cxn ang="0">
                  <a:pos x="13" y="0"/>
                </a:cxn>
                <a:cxn ang="0">
                  <a:pos x="12" y="5"/>
                </a:cxn>
                <a:cxn ang="0">
                  <a:pos x="12" y="11"/>
                </a:cxn>
                <a:cxn ang="0">
                  <a:pos x="8" y="13"/>
                </a:cxn>
                <a:cxn ang="0">
                  <a:pos x="5" y="16"/>
                </a:cxn>
                <a:cxn ang="0">
                  <a:pos x="5" y="10"/>
                </a:cxn>
                <a:cxn ang="0">
                  <a:pos x="0" y="8"/>
                </a:cxn>
                <a:cxn ang="0">
                  <a:pos x="5" y="0"/>
                </a:cxn>
              </a:cxnLst>
              <a:rect l="0" t="0" r="r" b="b"/>
              <a:pathLst>
                <a:path w="13" h="16">
                  <a:moveTo>
                    <a:pt x="5" y="0"/>
                  </a:moveTo>
                  <a:lnTo>
                    <a:pt x="13" y="0"/>
                  </a:lnTo>
                  <a:lnTo>
                    <a:pt x="12" y="5"/>
                  </a:lnTo>
                  <a:lnTo>
                    <a:pt x="12" y="11"/>
                  </a:lnTo>
                  <a:lnTo>
                    <a:pt x="8" y="13"/>
                  </a:lnTo>
                  <a:lnTo>
                    <a:pt x="5" y="16"/>
                  </a:lnTo>
                  <a:lnTo>
                    <a:pt x="5" y="10"/>
                  </a:lnTo>
                  <a:lnTo>
                    <a:pt x="0" y="8"/>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8" name="Freeform 388"/>
            <p:cNvSpPr/>
            <p:nvPr/>
          </p:nvSpPr>
          <p:spPr bwMode="auto">
            <a:xfrm>
              <a:off x="4217988" y="2989263"/>
              <a:ext cx="7938" cy="6350"/>
            </a:xfrm>
            <a:custGeom>
              <a:avLst/>
              <a:gdLst/>
              <a:ahLst/>
              <a:cxnLst>
                <a:cxn ang="0">
                  <a:pos x="2" y="0"/>
                </a:cxn>
                <a:cxn ang="0">
                  <a:pos x="5" y="0"/>
                </a:cxn>
                <a:cxn ang="0">
                  <a:pos x="5" y="4"/>
                </a:cxn>
                <a:cxn ang="0">
                  <a:pos x="0" y="4"/>
                </a:cxn>
                <a:cxn ang="0">
                  <a:pos x="2" y="0"/>
                </a:cxn>
              </a:cxnLst>
              <a:rect l="0" t="0" r="r" b="b"/>
              <a:pathLst>
                <a:path w="5" h="4">
                  <a:moveTo>
                    <a:pt x="2" y="0"/>
                  </a:moveTo>
                  <a:lnTo>
                    <a:pt x="5" y="0"/>
                  </a:lnTo>
                  <a:lnTo>
                    <a:pt x="5" y="4"/>
                  </a:lnTo>
                  <a:lnTo>
                    <a:pt x="0" y="4"/>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9" name="Freeform 389"/>
            <p:cNvSpPr/>
            <p:nvPr/>
          </p:nvSpPr>
          <p:spPr bwMode="auto">
            <a:xfrm>
              <a:off x="4249738" y="2960688"/>
              <a:ext cx="28575" cy="20638"/>
            </a:xfrm>
            <a:custGeom>
              <a:avLst/>
              <a:gdLst/>
              <a:ahLst/>
              <a:cxnLst>
                <a:cxn ang="0">
                  <a:pos x="10" y="0"/>
                </a:cxn>
                <a:cxn ang="0">
                  <a:pos x="13" y="5"/>
                </a:cxn>
                <a:cxn ang="0">
                  <a:pos x="17" y="2"/>
                </a:cxn>
                <a:cxn ang="0">
                  <a:pos x="18" y="7"/>
                </a:cxn>
                <a:cxn ang="0">
                  <a:pos x="12" y="10"/>
                </a:cxn>
                <a:cxn ang="0">
                  <a:pos x="7" y="13"/>
                </a:cxn>
                <a:cxn ang="0">
                  <a:pos x="2" y="10"/>
                </a:cxn>
                <a:cxn ang="0">
                  <a:pos x="0" y="8"/>
                </a:cxn>
                <a:cxn ang="0">
                  <a:pos x="5" y="4"/>
                </a:cxn>
                <a:cxn ang="0">
                  <a:pos x="10" y="0"/>
                </a:cxn>
              </a:cxnLst>
              <a:rect l="0" t="0" r="r" b="b"/>
              <a:pathLst>
                <a:path w="18" h="13">
                  <a:moveTo>
                    <a:pt x="10" y="0"/>
                  </a:moveTo>
                  <a:lnTo>
                    <a:pt x="13" y="5"/>
                  </a:lnTo>
                  <a:lnTo>
                    <a:pt x="17" y="2"/>
                  </a:lnTo>
                  <a:lnTo>
                    <a:pt x="18" y="7"/>
                  </a:lnTo>
                  <a:lnTo>
                    <a:pt x="12" y="10"/>
                  </a:lnTo>
                  <a:lnTo>
                    <a:pt x="7" y="13"/>
                  </a:lnTo>
                  <a:lnTo>
                    <a:pt x="2" y="10"/>
                  </a:lnTo>
                  <a:lnTo>
                    <a:pt x="0" y="8"/>
                  </a:lnTo>
                  <a:lnTo>
                    <a:pt x="5" y="4"/>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90" name="Freeform 390"/>
            <p:cNvSpPr>
              <a:spLocks noEditPoints="1"/>
            </p:cNvSpPr>
            <p:nvPr/>
          </p:nvSpPr>
          <p:spPr bwMode="auto">
            <a:xfrm>
              <a:off x="3765551" y="1177925"/>
              <a:ext cx="4165600" cy="3783013"/>
            </a:xfrm>
            <a:custGeom>
              <a:avLst/>
              <a:gdLst/>
              <a:ahLst/>
              <a:cxnLst>
                <a:cxn ang="0">
                  <a:pos x="1062" y="1148"/>
                </a:cxn>
                <a:cxn ang="0">
                  <a:pos x="999" y="1011"/>
                </a:cxn>
                <a:cxn ang="0">
                  <a:pos x="2499" y="31"/>
                </a:cxn>
                <a:cxn ang="0">
                  <a:pos x="2584" y="125"/>
                </a:cxn>
                <a:cxn ang="0">
                  <a:pos x="2510" y="278"/>
                </a:cxn>
                <a:cxn ang="0">
                  <a:pos x="2442" y="479"/>
                </a:cxn>
                <a:cxn ang="0">
                  <a:pos x="2373" y="370"/>
                </a:cxn>
                <a:cxn ang="0">
                  <a:pos x="2292" y="412"/>
                </a:cxn>
                <a:cxn ang="0">
                  <a:pos x="2113" y="611"/>
                </a:cxn>
                <a:cxn ang="0">
                  <a:pos x="2226" y="838"/>
                </a:cxn>
                <a:cxn ang="0">
                  <a:pos x="2177" y="1092"/>
                </a:cxn>
                <a:cxn ang="0">
                  <a:pos x="2037" y="977"/>
                </a:cxn>
                <a:cxn ang="0">
                  <a:pos x="2098" y="1153"/>
                </a:cxn>
                <a:cxn ang="0">
                  <a:pos x="2012" y="1374"/>
                </a:cxn>
                <a:cxn ang="0">
                  <a:pos x="1916" y="1599"/>
                </a:cxn>
                <a:cxn ang="0">
                  <a:pos x="1887" y="1751"/>
                </a:cxn>
                <a:cxn ang="0">
                  <a:pos x="1714" y="1426"/>
                </a:cxn>
                <a:cxn ang="0">
                  <a:pos x="1542" y="1512"/>
                </a:cxn>
                <a:cxn ang="0">
                  <a:pos x="1408" y="1443"/>
                </a:cxn>
                <a:cxn ang="0">
                  <a:pos x="1217" y="1357"/>
                </a:cxn>
                <a:cxn ang="0">
                  <a:pos x="1021" y="1329"/>
                </a:cxn>
                <a:cxn ang="0">
                  <a:pos x="1141" y="1370"/>
                </a:cxn>
                <a:cxn ang="0">
                  <a:pos x="1122" y="1510"/>
                </a:cxn>
                <a:cxn ang="0">
                  <a:pos x="909" y="1464"/>
                </a:cxn>
                <a:cxn ang="0">
                  <a:pos x="759" y="1290"/>
                </a:cxn>
                <a:cxn ang="0">
                  <a:pos x="922" y="1561"/>
                </a:cxn>
                <a:cxn ang="0">
                  <a:pos x="993" y="1754"/>
                </a:cxn>
                <a:cxn ang="0">
                  <a:pos x="866" y="2075"/>
                </a:cxn>
                <a:cxn ang="0">
                  <a:pos x="559" y="2379"/>
                </a:cxn>
                <a:cxn ang="0">
                  <a:pos x="465" y="2014"/>
                </a:cxn>
                <a:cxn ang="0">
                  <a:pos x="409" y="1720"/>
                </a:cxn>
                <a:cxn ang="0">
                  <a:pos x="76" y="1677"/>
                </a:cxn>
                <a:cxn ang="0">
                  <a:pos x="38" y="1392"/>
                </a:cxn>
                <a:cxn ang="0">
                  <a:pos x="356" y="1178"/>
                </a:cxn>
                <a:cxn ang="0">
                  <a:pos x="647" y="1265"/>
                </a:cxn>
                <a:cxn ang="0">
                  <a:pos x="765" y="1179"/>
                </a:cxn>
                <a:cxn ang="0">
                  <a:pos x="790" y="1075"/>
                </a:cxn>
                <a:cxn ang="0">
                  <a:pos x="762" y="985"/>
                </a:cxn>
                <a:cxn ang="0">
                  <a:pos x="678" y="1036"/>
                </a:cxn>
                <a:cxn ang="0">
                  <a:pos x="581" y="1140"/>
                </a:cxn>
                <a:cxn ang="0">
                  <a:pos x="462" y="1023"/>
                </a:cxn>
                <a:cxn ang="0">
                  <a:pos x="520" y="1128"/>
                </a:cxn>
                <a:cxn ang="0">
                  <a:pos x="355" y="1067"/>
                </a:cxn>
                <a:cxn ang="0">
                  <a:pos x="180" y="1194"/>
                </a:cxn>
                <a:cxn ang="0">
                  <a:pos x="224" y="1061"/>
                </a:cxn>
                <a:cxn ang="0">
                  <a:pos x="267" y="935"/>
                </a:cxn>
                <a:cxn ang="0">
                  <a:pos x="388" y="838"/>
                </a:cxn>
                <a:cxn ang="0">
                  <a:pos x="538" y="820"/>
                </a:cxn>
                <a:cxn ang="0">
                  <a:pos x="539" y="581"/>
                </a:cxn>
                <a:cxn ang="0">
                  <a:pos x="371" y="757"/>
                </a:cxn>
                <a:cxn ang="0">
                  <a:pos x="445" y="560"/>
                </a:cxn>
                <a:cxn ang="0">
                  <a:pos x="600" y="449"/>
                </a:cxn>
                <a:cxn ang="0">
                  <a:pos x="699" y="566"/>
                </a:cxn>
                <a:cxn ang="0">
                  <a:pos x="869" y="474"/>
                </a:cxn>
                <a:cxn ang="0">
                  <a:pos x="1049" y="374"/>
                </a:cxn>
                <a:cxn ang="0">
                  <a:pos x="1207" y="431"/>
                </a:cxn>
                <a:cxn ang="0">
                  <a:pos x="1196" y="308"/>
                </a:cxn>
                <a:cxn ang="0">
                  <a:pos x="1262" y="201"/>
                </a:cxn>
                <a:cxn ang="0">
                  <a:pos x="1451" y="89"/>
                </a:cxn>
                <a:cxn ang="0">
                  <a:pos x="1570" y="171"/>
                </a:cxn>
                <a:cxn ang="0">
                  <a:pos x="1816" y="168"/>
                </a:cxn>
                <a:cxn ang="0">
                  <a:pos x="1984" y="74"/>
                </a:cxn>
                <a:cxn ang="0">
                  <a:pos x="2322" y="69"/>
                </a:cxn>
              </a:cxnLst>
              <a:rect l="0" t="0" r="r" b="b"/>
              <a:pathLst>
                <a:path w="2624" h="2383">
                  <a:moveTo>
                    <a:pt x="991" y="947"/>
                  </a:moveTo>
                  <a:lnTo>
                    <a:pt x="985" y="950"/>
                  </a:lnTo>
                  <a:lnTo>
                    <a:pt x="983" y="952"/>
                  </a:lnTo>
                  <a:lnTo>
                    <a:pt x="980" y="958"/>
                  </a:lnTo>
                  <a:lnTo>
                    <a:pt x="976" y="960"/>
                  </a:lnTo>
                  <a:lnTo>
                    <a:pt x="975" y="963"/>
                  </a:lnTo>
                  <a:lnTo>
                    <a:pt x="973" y="963"/>
                  </a:lnTo>
                  <a:lnTo>
                    <a:pt x="971" y="965"/>
                  </a:lnTo>
                  <a:lnTo>
                    <a:pt x="970" y="965"/>
                  </a:lnTo>
                  <a:lnTo>
                    <a:pt x="970" y="967"/>
                  </a:lnTo>
                  <a:lnTo>
                    <a:pt x="963" y="970"/>
                  </a:lnTo>
                  <a:lnTo>
                    <a:pt x="963" y="975"/>
                  </a:lnTo>
                  <a:lnTo>
                    <a:pt x="955" y="978"/>
                  </a:lnTo>
                  <a:lnTo>
                    <a:pt x="952" y="980"/>
                  </a:lnTo>
                  <a:lnTo>
                    <a:pt x="947" y="982"/>
                  </a:lnTo>
                  <a:lnTo>
                    <a:pt x="942" y="1001"/>
                  </a:lnTo>
                  <a:lnTo>
                    <a:pt x="943" y="1010"/>
                  </a:lnTo>
                  <a:lnTo>
                    <a:pt x="942" y="1011"/>
                  </a:lnTo>
                  <a:lnTo>
                    <a:pt x="945" y="1016"/>
                  </a:lnTo>
                  <a:lnTo>
                    <a:pt x="952" y="1016"/>
                  </a:lnTo>
                  <a:lnTo>
                    <a:pt x="955" y="1019"/>
                  </a:lnTo>
                  <a:lnTo>
                    <a:pt x="955" y="1028"/>
                  </a:lnTo>
                  <a:lnTo>
                    <a:pt x="953" y="1038"/>
                  </a:lnTo>
                  <a:lnTo>
                    <a:pt x="958" y="1044"/>
                  </a:lnTo>
                  <a:lnTo>
                    <a:pt x="968" y="1054"/>
                  </a:lnTo>
                  <a:lnTo>
                    <a:pt x="975" y="1059"/>
                  </a:lnTo>
                  <a:lnTo>
                    <a:pt x="983" y="1069"/>
                  </a:lnTo>
                  <a:lnTo>
                    <a:pt x="990" y="1079"/>
                  </a:lnTo>
                  <a:lnTo>
                    <a:pt x="993" y="1082"/>
                  </a:lnTo>
                  <a:lnTo>
                    <a:pt x="999" y="1085"/>
                  </a:lnTo>
                  <a:lnTo>
                    <a:pt x="1004" y="1090"/>
                  </a:lnTo>
                  <a:lnTo>
                    <a:pt x="1008" y="1092"/>
                  </a:lnTo>
                  <a:lnTo>
                    <a:pt x="1004" y="1094"/>
                  </a:lnTo>
                  <a:lnTo>
                    <a:pt x="995" y="1094"/>
                  </a:lnTo>
                  <a:lnTo>
                    <a:pt x="993" y="1097"/>
                  </a:lnTo>
                  <a:lnTo>
                    <a:pt x="993" y="1105"/>
                  </a:lnTo>
                  <a:lnTo>
                    <a:pt x="988" y="1100"/>
                  </a:lnTo>
                  <a:lnTo>
                    <a:pt x="986" y="1105"/>
                  </a:lnTo>
                  <a:lnTo>
                    <a:pt x="986" y="1110"/>
                  </a:lnTo>
                  <a:lnTo>
                    <a:pt x="985" y="1113"/>
                  </a:lnTo>
                  <a:lnTo>
                    <a:pt x="985" y="1117"/>
                  </a:lnTo>
                  <a:lnTo>
                    <a:pt x="986" y="1122"/>
                  </a:lnTo>
                  <a:lnTo>
                    <a:pt x="990" y="1125"/>
                  </a:lnTo>
                  <a:lnTo>
                    <a:pt x="991" y="1130"/>
                  </a:lnTo>
                  <a:lnTo>
                    <a:pt x="991" y="1133"/>
                  </a:lnTo>
                  <a:lnTo>
                    <a:pt x="995" y="1136"/>
                  </a:lnTo>
                  <a:lnTo>
                    <a:pt x="1001" y="1140"/>
                  </a:lnTo>
                  <a:lnTo>
                    <a:pt x="1006" y="1141"/>
                  </a:lnTo>
                  <a:lnTo>
                    <a:pt x="1011" y="1141"/>
                  </a:lnTo>
                  <a:lnTo>
                    <a:pt x="1013" y="1143"/>
                  </a:lnTo>
                  <a:lnTo>
                    <a:pt x="1018" y="1146"/>
                  </a:lnTo>
                  <a:lnTo>
                    <a:pt x="1021" y="1150"/>
                  </a:lnTo>
                  <a:lnTo>
                    <a:pt x="1024" y="1151"/>
                  </a:lnTo>
                  <a:lnTo>
                    <a:pt x="1028" y="1155"/>
                  </a:lnTo>
                  <a:lnTo>
                    <a:pt x="1032" y="1155"/>
                  </a:lnTo>
                  <a:lnTo>
                    <a:pt x="1039" y="1156"/>
                  </a:lnTo>
                  <a:lnTo>
                    <a:pt x="1054" y="1156"/>
                  </a:lnTo>
                  <a:lnTo>
                    <a:pt x="1057" y="1155"/>
                  </a:lnTo>
                  <a:lnTo>
                    <a:pt x="1059" y="1151"/>
                  </a:lnTo>
                  <a:lnTo>
                    <a:pt x="1062" y="1151"/>
                  </a:lnTo>
                  <a:lnTo>
                    <a:pt x="1062" y="1148"/>
                  </a:lnTo>
                  <a:lnTo>
                    <a:pt x="1064" y="1146"/>
                  </a:lnTo>
                  <a:lnTo>
                    <a:pt x="1061" y="1143"/>
                  </a:lnTo>
                  <a:lnTo>
                    <a:pt x="1061" y="1140"/>
                  </a:lnTo>
                  <a:lnTo>
                    <a:pt x="1062" y="1135"/>
                  </a:lnTo>
                  <a:lnTo>
                    <a:pt x="1062" y="1128"/>
                  </a:lnTo>
                  <a:lnTo>
                    <a:pt x="1065" y="1125"/>
                  </a:lnTo>
                  <a:lnTo>
                    <a:pt x="1067" y="1120"/>
                  </a:lnTo>
                  <a:lnTo>
                    <a:pt x="1065" y="1113"/>
                  </a:lnTo>
                  <a:lnTo>
                    <a:pt x="1062" y="1112"/>
                  </a:lnTo>
                  <a:lnTo>
                    <a:pt x="1057" y="1112"/>
                  </a:lnTo>
                  <a:lnTo>
                    <a:pt x="1054" y="1110"/>
                  </a:lnTo>
                  <a:lnTo>
                    <a:pt x="1052" y="1105"/>
                  </a:lnTo>
                  <a:lnTo>
                    <a:pt x="1056" y="1103"/>
                  </a:lnTo>
                  <a:lnTo>
                    <a:pt x="1057" y="1102"/>
                  </a:lnTo>
                  <a:lnTo>
                    <a:pt x="1059" y="1099"/>
                  </a:lnTo>
                  <a:lnTo>
                    <a:pt x="1054" y="1095"/>
                  </a:lnTo>
                  <a:lnTo>
                    <a:pt x="1052" y="1095"/>
                  </a:lnTo>
                  <a:lnTo>
                    <a:pt x="1051" y="1097"/>
                  </a:lnTo>
                  <a:lnTo>
                    <a:pt x="1051" y="1099"/>
                  </a:lnTo>
                  <a:lnTo>
                    <a:pt x="1049" y="1100"/>
                  </a:lnTo>
                  <a:lnTo>
                    <a:pt x="1047" y="1100"/>
                  </a:lnTo>
                  <a:lnTo>
                    <a:pt x="1046" y="1099"/>
                  </a:lnTo>
                  <a:lnTo>
                    <a:pt x="1044" y="1095"/>
                  </a:lnTo>
                  <a:lnTo>
                    <a:pt x="1044" y="1084"/>
                  </a:lnTo>
                  <a:lnTo>
                    <a:pt x="1046" y="1079"/>
                  </a:lnTo>
                  <a:lnTo>
                    <a:pt x="1049" y="1080"/>
                  </a:lnTo>
                  <a:lnTo>
                    <a:pt x="1056" y="1077"/>
                  </a:lnTo>
                  <a:lnTo>
                    <a:pt x="1059" y="1077"/>
                  </a:lnTo>
                  <a:lnTo>
                    <a:pt x="1061" y="1079"/>
                  </a:lnTo>
                  <a:lnTo>
                    <a:pt x="1064" y="1080"/>
                  </a:lnTo>
                  <a:lnTo>
                    <a:pt x="1067" y="1077"/>
                  </a:lnTo>
                  <a:lnTo>
                    <a:pt x="1070" y="1072"/>
                  </a:lnTo>
                  <a:lnTo>
                    <a:pt x="1069" y="1069"/>
                  </a:lnTo>
                  <a:lnTo>
                    <a:pt x="1065" y="1066"/>
                  </a:lnTo>
                  <a:lnTo>
                    <a:pt x="1062" y="1064"/>
                  </a:lnTo>
                  <a:lnTo>
                    <a:pt x="1061" y="1061"/>
                  </a:lnTo>
                  <a:lnTo>
                    <a:pt x="1059" y="1059"/>
                  </a:lnTo>
                  <a:lnTo>
                    <a:pt x="1057" y="1054"/>
                  </a:lnTo>
                  <a:lnTo>
                    <a:pt x="1051" y="1051"/>
                  </a:lnTo>
                  <a:lnTo>
                    <a:pt x="1047" y="1052"/>
                  </a:lnTo>
                  <a:lnTo>
                    <a:pt x="1046" y="1054"/>
                  </a:lnTo>
                  <a:lnTo>
                    <a:pt x="1042" y="1056"/>
                  </a:lnTo>
                  <a:lnTo>
                    <a:pt x="1042" y="1067"/>
                  </a:lnTo>
                  <a:lnTo>
                    <a:pt x="1044" y="1072"/>
                  </a:lnTo>
                  <a:lnTo>
                    <a:pt x="1042" y="1074"/>
                  </a:lnTo>
                  <a:lnTo>
                    <a:pt x="1039" y="1071"/>
                  </a:lnTo>
                  <a:lnTo>
                    <a:pt x="1039" y="1067"/>
                  </a:lnTo>
                  <a:lnTo>
                    <a:pt x="1034" y="1061"/>
                  </a:lnTo>
                  <a:lnTo>
                    <a:pt x="1034" y="1054"/>
                  </a:lnTo>
                  <a:lnTo>
                    <a:pt x="1036" y="1051"/>
                  </a:lnTo>
                  <a:lnTo>
                    <a:pt x="1036" y="1047"/>
                  </a:lnTo>
                  <a:lnTo>
                    <a:pt x="1026" y="1038"/>
                  </a:lnTo>
                  <a:lnTo>
                    <a:pt x="1023" y="1038"/>
                  </a:lnTo>
                  <a:lnTo>
                    <a:pt x="1019" y="1036"/>
                  </a:lnTo>
                  <a:lnTo>
                    <a:pt x="1011" y="1036"/>
                  </a:lnTo>
                  <a:lnTo>
                    <a:pt x="1011" y="1028"/>
                  </a:lnTo>
                  <a:lnTo>
                    <a:pt x="1008" y="1024"/>
                  </a:lnTo>
                  <a:lnTo>
                    <a:pt x="1008" y="1021"/>
                  </a:lnTo>
                  <a:lnTo>
                    <a:pt x="1006" y="1016"/>
                  </a:lnTo>
                  <a:lnTo>
                    <a:pt x="1001" y="1011"/>
                  </a:lnTo>
                  <a:lnTo>
                    <a:pt x="999" y="1011"/>
                  </a:lnTo>
                  <a:lnTo>
                    <a:pt x="998" y="1013"/>
                  </a:lnTo>
                  <a:lnTo>
                    <a:pt x="995" y="1011"/>
                  </a:lnTo>
                  <a:lnTo>
                    <a:pt x="993" y="1010"/>
                  </a:lnTo>
                  <a:lnTo>
                    <a:pt x="991" y="1006"/>
                  </a:lnTo>
                  <a:lnTo>
                    <a:pt x="991" y="1003"/>
                  </a:lnTo>
                  <a:lnTo>
                    <a:pt x="993" y="1005"/>
                  </a:lnTo>
                  <a:lnTo>
                    <a:pt x="996" y="1005"/>
                  </a:lnTo>
                  <a:lnTo>
                    <a:pt x="998" y="1006"/>
                  </a:lnTo>
                  <a:lnTo>
                    <a:pt x="1001" y="1006"/>
                  </a:lnTo>
                  <a:lnTo>
                    <a:pt x="1004" y="1008"/>
                  </a:lnTo>
                  <a:lnTo>
                    <a:pt x="1008" y="1008"/>
                  </a:lnTo>
                  <a:lnTo>
                    <a:pt x="1009" y="1006"/>
                  </a:lnTo>
                  <a:lnTo>
                    <a:pt x="1004" y="1001"/>
                  </a:lnTo>
                  <a:lnTo>
                    <a:pt x="1004" y="995"/>
                  </a:lnTo>
                  <a:lnTo>
                    <a:pt x="1006" y="990"/>
                  </a:lnTo>
                  <a:lnTo>
                    <a:pt x="1009" y="986"/>
                  </a:lnTo>
                  <a:lnTo>
                    <a:pt x="1011" y="988"/>
                  </a:lnTo>
                  <a:lnTo>
                    <a:pt x="1018" y="988"/>
                  </a:lnTo>
                  <a:lnTo>
                    <a:pt x="1024" y="990"/>
                  </a:lnTo>
                  <a:lnTo>
                    <a:pt x="1028" y="990"/>
                  </a:lnTo>
                  <a:lnTo>
                    <a:pt x="1032" y="991"/>
                  </a:lnTo>
                  <a:lnTo>
                    <a:pt x="1032" y="990"/>
                  </a:lnTo>
                  <a:lnTo>
                    <a:pt x="1024" y="982"/>
                  </a:lnTo>
                  <a:lnTo>
                    <a:pt x="1026" y="977"/>
                  </a:lnTo>
                  <a:lnTo>
                    <a:pt x="1028" y="973"/>
                  </a:lnTo>
                  <a:lnTo>
                    <a:pt x="1026" y="972"/>
                  </a:lnTo>
                  <a:lnTo>
                    <a:pt x="1026" y="970"/>
                  </a:lnTo>
                  <a:lnTo>
                    <a:pt x="1029" y="967"/>
                  </a:lnTo>
                  <a:lnTo>
                    <a:pt x="1026" y="962"/>
                  </a:lnTo>
                  <a:lnTo>
                    <a:pt x="1026" y="955"/>
                  </a:lnTo>
                  <a:lnTo>
                    <a:pt x="1024" y="954"/>
                  </a:lnTo>
                  <a:lnTo>
                    <a:pt x="1023" y="954"/>
                  </a:lnTo>
                  <a:lnTo>
                    <a:pt x="1018" y="949"/>
                  </a:lnTo>
                  <a:lnTo>
                    <a:pt x="1014" y="947"/>
                  </a:lnTo>
                  <a:lnTo>
                    <a:pt x="1013" y="947"/>
                  </a:lnTo>
                  <a:lnTo>
                    <a:pt x="1013" y="949"/>
                  </a:lnTo>
                  <a:lnTo>
                    <a:pt x="1009" y="952"/>
                  </a:lnTo>
                  <a:lnTo>
                    <a:pt x="1008" y="952"/>
                  </a:lnTo>
                  <a:lnTo>
                    <a:pt x="998" y="947"/>
                  </a:lnTo>
                  <a:lnTo>
                    <a:pt x="991" y="947"/>
                  </a:lnTo>
                  <a:close/>
                  <a:moveTo>
                    <a:pt x="2373" y="0"/>
                  </a:moveTo>
                  <a:lnTo>
                    <a:pt x="2388" y="0"/>
                  </a:lnTo>
                  <a:lnTo>
                    <a:pt x="2391" y="6"/>
                  </a:lnTo>
                  <a:lnTo>
                    <a:pt x="2395" y="5"/>
                  </a:lnTo>
                  <a:lnTo>
                    <a:pt x="2400" y="1"/>
                  </a:lnTo>
                  <a:lnTo>
                    <a:pt x="2405" y="3"/>
                  </a:lnTo>
                  <a:lnTo>
                    <a:pt x="2408" y="0"/>
                  </a:lnTo>
                  <a:lnTo>
                    <a:pt x="2421" y="0"/>
                  </a:lnTo>
                  <a:lnTo>
                    <a:pt x="2431" y="1"/>
                  </a:lnTo>
                  <a:lnTo>
                    <a:pt x="2438" y="10"/>
                  </a:lnTo>
                  <a:lnTo>
                    <a:pt x="2444" y="19"/>
                  </a:lnTo>
                  <a:lnTo>
                    <a:pt x="2446" y="16"/>
                  </a:lnTo>
                  <a:lnTo>
                    <a:pt x="2449" y="11"/>
                  </a:lnTo>
                  <a:lnTo>
                    <a:pt x="2456" y="14"/>
                  </a:lnTo>
                  <a:lnTo>
                    <a:pt x="2464" y="19"/>
                  </a:lnTo>
                  <a:lnTo>
                    <a:pt x="2469" y="24"/>
                  </a:lnTo>
                  <a:lnTo>
                    <a:pt x="2477" y="26"/>
                  </a:lnTo>
                  <a:lnTo>
                    <a:pt x="2477" y="23"/>
                  </a:lnTo>
                  <a:lnTo>
                    <a:pt x="2489" y="24"/>
                  </a:lnTo>
                  <a:lnTo>
                    <a:pt x="2489" y="28"/>
                  </a:lnTo>
                  <a:lnTo>
                    <a:pt x="2499" y="31"/>
                  </a:lnTo>
                  <a:lnTo>
                    <a:pt x="2499" y="28"/>
                  </a:lnTo>
                  <a:lnTo>
                    <a:pt x="2495" y="24"/>
                  </a:lnTo>
                  <a:lnTo>
                    <a:pt x="2499" y="26"/>
                  </a:lnTo>
                  <a:lnTo>
                    <a:pt x="2502" y="26"/>
                  </a:lnTo>
                  <a:lnTo>
                    <a:pt x="2505" y="28"/>
                  </a:lnTo>
                  <a:lnTo>
                    <a:pt x="2508" y="28"/>
                  </a:lnTo>
                  <a:lnTo>
                    <a:pt x="2510" y="29"/>
                  </a:lnTo>
                  <a:lnTo>
                    <a:pt x="2512" y="29"/>
                  </a:lnTo>
                  <a:lnTo>
                    <a:pt x="2515" y="33"/>
                  </a:lnTo>
                  <a:lnTo>
                    <a:pt x="2525" y="28"/>
                  </a:lnTo>
                  <a:lnTo>
                    <a:pt x="2535" y="38"/>
                  </a:lnTo>
                  <a:lnTo>
                    <a:pt x="2538" y="47"/>
                  </a:lnTo>
                  <a:lnTo>
                    <a:pt x="2545" y="51"/>
                  </a:lnTo>
                  <a:lnTo>
                    <a:pt x="2546" y="62"/>
                  </a:lnTo>
                  <a:lnTo>
                    <a:pt x="2555" y="64"/>
                  </a:lnTo>
                  <a:lnTo>
                    <a:pt x="2561" y="69"/>
                  </a:lnTo>
                  <a:lnTo>
                    <a:pt x="2565" y="62"/>
                  </a:lnTo>
                  <a:lnTo>
                    <a:pt x="2561" y="59"/>
                  </a:lnTo>
                  <a:lnTo>
                    <a:pt x="2555" y="57"/>
                  </a:lnTo>
                  <a:lnTo>
                    <a:pt x="2553" y="54"/>
                  </a:lnTo>
                  <a:lnTo>
                    <a:pt x="2553" y="47"/>
                  </a:lnTo>
                  <a:lnTo>
                    <a:pt x="2546" y="44"/>
                  </a:lnTo>
                  <a:lnTo>
                    <a:pt x="2541" y="42"/>
                  </a:lnTo>
                  <a:lnTo>
                    <a:pt x="2545" y="41"/>
                  </a:lnTo>
                  <a:lnTo>
                    <a:pt x="2551" y="41"/>
                  </a:lnTo>
                  <a:lnTo>
                    <a:pt x="2558" y="39"/>
                  </a:lnTo>
                  <a:lnTo>
                    <a:pt x="2560" y="36"/>
                  </a:lnTo>
                  <a:lnTo>
                    <a:pt x="2565" y="36"/>
                  </a:lnTo>
                  <a:lnTo>
                    <a:pt x="2569" y="34"/>
                  </a:lnTo>
                  <a:lnTo>
                    <a:pt x="2576" y="36"/>
                  </a:lnTo>
                  <a:lnTo>
                    <a:pt x="2586" y="41"/>
                  </a:lnTo>
                  <a:lnTo>
                    <a:pt x="2597" y="42"/>
                  </a:lnTo>
                  <a:lnTo>
                    <a:pt x="2607" y="44"/>
                  </a:lnTo>
                  <a:lnTo>
                    <a:pt x="2614" y="47"/>
                  </a:lnTo>
                  <a:lnTo>
                    <a:pt x="2619" y="44"/>
                  </a:lnTo>
                  <a:lnTo>
                    <a:pt x="2624" y="47"/>
                  </a:lnTo>
                  <a:lnTo>
                    <a:pt x="2624" y="54"/>
                  </a:lnTo>
                  <a:lnTo>
                    <a:pt x="2617" y="61"/>
                  </a:lnTo>
                  <a:lnTo>
                    <a:pt x="2617" y="70"/>
                  </a:lnTo>
                  <a:lnTo>
                    <a:pt x="2621" y="82"/>
                  </a:lnTo>
                  <a:lnTo>
                    <a:pt x="2614" y="80"/>
                  </a:lnTo>
                  <a:lnTo>
                    <a:pt x="2607" y="82"/>
                  </a:lnTo>
                  <a:lnTo>
                    <a:pt x="2593" y="82"/>
                  </a:lnTo>
                  <a:lnTo>
                    <a:pt x="2599" y="89"/>
                  </a:lnTo>
                  <a:lnTo>
                    <a:pt x="2606" y="94"/>
                  </a:lnTo>
                  <a:lnTo>
                    <a:pt x="2609" y="97"/>
                  </a:lnTo>
                  <a:lnTo>
                    <a:pt x="2614" y="103"/>
                  </a:lnTo>
                  <a:lnTo>
                    <a:pt x="2616" y="108"/>
                  </a:lnTo>
                  <a:lnTo>
                    <a:pt x="2619" y="113"/>
                  </a:lnTo>
                  <a:lnTo>
                    <a:pt x="2622" y="117"/>
                  </a:lnTo>
                  <a:lnTo>
                    <a:pt x="2622" y="122"/>
                  </a:lnTo>
                  <a:lnTo>
                    <a:pt x="2621" y="125"/>
                  </a:lnTo>
                  <a:lnTo>
                    <a:pt x="2616" y="122"/>
                  </a:lnTo>
                  <a:lnTo>
                    <a:pt x="2614" y="120"/>
                  </a:lnTo>
                  <a:lnTo>
                    <a:pt x="2616" y="125"/>
                  </a:lnTo>
                  <a:lnTo>
                    <a:pt x="2599" y="125"/>
                  </a:lnTo>
                  <a:lnTo>
                    <a:pt x="2593" y="123"/>
                  </a:lnTo>
                  <a:lnTo>
                    <a:pt x="2591" y="118"/>
                  </a:lnTo>
                  <a:lnTo>
                    <a:pt x="2588" y="113"/>
                  </a:lnTo>
                  <a:lnTo>
                    <a:pt x="2588" y="118"/>
                  </a:lnTo>
                  <a:lnTo>
                    <a:pt x="2584" y="125"/>
                  </a:lnTo>
                  <a:lnTo>
                    <a:pt x="2581" y="123"/>
                  </a:lnTo>
                  <a:lnTo>
                    <a:pt x="2576" y="122"/>
                  </a:lnTo>
                  <a:lnTo>
                    <a:pt x="2563" y="115"/>
                  </a:lnTo>
                  <a:lnTo>
                    <a:pt x="2555" y="112"/>
                  </a:lnTo>
                  <a:lnTo>
                    <a:pt x="2550" y="102"/>
                  </a:lnTo>
                  <a:lnTo>
                    <a:pt x="2545" y="103"/>
                  </a:lnTo>
                  <a:lnTo>
                    <a:pt x="2541" y="107"/>
                  </a:lnTo>
                  <a:lnTo>
                    <a:pt x="2540" y="113"/>
                  </a:lnTo>
                  <a:lnTo>
                    <a:pt x="2533" y="113"/>
                  </a:lnTo>
                  <a:lnTo>
                    <a:pt x="2523" y="110"/>
                  </a:lnTo>
                  <a:lnTo>
                    <a:pt x="2515" y="107"/>
                  </a:lnTo>
                  <a:lnTo>
                    <a:pt x="2513" y="98"/>
                  </a:lnTo>
                  <a:lnTo>
                    <a:pt x="2515" y="85"/>
                  </a:lnTo>
                  <a:lnTo>
                    <a:pt x="2510" y="79"/>
                  </a:lnTo>
                  <a:lnTo>
                    <a:pt x="2508" y="89"/>
                  </a:lnTo>
                  <a:lnTo>
                    <a:pt x="2500" y="87"/>
                  </a:lnTo>
                  <a:lnTo>
                    <a:pt x="2503" y="97"/>
                  </a:lnTo>
                  <a:lnTo>
                    <a:pt x="2503" y="103"/>
                  </a:lnTo>
                  <a:lnTo>
                    <a:pt x="2507" y="110"/>
                  </a:lnTo>
                  <a:lnTo>
                    <a:pt x="2512" y="117"/>
                  </a:lnTo>
                  <a:lnTo>
                    <a:pt x="2517" y="122"/>
                  </a:lnTo>
                  <a:lnTo>
                    <a:pt x="2518" y="136"/>
                  </a:lnTo>
                  <a:lnTo>
                    <a:pt x="2515" y="146"/>
                  </a:lnTo>
                  <a:lnTo>
                    <a:pt x="2510" y="156"/>
                  </a:lnTo>
                  <a:lnTo>
                    <a:pt x="2508" y="151"/>
                  </a:lnTo>
                  <a:lnTo>
                    <a:pt x="2500" y="156"/>
                  </a:lnTo>
                  <a:lnTo>
                    <a:pt x="2494" y="158"/>
                  </a:lnTo>
                  <a:lnTo>
                    <a:pt x="2485" y="159"/>
                  </a:lnTo>
                  <a:lnTo>
                    <a:pt x="2484" y="156"/>
                  </a:lnTo>
                  <a:lnTo>
                    <a:pt x="2484" y="161"/>
                  </a:lnTo>
                  <a:lnTo>
                    <a:pt x="2479" y="164"/>
                  </a:lnTo>
                  <a:lnTo>
                    <a:pt x="2474" y="174"/>
                  </a:lnTo>
                  <a:lnTo>
                    <a:pt x="2479" y="169"/>
                  </a:lnTo>
                  <a:lnTo>
                    <a:pt x="2489" y="168"/>
                  </a:lnTo>
                  <a:lnTo>
                    <a:pt x="2497" y="168"/>
                  </a:lnTo>
                  <a:lnTo>
                    <a:pt x="2502" y="171"/>
                  </a:lnTo>
                  <a:lnTo>
                    <a:pt x="2503" y="163"/>
                  </a:lnTo>
                  <a:lnTo>
                    <a:pt x="2510" y="164"/>
                  </a:lnTo>
                  <a:lnTo>
                    <a:pt x="2517" y="168"/>
                  </a:lnTo>
                  <a:lnTo>
                    <a:pt x="2515" y="174"/>
                  </a:lnTo>
                  <a:lnTo>
                    <a:pt x="2515" y="179"/>
                  </a:lnTo>
                  <a:lnTo>
                    <a:pt x="2522" y="179"/>
                  </a:lnTo>
                  <a:lnTo>
                    <a:pt x="2527" y="183"/>
                  </a:lnTo>
                  <a:lnTo>
                    <a:pt x="2528" y="187"/>
                  </a:lnTo>
                  <a:lnTo>
                    <a:pt x="2527" y="192"/>
                  </a:lnTo>
                  <a:lnTo>
                    <a:pt x="2533" y="192"/>
                  </a:lnTo>
                  <a:lnTo>
                    <a:pt x="2538" y="194"/>
                  </a:lnTo>
                  <a:lnTo>
                    <a:pt x="2541" y="199"/>
                  </a:lnTo>
                  <a:lnTo>
                    <a:pt x="2551" y="202"/>
                  </a:lnTo>
                  <a:lnTo>
                    <a:pt x="2561" y="204"/>
                  </a:lnTo>
                  <a:lnTo>
                    <a:pt x="2561" y="222"/>
                  </a:lnTo>
                  <a:lnTo>
                    <a:pt x="2550" y="220"/>
                  </a:lnTo>
                  <a:lnTo>
                    <a:pt x="2543" y="220"/>
                  </a:lnTo>
                  <a:lnTo>
                    <a:pt x="2538" y="222"/>
                  </a:lnTo>
                  <a:lnTo>
                    <a:pt x="2533" y="230"/>
                  </a:lnTo>
                  <a:lnTo>
                    <a:pt x="2525" y="235"/>
                  </a:lnTo>
                  <a:lnTo>
                    <a:pt x="2522" y="243"/>
                  </a:lnTo>
                  <a:lnTo>
                    <a:pt x="2520" y="253"/>
                  </a:lnTo>
                  <a:lnTo>
                    <a:pt x="2515" y="263"/>
                  </a:lnTo>
                  <a:lnTo>
                    <a:pt x="2510" y="268"/>
                  </a:lnTo>
                  <a:lnTo>
                    <a:pt x="2510" y="278"/>
                  </a:lnTo>
                  <a:lnTo>
                    <a:pt x="2507" y="281"/>
                  </a:lnTo>
                  <a:lnTo>
                    <a:pt x="2503" y="290"/>
                  </a:lnTo>
                  <a:lnTo>
                    <a:pt x="2503" y="295"/>
                  </a:lnTo>
                  <a:lnTo>
                    <a:pt x="2499" y="299"/>
                  </a:lnTo>
                  <a:lnTo>
                    <a:pt x="2497" y="309"/>
                  </a:lnTo>
                  <a:lnTo>
                    <a:pt x="2499" y="316"/>
                  </a:lnTo>
                  <a:lnTo>
                    <a:pt x="2492" y="321"/>
                  </a:lnTo>
                  <a:lnTo>
                    <a:pt x="2492" y="329"/>
                  </a:lnTo>
                  <a:lnTo>
                    <a:pt x="2494" y="336"/>
                  </a:lnTo>
                  <a:lnTo>
                    <a:pt x="2482" y="334"/>
                  </a:lnTo>
                  <a:lnTo>
                    <a:pt x="2480" y="329"/>
                  </a:lnTo>
                  <a:lnTo>
                    <a:pt x="2477" y="324"/>
                  </a:lnTo>
                  <a:lnTo>
                    <a:pt x="2466" y="324"/>
                  </a:lnTo>
                  <a:lnTo>
                    <a:pt x="2461" y="326"/>
                  </a:lnTo>
                  <a:lnTo>
                    <a:pt x="2454" y="331"/>
                  </a:lnTo>
                  <a:lnTo>
                    <a:pt x="2449" y="336"/>
                  </a:lnTo>
                  <a:lnTo>
                    <a:pt x="2449" y="341"/>
                  </a:lnTo>
                  <a:lnTo>
                    <a:pt x="2451" y="347"/>
                  </a:lnTo>
                  <a:lnTo>
                    <a:pt x="2447" y="347"/>
                  </a:lnTo>
                  <a:lnTo>
                    <a:pt x="2444" y="349"/>
                  </a:lnTo>
                  <a:lnTo>
                    <a:pt x="2441" y="355"/>
                  </a:lnTo>
                  <a:lnTo>
                    <a:pt x="2438" y="357"/>
                  </a:lnTo>
                  <a:lnTo>
                    <a:pt x="2438" y="352"/>
                  </a:lnTo>
                  <a:lnTo>
                    <a:pt x="2436" y="349"/>
                  </a:lnTo>
                  <a:lnTo>
                    <a:pt x="2433" y="344"/>
                  </a:lnTo>
                  <a:lnTo>
                    <a:pt x="2436" y="336"/>
                  </a:lnTo>
                  <a:lnTo>
                    <a:pt x="2436" y="331"/>
                  </a:lnTo>
                  <a:lnTo>
                    <a:pt x="2433" y="332"/>
                  </a:lnTo>
                  <a:lnTo>
                    <a:pt x="2429" y="339"/>
                  </a:lnTo>
                  <a:lnTo>
                    <a:pt x="2429" y="347"/>
                  </a:lnTo>
                  <a:lnTo>
                    <a:pt x="2426" y="354"/>
                  </a:lnTo>
                  <a:lnTo>
                    <a:pt x="2426" y="365"/>
                  </a:lnTo>
                  <a:lnTo>
                    <a:pt x="2424" y="369"/>
                  </a:lnTo>
                  <a:lnTo>
                    <a:pt x="2416" y="360"/>
                  </a:lnTo>
                  <a:lnTo>
                    <a:pt x="2409" y="357"/>
                  </a:lnTo>
                  <a:lnTo>
                    <a:pt x="2403" y="360"/>
                  </a:lnTo>
                  <a:lnTo>
                    <a:pt x="2401" y="364"/>
                  </a:lnTo>
                  <a:lnTo>
                    <a:pt x="2401" y="374"/>
                  </a:lnTo>
                  <a:lnTo>
                    <a:pt x="2405" y="379"/>
                  </a:lnTo>
                  <a:lnTo>
                    <a:pt x="2408" y="388"/>
                  </a:lnTo>
                  <a:lnTo>
                    <a:pt x="2409" y="398"/>
                  </a:lnTo>
                  <a:lnTo>
                    <a:pt x="2411" y="410"/>
                  </a:lnTo>
                  <a:lnTo>
                    <a:pt x="2411" y="416"/>
                  </a:lnTo>
                  <a:lnTo>
                    <a:pt x="2409" y="428"/>
                  </a:lnTo>
                  <a:lnTo>
                    <a:pt x="2413" y="433"/>
                  </a:lnTo>
                  <a:lnTo>
                    <a:pt x="2416" y="428"/>
                  </a:lnTo>
                  <a:lnTo>
                    <a:pt x="2419" y="428"/>
                  </a:lnTo>
                  <a:lnTo>
                    <a:pt x="2424" y="426"/>
                  </a:lnTo>
                  <a:lnTo>
                    <a:pt x="2433" y="444"/>
                  </a:lnTo>
                  <a:lnTo>
                    <a:pt x="2438" y="446"/>
                  </a:lnTo>
                  <a:lnTo>
                    <a:pt x="2438" y="453"/>
                  </a:lnTo>
                  <a:lnTo>
                    <a:pt x="2442" y="459"/>
                  </a:lnTo>
                  <a:lnTo>
                    <a:pt x="2449" y="461"/>
                  </a:lnTo>
                  <a:lnTo>
                    <a:pt x="2454" y="468"/>
                  </a:lnTo>
                  <a:lnTo>
                    <a:pt x="2456" y="476"/>
                  </a:lnTo>
                  <a:lnTo>
                    <a:pt x="2462" y="481"/>
                  </a:lnTo>
                  <a:lnTo>
                    <a:pt x="2459" y="482"/>
                  </a:lnTo>
                  <a:lnTo>
                    <a:pt x="2452" y="481"/>
                  </a:lnTo>
                  <a:lnTo>
                    <a:pt x="2446" y="471"/>
                  </a:lnTo>
                  <a:lnTo>
                    <a:pt x="2446" y="474"/>
                  </a:lnTo>
                  <a:lnTo>
                    <a:pt x="2442" y="479"/>
                  </a:lnTo>
                  <a:lnTo>
                    <a:pt x="2441" y="482"/>
                  </a:lnTo>
                  <a:lnTo>
                    <a:pt x="2444" y="484"/>
                  </a:lnTo>
                  <a:lnTo>
                    <a:pt x="2449" y="509"/>
                  </a:lnTo>
                  <a:lnTo>
                    <a:pt x="2454" y="512"/>
                  </a:lnTo>
                  <a:lnTo>
                    <a:pt x="2457" y="517"/>
                  </a:lnTo>
                  <a:lnTo>
                    <a:pt x="2459" y="527"/>
                  </a:lnTo>
                  <a:lnTo>
                    <a:pt x="2452" y="532"/>
                  </a:lnTo>
                  <a:lnTo>
                    <a:pt x="2444" y="535"/>
                  </a:lnTo>
                  <a:lnTo>
                    <a:pt x="2441" y="540"/>
                  </a:lnTo>
                  <a:lnTo>
                    <a:pt x="2444" y="547"/>
                  </a:lnTo>
                  <a:lnTo>
                    <a:pt x="2441" y="548"/>
                  </a:lnTo>
                  <a:lnTo>
                    <a:pt x="2441" y="555"/>
                  </a:lnTo>
                  <a:lnTo>
                    <a:pt x="2444" y="558"/>
                  </a:lnTo>
                  <a:lnTo>
                    <a:pt x="2441" y="563"/>
                  </a:lnTo>
                  <a:lnTo>
                    <a:pt x="2434" y="563"/>
                  </a:lnTo>
                  <a:lnTo>
                    <a:pt x="2434" y="570"/>
                  </a:lnTo>
                  <a:lnTo>
                    <a:pt x="2438" y="578"/>
                  </a:lnTo>
                  <a:lnTo>
                    <a:pt x="2444" y="586"/>
                  </a:lnTo>
                  <a:lnTo>
                    <a:pt x="2446" y="596"/>
                  </a:lnTo>
                  <a:lnTo>
                    <a:pt x="2446" y="606"/>
                  </a:lnTo>
                  <a:lnTo>
                    <a:pt x="2442" y="614"/>
                  </a:lnTo>
                  <a:lnTo>
                    <a:pt x="2441" y="621"/>
                  </a:lnTo>
                  <a:lnTo>
                    <a:pt x="2441" y="634"/>
                  </a:lnTo>
                  <a:lnTo>
                    <a:pt x="2439" y="632"/>
                  </a:lnTo>
                  <a:lnTo>
                    <a:pt x="2434" y="629"/>
                  </a:lnTo>
                  <a:lnTo>
                    <a:pt x="2429" y="622"/>
                  </a:lnTo>
                  <a:lnTo>
                    <a:pt x="2423" y="614"/>
                  </a:lnTo>
                  <a:lnTo>
                    <a:pt x="2413" y="594"/>
                  </a:lnTo>
                  <a:lnTo>
                    <a:pt x="2403" y="583"/>
                  </a:lnTo>
                  <a:lnTo>
                    <a:pt x="2401" y="575"/>
                  </a:lnTo>
                  <a:lnTo>
                    <a:pt x="2395" y="570"/>
                  </a:lnTo>
                  <a:lnTo>
                    <a:pt x="2388" y="563"/>
                  </a:lnTo>
                  <a:lnTo>
                    <a:pt x="2383" y="555"/>
                  </a:lnTo>
                  <a:lnTo>
                    <a:pt x="2378" y="543"/>
                  </a:lnTo>
                  <a:lnTo>
                    <a:pt x="2368" y="532"/>
                  </a:lnTo>
                  <a:lnTo>
                    <a:pt x="2360" y="515"/>
                  </a:lnTo>
                  <a:lnTo>
                    <a:pt x="2353" y="512"/>
                  </a:lnTo>
                  <a:lnTo>
                    <a:pt x="2352" y="505"/>
                  </a:lnTo>
                  <a:lnTo>
                    <a:pt x="2352" y="497"/>
                  </a:lnTo>
                  <a:lnTo>
                    <a:pt x="2350" y="492"/>
                  </a:lnTo>
                  <a:lnTo>
                    <a:pt x="2350" y="484"/>
                  </a:lnTo>
                  <a:lnTo>
                    <a:pt x="2352" y="481"/>
                  </a:lnTo>
                  <a:lnTo>
                    <a:pt x="2355" y="471"/>
                  </a:lnTo>
                  <a:lnTo>
                    <a:pt x="2350" y="464"/>
                  </a:lnTo>
                  <a:lnTo>
                    <a:pt x="2344" y="459"/>
                  </a:lnTo>
                  <a:lnTo>
                    <a:pt x="2342" y="454"/>
                  </a:lnTo>
                  <a:lnTo>
                    <a:pt x="2347" y="453"/>
                  </a:lnTo>
                  <a:lnTo>
                    <a:pt x="2352" y="449"/>
                  </a:lnTo>
                  <a:lnTo>
                    <a:pt x="2352" y="441"/>
                  </a:lnTo>
                  <a:lnTo>
                    <a:pt x="2355" y="440"/>
                  </a:lnTo>
                  <a:lnTo>
                    <a:pt x="2358" y="436"/>
                  </a:lnTo>
                  <a:lnTo>
                    <a:pt x="2360" y="431"/>
                  </a:lnTo>
                  <a:lnTo>
                    <a:pt x="2362" y="423"/>
                  </a:lnTo>
                  <a:lnTo>
                    <a:pt x="2365" y="416"/>
                  </a:lnTo>
                  <a:lnTo>
                    <a:pt x="2370" y="408"/>
                  </a:lnTo>
                  <a:lnTo>
                    <a:pt x="2368" y="405"/>
                  </a:lnTo>
                  <a:lnTo>
                    <a:pt x="2367" y="400"/>
                  </a:lnTo>
                  <a:lnTo>
                    <a:pt x="2368" y="395"/>
                  </a:lnTo>
                  <a:lnTo>
                    <a:pt x="2370" y="385"/>
                  </a:lnTo>
                  <a:lnTo>
                    <a:pt x="2368" y="377"/>
                  </a:lnTo>
                  <a:lnTo>
                    <a:pt x="2373" y="370"/>
                  </a:lnTo>
                  <a:lnTo>
                    <a:pt x="2373" y="367"/>
                  </a:lnTo>
                  <a:lnTo>
                    <a:pt x="2370" y="364"/>
                  </a:lnTo>
                  <a:lnTo>
                    <a:pt x="2372" y="357"/>
                  </a:lnTo>
                  <a:lnTo>
                    <a:pt x="2375" y="351"/>
                  </a:lnTo>
                  <a:lnTo>
                    <a:pt x="2383" y="342"/>
                  </a:lnTo>
                  <a:lnTo>
                    <a:pt x="2388" y="339"/>
                  </a:lnTo>
                  <a:lnTo>
                    <a:pt x="2388" y="332"/>
                  </a:lnTo>
                  <a:lnTo>
                    <a:pt x="2386" y="326"/>
                  </a:lnTo>
                  <a:lnTo>
                    <a:pt x="2380" y="319"/>
                  </a:lnTo>
                  <a:lnTo>
                    <a:pt x="2386" y="316"/>
                  </a:lnTo>
                  <a:lnTo>
                    <a:pt x="2383" y="311"/>
                  </a:lnTo>
                  <a:lnTo>
                    <a:pt x="2380" y="308"/>
                  </a:lnTo>
                  <a:lnTo>
                    <a:pt x="2378" y="301"/>
                  </a:lnTo>
                  <a:lnTo>
                    <a:pt x="2377" y="298"/>
                  </a:lnTo>
                  <a:lnTo>
                    <a:pt x="2377" y="290"/>
                  </a:lnTo>
                  <a:lnTo>
                    <a:pt x="2390" y="290"/>
                  </a:lnTo>
                  <a:lnTo>
                    <a:pt x="2390" y="281"/>
                  </a:lnTo>
                  <a:lnTo>
                    <a:pt x="2383" y="285"/>
                  </a:lnTo>
                  <a:lnTo>
                    <a:pt x="2378" y="283"/>
                  </a:lnTo>
                  <a:lnTo>
                    <a:pt x="2372" y="283"/>
                  </a:lnTo>
                  <a:lnTo>
                    <a:pt x="2367" y="286"/>
                  </a:lnTo>
                  <a:lnTo>
                    <a:pt x="2365" y="290"/>
                  </a:lnTo>
                  <a:lnTo>
                    <a:pt x="2363" y="295"/>
                  </a:lnTo>
                  <a:lnTo>
                    <a:pt x="2360" y="299"/>
                  </a:lnTo>
                  <a:lnTo>
                    <a:pt x="2358" y="303"/>
                  </a:lnTo>
                  <a:lnTo>
                    <a:pt x="2363" y="306"/>
                  </a:lnTo>
                  <a:lnTo>
                    <a:pt x="2368" y="311"/>
                  </a:lnTo>
                  <a:lnTo>
                    <a:pt x="2372" y="318"/>
                  </a:lnTo>
                  <a:lnTo>
                    <a:pt x="2375" y="326"/>
                  </a:lnTo>
                  <a:lnTo>
                    <a:pt x="2368" y="323"/>
                  </a:lnTo>
                  <a:lnTo>
                    <a:pt x="2363" y="321"/>
                  </a:lnTo>
                  <a:lnTo>
                    <a:pt x="2360" y="324"/>
                  </a:lnTo>
                  <a:lnTo>
                    <a:pt x="2358" y="327"/>
                  </a:lnTo>
                  <a:lnTo>
                    <a:pt x="2358" y="334"/>
                  </a:lnTo>
                  <a:lnTo>
                    <a:pt x="2360" y="342"/>
                  </a:lnTo>
                  <a:lnTo>
                    <a:pt x="2353" y="352"/>
                  </a:lnTo>
                  <a:lnTo>
                    <a:pt x="2352" y="359"/>
                  </a:lnTo>
                  <a:lnTo>
                    <a:pt x="2348" y="357"/>
                  </a:lnTo>
                  <a:lnTo>
                    <a:pt x="2335" y="347"/>
                  </a:lnTo>
                  <a:lnTo>
                    <a:pt x="2330" y="344"/>
                  </a:lnTo>
                  <a:lnTo>
                    <a:pt x="2330" y="337"/>
                  </a:lnTo>
                  <a:lnTo>
                    <a:pt x="2332" y="332"/>
                  </a:lnTo>
                  <a:lnTo>
                    <a:pt x="2325" y="326"/>
                  </a:lnTo>
                  <a:lnTo>
                    <a:pt x="2324" y="316"/>
                  </a:lnTo>
                  <a:lnTo>
                    <a:pt x="2317" y="329"/>
                  </a:lnTo>
                  <a:lnTo>
                    <a:pt x="2314" y="323"/>
                  </a:lnTo>
                  <a:lnTo>
                    <a:pt x="2309" y="323"/>
                  </a:lnTo>
                  <a:lnTo>
                    <a:pt x="2309" y="332"/>
                  </a:lnTo>
                  <a:lnTo>
                    <a:pt x="2301" y="337"/>
                  </a:lnTo>
                  <a:lnTo>
                    <a:pt x="2294" y="337"/>
                  </a:lnTo>
                  <a:lnTo>
                    <a:pt x="2297" y="342"/>
                  </a:lnTo>
                  <a:lnTo>
                    <a:pt x="2296" y="346"/>
                  </a:lnTo>
                  <a:lnTo>
                    <a:pt x="2292" y="349"/>
                  </a:lnTo>
                  <a:lnTo>
                    <a:pt x="2292" y="354"/>
                  </a:lnTo>
                  <a:lnTo>
                    <a:pt x="2289" y="367"/>
                  </a:lnTo>
                  <a:lnTo>
                    <a:pt x="2294" y="374"/>
                  </a:lnTo>
                  <a:lnTo>
                    <a:pt x="2291" y="380"/>
                  </a:lnTo>
                  <a:lnTo>
                    <a:pt x="2286" y="395"/>
                  </a:lnTo>
                  <a:lnTo>
                    <a:pt x="2287" y="402"/>
                  </a:lnTo>
                  <a:lnTo>
                    <a:pt x="2287" y="408"/>
                  </a:lnTo>
                  <a:lnTo>
                    <a:pt x="2292" y="412"/>
                  </a:lnTo>
                  <a:lnTo>
                    <a:pt x="2302" y="412"/>
                  </a:lnTo>
                  <a:lnTo>
                    <a:pt x="2306" y="418"/>
                  </a:lnTo>
                  <a:lnTo>
                    <a:pt x="2296" y="423"/>
                  </a:lnTo>
                  <a:lnTo>
                    <a:pt x="2286" y="430"/>
                  </a:lnTo>
                  <a:lnTo>
                    <a:pt x="2279" y="433"/>
                  </a:lnTo>
                  <a:lnTo>
                    <a:pt x="2276" y="440"/>
                  </a:lnTo>
                  <a:lnTo>
                    <a:pt x="2269" y="443"/>
                  </a:lnTo>
                  <a:lnTo>
                    <a:pt x="2268" y="444"/>
                  </a:lnTo>
                  <a:lnTo>
                    <a:pt x="2261" y="449"/>
                  </a:lnTo>
                  <a:lnTo>
                    <a:pt x="2256" y="449"/>
                  </a:lnTo>
                  <a:lnTo>
                    <a:pt x="2253" y="446"/>
                  </a:lnTo>
                  <a:lnTo>
                    <a:pt x="2253" y="443"/>
                  </a:lnTo>
                  <a:lnTo>
                    <a:pt x="2254" y="440"/>
                  </a:lnTo>
                  <a:lnTo>
                    <a:pt x="2259" y="440"/>
                  </a:lnTo>
                  <a:lnTo>
                    <a:pt x="2264" y="431"/>
                  </a:lnTo>
                  <a:lnTo>
                    <a:pt x="2254" y="436"/>
                  </a:lnTo>
                  <a:lnTo>
                    <a:pt x="2250" y="431"/>
                  </a:lnTo>
                  <a:lnTo>
                    <a:pt x="2238" y="431"/>
                  </a:lnTo>
                  <a:lnTo>
                    <a:pt x="2233" y="430"/>
                  </a:lnTo>
                  <a:lnTo>
                    <a:pt x="2226" y="428"/>
                  </a:lnTo>
                  <a:lnTo>
                    <a:pt x="2220" y="431"/>
                  </a:lnTo>
                  <a:lnTo>
                    <a:pt x="2218" y="435"/>
                  </a:lnTo>
                  <a:lnTo>
                    <a:pt x="2220" y="438"/>
                  </a:lnTo>
                  <a:lnTo>
                    <a:pt x="2217" y="443"/>
                  </a:lnTo>
                  <a:lnTo>
                    <a:pt x="2217" y="449"/>
                  </a:lnTo>
                  <a:lnTo>
                    <a:pt x="2212" y="448"/>
                  </a:lnTo>
                  <a:lnTo>
                    <a:pt x="2207" y="451"/>
                  </a:lnTo>
                  <a:lnTo>
                    <a:pt x="2197" y="453"/>
                  </a:lnTo>
                  <a:lnTo>
                    <a:pt x="2192" y="453"/>
                  </a:lnTo>
                  <a:lnTo>
                    <a:pt x="2185" y="451"/>
                  </a:lnTo>
                  <a:lnTo>
                    <a:pt x="2182" y="456"/>
                  </a:lnTo>
                  <a:lnTo>
                    <a:pt x="2190" y="459"/>
                  </a:lnTo>
                  <a:lnTo>
                    <a:pt x="2189" y="464"/>
                  </a:lnTo>
                  <a:lnTo>
                    <a:pt x="2180" y="461"/>
                  </a:lnTo>
                  <a:lnTo>
                    <a:pt x="2174" y="456"/>
                  </a:lnTo>
                  <a:lnTo>
                    <a:pt x="2172" y="458"/>
                  </a:lnTo>
                  <a:lnTo>
                    <a:pt x="2165" y="461"/>
                  </a:lnTo>
                  <a:lnTo>
                    <a:pt x="2149" y="461"/>
                  </a:lnTo>
                  <a:lnTo>
                    <a:pt x="2144" y="463"/>
                  </a:lnTo>
                  <a:lnTo>
                    <a:pt x="2132" y="474"/>
                  </a:lnTo>
                  <a:lnTo>
                    <a:pt x="2132" y="487"/>
                  </a:lnTo>
                  <a:lnTo>
                    <a:pt x="2131" y="494"/>
                  </a:lnTo>
                  <a:lnTo>
                    <a:pt x="2131" y="502"/>
                  </a:lnTo>
                  <a:lnTo>
                    <a:pt x="2129" y="509"/>
                  </a:lnTo>
                  <a:lnTo>
                    <a:pt x="2127" y="512"/>
                  </a:lnTo>
                  <a:lnTo>
                    <a:pt x="2127" y="524"/>
                  </a:lnTo>
                  <a:lnTo>
                    <a:pt x="2124" y="530"/>
                  </a:lnTo>
                  <a:lnTo>
                    <a:pt x="2121" y="543"/>
                  </a:lnTo>
                  <a:lnTo>
                    <a:pt x="2116" y="552"/>
                  </a:lnTo>
                  <a:lnTo>
                    <a:pt x="2114" y="555"/>
                  </a:lnTo>
                  <a:lnTo>
                    <a:pt x="2114" y="565"/>
                  </a:lnTo>
                  <a:lnTo>
                    <a:pt x="2111" y="571"/>
                  </a:lnTo>
                  <a:lnTo>
                    <a:pt x="2111" y="583"/>
                  </a:lnTo>
                  <a:lnTo>
                    <a:pt x="2108" y="588"/>
                  </a:lnTo>
                  <a:lnTo>
                    <a:pt x="2104" y="596"/>
                  </a:lnTo>
                  <a:lnTo>
                    <a:pt x="2101" y="598"/>
                  </a:lnTo>
                  <a:lnTo>
                    <a:pt x="2098" y="606"/>
                  </a:lnTo>
                  <a:lnTo>
                    <a:pt x="2095" y="611"/>
                  </a:lnTo>
                  <a:lnTo>
                    <a:pt x="2104" y="614"/>
                  </a:lnTo>
                  <a:lnTo>
                    <a:pt x="2108" y="611"/>
                  </a:lnTo>
                  <a:lnTo>
                    <a:pt x="2113" y="611"/>
                  </a:lnTo>
                  <a:lnTo>
                    <a:pt x="2121" y="621"/>
                  </a:lnTo>
                  <a:lnTo>
                    <a:pt x="2119" y="624"/>
                  </a:lnTo>
                  <a:lnTo>
                    <a:pt x="2124" y="631"/>
                  </a:lnTo>
                  <a:lnTo>
                    <a:pt x="2127" y="629"/>
                  </a:lnTo>
                  <a:lnTo>
                    <a:pt x="2127" y="622"/>
                  </a:lnTo>
                  <a:lnTo>
                    <a:pt x="2124" y="619"/>
                  </a:lnTo>
                  <a:lnTo>
                    <a:pt x="2124" y="613"/>
                  </a:lnTo>
                  <a:lnTo>
                    <a:pt x="2131" y="613"/>
                  </a:lnTo>
                  <a:lnTo>
                    <a:pt x="2131" y="616"/>
                  </a:lnTo>
                  <a:lnTo>
                    <a:pt x="2134" y="619"/>
                  </a:lnTo>
                  <a:lnTo>
                    <a:pt x="2136" y="619"/>
                  </a:lnTo>
                  <a:lnTo>
                    <a:pt x="2134" y="622"/>
                  </a:lnTo>
                  <a:lnTo>
                    <a:pt x="2134" y="629"/>
                  </a:lnTo>
                  <a:lnTo>
                    <a:pt x="2139" y="629"/>
                  </a:lnTo>
                  <a:lnTo>
                    <a:pt x="2142" y="631"/>
                  </a:lnTo>
                  <a:lnTo>
                    <a:pt x="2147" y="626"/>
                  </a:lnTo>
                  <a:lnTo>
                    <a:pt x="2151" y="629"/>
                  </a:lnTo>
                  <a:lnTo>
                    <a:pt x="2151" y="622"/>
                  </a:lnTo>
                  <a:lnTo>
                    <a:pt x="2149" y="617"/>
                  </a:lnTo>
                  <a:lnTo>
                    <a:pt x="2149" y="611"/>
                  </a:lnTo>
                  <a:lnTo>
                    <a:pt x="2157" y="611"/>
                  </a:lnTo>
                  <a:lnTo>
                    <a:pt x="2162" y="608"/>
                  </a:lnTo>
                  <a:lnTo>
                    <a:pt x="2167" y="613"/>
                  </a:lnTo>
                  <a:lnTo>
                    <a:pt x="2170" y="614"/>
                  </a:lnTo>
                  <a:lnTo>
                    <a:pt x="2175" y="619"/>
                  </a:lnTo>
                  <a:lnTo>
                    <a:pt x="2179" y="624"/>
                  </a:lnTo>
                  <a:lnTo>
                    <a:pt x="2185" y="627"/>
                  </a:lnTo>
                  <a:lnTo>
                    <a:pt x="2193" y="629"/>
                  </a:lnTo>
                  <a:lnTo>
                    <a:pt x="2197" y="632"/>
                  </a:lnTo>
                  <a:lnTo>
                    <a:pt x="2193" y="636"/>
                  </a:lnTo>
                  <a:lnTo>
                    <a:pt x="2193" y="639"/>
                  </a:lnTo>
                  <a:lnTo>
                    <a:pt x="2197" y="641"/>
                  </a:lnTo>
                  <a:lnTo>
                    <a:pt x="2200" y="644"/>
                  </a:lnTo>
                  <a:lnTo>
                    <a:pt x="2200" y="649"/>
                  </a:lnTo>
                  <a:lnTo>
                    <a:pt x="2203" y="654"/>
                  </a:lnTo>
                  <a:lnTo>
                    <a:pt x="2207" y="657"/>
                  </a:lnTo>
                  <a:lnTo>
                    <a:pt x="2212" y="659"/>
                  </a:lnTo>
                  <a:lnTo>
                    <a:pt x="2215" y="664"/>
                  </a:lnTo>
                  <a:lnTo>
                    <a:pt x="2215" y="690"/>
                  </a:lnTo>
                  <a:lnTo>
                    <a:pt x="2218" y="697"/>
                  </a:lnTo>
                  <a:lnTo>
                    <a:pt x="2220" y="705"/>
                  </a:lnTo>
                  <a:lnTo>
                    <a:pt x="2220" y="713"/>
                  </a:lnTo>
                  <a:lnTo>
                    <a:pt x="2221" y="716"/>
                  </a:lnTo>
                  <a:lnTo>
                    <a:pt x="2225" y="721"/>
                  </a:lnTo>
                  <a:lnTo>
                    <a:pt x="2225" y="726"/>
                  </a:lnTo>
                  <a:lnTo>
                    <a:pt x="2226" y="731"/>
                  </a:lnTo>
                  <a:lnTo>
                    <a:pt x="2231" y="734"/>
                  </a:lnTo>
                  <a:lnTo>
                    <a:pt x="2236" y="741"/>
                  </a:lnTo>
                  <a:lnTo>
                    <a:pt x="2236" y="746"/>
                  </a:lnTo>
                  <a:lnTo>
                    <a:pt x="2240" y="754"/>
                  </a:lnTo>
                  <a:lnTo>
                    <a:pt x="2240" y="771"/>
                  </a:lnTo>
                  <a:lnTo>
                    <a:pt x="2238" y="777"/>
                  </a:lnTo>
                  <a:lnTo>
                    <a:pt x="2231" y="784"/>
                  </a:lnTo>
                  <a:lnTo>
                    <a:pt x="2230" y="787"/>
                  </a:lnTo>
                  <a:lnTo>
                    <a:pt x="2230" y="792"/>
                  </a:lnTo>
                  <a:lnTo>
                    <a:pt x="2228" y="800"/>
                  </a:lnTo>
                  <a:lnTo>
                    <a:pt x="2228" y="809"/>
                  </a:lnTo>
                  <a:lnTo>
                    <a:pt x="2226" y="815"/>
                  </a:lnTo>
                  <a:lnTo>
                    <a:pt x="2230" y="822"/>
                  </a:lnTo>
                  <a:lnTo>
                    <a:pt x="2226" y="832"/>
                  </a:lnTo>
                  <a:lnTo>
                    <a:pt x="2226" y="838"/>
                  </a:lnTo>
                  <a:lnTo>
                    <a:pt x="2223" y="846"/>
                  </a:lnTo>
                  <a:lnTo>
                    <a:pt x="2223" y="855"/>
                  </a:lnTo>
                  <a:lnTo>
                    <a:pt x="2221" y="863"/>
                  </a:lnTo>
                  <a:lnTo>
                    <a:pt x="2221" y="866"/>
                  </a:lnTo>
                  <a:lnTo>
                    <a:pt x="2217" y="873"/>
                  </a:lnTo>
                  <a:lnTo>
                    <a:pt x="2217" y="884"/>
                  </a:lnTo>
                  <a:lnTo>
                    <a:pt x="2212" y="888"/>
                  </a:lnTo>
                  <a:lnTo>
                    <a:pt x="2212" y="906"/>
                  </a:lnTo>
                  <a:lnTo>
                    <a:pt x="2205" y="907"/>
                  </a:lnTo>
                  <a:lnTo>
                    <a:pt x="2203" y="909"/>
                  </a:lnTo>
                  <a:lnTo>
                    <a:pt x="2198" y="909"/>
                  </a:lnTo>
                  <a:lnTo>
                    <a:pt x="2192" y="907"/>
                  </a:lnTo>
                  <a:lnTo>
                    <a:pt x="2187" y="907"/>
                  </a:lnTo>
                  <a:lnTo>
                    <a:pt x="2182" y="911"/>
                  </a:lnTo>
                  <a:lnTo>
                    <a:pt x="2180" y="902"/>
                  </a:lnTo>
                  <a:lnTo>
                    <a:pt x="2169" y="901"/>
                  </a:lnTo>
                  <a:lnTo>
                    <a:pt x="2167" y="904"/>
                  </a:lnTo>
                  <a:lnTo>
                    <a:pt x="2164" y="907"/>
                  </a:lnTo>
                  <a:lnTo>
                    <a:pt x="2167" y="917"/>
                  </a:lnTo>
                  <a:lnTo>
                    <a:pt x="2165" y="921"/>
                  </a:lnTo>
                  <a:lnTo>
                    <a:pt x="2164" y="926"/>
                  </a:lnTo>
                  <a:lnTo>
                    <a:pt x="2162" y="929"/>
                  </a:lnTo>
                  <a:lnTo>
                    <a:pt x="2159" y="932"/>
                  </a:lnTo>
                  <a:lnTo>
                    <a:pt x="2160" y="944"/>
                  </a:lnTo>
                  <a:lnTo>
                    <a:pt x="2160" y="947"/>
                  </a:lnTo>
                  <a:lnTo>
                    <a:pt x="2162" y="950"/>
                  </a:lnTo>
                  <a:lnTo>
                    <a:pt x="2162" y="952"/>
                  </a:lnTo>
                  <a:lnTo>
                    <a:pt x="2160" y="958"/>
                  </a:lnTo>
                  <a:lnTo>
                    <a:pt x="2159" y="963"/>
                  </a:lnTo>
                  <a:lnTo>
                    <a:pt x="2154" y="970"/>
                  </a:lnTo>
                  <a:lnTo>
                    <a:pt x="2149" y="973"/>
                  </a:lnTo>
                  <a:lnTo>
                    <a:pt x="2149" y="980"/>
                  </a:lnTo>
                  <a:lnTo>
                    <a:pt x="2146" y="983"/>
                  </a:lnTo>
                  <a:lnTo>
                    <a:pt x="2141" y="986"/>
                  </a:lnTo>
                  <a:lnTo>
                    <a:pt x="2144" y="993"/>
                  </a:lnTo>
                  <a:lnTo>
                    <a:pt x="2147" y="998"/>
                  </a:lnTo>
                  <a:lnTo>
                    <a:pt x="2152" y="1000"/>
                  </a:lnTo>
                  <a:lnTo>
                    <a:pt x="2156" y="1005"/>
                  </a:lnTo>
                  <a:lnTo>
                    <a:pt x="2156" y="1010"/>
                  </a:lnTo>
                  <a:lnTo>
                    <a:pt x="2160" y="1013"/>
                  </a:lnTo>
                  <a:lnTo>
                    <a:pt x="2164" y="1014"/>
                  </a:lnTo>
                  <a:lnTo>
                    <a:pt x="2170" y="1019"/>
                  </a:lnTo>
                  <a:lnTo>
                    <a:pt x="2175" y="1024"/>
                  </a:lnTo>
                  <a:lnTo>
                    <a:pt x="2179" y="1029"/>
                  </a:lnTo>
                  <a:lnTo>
                    <a:pt x="2180" y="1034"/>
                  </a:lnTo>
                  <a:lnTo>
                    <a:pt x="2189" y="1042"/>
                  </a:lnTo>
                  <a:lnTo>
                    <a:pt x="2192" y="1047"/>
                  </a:lnTo>
                  <a:lnTo>
                    <a:pt x="2192" y="1061"/>
                  </a:lnTo>
                  <a:lnTo>
                    <a:pt x="2195" y="1064"/>
                  </a:lnTo>
                  <a:lnTo>
                    <a:pt x="2197" y="1067"/>
                  </a:lnTo>
                  <a:lnTo>
                    <a:pt x="2198" y="1072"/>
                  </a:lnTo>
                  <a:lnTo>
                    <a:pt x="2198" y="1079"/>
                  </a:lnTo>
                  <a:lnTo>
                    <a:pt x="2197" y="1084"/>
                  </a:lnTo>
                  <a:lnTo>
                    <a:pt x="2187" y="1080"/>
                  </a:lnTo>
                  <a:lnTo>
                    <a:pt x="2182" y="1080"/>
                  </a:lnTo>
                  <a:lnTo>
                    <a:pt x="2185" y="1084"/>
                  </a:lnTo>
                  <a:lnTo>
                    <a:pt x="2189" y="1085"/>
                  </a:lnTo>
                  <a:lnTo>
                    <a:pt x="2185" y="1089"/>
                  </a:lnTo>
                  <a:lnTo>
                    <a:pt x="2184" y="1094"/>
                  </a:lnTo>
                  <a:lnTo>
                    <a:pt x="2179" y="1095"/>
                  </a:lnTo>
                  <a:lnTo>
                    <a:pt x="2177" y="1092"/>
                  </a:lnTo>
                  <a:lnTo>
                    <a:pt x="2175" y="1097"/>
                  </a:lnTo>
                  <a:lnTo>
                    <a:pt x="2170" y="1102"/>
                  </a:lnTo>
                  <a:lnTo>
                    <a:pt x="2169" y="1102"/>
                  </a:lnTo>
                  <a:lnTo>
                    <a:pt x="2167" y="1103"/>
                  </a:lnTo>
                  <a:lnTo>
                    <a:pt x="2162" y="1105"/>
                  </a:lnTo>
                  <a:lnTo>
                    <a:pt x="2157" y="1100"/>
                  </a:lnTo>
                  <a:lnTo>
                    <a:pt x="2159" y="1097"/>
                  </a:lnTo>
                  <a:lnTo>
                    <a:pt x="2156" y="1095"/>
                  </a:lnTo>
                  <a:lnTo>
                    <a:pt x="2152" y="1089"/>
                  </a:lnTo>
                  <a:lnTo>
                    <a:pt x="2151" y="1084"/>
                  </a:lnTo>
                  <a:lnTo>
                    <a:pt x="2151" y="1080"/>
                  </a:lnTo>
                  <a:lnTo>
                    <a:pt x="2152" y="1079"/>
                  </a:lnTo>
                  <a:lnTo>
                    <a:pt x="2154" y="1075"/>
                  </a:lnTo>
                  <a:lnTo>
                    <a:pt x="2154" y="1074"/>
                  </a:lnTo>
                  <a:lnTo>
                    <a:pt x="2151" y="1066"/>
                  </a:lnTo>
                  <a:lnTo>
                    <a:pt x="2149" y="1062"/>
                  </a:lnTo>
                  <a:lnTo>
                    <a:pt x="2137" y="1051"/>
                  </a:lnTo>
                  <a:lnTo>
                    <a:pt x="2141" y="1049"/>
                  </a:lnTo>
                  <a:lnTo>
                    <a:pt x="2144" y="1049"/>
                  </a:lnTo>
                  <a:lnTo>
                    <a:pt x="2144" y="1039"/>
                  </a:lnTo>
                  <a:lnTo>
                    <a:pt x="2141" y="1034"/>
                  </a:lnTo>
                  <a:lnTo>
                    <a:pt x="2137" y="1033"/>
                  </a:lnTo>
                  <a:lnTo>
                    <a:pt x="2134" y="1034"/>
                  </a:lnTo>
                  <a:lnTo>
                    <a:pt x="2129" y="1034"/>
                  </a:lnTo>
                  <a:lnTo>
                    <a:pt x="2126" y="1029"/>
                  </a:lnTo>
                  <a:lnTo>
                    <a:pt x="2124" y="1034"/>
                  </a:lnTo>
                  <a:lnTo>
                    <a:pt x="2123" y="1034"/>
                  </a:lnTo>
                  <a:lnTo>
                    <a:pt x="2121" y="1031"/>
                  </a:lnTo>
                  <a:lnTo>
                    <a:pt x="2116" y="1031"/>
                  </a:lnTo>
                  <a:lnTo>
                    <a:pt x="2111" y="1028"/>
                  </a:lnTo>
                  <a:lnTo>
                    <a:pt x="2111" y="1023"/>
                  </a:lnTo>
                  <a:lnTo>
                    <a:pt x="2113" y="1016"/>
                  </a:lnTo>
                  <a:lnTo>
                    <a:pt x="2113" y="1005"/>
                  </a:lnTo>
                  <a:lnTo>
                    <a:pt x="2109" y="1001"/>
                  </a:lnTo>
                  <a:lnTo>
                    <a:pt x="2108" y="995"/>
                  </a:lnTo>
                  <a:lnTo>
                    <a:pt x="2099" y="995"/>
                  </a:lnTo>
                  <a:lnTo>
                    <a:pt x="2095" y="990"/>
                  </a:lnTo>
                  <a:lnTo>
                    <a:pt x="2093" y="986"/>
                  </a:lnTo>
                  <a:lnTo>
                    <a:pt x="2090" y="991"/>
                  </a:lnTo>
                  <a:lnTo>
                    <a:pt x="2088" y="990"/>
                  </a:lnTo>
                  <a:lnTo>
                    <a:pt x="2081" y="990"/>
                  </a:lnTo>
                  <a:lnTo>
                    <a:pt x="2078" y="993"/>
                  </a:lnTo>
                  <a:lnTo>
                    <a:pt x="2073" y="1000"/>
                  </a:lnTo>
                  <a:lnTo>
                    <a:pt x="2068" y="1005"/>
                  </a:lnTo>
                  <a:lnTo>
                    <a:pt x="2066" y="1008"/>
                  </a:lnTo>
                  <a:lnTo>
                    <a:pt x="2065" y="1010"/>
                  </a:lnTo>
                  <a:lnTo>
                    <a:pt x="2065" y="1011"/>
                  </a:lnTo>
                  <a:lnTo>
                    <a:pt x="2063" y="1011"/>
                  </a:lnTo>
                  <a:lnTo>
                    <a:pt x="2060" y="1014"/>
                  </a:lnTo>
                  <a:lnTo>
                    <a:pt x="2057" y="1016"/>
                  </a:lnTo>
                  <a:lnTo>
                    <a:pt x="2053" y="1013"/>
                  </a:lnTo>
                  <a:lnTo>
                    <a:pt x="2057" y="1008"/>
                  </a:lnTo>
                  <a:lnTo>
                    <a:pt x="2058" y="1006"/>
                  </a:lnTo>
                  <a:lnTo>
                    <a:pt x="2050" y="998"/>
                  </a:lnTo>
                  <a:lnTo>
                    <a:pt x="2052" y="990"/>
                  </a:lnTo>
                  <a:lnTo>
                    <a:pt x="2055" y="983"/>
                  </a:lnTo>
                  <a:lnTo>
                    <a:pt x="2053" y="977"/>
                  </a:lnTo>
                  <a:lnTo>
                    <a:pt x="2057" y="973"/>
                  </a:lnTo>
                  <a:lnTo>
                    <a:pt x="2052" y="970"/>
                  </a:lnTo>
                  <a:lnTo>
                    <a:pt x="2047" y="970"/>
                  </a:lnTo>
                  <a:lnTo>
                    <a:pt x="2037" y="977"/>
                  </a:lnTo>
                  <a:lnTo>
                    <a:pt x="2032" y="985"/>
                  </a:lnTo>
                  <a:lnTo>
                    <a:pt x="2027" y="996"/>
                  </a:lnTo>
                  <a:lnTo>
                    <a:pt x="2024" y="1000"/>
                  </a:lnTo>
                  <a:lnTo>
                    <a:pt x="2020" y="1006"/>
                  </a:lnTo>
                  <a:lnTo>
                    <a:pt x="2020" y="1011"/>
                  </a:lnTo>
                  <a:lnTo>
                    <a:pt x="2017" y="1014"/>
                  </a:lnTo>
                  <a:lnTo>
                    <a:pt x="2005" y="1014"/>
                  </a:lnTo>
                  <a:lnTo>
                    <a:pt x="2001" y="1019"/>
                  </a:lnTo>
                  <a:lnTo>
                    <a:pt x="2001" y="1023"/>
                  </a:lnTo>
                  <a:lnTo>
                    <a:pt x="2004" y="1028"/>
                  </a:lnTo>
                  <a:lnTo>
                    <a:pt x="2009" y="1031"/>
                  </a:lnTo>
                  <a:lnTo>
                    <a:pt x="2012" y="1034"/>
                  </a:lnTo>
                  <a:lnTo>
                    <a:pt x="2012" y="1039"/>
                  </a:lnTo>
                  <a:lnTo>
                    <a:pt x="2022" y="1039"/>
                  </a:lnTo>
                  <a:lnTo>
                    <a:pt x="2024" y="1041"/>
                  </a:lnTo>
                  <a:lnTo>
                    <a:pt x="2025" y="1046"/>
                  </a:lnTo>
                  <a:lnTo>
                    <a:pt x="2020" y="1049"/>
                  </a:lnTo>
                  <a:lnTo>
                    <a:pt x="2027" y="1052"/>
                  </a:lnTo>
                  <a:lnTo>
                    <a:pt x="2032" y="1054"/>
                  </a:lnTo>
                  <a:lnTo>
                    <a:pt x="2042" y="1054"/>
                  </a:lnTo>
                  <a:lnTo>
                    <a:pt x="2045" y="1052"/>
                  </a:lnTo>
                  <a:lnTo>
                    <a:pt x="2048" y="1047"/>
                  </a:lnTo>
                  <a:lnTo>
                    <a:pt x="2048" y="1041"/>
                  </a:lnTo>
                  <a:lnTo>
                    <a:pt x="2052" y="1039"/>
                  </a:lnTo>
                  <a:lnTo>
                    <a:pt x="2058" y="1039"/>
                  </a:lnTo>
                  <a:lnTo>
                    <a:pt x="2062" y="1041"/>
                  </a:lnTo>
                  <a:lnTo>
                    <a:pt x="2066" y="1042"/>
                  </a:lnTo>
                  <a:lnTo>
                    <a:pt x="2068" y="1042"/>
                  </a:lnTo>
                  <a:lnTo>
                    <a:pt x="2073" y="1041"/>
                  </a:lnTo>
                  <a:lnTo>
                    <a:pt x="2076" y="1041"/>
                  </a:lnTo>
                  <a:lnTo>
                    <a:pt x="2080" y="1042"/>
                  </a:lnTo>
                  <a:lnTo>
                    <a:pt x="2088" y="1041"/>
                  </a:lnTo>
                  <a:lnTo>
                    <a:pt x="2086" y="1046"/>
                  </a:lnTo>
                  <a:lnTo>
                    <a:pt x="2085" y="1049"/>
                  </a:lnTo>
                  <a:lnTo>
                    <a:pt x="2086" y="1052"/>
                  </a:lnTo>
                  <a:lnTo>
                    <a:pt x="2086" y="1056"/>
                  </a:lnTo>
                  <a:lnTo>
                    <a:pt x="2080" y="1056"/>
                  </a:lnTo>
                  <a:lnTo>
                    <a:pt x="2075" y="1057"/>
                  </a:lnTo>
                  <a:lnTo>
                    <a:pt x="2071" y="1057"/>
                  </a:lnTo>
                  <a:lnTo>
                    <a:pt x="2068" y="1062"/>
                  </a:lnTo>
                  <a:lnTo>
                    <a:pt x="2065" y="1066"/>
                  </a:lnTo>
                  <a:lnTo>
                    <a:pt x="2065" y="1069"/>
                  </a:lnTo>
                  <a:lnTo>
                    <a:pt x="2063" y="1071"/>
                  </a:lnTo>
                  <a:lnTo>
                    <a:pt x="2062" y="1074"/>
                  </a:lnTo>
                  <a:lnTo>
                    <a:pt x="2058" y="1077"/>
                  </a:lnTo>
                  <a:lnTo>
                    <a:pt x="2058" y="1079"/>
                  </a:lnTo>
                  <a:lnTo>
                    <a:pt x="2057" y="1080"/>
                  </a:lnTo>
                  <a:lnTo>
                    <a:pt x="2057" y="1082"/>
                  </a:lnTo>
                  <a:lnTo>
                    <a:pt x="2055" y="1082"/>
                  </a:lnTo>
                  <a:lnTo>
                    <a:pt x="2053" y="1084"/>
                  </a:lnTo>
                  <a:lnTo>
                    <a:pt x="2053" y="1089"/>
                  </a:lnTo>
                  <a:lnTo>
                    <a:pt x="2058" y="1094"/>
                  </a:lnTo>
                  <a:lnTo>
                    <a:pt x="2055" y="1103"/>
                  </a:lnTo>
                  <a:lnTo>
                    <a:pt x="2057" y="1107"/>
                  </a:lnTo>
                  <a:lnTo>
                    <a:pt x="2062" y="1112"/>
                  </a:lnTo>
                  <a:lnTo>
                    <a:pt x="2066" y="1113"/>
                  </a:lnTo>
                  <a:lnTo>
                    <a:pt x="2071" y="1118"/>
                  </a:lnTo>
                  <a:lnTo>
                    <a:pt x="2076" y="1127"/>
                  </a:lnTo>
                  <a:lnTo>
                    <a:pt x="2091" y="1146"/>
                  </a:lnTo>
                  <a:lnTo>
                    <a:pt x="2098" y="1148"/>
                  </a:lnTo>
                  <a:lnTo>
                    <a:pt x="2098" y="1153"/>
                  </a:lnTo>
                  <a:lnTo>
                    <a:pt x="2103" y="1155"/>
                  </a:lnTo>
                  <a:lnTo>
                    <a:pt x="2106" y="1158"/>
                  </a:lnTo>
                  <a:lnTo>
                    <a:pt x="2109" y="1163"/>
                  </a:lnTo>
                  <a:lnTo>
                    <a:pt x="2096" y="1163"/>
                  </a:lnTo>
                  <a:lnTo>
                    <a:pt x="2095" y="1164"/>
                  </a:lnTo>
                  <a:lnTo>
                    <a:pt x="2096" y="1168"/>
                  </a:lnTo>
                  <a:lnTo>
                    <a:pt x="2103" y="1168"/>
                  </a:lnTo>
                  <a:lnTo>
                    <a:pt x="2108" y="1171"/>
                  </a:lnTo>
                  <a:lnTo>
                    <a:pt x="2113" y="1178"/>
                  </a:lnTo>
                  <a:lnTo>
                    <a:pt x="2116" y="1183"/>
                  </a:lnTo>
                  <a:lnTo>
                    <a:pt x="2116" y="1186"/>
                  </a:lnTo>
                  <a:lnTo>
                    <a:pt x="2109" y="1191"/>
                  </a:lnTo>
                  <a:lnTo>
                    <a:pt x="2103" y="1194"/>
                  </a:lnTo>
                  <a:lnTo>
                    <a:pt x="2095" y="1194"/>
                  </a:lnTo>
                  <a:lnTo>
                    <a:pt x="2095" y="1196"/>
                  </a:lnTo>
                  <a:lnTo>
                    <a:pt x="2099" y="1197"/>
                  </a:lnTo>
                  <a:lnTo>
                    <a:pt x="2121" y="1197"/>
                  </a:lnTo>
                  <a:lnTo>
                    <a:pt x="2123" y="1202"/>
                  </a:lnTo>
                  <a:lnTo>
                    <a:pt x="2123" y="1209"/>
                  </a:lnTo>
                  <a:lnTo>
                    <a:pt x="2124" y="1212"/>
                  </a:lnTo>
                  <a:lnTo>
                    <a:pt x="2126" y="1217"/>
                  </a:lnTo>
                  <a:lnTo>
                    <a:pt x="2123" y="1225"/>
                  </a:lnTo>
                  <a:lnTo>
                    <a:pt x="2123" y="1235"/>
                  </a:lnTo>
                  <a:lnTo>
                    <a:pt x="2116" y="1242"/>
                  </a:lnTo>
                  <a:lnTo>
                    <a:pt x="2113" y="1247"/>
                  </a:lnTo>
                  <a:lnTo>
                    <a:pt x="2113" y="1255"/>
                  </a:lnTo>
                  <a:lnTo>
                    <a:pt x="2109" y="1260"/>
                  </a:lnTo>
                  <a:lnTo>
                    <a:pt x="2113" y="1263"/>
                  </a:lnTo>
                  <a:lnTo>
                    <a:pt x="2114" y="1267"/>
                  </a:lnTo>
                  <a:lnTo>
                    <a:pt x="2109" y="1271"/>
                  </a:lnTo>
                  <a:lnTo>
                    <a:pt x="2108" y="1276"/>
                  </a:lnTo>
                  <a:lnTo>
                    <a:pt x="2108" y="1285"/>
                  </a:lnTo>
                  <a:lnTo>
                    <a:pt x="2103" y="1286"/>
                  </a:lnTo>
                  <a:lnTo>
                    <a:pt x="2103" y="1300"/>
                  </a:lnTo>
                  <a:lnTo>
                    <a:pt x="2099" y="1301"/>
                  </a:lnTo>
                  <a:lnTo>
                    <a:pt x="2099" y="1306"/>
                  </a:lnTo>
                  <a:lnTo>
                    <a:pt x="2093" y="1311"/>
                  </a:lnTo>
                  <a:lnTo>
                    <a:pt x="2091" y="1314"/>
                  </a:lnTo>
                  <a:lnTo>
                    <a:pt x="2086" y="1316"/>
                  </a:lnTo>
                  <a:lnTo>
                    <a:pt x="2090" y="1323"/>
                  </a:lnTo>
                  <a:lnTo>
                    <a:pt x="2088" y="1326"/>
                  </a:lnTo>
                  <a:lnTo>
                    <a:pt x="2083" y="1331"/>
                  </a:lnTo>
                  <a:lnTo>
                    <a:pt x="2078" y="1332"/>
                  </a:lnTo>
                  <a:lnTo>
                    <a:pt x="2076" y="1336"/>
                  </a:lnTo>
                  <a:lnTo>
                    <a:pt x="2071" y="1337"/>
                  </a:lnTo>
                  <a:lnTo>
                    <a:pt x="2071" y="1342"/>
                  </a:lnTo>
                  <a:lnTo>
                    <a:pt x="2070" y="1344"/>
                  </a:lnTo>
                  <a:lnTo>
                    <a:pt x="2070" y="1346"/>
                  </a:lnTo>
                  <a:lnTo>
                    <a:pt x="2066" y="1349"/>
                  </a:lnTo>
                  <a:lnTo>
                    <a:pt x="2060" y="1349"/>
                  </a:lnTo>
                  <a:lnTo>
                    <a:pt x="2053" y="1351"/>
                  </a:lnTo>
                  <a:lnTo>
                    <a:pt x="2048" y="1356"/>
                  </a:lnTo>
                  <a:lnTo>
                    <a:pt x="2045" y="1356"/>
                  </a:lnTo>
                  <a:lnTo>
                    <a:pt x="2045" y="1354"/>
                  </a:lnTo>
                  <a:lnTo>
                    <a:pt x="2040" y="1356"/>
                  </a:lnTo>
                  <a:lnTo>
                    <a:pt x="2038" y="1359"/>
                  </a:lnTo>
                  <a:lnTo>
                    <a:pt x="2032" y="1362"/>
                  </a:lnTo>
                  <a:lnTo>
                    <a:pt x="2024" y="1357"/>
                  </a:lnTo>
                  <a:lnTo>
                    <a:pt x="2025" y="1367"/>
                  </a:lnTo>
                  <a:lnTo>
                    <a:pt x="2022" y="1370"/>
                  </a:lnTo>
                  <a:lnTo>
                    <a:pt x="2012" y="1374"/>
                  </a:lnTo>
                  <a:lnTo>
                    <a:pt x="1999" y="1380"/>
                  </a:lnTo>
                  <a:lnTo>
                    <a:pt x="1991" y="1385"/>
                  </a:lnTo>
                  <a:lnTo>
                    <a:pt x="1987" y="1390"/>
                  </a:lnTo>
                  <a:lnTo>
                    <a:pt x="1986" y="1393"/>
                  </a:lnTo>
                  <a:lnTo>
                    <a:pt x="1986" y="1398"/>
                  </a:lnTo>
                  <a:lnTo>
                    <a:pt x="1991" y="1400"/>
                  </a:lnTo>
                  <a:lnTo>
                    <a:pt x="1987" y="1403"/>
                  </a:lnTo>
                  <a:lnTo>
                    <a:pt x="1981" y="1403"/>
                  </a:lnTo>
                  <a:lnTo>
                    <a:pt x="1979" y="1398"/>
                  </a:lnTo>
                  <a:lnTo>
                    <a:pt x="1976" y="1397"/>
                  </a:lnTo>
                  <a:lnTo>
                    <a:pt x="1974" y="1392"/>
                  </a:lnTo>
                  <a:lnTo>
                    <a:pt x="1976" y="1387"/>
                  </a:lnTo>
                  <a:lnTo>
                    <a:pt x="1968" y="1379"/>
                  </a:lnTo>
                  <a:lnTo>
                    <a:pt x="1966" y="1382"/>
                  </a:lnTo>
                  <a:lnTo>
                    <a:pt x="1961" y="1380"/>
                  </a:lnTo>
                  <a:lnTo>
                    <a:pt x="1954" y="1382"/>
                  </a:lnTo>
                  <a:lnTo>
                    <a:pt x="1953" y="1380"/>
                  </a:lnTo>
                  <a:lnTo>
                    <a:pt x="1939" y="1387"/>
                  </a:lnTo>
                  <a:lnTo>
                    <a:pt x="1938" y="1397"/>
                  </a:lnTo>
                  <a:lnTo>
                    <a:pt x="1931" y="1402"/>
                  </a:lnTo>
                  <a:lnTo>
                    <a:pt x="1923" y="1410"/>
                  </a:lnTo>
                  <a:lnTo>
                    <a:pt x="1920" y="1412"/>
                  </a:lnTo>
                  <a:lnTo>
                    <a:pt x="1916" y="1425"/>
                  </a:lnTo>
                  <a:lnTo>
                    <a:pt x="1916" y="1431"/>
                  </a:lnTo>
                  <a:lnTo>
                    <a:pt x="1918" y="1436"/>
                  </a:lnTo>
                  <a:lnTo>
                    <a:pt x="1923" y="1444"/>
                  </a:lnTo>
                  <a:lnTo>
                    <a:pt x="1939" y="1464"/>
                  </a:lnTo>
                  <a:lnTo>
                    <a:pt x="1941" y="1469"/>
                  </a:lnTo>
                  <a:lnTo>
                    <a:pt x="1946" y="1476"/>
                  </a:lnTo>
                  <a:lnTo>
                    <a:pt x="1953" y="1482"/>
                  </a:lnTo>
                  <a:lnTo>
                    <a:pt x="1964" y="1489"/>
                  </a:lnTo>
                  <a:lnTo>
                    <a:pt x="1972" y="1495"/>
                  </a:lnTo>
                  <a:lnTo>
                    <a:pt x="1977" y="1502"/>
                  </a:lnTo>
                  <a:lnTo>
                    <a:pt x="1984" y="1519"/>
                  </a:lnTo>
                  <a:lnTo>
                    <a:pt x="1989" y="1524"/>
                  </a:lnTo>
                  <a:lnTo>
                    <a:pt x="1987" y="1530"/>
                  </a:lnTo>
                  <a:lnTo>
                    <a:pt x="1989" y="1535"/>
                  </a:lnTo>
                  <a:lnTo>
                    <a:pt x="1989" y="1538"/>
                  </a:lnTo>
                  <a:lnTo>
                    <a:pt x="1987" y="1540"/>
                  </a:lnTo>
                  <a:lnTo>
                    <a:pt x="1989" y="1547"/>
                  </a:lnTo>
                  <a:lnTo>
                    <a:pt x="1987" y="1558"/>
                  </a:lnTo>
                  <a:lnTo>
                    <a:pt x="1987" y="1568"/>
                  </a:lnTo>
                  <a:lnTo>
                    <a:pt x="1984" y="1580"/>
                  </a:lnTo>
                  <a:lnTo>
                    <a:pt x="1981" y="1584"/>
                  </a:lnTo>
                  <a:lnTo>
                    <a:pt x="1974" y="1589"/>
                  </a:lnTo>
                  <a:lnTo>
                    <a:pt x="1966" y="1594"/>
                  </a:lnTo>
                  <a:lnTo>
                    <a:pt x="1959" y="1596"/>
                  </a:lnTo>
                  <a:lnTo>
                    <a:pt x="1954" y="1596"/>
                  </a:lnTo>
                  <a:lnTo>
                    <a:pt x="1951" y="1601"/>
                  </a:lnTo>
                  <a:lnTo>
                    <a:pt x="1953" y="1609"/>
                  </a:lnTo>
                  <a:lnTo>
                    <a:pt x="1948" y="1612"/>
                  </a:lnTo>
                  <a:lnTo>
                    <a:pt x="1944" y="1612"/>
                  </a:lnTo>
                  <a:lnTo>
                    <a:pt x="1941" y="1617"/>
                  </a:lnTo>
                  <a:lnTo>
                    <a:pt x="1938" y="1617"/>
                  </a:lnTo>
                  <a:lnTo>
                    <a:pt x="1935" y="1621"/>
                  </a:lnTo>
                  <a:lnTo>
                    <a:pt x="1928" y="1629"/>
                  </a:lnTo>
                  <a:lnTo>
                    <a:pt x="1925" y="1627"/>
                  </a:lnTo>
                  <a:lnTo>
                    <a:pt x="1920" y="1621"/>
                  </a:lnTo>
                  <a:lnTo>
                    <a:pt x="1918" y="1612"/>
                  </a:lnTo>
                  <a:lnTo>
                    <a:pt x="1918" y="1603"/>
                  </a:lnTo>
                  <a:lnTo>
                    <a:pt x="1916" y="1599"/>
                  </a:lnTo>
                  <a:lnTo>
                    <a:pt x="1915" y="1593"/>
                  </a:lnTo>
                  <a:lnTo>
                    <a:pt x="1910" y="1593"/>
                  </a:lnTo>
                  <a:lnTo>
                    <a:pt x="1905" y="1591"/>
                  </a:lnTo>
                  <a:lnTo>
                    <a:pt x="1903" y="1584"/>
                  </a:lnTo>
                  <a:lnTo>
                    <a:pt x="1900" y="1586"/>
                  </a:lnTo>
                  <a:lnTo>
                    <a:pt x="1897" y="1584"/>
                  </a:lnTo>
                  <a:lnTo>
                    <a:pt x="1892" y="1580"/>
                  </a:lnTo>
                  <a:lnTo>
                    <a:pt x="1893" y="1576"/>
                  </a:lnTo>
                  <a:lnTo>
                    <a:pt x="1890" y="1571"/>
                  </a:lnTo>
                  <a:lnTo>
                    <a:pt x="1888" y="1570"/>
                  </a:lnTo>
                  <a:lnTo>
                    <a:pt x="1885" y="1563"/>
                  </a:lnTo>
                  <a:lnTo>
                    <a:pt x="1875" y="1556"/>
                  </a:lnTo>
                  <a:lnTo>
                    <a:pt x="1874" y="1553"/>
                  </a:lnTo>
                  <a:lnTo>
                    <a:pt x="1869" y="1555"/>
                  </a:lnTo>
                  <a:lnTo>
                    <a:pt x="1859" y="1555"/>
                  </a:lnTo>
                  <a:lnTo>
                    <a:pt x="1857" y="1548"/>
                  </a:lnTo>
                  <a:lnTo>
                    <a:pt x="1857" y="1540"/>
                  </a:lnTo>
                  <a:lnTo>
                    <a:pt x="1852" y="1537"/>
                  </a:lnTo>
                  <a:lnTo>
                    <a:pt x="1849" y="1535"/>
                  </a:lnTo>
                  <a:lnTo>
                    <a:pt x="1841" y="1540"/>
                  </a:lnTo>
                  <a:lnTo>
                    <a:pt x="1841" y="1543"/>
                  </a:lnTo>
                  <a:lnTo>
                    <a:pt x="1845" y="1548"/>
                  </a:lnTo>
                  <a:lnTo>
                    <a:pt x="1844" y="1553"/>
                  </a:lnTo>
                  <a:lnTo>
                    <a:pt x="1844" y="1561"/>
                  </a:lnTo>
                  <a:lnTo>
                    <a:pt x="1842" y="1571"/>
                  </a:lnTo>
                  <a:lnTo>
                    <a:pt x="1841" y="1576"/>
                  </a:lnTo>
                  <a:lnTo>
                    <a:pt x="1841" y="1584"/>
                  </a:lnTo>
                  <a:lnTo>
                    <a:pt x="1837" y="1594"/>
                  </a:lnTo>
                  <a:lnTo>
                    <a:pt x="1837" y="1608"/>
                  </a:lnTo>
                  <a:lnTo>
                    <a:pt x="1841" y="1612"/>
                  </a:lnTo>
                  <a:lnTo>
                    <a:pt x="1845" y="1617"/>
                  </a:lnTo>
                  <a:lnTo>
                    <a:pt x="1847" y="1621"/>
                  </a:lnTo>
                  <a:lnTo>
                    <a:pt x="1850" y="1622"/>
                  </a:lnTo>
                  <a:lnTo>
                    <a:pt x="1850" y="1626"/>
                  </a:lnTo>
                  <a:lnTo>
                    <a:pt x="1852" y="1634"/>
                  </a:lnTo>
                  <a:lnTo>
                    <a:pt x="1857" y="1649"/>
                  </a:lnTo>
                  <a:lnTo>
                    <a:pt x="1864" y="1652"/>
                  </a:lnTo>
                  <a:lnTo>
                    <a:pt x="1870" y="1652"/>
                  </a:lnTo>
                  <a:lnTo>
                    <a:pt x="1872" y="1659"/>
                  </a:lnTo>
                  <a:lnTo>
                    <a:pt x="1874" y="1664"/>
                  </a:lnTo>
                  <a:lnTo>
                    <a:pt x="1878" y="1668"/>
                  </a:lnTo>
                  <a:lnTo>
                    <a:pt x="1882" y="1673"/>
                  </a:lnTo>
                  <a:lnTo>
                    <a:pt x="1887" y="1678"/>
                  </a:lnTo>
                  <a:lnTo>
                    <a:pt x="1888" y="1678"/>
                  </a:lnTo>
                  <a:lnTo>
                    <a:pt x="1892" y="1685"/>
                  </a:lnTo>
                  <a:lnTo>
                    <a:pt x="1898" y="1692"/>
                  </a:lnTo>
                  <a:lnTo>
                    <a:pt x="1903" y="1698"/>
                  </a:lnTo>
                  <a:lnTo>
                    <a:pt x="1907" y="1706"/>
                  </a:lnTo>
                  <a:lnTo>
                    <a:pt x="1907" y="1724"/>
                  </a:lnTo>
                  <a:lnTo>
                    <a:pt x="1905" y="1731"/>
                  </a:lnTo>
                  <a:lnTo>
                    <a:pt x="1911" y="1741"/>
                  </a:lnTo>
                  <a:lnTo>
                    <a:pt x="1913" y="1749"/>
                  </a:lnTo>
                  <a:lnTo>
                    <a:pt x="1916" y="1754"/>
                  </a:lnTo>
                  <a:lnTo>
                    <a:pt x="1921" y="1762"/>
                  </a:lnTo>
                  <a:lnTo>
                    <a:pt x="1920" y="1771"/>
                  </a:lnTo>
                  <a:lnTo>
                    <a:pt x="1916" y="1772"/>
                  </a:lnTo>
                  <a:lnTo>
                    <a:pt x="1911" y="1769"/>
                  </a:lnTo>
                  <a:lnTo>
                    <a:pt x="1905" y="1762"/>
                  </a:lnTo>
                  <a:lnTo>
                    <a:pt x="1897" y="1761"/>
                  </a:lnTo>
                  <a:lnTo>
                    <a:pt x="1892" y="1757"/>
                  </a:lnTo>
                  <a:lnTo>
                    <a:pt x="1887" y="1751"/>
                  </a:lnTo>
                  <a:lnTo>
                    <a:pt x="1875" y="1741"/>
                  </a:lnTo>
                  <a:lnTo>
                    <a:pt x="1870" y="1739"/>
                  </a:lnTo>
                  <a:lnTo>
                    <a:pt x="1870" y="1729"/>
                  </a:lnTo>
                  <a:lnTo>
                    <a:pt x="1865" y="1724"/>
                  </a:lnTo>
                  <a:lnTo>
                    <a:pt x="1864" y="1716"/>
                  </a:lnTo>
                  <a:lnTo>
                    <a:pt x="1860" y="1706"/>
                  </a:lnTo>
                  <a:lnTo>
                    <a:pt x="1862" y="1695"/>
                  </a:lnTo>
                  <a:lnTo>
                    <a:pt x="1859" y="1687"/>
                  </a:lnTo>
                  <a:lnTo>
                    <a:pt x="1855" y="1680"/>
                  </a:lnTo>
                  <a:lnTo>
                    <a:pt x="1849" y="1668"/>
                  </a:lnTo>
                  <a:lnTo>
                    <a:pt x="1847" y="1662"/>
                  </a:lnTo>
                  <a:lnTo>
                    <a:pt x="1834" y="1649"/>
                  </a:lnTo>
                  <a:lnTo>
                    <a:pt x="1831" y="1644"/>
                  </a:lnTo>
                  <a:lnTo>
                    <a:pt x="1831" y="1637"/>
                  </a:lnTo>
                  <a:lnTo>
                    <a:pt x="1829" y="1636"/>
                  </a:lnTo>
                  <a:lnTo>
                    <a:pt x="1826" y="1636"/>
                  </a:lnTo>
                  <a:lnTo>
                    <a:pt x="1826" y="1640"/>
                  </a:lnTo>
                  <a:lnTo>
                    <a:pt x="1822" y="1644"/>
                  </a:lnTo>
                  <a:lnTo>
                    <a:pt x="1819" y="1639"/>
                  </a:lnTo>
                  <a:lnTo>
                    <a:pt x="1819" y="1621"/>
                  </a:lnTo>
                  <a:lnTo>
                    <a:pt x="1821" y="1617"/>
                  </a:lnTo>
                  <a:lnTo>
                    <a:pt x="1822" y="1612"/>
                  </a:lnTo>
                  <a:lnTo>
                    <a:pt x="1826" y="1609"/>
                  </a:lnTo>
                  <a:lnTo>
                    <a:pt x="1826" y="1606"/>
                  </a:lnTo>
                  <a:lnTo>
                    <a:pt x="1824" y="1601"/>
                  </a:lnTo>
                  <a:lnTo>
                    <a:pt x="1824" y="1589"/>
                  </a:lnTo>
                  <a:lnTo>
                    <a:pt x="1821" y="1583"/>
                  </a:lnTo>
                  <a:lnTo>
                    <a:pt x="1817" y="1578"/>
                  </a:lnTo>
                  <a:lnTo>
                    <a:pt x="1814" y="1565"/>
                  </a:lnTo>
                  <a:lnTo>
                    <a:pt x="1816" y="1561"/>
                  </a:lnTo>
                  <a:lnTo>
                    <a:pt x="1821" y="1560"/>
                  </a:lnTo>
                  <a:lnTo>
                    <a:pt x="1816" y="1553"/>
                  </a:lnTo>
                  <a:lnTo>
                    <a:pt x="1814" y="1547"/>
                  </a:lnTo>
                  <a:lnTo>
                    <a:pt x="1809" y="1540"/>
                  </a:lnTo>
                  <a:lnTo>
                    <a:pt x="1804" y="1537"/>
                  </a:lnTo>
                  <a:lnTo>
                    <a:pt x="1804" y="1527"/>
                  </a:lnTo>
                  <a:lnTo>
                    <a:pt x="1801" y="1520"/>
                  </a:lnTo>
                  <a:lnTo>
                    <a:pt x="1798" y="1517"/>
                  </a:lnTo>
                  <a:lnTo>
                    <a:pt x="1798" y="1495"/>
                  </a:lnTo>
                  <a:lnTo>
                    <a:pt x="1794" y="1489"/>
                  </a:lnTo>
                  <a:lnTo>
                    <a:pt x="1789" y="1484"/>
                  </a:lnTo>
                  <a:lnTo>
                    <a:pt x="1786" y="1477"/>
                  </a:lnTo>
                  <a:lnTo>
                    <a:pt x="1783" y="1476"/>
                  </a:lnTo>
                  <a:lnTo>
                    <a:pt x="1783" y="1481"/>
                  </a:lnTo>
                  <a:lnTo>
                    <a:pt x="1780" y="1482"/>
                  </a:lnTo>
                  <a:lnTo>
                    <a:pt x="1775" y="1486"/>
                  </a:lnTo>
                  <a:lnTo>
                    <a:pt x="1771" y="1492"/>
                  </a:lnTo>
                  <a:lnTo>
                    <a:pt x="1766" y="1495"/>
                  </a:lnTo>
                  <a:lnTo>
                    <a:pt x="1760" y="1499"/>
                  </a:lnTo>
                  <a:lnTo>
                    <a:pt x="1753" y="1495"/>
                  </a:lnTo>
                  <a:lnTo>
                    <a:pt x="1748" y="1494"/>
                  </a:lnTo>
                  <a:lnTo>
                    <a:pt x="1748" y="1471"/>
                  </a:lnTo>
                  <a:lnTo>
                    <a:pt x="1747" y="1463"/>
                  </a:lnTo>
                  <a:lnTo>
                    <a:pt x="1740" y="1456"/>
                  </a:lnTo>
                  <a:lnTo>
                    <a:pt x="1740" y="1449"/>
                  </a:lnTo>
                  <a:lnTo>
                    <a:pt x="1735" y="1446"/>
                  </a:lnTo>
                  <a:lnTo>
                    <a:pt x="1727" y="1446"/>
                  </a:lnTo>
                  <a:lnTo>
                    <a:pt x="1723" y="1443"/>
                  </a:lnTo>
                  <a:lnTo>
                    <a:pt x="1722" y="1435"/>
                  </a:lnTo>
                  <a:lnTo>
                    <a:pt x="1719" y="1430"/>
                  </a:lnTo>
                  <a:lnTo>
                    <a:pt x="1714" y="1426"/>
                  </a:lnTo>
                  <a:lnTo>
                    <a:pt x="1704" y="1416"/>
                  </a:lnTo>
                  <a:lnTo>
                    <a:pt x="1702" y="1413"/>
                  </a:lnTo>
                  <a:lnTo>
                    <a:pt x="1700" y="1408"/>
                  </a:lnTo>
                  <a:lnTo>
                    <a:pt x="1700" y="1410"/>
                  </a:lnTo>
                  <a:lnTo>
                    <a:pt x="1699" y="1407"/>
                  </a:lnTo>
                  <a:lnTo>
                    <a:pt x="1699" y="1405"/>
                  </a:lnTo>
                  <a:lnTo>
                    <a:pt x="1697" y="1398"/>
                  </a:lnTo>
                  <a:lnTo>
                    <a:pt x="1695" y="1393"/>
                  </a:lnTo>
                  <a:lnTo>
                    <a:pt x="1692" y="1392"/>
                  </a:lnTo>
                  <a:lnTo>
                    <a:pt x="1690" y="1388"/>
                  </a:lnTo>
                  <a:lnTo>
                    <a:pt x="1689" y="1388"/>
                  </a:lnTo>
                  <a:lnTo>
                    <a:pt x="1689" y="1390"/>
                  </a:lnTo>
                  <a:lnTo>
                    <a:pt x="1686" y="1392"/>
                  </a:lnTo>
                  <a:lnTo>
                    <a:pt x="1682" y="1395"/>
                  </a:lnTo>
                  <a:lnTo>
                    <a:pt x="1679" y="1393"/>
                  </a:lnTo>
                  <a:lnTo>
                    <a:pt x="1677" y="1392"/>
                  </a:lnTo>
                  <a:lnTo>
                    <a:pt x="1676" y="1392"/>
                  </a:lnTo>
                  <a:lnTo>
                    <a:pt x="1674" y="1393"/>
                  </a:lnTo>
                  <a:lnTo>
                    <a:pt x="1674" y="1397"/>
                  </a:lnTo>
                  <a:lnTo>
                    <a:pt x="1667" y="1397"/>
                  </a:lnTo>
                  <a:lnTo>
                    <a:pt x="1666" y="1392"/>
                  </a:lnTo>
                  <a:lnTo>
                    <a:pt x="1662" y="1390"/>
                  </a:lnTo>
                  <a:lnTo>
                    <a:pt x="1662" y="1397"/>
                  </a:lnTo>
                  <a:lnTo>
                    <a:pt x="1661" y="1398"/>
                  </a:lnTo>
                  <a:lnTo>
                    <a:pt x="1657" y="1397"/>
                  </a:lnTo>
                  <a:lnTo>
                    <a:pt x="1656" y="1395"/>
                  </a:lnTo>
                  <a:lnTo>
                    <a:pt x="1656" y="1398"/>
                  </a:lnTo>
                  <a:lnTo>
                    <a:pt x="1653" y="1398"/>
                  </a:lnTo>
                  <a:lnTo>
                    <a:pt x="1649" y="1397"/>
                  </a:lnTo>
                  <a:lnTo>
                    <a:pt x="1649" y="1392"/>
                  </a:lnTo>
                  <a:lnTo>
                    <a:pt x="1648" y="1388"/>
                  </a:lnTo>
                  <a:lnTo>
                    <a:pt x="1648" y="1390"/>
                  </a:lnTo>
                  <a:lnTo>
                    <a:pt x="1644" y="1393"/>
                  </a:lnTo>
                  <a:lnTo>
                    <a:pt x="1643" y="1390"/>
                  </a:lnTo>
                  <a:lnTo>
                    <a:pt x="1641" y="1388"/>
                  </a:lnTo>
                  <a:lnTo>
                    <a:pt x="1639" y="1390"/>
                  </a:lnTo>
                  <a:lnTo>
                    <a:pt x="1636" y="1397"/>
                  </a:lnTo>
                  <a:lnTo>
                    <a:pt x="1633" y="1402"/>
                  </a:lnTo>
                  <a:lnTo>
                    <a:pt x="1626" y="1405"/>
                  </a:lnTo>
                  <a:lnTo>
                    <a:pt x="1625" y="1407"/>
                  </a:lnTo>
                  <a:lnTo>
                    <a:pt x="1629" y="1412"/>
                  </a:lnTo>
                  <a:lnTo>
                    <a:pt x="1631" y="1415"/>
                  </a:lnTo>
                  <a:lnTo>
                    <a:pt x="1610" y="1441"/>
                  </a:lnTo>
                  <a:lnTo>
                    <a:pt x="1606" y="1439"/>
                  </a:lnTo>
                  <a:lnTo>
                    <a:pt x="1606" y="1438"/>
                  </a:lnTo>
                  <a:lnTo>
                    <a:pt x="1603" y="1439"/>
                  </a:lnTo>
                  <a:lnTo>
                    <a:pt x="1605" y="1443"/>
                  </a:lnTo>
                  <a:lnTo>
                    <a:pt x="1600" y="1446"/>
                  </a:lnTo>
                  <a:lnTo>
                    <a:pt x="1588" y="1454"/>
                  </a:lnTo>
                  <a:lnTo>
                    <a:pt x="1580" y="1474"/>
                  </a:lnTo>
                  <a:lnTo>
                    <a:pt x="1573" y="1477"/>
                  </a:lnTo>
                  <a:lnTo>
                    <a:pt x="1570" y="1481"/>
                  </a:lnTo>
                  <a:lnTo>
                    <a:pt x="1567" y="1487"/>
                  </a:lnTo>
                  <a:lnTo>
                    <a:pt x="1567" y="1492"/>
                  </a:lnTo>
                  <a:lnTo>
                    <a:pt x="1563" y="1495"/>
                  </a:lnTo>
                  <a:lnTo>
                    <a:pt x="1559" y="1497"/>
                  </a:lnTo>
                  <a:lnTo>
                    <a:pt x="1555" y="1499"/>
                  </a:lnTo>
                  <a:lnTo>
                    <a:pt x="1550" y="1500"/>
                  </a:lnTo>
                  <a:lnTo>
                    <a:pt x="1547" y="1504"/>
                  </a:lnTo>
                  <a:lnTo>
                    <a:pt x="1545" y="1504"/>
                  </a:lnTo>
                  <a:lnTo>
                    <a:pt x="1542" y="1512"/>
                  </a:lnTo>
                  <a:lnTo>
                    <a:pt x="1540" y="1519"/>
                  </a:lnTo>
                  <a:lnTo>
                    <a:pt x="1539" y="1522"/>
                  </a:lnTo>
                  <a:lnTo>
                    <a:pt x="1539" y="1542"/>
                  </a:lnTo>
                  <a:lnTo>
                    <a:pt x="1537" y="1545"/>
                  </a:lnTo>
                  <a:lnTo>
                    <a:pt x="1542" y="1552"/>
                  </a:lnTo>
                  <a:lnTo>
                    <a:pt x="1542" y="1571"/>
                  </a:lnTo>
                  <a:lnTo>
                    <a:pt x="1537" y="1576"/>
                  </a:lnTo>
                  <a:lnTo>
                    <a:pt x="1537" y="1580"/>
                  </a:lnTo>
                  <a:lnTo>
                    <a:pt x="1535" y="1583"/>
                  </a:lnTo>
                  <a:lnTo>
                    <a:pt x="1535" y="1594"/>
                  </a:lnTo>
                  <a:lnTo>
                    <a:pt x="1537" y="1599"/>
                  </a:lnTo>
                  <a:lnTo>
                    <a:pt x="1540" y="1603"/>
                  </a:lnTo>
                  <a:lnTo>
                    <a:pt x="1540" y="1606"/>
                  </a:lnTo>
                  <a:lnTo>
                    <a:pt x="1537" y="1609"/>
                  </a:lnTo>
                  <a:lnTo>
                    <a:pt x="1532" y="1612"/>
                  </a:lnTo>
                  <a:lnTo>
                    <a:pt x="1529" y="1616"/>
                  </a:lnTo>
                  <a:lnTo>
                    <a:pt x="1527" y="1619"/>
                  </a:lnTo>
                  <a:lnTo>
                    <a:pt x="1527" y="1622"/>
                  </a:lnTo>
                  <a:lnTo>
                    <a:pt x="1531" y="1622"/>
                  </a:lnTo>
                  <a:lnTo>
                    <a:pt x="1532" y="1624"/>
                  </a:lnTo>
                  <a:lnTo>
                    <a:pt x="1529" y="1627"/>
                  </a:lnTo>
                  <a:lnTo>
                    <a:pt x="1524" y="1629"/>
                  </a:lnTo>
                  <a:lnTo>
                    <a:pt x="1521" y="1629"/>
                  </a:lnTo>
                  <a:lnTo>
                    <a:pt x="1517" y="1631"/>
                  </a:lnTo>
                  <a:lnTo>
                    <a:pt x="1516" y="1632"/>
                  </a:lnTo>
                  <a:lnTo>
                    <a:pt x="1514" y="1637"/>
                  </a:lnTo>
                  <a:lnTo>
                    <a:pt x="1512" y="1644"/>
                  </a:lnTo>
                  <a:lnTo>
                    <a:pt x="1506" y="1647"/>
                  </a:lnTo>
                  <a:lnTo>
                    <a:pt x="1501" y="1650"/>
                  </a:lnTo>
                  <a:lnTo>
                    <a:pt x="1498" y="1649"/>
                  </a:lnTo>
                  <a:lnTo>
                    <a:pt x="1494" y="1644"/>
                  </a:lnTo>
                  <a:lnTo>
                    <a:pt x="1493" y="1640"/>
                  </a:lnTo>
                  <a:lnTo>
                    <a:pt x="1488" y="1632"/>
                  </a:lnTo>
                  <a:lnTo>
                    <a:pt x="1484" y="1627"/>
                  </a:lnTo>
                  <a:lnTo>
                    <a:pt x="1483" y="1621"/>
                  </a:lnTo>
                  <a:lnTo>
                    <a:pt x="1484" y="1617"/>
                  </a:lnTo>
                  <a:lnTo>
                    <a:pt x="1481" y="1612"/>
                  </a:lnTo>
                  <a:lnTo>
                    <a:pt x="1479" y="1608"/>
                  </a:lnTo>
                  <a:lnTo>
                    <a:pt x="1473" y="1596"/>
                  </a:lnTo>
                  <a:lnTo>
                    <a:pt x="1463" y="1581"/>
                  </a:lnTo>
                  <a:lnTo>
                    <a:pt x="1461" y="1575"/>
                  </a:lnTo>
                  <a:lnTo>
                    <a:pt x="1458" y="1565"/>
                  </a:lnTo>
                  <a:lnTo>
                    <a:pt x="1455" y="1548"/>
                  </a:lnTo>
                  <a:lnTo>
                    <a:pt x="1451" y="1545"/>
                  </a:lnTo>
                  <a:lnTo>
                    <a:pt x="1446" y="1538"/>
                  </a:lnTo>
                  <a:lnTo>
                    <a:pt x="1445" y="1533"/>
                  </a:lnTo>
                  <a:lnTo>
                    <a:pt x="1441" y="1528"/>
                  </a:lnTo>
                  <a:lnTo>
                    <a:pt x="1432" y="1519"/>
                  </a:lnTo>
                  <a:lnTo>
                    <a:pt x="1432" y="1512"/>
                  </a:lnTo>
                  <a:lnTo>
                    <a:pt x="1428" y="1505"/>
                  </a:lnTo>
                  <a:lnTo>
                    <a:pt x="1425" y="1500"/>
                  </a:lnTo>
                  <a:lnTo>
                    <a:pt x="1425" y="1495"/>
                  </a:lnTo>
                  <a:lnTo>
                    <a:pt x="1422" y="1491"/>
                  </a:lnTo>
                  <a:lnTo>
                    <a:pt x="1418" y="1484"/>
                  </a:lnTo>
                  <a:lnTo>
                    <a:pt x="1418" y="1479"/>
                  </a:lnTo>
                  <a:lnTo>
                    <a:pt x="1413" y="1471"/>
                  </a:lnTo>
                  <a:lnTo>
                    <a:pt x="1412" y="1463"/>
                  </a:lnTo>
                  <a:lnTo>
                    <a:pt x="1408" y="1459"/>
                  </a:lnTo>
                  <a:lnTo>
                    <a:pt x="1407" y="1454"/>
                  </a:lnTo>
                  <a:lnTo>
                    <a:pt x="1407" y="1446"/>
                  </a:lnTo>
                  <a:lnTo>
                    <a:pt x="1408" y="1443"/>
                  </a:lnTo>
                  <a:lnTo>
                    <a:pt x="1408" y="1439"/>
                  </a:lnTo>
                  <a:lnTo>
                    <a:pt x="1410" y="1433"/>
                  </a:lnTo>
                  <a:lnTo>
                    <a:pt x="1410" y="1426"/>
                  </a:lnTo>
                  <a:lnTo>
                    <a:pt x="1407" y="1423"/>
                  </a:lnTo>
                  <a:lnTo>
                    <a:pt x="1405" y="1416"/>
                  </a:lnTo>
                  <a:lnTo>
                    <a:pt x="1402" y="1416"/>
                  </a:lnTo>
                  <a:lnTo>
                    <a:pt x="1402" y="1410"/>
                  </a:lnTo>
                  <a:lnTo>
                    <a:pt x="1404" y="1405"/>
                  </a:lnTo>
                  <a:lnTo>
                    <a:pt x="1407" y="1403"/>
                  </a:lnTo>
                  <a:lnTo>
                    <a:pt x="1407" y="1395"/>
                  </a:lnTo>
                  <a:lnTo>
                    <a:pt x="1404" y="1397"/>
                  </a:lnTo>
                  <a:lnTo>
                    <a:pt x="1400" y="1402"/>
                  </a:lnTo>
                  <a:lnTo>
                    <a:pt x="1394" y="1405"/>
                  </a:lnTo>
                  <a:lnTo>
                    <a:pt x="1395" y="1408"/>
                  </a:lnTo>
                  <a:lnTo>
                    <a:pt x="1395" y="1416"/>
                  </a:lnTo>
                  <a:lnTo>
                    <a:pt x="1392" y="1421"/>
                  </a:lnTo>
                  <a:lnTo>
                    <a:pt x="1385" y="1428"/>
                  </a:lnTo>
                  <a:lnTo>
                    <a:pt x="1379" y="1430"/>
                  </a:lnTo>
                  <a:lnTo>
                    <a:pt x="1375" y="1430"/>
                  </a:lnTo>
                  <a:lnTo>
                    <a:pt x="1371" y="1428"/>
                  </a:lnTo>
                  <a:lnTo>
                    <a:pt x="1367" y="1425"/>
                  </a:lnTo>
                  <a:lnTo>
                    <a:pt x="1362" y="1421"/>
                  </a:lnTo>
                  <a:lnTo>
                    <a:pt x="1359" y="1416"/>
                  </a:lnTo>
                  <a:lnTo>
                    <a:pt x="1346" y="1403"/>
                  </a:lnTo>
                  <a:lnTo>
                    <a:pt x="1352" y="1397"/>
                  </a:lnTo>
                  <a:lnTo>
                    <a:pt x="1357" y="1393"/>
                  </a:lnTo>
                  <a:lnTo>
                    <a:pt x="1364" y="1390"/>
                  </a:lnTo>
                  <a:lnTo>
                    <a:pt x="1362" y="1385"/>
                  </a:lnTo>
                  <a:lnTo>
                    <a:pt x="1359" y="1388"/>
                  </a:lnTo>
                  <a:lnTo>
                    <a:pt x="1356" y="1390"/>
                  </a:lnTo>
                  <a:lnTo>
                    <a:pt x="1341" y="1390"/>
                  </a:lnTo>
                  <a:lnTo>
                    <a:pt x="1336" y="1385"/>
                  </a:lnTo>
                  <a:lnTo>
                    <a:pt x="1334" y="1382"/>
                  </a:lnTo>
                  <a:lnTo>
                    <a:pt x="1336" y="1377"/>
                  </a:lnTo>
                  <a:lnTo>
                    <a:pt x="1331" y="1377"/>
                  </a:lnTo>
                  <a:lnTo>
                    <a:pt x="1324" y="1374"/>
                  </a:lnTo>
                  <a:lnTo>
                    <a:pt x="1319" y="1372"/>
                  </a:lnTo>
                  <a:lnTo>
                    <a:pt x="1318" y="1367"/>
                  </a:lnTo>
                  <a:lnTo>
                    <a:pt x="1314" y="1364"/>
                  </a:lnTo>
                  <a:lnTo>
                    <a:pt x="1303" y="1364"/>
                  </a:lnTo>
                  <a:lnTo>
                    <a:pt x="1298" y="1359"/>
                  </a:lnTo>
                  <a:lnTo>
                    <a:pt x="1295" y="1354"/>
                  </a:lnTo>
                  <a:lnTo>
                    <a:pt x="1291" y="1352"/>
                  </a:lnTo>
                  <a:lnTo>
                    <a:pt x="1290" y="1349"/>
                  </a:lnTo>
                  <a:lnTo>
                    <a:pt x="1286" y="1347"/>
                  </a:lnTo>
                  <a:lnTo>
                    <a:pt x="1283" y="1349"/>
                  </a:lnTo>
                  <a:lnTo>
                    <a:pt x="1278" y="1351"/>
                  </a:lnTo>
                  <a:lnTo>
                    <a:pt x="1277" y="1349"/>
                  </a:lnTo>
                  <a:lnTo>
                    <a:pt x="1273" y="1349"/>
                  </a:lnTo>
                  <a:lnTo>
                    <a:pt x="1268" y="1347"/>
                  </a:lnTo>
                  <a:lnTo>
                    <a:pt x="1267" y="1349"/>
                  </a:lnTo>
                  <a:lnTo>
                    <a:pt x="1262" y="1349"/>
                  </a:lnTo>
                  <a:lnTo>
                    <a:pt x="1257" y="1351"/>
                  </a:lnTo>
                  <a:lnTo>
                    <a:pt x="1250" y="1351"/>
                  </a:lnTo>
                  <a:lnTo>
                    <a:pt x="1244" y="1352"/>
                  </a:lnTo>
                  <a:lnTo>
                    <a:pt x="1237" y="1356"/>
                  </a:lnTo>
                  <a:lnTo>
                    <a:pt x="1232" y="1354"/>
                  </a:lnTo>
                  <a:lnTo>
                    <a:pt x="1229" y="1354"/>
                  </a:lnTo>
                  <a:lnTo>
                    <a:pt x="1225" y="1352"/>
                  </a:lnTo>
                  <a:lnTo>
                    <a:pt x="1222" y="1354"/>
                  </a:lnTo>
                  <a:lnTo>
                    <a:pt x="1217" y="1357"/>
                  </a:lnTo>
                  <a:lnTo>
                    <a:pt x="1214" y="1359"/>
                  </a:lnTo>
                  <a:lnTo>
                    <a:pt x="1204" y="1359"/>
                  </a:lnTo>
                  <a:lnTo>
                    <a:pt x="1199" y="1356"/>
                  </a:lnTo>
                  <a:lnTo>
                    <a:pt x="1196" y="1354"/>
                  </a:lnTo>
                  <a:lnTo>
                    <a:pt x="1194" y="1356"/>
                  </a:lnTo>
                  <a:lnTo>
                    <a:pt x="1187" y="1356"/>
                  </a:lnTo>
                  <a:lnTo>
                    <a:pt x="1178" y="1352"/>
                  </a:lnTo>
                  <a:lnTo>
                    <a:pt x="1174" y="1351"/>
                  </a:lnTo>
                  <a:lnTo>
                    <a:pt x="1173" y="1352"/>
                  </a:lnTo>
                  <a:lnTo>
                    <a:pt x="1161" y="1352"/>
                  </a:lnTo>
                  <a:lnTo>
                    <a:pt x="1155" y="1347"/>
                  </a:lnTo>
                  <a:lnTo>
                    <a:pt x="1151" y="1347"/>
                  </a:lnTo>
                  <a:lnTo>
                    <a:pt x="1150" y="1341"/>
                  </a:lnTo>
                  <a:lnTo>
                    <a:pt x="1146" y="1336"/>
                  </a:lnTo>
                  <a:lnTo>
                    <a:pt x="1145" y="1331"/>
                  </a:lnTo>
                  <a:lnTo>
                    <a:pt x="1140" y="1328"/>
                  </a:lnTo>
                  <a:lnTo>
                    <a:pt x="1135" y="1326"/>
                  </a:lnTo>
                  <a:lnTo>
                    <a:pt x="1128" y="1328"/>
                  </a:lnTo>
                  <a:lnTo>
                    <a:pt x="1123" y="1331"/>
                  </a:lnTo>
                  <a:lnTo>
                    <a:pt x="1120" y="1334"/>
                  </a:lnTo>
                  <a:lnTo>
                    <a:pt x="1115" y="1336"/>
                  </a:lnTo>
                  <a:lnTo>
                    <a:pt x="1110" y="1336"/>
                  </a:lnTo>
                  <a:lnTo>
                    <a:pt x="1103" y="1339"/>
                  </a:lnTo>
                  <a:lnTo>
                    <a:pt x="1100" y="1336"/>
                  </a:lnTo>
                  <a:lnTo>
                    <a:pt x="1095" y="1332"/>
                  </a:lnTo>
                  <a:lnTo>
                    <a:pt x="1092" y="1331"/>
                  </a:lnTo>
                  <a:lnTo>
                    <a:pt x="1085" y="1326"/>
                  </a:lnTo>
                  <a:lnTo>
                    <a:pt x="1080" y="1324"/>
                  </a:lnTo>
                  <a:lnTo>
                    <a:pt x="1070" y="1319"/>
                  </a:lnTo>
                  <a:lnTo>
                    <a:pt x="1065" y="1319"/>
                  </a:lnTo>
                  <a:lnTo>
                    <a:pt x="1064" y="1321"/>
                  </a:lnTo>
                  <a:lnTo>
                    <a:pt x="1059" y="1319"/>
                  </a:lnTo>
                  <a:lnTo>
                    <a:pt x="1057" y="1318"/>
                  </a:lnTo>
                  <a:lnTo>
                    <a:pt x="1056" y="1314"/>
                  </a:lnTo>
                  <a:lnTo>
                    <a:pt x="1054" y="1313"/>
                  </a:lnTo>
                  <a:lnTo>
                    <a:pt x="1051" y="1306"/>
                  </a:lnTo>
                  <a:lnTo>
                    <a:pt x="1049" y="1304"/>
                  </a:lnTo>
                  <a:lnTo>
                    <a:pt x="1046" y="1298"/>
                  </a:lnTo>
                  <a:lnTo>
                    <a:pt x="1042" y="1295"/>
                  </a:lnTo>
                  <a:lnTo>
                    <a:pt x="1042" y="1291"/>
                  </a:lnTo>
                  <a:lnTo>
                    <a:pt x="1031" y="1280"/>
                  </a:lnTo>
                  <a:lnTo>
                    <a:pt x="1026" y="1276"/>
                  </a:lnTo>
                  <a:lnTo>
                    <a:pt x="1019" y="1276"/>
                  </a:lnTo>
                  <a:lnTo>
                    <a:pt x="1018" y="1278"/>
                  </a:lnTo>
                  <a:lnTo>
                    <a:pt x="1018" y="1285"/>
                  </a:lnTo>
                  <a:lnTo>
                    <a:pt x="1013" y="1285"/>
                  </a:lnTo>
                  <a:lnTo>
                    <a:pt x="1011" y="1286"/>
                  </a:lnTo>
                  <a:lnTo>
                    <a:pt x="1011" y="1290"/>
                  </a:lnTo>
                  <a:lnTo>
                    <a:pt x="1008" y="1291"/>
                  </a:lnTo>
                  <a:lnTo>
                    <a:pt x="1004" y="1291"/>
                  </a:lnTo>
                  <a:lnTo>
                    <a:pt x="1003" y="1295"/>
                  </a:lnTo>
                  <a:lnTo>
                    <a:pt x="1004" y="1296"/>
                  </a:lnTo>
                  <a:lnTo>
                    <a:pt x="1006" y="1300"/>
                  </a:lnTo>
                  <a:lnTo>
                    <a:pt x="1008" y="1301"/>
                  </a:lnTo>
                  <a:lnTo>
                    <a:pt x="1011" y="1303"/>
                  </a:lnTo>
                  <a:lnTo>
                    <a:pt x="1013" y="1306"/>
                  </a:lnTo>
                  <a:lnTo>
                    <a:pt x="1013" y="1311"/>
                  </a:lnTo>
                  <a:lnTo>
                    <a:pt x="1014" y="1314"/>
                  </a:lnTo>
                  <a:lnTo>
                    <a:pt x="1018" y="1316"/>
                  </a:lnTo>
                  <a:lnTo>
                    <a:pt x="1018" y="1323"/>
                  </a:lnTo>
                  <a:lnTo>
                    <a:pt x="1021" y="1329"/>
                  </a:lnTo>
                  <a:lnTo>
                    <a:pt x="1024" y="1329"/>
                  </a:lnTo>
                  <a:lnTo>
                    <a:pt x="1028" y="1331"/>
                  </a:lnTo>
                  <a:lnTo>
                    <a:pt x="1032" y="1336"/>
                  </a:lnTo>
                  <a:lnTo>
                    <a:pt x="1036" y="1337"/>
                  </a:lnTo>
                  <a:lnTo>
                    <a:pt x="1039" y="1341"/>
                  </a:lnTo>
                  <a:lnTo>
                    <a:pt x="1039" y="1351"/>
                  </a:lnTo>
                  <a:lnTo>
                    <a:pt x="1049" y="1360"/>
                  </a:lnTo>
                  <a:lnTo>
                    <a:pt x="1052" y="1362"/>
                  </a:lnTo>
                  <a:lnTo>
                    <a:pt x="1052" y="1369"/>
                  </a:lnTo>
                  <a:lnTo>
                    <a:pt x="1056" y="1372"/>
                  </a:lnTo>
                  <a:lnTo>
                    <a:pt x="1059" y="1369"/>
                  </a:lnTo>
                  <a:lnTo>
                    <a:pt x="1057" y="1367"/>
                  </a:lnTo>
                  <a:lnTo>
                    <a:pt x="1057" y="1347"/>
                  </a:lnTo>
                  <a:lnTo>
                    <a:pt x="1061" y="1346"/>
                  </a:lnTo>
                  <a:lnTo>
                    <a:pt x="1062" y="1346"/>
                  </a:lnTo>
                  <a:lnTo>
                    <a:pt x="1064" y="1347"/>
                  </a:lnTo>
                  <a:lnTo>
                    <a:pt x="1067" y="1349"/>
                  </a:lnTo>
                  <a:lnTo>
                    <a:pt x="1067" y="1352"/>
                  </a:lnTo>
                  <a:lnTo>
                    <a:pt x="1069" y="1356"/>
                  </a:lnTo>
                  <a:lnTo>
                    <a:pt x="1070" y="1357"/>
                  </a:lnTo>
                  <a:lnTo>
                    <a:pt x="1070" y="1362"/>
                  </a:lnTo>
                  <a:lnTo>
                    <a:pt x="1072" y="1362"/>
                  </a:lnTo>
                  <a:lnTo>
                    <a:pt x="1072" y="1364"/>
                  </a:lnTo>
                  <a:lnTo>
                    <a:pt x="1070" y="1365"/>
                  </a:lnTo>
                  <a:lnTo>
                    <a:pt x="1070" y="1367"/>
                  </a:lnTo>
                  <a:lnTo>
                    <a:pt x="1065" y="1372"/>
                  </a:lnTo>
                  <a:lnTo>
                    <a:pt x="1064" y="1375"/>
                  </a:lnTo>
                  <a:lnTo>
                    <a:pt x="1065" y="1382"/>
                  </a:lnTo>
                  <a:lnTo>
                    <a:pt x="1067" y="1385"/>
                  </a:lnTo>
                  <a:lnTo>
                    <a:pt x="1082" y="1385"/>
                  </a:lnTo>
                  <a:lnTo>
                    <a:pt x="1085" y="1384"/>
                  </a:lnTo>
                  <a:lnTo>
                    <a:pt x="1087" y="1382"/>
                  </a:lnTo>
                  <a:lnTo>
                    <a:pt x="1090" y="1384"/>
                  </a:lnTo>
                  <a:lnTo>
                    <a:pt x="1103" y="1384"/>
                  </a:lnTo>
                  <a:lnTo>
                    <a:pt x="1107" y="1382"/>
                  </a:lnTo>
                  <a:lnTo>
                    <a:pt x="1108" y="1380"/>
                  </a:lnTo>
                  <a:lnTo>
                    <a:pt x="1110" y="1377"/>
                  </a:lnTo>
                  <a:lnTo>
                    <a:pt x="1110" y="1374"/>
                  </a:lnTo>
                  <a:lnTo>
                    <a:pt x="1112" y="1370"/>
                  </a:lnTo>
                  <a:lnTo>
                    <a:pt x="1113" y="1369"/>
                  </a:lnTo>
                  <a:lnTo>
                    <a:pt x="1117" y="1367"/>
                  </a:lnTo>
                  <a:lnTo>
                    <a:pt x="1118" y="1365"/>
                  </a:lnTo>
                  <a:lnTo>
                    <a:pt x="1118" y="1362"/>
                  </a:lnTo>
                  <a:lnTo>
                    <a:pt x="1120" y="1360"/>
                  </a:lnTo>
                  <a:lnTo>
                    <a:pt x="1122" y="1357"/>
                  </a:lnTo>
                  <a:lnTo>
                    <a:pt x="1123" y="1357"/>
                  </a:lnTo>
                  <a:lnTo>
                    <a:pt x="1125" y="1356"/>
                  </a:lnTo>
                  <a:lnTo>
                    <a:pt x="1128" y="1354"/>
                  </a:lnTo>
                  <a:lnTo>
                    <a:pt x="1128" y="1351"/>
                  </a:lnTo>
                  <a:lnTo>
                    <a:pt x="1130" y="1347"/>
                  </a:lnTo>
                  <a:lnTo>
                    <a:pt x="1130" y="1344"/>
                  </a:lnTo>
                  <a:lnTo>
                    <a:pt x="1131" y="1342"/>
                  </a:lnTo>
                  <a:lnTo>
                    <a:pt x="1131" y="1341"/>
                  </a:lnTo>
                  <a:lnTo>
                    <a:pt x="1133" y="1339"/>
                  </a:lnTo>
                  <a:lnTo>
                    <a:pt x="1136" y="1339"/>
                  </a:lnTo>
                  <a:lnTo>
                    <a:pt x="1138" y="1342"/>
                  </a:lnTo>
                  <a:lnTo>
                    <a:pt x="1138" y="1359"/>
                  </a:lnTo>
                  <a:lnTo>
                    <a:pt x="1140" y="1362"/>
                  </a:lnTo>
                  <a:lnTo>
                    <a:pt x="1140" y="1367"/>
                  </a:lnTo>
                  <a:lnTo>
                    <a:pt x="1141" y="1369"/>
                  </a:lnTo>
                  <a:lnTo>
                    <a:pt x="1141" y="1370"/>
                  </a:lnTo>
                  <a:lnTo>
                    <a:pt x="1143" y="1372"/>
                  </a:lnTo>
                  <a:lnTo>
                    <a:pt x="1143" y="1374"/>
                  </a:lnTo>
                  <a:lnTo>
                    <a:pt x="1148" y="1379"/>
                  </a:lnTo>
                  <a:lnTo>
                    <a:pt x="1153" y="1380"/>
                  </a:lnTo>
                  <a:lnTo>
                    <a:pt x="1156" y="1382"/>
                  </a:lnTo>
                  <a:lnTo>
                    <a:pt x="1158" y="1382"/>
                  </a:lnTo>
                  <a:lnTo>
                    <a:pt x="1161" y="1384"/>
                  </a:lnTo>
                  <a:lnTo>
                    <a:pt x="1166" y="1384"/>
                  </a:lnTo>
                  <a:lnTo>
                    <a:pt x="1168" y="1385"/>
                  </a:lnTo>
                  <a:lnTo>
                    <a:pt x="1171" y="1387"/>
                  </a:lnTo>
                  <a:lnTo>
                    <a:pt x="1176" y="1387"/>
                  </a:lnTo>
                  <a:lnTo>
                    <a:pt x="1178" y="1388"/>
                  </a:lnTo>
                  <a:lnTo>
                    <a:pt x="1179" y="1388"/>
                  </a:lnTo>
                  <a:lnTo>
                    <a:pt x="1184" y="1392"/>
                  </a:lnTo>
                  <a:lnTo>
                    <a:pt x="1184" y="1393"/>
                  </a:lnTo>
                  <a:lnTo>
                    <a:pt x="1187" y="1397"/>
                  </a:lnTo>
                  <a:lnTo>
                    <a:pt x="1187" y="1398"/>
                  </a:lnTo>
                  <a:lnTo>
                    <a:pt x="1196" y="1407"/>
                  </a:lnTo>
                  <a:lnTo>
                    <a:pt x="1199" y="1407"/>
                  </a:lnTo>
                  <a:lnTo>
                    <a:pt x="1201" y="1408"/>
                  </a:lnTo>
                  <a:lnTo>
                    <a:pt x="1201" y="1423"/>
                  </a:lnTo>
                  <a:lnTo>
                    <a:pt x="1199" y="1423"/>
                  </a:lnTo>
                  <a:lnTo>
                    <a:pt x="1199" y="1425"/>
                  </a:lnTo>
                  <a:lnTo>
                    <a:pt x="1192" y="1431"/>
                  </a:lnTo>
                  <a:lnTo>
                    <a:pt x="1191" y="1435"/>
                  </a:lnTo>
                  <a:lnTo>
                    <a:pt x="1187" y="1438"/>
                  </a:lnTo>
                  <a:lnTo>
                    <a:pt x="1187" y="1448"/>
                  </a:lnTo>
                  <a:lnTo>
                    <a:pt x="1186" y="1449"/>
                  </a:lnTo>
                  <a:lnTo>
                    <a:pt x="1181" y="1449"/>
                  </a:lnTo>
                  <a:lnTo>
                    <a:pt x="1179" y="1448"/>
                  </a:lnTo>
                  <a:lnTo>
                    <a:pt x="1178" y="1448"/>
                  </a:lnTo>
                  <a:lnTo>
                    <a:pt x="1178" y="1451"/>
                  </a:lnTo>
                  <a:lnTo>
                    <a:pt x="1176" y="1454"/>
                  </a:lnTo>
                  <a:lnTo>
                    <a:pt x="1176" y="1459"/>
                  </a:lnTo>
                  <a:lnTo>
                    <a:pt x="1174" y="1461"/>
                  </a:lnTo>
                  <a:lnTo>
                    <a:pt x="1174" y="1466"/>
                  </a:lnTo>
                  <a:lnTo>
                    <a:pt x="1173" y="1469"/>
                  </a:lnTo>
                  <a:lnTo>
                    <a:pt x="1171" y="1469"/>
                  </a:lnTo>
                  <a:lnTo>
                    <a:pt x="1171" y="1471"/>
                  </a:lnTo>
                  <a:lnTo>
                    <a:pt x="1169" y="1471"/>
                  </a:lnTo>
                  <a:lnTo>
                    <a:pt x="1166" y="1474"/>
                  </a:lnTo>
                  <a:lnTo>
                    <a:pt x="1164" y="1474"/>
                  </a:lnTo>
                  <a:lnTo>
                    <a:pt x="1161" y="1476"/>
                  </a:lnTo>
                  <a:lnTo>
                    <a:pt x="1159" y="1477"/>
                  </a:lnTo>
                  <a:lnTo>
                    <a:pt x="1158" y="1481"/>
                  </a:lnTo>
                  <a:lnTo>
                    <a:pt x="1158" y="1486"/>
                  </a:lnTo>
                  <a:lnTo>
                    <a:pt x="1156" y="1487"/>
                  </a:lnTo>
                  <a:lnTo>
                    <a:pt x="1153" y="1489"/>
                  </a:lnTo>
                  <a:lnTo>
                    <a:pt x="1151" y="1489"/>
                  </a:lnTo>
                  <a:lnTo>
                    <a:pt x="1148" y="1491"/>
                  </a:lnTo>
                  <a:lnTo>
                    <a:pt x="1146" y="1492"/>
                  </a:lnTo>
                  <a:lnTo>
                    <a:pt x="1143" y="1494"/>
                  </a:lnTo>
                  <a:lnTo>
                    <a:pt x="1141" y="1494"/>
                  </a:lnTo>
                  <a:lnTo>
                    <a:pt x="1141" y="1504"/>
                  </a:lnTo>
                  <a:lnTo>
                    <a:pt x="1138" y="1505"/>
                  </a:lnTo>
                  <a:lnTo>
                    <a:pt x="1130" y="1505"/>
                  </a:lnTo>
                  <a:lnTo>
                    <a:pt x="1128" y="1507"/>
                  </a:lnTo>
                  <a:lnTo>
                    <a:pt x="1126" y="1507"/>
                  </a:lnTo>
                  <a:lnTo>
                    <a:pt x="1125" y="1509"/>
                  </a:lnTo>
                  <a:lnTo>
                    <a:pt x="1123" y="1509"/>
                  </a:lnTo>
                  <a:lnTo>
                    <a:pt x="1122" y="1510"/>
                  </a:lnTo>
                  <a:lnTo>
                    <a:pt x="1118" y="1510"/>
                  </a:lnTo>
                  <a:lnTo>
                    <a:pt x="1117" y="1512"/>
                  </a:lnTo>
                  <a:lnTo>
                    <a:pt x="1115" y="1512"/>
                  </a:lnTo>
                  <a:lnTo>
                    <a:pt x="1113" y="1514"/>
                  </a:lnTo>
                  <a:lnTo>
                    <a:pt x="1108" y="1515"/>
                  </a:lnTo>
                  <a:lnTo>
                    <a:pt x="1107" y="1517"/>
                  </a:lnTo>
                  <a:lnTo>
                    <a:pt x="1103" y="1519"/>
                  </a:lnTo>
                  <a:lnTo>
                    <a:pt x="1102" y="1520"/>
                  </a:lnTo>
                  <a:lnTo>
                    <a:pt x="1102" y="1522"/>
                  </a:lnTo>
                  <a:lnTo>
                    <a:pt x="1098" y="1525"/>
                  </a:lnTo>
                  <a:lnTo>
                    <a:pt x="1098" y="1535"/>
                  </a:lnTo>
                  <a:lnTo>
                    <a:pt x="1087" y="1535"/>
                  </a:lnTo>
                  <a:lnTo>
                    <a:pt x="1082" y="1537"/>
                  </a:lnTo>
                  <a:lnTo>
                    <a:pt x="1080" y="1537"/>
                  </a:lnTo>
                  <a:lnTo>
                    <a:pt x="1074" y="1540"/>
                  </a:lnTo>
                  <a:lnTo>
                    <a:pt x="1064" y="1543"/>
                  </a:lnTo>
                  <a:lnTo>
                    <a:pt x="1061" y="1543"/>
                  </a:lnTo>
                  <a:lnTo>
                    <a:pt x="1056" y="1545"/>
                  </a:lnTo>
                  <a:lnTo>
                    <a:pt x="1054" y="1548"/>
                  </a:lnTo>
                  <a:lnTo>
                    <a:pt x="1041" y="1555"/>
                  </a:lnTo>
                  <a:lnTo>
                    <a:pt x="1036" y="1560"/>
                  </a:lnTo>
                  <a:lnTo>
                    <a:pt x="1032" y="1560"/>
                  </a:lnTo>
                  <a:lnTo>
                    <a:pt x="1029" y="1561"/>
                  </a:lnTo>
                  <a:lnTo>
                    <a:pt x="1024" y="1563"/>
                  </a:lnTo>
                  <a:lnTo>
                    <a:pt x="1021" y="1565"/>
                  </a:lnTo>
                  <a:lnTo>
                    <a:pt x="1016" y="1566"/>
                  </a:lnTo>
                  <a:lnTo>
                    <a:pt x="1013" y="1568"/>
                  </a:lnTo>
                  <a:lnTo>
                    <a:pt x="1009" y="1568"/>
                  </a:lnTo>
                  <a:lnTo>
                    <a:pt x="1003" y="1571"/>
                  </a:lnTo>
                  <a:lnTo>
                    <a:pt x="993" y="1571"/>
                  </a:lnTo>
                  <a:lnTo>
                    <a:pt x="986" y="1578"/>
                  </a:lnTo>
                  <a:lnTo>
                    <a:pt x="985" y="1581"/>
                  </a:lnTo>
                  <a:lnTo>
                    <a:pt x="983" y="1581"/>
                  </a:lnTo>
                  <a:lnTo>
                    <a:pt x="980" y="1583"/>
                  </a:lnTo>
                  <a:lnTo>
                    <a:pt x="967" y="1583"/>
                  </a:lnTo>
                  <a:lnTo>
                    <a:pt x="960" y="1576"/>
                  </a:lnTo>
                  <a:lnTo>
                    <a:pt x="958" y="1573"/>
                  </a:lnTo>
                  <a:lnTo>
                    <a:pt x="958" y="1571"/>
                  </a:lnTo>
                  <a:lnTo>
                    <a:pt x="953" y="1570"/>
                  </a:lnTo>
                  <a:lnTo>
                    <a:pt x="950" y="1566"/>
                  </a:lnTo>
                  <a:lnTo>
                    <a:pt x="950" y="1550"/>
                  </a:lnTo>
                  <a:lnTo>
                    <a:pt x="948" y="1550"/>
                  </a:lnTo>
                  <a:lnTo>
                    <a:pt x="948" y="1548"/>
                  </a:lnTo>
                  <a:lnTo>
                    <a:pt x="945" y="1547"/>
                  </a:lnTo>
                  <a:lnTo>
                    <a:pt x="945" y="1545"/>
                  </a:lnTo>
                  <a:lnTo>
                    <a:pt x="943" y="1543"/>
                  </a:lnTo>
                  <a:lnTo>
                    <a:pt x="943" y="1535"/>
                  </a:lnTo>
                  <a:lnTo>
                    <a:pt x="945" y="1533"/>
                  </a:lnTo>
                  <a:lnTo>
                    <a:pt x="945" y="1520"/>
                  </a:lnTo>
                  <a:lnTo>
                    <a:pt x="942" y="1517"/>
                  </a:lnTo>
                  <a:lnTo>
                    <a:pt x="938" y="1512"/>
                  </a:lnTo>
                  <a:lnTo>
                    <a:pt x="932" y="1504"/>
                  </a:lnTo>
                  <a:lnTo>
                    <a:pt x="927" y="1494"/>
                  </a:lnTo>
                  <a:lnTo>
                    <a:pt x="925" y="1492"/>
                  </a:lnTo>
                  <a:lnTo>
                    <a:pt x="924" y="1489"/>
                  </a:lnTo>
                  <a:lnTo>
                    <a:pt x="922" y="1487"/>
                  </a:lnTo>
                  <a:lnTo>
                    <a:pt x="915" y="1474"/>
                  </a:lnTo>
                  <a:lnTo>
                    <a:pt x="910" y="1469"/>
                  </a:lnTo>
                  <a:lnTo>
                    <a:pt x="910" y="1467"/>
                  </a:lnTo>
                  <a:lnTo>
                    <a:pt x="909" y="1466"/>
                  </a:lnTo>
                  <a:lnTo>
                    <a:pt x="909" y="1464"/>
                  </a:lnTo>
                  <a:lnTo>
                    <a:pt x="907" y="1464"/>
                  </a:lnTo>
                  <a:lnTo>
                    <a:pt x="907" y="1463"/>
                  </a:lnTo>
                  <a:lnTo>
                    <a:pt x="905" y="1461"/>
                  </a:lnTo>
                  <a:lnTo>
                    <a:pt x="901" y="1459"/>
                  </a:lnTo>
                  <a:lnTo>
                    <a:pt x="897" y="1458"/>
                  </a:lnTo>
                  <a:lnTo>
                    <a:pt x="894" y="1458"/>
                  </a:lnTo>
                  <a:lnTo>
                    <a:pt x="884" y="1448"/>
                  </a:lnTo>
                  <a:lnTo>
                    <a:pt x="881" y="1441"/>
                  </a:lnTo>
                  <a:lnTo>
                    <a:pt x="879" y="1436"/>
                  </a:lnTo>
                  <a:lnTo>
                    <a:pt x="879" y="1425"/>
                  </a:lnTo>
                  <a:lnTo>
                    <a:pt x="877" y="1423"/>
                  </a:lnTo>
                  <a:lnTo>
                    <a:pt x="877" y="1420"/>
                  </a:lnTo>
                  <a:lnTo>
                    <a:pt x="869" y="1403"/>
                  </a:lnTo>
                  <a:lnTo>
                    <a:pt x="864" y="1398"/>
                  </a:lnTo>
                  <a:lnTo>
                    <a:pt x="858" y="1395"/>
                  </a:lnTo>
                  <a:lnTo>
                    <a:pt x="853" y="1395"/>
                  </a:lnTo>
                  <a:lnTo>
                    <a:pt x="848" y="1388"/>
                  </a:lnTo>
                  <a:lnTo>
                    <a:pt x="846" y="1384"/>
                  </a:lnTo>
                  <a:lnTo>
                    <a:pt x="843" y="1380"/>
                  </a:lnTo>
                  <a:lnTo>
                    <a:pt x="843" y="1377"/>
                  </a:lnTo>
                  <a:lnTo>
                    <a:pt x="841" y="1375"/>
                  </a:lnTo>
                  <a:lnTo>
                    <a:pt x="838" y="1374"/>
                  </a:lnTo>
                  <a:lnTo>
                    <a:pt x="835" y="1370"/>
                  </a:lnTo>
                  <a:lnTo>
                    <a:pt x="833" y="1365"/>
                  </a:lnTo>
                  <a:lnTo>
                    <a:pt x="830" y="1364"/>
                  </a:lnTo>
                  <a:lnTo>
                    <a:pt x="825" y="1357"/>
                  </a:lnTo>
                  <a:lnTo>
                    <a:pt x="823" y="1352"/>
                  </a:lnTo>
                  <a:lnTo>
                    <a:pt x="820" y="1346"/>
                  </a:lnTo>
                  <a:lnTo>
                    <a:pt x="811" y="1337"/>
                  </a:lnTo>
                  <a:lnTo>
                    <a:pt x="808" y="1336"/>
                  </a:lnTo>
                  <a:lnTo>
                    <a:pt x="805" y="1332"/>
                  </a:lnTo>
                  <a:lnTo>
                    <a:pt x="803" y="1329"/>
                  </a:lnTo>
                  <a:lnTo>
                    <a:pt x="802" y="1323"/>
                  </a:lnTo>
                  <a:lnTo>
                    <a:pt x="800" y="1319"/>
                  </a:lnTo>
                  <a:lnTo>
                    <a:pt x="800" y="1311"/>
                  </a:lnTo>
                  <a:lnTo>
                    <a:pt x="802" y="1306"/>
                  </a:lnTo>
                  <a:lnTo>
                    <a:pt x="802" y="1300"/>
                  </a:lnTo>
                  <a:lnTo>
                    <a:pt x="797" y="1304"/>
                  </a:lnTo>
                  <a:lnTo>
                    <a:pt x="797" y="1311"/>
                  </a:lnTo>
                  <a:lnTo>
                    <a:pt x="793" y="1314"/>
                  </a:lnTo>
                  <a:lnTo>
                    <a:pt x="793" y="1318"/>
                  </a:lnTo>
                  <a:lnTo>
                    <a:pt x="792" y="1319"/>
                  </a:lnTo>
                  <a:lnTo>
                    <a:pt x="792" y="1328"/>
                  </a:lnTo>
                  <a:lnTo>
                    <a:pt x="793" y="1331"/>
                  </a:lnTo>
                  <a:lnTo>
                    <a:pt x="793" y="1334"/>
                  </a:lnTo>
                  <a:lnTo>
                    <a:pt x="795" y="1336"/>
                  </a:lnTo>
                  <a:lnTo>
                    <a:pt x="795" y="1342"/>
                  </a:lnTo>
                  <a:lnTo>
                    <a:pt x="792" y="1344"/>
                  </a:lnTo>
                  <a:lnTo>
                    <a:pt x="783" y="1336"/>
                  </a:lnTo>
                  <a:lnTo>
                    <a:pt x="783" y="1332"/>
                  </a:lnTo>
                  <a:lnTo>
                    <a:pt x="780" y="1326"/>
                  </a:lnTo>
                  <a:lnTo>
                    <a:pt x="777" y="1316"/>
                  </a:lnTo>
                  <a:lnTo>
                    <a:pt x="775" y="1313"/>
                  </a:lnTo>
                  <a:lnTo>
                    <a:pt x="772" y="1309"/>
                  </a:lnTo>
                  <a:lnTo>
                    <a:pt x="769" y="1304"/>
                  </a:lnTo>
                  <a:lnTo>
                    <a:pt x="767" y="1301"/>
                  </a:lnTo>
                  <a:lnTo>
                    <a:pt x="765" y="1300"/>
                  </a:lnTo>
                  <a:lnTo>
                    <a:pt x="765" y="1296"/>
                  </a:lnTo>
                  <a:lnTo>
                    <a:pt x="764" y="1293"/>
                  </a:lnTo>
                  <a:lnTo>
                    <a:pt x="760" y="1290"/>
                  </a:lnTo>
                  <a:lnTo>
                    <a:pt x="759" y="1290"/>
                  </a:lnTo>
                  <a:lnTo>
                    <a:pt x="759" y="1293"/>
                  </a:lnTo>
                  <a:lnTo>
                    <a:pt x="757" y="1298"/>
                  </a:lnTo>
                  <a:lnTo>
                    <a:pt x="757" y="1300"/>
                  </a:lnTo>
                  <a:lnTo>
                    <a:pt x="760" y="1304"/>
                  </a:lnTo>
                  <a:lnTo>
                    <a:pt x="762" y="1309"/>
                  </a:lnTo>
                  <a:lnTo>
                    <a:pt x="765" y="1313"/>
                  </a:lnTo>
                  <a:lnTo>
                    <a:pt x="767" y="1318"/>
                  </a:lnTo>
                  <a:lnTo>
                    <a:pt x="769" y="1319"/>
                  </a:lnTo>
                  <a:lnTo>
                    <a:pt x="769" y="1324"/>
                  </a:lnTo>
                  <a:lnTo>
                    <a:pt x="770" y="1328"/>
                  </a:lnTo>
                  <a:lnTo>
                    <a:pt x="783" y="1341"/>
                  </a:lnTo>
                  <a:lnTo>
                    <a:pt x="785" y="1344"/>
                  </a:lnTo>
                  <a:lnTo>
                    <a:pt x="785" y="1349"/>
                  </a:lnTo>
                  <a:lnTo>
                    <a:pt x="788" y="1352"/>
                  </a:lnTo>
                  <a:lnTo>
                    <a:pt x="793" y="1362"/>
                  </a:lnTo>
                  <a:lnTo>
                    <a:pt x="798" y="1365"/>
                  </a:lnTo>
                  <a:lnTo>
                    <a:pt x="800" y="1367"/>
                  </a:lnTo>
                  <a:lnTo>
                    <a:pt x="803" y="1372"/>
                  </a:lnTo>
                  <a:lnTo>
                    <a:pt x="807" y="1375"/>
                  </a:lnTo>
                  <a:lnTo>
                    <a:pt x="810" y="1377"/>
                  </a:lnTo>
                  <a:lnTo>
                    <a:pt x="813" y="1382"/>
                  </a:lnTo>
                  <a:lnTo>
                    <a:pt x="815" y="1385"/>
                  </a:lnTo>
                  <a:lnTo>
                    <a:pt x="820" y="1392"/>
                  </a:lnTo>
                  <a:lnTo>
                    <a:pt x="823" y="1393"/>
                  </a:lnTo>
                  <a:lnTo>
                    <a:pt x="821" y="1395"/>
                  </a:lnTo>
                  <a:lnTo>
                    <a:pt x="818" y="1397"/>
                  </a:lnTo>
                  <a:lnTo>
                    <a:pt x="818" y="1402"/>
                  </a:lnTo>
                  <a:lnTo>
                    <a:pt x="820" y="1405"/>
                  </a:lnTo>
                  <a:lnTo>
                    <a:pt x="823" y="1408"/>
                  </a:lnTo>
                  <a:lnTo>
                    <a:pt x="826" y="1410"/>
                  </a:lnTo>
                  <a:lnTo>
                    <a:pt x="826" y="1415"/>
                  </a:lnTo>
                  <a:lnTo>
                    <a:pt x="831" y="1416"/>
                  </a:lnTo>
                  <a:lnTo>
                    <a:pt x="841" y="1426"/>
                  </a:lnTo>
                  <a:lnTo>
                    <a:pt x="846" y="1430"/>
                  </a:lnTo>
                  <a:lnTo>
                    <a:pt x="846" y="1449"/>
                  </a:lnTo>
                  <a:lnTo>
                    <a:pt x="849" y="1456"/>
                  </a:lnTo>
                  <a:lnTo>
                    <a:pt x="851" y="1461"/>
                  </a:lnTo>
                  <a:lnTo>
                    <a:pt x="854" y="1467"/>
                  </a:lnTo>
                  <a:lnTo>
                    <a:pt x="854" y="1484"/>
                  </a:lnTo>
                  <a:lnTo>
                    <a:pt x="861" y="1487"/>
                  </a:lnTo>
                  <a:lnTo>
                    <a:pt x="866" y="1489"/>
                  </a:lnTo>
                  <a:lnTo>
                    <a:pt x="871" y="1492"/>
                  </a:lnTo>
                  <a:lnTo>
                    <a:pt x="874" y="1497"/>
                  </a:lnTo>
                  <a:lnTo>
                    <a:pt x="876" y="1499"/>
                  </a:lnTo>
                  <a:lnTo>
                    <a:pt x="879" y="1509"/>
                  </a:lnTo>
                  <a:lnTo>
                    <a:pt x="881" y="1510"/>
                  </a:lnTo>
                  <a:lnTo>
                    <a:pt x="884" y="1515"/>
                  </a:lnTo>
                  <a:lnTo>
                    <a:pt x="884" y="1520"/>
                  </a:lnTo>
                  <a:lnTo>
                    <a:pt x="882" y="1524"/>
                  </a:lnTo>
                  <a:lnTo>
                    <a:pt x="886" y="1527"/>
                  </a:lnTo>
                  <a:lnTo>
                    <a:pt x="886" y="1532"/>
                  </a:lnTo>
                  <a:lnTo>
                    <a:pt x="887" y="1535"/>
                  </a:lnTo>
                  <a:lnTo>
                    <a:pt x="894" y="1542"/>
                  </a:lnTo>
                  <a:lnTo>
                    <a:pt x="899" y="1540"/>
                  </a:lnTo>
                  <a:lnTo>
                    <a:pt x="901" y="1542"/>
                  </a:lnTo>
                  <a:lnTo>
                    <a:pt x="907" y="1543"/>
                  </a:lnTo>
                  <a:lnTo>
                    <a:pt x="907" y="1545"/>
                  </a:lnTo>
                  <a:lnTo>
                    <a:pt x="909" y="1550"/>
                  </a:lnTo>
                  <a:lnTo>
                    <a:pt x="914" y="1552"/>
                  </a:lnTo>
                  <a:lnTo>
                    <a:pt x="919" y="1556"/>
                  </a:lnTo>
                  <a:lnTo>
                    <a:pt x="922" y="1561"/>
                  </a:lnTo>
                  <a:lnTo>
                    <a:pt x="927" y="1568"/>
                  </a:lnTo>
                  <a:lnTo>
                    <a:pt x="930" y="1570"/>
                  </a:lnTo>
                  <a:lnTo>
                    <a:pt x="932" y="1573"/>
                  </a:lnTo>
                  <a:lnTo>
                    <a:pt x="940" y="1573"/>
                  </a:lnTo>
                  <a:lnTo>
                    <a:pt x="942" y="1576"/>
                  </a:lnTo>
                  <a:lnTo>
                    <a:pt x="947" y="1578"/>
                  </a:lnTo>
                  <a:lnTo>
                    <a:pt x="952" y="1581"/>
                  </a:lnTo>
                  <a:lnTo>
                    <a:pt x="953" y="1584"/>
                  </a:lnTo>
                  <a:lnTo>
                    <a:pt x="955" y="1589"/>
                  </a:lnTo>
                  <a:lnTo>
                    <a:pt x="953" y="1593"/>
                  </a:lnTo>
                  <a:lnTo>
                    <a:pt x="948" y="1598"/>
                  </a:lnTo>
                  <a:lnTo>
                    <a:pt x="948" y="1601"/>
                  </a:lnTo>
                  <a:lnTo>
                    <a:pt x="952" y="1604"/>
                  </a:lnTo>
                  <a:lnTo>
                    <a:pt x="953" y="1608"/>
                  </a:lnTo>
                  <a:lnTo>
                    <a:pt x="957" y="1609"/>
                  </a:lnTo>
                  <a:lnTo>
                    <a:pt x="965" y="1617"/>
                  </a:lnTo>
                  <a:lnTo>
                    <a:pt x="968" y="1622"/>
                  </a:lnTo>
                  <a:lnTo>
                    <a:pt x="973" y="1624"/>
                  </a:lnTo>
                  <a:lnTo>
                    <a:pt x="980" y="1622"/>
                  </a:lnTo>
                  <a:lnTo>
                    <a:pt x="986" y="1619"/>
                  </a:lnTo>
                  <a:lnTo>
                    <a:pt x="991" y="1616"/>
                  </a:lnTo>
                  <a:lnTo>
                    <a:pt x="998" y="1612"/>
                  </a:lnTo>
                  <a:lnTo>
                    <a:pt x="1014" y="1612"/>
                  </a:lnTo>
                  <a:lnTo>
                    <a:pt x="1016" y="1608"/>
                  </a:lnTo>
                  <a:lnTo>
                    <a:pt x="1029" y="1604"/>
                  </a:lnTo>
                  <a:lnTo>
                    <a:pt x="1046" y="1604"/>
                  </a:lnTo>
                  <a:lnTo>
                    <a:pt x="1049" y="1601"/>
                  </a:lnTo>
                  <a:lnTo>
                    <a:pt x="1056" y="1599"/>
                  </a:lnTo>
                  <a:lnTo>
                    <a:pt x="1059" y="1599"/>
                  </a:lnTo>
                  <a:lnTo>
                    <a:pt x="1064" y="1598"/>
                  </a:lnTo>
                  <a:lnTo>
                    <a:pt x="1069" y="1594"/>
                  </a:lnTo>
                  <a:lnTo>
                    <a:pt x="1072" y="1593"/>
                  </a:lnTo>
                  <a:lnTo>
                    <a:pt x="1077" y="1593"/>
                  </a:lnTo>
                  <a:lnTo>
                    <a:pt x="1080" y="1594"/>
                  </a:lnTo>
                  <a:lnTo>
                    <a:pt x="1080" y="1603"/>
                  </a:lnTo>
                  <a:lnTo>
                    <a:pt x="1079" y="1608"/>
                  </a:lnTo>
                  <a:lnTo>
                    <a:pt x="1079" y="1612"/>
                  </a:lnTo>
                  <a:lnTo>
                    <a:pt x="1080" y="1614"/>
                  </a:lnTo>
                  <a:lnTo>
                    <a:pt x="1079" y="1617"/>
                  </a:lnTo>
                  <a:lnTo>
                    <a:pt x="1075" y="1621"/>
                  </a:lnTo>
                  <a:lnTo>
                    <a:pt x="1075" y="1627"/>
                  </a:lnTo>
                  <a:lnTo>
                    <a:pt x="1074" y="1631"/>
                  </a:lnTo>
                  <a:lnTo>
                    <a:pt x="1072" y="1637"/>
                  </a:lnTo>
                  <a:lnTo>
                    <a:pt x="1069" y="1640"/>
                  </a:lnTo>
                  <a:lnTo>
                    <a:pt x="1069" y="1645"/>
                  </a:lnTo>
                  <a:lnTo>
                    <a:pt x="1067" y="1652"/>
                  </a:lnTo>
                  <a:lnTo>
                    <a:pt x="1064" y="1654"/>
                  </a:lnTo>
                  <a:lnTo>
                    <a:pt x="1061" y="1659"/>
                  </a:lnTo>
                  <a:lnTo>
                    <a:pt x="1057" y="1662"/>
                  </a:lnTo>
                  <a:lnTo>
                    <a:pt x="1057" y="1678"/>
                  </a:lnTo>
                  <a:lnTo>
                    <a:pt x="1052" y="1687"/>
                  </a:lnTo>
                  <a:lnTo>
                    <a:pt x="1047" y="1696"/>
                  </a:lnTo>
                  <a:lnTo>
                    <a:pt x="1041" y="1705"/>
                  </a:lnTo>
                  <a:lnTo>
                    <a:pt x="1036" y="1711"/>
                  </a:lnTo>
                  <a:lnTo>
                    <a:pt x="1032" y="1715"/>
                  </a:lnTo>
                  <a:lnTo>
                    <a:pt x="1026" y="1724"/>
                  </a:lnTo>
                  <a:lnTo>
                    <a:pt x="1014" y="1736"/>
                  </a:lnTo>
                  <a:lnTo>
                    <a:pt x="1013" y="1741"/>
                  </a:lnTo>
                  <a:lnTo>
                    <a:pt x="1006" y="1746"/>
                  </a:lnTo>
                  <a:lnTo>
                    <a:pt x="999" y="1753"/>
                  </a:lnTo>
                  <a:lnTo>
                    <a:pt x="993" y="1754"/>
                  </a:lnTo>
                  <a:lnTo>
                    <a:pt x="990" y="1759"/>
                  </a:lnTo>
                  <a:lnTo>
                    <a:pt x="983" y="1766"/>
                  </a:lnTo>
                  <a:lnTo>
                    <a:pt x="980" y="1771"/>
                  </a:lnTo>
                  <a:lnTo>
                    <a:pt x="973" y="1774"/>
                  </a:lnTo>
                  <a:lnTo>
                    <a:pt x="963" y="1784"/>
                  </a:lnTo>
                  <a:lnTo>
                    <a:pt x="958" y="1787"/>
                  </a:lnTo>
                  <a:lnTo>
                    <a:pt x="952" y="1797"/>
                  </a:lnTo>
                  <a:lnTo>
                    <a:pt x="947" y="1800"/>
                  </a:lnTo>
                  <a:lnTo>
                    <a:pt x="943" y="1809"/>
                  </a:lnTo>
                  <a:lnTo>
                    <a:pt x="940" y="1813"/>
                  </a:lnTo>
                  <a:lnTo>
                    <a:pt x="934" y="1818"/>
                  </a:lnTo>
                  <a:lnTo>
                    <a:pt x="930" y="1820"/>
                  </a:lnTo>
                  <a:lnTo>
                    <a:pt x="925" y="1820"/>
                  </a:lnTo>
                  <a:lnTo>
                    <a:pt x="925" y="1827"/>
                  </a:lnTo>
                  <a:lnTo>
                    <a:pt x="915" y="1837"/>
                  </a:lnTo>
                  <a:lnTo>
                    <a:pt x="915" y="1840"/>
                  </a:lnTo>
                  <a:lnTo>
                    <a:pt x="914" y="1843"/>
                  </a:lnTo>
                  <a:lnTo>
                    <a:pt x="909" y="1845"/>
                  </a:lnTo>
                  <a:lnTo>
                    <a:pt x="909" y="1848"/>
                  </a:lnTo>
                  <a:lnTo>
                    <a:pt x="907" y="1851"/>
                  </a:lnTo>
                  <a:lnTo>
                    <a:pt x="907" y="1855"/>
                  </a:lnTo>
                  <a:lnTo>
                    <a:pt x="905" y="1860"/>
                  </a:lnTo>
                  <a:lnTo>
                    <a:pt x="899" y="1863"/>
                  </a:lnTo>
                  <a:lnTo>
                    <a:pt x="896" y="1866"/>
                  </a:lnTo>
                  <a:lnTo>
                    <a:pt x="894" y="1869"/>
                  </a:lnTo>
                  <a:lnTo>
                    <a:pt x="891" y="1883"/>
                  </a:lnTo>
                  <a:lnTo>
                    <a:pt x="892" y="1891"/>
                  </a:lnTo>
                  <a:lnTo>
                    <a:pt x="896" y="1894"/>
                  </a:lnTo>
                  <a:lnTo>
                    <a:pt x="897" y="1897"/>
                  </a:lnTo>
                  <a:lnTo>
                    <a:pt x="896" y="1901"/>
                  </a:lnTo>
                  <a:lnTo>
                    <a:pt x="896" y="1924"/>
                  </a:lnTo>
                  <a:lnTo>
                    <a:pt x="894" y="1930"/>
                  </a:lnTo>
                  <a:lnTo>
                    <a:pt x="896" y="1937"/>
                  </a:lnTo>
                  <a:lnTo>
                    <a:pt x="899" y="1944"/>
                  </a:lnTo>
                  <a:lnTo>
                    <a:pt x="901" y="1949"/>
                  </a:lnTo>
                  <a:lnTo>
                    <a:pt x="901" y="1955"/>
                  </a:lnTo>
                  <a:lnTo>
                    <a:pt x="905" y="1958"/>
                  </a:lnTo>
                  <a:lnTo>
                    <a:pt x="909" y="1962"/>
                  </a:lnTo>
                  <a:lnTo>
                    <a:pt x="910" y="1970"/>
                  </a:lnTo>
                  <a:lnTo>
                    <a:pt x="914" y="1967"/>
                  </a:lnTo>
                  <a:lnTo>
                    <a:pt x="915" y="1970"/>
                  </a:lnTo>
                  <a:lnTo>
                    <a:pt x="915" y="1980"/>
                  </a:lnTo>
                  <a:lnTo>
                    <a:pt x="912" y="1993"/>
                  </a:lnTo>
                  <a:lnTo>
                    <a:pt x="914" y="1996"/>
                  </a:lnTo>
                  <a:lnTo>
                    <a:pt x="914" y="2003"/>
                  </a:lnTo>
                  <a:lnTo>
                    <a:pt x="912" y="2008"/>
                  </a:lnTo>
                  <a:lnTo>
                    <a:pt x="912" y="2013"/>
                  </a:lnTo>
                  <a:lnTo>
                    <a:pt x="910" y="2019"/>
                  </a:lnTo>
                  <a:lnTo>
                    <a:pt x="907" y="2029"/>
                  </a:lnTo>
                  <a:lnTo>
                    <a:pt x="910" y="2034"/>
                  </a:lnTo>
                  <a:lnTo>
                    <a:pt x="914" y="2041"/>
                  </a:lnTo>
                  <a:lnTo>
                    <a:pt x="912" y="2044"/>
                  </a:lnTo>
                  <a:lnTo>
                    <a:pt x="909" y="2047"/>
                  </a:lnTo>
                  <a:lnTo>
                    <a:pt x="904" y="2054"/>
                  </a:lnTo>
                  <a:lnTo>
                    <a:pt x="901" y="2061"/>
                  </a:lnTo>
                  <a:lnTo>
                    <a:pt x="892" y="2062"/>
                  </a:lnTo>
                  <a:lnTo>
                    <a:pt x="889" y="2066"/>
                  </a:lnTo>
                  <a:lnTo>
                    <a:pt x="882" y="2067"/>
                  </a:lnTo>
                  <a:lnTo>
                    <a:pt x="877" y="2072"/>
                  </a:lnTo>
                  <a:lnTo>
                    <a:pt x="871" y="2074"/>
                  </a:lnTo>
                  <a:lnTo>
                    <a:pt x="866" y="2075"/>
                  </a:lnTo>
                  <a:lnTo>
                    <a:pt x="863" y="2075"/>
                  </a:lnTo>
                  <a:lnTo>
                    <a:pt x="848" y="2090"/>
                  </a:lnTo>
                  <a:lnTo>
                    <a:pt x="844" y="2095"/>
                  </a:lnTo>
                  <a:lnTo>
                    <a:pt x="831" y="2108"/>
                  </a:lnTo>
                  <a:lnTo>
                    <a:pt x="826" y="2112"/>
                  </a:lnTo>
                  <a:lnTo>
                    <a:pt x="823" y="2118"/>
                  </a:lnTo>
                  <a:lnTo>
                    <a:pt x="816" y="2123"/>
                  </a:lnTo>
                  <a:lnTo>
                    <a:pt x="815" y="2126"/>
                  </a:lnTo>
                  <a:lnTo>
                    <a:pt x="816" y="2131"/>
                  </a:lnTo>
                  <a:lnTo>
                    <a:pt x="818" y="2140"/>
                  </a:lnTo>
                  <a:lnTo>
                    <a:pt x="820" y="2146"/>
                  </a:lnTo>
                  <a:lnTo>
                    <a:pt x="820" y="2178"/>
                  </a:lnTo>
                  <a:lnTo>
                    <a:pt x="818" y="2187"/>
                  </a:lnTo>
                  <a:lnTo>
                    <a:pt x="816" y="2194"/>
                  </a:lnTo>
                  <a:lnTo>
                    <a:pt x="810" y="2204"/>
                  </a:lnTo>
                  <a:lnTo>
                    <a:pt x="797" y="2211"/>
                  </a:lnTo>
                  <a:lnTo>
                    <a:pt x="788" y="2211"/>
                  </a:lnTo>
                  <a:lnTo>
                    <a:pt x="782" y="2214"/>
                  </a:lnTo>
                  <a:lnTo>
                    <a:pt x="779" y="2219"/>
                  </a:lnTo>
                  <a:lnTo>
                    <a:pt x="774" y="2222"/>
                  </a:lnTo>
                  <a:lnTo>
                    <a:pt x="772" y="2227"/>
                  </a:lnTo>
                  <a:lnTo>
                    <a:pt x="775" y="2229"/>
                  </a:lnTo>
                  <a:lnTo>
                    <a:pt x="777" y="2232"/>
                  </a:lnTo>
                  <a:lnTo>
                    <a:pt x="777" y="2239"/>
                  </a:lnTo>
                  <a:lnTo>
                    <a:pt x="775" y="2248"/>
                  </a:lnTo>
                  <a:lnTo>
                    <a:pt x="772" y="2260"/>
                  </a:lnTo>
                  <a:lnTo>
                    <a:pt x="767" y="2265"/>
                  </a:lnTo>
                  <a:lnTo>
                    <a:pt x="762" y="2268"/>
                  </a:lnTo>
                  <a:lnTo>
                    <a:pt x="759" y="2273"/>
                  </a:lnTo>
                  <a:lnTo>
                    <a:pt x="755" y="2276"/>
                  </a:lnTo>
                  <a:lnTo>
                    <a:pt x="754" y="2280"/>
                  </a:lnTo>
                  <a:lnTo>
                    <a:pt x="747" y="2290"/>
                  </a:lnTo>
                  <a:lnTo>
                    <a:pt x="742" y="2299"/>
                  </a:lnTo>
                  <a:lnTo>
                    <a:pt x="732" y="2309"/>
                  </a:lnTo>
                  <a:lnTo>
                    <a:pt x="727" y="2313"/>
                  </a:lnTo>
                  <a:lnTo>
                    <a:pt x="721" y="2318"/>
                  </a:lnTo>
                  <a:lnTo>
                    <a:pt x="716" y="2323"/>
                  </a:lnTo>
                  <a:lnTo>
                    <a:pt x="709" y="2327"/>
                  </a:lnTo>
                  <a:lnTo>
                    <a:pt x="706" y="2332"/>
                  </a:lnTo>
                  <a:lnTo>
                    <a:pt x="701" y="2337"/>
                  </a:lnTo>
                  <a:lnTo>
                    <a:pt x="698" y="2342"/>
                  </a:lnTo>
                  <a:lnTo>
                    <a:pt x="693" y="2346"/>
                  </a:lnTo>
                  <a:lnTo>
                    <a:pt x="691" y="2351"/>
                  </a:lnTo>
                  <a:lnTo>
                    <a:pt x="685" y="2355"/>
                  </a:lnTo>
                  <a:lnTo>
                    <a:pt x="678" y="2359"/>
                  </a:lnTo>
                  <a:lnTo>
                    <a:pt x="671" y="2364"/>
                  </a:lnTo>
                  <a:lnTo>
                    <a:pt x="665" y="2364"/>
                  </a:lnTo>
                  <a:lnTo>
                    <a:pt x="658" y="2362"/>
                  </a:lnTo>
                  <a:lnTo>
                    <a:pt x="652" y="2365"/>
                  </a:lnTo>
                  <a:lnTo>
                    <a:pt x="648" y="2365"/>
                  </a:lnTo>
                  <a:lnTo>
                    <a:pt x="642" y="2362"/>
                  </a:lnTo>
                  <a:lnTo>
                    <a:pt x="635" y="2369"/>
                  </a:lnTo>
                  <a:lnTo>
                    <a:pt x="630" y="2369"/>
                  </a:lnTo>
                  <a:lnTo>
                    <a:pt x="627" y="2367"/>
                  </a:lnTo>
                  <a:lnTo>
                    <a:pt x="599" y="2367"/>
                  </a:lnTo>
                  <a:lnTo>
                    <a:pt x="595" y="2369"/>
                  </a:lnTo>
                  <a:lnTo>
                    <a:pt x="587" y="2377"/>
                  </a:lnTo>
                  <a:lnTo>
                    <a:pt x="584" y="2375"/>
                  </a:lnTo>
                  <a:lnTo>
                    <a:pt x="576" y="2383"/>
                  </a:lnTo>
                  <a:lnTo>
                    <a:pt x="566" y="2380"/>
                  </a:lnTo>
                  <a:lnTo>
                    <a:pt x="559" y="2379"/>
                  </a:lnTo>
                  <a:lnTo>
                    <a:pt x="558" y="2375"/>
                  </a:lnTo>
                  <a:lnTo>
                    <a:pt x="558" y="2370"/>
                  </a:lnTo>
                  <a:lnTo>
                    <a:pt x="553" y="2369"/>
                  </a:lnTo>
                  <a:lnTo>
                    <a:pt x="549" y="2367"/>
                  </a:lnTo>
                  <a:lnTo>
                    <a:pt x="546" y="2364"/>
                  </a:lnTo>
                  <a:lnTo>
                    <a:pt x="548" y="2360"/>
                  </a:lnTo>
                  <a:lnTo>
                    <a:pt x="546" y="2355"/>
                  </a:lnTo>
                  <a:lnTo>
                    <a:pt x="541" y="2352"/>
                  </a:lnTo>
                  <a:lnTo>
                    <a:pt x="538" y="2349"/>
                  </a:lnTo>
                  <a:lnTo>
                    <a:pt x="536" y="2346"/>
                  </a:lnTo>
                  <a:lnTo>
                    <a:pt x="538" y="2341"/>
                  </a:lnTo>
                  <a:lnTo>
                    <a:pt x="543" y="2334"/>
                  </a:lnTo>
                  <a:lnTo>
                    <a:pt x="544" y="2327"/>
                  </a:lnTo>
                  <a:lnTo>
                    <a:pt x="546" y="2324"/>
                  </a:lnTo>
                  <a:lnTo>
                    <a:pt x="546" y="2319"/>
                  </a:lnTo>
                  <a:lnTo>
                    <a:pt x="538" y="2311"/>
                  </a:lnTo>
                  <a:lnTo>
                    <a:pt x="534" y="2306"/>
                  </a:lnTo>
                  <a:lnTo>
                    <a:pt x="530" y="2301"/>
                  </a:lnTo>
                  <a:lnTo>
                    <a:pt x="528" y="2291"/>
                  </a:lnTo>
                  <a:lnTo>
                    <a:pt x="525" y="2286"/>
                  </a:lnTo>
                  <a:lnTo>
                    <a:pt x="523" y="2280"/>
                  </a:lnTo>
                  <a:lnTo>
                    <a:pt x="521" y="2271"/>
                  </a:lnTo>
                  <a:lnTo>
                    <a:pt x="521" y="2267"/>
                  </a:lnTo>
                  <a:lnTo>
                    <a:pt x="520" y="2265"/>
                  </a:lnTo>
                  <a:lnTo>
                    <a:pt x="515" y="2263"/>
                  </a:lnTo>
                  <a:lnTo>
                    <a:pt x="510" y="2260"/>
                  </a:lnTo>
                  <a:lnTo>
                    <a:pt x="506" y="2255"/>
                  </a:lnTo>
                  <a:lnTo>
                    <a:pt x="503" y="2248"/>
                  </a:lnTo>
                  <a:lnTo>
                    <a:pt x="503" y="2224"/>
                  </a:lnTo>
                  <a:lnTo>
                    <a:pt x="502" y="2222"/>
                  </a:lnTo>
                  <a:lnTo>
                    <a:pt x="502" y="2212"/>
                  </a:lnTo>
                  <a:lnTo>
                    <a:pt x="497" y="2202"/>
                  </a:lnTo>
                  <a:lnTo>
                    <a:pt x="497" y="2194"/>
                  </a:lnTo>
                  <a:lnTo>
                    <a:pt x="493" y="2187"/>
                  </a:lnTo>
                  <a:lnTo>
                    <a:pt x="495" y="2179"/>
                  </a:lnTo>
                  <a:lnTo>
                    <a:pt x="492" y="2171"/>
                  </a:lnTo>
                  <a:lnTo>
                    <a:pt x="492" y="2153"/>
                  </a:lnTo>
                  <a:lnTo>
                    <a:pt x="488" y="2146"/>
                  </a:lnTo>
                  <a:lnTo>
                    <a:pt x="483" y="2141"/>
                  </a:lnTo>
                  <a:lnTo>
                    <a:pt x="480" y="2136"/>
                  </a:lnTo>
                  <a:lnTo>
                    <a:pt x="475" y="2131"/>
                  </a:lnTo>
                  <a:lnTo>
                    <a:pt x="475" y="2123"/>
                  </a:lnTo>
                  <a:lnTo>
                    <a:pt x="473" y="2122"/>
                  </a:lnTo>
                  <a:lnTo>
                    <a:pt x="473" y="2118"/>
                  </a:lnTo>
                  <a:lnTo>
                    <a:pt x="472" y="2117"/>
                  </a:lnTo>
                  <a:lnTo>
                    <a:pt x="469" y="2112"/>
                  </a:lnTo>
                  <a:lnTo>
                    <a:pt x="464" y="2105"/>
                  </a:lnTo>
                  <a:lnTo>
                    <a:pt x="459" y="2100"/>
                  </a:lnTo>
                  <a:lnTo>
                    <a:pt x="455" y="2095"/>
                  </a:lnTo>
                  <a:lnTo>
                    <a:pt x="454" y="2090"/>
                  </a:lnTo>
                  <a:lnTo>
                    <a:pt x="454" y="2080"/>
                  </a:lnTo>
                  <a:lnTo>
                    <a:pt x="459" y="2077"/>
                  </a:lnTo>
                  <a:lnTo>
                    <a:pt x="457" y="2074"/>
                  </a:lnTo>
                  <a:lnTo>
                    <a:pt x="455" y="2066"/>
                  </a:lnTo>
                  <a:lnTo>
                    <a:pt x="455" y="2052"/>
                  </a:lnTo>
                  <a:lnTo>
                    <a:pt x="457" y="2044"/>
                  </a:lnTo>
                  <a:lnTo>
                    <a:pt x="460" y="2034"/>
                  </a:lnTo>
                  <a:lnTo>
                    <a:pt x="460" y="2026"/>
                  </a:lnTo>
                  <a:lnTo>
                    <a:pt x="462" y="2019"/>
                  </a:lnTo>
                  <a:lnTo>
                    <a:pt x="465" y="2016"/>
                  </a:lnTo>
                  <a:lnTo>
                    <a:pt x="465" y="2014"/>
                  </a:lnTo>
                  <a:lnTo>
                    <a:pt x="467" y="2013"/>
                  </a:lnTo>
                  <a:lnTo>
                    <a:pt x="467" y="2011"/>
                  </a:lnTo>
                  <a:lnTo>
                    <a:pt x="469" y="2008"/>
                  </a:lnTo>
                  <a:lnTo>
                    <a:pt x="478" y="1998"/>
                  </a:lnTo>
                  <a:lnTo>
                    <a:pt x="485" y="1993"/>
                  </a:lnTo>
                  <a:lnTo>
                    <a:pt x="487" y="1991"/>
                  </a:lnTo>
                  <a:lnTo>
                    <a:pt x="487" y="1977"/>
                  </a:lnTo>
                  <a:lnTo>
                    <a:pt x="488" y="1975"/>
                  </a:lnTo>
                  <a:lnTo>
                    <a:pt x="488" y="1972"/>
                  </a:lnTo>
                  <a:lnTo>
                    <a:pt x="487" y="1967"/>
                  </a:lnTo>
                  <a:lnTo>
                    <a:pt x="485" y="1960"/>
                  </a:lnTo>
                  <a:lnTo>
                    <a:pt x="482" y="1955"/>
                  </a:lnTo>
                  <a:lnTo>
                    <a:pt x="478" y="1949"/>
                  </a:lnTo>
                  <a:lnTo>
                    <a:pt x="477" y="1940"/>
                  </a:lnTo>
                  <a:lnTo>
                    <a:pt x="477" y="1934"/>
                  </a:lnTo>
                  <a:lnTo>
                    <a:pt x="478" y="1927"/>
                  </a:lnTo>
                  <a:lnTo>
                    <a:pt x="478" y="1914"/>
                  </a:lnTo>
                  <a:lnTo>
                    <a:pt x="475" y="1909"/>
                  </a:lnTo>
                  <a:lnTo>
                    <a:pt x="470" y="1901"/>
                  </a:lnTo>
                  <a:lnTo>
                    <a:pt x="467" y="1896"/>
                  </a:lnTo>
                  <a:lnTo>
                    <a:pt x="472" y="1891"/>
                  </a:lnTo>
                  <a:lnTo>
                    <a:pt x="475" y="1889"/>
                  </a:lnTo>
                  <a:lnTo>
                    <a:pt x="470" y="1889"/>
                  </a:lnTo>
                  <a:lnTo>
                    <a:pt x="464" y="1888"/>
                  </a:lnTo>
                  <a:lnTo>
                    <a:pt x="462" y="1883"/>
                  </a:lnTo>
                  <a:lnTo>
                    <a:pt x="464" y="1883"/>
                  </a:lnTo>
                  <a:lnTo>
                    <a:pt x="459" y="1879"/>
                  </a:lnTo>
                  <a:lnTo>
                    <a:pt x="457" y="1874"/>
                  </a:lnTo>
                  <a:lnTo>
                    <a:pt x="454" y="1866"/>
                  </a:lnTo>
                  <a:lnTo>
                    <a:pt x="452" y="1861"/>
                  </a:lnTo>
                  <a:lnTo>
                    <a:pt x="450" y="1858"/>
                  </a:lnTo>
                  <a:lnTo>
                    <a:pt x="447" y="1856"/>
                  </a:lnTo>
                  <a:lnTo>
                    <a:pt x="442" y="1855"/>
                  </a:lnTo>
                  <a:lnTo>
                    <a:pt x="437" y="1851"/>
                  </a:lnTo>
                  <a:lnTo>
                    <a:pt x="432" y="1846"/>
                  </a:lnTo>
                  <a:lnTo>
                    <a:pt x="426" y="1843"/>
                  </a:lnTo>
                  <a:lnTo>
                    <a:pt x="416" y="1830"/>
                  </a:lnTo>
                  <a:lnTo>
                    <a:pt x="412" y="1823"/>
                  </a:lnTo>
                  <a:lnTo>
                    <a:pt x="412" y="1815"/>
                  </a:lnTo>
                  <a:lnTo>
                    <a:pt x="408" y="1810"/>
                  </a:lnTo>
                  <a:lnTo>
                    <a:pt x="409" y="1807"/>
                  </a:lnTo>
                  <a:lnTo>
                    <a:pt x="411" y="1809"/>
                  </a:lnTo>
                  <a:lnTo>
                    <a:pt x="414" y="1807"/>
                  </a:lnTo>
                  <a:lnTo>
                    <a:pt x="417" y="1800"/>
                  </a:lnTo>
                  <a:lnTo>
                    <a:pt x="419" y="1795"/>
                  </a:lnTo>
                  <a:lnTo>
                    <a:pt x="419" y="1789"/>
                  </a:lnTo>
                  <a:lnTo>
                    <a:pt x="422" y="1782"/>
                  </a:lnTo>
                  <a:lnTo>
                    <a:pt x="422" y="1777"/>
                  </a:lnTo>
                  <a:lnTo>
                    <a:pt x="421" y="1776"/>
                  </a:lnTo>
                  <a:lnTo>
                    <a:pt x="421" y="1772"/>
                  </a:lnTo>
                  <a:lnTo>
                    <a:pt x="427" y="1766"/>
                  </a:lnTo>
                  <a:lnTo>
                    <a:pt x="429" y="1762"/>
                  </a:lnTo>
                  <a:lnTo>
                    <a:pt x="432" y="1761"/>
                  </a:lnTo>
                  <a:lnTo>
                    <a:pt x="429" y="1751"/>
                  </a:lnTo>
                  <a:lnTo>
                    <a:pt x="429" y="1746"/>
                  </a:lnTo>
                  <a:lnTo>
                    <a:pt x="427" y="1739"/>
                  </a:lnTo>
                  <a:lnTo>
                    <a:pt x="427" y="1734"/>
                  </a:lnTo>
                  <a:lnTo>
                    <a:pt x="421" y="1731"/>
                  </a:lnTo>
                  <a:lnTo>
                    <a:pt x="417" y="1731"/>
                  </a:lnTo>
                  <a:lnTo>
                    <a:pt x="412" y="1728"/>
                  </a:lnTo>
                  <a:lnTo>
                    <a:pt x="409" y="1720"/>
                  </a:lnTo>
                  <a:lnTo>
                    <a:pt x="406" y="1718"/>
                  </a:lnTo>
                  <a:lnTo>
                    <a:pt x="404" y="1716"/>
                  </a:lnTo>
                  <a:lnTo>
                    <a:pt x="404" y="1720"/>
                  </a:lnTo>
                  <a:lnTo>
                    <a:pt x="403" y="1723"/>
                  </a:lnTo>
                  <a:lnTo>
                    <a:pt x="388" y="1723"/>
                  </a:lnTo>
                  <a:lnTo>
                    <a:pt x="383" y="1721"/>
                  </a:lnTo>
                  <a:lnTo>
                    <a:pt x="381" y="1724"/>
                  </a:lnTo>
                  <a:lnTo>
                    <a:pt x="376" y="1726"/>
                  </a:lnTo>
                  <a:lnTo>
                    <a:pt x="373" y="1724"/>
                  </a:lnTo>
                  <a:lnTo>
                    <a:pt x="366" y="1720"/>
                  </a:lnTo>
                  <a:lnTo>
                    <a:pt x="361" y="1718"/>
                  </a:lnTo>
                  <a:lnTo>
                    <a:pt x="360" y="1710"/>
                  </a:lnTo>
                  <a:lnTo>
                    <a:pt x="355" y="1708"/>
                  </a:lnTo>
                  <a:lnTo>
                    <a:pt x="350" y="1703"/>
                  </a:lnTo>
                  <a:lnTo>
                    <a:pt x="337" y="1693"/>
                  </a:lnTo>
                  <a:lnTo>
                    <a:pt x="320" y="1693"/>
                  </a:lnTo>
                  <a:lnTo>
                    <a:pt x="315" y="1692"/>
                  </a:lnTo>
                  <a:lnTo>
                    <a:pt x="310" y="1693"/>
                  </a:lnTo>
                  <a:lnTo>
                    <a:pt x="307" y="1696"/>
                  </a:lnTo>
                  <a:lnTo>
                    <a:pt x="297" y="1696"/>
                  </a:lnTo>
                  <a:lnTo>
                    <a:pt x="295" y="1698"/>
                  </a:lnTo>
                  <a:lnTo>
                    <a:pt x="290" y="1700"/>
                  </a:lnTo>
                  <a:lnTo>
                    <a:pt x="285" y="1700"/>
                  </a:lnTo>
                  <a:lnTo>
                    <a:pt x="279" y="1705"/>
                  </a:lnTo>
                  <a:lnTo>
                    <a:pt x="271" y="1706"/>
                  </a:lnTo>
                  <a:lnTo>
                    <a:pt x="257" y="1713"/>
                  </a:lnTo>
                  <a:lnTo>
                    <a:pt x="251" y="1713"/>
                  </a:lnTo>
                  <a:lnTo>
                    <a:pt x="248" y="1716"/>
                  </a:lnTo>
                  <a:lnTo>
                    <a:pt x="241" y="1716"/>
                  </a:lnTo>
                  <a:lnTo>
                    <a:pt x="236" y="1715"/>
                  </a:lnTo>
                  <a:lnTo>
                    <a:pt x="229" y="1711"/>
                  </a:lnTo>
                  <a:lnTo>
                    <a:pt x="226" y="1713"/>
                  </a:lnTo>
                  <a:lnTo>
                    <a:pt x="221" y="1711"/>
                  </a:lnTo>
                  <a:lnTo>
                    <a:pt x="205" y="1711"/>
                  </a:lnTo>
                  <a:lnTo>
                    <a:pt x="201" y="1713"/>
                  </a:lnTo>
                  <a:lnTo>
                    <a:pt x="190" y="1713"/>
                  </a:lnTo>
                  <a:lnTo>
                    <a:pt x="183" y="1715"/>
                  </a:lnTo>
                  <a:lnTo>
                    <a:pt x="180" y="1716"/>
                  </a:lnTo>
                  <a:lnTo>
                    <a:pt x="178" y="1718"/>
                  </a:lnTo>
                  <a:lnTo>
                    <a:pt x="177" y="1718"/>
                  </a:lnTo>
                  <a:lnTo>
                    <a:pt x="175" y="1720"/>
                  </a:lnTo>
                  <a:lnTo>
                    <a:pt x="172" y="1721"/>
                  </a:lnTo>
                  <a:lnTo>
                    <a:pt x="168" y="1721"/>
                  </a:lnTo>
                  <a:lnTo>
                    <a:pt x="163" y="1724"/>
                  </a:lnTo>
                  <a:lnTo>
                    <a:pt x="157" y="1726"/>
                  </a:lnTo>
                  <a:lnTo>
                    <a:pt x="152" y="1728"/>
                  </a:lnTo>
                  <a:lnTo>
                    <a:pt x="145" y="1726"/>
                  </a:lnTo>
                  <a:lnTo>
                    <a:pt x="140" y="1723"/>
                  </a:lnTo>
                  <a:lnTo>
                    <a:pt x="134" y="1718"/>
                  </a:lnTo>
                  <a:lnTo>
                    <a:pt x="124" y="1711"/>
                  </a:lnTo>
                  <a:lnTo>
                    <a:pt x="121" y="1705"/>
                  </a:lnTo>
                  <a:lnTo>
                    <a:pt x="116" y="1701"/>
                  </a:lnTo>
                  <a:lnTo>
                    <a:pt x="109" y="1698"/>
                  </a:lnTo>
                  <a:lnTo>
                    <a:pt x="104" y="1693"/>
                  </a:lnTo>
                  <a:lnTo>
                    <a:pt x="102" y="1688"/>
                  </a:lnTo>
                  <a:lnTo>
                    <a:pt x="101" y="1685"/>
                  </a:lnTo>
                  <a:lnTo>
                    <a:pt x="94" y="1685"/>
                  </a:lnTo>
                  <a:lnTo>
                    <a:pt x="89" y="1680"/>
                  </a:lnTo>
                  <a:lnTo>
                    <a:pt x="89" y="1678"/>
                  </a:lnTo>
                  <a:lnTo>
                    <a:pt x="81" y="1678"/>
                  </a:lnTo>
                  <a:lnTo>
                    <a:pt x="76" y="1677"/>
                  </a:lnTo>
                  <a:lnTo>
                    <a:pt x="73" y="1675"/>
                  </a:lnTo>
                  <a:lnTo>
                    <a:pt x="71" y="1670"/>
                  </a:lnTo>
                  <a:lnTo>
                    <a:pt x="71" y="1667"/>
                  </a:lnTo>
                  <a:lnTo>
                    <a:pt x="68" y="1664"/>
                  </a:lnTo>
                  <a:lnTo>
                    <a:pt x="61" y="1650"/>
                  </a:lnTo>
                  <a:lnTo>
                    <a:pt x="56" y="1644"/>
                  </a:lnTo>
                  <a:lnTo>
                    <a:pt x="53" y="1640"/>
                  </a:lnTo>
                  <a:lnTo>
                    <a:pt x="48" y="1634"/>
                  </a:lnTo>
                  <a:lnTo>
                    <a:pt x="48" y="1631"/>
                  </a:lnTo>
                  <a:lnTo>
                    <a:pt x="45" y="1624"/>
                  </a:lnTo>
                  <a:lnTo>
                    <a:pt x="35" y="1617"/>
                  </a:lnTo>
                  <a:lnTo>
                    <a:pt x="33" y="1611"/>
                  </a:lnTo>
                  <a:lnTo>
                    <a:pt x="28" y="1606"/>
                  </a:lnTo>
                  <a:lnTo>
                    <a:pt x="27" y="1603"/>
                  </a:lnTo>
                  <a:lnTo>
                    <a:pt x="27" y="1599"/>
                  </a:lnTo>
                  <a:lnTo>
                    <a:pt x="23" y="1596"/>
                  </a:lnTo>
                  <a:lnTo>
                    <a:pt x="17" y="1596"/>
                  </a:lnTo>
                  <a:lnTo>
                    <a:pt x="12" y="1593"/>
                  </a:lnTo>
                  <a:lnTo>
                    <a:pt x="12" y="1589"/>
                  </a:lnTo>
                  <a:lnTo>
                    <a:pt x="7" y="1584"/>
                  </a:lnTo>
                  <a:lnTo>
                    <a:pt x="7" y="1573"/>
                  </a:lnTo>
                  <a:lnTo>
                    <a:pt x="8" y="1571"/>
                  </a:lnTo>
                  <a:lnTo>
                    <a:pt x="8" y="1568"/>
                  </a:lnTo>
                  <a:lnTo>
                    <a:pt x="3" y="1563"/>
                  </a:lnTo>
                  <a:lnTo>
                    <a:pt x="0" y="1556"/>
                  </a:lnTo>
                  <a:lnTo>
                    <a:pt x="0" y="1550"/>
                  </a:lnTo>
                  <a:lnTo>
                    <a:pt x="8" y="1542"/>
                  </a:lnTo>
                  <a:lnTo>
                    <a:pt x="15" y="1538"/>
                  </a:lnTo>
                  <a:lnTo>
                    <a:pt x="15" y="1532"/>
                  </a:lnTo>
                  <a:lnTo>
                    <a:pt x="13" y="1527"/>
                  </a:lnTo>
                  <a:lnTo>
                    <a:pt x="13" y="1520"/>
                  </a:lnTo>
                  <a:lnTo>
                    <a:pt x="15" y="1515"/>
                  </a:lnTo>
                  <a:lnTo>
                    <a:pt x="18" y="1510"/>
                  </a:lnTo>
                  <a:lnTo>
                    <a:pt x="20" y="1505"/>
                  </a:lnTo>
                  <a:lnTo>
                    <a:pt x="20" y="1499"/>
                  </a:lnTo>
                  <a:lnTo>
                    <a:pt x="17" y="1494"/>
                  </a:lnTo>
                  <a:lnTo>
                    <a:pt x="15" y="1487"/>
                  </a:lnTo>
                  <a:lnTo>
                    <a:pt x="12" y="1479"/>
                  </a:lnTo>
                  <a:lnTo>
                    <a:pt x="15" y="1474"/>
                  </a:lnTo>
                  <a:lnTo>
                    <a:pt x="17" y="1466"/>
                  </a:lnTo>
                  <a:lnTo>
                    <a:pt x="15" y="1463"/>
                  </a:lnTo>
                  <a:lnTo>
                    <a:pt x="10" y="1459"/>
                  </a:lnTo>
                  <a:lnTo>
                    <a:pt x="3" y="1459"/>
                  </a:lnTo>
                  <a:lnTo>
                    <a:pt x="2" y="1451"/>
                  </a:lnTo>
                  <a:lnTo>
                    <a:pt x="2" y="1444"/>
                  </a:lnTo>
                  <a:lnTo>
                    <a:pt x="5" y="1439"/>
                  </a:lnTo>
                  <a:lnTo>
                    <a:pt x="10" y="1435"/>
                  </a:lnTo>
                  <a:lnTo>
                    <a:pt x="13" y="1430"/>
                  </a:lnTo>
                  <a:lnTo>
                    <a:pt x="18" y="1423"/>
                  </a:lnTo>
                  <a:lnTo>
                    <a:pt x="20" y="1420"/>
                  </a:lnTo>
                  <a:lnTo>
                    <a:pt x="22" y="1412"/>
                  </a:lnTo>
                  <a:lnTo>
                    <a:pt x="22" y="1405"/>
                  </a:lnTo>
                  <a:lnTo>
                    <a:pt x="25" y="1400"/>
                  </a:lnTo>
                  <a:lnTo>
                    <a:pt x="27" y="1398"/>
                  </a:lnTo>
                  <a:lnTo>
                    <a:pt x="30" y="1398"/>
                  </a:lnTo>
                  <a:lnTo>
                    <a:pt x="32" y="1397"/>
                  </a:lnTo>
                  <a:lnTo>
                    <a:pt x="33" y="1397"/>
                  </a:lnTo>
                  <a:lnTo>
                    <a:pt x="33" y="1395"/>
                  </a:lnTo>
                  <a:lnTo>
                    <a:pt x="35" y="1393"/>
                  </a:lnTo>
                  <a:lnTo>
                    <a:pt x="38" y="1393"/>
                  </a:lnTo>
                  <a:lnTo>
                    <a:pt x="38" y="1392"/>
                  </a:lnTo>
                  <a:lnTo>
                    <a:pt x="40" y="1392"/>
                  </a:lnTo>
                  <a:lnTo>
                    <a:pt x="40" y="1380"/>
                  </a:lnTo>
                  <a:lnTo>
                    <a:pt x="41" y="1375"/>
                  </a:lnTo>
                  <a:lnTo>
                    <a:pt x="46" y="1370"/>
                  </a:lnTo>
                  <a:lnTo>
                    <a:pt x="50" y="1365"/>
                  </a:lnTo>
                  <a:lnTo>
                    <a:pt x="56" y="1362"/>
                  </a:lnTo>
                  <a:lnTo>
                    <a:pt x="60" y="1357"/>
                  </a:lnTo>
                  <a:lnTo>
                    <a:pt x="63" y="1347"/>
                  </a:lnTo>
                  <a:lnTo>
                    <a:pt x="65" y="1344"/>
                  </a:lnTo>
                  <a:lnTo>
                    <a:pt x="66" y="1339"/>
                  </a:lnTo>
                  <a:lnTo>
                    <a:pt x="73" y="1336"/>
                  </a:lnTo>
                  <a:lnTo>
                    <a:pt x="78" y="1336"/>
                  </a:lnTo>
                  <a:lnTo>
                    <a:pt x="88" y="1332"/>
                  </a:lnTo>
                  <a:lnTo>
                    <a:pt x="93" y="1329"/>
                  </a:lnTo>
                  <a:lnTo>
                    <a:pt x="94" y="1328"/>
                  </a:lnTo>
                  <a:lnTo>
                    <a:pt x="97" y="1326"/>
                  </a:lnTo>
                  <a:lnTo>
                    <a:pt x="99" y="1324"/>
                  </a:lnTo>
                  <a:lnTo>
                    <a:pt x="101" y="1324"/>
                  </a:lnTo>
                  <a:lnTo>
                    <a:pt x="102" y="1321"/>
                  </a:lnTo>
                  <a:lnTo>
                    <a:pt x="106" y="1319"/>
                  </a:lnTo>
                  <a:lnTo>
                    <a:pt x="109" y="1319"/>
                  </a:lnTo>
                  <a:lnTo>
                    <a:pt x="117" y="1311"/>
                  </a:lnTo>
                  <a:lnTo>
                    <a:pt x="122" y="1308"/>
                  </a:lnTo>
                  <a:lnTo>
                    <a:pt x="122" y="1290"/>
                  </a:lnTo>
                  <a:lnTo>
                    <a:pt x="121" y="1276"/>
                  </a:lnTo>
                  <a:lnTo>
                    <a:pt x="122" y="1268"/>
                  </a:lnTo>
                  <a:lnTo>
                    <a:pt x="127" y="1263"/>
                  </a:lnTo>
                  <a:lnTo>
                    <a:pt x="130" y="1257"/>
                  </a:lnTo>
                  <a:lnTo>
                    <a:pt x="134" y="1253"/>
                  </a:lnTo>
                  <a:lnTo>
                    <a:pt x="137" y="1248"/>
                  </a:lnTo>
                  <a:lnTo>
                    <a:pt x="145" y="1240"/>
                  </a:lnTo>
                  <a:lnTo>
                    <a:pt x="159" y="1234"/>
                  </a:lnTo>
                  <a:lnTo>
                    <a:pt x="167" y="1232"/>
                  </a:lnTo>
                  <a:lnTo>
                    <a:pt x="170" y="1225"/>
                  </a:lnTo>
                  <a:lnTo>
                    <a:pt x="172" y="1219"/>
                  </a:lnTo>
                  <a:lnTo>
                    <a:pt x="175" y="1214"/>
                  </a:lnTo>
                  <a:lnTo>
                    <a:pt x="178" y="1204"/>
                  </a:lnTo>
                  <a:lnTo>
                    <a:pt x="183" y="1201"/>
                  </a:lnTo>
                  <a:lnTo>
                    <a:pt x="193" y="1204"/>
                  </a:lnTo>
                  <a:lnTo>
                    <a:pt x="196" y="1207"/>
                  </a:lnTo>
                  <a:lnTo>
                    <a:pt x="218" y="1207"/>
                  </a:lnTo>
                  <a:lnTo>
                    <a:pt x="224" y="1202"/>
                  </a:lnTo>
                  <a:lnTo>
                    <a:pt x="229" y="1204"/>
                  </a:lnTo>
                  <a:lnTo>
                    <a:pt x="236" y="1206"/>
                  </a:lnTo>
                  <a:lnTo>
                    <a:pt x="239" y="1209"/>
                  </a:lnTo>
                  <a:lnTo>
                    <a:pt x="243" y="1209"/>
                  </a:lnTo>
                  <a:lnTo>
                    <a:pt x="244" y="1206"/>
                  </a:lnTo>
                  <a:lnTo>
                    <a:pt x="248" y="1204"/>
                  </a:lnTo>
                  <a:lnTo>
                    <a:pt x="253" y="1201"/>
                  </a:lnTo>
                  <a:lnTo>
                    <a:pt x="254" y="1197"/>
                  </a:lnTo>
                  <a:lnTo>
                    <a:pt x="261" y="1196"/>
                  </a:lnTo>
                  <a:lnTo>
                    <a:pt x="267" y="1191"/>
                  </a:lnTo>
                  <a:lnTo>
                    <a:pt x="272" y="1187"/>
                  </a:lnTo>
                  <a:lnTo>
                    <a:pt x="282" y="1183"/>
                  </a:lnTo>
                  <a:lnTo>
                    <a:pt x="317" y="1183"/>
                  </a:lnTo>
                  <a:lnTo>
                    <a:pt x="322" y="1179"/>
                  </a:lnTo>
                  <a:lnTo>
                    <a:pt x="337" y="1179"/>
                  </a:lnTo>
                  <a:lnTo>
                    <a:pt x="345" y="1178"/>
                  </a:lnTo>
                  <a:lnTo>
                    <a:pt x="348" y="1181"/>
                  </a:lnTo>
                  <a:lnTo>
                    <a:pt x="351" y="1183"/>
                  </a:lnTo>
                  <a:lnTo>
                    <a:pt x="356" y="1178"/>
                  </a:lnTo>
                  <a:lnTo>
                    <a:pt x="363" y="1176"/>
                  </a:lnTo>
                  <a:lnTo>
                    <a:pt x="375" y="1176"/>
                  </a:lnTo>
                  <a:lnTo>
                    <a:pt x="379" y="1178"/>
                  </a:lnTo>
                  <a:lnTo>
                    <a:pt x="388" y="1186"/>
                  </a:lnTo>
                  <a:lnTo>
                    <a:pt x="389" y="1181"/>
                  </a:lnTo>
                  <a:lnTo>
                    <a:pt x="394" y="1174"/>
                  </a:lnTo>
                  <a:lnTo>
                    <a:pt x="414" y="1169"/>
                  </a:lnTo>
                  <a:lnTo>
                    <a:pt x="419" y="1173"/>
                  </a:lnTo>
                  <a:lnTo>
                    <a:pt x="422" y="1178"/>
                  </a:lnTo>
                  <a:lnTo>
                    <a:pt x="426" y="1178"/>
                  </a:lnTo>
                  <a:lnTo>
                    <a:pt x="431" y="1173"/>
                  </a:lnTo>
                  <a:lnTo>
                    <a:pt x="432" y="1173"/>
                  </a:lnTo>
                  <a:lnTo>
                    <a:pt x="432" y="1179"/>
                  </a:lnTo>
                  <a:lnTo>
                    <a:pt x="427" y="1184"/>
                  </a:lnTo>
                  <a:lnTo>
                    <a:pt x="424" y="1189"/>
                  </a:lnTo>
                  <a:lnTo>
                    <a:pt x="424" y="1194"/>
                  </a:lnTo>
                  <a:lnTo>
                    <a:pt x="429" y="1199"/>
                  </a:lnTo>
                  <a:lnTo>
                    <a:pt x="439" y="1206"/>
                  </a:lnTo>
                  <a:lnTo>
                    <a:pt x="436" y="1212"/>
                  </a:lnTo>
                  <a:lnTo>
                    <a:pt x="431" y="1217"/>
                  </a:lnTo>
                  <a:lnTo>
                    <a:pt x="424" y="1222"/>
                  </a:lnTo>
                  <a:lnTo>
                    <a:pt x="424" y="1227"/>
                  </a:lnTo>
                  <a:lnTo>
                    <a:pt x="429" y="1234"/>
                  </a:lnTo>
                  <a:lnTo>
                    <a:pt x="437" y="1237"/>
                  </a:lnTo>
                  <a:lnTo>
                    <a:pt x="450" y="1247"/>
                  </a:lnTo>
                  <a:lnTo>
                    <a:pt x="452" y="1248"/>
                  </a:lnTo>
                  <a:lnTo>
                    <a:pt x="462" y="1248"/>
                  </a:lnTo>
                  <a:lnTo>
                    <a:pt x="472" y="1250"/>
                  </a:lnTo>
                  <a:lnTo>
                    <a:pt x="478" y="1252"/>
                  </a:lnTo>
                  <a:lnTo>
                    <a:pt x="488" y="1252"/>
                  </a:lnTo>
                  <a:lnTo>
                    <a:pt x="497" y="1253"/>
                  </a:lnTo>
                  <a:lnTo>
                    <a:pt x="500" y="1260"/>
                  </a:lnTo>
                  <a:lnTo>
                    <a:pt x="502" y="1265"/>
                  </a:lnTo>
                  <a:lnTo>
                    <a:pt x="506" y="1275"/>
                  </a:lnTo>
                  <a:lnTo>
                    <a:pt x="515" y="1278"/>
                  </a:lnTo>
                  <a:lnTo>
                    <a:pt x="528" y="1278"/>
                  </a:lnTo>
                  <a:lnTo>
                    <a:pt x="534" y="1280"/>
                  </a:lnTo>
                  <a:lnTo>
                    <a:pt x="539" y="1283"/>
                  </a:lnTo>
                  <a:lnTo>
                    <a:pt x="548" y="1286"/>
                  </a:lnTo>
                  <a:lnTo>
                    <a:pt x="553" y="1290"/>
                  </a:lnTo>
                  <a:lnTo>
                    <a:pt x="556" y="1293"/>
                  </a:lnTo>
                  <a:lnTo>
                    <a:pt x="571" y="1278"/>
                  </a:lnTo>
                  <a:lnTo>
                    <a:pt x="572" y="1275"/>
                  </a:lnTo>
                  <a:lnTo>
                    <a:pt x="571" y="1268"/>
                  </a:lnTo>
                  <a:lnTo>
                    <a:pt x="571" y="1263"/>
                  </a:lnTo>
                  <a:lnTo>
                    <a:pt x="572" y="1260"/>
                  </a:lnTo>
                  <a:lnTo>
                    <a:pt x="574" y="1255"/>
                  </a:lnTo>
                  <a:lnTo>
                    <a:pt x="576" y="1253"/>
                  </a:lnTo>
                  <a:lnTo>
                    <a:pt x="579" y="1252"/>
                  </a:lnTo>
                  <a:lnTo>
                    <a:pt x="589" y="1248"/>
                  </a:lnTo>
                  <a:lnTo>
                    <a:pt x="599" y="1250"/>
                  </a:lnTo>
                  <a:lnTo>
                    <a:pt x="605" y="1248"/>
                  </a:lnTo>
                  <a:lnTo>
                    <a:pt x="615" y="1248"/>
                  </a:lnTo>
                  <a:lnTo>
                    <a:pt x="617" y="1250"/>
                  </a:lnTo>
                  <a:lnTo>
                    <a:pt x="619" y="1257"/>
                  </a:lnTo>
                  <a:lnTo>
                    <a:pt x="619" y="1260"/>
                  </a:lnTo>
                  <a:lnTo>
                    <a:pt x="628" y="1260"/>
                  </a:lnTo>
                  <a:lnTo>
                    <a:pt x="635" y="1258"/>
                  </a:lnTo>
                  <a:lnTo>
                    <a:pt x="640" y="1260"/>
                  </a:lnTo>
                  <a:lnTo>
                    <a:pt x="643" y="1263"/>
                  </a:lnTo>
                  <a:lnTo>
                    <a:pt x="647" y="1265"/>
                  </a:lnTo>
                  <a:lnTo>
                    <a:pt x="652" y="1268"/>
                  </a:lnTo>
                  <a:lnTo>
                    <a:pt x="653" y="1270"/>
                  </a:lnTo>
                  <a:lnTo>
                    <a:pt x="675" y="1270"/>
                  </a:lnTo>
                  <a:lnTo>
                    <a:pt x="680" y="1271"/>
                  </a:lnTo>
                  <a:lnTo>
                    <a:pt x="686" y="1275"/>
                  </a:lnTo>
                  <a:lnTo>
                    <a:pt x="691" y="1273"/>
                  </a:lnTo>
                  <a:lnTo>
                    <a:pt x="698" y="1273"/>
                  </a:lnTo>
                  <a:lnTo>
                    <a:pt x="701" y="1275"/>
                  </a:lnTo>
                  <a:lnTo>
                    <a:pt x="708" y="1276"/>
                  </a:lnTo>
                  <a:lnTo>
                    <a:pt x="709" y="1275"/>
                  </a:lnTo>
                  <a:lnTo>
                    <a:pt x="713" y="1273"/>
                  </a:lnTo>
                  <a:lnTo>
                    <a:pt x="714" y="1270"/>
                  </a:lnTo>
                  <a:lnTo>
                    <a:pt x="716" y="1268"/>
                  </a:lnTo>
                  <a:lnTo>
                    <a:pt x="719" y="1267"/>
                  </a:lnTo>
                  <a:lnTo>
                    <a:pt x="722" y="1267"/>
                  </a:lnTo>
                  <a:lnTo>
                    <a:pt x="724" y="1263"/>
                  </a:lnTo>
                  <a:lnTo>
                    <a:pt x="726" y="1263"/>
                  </a:lnTo>
                  <a:lnTo>
                    <a:pt x="731" y="1262"/>
                  </a:lnTo>
                  <a:lnTo>
                    <a:pt x="734" y="1262"/>
                  </a:lnTo>
                  <a:lnTo>
                    <a:pt x="749" y="1267"/>
                  </a:lnTo>
                  <a:lnTo>
                    <a:pt x="755" y="1270"/>
                  </a:lnTo>
                  <a:lnTo>
                    <a:pt x="760" y="1271"/>
                  </a:lnTo>
                  <a:lnTo>
                    <a:pt x="774" y="1271"/>
                  </a:lnTo>
                  <a:lnTo>
                    <a:pt x="777" y="1270"/>
                  </a:lnTo>
                  <a:lnTo>
                    <a:pt x="779" y="1268"/>
                  </a:lnTo>
                  <a:lnTo>
                    <a:pt x="782" y="1267"/>
                  </a:lnTo>
                  <a:lnTo>
                    <a:pt x="783" y="1265"/>
                  </a:lnTo>
                  <a:lnTo>
                    <a:pt x="785" y="1262"/>
                  </a:lnTo>
                  <a:lnTo>
                    <a:pt x="785" y="1258"/>
                  </a:lnTo>
                  <a:lnTo>
                    <a:pt x="787" y="1257"/>
                  </a:lnTo>
                  <a:lnTo>
                    <a:pt x="787" y="1253"/>
                  </a:lnTo>
                  <a:lnTo>
                    <a:pt x="788" y="1250"/>
                  </a:lnTo>
                  <a:lnTo>
                    <a:pt x="788" y="1245"/>
                  </a:lnTo>
                  <a:lnTo>
                    <a:pt x="790" y="1242"/>
                  </a:lnTo>
                  <a:lnTo>
                    <a:pt x="790" y="1239"/>
                  </a:lnTo>
                  <a:lnTo>
                    <a:pt x="792" y="1235"/>
                  </a:lnTo>
                  <a:lnTo>
                    <a:pt x="793" y="1234"/>
                  </a:lnTo>
                  <a:lnTo>
                    <a:pt x="793" y="1224"/>
                  </a:lnTo>
                  <a:lnTo>
                    <a:pt x="797" y="1217"/>
                  </a:lnTo>
                  <a:lnTo>
                    <a:pt x="797" y="1214"/>
                  </a:lnTo>
                  <a:lnTo>
                    <a:pt x="800" y="1207"/>
                  </a:lnTo>
                  <a:lnTo>
                    <a:pt x="803" y="1204"/>
                  </a:lnTo>
                  <a:lnTo>
                    <a:pt x="800" y="1199"/>
                  </a:lnTo>
                  <a:lnTo>
                    <a:pt x="798" y="1196"/>
                  </a:lnTo>
                  <a:lnTo>
                    <a:pt x="798" y="1186"/>
                  </a:lnTo>
                  <a:lnTo>
                    <a:pt x="802" y="1183"/>
                  </a:lnTo>
                  <a:lnTo>
                    <a:pt x="800" y="1183"/>
                  </a:lnTo>
                  <a:lnTo>
                    <a:pt x="802" y="1179"/>
                  </a:lnTo>
                  <a:lnTo>
                    <a:pt x="807" y="1174"/>
                  </a:lnTo>
                  <a:lnTo>
                    <a:pt x="807" y="1168"/>
                  </a:lnTo>
                  <a:lnTo>
                    <a:pt x="805" y="1166"/>
                  </a:lnTo>
                  <a:lnTo>
                    <a:pt x="798" y="1166"/>
                  </a:lnTo>
                  <a:lnTo>
                    <a:pt x="797" y="1169"/>
                  </a:lnTo>
                  <a:lnTo>
                    <a:pt x="795" y="1169"/>
                  </a:lnTo>
                  <a:lnTo>
                    <a:pt x="793" y="1171"/>
                  </a:lnTo>
                  <a:lnTo>
                    <a:pt x="787" y="1171"/>
                  </a:lnTo>
                  <a:lnTo>
                    <a:pt x="782" y="1176"/>
                  </a:lnTo>
                  <a:lnTo>
                    <a:pt x="779" y="1178"/>
                  </a:lnTo>
                  <a:lnTo>
                    <a:pt x="774" y="1178"/>
                  </a:lnTo>
                  <a:lnTo>
                    <a:pt x="770" y="1179"/>
                  </a:lnTo>
                  <a:lnTo>
                    <a:pt x="765" y="1179"/>
                  </a:lnTo>
                  <a:lnTo>
                    <a:pt x="762" y="1181"/>
                  </a:lnTo>
                  <a:lnTo>
                    <a:pt x="755" y="1181"/>
                  </a:lnTo>
                  <a:lnTo>
                    <a:pt x="750" y="1179"/>
                  </a:lnTo>
                  <a:lnTo>
                    <a:pt x="749" y="1179"/>
                  </a:lnTo>
                  <a:lnTo>
                    <a:pt x="746" y="1176"/>
                  </a:lnTo>
                  <a:lnTo>
                    <a:pt x="744" y="1176"/>
                  </a:lnTo>
                  <a:lnTo>
                    <a:pt x="741" y="1173"/>
                  </a:lnTo>
                  <a:lnTo>
                    <a:pt x="722" y="1173"/>
                  </a:lnTo>
                  <a:lnTo>
                    <a:pt x="721" y="1178"/>
                  </a:lnTo>
                  <a:lnTo>
                    <a:pt x="716" y="1183"/>
                  </a:lnTo>
                  <a:lnTo>
                    <a:pt x="701" y="1183"/>
                  </a:lnTo>
                  <a:lnTo>
                    <a:pt x="694" y="1179"/>
                  </a:lnTo>
                  <a:lnTo>
                    <a:pt x="689" y="1178"/>
                  </a:lnTo>
                  <a:lnTo>
                    <a:pt x="688" y="1176"/>
                  </a:lnTo>
                  <a:lnTo>
                    <a:pt x="685" y="1178"/>
                  </a:lnTo>
                  <a:lnTo>
                    <a:pt x="681" y="1178"/>
                  </a:lnTo>
                  <a:lnTo>
                    <a:pt x="678" y="1179"/>
                  </a:lnTo>
                  <a:lnTo>
                    <a:pt x="675" y="1178"/>
                  </a:lnTo>
                  <a:lnTo>
                    <a:pt x="670" y="1173"/>
                  </a:lnTo>
                  <a:lnTo>
                    <a:pt x="678" y="1173"/>
                  </a:lnTo>
                  <a:lnTo>
                    <a:pt x="680" y="1171"/>
                  </a:lnTo>
                  <a:lnTo>
                    <a:pt x="676" y="1169"/>
                  </a:lnTo>
                  <a:lnTo>
                    <a:pt x="671" y="1168"/>
                  </a:lnTo>
                  <a:lnTo>
                    <a:pt x="666" y="1163"/>
                  </a:lnTo>
                  <a:lnTo>
                    <a:pt x="666" y="1161"/>
                  </a:lnTo>
                  <a:lnTo>
                    <a:pt x="668" y="1158"/>
                  </a:lnTo>
                  <a:lnTo>
                    <a:pt x="666" y="1155"/>
                  </a:lnTo>
                  <a:lnTo>
                    <a:pt x="666" y="1153"/>
                  </a:lnTo>
                  <a:lnTo>
                    <a:pt x="661" y="1151"/>
                  </a:lnTo>
                  <a:lnTo>
                    <a:pt x="658" y="1151"/>
                  </a:lnTo>
                  <a:lnTo>
                    <a:pt x="653" y="1146"/>
                  </a:lnTo>
                  <a:lnTo>
                    <a:pt x="660" y="1140"/>
                  </a:lnTo>
                  <a:lnTo>
                    <a:pt x="653" y="1133"/>
                  </a:lnTo>
                  <a:lnTo>
                    <a:pt x="656" y="1127"/>
                  </a:lnTo>
                  <a:lnTo>
                    <a:pt x="648" y="1127"/>
                  </a:lnTo>
                  <a:lnTo>
                    <a:pt x="648" y="1122"/>
                  </a:lnTo>
                  <a:lnTo>
                    <a:pt x="650" y="1117"/>
                  </a:lnTo>
                  <a:lnTo>
                    <a:pt x="656" y="1110"/>
                  </a:lnTo>
                  <a:lnTo>
                    <a:pt x="661" y="1108"/>
                  </a:lnTo>
                  <a:lnTo>
                    <a:pt x="685" y="1108"/>
                  </a:lnTo>
                  <a:lnTo>
                    <a:pt x="686" y="1107"/>
                  </a:lnTo>
                  <a:lnTo>
                    <a:pt x="686" y="1103"/>
                  </a:lnTo>
                  <a:lnTo>
                    <a:pt x="698" y="1100"/>
                  </a:lnTo>
                  <a:lnTo>
                    <a:pt x="693" y="1097"/>
                  </a:lnTo>
                  <a:lnTo>
                    <a:pt x="691" y="1095"/>
                  </a:lnTo>
                  <a:lnTo>
                    <a:pt x="693" y="1092"/>
                  </a:lnTo>
                  <a:lnTo>
                    <a:pt x="713" y="1092"/>
                  </a:lnTo>
                  <a:lnTo>
                    <a:pt x="717" y="1089"/>
                  </a:lnTo>
                  <a:lnTo>
                    <a:pt x="721" y="1087"/>
                  </a:lnTo>
                  <a:lnTo>
                    <a:pt x="727" y="1085"/>
                  </a:lnTo>
                  <a:lnTo>
                    <a:pt x="734" y="1085"/>
                  </a:lnTo>
                  <a:lnTo>
                    <a:pt x="737" y="1082"/>
                  </a:lnTo>
                  <a:lnTo>
                    <a:pt x="746" y="1077"/>
                  </a:lnTo>
                  <a:lnTo>
                    <a:pt x="759" y="1071"/>
                  </a:lnTo>
                  <a:lnTo>
                    <a:pt x="764" y="1069"/>
                  </a:lnTo>
                  <a:lnTo>
                    <a:pt x="774" y="1069"/>
                  </a:lnTo>
                  <a:lnTo>
                    <a:pt x="777" y="1071"/>
                  </a:lnTo>
                  <a:lnTo>
                    <a:pt x="779" y="1072"/>
                  </a:lnTo>
                  <a:lnTo>
                    <a:pt x="782" y="1072"/>
                  </a:lnTo>
                  <a:lnTo>
                    <a:pt x="785" y="1074"/>
                  </a:lnTo>
                  <a:lnTo>
                    <a:pt x="790" y="1075"/>
                  </a:lnTo>
                  <a:lnTo>
                    <a:pt x="793" y="1077"/>
                  </a:lnTo>
                  <a:lnTo>
                    <a:pt x="795" y="1080"/>
                  </a:lnTo>
                  <a:lnTo>
                    <a:pt x="798" y="1082"/>
                  </a:lnTo>
                  <a:lnTo>
                    <a:pt x="803" y="1085"/>
                  </a:lnTo>
                  <a:lnTo>
                    <a:pt x="808" y="1084"/>
                  </a:lnTo>
                  <a:lnTo>
                    <a:pt x="849" y="1084"/>
                  </a:lnTo>
                  <a:lnTo>
                    <a:pt x="853" y="1082"/>
                  </a:lnTo>
                  <a:lnTo>
                    <a:pt x="859" y="1082"/>
                  </a:lnTo>
                  <a:lnTo>
                    <a:pt x="866" y="1079"/>
                  </a:lnTo>
                  <a:lnTo>
                    <a:pt x="869" y="1079"/>
                  </a:lnTo>
                  <a:lnTo>
                    <a:pt x="871" y="1075"/>
                  </a:lnTo>
                  <a:lnTo>
                    <a:pt x="873" y="1071"/>
                  </a:lnTo>
                  <a:lnTo>
                    <a:pt x="869" y="1067"/>
                  </a:lnTo>
                  <a:lnTo>
                    <a:pt x="869" y="1064"/>
                  </a:lnTo>
                  <a:lnTo>
                    <a:pt x="868" y="1062"/>
                  </a:lnTo>
                  <a:lnTo>
                    <a:pt x="866" y="1059"/>
                  </a:lnTo>
                  <a:lnTo>
                    <a:pt x="864" y="1057"/>
                  </a:lnTo>
                  <a:lnTo>
                    <a:pt x="861" y="1056"/>
                  </a:lnTo>
                  <a:lnTo>
                    <a:pt x="861" y="1054"/>
                  </a:lnTo>
                  <a:lnTo>
                    <a:pt x="863" y="1052"/>
                  </a:lnTo>
                  <a:lnTo>
                    <a:pt x="863" y="1049"/>
                  </a:lnTo>
                  <a:lnTo>
                    <a:pt x="861" y="1047"/>
                  </a:lnTo>
                  <a:lnTo>
                    <a:pt x="854" y="1044"/>
                  </a:lnTo>
                  <a:lnTo>
                    <a:pt x="853" y="1044"/>
                  </a:lnTo>
                  <a:lnTo>
                    <a:pt x="846" y="1041"/>
                  </a:lnTo>
                  <a:lnTo>
                    <a:pt x="840" y="1036"/>
                  </a:lnTo>
                  <a:lnTo>
                    <a:pt x="820" y="1029"/>
                  </a:lnTo>
                  <a:lnTo>
                    <a:pt x="815" y="1024"/>
                  </a:lnTo>
                  <a:lnTo>
                    <a:pt x="807" y="1021"/>
                  </a:lnTo>
                  <a:lnTo>
                    <a:pt x="797" y="1018"/>
                  </a:lnTo>
                  <a:lnTo>
                    <a:pt x="793" y="1011"/>
                  </a:lnTo>
                  <a:lnTo>
                    <a:pt x="792" y="1010"/>
                  </a:lnTo>
                  <a:lnTo>
                    <a:pt x="790" y="1000"/>
                  </a:lnTo>
                  <a:lnTo>
                    <a:pt x="795" y="1000"/>
                  </a:lnTo>
                  <a:lnTo>
                    <a:pt x="800" y="1001"/>
                  </a:lnTo>
                  <a:lnTo>
                    <a:pt x="800" y="985"/>
                  </a:lnTo>
                  <a:lnTo>
                    <a:pt x="803" y="982"/>
                  </a:lnTo>
                  <a:lnTo>
                    <a:pt x="807" y="982"/>
                  </a:lnTo>
                  <a:lnTo>
                    <a:pt x="807" y="978"/>
                  </a:lnTo>
                  <a:lnTo>
                    <a:pt x="803" y="975"/>
                  </a:lnTo>
                  <a:lnTo>
                    <a:pt x="797" y="975"/>
                  </a:lnTo>
                  <a:lnTo>
                    <a:pt x="795" y="972"/>
                  </a:lnTo>
                  <a:lnTo>
                    <a:pt x="798" y="970"/>
                  </a:lnTo>
                  <a:lnTo>
                    <a:pt x="803" y="970"/>
                  </a:lnTo>
                  <a:lnTo>
                    <a:pt x="810" y="972"/>
                  </a:lnTo>
                  <a:lnTo>
                    <a:pt x="810" y="967"/>
                  </a:lnTo>
                  <a:lnTo>
                    <a:pt x="813" y="967"/>
                  </a:lnTo>
                  <a:lnTo>
                    <a:pt x="818" y="963"/>
                  </a:lnTo>
                  <a:lnTo>
                    <a:pt x="823" y="958"/>
                  </a:lnTo>
                  <a:lnTo>
                    <a:pt x="818" y="957"/>
                  </a:lnTo>
                  <a:lnTo>
                    <a:pt x="811" y="958"/>
                  </a:lnTo>
                  <a:lnTo>
                    <a:pt x="807" y="960"/>
                  </a:lnTo>
                  <a:lnTo>
                    <a:pt x="807" y="962"/>
                  </a:lnTo>
                  <a:lnTo>
                    <a:pt x="795" y="963"/>
                  </a:lnTo>
                  <a:lnTo>
                    <a:pt x="782" y="975"/>
                  </a:lnTo>
                  <a:lnTo>
                    <a:pt x="775" y="975"/>
                  </a:lnTo>
                  <a:lnTo>
                    <a:pt x="770" y="977"/>
                  </a:lnTo>
                  <a:lnTo>
                    <a:pt x="767" y="982"/>
                  </a:lnTo>
                  <a:lnTo>
                    <a:pt x="765" y="986"/>
                  </a:lnTo>
                  <a:lnTo>
                    <a:pt x="762" y="986"/>
                  </a:lnTo>
                  <a:lnTo>
                    <a:pt x="762" y="985"/>
                  </a:lnTo>
                  <a:lnTo>
                    <a:pt x="760" y="983"/>
                  </a:lnTo>
                  <a:lnTo>
                    <a:pt x="757" y="983"/>
                  </a:lnTo>
                  <a:lnTo>
                    <a:pt x="755" y="986"/>
                  </a:lnTo>
                  <a:lnTo>
                    <a:pt x="747" y="986"/>
                  </a:lnTo>
                  <a:lnTo>
                    <a:pt x="746" y="988"/>
                  </a:lnTo>
                  <a:lnTo>
                    <a:pt x="747" y="991"/>
                  </a:lnTo>
                  <a:lnTo>
                    <a:pt x="754" y="991"/>
                  </a:lnTo>
                  <a:lnTo>
                    <a:pt x="759" y="993"/>
                  </a:lnTo>
                  <a:lnTo>
                    <a:pt x="762" y="995"/>
                  </a:lnTo>
                  <a:lnTo>
                    <a:pt x="765" y="998"/>
                  </a:lnTo>
                  <a:lnTo>
                    <a:pt x="767" y="1003"/>
                  </a:lnTo>
                  <a:lnTo>
                    <a:pt x="775" y="1003"/>
                  </a:lnTo>
                  <a:lnTo>
                    <a:pt x="779" y="1000"/>
                  </a:lnTo>
                  <a:lnTo>
                    <a:pt x="782" y="1000"/>
                  </a:lnTo>
                  <a:lnTo>
                    <a:pt x="785" y="1006"/>
                  </a:lnTo>
                  <a:lnTo>
                    <a:pt x="783" y="1011"/>
                  </a:lnTo>
                  <a:lnTo>
                    <a:pt x="780" y="1013"/>
                  </a:lnTo>
                  <a:lnTo>
                    <a:pt x="777" y="1013"/>
                  </a:lnTo>
                  <a:lnTo>
                    <a:pt x="772" y="1011"/>
                  </a:lnTo>
                  <a:lnTo>
                    <a:pt x="770" y="1011"/>
                  </a:lnTo>
                  <a:lnTo>
                    <a:pt x="765" y="1014"/>
                  </a:lnTo>
                  <a:lnTo>
                    <a:pt x="760" y="1016"/>
                  </a:lnTo>
                  <a:lnTo>
                    <a:pt x="760" y="1019"/>
                  </a:lnTo>
                  <a:lnTo>
                    <a:pt x="755" y="1024"/>
                  </a:lnTo>
                  <a:lnTo>
                    <a:pt x="750" y="1026"/>
                  </a:lnTo>
                  <a:lnTo>
                    <a:pt x="741" y="1026"/>
                  </a:lnTo>
                  <a:lnTo>
                    <a:pt x="739" y="1018"/>
                  </a:lnTo>
                  <a:lnTo>
                    <a:pt x="739" y="1014"/>
                  </a:lnTo>
                  <a:lnTo>
                    <a:pt x="741" y="1011"/>
                  </a:lnTo>
                  <a:lnTo>
                    <a:pt x="741" y="1008"/>
                  </a:lnTo>
                  <a:lnTo>
                    <a:pt x="739" y="1008"/>
                  </a:lnTo>
                  <a:lnTo>
                    <a:pt x="732" y="1010"/>
                  </a:lnTo>
                  <a:lnTo>
                    <a:pt x="727" y="1010"/>
                  </a:lnTo>
                  <a:lnTo>
                    <a:pt x="724" y="1006"/>
                  </a:lnTo>
                  <a:lnTo>
                    <a:pt x="726" y="1003"/>
                  </a:lnTo>
                  <a:lnTo>
                    <a:pt x="731" y="998"/>
                  </a:lnTo>
                  <a:lnTo>
                    <a:pt x="736" y="995"/>
                  </a:lnTo>
                  <a:lnTo>
                    <a:pt x="742" y="995"/>
                  </a:lnTo>
                  <a:lnTo>
                    <a:pt x="737" y="988"/>
                  </a:lnTo>
                  <a:lnTo>
                    <a:pt x="734" y="988"/>
                  </a:lnTo>
                  <a:lnTo>
                    <a:pt x="732" y="986"/>
                  </a:lnTo>
                  <a:lnTo>
                    <a:pt x="722" y="988"/>
                  </a:lnTo>
                  <a:lnTo>
                    <a:pt x="716" y="986"/>
                  </a:lnTo>
                  <a:lnTo>
                    <a:pt x="716" y="985"/>
                  </a:lnTo>
                  <a:lnTo>
                    <a:pt x="719" y="980"/>
                  </a:lnTo>
                  <a:lnTo>
                    <a:pt x="727" y="977"/>
                  </a:lnTo>
                  <a:lnTo>
                    <a:pt x="722" y="975"/>
                  </a:lnTo>
                  <a:lnTo>
                    <a:pt x="716" y="975"/>
                  </a:lnTo>
                  <a:lnTo>
                    <a:pt x="709" y="978"/>
                  </a:lnTo>
                  <a:lnTo>
                    <a:pt x="706" y="983"/>
                  </a:lnTo>
                  <a:lnTo>
                    <a:pt x="701" y="988"/>
                  </a:lnTo>
                  <a:lnTo>
                    <a:pt x="696" y="996"/>
                  </a:lnTo>
                  <a:lnTo>
                    <a:pt x="689" y="1006"/>
                  </a:lnTo>
                  <a:lnTo>
                    <a:pt x="689" y="1019"/>
                  </a:lnTo>
                  <a:lnTo>
                    <a:pt x="688" y="1023"/>
                  </a:lnTo>
                  <a:lnTo>
                    <a:pt x="685" y="1026"/>
                  </a:lnTo>
                  <a:lnTo>
                    <a:pt x="681" y="1028"/>
                  </a:lnTo>
                  <a:lnTo>
                    <a:pt x="676" y="1028"/>
                  </a:lnTo>
                  <a:lnTo>
                    <a:pt x="673" y="1031"/>
                  </a:lnTo>
                  <a:lnTo>
                    <a:pt x="673" y="1033"/>
                  </a:lnTo>
                  <a:lnTo>
                    <a:pt x="678" y="1036"/>
                  </a:lnTo>
                  <a:lnTo>
                    <a:pt x="678" y="1038"/>
                  </a:lnTo>
                  <a:lnTo>
                    <a:pt x="676" y="1046"/>
                  </a:lnTo>
                  <a:lnTo>
                    <a:pt x="675" y="1051"/>
                  </a:lnTo>
                  <a:lnTo>
                    <a:pt x="671" y="1056"/>
                  </a:lnTo>
                  <a:lnTo>
                    <a:pt x="670" y="1059"/>
                  </a:lnTo>
                  <a:lnTo>
                    <a:pt x="670" y="1066"/>
                  </a:lnTo>
                  <a:lnTo>
                    <a:pt x="668" y="1071"/>
                  </a:lnTo>
                  <a:lnTo>
                    <a:pt x="671" y="1074"/>
                  </a:lnTo>
                  <a:lnTo>
                    <a:pt x="675" y="1084"/>
                  </a:lnTo>
                  <a:lnTo>
                    <a:pt x="680" y="1085"/>
                  </a:lnTo>
                  <a:lnTo>
                    <a:pt x="685" y="1090"/>
                  </a:lnTo>
                  <a:lnTo>
                    <a:pt x="689" y="1092"/>
                  </a:lnTo>
                  <a:lnTo>
                    <a:pt x="685" y="1097"/>
                  </a:lnTo>
                  <a:lnTo>
                    <a:pt x="670" y="1097"/>
                  </a:lnTo>
                  <a:lnTo>
                    <a:pt x="661" y="1105"/>
                  </a:lnTo>
                  <a:lnTo>
                    <a:pt x="653" y="1105"/>
                  </a:lnTo>
                  <a:lnTo>
                    <a:pt x="648" y="1107"/>
                  </a:lnTo>
                  <a:lnTo>
                    <a:pt x="648" y="1102"/>
                  </a:lnTo>
                  <a:lnTo>
                    <a:pt x="647" y="1103"/>
                  </a:lnTo>
                  <a:lnTo>
                    <a:pt x="645" y="1103"/>
                  </a:lnTo>
                  <a:lnTo>
                    <a:pt x="635" y="1100"/>
                  </a:lnTo>
                  <a:lnTo>
                    <a:pt x="630" y="1105"/>
                  </a:lnTo>
                  <a:lnTo>
                    <a:pt x="628" y="1103"/>
                  </a:lnTo>
                  <a:lnTo>
                    <a:pt x="622" y="1100"/>
                  </a:lnTo>
                  <a:lnTo>
                    <a:pt x="619" y="1100"/>
                  </a:lnTo>
                  <a:lnTo>
                    <a:pt x="617" y="1102"/>
                  </a:lnTo>
                  <a:lnTo>
                    <a:pt x="612" y="1103"/>
                  </a:lnTo>
                  <a:lnTo>
                    <a:pt x="614" y="1107"/>
                  </a:lnTo>
                  <a:lnTo>
                    <a:pt x="617" y="1108"/>
                  </a:lnTo>
                  <a:lnTo>
                    <a:pt x="619" y="1112"/>
                  </a:lnTo>
                  <a:lnTo>
                    <a:pt x="619" y="1115"/>
                  </a:lnTo>
                  <a:lnTo>
                    <a:pt x="615" y="1117"/>
                  </a:lnTo>
                  <a:lnTo>
                    <a:pt x="609" y="1117"/>
                  </a:lnTo>
                  <a:lnTo>
                    <a:pt x="604" y="1107"/>
                  </a:lnTo>
                  <a:lnTo>
                    <a:pt x="600" y="1107"/>
                  </a:lnTo>
                  <a:lnTo>
                    <a:pt x="599" y="1110"/>
                  </a:lnTo>
                  <a:lnTo>
                    <a:pt x="599" y="1117"/>
                  </a:lnTo>
                  <a:lnTo>
                    <a:pt x="600" y="1120"/>
                  </a:lnTo>
                  <a:lnTo>
                    <a:pt x="605" y="1125"/>
                  </a:lnTo>
                  <a:lnTo>
                    <a:pt x="607" y="1128"/>
                  </a:lnTo>
                  <a:lnTo>
                    <a:pt x="610" y="1130"/>
                  </a:lnTo>
                  <a:lnTo>
                    <a:pt x="612" y="1135"/>
                  </a:lnTo>
                  <a:lnTo>
                    <a:pt x="614" y="1143"/>
                  </a:lnTo>
                  <a:lnTo>
                    <a:pt x="620" y="1146"/>
                  </a:lnTo>
                  <a:lnTo>
                    <a:pt x="624" y="1150"/>
                  </a:lnTo>
                  <a:lnTo>
                    <a:pt x="624" y="1153"/>
                  </a:lnTo>
                  <a:lnTo>
                    <a:pt x="622" y="1155"/>
                  </a:lnTo>
                  <a:lnTo>
                    <a:pt x="615" y="1155"/>
                  </a:lnTo>
                  <a:lnTo>
                    <a:pt x="612" y="1153"/>
                  </a:lnTo>
                  <a:lnTo>
                    <a:pt x="609" y="1150"/>
                  </a:lnTo>
                  <a:lnTo>
                    <a:pt x="609" y="1146"/>
                  </a:lnTo>
                  <a:lnTo>
                    <a:pt x="602" y="1146"/>
                  </a:lnTo>
                  <a:lnTo>
                    <a:pt x="600" y="1148"/>
                  </a:lnTo>
                  <a:lnTo>
                    <a:pt x="592" y="1148"/>
                  </a:lnTo>
                  <a:lnTo>
                    <a:pt x="589" y="1146"/>
                  </a:lnTo>
                  <a:lnTo>
                    <a:pt x="587" y="1145"/>
                  </a:lnTo>
                  <a:lnTo>
                    <a:pt x="584" y="1146"/>
                  </a:lnTo>
                  <a:lnTo>
                    <a:pt x="582" y="1148"/>
                  </a:lnTo>
                  <a:lnTo>
                    <a:pt x="579" y="1150"/>
                  </a:lnTo>
                  <a:lnTo>
                    <a:pt x="581" y="1145"/>
                  </a:lnTo>
                  <a:lnTo>
                    <a:pt x="581" y="1140"/>
                  </a:lnTo>
                  <a:lnTo>
                    <a:pt x="577" y="1136"/>
                  </a:lnTo>
                  <a:lnTo>
                    <a:pt x="576" y="1133"/>
                  </a:lnTo>
                  <a:lnTo>
                    <a:pt x="566" y="1128"/>
                  </a:lnTo>
                  <a:lnTo>
                    <a:pt x="562" y="1123"/>
                  </a:lnTo>
                  <a:lnTo>
                    <a:pt x="562" y="1120"/>
                  </a:lnTo>
                  <a:lnTo>
                    <a:pt x="559" y="1118"/>
                  </a:lnTo>
                  <a:lnTo>
                    <a:pt x="559" y="1117"/>
                  </a:lnTo>
                  <a:lnTo>
                    <a:pt x="558" y="1115"/>
                  </a:lnTo>
                  <a:lnTo>
                    <a:pt x="556" y="1112"/>
                  </a:lnTo>
                  <a:lnTo>
                    <a:pt x="556" y="1108"/>
                  </a:lnTo>
                  <a:lnTo>
                    <a:pt x="554" y="1105"/>
                  </a:lnTo>
                  <a:lnTo>
                    <a:pt x="551" y="1103"/>
                  </a:lnTo>
                  <a:lnTo>
                    <a:pt x="551" y="1100"/>
                  </a:lnTo>
                  <a:lnTo>
                    <a:pt x="554" y="1094"/>
                  </a:lnTo>
                  <a:lnTo>
                    <a:pt x="554" y="1087"/>
                  </a:lnTo>
                  <a:lnTo>
                    <a:pt x="553" y="1084"/>
                  </a:lnTo>
                  <a:lnTo>
                    <a:pt x="553" y="1082"/>
                  </a:lnTo>
                  <a:lnTo>
                    <a:pt x="554" y="1079"/>
                  </a:lnTo>
                  <a:lnTo>
                    <a:pt x="551" y="1080"/>
                  </a:lnTo>
                  <a:lnTo>
                    <a:pt x="548" y="1079"/>
                  </a:lnTo>
                  <a:lnTo>
                    <a:pt x="546" y="1075"/>
                  </a:lnTo>
                  <a:lnTo>
                    <a:pt x="541" y="1075"/>
                  </a:lnTo>
                  <a:lnTo>
                    <a:pt x="538" y="1072"/>
                  </a:lnTo>
                  <a:lnTo>
                    <a:pt x="534" y="1071"/>
                  </a:lnTo>
                  <a:lnTo>
                    <a:pt x="533" y="1069"/>
                  </a:lnTo>
                  <a:lnTo>
                    <a:pt x="531" y="1069"/>
                  </a:lnTo>
                  <a:lnTo>
                    <a:pt x="530" y="1067"/>
                  </a:lnTo>
                  <a:lnTo>
                    <a:pt x="526" y="1067"/>
                  </a:lnTo>
                  <a:lnTo>
                    <a:pt x="521" y="1066"/>
                  </a:lnTo>
                  <a:lnTo>
                    <a:pt x="521" y="1064"/>
                  </a:lnTo>
                  <a:lnTo>
                    <a:pt x="516" y="1061"/>
                  </a:lnTo>
                  <a:lnTo>
                    <a:pt x="516" y="1059"/>
                  </a:lnTo>
                  <a:lnTo>
                    <a:pt x="515" y="1061"/>
                  </a:lnTo>
                  <a:lnTo>
                    <a:pt x="510" y="1061"/>
                  </a:lnTo>
                  <a:lnTo>
                    <a:pt x="506" y="1059"/>
                  </a:lnTo>
                  <a:lnTo>
                    <a:pt x="506" y="1057"/>
                  </a:lnTo>
                  <a:lnTo>
                    <a:pt x="503" y="1056"/>
                  </a:lnTo>
                  <a:lnTo>
                    <a:pt x="498" y="1056"/>
                  </a:lnTo>
                  <a:lnTo>
                    <a:pt x="497" y="1057"/>
                  </a:lnTo>
                  <a:lnTo>
                    <a:pt x="493" y="1054"/>
                  </a:lnTo>
                  <a:lnTo>
                    <a:pt x="493" y="1051"/>
                  </a:lnTo>
                  <a:lnTo>
                    <a:pt x="490" y="1049"/>
                  </a:lnTo>
                  <a:lnTo>
                    <a:pt x="488" y="1047"/>
                  </a:lnTo>
                  <a:lnTo>
                    <a:pt x="488" y="1046"/>
                  </a:lnTo>
                  <a:lnTo>
                    <a:pt x="487" y="1044"/>
                  </a:lnTo>
                  <a:lnTo>
                    <a:pt x="485" y="1044"/>
                  </a:lnTo>
                  <a:lnTo>
                    <a:pt x="485" y="1036"/>
                  </a:lnTo>
                  <a:lnTo>
                    <a:pt x="483" y="1031"/>
                  </a:lnTo>
                  <a:lnTo>
                    <a:pt x="483" y="1029"/>
                  </a:lnTo>
                  <a:lnTo>
                    <a:pt x="480" y="1028"/>
                  </a:lnTo>
                  <a:lnTo>
                    <a:pt x="478" y="1024"/>
                  </a:lnTo>
                  <a:lnTo>
                    <a:pt x="477" y="1026"/>
                  </a:lnTo>
                  <a:lnTo>
                    <a:pt x="475" y="1026"/>
                  </a:lnTo>
                  <a:lnTo>
                    <a:pt x="473" y="1028"/>
                  </a:lnTo>
                  <a:lnTo>
                    <a:pt x="473" y="1029"/>
                  </a:lnTo>
                  <a:lnTo>
                    <a:pt x="472" y="1031"/>
                  </a:lnTo>
                  <a:lnTo>
                    <a:pt x="470" y="1031"/>
                  </a:lnTo>
                  <a:lnTo>
                    <a:pt x="469" y="1029"/>
                  </a:lnTo>
                  <a:lnTo>
                    <a:pt x="469" y="1028"/>
                  </a:lnTo>
                  <a:lnTo>
                    <a:pt x="465" y="1026"/>
                  </a:lnTo>
                  <a:lnTo>
                    <a:pt x="462" y="1023"/>
                  </a:lnTo>
                  <a:lnTo>
                    <a:pt x="464" y="1021"/>
                  </a:lnTo>
                  <a:lnTo>
                    <a:pt x="464" y="1019"/>
                  </a:lnTo>
                  <a:lnTo>
                    <a:pt x="462" y="1016"/>
                  </a:lnTo>
                  <a:lnTo>
                    <a:pt x="462" y="1014"/>
                  </a:lnTo>
                  <a:lnTo>
                    <a:pt x="464" y="1011"/>
                  </a:lnTo>
                  <a:lnTo>
                    <a:pt x="452" y="1011"/>
                  </a:lnTo>
                  <a:lnTo>
                    <a:pt x="452" y="1013"/>
                  </a:lnTo>
                  <a:lnTo>
                    <a:pt x="450" y="1014"/>
                  </a:lnTo>
                  <a:lnTo>
                    <a:pt x="445" y="1014"/>
                  </a:lnTo>
                  <a:lnTo>
                    <a:pt x="444" y="1016"/>
                  </a:lnTo>
                  <a:lnTo>
                    <a:pt x="444" y="1023"/>
                  </a:lnTo>
                  <a:lnTo>
                    <a:pt x="447" y="1029"/>
                  </a:lnTo>
                  <a:lnTo>
                    <a:pt x="449" y="1031"/>
                  </a:lnTo>
                  <a:lnTo>
                    <a:pt x="447" y="1034"/>
                  </a:lnTo>
                  <a:lnTo>
                    <a:pt x="442" y="1036"/>
                  </a:lnTo>
                  <a:lnTo>
                    <a:pt x="442" y="1038"/>
                  </a:lnTo>
                  <a:lnTo>
                    <a:pt x="444" y="1039"/>
                  </a:lnTo>
                  <a:lnTo>
                    <a:pt x="447" y="1041"/>
                  </a:lnTo>
                  <a:lnTo>
                    <a:pt x="452" y="1042"/>
                  </a:lnTo>
                  <a:lnTo>
                    <a:pt x="454" y="1046"/>
                  </a:lnTo>
                  <a:lnTo>
                    <a:pt x="457" y="1047"/>
                  </a:lnTo>
                  <a:lnTo>
                    <a:pt x="460" y="1051"/>
                  </a:lnTo>
                  <a:lnTo>
                    <a:pt x="462" y="1054"/>
                  </a:lnTo>
                  <a:lnTo>
                    <a:pt x="467" y="1057"/>
                  </a:lnTo>
                  <a:lnTo>
                    <a:pt x="469" y="1059"/>
                  </a:lnTo>
                  <a:lnTo>
                    <a:pt x="470" y="1062"/>
                  </a:lnTo>
                  <a:lnTo>
                    <a:pt x="470" y="1064"/>
                  </a:lnTo>
                  <a:lnTo>
                    <a:pt x="472" y="1069"/>
                  </a:lnTo>
                  <a:lnTo>
                    <a:pt x="477" y="1079"/>
                  </a:lnTo>
                  <a:lnTo>
                    <a:pt x="483" y="1084"/>
                  </a:lnTo>
                  <a:lnTo>
                    <a:pt x="487" y="1085"/>
                  </a:lnTo>
                  <a:lnTo>
                    <a:pt x="503" y="1085"/>
                  </a:lnTo>
                  <a:lnTo>
                    <a:pt x="505" y="1087"/>
                  </a:lnTo>
                  <a:lnTo>
                    <a:pt x="505" y="1089"/>
                  </a:lnTo>
                  <a:lnTo>
                    <a:pt x="503" y="1090"/>
                  </a:lnTo>
                  <a:lnTo>
                    <a:pt x="503" y="1094"/>
                  </a:lnTo>
                  <a:lnTo>
                    <a:pt x="506" y="1095"/>
                  </a:lnTo>
                  <a:lnTo>
                    <a:pt x="506" y="1097"/>
                  </a:lnTo>
                  <a:lnTo>
                    <a:pt x="511" y="1099"/>
                  </a:lnTo>
                  <a:lnTo>
                    <a:pt x="513" y="1100"/>
                  </a:lnTo>
                  <a:lnTo>
                    <a:pt x="516" y="1100"/>
                  </a:lnTo>
                  <a:lnTo>
                    <a:pt x="520" y="1102"/>
                  </a:lnTo>
                  <a:lnTo>
                    <a:pt x="521" y="1103"/>
                  </a:lnTo>
                  <a:lnTo>
                    <a:pt x="530" y="1107"/>
                  </a:lnTo>
                  <a:lnTo>
                    <a:pt x="531" y="1110"/>
                  </a:lnTo>
                  <a:lnTo>
                    <a:pt x="534" y="1112"/>
                  </a:lnTo>
                  <a:lnTo>
                    <a:pt x="536" y="1113"/>
                  </a:lnTo>
                  <a:lnTo>
                    <a:pt x="536" y="1120"/>
                  </a:lnTo>
                  <a:lnTo>
                    <a:pt x="533" y="1120"/>
                  </a:lnTo>
                  <a:lnTo>
                    <a:pt x="528" y="1118"/>
                  </a:lnTo>
                  <a:lnTo>
                    <a:pt x="525" y="1115"/>
                  </a:lnTo>
                  <a:lnTo>
                    <a:pt x="523" y="1115"/>
                  </a:lnTo>
                  <a:lnTo>
                    <a:pt x="520" y="1112"/>
                  </a:lnTo>
                  <a:lnTo>
                    <a:pt x="516" y="1112"/>
                  </a:lnTo>
                  <a:lnTo>
                    <a:pt x="513" y="1115"/>
                  </a:lnTo>
                  <a:lnTo>
                    <a:pt x="513" y="1117"/>
                  </a:lnTo>
                  <a:lnTo>
                    <a:pt x="511" y="1120"/>
                  </a:lnTo>
                  <a:lnTo>
                    <a:pt x="511" y="1123"/>
                  </a:lnTo>
                  <a:lnTo>
                    <a:pt x="513" y="1123"/>
                  </a:lnTo>
                  <a:lnTo>
                    <a:pt x="516" y="1127"/>
                  </a:lnTo>
                  <a:lnTo>
                    <a:pt x="520" y="1128"/>
                  </a:lnTo>
                  <a:lnTo>
                    <a:pt x="521" y="1130"/>
                  </a:lnTo>
                  <a:lnTo>
                    <a:pt x="521" y="1133"/>
                  </a:lnTo>
                  <a:lnTo>
                    <a:pt x="523" y="1135"/>
                  </a:lnTo>
                  <a:lnTo>
                    <a:pt x="518" y="1140"/>
                  </a:lnTo>
                  <a:lnTo>
                    <a:pt x="516" y="1140"/>
                  </a:lnTo>
                  <a:lnTo>
                    <a:pt x="516" y="1141"/>
                  </a:lnTo>
                  <a:lnTo>
                    <a:pt x="515" y="1143"/>
                  </a:lnTo>
                  <a:lnTo>
                    <a:pt x="515" y="1150"/>
                  </a:lnTo>
                  <a:lnTo>
                    <a:pt x="511" y="1153"/>
                  </a:lnTo>
                  <a:lnTo>
                    <a:pt x="506" y="1155"/>
                  </a:lnTo>
                  <a:lnTo>
                    <a:pt x="506" y="1156"/>
                  </a:lnTo>
                  <a:lnTo>
                    <a:pt x="503" y="1158"/>
                  </a:lnTo>
                  <a:lnTo>
                    <a:pt x="498" y="1158"/>
                  </a:lnTo>
                  <a:lnTo>
                    <a:pt x="495" y="1155"/>
                  </a:lnTo>
                  <a:lnTo>
                    <a:pt x="497" y="1151"/>
                  </a:lnTo>
                  <a:lnTo>
                    <a:pt x="497" y="1148"/>
                  </a:lnTo>
                  <a:lnTo>
                    <a:pt x="503" y="1141"/>
                  </a:lnTo>
                  <a:lnTo>
                    <a:pt x="503" y="1133"/>
                  </a:lnTo>
                  <a:lnTo>
                    <a:pt x="502" y="1131"/>
                  </a:lnTo>
                  <a:lnTo>
                    <a:pt x="500" y="1128"/>
                  </a:lnTo>
                  <a:lnTo>
                    <a:pt x="498" y="1123"/>
                  </a:lnTo>
                  <a:lnTo>
                    <a:pt x="492" y="1117"/>
                  </a:lnTo>
                  <a:lnTo>
                    <a:pt x="488" y="1115"/>
                  </a:lnTo>
                  <a:lnTo>
                    <a:pt x="485" y="1110"/>
                  </a:lnTo>
                  <a:lnTo>
                    <a:pt x="480" y="1107"/>
                  </a:lnTo>
                  <a:lnTo>
                    <a:pt x="478" y="1103"/>
                  </a:lnTo>
                  <a:lnTo>
                    <a:pt x="475" y="1103"/>
                  </a:lnTo>
                  <a:lnTo>
                    <a:pt x="472" y="1102"/>
                  </a:lnTo>
                  <a:lnTo>
                    <a:pt x="470" y="1100"/>
                  </a:lnTo>
                  <a:lnTo>
                    <a:pt x="457" y="1100"/>
                  </a:lnTo>
                  <a:lnTo>
                    <a:pt x="455" y="1099"/>
                  </a:lnTo>
                  <a:lnTo>
                    <a:pt x="454" y="1095"/>
                  </a:lnTo>
                  <a:lnTo>
                    <a:pt x="450" y="1094"/>
                  </a:lnTo>
                  <a:lnTo>
                    <a:pt x="442" y="1085"/>
                  </a:lnTo>
                  <a:lnTo>
                    <a:pt x="439" y="1084"/>
                  </a:lnTo>
                  <a:lnTo>
                    <a:pt x="436" y="1080"/>
                  </a:lnTo>
                  <a:lnTo>
                    <a:pt x="431" y="1077"/>
                  </a:lnTo>
                  <a:lnTo>
                    <a:pt x="422" y="1069"/>
                  </a:lnTo>
                  <a:lnTo>
                    <a:pt x="419" y="1061"/>
                  </a:lnTo>
                  <a:lnTo>
                    <a:pt x="417" y="1057"/>
                  </a:lnTo>
                  <a:lnTo>
                    <a:pt x="414" y="1056"/>
                  </a:lnTo>
                  <a:lnTo>
                    <a:pt x="411" y="1052"/>
                  </a:lnTo>
                  <a:lnTo>
                    <a:pt x="408" y="1046"/>
                  </a:lnTo>
                  <a:lnTo>
                    <a:pt x="403" y="1041"/>
                  </a:lnTo>
                  <a:lnTo>
                    <a:pt x="399" y="1039"/>
                  </a:lnTo>
                  <a:lnTo>
                    <a:pt x="396" y="1039"/>
                  </a:lnTo>
                  <a:lnTo>
                    <a:pt x="394" y="1041"/>
                  </a:lnTo>
                  <a:lnTo>
                    <a:pt x="391" y="1042"/>
                  </a:lnTo>
                  <a:lnTo>
                    <a:pt x="388" y="1042"/>
                  </a:lnTo>
                  <a:lnTo>
                    <a:pt x="386" y="1044"/>
                  </a:lnTo>
                  <a:lnTo>
                    <a:pt x="383" y="1044"/>
                  </a:lnTo>
                  <a:lnTo>
                    <a:pt x="384" y="1046"/>
                  </a:lnTo>
                  <a:lnTo>
                    <a:pt x="383" y="1047"/>
                  </a:lnTo>
                  <a:lnTo>
                    <a:pt x="383" y="1049"/>
                  </a:lnTo>
                  <a:lnTo>
                    <a:pt x="381" y="1052"/>
                  </a:lnTo>
                  <a:lnTo>
                    <a:pt x="381" y="1054"/>
                  </a:lnTo>
                  <a:lnTo>
                    <a:pt x="379" y="1057"/>
                  </a:lnTo>
                  <a:lnTo>
                    <a:pt x="373" y="1057"/>
                  </a:lnTo>
                  <a:lnTo>
                    <a:pt x="368" y="1062"/>
                  </a:lnTo>
                  <a:lnTo>
                    <a:pt x="358" y="1067"/>
                  </a:lnTo>
                  <a:lnTo>
                    <a:pt x="355" y="1067"/>
                  </a:lnTo>
                  <a:lnTo>
                    <a:pt x="351" y="1066"/>
                  </a:lnTo>
                  <a:lnTo>
                    <a:pt x="350" y="1064"/>
                  </a:lnTo>
                  <a:lnTo>
                    <a:pt x="348" y="1064"/>
                  </a:lnTo>
                  <a:lnTo>
                    <a:pt x="342" y="1059"/>
                  </a:lnTo>
                  <a:lnTo>
                    <a:pt x="337" y="1057"/>
                  </a:lnTo>
                  <a:lnTo>
                    <a:pt x="325" y="1057"/>
                  </a:lnTo>
                  <a:lnTo>
                    <a:pt x="318" y="1061"/>
                  </a:lnTo>
                  <a:lnTo>
                    <a:pt x="317" y="1064"/>
                  </a:lnTo>
                  <a:lnTo>
                    <a:pt x="314" y="1066"/>
                  </a:lnTo>
                  <a:lnTo>
                    <a:pt x="312" y="1067"/>
                  </a:lnTo>
                  <a:lnTo>
                    <a:pt x="312" y="1075"/>
                  </a:lnTo>
                  <a:lnTo>
                    <a:pt x="318" y="1075"/>
                  </a:lnTo>
                  <a:lnTo>
                    <a:pt x="318" y="1077"/>
                  </a:lnTo>
                  <a:lnTo>
                    <a:pt x="317" y="1084"/>
                  </a:lnTo>
                  <a:lnTo>
                    <a:pt x="315" y="1087"/>
                  </a:lnTo>
                  <a:lnTo>
                    <a:pt x="315" y="1090"/>
                  </a:lnTo>
                  <a:lnTo>
                    <a:pt x="312" y="1094"/>
                  </a:lnTo>
                  <a:lnTo>
                    <a:pt x="305" y="1097"/>
                  </a:lnTo>
                  <a:lnTo>
                    <a:pt x="304" y="1099"/>
                  </a:lnTo>
                  <a:lnTo>
                    <a:pt x="299" y="1100"/>
                  </a:lnTo>
                  <a:lnTo>
                    <a:pt x="295" y="1102"/>
                  </a:lnTo>
                  <a:lnTo>
                    <a:pt x="289" y="1102"/>
                  </a:lnTo>
                  <a:lnTo>
                    <a:pt x="285" y="1103"/>
                  </a:lnTo>
                  <a:lnTo>
                    <a:pt x="284" y="1105"/>
                  </a:lnTo>
                  <a:lnTo>
                    <a:pt x="282" y="1105"/>
                  </a:lnTo>
                  <a:lnTo>
                    <a:pt x="279" y="1112"/>
                  </a:lnTo>
                  <a:lnTo>
                    <a:pt x="269" y="1122"/>
                  </a:lnTo>
                  <a:lnTo>
                    <a:pt x="267" y="1125"/>
                  </a:lnTo>
                  <a:lnTo>
                    <a:pt x="267" y="1135"/>
                  </a:lnTo>
                  <a:lnTo>
                    <a:pt x="269" y="1138"/>
                  </a:lnTo>
                  <a:lnTo>
                    <a:pt x="269" y="1140"/>
                  </a:lnTo>
                  <a:lnTo>
                    <a:pt x="271" y="1146"/>
                  </a:lnTo>
                  <a:lnTo>
                    <a:pt x="269" y="1148"/>
                  </a:lnTo>
                  <a:lnTo>
                    <a:pt x="269" y="1150"/>
                  </a:lnTo>
                  <a:lnTo>
                    <a:pt x="267" y="1151"/>
                  </a:lnTo>
                  <a:lnTo>
                    <a:pt x="266" y="1155"/>
                  </a:lnTo>
                  <a:lnTo>
                    <a:pt x="262" y="1156"/>
                  </a:lnTo>
                  <a:lnTo>
                    <a:pt x="261" y="1158"/>
                  </a:lnTo>
                  <a:lnTo>
                    <a:pt x="259" y="1161"/>
                  </a:lnTo>
                  <a:lnTo>
                    <a:pt x="259" y="1166"/>
                  </a:lnTo>
                  <a:lnTo>
                    <a:pt x="256" y="1169"/>
                  </a:lnTo>
                  <a:lnTo>
                    <a:pt x="254" y="1169"/>
                  </a:lnTo>
                  <a:lnTo>
                    <a:pt x="251" y="1171"/>
                  </a:lnTo>
                  <a:lnTo>
                    <a:pt x="249" y="1171"/>
                  </a:lnTo>
                  <a:lnTo>
                    <a:pt x="246" y="1173"/>
                  </a:lnTo>
                  <a:lnTo>
                    <a:pt x="244" y="1176"/>
                  </a:lnTo>
                  <a:lnTo>
                    <a:pt x="243" y="1178"/>
                  </a:lnTo>
                  <a:lnTo>
                    <a:pt x="241" y="1183"/>
                  </a:lnTo>
                  <a:lnTo>
                    <a:pt x="239" y="1184"/>
                  </a:lnTo>
                  <a:lnTo>
                    <a:pt x="215" y="1184"/>
                  </a:lnTo>
                  <a:lnTo>
                    <a:pt x="210" y="1186"/>
                  </a:lnTo>
                  <a:lnTo>
                    <a:pt x="208" y="1189"/>
                  </a:lnTo>
                  <a:lnTo>
                    <a:pt x="206" y="1191"/>
                  </a:lnTo>
                  <a:lnTo>
                    <a:pt x="203" y="1191"/>
                  </a:lnTo>
                  <a:lnTo>
                    <a:pt x="200" y="1192"/>
                  </a:lnTo>
                  <a:lnTo>
                    <a:pt x="191" y="1192"/>
                  </a:lnTo>
                  <a:lnTo>
                    <a:pt x="190" y="1194"/>
                  </a:lnTo>
                  <a:lnTo>
                    <a:pt x="188" y="1194"/>
                  </a:lnTo>
                  <a:lnTo>
                    <a:pt x="185" y="1196"/>
                  </a:lnTo>
                  <a:lnTo>
                    <a:pt x="183" y="1196"/>
                  </a:lnTo>
                  <a:lnTo>
                    <a:pt x="180" y="1194"/>
                  </a:lnTo>
                  <a:lnTo>
                    <a:pt x="177" y="1191"/>
                  </a:lnTo>
                  <a:lnTo>
                    <a:pt x="173" y="1184"/>
                  </a:lnTo>
                  <a:lnTo>
                    <a:pt x="165" y="1176"/>
                  </a:lnTo>
                  <a:lnTo>
                    <a:pt x="162" y="1176"/>
                  </a:lnTo>
                  <a:lnTo>
                    <a:pt x="159" y="1178"/>
                  </a:lnTo>
                  <a:lnTo>
                    <a:pt x="147" y="1178"/>
                  </a:lnTo>
                  <a:lnTo>
                    <a:pt x="144" y="1179"/>
                  </a:lnTo>
                  <a:lnTo>
                    <a:pt x="142" y="1181"/>
                  </a:lnTo>
                  <a:lnTo>
                    <a:pt x="139" y="1181"/>
                  </a:lnTo>
                  <a:lnTo>
                    <a:pt x="135" y="1179"/>
                  </a:lnTo>
                  <a:lnTo>
                    <a:pt x="134" y="1179"/>
                  </a:lnTo>
                  <a:lnTo>
                    <a:pt x="134" y="1178"/>
                  </a:lnTo>
                  <a:lnTo>
                    <a:pt x="137" y="1171"/>
                  </a:lnTo>
                  <a:lnTo>
                    <a:pt x="137" y="1155"/>
                  </a:lnTo>
                  <a:lnTo>
                    <a:pt x="135" y="1153"/>
                  </a:lnTo>
                  <a:lnTo>
                    <a:pt x="134" y="1153"/>
                  </a:lnTo>
                  <a:lnTo>
                    <a:pt x="130" y="1150"/>
                  </a:lnTo>
                  <a:lnTo>
                    <a:pt x="130" y="1146"/>
                  </a:lnTo>
                  <a:lnTo>
                    <a:pt x="132" y="1143"/>
                  </a:lnTo>
                  <a:lnTo>
                    <a:pt x="134" y="1138"/>
                  </a:lnTo>
                  <a:lnTo>
                    <a:pt x="137" y="1130"/>
                  </a:lnTo>
                  <a:lnTo>
                    <a:pt x="140" y="1127"/>
                  </a:lnTo>
                  <a:lnTo>
                    <a:pt x="140" y="1115"/>
                  </a:lnTo>
                  <a:lnTo>
                    <a:pt x="142" y="1113"/>
                  </a:lnTo>
                  <a:lnTo>
                    <a:pt x="140" y="1107"/>
                  </a:lnTo>
                  <a:lnTo>
                    <a:pt x="142" y="1105"/>
                  </a:lnTo>
                  <a:lnTo>
                    <a:pt x="142" y="1102"/>
                  </a:lnTo>
                  <a:lnTo>
                    <a:pt x="140" y="1102"/>
                  </a:lnTo>
                  <a:lnTo>
                    <a:pt x="139" y="1100"/>
                  </a:lnTo>
                  <a:lnTo>
                    <a:pt x="137" y="1097"/>
                  </a:lnTo>
                  <a:lnTo>
                    <a:pt x="137" y="1094"/>
                  </a:lnTo>
                  <a:lnTo>
                    <a:pt x="139" y="1090"/>
                  </a:lnTo>
                  <a:lnTo>
                    <a:pt x="139" y="1089"/>
                  </a:lnTo>
                  <a:lnTo>
                    <a:pt x="142" y="1085"/>
                  </a:lnTo>
                  <a:lnTo>
                    <a:pt x="145" y="1085"/>
                  </a:lnTo>
                  <a:lnTo>
                    <a:pt x="147" y="1082"/>
                  </a:lnTo>
                  <a:lnTo>
                    <a:pt x="144" y="1082"/>
                  </a:lnTo>
                  <a:lnTo>
                    <a:pt x="140" y="1080"/>
                  </a:lnTo>
                  <a:lnTo>
                    <a:pt x="139" y="1079"/>
                  </a:lnTo>
                  <a:lnTo>
                    <a:pt x="137" y="1075"/>
                  </a:lnTo>
                  <a:lnTo>
                    <a:pt x="137" y="1072"/>
                  </a:lnTo>
                  <a:lnTo>
                    <a:pt x="139" y="1067"/>
                  </a:lnTo>
                  <a:lnTo>
                    <a:pt x="140" y="1064"/>
                  </a:lnTo>
                  <a:lnTo>
                    <a:pt x="140" y="1061"/>
                  </a:lnTo>
                  <a:lnTo>
                    <a:pt x="147" y="1061"/>
                  </a:lnTo>
                  <a:lnTo>
                    <a:pt x="150" y="1059"/>
                  </a:lnTo>
                  <a:lnTo>
                    <a:pt x="150" y="1054"/>
                  </a:lnTo>
                  <a:lnTo>
                    <a:pt x="152" y="1052"/>
                  </a:lnTo>
                  <a:lnTo>
                    <a:pt x="154" y="1052"/>
                  </a:lnTo>
                  <a:lnTo>
                    <a:pt x="155" y="1051"/>
                  </a:lnTo>
                  <a:lnTo>
                    <a:pt x="165" y="1051"/>
                  </a:lnTo>
                  <a:lnTo>
                    <a:pt x="167" y="1052"/>
                  </a:lnTo>
                  <a:lnTo>
                    <a:pt x="170" y="1054"/>
                  </a:lnTo>
                  <a:lnTo>
                    <a:pt x="172" y="1057"/>
                  </a:lnTo>
                  <a:lnTo>
                    <a:pt x="178" y="1059"/>
                  </a:lnTo>
                  <a:lnTo>
                    <a:pt x="182" y="1057"/>
                  </a:lnTo>
                  <a:lnTo>
                    <a:pt x="185" y="1054"/>
                  </a:lnTo>
                  <a:lnTo>
                    <a:pt x="193" y="1056"/>
                  </a:lnTo>
                  <a:lnTo>
                    <a:pt x="196" y="1057"/>
                  </a:lnTo>
                  <a:lnTo>
                    <a:pt x="215" y="1057"/>
                  </a:lnTo>
                  <a:lnTo>
                    <a:pt x="224" y="1061"/>
                  </a:lnTo>
                  <a:lnTo>
                    <a:pt x="238" y="1061"/>
                  </a:lnTo>
                  <a:lnTo>
                    <a:pt x="241" y="1059"/>
                  </a:lnTo>
                  <a:lnTo>
                    <a:pt x="243" y="1057"/>
                  </a:lnTo>
                  <a:lnTo>
                    <a:pt x="246" y="1052"/>
                  </a:lnTo>
                  <a:lnTo>
                    <a:pt x="248" y="1051"/>
                  </a:lnTo>
                  <a:lnTo>
                    <a:pt x="253" y="1041"/>
                  </a:lnTo>
                  <a:lnTo>
                    <a:pt x="253" y="1039"/>
                  </a:lnTo>
                  <a:lnTo>
                    <a:pt x="254" y="1038"/>
                  </a:lnTo>
                  <a:lnTo>
                    <a:pt x="256" y="1033"/>
                  </a:lnTo>
                  <a:lnTo>
                    <a:pt x="257" y="1029"/>
                  </a:lnTo>
                  <a:lnTo>
                    <a:pt x="257" y="1021"/>
                  </a:lnTo>
                  <a:lnTo>
                    <a:pt x="259" y="1018"/>
                  </a:lnTo>
                  <a:lnTo>
                    <a:pt x="262" y="1024"/>
                  </a:lnTo>
                  <a:lnTo>
                    <a:pt x="266" y="1028"/>
                  </a:lnTo>
                  <a:lnTo>
                    <a:pt x="267" y="1026"/>
                  </a:lnTo>
                  <a:lnTo>
                    <a:pt x="267" y="1023"/>
                  </a:lnTo>
                  <a:lnTo>
                    <a:pt x="266" y="1019"/>
                  </a:lnTo>
                  <a:lnTo>
                    <a:pt x="262" y="1016"/>
                  </a:lnTo>
                  <a:lnTo>
                    <a:pt x="261" y="1013"/>
                  </a:lnTo>
                  <a:lnTo>
                    <a:pt x="256" y="1010"/>
                  </a:lnTo>
                  <a:lnTo>
                    <a:pt x="256" y="1006"/>
                  </a:lnTo>
                  <a:lnTo>
                    <a:pt x="257" y="1005"/>
                  </a:lnTo>
                  <a:lnTo>
                    <a:pt x="257" y="1001"/>
                  </a:lnTo>
                  <a:lnTo>
                    <a:pt x="254" y="998"/>
                  </a:lnTo>
                  <a:lnTo>
                    <a:pt x="253" y="995"/>
                  </a:lnTo>
                  <a:lnTo>
                    <a:pt x="249" y="993"/>
                  </a:lnTo>
                  <a:lnTo>
                    <a:pt x="244" y="988"/>
                  </a:lnTo>
                  <a:lnTo>
                    <a:pt x="241" y="986"/>
                  </a:lnTo>
                  <a:lnTo>
                    <a:pt x="239" y="985"/>
                  </a:lnTo>
                  <a:lnTo>
                    <a:pt x="236" y="983"/>
                  </a:lnTo>
                  <a:lnTo>
                    <a:pt x="238" y="980"/>
                  </a:lnTo>
                  <a:lnTo>
                    <a:pt x="234" y="977"/>
                  </a:lnTo>
                  <a:lnTo>
                    <a:pt x="233" y="977"/>
                  </a:lnTo>
                  <a:lnTo>
                    <a:pt x="229" y="973"/>
                  </a:lnTo>
                  <a:lnTo>
                    <a:pt x="224" y="970"/>
                  </a:lnTo>
                  <a:lnTo>
                    <a:pt x="216" y="970"/>
                  </a:lnTo>
                  <a:lnTo>
                    <a:pt x="213" y="968"/>
                  </a:lnTo>
                  <a:lnTo>
                    <a:pt x="208" y="968"/>
                  </a:lnTo>
                  <a:lnTo>
                    <a:pt x="208" y="955"/>
                  </a:lnTo>
                  <a:lnTo>
                    <a:pt x="210" y="952"/>
                  </a:lnTo>
                  <a:lnTo>
                    <a:pt x="211" y="952"/>
                  </a:lnTo>
                  <a:lnTo>
                    <a:pt x="215" y="950"/>
                  </a:lnTo>
                  <a:lnTo>
                    <a:pt x="218" y="950"/>
                  </a:lnTo>
                  <a:lnTo>
                    <a:pt x="223" y="949"/>
                  </a:lnTo>
                  <a:lnTo>
                    <a:pt x="229" y="949"/>
                  </a:lnTo>
                  <a:lnTo>
                    <a:pt x="233" y="950"/>
                  </a:lnTo>
                  <a:lnTo>
                    <a:pt x="234" y="952"/>
                  </a:lnTo>
                  <a:lnTo>
                    <a:pt x="239" y="950"/>
                  </a:lnTo>
                  <a:lnTo>
                    <a:pt x="246" y="950"/>
                  </a:lnTo>
                  <a:lnTo>
                    <a:pt x="248" y="949"/>
                  </a:lnTo>
                  <a:lnTo>
                    <a:pt x="246" y="945"/>
                  </a:lnTo>
                  <a:lnTo>
                    <a:pt x="246" y="944"/>
                  </a:lnTo>
                  <a:lnTo>
                    <a:pt x="244" y="942"/>
                  </a:lnTo>
                  <a:lnTo>
                    <a:pt x="243" y="942"/>
                  </a:lnTo>
                  <a:lnTo>
                    <a:pt x="243" y="937"/>
                  </a:lnTo>
                  <a:lnTo>
                    <a:pt x="239" y="934"/>
                  </a:lnTo>
                  <a:lnTo>
                    <a:pt x="239" y="930"/>
                  </a:lnTo>
                  <a:lnTo>
                    <a:pt x="249" y="930"/>
                  </a:lnTo>
                  <a:lnTo>
                    <a:pt x="259" y="940"/>
                  </a:lnTo>
                  <a:lnTo>
                    <a:pt x="262" y="940"/>
                  </a:lnTo>
                  <a:lnTo>
                    <a:pt x="267" y="935"/>
                  </a:lnTo>
                  <a:lnTo>
                    <a:pt x="269" y="930"/>
                  </a:lnTo>
                  <a:lnTo>
                    <a:pt x="271" y="929"/>
                  </a:lnTo>
                  <a:lnTo>
                    <a:pt x="276" y="929"/>
                  </a:lnTo>
                  <a:lnTo>
                    <a:pt x="279" y="927"/>
                  </a:lnTo>
                  <a:lnTo>
                    <a:pt x="282" y="927"/>
                  </a:lnTo>
                  <a:lnTo>
                    <a:pt x="284" y="926"/>
                  </a:lnTo>
                  <a:lnTo>
                    <a:pt x="285" y="922"/>
                  </a:lnTo>
                  <a:lnTo>
                    <a:pt x="287" y="921"/>
                  </a:lnTo>
                  <a:lnTo>
                    <a:pt x="287" y="917"/>
                  </a:lnTo>
                  <a:lnTo>
                    <a:pt x="289" y="912"/>
                  </a:lnTo>
                  <a:lnTo>
                    <a:pt x="292" y="909"/>
                  </a:lnTo>
                  <a:lnTo>
                    <a:pt x="294" y="911"/>
                  </a:lnTo>
                  <a:lnTo>
                    <a:pt x="297" y="911"/>
                  </a:lnTo>
                  <a:lnTo>
                    <a:pt x="297" y="909"/>
                  </a:lnTo>
                  <a:lnTo>
                    <a:pt x="299" y="907"/>
                  </a:lnTo>
                  <a:lnTo>
                    <a:pt x="305" y="904"/>
                  </a:lnTo>
                  <a:lnTo>
                    <a:pt x="307" y="902"/>
                  </a:lnTo>
                  <a:lnTo>
                    <a:pt x="307" y="901"/>
                  </a:lnTo>
                  <a:lnTo>
                    <a:pt x="312" y="901"/>
                  </a:lnTo>
                  <a:lnTo>
                    <a:pt x="314" y="898"/>
                  </a:lnTo>
                  <a:lnTo>
                    <a:pt x="314" y="896"/>
                  </a:lnTo>
                  <a:lnTo>
                    <a:pt x="315" y="894"/>
                  </a:lnTo>
                  <a:lnTo>
                    <a:pt x="317" y="894"/>
                  </a:lnTo>
                  <a:lnTo>
                    <a:pt x="318" y="893"/>
                  </a:lnTo>
                  <a:lnTo>
                    <a:pt x="318" y="891"/>
                  </a:lnTo>
                  <a:lnTo>
                    <a:pt x="320" y="891"/>
                  </a:lnTo>
                  <a:lnTo>
                    <a:pt x="320" y="889"/>
                  </a:lnTo>
                  <a:lnTo>
                    <a:pt x="322" y="888"/>
                  </a:lnTo>
                  <a:lnTo>
                    <a:pt x="323" y="884"/>
                  </a:lnTo>
                  <a:lnTo>
                    <a:pt x="327" y="881"/>
                  </a:lnTo>
                  <a:lnTo>
                    <a:pt x="327" y="878"/>
                  </a:lnTo>
                  <a:lnTo>
                    <a:pt x="328" y="876"/>
                  </a:lnTo>
                  <a:lnTo>
                    <a:pt x="330" y="873"/>
                  </a:lnTo>
                  <a:lnTo>
                    <a:pt x="332" y="871"/>
                  </a:lnTo>
                  <a:lnTo>
                    <a:pt x="333" y="871"/>
                  </a:lnTo>
                  <a:lnTo>
                    <a:pt x="333" y="873"/>
                  </a:lnTo>
                  <a:lnTo>
                    <a:pt x="335" y="876"/>
                  </a:lnTo>
                  <a:lnTo>
                    <a:pt x="335" y="879"/>
                  </a:lnTo>
                  <a:lnTo>
                    <a:pt x="337" y="881"/>
                  </a:lnTo>
                  <a:lnTo>
                    <a:pt x="342" y="881"/>
                  </a:lnTo>
                  <a:lnTo>
                    <a:pt x="342" y="879"/>
                  </a:lnTo>
                  <a:lnTo>
                    <a:pt x="343" y="879"/>
                  </a:lnTo>
                  <a:lnTo>
                    <a:pt x="343" y="876"/>
                  </a:lnTo>
                  <a:lnTo>
                    <a:pt x="342" y="873"/>
                  </a:lnTo>
                  <a:lnTo>
                    <a:pt x="342" y="871"/>
                  </a:lnTo>
                  <a:lnTo>
                    <a:pt x="340" y="868"/>
                  </a:lnTo>
                  <a:lnTo>
                    <a:pt x="340" y="866"/>
                  </a:lnTo>
                  <a:lnTo>
                    <a:pt x="343" y="860"/>
                  </a:lnTo>
                  <a:lnTo>
                    <a:pt x="345" y="858"/>
                  </a:lnTo>
                  <a:lnTo>
                    <a:pt x="350" y="856"/>
                  </a:lnTo>
                  <a:lnTo>
                    <a:pt x="351" y="856"/>
                  </a:lnTo>
                  <a:lnTo>
                    <a:pt x="356" y="858"/>
                  </a:lnTo>
                  <a:lnTo>
                    <a:pt x="361" y="856"/>
                  </a:lnTo>
                  <a:lnTo>
                    <a:pt x="363" y="853"/>
                  </a:lnTo>
                  <a:lnTo>
                    <a:pt x="368" y="850"/>
                  </a:lnTo>
                  <a:lnTo>
                    <a:pt x="370" y="848"/>
                  </a:lnTo>
                  <a:lnTo>
                    <a:pt x="386" y="848"/>
                  </a:lnTo>
                  <a:lnTo>
                    <a:pt x="388" y="845"/>
                  </a:lnTo>
                  <a:lnTo>
                    <a:pt x="389" y="843"/>
                  </a:lnTo>
                  <a:lnTo>
                    <a:pt x="389" y="840"/>
                  </a:lnTo>
                  <a:lnTo>
                    <a:pt x="388" y="838"/>
                  </a:lnTo>
                  <a:lnTo>
                    <a:pt x="386" y="835"/>
                  </a:lnTo>
                  <a:lnTo>
                    <a:pt x="383" y="830"/>
                  </a:lnTo>
                  <a:lnTo>
                    <a:pt x="381" y="822"/>
                  </a:lnTo>
                  <a:lnTo>
                    <a:pt x="386" y="818"/>
                  </a:lnTo>
                  <a:lnTo>
                    <a:pt x="384" y="809"/>
                  </a:lnTo>
                  <a:lnTo>
                    <a:pt x="378" y="809"/>
                  </a:lnTo>
                  <a:lnTo>
                    <a:pt x="378" y="795"/>
                  </a:lnTo>
                  <a:lnTo>
                    <a:pt x="376" y="794"/>
                  </a:lnTo>
                  <a:lnTo>
                    <a:pt x="375" y="789"/>
                  </a:lnTo>
                  <a:lnTo>
                    <a:pt x="375" y="779"/>
                  </a:lnTo>
                  <a:lnTo>
                    <a:pt x="378" y="776"/>
                  </a:lnTo>
                  <a:lnTo>
                    <a:pt x="379" y="777"/>
                  </a:lnTo>
                  <a:lnTo>
                    <a:pt x="384" y="777"/>
                  </a:lnTo>
                  <a:lnTo>
                    <a:pt x="389" y="769"/>
                  </a:lnTo>
                  <a:lnTo>
                    <a:pt x="399" y="759"/>
                  </a:lnTo>
                  <a:lnTo>
                    <a:pt x="408" y="753"/>
                  </a:lnTo>
                  <a:lnTo>
                    <a:pt x="406" y="759"/>
                  </a:lnTo>
                  <a:lnTo>
                    <a:pt x="411" y="764"/>
                  </a:lnTo>
                  <a:lnTo>
                    <a:pt x="409" y="769"/>
                  </a:lnTo>
                  <a:lnTo>
                    <a:pt x="406" y="776"/>
                  </a:lnTo>
                  <a:lnTo>
                    <a:pt x="408" y="781"/>
                  </a:lnTo>
                  <a:lnTo>
                    <a:pt x="414" y="787"/>
                  </a:lnTo>
                  <a:lnTo>
                    <a:pt x="419" y="789"/>
                  </a:lnTo>
                  <a:lnTo>
                    <a:pt x="421" y="797"/>
                  </a:lnTo>
                  <a:lnTo>
                    <a:pt x="412" y="800"/>
                  </a:lnTo>
                  <a:lnTo>
                    <a:pt x="409" y="805"/>
                  </a:lnTo>
                  <a:lnTo>
                    <a:pt x="404" y="805"/>
                  </a:lnTo>
                  <a:lnTo>
                    <a:pt x="401" y="807"/>
                  </a:lnTo>
                  <a:lnTo>
                    <a:pt x="404" y="815"/>
                  </a:lnTo>
                  <a:lnTo>
                    <a:pt x="406" y="827"/>
                  </a:lnTo>
                  <a:lnTo>
                    <a:pt x="404" y="830"/>
                  </a:lnTo>
                  <a:lnTo>
                    <a:pt x="408" y="832"/>
                  </a:lnTo>
                  <a:lnTo>
                    <a:pt x="411" y="832"/>
                  </a:lnTo>
                  <a:lnTo>
                    <a:pt x="416" y="833"/>
                  </a:lnTo>
                  <a:lnTo>
                    <a:pt x="421" y="838"/>
                  </a:lnTo>
                  <a:lnTo>
                    <a:pt x="422" y="838"/>
                  </a:lnTo>
                  <a:lnTo>
                    <a:pt x="424" y="835"/>
                  </a:lnTo>
                  <a:lnTo>
                    <a:pt x="431" y="833"/>
                  </a:lnTo>
                  <a:lnTo>
                    <a:pt x="436" y="833"/>
                  </a:lnTo>
                  <a:lnTo>
                    <a:pt x="439" y="832"/>
                  </a:lnTo>
                  <a:lnTo>
                    <a:pt x="437" y="835"/>
                  </a:lnTo>
                  <a:lnTo>
                    <a:pt x="441" y="837"/>
                  </a:lnTo>
                  <a:lnTo>
                    <a:pt x="442" y="838"/>
                  </a:lnTo>
                  <a:lnTo>
                    <a:pt x="454" y="838"/>
                  </a:lnTo>
                  <a:lnTo>
                    <a:pt x="464" y="843"/>
                  </a:lnTo>
                  <a:lnTo>
                    <a:pt x="467" y="843"/>
                  </a:lnTo>
                  <a:lnTo>
                    <a:pt x="472" y="842"/>
                  </a:lnTo>
                  <a:lnTo>
                    <a:pt x="477" y="835"/>
                  </a:lnTo>
                  <a:lnTo>
                    <a:pt x="482" y="835"/>
                  </a:lnTo>
                  <a:lnTo>
                    <a:pt x="490" y="828"/>
                  </a:lnTo>
                  <a:lnTo>
                    <a:pt x="497" y="823"/>
                  </a:lnTo>
                  <a:lnTo>
                    <a:pt x="511" y="818"/>
                  </a:lnTo>
                  <a:lnTo>
                    <a:pt x="516" y="818"/>
                  </a:lnTo>
                  <a:lnTo>
                    <a:pt x="520" y="822"/>
                  </a:lnTo>
                  <a:lnTo>
                    <a:pt x="521" y="830"/>
                  </a:lnTo>
                  <a:lnTo>
                    <a:pt x="528" y="828"/>
                  </a:lnTo>
                  <a:lnTo>
                    <a:pt x="530" y="832"/>
                  </a:lnTo>
                  <a:lnTo>
                    <a:pt x="534" y="830"/>
                  </a:lnTo>
                  <a:lnTo>
                    <a:pt x="539" y="825"/>
                  </a:lnTo>
                  <a:lnTo>
                    <a:pt x="538" y="823"/>
                  </a:lnTo>
                  <a:lnTo>
                    <a:pt x="538" y="820"/>
                  </a:lnTo>
                  <a:lnTo>
                    <a:pt x="551" y="807"/>
                  </a:lnTo>
                  <a:lnTo>
                    <a:pt x="548" y="795"/>
                  </a:lnTo>
                  <a:lnTo>
                    <a:pt x="546" y="792"/>
                  </a:lnTo>
                  <a:lnTo>
                    <a:pt x="544" y="787"/>
                  </a:lnTo>
                  <a:lnTo>
                    <a:pt x="543" y="784"/>
                  </a:lnTo>
                  <a:lnTo>
                    <a:pt x="543" y="779"/>
                  </a:lnTo>
                  <a:lnTo>
                    <a:pt x="544" y="777"/>
                  </a:lnTo>
                  <a:lnTo>
                    <a:pt x="549" y="777"/>
                  </a:lnTo>
                  <a:lnTo>
                    <a:pt x="553" y="764"/>
                  </a:lnTo>
                  <a:lnTo>
                    <a:pt x="562" y="754"/>
                  </a:lnTo>
                  <a:lnTo>
                    <a:pt x="574" y="764"/>
                  </a:lnTo>
                  <a:lnTo>
                    <a:pt x="576" y="772"/>
                  </a:lnTo>
                  <a:lnTo>
                    <a:pt x="589" y="774"/>
                  </a:lnTo>
                  <a:lnTo>
                    <a:pt x="591" y="751"/>
                  </a:lnTo>
                  <a:lnTo>
                    <a:pt x="592" y="748"/>
                  </a:lnTo>
                  <a:lnTo>
                    <a:pt x="591" y="739"/>
                  </a:lnTo>
                  <a:lnTo>
                    <a:pt x="582" y="744"/>
                  </a:lnTo>
                  <a:lnTo>
                    <a:pt x="577" y="741"/>
                  </a:lnTo>
                  <a:lnTo>
                    <a:pt x="579" y="738"/>
                  </a:lnTo>
                  <a:lnTo>
                    <a:pt x="579" y="733"/>
                  </a:lnTo>
                  <a:lnTo>
                    <a:pt x="576" y="726"/>
                  </a:lnTo>
                  <a:lnTo>
                    <a:pt x="579" y="723"/>
                  </a:lnTo>
                  <a:lnTo>
                    <a:pt x="587" y="718"/>
                  </a:lnTo>
                  <a:lnTo>
                    <a:pt x="592" y="715"/>
                  </a:lnTo>
                  <a:lnTo>
                    <a:pt x="604" y="711"/>
                  </a:lnTo>
                  <a:lnTo>
                    <a:pt x="614" y="713"/>
                  </a:lnTo>
                  <a:lnTo>
                    <a:pt x="620" y="715"/>
                  </a:lnTo>
                  <a:lnTo>
                    <a:pt x="625" y="715"/>
                  </a:lnTo>
                  <a:lnTo>
                    <a:pt x="633" y="708"/>
                  </a:lnTo>
                  <a:lnTo>
                    <a:pt x="640" y="708"/>
                  </a:lnTo>
                  <a:lnTo>
                    <a:pt x="640" y="701"/>
                  </a:lnTo>
                  <a:lnTo>
                    <a:pt x="658" y="701"/>
                  </a:lnTo>
                  <a:lnTo>
                    <a:pt x="656" y="695"/>
                  </a:lnTo>
                  <a:lnTo>
                    <a:pt x="640" y="687"/>
                  </a:lnTo>
                  <a:lnTo>
                    <a:pt x="635" y="682"/>
                  </a:lnTo>
                  <a:lnTo>
                    <a:pt x="610" y="692"/>
                  </a:lnTo>
                  <a:lnTo>
                    <a:pt x="595" y="690"/>
                  </a:lnTo>
                  <a:lnTo>
                    <a:pt x="576" y="705"/>
                  </a:lnTo>
                  <a:lnTo>
                    <a:pt x="571" y="705"/>
                  </a:lnTo>
                  <a:lnTo>
                    <a:pt x="566" y="698"/>
                  </a:lnTo>
                  <a:lnTo>
                    <a:pt x="559" y="698"/>
                  </a:lnTo>
                  <a:lnTo>
                    <a:pt x="546" y="688"/>
                  </a:lnTo>
                  <a:lnTo>
                    <a:pt x="543" y="660"/>
                  </a:lnTo>
                  <a:lnTo>
                    <a:pt x="539" y="647"/>
                  </a:lnTo>
                  <a:lnTo>
                    <a:pt x="539" y="641"/>
                  </a:lnTo>
                  <a:lnTo>
                    <a:pt x="541" y="631"/>
                  </a:lnTo>
                  <a:lnTo>
                    <a:pt x="564" y="608"/>
                  </a:lnTo>
                  <a:lnTo>
                    <a:pt x="567" y="598"/>
                  </a:lnTo>
                  <a:lnTo>
                    <a:pt x="574" y="593"/>
                  </a:lnTo>
                  <a:lnTo>
                    <a:pt x="576" y="586"/>
                  </a:lnTo>
                  <a:lnTo>
                    <a:pt x="587" y="586"/>
                  </a:lnTo>
                  <a:lnTo>
                    <a:pt x="576" y="573"/>
                  </a:lnTo>
                  <a:lnTo>
                    <a:pt x="564" y="563"/>
                  </a:lnTo>
                  <a:lnTo>
                    <a:pt x="554" y="563"/>
                  </a:lnTo>
                  <a:lnTo>
                    <a:pt x="553" y="566"/>
                  </a:lnTo>
                  <a:lnTo>
                    <a:pt x="549" y="566"/>
                  </a:lnTo>
                  <a:lnTo>
                    <a:pt x="546" y="571"/>
                  </a:lnTo>
                  <a:lnTo>
                    <a:pt x="544" y="573"/>
                  </a:lnTo>
                  <a:lnTo>
                    <a:pt x="544" y="576"/>
                  </a:lnTo>
                  <a:lnTo>
                    <a:pt x="536" y="578"/>
                  </a:lnTo>
                  <a:lnTo>
                    <a:pt x="539" y="581"/>
                  </a:lnTo>
                  <a:lnTo>
                    <a:pt x="536" y="586"/>
                  </a:lnTo>
                  <a:lnTo>
                    <a:pt x="533" y="589"/>
                  </a:lnTo>
                  <a:lnTo>
                    <a:pt x="534" y="594"/>
                  </a:lnTo>
                  <a:lnTo>
                    <a:pt x="536" y="601"/>
                  </a:lnTo>
                  <a:lnTo>
                    <a:pt x="536" y="604"/>
                  </a:lnTo>
                  <a:lnTo>
                    <a:pt x="528" y="613"/>
                  </a:lnTo>
                  <a:lnTo>
                    <a:pt x="525" y="617"/>
                  </a:lnTo>
                  <a:lnTo>
                    <a:pt x="525" y="622"/>
                  </a:lnTo>
                  <a:lnTo>
                    <a:pt x="521" y="626"/>
                  </a:lnTo>
                  <a:lnTo>
                    <a:pt x="513" y="626"/>
                  </a:lnTo>
                  <a:lnTo>
                    <a:pt x="503" y="632"/>
                  </a:lnTo>
                  <a:lnTo>
                    <a:pt x="493" y="645"/>
                  </a:lnTo>
                  <a:lnTo>
                    <a:pt x="490" y="654"/>
                  </a:lnTo>
                  <a:lnTo>
                    <a:pt x="490" y="664"/>
                  </a:lnTo>
                  <a:lnTo>
                    <a:pt x="492" y="670"/>
                  </a:lnTo>
                  <a:lnTo>
                    <a:pt x="490" y="685"/>
                  </a:lnTo>
                  <a:lnTo>
                    <a:pt x="500" y="687"/>
                  </a:lnTo>
                  <a:lnTo>
                    <a:pt x="505" y="690"/>
                  </a:lnTo>
                  <a:lnTo>
                    <a:pt x="506" y="693"/>
                  </a:lnTo>
                  <a:lnTo>
                    <a:pt x="516" y="703"/>
                  </a:lnTo>
                  <a:lnTo>
                    <a:pt x="516" y="715"/>
                  </a:lnTo>
                  <a:lnTo>
                    <a:pt x="506" y="721"/>
                  </a:lnTo>
                  <a:lnTo>
                    <a:pt x="498" y="720"/>
                  </a:lnTo>
                  <a:lnTo>
                    <a:pt x="495" y="716"/>
                  </a:lnTo>
                  <a:lnTo>
                    <a:pt x="485" y="720"/>
                  </a:lnTo>
                  <a:lnTo>
                    <a:pt x="492" y="723"/>
                  </a:lnTo>
                  <a:lnTo>
                    <a:pt x="506" y="723"/>
                  </a:lnTo>
                  <a:lnTo>
                    <a:pt x="511" y="725"/>
                  </a:lnTo>
                  <a:lnTo>
                    <a:pt x="500" y="736"/>
                  </a:lnTo>
                  <a:lnTo>
                    <a:pt x="490" y="739"/>
                  </a:lnTo>
                  <a:lnTo>
                    <a:pt x="492" y="743"/>
                  </a:lnTo>
                  <a:lnTo>
                    <a:pt x="492" y="762"/>
                  </a:lnTo>
                  <a:lnTo>
                    <a:pt x="495" y="769"/>
                  </a:lnTo>
                  <a:lnTo>
                    <a:pt x="492" y="784"/>
                  </a:lnTo>
                  <a:lnTo>
                    <a:pt x="477" y="797"/>
                  </a:lnTo>
                  <a:lnTo>
                    <a:pt x="469" y="797"/>
                  </a:lnTo>
                  <a:lnTo>
                    <a:pt x="464" y="800"/>
                  </a:lnTo>
                  <a:lnTo>
                    <a:pt x="460" y="817"/>
                  </a:lnTo>
                  <a:lnTo>
                    <a:pt x="452" y="815"/>
                  </a:lnTo>
                  <a:lnTo>
                    <a:pt x="449" y="815"/>
                  </a:lnTo>
                  <a:lnTo>
                    <a:pt x="442" y="813"/>
                  </a:lnTo>
                  <a:lnTo>
                    <a:pt x="444" y="809"/>
                  </a:lnTo>
                  <a:lnTo>
                    <a:pt x="442" y="804"/>
                  </a:lnTo>
                  <a:lnTo>
                    <a:pt x="439" y="797"/>
                  </a:lnTo>
                  <a:lnTo>
                    <a:pt x="439" y="790"/>
                  </a:lnTo>
                  <a:lnTo>
                    <a:pt x="444" y="790"/>
                  </a:lnTo>
                  <a:lnTo>
                    <a:pt x="436" y="781"/>
                  </a:lnTo>
                  <a:lnTo>
                    <a:pt x="436" y="774"/>
                  </a:lnTo>
                  <a:lnTo>
                    <a:pt x="422" y="759"/>
                  </a:lnTo>
                  <a:lnTo>
                    <a:pt x="421" y="751"/>
                  </a:lnTo>
                  <a:lnTo>
                    <a:pt x="414" y="739"/>
                  </a:lnTo>
                  <a:lnTo>
                    <a:pt x="416" y="729"/>
                  </a:lnTo>
                  <a:lnTo>
                    <a:pt x="411" y="725"/>
                  </a:lnTo>
                  <a:lnTo>
                    <a:pt x="411" y="718"/>
                  </a:lnTo>
                  <a:lnTo>
                    <a:pt x="404" y="718"/>
                  </a:lnTo>
                  <a:lnTo>
                    <a:pt x="404" y="725"/>
                  </a:lnTo>
                  <a:lnTo>
                    <a:pt x="406" y="728"/>
                  </a:lnTo>
                  <a:lnTo>
                    <a:pt x="399" y="734"/>
                  </a:lnTo>
                  <a:lnTo>
                    <a:pt x="396" y="734"/>
                  </a:lnTo>
                  <a:lnTo>
                    <a:pt x="386" y="749"/>
                  </a:lnTo>
                  <a:lnTo>
                    <a:pt x="371" y="757"/>
                  </a:lnTo>
                  <a:lnTo>
                    <a:pt x="365" y="754"/>
                  </a:lnTo>
                  <a:lnTo>
                    <a:pt x="356" y="753"/>
                  </a:lnTo>
                  <a:lnTo>
                    <a:pt x="348" y="746"/>
                  </a:lnTo>
                  <a:lnTo>
                    <a:pt x="343" y="739"/>
                  </a:lnTo>
                  <a:lnTo>
                    <a:pt x="343" y="729"/>
                  </a:lnTo>
                  <a:lnTo>
                    <a:pt x="350" y="729"/>
                  </a:lnTo>
                  <a:lnTo>
                    <a:pt x="353" y="725"/>
                  </a:lnTo>
                  <a:lnTo>
                    <a:pt x="338" y="720"/>
                  </a:lnTo>
                  <a:lnTo>
                    <a:pt x="338" y="715"/>
                  </a:lnTo>
                  <a:lnTo>
                    <a:pt x="343" y="713"/>
                  </a:lnTo>
                  <a:lnTo>
                    <a:pt x="343" y="710"/>
                  </a:lnTo>
                  <a:lnTo>
                    <a:pt x="345" y="705"/>
                  </a:lnTo>
                  <a:lnTo>
                    <a:pt x="340" y="701"/>
                  </a:lnTo>
                  <a:lnTo>
                    <a:pt x="337" y="700"/>
                  </a:lnTo>
                  <a:lnTo>
                    <a:pt x="340" y="693"/>
                  </a:lnTo>
                  <a:lnTo>
                    <a:pt x="333" y="687"/>
                  </a:lnTo>
                  <a:lnTo>
                    <a:pt x="335" y="685"/>
                  </a:lnTo>
                  <a:lnTo>
                    <a:pt x="333" y="678"/>
                  </a:lnTo>
                  <a:lnTo>
                    <a:pt x="333" y="670"/>
                  </a:lnTo>
                  <a:lnTo>
                    <a:pt x="338" y="670"/>
                  </a:lnTo>
                  <a:lnTo>
                    <a:pt x="348" y="667"/>
                  </a:lnTo>
                  <a:lnTo>
                    <a:pt x="340" y="660"/>
                  </a:lnTo>
                  <a:lnTo>
                    <a:pt x="335" y="657"/>
                  </a:lnTo>
                  <a:lnTo>
                    <a:pt x="345" y="649"/>
                  </a:lnTo>
                  <a:lnTo>
                    <a:pt x="358" y="641"/>
                  </a:lnTo>
                  <a:lnTo>
                    <a:pt x="361" y="645"/>
                  </a:lnTo>
                  <a:lnTo>
                    <a:pt x="365" y="641"/>
                  </a:lnTo>
                  <a:lnTo>
                    <a:pt x="370" y="642"/>
                  </a:lnTo>
                  <a:lnTo>
                    <a:pt x="368" y="637"/>
                  </a:lnTo>
                  <a:lnTo>
                    <a:pt x="373" y="632"/>
                  </a:lnTo>
                  <a:lnTo>
                    <a:pt x="378" y="634"/>
                  </a:lnTo>
                  <a:lnTo>
                    <a:pt x="378" y="626"/>
                  </a:lnTo>
                  <a:lnTo>
                    <a:pt x="383" y="619"/>
                  </a:lnTo>
                  <a:lnTo>
                    <a:pt x="401" y="622"/>
                  </a:lnTo>
                  <a:lnTo>
                    <a:pt x="396" y="609"/>
                  </a:lnTo>
                  <a:lnTo>
                    <a:pt x="404" y="603"/>
                  </a:lnTo>
                  <a:lnTo>
                    <a:pt x="414" y="609"/>
                  </a:lnTo>
                  <a:lnTo>
                    <a:pt x="419" y="606"/>
                  </a:lnTo>
                  <a:lnTo>
                    <a:pt x="426" y="603"/>
                  </a:lnTo>
                  <a:lnTo>
                    <a:pt x="429" y="598"/>
                  </a:lnTo>
                  <a:lnTo>
                    <a:pt x="432" y="598"/>
                  </a:lnTo>
                  <a:lnTo>
                    <a:pt x="432" y="591"/>
                  </a:lnTo>
                  <a:lnTo>
                    <a:pt x="427" y="589"/>
                  </a:lnTo>
                  <a:lnTo>
                    <a:pt x="421" y="596"/>
                  </a:lnTo>
                  <a:lnTo>
                    <a:pt x="421" y="599"/>
                  </a:lnTo>
                  <a:lnTo>
                    <a:pt x="412" y="599"/>
                  </a:lnTo>
                  <a:lnTo>
                    <a:pt x="408" y="593"/>
                  </a:lnTo>
                  <a:lnTo>
                    <a:pt x="414" y="586"/>
                  </a:lnTo>
                  <a:lnTo>
                    <a:pt x="424" y="580"/>
                  </a:lnTo>
                  <a:lnTo>
                    <a:pt x="427" y="580"/>
                  </a:lnTo>
                  <a:lnTo>
                    <a:pt x="424" y="575"/>
                  </a:lnTo>
                  <a:lnTo>
                    <a:pt x="427" y="570"/>
                  </a:lnTo>
                  <a:lnTo>
                    <a:pt x="431" y="566"/>
                  </a:lnTo>
                  <a:lnTo>
                    <a:pt x="434" y="565"/>
                  </a:lnTo>
                  <a:lnTo>
                    <a:pt x="432" y="560"/>
                  </a:lnTo>
                  <a:lnTo>
                    <a:pt x="434" y="558"/>
                  </a:lnTo>
                  <a:lnTo>
                    <a:pt x="436" y="558"/>
                  </a:lnTo>
                  <a:lnTo>
                    <a:pt x="439" y="561"/>
                  </a:lnTo>
                  <a:lnTo>
                    <a:pt x="442" y="563"/>
                  </a:lnTo>
                  <a:lnTo>
                    <a:pt x="444" y="565"/>
                  </a:lnTo>
                  <a:lnTo>
                    <a:pt x="445" y="560"/>
                  </a:lnTo>
                  <a:lnTo>
                    <a:pt x="436" y="553"/>
                  </a:lnTo>
                  <a:lnTo>
                    <a:pt x="442" y="540"/>
                  </a:lnTo>
                  <a:lnTo>
                    <a:pt x="445" y="537"/>
                  </a:lnTo>
                  <a:lnTo>
                    <a:pt x="452" y="538"/>
                  </a:lnTo>
                  <a:lnTo>
                    <a:pt x="447" y="527"/>
                  </a:lnTo>
                  <a:lnTo>
                    <a:pt x="454" y="528"/>
                  </a:lnTo>
                  <a:lnTo>
                    <a:pt x="455" y="525"/>
                  </a:lnTo>
                  <a:lnTo>
                    <a:pt x="449" y="520"/>
                  </a:lnTo>
                  <a:lnTo>
                    <a:pt x="449" y="515"/>
                  </a:lnTo>
                  <a:lnTo>
                    <a:pt x="455" y="515"/>
                  </a:lnTo>
                  <a:lnTo>
                    <a:pt x="457" y="509"/>
                  </a:lnTo>
                  <a:lnTo>
                    <a:pt x="464" y="512"/>
                  </a:lnTo>
                  <a:lnTo>
                    <a:pt x="464" y="504"/>
                  </a:lnTo>
                  <a:lnTo>
                    <a:pt x="469" y="502"/>
                  </a:lnTo>
                  <a:lnTo>
                    <a:pt x="473" y="505"/>
                  </a:lnTo>
                  <a:lnTo>
                    <a:pt x="472" y="500"/>
                  </a:lnTo>
                  <a:lnTo>
                    <a:pt x="465" y="497"/>
                  </a:lnTo>
                  <a:lnTo>
                    <a:pt x="465" y="492"/>
                  </a:lnTo>
                  <a:lnTo>
                    <a:pt x="473" y="489"/>
                  </a:lnTo>
                  <a:lnTo>
                    <a:pt x="480" y="479"/>
                  </a:lnTo>
                  <a:lnTo>
                    <a:pt x="485" y="477"/>
                  </a:lnTo>
                  <a:lnTo>
                    <a:pt x="487" y="474"/>
                  </a:lnTo>
                  <a:lnTo>
                    <a:pt x="487" y="472"/>
                  </a:lnTo>
                  <a:lnTo>
                    <a:pt x="488" y="469"/>
                  </a:lnTo>
                  <a:lnTo>
                    <a:pt x="490" y="468"/>
                  </a:lnTo>
                  <a:lnTo>
                    <a:pt x="490" y="466"/>
                  </a:lnTo>
                  <a:lnTo>
                    <a:pt x="492" y="464"/>
                  </a:lnTo>
                  <a:lnTo>
                    <a:pt x="493" y="461"/>
                  </a:lnTo>
                  <a:lnTo>
                    <a:pt x="495" y="459"/>
                  </a:lnTo>
                  <a:lnTo>
                    <a:pt x="497" y="464"/>
                  </a:lnTo>
                  <a:lnTo>
                    <a:pt x="502" y="463"/>
                  </a:lnTo>
                  <a:lnTo>
                    <a:pt x="505" y="466"/>
                  </a:lnTo>
                  <a:lnTo>
                    <a:pt x="506" y="474"/>
                  </a:lnTo>
                  <a:lnTo>
                    <a:pt x="518" y="461"/>
                  </a:lnTo>
                  <a:lnTo>
                    <a:pt x="528" y="461"/>
                  </a:lnTo>
                  <a:lnTo>
                    <a:pt x="518" y="456"/>
                  </a:lnTo>
                  <a:lnTo>
                    <a:pt x="520" y="451"/>
                  </a:lnTo>
                  <a:lnTo>
                    <a:pt x="538" y="451"/>
                  </a:lnTo>
                  <a:lnTo>
                    <a:pt x="549" y="464"/>
                  </a:lnTo>
                  <a:lnTo>
                    <a:pt x="553" y="463"/>
                  </a:lnTo>
                  <a:lnTo>
                    <a:pt x="549" y="459"/>
                  </a:lnTo>
                  <a:lnTo>
                    <a:pt x="554" y="454"/>
                  </a:lnTo>
                  <a:lnTo>
                    <a:pt x="548" y="449"/>
                  </a:lnTo>
                  <a:lnTo>
                    <a:pt x="551" y="446"/>
                  </a:lnTo>
                  <a:lnTo>
                    <a:pt x="559" y="451"/>
                  </a:lnTo>
                  <a:lnTo>
                    <a:pt x="564" y="446"/>
                  </a:lnTo>
                  <a:lnTo>
                    <a:pt x="558" y="443"/>
                  </a:lnTo>
                  <a:lnTo>
                    <a:pt x="559" y="436"/>
                  </a:lnTo>
                  <a:lnTo>
                    <a:pt x="574" y="440"/>
                  </a:lnTo>
                  <a:lnTo>
                    <a:pt x="569" y="443"/>
                  </a:lnTo>
                  <a:lnTo>
                    <a:pt x="574" y="448"/>
                  </a:lnTo>
                  <a:lnTo>
                    <a:pt x="581" y="436"/>
                  </a:lnTo>
                  <a:lnTo>
                    <a:pt x="584" y="438"/>
                  </a:lnTo>
                  <a:lnTo>
                    <a:pt x="584" y="443"/>
                  </a:lnTo>
                  <a:lnTo>
                    <a:pt x="582" y="448"/>
                  </a:lnTo>
                  <a:lnTo>
                    <a:pt x="589" y="446"/>
                  </a:lnTo>
                  <a:lnTo>
                    <a:pt x="587" y="441"/>
                  </a:lnTo>
                  <a:lnTo>
                    <a:pt x="595" y="435"/>
                  </a:lnTo>
                  <a:lnTo>
                    <a:pt x="605" y="440"/>
                  </a:lnTo>
                  <a:lnTo>
                    <a:pt x="599" y="446"/>
                  </a:lnTo>
                  <a:lnTo>
                    <a:pt x="600" y="449"/>
                  </a:lnTo>
                  <a:lnTo>
                    <a:pt x="607" y="443"/>
                  </a:lnTo>
                  <a:lnTo>
                    <a:pt x="625" y="443"/>
                  </a:lnTo>
                  <a:lnTo>
                    <a:pt x="630" y="446"/>
                  </a:lnTo>
                  <a:lnTo>
                    <a:pt x="627" y="453"/>
                  </a:lnTo>
                  <a:lnTo>
                    <a:pt x="620" y="453"/>
                  </a:lnTo>
                  <a:lnTo>
                    <a:pt x="614" y="456"/>
                  </a:lnTo>
                  <a:lnTo>
                    <a:pt x="615" y="459"/>
                  </a:lnTo>
                  <a:lnTo>
                    <a:pt x="625" y="459"/>
                  </a:lnTo>
                  <a:lnTo>
                    <a:pt x="630" y="463"/>
                  </a:lnTo>
                  <a:lnTo>
                    <a:pt x="632" y="461"/>
                  </a:lnTo>
                  <a:lnTo>
                    <a:pt x="640" y="466"/>
                  </a:lnTo>
                  <a:lnTo>
                    <a:pt x="645" y="461"/>
                  </a:lnTo>
                  <a:lnTo>
                    <a:pt x="647" y="458"/>
                  </a:lnTo>
                  <a:lnTo>
                    <a:pt x="652" y="456"/>
                  </a:lnTo>
                  <a:lnTo>
                    <a:pt x="660" y="456"/>
                  </a:lnTo>
                  <a:lnTo>
                    <a:pt x="660" y="461"/>
                  </a:lnTo>
                  <a:lnTo>
                    <a:pt x="655" y="464"/>
                  </a:lnTo>
                  <a:lnTo>
                    <a:pt x="663" y="469"/>
                  </a:lnTo>
                  <a:lnTo>
                    <a:pt x="671" y="477"/>
                  </a:lnTo>
                  <a:lnTo>
                    <a:pt x="671" y="471"/>
                  </a:lnTo>
                  <a:lnTo>
                    <a:pt x="698" y="471"/>
                  </a:lnTo>
                  <a:lnTo>
                    <a:pt x="711" y="474"/>
                  </a:lnTo>
                  <a:lnTo>
                    <a:pt x="721" y="477"/>
                  </a:lnTo>
                  <a:lnTo>
                    <a:pt x="731" y="484"/>
                  </a:lnTo>
                  <a:lnTo>
                    <a:pt x="742" y="492"/>
                  </a:lnTo>
                  <a:lnTo>
                    <a:pt x="750" y="494"/>
                  </a:lnTo>
                  <a:lnTo>
                    <a:pt x="759" y="497"/>
                  </a:lnTo>
                  <a:lnTo>
                    <a:pt x="767" y="509"/>
                  </a:lnTo>
                  <a:lnTo>
                    <a:pt x="772" y="514"/>
                  </a:lnTo>
                  <a:lnTo>
                    <a:pt x="772" y="528"/>
                  </a:lnTo>
                  <a:lnTo>
                    <a:pt x="770" y="530"/>
                  </a:lnTo>
                  <a:lnTo>
                    <a:pt x="769" y="533"/>
                  </a:lnTo>
                  <a:lnTo>
                    <a:pt x="762" y="540"/>
                  </a:lnTo>
                  <a:lnTo>
                    <a:pt x="747" y="543"/>
                  </a:lnTo>
                  <a:lnTo>
                    <a:pt x="737" y="545"/>
                  </a:lnTo>
                  <a:lnTo>
                    <a:pt x="727" y="543"/>
                  </a:lnTo>
                  <a:lnTo>
                    <a:pt x="717" y="540"/>
                  </a:lnTo>
                  <a:lnTo>
                    <a:pt x="703" y="540"/>
                  </a:lnTo>
                  <a:lnTo>
                    <a:pt x="686" y="535"/>
                  </a:lnTo>
                  <a:lnTo>
                    <a:pt x="678" y="530"/>
                  </a:lnTo>
                  <a:lnTo>
                    <a:pt x="671" y="527"/>
                  </a:lnTo>
                  <a:lnTo>
                    <a:pt x="668" y="520"/>
                  </a:lnTo>
                  <a:lnTo>
                    <a:pt x="670" y="517"/>
                  </a:lnTo>
                  <a:lnTo>
                    <a:pt x="675" y="514"/>
                  </a:lnTo>
                  <a:lnTo>
                    <a:pt x="675" y="500"/>
                  </a:lnTo>
                  <a:lnTo>
                    <a:pt x="671" y="500"/>
                  </a:lnTo>
                  <a:lnTo>
                    <a:pt x="666" y="502"/>
                  </a:lnTo>
                  <a:lnTo>
                    <a:pt x="663" y="512"/>
                  </a:lnTo>
                  <a:lnTo>
                    <a:pt x="653" y="512"/>
                  </a:lnTo>
                  <a:lnTo>
                    <a:pt x="652" y="514"/>
                  </a:lnTo>
                  <a:lnTo>
                    <a:pt x="661" y="520"/>
                  </a:lnTo>
                  <a:lnTo>
                    <a:pt x="652" y="522"/>
                  </a:lnTo>
                  <a:lnTo>
                    <a:pt x="666" y="530"/>
                  </a:lnTo>
                  <a:lnTo>
                    <a:pt x="656" y="538"/>
                  </a:lnTo>
                  <a:lnTo>
                    <a:pt x="668" y="537"/>
                  </a:lnTo>
                  <a:lnTo>
                    <a:pt x="673" y="537"/>
                  </a:lnTo>
                  <a:lnTo>
                    <a:pt x="676" y="540"/>
                  </a:lnTo>
                  <a:lnTo>
                    <a:pt x="678" y="547"/>
                  </a:lnTo>
                  <a:lnTo>
                    <a:pt x="691" y="550"/>
                  </a:lnTo>
                  <a:lnTo>
                    <a:pt x="699" y="561"/>
                  </a:lnTo>
                  <a:lnTo>
                    <a:pt x="699" y="566"/>
                  </a:lnTo>
                  <a:lnTo>
                    <a:pt x="703" y="570"/>
                  </a:lnTo>
                  <a:lnTo>
                    <a:pt x="701" y="584"/>
                  </a:lnTo>
                  <a:lnTo>
                    <a:pt x="716" y="591"/>
                  </a:lnTo>
                  <a:lnTo>
                    <a:pt x="726" y="599"/>
                  </a:lnTo>
                  <a:lnTo>
                    <a:pt x="729" y="599"/>
                  </a:lnTo>
                  <a:lnTo>
                    <a:pt x="737" y="603"/>
                  </a:lnTo>
                  <a:lnTo>
                    <a:pt x="742" y="598"/>
                  </a:lnTo>
                  <a:lnTo>
                    <a:pt x="750" y="601"/>
                  </a:lnTo>
                  <a:lnTo>
                    <a:pt x="752" y="596"/>
                  </a:lnTo>
                  <a:lnTo>
                    <a:pt x="749" y="588"/>
                  </a:lnTo>
                  <a:lnTo>
                    <a:pt x="737" y="584"/>
                  </a:lnTo>
                  <a:lnTo>
                    <a:pt x="736" y="578"/>
                  </a:lnTo>
                  <a:lnTo>
                    <a:pt x="726" y="576"/>
                  </a:lnTo>
                  <a:lnTo>
                    <a:pt x="724" y="571"/>
                  </a:lnTo>
                  <a:lnTo>
                    <a:pt x="734" y="568"/>
                  </a:lnTo>
                  <a:lnTo>
                    <a:pt x="747" y="575"/>
                  </a:lnTo>
                  <a:lnTo>
                    <a:pt x="755" y="576"/>
                  </a:lnTo>
                  <a:lnTo>
                    <a:pt x="762" y="575"/>
                  </a:lnTo>
                  <a:lnTo>
                    <a:pt x="770" y="573"/>
                  </a:lnTo>
                  <a:lnTo>
                    <a:pt x="772" y="566"/>
                  </a:lnTo>
                  <a:lnTo>
                    <a:pt x="772" y="561"/>
                  </a:lnTo>
                  <a:lnTo>
                    <a:pt x="769" y="560"/>
                  </a:lnTo>
                  <a:lnTo>
                    <a:pt x="765" y="552"/>
                  </a:lnTo>
                  <a:lnTo>
                    <a:pt x="769" y="548"/>
                  </a:lnTo>
                  <a:lnTo>
                    <a:pt x="777" y="543"/>
                  </a:lnTo>
                  <a:lnTo>
                    <a:pt x="782" y="538"/>
                  </a:lnTo>
                  <a:lnTo>
                    <a:pt x="783" y="528"/>
                  </a:lnTo>
                  <a:lnTo>
                    <a:pt x="803" y="532"/>
                  </a:lnTo>
                  <a:lnTo>
                    <a:pt x="808" y="538"/>
                  </a:lnTo>
                  <a:lnTo>
                    <a:pt x="816" y="545"/>
                  </a:lnTo>
                  <a:lnTo>
                    <a:pt x="811" y="530"/>
                  </a:lnTo>
                  <a:lnTo>
                    <a:pt x="813" y="520"/>
                  </a:lnTo>
                  <a:lnTo>
                    <a:pt x="803" y="512"/>
                  </a:lnTo>
                  <a:lnTo>
                    <a:pt x="798" y="504"/>
                  </a:lnTo>
                  <a:lnTo>
                    <a:pt x="795" y="492"/>
                  </a:lnTo>
                  <a:lnTo>
                    <a:pt x="795" y="484"/>
                  </a:lnTo>
                  <a:lnTo>
                    <a:pt x="792" y="481"/>
                  </a:lnTo>
                  <a:lnTo>
                    <a:pt x="785" y="477"/>
                  </a:lnTo>
                  <a:lnTo>
                    <a:pt x="780" y="476"/>
                  </a:lnTo>
                  <a:lnTo>
                    <a:pt x="780" y="472"/>
                  </a:lnTo>
                  <a:lnTo>
                    <a:pt x="787" y="472"/>
                  </a:lnTo>
                  <a:lnTo>
                    <a:pt x="793" y="477"/>
                  </a:lnTo>
                  <a:lnTo>
                    <a:pt x="798" y="479"/>
                  </a:lnTo>
                  <a:lnTo>
                    <a:pt x="805" y="474"/>
                  </a:lnTo>
                  <a:lnTo>
                    <a:pt x="811" y="472"/>
                  </a:lnTo>
                  <a:lnTo>
                    <a:pt x="820" y="474"/>
                  </a:lnTo>
                  <a:lnTo>
                    <a:pt x="826" y="477"/>
                  </a:lnTo>
                  <a:lnTo>
                    <a:pt x="833" y="486"/>
                  </a:lnTo>
                  <a:lnTo>
                    <a:pt x="836" y="492"/>
                  </a:lnTo>
                  <a:lnTo>
                    <a:pt x="823" y="492"/>
                  </a:lnTo>
                  <a:lnTo>
                    <a:pt x="820" y="494"/>
                  </a:lnTo>
                  <a:lnTo>
                    <a:pt x="815" y="504"/>
                  </a:lnTo>
                  <a:lnTo>
                    <a:pt x="830" y="520"/>
                  </a:lnTo>
                  <a:lnTo>
                    <a:pt x="835" y="515"/>
                  </a:lnTo>
                  <a:lnTo>
                    <a:pt x="853" y="515"/>
                  </a:lnTo>
                  <a:lnTo>
                    <a:pt x="848" y="509"/>
                  </a:lnTo>
                  <a:lnTo>
                    <a:pt x="849" y="500"/>
                  </a:lnTo>
                  <a:lnTo>
                    <a:pt x="854" y="494"/>
                  </a:lnTo>
                  <a:lnTo>
                    <a:pt x="858" y="487"/>
                  </a:lnTo>
                  <a:lnTo>
                    <a:pt x="861" y="482"/>
                  </a:lnTo>
                  <a:lnTo>
                    <a:pt x="869" y="474"/>
                  </a:lnTo>
                  <a:lnTo>
                    <a:pt x="887" y="468"/>
                  </a:lnTo>
                  <a:lnTo>
                    <a:pt x="894" y="466"/>
                  </a:lnTo>
                  <a:lnTo>
                    <a:pt x="897" y="464"/>
                  </a:lnTo>
                  <a:lnTo>
                    <a:pt x="909" y="453"/>
                  </a:lnTo>
                  <a:lnTo>
                    <a:pt x="914" y="446"/>
                  </a:lnTo>
                  <a:lnTo>
                    <a:pt x="920" y="441"/>
                  </a:lnTo>
                  <a:lnTo>
                    <a:pt x="932" y="441"/>
                  </a:lnTo>
                  <a:lnTo>
                    <a:pt x="927" y="446"/>
                  </a:lnTo>
                  <a:lnTo>
                    <a:pt x="920" y="448"/>
                  </a:lnTo>
                  <a:lnTo>
                    <a:pt x="917" y="451"/>
                  </a:lnTo>
                  <a:lnTo>
                    <a:pt x="917" y="458"/>
                  </a:lnTo>
                  <a:lnTo>
                    <a:pt x="919" y="466"/>
                  </a:lnTo>
                  <a:lnTo>
                    <a:pt x="914" y="466"/>
                  </a:lnTo>
                  <a:lnTo>
                    <a:pt x="912" y="477"/>
                  </a:lnTo>
                  <a:lnTo>
                    <a:pt x="919" y="476"/>
                  </a:lnTo>
                  <a:lnTo>
                    <a:pt x="927" y="472"/>
                  </a:lnTo>
                  <a:lnTo>
                    <a:pt x="930" y="468"/>
                  </a:lnTo>
                  <a:lnTo>
                    <a:pt x="927" y="463"/>
                  </a:lnTo>
                  <a:lnTo>
                    <a:pt x="929" y="459"/>
                  </a:lnTo>
                  <a:lnTo>
                    <a:pt x="932" y="456"/>
                  </a:lnTo>
                  <a:lnTo>
                    <a:pt x="950" y="456"/>
                  </a:lnTo>
                  <a:lnTo>
                    <a:pt x="955" y="459"/>
                  </a:lnTo>
                  <a:lnTo>
                    <a:pt x="960" y="456"/>
                  </a:lnTo>
                  <a:lnTo>
                    <a:pt x="955" y="454"/>
                  </a:lnTo>
                  <a:lnTo>
                    <a:pt x="950" y="448"/>
                  </a:lnTo>
                  <a:lnTo>
                    <a:pt x="960" y="448"/>
                  </a:lnTo>
                  <a:lnTo>
                    <a:pt x="973" y="444"/>
                  </a:lnTo>
                  <a:lnTo>
                    <a:pt x="978" y="444"/>
                  </a:lnTo>
                  <a:lnTo>
                    <a:pt x="983" y="451"/>
                  </a:lnTo>
                  <a:lnTo>
                    <a:pt x="990" y="454"/>
                  </a:lnTo>
                  <a:lnTo>
                    <a:pt x="993" y="449"/>
                  </a:lnTo>
                  <a:lnTo>
                    <a:pt x="993" y="443"/>
                  </a:lnTo>
                  <a:lnTo>
                    <a:pt x="991" y="431"/>
                  </a:lnTo>
                  <a:lnTo>
                    <a:pt x="990" y="425"/>
                  </a:lnTo>
                  <a:lnTo>
                    <a:pt x="995" y="423"/>
                  </a:lnTo>
                  <a:lnTo>
                    <a:pt x="998" y="420"/>
                  </a:lnTo>
                  <a:lnTo>
                    <a:pt x="1008" y="420"/>
                  </a:lnTo>
                  <a:lnTo>
                    <a:pt x="1018" y="421"/>
                  </a:lnTo>
                  <a:lnTo>
                    <a:pt x="1021" y="418"/>
                  </a:lnTo>
                  <a:lnTo>
                    <a:pt x="1031" y="420"/>
                  </a:lnTo>
                  <a:lnTo>
                    <a:pt x="1039" y="423"/>
                  </a:lnTo>
                  <a:lnTo>
                    <a:pt x="1044" y="428"/>
                  </a:lnTo>
                  <a:lnTo>
                    <a:pt x="1049" y="430"/>
                  </a:lnTo>
                  <a:lnTo>
                    <a:pt x="1056" y="431"/>
                  </a:lnTo>
                  <a:lnTo>
                    <a:pt x="1067" y="433"/>
                  </a:lnTo>
                  <a:lnTo>
                    <a:pt x="1077" y="435"/>
                  </a:lnTo>
                  <a:lnTo>
                    <a:pt x="1085" y="441"/>
                  </a:lnTo>
                  <a:lnTo>
                    <a:pt x="1092" y="448"/>
                  </a:lnTo>
                  <a:lnTo>
                    <a:pt x="1093" y="438"/>
                  </a:lnTo>
                  <a:lnTo>
                    <a:pt x="1089" y="423"/>
                  </a:lnTo>
                  <a:lnTo>
                    <a:pt x="1082" y="418"/>
                  </a:lnTo>
                  <a:lnTo>
                    <a:pt x="1074" y="408"/>
                  </a:lnTo>
                  <a:lnTo>
                    <a:pt x="1065" y="407"/>
                  </a:lnTo>
                  <a:lnTo>
                    <a:pt x="1059" y="412"/>
                  </a:lnTo>
                  <a:lnTo>
                    <a:pt x="1056" y="398"/>
                  </a:lnTo>
                  <a:lnTo>
                    <a:pt x="1056" y="392"/>
                  </a:lnTo>
                  <a:lnTo>
                    <a:pt x="1062" y="388"/>
                  </a:lnTo>
                  <a:lnTo>
                    <a:pt x="1059" y="382"/>
                  </a:lnTo>
                  <a:lnTo>
                    <a:pt x="1056" y="377"/>
                  </a:lnTo>
                  <a:lnTo>
                    <a:pt x="1052" y="374"/>
                  </a:lnTo>
                  <a:lnTo>
                    <a:pt x="1049" y="374"/>
                  </a:lnTo>
                  <a:lnTo>
                    <a:pt x="1049" y="365"/>
                  </a:lnTo>
                  <a:lnTo>
                    <a:pt x="1052" y="360"/>
                  </a:lnTo>
                  <a:lnTo>
                    <a:pt x="1059" y="359"/>
                  </a:lnTo>
                  <a:lnTo>
                    <a:pt x="1065" y="359"/>
                  </a:lnTo>
                  <a:lnTo>
                    <a:pt x="1070" y="354"/>
                  </a:lnTo>
                  <a:lnTo>
                    <a:pt x="1070" y="351"/>
                  </a:lnTo>
                  <a:lnTo>
                    <a:pt x="1067" y="336"/>
                  </a:lnTo>
                  <a:lnTo>
                    <a:pt x="1064" y="326"/>
                  </a:lnTo>
                  <a:lnTo>
                    <a:pt x="1067" y="311"/>
                  </a:lnTo>
                  <a:lnTo>
                    <a:pt x="1070" y="311"/>
                  </a:lnTo>
                  <a:lnTo>
                    <a:pt x="1075" y="314"/>
                  </a:lnTo>
                  <a:lnTo>
                    <a:pt x="1090" y="314"/>
                  </a:lnTo>
                  <a:lnTo>
                    <a:pt x="1105" y="316"/>
                  </a:lnTo>
                  <a:lnTo>
                    <a:pt x="1107" y="319"/>
                  </a:lnTo>
                  <a:lnTo>
                    <a:pt x="1112" y="324"/>
                  </a:lnTo>
                  <a:lnTo>
                    <a:pt x="1110" y="351"/>
                  </a:lnTo>
                  <a:lnTo>
                    <a:pt x="1117" y="352"/>
                  </a:lnTo>
                  <a:lnTo>
                    <a:pt x="1120" y="355"/>
                  </a:lnTo>
                  <a:lnTo>
                    <a:pt x="1125" y="359"/>
                  </a:lnTo>
                  <a:lnTo>
                    <a:pt x="1128" y="370"/>
                  </a:lnTo>
                  <a:lnTo>
                    <a:pt x="1125" y="377"/>
                  </a:lnTo>
                  <a:lnTo>
                    <a:pt x="1130" y="379"/>
                  </a:lnTo>
                  <a:lnTo>
                    <a:pt x="1131" y="395"/>
                  </a:lnTo>
                  <a:lnTo>
                    <a:pt x="1143" y="408"/>
                  </a:lnTo>
                  <a:lnTo>
                    <a:pt x="1150" y="420"/>
                  </a:lnTo>
                  <a:lnTo>
                    <a:pt x="1156" y="420"/>
                  </a:lnTo>
                  <a:lnTo>
                    <a:pt x="1156" y="423"/>
                  </a:lnTo>
                  <a:lnTo>
                    <a:pt x="1155" y="428"/>
                  </a:lnTo>
                  <a:lnTo>
                    <a:pt x="1155" y="435"/>
                  </a:lnTo>
                  <a:lnTo>
                    <a:pt x="1156" y="440"/>
                  </a:lnTo>
                  <a:lnTo>
                    <a:pt x="1153" y="446"/>
                  </a:lnTo>
                  <a:lnTo>
                    <a:pt x="1148" y="451"/>
                  </a:lnTo>
                  <a:lnTo>
                    <a:pt x="1148" y="463"/>
                  </a:lnTo>
                  <a:lnTo>
                    <a:pt x="1145" y="471"/>
                  </a:lnTo>
                  <a:lnTo>
                    <a:pt x="1140" y="477"/>
                  </a:lnTo>
                  <a:lnTo>
                    <a:pt x="1135" y="477"/>
                  </a:lnTo>
                  <a:lnTo>
                    <a:pt x="1128" y="476"/>
                  </a:lnTo>
                  <a:lnTo>
                    <a:pt x="1128" y="481"/>
                  </a:lnTo>
                  <a:lnTo>
                    <a:pt x="1122" y="482"/>
                  </a:lnTo>
                  <a:lnTo>
                    <a:pt x="1113" y="481"/>
                  </a:lnTo>
                  <a:lnTo>
                    <a:pt x="1117" y="487"/>
                  </a:lnTo>
                  <a:lnTo>
                    <a:pt x="1122" y="491"/>
                  </a:lnTo>
                  <a:lnTo>
                    <a:pt x="1130" y="487"/>
                  </a:lnTo>
                  <a:lnTo>
                    <a:pt x="1138" y="487"/>
                  </a:lnTo>
                  <a:lnTo>
                    <a:pt x="1145" y="491"/>
                  </a:lnTo>
                  <a:lnTo>
                    <a:pt x="1146" y="486"/>
                  </a:lnTo>
                  <a:lnTo>
                    <a:pt x="1155" y="486"/>
                  </a:lnTo>
                  <a:lnTo>
                    <a:pt x="1163" y="482"/>
                  </a:lnTo>
                  <a:lnTo>
                    <a:pt x="1166" y="471"/>
                  </a:lnTo>
                  <a:lnTo>
                    <a:pt x="1169" y="458"/>
                  </a:lnTo>
                  <a:lnTo>
                    <a:pt x="1174" y="453"/>
                  </a:lnTo>
                  <a:lnTo>
                    <a:pt x="1174" y="446"/>
                  </a:lnTo>
                  <a:lnTo>
                    <a:pt x="1171" y="440"/>
                  </a:lnTo>
                  <a:lnTo>
                    <a:pt x="1169" y="428"/>
                  </a:lnTo>
                  <a:lnTo>
                    <a:pt x="1171" y="420"/>
                  </a:lnTo>
                  <a:lnTo>
                    <a:pt x="1178" y="418"/>
                  </a:lnTo>
                  <a:lnTo>
                    <a:pt x="1183" y="412"/>
                  </a:lnTo>
                  <a:lnTo>
                    <a:pt x="1189" y="415"/>
                  </a:lnTo>
                  <a:lnTo>
                    <a:pt x="1197" y="420"/>
                  </a:lnTo>
                  <a:lnTo>
                    <a:pt x="1202" y="426"/>
                  </a:lnTo>
                  <a:lnTo>
                    <a:pt x="1207" y="431"/>
                  </a:lnTo>
                  <a:lnTo>
                    <a:pt x="1211" y="443"/>
                  </a:lnTo>
                  <a:lnTo>
                    <a:pt x="1216" y="446"/>
                  </a:lnTo>
                  <a:lnTo>
                    <a:pt x="1237" y="451"/>
                  </a:lnTo>
                  <a:lnTo>
                    <a:pt x="1245" y="451"/>
                  </a:lnTo>
                  <a:lnTo>
                    <a:pt x="1249" y="449"/>
                  </a:lnTo>
                  <a:lnTo>
                    <a:pt x="1242" y="446"/>
                  </a:lnTo>
                  <a:lnTo>
                    <a:pt x="1237" y="443"/>
                  </a:lnTo>
                  <a:lnTo>
                    <a:pt x="1227" y="443"/>
                  </a:lnTo>
                  <a:lnTo>
                    <a:pt x="1219" y="441"/>
                  </a:lnTo>
                  <a:lnTo>
                    <a:pt x="1214" y="428"/>
                  </a:lnTo>
                  <a:lnTo>
                    <a:pt x="1201" y="412"/>
                  </a:lnTo>
                  <a:lnTo>
                    <a:pt x="1194" y="405"/>
                  </a:lnTo>
                  <a:lnTo>
                    <a:pt x="1181" y="402"/>
                  </a:lnTo>
                  <a:lnTo>
                    <a:pt x="1176" y="403"/>
                  </a:lnTo>
                  <a:lnTo>
                    <a:pt x="1159" y="412"/>
                  </a:lnTo>
                  <a:lnTo>
                    <a:pt x="1148" y="407"/>
                  </a:lnTo>
                  <a:lnTo>
                    <a:pt x="1148" y="395"/>
                  </a:lnTo>
                  <a:lnTo>
                    <a:pt x="1145" y="392"/>
                  </a:lnTo>
                  <a:lnTo>
                    <a:pt x="1141" y="384"/>
                  </a:lnTo>
                  <a:lnTo>
                    <a:pt x="1148" y="372"/>
                  </a:lnTo>
                  <a:lnTo>
                    <a:pt x="1143" y="364"/>
                  </a:lnTo>
                  <a:lnTo>
                    <a:pt x="1136" y="359"/>
                  </a:lnTo>
                  <a:lnTo>
                    <a:pt x="1126" y="349"/>
                  </a:lnTo>
                  <a:lnTo>
                    <a:pt x="1125" y="339"/>
                  </a:lnTo>
                  <a:lnTo>
                    <a:pt x="1126" y="332"/>
                  </a:lnTo>
                  <a:lnTo>
                    <a:pt x="1131" y="327"/>
                  </a:lnTo>
                  <a:lnTo>
                    <a:pt x="1136" y="321"/>
                  </a:lnTo>
                  <a:lnTo>
                    <a:pt x="1135" y="313"/>
                  </a:lnTo>
                  <a:lnTo>
                    <a:pt x="1130" y="308"/>
                  </a:lnTo>
                  <a:lnTo>
                    <a:pt x="1130" y="301"/>
                  </a:lnTo>
                  <a:lnTo>
                    <a:pt x="1135" y="301"/>
                  </a:lnTo>
                  <a:lnTo>
                    <a:pt x="1143" y="308"/>
                  </a:lnTo>
                  <a:lnTo>
                    <a:pt x="1146" y="311"/>
                  </a:lnTo>
                  <a:lnTo>
                    <a:pt x="1148" y="319"/>
                  </a:lnTo>
                  <a:lnTo>
                    <a:pt x="1145" y="329"/>
                  </a:lnTo>
                  <a:lnTo>
                    <a:pt x="1148" y="342"/>
                  </a:lnTo>
                  <a:lnTo>
                    <a:pt x="1179" y="352"/>
                  </a:lnTo>
                  <a:lnTo>
                    <a:pt x="1187" y="349"/>
                  </a:lnTo>
                  <a:lnTo>
                    <a:pt x="1194" y="354"/>
                  </a:lnTo>
                  <a:lnTo>
                    <a:pt x="1201" y="354"/>
                  </a:lnTo>
                  <a:lnTo>
                    <a:pt x="1191" y="337"/>
                  </a:lnTo>
                  <a:lnTo>
                    <a:pt x="1187" y="337"/>
                  </a:lnTo>
                  <a:lnTo>
                    <a:pt x="1184" y="346"/>
                  </a:lnTo>
                  <a:lnTo>
                    <a:pt x="1171" y="339"/>
                  </a:lnTo>
                  <a:lnTo>
                    <a:pt x="1164" y="339"/>
                  </a:lnTo>
                  <a:lnTo>
                    <a:pt x="1156" y="337"/>
                  </a:lnTo>
                  <a:lnTo>
                    <a:pt x="1150" y="332"/>
                  </a:lnTo>
                  <a:lnTo>
                    <a:pt x="1150" y="326"/>
                  </a:lnTo>
                  <a:lnTo>
                    <a:pt x="1155" y="319"/>
                  </a:lnTo>
                  <a:lnTo>
                    <a:pt x="1161" y="319"/>
                  </a:lnTo>
                  <a:lnTo>
                    <a:pt x="1169" y="321"/>
                  </a:lnTo>
                  <a:lnTo>
                    <a:pt x="1176" y="326"/>
                  </a:lnTo>
                  <a:lnTo>
                    <a:pt x="1183" y="327"/>
                  </a:lnTo>
                  <a:lnTo>
                    <a:pt x="1171" y="313"/>
                  </a:lnTo>
                  <a:lnTo>
                    <a:pt x="1178" y="311"/>
                  </a:lnTo>
                  <a:lnTo>
                    <a:pt x="1178" y="306"/>
                  </a:lnTo>
                  <a:lnTo>
                    <a:pt x="1171" y="303"/>
                  </a:lnTo>
                  <a:lnTo>
                    <a:pt x="1169" y="299"/>
                  </a:lnTo>
                  <a:lnTo>
                    <a:pt x="1179" y="299"/>
                  </a:lnTo>
                  <a:lnTo>
                    <a:pt x="1187" y="301"/>
                  </a:lnTo>
                  <a:lnTo>
                    <a:pt x="1196" y="308"/>
                  </a:lnTo>
                  <a:lnTo>
                    <a:pt x="1214" y="314"/>
                  </a:lnTo>
                  <a:lnTo>
                    <a:pt x="1219" y="319"/>
                  </a:lnTo>
                  <a:lnTo>
                    <a:pt x="1225" y="319"/>
                  </a:lnTo>
                  <a:lnTo>
                    <a:pt x="1237" y="316"/>
                  </a:lnTo>
                  <a:lnTo>
                    <a:pt x="1242" y="314"/>
                  </a:lnTo>
                  <a:lnTo>
                    <a:pt x="1239" y="321"/>
                  </a:lnTo>
                  <a:lnTo>
                    <a:pt x="1237" y="327"/>
                  </a:lnTo>
                  <a:lnTo>
                    <a:pt x="1237" y="336"/>
                  </a:lnTo>
                  <a:lnTo>
                    <a:pt x="1235" y="342"/>
                  </a:lnTo>
                  <a:lnTo>
                    <a:pt x="1239" y="349"/>
                  </a:lnTo>
                  <a:lnTo>
                    <a:pt x="1242" y="357"/>
                  </a:lnTo>
                  <a:lnTo>
                    <a:pt x="1250" y="362"/>
                  </a:lnTo>
                  <a:lnTo>
                    <a:pt x="1257" y="365"/>
                  </a:lnTo>
                  <a:lnTo>
                    <a:pt x="1262" y="374"/>
                  </a:lnTo>
                  <a:lnTo>
                    <a:pt x="1270" y="375"/>
                  </a:lnTo>
                  <a:lnTo>
                    <a:pt x="1277" y="369"/>
                  </a:lnTo>
                  <a:lnTo>
                    <a:pt x="1273" y="367"/>
                  </a:lnTo>
                  <a:lnTo>
                    <a:pt x="1267" y="365"/>
                  </a:lnTo>
                  <a:lnTo>
                    <a:pt x="1260" y="359"/>
                  </a:lnTo>
                  <a:lnTo>
                    <a:pt x="1257" y="349"/>
                  </a:lnTo>
                  <a:lnTo>
                    <a:pt x="1260" y="342"/>
                  </a:lnTo>
                  <a:lnTo>
                    <a:pt x="1257" y="334"/>
                  </a:lnTo>
                  <a:lnTo>
                    <a:pt x="1247" y="321"/>
                  </a:lnTo>
                  <a:lnTo>
                    <a:pt x="1249" y="316"/>
                  </a:lnTo>
                  <a:lnTo>
                    <a:pt x="1249" y="311"/>
                  </a:lnTo>
                  <a:lnTo>
                    <a:pt x="1247" y="309"/>
                  </a:lnTo>
                  <a:lnTo>
                    <a:pt x="1242" y="308"/>
                  </a:lnTo>
                  <a:lnTo>
                    <a:pt x="1232" y="311"/>
                  </a:lnTo>
                  <a:lnTo>
                    <a:pt x="1234" y="306"/>
                  </a:lnTo>
                  <a:lnTo>
                    <a:pt x="1220" y="303"/>
                  </a:lnTo>
                  <a:lnTo>
                    <a:pt x="1211" y="301"/>
                  </a:lnTo>
                  <a:lnTo>
                    <a:pt x="1209" y="295"/>
                  </a:lnTo>
                  <a:lnTo>
                    <a:pt x="1206" y="290"/>
                  </a:lnTo>
                  <a:lnTo>
                    <a:pt x="1202" y="290"/>
                  </a:lnTo>
                  <a:lnTo>
                    <a:pt x="1201" y="285"/>
                  </a:lnTo>
                  <a:lnTo>
                    <a:pt x="1197" y="283"/>
                  </a:lnTo>
                  <a:lnTo>
                    <a:pt x="1201" y="280"/>
                  </a:lnTo>
                  <a:lnTo>
                    <a:pt x="1196" y="275"/>
                  </a:lnTo>
                  <a:lnTo>
                    <a:pt x="1199" y="265"/>
                  </a:lnTo>
                  <a:lnTo>
                    <a:pt x="1220" y="260"/>
                  </a:lnTo>
                  <a:lnTo>
                    <a:pt x="1229" y="255"/>
                  </a:lnTo>
                  <a:lnTo>
                    <a:pt x="1240" y="255"/>
                  </a:lnTo>
                  <a:lnTo>
                    <a:pt x="1240" y="252"/>
                  </a:lnTo>
                  <a:lnTo>
                    <a:pt x="1242" y="247"/>
                  </a:lnTo>
                  <a:lnTo>
                    <a:pt x="1249" y="243"/>
                  </a:lnTo>
                  <a:lnTo>
                    <a:pt x="1253" y="243"/>
                  </a:lnTo>
                  <a:lnTo>
                    <a:pt x="1260" y="250"/>
                  </a:lnTo>
                  <a:lnTo>
                    <a:pt x="1252" y="260"/>
                  </a:lnTo>
                  <a:lnTo>
                    <a:pt x="1257" y="262"/>
                  </a:lnTo>
                  <a:lnTo>
                    <a:pt x="1260" y="257"/>
                  </a:lnTo>
                  <a:lnTo>
                    <a:pt x="1268" y="248"/>
                  </a:lnTo>
                  <a:lnTo>
                    <a:pt x="1268" y="240"/>
                  </a:lnTo>
                  <a:lnTo>
                    <a:pt x="1260" y="234"/>
                  </a:lnTo>
                  <a:lnTo>
                    <a:pt x="1263" y="229"/>
                  </a:lnTo>
                  <a:lnTo>
                    <a:pt x="1253" y="227"/>
                  </a:lnTo>
                  <a:lnTo>
                    <a:pt x="1252" y="224"/>
                  </a:lnTo>
                  <a:lnTo>
                    <a:pt x="1250" y="217"/>
                  </a:lnTo>
                  <a:lnTo>
                    <a:pt x="1245" y="212"/>
                  </a:lnTo>
                  <a:lnTo>
                    <a:pt x="1250" y="206"/>
                  </a:lnTo>
                  <a:lnTo>
                    <a:pt x="1255" y="201"/>
                  </a:lnTo>
                  <a:lnTo>
                    <a:pt x="1262" y="201"/>
                  </a:lnTo>
                  <a:lnTo>
                    <a:pt x="1263" y="197"/>
                  </a:lnTo>
                  <a:lnTo>
                    <a:pt x="1262" y="192"/>
                  </a:lnTo>
                  <a:lnTo>
                    <a:pt x="1268" y="186"/>
                  </a:lnTo>
                  <a:lnTo>
                    <a:pt x="1268" y="181"/>
                  </a:lnTo>
                  <a:lnTo>
                    <a:pt x="1275" y="178"/>
                  </a:lnTo>
                  <a:lnTo>
                    <a:pt x="1291" y="178"/>
                  </a:lnTo>
                  <a:lnTo>
                    <a:pt x="1293" y="174"/>
                  </a:lnTo>
                  <a:lnTo>
                    <a:pt x="1291" y="171"/>
                  </a:lnTo>
                  <a:lnTo>
                    <a:pt x="1296" y="168"/>
                  </a:lnTo>
                  <a:lnTo>
                    <a:pt x="1306" y="166"/>
                  </a:lnTo>
                  <a:lnTo>
                    <a:pt x="1308" y="163"/>
                  </a:lnTo>
                  <a:lnTo>
                    <a:pt x="1311" y="158"/>
                  </a:lnTo>
                  <a:lnTo>
                    <a:pt x="1318" y="155"/>
                  </a:lnTo>
                  <a:lnTo>
                    <a:pt x="1328" y="148"/>
                  </a:lnTo>
                  <a:lnTo>
                    <a:pt x="1336" y="143"/>
                  </a:lnTo>
                  <a:lnTo>
                    <a:pt x="1336" y="156"/>
                  </a:lnTo>
                  <a:lnTo>
                    <a:pt x="1344" y="151"/>
                  </a:lnTo>
                  <a:lnTo>
                    <a:pt x="1346" y="146"/>
                  </a:lnTo>
                  <a:lnTo>
                    <a:pt x="1347" y="148"/>
                  </a:lnTo>
                  <a:lnTo>
                    <a:pt x="1352" y="151"/>
                  </a:lnTo>
                  <a:lnTo>
                    <a:pt x="1359" y="146"/>
                  </a:lnTo>
                  <a:lnTo>
                    <a:pt x="1362" y="153"/>
                  </a:lnTo>
                  <a:lnTo>
                    <a:pt x="1364" y="146"/>
                  </a:lnTo>
                  <a:lnTo>
                    <a:pt x="1371" y="146"/>
                  </a:lnTo>
                  <a:lnTo>
                    <a:pt x="1377" y="148"/>
                  </a:lnTo>
                  <a:lnTo>
                    <a:pt x="1382" y="148"/>
                  </a:lnTo>
                  <a:lnTo>
                    <a:pt x="1377" y="140"/>
                  </a:lnTo>
                  <a:lnTo>
                    <a:pt x="1369" y="136"/>
                  </a:lnTo>
                  <a:lnTo>
                    <a:pt x="1362" y="126"/>
                  </a:lnTo>
                  <a:lnTo>
                    <a:pt x="1369" y="125"/>
                  </a:lnTo>
                  <a:lnTo>
                    <a:pt x="1375" y="122"/>
                  </a:lnTo>
                  <a:lnTo>
                    <a:pt x="1380" y="122"/>
                  </a:lnTo>
                  <a:lnTo>
                    <a:pt x="1387" y="120"/>
                  </a:lnTo>
                  <a:lnTo>
                    <a:pt x="1392" y="123"/>
                  </a:lnTo>
                  <a:lnTo>
                    <a:pt x="1399" y="123"/>
                  </a:lnTo>
                  <a:lnTo>
                    <a:pt x="1402" y="120"/>
                  </a:lnTo>
                  <a:lnTo>
                    <a:pt x="1402" y="112"/>
                  </a:lnTo>
                  <a:lnTo>
                    <a:pt x="1397" y="117"/>
                  </a:lnTo>
                  <a:lnTo>
                    <a:pt x="1392" y="113"/>
                  </a:lnTo>
                  <a:lnTo>
                    <a:pt x="1385" y="108"/>
                  </a:lnTo>
                  <a:lnTo>
                    <a:pt x="1384" y="103"/>
                  </a:lnTo>
                  <a:lnTo>
                    <a:pt x="1382" y="100"/>
                  </a:lnTo>
                  <a:lnTo>
                    <a:pt x="1385" y="89"/>
                  </a:lnTo>
                  <a:lnTo>
                    <a:pt x="1389" y="89"/>
                  </a:lnTo>
                  <a:lnTo>
                    <a:pt x="1390" y="84"/>
                  </a:lnTo>
                  <a:lnTo>
                    <a:pt x="1389" y="79"/>
                  </a:lnTo>
                  <a:lnTo>
                    <a:pt x="1392" y="74"/>
                  </a:lnTo>
                  <a:lnTo>
                    <a:pt x="1397" y="67"/>
                  </a:lnTo>
                  <a:lnTo>
                    <a:pt x="1407" y="72"/>
                  </a:lnTo>
                  <a:lnTo>
                    <a:pt x="1407" y="79"/>
                  </a:lnTo>
                  <a:lnTo>
                    <a:pt x="1410" y="84"/>
                  </a:lnTo>
                  <a:lnTo>
                    <a:pt x="1413" y="87"/>
                  </a:lnTo>
                  <a:lnTo>
                    <a:pt x="1407" y="90"/>
                  </a:lnTo>
                  <a:lnTo>
                    <a:pt x="1413" y="94"/>
                  </a:lnTo>
                  <a:lnTo>
                    <a:pt x="1423" y="97"/>
                  </a:lnTo>
                  <a:lnTo>
                    <a:pt x="1427" y="94"/>
                  </a:lnTo>
                  <a:lnTo>
                    <a:pt x="1428" y="102"/>
                  </a:lnTo>
                  <a:lnTo>
                    <a:pt x="1432" y="108"/>
                  </a:lnTo>
                  <a:lnTo>
                    <a:pt x="1438" y="95"/>
                  </a:lnTo>
                  <a:lnTo>
                    <a:pt x="1445" y="94"/>
                  </a:lnTo>
                  <a:lnTo>
                    <a:pt x="1451" y="89"/>
                  </a:lnTo>
                  <a:lnTo>
                    <a:pt x="1460" y="85"/>
                  </a:lnTo>
                  <a:lnTo>
                    <a:pt x="1471" y="84"/>
                  </a:lnTo>
                  <a:lnTo>
                    <a:pt x="1484" y="84"/>
                  </a:lnTo>
                  <a:lnTo>
                    <a:pt x="1494" y="80"/>
                  </a:lnTo>
                  <a:lnTo>
                    <a:pt x="1499" y="75"/>
                  </a:lnTo>
                  <a:lnTo>
                    <a:pt x="1506" y="79"/>
                  </a:lnTo>
                  <a:lnTo>
                    <a:pt x="1511" y="87"/>
                  </a:lnTo>
                  <a:lnTo>
                    <a:pt x="1514" y="82"/>
                  </a:lnTo>
                  <a:lnTo>
                    <a:pt x="1527" y="82"/>
                  </a:lnTo>
                  <a:lnTo>
                    <a:pt x="1535" y="95"/>
                  </a:lnTo>
                  <a:lnTo>
                    <a:pt x="1534" y="105"/>
                  </a:lnTo>
                  <a:lnTo>
                    <a:pt x="1514" y="105"/>
                  </a:lnTo>
                  <a:lnTo>
                    <a:pt x="1527" y="117"/>
                  </a:lnTo>
                  <a:lnTo>
                    <a:pt x="1531" y="113"/>
                  </a:lnTo>
                  <a:lnTo>
                    <a:pt x="1534" y="115"/>
                  </a:lnTo>
                  <a:lnTo>
                    <a:pt x="1535" y="120"/>
                  </a:lnTo>
                  <a:lnTo>
                    <a:pt x="1539" y="125"/>
                  </a:lnTo>
                  <a:lnTo>
                    <a:pt x="1540" y="135"/>
                  </a:lnTo>
                  <a:lnTo>
                    <a:pt x="1529" y="141"/>
                  </a:lnTo>
                  <a:lnTo>
                    <a:pt x="1526" y="150"/>
                  </a:lnTo>
                  <a:lnTo>
                    <a:pt x="1516" y="156"/>
                  </a:lnTo>
                  <a:lnTo>
                    <a:pt x="1509" y="161"/>
                  </a:lnTo>
                  <a:lnTo>
                    <a:pt x="1514" y="163"/>
                  </a:lnTo>
                  <a:lnTo>
                    <a:pt x="1512" y="166"/>
                  </a:lnTo>
                  <a:lnTo>
                    <a:pt x="1501" y="173"/>
                  </a:lnTo>
                  <a:lnTo>
                    <a:pt x="1494" y="178"/>
                  </a:lnTo>
                  <a:lnTo>
                    <a:pt x="1479" y="192"/>
                  </a:lnTo>
                  <a:lnTo>
                    <a:pt x="1471" y="194"/>
                  </a:lnTo>
                  <a:lnTo>
                    <a:pt x="1478" y="202"/>
                  </a:lnTo>
                  <a:lnTo>
                    <a:pt x="1466" y="219"/>
                  </a:lnTo>
                  <a:lnTo>
                    <a:pt x="1473" y="219"/>
                  </a:lnTo>
                  <a:lnTo>
                    <a:pt x="1479" y="217"/>
                  </a:lnTo>
                  <a:lnTo>
                    <a:pt x="1486" y="214"/>
                  </a:lnTo>
                  <a:lnTo>
                    <a:pt x="1489" y="211"/>
                  </a:lnTo>
                  <a:lnTo>
                    <a:pt x="1486" y="202"/>
                  </a:lnTo>
                  <a:lnTo>
                    <a:pt x="1502" y="196"/>
                  </a:lnTo>
                  <a:lnTo>
                    <a:pt x="1509" y="191"/>
                  </a:lnTo>
                  <a:lnTo>
                    <a:pt x="1512" y="187"/>
                  </a:lnTo>
                  <a:lnTo>
                    <a:pt x="1524" y="187"/>
                  </a:lnTo>
                  <a:lnTo>
                    <a:pt x="1529" y="186"/>
                  </a:lnTo>
                  <a:lnTo>
                    <a:pt x="1534" y="183"/>
                  </a:lnTo>
                  <a:lnTo>
                    <a:pt x="1537" y="176"/>
                  </a:lnTo>
                  <a:lnTo>
                    <a:pt x="1532" y="176"/>
                  </a:lnTo>
                  <a:lnTo>
                    <a:pt x="1526" y="181"/>
                  </a:lnTo>
                  <a:lnTo>
                    <a:pt x="1519" y="181"/>
                  </a:lnTo>
                  <a:lnTo>
                    <a:pt x="1517" y="178"/>
                  </a:lnTo>
                  <a:lnTo>
                    <a:pt x="1519" y="173"/>
                  </a:lnTo>
                  <a:lnTo>
                    <a:pt x="1522" y="168"/>
                  </a:lnTo>
                  <a:lnTo>
                    <a:pt x="1529" y="168"/>
                  </a:lnTo>
                  <a:lnTo>
                    <a:pt x="1534" y="164"/>
                  </a:lnTo>
                  <a:lnTo>
                    <a:pt x="1540" y="164"/>
                  </a:lnTo>
                  <a:lnTo>
                    <a:pt x="1547" y="169"/>
                  </a:lnTo>
                  <a:lnTo>
                    <a:pt x="1550" y="166"/>
                  </a:lnTo>
                  <a:lnTo>
                    <a:pt x="1552" y="156"/>
                  </a:lnTo>
                  <a:lnTo>
                    <a:pt x="1562" y="163"/>
                  </a:lnTo>
                  <a:lnTo>
                    <a:pt x="1563" y="169"/>
                  </a:lnTo>
                  <a:lnTo>
                    <a:pt x="1563" y="178"/>
                  </a:lnTo>
                  <a:lnTo>
                    <a:pt x="1568" y="189"/>
                  </a:lnTo>
                  <a:lnTo>
                    <a:pt x="1575" y="184"/>
                  </a:lnTo>
                  <a:lnTo>
                    <a:pt x="1575" y="176"/>
                  </a:lnTo>
                  <a:lnTo>
                    <a:pt x="1570" y="171"/>
                  </a:lnTo>
                  <a:lnTo>
                    <a:pt x="1572" y="166"/>
                  </a:lnTo>
                  <a:lnTo>
                    <a:pt x="1582" y="163"/>
                  </a:lnTo>
                  <a:lnTo>
                    <a:pt x="1595" y="164"/>
                  </a:lnTo>
                  <a:lnTo>
                    <a:pt x="1600" y="161"/>
                  </a:lnTo>
                  <a:lnTo>
                    <a:pt x="1608" y="155"/>
                  </a:lnTo>
                  <a:lnTo>
                    <a:pt x="1615" y="153"/>
                  </a:lnTo>
                  <a:lnTo>
                    <a:pt x="1620" y="151"/>
                  </a:lnTo>
                  <a:lnTo>
                    <a:pt x="1625" y="156"/>
                  </a:lnTo>
                  <a:lnTo>
                    <a:pt x="1628" y="163"/>
                  </a:lnTo>
                  <a:lnTo>
                    <a:pt x="1633" y="164"/>
                  </a:lnTo>
                  <a:lnTo>
                    <a:pt x="1641" y="163"/>
                  </a:lnTo>
                  <a:lnTo>
                    <a:pt x="1649" y="163"/>
                  </a:lnTo>
                  <a:lnTo>
                    <a:pt x="1659" y="153"/>
                  </a:lnTo>
                  <a:lnTo>
                    <a:pt x="1666" y="155"/>
                  </a:lnTo>
                  <a:lnTo>
                    <a:pt x="1672" y="151"/>
                  </a:lnTo>
                  <a:lnTo>
                    <a:pt x="1679" y="150"/>
                  </a:lnTo>
                  <a:lnTo>
                    <a:pt x="1681" y="145"/>
                  </a:lnTo>
                  <a:lnTo>
                    <a:pt x="1674" y="145"/>
                  </a:lnTo>
                  <a:lnTo>
                    <a:pt x="1667" y="143"/>
                  </a:lnTo>
                  <a:lnTo>
                    <a:pt x="1666" y="140"/>
                  </a:lnTo>
                  <a:lnTo>
                    <a:pt x="1667" y="136"/>
                  </a:lnTo>
                  <a:lnTo>
                    <a:pt x="1674" y="135"/>
                  </a:lnTo>
                  <a:lnTo>
                    <a:pt x="1677" y="131"/>
                  </a:lnTo>
                  <a:lnTo>
                    <a:pt x="1672" y="128"/>
                  </a:lnTo>
                  <a:lnTo>
                    <a:pt x="1672" y="125"/>
                  </a:lnTo>
                  <a:lnTo>
                    <a:pt x="1677" y="118"/>
                  </a:lnTo>
                  <a:lnTo>
                    <a:pt x="1684" y="122"/>
                  </a:lnTo>
                  <a:lnTo>
                    <a:pt x="1695" y="122"/>
                  </a:lnTo>
                  <a:lnTo>
                    <a:pt x="1700" y="126"/>
                  </a:lnTo>
                  <a:lnTo>
                    <a:pt x="1705" y="122"/>
                  </a:lnTo>
                  <a:lnTo>
                    <a:pt x="1710" y="118"/>
                  </a:lnTo>
                  <a:lnTo>
                    <a:pt x="1715" y="120"/>
                  </a:lnTo>
                  <a:lnTo>
                    <a:pt x="1738" y="120"/>
                  </a:lnTo>
                  <a:lnTo>
                    <a:pt x="1747" y="122"/>
                  </a:lnTo>
                  <a:lnTo>
                    <a:pt x="1747" y="125"/>
                  </a:lnTo>
                  <a:lnTo>
                    <a:pt x="1738" y="131"/>
                  </a:lnTo>
                  <a:lnTo>
                    <a:pt x="1737" y="138"/>
                  </a:lnTo>
                  <a:lnTo>
                    <a:pt x="1735" y="143"/>
                  </a:lnTo>
                  <a:lnTo>
                    <a:pt x="1728" y="145"/>
                  </a:lnTo>
                  <a:lnTo>
                    <a:pt x="1723" y="151"/>
                  </a:lnTo>
                  <a:lnTo>
                    <a:pt x="1723" y="155"/>
                  </a:lnTo>
                  <a:lnTo>
                    <a:pt x="1730" y="163"/>
                  </a:lnTo>
                  <a:lnTo>
                    <a:pt x="1733" y="164"/>
                  </a:lnTo>
                  <a:lnTo>
                    <a:pt x="1730" y="158"/>
                  </a:lnTo>
                  <a:lnTo>
                    <a:pt x="1735" y="155"/>
                  </a:lnTo>
                  <a:lnTo>
                    <a:pt x="1738" y="153"/>
                  </a:lnTo>
                  <a:lnTo>
                    <a:pt x="1742" y="156"/>
                  </a:lnTo>
                  <a:lnTo>
                    <a:pt x="1753" y="156"/>
                  </a:lnTo>
                  <a:lnTo>
                    <a:pt x="1758" y="161"/>
                  </a:lnTo>
                  <a:lnTo>
                    <a:pt x="1765" y="163"/>
                  </a:lnTo>
                  <a:lnTo>
                    <a:pt x="1765" y="159"/>
                  </a:lnTo>
                  <a:lnTo>
                    <a:pt x="1770" y="158"/>
                  </a:lnTo>
                  <a:lnTo>
                    <a:pt x="1773" y="163"/>
                  </a:lnTo>
                  <a:lnTo>
                    <a:pt x="1773" y="166"/>
                  </a:lnTo>
                  <a:lnTo>
                    <a:pt x="1783" y="169"/>
                  </a:lnTo>
                  <a:lnTo>
                    <a:pt x="1789" y="171"/>
                  </a:lnTo>
                  <a:lnTo>
                    <a:pt x="1796" y="178"/>
                  </a:lnTo>
                  <a:lnTo>
                    <a:pt x="1803" y="181"/>
                  </a:lnTo>
                  <a:lnTo>
                    <a:pt x="1813" y="179"/>
                  </a:lnTo>
                  <a:lnTo>
                    <a:pt x="1821" y="176"/>
                  </a:lnTo>
                  <a:lnTo>
                    <a:pt x="1816" y="168"/>
                  </a:lnTo>
                  <a:lnTo>
                    <a:pt x="1808" y="159"/>
                  </a:lnTo>
                  <a:lnTo>
                    <a:pt x="1808" y="145"/>
                  </a:lnTo>
                  <a:lnTo>
                    <a:pt x="1811" y="140"/>
                  </a:lnTo>
                  <a:lnTo>
                    <a:pt x="1821" y="155"/>
                  </a:lnTo>
                  <a:lnTo>
                    <a:pt x="1827" y="156"/>
                  </a:lnTo>
                  <a:lnTo>
                    <a:pt x="1839" y="153"/>
                  </a:lnTo>
                  <a:lnTo>
                    <a:pt x="1845" y="153"/>
                  </a:lnTo>
                  <a:lnTo>
                    <a:pt x="1850" y="156"/>
                  </a:lnTo>
                  <a:lnTo>
                    <a:pt x="1855" y="153"/>
                  </a:lnTo>
                  <a:lnTo>
                    <a:pt x="1855" y="148"/>
                  </a:lnTo>
                  <a:lnTo>
                    <a:pt x="1847" y="143"/>
                  </a:lnTo>
                  <a:lnTo>
                    <a:pt x="1852" y="140"/>
                  </a:lnTo>
                  <a:lnTo>
                    <a:pt x="1855" y="136"/>
                  </a:lnTo>
                  <a:lnTo>
                    <a:pt x="1862" y="136"/>
                  </a:lnTo>
                  <a:lnTo>
                    <a:pt x="1867" y="141"/>
                  </a:lnTo>
                  <a:lnTo>
                    <a:pt x="1874" y="140"/>
                  </a:lnTo>
                  <a:lnTo>
                    <a:pt x="1877" y="138"/>
                  </a:lnTo>
                  <a:lnTo>
                    <a:pt x="1887" y="143"/>
                  </a:lnTo>
                  <a:lnTo>
                    <a:pt x="1893" y="145"/>
                  </a:lnTo>
                  <a:lnTo>
                    <a:pt x="1893" y="133"/>
                  </a:lnTo>
                  <a:lnTo>
                    <a:pt x="1898" y="128"/>
                  </a:lnTo>
                  <a:lnTo>
                    <a:pt x="1895" y="125"/>
                  </a:lnTo>
                  <a:lnTo>
                    <a:pt x="1893" y="120"/>
                  </a:lnTo>
                  <a:lnTo>
                    <a:pt x="1897" y="115"/>
                  </a:lnTo>
                  <a:lnTo>
                    <a:pt x="1895" y="108"/>
                  </a:lnTo>
                  <a:lnTo>
                    <a:pt x="1890" y="110"/>
                  </a:lnTo>
                  <a:lnTo>
                    <a:pt x="1883" y="115"/>
                  </a:lnTo>
                  <a:lnTo>
                    <a:pt x="1880" y="110"/>
                  </a:lnTo>
                  <a:lnTo>
                    <a:pt x="1878" y="105"/>
                  </a:lnTo>
                  <a:lnTo>
                    <a:pt x="1885" y="102"/>
                  </a:lnTo>
                  <a:lnTo>
                    <a:pt x="1888" y="95"/>
                  </a:lnTo>
                  <a:lnTo>
                    <a:pt x="1895" y="95"/>
                  </a:lnTo>
                  <a:lnTo>
                    <a:pt x="1897" y="92"/>
                  </a:lnTo>
                  <a:lnTo>
                    <a:pt x="1890" y="89"/>
                  </a:lnTo>
                  <a:lnTo>
                    <a:pt x="1888" y="85"/>
                  </a:lnTo>
                  <a:lnTo>
                    <a:pt x="1892" y="84"/>
                  </a:lnTo>
                  <a:lnTo>
                    <a:pt x="1903" y="82"/>
                  </a:lnTo>
                  <a:lnTo>
                    <a:pt x="1910" y="77"/>
                  </a:lnTo>
                  <a:lnTo>
                    <a:pt x="1923" y="77"/>
                  </a:lnTo>
                  <a:lnTo>
                    <a:pt x="1938" y="75"/>
                  </a:lnTo>
                  <a:lnTo>
                    <a:pt x="1948" y="75"/>
                  </a:lnTo>
                  <a:lnTo>
                    <a:pt x="1953" y="74"/>
                  </a:lnTo>
                  <a:lnTo>
                    <a:pt x="1959" y="70"/>
                  </a:lnTo>
                  <a:lnTo>
                    <a:pt x="1964" y="72"/>
                  </a:lnTo>
                  <a:lnTo>
                    <a:pt x="1959" y="75"/>
                  </a:lnTo>
                  <a:lnTo>
                    <a:pt x="1953" y="79"/>
                  </a:lnTo>
                  <a:lnTo>
                    <a:pt x="1953" y="87"/>
                  </a:lnTo>
                  <a:lnTo>
                    <a:pt x="1956" y="85"/>
                  </a:lnTo>
                  <a:lnTo>
                    <a:pt x="1966" y="79"/>
                  </a:lnTo>
                  <a:lnTo>
                    <a:pt x="1971" y="74"/>
                  </a:lnTo>
                  <a:lnTo>
                    <a:pt x="1974" y="82"/>
                  </a:lnTo>
                  <a:lnTo>
                    <a:pt x="1971" y="87"/>
                  </a:lnTo>
                  <a:lnTo>
                    <a:pt x="1974" y="90"/>
                  </a:lnTo>
                  <a:lnTo>
                    <a:pt x="1971" y="94"/>
                  </a:lnTo>
                  <a:lnTo>
                    <a:pt x="1968" y="94"/>
                  </a:lnTo>
                  <a:lnTo>
                    <a:pt x="1969" y="100"/>
                  </a:lnTo>
                  <a:lnTo>
                    <a:pt x="1977" y="102"/>
                  </a:lnTo>
                  <a:lnTo>
                    <a:pt x="1984" y="97"/>
                  </a:lnTo>
                  <a:lnTo>
                    <a:pt x="1984" y="89"/>
                  </a:lnTo>
                  <a:lnTo>
                    <a:pt x="1982" y="84"/>
                  </a:lnTo>
                  <a:lnTo>
                    <a:pt x="1984" y="74"/>
                  </a:lnTo>
                  <a:lnTo>
                    <a:pt x="1984" y="67"/>
                  </a:lnTo>
                  <a:lnTo>
                    <a:pt x="1989" y="66"/>
                  </a:lnTo>
                  <a:lnTo>
                    <a:pt x="1999" y="66"/>
                  </a:lnTo>
                  <a:lnTo>
                    <a:pt x="2007" y="62"/>
                  </a:lnTo>
                  <a:lnTo>
                    <a:pt x="2015" y="67"/>
                  </a:lnTo>
                  <a:lnTo>
                    <a:pt x="2022" y="70"/>
                  </a:lnTo>
                  <a:lnTo>
                    <a:pt x="2022" y="77"/>
                  </a:lnTo>
                  <a:lnTo>
                    <a:pt x="2015" y="75"/>
                  </a:lnTo>
                  <a:lnTo>
                    <a:pt x="2012" y="82"/>
                  </a:lnTo>
                  <a:lnTo>
                    <a:pt x="2027" y="82"/>
                  </a:lnTo>
                  <a:lnTo>
                    <a:pt x="2033" y="80"/>
                  </a:lnTo>
                  <a:lnTo>
                    <a:pt x="2033" y="85"/>
                  </a:lnTo>
                  <a:lnTo>
                    <a:pt x="2037" y="85"/>
                  </a:lnTo>
                  <a:lnTo>
                    <a:pt x="2040" y="82"/>
                  </a:lnTo>
                  <a:lnTo>
                    <a:pt x="2047" y="80"/>
                  </a:lnTo>
                  <a:lnTo>
                    <a:pt x="2052" y="85"/>
                  </a:lnTo>
                  <a:lnTo>
                    <a:pt x="2060" y="85"/>
                  </a:lnTo>
                  <a:lnTo>
                    <a:pt x="2066" y="84"/>
                  </a:lnTo>
                  <a:lnTo>
                    <a:pt x="2075" y="89"/>
                  </a:lnTo>
                  <a:lnTo>
                    <a:pt x="2080" y="90"/>
                  </a:lnTo>
                  <a:lnTo>
                    <a:pt x="2080" y="84"/>
                  </a:lnTo>
                  <a:lnTo>
                    <a:pt x="2085" y="80"/>
                  </a:lnTo>
                  <a:lnTo>
                    <a:pt x="2086" y="77"/>
                  </a:lnTo>
                  <a:lnTo>
                    <a:pt x="2093" y="75"/>
                  </a:lnTo>
                  <a:lnTo>
                    <a:pt x="2104" y="66"/>
                  </a:lnTo>
                  <a:lnTo>
                    <a:pt x="2113" y="61"/>
                  </a:lnTo>
                  <a:lnTo>
                    <a:pt x="2119" y="54"/>
                  </a:lnTo>
                  <a:lnTo>
                    <a:pt x="2126" y="59"/>
                  </a:lnTo>
                  <a:lnTo>
                    <a:pt x="2131" y="54"/>
                  </a:lnTo>
                  <a:lnTo>
                    <a:pt x="2141" y="52"/>
                  </a:lnTo>
                  <a:lnTo>
                    <a:pt x="2144" y="52"/>
                  </a:lnTo>
                  <a:lnTo>
                    <a:pt x="2149" y="56"/>
                  </a:lnTo>
                  <a:lnTo>
                    <a:pt x="2156" y="52"/>
                  </a:lnTo>
                  <a:lnTo>
                    <a:pt x="2162" y="52"/>
                  </a:lnTo>
                  <a:lnTo>
                    <a:pt x="2170" y="61"/>
                  </a:lnTo>
                  <a:lnTo>
                    <a:pt x="2170" y="77"/>
                  </a:lnTo>
                  <a:lnTo>
                    <a:pt x="2175" y="77"/>
                  </a:lnTo>
                  <a:lnTo>
                    <a:pt x="2179" y="82"/>
                  </a:lnTo>
                  <a:lnTo>
                    <a:pt x="2185" y="85"/>
                  </a:lnTo>
                  <a:lnTo>
                    <a:pt x="2189" y="90"/>
                  </a:lnTo>
                  <a:lnTo>
                    <a:pt x="2193" y="89"/>
                  </a:lnTo>
                  <a:lnTo>
                    <a:pt x="2202" y="94"/>
                  </a:lnTo>
                  <a:lnTo>
                    <a:pt x="2202" y="87"/>
                  </a:lnTo>
                  <a:lnTo>
                    <a:pt x="2205" y="82"/>
                  </a:lnTo>
                  <a:lnTo>
                    <a:pt x="2212" y="77"/>
                  </a:lnTo>
                  <a:lnTo>
                    <a:pt x="2228" y="69"/>
                  </a:lnTo>
                  <a:lnTo>
                    <a:pt x="2231" y="66"/>
                  </a:lnTo>
                  <a:lnTo>
                    <a:pt x="2236" y="64"/>
                  </a:lnTo>
                  <a:lnTo>
                    <a:pt x="2243" y="66"/>
                  </a:lnTo>
                  <a:lnTo>
                    <a:pt x="2248" y="66"/>
                  </a:lnTo>
                  <a:lnTo>
                    <a:pt x="2256" y="62"/>
                  </a:lnTo>
                  <a:lnTo>
                    <a:pt x="2266" y="59"/>
                  </a:lnTo>
                  <a:lnTo>
                    <a:pt x="2266" y="51"/>
                  </a:lnTo>
                  <a:lnTo>
                    <a:pt x="2274" y="52"/>
                  </a:lnTo>
                  <a:lnTo>
                    <a:pt x="2281" y="56"/>
                  </a:lnTo>
                  <a:lnTo>
                    <a:pt x="2286" y="61"/>
                  </a:lnTo>
                  <a:lnTo>
                    <a:pt x="2291" y="62"/>
                  </a:lnTo>
                  <a:lnTo>
                    <a:pt x="2306" y="62"/>
                  </a:lnTo>
                  <a:lnTo>
                    <a:pt x="2311" y="66"/>
                  </a:lnTo>
                  <a:lnTo>
                    <a:pt x="2317" y="69"/>
                  </a:lnTo>
                  <a:lnTo>
                    <a:pt x="2322" y="69"/>
                  </a:lnTo>
                  <a:lnTo>
                    <a:pt x="2324" y="62"/>
                  </a:lnTo>
                  <a:lnTo>
                    <a:pt x="2322" y="51"/>
                  </a:lnTo>
                  <a:lnTo>
                    <a:pt x="2315" y="46"/>
                  </a:lnTo>
                  <a:lnTo>
                    <a:pt x="2301" y="31"/>
                  </a:lnTo>
                  <a:lnTo>
                    <a:pt x="2296" y="28"/>
                  </a:lnTo>
                  <a:lnTo>
                    <a:pt x="2299" y="19"/>
                  </a:lnTo>
                  <a:lnTo>
                    <a:pt x="2304" y="16"/>
                  </a:lnTo>
                  <a:lnTo>
                    <a:pt x="2312" y="14"/>
                  </a:lnTo>
                  <a:lnTo>
                    <a:pt x="2319" y="13"/>
                  </a:lnTo>
                  <a:lnTo>
                    <a:pt x="2329" y="14"/>
                  </a:lnTo>
                  <a:lnTo>
                    <a:pt x="2334" y="14"/>
                  </a:lnTo>
                  <a:lnTo>
                    <a:pt x="2337" y="13"/>
                  </a:lnTo>
                  <a:lnTo>
                    <a:pt x="2344" y="11"/>
                  </a:lnTo>
                  <a:lnTo>
                    <a:pt x="2348" y="11"/>
                  </a:lnTo>
                  <a:lnTo>
                    <a:pt x="2357" y="8"/>
                  </a:lnTo>
                  <a:lnTo>
                    <a:pt x="2360" y="3"/>
                  </a:lnTo>
                  <a:lnTo>
                    <a:pt x="2368" y="5"/>
                  </a:lnTo>
                  <a:lnTo>
                    <a:pt x="2373" y="3"/>
                  </a:lnTo>
                  <a:lnTo>
                    <a:pt x="237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grpSp>
      <p:sp>
        <p:nvSpPr>
          <p:cNvPr id="391" name="Träne 524"/>
          <p:cNvSpPr/>
          <p:nvPr/>
        </p:nvSpPr>
        <p:spPr bwMode="ltGray">
          <a:xfrm rot="8100000">
            <a:off x="4320584" y="1979336"/>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392" name="TextBox 60"/>
          <p:cNvSpPr txBox="1"/>
          <p:nvPr/>
        </p:nvSpPr>
        <p:spPr>
          <a:xfrm>
            <a:off x="4391576" y="1711732"/>
            <a:ext cx="1152176" cy="216444"/>
          </a:xfrm>
          <a:prstGeom prst="rect">
            <a:avLst/>
          </a:prstGeom>
          <a:noFill/>
        </p:spPr>
        <p:txBody>
          <a:bodyPr vert="horz" wrap="square" lIns="0" tIns="0" rIns="0" bIns="0" rtlCol="0">
            <a:noAutofit/>
          </a:bodyPr>
          <a:lstStyle/>
          <a:p>
            <a:pPr indent="-226695" algn="ctr" defTabSz="1008380">
              <a:spcAft>
                <a:spcPts val="745"/>
              </a:spcAft>
            </a:pPr>
            <a:r>
              <a:rPr lang="de-DE" sz="1400" dirty="0">
                <a:solidFill>
                  <a:srgbClr val="000000"/>
                </a:solidFill>
                <a:latin typeface="腾讯体 W7" panose="020C08030202040F0204" pitchFamily="18" charset="-122"/>
              </a:rPr>
              <a:t>Kanada</a:t>
            </a:r>
            <a:endParaRPr lang="de-DE" sz="1400" dirty="0">
              <a:solidFill>
                <a:srgbClr val="000000"/>
              </a:solidFill>
              <a:latin typeface="腾讯体 W7" panose="020C08030202040F0204" pitchFamily="18" charset="-122"/>
            </a:endParaRPr>
          </a:p>
        </p:txBody>
      </p:sp>
      <p:sp>
        <p:nvSpPr>
          <p:cNvPr id="393" name="Ellipse 3"/>
          <p:cNvSpPr/>
          <p:nvPr/>
        </p:nvSpPr>
        <p:spPr bwMode="ltGray">
          <a:xfrm>
            <a:off x="4334438" y="1993189"/>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394" name="Inhaltsplatzhalter 4"/>
          <p:cNvSpPr txBox="1"/>
          <p:nvPr/>
        </p:nvSpPr>
        <p:spPr>
          <a:xfrm>
            <a:off x="2057231" y="1714571"/>
            <a:ext cx="8077539" cy="3314839"/>
          </a:xfrm>
          <a:prstGeom prst="rect">
            <a:avLst/>
          </a:prstGeom>
        </p:spPr>
        <p:txBody>
          <a:bodyPr/>
          <a:lstStyle>
            <a:lvl1pPr marL="0" marR="0" indent="0" algn="l" defTabSz="1019175" rtl="0" eaLnBrk="1" fontAlgn="base" latinLnBrk="0" hangingPunct="1">
              <a:lnSpc>
                <a:spcPct val="100000"/>
              </a:lnSpc>
              <a:spcBef>
                <a:spcPts val="0"/>
              </a:spcBef>
              <a:spcAft>
                <a:spcPts val="600"/>
              </a:spcAft>
              <a:buClr>
                <a:srgbClr val="000000"/>
              </a:buClr>
              <a:buSzTx/>
              <a:buFont typeface="Wingdings" panose="05000000000000000000" pitchFamily="2" charset="2"/>
              <a:buNone/>
              <a:defRPr sz="1100" kern="1200">
                <a:solidFill>
                  <a:schemeClr val="tx1"/>
                </a:solidFill>
                <a:latin typeface="腾讯体 W7" panose="020C08030202040F0204" pitchFamily="18" charset="-122"/>
                <a:ea typeface="+mn-ea"/>
                <a:cs typeface="+mn-cs"/>
              </a:defRPr>
            </a:lvl1pPr>
            <a:lvl2pPr marL="234950" marR="0" indent="-228600" algn="l" defTabSz="1019175" rtl="0" eaLnBrk="1" fontAlgn="base" latinLnBrk="0" hangingPunct="1">
              <a:lnSpc>
                <a:spcPct val="100000"/>
              </a:lnSpc>
              <a:spcBef>
                <a:spcPts val="0"/>
              </a:spcBef>
              <a:spcAft>
                <a:spcPts val="600"/>
              </a:spcAft>
              <a:buClr>
                <a:srgbClr val="000000"/>
              </a:buClr>
              <a:buSzTx/>
              <a:buFont typeface="Times New Roman" panose="02020603050405020304" pitchFamily="18" charset="0"/>
              <a:buChar char="•"/>
              <a:defRPr sz="1100" kern="1200">
                <a:solidFill>
                  <a:schemeClr val="tx1"/>
                </a:solidFill>
                <a:latin typeface="腾讯体 W7" panose="020C08030202040F0204" pitchFamily="18" charset="-122"/>
                <a:ea typeface="+mn-ea"/>
                <a:cs typeface="+mn-cs"/>
              </a:defRPr>
            </a:lvl2pPr>
            <a:lvl3pPr marL="467995" marR="0" indent="-230505" algn="l" defTabSz="1019175" rtl="0" eaLnBrk="1" fontAlgn="base" latinLnBrk="0" hangingPunct="1">
              <a:lnSpc>
                <a:spcPct val="100000"/>
              </a:lnSpc>
              <a:spcBef>
                <a:spcPts val="0"/>
              </a:spcBef>
              <a:spcAft>
                <a:spcPts val="600"/>
              </a:spcAft>
              <a:buClr>
                <a:srgbClr val="000000"/>
              </a:buClr>
              <a:buSzTx/>
              <a:buFont typeface="腾讯体 W3" panose="020C04030202040F0204" pitchFamily="34" charset="-122"/>
              <a:buChar char="-"/>
              <a:defRPr sz="1100" kern="1200">
                <a:solidFill>
                  <a:schemeClr val="tx1"/>
                </a:solidFill>
                <a:latin typeface="腾讯体 W7" panose="020C08030202040F0204" pitchFamily="18" charset="-122"/>
                <a:ea typeface="+mn-ea"/>
                <a:cs typeface="+mn-cs"/>
              </a:defRPr>
            </a:lvl3pPr>
            <a:lvl4pPr marL="694690" marR="0" indent="-230505" algn="l" defTabSz="1019175" rtl="0" eaLnBrk="1" fontAlgn="base" latinLnBrk="0" hangingPunct="1">
              <a:lnSpc>
                <a:spcPct val="100000"/>
              </a:lnSpc>
              <a:spcBef>
                <a:spcPts val="0"/>
              </a:spcBef>
              <a:spcAft>
                <a:spcPts val="600"/>
              </a:spcAft>
              <a:buClr>
                <a:srgbClr val="000000"/>
              </a:buClr>
              <a:buSzTx/>
              <a:buFont typeface="腾讯体 W7" panose="020C08030202040F0204" pitchFamily="18" charset="-122"/>
              <a:buChar char="◦"/>
              <a:defRPr sz="1100" kern="1200">
                <a:solidFill>
                  <a:schemeClr val="tx1"/>
                </a:solidFill>
                <a:latin typeface="腾讯体 W7" panose="020C08030202040F0204" pitchFamily="18" charset="-122"/>
                <a:ea typeface="+mn-ea"/>
                <a:cs typeface="+mn-cs"/>
              </a:defRPr>
            </a:lvl4pPr>
            <a:lvl5pPr marL="914400" marR="0" indent="-228600" algn="l" defTabSz="1019175" rtl="0" eaLnBrk="1" fontAlgn="base" latinLnBrk="0" hangingPunct="1">
              <a:lnSpc>
                <a:spcPct val="100000"/>
              </a:lnSpc>
              <a:spcBef>
                <a:spcPts val="0"/>
              </a:spcBef>
              <a:spcAft>
                <a:spcPts val="600"/>
              </a:spcAft>
              <a:buClr>
                <a:srgbClr val="000000"/>
              </a:buClr>
              <a:buSzTx/>
              <a:buFont typeface="腾讯体 W7" panose="020C08030202040F0204" pitchFamily="18" charset="-122"/>
              <a:buChar char="›"/>
              <a:defRPr sz="1100" kern="1200" baseline="0">
                <a:solidFill>
                  <a:schemeClr val="tx1"/>
                </a:solidFill>
                <a:latin typeface="腾讯体 W7" panose="020C08030202040F0204" pitchFamily="18" charset="-122"/>
                <a:ea typeface="+mn-ea"/>
                <a:cs typeface="+mn-cs"/>
              </a:defRPr>
            </a:lvl5pPr>
            <a:lvl6pPr marL="234315" indent="-230505" algn="l" defTabSz="1018540" rtl="0" eaLnBrk="1" latinLnBrk="0" hangingPunct="1">
              <a:lnSpc>
                <a:spcPct val="100000"/>
              </a:lnSpc>
              <a:spcBef>
                <a:spcPts val="0"/>
              </a:spcBef>
              <a:spcAft>
                <a:spcPts val="0"/>
              </a:spcAft>
              <a:buFont typeface="+mj-lt"/>
              <a:buAutoNum type="arabicPeriod"/>
              <a:defRPr lang="en-GB" sz="1100" kern="1200" baseline="0" noProof="0" dirty="0" smtClean="0">
                <a:solidFill>
                  <a:schemeClr val="tx1"/>
                </a:solidFill>
                <a:latin typeface="腾讯体 W7" panose="020C08030202040F0204" pitchFamily="18" charset="-122"/>
                <a:ea typeface="+mn-ea"/>
                <a:cs typeface="+mn-cs"/>
              </a:defRPr>
            </a:lvl6pPr>
            <a:lvl7pPr marL="467995" indent="-228600" algn="l" defTabSz="1018540" rtl="0" eaLnBrk="1" latinLnBrk="0" hangingPunct="1">
              <a:lnSpc>
                <a:spcPct val="100000"/>
              </a:lnSpc>
              <a:spcBef>
                <a:spcPts val="0"/>
              </a:spcBef>
              <a:spcAft>
                <a:spcPts val="0"/>
              </a:spcAft>
              <a:buFont typeface="+mj-lt"/>
              <a:buAutoNum type="alphaLcPeriod"/>
              <a:defRPr lang="en-GB" sz="1100" kern="1200" baseline="0" noProof="0" dirty="0" smtClean="0">
                <a:solidFill>
                  <a:schemeClr val="tx1"/>
                </a:solidFill>
                <a:latin typeface="腾讯体 W7" panose="020C08030202040F0204" pitchFamily="18" charset="-122"/>
                <a:ea typeface="+mn-ea"/>
                <a:cs typeface="+mn-cs"/>
              </a:defRPr>
            </a:lvl7pPr>
            <a:lvl8pPr marL="694690" indent="-228600" algn="l" defTabSz="1018540" rtl="0" eaLnBrk="1" latinLnBrk="0" hangingPunct="1">
              <a:lnSpc>
                <a:spcPct val="100000"/>
              </a:lnSpc>
              <a:spcBef>
                <a:spcPts val="0"/>
              </a:spcBef>
              <a:spcAft>
                <a:spcPts val="0"/>
              </a:spcAft>
              <a:buFont typeface="+mj-lt"/>
              <a:buAutoNum type="romanLcPeriod"/>
              <a:defRPr lang="en-GB" sz="1100" kern="1200" baseline="0" noProof="0" dirty="0" smtClean="0">
                <a:solidFill>
                  <a:schemeClr val="tx1"/>
                </a:solidFill>
                <a:latin typeface="腾讯体 W7" panose="020C08030202040F0204" pitchFamily="18" charset="-122"/>
                <a:ea typeface="+mn-ea"/>
                <a:cs typeface="+mn-cs"/>
              </a:defRPr>
            </a:lvl8pPr>
            <a:lvl9pPr marL="0" indent="0" algn="l" defTabSz="1018540" rtl="0" eaLnBrk="1" latinLnBrk="0" hangingPunct="1">
              <a:lnSpc>
                <a:spcPct val="100000"/>
              </a:lnSpc>
              <a:spcBef>
                <a:spcPts val="0"/>
              </a:spcBef>
              <a:spcAft>
                <a:spcPts val="600"/>
              </a:spcAft>
              <a:buFont typeface="腾讯体 W3" panose="020C04030202040F0204" pitchFamily="34" charset="-122"/>
              <a:buNone/>
              <a:defRPr lang="en-GB" sz="1100" b="1" kern="1200" baseline="0" noProof="0" dirty="0" smtClean="0">
                <a:solidFill>
                  <a:schemeClr val="tx2"/>
                </a:solidFill>
                <a:latin typeface="腾讯体 W7" panose="020C08030202040F0204" pitchFamily="18" charset="-122"/>
                <a:ea typeface="+mn-ea"/>
                <a:cs typeface="+mn-cs"/>
              </a:defRPr>
            </a:lvl9pPr>
          </a:lstStyle>
          <a:p>
            <a:r>
              <a:rPr lang="de-DE" sz="1600" b="1" dirty="0" err="1">
                <a:solidFill>
                  <a:srgbClr val="000000"/>
                </a:solidFill>
              </a:rPr>
              <a:t>Xxxxxxxxxxxxxx</a:t>
            </a:r>
            <a:br>
              <a:rPr lang="de-DE" sz="1600" b="1" dirty="0">
                <a:solidFill>
                  <a:srgbClr val="000000"/>
                </a:solidFill>
              </a:rPr>
            </a:br>
            <a:r>
              <a:rPr lang="de-DE" sz="1600" b="1" dirty="0" err="1">
                <a:solidFill>
                  <a:srgbClr val="000000"/>
                </a:solidFill>
              </a:rPr>
              <a:t>xxxxxxxxxxx</a:t>
            </a:r>
            <a:br>
              <a:rPr lang="de-DE" sz="1600" b="1" dirty="0">
                <a:solidFill>
                  <a:srgbClr val="000000"/>
                </a:solidFill>
              </a:rPr>
            </a:br>
            <a:r>
              <a:rPr lang="de-DE" sz="1600" b="1" dirty="0" err="1">
                <a:solidFill>
                  <a:srgbClr val="000000"/>
                </a:solidFill>
              </a:rPr>
              <a:t>xxxxxxx</a:t>
            </a:r>
            <a:br>
              <a:rPr lang="de-DE" sz="1600" b="1" dirty="0">
                <a:solidFill>
                  <a:srgbClr val="000000"/>
                </a:solidFill>
              </a:rPr>
            </a:br>
            <a:r>
              <a:rPr lang="de-DE" sz="1600" b="1" dirty="0" err="1">
                <a:solidFill>
                  <a:srgbClr val="000000"/>
                </a:solidFill>
              </a:rPr>
              <a:t>xxxxxxxxxxxxxxx</a:t>
            </a:r>
            <a:endParaRPr lang="de-DE" sz="1600" b="1" dirty="0">
              <a:solidFill>
                <a:srgbClr val="000000"/>
              </a:solidFill>
            </a:endParaRPr>
          </a:p>
        </p:txBody>
      </p:sp>
      <p:graphicFrame>
        <p:nvGraphicFramePr>
          <p:cNvPr id="395" name="Diagramm 1"/>
          <p:cNvGraphicFramePr/>
          <p:nvPr/>
        </p:nvGraphicFramePr>
        <p:xfrm>
          <a:off x="4331878" y="1980995"/>
          <a:ext cx="1332056" cy="1332056"/>
        </p:xfrm>
        <a:graphic>
          <a:graphicData uri="http://schemas.openxmlformats.org/drawingml/2006/chart">
            <c:chart xmlns:c="http://schemas.openxmlformats.org/drawingml/2006/chart" xmlns:r="http://schemas.openxmlformats.org/officeDocument/2006/relationships" r:id="rId1"/>
          </a:graphicData>
        </a:graphic>
      </p:graphicFrame>
      <p:sp>
        <p:nvSpPr>
          <p:cNvPr id="396" name="Ellipse 44"/>
          <p:cNvSpPr/>
          <p:nvPr/>
        </p:nvSpPr>
        <p:spPr>
          <a:xfrm>
            <a:off x="4658912" y="2320223"/>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83%</a:t>
            </a:r>
            <a:endParaRPr lang="de-DE" sz="1600" b="1" dirty="0">
              <a:solidFill>
                <a:srgbClr val="1450B8"/>
              </a:solidFill>
              <a:latin typeface="腾讯体 W7" panose="020C08030202040F0204" pitchFamily="18" charset="-122"/>
            </a:endParaRPr>
          </a:p>
        </p:txBody>
      </p:sp>
      <p:sp>
        <p:nvSpPr>
          <p:cNvPr id="397" name="Rechteck 45"/>
          <p:cNvSpPr/>
          <p:nvPr/>
        </p:nvSpPr>
        <p:spPr>
          <a:xfrm>
            <a:off x="4400925" y="2065201"/>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8%</a:t>
            </a:r>
            <a:endParaRPr lang="de-DE" sz="1200" dirty="0">
              <a:solidFill>
                <a:srgbClr val="1450B8"/>
              </a:solidFill>
              <a:latin typeface="腾讯体 W7" panose="020C08030202040F0204" pitchFamily="18" charset="-122"/>
            </a:endParaRPr>
          </a:p>
        </p:txBody>
      </p:sp>
      <p:sp>
        <p:nvSpPr>
          <p:cNvPr id="398" name="Träne 48"/>
          <p:cNvSpPr/>
          <p:nvPr/>
        </p:nvSpPr>
        <p:spPr bwMode="ltGray">
          <a:xfrm rot="8100000">
            <a:off x="5796810" y="1979336"/>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399" name="TextBox 60"/>
          <p:cNvSpPr txBox="1"/>
          <p:nvPr/>
        </p:nvSpPr>
        <p:spPr>
          <a:xfrm>
            <a:off x="5867802" y="1711732"/>
            <a:ext cx="1152176" cy="216444"/>
          </a:xfrm>
          <a:prstGeom prst="rect">
            <a:avLst/>
          </a:prstGeom>
          <a:noFill/>
        </p:spPr>
        <p:txBody>
          <a:bodyPr vert="horz" wrap="square" lIns="0" tIns="0" rIns="0" bIns="0" rtlCol="0">
            <a:noAutofit/>
          </a:bodyPr>
          <a:lstStyle/>
          <a:p>
            <a:pPr indent="-226695" algn="ctr" defTabSz="1008380">
              <a:spcAft>
                <a:spcPts val="745"/>
              </a:spcAft>
            </a:pPr>
            <a:r>
              <a:rPr lang="de-DE" sz="1400" dirty="0">
                <a:solidFill>
                  <a:srgbClr val="000000"/>
                </a:solidFill>
                <a:latin typeface="腾讯体 W7" panose="020C08030202040F0204" pitchFamily="18" charset="-122"/>
              </a:rPr>
              <a:t>Australien</a:t>
            </a:r>
            <a:endParaRPr lang="de-DE" sz="1400" dirty="0">
              <a:solidFill>
                <a:srgbClr val="000000"/>
              </a:solidFill>
              <a:latin typeface="腾讯体 W7" panose="020C08030202040F0204" pitchFamily="18" charset="-122"/>
            </a:endParaRPr>
          </a:p>
        </p:txBody>
      </p:sp>
      <p:sp>
        <p:nvSpPr>
          <p:cNvPr id="400" name="Ellipse 50"/>
          <p:cNvSpPr/>
          <p:nvPr/>
        </p:nvSpPr>
        <p:spPr bwMode="ltGray">
          <a:xfrm>
            <a:off x="5810664" y="1993189"/>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graphicFrame>
        <p:nvGraphicFramePr>
          <p:cNvPr id="401" name="Diagramm 51"/>
          <p:cNvGraphicFramePr/>
          <p:nvPr/>
        </p:nvGraphicFramePr>
        <p:xfrm>
          <a:off x="5808103" y="1980995"/>
          <a:ext cx="1332056" cy="1332056"/>
        </p:xfrm>
        <a:graphic>
          <a:graphicData uri="http://schemas.openxmlformats.org/drawingml/2006/chart">
            <c:chart xmlns:c="http://schemas.openxmlformats.org/drawingml/2006/chart" xmlns:r="http://schemas.openxmlformats.org/officeDocument/2006/relationships" r:id="rId2"/>
          </a:graphicData>
        </a:graphic>
      </p:graphicFrame>
      <p:sp>
        <p:nvSpPr>
          <p:cNvPr id="402" name="Ellipse 52"/>
          <p:cNvSpPr/>
          <p:nvPr/>
        </p:nvSpPr>
        <p:spPr>
          <a:xfrm>
            <a:off x="6135137" y="2320223"/>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82%</a:t>
            </a:r>
            <a:endParaRPr lang="de-DE" sz="1600" b="1" dirty="0">
              <a:solidFill>
                <a:srgbClr val="1450B8"/>
              </a:solidFill>
              <a:latin typeface="腾讯体 W7" panose="020C08030202040F0204" pitchFamily="18" charset="-122"/>
            </a:endParaRPr>
          </a:p>
        </p:txBody>
      </p:sp>
      <p:sp>
        <p:nvSpPr>
          <p:cNvPr id="403" name="Rechteck 53"/>
          <p:cNvSpPr/>
          <p:nvPr/>
        </p:nvSpPr>
        <p:spPr>
          <a:xfrm>
            <a:off x="5877151" y="2065201"/>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12%</a:t>
            </a:r>
            <a:endParaRPr lang="de-DE" sz="1200" dirty="0">
              <a:solidFill>
                <a:srgbClr val="1450B8"/>
              </a:solidFill>
              <a:latin typeface="腾讯体 W7" panose="020C08030202040F0204" pitchFamily="18" charset="-122"/>
            </a:endParaRPr>
          </a:p>
        </p:txBody>
      </p:sp>
      <p:sp>
        <p:nvSpPr>
          <p:cNvPr id="404" name="Träne 55"/>
          <p:cNvSpPr/>
          <p:nvPr/>
        </p:nvSpPr>
        <p:spPr bwMode="ltGray">
          <a:xfrm rot="8100000">
            <a:off x="7273037" y="1985922"/>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405" name="TextBox 60"/>
          <p:cNvSpPr txBox="1"/>
          <p:nvPr/>
        </p:nvSpPr>
        <p:spPr>
          <a:xfrm>
            <a:off x="7344029" y="1718317"/>
            <a:ext cx="1152176" cy="216444"/>
          </a:xfrm>
          <a:prstGeom prst="rect">
            <a:avLst/>
          </a:prstGeom>
          <a:noFill/>
        </p:spPr>
        <p:txBody>
          <a:bodyPr vert="horz" wrap="square" lIns="0" tIns="0" rIns="0" bIns="0" rtlCol="0">
            <a:noAutofit/>
          </a:bodyPr>
          <a:lstStyle/>
          <a:p>
            <a:pPr indent="-226695" algn="ctr" defTabSz="1008380">
              <a:spcAft>
                <a:spcPts val="745"/>
              </a:spcAft>
            </a:pPr>
            <a:r>
              <a:rPr lang="de-DE" sz="1400" dirty="0">
                <a:solidFill>
                  <a:srgbClr val="000000"/>
                </a:solidFill>
                <a:latin typeface="腾讯体 W7" panose="020C08030202040F0204" pitchFamily="18" charset="-122"/>
              </a:rPr>
              <a:t>Deutschland</a:t>
            </a:r>
            <a:endParaRPr lang="de-DE" sz="1400" dirty="0">
              <a:solidFill>
                <a:srgbClr val="000000"/>
              </a:solidFill>
              <a:latin typeface="腾讯体 W7" panose="020C08030202040F0204" pitchFamily="18" charset="-122"/>
            </a:endParaRPr>
          </a:p>
        </p:txBody>
      </p:sp>
      <p:sp>
        <p:nvSpPr>
          <p:cNvPr id="406" name="Ellipse 57"/>
          <p:cNvSpPr/>
          <p:nvPr/>
        </p:nvSpPr>
        <p:spPr bwMode="ltGray">
          <a:xfrm>
            <a:off x="7286890" y="1999776"/>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graphicFrame>
        <p:nvGraphicFramePr>
          <p:cNvPr id="407" name="Diagramm 58"/>
          <p:cNvGraphicFramePr/>
          <p:nvPr/>
        </p:nvGraphicFramePr>
        <p:xfrm>
          <a:off x="7284330" y="1987581"/>
          <a:ext cx="1332056" cy="1332056"/>
        </p:xfrm>
        <a:graphic>
          <a:graphicData uri="http://schemas.openxmlformats.org/drawingml/2006/chart">
            <c:chart xmlns:c="http://schemas.openxmlformats.org/drawingml/2006/chart" xmlns:r="http://schemas.openxmlformats.org/officeDocument/2006/relationships" r:id="rId3"/>
          </a:graphicData>
        </a:graphic>
      </p:graphicFrame>
      <p:sp>
        <p:nvSpPr>
          <p:cNvPr id="408" name="Ellipse 59"/>
          <p:cNvSpPr/>
          <p:nvPr/>
        </p:nvSpPr>
        <p:spPr>
          <a:xfrm>
            <a:off x="7611364" y="2326810"/>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70%</a:t>
            </a:r>
            <a:endParaRPr lang="de-DE" sz="1600" b="1" dirty="0">
              <a:solidFill>
                <a:srgbClr val="1450B8"/>
              </a:solidFill>
              <a:latin typeface="腾讯体 W7" panose="020C08030202040F0204" pitchFamily="18" charset="-122"/>
            </a:endParaRPr>
          </a:p>
        </p:txBody>
      </p:sp>
      <p:sp>
        <p:nvSpPr>
          <p:cNvPr id="409" name="Rechteck 60"/>
          <p:cNvSpPr/>
          <p:nvPr/>
        </p:nvSpPr>
        <p:spPr>
          <a:xfrm>
            <a:off x="7353377" y="2071787"/>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24%</a:t>
            </a:r>
            <a:endParaRPr lang="de-DE" sz="1200" dirty="0">
              <a:solidFill>
                <a:srgbClr val="1450B8"/>
              </a:solidFill>
              <a:latin typeface="腾讯体 W7" panose="020C08030202040F0204" pitchFamily="18" charset="-122"/>
            </a:endParaRPr>
          </a:p>
        </p:txBody>
      </p:sp>
      <p:sp>
        <p:nvSpPr>
          <p:cNvPr id="410" name="Träne 62"/>
          <p:cNvSpPr/>
          <p:nvPr/>
        </p:nvSpPr>
        <p:spPr bwMode="ltGray">
          <a:xfrm rot="8100000">
            <a:off x="8749263" y="1985922"/>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411" name="TextBox 60"/>
          <p:cNvSpPr txBox="1"/>
          <p:nvPr/>
        </p:nvSpPr>
        <p:spPr>
          <a:xfrm>
            <a:off x="8820255" y="1718317"/>
            <a:ext cx="1152176" cy="216444"/>
          </a:xfrm>
          <a:prstGeom prst="rect">
            <a:avLst/>
          </a:prstGeom>
          <a:noFill/>
        </p:spPr>
        <p:txBody>
          <a:bodyPr vert="horz" wrap="square" lIns="0" tIns="0" rIns="0" bIns="0" rtlCol="0">
            <a:noAutofit/>
          </a:bodyPr>
          <a:lstStyle/>
          <a:p>
            <a:pPr indent="-226695" algn="ctr" defTabSz="1008380">
              <a:spcAft>
                <a:spcPts val="745"/>
              </a:spcAft>
            </a:pPr>
            <a:r>
              <a:rPr lang="de-DE" sz="1400" dirty="0">
                <a:solidFill>
                  <a:srgbClr val="000000"/>
                </a:solidFill>
                <a:latin typeface="腾讯体 W7" panose="020C08030202040F0204" pitchFamily="18" charset="-122"/>
              </a:rPr>
              <a:t>USA</a:t>
            </a:r>
            <a:endParaRPr lang="de-DE" sz="1400" dirty="0">
              <a:solidFill>
                <a:srgbClr val="000000"/>
              </a:solidFill>
              <a:latin typeface="腾讯体 W7" panose="020C08030202040F0204" pitchFamily="18" charset="-122"/>
            </a:endParaRPr>
          </a:p>
        </p:txBody>
      </p:sp>
      <p:sp>
        <p:nvSpPr>
          <p:cNvPr id="412" name="Ellipse 64"/>
          <p:cNvSpPr/>
          <p:nvPr/>
        </p:nvSpPr>
        <p:spPr bwMode="ltGray">
          <a:xfrm>
            <a:off x="8763116" y="1999776"/>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graphicFrame>
        <p:nvGraphicFramePr>
          <p:cNvPr id="413" name="Diagramm 65"/>
          <p:cNvGraphicFramePr/>
          <p:nvPr/>
        </p:nvGraphicFramePr>
        <p:xfrm>
          <a:off x="8760556" y="1987581"/>
          <a:ext cx="1332056" cy="1332056"/>
        </p:xfrm>
        <a:graphic>
          <a:graphicData uri="http://schemas.openxmlformats.org/drawingml/2006/chart">
            <c:chart xmlns:c="http://schemas.openxmlformats.org/drawingml/2006/chart" xmlns:r="http://schemas.openxmlformats.org/officeDocument/2006/relationships" r:id="rId4"/>
          </a:graphicData>
        </a:graphic>
      </p:graphicFrame>
      <p:sp>
        <p:nvSpPr>
          <p:cNvPr id="414" name="Ellipse 66"/>
          <p:cNvSpPr/>
          <p:nvPr/>
        </p:nvSpPr>
        <p:spPr>
          <a:xfrm>
            <a:off x="9087590" y="2326810"/>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55%</a:t>
            </a:r>
            <a:endParaRPr lang="de-DE" sz="1600" b="1" dirty="0">
              <a:solidFill>
                <a:srgbClr val="1450B8"/>
              </a:solidFill>
              <a:latin typeface="腾讯体 W7" panose="020C08030202040F0204" pitchFamily="18" charset="-122"/>
            </a:endParaRPr>
          </a:p>
        </p:txBody>
      </p:sp>
      <p:sp>
        <p:nvSpPr>
          <p:cNvPr id="415" name="Rechteck 67"/>
          <p:cNvSpPr/>
          <p:nvPr/>
        </p:nvSpPr>
        <p:spPr>
          <a:xfrm>
            <a:off x="8829603" y="2071787"/>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14%</a:t>
            </a:r>
            <a:endParaRPr lang="de-DE" sz="1200" dirty="0">
              <a:solidFill>
                <a:srgbClr val="1450B8"/>
              </a:solidFill>
              <a:latin typeface="腾讯体 W7" panose="020C08030202040F0204" pitchFamily="18" charset="-122"/>
            </a:endParaRPr>
          </a:p>
        </p:txBody>
      </p:sp>
      <p:sp>
        <p:nvSpPr>
          <p:cNvPr id="416" name="Träne 69"/>
          <p:cNvSpPr/>
          <p:nvPr/>
        </p:nvSpPr>
        <p:spPr bwMode="ltGray">
          <a:xfrm rot="13500000" flipV="1">
            <a:off x="3590337" y="3419146"/>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417" name="TextBox 60"/>
          <p:cNvSpPr txBox="1"/>
          <p:nvPr/>
        </p:nvSpPr>
        <p:spPr>
          <a:xfrm>
            <a:off x="3673495" y="4844211"/>
            <a:ext cx="1152176" cy="186788"/>
          </a:xfrm>
          <a:prstGeom prst="rect">
            <a:avLst/>
          </a:prstGeom>
          <a:noFill/>
        </p:spPr>
        <p:txBody>
          <a:bodyPr vert="horz" wrap="square" lIns="0" tIns="0" rIns="0" bIns="0" rtlCol="0" anchor="b" anchorCtr="0">
            <a:noAutofit/>
          </a:bodyPr>
          <a:lstStyle/>
          <a:p>
            <a:pPr indent="-226695" algn="ctr" defTabSz="1008380">
              <a:spcAft>
                <a:spcPts val="745"/>
              </a:spcAft>
            </a:pPr>
            <a:r>
              <a:rPr lang="de-DE" sz="1400" dirty="0">
                <a:solidFill>
                  <a:srgbClr val="000000"/>
                </a:solidFill>
                <a:latin typeface="腾讯体 W7" panose="020C08030202040F0204" pitchFamily="18" charset="-122"/>
              </a:rPr>
              <a:t>Norwegen</a:t>
            </a:r>
            <a:endParaRPr lang="de-DE" sz="1400" dirty="0">
              <a:solidFill>
                <a:srgbClr val="000000"/>
              </a:solidFill>
              <a:latin typeface="腾讯体 W7" panose="020C08030202040F0204" pitchFamily="18" charset="-122"/>
            </a:endParaRPr>
          </a:p>
        </p:txBody>
      </p:sp>
      <p:sp>
        <p:nvSpPr>
          <p:cNvPr id="418" name="Ellipse 71"/>
          <p:cNvSpPr/>
          <p:nvPr/>
        </p:nvSpPr>
        <p:spPr bwMode="ltGray">
          <a:xfrm>
            <a:off x="3604191" y="3438823"/>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graphicFrame>
        <p:nvGraphicFramePr>
          <p:cNvPr id="419" name="Diagramm 72"/>
          <p:cNvGraphicFramePr/>
          <p:nvPr/>
        </p:nvGraphicFramePr>
        <p:xfrm>
          <a:off x="3601631" y="3426629"/>
          <a:ext cx="1332056" cy="1332056"/>
        </p:xfrm>
        <a:graphic>
          <a:graphicData uri="http://schemas.openxmlformats.org/drawingml/2006/chart">
            <c:chart xmlns:c="http://schemas.openxmlformats.org/drawingml/2006/chart" xmlns:r="http://schemas.openxmlformats.org/officeDocument/2006/relationships" r:id="rId5"/>
          </a:graphicData>
        </a:graphic>
      </p:graphicFrame>
      <p:sp>
        <p:nvSpPr>
          <p:cNvPr id="420" name="Ellipse 73"/>
          <p:cNvSpPr/>
          <p:nvPr/>
        </p:nvSpPr>
        <p:spPr>
          <a:xfrm>
            <a:off x="3928665" y="3765857"/>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88%</a:t>
            </a:r>
            <a:endParaRPr lang="de-DE" sz="1600" b="1" dirty="0">
              <a:solidFill>
                <a:srgbClr val="1450B8"/>
              </a:solidFill>
              <a:latin typeface="腾讯体 W7" panose="020C08030202040F0204" pitchFamily="18" charset="-122"/>
            </a:endParaRPr>
          </a:p>
        </p:txBody>
      </p:sp>
      <p:sp>
        <p:nvSpPr>
          <p:cNvPr id="421" name="Rechteck 74"/>
          <p:cNvSpPr/>
          <p:nvPr/>
        </p:nvSpPr>
        <p:spPr>
          <a:xfrm>
            <a:off x="3670678" y="3510834"/>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12%</a:t>
            </a:r>
            <a:endParaRPr lang="de-DE" sz="1200" dirty="0">
              <a:solidFill>
                <a:srgbClr val="1450B8"/>
              </a:solidFill>
              <a:latin typeface="腾讯体 W7" panose="020C08030202040F0204" pitchFamily="18" charset="-122"/>
            </a:endParaRPr>
          </a:p>
        </p:txBody>
      </p:sp>
      <p:sp>
        <p:nvSpPr>
          <p:cNvPr id="422" name="Träne 76"/>
          <p:cNvSpPr/>
          <p:nvPr/>
        </p:nvSpPr>
        <p:spPr bwMode="ltGray">
          <a:xfrm rot="13500000" flipV="1">
            <a:off x="5066564" y="3419146"/>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423" name="TextBox 60"/>
          <p:cNvSpPr txBox="1"/>
          <p:nvPr/>
        </p:nvSpPr>
        <p:spPr>
          <a:xfrm>
            <a:off x="5149721" y="4844211"/>
            <a:ext cx="1152176" cy="186788"/>
          </a:xfrm>
          <a:prstGeom prst="rect">
            <a:avLst/>
          </a:prstGeom>
          <a:noFill/>
        </p:spPr>
        <p:txBody>
          <a:bodyPr vert="horz" wrap="square" lIns="0" tIns="0" rIns="0" bIns="0" rtlCol="0" anchor="b" anchorCtr="0">
            <a:noAutofit/>
          </a:bodyPr>
          <a:lstStyle/>
          <a:p>
            <a:pPr indent="-226695" algn="ctr" defTabSz="1008380">
              <a:spcAft>
                <a:spcPts val="745"/>
              </a:spcAft>
            </a:pPr>
            <a:r>
              <a:rPr lang="de-DE" sz="1400" dirty="0">
                <a:solidFill>
                  <a:srgbClr val="000000"/>
                </a:solidFill>
                <a:latin typeface="腾讯体 W7" panose="020C08030202040F0204" pitchFamily="18" charset="-122"/>
              </a:rPr>
              <a:t>Finnland</a:t>
            </a:r>
            <a:endParaRPr lang="de-DE" sz="1400" dirty="0">
              <a:solidFill>
                <a:srgbClr val="000000"/>
              </a:solidFill>
              <a:latin typeface="腾讯体 W7" panose="020C08030202040F0204" pitchFamily="18" charset="-122"/>
            </a:endParaRPr>
          </a:p>
        </p:txBody>
      </p:sp>
      <p:sp>
        <p:nvSpPr>
          <p:cNvPr id="424" name="Ellipse 78"/>
          <p:cNvSpPr/>
          <p:nvPr/>
        </p:nvSpPr>
        <p:spPr bwMode="ltGray">
          <a:xfrm>
            <a:off x="5080417" y="3438823"/>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graphicFrame>
        <p:nvGraphicFramePr>
          <p:cNvPr id="425" name="Diagramm 79"/>
          <p:cNvGraphicFramePr/>
          <p:nvPr/>
        </p:nvGraphicFramePr>
        <p:xfrm>
          <a:off x="5077857" y="3426629"/>
          <a:ext cx="1332056" cy="1332056"/>
        </p:xfrm>
        <a:graphic>
          <a:graphicData uri="http://schemas.openxmlformats.org/drawingml/2006/chart">
            <c:chart xmlns:c="http://schemas.openxmlformats.org/drawingml/2006/chart" xmlns:r="http://schemas.openxmlformats.org/officeDocument/2006/relationships" r:id="rId6"/>
          </a:graphicData>
        </a:graphic>
      </p:graphicFrame>
      <p:sp>
        <p:nvSpPr>
          <p:cNvPr id="426" name="Ellipse 80"/>
          <p:cNvSpPr/>
          <p:nvPr/>
        </p:nvSpPr>
        <p:spPr>
          <a:xfrm>
            <a:off x="5404891" y="3765857"/>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75%</a:t>
            </a:r>
            <a:endParaRPr lang="de-DE" sz="1600" b="1" dirty="0">
              <a:solidFill>
                <a:srgbClr val="1450B8"/>
              </a:solidFill>
              <a:latin typeface="腾讯体 W7" panose="020C08030202040F0204" pitchFamily="18" charset="-122"/>
            </a:endParaRPr>
          </a:p>
        </p:txBody>
      </p:sp>
      <p:sp>
        <p:nvSpPr>
          <p:cNvPr id="427" name="Rechteck 81"/>
          <p:cNvSpPr/>
          <p:nvPr/>
        </p:nvSpPr>
        <p:spPr>
          <a:xfrm>
            <a:off x="5146904" y="3510834"/>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12%</a:t>
            </a:r>
            <a:endParaRPr lang="de-DE" sz="1200" dirty="0">
              <a:solidFill>
                <a:srgbClr val="1450B8"/>
              </a:solidFill>
              <a:latin typeface="腾讯体 W7" panose="020C08030202040F0204" pitchFamily="18" charset="-122"/>
            </a:endParaRPr>
          </a:p>
        </p:txBody>
      </p:sp>
      <p:sp>
        <p:nvSpPr>
          <p:cNvPr id="428" name="Träne 83"/>
          <p:cNvSpPr/>
          <p:nvPr/>
        </p:nvSpPr>
        <p:spPr bwMode="ltGray">
          <a:xfrm rot="13500000" flipV="1">
            <a:off x="6542790" y="3425732"/>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429" name="TextBox 60"/>
          <p:cNvSpPr txBox="1"/>
          <p:nvPr/>
        </p:nvSpPr>
        <p:spPr>
          <a:xfrm>
            <a:off x="6625946" y="4844211"/>
            <a:ext cx="1152176" cy="186788"/>
          </a:xfrm>
          <a:prstGeom prst="rect">
            <a:avLst/>
          </a:prstGeom>
          <a:noFill/>
        </p:spPr>
        <p:txBody>
          <a:bodyPr vert="horz" wrap="square" lIns="0" tIns="0" rIns="0" bIns="0" rtlCol="0" anchor="b" anchorCtr="0">
            <a:noAutofit/>
          </a:bodyPr>
          <a:lstStyle/>
          <a:p>
            <a:pPr indent="-226695" algn="ctr" defTabSz="1008380">
              <a:spcAft>
                <a:spcPts val="745"/>
              </a:spcAft>
            </a:pPr>
            <a:r>
              <a:rPr lang="de-DE" sz="1400" dirty="0">
                <a:solidFill>
                  <a:srgbClr val="000000"/>
                </a:solidFill>
                <a:latin typeface="腾讯体 W7" panose="020C08030202040F0204" pitchFamily="18" charset="-122"/>
              </a:rPr>
              <a:t>Südkorea</a:t>
            </a:r>
            <a:endParaRPr lang="de-DE" sz="1400" dirty="0">
              <a:solidFill>
                <a:srgbClr val="000000"/>
              </a:solidFill>
              <a:latin typeface="腾讯体 W7" panose="020C08030202040F0204" pitchFamily="18" charset="-122"/>
            </a:endParaRPr>
          </a:p>
        </p:txBody>
      </p:sp>
      <p:sp>
        <p:nvSpPr>
          <p:cNvPr id="430" name="Ellipse 85"/>
          <p:cNvSpPr/>
          <p:nvPr/>
        </p:nvSpPr>
        <p:spPr bwMode="ltGray">
          <a:xfrm>
            <a:off x="6556643" y="3445410"/>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graphicFrame>
        <p:nvGraphicFramePr>
          <p:cNvPr id="431" name="Diagramm 86"/>
          <p:cNvGraphicFramePr/>
          <p:nvPr/>
        </p:nvGraphicFramePr>
        <p:xfrm>
          <a:off x="6554083" y="3433215"/>
          <a:ext cx="1332056" cy="1332056"/>
        </p:xfrm>
        <a:graphic>
          <a:graphicData uri="http://schemas.openxmlformats.org/drawingml/2006/chart">
            <c:chart xmlns:c="http://schemas.openxmlformats.org/drawingml/2006/chart" xmlns:r="http://schemas.openxmlformats.org/officeDocument/2006/relationships" r:id="rId7"/>
          </a:graphicData>
        </a:graphic>
      </p:graphicFrame>
      <p:sp>
        <p:nvSpPr>
          <p:cNvPr id="432" name="Ellipse 87"/>
          <p:cNvSpPr/>
          <p:nvPr/>
        </p:nvSpPr>
        <p:spPr>
          <a:xfrm>
            <a:off x="6881117" y="3772444"/>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91%</a:t>
            </a:r>
            <a:endParaRPr lang="de-DE" sz="1600" b="1" dirty="0">
              <a:solidFill>
                <a:srgbClr val="1450B8"/>
              </a:solidFill>
              <a:latin typeface="腾讯体 W7" panose="020C08030202040F0204" pitchFamily="18" charset="-122"/>
            </a:endParaRPr>
          </a:p>
        </p:txBody>
      </p:sp>
      <p:sp>
        <p:nvSpPr>
          <p:cNvPr id="433" name="Rechteck 88"/>
          <p:cNvSpPr/>
          <p:nvPr/>
        </p:nvSpPr>
        <p:spPr>
          <a:xfrm>
            <a:off x="6623130" y="3517420"/>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5%</a:t>
            </a:r>
            <a:endParaRPr lang="de-DE" sz="1200" dirty="0">
              <a:solidFill>
                <a:srgbClr val="1450B8"/>
              </a:solidFill>
              <a:latin typeface="腾讯体 W7" panose="020C08030202040F0204" pitchFamily="18" charset="-122"/>
            </a:endParaRPr>
          </a:p>
        </p:txBody>
      </p:sp>
      <p:sp>
        <p:nvSpPr>
          <p:cNvPr id="434" name="Träne 90"/>
          <p:cNvSpPr/>
          <p:nvPr/>
        </p:nvSpPr>
        <p:spPr bwMode="ltGray">
          <a:xfrm rot="13500000" flipV="1">
            <a:off x="8019016" y="3425732"/>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435" name="TextBox 60"/>
          <p:cNvSpPr txBox="1"/>
          <p:nvPr/>
        </p:nvSpPr>
        <p:spPr>
          <a:xfrm>
            <a:off x="8090008" y="4844211"/>
            <a:ext cx="1152176" cy="186788"/>
          </a:xfrm>
          <a:prstGeom prst="rect">
            <a:avLst/>
          </a:prstGeom>
          <a:noFill/>
        </p:spPr>
        <p:txBody>
          <a:bodyPr vert="horz" wrap="square" lIns="0" tIns="0" rIns="0" bIns="0" rtlCol="0" anchor="b" anchorCtr="0">
            <a:noAutofit/>
          </a:bodyPr>
          <a:lstStyle/>
          <a:p>
            <a:pPr indent="-226695" algn="ctr" defTabSz="1008380">
              <a:spcAft>
                <a:spcPts val="745"/>
              </a:spcAft>
            </a:pPr>
            <a:r>
              <a:rPr lang="de-DE" sz="1400" dirty="0">
                <a:solidFill>
                  <a:srgbClr val="000000"/>
                </a:solidFill>
                <a:latin typeface="腾讯体 W7" panose="020C08030202040F0204" pitchFamily="18" charset="-122"/>
              </a:rPr>
              <a:t>Schweden</a:t>
            </a:r>
            <a:endParaRPr lang="de-DE" sz="1400" dirty="0">
              <a:solidFill>
                <a:srgbClr val="000000"/>
              </a:solidFill>
              <a:latin typeface="腾讯体 W7" panose="020C08030202040F0204" pitchFamily="18" charset="-122"/>
            </a:endParaRPr>
          </a:p>
        </p:txBody>
      </p:sp>
      <p:sp>
        <p:nvSpPr>
          <p:cNvPr id="436" name="Ellipse 92"/>
          <p:cNvSpPr/>
          <p:nvPr/>
        </p:nvSpPr>
        <p:spPr bwMode="ltGray">
          <a:xfrm>
            <a:off x="8032869" y="3445410"/>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graphicFrame>
        <p:nvGraphicFramePr>
          <p:cNvPr id="437" name="Diagramm 93"/>
          <p:cNvGraphicFramePr/>
          <p:nvPr/>
        </p:nvGraphicFramePr>
        <p:xfrm>
          <a:off x="8030309" y="3433215"/>
          <a:ext cx="1332056" cy="1332056"/>
        </p:xfrm>
        <a:graphic>
          <a:graphicData uri="http://schemas.openxmlformats.org/drawingml/2006/chart">
            <c:chart xmlns:c="http://schemas.openxmlformats.org/drawingml/2006/chart" xmlns:r="http://schemas.openxmlformats.org/officeDocument/2006/relationships" r:id="rId8"/>
          </a:graphicData>
        </a:graphic>
      </p:graphicFrame>
      <p:sp>
        <p:nvSpPr>
          <p:cNvPr id="438" name="Ellipse 94"/>
          <p:cNvSpPr/>
          <p:nvPr/>
        </p:nvSpPr>
        <p:spPr>
          <a:xfrm>
            <a:off x="8357343" y="3772444"/>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92%</a:t>
            </a:r>
            <a:endParaRPr lang="de-DE" sz="1600" b="1" dirty="0">
              <a:solidFill>
                <a:srgbClr val="1450B8"/>
              </a:solidFill>
              <a:latin typeface="腾讯体 W7" panose="020C08030202040F0204" pitchFamily="18" charset="-122"/>
            </a:endParaRPr>
          </a:p>
        </p:txBody>
      </p:sp>
      <p:sp>
        <p:nvSpPr>
          <p:cNvPr id="439" name="Rechteck 95"/>
          <p:cNvSpPr/>
          <p:nvPr/>
        </p:nvSpPr>
        <p:spPr>
          <a:xfrm>
            <a:off x="8099356" y="3517420"/>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5%</a:t>
            </a:r>
            <a:endParaRPr lang="de-DE" sz="1200" dirty="0">
              <a:solidFill>
                <a:srgbClr val="1450B8"/>
              </a:solidFill>
              <a:latin typeface="腾讯体 W7" panose="020C08030202040F0204" pitchFamily="18" charset="-122"/>
            </a:endParaRPr>
          </a:p>
        </p:txBody>
      </p:sp>
      <p:cxnSp>
        <p:nvCxnSpPr>
          <p:cNvPr id="440" name="Gerade Verbindung 96"/>
          <p:cNvCxnSpPr/>
          <p:nvPr/>
        </p:nvCxnSpPr>
        <p:spPr>
          <a:xfrm>
            <a:off x="2057231" y="3367985"/>
            <a:ext cx="8077539" cy="0"/>
          </a:xfrm>
          <a:prstGeom prst="line">
            <a:avLst/>
          </a:prstGeom>
          <a:ln w="12700" cap="rnd">
            <a:prstDash val="sysDot"/>
          </a:ln>
        </p:spPr>
        <p:style>
          <a:lnRef idx="1">
            <a:schemeClr val="accent1"/>
          </a:lnRef>
          <a:fillRef idx="0">
            <a:schemeClr val="accent1"/>
          </a:fillRef>
          <a:effectRef idx="0">
            <a:schemeClr val="accent1"/>
          </a:effectRef>
          <a:fontRef idx="minor">
            <a:schemeClr val="tx1"/>
          </a:fontRef>
        </p:style>
      </p:cxnSp>
      <p:sp>
        <p:nvSpPr>
          <p:cNvPr id="441" name="Oval 33"/>
          <p:cNvSpPr/>
          <p:nvPr/>
        </p:nvSpPr>
        <p:spPr bwMode="ltGray">
          <a:xfrm>
            <a:off x="2057230" y="4592172"/>
            <a:ext cx="144006" cy="72003"/>
          </a:xfrm>
          <a:prstGeom prst="rect">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lIns="216009" tIns="0" rIns="0" bIns="0" rtlCol="0" anchor="ctr"/>
          <a:lstStyle/>
          <a:p>
            <a:pPr defTabSz="1008380"/>
            <a:r>
              <a:rPr lang="de-DE" sz="1000" dirty="0" err="1">
                <a:solidFill>
                  <a:srgbClr val="000000"/>
                </a:solidFill>
                <a:latin typeface="腾讯体 W7" panose="020C08030202040F0204" pitchFamily="18" charset="-122"/>
              </a:rPr>
              <a:t>xxxxxxxxxxxxxxxxxx</a:t>
            </a:r>
            <a:endParaRPr lang="de-DE" sz="1000" dirty="0">
              <a:solidFill>
                <a:srgbClr val="000000"/>
              </a:solidFill>
              <a:latin typeface="腾讯体 W7" panose="020C08030202040F0204" pitchFamily="18" charset="-122"/>
            </a:endParaRPr>
          </a:p>
        </p:txBody>
      </p:sp>
      <p:sp>
        <p:nvSpPr>
          <p:cNvPr id="442" name="Oval 34"/>
          <p:cNvSpPr/>
          <p:nvPr/>
        </p:nvSpPr>
        <p:spPr bwMode="ltGray">
          <a:xfrm>
            <a:off x="2057230" y="4736195"/>
            <a:ext cx="144006" cy="72003"/>
          </a:xfrm>
          <a:prstGeom prst="rect">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lIns="216009" tIns="0" rIns="0" bIns="0" rtlCol="0" anchor="ctr"/>
          <a:lstStyle/>
          <a:p>
            <a:pPr defTabSz="1008380"/>
            <a:r>
              <a:rPr lang="de-DE" sz="1000" dirty="0" err="1">
                <a:solidFill>
                  <a:srgbClr val="000000"/>
                </a:solidFill>
                <a:latin typeface="腾讯体 W7" panose="020C08030202040F0204" pitchFamily="18" charset="-122"/>
              </a:rPr>
              <a:t>xxxxxxxxx</a:t>
            </a:r>
            <a:endParaRPr lang="de-DE" sz="1000" dirty="0">
              <a:solidFill>
                <a:srgbClr val="000000"/>
              </a:solidFill>
              <a:latin typeface="腾讯体 W7" panose="020C08030202040F0204" pitchFamily="18" charset="-122"/>
            </a:endParaRPr>
          </a:p>
        </p:txBody>
      </p:sp>
      <p:sp>
        <p:nvSpPr>
          <p:cNvPr id="443" name="Rechteck 484"/>
          <p:cNvSpPr/>
          <p:nvPr/>
        </p:nvSpPr>
        <p:spPr>
          <a:xfrm>
            <a:off x="2057231" y="4877105"/>
            <a:ext cx="713367" cy="153895"/>
          </a:xfrm>
          <a:prstGeom prst="rect">
            <a:avLst/>
          </a:prstGeom>
        </p:spPr>
        <p:txBody>
          <a:bodyPr wrap="none" lIns="0" tIns="0" rIns="0" bIns="0" anchor="b" anchorCtr="0">
            <a:noAutofit/>
          </a:bodyPr>
          <a:lstStyle/>
          <a:p>
            <a:pPr defTabSz="1008380"/>
            <a:r>
              <a:rPr lang="de-DE" sz="1000" dirty="0">
                <a:solidFill>
                  <a:srgbClr val="000000"/>
                </a:solidFill>
                <a:latin typeface="腾讯体 W7" panose="020C08030202040F0204" pitchFamily="18" charset="-122"/>
              </a:rPr>
              <a:t>Source: </a:t>
            </a:r>
            <a:r>
              <a:rPr lang="de-DE" sz="1000" dirty="0" err="1">
                <a:solidFill>
                  <a:srgbClr val="000000"/>
                </a:solidFill>
                <a:latin typeface="腾讯体 W7" panose="020C08030202040F0204" pitchFamily="18" charset="-122"/>
              </a:rPr>
              <a:t>xxxx</a:t>
            </a:r>
            <a:endParaRPr lang="de-DE" sz="1000" dirty="0">
              <a:solidFill>
                <a:srgbClr val="000000"/>
              </a:solidFill>
              <a:latin typeface="腾讯体 W7" panose="020C08030202040F0204" pitchFamily="18" charset="-122"/>
            </a:endParaRPr>
          </a:p>
        </p:txBody>
      </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Teardrop 70"/>
          <p:cNvSpPr/>
          <p:nvPr/>
        </p:nvSpPr>
        <p:spPr bwMode="ltGray">
          <a:xfrm rot="8140554">
            <a:off x="7584041" y="1955686"/>
            <a:ext cx="1108372" cy="1123100"/>
          </a:xfrm>
          <a:prstGeom prst="teardrop">
            <a:avLst>
              <a:gd name="adj" fmla="val 151405"/>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72" name="Teardrop 71"/>
          <p:cNvSpPr/>
          <p:nvPr/>
        </p:nvSpPr>
        <p:spPr bwMode="ltGray">
          <a:xfrm rot="8140554">
            <a:off x="3837244" y="1955685"/>
            <a:ext cx="1108372" cy="1123100"/>
          </a:xfrm>
          <a:prstGeom prst="teardrop">
            <a:avLst>
              <a:gd name="adj" fmla="val 151405"/>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73" name="Teardrop 72"/>
          <p:cNvSpPr/>
          <p:nvPr/>
        </p:nvSpPr>
        <p:spPr bwMode="ltGray">
          <a:xfrm rot="8140554">
            <a:off x="2003861" y="1955684"/>
            <a:ext cx="1108372" cy="1123100"/>
          </a:xfrm>
          <a:prstGeom prst="teardrop">
            <a:avLst>
              <a:gd name="adj" fmla="val 151405"/>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2" name="Title 1"/>
          <p:cNvSpPr>
            <a:spLocks noGrp="1"/>
          </p:cNvSpPr>
          <p:nvPr>
            <p:ph type="title"/>
          </p:nvPr>
        </p:nvSpPr>
        <p:spPr/>
        <p:txBody>
          <a:bodyPr/>
          <a:lstStyle/>
          <a:p>
            <a:r>
              <a:rPr lang="en-GB" dirty="0" smtClean="0"/>
              <a:t>Infographics in action</a:t>
            </a:r>
            <a:br>
              <a:rPr lang="en-GB" dirty="0" smtClean="0"/>
            </a:br>
            <a:r>
              <a:rPr lang="en-GB" b="0" i="0" dirty="0" smtClean="0"/>
              <a:t>Doughnut charts</a:t>
            </a:r>
            <a:endParaRPr lang="en-GB" b="0" i="0" dirty="0"/>
          </a:p>
        </p:txBody>
      </p:sp>
      <p:sp>
        <p:nvSpPr>
          <p:cNvPr id="98" name="Slide Number Placeholder 6"/>
          <p:cNvSpPr>
            <a:spLocks noGrp="1"/>
          </p:cNvSpPr>
          <p:nvPr>
            <p:ph type="sldNum" sz="quarter" idx="4"/>
          </p:nvPr>
        </p:nvSpPr>
        <p:spPr>
          <a:xfrm>
            <a:off x="8814724" y="6387623"/>
            <a:ext cx="1616538" cy="134476"/>
          </a:xfrm>
        </p:spPr>
        <p:txBody>
          <a:bodyPr/>
          <a:lstStyle/>
          <a:p>
            <a:fld id="{FEBD7F86-1881-4698-8703-FB80B0800997}" type="slidenum">
              <a:rPr lang="en-GB" sz="905" smtClean="0"/>
            </a:fld>
            <a:endParaRPr lang="en-GB" sz="905"/>
          </a:p>
        </p:txBody>
      </p:sp>
      <p:sp>
        <p:nvSpPr>
          <p:cNvPr id="156" name="Rectangle 9"/>
          <p:cNvSpPr>
            <a:spLocks noChangeArrowheads="1"/>
          </p:cNvSpPr>
          <p:nvPr/>
        </p:nvSpPr>
        <p:spPr bwMode="auto">
          <a:xfrm>
            <a:off x="9231042" y="5434708"/>
            <a:ext cx="163265" cy="163265"/>
          </a:xfrm>
          <a:prstGeom prst="rect">
            <a:avLst/>
          </a:prstGeom>
          <a:solidFill>
            <a:schemeClr val="accent4"/>
          </a:solidFill>
          <a:ln w="9525">
            <a:noFill/>
            <a:miter lim="800000"/>
          </a:ln>
        </p:spPr>
        <p:txBody>
          <a:bodyPr vert="horz" wrap="square" lIns="82938" tIns="41469" rIns="82938" bIns="41469" numCol="1" anchor="t" anchorCtr="0" compatLnSpc="1"/>
          <a:lstStyle/>
          <a:p>
            <a:endParaRPr lang="en-GB" sz="1815">
              <a:latin typeface="腾讯体 W7" panose="020C08030202040F0204" pitchFamily="18" charset="-122"/>
            </a:endParaRPr>
          </a:p>
        </p:txBody>
      </p:sp>
      <p:sp>
        <p:nvSpPr>
          <p:cNvPr id="157" name="Rectangle 10"/>
          <p:cNvSpPr>
            <a:spLocks noChangeArrowheads="1"/>
          </p:cNvSpPr>
          <p:nvPr/>
        </p:nvSpPr>
        <p:spPr bwMode="auto">
          <a:xfrm>
            <a:off x="9502334" y="5407784"/>
            <a:ext cx="1058545" cy="22288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450" b="0" i="0" u="none" strike="noStrike" cap="none" normalizeH="0" baseline="0" dirty="0" smtClean="0">
                <a:ln>
                  <a:noFill/>
                </a:ln>
                <a:solidFill>
                  <a:srgbClr val="1450B8"/>
                </a:solidFill>
                <a:effectLst/>
                <a:latin typeface="腾讯体 W7" panose="020C08030202040F0204" pitchFamily="18" charset="-122"/>
              </a:rPr>
              <a:t>Profit Taxes</a:t>
            </a:r>
            <a:endParaRPr kumimoji="0" lang="en-US" sz="1450" b="0" i="0" u="none" strike="noStrike" cap="none" normalizeH="0" baseline="0" dirty="0" smtClean="0">
              <a:ln>
                <a:noFill/>
              </a:ln>
              <a:solidFill>
                <a:srgbClr val="1450B8"/>
              </a:solidFill>
              <a:effectLst/>
              <a:latin typeface="腾讯体 W7" panose="020C08030202040F0204" pitchFamily="18" charset="-122"/>
            </a:endParaRPr>
          </a:p>
        </p:txBody>
      </p:sp>
      <p:sp>
        <p:nvSpPr>
          <p:cNvPr id="158" name="Rectangle 11"/>
          <p:cNvSpPr>
            <a:spLocks noChangeArrowheads="1"/>
          </p:cNvSpPr>
          <p:nvPr/>
        </p:nvSpPr>
        <p:spPr bwMode="auto">
          <a:xfrm>
            <a:off x="9231042" y="5668170"/>
            <a:ext cx="163265" cy="163265"/>
          </a:xfrm>
          <a:prstGeom prst="rect">
            <a:avLst/>
          </a:prstGeom>
          <a:solidFill>
            <a:schemeClr val="accent6"/>
          </a:solidFill>
          <a:ln w="9525">
            <a:noFill/>
            <a:miter lim="800000"/>
          </a:ln>
        </p:spPr>
        <p:txBody>
          <a:bodyPr vert="horz" wrap="square" lIns="82938" tIns="41469" rIns="82938" bIns="41469" numCol="1" anchor="t" anchorCtr="0" compatLnSpc="1"/>
          <a:lstStyle/>
          <a:p>
            <a:endParaRPr lang="en-GB" sz="1815">
              <a:latin typeface="腾讯体 W7" panose="020C08030202040F0204" pitchFamily="18" charset="-122"/>
            </a:endParaRPr>
          </a:p>
        </p:txBody>
      </p:sp>
      <p:sp>
        <p:nvSpPr>
          <p:cNvPr id="159" name="Rectangle 12"/>
          <p:cNvSpPr>
            <a:spLocks noChangeArrowheads="1"/>
          </p:cNvSpPr>
          <p:nvPr/>
        </p:nvSpPr>
        <p:spPr bwMode="auto">
          <a:xfrm>
            <a:off x="9502334" y="5645566"/>
            <a:ext cx="1146810" cy="22288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450" b="0" i="0" u="none" strike="noStrike" cap="none" normalizeH="0" baseline="0" smtClean="0">
                <a:ln>
                  <a:noFill/>
                </a:ln>
                <a:solidFill>
                  <a:srgbClr val="1450B8"/>
                </a:solidFill>
                <a:effectLst/>
                <a:latin typeface="腾讯体 W7" panose="020C08030202040F0204" pitchFamily="18" charset="-122"/>
              </a:rPr>
              <a:t>Labour taxes</a:t>
            </a:r>
            <a:endParaRPr kumimoji="0" lang="en-US" sz="1450" b="0" i="0" u="none" strike="noStrike" cap="none" normalizeH="0" baseline="0" smtClean="0">
              <a:ln>
                <a:noFill/>
              </a:ln>
              <a:solidFill>
                <a:srgbClr val="1450B8"/>
              </a:solidFill>
              <a:effectLst/>
              <a:latin typeface="腾讯体 W7" panose="020C08030202040F0204" pitchFamily="18" charset="-122"/>
            </a:endParaRPr>
          </a:p>
        </p:txBody>
      </p:sp>
      <p:sp>
        <p:nvSpPr>
          <p:cNvPr id="160" name="Rectangle 13"/>
          <p:cNvSpPr>
            <a:spLocks noChangeArrowheads="1"/>
          </p:cNvSpPr>
          <p:nvPr/>
        </p:nvSpPr>
        <p:spPr bwMode="auto">
          <a:xfrm>
            <a:off x="9231042" y="5894623"/>
            <a:ext cx="163265" cy="163265"/>
          </a:xfrm>
          <a:prstGeom prst="rect">
            <a:avLst/>
          </a:prstGeom>
          <a:solidFill>
            <a:srgbClr val="0C306E"/>
          </a:solidFill>
          <a:ln w="9525">
            <a:noFill/>
            <a:miter lim="800000"/>
          </a:ln>
        </p:spPr>
        <p:txBody>
          <a:bodyPr vert="horz" wrap="square" lIns="82938" tIns="41469" rIns="82938" bIns="41469" numCol="1" anchor="t" anchorCtr="0" compatLnSpc="1"/>
          <a:lstStyle/>
          <a:p>
            <a:endParaRPr lang="en-GB" sz="1815">
              <a:latin typeface="腾讯体 W7" panose="020C08030202040F0204" pitchFamily="18" charset="-122"/>
            </a:endParaRPr>
          </a:p>
        </p:txBody>
      </p:sp>
      <p:sp>
        <p:nvSpPr>
          <p:cNvPr id="161" name="Rectangle 14"/>
          <p:cNvSpPr>
            <a:spLocks noChangeArrowheads="1"/>
          </p:cNvSpPr>
          <p:nvPr/>
        </p:nvSpPr>
        <p:spPr bwMode="auto">
          <a:xfrm>
            <a:off x="9502334" y="5867699"/>
            <a:ext cx="1031240" cy="22288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450" b="0" i="0" u="none" strike="noStrike" cap="none" normalizeH="0" baseline="0" smtClean="0">
                <a:ln>
                  <a:noFill/>
                </a:ln>
                <a:solidFill>
                  <a:srgbClr val="1450B8"/>
                </a:solidFill>
                <a:effectLst/>
                <a:latin typeface="腾讯体 W7" panose="020C08030202040F0204" pitchFamily="18" charset="-122"/>
              </a:rPr>
              <a:t>Other taxes</a:t>
            </a:r>
            <a:endParaRPr kumimoji="0" lang="en-US" sz="1450" b="0" i="0" u="none" strike="noStrike" cap="none" normalizeH="0" baseline="0" smtClean="0">
              <a:ln>
                <a:noFill/>
              </a:ln>
              <a:solidFill>
                <a:srgbClr val="1450B8"/>
              </a:solidFill>
              <a:effectLst/>
              <a:latin typeface="腾讯体 W7" panose="020C08030202040F0204" pitchFamily="18" charset="-122"/>
            </a:endParaRPr>
          </a:p>
        </p:txBody>
      </p:sp>
      <p:grpSp>
        <p:nvGrpSpPr>
          <p:cNvPr id="162" name="Group 161"/>
          <p:cNvGrpSpPr/>
          <p:nvPr/>
        </p:nvGrpSpPr>
        <p:grpSpPr>
          <a:xfrm>
            <a:off x="1752715" y="1911411"/>
            <a:ext cx="1580156" cy="1206415"/>
            <a:chOff x="250179" y="2501660"/>
            <a:chExt cx="3572120" cy="2727238"/>
          </a:xfrm>
        </p:grpSpPr>
        <p:graphicFrame>
          <p:nvGraphicFramePr>
            <p:cNvPr id="163" name="Chart 162"/>
            <p:cNvGraphicFramePr/>
            <p:nvPr/>
          </p:nvGraphicFramePr>
          <p:xfrm>
            <a:off x="461881" y="2501660"/>
            <a:ext cx="3234631" cy="2727238"/>
          </p:xfrm>
          <a:graphic>
            <a:graphicData uri="http://schemas.openxmlformats.org/drawingml/2006/chart">
              <c:chart xmlns:c="http://schemas.openxmlformats.org/drawingml/2006/chart" xmlns:r="http://schemas.openxmlformats.org/officeDocument/2006/relationships" r:id="rId1"/>
            </a:graphicData>
          </a:graphic>
        </p:graphicFrame>
        <p:sp>
          <p:nvSpPr>
            <p:cNvPr id="165" name="Freeform 164"/>
            <p:cNvSpPr/>
            <p:nvPr/>
          </p:nvSpPr>
          <p:spPr>
            <a:xfrm>
              <a:off x="2686252"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5">
                  <a:lumMod val="75000"/>
                </a:schemeClr>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166" name="Freeform 165"/>
            <p:cNvSpPr/>
            <p:nvPr/>
          </p:nvSpPr>
          <p:spPr>
            <a:xfrm flipH="1">
              <a:off x="250179"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4"/>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167" name="Freeform 166"/>
            <p:cNvSpPr/>
            <p:nvPr/>
          </p:nvSpPr>
          <p:spPr>
            <a:xfrm flipV="1">
              <a:off x="2686252" y="4677696"/>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6"/>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168" name="Rectangle 10"/>
            <p:cNvSpPr>
              <a:spLocks noChangeArrowheads="1"/>
            </p:cNvSpPr>
            <p:nvPr/>
          </p:nvSpPr>
          <p:spPr bwMode="auto">
            <a:xfrm>
              <a:off x="323880" y="2670313"/>
              <a:ext cx="644534" cy="377534"/>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accent4"/>
                  </a:solidFill>
                  <a:effectLst/>
                  <a:latin typeface="腾讯体 W7" panose="020C08030202040F0204" pitchFamily="18" charset="-122"/>
                </a:rPr>
                <a:t>49%</a:t>
              </a:r>
              <a:endParaRPr kumimoji="0" lang="en-US" sz="1090" b="1" i="0" u="none" strike="noStrike" cap="none" normalizeH="0" baseline="0" dirty="0" smtClean="0">
                <a:ln>
                  <a:noFill/>
                </a:ln>
                <a:solidFill>
                  <a:schemeClr val="accent4"/>
                </a:solidFill>
                <a:effectLst/>
                <a:latin typeface="腾讯体 W7" panose="020C08030202040F0204" pitchFamily="18" charset="-122"/>
              </a:endParaRPr>
            </a:p>
          </p:txBody>
        </p:sp>
        <p:sp>
          <p:nvSpPr>
            <p:cNvPr id="169" name="Rectangle 10"/>
            <p:cNvSpPr>
              <a:spLocks noChangeArrowheads="1"/>
            </p:cNvSpPr>
            <p:nvPr/>
          </p:nvSpPr>
          <p:spPr bwMode="auto">
            <a:xfrm>
              <a:off x="3236620" y="2684404"/>
              <a:ext cx="585679"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accent5">
                      <a:lumMod val="75000"/>
                    </a:schemeClr>
                  </a:solidFill>
                  <a:effectLst/>
                  <a:latin typeface="腾讯体 W7" panose="020C08030202040F0204" pitchFamily="18" charset="-122"/>
                </a:rPr>
                <a:t>12%</a:t>
              </a:r>
              <a:endParaRPr kumimoji="0" lang="en-US" sz="1090" b="1" i="0" u="none" strike="noStrike" cap="none" normalizeH="0" baseline="0" dirty="0" smtClean="0">
                <a:ln>
                  <a:noFill/>
                </a:ln>
                <a:solidFill>
                  <a:schemeClr val="accent5">
                    <a:lumMod val="75000"/>
                  </a:schemeClr>
                </a:solidFill>
                <a:effectLst/>
                <a:latin typeface="腾讯体 W7" panose="020C08030202040F0204" pitchFamily="18" charset="-122"/>
              </a:endParaRPr>
            </a:p>
          </p:txBody>
        </p:sp>
        <p:sp>
          <p:nvSpPr>
            <p:cNvPr id="170" name="Rectangle 10"/>
            <p:cNvSpPr>
              <a:spLocks noChangeArrowheads="1"/>
            </p:cNvSpPr>
            <p:nvPr/>
          </p:nvSpPr>
          <p:spPr bwMode="auto">
            <a:xfrm>
              <a:off x="3206474" y="4603831"/>
              <a:ext cx="615825"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tx2"/>
                  </a:solidFill>
                  <a:effectLst/>
                  <a:latin typeface="腾讯体 W7" panose="020C08030202040F0204" pitchFamily="18" charset="-122"/>
                </a:rPr>
                <a:t>39%</a:t>
              </a:r>
              <a:endParaRPr kumimoji="0" lang="en-US" sz="1090" b="1" i="0" u="none" strike="noStrike" cap="none" normalizeH="0" baseline="0" dirty="0" smtClean="0">
                <a:ln>
                  <a:noFill/>
                </a:ln>
                <a:solidFill>
                  <a:schemeClr val="tx2"/>
                </a:solidFill>
                <a:effectLst/>
                <a:latin typeface="腾讯体 W7" panose="020C08030202040F0204" pitchFamily="18" charset="-122"/>
              </a:endParaRPr>
            </a:p>
          </p:txBody>
        </p:sp>
      </p:grpSp>
      <p:sp>
        <p:nvSpPr>
          <p:cNvPr id="221" name="Rectangle 26"/>
          <p:cNvSpPr>
            <a:spLocks noChangeArrowheads="1"/>
          </p:cNvSpPr>
          <p:nvPr/>
        </p:nvSpPr>
        <p:spPr bwMode="gray">
          <a:xfrm>
            <a:off x="9231042" y="3731110"/>
            <a:ext cx="1281917" cy="1526808"/>
          </a:xfrm>
          <a:prstGeom prst="rect">
            <a:avLst/>
          </a:prstGeom>
          <a:solidFill>
            <a:schemeClr val="accent6"/>
          </a:solidFill>
          <a:ln w="9525">
            <a:solidFill>
              <a:srgbClr val="FFFFFF"/>
            </a:solidFill>
            <a:miter lim="800000"/>
          </a:ln>
        </p:spPr>
        <p:txBody>
          <a:bodyPr wrap="square" lIns="81632" tIns="81632" rIns="65306" bIns="81632" anchor="ctr"/>
          <a:lstStyle/>
          <a:p>
            <a:pPr defTabSz="802005">
              <a:spcBef>
                <a:spcPct val="20000"/>
              </a:spcBef>
            </a:pPr>
            <a:r>
              <a:rPr lang="de-DE" sz="1815" b="1" dirty="0" smtClean="0">
                <a:solidFill>
                  <a:schemeClr val="bg2"/>
                </a:solidFill>
                <a:latin typeface="+mj-lt"/>
                <a:cs typeface="腾讯体 W3" panose="020C04030202040F0204" pitchFamily="34" charset="-122"/>
              </a:rPr>
              <a:t>Active </a:t>
            </a:r>
            <a:br>
              <a:rPr lang="de-DE" sz="1815" b="1" dirty="0">
                <a:solidFill>
                  <a:schemeClr val="bg2"/>
                </a:solidFill>
                <a:latin typeface="+mj-lt"/>
                <a:cs typeface="腾讯体 W3" panose="020C04030202040F0204" pitchFamily="34" charset="-122"/>
              </a:rPr>
            </a:br>
            <a:r>
              <a:rPr lang="de-DE" sz="1815" b="1" dirty="0" smtClean="0">
                <a:solidFill>
                  <a:schemeClr val="bg2"/>
                </a:solidFill>
                <a:latin typeface="+mj-lt"/>
                <a:cs typeface="腾讯体 W3" panose="020C04030202040F0204" pitchFamily="34" charset="-122"/>
              </a:rPr>
              <a:t>charts – </a:t>
            </a:r>
            <a:br>
              <a:rPr lang="de-DE" sz="1815" b="1" dirty="0" smtClean="0">
                <a:solidFill>
                  <a:schemeClr val="bg2"/>
                </a:solidFill>
                <a:latin typeface="+mj-lt"/>
                <a:cs typeface="腾讯体 W3" panose="020C04030202040F0204" pitchFamily="34" charset="-122"/>
              </a:rPr>
            </a:br>
            <a:r>
              <a:rPr lang="de-DE" sz="1815" b="1" dirty="0" smtClean="0">
                <a:solidFill>
                  <a:schemeClr val="bg2"/>
                </a:solidFill>
                <a:latin typeface="+mj-lt"/>
                <a:cs typeface="腾讯体 W3" panose="020C04030202040F0204" pitchFamily="34" charset="-122"/>
              </a:rPr>
              <a:t>values can be changed</a:t>
            </a:r>
            <a:endParaRPr lang="de-DE" sz="1815" b="1" dirty="0">
              <a:solidFill>
                <a:schemeClr val="bg2"/>
              </a:solidFill>
              <a:latin typeface="+mj-lt"/>
              <a:cs typeface="腾讯体 W3" panose="020C04030202040F0204" pitchFamily="34" charset="-122"/>
            </a:endParaRPr>
          </a:p>
        </p:txBody>
      </p:sp>
      <p:grpSp>
        <p:nvGrpSpPr>
          <p:cNvPr id="222" name="Group 221"/>
          <p:cNvGrpSpPr/>
          <p:nvPr/>
        </p:nvGrpSpPr>
        <p:grpSpPr>
          <a:xfrm>
            <a:off x="2306019" y="3787186"/>
            <a:ext cx="720252" cy="2372746"/>
            <a:chOff x="6259513" y="1922463"/>
            <a:chExt cx="447675" cy="1474787"/>
          </a:xfrm>
        </p:grpSpPr>
        <p:sp>
          <p:nvSpPr>
            <p:cNvPr id="288" name="Freeform 49"/>
            <p:cNvSpPr>
              <a:spLocks noEditPoints="1"/>
            </p:cNvSpPr>
            <p:nvPr/>
          </p:nvSpPr>
          <p:spPr bwMode="auto">
            <a:xfrm>
              <a:off x="6259513" y="1922463"/>
              <a:ext cx="447675" cy="1474787"/>
            </a:xfrm>
            <a:custGeom>
              <a:avLst/>
              <a:gdLst>
                <a:gd name="T0" fmla="*/ 251 w 282"/>
                <a:gd name="T1" fmla="*/ 841 h 929"/>
                <a:gd name="T2" fmla="*/ 234 w 282"/>
                <a:gd name="T3" fmla="*/ 744 h 929"/>
                <a:gd name="T4" fmla="*/ 222 w 282"/>
                <a:gd name="T5" fmla="*/ 658 h 929"/>
                <a:gd name="T6" fmla="*/ 219 w 282"/>
                <a:gd name="T7" fmla="*/ 505 h 929"/>
                <a:gd name="T8" fmla="*/ 211 w 282"/>
                <a:gd name="T9" fmla="*/ 387 h 929"/>
                <a:gd name="T10" fmla="*/ 205 w 282"/>
                <a:gd name="T11" fmla="*/ 334 h 929"/>
                <a:gd name="T12" fmla="*/ 207 w 282"/>
                <a:gd name="T13" fmla="*/ 322 h 929"/>
                <a:gd name="T14" fmla="*/ 222 w 282"/>
                <a:gd name="T15" fmla="*/ 310 h 929"/>
                <a:gd name="T16" fmla="*/ 254 w 282"/>
                <a:gd name="T17" fmla="*/ 297 h 929"/>
                <a:gd name="T18" fmla="*/ 245 w 282"/>
                <a:gd name="T19" fmla="*/ 239 h 929"/>
                <a:gd name="T20" fmla="*/ 214 w 282"/>
                <a:gd name="T21" fmla="*/ 169 h 929"/>
                <a:gd name="T22" fmla="*/ 151 w 282"/>
                <a:gd name="T23" fmla="*/ 140 h 929"/>
                <a:gd name="T24" fmla="*/ 140 w 282"/>
                <a:gd name="T25" fmla="*/ 125 h 929"/>
                <a:gd name="T26" fmla="*/ 154 w 282"/>
                <a:gd name="T27" fmla="*/ 92 h 929"/>
                <a:gd name="T28" fmla="*/ 153 w 282"/>
                <a:gd name="T29" fmla="*/ 34 h 929"/>
                <a:gd name="T30" fmla="*/ 106 w 282"/>
                <a:gd name="T31" fmla="*/ 0 h 929"/>
                <a:gd name="T32" fmla="*/ 69 w 282"/>
                <a:gd name="T33" fmla="*/ 44 h 929"/>
                <a:gd name="T34" fmla="*/ 66 w 282"/>
                <a:gd name="T35" fmla="*/ 77 h 929"/>
                <a:gd name="T36" fmla="*/ 83 w 282"/>
                <a:gd name="T37" fmla="*/ 123 h 929"/>
                <a:gd name="T38" fmla="*/ 15 w 282"/>
                <a:gd name="T39" fmla="*/ 158 h 929"/>
                <a:gd name="T40" fmla="*/ 0 w 282"/>
                <a:gd name="T41" fmla="*/ 223 h 929"/>
                <a:gd name="T42" fmla="*/ 12 w 282"/>
                <a:gd name="T43" fmla="*/ 326 h 929"/>
                <a:gd name="T44" fmla="*/ 9 w 282"/>
                <a:gd name="T45" fmla="*/ 447 h 929"/>
                <a:gd name="T46" fmla="*/ 35 w 282"/>
                <a:gd name="T47" fmla="*/ 667 h 929"/>
                <a:gd name="T48" fmla="*/ 31 w 282"/>
                <a:gd name="T49" fmla="*/ 815 h 929"/>
                <a:gd name="T50" fmla="*/ 20 w 282"/>
                <a:gd name="T51" fmla="*/ 900 h 929"/>
                <a:gd name="T52" fmla="*/ 38 w 282"/>
                <a:gd name="T53" fmla="*/ 929 h 929"/>
                <a:gd name="T54" fmla="*/ 79 w 282"/>
                <a:gd name="T55" fmla="*/ 905 h 929"/>
                <a:gd name="T56" fmla="*/ 97 w 282"/>
                <a:gd name="T57" fmla="*/ 851 h 929"/>
                <a:gd name="T58" fmla="*/ 106 w 282"/>
                <a:gd name="T59" fmla="*/ 720 h 929"/>
                <a:gd name="T60" fmla="*/ 123 w 282"/>
                <a:gd name="T61" fmla="*/ 607 h 929"/>
                <a:gd name="T62" fmla="*/ 137 w 282"/>
                <a:gd name="T63" fmla="*/ 581 h 929"/>
                <a:gd name="T64" fmla="*/ 151 w 282"/>
                <a:gd name="T65" fmla="*/ 642 h 929"/>
                <a:gd name="T66" fmla="*/ 160 w 282"/>
                <a:gd name="T67" fmla="*/ 703 h 929"/>
                <a:gd name="T68" fmla="*/ 185 w 282"/>
                <a:gd name="T69" fmla="*/ 857 h 929"/>
                <a:gd name="T70" fmla="*/ 217 w 282"/>
                <a:gd name="T71" fmla="*/ 891 h 929"/>
                <a:gd name="T72" fmla="*/ 270 w 282"/>
                <a:gd name="T73" fmla="*/ 911 h 929"/>
                <a:gd name="T74" fmla="*/ 274 w 282"/>
                <a:gd name="T75" fmla="*/ 875 h 929"/>
                <a:gd name="T76" fmla="*/ 71 w 282"/>
                <a:gd name="T77" fmla="*/ 368 h 929"/>
                <a:gd name="T78" fmla="*/ 123 w 282"/>
                <a:gd name="T79" fmla="*/ 333 h 929"/>
                <a:gd name="T80" fmla="*/ 129 w 282"/>
                <a:gd name="T81" fmla="*/ 303 h 929"/>
                <a:gd name="T82" fmla="*/ 122 w 282"/>
                <a:gd name="T83" fmla="*/ 293 h 929"/>
                <a:gd name="T84" fmla="*/ 92 w 282"/>
                <a:gd name="T85" fmla="*/ 288 h 929"/>
                <a:gd name="T86" fmla="*/ 111 w 282"/>
                <a:gd name="T87" fmla="*/ 280 h 929"/>
                <a:gd name="T88" fmla="*/ 125 w 282"/>
                <a:gd name="T89" fmla="*/ 256 h 929"/>
                <a:gd name="T90" fmla="*/ 105 w 282"/>
                <a:gd name="T91" fmla="*/ 249 h 929"/>
                <a:gd name="T92" fmla="*/ 79 w 282"/>
                <a:gd name="T93" fmla="*/ 231 h 929"/>
                <a:gd name="T94" fmla="*/ 65 w 282"/>
                <a:gd name="T95" fmla="*/ 191 h 929"/>
                <a:gd name="T96" fmla="*/ 199 w 282"/>
                <a:gd name="T97" fmla="*/ 199 h 929"/>
                <a:gd name="T98" fmla="*/ 151 w 282"/>
                <a:gd name="T99" fmla="*/ 252 h 929"/>
                <a:gd name="T100" fmla="*/ 143 w 282"/>
                <a:gd name="T101" fmla="*/ 293 h 929"/>
                <a:gd name="T102" fmla="*/ 140 w 282"/>
                <a:gd name="T103" fmla="*/ 297 h 929"/>
                <a:gd name="T104" fmla="*/ 146 w 282"/>
                <a:gd name="T105" fmla="*/ 313 h 929"/>
                <a:gd name="T106" fmla="*/ 146 w 282"/>
                <a:gd name="T107" fmla="*/ 322 h 929"/>
                <a:gd name="T108" fmla="*/ 170 w 282"/>
                <a:gd name="T109" fmla="*/ 331 h 929"/>
                <a:gd name="T110" fmla="*/ 75 w 282"/>
                <a:gd name="T111" fmla="*/ 283 h 9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82" h="929">
                  <a:moveTo>
                    <a:pt x="274" y="875"/>
                  </a:moveTo>
                  <a:lnTo>
                    <a:pt x="274" y="875"/>
                  </a:lnTo>
                  <a:lnTo>
                    <a:pt x="264" y="866"/>
                  </a:lnTo>
                  <a:lnTo>
                    <a:pt x="253" y="858"/>
                  </a:lnTo>
                  <a:lnTo>
                    <a:pt x="242" y="852"/>
                  </a:lnTo>
                  <a:lnTo>
                    <a:pt x="242" y="848"/>
                  </a:lnTo>
                  <a:lnTo>
                    <a:pt x="251" y="841"/>
                  </a:lnTo>
                  <a:lnTo>
                    <a:pt x="251" y="841"/>
                  </a:lnTo>
                  <a:lnTo>
                    <a:pt x="253" y="829"/>
                  </a:lnTo>
                  <a:lnTo>
                    <a:pt x="251" y="818"/>
                  </a:lnTo>
                  <a:lnTo>
                    <a:pt x="250" y="807"/>
                  </a:lnTo>
                  <a:lnTo>
                    <a:pt x="250" y="807"/>
                  </a:lnTo>
                  <a:lnTo>
                    <a:pt x="240" y="780"/>
                  </a:lnTo>
                  <a:lnTo>
                    <a:pt x="236" y="761"/>
                  </a:lnTo>
                  <a:lnTo>
                    <a:pt x="234" y="744"/>
                  </a:lnTo>
                  <a:lnTo>
                    <a:pt x="234" y="744"/>
                  </a:lnTo>
                  <a:lnTo>
                    <a:pt x="236" y="715"/>
                  </a:lnTo>
                  <a:lnTo>
                    <a:pt x="234" y="703"/>
                  </a:lnTo>
                  <a:lnTo>
                    <a:pt x="231" y="698"/>
                  </a:lnTo>
                  <a:lnTo>
                    <a:pt x="228" y="693"/>
                  </a:lnTo>
                  <a:lnTo>
                    <a:pt x="228" y="693"/>
                  </a:lnTo>
                  <a:lnTo>
                    <a:pt x="225" y="687"/>
                  </a:lnTo>
                  <a:lnTo>
                    <a:pt x="223" y="679"/>
                  </a:lnTo>
                  <a:lnTo>
                    <a:pt x="222" y="658"/>
                  </a:lnTo>
                  <a:lnTo>
                    <a:pt x="220" y="627"/>
                  </a:lnTo>
                  <a:lnTo>
                    <a:pt x="220" y="627"/>
                  </a:lnTo>
                  <a:lnTo>
                    <a:pt x="222" y="615"/>
                  </a:lnTo>
                  <a:lnTo>
                    <a:pt x="222" y="595"/>
                  </a:lnTo>
                  <a:lnTo>
                    <a:pt x="223" y="570"/>
                  </a:lnTo>
                  <a:lnTo>
                    <a:pt x="223" y="548"/>
                  </a:lnTo>
                  <a:lnTo>
                    <a:pt x="223" y="548"/>
                  </a:lnTo>
                  <a:lnTo>
                    <a:pt x="219" y="505"/>
                  </a:lnTo>
                  <a:lnTo>
                    <a:pt x="216" y="481"/>
                  </a:lnTo>
                  <a:lnTo>
                    <a:pt x="234" y="478"/>
                  </a:lnTo>
                  <a:lnTo>
                    <a:pt x="234" y="478"/>
                  </a:lnTo>
                  <a:lnTo>
                    <a:pt x="228" y="448"/>
                  </a:lnTo>
                  <a:lnTo>
                    <a:pt x="222" y="424"/>
                  </a:lnTo>
                  <a:lnTo>
                    <a:pt x="217" y="404"/>
                  </a:lnTo>
                  <a:lnTo>
                    <a:pt x="217" y="404"/>
                  </a:lnTo>
                  <a:lnTo>
                    <a:pt x="211" y="387"/>
                  </a:lnTo>
                  <a:lnTo>
                    <a:pt x="207" y="365"/>
                  </a:lnTo>
                  <a:lnTo>
                    <a:pt x="202" y="347"/>
                  </a:lnTo>
                  <a:lnTo>
                    <a:pt x="202" y="336"/>
                  </a:lnTo>
                  <a:lnTo>
                    <a:pt x="202" y="336"/>
                  </a:lnTo>
                  <a:lnTo>
                    <a:pt x="202" y="334"/>
                  </a:lnTo>
                  <a:lnTo>
                    <a:pt x="202" y="334"/>
                  </a:lnTo>
                  <a:lnTo>
                    <a:pt x="205" y="334"/>
                  </a:lnTo>
                  <a:lnTo>
                    <a:pt x="205" y="334"/>
                  </a:lnTo>
                  <a:lnTo>
                    <a:pt x="207" y="334"/>
                  </a:lnTo>
                  <a:lnTo>
                    <a:pt x="208" y="333"/>
                  </a:lnTo>
                  <a:lnTo>
                    <a:pt x="207" y="328"/>
                  </a:lnTo>
                  <a:lnTo>
                    <a:pt x="207" y="328"/>
                  </a:lnTo>
                  <a:lnTo>
                    <a:pt x="208" y="326"/>
                  </a:lnTo>
                  <a:lnTo>
                    <a:pt x="208" y="323"/>
                  </a:lnTo>
                  <a:lnTo>
                    <a:pt x="207" y="322"/>
                  </a:lnTo>
                  <a:lnTo>
                    <a:pt x="207" y="322"/>
                  </a:lnTo>
                  <a:lnTo>
                    <a:pt x="208" y="320"/>
                  </a:lnTo>
                  <a:lnTo>
                    <a:pt x="210" y="319"/>
                  </a:lnTo>
                  <a:lnTo>
                    <a:pt x="210" y="316"/>
                  </a:lnTo>
                  <a:lnTo>
                    <a:pt x="210" y="316"/>
                  </a:lnTo>
                  <a:lnTo>
                    <a:pt x="210" y="314"/>
                  </a:lnTo>
                  <a:lnTo>
                    <a:pt x="208" y="313"/>
                  </a:lnTo>
                  <a:lnTo>
                    <a:pt x="208" y="313"/>
                  </a:lnTo>
                  <a:lnTo>
                    <a:pt x="222" y="310"/>
                  </a:lnTo>
                  <a:lnTo>
                    <a:pt x="231" y="308"/>
                  </a:lnTo>
                  <a:lnTo>
                    <a:pt x="237" y="308"/>
                  </a:lnTo>
                  <a:lnTo>
                    <a:pt x="237" y="308"/>
                  </a:lnTo>
                  <a:lnTo>
                    <a:pt x="244" y="308"/>
                  </a:lnTo>
                  <a:lnTo>
                    <a:pt x="248" y="305"/>
                  </a:lnTo>
                  <a:lnTo>
                    <a:pt x="253" y="302"/>
                  </a:lnTo>
                  <a:lnTo>
                    <a:pt x="254" y="297"/>
                  </a:lnTo>
                  <a:lnTo>
                    <a:pt x="254" y="297"/>
                  </a:lnTo>
                  <a:lnTo>
                    <a:pt x="256" y="289"/>
                  </a:lnTo>
                  <a:lnTo>
                    <a:pt x="256" y="280"/>
                  </a:lnTo>
                  <a:lnTo>
                    <a:pt x="256" y="269"/>
                  </a:lnTo>
                  <a:lnTo>
                    <a:pt x="254" y="260"/>
                  </a:lnTo>
                  <a:lnTo>
                    <a:pt x="254" y="260"/>
                  </a:lnTo>
                  <a:lnTo>
                    <a:pt x="251" y="249"/>
                  </a:lnTo>
                  <a:lnTo>
                    <a:pt x="248" y="243"/>
                  </a:lnTo>
                  <a:lnTo>
                    <a:pt x="245" y="239"/>
                  </a:lnTo>
                  <a:lnTo>
                    <a:pt x="245" y="239"/>
                  </a:lnTo>
                  <a:lnTo>
                    <a:pt x="237" y="229"/>
                  </a:lnTo>
                  <a:lnTo>
                    <a:pt x="234" y="223"/>
                  </a:lnTo>
                  <a:lnTo>
                    <a:pt x="234" y="223"/>
                  </a:lnTo>
                  <a:lnTo>
                    <a:pt x="223" y="195"/>
                  </a:lnTo>
                  <a:lnTo>
                    <a:pt x="223" y="195"/>
                  </a:lnTo>
                  <a:lnTo>
                    <a:pt x="214" y="169"/>
                  </a:lnTo>
                  <a:lnTo>
                    <a:pt x="214" y="169"/>
                  </a:lnTo>
                  <a:lnTo>
                    <a:pt x="214" y="165"/>
                  </a:lnTo>
                  <a:lnTo>
                    <a:pt x="213" y="160"/>
                  </a:lnTo>
                  <a:lnTo>
                    <a:pt x="208" y="155"/>
                  </a:lnTo>
                  <a:lnTo>
                    <a:pt x="200" y="152"/>
                  </a:lnTo>
                  <a:lnTo>
                    <a:pt x="200" y="152"/>
                  </a:lnTo>
                  <a:lnTo>
                    <a:pt x="171" y="146"/>
                  </a:lnTo>
                  <a:lnTo>
                    <a:pt x="159" y="143"/>
                  </a:lnTo>
                  <a:lnTo>
                    <a:pt x="151" y="140"/>
                  </a:lnTo>
                  <a:lnTo>
                    <a:pt x="151" y="140"/>
                  </a:lnTo>
                  <a:lnTo>
                    <a:pt x="151" y="138"/>
                  </a:lnTo>
                  <a:lnTo>
                    <a:pt x="149" y="135"/>
                  </a:lnTo>
                  <a:lnTo>
                    <a:pt x="148" y="131"/>
                  </a:lnTo>
                  <a:lnTo>
                    <a:pt x="145" y="129"/>
                  </a:lnTo>
                  <a:lnTo>
                    <a:pt x="140" y="128"/>
                  </a:lnTo>
                  <a:lnTo>
                    <a:pt x="140" y="125"/>
                  </a:lnTo>
                  <a:lnTo>
                    <a:pt x="140" y="125"/>
                  </a:lnTo>
                  <a:lnTo>
                    <a:pt x="142" y="115"/>
                  </a:lnTo>
                  <a:lnTo>
                    <a:pt x="145" y="106"/>
                  </a:lnTo>
                  <a:lnTo>
                    <a:pt x="145" y="98"/>
                  </a:lnTo>
                  <a:lnTo>
                    <a:pt x="145" y="98"/>
                  </a:lnTo>
                  <a:lnTo>
                    <a:pt x="149" y="98"/>
                  </a:lnTo>
                  <a:lnTo>
                    <a:pt x="153" y="97"/>
                  </a:lnTo>
                  <a:lnTo>
                    <a:pt x="154" y="92"/>
                  </a:lnTo>
                  <a:lnTo>
                    <a:pt x="154" y="92"/>
                  </a:lnTo>
                  <a:lnTo>
                    <a:pt x="159" y="71"/>
                  </a:lnTo>
                  <a:lnTo>
                    <a:pt x="159" y="71"/>
                  </a:lnTo>
                  <a:lnTo>
                    <a:pt x="157" y="69"/>
                  </a:lnTo>
                  <a:lnTo>
                    <a:pt x="153" y="68"/>
                  </a:lnTo>
                  <a:lnTo>
                    <a:pt x="153" y="68"/>
                  </a:lnTo>
                  <a:lnTo>
                    <a:pt x="154" y="38"/>
                  </a:lnTo>
                  <a:lnTo>
                    <a:pt x="154" y="38"/>
                  </a:lnTo>
                  <a:lnTo>
                    <a:pt x="153" y="34"/>
                  </a:lnTo>
                  <a:lnTo>
                    <a:pt x="151" y="27"/>
                  </a:lnTo>
                  <a:lnTo>
                    <a:pt x="148" y="21"/>
                  </a:lnTo>
                  <a:lnTo>
                    <a:pt x="143" y="15"/>
                  </a:lnTo>
                  <a:lnTo>
                    <a:pt x="137" y="9"/>
                  </a:lnTo>
                  <a:lnTo>
                    <a:pt x="129" y="4"/>
                  </a:lnTo>
                  <a:lnTo>
                    <a:pt x="119" y="1"/>
                  </a:lnTo>
                  <a:lnTo>
                    <a:pt x="106" y="0"/>
                  </a:lnTo>
                  <a:lnTo>
                    <a:pt x="106" y="0"/>
                  </a:lnTo>
                  <a:lnTo>
                    <a:pt x="100" y="0"/>
                  </a:lnTo>
                  <a:lnTo>
                    <a:pt x="96" y="1"/>
                  </a:lnTo>
                  <a:lnTo>
                    <a:pt x="86" y="6"/>
                  </a:lnTo>
                  <a:lnTo>
                    <a:pt x="80" y="12"/>
                  </a:lnTo>
                  <a:lnTo>
                    <a:pt x="74" y="20"/>
                  </a:lnTo>
                  <a:lnTo>
                    <a:pt x="71" y="27"/>
                  </a:lnTo>
                  <a:lnTo>
                    <a:pt x="69" y="35"/>
                  </a:lnTo>
                  <a:lnTo>
                    <a:pt x="69" y="44"/>
                  </a:lnTo>
                  <a:lnTo>
                    <a:pt x="69" y="44"/>
                  </a:lnTo>
                  <a:lnTo>
                    <a:pt x="72" y="68"/>
                  </a:lnTo>
                  <a:lnTo>
                    <a:pt x="72" y="68"/>
                  </a:lnTo>
                  <a:lnTo>
                    <a:pt x="71" y="68"/>
                  </a:lnTo>
                  <a:lnTo>
                    <a:pt x="68" y="69"/>
                  </a:lnTo>
                  <a:lnTo>
                    <a:pt x="66" y="72"/>
                  </a:lnTo>
                  <a:lnTo>
                    <a:pt x="65" y="74"/>
                  </a:lnTo>
                  <a:lnTo>
                    <a:pt x="66" y="77"/>
                  </a:lnTo>
                  <a:lnTo>
                    <a:pt x="66" y="77"/>
                  </a:lnTo>
                  <a:lnTo>
                    <a:pt x="68" y="86"/>
                  </a:lnTo>
                  <a:lnTo>
                    <a:pt x="71" y="92"/>
                  </a:lnTo>
                  <a:lnTo>
                    <a:pt x="74" y="97"/>
                  </a:lnTo>
                  <a:lnTo>
                    <a:pt x="75" y="98"/>
                  </a:lnTo>
                  <a:lnTo>
                    <a:pt x="79" y="98"/>
                  </a:lnTo>
                  <a:lnTo>
                    <a:pt x="83" y="123"/>
                  </a:lnTo>
                  <a:lnTo>
                    <a:pt x="83" y="123"/>
                  </a:lnTo>
                  <a:lnTo>
                    <a:pt x="79" y="128"/>
                  </a:lnTo>
                  <a:lnTo>
                    <a:pt x="75" y="132"/>
                  </a:lnTo>
                  <a:lnTo>
                    <a:pt x="69" y="137"/>
                  </a:lnTo>
                  <a:lnTo>
                    <a:pt x="69" y="137"/>
                  </a:lnTo>
                  <a:lnTo>
                    <a:pt x="46" y="146"/>
                  </a:lnTo>
                  <a:lnTo>
                    <a:pt x="23" y="155"/>
                  </a:lnTo>
                  <a:lnTo>
                    <a:pt x="23" y="155"/>
                  </a:lnTo>
                  <a:lnTo>
                    <a:pt x="15" y="158"/>
                  </a:lnTo>
                  <a:lnTo>
                    <a:pt x="9" y="163"/>
                  </a:lnTo>
                  <a:lnTo>
                    <a:pt x="6" y="171"/>
                  </a:lnTo>
                  <a:lnTo>
                    <a:pt x="5" y="183"/>
                  </a:lnTo>
                  <a:lnTo>
                    <a:pt x="5" y="183"/>
                  </a:lnTo>
                  <a:lnTo>
                    <a:pt x="2" y="206"/>
                  </a:lnTo>
                  <a:lnTo>
                    <a:pt x="0" y="214"/>
                  </a:lnTo>
                  <a:lnTo>
                    <a:pt x="0" y="223"/>
                  </a:lnTo>
                  <a:lnTo>
                    <a:pt x="0" y="223"/>
                  </a:lnTo>
                  <a:lnTo>
                    <a:pt x="0" y="249"/>
                  </a:lnTo>
                  <a:lnTo>
                    <a:pt x="0" y="283"/>
                  </a:lnTo>
                  <a:lnTo>
                    <a:pt x="0" y="283"/>
                  </a:lnTo>
                  <a:lnTo>
                    <a:pt x="0" y="299"/>
                  </a:lnTo>
                  <a:lnTo>
                    <a:pt x="2" y="306"/>
                  </a:lnTo>
                  <a:lnTo>
                    <a:pt x="3" y="314"/>
                  </a:lnTo>
                  <a:lnTo>
                    <a:pt x="8" y="320"/>
                  </a:lnTo>
                  <a:lnTo>
                    <a:pt x="12" y="326"/>
                  </a:lnTo>
                  <a:lnTo>
                    <a:pt x="18" y="333"/>
                  </a:lnTo>
                  <a:lnTo>
                    <a:pt x="28" y="337"/>
                  </a:lnTo>
                  <a:lnTo>
                    <a:pt x="28" y="337"/>
                  </a:lnTo>
                  <a:lnTo>
                    <a:pt x="22" y="359"/>
                  </a:lnTo>
                  <a:lnTo>
                    <a:pt x="17" y="384"/>
                  </a:lnTo>
                  <a:lnTo>
                    <a:pt x="12" y="416"/>
                  </a:lnTo>
                  <a:lnTo>
                    <a:pt x="12" y="416"/>
                  </a:lnTo>
                  <a:lnTo>
                    <a:pt x="9" y="447"/>
                  </a:lnTo>
                  <a:lnTo>
                    <a:pt x="9" y="470"/>
                  </a:lnTo>
                  <a:lnTo>
                    <a:pt x="9" y="490"/>
                  </a:lnTo>
                  <a:lnTo>
                    <a:pt x="28" y="493"/>
                  </a:lnTo>
                  <a:lnTo>
                    <a:pt x="28" y="493"/>
                  </a:lnTo>
                  <a:lnTo>
                    <a:pt x="32" y="562"/>
                  </a:lnTo>
                  <a:lnTo>
                    <a:pt x="32" y="562"/>
                  </a:lnTo>
                  <a:lnTo>
                    <a:pt x="35" y="632"/>
                  </a:lnTo>
                  <a:lnTo>
                    <a:pt x="35" y="667"/>
                  </a:lnTo>
                  <a:lnTo>
                    <a:pt x="34" y="704"/>
                  </a:lnTo>
                  <a:lnTo>
                    <a:pt x="34" y="704"/>
                  </a:lnTo>
                  <a:lnTo>
                    <a:pt x="34" y="740"/>
                  </a:lnTo>
                  <a:lnTo>
                    <a:pt x="34" y="767"/>
                  </a:lnTo>
                  <a:lnTo>
                    <a:pt x="34" y="792"/>
                  </a:lnTo>
                  <a:lnTo>
                    <a:pt x="34" y="803"/>
                  </a:lnTo>
                  <a:lnTo>
                    <a:pt x="31" y="815"/>
                  </a:lnTo>
                  <a:lnTo>
                    <a:pt x="31" y="815"/>
                  </a:lnTo>
                  <a:lnTo>
                    <a:pt x="29" y="827"/>
                  </a:lnTo>
                  <a:lnTo>
                    <a:pt x="28" y="840"/>
                  </a:lnTo>
                  <a:lnTo>
                    <a:pt x="29" y="863"/>
                  </a:lnTo>
                  <a:lnTo>
                    <a:pt x="31" y="880"/>
                  </a:lnTo>
                  <a:lnTo>
                    <a:pt x="32" y="889"/>
                  </a:lnTo>
                  <a:lnTo>
                    <a:pt x="32" y="889"/>
                  </a:lnTo>
                  <a:lnTo>
                    <a:pt x="28" y="892"/>
                  </a:lnTo>
                  <a:lnTo>
                    <a:pt x="20" y="900"/>
                  </a:lnTo>
                  <a:lnTo>
                    <a:pt x="17" y="905"/>
                  </a:lnTo>
                  <a:lnTo>
                    <a:pt x="15" y="911"/>
                  </a:lnTo>
                  <a:lnTo>
                    <a:pt x="15" y="917"/>
                  </a:lnTo>
                  <a:lnTo>
                    <a:pt x="18" y="921"/>
                  </a:lnTo>
                  <a:lnTo>
                    <a:pt x="18" y="921"/>
                  </a:lnTo>
                  <a:lnTo>
                    <a:pt x="25" y="928"/>
                  </a:lnTo>
                  <a:lnTo>
                    <a:pt x="31" y="929"/>
                  </a:lnTo>
                  <a:lnTo>
                    <a:pt x="38" y="929"/>
                  </a:lnTo>
                  <a:lnTo>
                    <a:pt x="46" y="928"/>
                  </a:lnTo>
                  <a:lnTo>
                    <a:pt x="52" y="925"/>
                  </a:lnTo>
                  <a:lnTo>
                    <a:pt x="60" y="921"/>
                  </a:lnTo>
                  <a:lnTo>
                    <a:pt x="65" y="917"/>
                  </a:lnTo>
                  <a:lnTo>
                    <a:pt x="69" y="911"/>
                  </a:lnTo>
                  <a:lnTo>
                    <a:pt x="69" y="911"/>
                  </a:lnTo>
                  <a:lnTo>
                    <a:pt x="74" y="908"/>
                  </a:lnTo>
                  <a:lnTo>
                    <a:pt x="79" y="905"/>
                  </a:lnTo>
                  <a:lnTo>
                    <a:pt x="89" y="900"/>
                  </a:lnTo>
                  <a:lnTo>
                    <a:pt x="94" y="897"/>
                  </a:lnTo>
                  <a:lnTo>
                    <a:pt x="97" y="892"/>
                  </a:lnTo>
                  <a:lnTo>
                    <a:pt x="97" y="886"/>
                  </a:lnTo>
                  <a:lnTo>
                    <a:pt x="96" y="877"/>
                  </a:lnTo>
                  <a:lnTo>
                    <a:pt x="102" y="874"/>
                  </a:lnTo>
                  <a:lnTo>
                    <a:pt x="102" y="874"/>
                  </a:lnTo>
                  <a:lnTo>
                    <a:pt x="97" y="851"/>
                  </a:lnTo>
                  <a:lnTo>
                    <a:pt x="94" y="831"/>
                  </a:lnTo>
                  <a:lnTo>
                    <a:pt x="92" y="812"/>
                  </a:lnTo>
                  <a:lnTo>
                    <a:pt x="92" y="812"/>
                  </a:lnTo>
                  <a:lnTo>
                    <a:pt x="96" y="797"/>
                  </a:lnTo>
                  <a:lnTo>
                    <a:pt x="100" y="774"/>
                  </a:lnTo>
                  <a:lnTo>
                    <a:pt x="105" y="749"/>
                  </a:lnTo>
                  <a:lnTo>
                    <a:pt x="106" y="735"/>
                  </a:lnTo>
                  <a:lnTo>
                    <a:pt x="106" y="720"/>
                  </a:lnTo>
                  <a:lnTo>
                    <a:pt x="106" y="720"/>
                  </a:lnTo>
                  <a:lnTo>
                    <a:pt x="106" y="707"/>
                  </a:lnTo>
                  <a:lnTo>
                    <a:pt x="106" y="696"/>
                  </a:lnTo>
                  <a:lnTo>
                    <a:pt x="109" y="679"/>
                  </a:lnTo>
                  <a:lnTo>
                    <a:pt x="112" y="669"/>
                  </a:lnTo>
                  <a:lnTo>
                    <a:pt x="116" y="656"/>
                  </a:lnTo>
                  <a:lnTo>
                    <a:pt x="116" y="656"/>
                  </a:lnTo>
                  <a:lnTo>
                    <a:pt x="123" y="607"/>
                  </a:lnTo>
                  <a:lnTo>
                    <a:pt x="126" y="579"/>
                  </a:lnTo>
                  <a:lnTo>
                    <a:pt x="126" y="567"/>
                  </a:lnTo>
                  <a:lnTo>
                    <a:pt x="125" y="558"/>
                  </a:lnTo>
                  <a:lnTo>
                    <a:pt x="125" y="558"/>
                  </a:lnTo>
                  <a:lnTo>
                    <a:pt x="129" y="565"/>
                  </a:lnTo>
                  <a:lnTo>
                    <a:pt x="134" y="573"/>
                  </a:lnTo>
                  <a:lnTo>
                    <a:pt x="137" y="581"/>
                  </a:lnTo>
                  <a:lnTo>
                    <a:pt x="137" y="581"/>
                  </a:lnTo>
                  <a:lnTo>
                    <a:pt x="139" y="589"/>
                  </a:lnTo>
                  <a:lnTo>
                    <a:pt x="139" y="595"/>
                  </a:lnTo>
                  <a:lnTo>
                    <a:pt x="139" y="602"/>
                  </a:lnTo>
                  <a:lnTo>
                    <a:pt x="142" y="613"/>
                  </a:lnTo>
                  <a:lnTo>
                    <a:pt x="142" y="613"/>
                  </a:lnTo>
                  <a:lnTo>
                    <a:pt x="149" y="630"/>
                  </a:lnTo>
                  <a:lnTo>
                    <a:pt x="151" y="636"/>
                  </a:lnTo>
                  <a:lnTo>
                    <a:pt x="151" y="642"/>
                  </a:lnTo>
                  <a:lnTo>
                    <a:pt x="151" y="642"/>
                  </a:lnTo>
                  <a:lnTo>
                    <a:pt x="153" y="661"/>
                  </a:lnTo>
                  <a:lnTo>
                    <a:pt x="157" y="676"/>
                  </a:lnTo>
                  <a:lnTo>
                    <a:pt x="157" y="676"/>
                  </a:lnTo>
                  <a:lnTo>
                    <a:pt x="159" y="683"/>
                  </a:lnTo>
                  <a:lnTo>
                    <a:pt x="159" y="689"/>
                  </a:lnTo>
                  <a:lnTo>
                    <a:pt x="160" y="703"/>
                  </a:lnTo>
                  <a:lnTo>
                    <a:pt x="160" y="703"/>
                  </a:lnTo>
                  <a:lnTo>
                    <a:pt x="176" y="801"/>
                  </a:lnTo>
                  <a:lnTo>
                    <a:pt x="176" y="801"/>
                  </a:lnTo>
                  <a:lnTo>
                    <a:pt x="177" y="814"/>
                  </a:lnTo>
                  <a:lnTo>
                    <a:pt x="182" y="829"/>
                  </a:lnTo>
                  <a:lnTo>
                    <a:pt x="188" y="848"/>
                  </a:lnTo>
                  <a:lnTo>
                    <a:pt x="188" y="848"/>
                  </a:lnTo>
                  <a:lnTo>
                    <a:pt x="186" y="852"/>
                  </a:lnTo>
                  <a:lnTo>
                    <a:pt x="185" y="857"/>
                  </a:lnTo>
                  <a:lnTo>
                    <a:pt x="183" y="861"/>
                  </a:lnTo>
                  <a:lnTo>
                    <a:pt x="183" y="861"/>
                  </a:lnTo>
                  <a:lnTo>
                    <a:pt x="185" y="868"/>
                  </a:lnTo>
                  <a:lnTo>
                    <a:pt x="186" y="872"/>
                  </a:lnTo>
                  <a:lnTo>
                    <a:pt x="193" y="877"/>
                  </a:lnTo>
                  <a:lnTo>
                    <a:pt x="200" y="881"/>
                  </a:lnTo>
                  <a:lnTo>
                    <a:pt x="200" y="881"/>
                  </a:lnTo>
                  <a:lnTo>
                    <a:pt x="217" y="891"/>
                  </a:lnTo>
                  <a:lnTo>
                    <a:pt x="227" y="895"/>
                  </a:lnTo>
                  <a:lnTo>
                    <a:pt x="236" y="901"/>
                  </a:lnTo>
                  <a:lnTo>
                    <a:pt x="236" y="901"/>
                  </a:lnTo>
                  <a:lnTo>
                    <a:pt x="244" y="908"/>
                  </a:lnTo>
                  <a:lnTo>
                    <a:pt x="253" y="912"/>
                  </a:lnTo>
                  <a:lnTo>
                    <a:pt x="262" y="914"/>
                  </a:lnTo>
                  <a:lnTo>
                    <a:pt x="270" y="911"/>
                  </a:lnTo>
                  <a:lnTo>
                    <a:pt x="270" y="911"/>
                  </a:lnTo>
                  <a:lnTo>
                    <a:pt x="274" y="909"/>
                  </a:lnTo>
                  <a:lnTo>
                    <a:pt x="277" y="906"/>
                  </a:lnTo>
                  <a:lnTo>
                    <a:pt x="281" y="901"/>
                  </a:lnTo>
                  <a:lnTo>
                    <a:pt x="282" y="897"/>
                  </a:lnTo>
                  <a:lnTo>
                    <a:pt x="282" y="892"/>
                  </a:lnTo>
                  <a:lnTo>
                    <a:pt x="281" y="886"/>
                  </a:lnTo>
                  <a:lnTo>
                    <a:pt x="279" y="881"/>
                  </a:lnTo>
                  <a:lnTo>
                    <a:pt x="274" y="875"/>
                  </a:lnTo>
                  <a:lnTo>
                    <a:pt x="274" y="875"/>
                  </a:lnTo>
                  <a:close/>
                  <a:moveTo>
                    <a:pt x="197" y="359"/>
                  </a:moveTo>
                  <a:lnTo>
                    <a:pt x="197" y="359"/>
                  </a:lnTo>
                  <a:lnTo>
                    <a:pt x="197" y="363"/>
                  </a:lnTo>
                  <a:lnTo>
                    <a:pt x="194" y="367"/>
                  </a:lnTo>
                  <a:lnTo>
                    <a:pt x="191" y="368"/>
                  </a:lnTo>
                  <a:lnTo>
                    <a:pt x="186" y="370"/>
                  </a:lnTo>
                  <a:lnTo>
                    <a:pt x="71" y="368"/>
                  </a:lnTo>
                  <a:lnTo>
                    <a:pt x="71" y="368"/>
                  </a:lnTo>
                  <a:lnTo>
                    <a:pt x="66" y="368"/>
                  </a:lnTo>
                  <a:lnTo>
                    <a:pt x="63" y="365"/>
                  </a:lnTo>
                  <a:lnTo>
                    <a:pt x="62" y="362"/>
                  </a:lnTo>
                  <a:lnTo>
                    <a:pt x="60" y="359"/>
                  </a:lnTo>
                  <a:lnTo>
                    <a:pt x="60" y="331"/>
                  </a:lnTo>
                  <a:lnTo>
                    <a:pt x="120" y="343"/>
                  </a:lnTo>
                  <a:lnTo>
                    <a:pt x="123" y="333"/>
                  </a:lnTo>
                  <a:lnTo>
                    <a:pt x="123" y="333"/>
                  </a:lnTo>
                  <a:lnTo>
                    <a:pt x="123" y="333"/>
                  </a:lnTo>
                  <a:lnTo>
                    <a:pt x="123" y="333"/>
                  </a:lnTo>
                  <a:lnTo>
                    <a:pt x="123" y="333"/>
                  </a:lnTo>
                  <a:lnTo>
                    <a:pt x="123" y="331"/>
                  </a:lnTo>
                  <a:lnTo>
                    <a:pt x="123" y="331"/>
                  </a:lnTo>
                  <a:lnTo>
                    <a:pt x="126" y="320"/>
                  </a:lnTo>
                  <a:lnTo>
                    <a:pt x="129" y="303"/>
                  </a:lnTo>
                  <a:lnTo>
                    <a:pt x="129" y="303"/>
                  </a:lnTo>
                  <a:lnTo>
                    <a:pt x="131" y="297"/>
                  </a:lnTo>
                  <a:lnTo>
                    <a:pt x="131" y="297"/>
                  </a:lnTo>
                  <a:lnTo>
                    <a:pt x="131" y="294"/>
                  </a:lnTo>
                  <a:lnTo>
                    <a:pt x="131" y="294"/>
                  </a:lnTo>
                  <a:lnTo>
                    <a:pt x="125" y="293"/>
                  </a:lnTo>
                  <a:lnTo>
                    <a:pt x="125" y="293"/>
                  </a:lnTo>
                  <a:lnTo>
                    <a:pt x="122" y="293"/>
                  </a:lnTo>
                  <a:lnTo>
                    <a:pt x="122" y="293"/>
                  </a:lnTo>
                  <a:lnTo>
                    <a:pt x="120" y="293"/>
                  </a:lnTo>
                  <a:lnTo>
                    <a:pt x="120" y="293"/>
                  </a:lnTo>
                  <a:lnTo>
                    <a:pt x="109" y="291"/>
                  </a:lnTo>
                  <a:lnTo>
                    <a:pt x="103" y="289"/>
                  </a:lnTo>
                  <a:lnTo>
                    <a:pt x="103" y="289"/>
                  </a:lnTo>
                  <a:lnTo>
                    <a:pt x="97" y="288"/>
                  </a:lnTo>
                  <a:lnTo>
                    <a:pt x="92" y="288"/>
                  </a:lnTo>
                  <a:lnTo>
                    <a:pt x="92" y="288"/>
                  </a:lnTo>
                  <a:lnTo>
                    <a:pt x="89" y="286"/>
                  </a:lnTo>
                  <a:lnTo>
                    <a:pt x="86" y="286"/>
                  </a:lnTo>
                  <a:lnTo>
                    <a:pt x="86" y="286"/>
                  </a:lnTo>
                  <a:lnTo>
                    <a:pt x="86" y="286"/>
                  </a:lnTo>
                  <a:lnTo>
                    <a:pt x="100" y="282"/>
                  </a:lnTo>
                  <a:lnTo>
                    <a:pt x="105" y="280"/>
                  </a:lnTo>
                  <a:lnTo>
                    <a:pt x="111" y="280"/>
                  </a:lnTo>
                  <a:lnTo>
                    <a:pt x="117" y="282"/>
                  </a:lnTo>
                  <a:lnTo>
                    <a:pt x="123" y="283"/>
                  </a:lnTo>
                  <a:lnTo>
                    <a:pt x="123" y="283"/>
                  </a:lnTo>
                  <a:lnTo>
                    <a:pt x="125" y="282"/>
                  </a:lnTo>
                  <a:lnTo>
                    <a:pt x="125" y="282"/>
                  </a:lnTo>
                  <a:lnTo>
                    <a:pt x="125" y="268"/>
                  </a:lnTo>
                  <a:lnTo>
                    <a:pt x="125" y="256"/>
                  </a:lnTo>
                  <a:lnTo>
                    <a:pt x="125" y="256"/>
                  </a:lnTo>
                  <a:lnTo>
                    <a:pt x="125" y="252"/>
                  </a:lnTo>
                  <a:lnTo>
                    <a:pt x="125" y="252"/>
                  </a:lnTo>
                  <a:lnTo>
                    <a:pt x="125" y="252"/>
                  </a:lnTo>
                  <a:lnTo>
                    <a:pt x="122" y="251"/>
                  </a:lnTo>
                  <a:lnTo>
                    <a:pt x="116" y="251"/>
                  </a:lnTo>
                  <a:lnTo>
                    <a:pt x="116" y="251"/>
                  </a:lnTo>
                  <a:lnTo>
                    <a:pt x="108" y="249"/>
                  </a:lnTo>
                  <a:lnTo>
                    <a:pt x="105" y="249"/>
                  </a:lnTo>
                  <a:lnTo>
                    <a:pt x="102" y="248"/>
                  </a:lnTo>
                  <a:lnTo>
                    <a:pt x="102" y="248"/>
                  </a:lnTo>
                  <a:lnTo>
                    <a:pt x="94" y="242"/>
                  </a:lnTo>
                  <a:lnTo>
                    <a:pt x="86" y="236"/>
                  </a:lnTo>
                  <a:lnTo>
                    <a:pt x="86" y="236"/>
                  </a:lnTo>
                  <a:lnTo>
                    <a:pt x="85" y="232"/>
                  </a:lnTo>
                  <a:lnTo>
                    <a:pt x="79" y="231"/>
                  </a:lnTo>
                  <a:lnTo>
                    <a:pt x="79" y="231"/>
                  </a:lnTo>
                  <a:lnTo>
                    <a:pt x="68" y="228"/>
                  </a:lnTo>
                  <a:lnTo>
                    <a:pt x="63" y="226"/>
                  </a:lnTo>
                  <a:lnTo>
                    <a:pt x="63" y="226"/>
                  </a:lnTo>
                  <a:lnTo>
                    <a:pt x="62" y="226"/>
                  </a:lnTo>
                  <a:lnTo>
                    <a:pt x="62" y="197"/>
                  </a:lnTo>
                  <a:lnTo>
                    <a:pt x="62" y="197"/>
                  </a:lnTo>
                  <a:lnTo>
                    <a:pt x="63" y="194"/>
                  </a:lnTo>
                  <a:lnTo>
                    <a:pt x="65" y="191"/>
                  </a:lnTo>
                  <a:lnTo>
                    <a:pt x="68" y="188"/>
                  </a:lnTo>
                  <a:lnTo>
                    <a:pt x="72" y="188"/>
                  </a:lnTo>
                  <a:lnTo>
                    <a:pt x="188" y="188"/>
                  </a:lnTo>
                  <a:lnTo>
                    <a:pt x="188" y="188"/>
                  </a:lnTo>
                  <a:lnTo>
                    <a:pt x="193" y="189"/>
                  </a:lnTo>
                  <a:lnTo>
                    <a:pt x="196" y="191"/>
                  </a:lnTo>
                  <a:lnTo>
                    <a:pt x="199" y="194"/>
                  </a:lnTo>
                  <a:lnTo>
                    <a:pt x="199" y="199"/>
                  </a:lnTo>
                  <a:lnTo>
                    <a:pt x="199" y="252"/>
                  </a:lnTo>
                  <a:lnTo>
                    <a:pt x="199" y="252"/>
                  </a:lnTo>
                  <a:lnTo>
                    <a:pt x="188" y="254"/>
                  </a:lnTo>
                  <a:lnTo>
                    <a:pt x="188" y="254"/>
                  </a:lnTo>
                  <a:lnTo>
                    <a:pt x="177" y="254"/>
                  </a:lnTo>
                  <a:lnTo>
                    <a:pt x="168" y="252"/>
                  </a:lnTo>
                  <a:lnTo>
                    <a:pt x="168" y="252"/>
                  </a:lnTo>
                  <a:lnTo>
                    <a:pt x="151" y="252"/>
                  </a:lnTo>
                  <a:lnTo>
                    <a:pt x="134" y="251"/>
                  </a:lnTo>
                  <a:lnTo>
                    <a:pt x="134" y="251"/>
                  </a:lnTo>
                  <a:lnTo>
                    <a:pt x="139" y="265"/>
                  </a:lnTo>
                  <a:lnTo>
                    <a:pt x="139" y="265"/>
                  </a:lnTo>
                  <a:lnTo>
                    <a:pt x="143" y="286"/>
                  </a:lnTo>
                  <a:lnTo>
                    <a:pt x="143" y="286"/>
                  </a:lnTo>
                  <a:lnTo>
                    <a:pt x="143" y="293"/>
                  </a:lnTo>
                  <a:lnTo>
                    <a:pt x="143" y="293"/>
                  </a:lnTo>
                  <a:lnTo>
                    <a:pt x="143" y="293"/>
                  </a:lnTo>
                  <a:lnTo>
                    <a:pt x="143" y="293"/>
                  </a:lnTo>
                  <a:lnTo>
                    <a:pt x="142" y="293"/>
                  </a:lnTo>
                  <a:lnTo>
                    <a:pt x="140" y="291"/>
                  </a:lnTo>
                  <a:lnTo>
                    <a:pt x="140" y="291"/>
                  </a:lnTo>
                  <a:lnTo>
                    <a:pt x="140" y="294"/>
                  </a:lnTo>
                  <a:lnTo>
                    <a:pt x="140" y="294"/>
                  </a:lnTo>
                  <a:lnTo>
                    <a:pt x="140" y="297"/>
                  </a:lnTo>
                  <a:lnTo>
                    <a:pt x="140" y="297"/>
                  </a:lnTo>
                  <a:lnTo>
                    <a:pt x="142" y="302"/>
                  </a:lnTo>
                  <a:lnTo>
                    <a:pt x="142" y="302"/>
                  </a:lnTo>
                  <a:lnTo>
                    <a:pt x="143" y="308"/>
                  </a:lnTo>
                  <a:lnTo>
                    <a:pt x="145" y="311"/>
                  </a:lnTo>
                  <a:lnTo>
                    <a:pt x="146" y="313"/>
                  </a:lnTo>
                  <a:lnTo>
                    <a:pt x="146" y="313"/>
                  </a:lnTo>
                  <a:lnTo>
                    <a:pt x="146" y="313"/>
                  </a:lnTo>
                  <a:lnTo>
                    <a:pt x="146" y="313"/>
                  </a:lnTo>
                  <a:lnTo>
                    <a:pt x="146" y="313"/>
                  </a:lnTo>
                  <a:lnTo>
                    <a:pt x="146" y="313"/>
                  </a:lnTo>
                  <a:lnTo>
                    <a:pt x="146" y="317"/>
                  </a:lnTo>
                  <a:lnTo>
                    <a:pt x="146" y="317"/>
                  </a:lnTo>
                  <a:lnTo>
                    <a:pt x="146" y="320"/>
                  </a:lnTo>
                  <a:lnTo>
                    <a:pt x="146" y="322"/>
                  </a:lnTo>
                  <a:lnTo>
                    <a:pt x="146" y="322"/>
                  </a:lnTo>
                  <a:lnTo>
                    <a:pt x="145" y="326"/>
                  </a:lnTo>
                  <a:lnTo>
                    <a:pt x="145" y="326"/>
                  </a:lnTo>
                  <a:lnTo>
                    <a:pt x="153" y="326"/>
                  </a:lnTo>
                  <a:lnTo>
                    <a:pt x="153" y="326"/>
                  </a:lnTo>
                  <a:lnTo>
                    <a:pt x="160" y="326"/>
                  </a:lnTo>
                  <a:lnTo>
                    <a:pt x="166" y="330"/>
                  </a:lnTo>
                  <a:lnTo>
                    <a:pt x="166" y="330"/>
                  </a:lnTo>
                  <a:lnTo>
                    <a:pt x="170" y="331"/>
                  </a:lnTo>
                  <a:lnTo>
                    <a:pt x="173" y="333"/>
                  </a:lnTo>
                  <a:lnTo>
                    <a:pt x="183" y="333"/>
                  </a:lnTo>
                  <a:lnTo>
                    <a:pt x="183" y="333"/>
                  </a:lnTo>
                  <a:lnTo>
                    <a:pt x="197" y="334"/>
                  </a:lnTo>
                  <a:lnTo>
                    <a:pt x="197" y="359"/>
                  </a:lnTo>
                  <a:close/>
                  <a:moveTo>
                    <a:pt x="63" y="280"/>
                  </a:moveTo>
                  <a:lnTo>
                    <a:pt x="63" y="280"/>
                  </a:lnTo>
                  <a:lnTo>
                    <a:pt x="75" y="283"/>
                  </a:lnTo>
                  <a:lnTo>
                    <a:pt x="85" y="286"/>
                  </a:lnTo>
                  <a:lnTo>
                    <a:pt x="85" y="286"/>
                  </a:lnTo>
                  <a:lnTo>
                    <a:pt x="75" y="283"/>
                  </a:lnTo>
                  <a:lnTo>
                    <a:pt x="63" y="280"/>
                  </a:lnTo>
                  <a:lnTo>
                    <a:pt x="63" y="280"/>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89" name="Freeform 50"/>
            <p:cNvSpPr/>
            <p:nvPr/>
          </p:nvSpPr>
          <p:spPr bwMode="auto">
            <a:xfrm>
              <a:off x="6389688" y="2125663"/>
              <a:ext cx="100013" cy="131762"/>
            </a:xfrm>
            <a:custGeom>
              <a:avLst/>
              <a:gdLst>
                <a:gd name="T0" fmla="*/ 61 w 63"/>
                <a:gd name="T1" fmla="*/ 7 h 83"/>
                <a:gd name="T2" fmla="*/ 61 w 63"/>
                <a:gd name="T3" fmla="*/ 7 h 83"/>
                <a:gd name="T4" fmla="*/ 60 w 63"/>
                <a:gd name="T5" fmla="*/ 10 h 83"/>
                <a:gd name="T6" fmla="*/ 57 w 63"/>
                <a:gd name="T7" fmla="*/ 17 h 83"/>
                <a:gd name="T8" fmla="*/ 51 w 63"/>
                <a:gd name="T9" fmla="*/ 21 h 83"/>
                <a:gd name="T10" fmla="*/ 46 w 63"/>
                <a:gd name="T11" fmla="*/ 23 h 83"/>
                <a:gd name="T12" fmla="*/ 41 w 63"/>
                <a:gd name="T13" fmla="*/ 24 h 83"/>
                <a:gd name="T14" fmla="*/ 41 w 63"/>
                <a:gd name="T15" fmla="*/ 24 h 83"/>
                <a:gd name="T16" fmla="*/ 35 w 63"/>
                <a:gd name="T17" fmla="*/ 23 h 83"/>
                <a:gd name="T18" fmla="*/ 29 w 63"/>
                <a:gd name="T19" fmla="*/ 21 h 83"/>
                <a:gd name="T20" fmla="*/ 17 w 63"/>
                <a:gd name="T21" fmla="*/ 15 h 83"/>
                <a:gd name="T22" fmla="*/ 6 w 63"/>
                <a:gd name="T23" fmla="*/ 7 h 83"/>
                <a:gd name="T24" fmla="*/ 4 w 63"/>
                <a:gd name="T25" fmla="*/ 3 h 83"/>
                <a:gd name="T26" fmla="*/ 3 w 63"/>
                <a:gd name="T27" fmla="*/ 0 h 83"/>
                <a:gd name="T28" fmla="*/ 3 w 63"/>
                <a:gd name="T29" fmla="*/ 0 h 83"/>
                <a:gd name="T30" fmla="*/ 0 w 63"/>
                <a:gd name="T31" fmla="*/ 1 h 83"/>
                <a:gd name="T32" fmla="*/ 0 w 63"/>
                <a:gd name="T33" fmla="*/ 4 h 83"/>
                <a:gd name="T34" fmla="*/ 1 w 63"/>
                <a:gd name="T35" fmla="*/ 10 h 83"/>
                <a:gd name="T36" fmla="*/ 1 w 63"/>
                <a:gd name="T37" fmla="*/ 10 h 83"/>
                <a:gd name="T38" fmla="*/ 4 w 63"/>
                <a:gd name="T39" fmla="*/ 15 h 83"/>
                <a:gd name="T40" fmla="*/ 7 w 63"/>
                <a:gd name="T41" fmla="*/ 20 h 83"/>
                <a:gd name="T42" fmla="*/ 10 w 63"/>
                <a:gd name="T43" fmla="*/ 24 h 83"/>
                <a:gd name="T44" fmla="*/ 14 w 63"/>
                <a:gd name="T45" fmla="*/ 32 h 83"/>
                <a:gd name="T46" fmla="*/ 14 w 63"/>
                <a:gd name="T47" fmla="*/ 32 h 83"/>
                <a:gd name="T48" fmla="*/ 27 w 63"/>
                <a:gd name="T49" fmla="*/ 83 h 83"/>
                <a:gd name="T50" fmla="*/ 27 w 63"/>
                <a:gd name="T51" fmla="*/ 83 h 83"/>
                <a:gd name="T52" fmla="*/ 37 w 63"/>
                <a:gd name="T53" fmla="*/ 64 h 83"/>
                <a:gd name="T54" fmla="*/ 49 w 63"/>
                <a:gd name="T55" fmla="*/ 41 h 83"/>
                <a:gd name="T56" fmla="*/ 49 w 63"/>
                <a:gd name="T57" fmla="*/ 41 h 83"/>
                <a:gd name="T58" fmla="*/ 58 w 63"/>
                <a:gd name="T59" fmla="*/ 23 h 83"/>
                <a:gd name="T60" fmla="*/ 61 w 63"/>
                <a:gd name="T61" fmla="*/ 13 h 83"/>
                <a:gd name="T62" fmla="*/ 63 w 63"/>
                <a:gd name="T63" fmla="*/ 10 h 83"/>
                <a:gd name="T64" fmla="*/ 61 w 63"/>
                <a:gd name="T65" fmla="*/ 7 h 83"/>
                <a:gd name="T66" fmla="*/ 61 w 63"/>
                <a:gd name="T67" fmla="*/ 7 h 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3" h="83">
                  <a:moveTo>
                    <a:pt x="61" y="7"/>
                  </a:moveTo>
                  <a:lnTo>
                    <a:pt x="61" y="7"/>
                  </a:lnTo>
                  <a:lnTo>
                    <a:pt x="60" y="10"/>
                  </a:lnTo>
                  <a:lnTo>
                    <a:pt x="57" y="17"/>
                  </a:lnTo>
                  <a:lnTo>
                    <a:pt x="51" y="21"/>
                  </a:lnTo>
                  <a:lnTo>
                    <a:pt x="46" y="23"/>
                  </a:lnTo>
                  <a:lnTo>
                    <a:pt x="41" y="24"/>
                  </a:lnTo>
                  <a:lnTo>
                    <a:pt x="41" y="24"/>
                  </a:lnTo>
                  <a:lnTo>
                    <a:pt x="35" y="23"/>
                  </a:lnTo>
                  <a:lnTo>
                    <a:pt x="29" y="21"/>
                  </a:lnTo>
                  <a:lnTo>
                    <a:pt x="17" y="15"/>
                  </a:lnTo>
                  <a:lnTo>
                    <a:pt x="6" y="7"/>
                  </a:lnTo>
                  <a:lnTo>
                    <a:pt x="4" y="3"/>
                  </a:lnTo>
                  <a:lnTo>
                    <a:pt x="3" y="0"/>
                  </a:lnTo>
                  <a:lnTo>
                    <a:pt x="3" y="0"/>
                  </a:lnTo>
                  <a:lnTo>
                    <a:pt x="0" y="1"/>
                  </a:lnTo>
                  <a:lnTo>
                    <a:pt x="0" y="4"/>
                  </a:lnTo>
                  <a:lnTo>
                    <a:pt x="1" y="10"/>
                  </a:lnTo>
                  <a:lnTo>
                    <a:pt x="1" y="10"/>
                  </a:lnTo>
                  <a:lnTo>
                    <a:pt x="4" y="15"/>
                  </a:lnTo>
                  <a:lnTo>
                    <a:pt x="7" y="20"/>
                  </a:lnTo>
                  <a:lnTo>
                    <a:pt x="10" y="24"/>
                  </a:lnTo>
                  <a:lnTo>
                    <a:pt x="14" y="32"/>
                  </a:lnTo>
                  <a:lnTo>
                    <a:pt x="14" y="32"/>
                  </a:lnTo>
                  <a:lnTo>
                    <a:pt x="27" y="83"/>
                  </a:lnTo>
                  <a:lnTo>
                    <a:pt x="27" y="83"/>
                  </a:lnTo>
                  <a:lnTo>
                    <a:pt x="37" y="64"/>
                  </a:lnTo>
                  <a:lnTo>
                    <a:pt x="49" y="41"/>
                  </a:lnTo>
                  <a:lnTo>
                    <a:pt x="49" y="41"/>
                  </a:lnTo>
                  <a:lnTo>
                    <a:pt x="58" y="23"/>
                  </a:lnTo>
                  <a:lnTo>
                    <a:pt x="61" y="13"/>
                  </a:lnTo>
                  <a:lnTo>
                    <a:pt x="63" y="10"/>
                  </a:lnTo>
                  <a:lnTo>
                    <a:pt x="61" y="7"/>
                  </a:lnTo>
                  <a:lnTo>
                    <a:pt x="61" y="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90" name="Freeform 51"/>
            <p:cNvSpPr/>
            <p:nvPr/>
          </p:nvSpPr>
          <p:spPr bwMode="auto">
            <a:xfrm>
              <a:off x="6432551" y="2166938"/>
              <a:ext cx="25400" cy="60325"/>
            </a:xfrm>
            <a:custGeom>
              <a:avLst/>
              <a:gdLst>
                <a:gd name="T0" fmla="*/ 10 w 16"/>
                <a:gd name="T1" fmla="*/ 1 h 38"/>
                <a:gd name="T2" fmla="*/ 10 w 16"/>
                <a:gd name="T3" fmla="*/ 1 h 38"/>
                <a:gd name="T4" fmla="*/ 7 w 16"/>
                <a:gd name="T5" fmla="*/ 0 h 38"/>
                <a:gd name="T6" fmla="*/ 5 w 16"/>
                <a:gd name="T7" fmla="*/ 0 h 38"/>
                <a:gd name="T8" fmla="*/ 2 w 16"/>
                <a:gd name="T9" fmla="*/ 3 h 38"/>
                <a:gd name="T10" fmla="*/ 0 w 16"/>
                <a:gd name="T11" fmla="*/ 8 h 38"/>
                <a:gd name="T12" fmla="*/ 2 w 16"/>
                <a:gd name="T13" fmla="*/ 11 h 38"/>
                <a:gd name="T14" fmla="*/ 2 w 16"/>
                <a:gd name="T15" fmla="*/ 11 h 38"/>
                <a:gd name="T16" fmla="*/ 5 w 16"/>
                <a:gd name="T17" fmla="*/ 14 h 38"/>
                <a:gd name="T18" fmla="*/ 5 w 16"/>
                <a:gd name="T19" fmla="*/ 14 h 38"/>
                <a:gd name="T20" fmla="*/ 3 w 16"/>
                <a:gd name="T21" fmla="*/ 21 h 38"/>
                <a:gd name="T22" fmla="*/ 3 w 16"/>
                <a:gd name="T23" fmla="*/ 29 h 38"/>
                <a:gd name="T24" fmla="*/ 3 w 16"/>
                <a:gd name="T25" fmla="*/ 38 h 38"/>
                <a:gd name="T26" fmla="*/ 13 w 16"/>
                <a:gd name="T27" fmla="*/ 38 h 38"/>
                <a:gd name="T28" fmla="*/ 13 w 16"/>
                <a:gd name="T29" fmla="*/ 38 h 38"/>
                <a:gd name="T30" fmla="*/ 14 w 16"/>
                <a:gd name="T31" fmla="*/ 21 h 38"/>
                <a:gd name="T32" fmla="*/ 13 w 16"/>
                <a:gd name="T33" fmla="*/ 12 h 38"/>
                <a:gd name="T34" fmla="*/ 13 w 16"/>
                <a:gd name="T35" fmla="*/ 12 h 38"/>
                <a:gd name="T36" fmla="*/ 14 w 16"/>
                <a:gd name="T37" fmla="*/ 11 h 38"/>
                <a:gd name="T38" fmla="*/ 14 w 16"/>
                <a:gd name="T39" fmla="*/ 11 h 38"/>
                <a:gd name="T40" fmla="*/ 16 w 16"/>
                <a:gd name="T41" fmla="*/ 6 h 38"/>
                <a:gd name="T42" fmla="*/ 14 w 16"/>
                <a:gd name="T43" fmla="*/ 4 h 38"/>
                <a:gd name="T44" fmla="*/ 10 w 16"/>
                <a:gd name="T45" fmla="*/ 1 h 38"/>
                <a:gd name="T46" fmla="*/ 10 w 16"/>
                <a:gd name="T47" fmla="*/ 1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6" h="38">
                  <a:moveTo>
                    <a:pt x="10" y="1"/>
                  </a:moveTo>
                  <a:lnTo>
                    <a:pt x="10" y="1"/>
                  </a:lnTo>
                  <a:lnTo>
                    <a:pt x="7" y="0"/>
                  </a:lnTo>
                  <a:lnTo>
                    <a:pt x="5" y="0"/>
                  </a:lnTo>
                  <a:lnTo>
                    <a:pt x="2" y="3"/>
                  </a:lnTo>
                  <a:lnTo>
                    <a:pt x="0" y="8"/>
                  </a:lnTo>
                  <a:lnTo>
                    <a:pt x="2" y="11"/>
                  </a:lnTo>
                  <a:lnTo>
                    <a:pt x="2" y="11"/>
                  </a:lnTo>
                  <a:lnTo>
                    <a:pt x="5" y="14"/>
                  </a:lnTo>
                  <a:lnTo>
                    <a:pt x="5" y="14"/>
                  </a:lnTo>
                  <a:lnTo>
                    <a:pt x="3" y="21"/>
                  </a:lnTo>
                  <a:lnTo>
                    <a:pt x="3" y="29"/>
                  </a:lnTo>
                  <a:lnTo>
                    <a:pt x="3" y="38"/>
                  </a:lnTo>
                  <a:lnTo>
                    <a:pt x="13" y="38"/>
                  </a:lnTo>
                  <a:lnTo>
                    <a:pt x="13" y="38"/>
                  </a:lnTo>
                  <a:lnTo>
                    <a:pt x="14" y="21"/>
                  </a:lnTo>
                  <a:lnTo>
                    <a:pt x="13" y="12"/>
                  </a:lnTo>
                  <a:lnTo>
                    <a:pt x="13" y="12"/>
                  </a:lnTo>
                  <a:lnTo>
                    <a:pt x="14" y="11"/>
                  </a:lnTo>
                  <a:lnTo>
                    <a:pt x="14" y="11"/>
                  </a:lnTo>
                  <a:lnTo>
                    <a:pt x="16" y="6"/>
                  </a:lnTo>
                  <a:lnTo>
                    <a:pt x="14" y="4"/>
                  </a:lnTo>
                  <a:lnTo>
                    <a:pt x="10" y="1"/>
                  </a:lnTo>
                  <a:lnTo>
                    <a:pt x="10" y="1"/>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91" name="Freeform 52"/>
            <p:cNvSpPr/>
            <p:nvPr/>
          </p:nvSpPr>
          <p:spPr bwMode="auto">
            <a:xfrm>
              <a:off x="6454776" y="2451100"/>
              <a:ext cx="0" cy="0"/>
            </a:xfrm>
            <a:custGeom>
              <a:avLst/>
              <a:gdLst/>
              <a:ahLst/>
              <a:cxnLst>
                <a:cxn ang="0">
                  <a:pos x="0" y="0"/>
                </a:cxn>
                <a:cxn ang="0">
                  <a:pos x="0" y="0"/>
                </a:cxn>
                <a:cxn ang="0">
                  <a:pos x="0" y="0"/>
                </a:cxn>
                <a:cxn ang="0">
                  <a:pos x="0" y="0"/>
                </a:cxn>
                <a:cxn ang="0">
                  <a:pos x="0" y="0"/>
                </a:cxn>
                <a:cxn ang="0">
                  <a:pos x="0" y="0"/>
                </a:cxn>
                <a:cxn ang="0">
                  <a:pos x="0" y="0"/>
                </a:cxn>
                <a:cxn ang="0">
                  <a:pos x="0" y="0"/>
                </a:cxn>
              </a:cxnLst>
              <a:rect l="0" t="0" r="r" b="b"/>
              <a:pathLst>
                <a:path>
                  <a:moveTo>
                    <a:pt x="0" y="0"/>
                  </a:moveTo>
                  <a:lnTo>
                    <a:pt x="0" y="0"/>
                  </a:lnTo>
                  <a:lnTo>
                    <a:pt x="0" y="0"/>
                  </a:lnTo>
                  <a:lnTo>
                    <a:pt x="0" y="0"/>
                  </a:lnTo>
                  <a:lnTo>
                    <a:pt x="0" y="0"/>
                  </a:lnTo>
                  <a:lnTo>
                    <a:pt x="0" y="0"/>
                  </a:lnTo>
                  <a:lnTo>
                    <a:pt x="0"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92" name="Freeform 53"/>
            <p:cNvSpPr>
              <a:spLocks noEditPoints="1"/>
            </p:cNvSpPr>
            <p:nvPr/>
          </p:nvSpPr>
          <p:spPr bwMode="auto">
            <a:xfrm>
              <a:off x="6354763" y="2220913"/>
              <a:ext cx="220663" cy="288925"/>
            </a:xfrm>
            <a:custGeom>
              <a:avLst/>
              <a:gdLst>
                <a:gd name="T0" fmla="*/ 43 w 139"/>
                <a:gd name="T1" fmla="*/ 101 h 182"/>
                <a:gd name="T2" fmla="*/ 60 w 139"/>
                <a:gd name="T3" fmla="*/ 105 h 182"/>
                <a:gd name="T4" fmla="*/ 62 w 139"/>
                <a:gd name="T5" fmla="*/ 105 h 182"/>
                <a:gd name="T6" fmla="*/ 65 w 139"/>
                <a:gd name="T7" fmla="*/ 105 h 182"/>
                <a:gd name="T8" fmla="*/ 71 w 139"/>
                <a:gd name="T9" fmla="*/ 106 h 182"/>
                <a:gd name="T10" fmla="*/ 71 w 139"/>
                <a:gd name="T11" fmla="*/ 106 h 182"/>
                <a:gd name="T12" fmla="*/ 77 w 139"/>
                <a:gd name="T13" fmla="*/ 106 h 182"/>
                <a:gd name="T14" fmla="*/ 80 w 139"/>
                <a:gd name="T15" fmla="*/ 106 h 182"/>
                <a:gd name="T16" fmla="*/ 83 w 139"/>
                <a:gd name="T17" fmla="*/ 105 h 182"/>
                <a:gd name="T18" fmla="*/ 83 w 139"/>
                <a:gd name="T19" fmla="*/ 105 h 182"/>
                <a:gd name="T20" fmla="*/ 65 w 139"/>
                <a:gd name="T21" fmla="*/ 98 h 182"/>
                <a:gd name="T22" fmla="*/ 65 w 139"/>
                <a:gd name="T23" fmla="*/ 95 h 182"/>
                <a:gd name="T24" fmla="*/ 63 w 139"/>
                <a:gd name="T25" fmla="*/ 95 h 182"/>
                <a:gd name="T26" fmla="*/ 51 w 139"/>
                <a:gd name="T27" fmla="*/ 92 h 182"/>
                <a:gd name="T28" fmla="*/ 40 w 139"/>
                <a:gd name="T29" fmla="*/ 94 h 182"/>
                <a:gd name="T30" fmla="*/ 26 w 139"/>
                <a:gd name="T31" fmla="*/ 98 h 182"/>
                <a:gd name="T32" fmla="*/ 32 w 139"/>
                <a:gd name="T33" fmla="*/ 100 h 182"/>
                <a:gd name="T34" fmla="*/ 37 w 139"/>
                <a:gd name="T35" fmla="*/ 100 h 182"/>
                <a:gd name="T36" fmla="*/ 43 w 139"/>
                <a:gd name="T37" fmla="*/ 101 h 182"/>
                <a:gd name="T38" fmla="*/ 106 w 139"/>
                <a:gd name="T39" fmla="*/ 142 h 182"/>
                <a:gd name="T40" fmla="*/ 93 w 139"/>
                <a:gd name="T41" fmla="*/ 138 h 182"/>
                <a:gd name="T42" fmla="*/ 85 w 139"/>
                <a:gd name="T43" fmla="*/ 138 h 182"/>
                <a:gd name="T44" fmla="*/ 85 w 139"/>
                <a:gd name="T45" fmla="*/ 138 h 182"/>
                <a:gd name="T46" fmla="*/ 83 w 139"/>
                <a:gd name="T47" fmla="*/ 138 h 182"/>
                <a:gd name="T48" fmla="*/ 76 w 139"/>
                <a:gd name="T49" fmla="*/ 143 h 182"/>
                <a:gd name="T50" fmla="*/ 63 w 139"/>
                <a:gd name="T51" fmla="*/ 145 h 182"/>
                <a:gd name="T52" fmla="*/ 63 w 139"/>
                <a:gd name="T53" fmla="*/ 145 h 182"/>
                <a:gd name="T54" fmla="*/ 60 w 139"/>
                <a:gd name="T55" fmla="*/ 155 h 182"/>
                <a:gd name="T56" fmla="*/ 0 w 139"/>
                <a:gd name="T57" fmla="*/ 171 h 182"/>
                <a:gd name="T58" fmla="*/ 2 w 139"/>
                <a:gd name="T59" fmla="*/ 174 h 182"/>
                <a:gd name="T60" fmla="*/ 6 w 139"/>
                <a:gd name="T61" fmla="*/ 180 h 182"/>
                <a:gd name="T62" fmla="*/ 126 w 139"/>
                <a:gd name="T63" fmla="*/ 182 h 182"/>
                <a:gd name="T64" fmla="*/ 131 w 139"/>
                <a:gd name="T65" fmla="*/ 180 h 182"/>
                <a:gd name="T66" fmla="*/ 137 w 139"/>
                <a:gd name="T67" fmla="*/ 175 h 182"/>
                <a:gd name="T68" fmla="*/ 137 w 139"/>
                <a:gd name="T69" fmla="*/ 146 h 182"/>
                <a:gd name="T70" fmla="*/ 123 w 139"/>
                <a:gd name="T71" fmla="*/ 145 h 182"/>
                <a:gd name="T72" fmla="*/ 113 w 139"/>
                <a:gd name="T73" fmla="*/ 145 h 182"/>
                <a:gd name="T74" fmla="*/ 106 w 139"/>
                <a:gd name="T75" fmla="*/ 142 h 182"/>
                <a:gd name="T76" fmla="*/ 128 w 139"/>
                <a:gd name="T77" fmla="*/ 0 h 182"/>
                <a:gd name="T78" fmla="*/ 12 w 139"/>
                <a:gd name="T79" fmla="*/ 0 h 182"/>
                <a:gd name="T80" fmla="*/ 5 w 139"/>
                <a:gd name="T81" fmla="*/ 3 h 182"/>
                <a:gd name="T82" fmla="*/ 2 w 139"/>
                <a:gd name="T83" fmla="*/ 9 h 182"/>
                <a:gd name="T84" fmla="*/ 2 w 139"/>
                <a:gd name="T85" fmla="*/ 38 h 182"/>
                <a:gd name="T86" fmla="*/ 3 w 139"/>
                <a:gd name="T87" fmla="*/ 38 h 182"/>
                <a:gd name="T88" fmla="*/ 19 w 139"/>
                <a:gd name="T89" fmla="*/ 43 h 182"/>
                <a:gd name="T90" fmla="*/ 25 w 139"/>
                <a:gd name="T91" fmla="*/ 44 h 182"/>
                <a:gd name="T92" fmla="*/ 26 w 139"/>
                <a:gd name="T93" fmla="*/ 48 h 182"/>
                <a:gd name="T94" fmla="*/ 42 w 139"/>
                <a:gd name="T95" fmla="*/ 60 h 182"/>
                <a:gd name="T96" fmla="*/ 45 w 139"/>
                <a:gd name="T97" fmla="*/ 61 h 182"/>
                <a:gd name="T98" fmla="*/ 56 w 139"/>
                <a:gd name="T99" fmla="*/ 63 h 182"/>
                <a:gd name="T100" fmla="*/ 62 w 139"/>
                <a:gd name="T101" fmla="*/ 63 h 182"/>
                <a:gd name="T102" fmla="*/ 65 w 139"/>
                <a:gd name="T103" fmla="*/ 64 h 182"/>
                <a:gd name="T104" fmla="*/ 69 w 139"/>
                <a:gd name="T105" fmla="*/ 63 h 182"/>
                <a:gd name="T106" fmla="*/ 74 w 139"/>
                <a:gd name="T107" fmla="*/ 63 h 182"/>
                <a:gd name="T108" fmla="*/ 91 w 139"/>
                <a:gd name="T109" fmla="*/ 64 h 182"/>
                <a:gd name="T110" fmla="*/ 108 w 139"/>
                <a:gd name="T111" fmla="*/ 64 h 182"/>
                <a:gd name="T112" fmla="*/ 128 w 139"/>
                <a:gd name="T113" fmla="*/ 66 h 182"/>
                <a:gd name="T114" fmla="*/ 139 w 139"/>
                <a:gd name="T115" fmla="*/ 64 h 182"/>
                <a:gd name="T116" fmla="*/ 139 w 139"/>
                <a:gd name="T117" fmla="*/ 11 h 182"/>
                <a:gd name="T118" fmla="*/ 136 w 139"/>
                <a:gd name="T119" fmla="*/ 3 h 182"/>
                <a:gd name="T120" fmla="*/ 128 w 139"/>
                <a:gd name="T121" fmla="*/ 0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39" h="182">
                  <a:moveTo>
                    <a:pt x="43" y="101"/>
                  </a:moveTo>
                  <a:lnTo>
                    <a:pt x="43" y="101"/>
                  </a:lnTo>
                  <a:lnTo>
                    <a:pt x="49" y="103"/>
                  </a:lnTo>
                  <a:lnTo>
                    <a:pt x="60" y="105"/>
                  </a:lnTo>
                  <a:lnTo>
                    <a:pt x="60" y="105"/>
                  </a:lnTo>
                  <a:lnTo>
                    <a:pt x="62" y="105"/>
                  </a:lnTo>
                  <a:lnTo>
                    <a:pt x="62" y="105"/>
                  </a:lnTo>
                  <a:lnTo>
                    <a:pt x="65" y="105"/>
                  </a:lnTo>
                  <a:lnTo>
                    <a:pt x="65" y="105"/>
                  </a:lnTo>
                  <a:lnTo>
                    <a:pt x="71" y="106"/>
                  </a:lnTo>
                  <a:lnTo>
                    <a:pt x="71" y="106"/>
                  </a:lnTo>
                  <a:lnTo>
                    <a:pt x="71" y="106"/>
                  </a:lnTo>
                  <a:lnTo>
                    <a:pt x="71" y="106"/>
                  </a:lnTo>
                  <a:lnTo>
                    <a:pt x="77" y="106"/>
                  </a:lnTo>
                  <a:lnTo>
                    <a:pt x="77" y="106"/>
                  </a:lnTo>
                  <a:lnTo>
                    <a:pt x="80" y="106"/>
                  </a:lnTo>
                  <a:lnTo>
                    <a:pt x="80" y="106"/>
                  </a:lnTo>
                  <a:lnTo>
                    <a:pt x="83" y="105"/>
                  </a:lnTo>
                  <a:lnTo>
                    <a:pt x="83" y="105"/>
                  </a:lnTo>
                  <a:lnTo>
                    <a:pt x="83" y="105"/>
                  </a:lnTo>
                  <a:lnTo>
                    <a:pt x="77" y="103"/>
                  </a:lnTo>
                  <a:lnTo>
                    <a:pt x="65" y="98"/>
                  </a:lnTo>
                  <a:lnTo>
                    <a:pt x="65" y="95"/>
                  </a:lnTo>
                  <a:lnTo>
                    <a:pt x="65" y="95"/>
                  </a:lnTo>
                  <a:lnTo>
                    <a:pt x="63" y="95"/>
                  </a:lnTo>
                  <a:lnTo>
                    <a:pt x="63" y="95"/>
                  </a:lnTo>
                  <a:lnTo>
                    <a:pt x="57" y="94"/>
                  </a:lnTo>
                  <a:lnTo>
                    <a:pt x="51" y="92"/>
                  </a:lnTo>
                  <a:lnTo>
                    <a:pt x="45" y="92"/>
                  </a:lnTo>
                  <a:lnTo>
                    <a:pt x="40" y="94"/>
                  </a:lnTo>
                  <a:lnTo>
                    <a:pt x="26" y="98"/>
                  </a:lnTo>
                  <a:lnTo>
                    <a:pt x="26" y="98"/>
                  </a:lnTo>
                  <a:lnTo>
                    <a:pt x="29" y="98"/>
                  </a:lnTo>
                  <a:lnTo>
                    <a:pt x="32" y="100"/>
                  </a:lnTo>
                  <a:lnTo>
                    <a:pt x="32" y="100"/>
                  </a:lnTo>
                  <a:lnTo>
                    <a:pt x="37" y="100"/>
                  </a:lnTo>
                  <a:lnTo>
                    <a:pt x="43" y="101"/>
                  </a:lnTo>
                  <a:lnTo>
                    <a:pt x="43" y="101"/>
                  </a:lnTo>
                  <a:close/>
                  <a:moveTo>
                    <a:pt x="106" y="142"/>
                  </a:moveTo>
                  <a:lnTo>
                    <a:pt x="106" y="142"/>
                  </a:lnTo>
                  <a:lnTo>
                    <a:pt x="100" y="138"/>
                  </a:lnTo>
                  <a:lnTo>
                    <a:pt x="93" y="138"/>
                  </a:lnTo>
                  <a:lnTo>
                    <a:pt x="93" y="138"/>
                  </a:lnTo>
                  <a:lnTo>
                    <a:pt x="85" y="138"/>
                  </a:lnTo>
                  <a:lnTo>
                    <a:pt x="85" y="138"/>
                  </a:lnTo>
                  <a:lnTo>
                    <a:pt x="85" y="138"/>
                  </a:lnTo>
                  <a:lnTo>
                    <a:pt x="85" y="138"/>
                  </a:lnTo>
                  <a:lnTo>
                    <a:pt x="83" y="138"/>
                  </a:lnTo>
                  <a:lnTo>
                    <a:pt x="82" y="142"/>
                  </a:lnTo>
                  <a:lnTo>
                    <a:pt x="76" y="143"/>
                  </a:lnTo>
                  <a:lnTo>
                    <a:pt x="63" y="145"/>
                  </a:lnTo>
                  <a:lnTo>
                    <a:pt x="63" y="145"/>
                  </a:lnTo>
                  <a:lnTo>
                    <a:pt x="63" y="145"/>
                  </a:lnTo>
                  <a:lnTo>
                    <a:pt x="63" y="145"/>
                  </a:lnTo>
                  <a:lnTo>
                    <a:pt x="63" y="145"/>
                  </a:lnTo>
                  <a:lnTo>
                    <a:pt x="60" y="155"/>
                  </a:lnTo>
                  <a:lnTo>
                    <a:pt x="0" y="143"/>
                  </a:lnTo>
                  <a:lnTo>
                    <a:pt x="0" y="171"/>
                  </a:lnTo>
                  <a:lnTo>
                    <a:pt x="0" y="171"/>
                  </a:lnTo>
                  <a:lnTo>
                    <a:pt x="2" y="174"/>
                  </a:lnTo>
                  <a:lnTo>
                    <a:pt x="3" y="177"/>
                  </a:lnTo>
                  <a:lnTo>
                    <a:pt x="6" y="180"/>
                  </a:lnTo>
                  <a:lnTo>
                    <a:pt x="11" y="180"/>
                  </a:lnTo>
                  <a:lnTo>
                    <a:pt x="126" y="182"/>
                  </a:lnTo>
                  <a:lnTo>
                    <a:pt x="126" y="182"/>
                  </a:lnTo>
                  <a:lnTo>
                    <a:pt x="131" y="180"/>
                  </a:lnTo>
                  <a:lnTo>
                    <a:pt x="134" y="179"/>
                  </a:lnTo>
                  <a:lnTo>
                    <a:pt x="137" y="175"/>
                  </a:lnTo>
                  <a:lnTo>
                    <a:pt x="137" y="171"/>
                  </a:lnTo>
                  <a:lnTo>
                    <a:pt x="137" y="146"/>
                  </a:lnTo>
                  <a:lnTo>
                    <a:pt x="137" y="146"/>
                  </a:lnTo>
                  <a:lnTo>
                    <a:pt x="123" y="145"/>
                  </a:lnTo>
                  <a:lnTo>
                    <a:pt x="123" y="145"/>
                  </a:lnTo>
                  <a:lnTo>
                    <a:pt x="113" y="145"/>
                  </a:lnTo>
                  <a:lnTo>
                    <a:pt x="110" y="143"/>
                  </a:lnTo>
                  <a:lnTo>
                    <a:pt x="106" y="142"/>
                  </a:lnTo>
                  <a:lnTo>
                    <a:pt x="106" y="142"/>
                  </a:lnTo>
                  <a:close/>
                  <a:moveTo>
                    <a:pt x="128" y="0"/>
                  </a:moveTo>
                  <a:lnTo>
                    <a:pt x="12" y="0"/>
                  </a:lnTo>
                  <a:lnTo>
                    <a:pt x="12" y="0"/>
                  </a:lnTo>
                  <a:lnTo>
                    <a:pt x="8" y="0"/>
                  </a:lnTo>
                  <a:lnTo>
                    <a:pt x="5" y="3"/>
                  </a:lnTo>
                  <a:lnTo>
                    <a:pt x="3" y="6"/>
                  </a:lnTo>
                  <a:lnTo>
                    <a:pt x="2" y="9"/>
                  </a:lnTo>
                  <a:lnTo>
                    <a:pt x="2" y="38"/>
                  </a:lnTo>
                  <a:lnTo>
                    <a:pt x="2" y="38"/>
                  </a:lnTo>
                  <a:lnTo>
                    <a:pt x="3" y="38"/>
                  </a:lnTo>
                  <a:lnTo>
                    <a:pt x="3" y="38"/>
                  </a:lnTo>
                  <a:lnTo>
                    <a:pt x="8" y="40"/>
                  </a:lnTo>
                  <a:lnTo>
                    <a:pt x="19" y="43"/>
                  </a:lnTo>
                  <a:lnTo>
                    <a:pt x="19" y="43"/>
                  </a:lnTo>
                  <a:lnTo>
                    <a:pt x="25" y="44"/>
                  </a:lnTo>
                  <a:lnTo>
                    <a:pt x="26" y="48"/>
                  </a:lnTo>
                  <a:lnTo>
                    <a:pt x="26" y="48"/>
                  </a:lnTo>
                  <a:lnTo>
                    <a:pt x="34" y="54"/>
                  </a:lnTo>
                  <a:lnTo>
                    <a:pt x="42" y="60"/>
                  </a:lnTo>
                  <a:lnTo>
                    <a:pt x="42" y="60"/>
                  </a:lnTo>
                  <a:lnTo>
                    <a:pt x="45" y="61"/>
                  </a:lnTo>
                  <a:lnTo>
                    <a:pt x="48" y="61"/>
                  </a:lnTo>
                  <a:lnTo>
                    <a:pt x="56" y="63"/>
                  </a:lnTo>
                  <a:lnTo>
                    <a:pt x="56" y="63"/>
                  </a:lnTo>
                  <a:lnTo>
                    <a:pt x="62" y="63"/>
                  </a:lnTo>
                  <a:lnTo>
                    <a:pt x="65" y="64"/>
                  </a:lnTo>
                  <a:lnTo>
                    <a:pt x="65" y="64"/>
                  </a:lnTo>
                  <a:lnTo>
                    <a:pt x="66" y="63"/>
                  </a:lnTo>
                  <a:lnTo>
                    <a:pt x="69" y="63"/>
                  </a:lnTo>
                  <a:lnTo>
                    <a:pt x="69" y="63"/>
                  </a:lnTo>
                  <a:lnTo>
                    <a:pt x="74" y="63"/>
                  </a:lnTo>
                  <a:lnTo>
                    <a:pt x="74" y="63"/>
                  </a:lnTo>
                  <a:lnTo>
                    <a:pt x="91" y="64"/>
                  </a:lnTo>
                  <a:lnTo>
                    <a:pt x="108" y="64"/>
                  </a:lnTo>
                  <a:lnTo>
                    <a:pt x="108" y="64"/>
                  </a:lnTo>
                  <a:lnTo>
                    <a:pt x="117" y="66"/>
                  </a:lnTo>
                  <a:lnTo>
                    <a:pt x="128" y="66"/>
                  </a:lnTo>
                  <a:lnTo>
                    <a:pt x="128" y="66"/>
                  </a:lnTo>
                  <a:lnTo>
                    <a:pt x="139" y="64"/>
                  </a:lnTo>
                  <a:lnTo>
                    <a:pt x="139" y="11"/>
                  </a:lnTo>
                  <a:lnTo>
                    <a:pt x="139" y="11"/>
                  </a:lnTo>
                  <a:lnTo>
                    <a:pt x="139" y="6"/>
                  </a:lnTo>
                  <a:lnTo>
                    <a:pt x="136" y="3"/>
                  </a:lnTo>
                  <a:lnTo>
                    <a:pt x="133" y="1"/>
                  </a:lnTo>
                  <a:lnTo>
                    <a:pt x="128" y="0"/>
                  </a:lnTo>
                  <a:lnTo>
                    <a:pt x="128" y="0"/>
                  </a:lnTo>
                  <a:close/>
                </a:path>
              </a:pathLst>
            </a:custGeom>
            <a:solidFill>
              <a:schemeClr val="bg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93" name="Freeform 54"/>
            <p:cNvSpPr/>
            <p:nvPr/>
          </p:nvSpPr>
          <p:spPr bwMode="auto">
            <a:xfrm>
              <a:off x="6454776" y="2389188"/>
              <a:ext cx="36513" cy="61912"/>
            </a:xfrm>
            <a:custGeom>
              <a:avLst/>
              <a:gdLst>
                <a:gd name="T0" fmla="*/ 23 w 23"/>
                <a:gd name="T1" fmla="*/ 23 h 39"/>
                <a:gd name="T2" fmla="*/ 23 w 23"/>
                <a:gd name="T3" fmla="*/ 23 h 39"/>
                <a:gd name="T4" fmla="*/ 23 w 23"/>
                <a:gd name="T5" fmla="*/ 19 h 39"/>
                <a:gd name="T6" fmla="*/ 23 w 23"/>
                <a:gd name="T7" fmla="*/ 19 h 39"/>
                <a:gd name="T8" fmla="*/ 23 w 23"/>
                <a:gd name="T9" fmla="*/ 19 h 39"/>
                <a:gd name="T10" fmla="*/ 23 w 23"/>
                <a:gd name="T11" fmla="*/ 12 h 39"/>
                <a:gd name="T12" fmla="*/ 23 w 23"/>
                <a:gd name="T13" fmla="*/ 12 h 39"/>
                <a:gd name="T14" fmla="*/ 20 w 23"/>
                <a:gd name="T15" fmla="*/ 12 h 39"/>
                <a:gd name="T16" fmla="*/ 19 w 23"/>
                <a:gd name="T17" fmla="*/ 8 h 39"/>
                <a:gd name="T18" fmla="*/ 19 w 23"/>
                <a:gd name="T19" fmla="*/ 8 h 39"/>
                <a:gd name="T20" fmla="*/ 17 w 23"/>
                <a:gd name="T21" fmla="*/ 3 h 39"/>
                <a:gd name="T22" fmla="*/ 17 w 23"/>
                <a:gd name="T23" fmla="*/ 3 h 39"/>
                <a:gd name="T24" fmla="*/ 17 w 23"/>
                <a:gd name="T25" fmla="*/ 0 h 39"/>
                <a:gd name="T26" fmla="*/ 17 w 23"/>
                <a:gd name="T27" fmla="*/ 0 h 39"/>
                <a:gd name="T28" fmla="*/ 17 w 23"/>
                <a:gd name="T29" fmla="*/ 0 h 39"/>
                <a:gd name="T30" fmla="*/ 17 w 23"/>
                <a:gd name="T31" fmla="*/ 0 h 39"/>
                <a:gd name="T32" fmla="*/ 16 w 23"/>
                <a:gd name="T33" fmla="*/ 0 h 39"/>
                <a:gd name="T34" fmla="*/ 16 w 23"/>
                <a:gd name="T35" fmla="*/ 0 h 39"/>
                <a:gd name="T36" fmla="*/ 14 w 23"/>
                <a:gd name="T37" fmla="*/ 0 h 39"/>
                <a:gd name="T38" fmla="*/ 14 w 23"/>
                <a:gd name="T39" fmla="*/ 0 h 39"/>
                <a:gd name="T40" fmla="*/ 8 w 23"/>
                <a:gd name="T41" fmla="*/ 0 h 39"/>
                <a:gd name="T42" fmla="*/ 8 w 23"/>
                <a:gd name="T43" fmla="*/ 0 h 39"/>
                <a:gd name="T44" fmla="*/ 8 w 23"/>
                <a:gd name="T45" fmla="*/ 0 h 39"/>
                <a:gd name="T46" fmla="*/ 8 w 23"/>
                <a:gd name="T47" fmla="*/ 0 h 39"/>
                <a:gd name="T48" fmla="*/ 8 w 23"/>
                <a:gd name="T49" fmla="*/ 3 h 39"/>
                <a:gd name="T50" fmla="*/ 8 w 23"/>
                <a:gd name="T51" fmla="*/ 3 h 39"/>
                <a:gd name="T52" fmla="*/ 6 w 23"/>
                <a:gd name="T53" fmla="*/ 9 h 39"/>
                <a:gd name="T54" fmla="*/ 6 w 23"/>
                <a:gd name="T55" fmla="*/ 9 h 39"/>
                <a:gd name="T56" fmla="*/ 3 w 23"/>
                <a:gd name="T57" fmla="*/ 26 h 39"/>
                <a:gd name="T58" fmla="*/ 0 w 23"/>
                <a:gd name="T59" fmla="*/ 37 h 39"/>
                <a:gd name="T60" fmla="*/ 0 w 23"/>
                <a:gd name="T61" fmla="*/ 37 h 39"/>
                <a:gd name="T62" fmla="*/ 0 w 23"/>
                <a:gd name="T63" fmla="*/ 39 h 39"/>
                <a:gd name="T64" fmla="*/ 0 w 23"/>
                <a:gd name="T65" fmla="*/ 39 h 39"/>
                <a:gd name="T66" fmla="*/ 13 w 23"/>
                <a:gd name="T67" fmla="*/ 37 h 39"/>
                <a:gd name="T68" fmla="*/ 19 w 23"/>
                <a:gd name="T69" fmla="*/ 36 h 39"/>
                <a:gd name="T70" fmla="*/ 20 w 23"/>
                <a:gd name="T71" fmla="*/ 32 h 39"/>
                <a:gd name="T72" fmla="*/ 22 w 23"/>
                <a:gd name="T73" fmla="*/ 32 h 39"/>
                <a:gd name="T74" fmla="*/ 22 w 23"/>
                <a:gd name="T75" fmla="*/ 32 h 39"/>
                <a:gd name="T76" fmla="*/ 22 w 23"/>
                <a:gd name="T77" fmla="*/ 32 h 39"/>
                <a:gd name="T78" fmla="*/ 22 w 23"/>
                <a:gd name="T79" fmla="*/ 32 h 39"/>
                <a:gd name="T80" fmla="*/ 23 w 23"/>
                <a:gd name="T81" fmla="*/ 28 h 39"/>
                <a:gd name="T82" fmla="*/ 23 w 23"/>
                <a:gd name="T83" fmla="*/ 28 h 39"/>
                <a:gd name="T84" fmla="*/ 23 w 23"/>
                <a:gd name="T85" fmla="*/ 26 h 39"/>
                <a:gd name="T86" fmla="*/ 23 w 23"/>
                <a:gd name="T87" fmla="*/ 23 h 39"/>
                <a:gd name="T88" fmla="*/ 23 w 23"/>
                <a:gd name="T89" fmla="*/ 23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3" h="39">
                  <a:moveTo>
                    <a:pt x="23" y="23"/>
                  </a:moveTo>
                  <a:lnTo>
                    <a:pt x="23" y="23"/>
                  </a:lnTo>
                  <a:lnTo>
                    <a:pt x="23" y="19"/>
                  </a:lnTo>
                  <a:lnTo>
                    <a:pt x="23" y="19"/>
                  </a:lnTo>
                  <a:lnTo>
                    <a:pt x="23" y="19"/>
                  </a:lnTo>
                  <a:lnTo>
                    <a:pt x="23" y="12"/>
                  </a:lnTo>
                  <a:lnTo>
                    <a:pt x="23" y="12"/>
                  </a:lnTo>
                  <a:lnTo>
                    <a:pt x="20" y="12"/>
                  </a:lnTo>
                  <a:lnTo>
                    <a:pt x="19" y="8"/>
                  </a:lnTo>
                  <a:lnTo>
                    <a:pt x="19" y="8"/>
                  </a:lnTo>
                  <a:lnTo>
                    <a:pt x="17" y="3"/>
                  </a:lnTo>
                  <a:lnTo>
                    <a:pt x="17" y="3"/>
                  </a:lnTo>
                  <a:lnTo>
                    <a:pt x="17" y="0"/>
                  </a:lnTo>
                  <a:lnTo>
                    <a:pt x="17" y="0"/>
                  </a:lnTo>
                  <a:lnTo>
                    <a:pt x="17" y="0"/>
                  </a:lnTo>
                  <a:lnTo>
                    <a:pt x="17" y="0"/>
                  </a:lnTo>
                  <a:lnTo>
                    <a:pt x="16" y="0"/>
                  </a:lnTo>
                  <a:lnTo>
                    <a:pt x="16" y="0"/>
                  </a:lnTo>
                  <a:lnTo>
                    <a:pt x="14" y="0"/>
                  </a:lnTo>
                  <a:lnTo>
                    <a:pt x="14" y="0"/>
                  </a:lnTo>
                  <a:lnTo>
                    <a:pt x="8" y="0"/>
                  </a:lnTo>
                  <a:lnTo>
                    <a:pt x="8" y="0"/>
                  </a:lnTo>
                  <a:lnTo>
                    <a:pt x="8" y="0"/>
                  </a:lnTo>
                  <a:lnTo>
                    <a:pt x="8" y="0"/>
                  </a:lnTo>
                  <a:lnTo>
                    <a:pt x="8" y="3"/>
                  </a:lnTo>
                  <a:lnTo>
                    <a:pt x="8" y="3"/>
                  </a:lnTo>
                  <a:lnTo>
                    <a:pt x="6" y="9"/>
                  </a:lnTo>
                  <a:lnTo>
                    <a:pt x="6" y="9"/>
                  </a:lnTo>
                  <a:lnTo>
                    <a:pt x="3" y="26"/>
                  </a:lnTo>
                  <a:lnTo>
                    <a:pt x="0" y="37"/>
                  </a:lnTo>
                  <a:lnTo>
                    <a:pt x="0" y="37"/>
                  </a:lnTo>
                  <a:lnTo>
                    <a:pt x="0" y="39"/>
                  </a:lnTo>
                  <a:lnTo>
                    <a:pt x="0" y="39"/>
                  </a:lnTo>
                  <a:lnTo>
                    <a:pt x="13" y="37"/>
                  </a:lnTo>
                  <a:lnTo>
                    <a:pt x="19" y="36"/>
                  </a:lnTo>
                  <a:lnTo>
                    <a:pt x="20" y="32"/>
                  </a:lnTo>
                  <a:lnTo>
                    <a:pt x="22" y="32"/>
                  </a:lnTo>
                  <a:lnTo>
                    <a:pt x="22" y="32"/>
                  </a:lnTo>
                  <a:lnTo>
                    <a:pt x="22" y="32"/>
                  </a:lnTo>
                  <a:lnTo>
                    <a:pt x="22" y="32"/>
                  </a:lnTo>
                  <a:lnTo>
                    <a:pt x="23" y="28"/>
                  </a:lnTo>
                  <a:lnTo>
                    <a:pt x="23" y="28"/>
                  </a:lnTo>
                  <a:lnTo>
                    <a:pt x="23" y="26"/>
                  </a:lnTo>
                  <a:lnTo>
                    <a:pt x="23" y="23"/>
                  </a:lnTo>
                  <a:lnTo>
                    <a:pt x="23" y="23"/>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94" name="Freeform 55"/>
            <p:cNvSpPr/>
            <p:nvPr/>
          </p:nvSpPr>
          <p:spPr bwMode="auto">
            <a:xfrm>
              <a:off x="6454776" y="2320925"/>
              <a:ext cx="31750" cy="66675"/>
            </a:xfrm>
            <a:custGeom>
              <a:avLst/>
              <a:gdLst>
                <a:gd name="T0" fmla="*/ 20 w 20"/>
                <a:gd name="T1" fmla="*/ 35 h 42"/>
                <a:gd name="T2" fmla="*/ 20 w 20"/>
                <a:gd name="T3" fmla="*/ 35 h 42"/>
                <a:gd name="T4" fmla="*/ 16 w 20"/>
                <a:gd name="T5" fmla="*/ 14 h 42"/>
                <a:gd name="T6" fmla="*/ 16 w 20"/>
                <a:gd name="T7" fmla="*/ 14 h 42"/>
                <a:gd name="T8" fmla="*/ 11 w 20"/>
                <a:gd name="T9" fmla="*/ 0 h 42"/>
                <a:gd name="T10" fmla="*/ 11 w 20"/>
                <a:gd name="T11" fmla="*/ 0 h 42"/>
                <a:gd name="T12" fmla="*/ 6 w 20"/>
                <a:gd name="T13" fmla="*/ 0 h 42"/>
                <a:gd name="T14" fmla="*/ 3 w 20"/>
                <a:gd name="T15" fmla="*/ 0 h 42"/>
                <a:gd name="T16" fmla="*/ 2 w 20"/>
                <a:gd name="T17" fmla="*/ 1 h 42"/>
                <a:gd name="T18" fmla="*/ 2 w 20"/>
                <a:gd name="T19" fmla="*/ 1 h 42"/>
                <a:gd name="T20" fmla="*/ 2 w 20"/>
                <a:gd name="T21" fmla="*/ 5 h 42"/>
                <a:gd name="T22" fmla="*/ 2 w 20"/>
                <a:gd name="T23" fmla="*/ 5 h 42"/>
                <a:gd name="T24" fmla="*/ 2 w 20"/>
                <a:gd name="T25" fmla="*/ 17 h 42"/>
                <a:gd name="T26" fmla="*/ 2 w 20"/>
                <a:gd name="T27" fmla="*/ 31 h 42"/>
                <a:gd name="T28" fmla="*/ 2 w 20"/>
                <a:gd name="T29" fmla="*/ 31 h 42"/>
                <a:gd name="T30" fmla="*/ 0 w 20"/>
                <a:gd name="T31" fmla="*/ 32 h 42"/>
                <a:gd name="T32" fmla="*/ 0 w 20"/>
                <a:gd name="T33" fmla="*/ 32 h 42"/>
                <a:gd name="T34" fmla="*/ 2 w 20"/>
                <a:gd name="T35" fmla="*/ 32 h 42"/>
                <a:gd name="T36" fmla="*/ 2 w 20"/>
                <a:gd name="T37" fmla="*/ 35 h 42"/>
                <a:gd name="T38" fmla="*/ 14 w 20"/>
                <a:gd name="T39" fmla="*/ 40 h 42"/>
                <a:gd name="T40" fmla="*/ 20 w 20"/>
                <a:gd name="T41" fmla="*/ 42 h 42"/>
                <a:gd name="T42" fmla="*/ 20 w 20"/>
                <a:gd name="T43" fmla="*/ 42 h 42"/>
                <a:gd name="T44" fmla="*/ 20 w 20"/>
                <a:gd name="T45" fmla="*/ 35 h 42"/>
                <a:gd name="T46" fmla="*/ 20 w 20"/>
                <a:gd name="T47" fmla="*/ 35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0" h="42">
                  <a:moveTo>
                    <a:pt x="20" y="35"/>
                  </a:moveTo>
                  <a:lnTo>
                    <a:pt x="20" y="35"/>
                  </a:lnTo>
                  <a:lnTo>
                    <a:pt x="16" y="14"/>
                  </a:lnTo>
                  <a:lnTo>
                    <a:pt x="16" y="14"/>
                  </a:lnTo>
                  <a:lnTo>
                    <a:pt x="11" y="0"/>
                  </a:lnTo>
                  <a:lnTo>
                    <a:pt x="11" y="0"/>
                  </a:lnTo>
                  <a:lnTo>
                    <a:pt x="6" y="0"/>
                  </a:lnTo>
                  <a:lnTo>
                    <a:pt x="3" y="0"/>
                  </a:lnTo>
                  <a:lnTo>
                    <a:pt x="2" y="1"/>
                  </a:lnTo>
                  <a:lnTo>
                    <a:pt x="2" y="1"/>
                  </a:lnTo>
                  <a:lnTo>
                    <a:pt x="2" y="5"/>
                  </a:lnTo>
                  <a:lnTo>
                    <a:pt x="2" y="5"/>
                  </a:lnTo>
                  <a:lnTo>
                    <a:pt x="2" y="17"/>
                  </a:lnTo>
                  <a:lnTo>
                    <a:pt x="2" y="31"/>
                  </a:lnTo>
                  <a:lnTo>
                    <a:pt x="2" y="31"/>
                  </a:lnTo>
                  <a:lnTo>
                    <a:pt x="0" y="32"/>
                  </a:lnTo>
                  <a:lnTo>
                    <a:pt x="0" y="32"/>
                  </a:lnTo>
                  <a:lnTo>
                    <a:pt x="2" y="32"/>
                  </a:lnTo>
                  <a:lnTo>
                    <a:pt x="2" y="35"/>
                  </a:lnTo>
                  <a:lnTo>
                    <a:pt x="14" y="40"/>
                  </a:lnTo>
                  <a:lnTo>
                    <a:pt x="20" y="42"/>
                  </a:lnTo>
                  <a:lnTo>
                    <a:pt x="20" y="42"/>
                  </a:lnTo>
                  <a:lnTo>
                    <a:pt x="20" y="35"/>
                  </a:lnTo>
                  <a:lnTo>
                    <a:pt x="20" y="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grpSp>
      <p:grpSp>
        <p:nvGrpSpPr>
          <p:cNvPr id="297" name="Group 296"/>
          <p:cNvGrpSpPr/>
          <p:nvPr/>
        </p:nvGrpSpPr>
        <p:grpSpPr>
          <a:xfrm>
            <a:off x="3581489" y="1911412"/>
            <a:ext cx="1580156" cy="1206415"/>
            <a:chOff x="250179" y="2501660"/>
            <a:chExt cx="3572120" cy="2727238"/>
          </a:xfrm>
        </p:grpSpPr>
        <p:graphicFrame>
          <p:nvGraphicFramePr>
            <p:cNvPr id="298" name="Chart 297"/>
            <p:cNvGraphicFramePr/>
            <p:nvPr/>
          </p:nvGraphicFramePr>
          <p:xfrm>
            <a:off x="461881" y="2501660"/>
            <a:ext cx="3234631" cy="2727238"/>
          </p:xfrm>
          <a:graphic>
            <a:graphicData uri="http://schemas.openxmlformats.org/drawingml/2006/chart">
              <c:chart xmlns:c="http://schemas.openxmlformats.org/drawingml/2006/chart" xmlns:r="http://schemas.openxmlformats.org/officeDocument/2006/relationships" r:id="rId2"/>
            </a:graphicData>
          </a:graphic>
        </p:graphicFrame>
        <p:sp>
          <p:nvSpPr>
            <p:cNvPr id="351" name="Freeform 350"/>
            <p:cNvSpPr/>
            <p:nvPr/>
          </p:nvSpPr>
          <p:spPr>
            <a:xfrm>
              <a:off x="2686252"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5"/>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52" name="Freeform 351"/>
            <p:cNvSpPr/>
            <p:nvPr/>
          </p:nvSpPr>
          <p:spPr>
            <a:xfrm flipH="1">
              <a:off x="250179"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4"/>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53" name="Freeform 352"/>
            <p:cNvSpPr/>
            <p:nvPr/>
          </p:nvSpPr>
          <p:spPr>
            <a:xfrm flipV="1">
              <a:off x="2686252" y="4677696"/>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6"/>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54" name="Rectangle 10"/>
            <p:cNvSpPr>
              <a:spLocks noChangeArrowheads="1"/>
            </p:cNvSpPr>
            <p:nvPr/>
          </p:nvSpPr>
          <p:spPr bwMode="auto">
            <a:xfrm>
              <a:off x="323880" y="2670313"/>
              <a:ext cx="644534" cy="377534"/>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accent4"/>
                  </a:solidFill>
                  <a:effectLst/>
                  <a:latin typeface="腾讯体 W7" panose="020C08030202040F0204" pitchFamily="18" charset="-122"/>
                </a:rPr>
                <a:t>49%</a:t>
              </a:r>
              <a:endParaRPr kumimoji="0" lang="en-US" sz="1090" b="1" i="0" u="none" strike="noStrike" cap="none" normalizeH="0" baseline="0" dirty="0" smtClean="0">
                <a:ln>
                  <a:noFill/>
                </a:ln>
                <a:solidFill>
                  <a:schemeClr val="accent4"/>
                </a:solidFill>
                <a:effectLst/>
                <a:latin typeface="腾讯体 W7" panose="020C08030202040F0204" pitchFamily="18" charset="-122"/>
              </a:endParaRPr>
            </a:p>
          </p:txBody>
        </p:sp>
        <p:sp>
          <p:nvSpPr>
            <p:cNvPr id="355" name="Rectangle 10"/>
            <p:cNvSpPr>
              <a:spLocks noChangeArrowheads="1"/>
            </p:cNvSpPr>
            <p:nvPr/>
          </p:nvSpPr>
          <p:spPr bwMode="auto">
            <a:xfrm>
              <a:off x="3236620" y="2684404"/>
              <a:ext cx="585679"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accent5"/>
                  </a:solidFill>
                  <a:effectLst/>
                  <a:latin typeface="腾讯体 W7" panose="020C08030202040F0204" pitchFamily="18" charset="-122"/>
                </a:rPr>
                <a:t>12%</a:t>
              </a:r>
              <a:endParaRPr kumimoji="0" lang="en-US" sz="1090" b="1" i="0" u="none" strike="noStrike" cap="none" normalizeH="0" baseline="0" dirty="0" smtClean="0">
                <a:ln>
                  <a:noFill/>
                </a:ln>
                <a:solidFill>
                  <a:schemeClr val="accent5"/>
                </a:solidFill>
                <a:effectLst/>
                <a:latin typeface="腾讯体 W7" panose="020C08030202040F0204" pitchFamily="18" charset="-122"/>
              </a:endParaRPr>
            </a:p>
          </p:txBody>
        </p:sp>
        <p:sp>
          <p:nvSpPr>
            <p:cNvPr id="356" name="Rectangle 10"/>
            <p:cNvSpPr>
              <a:spLocks noChangeArrowheads="1"/>
            </p:cNvSpPr>
            <p:nvPr/>
          </p:nvSpPr>
          <p:spPr bwMode="auto">
            <a:xfrm>
              <a:off x="3206474" y="4603831"/>
              <a:ext cx="615825"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accent6"/>
                  </a:solidFill>
                  <a:effectLst/>
                  <a:latin typeface="腾讯体 W7" panose="020C08030202040F0204" pitchFamily="18" charset="-122"/>
                </a:rPr>
                <a:t>39%</a:t>
              </a:r>
              <a:endParaRPr kumimoji="0" lang="en-US" sz="1090" b="1" i="0" u="none" strike="noStrike" cap="none" normalizeH="0" baseline="0" dirty="0" smtClean="0">
                <a:ln>
                  <a:noFill/>
                </a:ln>
                <a:solidFill>
                  <a:schemeClr val="accent6"/>
                </a:solidFill>
                <a:effectLst/>
                <a:latin typeface="腾讯体 W7" panose="020C08030202040F0204" pitchFamily="18" charset="-122"/>
              </a:endParaRPr>
            </a:p>
          </p:txBody>
        </p:sp>
      </p:grpSp>
      <p:sp>
        <p:nvSpPr>
          <p:cNvPr id="365" name="Teardrop 364"/>
          <p:cNvSpPr/>
          <p:nvPr/>
        </p:nvSpPr>
        <p:spPr bwMode="ltGray">
          <a:xfrm rot="8140554">
            <a:off x="5765207" y="1955687"/>
            <a:ext cx="1108372" cy="1123100"/>
          </a:xfrm>
          <a:prstGeom prst="teardrop">
            <a:avLst>
              <a:gd name="adj" fmla="val 151405"/>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nvGrpSpPr>
          <p:cNvPr id="366" name="Group 365"/>
          <p:cNvGrpSpPr/>
          <p:nvPr/>
        </p:nvGrpSpPr>
        <p:grpSpPr>
          <a:xfrm>
            <a:off x="5508180" y="1911412"/>
            <a:ext cx="1580156" cy="1206415"/>
            <a:chOff x="250179" y="2501660"/>
            <a:chExt cx="3572120" cy="2727238"/>
          </a:xfrm>
        </p:grpSpPr>
        <p:graphicFrame>
          <p:nvGraphicFramePr>
            <p:cNvPr id="367" name="Chart 366"/>
            <p:cNvGraphicFramePr/>
            <p:nvPr/>
          </p:nvGraphicFramePr>
          <p:xfrm>
            <a:off x="461881" y="2501660"/>
            <a:ext cx="3234631" cy="2727238"/>
          </p:xfrm>
          <a:graphic>
            <a:graphicData uri="http://schemas.openxmlformats.org/drawingml/2006/chart">
              <c:chart xmlns:c="http://schemas.openxmlformats.org/drawingml/2006/chart" xmlns:r="http://schemas.openxmlformats.org/officeDocument/2006/relationships" r:id="rId3"/>
            </a:graphicData>
          </a:graphic>
        </p:graphicFrame>
        <p:sp>
          <p:nvSpPr>
            <p:cNvPr id="368" name="Freeform 367"/>
            <p:cNvSpPr/>
            <p:nvPr/>
          </p:nvSpPr>
          <p:spPr>
            <a:xfrm>
              <a:off x="2686252"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5"/>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69" name="Freeform 368"/>
            <p:cNvSpPr/>
            <p:nvPr/>
          </p:nvSpPr>
          <p:spPr>
            <a:xfrm flipH="1">
              <a:off x="250179"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4"/>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70" name="Freeform 369"/>
            <p:cNvSpPr/>
            <p:nvPr/>
          </p:nvSpPr>
          <p:spPr>
            <a:xfrm flipV="1">
              <a:off x="2686252" y="4677696"/>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1"/>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71" name="Rectangle 10"/>
            <p:cNvSpPr>
              <a:spLocks noChangeArrowheads="1"/>
            </p:cNvSpPr>
            <p:nvPr/>
          </p:nvSpPr>
          <p:spPr bwMode="auto">
            <a:xfrm>
              <a:off x="323880" y="2670313"/>
              <a:ext cx="644534" cy="377534"/>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accent4"/>
                  </a:solidFill>
                  <a:effectLst/>
                  <a:latin typeface="腾讯体 W7" panose="020C08030202040F0204" pitchFamily="18" charset="-122"/>
                </a:rPr>
                <a:t>49%</a:t>
              </a:r>
              <a:endParaRPr kumimoji="0" lang="en-US" sz="1090" b="1" i="0" u="none" strike="noStrike" cap="none" normalizeH="0" baseline="0" dirty="0" smtClean="0">
                <a:ln>
                  <a:noFill/>
                </a:ln>
                <a:solidFill>
                  <a:schemeClr val="accent4"/>
                </a:solidFill>
                <a:effectLst/>
                <a:latin typeface="腾讯体 W7" panose="020C08030202040F0204" pitchFamily="18" charset="-122"/>
              </a:endParaRPr>
            </a:p>
          </p:txBody>
        </p:sp>
        <p:sp>
          <p:nvSpPr>
            <p:cNvPr id="372" name="Rectangle 10"/>
            <p:cNvSpPr>
              <a:spLocks noChangeArrowheads="1"/>
            </p:cNvSpPr>
            <p:nvPr/>
          </p:nvSpPr>
          <p:spPr bwMode="auto">
            <a:xfrm>
              <a:off x="3236620" y="2684404"/>
              <a:ext cx="585679"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accent5">
                      <a:lumMod val="75000"/>
                    </a:schemeClr>
                  </a:solidFill>
                  <a:effectLst/>
                  <a:latin typeface="腾讯体 W7" panose="020C08030202040F0204" pitchFamily="18" charset="-122"/>
                </a:rPr>
                <a:t>12%</a:t>
              </a:r>
              <a:endParaRPr kumimoji="0" lang="en-US" sz="1090" b="1" i="0" u="none" strike="noStrike" cap="none" normalizeH="0" baseline="0" dirty="0" smtClean="0">
                <a:ln>
                  <a:noFill/>
                </a:ln>
                <a:solidFill>
                  <a:schemeClr val="accent5">
                    <a:lumMod val="75000"/>
                  </a:schemeClr>
                </a:solidFill>
                <a:effectLst/>
                <a:latin typeface="腾讯体 W7" panose="020C08030202040F0204" pitchFamily="18" charset="-122"/>
              </a:endParaRPr>
            </a:p>
          </p:txBody>
        </p:sp>
        <p:sp>
          <p:nvSpPr>
            <p:cNvPr id="373" name="Rectangle 10"/>
            <p:cNvSpPr>
              <a:spLocks noChangeArrowheads="1"/>
            </p:cNvSpPr>
            <p:nvPr/>
          </p:nvSpPr>
          <p:spPr bwMode="auto">
            <a:xfrm>
              <a:off x="3206474" y="4603831"/>
              <a:ext cx="615825"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accent6"/>
                  </a:solidFill>
                  <a:effectLst/>
                  <a:latin typeface="腾讯体 W7" panose="020C08030202040F0204" pitchFamily="18" charset="-122"/>
                </a:rPr>
                <a:t>39%</a:t>
              </a:r>
              <a:endParaRPr kumimoji="0" lang="en-US" sz="1090" b="1" i="0" u="none" strike="noStrike" cap="none" normalizeH="0" baseline="0" dirty="0" smtClean="0">
                <a:ln>
                  <a:noFill/>
                </a:ln>
                <a:solidFill>
                  <a:schemeClr val="accent6"/>
                </a:solidFill>
                <a:effectLst/>
                <a:latin typeface="腾讯体 W7" panose="020C08030202040F0204" pitchFamily="18" charset="-122"/>
              </a:endParaRPr>
            </a:p>
          </p:txBody>
        </p:sp>
      </p:grpSp>
      <p:grpSp>
        <p:nvGrpSpPr>
          <p:cNvPr id="383" name="Group 382"/>
          <p:cNvGrpSpPr/>
          <p:nvPr/>
        </p:nvGrpSpPr>
        <p:grpSpPr>
          <a:xfrm>
            <a:off x="7336954" y="1911413"/>
            <a:ext cx="1580156" cy="1206415"/>
            <a:chOff x="250179" y="2501660"/>
            <a:chExt cx="3572120" cy="2727238"/>
          </a:xfrm>
        </p:grpSpPr>
        <p:graphicFrame>
          <p:nvGraphicFramePr>
            <p:cNvPr id="384" name="Chart 383"/>
            <p:cNvGraphicFramePr/>
            <p:nvPr/>
          </p:nvGraphicFramePr>
          <p:xfrm>
            <a:off x="461881" y="2501660"/>
            <a:ext cx="3234631" cy="2727238"/>
          </p:xfrm>
          <a:graphic>
            <a:graphicData uri="http://schemas.openxmlformats.org/drawingml/2006/chart">
              <c:chart xmlns:c="http://schemas.openxmlformats.org/drawingml/2006/chart" xmlns:r="http://schemas.openxmlformats.org/officeDocument/2006/relationships" r:id="rId4"/>
            </a:graphicData>
          </a:graphic>
        </p:graphicFrame>
        <p:sp>
          <p:nvSpPr>
            <p:cNvPr id="385" name="Freeform 384"/>
            <p:cNvSpPr/>
            <p:nvPr/>
          </p:nvSpPr>
          <p:spPr>
            <a:xfrm>
              <a:off x="2686252"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5"/>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86" name="Freeform 385"/>
            <p:cNvSpPr/>
            <p:nvPr/>
          </p:nvSpPr>
          <p:spPr>
            <a:xfrm flipH="1">
              <a:off x="250179"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4"/>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solidFill>
                  <a:schemeClr val="accent4"/>
                </a:solidFill>
                <a:latin typeface="腾讯体 W7" panose="020C08030202040F0204" pitchFamily="18" charset="-122"/>
              </a:endParaRPr>
            </a:p>
          </p:txBody>
        </p:sp>
        <p:sp>
          <p:nvSpPr>
            <p:cNvPr id="387" name="Freeform 386"/>
            <p:cNvSpPr/>
            <p:nvPr/>
          </p:nvSpPr>
          <p:spPr>
            <a:xfrm flipV="1">
              <a:off x="2686252" y="4677696"/>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6"/>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88" name="Rectangle 10"/>
            <p:cNvSpPr>
              <a:spLocks noChangeArrowheads="1"/>
            </p:cNvSpPr>
            <p:nvPr/>
          </p:nvSpPr>
          <p:spPr bwMode="auto">
            <a:xfrm>
              <a:off x="323880" y="2670313"/>
              <a:ext cx="644534" cy="377534"/>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accent4"/>
                  </a:solidFill>
                  <a:effectLst/>
                  <a:latin typeface="腾讯体 W7" panose="020C08030202040F0204" pitchFamily="18" charset="-122"/>
                </a:rPr>
                <a:t>49%</a:t>
              </a:r>
              <a:endParaRPr kumimoji="0" lang="en-US" sz="1090" b="1" i="0" u="none" strike="noStrike" cap="none" normalizeH="0" baseline="0" dirty="0" smtClean="0">
                <a:ln>
                  <a:noFill/>
                </a:ln>
                <a:solidFill>
                  <a:schemeClr val="accent4"/>
                </a:solidFill>
                <a:effectLst/>
                <a:latin typeface="腾讯体 W7" panose="020C08030202040F0204" pitchFamily="18" charset="-122"/>
              </a:endParaRPr>
            </a:p>
          </p:txBody>
        </p:sp>
        <p:sp>
          <p:nvSpPr>
            <p:cNvPr id="389" name="Rectangle 10"/>
            <p:cNvSpPr>
              <a:spLocks noChangeArrowheads="1"/>
            </p:cNvSpPr>
            <p:nvPr/>
          </p:nvSpPr>
          <p:spPr bwMode="auto">
            <a:xfrm>
              <a:off x="3236620" y="2684404"/>
              <a:ext cx="585679"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accent5"/>
                  </a:solidFill>
                  <a:effectLst/>
                  <a:latin typeface="腾讯体 W7" panose="020C08030202040F0204" pitchFamily="18" charset="-122"/>
                </a:rPr>
                <a:t>12%</a:t>
              </a:r>
              <a:endParaRPr kumimoji="0" lang="en-US" sz="1090" b="1" i="0" u="none" strike="noStrike" cap="none" normalizeH="0" baseline="0" dirty="0" smtClean="0">
                <a:ln>
                  <a:noFill/>
                </a:ln>
                <a:solidFill>
                  <a:schemeClr val="accent5"/>
                </a:solidFill>
                <a:effectLst/>
                <a:latin typeface="腾讯体 W7" panose="020C08030202040F0204" pitchFamily="18" charset="-122"/>
              </a:endParaRPr>
            </a:p>
          </p:txBody>
        </p:sp>
        <p:sp>
          <p:nvSpPr>
            <p:cNvPr id="390" name="Rectangle 10"/>
            <p:cNvSpPr>
              <a:spLocks noChangeArrowheads="1"/>
            </p:cNvSpPr>
            <p:nvPr/>
          </p:nvSpPr>
          <p:spPr bwMode="auto">
            <a:xfrm>
              <a:off x="3206474" y="4603831"/>
              <a:ext cx="615825"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smtClean="0">
                  <a:ln>
                    <a:noFill/>
                  </a:ln>
                  <a:solidFill>
                    <a:schemeClr val="accent6"/>
                  </a:solidFill>
                  <a:effectLst/>
                  <a:latin typeface="腾讯体 W7" panose="020C08030202040F0204" pitchFamily="18" charset="-122"/>
                </a:rPr>
                <a:t>39%</a:t>
              </a:r>
              <a:endParaRPr kumimoji="0" lang="en-US" sz="1090" b="1" i="0" u="none" strike="noStrike" cap="none" normalizeH="0" baseline="0" dirty="0" smtClean="0">
                <a:ln>
                  <a:noFill/>
                </a:ln>
                <a:solidFill>
                  <a:schemeClr val="accent6"/>
                </a:solidFill>
                <a:effectLst/>
                <a:latin typeface="腾讯体 W7" panose="020C08030202040F0204" pitchFamily="18" charset="-122"/>
              </a:endParaRPr>
            </a:p>
          </p:txBody>
        </p:sp>
      </p:grpSp>
      <p:grpSp>
        <p:nvGrpSpPr>
          <p:cNvPr id="419" name="Group 418"/>
          <p:cNvGrpSpPr/>
          <p:nvPr/>
        </p:nvGrpSpPr>
        <p:grpSpPr>
          <a:xfrm>
            <a:off x="6026872" y="3805486"/>
            <a:ext cx="818619" cy="2366820"/>
            <a:chOff x="4708526" y="6419850"/>
            <a:chExt cx="525463" cy="1519238"/>
          </a:xfrm>
        </p:grpSpPr>
        <p:sp>
          <p:nvSpPr>
            <p:cNvPr id="420" name="Freeform 70"/>
            <p:cNvSpPr>
              <a:spLocks noEditPoints="1"/>
            </p:cNvSpPr>
            <p:nvPr/>
          </p:nvSpPr>
          <p:spPr bwMode="auto">
            <a:xfrm>
              <a:off x="4708526" y="6456363"/>
              <a:ext cx="525463" cy="1482725"/>
            </a:xfrm>
            <a:custGeom>
              <a:avLst/>
              <a:gdLst>
                <a:gd name="T0" fmla="*/ 272 w 331"/>
                <a:gd name="T1" fmla="*/ 207 h 934"/>
                <a:gd name="T2" fmla="*/ 249 w 331"/>
                <a:gd name="T3" fmla="*/ 179 h 934"/>
                <a:gd name="T4" fmla="*/ 229 w 331"/>
                <a:gd name="T5" fmla="*/ 142 h 934"/>
                <a:gd name="T6" fmla="*/ 203 w 331"/>
                <a:gd name="T7" fmla="*/ 134 h 934"/>
                <a:gd name="T8" fmla="*/ 174 w 331"/>
                <a:gd name="T9" fmla="*/ 133 h 934"/>
                <a:gd name="T10" fmla="*/ 146 w 331"/>
                <a:gd name="T11" fmla="*/ 125 h 934"/>
                <a:gd name="T12" fmla="*/ 148 w 331"/>
                <a:gd name="T13" fmla="*/ 105 h 934"/>
                <a:gd name="T14" fmla="*/ 171 w 331"/>
                <a:gd name="T15" fmla="*/ 63 h 934"/>
                <a:gd name="T16" fmla="*/ 157 w 331"/>
                <a:gd name="T17" fmla="*/ 11 h 934"/>
                <a:gd name="T18" fmla="*/ 106 w 331"/>
                <a:gd name="T19" fmla="*/ 0 h 934"/>
                <a:gd name="T20" fmla="*/ 84 w 331"/>
                <a:gd name="T21" fmla="*/ 19 h 934"/>
                <a:gd name="T22" fmla="*/ 72 w 331"/>
                <a:gd name="T23" fmla="*/ 43 h 934"/>
                <a:gd name="T24" fmla="*/ 72 w 331"/>
                <a:gd name="T25" fmla="*/ 54 h 934"/>
                <a:gd name="T26" fmla="*/ 67 w 331"/>
                <a:gd name="T27" fmla="*/ 66 h 934"/>
                <a:gd name="T28" fmla="*/ 66 w 331"/>
                <a:gd name="T29" fmla="*/ 80 h 934"/>
                <a:gd name="T30" fmla="*/ 63 w 331"/>
                <a:gd name="T31" fmla="*/ 91 h 934"/>
                <a:gd name="T32" fmla="*/ 61 w 331"/>
                <a:gd name="T33" fmla="*/ 110 h 934"/>
                <a:gd name="T34" fmla="*/ 80 w 331"/>
                <a:gd name="T35" fmla="*/ 125 h 934"/>
                <a:gd name="T36" fmla="*/ 44 w 331"/>
                <a:gd name="T37" fmla="*/ 156 h 934"/>
                <a:gd name="T38" fmla="*/ 17 w 331"/>
                <a:gd name="T39" fmla="*/ 208 h 934"/>
                <a:gd name="T40" fmla="*/ 9 w 331"/>
                <a:gd name="T41" fmla="*/ 276 h 934"/>
                <a:gd name="T42" fmla="*/ 3 w 331"/>
                <a:gd name="T43" fmla="*/ 293 h 934"/>
                <a:gd name="T44" fmla="*/ 9 w 331"/>
                <a:gd name="T45" fmla="*/ 342 h 934"/>
                <a:gd name="T46" fmla="*/ 26 w 331"/>
                <a:gd name="T47" fmla="*/ 402 h 934"/>
                <a:gd name="T48" fmla="*/ 38 w 331"/>
                <a:gd name="T49" fmla="*/ 430 h 934"/>
                <a:gd name="T50" fmla="*/ 40 w 331"/>
                <a:gd name="T51" fmla="*/ 537 h 934"/>
                <a:gd name="T52" fmla="*/ 72 w 331"/>
                <a:gd name="T53" fmla="*/ 686 h 934"/>
                <a:gd name="T54" fmla="*/ 104 w 331"/>
                <a:gd name="T55" fmla="*/ 828 h 934"/>
                <a:gd name="T56" fmla="*/ 101 w 331"/>
                <a:gd name="T57" fmla="*/ 877 h 934"/>
                <a:gd name="T58" fmla="*/ 64 w 331"/>
                <a:gd name="T59" fmla="*/ 891 h 934"/>
                <a:gd name="T60" fmla="*/ 50 w 331"/>
                <a:gd name="T61" fmla="*/ 914 h 934"/>
                <a:gd name="T62" fmla="*/ 87 w 331"/>
                <a:gd name="T63" fmla="*/ 919 h 934"/>
                <a:gd name="T64" fmla="*/ 151 w 331"/>
                <a:gd name="T65" fmla="*/ 906 h 934"/>
                <a:gd name="T66" fmla="*/ 154 w 331"/>
                <a:gd name="T67" fmla="*/ 888 h 934"/>
                <a:gd name="T68" fmla="*/ 161 w 331"/>
                <a:gd name="T69" fmla="*/ 837 h 934"/>
                <a:gd name="T70" fmla="*/ 149 w 331"/>
                <a:gd name="T71" fmla="*/ 675 h 934"/>
                <a:gd name="T72" fmla="*/ 135 w 331"/>
                <a:gd name="T73" fmla="*/ 590 h 934"/>
                <a:gd name="T74" fmla="*/ 155 w 331"/>
                <a:gd name="T75" fmla="*/ 668 h 934"/>
                <a:gd name="T76" fmla="*/ 183 w 331"/>
                <a:gd name="T77" fmla="*/ 743 h 934"/>
                <a:gd name="T78" fmla="*/ 191 w 331"/>
                <a:gd name="T79" fmla="*/ 840 h 934"/>
                <a:gd name="T80" fmla="*/ 191 w 331"/>
                <a:gd name="T81" fmla="*/ 879 h 934"/>
                <a:gd name="T82" fmla="*/ 194 w 331"/>
                <a:gd name="T83" fmla="*/ 896 h 934"/>
                <a:gd name="T84" fmla="*/ 169 w 331"/>
                <a:gd name="T85" fmla="*/ 923 h 934"/>
                <a:gd name="T86" fmla="*/ 211 w 331"/>
                <a:gd name="T87" fmla="*/ 934 h 934"/>
                <a:gd name="T88" fmla="*/ 243 w 331"/>
                <a:gd name="T89" fmla="*/ 908 h 934"/>
                <a:gd name="T90" fmla="*/ 248 w 331"/>
                <a:gd name="T91" fmla="*/ 888 h 934"/>
                <a:gd name="T92" fmla="*/ 254 w 331"/>
                <a:gd name="T93" fmla="*/ 873 h 934"/>
                <a:gd name="T94" fmla="*/ 251 w 331"/>
                <a:gd name="T95" fmla="*/ 803 h 934"/>
                <a:gd name="T96" fmla="*/ 226 w 331"/>
                <a:gd name="T97" fmla="*/ 617 h 934"/>
                <a:gd name="T98" fmla="*/ 223 w 331"/>
                <a:gd name="T99" fmla="*/ 509 h 934"/>
                <a:gd name="T100" fmla="*/ 289 w 331"/>
                <a:gd name="T101" fmla="*/ 495 h 934"/>
                <a:gd name="T102" fmla="*/ 274 w 331"/>
                <a:gd name="T103" fmla="*/ 413 h 934"/>
                <a:gd name="T104" fmla="*/ 322 w 331"/>
                <a:gd name="T105" fmla="*/ 267 h 934"/>
                <a:gd name="T106" fmla="*/ 248 w 331"/>
                <a:gd name="T107" fmla="*/ 319 h 934"/>
                <a:gd name="T108" fmla="*/ 257 w 331"/>
                <a:gd name="T109" fmla="*/ 291 h 9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31" h="934">
                  <a:moveTo>
                    <a:pt x="322" y="267"/>
                  </a:moveTo>
                  <a:lnTo>
                    <a:pt x="322" y="267"/>
                  </a:lnTo>
                  <a:lnTo>
                    <a:pt x="311" y="251"/>
                  </a:lnTo>
                  <a:lnTo>
                    <a:pt x="297" y="234"/>
                  </a:lnTo>
                  <a:lnTo>
                    <a:pt x="272" y="207"/>
                  </a:lnTo>
                  <a:lnTo>
                    <a:pt x="272" y="207"/>
                  </a:lnTo>
                  <a:lnTo>
                    <a:pt x="265" y="200"/>
                  </a:lnTo>
                  <a:lnTo>
                    <a:pt x="259" y="196"/>
                  </a:lnTo>
                  <a:lnTo>
                    <a:pt x="254" y="193"/>
                  </a:lnTo>
                  <a:lnTo>
                    <a:pt x="251" y="185"/>
                  </a:lnTo>
                  <a:lnTo>
                    <a:pt x="251" y="185"/>
                  </a:lnTo>
                  <a:lnTo>
                    <a:pt x="249" y="179"/>
                  </a:lnTo>
                  <a:lnTo>
                    <a:pt x="246" y="173"/>
                  </a:lnTo>
                  <a:lnTo>
                    <a:pt x="242" y="167"/>
                  </a:lnTo>
                  <a:lnTo>
                    <a:pt x="237" y="153"/>
                  </a:lnTo>
                  <a:lnTo>
                    <a:pt x="237" y="153"/>
                  </a:lnTo>
                  <a:lnTo>
                    <a:pt x="234" y="147"/>
                  </a:lnTo>
                  <a:lnTo>
                    <a:pt x="229" y="142"/>
                  </a:lnTo>
                  <a:lnTo>
                    <a:pt x="225" y="139"/>
                  </a:lnTo>
                  <a:lnTo>
                    <a:pt x="222" y="137"/>
                  </a:lnTo>
                  <a:lnTo>
                    <a:pt x="212" y="136"/>
                  </a:lnTo>
                  <a:lnTo>
                    <a:pt x="208" y="136"/>
                  </a:lnTo>
                  <a:lnTo>
                    <a:pt x="208" y="136"/>
                  </a:lnTo>
                  <a:lnTo>
                    <a:pt x="203" y="134"/>
                  </a:lnTo>
                  <a:lnTo>
                    <a:pt x="195" y="134"/>
                  </a:lnTo>
                  <a:lnTo>
                    <a:pt x="183" y="134"/>
                  </a:lnTo>
                  <a:lnTo>
                    <a:pt x="183" y="134"/>
                  </a:lnTo>
                  <a:lnTo>
                    <a:pt x="175" y="134"/>
                  </a:lnTo>
                  <a:lnTo>
                    <a:pt x="174" y="133"/>
                  </a:lnTo>
                  <a:lnTo>
                    <a:pt x="174" y="133"/>
                  </a:lnTo>
                  <a:lnTo>
                    <a:pt x="169" y="131"/>
                  </a:lnTo>
                  <a:lnTo>
                    <a:pt x="163" y="133"/>
                  </a:lnTo>
                  <a:lnTo>
                    <a:pt x="163" y="133"/>
                  </a:lnTo>
                  <a:lnTo>
                    <a:pt x="157" y="131"/>
                  </a:lnTo>
                  <a:lnTo>
                    <a:pt x="152" y="130"/>
                  </a:lnTo>
                  <a:lnTo>
                    <a:pt x="146" y="125"/>
                  </a:lnTo>
                  <a:lnTo>
                    <a:pt x="146" y="125"/>
                  </a:lnTo>
                  <a:lnTo>
                    <a:pt x="144" y="123"/>
                  </a:lnTo>
                  <a:lnTo>
                    <a:pt x="143" y="120"/>
                  </a:lnTo>
                  <a:lnTo>
                    <a:pt x="144" y="114"/>
                  </a:lnTo>
                  <a:lnTo>
                    <a:pt x="148" y="105"/>
                  </a:lnTo>
                  <a:lnTo>
                    <a:pt x="148" y="105"/>
                  </a:lnTo>
                  <a:lnTo>
                    <a:pt x="152" y="100"/>
                  </a:lnTo>
                  <a:lnTo>
                    <a:pt x="155" y="96"/>
                  </a:lnTo>
                  <a:lnTo>
                    <a:pt x="163" y="86"/>
                  </a:lnTo>
                  <a:lnTo>
                    <a:pt x="168" y="82"/>
                  </a:lnTo>
                  <a:lnTo>
                    <a:pt x="169" y="74"/>
                  </a:lnTo>
                  <a:lnTo>
                    <a:pt x="171" y="63"/>
                  </a:lnTo>
                  <a:lnTo>
                    <a:pt x="171" y="51"/>
                  </a:lnTo>
                  <a:lnTo>
                    <a:pt x="171" y="51"/>
                  </a:lnTo>
                  <a:lnTo>
                    <a:pt x="169" y="37"/>
                  </a:lnTo>
                  <a:lnTo>
                    <a:pt x="166" y="26"/>
                  </a:lnTo>
                  <a:lnTo>
                    <a:pt x="161" y="17"/>
                  </a:lnTo>
                  <a:lnTo>
                    <a:pt x="157" y="11"/>
                  </a:lnTo>
                  <a:lnTo>
                    <a:pt x="149" y="6"/>
                  </a:lnTo>
                  <a:lnTo>
                    <a:pt x="141" y="3"/>
                  </a:lnTo>
                  <a:lnTo>
                    <a:pt x="131" y="2"/>
                  </a:lnTo>
                  <a:lnTo>
                    <a:pt x="117" y="0"/>
                  </a:lnTo>
                  <a:lnTo>
                    <a:pt x="117" y="0"/>
                  </a:lnTo>
                  <a:lnTo>
                    <a:pt x="106" y="0"/>
                  </a:lnTo>
                  <a:lnTo>
                    <a:pt x="97" y="3"/>
                  </a:lnTo>
                  <a:lnTo>
                    <a:pt x="91" y="6"/>
                  </a:lnTo>
                  <a:lnTo>
                    <a:pt x="87" y="9"/>
                  </a:lnTo>
                  <a:lnTo>
                    <a:pt x="86" y="12"/>
                  </a:lnTo>
                  <a:lnTo>
                    <a:pt x="84" y="15"/>
                  </a:lnTo>
                  <a:lnTo>
                    <a:pt x="84" y="19"/>
                  </a:lnTo>
                  <a:lnTo>
                    <a:pt x="84" y="19"/>
                  </a:lnTo>
                  <a:lnTo>
                    <a:pt x="83" y="22"/>
                  </a:lnTo>
                  <a:lnTo>
                    <a:pt x="80" y="29"/>
                  </a:lnTo>
                  <a:lnTo>
                    <a:pt x="80" y="29"/>
                  </a:lnTo>
                  <a:lnTo>
                    <a:pt x="77" y="39"/>
                  </a:lnTo>
                  <a:lnTo>
                    <a:pt x="72" y="43"/>
                  </a:lnTo>
                  <a:lnTo>
                    <a:pt x="72" y="43"/>
                  </a:lnTo>
                  <a:lnTo>
                    <a:pt x="72" y="45"/>
                  </a:lnTo>
                  <a:lnTo>
                    <a:pt x="72" y="46"/>
                  </a:lnTo>
                  <a:lnTo>
                    <a:pt x="72" y="48"/>
                  </a:lnTo>
                  <a:lnTo>
                    <a:pt x="72" y="48"/>
                  </a:lnTo>
                  <a:lnTo>
                    <a:pt x="72" y="54"/>
                  </a:lnTo>
                  <a:lnTo>
                    <a:pt x="74" y="57"/>
                  </a:lnTo>
                  <a:lnTo>
                    <a:pt x="70" y="59"/>
                  </a:lnTo>
                  <a:lnTo>
                    <a:pt x="70" y="59"/>
                  </a:lnTo>
                  <a:lnTo>
                    <a:pt x="67" y="63"/>
                  </a:lnTo>
                  <a:lnTo>
                    <a:pt x="66" y="65"/>
                  </a:lnTo>
                  <a:lnTo>
                    <a:pt x="67" y="66"/>
                  </a:lnTo>
                  <a:lnTo>
                    <a:pt x="69" y="69"/>
                  </a:lnTo>
                  <a:lnTo>
                    <a:pt x="70" y="71"/>
                  </a:lnTo>
                  <a:lnTo>
                    <a:pt x="70" y="71"/>
                  </a:lnTo>
                  <a:lnTo>
                    <a:pt x="69" y="76"/>
                  </a:lnTo>
                  <a:lnTo>
                    <a:pt x="66" y="80"/>
                  </a:lnTo>
                  <a:lnTo>
                    <a:pt x="66" y="80"/>
                  </a:lnTo>
                  <a:lnTo>
                    <a:pt x="64" y="82"/>
                  </a:lnTo>
                  <a:lnTo>
                    <a:pt x="64" y="85"/>
                  </a:lnTo>
                  <a:lnTo>
                    <a:pt x="66" y="88"/>
                  </a:lnTo>
                  <a:lnTo>
                    <a:pt x="66" y="88"/>
                  </a:lnTo>
                  <a:lnTo>
                    <a:pt x="63" y="88"/>
                  </a:lnTo>
                  <a:lnTo>
                    <a:pt x="63" y="91"/>
                  </a:lnTo>
                  <a:lnTo>
                    <a:pt x="64" y="96"/>
                  </a:lnTo>
                  <a:lnTo>
                    <a:pt x="64" y="96"/>
                  </a:lnTo>
                  <a:lnTo>
                    <a:pt x="64" y="99"/>
                  </a:lnTo>
                  <a:lnTo>
                    <a:pt x="63" y="102"/>
                  </a:lnTo>
                  <a:lnTo>
                    <a:pt x="61" y="110"/>
                  </a:lnTo>
                  <a:lnTo>
                    <a:pt x="61" y="110"/>
                  </a:lnTo>
                  <a:lnTo>
                    <a:pt x="63" y="111"/>
                  </a:lnTo>
                  <a:lnTo>
                    <a:pt x="63" y="113"/>
                  </a:lnTo>
                  <a:lnTo>
                    <a:pt x="67" y="117"/>
                  </a:lnTo>
                  <a:lnTo>
                    <a:pt x="77" y="122"/>
                  </a:lnTo>
                  <a:lnTo>
                    <a:pt x="77" y="122"/>
                  </a:lnTo>
                  <a:lnTo>
                    <a:pt x="80" y="125"/>
                  </a:lnTo>
                  <a:lnTo>
                    <a:pt x="83" y="131"/>
                  </a:lnTo>
                  <a:lnTo>
                    <a:pt x="84" y="140"/>
                  </a:lnTo>
                  <a:lnTo>
                    <a:pt x="84" y="140"/>
                  </a:lnTo>
                  <a:lnTo>
                    <a:pt x="78" y="142"/>
                  </a:lnTo>
                  <a:lnTo>
                    <a:pt x="61" y="148"/>
                  </a:lnTo>
                  <a:lnTo>
                    <a:pt x="44" y="156"/>
                  </a:lnTo>
                  <a:lnTo>
                    <a:pt x="37" y="160"/>
                  </a:lnTo>
                  <a:lnTo>
                    <a:pt x="30" y="165"/>
                  </a:lnTo>
                  <a:lnTo>
                    <a:pt x="30" y="165"/>
                  </a:lnTo>
                  <a:lnTo>
                    <a:pt x="26" y="173"/>
                  </a:lnTo>
                  <a:lnTo>
                    <a:pt x="23" y="182"/>
                  </a:lnTo>
                  <a:lnTo>
                    <a:pt x="17" y="208"/>
                  </a:lnTo>
                  <a:lnTo>
                    <a:pt x="13" y="234"/>
                  </a:lnTo>
                  <a:lnTo>
                    <a:pt x="12" y="253"/>
                  </a:lnTo>
                  <a:lnTo>
                    <a:pt x="12" y="253"/>
                  </a:lnTo>
                  <a:lnTo>
                    <a:pt x="12" y="265"/>
                  </a:lnTo>
                  <a:lnTo>
                    <a:pt x="10" y="271"/>
                  </a:lnTo>
                  <a:lnTo>
                    <a:pt x="9" y="276"/>
                  </a:lnTo>
                  <a:lnTo>
                    <a:pt x="9" y="281"/>
                  </a:lnTo>
                  <a:lnTo>
                    <a:pt x="9" y="281"/>
                  </a:lnTo>
                  <a:lnTo>
                    <a:pt x="9" y="284"/>
                  </a:lnTo>
                  <a:lnTo>
                    <a:pt x="7" y="287"/>
                  </a:lnTo>
                  <a:lnTo>
                    <a:pt x="3" y="293"/>
                  </a:lnTo>
                  <a:lnTo>
                    <a:pt x="3" y="293"/>
                  </a:lnTo>
                  <a:lnTo>
                    <a:pt x="0" y="298"/>
                  </a:lnTo>
                  <a:lnTo>
                    <a:pt x="1" y="304"/>
                  </a:lnTo>
                  <a:lnTo>
                    <a:pt x="4" y="316"/>
                  </a:lnTo>
                  <a:lnTo>
                    <a:pt x="4" y="316"/>
                  </a:lnTo>
                  <a:lnTo>
                    <a:pt x="6" y="327"/>
                  </a:lnTo>
                  <a:lnTo>
                    <a:pt x="9" y="342"/>
                  </a:lnTo>
                  <a:lnTo>
                    <a:pt x="13" y="376"/>
                  </a:lnTo>
                  <a:lnTo>
                    <a:pt x="13" y="376"/>
                  </a:lnTo>
                  <a:lnTo>
                    <a:pt x="17" y="390"/>
                  </a:lnTo>
                  <a:lnTo>
                    <a:pt x="21" y="398"/>
                  </a:lnTo>
                  <a:lnTo>
                    <a:pt x="24" y="402"/>
                  </a:lnTo>
                  <a:lnTo>
                    <a:pt x="26" y="402"/>
                  </a:lnTo>
                  <a:lnTo>
                    <a:pt x="26" y="402"/>
                  </a:lnTo>
                  <a:lnTo>
                    <a:pt x="24" y="410"/>
                  </a:lnTo>
                  <a:lnTo>
                    <a:pt x="24" y="416"/>
                  </a:lnTo>
                  <a:lnTo>
                    <a:pt x="27" y="421"/>
                  </a:lnTo>
                  <a:lnTo>
                    <a:pt x="30" y="426"/>
                  </a:lnTo>
                  <a:lnTo>
                    <a:pt x="38" y="430"/>
                  </a:lnTo>
                  <a:lnTo>
                    <a:pt x="43" y="432"/>
                  </a:lnTo>
                  <a:lnTo>
                    <a:pt x="43" y="432"/>
                  </a:lnTo>
                  <a:lnTo>
                    <a:pt x="40" y="450"/>
                  </a:lnTo>
                  <a:lnTo>
                    <a:pt x="38" y="470"/>
                  </a:lnTo>
                  <a:lnTo>
                    <a:pt x="37" y="504"/>
                  </a:lnTo>
                  <a:lnTo>
                    <a:pt x="40" y="537"/>
                  </a:lnTo>
                  <a:lnTo>
                    <a:pt x="44" y="566"/>
                  </a:lnTo>
                  <a:lnTo>
                    <a:pt x="49" y="592"/>
                  </a:lnTo>
                  <a:lnTo>
                    <a:pt x="55" y="615"/>
                  </a:lnTo>
                  <a:lnTo>
                    <a:pt x="64" y="654"/>
                  </a:lnTo>
                  <a:lnTo>
                    <a:pt x="64" y="654"/>
                  </a:lnTo>
                  <a:lnTo>
                    <a:pt x="72" y="686"/>
                  </a:lnTo>
                  <a:lnTo>
                    <a:pt x="84" y="728"/>
                  </a:lnTo>
                  <a:lnTo>
                    <a:pt x="95" y="771"/>
                  </a:lnTo>
                  <a:lnTo>
                    <a:pt x="101" y="794"/>
                  </a:lnTo>
                  <a:lnTo>
                    <a:pt x="104" y="816"/>
                  </a:lnTo>
                  <a:lnTo>
                    <a:pt x="104" y="816"/>
                  </a:lnTo>
                  <a:lnTo>
                    <a:pt x="104" y="828"/>
                  </a:lnTo>
                  <a:lnTo>
                    <a:pt x="104" y="840"/>
                  </a:lnTo>
                  <a:lnTo>
                    <a:pt x="100" y="859"/>
                  </a:lnTo>
                  <a:lnTo>
                    <a:pt x="97" y="869"/>
                  </a:lnTo>
                  <a:lnTo>
                    <a:pt x="95" y="874"/>
                  </a:lnTo>
                  <a:lnTo>
                    <a:pt x="101" y="877"/>
                  </a:lnTo>
                  <a:lnTo>
                    <a:pt x="101" y="877"/>
                  </a:lnTo>
                  <a:lnTo>
                    <a:pt x="95" y="880"/>
                  </a:lnTo>
                  <a:lnTo>
                    <a:pt x="89" y="882"/>
                  </a:lnTo>
                  <a:lnTo>
                    <a:pt x="83" y="883"/>
                  </a:lnTo>
                  <a:lnTo>
                    <a:pt x="83" y="883"/>
                  </a:lnTo>
                  <a:lnTo>
                    <a:pt x="75" y="886"/>
                  </a:lnTo>
                  <a:lnTo>
                    <a:pt x="64" y="891"/>
                  </a:lnTo>
                  <a:lnTo>
                    <a:pt x="58" y="896"/>
                  </a:lnTo>
                  <a:lnTo>
                    <a:pt x="54" y="900"/>
                  </a:lnTo>
                  <a:lnTo>
                    <a:pt x="50" y="905"/>
                  </a:lnTo>
                  <a:lnTo>
                    <a:pt x="49" y="910"/>
                  </a:lnTo>
                  <a:lnTo>
                    <a:pt x="49" y="910"/>
                  </a:lnTo>
                  <a:lnTo>
                    <a:pt x="50" y="914"/>
                  </a:lnTo>
                  <a:lnTo>
                    <a:pt x="54" y="919"/>
                  </a:lnTo>
                  <a:lnTo>
                    <a:pt x="58" y="920"/>
                  </a:lnTo>
                  <a:lnTo>
                    <a:pt x="64" y="922"/>
                  </a:lnTo>
                  <a:lnTo>
                    <a:pt x="77" y="922"/>
                  </a:lnTo>
                  <a:lnTo>
                    <a:pt x="81" y="920"/>
                  </a:lnTo>
                  <a:lnTo>
                    <a:pt x="87" y="919"/>
                  </a:lnTo>
                  <a:lnTo>
                    <a:pt x="87" y="919"/>
                  </a:lnTo>
                  <a:lnTo>
                    <a:pt x="97" y="914"/>
                  </a:lnTo>
                  <a:lnTo>
                    <a:pt x="109" y="913"/>
                  </a:lnTo>
                  <a:lnTo>
                    <a:pt x="143" y="908"/>
                  </a:lnTo>
                  <a:lnTo>
                    <a:pt x="143" y="908"/>
                  </a:lnTo>
                  <a:lnTo>
                    <a:pt x="151" y="906"/>
                  </a:lnTo>
                  <a:lnTo>
                    <a:pt x="155" y="903"/>
                  </a:lnTo>
                  <a:lnTo>
                    <a:pt x="158" y="900"/>
                  </a:lnTo>
                  <a:lnTo>
                    <a:pt x="158" y="897"/>
                  </a:lnTo>
                  <a:lnTo>
                    <a:pt x="157" y="891"/>
                  </a:lnTo>
                  <a:lnTo>
                    <a:pt x="154" y="888"/>
                  </a:lnTo>
                  <a:lnTo>
                    <a:pt x="154" y="888"/>
                  </a:lnTo>
                  <a:lnTo>
                    <a:pt x="155" y="880"/>
                  </a:lnTo>
                  <a:lnTo>
                    <a:pt x="158" y="860"/>
                  </a:lnTo>
                  <a:lnTo>
                    <a:pt x="158" y="860"/>
                  </a:lnTo>
                  <a:lnTo>
                    <a:pt x="158" y="856"/>
                  </a:lnTo>
                  <a:lnTo>
                    <a:pt x="158" y="856"/>
                  </a:lnTo>
                  <a:lnTo>
                    <a:pt x="161" y="837"/>
                  </a:lnTo>
                  <a:lnTo>
                    <a:pt x="163" y="817"/>
                  </a:lnTo>
                  <a:lnTo>
                    <a:pt x="161" y="795"/>
                  </a:lnTo>
                  <a:lnTo>
                    <a:pt x="160" y="775"/>
                  </a:lnTo>
                  <a:lnTo>
                    <a:pt x="160" y="775"/>
                  </a:lnTo>
                  <a:lnTo>
                    <a:pt x="155" y="738"/>
                  </a:lnTo>
                  <a:lnTo>
                    <a:pt x="149" y="675"/>
                  </a:lnTo>
                  <a:lnTo>
                    <a:pt x="149" y="675"/>
                  </a:lnTo>
                  <a:lnTo>
                    <a:pt x="146" y="637"/>
                  </a:lnTo>
                  <a:lnTo>
                    <a:pt x="141" y="610"/>
                  </a:lnTo>
                  <a:lnTo>
                    <a:pt x="137" y="595"/>
                  </a:lnTo>
                  <a:lnTo>
                    <a:pt x="135" y="590"/>
                  </a:lnTo>
                  <a:lnTo>
                    <a:pt x="135" y="590"/>
                  </a:lnTo>
                  <a:lnTo>
                    <a:pt x="146" y="617"/>
                  </a:lnTo>
                  <a:lnTo>
                    <a:pt x="152" y="640"/>
                  </a:lnTo>
                  <a:lnTo>
                    <a:pt x="154" y="651"/>
                  </a:lnTo>
                  <a:lnTo>
                    <a:pt x="155" y="660"/>
                  </a:lnTo>
                  <a:lnTo>
                    <a:pt x="155" y="660"/>
                  </a:lnTo>
                  <a:lnTo>
                    <a:pt x="155" y="668"/>
                  </a:lnTo>
                  <a:lnTo>
                    <a:pt x="157" y="677"/>
                  </a:lnTo>
                  <a:lnTo>
                    <a:pt x="161" y="695"/>
                  </a:lnTo>
                  <a:lnTo>
                    <a:pt x="169" y="715"/>
                  </a:lnTo>
                  <a:lnTo>
                    <a:pt x="177" y="734"/>
                  </a:lnTo>
                  <a:lnTo>
                    <a:pt x="177" y="734"/>
                  </a:lnTo>
                  <a:lnTo>
                    <a:pt x="183" y="743"/>
                  </a:lnTo>
                  <a:lnTo>
                    <a:pt x="183" y="746"/>
                  </a:lnTo>
                  <a:lnTo>
                    <a:pt x="185" y="751"/>
                  </a:lnTo>
                  <a:lnTo>
                    <a:pt x="188" y="822"/>
                  </a:lnTo>
                  <a:lnTo>
                    <a:pt x="188" y="822"/>
                  </a:lnTo>
                  <a:lnTo>
                    <a:pt x="191" y="840"/>
                  </a:lnTo>
                  <a:lnTo>
                    <a:pt x="191" y="840"/>
                  </a:lnTo>
                  <a:lnTo>
                    <a:pt x="186" y="859"/>
                  </a:lnTo>
                  <a:lnTo>
                    <a:pt x="186" y="859"/>
                  </a:lnTo>
                  <a:lnTo>
                    <a:pt x="188" y="868"/>
                  </a:lnTo>
                  <a:lnTo>
                    <a:pt x="189" y="873"/>
                  </a:lnTo>
                  <a:lnTo>
                    <a:pt x="191" y="877"/>
                  </a:lnTo>
                  <a:lnTo>
                    <a:pt x="191" y="879"/>
                  </a:lnTo>
                  <a:lnTo>
                    <a:pt x="191" y="879"/>
                  </a:lnTo>
                  <a:lnTo>
                    <a:pt x="191" y="882"/>
                  </a:lnTo>
                  <a:lnTo>
                    <a:pt x="192" y="886"/>
                  </a:lnTo>
                  <a:lnTo>
                    <a:pt x="197" y="891"/>
                  </a:lnTo>
                  <a:lnTo>
                    <a:pt x="197" y="891"/>
                  </a:lnTo>
                  <a:lnTo>
                    <a:pt x="194" y="896"/>
                  </a:lnTo>
                  <a:lnTo>
                    <a:pt x="189" y="900"/>
                  </a:lnTo>
                  <a:lnTo>
                    <a:pt x="178" y="911"/>
                  </a:lnTo>
                  <a:lnTo>
                    <a:pt x="178" y="911"/>
                  </a:lnTo>
                  <a:lnTo>
                    <a:pt x="174" y="917"/>
                  </a:lnTo>
                  <a:lnTo>
                    <a:pt x="171" y="920"/>
                  </a:lnTo>
                  <a:lnTo>
                    <a:pt x="169" y="923"/>
                  </a:lnTo>
                  <a:lnTo>
                    <a:pt x="171" y="928"/>
                  </a:lnTo>
                  <a:lnTo>
                    <a:pt x="175" y="931"/>
                  </a:lnTo>
                  <a:lnTo>
                    <a:pt x="183" y="933"/>
                  </a:lnTo>
                  <a:lnTo>
                    <a:pt x="197" y="934"/>
                  </a:lnTo>
                  <a:lnTo>
                    <a:pt x="197" y="934"/>
                  </a:lnTo>
                  <a:lnTo>
                    <a:pt x="211" y="934"/>
                  </a:lnTo>
                  <a:lnTo>
                    <a:pt x="222" y="931"/>
                  </a:lnTo>
                  <a:lnTo>
                    <a:pt x="229" y="927"/>
                  </a:lnTo>
                  <a:lnTo>
                    <a:pt x="235" y="922"/>
                  </a:lnTo>
                  <a:lnTo>
                    <a:pt x="239" y="917"/>
                  </a:lnTo>
                  <a:lnTo>
                    <a:pt x="240" y="913"/>
                  </a:lnTo>
                  <a:lnTo>
                    <a:pt x="243" y="908"/>
                  </a:lnTo>
                  <a:lnTo>
                    <a:pt x="243" y="908"/>
                  </a:lnTo>
                  <a:lnTo>
                    <a:pt x="245" y="905"/>
                  </a:lnTo>
                  <a:lnTo>
                    <a:pt x="246" y="900"/>
                  </a:lnTo>
                  <a:lnTo>
                    <a:pt x="246" y="900"/>
                  </a:lnTo>
                  <a:lnTo>
                    <a:pt x="248" y="888"/>
                  </a:lnTo>
                  <a:lnTo>
                    <a:pt x="248" y="888"/>
                  </a:lnTo>
                  <a:lnTo>
                    <a:pt x="251" y="886"/>
                  </a:lnTo>
                  <a:lnTo>
                    <a:pt x="252" y="885"/>
                  </a:lnTo>
                  <a:lnTo>
                    <a:pt x="254" y="880"/>
                  </a:lnTo>
                  <a:lnTo>
                    <a:pt x="254" y="880"/>
                  </a:lnTo>
                  <a:lnTo>
                    <a:pt x="254" y="873"/>
                  </a:lnTo>
                  <a:lnTo>
                    <a:pt x="254" y="873"/>
                  </a:lnTo>
                  <a:lnTo>
                    <a:pt x="254" y="869"/>
                  </a:lnTo>
                  <a:lnTo>
                    <a:pt x="254" y="869"/>
                  </a:lnTo>
                  <a:lnTo>
                    <a:pt x="252" y="842"/>
                  </a:lnTo>
                  <a:lnTo>
                    <a:pt x="252" y="842"/>
                  </a:lnTo>
                  <a:lnTo>
                    <a:pt x="251" y="826"/>
                  </a:lnTo>
                  <a:lnTo>
                    <a:pt x="251" y="803"/>
                  </a:lnTo>
                  <a:lnTo>
                    <a:pt x="251" y="745"/>
                  </a:lnTo>
                  <a:lnTo>
                    <a:pt x="251" y="745"/>
                  </a:lnTo>
                  <a:lnTo>
                    <a:pt x="249" y="728"/>
                  </a:lnTo>
                  <a:lnTo>
                    <a:pt x="246" y="706"/>
                  </a:lnTo>
                  <a:lnTo>
                    <a:pt x="237" y="660"/>
                  </a:lnTo>
                  <a:lnTo>
                    <a:pt x="226" y="617"/>
                  </a:lnTo>
                  <a:lnTo>
                    <a:pt x="220" y="584"/>
                  </a:lnTo>
                  <a:lnTo>
                    <a:pt x="220" y="584"/>
                  </a:lnTo>
                  <a:lnTo>
                    <a:pt x="220" y="560"/>
                  </a:lnTo>
                  <a:lnTo>
                    <a:pt x="220" y="535"/>
                  </a:lnTo>
                  <a:lnTo>
                    <a:pt x="223" y="509"/>
                  </a:lnTo>
                  <a:lnTo>
                    <a:pt x="223" y="509"/>
                  </a:lnTo>
                  <a:lnTo>
                    <a:pt x="243" y="507"/>
                  </a:lnTo>
                  <a:lnTo>
                    <a:pt x="259" y="506"/>
                  </a:lnTo>
                  <a:lnTo>
                    <a:pt x="271" y="503"/>
                  </a:lnTo>
                  <a:lnTo>
                    <a:pt x="280" y="501"/>
                  </a:lnTo>
                  <a:lnTo>
                    <a:pt x="286" y="498"/>
                  </a:lnTo>
                  <a:lnTo>
                    <a:pt x="289" y="495"/>
                  </a:lnTo>
                  <a:lnTo>
                    <a:pt x="292" y="493"/>
                  </a:lnTo>
                  <a:lnTo>
                    <a:pt x="292" y="493"/>
                  </a:lnTo>
                  <a:lnTo>
                    <a:pt x="288" y="469"/>
                  </a:lnTo>
                  <a:lnTo>
                    <a:pt x="282" y="442"/>
                  </a:lnTo>
                  <a:lnTo>
                    <a:pt x="274" y="413"/>
                  </a:lnTo>
                  <a:lnTo>
                    <a:pt x="274" y="413"/>
                  </a:lnTo>
                  <a:lnTo>
                    <a:pt x="323" y="304"/>
                  </a:lnTo>
                  <a:lnTo>
                    <a:pt x="323" y="304"/>
                  </a:lnTo>
                  <a:lnTo>
                    <a:pt x="329" y="291"/>
                  </a:lnTo>
                  <a:lnTo>
                    <a:pt x="331" y="285"/>
                  </a:lnTo>
                  <a:lnTo>
                    <a:pt x="329" y="279"/>
                  </a:lnTo>
                  <a:lnTo>
                    <a:pt x="322" y="267"/>
                  </a:lnTo>
                  <a:lnTo>
                    <a:pt x="322" y="267"/>
                  </a:lnTo>
                  <a:close/>
                  <a:moveTo>
                    <a:pt x="259" y="310"/>
                  </a:moveTo>
                  <a:lnTo>
                    <a:pt x="259" y="310"/>
                  </a:lnTo>
                  <a:lnTo>
                    <a:pt x="257" y="313"/>
                  </a:lnTo>
                  <a:lnTo>
                    <a:pt x="252" y="315"/>
                  </a:lnTo>
                  <a:lnTo>
                    <a:pt x="248" y="319"/>
                  </a:lnTo>
                  <a:lnTo>
                    <a:pt x="248" y="322"/>
                  </a:lnTo>
                  <a:lnTo>
                    <a:pt x="246" y="327"/>
                  </a:lnTo>
                  <a:lnTo>
                    <a:pt x="232" y="268"/>
                  </a:lnTo>
                  <a:lnTo>
                    <a:pt x="232" y="268"/>
                  </a:lnTo>
                  <a:lnTo>
                    <a:pt x="243" y="279"/>
                  </a:lnTo>
                  <a:lnTo>
                    <a:pt x="257" y="291"/>
                  </a:lnTo>
                  <a:lnTo>
                    <a:pt x="257" y="291"/>
                  </a:lnTo>
                  <a:lnTo>
                    <a:pt x="259" y="296"/>
                  </a:lnTo>
                  <a:lnTo>
                    <a:pt x="259" y="301"/>
                  </a:lnTo>
                  <a:lnTo>
                    <a:pt x="259" y="310"/>
                  </a:lnTo>
                  <a:lnTo>
                    <a:pt x="259" y="310"/>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21" name="Freeform 71"/>
            <p:cNvSpPr>
              <a:spLocks noEditPoints="1"/>
            </p:cNvSpPr>
            <p:nvPr/>
          </p:nvSpPr>
          <p:spPr bwMode="auto">
            <a:xfrm>
              <a:off x="4773613" y="6654800"/>
              <a:ext cx="314325" cy="492125"/>
            </a:xfrm>
            <a:custGeom>
              <a:avLst/>
              <a:gdLst>
                <a:gd name="T0" fmla="*/ 179 w 198"/>
                <a:gd name="T1" fmla="*/ 270 h 310"/>
                <a:gd name="T2" fmla="*/ 190 w 198"/>
                <a:gd name="T3" fmla="*/ 285 h 310"/>
                <a:gd name="T4" fmla="*/ 161 w 198"/>
                <a:gd name="T5" fmla="*/ 294 h 310"/>
                <a:gd name="T6" fmla="*/ 140 w 198"/>
                <a:gd name="T7" fmla="*/ 293 h 310"/>
                <a:gd name="T8" fmla="*/ 125 w 198"/>
                <a:gd name="T9" fmla="*/ 299 h 310"/>
                <a:gd name="T10" fmla="*/ 113 w 198"/>
                <a:gd name="T11" fmla="*/ 299 h 310"/>
                <a:gd name="T12" fmla="*/ 122 w 198"/>
                <a:gd name="T13" fmla="*/ 291 h 310"/>
                <a:gd name="T14" fmla="*/ 127 w 198"/>
                <a:gd name="T15" fmla="*/ 288 h 310"/>
                <a:gd name="T16" fmla="*/ 113 w 198"/>
                <a:gd name="T17" fmla="*/ 293 h 310"/>
                <a:gd name="T18" fmla="*/ 99 w 198"/>
                <a:gd name="T19" fmla="*/ 297 h 310"/>
                <a:gd name="T20" fmla="*/ 100 w 198"/>
                <a:gd name="T21" fmla="*/ 294 h 310"/>
                <a:gd name="T22" fmla="*/ 110 w 198"/>
                <a:gd name="T23" fmla="*/ 287 h 310"/>
                <a:gd name="T24" fmla="*/ 113 w 198"/>
                <a:gd name="T25" fmla="*/ 284 h 310"/>
                <a:gd name="T26" fmla="*/ 96 w 198"/>
                <a:gd name="T27" fmla="*/ 288 h 310"/>
                <a:gd name="T28" fmla="*/ 88 w 198"/>
                <a:gd name="T29" fmla="*/ 288 h 310"/>
                <a:gd name="T30" fmla="*/ 90 w 198"/>
                <a:gd name="T31" fmla="*/ 284 h 310"/>
                <a:gd name="T32" fmla="*/ 91 w 198"/>
                <a:gd name="T33" fmla="*/ 279 h 310"/>
                <a:gd name="T34" fmla="*/ 93 w 198"/>
                <a:gd name="T35" fmla="*/ 274 h 310"/>
                <a:gd name="T36" fmla="*/ 113 w 198"/>
                <a:gd name="T37" fmla="*/ 267 h 310"/>
                <a:gd name="T38" fmla="*/ 122 w 198"/>
                <a:gd name="T39" fmla="*/ 265 h 310"/>
                <a:gd name="T40" fmla="*/ 122 w 198"/>
                <a:gd name="T41" fmla="*/ 262 h 310"/>
                <a:gd name="T42" fmla="*/ 113 w 198"/>
                <a:gd name="T43" fmla="*/ 262 h 310"/>
                <a:gd name="T44" fmla="*/ 97 w 198"/>
                <a:gd name="T45" fmla="*/ 264 h 310"/>
                <a:gd name="T46" fmla="*/ 99 w 198"/>
                <a:gd name="T47" fmla="*/ 257 h 310"/>
                <a:gd name="T48" fmla="*/ 111 w 198"/>
                <a:gd name="T49" fmla="*/ 254 h 310"/>
                <a:gd name="T50" fmla="*/ 130 w 198"/>
                <a:gd name="T51" fmla="*/ 254 h 310"/>
                <a:gd name="T52" fmla="*/ 144 w 198"/>
                <a:gd name="T53" fmla="*/ 259 h 310"/>
                <a:gd name="T54" fmla="*/ 151 w 198"/>
                <a:gd name="T55" fmla="*/ 257 h 310"/>
                <a:gd name="T56" fmla="*/ 145 w 198"/>
                <a:gd name="T57" fmla="*/ 247 h 310"/>
                <a:gd name="T58" fmla="*/ 122 w 198"/>
                <a:gd name="T59" fmla="*/ 222 h 310"/>
                <a:gd name="T60" fmla="*/ 83 w 198"/>
                <a:gd name="T61" fmla="*/ 162 h 310"/>
                <a:gd name="T62" fmla="*/ 76 w 198"/>
                <a:gd name="T63" fmla="*/ 142 h 310"/>
                <a:gd name="T64" fmla="*/ 77 w 198"/>
                <a:gd name="T65" fmla="*/ 95 h 310"/>
                <a:gd name="T66" fmla="*/ 85 w 198"/>
                <a:gd name="T67" fmla="*/ 54 h 310"/>
                <a:gd name="T68" fmla="*/ 100 w 198"/>
                <a:gd name="T69" fmla="*/ 9 h 310"/>
                <a:gd name="T70" fmla="*/ 99 w 198"/>
                <a:gd name="T71" fmla="*/ 0 h 310"/>
                <a:gd name="T72" fmla="*/ 83 w 198"/>
                <a:gd name="T73" fmla="*/ 11 h 310"/>
                <a:gd name="T74" fmla="*/ 59 w 198"/>
                <a:gd name="T75" fmla="*/ 25 h 310"/>
                <a:gd name="T76" fmla="*/ 48 w 198"/>
                <a:gd name="T77" fmla="*/ 23 h 310"/>
                <a:gd name="T78" fmla="*/ 42 w 198"/>
                <a:gd name="T79" fmla="*/ 15 h 310"/>
                <a:gd name="T80" fmla="*/ 36 w 198"/>
                <a:gd name="T81" fmla="*/ 11 h 310"/>
                <a:gd name="T82" fmla="*/ 36 w 198"/>
                <a:gd name="T83" fmla="*/ 12 h 310"/>
                <a:gd name="T84" fmla="*/ 40 w 198"/>
                <a:gd name="T85" fmla="*/ 31 h 310"/>
                <a:gd name="T86" fmla="*/ 29 w 198"/>
                <a:gd name="T87" fmla="*/ 65 h 310"/>
                <a:gd name="T88" fmla="*/ 22 w 198"/>
                <a:gd name="T89" fmla="*/ 92 h 310"/>
                <a:gd name="T90" fmla="*/ 17 w 198"/>
                <a:gd name="T91" fmla="*/ 132 h 310"/>
                <a:gd name="T92" fmla="*/ 11 w 198"/>
                <a:gd name="T93" fmla="*/ 168 h 310"/>
                <a:gd name="T94" fmla="*/ 9 w 198"/>
                <a:gd name="T95" fmla="*/ 200 h 310"/>
                <a:gd name="T96" fmla="*/ 5 w 198"/>
                <a:gd name="T97" fmla="*/ 245 h 310"/>
                <a:gd name="T98" fmla="*/ 5 w 198"/>
                <a:gd name="T99" fmla="*/ 267 h 310"/>
                <a:gd name="T100" fmla="*/ 8 w 198"/>
                <a:gd name="T101" fmla="*/ 279 h 310"/>
                <a:gd name="T102" fmla="*/ 6 w 198"/>
                <a:gd name="T103" fmla="*/ 288 h 310"/>
                <a:gd name="T104" fmla="*/ 2 w 198"/>
                <a:gd name="T105" fmla="*/ 293 h 310"/>
                <a:gd name="T106" fmla="*/ 2 w 198"/>
                <a:gd name="T107" fmla="*/ 296 h 310"/>
                <a:gd name="T108" fmla="*/ 65 w 198"/>
                <a:gd name="T109" fmla="*/ 301 h 310"/>
                <a:gd name="T110" fmla="*/ 107 w 198"/>
                <a:gd name="T111" fmla="*/ 305 h 310"/>
                <a:gd name="T112" fmla="*/ 157 w 198"/>
                <a:gd name="T113" fmla="*/ 310 h 310"/>
                <a:gd name="T114" fmla="*/ 162 w 198"/>
                <a:gd name="T115" fmla="*/ 305 h 310"/>
                <a:gd name="T116" fmla="*/ 161 w 198"/>
                <a:gd name="T117" fmla="*/ 294 h 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98" h="310">
                  <a:moveTo>
                    <a:pt x="170" y="262"/>
                  </a:moveTo>
                  <a:lnTo>
                    <a:pt x="170" y="262"/>
                  </a:lnTo>
                  <a:lnTo>
                    <a:pt x="179" y="270"/>
                  </a:lnTo>
                  <a:lnTo>
                    <a:pt x="187" y="277"/>
                  </a:lnTo>
                  <a:lnTo>
                    <a:pt x="188" y="282"/>
                  </a:lnTo>
                  <a:lnTo>
                    <a:pt x="190" y="285"/>
                  </a:lnTo>
                  <a:lnTo>
                    <a:pt x="198" y="276"/>
                  </a:lnTo>
                  <a:lnTo>
                    <a:pt x="170" y="262"/>
                  </a:lnTo>
                  <a:close/>
                  <a:moveTo>
                    <a:pt x="161" y="294"/>
                  </a:moveTo>
                  <a:lnTo>
                    <a:pt x="161" y="294"/>
                  </a:lnTo>
                  <a:lnTo>
                    <a:pt x="150" y="293"/>
                  </a:lnTo>
                  <a:lnTo>
                    <a:pt x="140" y="293"/>
                  </a:lnTo>
                  <a:lnTo>
                    <a:pt x="133" y="296"/>
                  </a:lnTo>
                  <a:lnTo>
                    <a:pt x="125" y="299"/>
                  </a:lnTo>
                  <a:lnTo>
                    <a:pt x="125" y="299"/>
                  </a:lnTo>
                  <a:lnTo>
                    <a:pt x="119" y="302"/>
                  </a:lnTo>
                  <a:lnTo>
                    <a:pt x="114" y="301"/>
                  </a:lnTo>
                  <a:lnTo>
                    <a:pt x="113" y="299"/>
                  </a:lnTo>
                  <a:lnTo>
                    <a:pt x="114" y="296"/>
                  </a:lnTo>
                  <a:lnTo>
                    <a:pt x="114" y="296"/>
                  </a:lnTo>
                  <a:lnTo>
                    <a:pt x="122" y="291"/>
                  </a:lnTo>
                  <a:lnTo>
                    <a:pt x="127" y="290"/>
                  </a:lnTo>
                  <a:lnTo>
                    <a:pt x="127" y="288"/>
                  </a:lnTo>
                  <a:lnTo>
                    <a:pt x="127" y="288"/>
                  </a:lnTo>
                  <a:lnTo>
                    <a:pt x="120" y="290"/>
                  </a:lnTo>
                  <a:lnTo>
                    <a:pt x="113" y="293"/>
                  </a:lnTo>
                  <a:lnTo>
                    <a:pt x="113" y="293"/>
                  </a:lnTo>
                  <a:lnTo>
                    <a:pt x="107" y="297"/>
                  </a:lnTo>
                  <a:lnTo>
                    <a:pt x="102" y="299"/>
                  </a:lnTo>
                  <a:lnTo>
                    <a:pt x="99" y="297"/>
                  </a:lnTo>
                  <a:lnTo>
                    <a:pt x="99" y="297"/>
                  </a:lnTo>
                  <a:lnTo>
                    <a:pt x="99" y="296"/>
                  </a:lnTo>
                  <a:lnTo>
                    <a:pt x="100" y="294"/>
                  </a:lnTo>
                  <a:lnTo>
                    <a:pt x="103" y="290"/>
                  </a:lnTo>
                  <a:lnTo>
                    <a:pt x="103" y="290"/>
                  </a:lnTo>
                  <a:lnTo>
                    <a:pt x="110" y="287"/>
                  </a:lnTo>
                  <a:lnTo>
                    <a:pt x="111" y="285"/>
                  </a:lnTo>
                  <a:lnTo>
                    <a:pt x="113" y="284"/>
                  </a:lnTo>
                  <a:lnTo>
                    <a:pt x="113" y="284"/>
                  </a:lnTo>
                  <a:lnTo>
                    <a:pt x="111" y="282"/>
                  </a:lnTo>
                  <a:lnTo>
                    <a:pt x="108" y="284"/>
                  </a:lnTo>
                  <a:lnTo>
                    <a:pt x="96" y="288"/>
                  </a:lnTo>
                  <a:lnTo>
                    <a:pt x="96" y="288"/>
                  </a:lnTo>
                  <a:lnTo>
                    <a:pt x="91" y="290"/>
                  </a:lnTo>
                  <a:lnTo>
                    <a:pt x="88" y="288"/>
                  </a:lnTo>
                  <a:lnTo>
                    <a:pt x="88" y="287"/>
                  </a:lnTo>
                  <a:lnTo>
                    <a:pt x="90" y="284"/>
                  </a:lnTo>
                  <a:lnTo>
                    <a:pt x="90" y="284"/>
                  </a:lnTo>
                  <a:lnTo>
                    <a:pt x="93" y="282"/>
                  </a:lnTo>
                  <a:lnTo>
                    <a:pt x="93" y="282"/>
                  </a:lnTo>
                  <a:lnTo>
                    <a:pt x="91" y="279"/>
                  </a:lnTo>
                  <a:lnTo>
                    <a:pt x="91" y="277"/>
                  </a:lnTo>
                  <a:lnTo>
                    <a:pt x="93" y="274"/>
                  </a:lnTo>
                  <a:lnTo>
                    <a:pt x="93" y="274"/>
                  </a:lnTo>
                  <a:lnTo>
                    <a:pt x="96" y="273"/>
                  </a:lnTo>
                  <a:lnTo>
                    <a:pt x="100" y="270"/>
                  </a:lnTo>
                  <a:lnTo>
                    <a:pt x="113" y="267"/>
                  </a:lnTo>
                  <a:lnTo>
                    <a:pt x="113" y="267"/>
                  </a:lnTo>
                  <a:lnTo>
                    <a:pt x="122" y="265"/>
                  </a:lnTo>
                  <a:lnTo>
                    <a:pt x="122" y="265"/>
                  </a:lnTo>
                  <a:lnTo>
                    <a:pt x="125" y="264"/>
                  </a:lnTo>
                  <a:lnTo>
                    <a:pt x="125" y="264"/>
                  </a:lnTo>
                  <a:lnTo>
                    <a:pt x="122" y="262"/>
                  </a:lnTo>
                  <a:lnTo>
                    <a:pt x="117" y="262"/>
                  </a:lnTo>
                  <a:lnTo>
                    <a:pt x="117" y="262"/>
                  </a:lnTo>
                  <a:lnTo>
                    <a:pt x="113" y="262"/>
                  </a:lnTo>
                  <a:lnTo>
                    <a:pt x="103" y="264"/>
                  </a:lnTo>
                  <a:lnTo>
                    <a:pt x="103" y="264"/>
                  </a:lnTo>
                  <a:lnTo>
                    <a:pt x="97" y="264"/>
                  </a:lnTo>
                  <a:lnTo>
                    <a:pt x="96" y="262"/>
                  </a:lnTo>
                  <a:lnTo>
                    <a:pt x="96" y="259"/>
                  </a:lnTo>
                  <a:lnTo>
                    <a:pt x="99" y="257"/>
                  </a:lnTo>
                  <a:lnTo>
                    <a:pt x="99" y="257"/>
                  </a:lnTo>
                  <a:lnTo>
                    <a:pt x="111" y="254"/>
                  </a:lnTo>
                  <a:lnTo>
                    <a:pt x="111" y="254"/>
                  </a:lnTo>
                  <a:lnTo>
                    <a:pt x="116" y="253"/>
                  </a:lnTo>
                  <a:lnTo>
                    <a:pt x="120" y="253"/>
                  </a:lnTo>
                  <a:lnTo>
                    <a:pt x="130" y="254"/>
                  </a:lnTo>
                  <a:lnTo>
                    <a:pt x="130" y="254"/>
                  </a:lnTo>
                  <a:lnTo>
                    <a:pt x="137" y="257"/>
                  </a:lnTo>
                  <a:lnTo>
                    <a:pt x="144" y="259"/>
                  </a:lnTo>
                  <a:lnTo>
                    <a:pt x="144" y="259"/>
                  </a:lnTo>
                  <a:lnTo>
                    <a:pt x="148" y="259"/>
                  </a:lnTo>
                  <a:lnTo>
                    <a:pt x="151" y="257"/>
                  </a:lnTo>
                  <a:lnTo>
                    <a:pt x="151" y="257"/>
                  </a:lnTo>
                  <a:lnTo>
                    <a:pt x="150" y="253"/>
                  </a:lnTo>
                  <a:lnTo>
                    <a:pt x="145" y="247"/>
                  </a:lnTo>
                  <a:lnTo>
                    <a:pt x="131" y="233"/>
                  </a:lnTo>
                  <a:lnTo>
                    <a:pt x="131" y="233"/>
                  </a:lnTo>
                  <a:lnTo>
                    <a:pt x="122" y="222"/>
                  </a:lnTo>
                  <a:lnTo>
                    <a:pt x="110" y="203"/>
                  </a:lnTo>
                  <a:lnTo>
                    <a:pt x="96" y="183"/>
                  </a:lnTo>
                  <a:lnTo>
                    <a:pt x="83" y="162"/>
                  </a:lnTo>
                  <a:lnTo>
                    <a:pt x="83" y="162"/>
                  </a:lnTo>
                  <a:lnTo>
                    <a:pt x="79" y="153"/>
                  </a:lnTo>
                  <a:lnTo>
                    <a:pt x="76" y="142"/>
                  </a:lnTo>
                  <a:lnTo>
                    <a:pt x="76" y="131"/>
                  </a:lnTo>
                  <a:lnTo>
                    <a:pt x="76" y="119"/>
                  </a:lnTo>
                  <a:lnTo>
                    <a:pt x="77" y="95"/>
                  </a:lnTo>
                  <a:lnTo>
                    <a:pt x="80" y="74"/>
                  </a:lnTo>
                  <a:lnTo>
                    <a:pt x="80" y="74"/>
                  </a:lnTo>
                  <a:lnTo>
                    <a:pt x="85" y="54"/>
                  </a:lnTo>
                  <a:lnTo>
                    <a:pt x="91" y="35"/>
                  </a:lnTo>
                  <a:lnTo>
                    <a:pt x="100" y="9"/>
                  </a:lnTo>
                  <a:lnTo>
                    <a:pt x="100" y="9"/>
                  </a:lnTo>
                  <a:lnTo>
                    <a:pt x="102" y="3"/>
                  </a:lnTo>
                  <a:lnTo>
                    <a:pt x="100" y="0"/>
                  </a:lnTo>
                  <a:lnTo>
                    <a:pt x="99" y="0"/>
                  </a:lnTo>
                  <a:lnTo>
                    <a:pt x="99" y="0"/>
                  </a:lnTo>
                  <a:lnTo>
                    <a:pt x="99" y="0"/>
                  </a:lnTo>
                  <a:lnTo>
                    <a:pt x="83" y="11"/>
                  </a:lnTo>
                  <a:lnTo>
                    <a:pt x="66" y="20"/>
                  </a:lnTo>
                  <a:lnTo>
                    <a:pt x="66" y="20"/>
                  </a:lnTo>
                  <a:lnTo>
                    <a:pt x="59" y="25"/>
                  </a:lnTo>
                  <a:lnTo>
                    <a:pt x="54" y="25"/>
                  </a:lnTo>
                  <a:lnTo>
                    <a:pt x="51" y="25"/>
                  </a:lnTo>
                  <a:lnTo>
                    <a:pt x="48" y="23"/>
                  </a:lnTo>
                  <a:lnTo>
                    <a:pt x="48" y="23"/>
                  </a:lnTo>
                  <a:lnTo>
                    <a:pt x="45" y="20"/>
                  </a:lnTo>
                  <a:lnTo>
                    <a:pt x="42" y="15"/>
                  </a:lnTo>
                  <a:lnTo>
                    <a:pt x="39" y="9"/>
                  </a:lnTo>
                  <a:lnTo>
                    <a:pt x="39" y="9"/>
                  </a:lnTo>
                  <a:lnTo>
                    <a:pt x="36" y="11"/>
                  </a:lnTo>
                  <a:lnTo>
                    <a:pt x="34" y="11"/>
                  </a:lnTo>
                  <a:lnTo>
                    <a:pt x="36" y="12"/>
                  </a:lnTo>
                  <a:lnTo>
                    <a:pt x="36" y="12"/>
                  </a:lnTo>
                  <a:lnTo>
                    <a:pt x="37" y="18"/>
                  </a:lnTo>
                  <a:lnTo>
                    <a:pt x="40" y="31"/>
                  </a:lnTo>
                  <a:lnTo>
                    <a:pt x="40" y="31"/>
                  </a:lnTo>
                  <a:lnTo>
                    <a:pt x="40" y="38"/>
                  </a:lnTo>
                  <a:lnTo>
                    <a:pt x="37" y="46"/>
                  </a:lnTo>
                  <a:lnTo>
                    <a:pt x="29" y="65"/>
                  </a:lnTo>
                  <a:lnTo>
                    <a:pt x="29" y="65"/>
                  </a:lnTo>
                  <a:lnTo>
                    <a:pt x="26" y="75"/>
                  </a:lnTo>
                  <a:lnTo>
                    <a:pt x="22" y="92"/>
                  </a:lnTo>
                  <a:lnTo>
                    <a:pt x="19" y="111"/>
                  </a:lnTo>
                  <a:lnTo>
                    <a:pt x="17" y="132"/>
                  </a:lnTo>
                  <a:lnTo>
                    <a:pt x="17" y="132"/>
                  </a:lnTo>
                  <a:lnTo>
                    <a:pt x="16" y="149"/>
                  </a:lnTo>
                  <a:lnTo>
                    <a:pt x="13" y="159"/>
                  </a:lnTo>
                  <a:lnTo>
                    <a:pt x="11" y="168"/>
                  </a:lnTo>
                  <a:lnTo>
                    <a:pt x="11" y="182"/>
                  </a:lnTo>
                  <a:lnTo>
                    <a:pt x="11" y="182"/>
                  </a:lnTo>
                  <a:lnTo>
                    <a:pt x="9" y="200"/>
                  </a:lnTo>
                  <a:lnTo>
                    <a:pt x="8" y="216"/>
                  </a:lnTo>
                  <a:lnTo>
                    <a:pt x="5" y="245"/>
                  </a:lnTo>
                  <a:lnTo>
                    <a:pt x="5" y="245"/>
                  </a:lnTo>
                  <a:lnTo>
                    <a:pt x="5" y="259"/>
                  </a:lnTo>
                  <a:lnTo>
                    <a:pt x="5" y="267"/>
                  </a:lnTo>
                  <a:lnTo>
                    <a:pt x="5" y="267"/>
                  </a:lnTo>
                  <a:lnTo>
                    <a:pt x="3" y="273"/>
                  </a:lnTo>
                  <a:lnTo>
                    <a:pt x="8" y="279"/>
                  </a:lnTo>
                  <a:lnTo>
                    <a:pt x="8" y="279"/>
                  </a:lnTo>
                  <a:lnTo>
                    <a:pt x="9" y="282"/>
                  </a:lnTo>
                  <a:lnTo>
                    <a:pt x="9" y="284"/>
                  </a:lnTo>
                  <a:lnTo>
                    <a:pt x="6" y="288"/>
                  </a:lnTo>
                  <a:lnTo>
                    <a:pt x="6" y="288"/>
                  </a:lnTo>
                  <a:lnTo>
                    <a:pt x="5" y="291"/>
                  </a:lnTo>
                  <a:lnTo>
                    <a:pt x="2" y="293"/>
                  </a:lnTo>
                  <a:lnTo>
                    <a:pt x="0" y="293"/>
                  </a:lnTo>
                  <a:lnTo>
                    <a:pt x="2" y="296"/>
                  </a:lnTo>
                  <a:lnTo>
                    <a:pt x="2" y="296"/>
                  </a:lnTo>
                  <a:lnTo>
                    <a:pt x="53" y="299"/>
                  </a:lnTo>
                  <a:lnTo>
                    <a:pt x="53" y="299"/>
                  </a:lnTo>
                  <a:lnTo>
                    <a:pt x="65" y="301"/>
                  </a:lnTo>
                  <a:lnTo>
                    <a:pt x="80" y="302"/>
                  </a:lnTo>
                  <a:lnTo>
                    <a:pt x="94" y="305"/>
                  </a:lnTo>
                  <a:lnTo>
                    <a:pt x="107" y="305"/>
                  </a:lnTo>
                  <a:lnTo>
                    <a:pt x="107" y="305"/>
                  </a:lnTo>
                  <a:lnTo>
                    <a:pt x="134" y="307"/>
                  </a:lnTo>
                  <a:lnTo>
                    <a:pt x="157" y="310"/>
                  </a:lnTo>
                  <a:lnTo>
                    <a:pt x="157" y="310"/>
                  </a:lnTo>
                  <a:lnTo>
                    <a:pt x="164" y="310"/>
                  </a:lnTo>
                  <a:lnTo>
                    <a:pt x="162" y="305"/>
                  </a:lnTo>
                  <a:lnTo>
                    <a:pt x="162" y="305"/>
                  </a:lnTo>
                  <a:lnTo>
                    <a:pt x="161" y="297"/>
                  </a:lnTo>
                  <a:lnTo>
                    <a:pt x="161" y="294"/>
                  </a:lnTo>
                  <a:lnTo>
                    <a:pt x="161" y="294"/>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22" name="Freeform 72"/>
            <p:cNvSpPr/>
            <p:nvPr/>
          </p:nvSpPr>
          <p:spPr bwMode="auto">
            <a:xfrm>
              <a:off x="4795838" y="6704013"/>
              <a:ext cx="73025" cy="369887"/>
            </a:xfrm>
            <a:custGeom>
              <a:avLst/>
              <a:gdLst>
                <a:gd name="T0" fmla="*/ 29 w 46"/>
                <a:gd name="T1" fmla="*/ 217 h 233"/>
                <a:gd name="T2" fmla="*/ 8 w 46"/>
                <a:gd name="T3" fmla="*/ 233 h 233"/>
                <a:gd name="T4" fmla="*/ 0 w 46"/>
                <a:gd name="T5" fmla="*/ 216 h 233"/>
                <a:gd name="T6" fmla="*/ 0 w 46"/>
                <a:gd name="T7" fmla="*/ 216 h 233"/>
                <a:gd name="T8" fmla="*/ 3 w 46"/>
                <a:gd name="T9" fmla="*/ 200 h 233"/>
                <a:gd name="T10" fmla="*/ 6 w 46"/>
                <a:gd name="T11" fmla="*/ 188 h 233"/>
                <a:gd name="T12" fmla="*/ 6 w 46"/>
                <a:gd name="T13" fmla="*/ 179 h 233"/>
                <a:gd name="T14" fmla="*/ 6 w 46"/>
                <a:gd name="T15" fmla="*/ 179 h 233"/>
                <a:gd name="T16" fmla="*/ 11 w 46"/>
                <a:gd name="T17" fmla="*/ 149 h 233"/>
                <a:gd name="T18" fmla="*/ 15 w 46"/>
                <a:gd name="T19" fmla="*/ 112 h 233"/>
                <a:gd name="T20" fmla="*/ 15 w 46"/>
                <a:gd name="T21" fmla="*/ 112 h 233"/>
                <a:gd name="T22" fmla="*/ 19 w 46"/>
                <a:gd name="T23" fmla="*/ 78 h 233"/>
                <a:gd name="T24" fmla="*/ 22 w 46"/>
                <a:gd name="T25" fmla="*/ 60 h 233"/>
                <a:gd name="T26" fmla="*/ 25 w 46"/>
                <a:gd name="T27" fmla="*/ 44 h 233"/>
                <a:gd name="T28" fmla="*/ 25 w 46"/>
                <a:gd name="T29" fmla="*/ 44 h 233"/>
                <a:gd name="T30" fmla="*/ 29 w 46"/>
                <a:gd name="T31" fmla="*/ 34 h 233"/>
                <a:gd name="T32" fmla="*/ 32 w 46"/>
                <a:gd name="T33" fmla="*/ 28 h 233"/>
                <a:gd name="T34" fmla="*/ 36 w 46"/>
                <a:gd name="T35" fmla="*/ 23 h 233"/>
                <a:gd name="T36" fmla="*/ 37 w 46"/>
                <a:gd name="T37" fmla="*/ 18 h 233"/>
                <a:gd name="T38" fmla="*/ 37 w 46"/>
                <a:gd name="T39" fmla="*/ 18 h 233"/>
                <a:gd name="T40" fmla="*/ 34 w 46"/>
                <a:gd name="T41" fmla="*/ 7 h 233"/>
                <a:gd name="T42" fmla="*/ 34 w 46"/>
                <a:gd name="T43" fmla="*/ 1 h 233"/>
                <a:gd name="T44" fmla="*/ 36 w 46"/>
                <a:gd name="T45" fmla="*/ 0 h 233"/>
                <a:gd name="T46" fmla="*/ 37 w 46"/>
                <a:gd name="T47" fmla="*/ 0 h 233"/>
                <a:gd name="T48" fmla="*/ 37 w 46"/>
                <a:gd name="T49" fmla="*/ 0 h 233"/>
                <a:gd name="T50" fmla="*/ 40 w 46"/>
                <a:gd name="T51" fmla="*/ 0 h 233"/>
                <a:gd name="T52" fmla="*/ 42 w 46"/>
                <a:gd name="T53" fmla="*/ 1 h 233"/>
                <a:gd name="T54" fmla="*/ 45 w 46"/>
                <a:gd name="T55" fmla="*/ 6 h 233"/>
                <a:gd name="T56" fmla="*/ 46 w 46"/>
                <a:gd name="T57" fmla="*/ 12 h 233"/>
                <a:gd name="T58" fmla="*/ 46 w 46"/>
                <a:gd name="T59" fmla="*/ 17 h 233"/>
                <a:gd name="T60" fmla="*/ 46 w 46"/>
                <a:gd name="T61" fmla="*/ 17 h 233"/>
                <a:gd name="T62" fmla="*/ 43 w 46"/>
                <a:gd name="T63" fmla="*/ 26 h 233"/>
                <a:gd name="T64" fmla="*/ 43 w 46"/>
                <a:gd name="T65" fmla="*/ 34 h 233"/>
                <a:gd name="T66" fmla="*/ 43 w 46"/>
                <a:gd name="T67" fmla="*/ 43 h 233"/>
                <a:gd name="T68" fmla="*/ 43 w 46"/>
                <a:gd name="T69" fmla="*/ 43 h 233"/>
                <a:gd name="T70" fmla="*/ 42 w 46"/>
                <a:gd name="T71" fmla="*/ 57 h 233"/>
                <a:gd name="T72" fmla="*/ 40 w 46"/>
                <a:gd name="T73" fmla="*/ 78 h 233"/>
                <a:gd name="T74" fmla="*/ 37 w 46"/>
                <a:gd name="T75" fmla="*/ 115 h 233"/>
                <a:gd name="T76" fmla="*/ 37 w 46"/>
                <a:gd name="T77" fmla="*/ 115 h 233"/>
                <a:gd name="T78" fmla="*/ 34 w 46"/>
                <a:gd name="T79" fmla="*/ 165 h 233"/>
                <a:gd name="T80" fmla="*/ 32 w 46"/>
                <a:gd name="T81" fmla="*/ 194 h 233"/>
                <a:gd name="T82" fmla="*/ 29 w 46"/>
                <a:gd name="T83" fmla="*/ 217 h 233"/>
                <a:gd name="T84" fmla="*/ 29 w 46"/>
                <a:gd name="T85" fmla="*/ 217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46" h="233">
                  <a:moveTo>
                    <a:pt x="29" y="217"/>
                  </a:moveTo>
                  <a:lnTo>
                    <a:pt x="8" y="233"/>
                  </a:lnTo>
                  <a:lnTo>
                    <a:pt x="0" y="216"/>
                  </a:lnTo>
                  <a:lnTo>
                    <a:pt x="0" y="216"/>
                  </a:lnTo>
                  <a:lnTo>
                    <a:pt x="3" y="200"/>
                  </a:lnTo>
                  <a:lnTo>
                    <a:pt x="6" y="188"/>
                  </a:lnTo>
                  <a:lnTo>
                    <a:pt x="6" y="179"/>
                  </a:lnTo>
                  <a:lnTo>
                    <a:pt x="6" y="179"/>
                  </a:lnTo>
                  <a:lnTo>
                    <a:pt x="11" y="149"/>
                  </a:lnTo>
                  <a:lnTo>
                    <a:pt x="15" y="112"/>
                  </a:lnTo>
                  <a:lnTo>
                    <a:pt x="15" y="112"/>
                  </a:lnTo>
                  <a:lnTo>
                    <a:pt x="19" y="78"/>
                  </a:lnTo>
                  <a:lnTo>
                    <a:pt x="22" y="60"/>
                  </a:lnTo>
                  <a:lnTo>
                    <a:pt x="25" y="44"/>
                  </a:lnTo>
                  <a:lnTo>
                    <a:pt x="25" y="44"/>
                  </a:lnTo>
                  <a:lnTo>
                    <a:pt x="29" y="34"/>
                  </a:lnTo>
                  <a:lnTo>
                    <a:pt x="32" y="28"/>
                  </a:lnTo>
                  <a:lnTo>
                    <a:pt x="36" y="23"/>
                  </a:lnTo>
                  <a:lnTo>
                    <a:pt x="37" y="18"/>
                  </a:lnTo>
                  <a:lnTo>
                    <a:pt x="37" y="18"/>
                  </a:lnTo>
                  <a:lnTo>
                    <a:pt x="34" y="7"/>
                  </a:lnTo>
                  <a:lnTo>
                    <a:pt x="34" y="1"/>
                  </a:lnTo>
                  <a:lnTo>
                    <a:pt x="36" y="0"/>
                  </a:lnTo>
                  <a:lnTo>
                    <a:pt x="37" y="0"/>
                  </a:lnTo>
                  <a:lnTo>
                    <a:pt x="37" y="0"/>
                  </a:lnTo>
                  <a:lnTo>
                    <a:pt x="40" y="0"/>
                  </a:lnTo>
                  <a:lnTo>
                    <a:pt x="42" y="1"/>
                  </a:lnTo>
                  <a:lnTo>
                    <a:pt x="45" y="6"/>
                  </a:lnTo>
                  <a:lnTo>
                    <a:pt x="46" y="12"/>
                  </a:lnTo>
                  <a:lnTo>
                    <a:pt x="46" y="17"/>
                  </a:lnTo>
                  <a:lnTo>
                    <a:pt x="46" y="17"/>
                  </a:lnTo>
                  <a:lnTo>
                    <a:pt x="43" y="26"/>
                  </a:lnTo>
                  <a:lnTo>
                    <a:pt x="43" y="34"/>
                  </a:lnTo>
                  <a:lnTo>
                    <a:pt x="43" y="43"/>
                  </a:lnTo>
                  <a:lnTo>
                    <a:pt x="43" y="43"/>
                  </a:lnTo>
                  <a:lnTo>
                    <a:pt x="42" y="57"/>
                  </a:lnTo>
                  <a:lnTo>
                    <a:pt x="40" y="78"/>
                  </a:lnTo>
                  <a:lnTo>
                    <a:pt x="37" y="115"/>
                  </a:lnTo>
                  <a:lnTo>
                    <a:pt x="37" y="115"/>
                  </a:lnTo>
                  <a:lnTo>
                    <a:pt x="34" y="165"/>
                  </a:lnTo>
                  <a:lnTo>
                    <a:pt x="32" y="194"/>
                  </a:lnTo>
                  <a:lnTo>
                    <a:pt x="29" y="217"/>
                  </a:lnTo>
                  <a:lnTo>
                    <a:pt x="29" y="217"/>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23" name="Freeform 84"/>
            <p:cNvSpPr/>
            <p:nvPr/>
          </p:nvSpPr>
          <p:spPr bwMode="auto">
            <a:xfrm>
              <a:off x="4810126" y="6419850"/>
              <a:ext cx="203200" cy="173037"/>
            </a:xfrm>
            <a:custGeom>
              <a:avLst/>
              <a:gdLst>
                <a:gd name="T0" fmla="*/ 102 w 128"/>
                <a:gd name="T1" fmla="*/ 8 h 109"/>
                <a:gd name="T2" fmla="*/ 102 w 128"/>
                <a:gd name="T3" fmla="*/ 8 h 109"/>
                <a:gd name="T4" fmla="*/ 87 w 128"/>
                <a:gd name="T5" fmla="*/ 1 h 109"/>
                <a:gd name="T6" fmla="*/ 74 w 128"/>
                <a:gd name="T7" fmla="*/ 0 h 109"/>
                <a:gd name="T8" fmla="*/ 62 w 128"/>
                <a:gd name="T9" fmla="*/ 0 h 109"/>
                <a:gd name="T10" fmla="*/ 51 w 128"/>
                <a:gd name="T11" fmla="*/ 3 h 109"/>
                <a:gd name="T12" fmla="*/ 42 w 128"/>
                <a:gd name="T13" fmla="*/ 8 h 109"/>
                <a:gd name="T14" fmla="*/ 34 w 128"/>
                <a:gd name="T15" fmla="*/ 12 h 109"/>
                <a:gd name="T16" fmla="*/ 27 w 128"/>
                <a:gd name="T17" fmla="*/ 18 h 109"/>
                <a:gd name="T18" fmla="*/ 22 w 128"/>
                <a:gd name="T19" fmla="*/ 25 h 109"/>
                <a:gd name="T20" fmla="*/ 22 w 128"/>
                <a:gd name="T21" fmla="*/ 25 h 109"/>
                <a:gd name="T22" fmla="*/ 13 w 128"/>
                <a:gd name="T23" fmla="*/ 26 h 109"/>
                <a:gd name="T24" fmla="*/ 6 w 128"/>
                <a:gd name="T25" fmla="*/ 31 h 109"/>
                <a:gd name="T26" fmla="*/ 2 w 128"/>
                <a:gd name="T27" fmla="*/ 35 h 109"/>
                <a:gd name="T28" fmla="*/ 0 w 128"/>
                <a:gd name="T29" fmla="*/ 38 h 109"/>
                <a:gd name="T30" fmla="*/ 0 w 128"/>
                <a:gd name="T31" fmla="*/ 38 h 109"/>
                <a:gd name="T32" fmla="*/ 3 w 128"/>
                <a:gd name="T33" fmla="*/ 40 h 109"/>
                <a:gd name="T34" fmla="*/ 8 w 128"/>
                <a:gd name="T35" fmla="*/ 40 h 109"/>
                <a:gd name="T36" fmla="*/ 20 w 128"/>
                <a:gd name="T37" fmla="*/ 42 h 109"/>
                <a:gd name="T38" fmla="*/ 20 w 128"/>
                <a:gd name="T39" fmla="*/ 42 h 109"/>
                <a:gd name="T40" fmla="*/ 42 w 128"/>
                <a:gd name="T41" fmla="*/ 48 h 109"/>
                <a:gd name="T42" fmla="*/ 42 w 128"/>
                <a:gd name="T43" fmla="*/ 48 h 109"/>
                <a:gd name="T44" fmla="*/ 51 w 128"/>
                <a:gd name="T45" fmla="*/ 52 h 109"/>
                <a:gd name="T46" fmla="*/ 60 w 128"/>
                <a:gd name="T47" fmla="*/ 59 h 109"/>
                <a:gd name="T48" fmla="*/ 70 w 128"/>
                <a:gd name="T49" fmla="*/ 66 h 109"/>
                <a:gd name="T50" fmla="*/ 79 w 128"/>
                <a:gd name="T51" fmla="*/ 75 h 109"/>
                <a:gd name="T52" fmla="*/ 93 w 128"/>
                <a:gd name="T53" fmla="*/ 91 h 109"/>
                <a:gd name="T54" fmla="*/ 101 w 128"/>
                <a:gd name="T55" fmla="*/ 103 h 109"/>
                <a:gd name="T56" fmla="*/ 101 w 128"/>
                <a:gd name="T57" fmla="*/ 103 h 109"/>
                <a:gd name="T58" fmla="*/ 101 w 128"/>
                <a:gd name="T59" fmla="*/ 103 h 109"/>
                <a:gd name="T60" fmla="*/ 101 w 128"/>
                <a:gd name="T61" fmla="*/ 103 h 109"/>
                <a:gd name="T62" fmla="*/ 104 w 128"/>
                <a:gd name="T63" fmla="*/ 108 h 109"/>
                <a:gd name="T64" fmla="*/ 108 w 128"/>
                <a:gd name="T65" fmla="*/ 109 h 109"/>
                <a:gd name="T66" fmla="*/ 108 w 128"/>
                <a:gd name="T67" fmla="*/ 109 h 109"/>
                <a:gd name="T68" fmla="*/ 111 w 128"/>
                <a:gd name="T69" fmla="*/ 109 h 109"/>
                <a:gd name="T70" fmla="*/ 114 w 128"/>
                <a:gd name="T71" fmla="*/ 106 h 109"/>
                <a:gd name="T72" fmla="*/ 116 w 128"/>
                <a:gd name="T73" fmla="*/ 105 h 109"/>
                <a:gd name="T74" fmla="*/ 116 w 128"/>
                <a:gd name="T75" fmla="*/ 100 h 109"/>
                <a:gd name="T76" fmla="*/ 116 w 128"/>
                <a:gd name="T77" fmla="*/ 100 h 109"/>
                <a:gd name="T78" fmla="*/ 116 w 128"/>
                <a:gd name="T79" fmla="*/ 99 h 109"/>
                <a:gd name="T80" fmla="*/ 114 w 128"/>
                <a:gd name="T81" fmla="*/ 96 h 109"/>
                <a:gd name="T82" fmla="*/ 114 w 128"/>
                <a:gd name="T83" fmla="*/ 96 h 109"/>
                <a:gd name="T84" fmla="*/ 122 w 128"/>
                <a:gd name="T85" fmla="*/ 80 h 109"/>
                <a:gd name="T86" fmla="*/ 127 w 128"/>
                <a:gd name="T87" fmla="*/ 68 h 109"/>
                <a:gd name="T88" fmla="*/ 128 w 128"/>
                <a:gd name="T89" fmla="*/ 55 h 109"/>
                <a:gd name="T90" fmla="*/ 128 w 128"/>
                <a:gd name="T91" fmla="*/ 42 h 109"/>
                <a:gd name="T92" fmla="*/ 127 w 128"/>
                <a:gd name="T93" fmla="*/ 35 h 109"/>
                <a:gd name="T94" fmla="*/ 125 w 128"/>
                <a:gd name="T95" fmla="*/ 29 h 109"/>
                <a:gd name="T96" fmla="*/ 121 w 128"/>
                <a:gd name="T97" fmla="*/ 23 h 109"/>
                <a:gd name="T98" fmla="*/ 116 w 128"/>
                <a:gd name="T99" fmla="*/ 17 h 109"/>
                <a:gd name="T100" fmla="*/ 110 w 128"/>
                <a:gd name="T101" fmla="*/ 12 h 109"/>
                <a:gd name="T102" fmla="*/ 102 w 128"/>
                <a:gd name="T103" fmla="*/ 8 h 109"/>
                <a:gd name="T104" fmla="*/ 102 w 128"/>
                <a:gd name="T105" fmla="*/ 8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8" h="109">
                  <a:moveTo>
                    <a:pt x="102" y="8"/>
                  </a:moveTo>
                  <a:lnTo>
                    <a:pt x="102" y="8"/>
                  </a:lnTo>
                  <a:lnTo>
                    <a:pt x="87" y="1"/>
                  </a:lnTo>
                  <a:lnTo>
                    <a:pt x="74" y="0"/>
                  </a:lnTo>
                  <a:lnTo>
                    <a:pt x="62" y="0"/>
                  </a:lnTo>
                  <a:lnTo>
                    <a:pt x="51" y="3"/>
                  </a:lnTo>
                  <a:lnTo>
                    <a:pt x="42" y="8"/>
                  </a:lnTo>
                  <a:lnTo>
                    <a:pt x="34" y="12"/>
                  </a:lnTo>
                  <a:lnTo>
                    <a:pt x="27" y="18"/>
                  </a:lnTo>
                  <a:lnTo>
                    <a:pt x="22" y="25"/>
                  </a:lnTo>
                  <a:lnTo>
                    <a:pt x="22" y="25"/>
                  </a:lnTo>
                  <a:lnTo>
                    <a:pt x="13" y="26"/>
                  </a:lnTo>
                  <a:lnTo>
                    <a:pt x="6" y="31"/>
                  </a:lnTo>
                  <a:lnTo>
                    <a:pt x="2" y="35"/>
                  </a:lnTo>
                  <a:lnTo>
                    <a:pt x="0" y="38"/>
                  </a:lnTo>
                  <a:lnTo>
                    <a:pt x="0" y="38"/>
                  </a:lnTo>
                  <a:lnTo>
                    <a:pt x="3" y="40"/>
                  </a:lnTo>
                  <a:lnTo>
                    <a:pt x="8" y="40"/>
                  </a:lnTo>
                  <a:lnTo>
                    <a:pt x="20" y="42"/>
                  </a:lnTo>
                  <a:lnTo>
                    <a:pt x="20" y="42"/>
                  </a:lnTo>
                  <a:lnTo>
                    <a:pt x="42" y="48"/>
                  </a:lnTo>
                  <a:lnTo>
                    <a:pt x="42" y="48"/>
                  </a:lnTo>
                  <a:lnTo>
                    <a:pt x="51" y="52"/>
                  </a:lnTo>
                  <a:lnTo>
                    <a:pt x="60" y="59"/>
                  </a:lnTo>
                  <a:lnTo>
                    <a:pt x="70" y="66"/>
                  </a:lnTo>
                  <a:lnTo>
                    <a:pt x="79" y="75"/>
                  </a:lnTo>
                  <a:lnTo>
                    <a:pt x="93" y="91"/>
                  </a:lnTo>
                  <a:lnTo>
                    <a:pt x="101" y="103"/>
                  </a:lnTo>
                  <a:lnTo>
                    <a:pt x="101" y="103"/>
                  </a:lnTo>
                  <a:lnTo>
                    <a:pt x="101" y="103"/>
                  </a:lnTo>
                  <a:lnTo>
                    <a:pt x="101" y="103"/>
                  </a:lnTo>
                  <a:lnTo>
                    <a:pt x="104" y="108"/>
                  </a:lnTo>
                  <a:lnTo>
                    <a:pt x="108" y="109"/>
                  </a:lnTo>
                  <a:lnTo>
                    <a:pt x="108" y="109"/>
                  </a:lnTo>
                  <a:lnTo>
                    <a:pt x="111" y="109"/>
                  </a:lnTo>
                  <a:lnTo>
                    <a:pt x="114" y="106"/>
                  </a:lnTo>
                  <a:lnTo>
                    <a:pt x="116" y="105"/>
                  </a:lnTo>
                  <a:lnTo>
                    <a:pt x="116" y="100"/>
                  </a:lnTo>
                  <a:lnTo>
                    <a:pt x="116" y="100"/>
                  </a:lnTo>
                  <a:lnTo>
                    <a:pt x="116" y="99"/>
                  </a:lnTo>
                  <a:lnTo>
                    <a:pt x="114" y="96"/>
                  </a:lnTo>
                  <a:lnTo>
                    <a:pt x="114" y="96"/>
                  </a:lnTo>
                  <a:lnTo>
                    <a:pt x="122" y="80"/>
                  </a:lnTo>
                  <a:lnTo>
                    <a:pt x="127" y="68"/>
                  </a:lnTo>
                  <a:lnTo>
                    <a:pt x="128" y="55"/>
                  </a:lnTo>
                  <a:lnTo>
                    <a:pt x="128" y="42"/>
                  </a:lnTo>
                  <a:lnTo>
                    <a:pt x="127" y="35"/>
                  </a:lnTo>
                  <a:lnTo>
                    <a:pt x="125" y="29"/>
                  </a:lnTo>
                  <a:lnTo>
                    <a:pt x="121" y="23"/>
                  </a:lnTo>
                  <a:lnTo>
                    <a:pt x="116" y="17"/>
                  </a:lnTo>
                  <a:lnTo>
                    <a:pt x="110" y="12"/>
                  </a:lnTo>
                  <a:lnTo>
                    <a:pt x="102" y="8"/>
                  </a:lnTo>
                  <a:lnTo>
                    <a:pt x="102" y="8"/>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grpSp>
      <p:sp>
        <p:nvSpPr>
          <p:cNvPr id="5" name="Freeform 4"/>
          <p:cNvSpPr/>
          <p:nvPr/>
        </p:nvSpPr>
        <p:spPr bwMode="ltGray">
          <a:xfrm>
            <a:off x="4207106" y="4166300"/>
            <a:ext cx="332542" cy="389306"/>
          </a:xfrm>
          <a:custGeom>
            <a:avLst/>
            <a:gdLst>
              <a:gd name="connsiteX0" fmla="*/ 0 w 360123"/>
              <a:gd name="connsiteY0" fmla="*/ 118997 h 425885"/>
              <a:gd name="connsiteX1" fmla="*/ 84550 w 360123"/>
              <a:gd name="connsiteY1" fmla="*/ 134654 h 425885"/>
              <a:gd name="connsiteX2" fmla="*/ 184759 w 360123"/>
              <a:gd name="connsiteY2" fmla="*/ 425885 h 425885"/>
              <a:gd name="connsiteX3" fmla="*/ 275572 w 360123"/>
              <a:gd name="connsiteY3" fmla="*/ 140917 h 425885"/>
              <a:gd name="connsiteX4" fmla="*/ 360123 w 360123"/>
              <a:gd name="connsiteY4" fmla="*/ 122128 h 425885"/>
              <a:gd name="connsiteX5" fmla="*/ 266178 w 360123"/>
              <a:gd name="connsiteY5" fmla="*/ 0 h 425885"/>
              <a:gd name="connsiteX6" fmla="*/ 181627 w 360123"/>
              <a:gd name="connsiteY6" fmla="*/ 247389 h 425885"/>
              <a:gd name="connsiteX7" fmla="*/ 100208 w 360123"/>
              <a:gd name="connsiteY7" fmla="*/ 6263 h 425885"/>
              <a:gd name="connsiteX8" fmla="*/ 0 w 360123"/>
              <a:gd name="connsiteY8" fmla="*/ 118997 h 425885"/>
              <a:gd name="connsiteX0-1" fmla="*/ 0 w 360123"/>
              <a:gd name="connsiteY0-2" fmla="*/ 118997 h 425885"/>
              <a:gd name="connsiteX1-3" fmla="*/ 84550 w 360123"/>
              <a:gd name="connsiteY1-4" fmla="*/ 134654 h 425885"/>
              <a:gd name="connsiteX2-5" fmla="*/ 184759 w 360123"/>
              <a:gd name="connsiteY2-6" fmla="*/ 425885 h 425885"/>
              <a:gd name="connsiteX3-7" fmla="*/ 275572 w 360123"/>
              <a:gd name="connsiteY3-8" fmla="*/ 140917 h 425885"/>
              <a:gd name="connsiteX4-9" fmla="*/ 360123 w 360123"/>
              <a:gd name="connsiteY4-10" fmla="*/ 122128 h 425885"/>
              <a:gd name="connsiteX5-11" fmla="*/ 266178 w 360123"/>
              <a:gd name="connsiteY5-12" fmla="*/ 0 h 425885"/>
              <a:gd name="connsiteX6-13" fmla="*/ 181627 w 360123"/>
              <a:gd name="connsiteY6-14" fmla="*/ 247389 h 425885"/>
              <a:gd name="connsiteX7-15" fmla="*/ 100208 w 360123"/>
              <a:gd name="connsiteY7-16" fmla="*/ 6263 h 425885"/>
              <a:gd name="connsiteX8-17" fmla="*/ 0 w 360123"/>
              <a:gd name="connsiteY8-18" fmla="*/ 118997 h 425885"/>
              <a:gd name="connsiteX0-19" fmla="*/ 0 w 360154"/>
              <a:gd name="connsiteY0-20" fmla="*/ 121432 h 428320"/>
              <a:gd name="connsiteX1-21" fmla="*/ 84550 w 360154"/>
              <a:gd name="connsiteY1-22" fmla="*/ 137089 h 428320"/>
              <a:gd name="connsiteX2-23" fmla="*/ 184759 w 360154"/>
              <a:gd name="connsiteY2-24" fmla="*/ 428320 h 428320"/>
              <a:gd name="connsiteX3-25" fmla="*/ 275572 w 360154"/>
              <a:gd name="connsiteY3-26" fmla="*/ 143352 h 428320"/>
              <a:gd name="connsiteX4-27" fmla="*/ 360123 w 360154"/>
              <a:gd name="connsiteY4-28" fmla="*/ 124563 h 428320"/>
              <a:gd name="connsiteX5-29" fmla="*/ 266178 w 360154"/>
              <a:gd name="connsiteY5-30" fmla="*/ 2435 h 428320"/>
              <a:gd name="connsiteX6-31" fmla="*/ 181627 w 360154"/>
              <a:gd name="connsiteY6-32" fmla="*/ 249824 h 428320"/>
              <a:gd name="connsiteX7-33" fmla="*/ 100208 w 360154"/>
              <a:gd name="connsiteY7-34" fmla="*/ 8698 h 428320"/>
              <a:gd name="connsiteX8-35" fmla="*/ 0 w 360154"/>
              <a:gd name="connsiteY8-36" fmla="*/ 121432 h 428320"/>
              <a:gd name="connsiteX0-37" fmla="*/ 7502 w 367656"/>
              <a:gd name="connsiteY0-38" fmla="*/ 121432 h 428320"/>
              <a:gd name="connsiteX1-39" fmla="*/ 92052 w 367656"/>
              <a:gd name="connsiteY1-40" fmla="*/ 137089 h 428320"/>
              <a:gd name="connsiteX2-41" fmla="*/ 192261 w 367656"/>
              <a:gd name="connsiteY2-42" fmla="*/ 428320 h 428320"/>
              <a:gd name="connsiteX3-43" fmla="*/ 283074 w 367656"/>
              <a:gd name="connsiteY3-44" fmla="*/ 143352 h 428320"/>
              <a:gd name="connsiteX4-45" fmla="*/ 367625 w 367656"/>
              <a:gd name="connsiteY4-46" fmla="*/ 124563 h 428320"/>
              <a:gd name="connsiteX5-47" fmla="*/ 273680 w 367656"/>
              <a:gd name="connsiteY5-48" fmla="*/ 2435 h 428320"/>
              <a:gd name="connsiteX6-49" fmla="*/ 189129 w 367656"/>
              <a:gd name="connsiteY6-50" fmla="*/ 249824 h 428320"/>
              <a:gd name="connsiteX7-51" fmla="*/ 107710 w 367656"/>
              <a:gd name="connsiteY7-52" fmla="*/ 8698 h 428320"/>
              <a:gd name="connsiteX8-53" fmla="*/ 7502 w 367656"/>
              <a:gd name="connsiteY8-54" fmla="*/ 121432 h 428320"/>
              <a:gd name="connsiteX0-55" fmla="*/ 7502 w 380353"/>
              <a:gd name="connsiteY0-56" fmla="*/ 122319 h 429207"/>
              <a:gd name="connsiteX1-57" fmla="*/ 92052 w 380353"/>
              <a:gd name="connsiteY1-58" fmla="*/ 137976 h 429207"/>
              <a:gd name="connsiteX2-59" fmla="*/ 192261 w 380353"/>
              <a:gd name="connsiteY2-60" fmla="*/ 429207 h 429207"/>
              <a:gd name="connsiteX3-61" fmla="*/ 283074 w 380353"/>
              <a:gd name="connsiteY3-62" fmla="*/ 144239 h 429207"/>
              <a:gd name="connsiteX4-63" fmla="*/ 367625 w 380353"/>
              <a:gd name="connsiteY4-64" fmla="*/ 125450 h 429207"/>
              <a:gd name="connsiteX5-65" fmla="*/ 273680 w 380353"/>
              <a:gd name="connsiteY5-66" fmla="*/ 3322 h 429207"/>
              <a:gd name="connsiteX6-67" fmla="*/ 189129 w 380353"/>
              <a:gd name="connsiteY6-68" fmla="*/ 250711 h 429207"/>
              <a:gd name="connsiteX7-69" fmla="*/ 107710 w 380353"/>
              <a:gd name="connsiteY7-70" fmla="*/ 9585 h 429207"/>
              <a:gd name="connsiteX8-71" fmla="*/ 7502 w 380353"/>
              <a:gd name="connsiteY8-72" fmla="*/ 122319 h 429207"/>
              <a:gd name="connsiteX0-73" fmla="*/ 6474 w 379325"/>
              <a:gd name="connsiteY0-74" fmla="*/ 122319 h 429207"/>
              <a:gd name="connsiteX1-75" fmla="*/ 91024 w 379325"/>
              <a:gd name="connsiteY1-76" fmla="*/ 137976 h 429207"/>
              <a:gd name="connsiteX2-77" fmla="*/ 191233 w 379325"/>
              <a:gd name="connsiteY2-78" fmla="*/ 429207 h 429207"/>
              <a:gd name="connsiteX3-79" fmla="*/ 282046 w 379325"/>
              <a:gd name="connsiteY3-80" fmla="*/ 144239 h 429207"/>
              <a:gd name="connsiteX4-81" fmla="*/ 366597 w 379325"/>
              <a:gd name="connsiteY4-82" fmla="*/ 125450 h 429207"/>
              <a:gd name="connsiteX5-83" fmla="*/ 272652 w 379325"/>
              <a:gd name="connsiteY5-84" fmla="*/ 3322 h 429207"/>
              <a:gd name="connsiteX6-85" fmla="*/ 188101 w 379325"/>
              <a:gd name="connsiteY6-86" fmla="*/ 250711 h 429207"/>
              <a:gd name="connsiteX7-87" fmla="*/ 106682 w 379325"/>
              <a:gd name="connsiteY7-88" fmla="*/ 9585 h 429207"/>
              <a:gd name="connsiteX8-89" fmla="*/ 6474 w 379325"/>
              <a:gd name="connsiteY8-90" fmla="*/ 122319 h 429207"/>
              <a:gd name="connsiteX0-91" fmla="*/ 6474 w 379325"/>
              <a:gd name="connsiteY0-92" fmla="*/ 122319 h 429207"/>
              <a:gd name="connsiteX1-93" fmla="*/ 91024 w 379325"/>
              <a:gd name="connsiteY1-94" fmla="*/ 137976 h 429207"/>
              <a:gd name="connsiteX2-95" fmla="*/ 191233 w 379325"/>
              <a:gd name="connsiteY2-96" fmla="*/ 429207 h 429207"/>
              <a:gd name="connsiteX3-97" fmla="*/ 282046 w 379325"/>
              <a:gd name="connsiteY3-98" fmla="*/ 144239 h 429207"/>
              <a:gd name="connsiteX4-99" fmla="*/ 366597 w 379325"/>
              <a:gd name="connsiteY4-100" fmla="*/ 125450 h 429207"/>
              <a:gd name="connsiteX5-101" fmla="*/ 272652 w 379325"/>
              <a:gd name="connsiteY5-102" fmla="*/ 3322 h 429207"/>
              <a:gd name="connsiteX6-103" fmla="*/ 194364 w 379325"/>
              <a:gd name="connsiteY6-104" fmla="*/ 206870 h 429207"/>
              <a:gd name="connsiteX7-105" fmla="*/ 106682 w 379325"/>
              <a:gd name="connsiteY7-106" fmla="*/ 9585 h 429207"/>
              <a:gd name="connsiteX8-107" fmla="*/ 6474 w 379325"/>
              <a:gd name="connsiteY8-108" fmla="*/ 122319 h 429207"/>
              <a:gd name="connsiteX0-109" fmla="*/ 6474 w 366628"/>
              <a:gd name="connsiteY0-110" fmla="*/ 122319 h 429210"/>
              <a:gd name="connsiteX1-111" fmla="*/ 91024 w 366628"/>
              <a:gd name="connsiteY1-112" fmla="*/ 137976 h 429210"/>
              <a:gd name="connsiteX2-113" fmla="*/ 191233 w 366628"/>
              <a:gd name="connsiteY2-114" fmla="*/ 429207 h 429210"/>
              <a:gd name="connsiteX3-115" fmla="*/ 282046 w 366628"/>
              <a:gd name="connsiteY3-116" fmla="*/ 144239 h 429210"/>
              <a:gd name="connsiteX4-117" fmla="*/ 366597 w 366628"/>
              <a:gd name="connsiteY4-118" fmla="*/ 125450 h 429210"/>
              <a:gd name="connsiteX5-119" fmla="*/ 272652 w 366628"/>
              <a:gd name="connsiteY5-120" fmla="*/ 3322 h 429210"/>
              <a:gd name="connsiteX6-121" fmla="*/ 194364 w 366628"/>
              <a:gd name="connsiteY6-122" fmla="*/ 206870 h 429210"/>
              <a:gd name="connsiteX7-123" fmla="*/ 106682 w 366628"/>
              <a:gd name="connsiteY7-124" fmla="*/ 9585 h 429210"/>
              <a:gd name="connsiteX8-125" fmla="*/ 6474 w 366628"/>
              <a:gd name="connsiteY8-126" fmla="*/ 122319 h 42921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Lst>
            <a:rect l="l" t="t" r="r" b="b"/>
            <a:pathLst>
              <a:path w="366628" h="429210">
                <a:moveTo>
                  <a:pt x="6474" y="122319"/>
                </a:moveTo>
                <a:cubicBezTo>
                  <a:pt x="-23798" y="191212"/>
                  <a:pt x="60231" y="86828"/>
                  <a:pt x="91024" y="137976"/>
                </a:cubicBezTo>
                <a:lnTo>
                  <a:pt x="191233" y="429207"/>
                </a:lnTo>
                <a:cubicBezTo>
                  <a:pt x="223070" y="430251"/>
                  <a:pt x="252819" y="194865"/>
                  <a:pt x="282046" y="144239"/>
                </a:cubicBezTo>
                <a:cubicBezTo>
                  <a:pt x="311273" y="93613"/>
                  <a:pt x="368163" y="148936"/>
                  <a:pt x="366597" y="125450"/>
                </a:cubicBezTo>
                <a:cubicBezTo>
                  <a:pt x="318058" y="64386"/>
                  <a:pt x="302401" y="-17555"/>
                  <a:pt x="272652" y="3322"/>
                </a:cubicBezTo>
                <a:cubicBezTo>
                  <a:pt x="242903" y="24199"/>
                  <a:pt x="222026" y="205826"/>
                  <a:pt x="194364" y="206870"/>
                </a:cubicBezTo>
                <a:cubicBezTo>
                  <a:pt x="166702" y="207914"/>
                  <a:pt x="136953" y="30984"/>
                  <a:pt x="106682" y="9585"/>
                </a:cubicBezTo>
                <a:cubicBezTo>
                  <a:pt x="73279" y="47163"/>
                  <a:pt x="36746" y="53426"/>
                  <a:pt x="6474" y="122319"/>
                </a:cubicBezTo>
                <a:close/>
              </a:path>
            </a:pathLst>
          </a:cu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nvGrpSpPr>
          <p:cNvPr id="436" name="Group 435"/>
          <p:cNvGrpSpPr/>
          <p:nvPr/>
        </p:nvGrpSpPr>
        <p:grpSpPr>
          <a:xfrm>
            <a:off x="7794148" y="3826378"/>
            <a:ext cx="685845" cy="2295628"/>
            <a:chOff x="3452813" y="6670699"/>
            <a:chExt cx="612775" cy="2051050"/>
          </a:xfrm>
        </p:grpSpPr>
        <p:sp>
          <p:nvSpPr>
            <p:cNvPr id="437" name="Freeform 181"/>
            <p:cNvSpPr/>
            <p:nvPr/>
          </p:nvSpPr>
          <p:spPr bwMode="auto">
            <a:xfrm>
              <a:off x="3452813" y="7172349"/>
              <a:ext cx="568325" cy="1549400"/>
            </a:xfrm>
            <a:custGeom>
              <a:avLst/>
              <a:gdLst>
                <a:gd name="T0" fmla="*/ 318 w 358"/>
                <a:gd name="T1" fmla="*/ 130 h 976"/>
                <a:gd name="T2" fmla="*/ 316 w 358"/>
                <a:gd name="T3" fmla="*/ 116 h 976"/>
                <a:gd name="T4" fmla="*/ 332 w 358"/>
                <a:gd name="T5" fmla="*/ 114 h 976"/>
                <a:gd name="T6" fmla="*/ 326 w 358"/>
                <a:gd name="T7" fmla="*/ 102 h 976"/>
                <a:gd name="T8" fmla="*/ 198 w 358"/>
                <a:gd name="T9" fmla="*/ 50 h 976"/>
                <a:gd name="T10" fmla="*/ 194 w 358"/>
                <a:gd name="T11" fmla="*/ 24 h 976"/>
                <a:gd name="T12" fmla="*/ 198 w 358"/>
                <a:gd name="T13" fmla="*/ 0 h 976"/>
                <a:gd name="T14" fmla="*/ 172 w 358"/>
                <a:gd name="T15" fmla="*/ 62 h 976"/>
                <a:gd name="T16" fmla="*/ 142 w 358"/>
                <a:gd name="T17" fmla="*/ 130 h 976"/>
                <a:gd name="T18" fmla="*/ 144 w 358"/>
                <a:gd name="T19" fmla="*/ 166 h 976"/>
                <a:gd name="T20" fmla="*/ 142 w 358"/>
                <a:gd name="T21" fmla="*/ 220 h 976"/>
                <a:gd name="T22" fmla="*/ 116 w 358"/>
                <a:gd name="T23" fmla="*/ 372 h 976"/>
                <a:gd name="T24" fmla="*/ 108 w 358"/>
                <a:gd name="T25" fmla="*/ 524 h 976"/>
                <a:gd name="T26" fmla="*/ 104 w 358"/>
                <a:gd name="T27" fmla="*/ 586 h 976"/>
                <a:gd name="T28" fmla="*/ 94 w 358"/>
                <a:gd name="T29" fmla="*/ 646 h 976"/>
                <a:gd name="T30" fmla="*/ 76 w 358"/>
                <a:gd name="T31" fmla="*/ 790 h 976"/>
                <a:gd name="T32" fmla="*/ 64 w 358"/>
                <a:gd name="T33" fmla="*/ 866 h 976"/>
                <a:gd name="T34" fmla="*/ 46 w 358"/>
                <a:gd name="T35" fmla="*/ 920 h 976"/>
                <a:gd name="T36" fmla="*/ 24 w 358"/>
                <a:gd name="T37" fmla="*/ 950 h 976"/>
                <a:gd name="T38" fmla="*/ 0 w 358"/>
                <a:gd name="T39" fmla="*/ 960 h 976"/>
                <a:gd name="T40" fmla="*/ 12 w 358"/>
                <a:gd name="T41" fmla="*/ 974 h 976"/>
                <a:gd name="T42" fmla="*/ 36 w 358"/>
                <a:gd name="T43" fmla="*/ 976 h 976"/>
                <a:gd name="T44" fmla="*/ 74 w 358"/>
                <a:gd name="T45" fmla="*/ 964 h 976"/>
                <a:gd name="T46" fmla="*/ 90 w 358"/>
                <a:gd name="T47" fmla="*/ 936 h 976"/>
                <a:gd name="T48" fmla="*/ 104 w 358"/>
                <a:gd name="T49" fmla="*/ 938 h 976"/>
                <a:gd name="T50" fmla="*/ 108 w 358"/>
                <a:gd name="T51" fmla="*/ 976 h 976"/>
                <a:gd name="T52" fmla="*/ 114 w 358"/>
                <a:gd name="T53" fmla="*/ 970 h 976"/>
                <a:gd name="T54" fmla="*/ 118 w 358"/>
                <a:gd name="T55" fmla="*/ 922 h 976"/>
                <a:gd name="T56" fmla="*/ 126 w 358"/>
                <a:gd name="T57" fmla="*/ 892 h 976"/>
                <a:gd name="T58" fmla="*/ 116 w 358"/>
                <a:gd name="T59" fmla="*/ 862 h 976"/>
                <a:gd name="T60" fmla="*/ 120 w 358"/>
                <a:gd name="T61" fmla="*/ 832 h 976"/>
                <a:gd name="T62" fmla="*/ 162 w 358"/>
                <a:gd name="T63" fmla="*/ 710 h 976"/>
                <a:gd name="T64" fmla="*/ 178 w 358"/>
                <a:gd name="T65" fmla="*/ 598 h 976"/>
                <a:gd name="T66" fmla="*/ 192 w 358"/>
                <a:gd name="T67" fmla="*/ 520 h 976"/>
                <a:gd name="T68" fmla="*/ 226 w 358"/>
                <a:gd name="T69" fmla="*/ 508 h 976"/>
                <a:gd name="T70" fmla="*/ 264 w 358"/>
                <a:gd name="T71" fmla="*/ 512 h 976"/>
                <a:gd name="T72" fmla="*/ 270 w 358"/>
                <a:gd name="T73" fmla="*/ 570 h 976"/>
                <a:gd name="T74" fmla="*/ 270 w 358"/>
                <a:gd name="T75" fmla="*/ 636 h 976"/>
                <a:gd name="T76" fmla="*/ 260 w 358"/>
                <a:gd name="T77" fmla="*/ 832 h 976"/>
                <a:gd name="T78" fmla="*/ 252 w 358"/>
                <a:gd name="T79" fmla="*/ 858 h 976"/>
                <a:gd name="T80" fmla="*/ 236 w 358"/>
                <a:gd name="T81" fmla="*/ 934 h 976"/>
                <a:gd name="T82" fmla="*/ 238 w 358"/>
                <a:gd name="T83" fmla="*/ 954 h 976"/>
                <a:gd name="T84" fmla="*/ 266 w 358"/>
                <a:gd name="T85" fmla="*/ 954 h 976"/>
                <a:gd name="T86" fmla="*/ 296 w 358"/>
                <a:gd name="T87" fmla="*/ 928 h 976"/>
                <a:gd name="T88" fmla="*/ 296 w 358"/>
                <a:gd name="T89" fmla="*/ 900 h 976"/>
                <a:gd name="T90" fmla="*/ 298 w 358"/>
                <a:gd name="T91" fmla="*/ 840 h 976"/>
                <a:gd name="T92" fmla="*/ 316 w 358"/>
                <a:gd name="T93" fmla="*/ 778 h 976"/>
                <a:gd name="T94" fmla="*/ 332 w 358"/>
                <a:gd name="T95" fmla="*/ 722 h 976"/>
                <a:gd name="T96" fmla="*/ 338 w 358"/>
                <a:gd name="T97" fmla="*/ 602 h 976"/>
                <a:gd name="T98" fmla="*/ 338 w 358"/>
                <a:gd name="T99" fmla="*/ 504 h 976"/>
                <a:gd name="T100" fmla="*/ 344 w 358"/>
                <a:gd name="T101" fmla="*/ 482 h 976"/>
                <a:gd name="T102" fmla="*/ 358 w 358"/>
                <a:gd name="T103" fmla="*/ 294 h 976"/>
                <a:gd name="T104" fmla="*/ 350 w 358"/>
                <a:gd name="T105" fmla="*/ 246 h 976"/>
                <a:gd name="T106" fmla="*/ 326 w 358"/>
                <a:gd name="T107" fmla="*/ 162 h 9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358" h="976">
                  <a:moveTo>
                    <a:pt x="326" y="162"/>
                  </a:moveTo>
                  <a:lnTo>
                    <a:pt x="326" y="162"/>
                  </a:lnTo>
                  <a:lnTo>
                    <a:pt x="322" y="142"/>
                  </a:lnTo>
                  <a:lnTo>
                    <a:pt x="318" y="130"/>
                  </a:lnTo>
                  <a:lnTo>
                    <a:pt x="314" y="122"/>
                  </a:lnTo>
                  <a:lnTo>
                    <a:pt x="314" y="116"/>
                  </a:lnTo>
                  <a:lnTo>
                    <a:pt x="314" y="116"/>
                  </a:lnTo>
                  <a:lnTo>
                    <a:pt x="316" y="116"/>
                  </a:lnTo>
                  <a:lnTo>
                    <a:pt x="322" y="116"/>
                  </a:lnTo>
                  <a:lnTo>
                    <a:pt x="328" y="116"/>
                  </a:lnTo>
                  <a:lnTo>
                    <a:pt x="332" y="114"/>
                  </a:lnTo>
                  <a:lnTo>
                    <a:pt x="332" y="114"/>
                  </a:lnTo>
                  <a:lnTo>
                    <a:pt x="332" y="108"/>
                  </a:lnTo>
                  <a:lnTo>
                    <a:pt x="332" y="108"/>
                  </a:lnTo>
                  <a:lnTo>
                    <a:pt x="332" y="106"/>
                  </a:lnTo>
                  <a:lnTo>
                    <a:pt x="326" y="102"/>
                  </a:lnTo>
                  <a:lnTo>
                    <a:pt x="310" y="94"/>
                  </a:lnTo>
                  <a:lnTo>
                    <a:pt x="262" y="76"/>
                  </a:lnTo>
                  <a:lnTo>
                    <a:pt x="214" y="58"/>
                  </a:lnTo>
                  <a:lnTo>
                    <a:pt x="198" y="50"/>
                  </a:lnTo>
                  <a:lnTo>
                    <a:pt x="194" y="46"/>
                  </a:lnTo>
                  <a:lnTo>
                    <a:pt x="192" y="44"/>
                  </a:lnTo>
                  <a:lnTo>
                    <a:pt x="192" y="44"/>
                  </a:lnTo>
                  <a:lnTo>
                    <a:pt x="194" y="24"/>
                  </a:lnTo>
                  <a:lnTo>
                    <a:pt x="198" y="2"/>
                  </a:lnTo>
                  <a:lnTo>
                    <a:pt x="198" y="0"/>
                  </a:lnTo>
                  <a:lnTo>
                    <a:pt x="198" y="0"/>
                  </a:lnTo>
                  <a:lnTo>
                    <a:pt x="198" y="0"/>
                  </a:lnTo>
                  <a:lnTo>
                    <a:pt x="194" y="18"/>
                  </a:lnTo>
                  <a:lnTo>
                    <a:pt x="188" y="34"/>
                  </a:lnTo>
                  <a:lnTo>
                    <a:pt x="182" y="48"/>
                  </a:lnTo>
                  <a:lnTo>
                    <a:pt x="172" y="62"/>
                  </a:lnTo>
                  <a:lnTo>
                    <a:pt x="162" y="76"/>
                  </a:lnTo>
                  <a:lnTo>
                    <a:pt x="154" y="92"/>
                  </a:lnTo>
                  <a:lnTo>
                    <a:pt x="146" y="110"/>
                  </a:lnTo>
                  <a:lnTo>
                    <a:pt x="142" y="130"/>
                  </a:lnTo>
                  <a:lnTo>
                    <a:pt x="142" y="130"/>
                  </a:lnTo>
                  <a:lnTo>
                    <a:pt x="140" y="140"/>
                  </a:lnTo>
                  <a:lnTo>
                    <a:pt x="140" y="148"/>
                  </a:lnTo>
                  <a:lnTo>
                    <a:pt x="144" y="166"/>
                  </a:lnTo>
                  <a:lnTo>
                    <a:pt x="144" y="190"/>
                  </a:lnTo>
                  <a:lnTo>
                    <a:pt x="144" y="204"/>
                  </a:lnTo>
                  <a:lnTo>
                    <a:pt x="142" y="220"/>
                  </a:lnTo>
                  <a:lnTo>
                    <a:pt x="142" y="220"/>
                  </a:lnTo>
                  <a:lnTo>
                    <a:pt x="130" y="296"/>
                  </a:lnTo>
                  <a:lnTo>
                    <a:pt x="124" y="334"/>
                  </a:lnTo>
                  <a:lnTo>
                    <a:pt x="116" y="372"/>
                  </a:lnTo>
                  <a:lnTo>
                    <a:pt x="116" y="372"/>
                  </a:lnTo>
                  <a:lnTo>
                    <a:pt x="110" y="412"/>
                  </a:lnTo>
                  <a:lnTo>
                    <a:pt x="108" y="450"/>
                  </a:lnTo>
                  <a:lnTo>
                    <a:pt x="108" y="524"/>
                  </a:lnTo>
                  <a:lnTo>
                    <a:pt x="108" y="524"/>
                  </a:lnTo>
                  <a:lnTo>
                    <a:pt x="108" y="538"/>
                  </a:lnTo>
                  <a:lnTo>
                    <a:pt x="106" y="552"/>
                  </a:lnTo>
                  <a:lnTo>
                    <a:pt x="104" y="586"/>
                  </a:lnTo>
                  <a:lnTo>
                    <a:pt x="104" y="586"/>
                  </a:lnTo>
                  <a:lnTo>
                    <a:pt x="104" y="608"/>
                  </a:lnTo>
                  <a:lnTo>
                    <a:pt x="102" y="622"/>
                  </a:lnTo>
                  <a:lnTo>
                    <a:pt x="94" y="646"/>
                  </a:lnTo>
                  <a:lnTo>
                    <a:pt x="94" y="646"/>
                  </a:lnTo>
                  <a:lnTo>
                    <a:pt x="88" y="670"/>
                  </a:lnTo>
                  <a:lnTo>
                    <a:pt x="86" y="694"/>
                  </a:lnTo>
                  <a:lnTo>
                    <a:pt x="80" y="742"/>
                  </a:lnTo>
                  <a:lnTo>
                    <a:pt x="76" y="790"/>
                  </a:lnTo>
                  <a:lnTo>
                    <a:pt x="72" y="812"/>
                  </a:lnTo>
                  <a:lnTo>
                    <a:pt x="68" y="834"/>
                  </a:lnTo>
                  <a:lnTo>
                    <a:pt x="68" y="834"/>
                  </a:lnTo>
                  <a:lnTo>
                    <a:pt x="64" y="866"/>
                  </a:lnTo>
                  <a:lnTo>
                    <a:pt x="60" y="888"/>
                  </a:lnTo>
                  <a:lnTo>
                    <a:pt x="54" y="904"/>
                  </a:lnTo>
                  <a:lnTo>
                    <a:pt x="46" y="920"/>
                  </a:lnTo>
                  <a:lnTo>
                    <a:pt x="46" y="920"/>
                  </a:lnTo>
                  <a:lnTo>
                    <a:pt x="40" y="932"/>
                  </a:lnTo>
                  <a:lnTo>
                    <a:pt x="34" y="942"/>
                  </a:lnTo>
                  <a:lnTo>
                    <a:pt x="30" y="946"/>
                  </a:lnTo>
                  <a:lnTo>
                    <a:pt x="24" y="950"/>
                  </a:lnTo>
                  <a:lnTo>
                    <a:pt x="10" y="954"/>
                  </a:lnTo>
                  <a:lnTo>
                    <a:pt x="10" y="954"/>
                  </a:lnTo>
                  <a:lnTo>
                    <a:pt x="4" y="956"/>
                  </a:lnTo>
                  <a:lnTo>
                    <a:pt x="0" y="960"/>
                  </a:lnTo>
                  <a:lnTo>
                    <a:pt x="0" y="964"/>
                  </a:lnTo>
                  <a:lnTo>
                    <a:pt x="2" y="966"/>
                  </a:lnTo>
                  <a:lnTo>
                    <a:pt x="6" y="970"/>
                  </a:lnTo>
                  <a:lnTo>
                    <a:pt x="12" y="974"/>
                  </a:lnTo>
                  <a:lnTo>
                    <a:pt x="18" y="976"/>
                  </a:lnTo>
                  <a:lnTo>
                    <a:pt x="24" y="976"/>
                  </a:lnTo>
                  <a:lnTo>
                    <a:pt x="24" y="976"/>
                  </a:lnTo>
                  <a:lnTo>
                    <a:pt x="36" y="976"/>
                  </a:lnTo>
                  <a:lnTo>
                    <a:pt x="50" y="976"/>
                  </a:lnTo>
                  <a:lnTo>
                    <a:pt x="64" y="972"/>
                  </a:lnTo>
                  <a:lnTo>
                    <a:pt x="70" y="970"/>
                  </a:lnTo>
                  <a:lnTo>
                    <a:pt x="74" y="964"/>
                  </a:lnTo>
                  <a:lnTo>
                    <a:pt x="74" y="964"/>
                  </a:lnTo>
                  <a:lnTo>
                    <a:pt x="84" y="948"/>
                  </a:lnTo>
                  <a:lnTo>
                    <a:pt x="90" y="936"/>
                  </a:lnTo>
                  <a:lnTo>
                    <a:pt x="90" y="936"/>
                  </a:lnTo>
                  <a:lnTo>
                    <a:pt x="94" y="934"/>
                  </a:lnTo>
                  <a:lnTo>
                    <a:pt x="98" y="934"/>
                  </a:lnTo>
                  <a:lnTo>
                    <a:pt x="102" y="934"/>
                  </a:lnTo>
                  <a:lnTo>
                    <a:pt x="104" y="938"/>
                  </a:lnTo>
                  <a:lnTo>
                    <a:pt x="104" y="938"/>
                  </a:lnTo>
                  <a:lnTo>
                    <a:pt x="106" y="958"/>
                  </a:lnTo>
                  <a:lnTo>
                    <a:pt x="106" y="970"/>
                  </a:lnTo>
                  <a:lnTo>
                    <a:pt x="108" y="976"/>
                  </a:lnTo>
                  <a:lnTo>
                    <a:pt x="108" y="976"/>
                  </a:lnTo>
                  <a:lnTo>
                    <a:pt x="112" y="976"/>
                  </a:lnTo>
                  <a:lnTo>
                    <a:pt x="112" y="976"/>
                  </a:lnTo>
                  <a:lnTo>
                    <a:pt x="114" y="970"/>
                  </a:lnTo>
                  <a:lnTo>
                    <a:pt x="114" y="960"/>
                  </a:lnTo>
                  <a:lnTo>
                    <a:pt x="116" y="926"/>
                  </a:lnTo>
                  <a:lnTo>
                    <a:pt x="116" y="926"/>
                  </a:lnTo>
                  <a:lnTo>
                    <a:pt x="118" y="922"/>
                  </a:lnTo>
                  <a:lnTo>
                    <a:pt x="122" y="914"/>
                  </a:lnTo>
                  <a:lnTo>
                    <a:pt x="126" y="904"/>
                  </a:lnTo>
                  <a:lnTo>
                    <a:pt x="126" y="898"/>
                  </a:lnTo>
                  <a:lnTo>
                    <a:pt x="126" y="892"/>
                  </a:lnTo>
                  <a:lnTo>
                    <a:pt x="126" y="892"/>
                  </a:lnTo>
                  <a:lnTo>
                    <a:pt x="126" y="884"/>
                  </a:lnTo>
                  <a:lnTo>
                    <a:pt x="120" y="874"/>
                  </a:lnTo>
                  <a:lnTo>
                    <a:pt x="116" y="862"/>
                  </a:lnTo>
                  <a:lnTo>
                    <a:pt x="114" y="854"/>
                  </a:lnTo>
                  <a:lnTo>
                    <a:pt x="114" y="854"/>
                  </a:lnTo>
                  <a:lnTo>
                    <a:pt x="116" y="842"/>
                  </a:lnTo>
                  <a:lnTo>
                    <a:pt x="120" y="832"/>
                  </a:lnTo>
                  <a:lnTo>
                    <a:pt x="132" y="800"/>
                  </a:lnTo>
                  <a:lnTo>
                    <a:pt x="132" y="800"/>
                  </a:lnTo>
                  <a:lnTo>
                    <a:pt x="152" y="738"/>
                  </a:lnTo>
                  <a:lnTo>
                    <a:pt x="162" y="710"/>
                  </a:lnTo>
                  <a:lnTo>
                    <a:pt x="168" y="680"/>
                  </a:lnTo>
                  <a:lnTo>
                    <a:pt x="168" y="680"/>
                  </a:lnTo>
                  <a:lnTo>
                    <a:pt x="172" y="630"/>
                  </a:lnTo>
                  <a:lnTo>
                    <a:pt x="178" y="598"/>
                  </a:lnTo>
                  <a:lnTo>
                    <a:pt x="184" y="576"/>
                  </a:lnTo>
                  <a:lnTo>
                    <a:pt x="188" y="558"/>
                  </a:lnTo>
                  <a:lnTo>
                    <a:pt x="188" y="558"/>
                  </a:lnTo>
                  <a:lnTo>
                    <a:pt x="192" y="520"/>
                  </a:lnTo>
                  <a:lnTo>
                    <a:pt x="194" y="514"/>
                  </a:lnTo>
                  <a:lnTo>
                    <a:pt x="200" y="512"/>
                  </a:lnTo>
                  <a:lnTo>
                    <a:pt x="200" y="512"/>
                  </a:lnTo>
                  <a:lnTo>
                    <a:pt x="226" y="508"/>
                  </a:lnTo>
                  <a:lnTo>
                    <a:pt x="256" y="508"/>
                  </a:lnTo>
                  <a:lnTo>
                    <a:pt x="256" y="508"/>
                  </a:lnTo>
                  <a:lnTo>
                    <a:pt x="262" y="508"/>
                  </a:lnTo>
                  <a:lnTo>
                    <a:pt x="264" y="512"/>
                  </a:lnTo>
                  <a:lnTo>
                    <a:pt x="264" y="536"/>
                  </a:lnTo>
                  <a:lnTo>
                    <a:pt x="264" y="536"/>
                  </a:lnTo>
                  <a:lnTo>
                    <a:pt x="266" y="550"/>
                  </a:lnTo>
                  <a:lnTo>
                    <a:pt x="270" y="570"/>
                  </a:lnTo>
                  <a:lnTo>
                    <a:pt x="272" y="598"/>
                  </a:lnTo>
                  <a:lnTo>
                    <a:pt x="272" y="616"/>
                  </a:lnTo>
                  <a:lnTo>
                    <a:pt x="270" y="636"/>
                  </a:lnTo>
                  <a:lnTo>
                    <a:pt x="270" y="636"/>
                  </a:lnTo>
                  <a:lnTo>
                    <a:pt x="268" y="756"/>
                  </a:lnTo>
                  <a:lnTo>
                    <a:pt x="266" y="786"/>
                  </a:lnTo>
                  <a:lnTo>
                    <a:pt x="264" y="810"/>
                  </a:lnTo>
                  <a:lnTo>
                    <a:pt x="260" y="832"/>
                  </a:lnTo>
                  <a:lnTo>
                    <a:pt x="254" y="846"/>
                  </a:lnTo>
                  <a:lnTo>
                    <a:pt x="254" y="846"/>
                  </a:lnTo>
                  <a:lnTo>
                    <a:pt x="252" y="858"/>
                  </a:lnTo>
                  <a:lnTo>
                    <a:pt x="252" y="858"/>
                  </a:lnTo>
                  <a:lnTo>
                    <a:pt x="250" y="880"/>
                  </a:lnTo>
                  <a:lnTo>
                    <a:pt x="246" y="896"/>
                  </a:lnTo>
                  <a:lnTo>
                    <a:pt x="236" y="934"/>
                  </a:lnTo>
                  <a:lnTo>
                    <a:pt x="236" y="934"/>
                  </a:lnTo>
                  <a:lnTo>
                    <a:pt x="234" y="942"/>
                  </a:lnTo>
                  <a:lnTo>
                    <a:pt x="234" y="948"/>
                  </a:lnTo>
                  <a:lnTo>
                    <a:pt x="236" y="952"/>
                  </a:lnTo>
                  <a:lnTo>
                    <a:pt x="238" y="954"/>
                  </a:lnTo>
                  <a:lnTo>
                    <a:pt x="248" y="956"/>
                  </a:lnTo>
                  <a:lnTo>
                    <a:pt x="260" y="956"/>
                  </a:lnTo>
                  <a:lnTo>
                    <a:pt x="260" y="956"/>
                  </a:lnTo>
                  <a:lnTo>
                    <a:pt x="266" y="954"/>
                  </a:lnTo>
                  <a:lnTo>
                    <a:pt x="274" y="952"/>
                  </a:lnTo>
                  <a:lnTo>
                    <a:pt x="288" y="942"/>
                  </a:lnTo>
                  <a:lnTo>
                    <a:pt x="292" y="936"/>
                  </a:lnTo>
                  <a:lnTo>
                    <a:pt x="296" y="928"/>
                  </a:lnTo>
                  <a:lnTo>
                    <a:pt x="298" y="922"/>
                  </a:lnTo>
                  <a:lnTo>
                    <a:pt x="298" y="916"/>
                  </a:lnTo>
                  <a:lnTo>
                    <a:pt x="298" y="916"/>
                  </a:lnTo>
                  <a:lnTo>
                    <a:pt x="296" y="900"/>
                  </a:lnTo>
                  <a:lnTo>
                    <a:pt x="298" y="878"/>
                  </a:lnTo>
                  <a:lnTo>
                    <a:pt x="298" y="856"/>
                  </a:lnTo>
                  <a:lnTo>
                    <a:pt x="298" y="840"/>
                  </a:lnTo>
                  <a:lnTo>
                    <a:pt x="298" y="840"/>
                  </a:lnTo>
                  <a:lnTo>
                    <a:pt x="298" y="832"/>
                  </a:lnTo>
                  <a:lnTo>
                    <a:pt x="300" y="822"/>
                  </a:lnTo>
                  <a:lnTo>
                    <a:pt x="308" y="800"/>
                  </a:lnTo>
                  <a:lnTo>
                    <a:pt x="316" y="778"/>
                  </a:lnTo>
                  <a:lnTo>
                    <a:pt x="322" y="760"/>
                  </a:lnTo>
                  <a:lnTo>
                    <a:pt x="322" y="760"/>
                  </a:lnTo>
                  <a:lnTo>
                    <a:pt x="328" y="742"/>
                  </a:lnTo>
                  <a:lnTo>
                    <a:pt x="332" y="722"/>
                  </a:lnTo>
                  <a:lnTo>
                    <a:pt x="338" y="684"/>
                  </a:lnTo>
                  <a:lnTo>
                    <a:pt x="340" y="644"/>
                  </a:lnTo>
                  <a:lnTo>
                    <a:pt x="338" y="602"/>
                  </a:lnTo>
                  <a:lnTo>
                    <a:pt x="338" y="602"/>
                  </a:lnTo>
                  <a:lnTo>
                    <a:pt x="338" y="556"/>
                  </a:lnTo>
                  <a:lnTo>
                    <a:pt x="336" y="510"/>
                  </a:lnTo>
                  <a:lnTo>
                    <a:pt x="336" y="510"/>
                  </a:lnTo>
                  <a:lnTo>
                    <a:pt x="338" y="504"/>
                  </a:lnTo>
                  <a:lnTo>
                    <a:pt x="340" y="498"/>
                  </a:lnTo>
                  <a:lnTo>
                    <a:pt x="344" y="492"/>
                  </a:lnTo>
                  <a:lnTo>
                    <a:pt x="344" y="482"/>
                  </a:lnTo>
                  <a:lnTo>
                    <a:pt x="344" y="482"/>
                  </a:lnTo>
                  <a:lnTo>
                    <a:pt x="350" y="426"/>
                  </a:lnTo>
                  <a:lnTo>
                    <a:pt x="356" y="370"/>
                  </a:lnTo>
                  <a:lnTo>
                    <a:pt x="358" y="320"/>
                  </a:lnTo>
                  <a:lnTo>
                    <a:pt x="358" y="294"/>
                  </a:lnTo>
                  <a:lnTo>
                    <a:pt x="356" y="272"/>
                  </a:lnTo>
                  <a:lnTo>
                    <a:pt x="356" y="272"/>
                  </a:lnTo>
                  <a:lnTo>
                    <a:pt x="354" y="260"/>
                  </a:lnTo>
                  <a:lnTo>
                    <a:pt x="350" y="246"/>
                  </a:lnTo>
                  <a:lnTo>
                    <a:pt x="340" y="216"/>
                  </a:lnTo>
                  <a:lnTo>
                    <a:pt x="330" y="188"/>
                  </a:lnTo>
                  <a:lnTo>
                    <a:pt x="326" y="174"/>
                  </a:lnTo>
                  <a:lnTo>
                    <a:pt x="326" y="162"/>
                  </a:lnTo>
                  <a:lnTo>
                    <a:pt x="326" y="162"/>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38" name="Freeform 182"/>
            <p:cNvSpPr/>
            <p:nvPr/>
          </p:nvSpPr>
          <p:spPr bwMode="auto">
            <a:xfrm>
              <a:off x="3525838" y="6969149"/>
              <a:ext cx="539750" cy="419100"/>
            </a:xfrm>
            <a:custGeom>
              <a:avLst/>
              <a:gdLst>
                <a:gd name="T0" fmla="*/ 256 w 340"/>
                <a:gd name="T1" fmla="*/ 34 h 264"/>
                <a:gd name="T2" fmla="*/ 270 w 340"/>
                <a:gd name="T3" fmla="*/ 36 h 264"/>
                <a:gd name="T4" fmla="*/ 318 w 340"/>
                <a:gd name="T5" fmla="*/ 28 h 264"/>
                <a:gd name="T6" fmla="*/ 324 w 340"/>
                <a:gd name="T7" fmla="*/ 30 h 264"/>
                <a:gd name="T8" fmla="*/ 334 w 340"/>
                <a:gd name="T9" fmla="*/ 36 h 264"/>
                <a:gd name="T10" fmla="*/ 338 w 340"/>
                <a:gd name="T11" fmla="*/ 54 h 264"/>
                <a:gd name="T12" fmla="*/ 340 w 340"/>
                <a:gd name="T13" fmla="*/ 66 h 264"/>
                <a:gd name="T14" fmla="*/ 336 w 340"/>
                <a:gd name="T15" fmla="*/ 98 h 264"/>
                <a:gd name="T16" fmla="*/ 320 w 340"/>
                <a:gd name="T17" fmla="*/ 150 h 264"/>
                <a:gd name="T18" fmla="*/ 312 w 340"/>
                <a:gd name="T19" fmla="*/ 170 h 264"/>
                <a:gd name="T20" fmla="*/ 292 w 340"/>
                <a:gd name="T21" fmla="*/ 212 h 264"/>
                <a:gd name="T22" fmla="*/ 272 w 340"/>
                <a:gd name="T23" fmla="*/ 240 h 264"/>
                <a:gd name="T24" fmla="*/ 252 w 340"/>
                <a:gd name="T25" fmla="*/ 258 h 264"/>
                <a:gd name="T26" fmla="*/ 238 w 340"/>
                <a:gd name="T27" fmla="*/ 264 h 264"/>
                <a:gd name="T28" fmla="*/ 230 w 340"/>
                <a:gd name="T29" fmla="*/ 262 h 264"/>
                <a:gd name="T30" fmla="*/ 218 w 340"/>
                <a:gd name="T31" fmla="*/ 250 h 264"/>
                <a:gd name="T32" fmla="*/ 212 w 340"/>
                <a:gd name="T33" fmla="*/ 236 h 264"/>
                <a:gd name="T34" fmla="*/ 198 w 340"/>
                <a:gd name="T35" fmla="*/ 210 h 264"/>
                <a:gd name="T36" fmla="*/ 184 w 340"/>
                <a:gd name="T37" fmla="*/ 202 h 264"/>
                <a:gd name="T38" fmla="*/ 170 w 340"/>
                <a:gd name="T39" fmla="*/ 206 h 264"/>
                <a:gd name="T40" fmla="*/ 140 w 340"/>
                <a:gd name="T41" fmla="*/ 234 h 264"/>
                <a:gd name="T42" fmla="*/ 118 w 340"/>
                <a:gd name="T43" fmla="*/ 254 h 264"/>
                <a:gd name="T44" fmla="*/ 102 w 340"/>
                <a:gd name="T45" fmla="*/ 256 h 264"/>
                <a:gd name="T46" fmla="*/ 94 w 340"/>
                <a:gd name="T47" fmla="*/ 254 h 264"/>
                <a:gd name="T48" fmla="*/ 80 w 340"/>
                <a:gd name="T49" fmla="*/ 238 h 264"/>
                <a:gd name="T50" fmla="*/ 68 w 340"/>
                <a:gd name="T51" fmla="*/ 230 h 264"/>
                <a:gd name="T52" fmla="*/ 64 w 340"/>
                <a:gd name="T53" fmla="*/ 232 h 264"/>
                <a:gd name="T54" fmla="*/ 54 w 340"/>
                <a:gd name="T55" fmla="*/ 238 h 264"/>
                <a:gd name="T56" fmla="*/ 24 w 340"/>
                <a:gd name="T57" fmla="*/ 240 h 264"/>
                <a:gd name="T58" fmla="*/ 14 w 340"/>
                <a:gd name="T59" fmla="*/ 240 h 264"/>
                <a:gd name="T60" fmla="*/ 4 w 340"/>
                <a:gd name="T61" fmla="*/ 230 h 264"/>
                <a:gd name="T62" fmla="*/ 0 w 340"/>
                <a:gd name="T63" fmla="*/ 212 h 264"/>
                <a:gd name="T64" fmla="*/ 4 w 340"/>
                <a:gd name="T65" fmla="*/ 186 h 264"/>
                <a:gd name="T66" fmla="*/ 18 w 340"/>
                <a:gd name="T67" fmla="*/ 158 h 264"/>
                <a:gd name="T68" fmla="*/ 42 w 340"/>
                <a:gd name="T69" fmla="*/ 124 h 264"/>
                <a:gd name="T70" fmla="*/ 86 w 340"/>
                <a:gd name="T71" fmla="*/ 50 h 264"/>
                <a:gd name="T72" fmla="*/ 92 w 340"/>
                <a:gd name="T73" fmla="*/ 42 h 264"/>
                <a:gd name="T74" fmla="*/ 106 w 340"/>
                <a:gd name="T75" fmla="*/ 32 h 264"/>
                <a:gd name="T76" fmla="*/ 130 w 340"/>
                <a:gd name="T77" fmla="*/ 26 h 264"/>
                <a:gd name="T78" fmla="*/ 144 w 340"/>
                <a:gd name="T79" fmla="*/ 26 h 264"/>
                <a:gd name="T80" fmla="*/ 154 w 340"/>
                <a:gd name="T81" fmla="*/ 24 h 264"/>
                <a:gd name="T82" fmla="*/ 162 w 340"/>
                <a:gd name="T83" fmla="*/ 12 h 264"/>
                <a:gd name="T84" fmla="*/ 170 w 340"/>
                <a:gd name="T85" fmla="*/ 4 h 264"/>
                <a:gd name="T86" fmla="*/ 178 w 340"/>
                <a:gd name="T87" fmla="*/ 0 h 264"/>
                <a:gd name="T88" fmla="*/ 202 w 340"/>
                <a:gd name="T89" fmla="*/ 4 h 264"/>
                <a:gd name="T90" fmla="*/ 220 w 340"/>
                <a:gd name="T91" fmla="*/ 4 h 264"/>
                <a:gd name="T92" fmla="*/ 236 w 340"/>
                <a:gd name="T93" fmla="*/ 6 h 264"/>
                <a:gd name="T94" fmla="*/ 242 w 340"/>
                <a:gd name="T95" fmla="*/ 12 h 264"/>
                <a:gd name="T96" fmla="*/ 250 w 340"/>
                <a:gd name="T97" fmla="*/ 28 h 264"/>
                <a:gd name="T98" fmla="*/ 256 w 340"/>
                <a:gd name="T99" fmla="*/ 34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0" h="264">
                  <a:moveTo>
                    <a:pt x="256" y="34"/>
                  </a:moveTo>
                  <a:lnTo>
                    <a:pt x="256" y="34"/>
                  </a:lnTo>
                  <a:lnTo>
                    <a:pt x="262" y="36"/>
                  </a:lnTo>
                  <a:lnTo>
                    <a:pt x="270" y="36"/>
                  </a:lnTo>
                  <a:lnTo>
                    <a:pt x="288" y="34"/>
                  </a:lnTo>
                  <a:lnTo>
                    <a:pt x="318" y="28"/>
                  </a:lnTo>
                  <a:lnTo>
                    <a:pt x="318" y="28"/>
                  </a:lnTo>
                  <a:lnTo>
                    <a:pt x="324" y="30"/>
                  </a:lnTo>
                  <a:lnTo>
                    <a:pt x="330" y="32"/>
                  </a:lnTo>
                  <a:lnTo>
                    <a:pt x="334" y="36"/>
                  </a:lnTo>
                  <a:lnTo>
                    <a:pt x="336" y="42"/>
                  </a:lnTo>
                  <a:lnTo>
                    <a:pt x="338" y="54"/>
                  </a:lnTo>
                  <a:lnTo>
                    <a:pt x="340" y="66"/>
                  </a:lnTo>
                  <a:lnTo>
                    <a:pt x="340" y="66"/>
                  </a:lnTo>
                  <a:lnTo>
                    <a:pt x="338" y="84"/>
                  </a:lnTo>
                  <a:lnTo>
                    <a:pt x="336" y="98"/>
                  </a:lnTo>
                  <a:lnTo>
                    <a:pt x="330" y="126"/>
                  </a:lnTo>
                  <a:lnTo>
                    <a:pt x="320" y="150"/>
                  </a:lnTo>
                  <a:lnTo>
                    <a:pt x="312" y="170"/>
                  </a:lnTo>
                  <a:lnTo>
                    <a:pt x="312" y="170"/>
                  </a:lnTo>
                  <a:lnTo>
                    <a:pt x="302" y="192"/>
                  </a:lnTo>
                  <a:lnTo>
                    <a:pt x="292" y="212"/>
                  </a:lnTo>
                  <a:lnTo>
                    <a:pt x="282" y="228"/>
                  </a:lnTo>
                  <a:lnTo>
                    <a:pt x="272" y="240"/>
                  </a:lnTo>
                  <a:lnTo>
                    <a:pt x="262" y="250"/>
                  </a:lnTo>
                  <a:lnTo>
                    <a:pt x="252" y="258"/>
                  </a:lnTo>
                  <a:lnTo>
                    <a:pt x="244" y="262"/>
                  </a:lnTo>
                  <a:lnTo>
                    <a:pt x="238" y="264"/>
                  </a:lnTo>
                  <a:lnTo>
                    <a:pt x="238" y="264"/>
                  </a:lnTo>
                  <a:lnTo>
                    <a:pt x="230" y="262"/>
                  </a:lnTo>
                  <a:lnTo>
                    <a:pt x="224" y="258"/>
                  </a:lnTo>
                  <a:lnTo>
                    <a:pt x="218" y="250"/>
                  </a:lnTo>
                  <a:lnTo>
                    <a:pt x="212" y="236"/>
                  </a:lnTo>
                  <a:lnTo>
                    <a:pt x="212" y="236"/>
                  </a:lnTo>
                  <a:lnTo>
                    <a:pt x="204" y="220"/>
                  </a:lnTo>
                  <a:lnTo>
                    <a:pt x="198" y="210"/>
                  </a:lnTo>
                  <a:lnTo>
                    <a:pt x="192" y="204"/>
                  </a:lnTo>
                  <a:lnTo>
                    <a:pt x="184" y="202"/>
                  </a:lnTo>
                  <a:lnTo>
                    <a:pt x="178" y="204"/>
                  </a:lnTo>
                  <a:lnTo>
                    <a:pt x="170" y="206"/>
                  </a:lnTo>
                  <a:lnTo>
                    <a:pt x="156" y="220"/>
                  </a:lnTo>
                  <a:lnTo>
                    <a:pt x="140" y="234"/>
                  </a:lnTo>
                  <a:lnTo>
                    <a:pt x="126" y="248"/>
                  </a:lnTo>
                  <a:lnTo>
                    <a:pt x="118" y="254"/>
                  </a:lnTo>
                  <a:lnTo>
                    <a:pt x="110" y="256"/>
                  </a:lnTo>
                  <a:lnTo>
                    <a:pt x="102" y="256"/>
                  </a:lnTo>
                  <a:lnTo>
                    <a:pt x="94" y="254"/>
                  </a:lnTo>
                  <a:lnTo>
                    <a:pt x="94" y="254"/>
                  </a:lnTo>
                  <a:lnTo>
                    <a:pt x="88" y="246"/>
                  </a:lnTo>
                  <a:lnTo>
                    <a:pt x="80" y="238"/>
                  </a:lnTo>
                  <a:lnTo>
                    <a:pt x="72" y="232"/>
                  </a:lnTo>
                  <a:lnTo>
                    <a:pt x="68" y="230"/>
                  </a:lnTo>
                  <a:lnTo>
                    <a:pt x="64" y="232"/>
                  </a:lnTo>
                  <a:lnTo>
                    <a:pt x="64" y="232"/>
                  </a:lnTo>
                  <a:lnTo>
                    <a:pt x="60" y="236"/>
                  </a:lnTo>
                  <a:lnTo>
                    <a:pt x="54" y="238"/>
                  </a:lnTo>
                  <a:lnTo>
                    <a:pt x="38" y="240"/>
                  </a:lnTo>
                  <a:lnTo>
                    <a:pt x="24" y="240"/>
                  </a:lnTo>
                  <a:lnTo>
                    <a:pt x="14" y="240"/>
                  </a:lnTo>
                  <a:lnTo>
                    <a:pt x="14" y="240"/>
                  </a:lnTo>
                  <a:lnTo>
                    <a:pt x="8" y="236"/>
                  </a:lnTo>
                  <a:lnTo>
                    <a:pt x="4" y="230"/>
                  </a:lnTo>
                  <a:lnTo>
                    <a:pt x="0" y="222"/>
                  </a:lnTo>
                  <a:lnTo>
                    <a:pt x="0" y="212"/>
                  </a:lnTo>
                  <a:lnTo>
                    <a:pt x="0" y="200"/>
                  </a:lnTo>
                  <a:lnTo>
                    <a:pt x="4" y="186"/>
                  </a:lnTo>
                  <a:lnTo>
                    <a:pt x="10" y="172"/>
                  </a:lnTo>
                  <a:lnTo>
                    <a:pt x="18" y="158"/>
                  </a:lnTo>
                  <a:lnTo>
                    <a:pt x="18" y="158"/>
                  </a:lnTo>
                  <a:lnTo>
                    <a:pt x="42" y="124"/>
                  </a:lnTo>
                  <a:lnTo>
                    <a:pt x="58" y="94"/>
                  </a:lnTo>
                  <a:lnTo>
                    <a:pt x="86" y="50"/>
                  </a:lnTo>
                  <a:lnTo>
                    <a:pt x="86" y="50"/>
                  </a:lnTo>
                  <a:lnTo>
                    <a:pt x="92" y="42"/>
                  </a:lnTo>
                  <a:lnTo>
                    <a:pt x="100" y="36"/>
                  </a:lnTo>
                  <a:lnTo>
                    <a:pt x="106" y="32"/>
                  </a:lnTo>
                  <a:lnTo>
                    <a:pt x="114" y="30"/>
                  </a:lnTo>
                  <a:lnTo>
                    <a:pt x="130" y="26"/>
                  </a:lnTo>
                  <a:lnTo>
                    <a:pt x="144" y="26"/>
                  </a:lnTo>
                  <a:lnTo>
                    <a:pt x="144" y="26"/>
                  </a:lnTo>
                  <a:lnTo>
                    <a:pt x="150" y="24"/>
                  </a:lnTo>
                  <a:lnTo>
                    <a:pt x="154" y="24"/>
                  </a:lnTo>
                  <a:lnTo>
                    <a:pt x="158" y="18"/>
                  </a:lnTo>
                  <a:lnTo>
                    <a:pt x="162" y="12"/>
                  </a:lnTo>
                  <a:lnTo>
                    <a:pt x="170" y="4"/>
                  </a:lnTo>
                  <a:lnTo>
                    <a:pt x="170" y="4"/>
                  </a:lnTo>
                  <a:lnTo>
                    <a:pt x="174" y="2"/>
                  </a:lnTo>
                  <a:lnTo>
                    <a:pt x="178" y="0"/>
                  </a:lnTo>
                  <a:lnTo>
                    <a:pt x="188" y="2"/>
                  </a:lnTo>
                  <a:lnTo>
                    <a:pt x="202" y="4"/>
                  </a:lnTo>
                  <a:lnTo>
                    <a:pt x="220" y="4"/>
                  </a:lnTo>
                  <a:lnTo>
                    <a:pt x="220" y="4"/>
                  </a:lnTo>
                  <a:lnTo>
                    <a:pt x="230" y="4"/>
                  </a:lnTo>
                  <a:lnTo>
                    <a:pt x="236" y="6"/>
                  </a:lnTo>
                  <a:lnTo>
                    <a:pt x="240" y="8"/>
                  </a:lnTo>
                  <a:lnTo>
                    <a:pt x="242" y="12"/>
                  </a:lnTo>
                  <a:lnTo>
                    <a:pt x="246" y="22"/>
                  </a:lnTo>
                  <a:lnTo>
                    <a:pt x="250" y="28"/>
                  </a:lnTo>
                  <a:lnTo>
                    <a:pt x="256" y="34"/>
                  </a:lnTo>
                  <a:lnTo>
                    <a:pt x="256" y="34"/>
                  </a:lnTo>
                  <a:close/>
                </a:path>
              </a:pathLst>
            </a:custGeom>
            <a:solidFill>
              <a:schemeClr val="bg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39" name="Freeform 183"/>
            <p:cNvSpPr/>
            <p:nvPr/>
          </p:nvSpPr>
          <p:spPr bwMode="auto">
            <a:xfrm>
              <a:off x="3729038" y="6670699"/>
              <a:ext cx="298450" cy="501650"/>
            </a:xfrm>
            <a:custGeom>
              <a:avLst/>
              <a:gdLst>
                <a:gd name="T0" fmla="*/ 98 w 188"/>
                <a:gd name="T1" fmla="*/ 198 h 316"/>
                <a:gd name="T2" fmla="*/ 106 w 188"/>
                <a:gd name="T3" fmla="*/ 198 h 316"/>
                <a:gd name="T4" fmla="*/ 118 w 188"/>
                <a:gd name="T5" fmla="*/ 214 h 316"/>
                <a:gd name="T6" fmla="*/ 124 w 188"/>
                <a:gd name="T7" fmla="*/ 220 h 316"/>
                <a:gd name="T8" fmla="*/ 136 w 188"/>
                <a:gd name="T9" fmla="*/ 230 h 316"/>
                <a:gd name="T10" fmla="*/ 144 w 188"/>
                <a:gd name="T11" fmla="*/ 234 h 316"/>
                <a:gd name="T12" fmla="*/ 146 w 188"/>
                <a:gd name="T13" fmla="*/ 240 h 316"/>
                <a:gd name="T14" fmla="*/ 144 w 188"/>
                <a:gd name="T15" fmla="*/ 248 h 316"/>
                <a:gd name="T16" fmla="*/ 144 w 188"/>
                <a:gd name="T17" fmla="*/ 250 h 316"/>
                <a:gd name="T18" fmla="*/ 148 w 188"/>
                <a:gd name="T19" fmla="*/ 254 h 316"/>
                <a:gd name="T20" fmla="*/ 154 w 188"/>
                <a:gd name="T21" fmla="*/ 254 h 316"/>
                <a:gd name="T22" fmla="*/ 156 w 188"/>
                <a:gd name="T23" fmla="*/ 256 h 316"/>
                <a:gd name="T24" fmla="*/ 164 w 188"/>
                <a:gd name="T25" fmla="*/ 268 h 316"/>
                <a:gd name="T26" fmla="*/ 170 w 188"/>
                <a:gd name="T27" fmla="*/ 274 h 316"/>
                <a:gd name="T28" fmla="*/ 176 w 188"/>
                <a:gd name="T29" fmla="*/ 272 h 316"/>
                <a:gd name="T30" fmla="*/ 176 w 188"/>
                <a:gd name="T31" fmla="*/ 266 h 316"/>
                <a:gd name="T32" fmla="*/ 172 w 188"/>
                <a:gd name="T33" fmla="*/ 244 h 316"/>
                <a:gd name="T34" fmla="*/ 172 w 188"/>
                <a:gd name="T35" fmla="*/ 240 h 316"/>
                <a:gd name="T36" fmla="*/ 180 w 188"/>
                <a:gd name="T37" fmla="*/ 236 h 316"/>
                <a:gd name="T38" fmla="*/ 188 w 188"/>
                <a:gd name="T39" fmla="*/ 232 h 316"/>
                <a:gd name="T40" fmla="*/ 188 w 188"/>
                <a:gd name="T41" fmla="*/ 228 h 316"/>
                <a:gd name="T42" fmla="*/ 186 w 188"/>
                <a:gd name="T43" fmla="*/ 212 h 316"/>
                <a:gd name="T44" fmla="*/ 178 w 188"/>
                <a:gd name="T45" fmla="*/ 194 h 316"/>
                <a:gd name="T46" fmla="*/ 174 w 188"/>
                <a:gd name="T47" fmla="*/ 182 h 316"/>
                <a:gd name="T48" fmla="*/ 176 w 188"/>
                <a:gd name="T49" fmla="*/ 168 h 316"/>
                <a:gd name="T50" fmla="*/ 184 w 188"/>
                <a:gd name="T51" fmla="*/ 132 h 316"/>
                <a:gd name="T52" fmla="*/ 182 w 188"/>
                <a:gd name="T53" fmla="*/ 114 h 316"/>
                <a:gd name="T54" fmla="*/ 174 w 188"/>
                <a:gd name="T55" fmla="*/ 96 h 316"/>
                <a:gd name="T56" fmla="*/ 150 w 188"/>
                <a:gd name="T57" fmla="*/ 54 h 316"/>
                <a:gd name="T58" fmla="*/ 144 w 188"/>
                <a:gd name="T59" fmla="*/ 40 h 316"/>
                <a:gd name="T60" fmla="*/ 122 w 188"/>
                <a:gd name="T61" fmla="*/ 20 h 316"/>
                <a:gd name="T62" fmla="*/ 96 w 188"/>
                <a:gd name="T63" fmla="*/ 6 h 316"/>
                <a:gd name="T64" fmla="*/ 72 w 188"/>
                <a:gd name="T65" fmla="*/ 2 h 316"/>
                <a:gd name="T66" fmla="*/ 60 w 188"/>
                <a:gd name="T67" fmla="*/ 0 h 316"/>
                <a:gd name="T68" fmla="*/ 38 w 188"/>
                <a:gd name="T69" fmla="*/ 6 h 316"/>
                <a:gd name="T70" fmla="*/ 20 w 188"/>
                <a:gd name="T71" fmla="*/ 20 h 316"/>
                <a:gd name="T72" fmla="*/ 8 w 188"/>
                <a:gd name="T73" fmla="*/ 42 h 316"/>
                <a:gd name="T74" fmla="*/ 0 w 188"/>
                <a:gd name="T75" fmla="*/ 70 h 316"/>
                <a:gd name="T76" fmla="*/ 0 w 188"/>
                <a:gd name="T77" fmla="*/ 82 h 316"/>
                <a:gd name="T78" fmla="*/ 12 w 188"/>
                <a:gd name="T79" fmla="*/ 106 h 316"/>
                <a:gd name="T80" fmla="*/ 22 w 188"/>
                <a:gd name="T81" fmla="*/ 128 h 316"/>
                <a:gd name="T82" fmla="*/ 36 w 188"/>
                <a:gd name="T83" fmla="*/ 150 h 316"/>
                <a:gd name="T84" fmla="*/ 50 w 188"/>
                <a:gd name="T85" fmla="*/ 162 h 316"/>
                <a:gd name="T86" fmla="*/ 54 w 188"/>
                <a:gd name="T87" fmla="*/ 164 h 316"/>
                <a:gd name="T88" fmla="*/ 60 w 188"/>
                <a:gd name="T89" fmla="*/ 168 h 316"/>
                <a:gd name="T90" fmla="*/ 60 w 188"/>
                <a:gd name="T91" fmla="*/ 194 h 316"/>
                <a:gd name="T92" fmla="*/ 60 w 188"/>
                <a:gd name="T93" fmla="*/ 196 h 316"/>
                <a:gd name="T94" fmla="*/ 54 w 188"/>
                <a:gd name="T95" fmla="*/ 202 h 316"/>
                <a:gd name="T96" fmla="*/ 46 w 188"/>
                <a:gd name="T97" fmla="*/ 214 h 316"/>
                <a:gd name="T98" fmla="*/ 46 w 188"/>
                <a:gd name="T99" fmla="*/ 222 h 316"/>
                <a:gd name="T100" fmla="*/ 36 w 188"/>
                <a:gd name="T101" fmla="*/ 268 h 316"/>
                <a:gd name="T102" fmla="*/ 24 w 188"/>
                <a:gd name="T103" fmla="*/ 316 h 316"/>
                <a:gd name="T104" fmla="*/ 24 w 188"/>
                <a:gd name="T105" fmla="*/ 316 h 316"/>
                <a:gd name="T106" fmla="*/ 28 w 188"/>
                <a:gd name="T107" fmla="*/ 308 h 316"/>
                <a:gd name="T108" fmla="*/ 62 w 188"/>
                <a:gd name="T109" fmla="*/ 254 h 316"/>
                <a:gd name="T110" fmla="*/ 98 w 188"/>
                <a:gd name="T111" fmla="*/ 198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88" h="316">
                  <a:moveTo>
                    <a:pt x="98" y="198"/>
                  </a:moveTo>
                  <a:lnTo>
                    <a:pt x="98" y="198"/>
                  </a:lnTo>
                  <a:lnTo>
                    <a:pt x="100" y="196"/>
                  </a:lnTo>
                  <a:lnTo>
                    <a:pt x="106" y="198"/>
                  </a:lnTo>
                  <a:lnTo>
                    <a:pt x="112" y="202"/>
                  </a:lnTo>
                  <a:lnTo>
                    <a:pt x="118" y="214"/>
                  </a:lnTo>
                  <a:lnTo>
                    <a:pt x="118" y="214"/>
                  </a:lnTo>
                  <a:lnTo>
                    <a:pt x="124" y="220"/>
                  </a:lnTo>
                  <a:lnTo>
                    <a:pt x="130" y="226"/>
                  </a:lnTo>
                  <a:lnTo>
                    <a:pt x="136" y="230"/>
                  </a:lnTo>
                  <a:lnTo>
                    <a:pt x="144" y="234"/>
                  </a:lnTo>
                  <a:lnTo>
                    <a:pt x="144" y="234"/>
                  </a:lnTo>
                  <a:lnTo>
                    <a:pt x="146" y="236"/>
                  </a:lnTo>
                  <a:lnTo>
                    <a:pt x="146" y="240"/>
                  </a:lnTo>
                  <a:lnTo>
                    <a:pt x="146" y="242"/>
                  </a:lnTo>
                  <a:lnTo>
                    <a:pt x="144" y="248"/>
                  </a:lnTo>
                  <a:lnTo>
                    <a:pt x="144" y="248"/>
                  </a:lnTo>
                  <a:lnTo>
                    <a:pt x="144" y="250"/>
                  </a:lnTo>
                  <a:lnTo>
                    <a:pt x="144" y="252"/>
                  </a:lnTo>
                  <a:lnTo>
                    <a:pt x="148" y="254"/>
                  </a:lnTo>
                  <a:lnTo>
                    <a:pt x="152" y="254"/>
                  </a:lnTo>
                  <a:lnTo>
                    <a:pt x="154" y="254"/>
                  </a:lnTo>
                  <a:lnTo>
                    <a:pt x="156" y="256"/>
                  </a:lnTo>
                  <a:lnTo>
                    <a:pt x="156" y="256"/>
                  </a:lnTo>
                  <a:lnTo>
                    <a:pt x="160" y="264"/>
                  </a:lnTo>
                  <a:lnTo>
                    <a:pt x="164" y="268"/>
                  </a:lnTo>
                  <a:lnTo>
                    <a:pt x="166" y="272"/>
                  </a:lnTo>
                  <a:lnTo>
                    <a:pt x="170" y="274"/>
                  </a:lnTo>
                  <a:lnTo>
                    <a:pt x="172" y="274"/>
                  </a:lnTo>
                  <a:lnTo>
                    <a:pt x="176" y="272"/>
                  </a:lnTo>
                  <a:lnTo>
                    <a:pt x="176" y="270"/>
                  </a:lnTo>
                  <a:lnTo>
                    <a:pt x="176" y="266"/>
                  </a:lnTo>
                  <a:lnTo>
                    <a:pt x="176" y="266"/>
                  </a:lnTo>
                  <a:lnTo>
                    <a:pt x="172" y="244"/>
                  </a:lnTo>
                  <a:lnTo>
                    <a:pt x="172" y="244"/>
                  </a:lnTo>
                  <a:lnTo>
                    <a:pt x="172" y="240"/>
                  </a:lnTo>
                  <a:lnTo>
                    <a:pt x="174" y="238"/>
                  </a:lnTo>
                  <a:lnTo>
                    <a:pt x="180" y="236"/>
                  </a:lnTo>
                  <a:lnTo>
                    <a:pt x="186" y="234"/>
                  </a:lnTo>
                  <a:lnTo>
                    <a:pt x="188" y="232"/>
                  </a:lnTo>
                  <a:lnTo>
                    <a:pt x="188" y="228"/>
                  </a:lnTo>
                  <a:lnTo>
                    <a:pt x="188" y="228"/>
                  </a:lnTo>
                  <a:lnTo>
                    <a:pt x="188" y="222"/>
                  </a:lnTo>
                  <a:lnTo>
                    <a:pt x="186" y="212"/>
                  </a:lnTo>
                  <a:lnTo>
                    <a:pt x="186" y="212"/>
                  </a:lnTo>
                  <a:lnTo>
                    <a:pt x="178" y="194"/>
                  </a:lnTo>
                  <a:lnTo>
                    <a:pt x="176" y="188"/>
                  </a:lnTo>
                  <a:lnTo>
                    <a:pt x="174" y="182"/>
                  </a:lnTo>
                  <a:lnTo>
                    <a:pt x="174" y="182"/>
                  </a:lnTo>
                  <a:lnTo>
                    <a:pt x="176" y="168"/>
                  </a:lnTo>
                  <a:lnTo>
                    <a:pt x="182" y="150"/>
                  </a:lnTo>
                  <a:lnTo>
                    <a:pt x="184" y="132"/>
                  </a:lnTo>
                  <a:lnTo>
                    <a:pt x="184" y="124"/>
                  </a:lnTo>
                  <a:lnTo>
                    <a:pt x="182" y="114"/>
                  </a:lnTo>
                  <a:lnTo>
                    <a:pt x="182" y="114"/>
                  </a:lnTo>
                  <a:lnTo>
                    <a:pt x="174" y="96"/>
                  </a:lnTo>
                  <a:lnTo>
                    <a:pt x="164" y="82"/>
                  </a:lnTo>
                  <a:lnTo>
                    <a:pt x="150" y="54"/>
                  </a:lnTo>
                  <a:lnTo>
                    <a:pt x="150" y="54"/>
                  </a:lnTo>
                  <a:lnTo>
                    <a:pt x="144" y="40"/>
                  </a:lnTo>
                  <a:lnTo>
                    <a:pt x="134" y="28"/>
                  </a:lnTo>
                  <a:lnTo>
                    <a:pt x="122" y="20"/>
                  </a:lnTo>
                  <a:lnTo>
                    <a:pt x="110" y="12"/>
                  </a:lnTo>
                  <a:lnTo>
                    <a:pt x="96" y="6"/>
                  </a:lnTo>
                  <a:lnTo>
                    <a:pt x="84" y="4"/>
                  </a:lnTo>
                  <a:lnTo>
                    <a:pt x="72" y="2"/>
                  </a:lnTo>
                  <a:lnTo>
                    <a:pt x="60" y="0"/>
                  </a:lnTo>
                  <a:lnTo>
                    <a:pt x="60" y="0"/>
                  </a:lnTo>
                  <a:lnTo>
                    <a:pt x="50" y="2"/>
                  </a:lnTo>
                  <a:lnTo>
                    <a:pt x="38" y="6"/>
                  </a:lnTo>
                  <a:lnTo>
                    <a:pt x="30" y="12"/>
                  </a:lnTo>
                  <a:lnTo>
                    <a:pt x="20" y="20"/>
                  </a:lnTo>
                  <a:lnTo>
                    <a:pt x="14" y="30"/>
                  </a:lnTo>
                  <a:lnTo>
                    <a:pt x="8" y="42"/>
                  </a:lnTo>
                  <a:lnTo>
                    <a:pt x="2" y="56"/>
                  </a:lnTo>
                  <a:lnTo>
                    <a:pt x="0" y="70"/>
                  </a:lnTo>
                  <a:lnTo>
                    <a:pt x="0" y="70"/>
                  </a:lnTo>
                  <a:lnTo>
                    <a:pt x="0" y="82"/>
                  </a:lnTo>
                  <a:lnTo>
                    <a:pt x="4" y="92"/>
                  </a:lnTo>
                  <a:lnTo>
                    <a:pt x="12" y="106"/>
                  </a:lnTo>
                  <a:lnTo>
                    <a:pt x="22" y="128"/>
                  </a:lnTo>
                  <a:lnTo>
                    <a:pt x="22" y="128"/>
                  </a:lnTo>
                  <a:lnTo>
                    <a:pt x="28" y="140"/>
                  </a:lnTo>
                  <a:lnTo>
                    <a:pt x="36" y="150"/>
                  </a:lnTo>
                  <a:lnTo>
                    <a:pt x="44" y="160"/>
                  </a:lnTo>
                  <a:lnTo>
                    <a:pt x="50" y="162"/>
                  </a:lnTo>
                  <a:lnTo>
                    <a:pt x="54" y="164"/>
                  </a:lnTo>
                  <a:lnTo>
                    <a:pt x="54" y="164"/>
                  </a:lnTo>
                  <a:lnTo>
                    <a:pt x="58" y="166"/>
                  </a:lnTo>
                  <a:lnTo>
                    <a:pt x="60" y="168"/>
                  </a:lnTo>
                  <a:lnTo>
                    <a:pt x="62" y="176"/>
                  </a:lnTo>
                  <a:lnTo>
                    <a:pt x="60" y="194"/>
                  </a:lnTo>
                  <a:lnTo>
                    <a:pt x="60" y="194"/>
                  </a:lnTo>
                  <a:lnTo>
                    <a:pt x="60" y="196"/>
                  </a:lnTo>
                  <a:lnTo>
                    <a:pt x="58" y="198"/>
                  </a:lnTo>
                  <a:lnTo>
                    <a:pt x="54" y="202"/>
                  </a:lnTo>
                  <a:lnTo>
                    <a:pt x="48" y="208"/>
                  </a:lnTo>
                  <a:lnTo>
                    <a:pt x="46" y="214"/>
                  </a:lnTo>
                  <a:lnTo>
                    <a:pt x="46" y="222"/>
                  </a:lnTo>
                  <a:lnTo>
                    <a:pt x="46" y="222"/>
                  </a:lnTo>
                  <a:lnTo>
                    <a:pt x="42" y="242"/>
                  </a:lnTo>
                  <a:lnTo>
                    <a:pt x="36" y="268"/>
                  </a:lnTo>
                  <a:lnTo>
                    <a:pt x="28" y="296"/>
                  </a:lnTo>
                  <a:lnTo>
                    <a:pt x="24" y="316"/>
                  </a:lnTo>
                  <a:lnTo>
                    <a:pt x="24" y="316"/>
                  </a:lnTo>
                  <a:lnTo>
                    <a:pt x="24" y="316"/>
                  </a:lnTo>
                  <a:lnTo>
                    <a:pt x="24" y="316"/>
                  </a:lnTo>
                  <a:lnTo>
                    <a:pt x="28" y="308"/>
                  </a:lnTo>
                  <a:lnTo>
                    <a:pt x="38" y="292"/>
                  </a:lnTo>
                  <a:lnTo>
                    <a:pt x="62" y="254"/>
                  </a:lnTo>
                  <a:lnTo>
                    <a:pt x="86" y="218"/>
                  </a:lnTo>
                  <a:lnTo>
                    <a:pt x="98" y="198"/>
                  </a:lnTo>
                  <a:lnTo>
                    <a:pt x="98" y="198"/>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40" name="Freeform 184"/>
            <p:cNvSpPr>
              <a:spLocks noEditPoints="1"/>
            </p:cNvSpPr>
            <p:nvPr/>
          </p:nvSpPr>
          <p:spPr bwMode="auto">
            <a:xfrm>
              <a:off x="3557588" y="7219974"/>
              <a:ext cx="327025" cy="171450"/>
            </a:xfrm>
            <a:custGeom>
              <a:avLst/>
              <a:gdLst>
                <a:gd name="T0" fmla="*/ 204 w 206"/>
                <a:gd name="T1" fmla="*/ 104 h 108"/>
                <a:gd name="T2" fmla="*/ 194 w 206"/>
                <a:gd name="T3" fmla="*/ 86 h 108"/>
                <a:gd name="T4" fmla="*/ 182 w 206"/>
                <a:gd name="T5" fmla="*/ 58 h 108"/>
                <a:gd name="T6" fmla="*/ 180 w 206"/>
                <a:gd name="T7" fmla="*/ 48 h 108"/>
                <a:gd name="T8" fmla="*/ 182 w 206"/>
                <a:gd name="T9" fmla="*/ 42 h 108"/>
                <a:gd name="T10" fmla="*/ 194 w 206"/>
                <a:gd name="T11" fmla="*/ 34 h 108"/>
                <a:gd name="T12" fmla="*/ 198 w 206"/>
                <a:gd name="T13" fmla="*/ 26 h 108"/>
                <a:gd name="T14" fmla="*/ 192 w 206"/>
                <a:gd name="T15" fmla="*/ 22 h 108"/>
                <a:gd name="T16" fmla="*/ 168 w 206"/>
                <a:gd name="T17" fmla="*/ 16 h 108"/>
                <a:gd name="T18" fmla="*/ 146 w 206"/>
                <a:gd name="T19" fmla="*/ 14 h 108"/>
                <a:gd name="T20" fmla="*/ 120 w 206"/>
                <a:gd name="T21" fmla="*/ 18 h 108"/>
                <a:gd name="T22" fmla="*/ 96 w 206"/>
                <a:gd name="T23" fmla="*/ 20 h 108"/>
                <a:gd name="T24" fmla="*/ 84 w 206"/>
                <a:gd name="T25" fmla="*/ 14 h 108"/>
                <a:gd name="T26" fmla="*/ 68 w 206"/>
                <a:gd name="T27" fmla="*/ 2 h 108"/>
                <a:gd name="T28" fmla="*/ 60 w 206"/>
                <a:gd name="T29" fmla="*/ 2 h 108"/>
                <a:gd name="T30" fmla="*/ 50 w 206"/>
                <a:gd name="T31" fmla="*/ 2 h 108"/>
                <a:gd name="T32" fmla="*/ 40 w 206"/>
                <a:gd name="T33" fmla="*/ 2 h 108"/>
                <a:gd name="T34" fmla="*/ 34 w 206"/>
                <a:gd name="T35" fmla="*/ 10 h 108"/>
                <a:gd name="T36" fmla="*/ 28 w 206"/>
                <a:gd name="T37" fmla="*/ 16 h 108"/>
                <a:gd name="T38" fmla="*/ 26 w 206"/>
                <a:gd name="T39" fmla="*/ 16 h 108"/>
                <a:gd name="T40" fmla="*/ 20 w 206"/>
                <a:gd name="T41" fmla="*/ 20 h 108"/>
                <a:gd name="T42" fmla="*/ 18 w 206"/>
                <a:gd name="T43" fmla="*/ 24 h 108"/>
                <a:gd name="T44" fmla="*/ 10 w 206"/>
                <a:gd name="T45" fmla="*/ 46 h 108"/>
                <a:gd name="T46" fmla="*/ 6 w 206"/>
                <a:gd name="T47" fmla="*/ 56 h 108"/>
                <a:gd name="T48" fmla="*/ 0 w 206"/>
                <a:gd name="T49" fmla="*/ 68 h 108"/>
                <a:gd name="T50" fmla="*/ 6 w 206"/>
                <a:gd name="T51" fmla="*/ 78 h 108"/>
                <a:gd name="T52" fmla="*/ 32 w 206"/>
                <a:gd name="T53" fmla="*/ 82 h 108"/>
                <a:gd name="T54" fmla="*/ 48 w 206"/>
                <a:gd name="T55" fmla="*/ 82 h 108"/>
                <a:gd name="T56" fmla="*/ 76 w 206"/>
                <a:gd name="T57" fmla="*/ 78 h 108"/>
                <a:gd name="T58" fmla="*/ 80 w 206"/>
                <a:gd name="T59" fmla="*/ 80 h 108"/>
                <a:gd name="T60" fmla="*/ 80 w 206"/>
                <a:gd name="T61" fmla="*/ 86 h 108"/>
                <a:gd name="T62" fmla="*/ 84 w 206"/>
                <a:gd name="T63" fmla="*/ 92 h 108"/>
                <a:gd name="T64" fmla="*/ 90 w 206"/>
                <a:gd name="T65" fmla="*/ 96 h 108"/>
                <a:gd name="T66" fmla="*/ 142 w 206"/>
                <a:gd name="T67" fmla="*/ 106 h 108"/>
                <a:gd name="T68" fmla="*/ 192 w 206"/>
                <a:gd name="T69" fmla="*/ 108 h 108"/>
                <a:gd name="T70" fmla="*/ 206 w 206"/>
                <a:gd name="T71" fmla="*/ 106 h 108"/>
                <a:gd name="T72" fmla="*/ 204 w 206"/>
                <a:gd name="T73" fmla="*/ 104 h 108"/>
                <a:gd name="T74" fmla="*/ 50 w 206"/>
                <a:gd name="T75" fmla="*/ 18 h 108"/>
                <a:gd name="T76" fmla="*/ 40 w 206"/>
                <a:gd name="T77" fmla="*/ 16 h 108"/>
                <a:gd name="T78" fmla="*/ 44 w 206"/>
                <a:gd name="T79" fmla="*/ 14 h 108"/>
                <a:gd name="T80" fmla="*/ 50 w 206"/>
                <a:gd name="T81" fmla="*/ 16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06" h="108">
                  <a:moveTo>
                    <a:pt x="204" y="104"/>
                  </a:moveTo>
                  <a:lnTo>
                    <a:pt x="204" y="104"/>
                  </a:lnTo>
                  <a:lnTo>
                    <a:pt x="200" y="98"/>
                  </a:lnTo>
                  <a:lnTo>
                    <a:pt x="194" y="86"/>
                  </a:lnTo>
                  <a:lnTo>
                    <a:pt x="188" y="72"/>
                  </a:lnTo>
                  <a:lnTo>
                    <a:pt x="182" y="58"/>
                  </a:lnTo>
                  <a:lnTo>
                    <a:pt x="182" y="58"/>
                  </a:lnTo>
                  <a:lnTo>
                    <a:pt x="180" y="48"/>
                  </a:lnTo>
                  <a:lnTo>
                    <a:pt x="180" y="44"/>
                  </a:lnTo>
                  <a:lnTo>
                    <a:pt x="182" y="42"/>
                  </a:lnTo>
                  <a:lnTo>
                    <a:pt x="182" y="42"/>
                  </a:lnTo>
                  <a:lnTo>
                    <a:pt x="194" y="34"/>
                  </a:lnTo>
                  <a:lnTo>
                    <a:pt x="196" y="30"/>
                  </a:lnTo>
                  <a:lnTo>
                    <a:pt x="198" y="26"/>
                  </a:lnTo>
                  <a:lnTo>
                    <a:pt x="198" y="26"/>
                  </a:lnTo>
                  <a:lnTo>
                    <a:pt x="192" y="22"/>
                  </a:lnTo>
                  <a:lnTo>
                    <a:pt x="184" y="20"/>
                  </a:lnTo>
                  <a:lnTo>
                    <a:pt x="168" y="16"/>
                  </a:lnTo>
                  <a:lnTo>
                    <a:pt x="168" y="16"/>
                  </a:lnTo>
                  <a:lnTo>
                    <a:pt x="146" y="14"/>
                  </a:lnTo>
                  <a:lnTo>
                    <a:pt x="120" y="18"/>
                  </a:lnTo>
                  <a:lnTo>
                    <a:pt x="120" y="18"/>
                  </a:lnTo>
                  <a:lnTo>
                    <a:pt x="96" y="20"/>
                  </a:lnTo>
                  <a:lnTo>
                    <a:pt x="96" y="20"/>
                  </a:lnTo>
                  <a:lnTo>
                    <a:pt x="84" y="14"/>
                  </a:lnTo>
                  <a:lnTo>
                    <a:pt x="84" y="14"/>
                  </a:lnTo>
                  <a:lnTo>
                    <a:pt x="74" y="6"/>
                  </a:lnTo>
                  <a:lnTo>
                    <a:pt x="68" y="2"/>
                  </a:lnTo>
                  <a:lnTo>
                    <a:pt x="60" y="2"/>
                  </a:lnTo>
                  <a:lnTo>
                    <a:pt x="60" y="2"/>
                  </a:lnTo>
                  <a:lnTo>
                    <a:pt x="50" y="2"/>
                  </a:lnTo>
                  <a:lnTo>
                    <a:pt x="50" y="2"/>
                  </a:lnTo>
                  <a:lnTo>
                    <a:pt x="46" y="0"/>
                  </a:lnTo>
                  <a:lnTo>
                    <a:pt x="40" y="2"/>
                  </a:lnTo>
                  <a:lnTo>
                    <a:pt x="40" y="2"/>
                  </a:lnTo>
                  <a:lnTo>
                    <a:pt x="34" y="10"/>
                  </a:lnTo>
                  <a:lnTo>
                    <a:pt x="28" y="16"/>
                  </a:lnTo>
                  <a:lnTo>
                    <a:pt x="28" y="16"/>
                  </a:lnTo>
                  <a:lnTo>
                    <a:pt x="26" y="16"/>
                  </a:lnTo>
                  <a:lnTo>
                    <a:pt x="26" y="16"/>
                  </a:lnTo>
                  <a:lnTo>
                    <a:pt x="22" y="18"/>
                  </a:lnTo>
                  <a:lnTo>
                    <a:pt x="20" y="20"/>
                  </a:lnTo>
                  <a:lnTo>
                    <a:pt x="18" y="24"/>
                  </a:lnTo>
                  <a:lnTo>
                    <a:pt x="18" y="24"/>
                  </a:lnTo>
                  <a:lnTo>
                    <a:pt x="12" y="34"/>
                  </a:lnTo>
                  <a:lnTo>
                    <a:pt x="10" y="46"/>
                  </a:lnTo>
                  <a:lnTo>
                    <a:pt x="10" y="46"/>
                  </a:lnTo>
                  <a:lnTo>
                    <a:pt x="6" y="56"/>
                  </a:lnTo>
                  <a:lnTo>
                    <a:pt x="0" y="68"/>
                  </a:lnTo>
                  <a:lnTo>
                    <a:pt x="0" y="68"/>
                  </a:lnTo>
                  <a:lnTo>
                    <a:pt x="2" y="72"/>
                  </a:lnTo>
                  <a:lnTo>
                    <a:pt x="6" y="78"/>
                  </a:lnTo>
                  <a:lnTo>
                    <a:pt x="16" y="80"/>
                  </a:lnTo>
                  <a:lnTo>
                    <a:pt x="32" y="82"/>
                  </a:lnTo>
                  <a:lnTo>
                    <a:pt x="32" y="82"/>
                  </a:lnTo>
                  <a:lnTo>
                    <a:pt x="48" y="82"/>
                  </a:lnTo>
                  <a:lnTo>
                    <a:pt x="64" y="78"/>
                  </a:lnTo>
                  <a:lnTo>
                    <a:pt x="76" y="78"/>
                  </a:lnTo>
                  <a:lnTo>
                    <a:pt x="78" y="78"/>
                  </a:lnTo>
                  <a:lnTo>
                    <a:pt x="80" y="80"/>
                  </a:lnTo>
                  <a:lnTo>
                    <a:pt x="80" y="80"/>
                  </a:lnTo>
                  <a:lnTo>
                    <a:pt x="80" y="86"/>
                  </a:lnTo>
                  <a:lnTo>
                    <a:pt x="80" y="88"/>
                  </a:lnTo>
                  <a:lnTo>
                    <a:pt x="84" y="92"/>
                  </a:lnTo>
                  <a:lnTo>
                    <a:pt x="84" y="92"/>
                  </a:lnTo>
                  <a:lnTo>
                    <a:pt x="90" y="96"/>
                  </a:lnTo>
                  <a:lnTo>
                    <a:pt x="104" y="98"/>
                  </a:lnTo>
                  <a:lnTo>
                    <a:pt x="142" y="106"/>
                  </a:lnTo>
                  <a:lnTo>
                    <a:pt x="142" y="106"/>
                  </a:lnTo>
                  <a:lnTo>
                    <a:pt x="192" y="108"/>
                  </a:lnTo>
                  <a:lnTo>
                    <a:pt x="204" y="108"/>
                  </a:lnTo>
                  <a:lnTo>
                    <a:pt x="206" y="106"/>
                  </a:lnTo>
                  <a:lnTo>
                    <a:pt x="204" y="104"/>
                  </a:lnTo>
                  <a:lnTo>
                    <a:pt x="204" y="104"/>
                  </a:lnTo>
                  <a:close/>
                  <a:moveTo>
                    <a:pt x="50" y="16"/>
                  </a:moveTo>
                  <a:lnTo>
                    <a:pt x="50" y="18"/>
                  </a:lnTo>
                  <a:lnTo>
                    <a:pt x="50" y="18"/>
                  </a:lnTo>
                  <a:lnTo>
                    <a:pt x="40" y="16"/>
                  </a:lnTo>
                  <a:lnTo>
                    <a:pt x="40" y="16"/>
                  </a:lnTo>
                  <a:lnTo>
                    <a:pt x="44" y="14"/>
                  </a:lnTo>
                  <a:lnTo>
                    <a:pt x="46" y="14"/>
                  </a:lnTo>
                  <a:lnTo>
                    <a:pt x="50" y="16"/>
                  </a:lnTo>
                  <a:lnTo>
                    <a:pt x="50" y="16"/>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grpSp>
      <p:grpSp>
        <p:nvGrpSpPr>
          <p:cNvPr id="441" name="Group 440"/>
          <p:cNvGrpSpPr/>
          <p:nvPr/>
        </p:nvGrpSpPr>
        <p:grpSpPr>
          <a:xfrm>
            <a:off x="3911557" y="3847819"/>
            <a:ext cx="1020762" cy="2243811"/>
            <a:chOff x="4300538" y="3905250"/>
            <a:chExt cx="1041400" cy="2289175"/>
          </a:xfrm>
        </p:grpSpPr>
        <p:sp>
          <p:nvSpPr>
            <p:cNvPr id="442" name="Freeform 150"/>
            <p:cNvSpPr>
              <a:spLocks noEditPoints="1"/>
            </p:cNvSpPr>
            <p:nvPr/>
          </p:nvSpPr>
          <p:spPr bwMode="auto">
            <a:xfrm>
              <a:off x="4300538" y="3905250"/>
              <a:ext cx="1041400" cy="2289175"/>
            </a:xfrm>
            <a:custGeom>
              <a:avLst/>
              <a:gdLst>
                <a:gd name="T0" fmla="*/ 626 w 656"/>
                <a:gd name="T1" fmla="*/ 1372 h 1442"/>
                <a:gd name="T2" fmla="*/ 510 w 656"/>
                <a:gd name="T3" fmla="*/ 1188 h 1442"/>
                <a:gd name="T4" fmla="*/ 468 w 656"/>
                <a:gd name="T5" fmla="*/ 1004 h 1442"/>
                <a:gd name="T6" fmla="*/ 444 w 656"/>
                <a:gd name="T7" fmla="*/ 882 h 1442"/>
                <a:gd name="T8" fmla="*/ 444 w 656"/>
                <a:gd name="T9" fmla="*/ 768 h 1442"/>
                <a:gd name="T10" fmla="*/ 414 w 656"/>
                <a:gd name="T11" fmla="*/ 686 h 1442"/>
                <a:gd name="T12" fmla="*/ 418 w 656"/>
                <a:gd name="T13" fmla="*/ 522 h 1442"/>
                <a:gd name="T14" fmla="*/ 434 w 656"/>
                <a:gd name="T15" fmla="*/ 462 h 1442"/>
                <a:gd name="T16" fmla="*/ 396 w 656"/>
                <a:gd name="T17" fmla="*/ 320 h 1442"/>
                <a:gd name="T18" fmla="*/ 378 w 656"/>
                <a:gd name="T19" fmla="*/ 280 h 1442"/>
                <a:gd name="T20" fmla="*/ 362 w 656"/>
                <a:gd name="T21" fmla="*/ 226 h 1442"/>
                <a:gd name="T22" fmla="*/ 398 w 656"/>
                <a:gd name="T23" fmla="*/ 182 h 1442"/>
                <a:gd name="T24" fmla="*/ 412 w 656"/>
                <a:gd name="T25" fmla="*/ 118 h 1442"/>
                <a:gd name="T26" fmla="*/ 402 w 656"/>
                <a:gd name="T27" fmla="*/ 72 h 1442"/>
                <a:gd name="T28" fmla="*/ 390 w 656"/>
                <a:gd name="T29" fmla="*/ 46 h 1442"/>
                <a:gd name="T30" fmla="*/ 390 w 656"/>
                <a:gd name="T31" fmla="*/ 22 h 1442"/>
                <a:gd name="T32" fmla="*/ 344 w 656"/>
                <a:gd name="T33" fmla="*/ 0 h 1442"/>
                <a:gd name="T34" fmla="*/ 316 w 656"/>
                <a:gd name="T35" fmla="*/ 6 h 1442"/>
                <a:gd name="T36" fmla="*/ 252 w 656"/>
                <a:gd name="T37" fmla="*/ 22 h 1442"/>
                <a:gd name="T38" fmla="*/ 206 w 656"/>
                <a:gd name="T39" fmla="*/ 96 h 1442"/>
                <a:gd name="T40" fmla="*/ 168 w 656"/>
                <a:gd name="T41" fmla="*/ 130 h 1442"/>
                <a:gd name="T42" fmla="*/ 170 w 656"/>
                <a:gd name="T43" fmla="*/ 144 h 1442"/>
                <a:gd name="T44" fmla="*/ 168 w 656"/>
                <a:gd name="T45" fmla="*/ 184 h 1442"/>
                <a:gd name="T46" fmla="*/ 162 w 656"/>
                <a:gd name="T47" fmla="*/ 200 h 1442"/>
                <a:gd name="T48" fmla="*/ 174 w 656"/>
                <a:gd name="T49" fmla="*/ 218 h 1442"/>
                <a:gd name="T50" fmla="*/ 210 w 656"/>
                <a:gd name="T51" fmla="*/ 222 h 1442"/>
                <a:gd name="T52" fmla="*/ 252 w 656"/>
                <a:gd name="T53" fmla="*/ 234 h 1442"/>
                <a:gd name="T54" fmla="*/ 242 w 656"/>
                <a:gd name="T55" fmla="*/ 266 h 1442"/>
                <a:gd name="T56" fmla="*/ 206 w 656"/>
                <a:gd name="T57" fmla="*/ 334 h 1442"/>
                <a:gd name="T58" fmla="*/ 204 w 656"/>
                <a:gd name="T59" fmla="*/ 464 h 1442"/>
                <a:gd name="T60" fmla="*/ 202 w 656"/>
                <a:gd name="T61" fmla="*/ 508 h 1442"/>
                <a:gd name="T62" fmla="*/ 182 w 656"/>
                <a:gd name="T63" fmla="*/ 612 h 1442"/>
                <a:gd name="T64" fmla="*/ 164 w 656"/>
                <a:gd name="T65" fmla="*/ 760 h 1442"/>
                <a:gd name="T66" fmla="*/ 166 w 656"/>
                <a:gd name="T67" fmla="*/ 812 h 1442"/>
                <a:gd name="T68" fmla="*/ 72 w 656"/>
                <a:gd name="T69" fmla="*/ 832 h 1442"/>
                <a:gd name="T70" fmla="*/ 30 w 656"/>
                <a:gd name="T71" fmla="*/ 936 h 1442"/>
                <a:gd name="T72" fmla="*/ 4 w 656"/>
                <a:gd name="T73" fmla="*/ 1096 h 1442"/>
                <a:gd name="T74" fmla="*/ 96 w 656"/>
                <a:gd name="T75" fmla="*/ 1232 h 1442"/>
                <a:gd name="T76" fmla="*/ 74 w 656"/>
                <a:gd name="T77" fmla="*/ 1296 h 1442"/>
                <a:gd name="T78" fmla="*/ 54 w 656"/>
                <a:gd name="T79" fmla="*/ 1348 h 1442"/>
                <a:gd name="T80" fmla="*/ 74 w 656"/>
                <a:gd name="T81" fmla="*/ 1424 h 1442"/>
                <a:gd name="T82" fmla="*/ 84 w 656"/>
                <a:gd name="T83" fmla="*/ 1400 h 1442"/>
                <a:gd name="T84" fmla="*/ 106 w 656"/>
                <a:gd name="T85" fmla="*/ 1382 h 1442"/>
                <a:gd name="T86" fmla="*/ 142 w 656"/>
                <a:gd name="T87" fmla="*/ 1440 h 1442"/>
                <a:gd name="T88" fmla="*/ 224 w 656"/>
                <a:gd name="T89" fmla="*/ 1418 h 1442"/>
                <a:gd name="T90" fmla="*/ 162 w 656"/>
                <a:gd name="T91" fmla="*/ 1384 h 1442"/>
                <a:gd name="T92" fmla="*/ 152 w 656"/>
                <a:gd name="T93" fmla="*/ 1268 h 1442"/>
                <a:gd name="T94" fmla="*/ 262 w 656"/>
                <a:gd name="T95" fmla="*/ 1164 h 1442"/>
                <a:gd name="T96" fmla="*/ 366 w 656"/>
                <a:gd name="T97" fmla="*/ 1100 h 1442"/>
                <a:gd name="T98" fmla="*/ 416 w 656"/>
                <a:gd name="T99" fmla="*/ 1162 h 1442"/>
                <a:gd name="T100" fmla="*/ 484 w 656"/>
                <a:gd name="T101" fmla="*/ 1302 h 1442"/>
                <a:gd name="T102" fmla="*/ 484 w 656"/>
                <a:gd name="T103" fmla="*/ 1370 h 1442"/>
                <a:gd name="T104" fmla="*/ 522 w 656"/>
                <a:gd name="T105" fmla="*/ 1440 h 1442"/>
                <a:gd name="T106" fmla="*/ 514 w 656"/>
                <a:gd name="T107" fmla="*/ 1378 h 1442"/>
                <a:gd name="T108" fmla="*/ 558 w 656"/>
                <a:gd name="T109" fmla="*/ 1406 h 1442"/>
                <a:gd name="T110" fmla="*/ 622 w 656"/>
                <a:gd name="T111" fmla="*/ 1416 h 1442"/>
                <a:gd name="T112" fmla="*/ 650 w 656"/>
                <a:gd name="T113" fmla="*/ 1368 h 1442"/>
                <a:gd name="T114" fmla="*/ 410 w 656"/>
                <a:gd name="T115" fmla="*/ 814 h 14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56" h="1442">
                  <a:moveTo>
                    <a:pt x="404" y="28"/>
                  </a:moveTo>
                  <a:lnTo>
                    <a:pt x="404" y="28"/>
                  </a:lnTo>
                  <a:lnTo>
                    <a:pt x="404" y="28"/>
                  </a:lnTo>
                  <a:close/>
                  <a:moveTo>
                    <a:pt x="650" y="1368"/>
                  </a:moveTo>
                  <a:lnTo>
                    <a:pt x="650" y="1368"/>
                  </a:lnTo>
                  <a:lnTo>
                    <a:pt x="638" y="1370"/>
                  </a:lnTo>
                  <a:lnTo>
                    <a:pt x="626" y="1372"/>
                  </a:lnTo>
                  <a:lnTo>
                    <a:pt x="604" y="1378"/>
                  </a:lnTo>
                  <a:lnTo>
                    <a:pt x="604" y="1378"/>
                  </a:lnTo>
                  <a:lnTo>
                    <a:pt x="568" y="1320"/>
                  </a:lnTo>
                  <a:lnTo>
                    <a:pt x="550" y="1284"/>
                  </a:lnTo>
                  <a:lnTo>
                    <a:pt x="534" y="1252"/>
                  </a:lnTo>
                  <a:lnTo>
                    <a:pt x="534" y="1252"/>
                  </a:lnTo>
                  <a:lnTo>
                    <a:pt x="510" y="1188"/>
                  </a:lnTo>
                  <a:lnTo>
                    <a:pt x="490" y="1124"/>
                  </a:lnTo>
                  <a:lnTo>
                    <a:pt x="476" y="1072"/>
                  </a:lnTo>
                  <a:lnTo>
                    <a:pt x="470" y="1050"/>
                  </a:lnTo>
                  <a:lnTo>
                    <a:pt x="470" y="1050"/>
                  </a:lnTo>
                  <a:lnTo>
                    <a:pt x="472" y="1042"/>
                  </a:lnTo>
                  <a:lnTo>
                    <a:pt x="472" y="1030"/>
                  </a:lnTo>
                  <a:lnTo>
                    <a:pt x="468" y="1004"/>
                  </a:lnTo>
                  <a:lnTo>
                    <a:pt x="466" y="982"/>
                  </a:lnTo>
                  <a:lnTo>
                    <a:pt x="466" y="974"/>
                  </a:lnTo>
                  <a:lnTo>
                    <a:pt x="466" y="970"/>
                  </a:lnTo>
                  <a:lnTo>
                    <a:pt x="466" y="970"/>
                  </a:lnTo>
                  <a:lnTo>
                    <a:pt x="460" y="940"/>
                  </a:lnTo>
                  <a:lnTo>
                    <a:pt x="452" y="912"/>
                  </a:lnTo>
                  <a:lnTo>
                    <a:pt x="444" y="882"/>
                  </a:lnTo>
                  <a:lnTo>
                    <a:pt x="436" y="852"/>
                  </a:lnTo>
                  <a:lnTo>
                    <a:pt x="460" y="836"/>
                  </a:lnTo>
                  <a:lnTo>
                    <a:pt x="462" y="802"/>
                  </a:lnTo>
                  <a:lnTo>
                    <a:pt x="452" y="786"/>
                  </a:lnTo>
                  <a:lnTo>
                    <a:pt x="452" y="786"/>
                  </a:lnTo>
                  <a:lnTo>
                    <a:pt x="448" y="778"/>
                  </a:lnTo>
                  <a:lnTo>
                    <a:pt x="444" y="768"/>
                  </a:lnTo>
                  <a:lnTo>
                    <a:pt x="430" y="730"/>
                  </a:lnTo>
                  <a:lnTo>
                    <a:pt x="430" y="730"/>
                  </a:lnTo>
                  <a:lnTo>
                    <a:pt x="426" y="718"/>
                  </a:lnTo>
                  <a:lnTo>
                    <a:pt x="424" y="708"/>
                  </a:lnTo>
                  <a:lnTo>
                    <a:pt x="420" y="698"/>
                  </a:lnTo>
                  <a:lnTo>
                    <a:pt x="414" y="686"/>
                  </a:lnTo>
                  <a:lnTo>
                    <a:pt x="414" y="686"/>
                  </a:lnTo>
                  <a:lnTo>
                    <a:pt x="418" y="676"/>
                  </a:lnTo>
                  <a:lnTo>
                    <a:pt x="422" y="662"/>
                  </a:lnTo>
                  <a:lnTo>
                    <a:pt x="424" y="636"/>
                  </a:lnTo>
                  <a:lnTo>
                    <a:pt x="424" y="608"/>
                  </a:lnTo>
                  <a:lnTo>
                    <a:pt x="422" y="578"/>
                  </a:lnTo>
                  <a:lnTo>
                    <a:pt x="418" y="550"/>
                  </a:lnTo>
                  <a:lnTo>
                    <a:pt x="418" y="522"/>
                  </a:lnTo>
                  <a:lnTo>
                    <a:pt x="418" y="494"/>
                  </a:lnTo>
                  <a:lnTo>
                    <a:pt x="420" y="482"/>
                  </a:lnTo>
                  <a:lnTo>
                    <a:pt x="424" y="472"/>
                  </a:lnTo>
                  <a:lnTo>
                    <a:pt x="424" y="472"/>
                  </a:lnTo>
                  <a:lnTo>
                    <a:pt x="428" y="470"/>
                  </a:lnTo>
                  <a:lnTo>
                    <a:pt x="432" y="468"/>
                  </a:lnTo>
                  <a:lnTo>
                    <a:pt x="434" y="462"/>
                  </a:lnTo>
                  <a:lnTo>
                    <a:pt x="436" y="452"/>
                  </a:lnTo>
                  <a:lnTo>
                    <a:pt x="434" y="440"/>
                  </a:lnTo>
                  <a:lnTo>
                    <a:pt x="426" y="416"/>
                  </a:lnTo>
                  <a:lnTo>
                    <a:pt x="418" y="394"/>
                  </a:lnTo>
                  <a:lnTo>
                    <a:pt x="418" y="394"/>
                  </a:lnTo>
                  <a:lnTo>
                    <a:pt x="402" y="340"/>
                  </a:lnTo>
                  <a:lnTo>
                    <a:pt x="396" y="320"/>
                  </a:lnTo>
                  <a:lnTo>
                    <a:pt x="396" y="312"/>
                  </a:lnTo>
                  <a:lnTo>
                    <a:pt x="396" y="308"/>
                  </a:lnTo>
                  <a:lnTo>
                    <a:pt x="396" y="308"/>
                  </a:lnTo>
                  <a:lnTo>
                    <a:pt x="396" y="300"/>
                  </a:lnTo>
                  <a:lnTo>
                    <a:pt x="392" y="294"/>
                  </a:lnTo>
                  <a:lnTo>
                    <a:pt x="386" y="286"/>
                  </a:lnTo>
                  <a:lnTo>
                    <a:pt x="378" y="280"/>
                  </a:lnTo>
                  <a:lnTo>
                    <a:pt x="364" y="268"/>
                  </a:lnTo>
                  <a:lnTo>
                    <a:pt x="360" y="260"/>
                  </a:lnTo>
                  <a:lnTo>
                    <a:pt x="358" y="254"/>
                  </a:lnTo>
                  <a:lnTo>
                    <a:pt x="358" y="254"/>
                  </a:lnTo>
                  <a:lnTo>
                    <a:pt x="362" y="238"/>
                  </a:lnTo>
                  <a:lnTo>
                    <a:pt x="362" y="232"/>
                  </a:lnTo>
                  <a:lnTo>
                    <a:pt x="362" y="226"/>
                  </a:lnTo>
                  <a:lnTo>
                    <a:pt x="362" y="226"/>
                  </a:lnTo>
                  <a:lnTo>
                    <a:pt x="364" y="212"/>
                  </a:lnTo>
                  <a:lnTo>
                    <a:pt x="366" y="204"/>
                  </a:lnTo>
                  <a:lnTo>
                    <a:pt x="382" y="196"/>
                  </a:lnTo>
                  <a:lnTo>
                    <a:pt x="382" y="196"/>
                  </a:lnTo>
                  <a:lnTo>
                    <a:pt x="392" y="188"/>
                  </a:lnTo>
                  <a:lnTo>
                    <a:pt x="398" y="182"/>
                  </a:lnTo>
                  <a:lnTo>
                    <a:pt x="400" y="178"/>
                  </a:lnTo>
                  <a:lnTo>
                    <a:pt x="400" y="176"/>
                  </a:lnTo>
                  <a:lnTo>
                    <a:pt x="400" y="176"/>
                  </a:lnTo>
                  <a:lnTo>
                    <a:pt x="402" y="170"/>
                  </a:lnTo>
                  <a:lnTo>
                    <a:pt x="406" y="154"/>
                  </a:lnTo>
                  <a:lnTo>
                    <a:pt x="412" y="118"/>
                  </a:lnTo>
                  <a:lnTo>
                    <a:pt x="412" y="118"/>
                  </a:lnTo>
                  <a:lnTo>
                    <a:pt x="412" y="112"/>
                  </a:lnTo>
                  <a:lnTo>
                    <a:pt x="408" y="104"/>
                  </a:lnTo>
                  <a:lnTo>
                    <a:pt x="406" y="100"/>
                  </a:lnTo>
                  <a:lnTo>
                    <a:pt x="406" y="100"/>
                  </a:lnTo>
                  <a:lnTo>
                    <a:pt x="404" y="84"/>
                  </a:lnTo>
                  <a:lnTo>
                    <a:pt x="404" y="84"/>
                  </a:lnTo>
                  <a:lnTo>
                    <a:pt x="402" y="72"/>
                  </a:lnTo>
                  <a:lnTo>
                    <a:pt x="400" y="60"/>
                  </a:lnTo>
                  <a:lnTo>
                    <a:pt x="394" y="50"/>
                  </a:lnTo>
                  <a:lnTo>
                    <a:pt x="394" y="50"/>
                  </a:lnTo>
                  <a:lnTo>
                    <a:pt x="394" y="50"/>
                  </a:lnTo>
                  <a:lnTo>
                    <a:pt x="392" y="46"/>
                  </a:lnTo>
                  <a:lnTo>
                    <a:pt x="392" y="46"/>
                  </a:lnTo>
                  <a:lnTo>
                    <a:pt x="390" y="46"/>
                  </a:lnTo>
                  <a:lnTo>
                    <a:pt x="390" y="46"/>
                  </a:lnTo>
                  <a:lnTo>
                    <a:pt x="398" y="40"/>
                  </a:lnTo>
                  <a:lnTo>
                    <a:pt x="404" y="36"/>
                  </a:lnTo>
                  <a:lnTo>
                    <a:pt x="404" y="32"/>
                  </a:lnTo>
                  <a:lnTo>
                    <a:pt x="404" y="28"/>
                  </a:lnTo>
                  <a:lnTo>
                    <a:pt x="404" y="28"/>
                  </a:lnTo>
                  <a:lnTo>
                    <a:pt x="390" y="22"/>
                  </a:lnTo>
                  <a:lnTo>
                    <a:pt x="390" y="22"/>
                  </a:lnTo>
                  <a:lnTo>
                    <a:pt x="390" y="22"/>
                  </a:lnTo>
                  <a:lnTo>
                    <a:pt x="384" y="18"/>
                  </a:lnTo>
                  <a:lnTo>
                    <a:pt x="370" y="8"/>
                  </a:lnTo>
                  <a:lnTo>
                    <a:pt x="360" y="4"/>
                  </a:lnTo>
                  <a:lnTo>
                    <a:pt x="352" y="2"/>
                  </a:lnTo>
                  <a:lnTo>
                    <a:pt x="344" y="0"/>
                  </a:lnTo>
                  <a:lnTo>
                    <a:pt x="338" y="2"/>
                  </a:lnTo>
                  <a:lnTo>
                    <a:pt x="338" y="2"/>
                  </a:lnTo>
                  <a:lnTo>
                    <a:pt x="330" y="2"/>
                  </a:lnTo>
                  <a:lnTo>
                    <a:pt x="324" y="4"/>
                  </a:lnTo>
                  <a:lnTo>
                    <a:pt x="318" y="6"/>
                  </a:lnTo>
                  <a:lnTo>
                    <a:pt x="318" y="6"/>
                  </a:lnTo>
                  <a:lnTo>
                    <a:pt x="316" y="6"/>
                  </a:lnTo>
                  <a:lnTo>
                    <a:pt x="316" y="6"/>
                  </a:lnTo>
                  <a:lnTo>
                    <a:pt x="304" y="6"/>
                  </a:lnTo>
                  <a:lnTo>
                    <a:pt x="292" y="6"/>
                  </a:lnTo>
                  <a:lnTo>
                    <a:pt x="282" y="8"/>
                  </a:lnTo>
                  <a:lnTo>
                    <a:pt x="270" y="10"/>
                  </a:lnTo>
                  <a:lnTo>
                    <a:pt x="260" y="16"/>
                  </a:lnTo>
                  <a:lnTo>
                    <a:pt x="252" y="22"/>
                  </a:lnTo>
                  <a:lnTo>
                    <a:pt x="244" y="30"/>
                  </a:lnTo>
                  <a:lnTo>
                    <a:pt x="238" y="38"/>
                  </a:lnTo>
                  <a:lnTo>
                    <a:pt x="238" y="38"/>
                  </a:lnTo>
                  <a:lnTo>
                    <a:pt x="224" y="58"/>
                  </a:lnTo>
                  <a:lnTo>
                    <a:pt x="214" y="76"/>
                  </a:lnTo>
                  <a:lnTo>
                    <a:pt x="206" y="96"/>
                  </a:lnTo>
                  <a:lnTo>
                    <a:pt x="206" y="96"/>
                  </a:lnTo>
                  <a:lnTo>
                    <a:pt x="192" y="120"/>
                  </a:lnTo>
                  <a:lnTo>
                    <a:pt x="182" y="140"/>
                  </a:lnTo>
                  <a:lnTo>
                    <a:pt x="182" y="140"/>
                  </a:lnTo>
                  <a:lnTo>
                    <a:pt x="174" y="138"/>
                  </a:lnTo>
                  <a:lnTo>
                    <a:pt x="170" y="136"/>
                  </a:lnTo>
                  <a:lnTo>
                    <a:pt x="168" y="132"/>
                  </a:lnTo>
                  <a:lnTo>
                    <a:pt x="168" y="130"/>
                  </a:lnTo>
                  <a:lnTo>
                    <a:pt x="170" y="122"/>
                  </a:lnTo>
                  <a:lnTo>
                    <a:pt x="172" y="120"/>
                  </a:lnTo>
                  <a:lnTo>
                    <a:pt x="172" y="120"/>
                  </a:lnTo>
                  <a:lnTo>
                    <a:pt x="166" y="128"/>
                  </a:lnTo>
                  <a:lnTo>
                    <a:pt x="164" y="134"/>
                  </a:lnTo>
                  <a:lnTo>
                    <a:pt x="166" y="138"/>
                  </a:lnTo>
                  <a:lnTo>
                    <a:pt x="170" y="144"/>
                  </a:lnTo>
                  <a:lnTo>
                    <a:pt x="178" y="150"/>
                  </a:lnTo>
                  <a:lnTo>
                    <a:pt x="182" y="150"/>
                  </a:lnTo>
                  <a:lnTo>
                    <a:pt x="182" y="150"/>
                  </a:lnTo>
                  <a:lnTo>
                    <a:pt x="172" y="160"/>
                  </a:lnTo>
                  <a:lnTo>
                    <a:pt x="168" y="168"/>
                  </a:lnTo>
                  <a:lnTo>
                    <a:pt x="166" y="176"/>
                  </a:lnTo>
                  <a:lnTo>
                    <a:pt x="168" y="184"/>
                  </a:lnTo>
                  <a:lnTo>
                    <a:pt x="170" y="190"/>
                  </a:lnTo>
                  <a:lnTo>
                    <a:pt x="174" y="196"/>
                  </a:lnTo>
                  <a:lnTo>
                    <a:pt x="178" y="200"/>
                  </a:lnTo>
                  <a:lnTo>
                    <a:pt x="178" y="200"/>
                  </a:lnTo>
                  <a:lnTo>
                    <a:pt x="168" y="202"/>
                  </a:lnTo>
                  <a:lnTo>
                    <a:pt x="162" y="200"/>
                  </a:lnTo>
                  <a:lnTo>
                    <a:pt x="162" y="200"/>
                  </a:lnTo>
                  <a:lnTo>
                    <a:pt x="172" y="204"/>
                  </a:lnTo>
                  <a:lnTo>
                    <a:pt x="182" y="206"/>
                  </a:lnTo>
                  <a:lnTo>
                    <a:pt x="190" y="204"/>
                  </a:lnTo>
                  <a:lnTo>
                    <a:pt x="182" y="218"/>
                  </a:lnTo>
                  <a:lnTo>
                    <a:pt x="182" y="218"/>
                  </a:lnTo>
                  <a:lnTo>
                    <a:pt x="176" y="220"/>
                  </a:lnTo>
                  <a:lnTo>
                    <a:pt x="174" y="218"/>
                  </a:lnTo>
                  <a:lnTo>
                    <a:pt x="174" y="218"/>
                  </a:lnTo>
                  <a:lnTo>
                    <a:pt x="182" y="222"/>
                  </a:lnTo>
                  <a:lnTo>
                    <a:pt x="190" y="224"/>
                  </a:lnTo>
                  <a:lnTo>
                    <a:pt x="190" y="224"/>
                  </a:lnTo>
                  <a:lnTo>
                    <a:pt x="204" y="224"/>
                  </a:lnTo>
                  <a:lnTo>
                    <a:pt x="204" y="224"/>
                  </a:lnTo>
                  <a:lnTo>
                    <a:pt x="210" y="222"/>
                  </a:lnTo>
                  <a:lnTo>
                    <a:pt x="214" y="220"/>
                  </a:lnTo>
                  <a:lnTo>
                    <a:pt x="218" y="226"/>
                  </a:lnTo>
                  <a:lnTo>
                    <a:pt x="218" y="226"/>
                  </a:lnTo>
                  <a:lnTo>
                    <a:pt x="244" y="228"/>
                  </a:lnTo>
                  <a:lnTo>
                    <a:pt x="244" y="228"/>
                  </a:lnTo>
                  <a:lnTo>
                    <a:pt x="250" y="230"/>
                  </a:lnTo>
                  <a:lnTo>
                    <a:pt x="252" y="234"/>
                  </a:lnTo>
                  <a:lnTo>
                    <a:pt x="252" y="240"/>
                  </a:lnTo>
                  <a:lnTo>
                    <a:pt x="254" y="248"/>
                  </a:lnTo>
                  <a:lnTo>
                    <a:pt x="256" y="248"/>
                  </a:lnTo>
                  <a:lnTo>
                    <a:pt x="256" y="248"/>
                  </a:lnTo>
                  <a:lnTo>
                    <a:pt x="254" y="252"/>
                  </a:lnTo>
                  <a:lnTo>
                    <a:pt x="254" y="252"/>
                  </a:lnTo>
                  <a:lnTo>
                    <a:pt x="242" y="266"/>
                  </a:lnTo>
                  <a:lnTo>
                    <a:pt x="230" y="282"/>
                  </a:lnTo>
                  <a:lnTo>
                    <a:pt x="230" y="282"/>
                  </a:lnTo>
                  <a:lnTo>
                    <a:pt x="222" y="292"/>
                  </a:lnTo>
                  <a:lnTo>
                    <a:pt x="216" y="304"/>
                  </a:lnTo>
                  <a:lnTo>
                    <a:pt x="210" y="318"/>
                  </a:lnTo>
                  <a:lnTo>
                    <a:pt x="206" y="334"/>
                  </a:lnTo>
                  <a:lnTo>
                    <a:pt x="206" y="334"/>
                  </a:lnTo>
                  <a:lnTo>
                    <a:pt x="200" y="384"/>
                  </a:lnTo>
                  <a:lnTo>
                    <a:pt x="198" y="406"/>
                  </a:lnTo>
                  <a:lnTo>
                    <a:pt x="200" y="418"/>
                  </a:lnTo>
                  <a:lnTo>
                    <a:pt x="200" y="418"/>
                  </a:lnTo>
                  <a:lnTo>
                    <a:pt x="200" y="442"/>
                  </a:lnTo>
                  <a:lnTo>
                    <a:pt x="204" y="464"/>
                  </a:lnTo>
                  <a:lnTo>
                    <a:pt x="204" y="464"/>
                  </a:lnTo>
                  <a:lnTo>
                    <a:pt x="204" y="488"/>
                  </a:lnTo>
                  <a:lnTo>
                    <a:pt x="202" y="508"/>
                  </a:lnTo>
                  <a:lnTo>
                    <a:pt x="202" y="508"/>
                  </a:lnTo>
                  <a:lnTo>
                    <a:pt x="202" y="510"/>
                  </a:lnTo>
                  <a:lnTo>
                    <a:pt x="202" y="510"/>
                  </a:lnTo>
                  <a:lnTo>
                    <a:pt x="202" y="508"/>
                  </a:lnTo>
                  <a:lnTo>
                    <a:pt x="202" y="508"/>
                  </a:lnTo>
                  <a:lnTo>
                    <a:pt x="198" y="514"/>
                  </a:lnTo>
                  <a:lnTo>
                    <a:pt x="194" y="522"/>
                  </a:lnTo>
                  <a:lnTo>
                    <a:pt x="194" y="522"/>
                  </a:lnTo>
                  <a:lnTo>
                    <a:pt x="188" y="552"/>
                  </a:lnTo>
                  <a:lnTo>
                    <a:pt x="184" y="580"/>
                  </a:lnTo>
                  <a:lnTo>
                    <a:pt x="184" y="580"/>
                  </a:lnTo>
                  <a:lnTo>
                    <a:pt x="182" y="612"/>
                  </a:lnTo>
                  <a:lnTo>
                    <a:pt x="176" y="646"/>
                  </a:lnTo>
                  <a:lnTo>
                    <a:pt x="164" y="710"/>
                  </a:lnTo>
                  <a:lnTo>
                    <a:pt x="164" y="710"/>
                  </a:lnTo>
                  <a:lnTo>
                    <a:pt x="162" y="718"/>
                  </a:lnTo>
                  <a:lnTo>
                    <a:pt x="162" y="724"/>
                  </a:lnTo>
                  <a:lnTo>
                    <a:pt x="166" y="728"/>
                  </a:lnTo>
                  <a:lnTo>
                    <a:pt x="164" y="760"/>
                  </a:lnTo>
                  <a:lnTo>
                    <a:pt x="164" y="760"/>
                  </a:lnTo>
                  <a:lnTo>
                    <a:pt x="168" y="776"/>
                  </a:lnTo>
                  <a:lnTo>
                    <a:pt x="172" y="790"/>
                  </a:lnTo>
                  <a:lnTo>
                    <a:pt x="174" y="790"/>
                  </a:lnTo>
                  <a:lnTo>
                    <a:pt x="174" y="790"/>
                  </a:lnTo>
                  <a:lnTo>
                    <a:pt x="170" y="802"/>
                  </a:lnTo>
                  <a:lnTo>
                    <a:pt x="166" y="812"/>
                  </a:lnTo>
                  <a:lnTo>
                    <a:pt x="166" y="812"/>
                  </a:lnTo>
                  <a:lnTo>
                    <a:pt x="132" y="812"/>
                  </a:lnTo>
                  <a:lnTo>
                    <a:pt x="116" y="814"/>
                  </a:lnTo>
                  <a:lnTo>
                    <a:pt x="102" y="818"/>
                  </a:lnTo>
                  <a:lnTo>
                    <a:pt x="92" y="822"/>
                  </a:lnTo>
                  <a:lnTo>
                    <a:pt x="80" y="826"/>
                  </a:lnTo>
                  <a:lnTo>
                    <a:pt x="72" y="832"/>
                  </a:lnTo>
                  <a:lnTo>
                    <a:pt x="64" y="840"/>
                  </a:lnTo>
                  <a:lnTo>
                    <a:pt x="56" y="848"/>
                  </a:lnTo>
                  <a:lnTo>
                    <a:pt x="50" y="858"/>
                  </a:lnTo>
                  <a:lnTo>
                    <a:pt x="42" y="880"/>
                  </a:lnTo>
                  <a:lnTo>
                    <a:pt x="34" y="906"/>
                  </a:lnTo>
                  <a:lnTo>
                    <a:pt x="30" y="936"/>
                  </a:lnTo>
                  <a:lnTo>
                    <a:pt x="30" y="936"/>
                  </a:lnTo>
                  <a:lnTo>
                    <a:pt x="26" y="960"/>
                  </a:lnTo>
                  <a:lnTo>
                    <a:pt x="20" y="980"/>
                  </a:lnTo>
                  <a:lnTo>
                    <a:pt x="6" y="1020"/>
                  </a:lnTo>
                  <a:lnTo>
                    <a:pt x="2" y="1040"/>
                  </a:lnTo>
                  <a:lnTo>
                    <a:pt x="0" y="1058"/>
                  </a:lnTo>
                  <a:lnTo>
                    <a:pt x="0" y="1078"/>
                  </a:lnTo>
                  <a:lnTo>
                    <a:pt x="4" y="1096"/>
                  </a:lnTo>
                  <a:lnTo>
                    <a:pt x="4" y="1096"/>
                  </a:lnTo>
                  <a:lnTo>
                    <a:pt x="50" y="1116"/>
                  </a:lnTo>
                  <a:lnTo>
                    <a:pt x="98" y="1132"/>
                  </a:lnTo>
                  <a:lnTo>
                    <a:pt x="98" y="1132"/>
                  </a:lnTo>
                  <a:lnTo>
                    <a:pt x="98" y="1164"/>
                  </a:lnTo>
                  <a:lnTo>
                    <a:pt x="96" y="1208"/>
                  </a:lnTo>
                  <a:lnTo>
                    <a:pt x="96" y="1232"/>
                  </a:lnTo>
                  <a:lnTo>
                    <a:pt x="92" y="1256"/>
                  </a:lnTo>
                  <a:lnTo>
                    <a:pt x="88" y="1280"/>
                  </a:lnTo>
                  <a:lnTo>
                    <a:pt x="82" y="1300"/>
                  </a:lnTo>
                  <a:lnTo>
                    <a:pt x="82" y="1300"/>
                  </a:lnTo>
                  <a:lnTo>
                    <a:pt x="78" y="1296"/>
                  </a:lnTo>
                  <a:lnTo>
                    <a:pt x="74" y="1296"/>
                  </a:lnTo>
                  <a:lnTo>
                    <a:pt x="74" y="1296"/>
                  </a:lnTo>
                  <a:lnTo>
                    <a:pt x="70" y="1296"/>
                  </a:lnTo>
                  <a:lnTo>
                    <a:pt x="66" y="1300"/>
                  </a:lnTo>
                  <a:lnTo>
                    <a:pt x="58" y="1312"/>
                  </a:lnTo>
                  <a:lnTo>
                    <a:pt x="54" y="1326"/>
                  </a:lnTo>
                  <a:lnTo>
                    <a:pt x="52" y="1338"/>
                  </a:lnTo>
                  <a:lnTo>
                    <a:pt x="52" y="1338"/>
                  </a:lnTo>
                  <a:lnTo>
                    <a:pt x="54" y="1348"/>
                  </a:lnTo>
                  <a:lnTo>
                    <a:pt x="60" y="1358"/>
                  </a:lnTo>
                  <a:lnTo>
                    <a:pt x="64" y="1370"/>
                  </a:lnTo>
                  <a:lnTo>
                    <a:pt x="68" y="1384"/>
                  </a:lnTo>
                  <a:lnTo>
                    <a:pt x="68" y="1384"/>
                  </a:lnTo>
                  <a:lnTo>
                    <a:pt x="74" y="1410"/>
                  </a:lnTo>
                  <a:lnTo>
                    <a:pt x="74" y="1410"/>
                  </a:lnTo>
                  <a:lnTo>
                    <a:pt x="74" y="1424"/>
                  </a:lnTo>
                  <a:lnTo>
                    <a:pt x="76" y="1430"/>
                  </a:lnTo>
                  <a:lnTo>
                    <a:pt x="78" y="1432"/>
                  </a:lnTo>
                  <a:lnTo>
                    <a:pt x="82" y="1434"/>
                  </a:lnTo>
                  <a:lnTo>
                    <a:pt x="82" y="1434"/>
                  </a:lnTo>
                  <a:lnTo>
                    <a:pt x="84" y="1426"/>
                  </a:lnTo>
                  <a:lnTo>
                    <a:pt x="84" y="1418"/>
                  </a:lnTo>
                  <a:lnTo>
                    <a:pt x="84" y="1400"/>
                  </a:lnTo>
                  <a:lnTo>
                    <a:pt x="84" y="1384"/>
                  </a:lnTo>
                  <a:lnTo>
                    <a:pt x="86" y="1376"/>
                  </a:lnTo>
                  <a:lnTo>
                    <a:pt x="90" y="1372"/>
                  </a:lnTo>
                  <a:lnTo>
                    <a:pt x="90" y="1372"/>
                  </a:lnTo>
                  <a:lnTo>
                    <a:pt x="94" y="1372"/>
                  </a:lnTo>
                  <a:lnTo>
                    <a:pt x="98" y="1374"/>
                  </a:lnTo>
                  <a:lnTo>
                    <a:pt x="106" y="1382"/>
                  </a:lnTo>
                  <a:lnTo>
                    <a:pt x="110" y="1390"/>
                  </a:lnTo>
                  <a:lnTo>
                    <a:pt x="114" y="1402"/>
                  </a:lnTo>
                  <a:lnTo>
                    <a:pt x="122" y="1422"/>
                  </a:lnTo>
                  <a:lnTo>
                    <a:pt x="126" y="1432"/>
                  </a:lnTo>
                  <a:lnTo>
                    <a:pt x="132" y="1438"/>
                  </a:lnTo>
                  <a:lnTo>
                    <a:pt x="132" y="1438"/>
                  </a:lnTo>
                  <a:lnTo>
                    <a:pt x="142" y="1440"/>
                  </a:lnTo>
                  <a:lnTo>
                    <a:pt x="156" y="1442"/>
                  </a:lnTo>
                  <a:lnTo>
                    <a:pt x="174" y="1442"/>
                  </a:lnTo>
                  <a:lnTo>
                    <a:pt x="190" y="1438"/>
                  </a:lnTo>
                  <a:lnTo>
                    <a:pt x="204" y="1434"/>
                  </a:lnTo>
                  <a:lnTo>
                    <a:pt x="216" y="1428"/>
                  </a:lnTo>
                  <a:lnTo>
                    <a:pt x="220" y="1422"/>
                  </a:lnTo>
                  <a:lnTo>
                    <a:pt x="224" y="1418"/>
                  </a:lnTo>
                  <a:lnTo>
                    <a:pt x="224" y="1414"/>
                  </a:lnTo>
                  <a:lnTo>
                    <a:pt x="224" y="1408"/>
                  </a:lnTo>
                  <a:lnTo>
                    <a:pt x="224" y="1408"/>
                  </a:lnTo>
                  <a:lnTo>
                    <a:pt x="176" y="1402"/>
                  </a:lnTo>
                  <a:lnTo>
                    <a:pt x="176" y="1402"/>
                  </a:lnTo>
                  <a:lnTo>
                    <a:pt x="168" y="1394"/>
                  </a:lnTo>
                  <a:lnTo>
                    <a:pt x="162" y="1384"/>
                  </a:lnTo>
                  <a:lnTo>
                    <a:pt x="158" y="1374"/>
                  </a:lnTo>
                  <a:lnTo>
                    <a:pt x="154" y="1364"/>
                  </a:lnTo>
                  <a:lnTo>
                    <a:pt x="148" y="1342"/>
                  </a:lnTo>
                  <a:lnTo>
                    <a:pt x="148" y="1320"/>
                  </a:lnTo>
                  <a:lnTo>
                    <a:pt x="148" y="1300"/>
                  </a:lnTo>
                  <a:lnTo>
                    <a:pt x="150" y="1284"/>
                  </a:lnTo>
                  <a:lnTo>
                    <a:pt x="152" y="1268"/>
                  </a:lnTo>
                  <a:lnTo>
                    <a:pt x="152" y="1268"/>
                  </a:lnTo>
                  <a:lnTo>
                    <a:pt x="160" y="1248"/>
                  </a:lnTo>
                  <a:lnTo>
                    <a:pt x="168" y="1220"/>
                  </a:lnTo>
                  <a:lnTo>
                    <a:pt x="186" y="1156"/>
                  </a:lnTo>
                  <a:lnTo>
                    <a:pt x="186" y="1156"/>
                  </a:lnTo>
                  <a:lnTo>
                    <a:pt x="224" y="1160"/>
                  </a:lnTo>
                  <a:lnTo>
                    <a:pt x="262" y="1164"/>
                  </a:lnTo>
                  <a:lnTo>
                    <a:pt x="300" y="1168"/>
                  </a:lnTo>
                  <a:lnTo>
                    <a:pt x="338" y="1168"/>
                  </a:lnTo>
                  <a:lnTo>
                    <a:pt x="338" y="1168"/>
                  </a:lnTo>
                  <a:lnTo>
                    <a:pt x="350" y="1154"/>
                  </a:lnTo>
                  <a:lnTo>
                    <a:pt x="358" y="1136"/>
                  </a:lnTo>
                  <a:lnTo>
                    <a:pt x="362" y="1118"/>
                  </a:lnTo>
                  <a:lnTo>
                    <a:pt x="366" y="1100"/>
                  </a:lnTo>
                  <a:lnTo>
                    <a:pt x="370" y="1058"/>
                  </a:lnTo>
                  <a:lnTo>
                    <a:pt x="374" y="1038"/>
                  </a:lnTo>
                  <a:lnTo>
                    <a:pt x="380" y="1016"/>
                  </a:lnTo>
                  <a:lnTo>
                    <a:pt x="380" y="1016"/>
                  </a:lnTo>
                  <a:lnTo>
                    <a:pt x="400" y="1104"/>
                  </a:lnTo>
                  <a:lnTo>
                    <a:pt x="410" y="1146"/>
                  </a:lnTo>
                  <a:lnTo>
                    <a:pt x="416" y="1162"/>
                  </a:lnTo>
                  <a:lnTo>
                    <a:pt x="422" y="1172"/>
                  </a:lnTo>
                  <a:lnTo>
                    <a:pt x="422" y="1172"/>
                  </a:lnTo>
                  <a:lnTo>
                    <a:pt x="444" y="1210"/>
                  </a:lnTo>
                  <a:lnTo>
                    <a:pt x="460" y="1246"/>
                  </a:lnTo>
                  <a:lnTo>
                    <a:pt x="474" y="1276"/>
                  </a:lnTo>
                  <a:lnTo>
                    <a:pt x="484" y="1302"/>
                  </a:lnTo>
                  <a:lnTo>
                    <a:pt x="484" y="1302"/>
                  </a:lnTo>
                  <a:lnTo>
                    <a:pt x="484" y="1302"/>
                  </a:lnTo>
                  <a:lnTo>
                    <a:pt x="472" y="1316"/>
                  </a:lnTo>
                  <a:lnTo>
                    <a:pt x="468" y="1328"/>
                  </a:lnTo>
                  <a:lnTo>
                    <a:pt x="468" y="1338"/>
                  </a:lnTo>
                  <a:lnTo>
                    <a:pt x="470" y="1350"/>
                  </a:lnTo>
                  <a:lnTo>
                    <a:pt x="476" y="1360"/>
                  </a:lnTo>
                  <a:lnTo>
                    <a:pt x="484" y="1370"/>
                  </a:lnTo>
                  <a:lnTo>
                    <a:pt x="498" y="1392"/>
                  </a:lnTo>
                  <a:lnTo>
                    <a:pt x="498" y="1392"/>
                  </a:lnTo>
                  <a:lnTo>
                    <a:pt x="504" y="1406"/>
                  </a:lnTo>
                  <a:lnTo>
                    <a:pt x="510" y="1420"/>
                  </a:lnTo>
                  <a:lnTo>
                    <a:pt x="514" y="1430"/>
                  </a:lnTo>
                  <a:lnTo>
                    <a:pt x="518" y="1436"/>
                  </a:lnTo>
                  <a:lnTo>
                    <a:pt x="522" y="1440"/>
                  </a:lnTo>
                  <a:lnTo>
                    <a:pt x="522" y="1440"/>
                  </a:lnTo>
                  <a:lnTo>
                    <a:pt x="524" y="1432"/>
                  </a:lnTo>
                  <a:lnTo>
                    <a:pt x="522" y="1422"/>
                  </a:lnTo>
                  <a:lnTo>
                    <a:pt x="516" y="1404"/>
                  </a:lnTo>
                  <a:lnTo>
                    <a:pt x="514" y="1394"/>
                  </a:lnTo>
                  <a:lnTo>
                    <a:pt x="512" y="1386"/>
                  </a:lnTo>
                  <a:lnTo>
                    <a:pt x="514" y="1378"/>
                  </a:lnTo>
                  <a:lnTo>
                    <a:pt x="520" y="1372"/>
                  </a:lnTo>
                  <a:lnTo>
                    <a:pt x="520" y="1372"/>
                  </a:lnTo>
                  <a:lnTo>
                    <a:pt x="528" y="1374"/>
                  </a:lnTo>
                  <a:lnTo>
                    <a:pt x="538" y="1380"/>
                  </a:lnTo>
                  <a:lnTo>
                    <a:pt x="544" y="1388"/>
                  </a:lnTo>
                  <a:lnTo>
                    <a:pt x="552" y="1398"/>
                  </a:lnTo>
                  <a:lnTo>
                    <a:pt x="558" y="1406"/>
                  </a:lnTo>
                  <a:lnTo>
                    <a:pt x="564" y="1416"/>
                  </a:lnTo>
                  <a:lnTo>
                    <a:pt x="574" y="1422"/>
                  </a:lnTo>
                  <a:lnTo>
                    <a:pt x="582" y="1426"/>
                  </a:lnTo>
                  <a:lnTo>
                    <a:pt x="582" y="1426"/>
                  </a:lnTo>
                  <a:lnTo>
                    <a:pt x="594" y="1426"/>
                  </a:lnTo>
                  <a:lnTo>
                    <a:pt x="608" y="1422"/>
                  </a:lnTo>
                  <a:lnTo>
                    <a:pt x="622" y="1416"/>
                  </a:lnTo>
                  <a:lnTo>
                    <a:pt x="636" y="1408"/>
                  </a:lnTo>
                  <a:lnTo>
                    <a:pt x="648" y="1398"/>
                  </a:lnTo>
                  <a:lnTo>
                    <a:pt x="654" y="1388"/>
                  </a:lnTo>
                  <a:lnTo>
                    <a:pt x="656" y="1384"/>
                  </a:lnTo>
                  <a:lnTo>
                    <a:pt x="656" y="1378"/>
                  </a:lnTo>
                  <a:lnTo>
                    <a:pt x="654" y="1374"/>
                  </a:lnTo>
                  <a:lnTo>
                    <a:pt x="650" y="1368"/>
                  </a:lnTo>
                  <a:lnTo>
                    <a:pt x="650" y="1368"/>
                  </a:lnTo>
                  <a:close/>
                  <a:moveTo>
                    <a:pt x="406" y="824"/>
                  </a:moveTo>
                  <a:lnTo>
                    <a:pt x="406" y="824"/>
                  </a:lnTo>
                  <a:lnTo>
                    <a:pt x="406" y="824"/>
                  </a:lnTo>
                  <a:lnTo>
                    <a:pt x="410" y="814"/>
                  </a:lnTo>
                  <a:lnTo>
                    <a:pt x="410" y="814"/>
                  </a:lnTo>
                  <a:lnTo>
                    <a:pt x="410" y="814"/>
                  </a:lnTo>
                  <a:lnTo>
                    <a:pt x="412" y="826"/>
                  </a:lnTo>
                  <a:lnTo>
                    <a:pt x="412" y="826"/>
                  </a:lnTo>
                  <a:lnTo>
                    <a:pt x="406" y="824"/>
                  </a:lnTo>
                  <a:lnTo>
                    <a:pt x="406" y="824"/>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43" name="Freeform 151"/>
            <p:cNvSpPr/>
            <p:nvPr/>
          </p:nvSpPr>
          <p:spPr bwMode="auto">
            <a:xfrm>
              <a:off x="4700588" y="4273550"/>
              <a:ext cx="304800" cy="317500"/>
            </a:xfrm>
            <a:custGeom>
              <a:avLst/>
              <a:gdLst>
                <a:gd name="T0" fmla="*/ 102 w 192"/>
                <a:gd name="T1" fmla="*/ 58 h 200"/>
                <a:gd name="T2" fmla="*/ 78 w 192"/>
                <a:gd name="T3" fmla="*/ 34 h 200"/>
                <a:gd name="T4" fmla="*/ 74 w 192"/>
                <a:gd name="T5" fmla="*/ 32 h 200"/>
                <a:gd name="T6" fmla="*/ 58 w 192"/>
                <a:gd name="T7" fmla="*/ 28 h 200"/>
                <a:gd name="T8" fmla="*/ 22 w 192"/>
                <a:gd name="T9" fmla="*/ 2 h 200"/>
                <a:gd name="T10" fmla="*/ 12 w 192"/>
                <a:gd name="T11" fmla="*/ 0 h 200"/>
                <a:gd name="T12" fmla="*/ 8 w 192"/>
                <a:gd name="T13" fmla="*/ 0 h 200"/>
                <a:gd name="T14" fmla="*/ 0 w 192"/>
                <a:gd name="T15" fmla="*/ 16 h 200"/>
                <a:gd name="T16" fmla="*/ 6 w 192"/>
                <a:gd name="T17" fmla="*/ 28 h 200"/>
                <a:gd name="T18" fmla="*/ 40 w 192"/>
                <a:gd name="T19" fmla="*/ 56 h 200"/>
                <a:gd name="T20" fmla="*/ 44 w 192"/>
                <a:gd name="T21" fmla="*/ 64 h 200"/>
                <a:gd name="T22" fmla="*/ 52 w 192"/>
                <a:gd name="T23" fmla="*/ 76 h 200"/>
                <a:gd name="T24" fmla="*/ 56 w 192"/>
                <a:gd name="T25" fmla="*/ 76 h 200"/>
                <a:gd name="T26" fmla="*/ 74 w 192"/>
                <a:gd name="T27" fmla="*/ 68 h 200"/>
                <a:gd name="T28" fmla="*/ 86 w 192"/>
                <a:gd name="T29" fmla="*/ 64 h 200"/>
                <a:gd name="T30" fmla="*/ 94 w 192"/>
                <a:gd name="T31" fmla="*/ 68 h 200"/>
                <a:gd name="T32" fmla="*/ 102 w 192"/>
                <a:gd name="T33" fmla="*/ 76 h 200"/>
                <a:gd name="T34" fmla="*/ 132 w 192"/>
                <a:gd name="T35" fmla="*/ 108 h 200"/>
                <a:gd name="T36" fmla="*/ 158 w 192"/>
                <a:gd name="T37" fmla="*/ 138 h 200"/>
                <a:gd name="T38" fmla="*/ 164 w 192"/>
                <a:gd name="T39" fmla="*/ 152 h 200"/>
                <a:gd name="T40" fmla="*/ 174 w 192"/>
                <a:gd name="T41" fmla="*/ 186 h 200"/>
                <a:gd name="T42" fmla="*/ 178 w 192"/>
                <a:gd name="T43" fmla="*/ 198 h 200"/>
                <a:gd name="T44" fmla="*/ 180 w 192"/>
                <a:gd name="T45" fmla="*/ 198 h 200"/>
                <a:gd name="T46" fmla="*/ 168 w 192"/>
                <a:gd name="T47" fmla="*/ 160 h 200"/>
                <a:gd name="T48" fmla="*/ 150 w 192"/>
                <a:gd name="T49" fmla="*/ 106 h 200"/>
                <a:gd name="T50" fmla="*/ 150 w 192"/>
                <a:gd name="T51" fmla="*/ 98 h 200"/>
                <a:gd name="T52" fmla="*/ 156 w 192"/>
                <a:gd name="T53" fmla="*/ 84 h 200"/>
                <a:gd name="T54" fmla="*/ 166 w 192"/>
                <a:gd name="T55" fmla="*/ 76 h 200"/>
                <a:gd name="T56" fmla="*/ 190 w 192"/>
                <a:gd name="T57" fmla="*/ 70 h 200"/>
                <a:gd name="T58" fmla="*/ 192 w 192"/>
                <a:gd name="T59" fmla="*/ 70 h 200"/>
                <a:gd name="T60" fmla="*/ 182 w 192"/>
                <a:gd name="T61" fmla="*/ 64 h 200"/>
                <a:gd name="T62" fmla="*/ 156 w 192"/>
                <a:gd name="T63" fmla="*/ 52 h 200"/>
                <a:gd name="T64" fmla="*/ 120 w 192"/>
                <a:gd name="T65" fmla="*/ 36 h 200"/>
                <a:gd name="T66" fmla="*/ 112 w 192"/>
                <a:gd name="T67" fmla="*/ 32 h 200"/>
                <a:gd name="T68" fmla="*/ 112 w 192"/>
                <a:gd name="T69" fmla="*/ 36 h 200"/>
                <a:gd name="T70" fmla="*/ 118 w 192"/>
                <a:gd name="T71" fmla="*/ 56 h 200"/>
                <a:gd name="T72" fmla="*/ 130 w 192"/>
                <a:gd name="T73" fmla="*/ 76 h 200"/>
                <a:gd name="T74" fmla="*/ 136 w 192"/>
                <a:gd name="T75" fmla="*/ 90 h 200"/>
                <a:gd name="T76" fmla="*/ 132 w 192"/>
                <a:gd name="T77" fmla="*/ 98 h 200"/>
                <a:gd name="T78" fmla="*/ 128 w 192"/>
                <a:gd name="T79" fmla="*/ 94 h 200"/>
                <a:gd name="T80" fmla="*/ 102 w 192"/>
                <a:gd name="T81" fmla="*/ 58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92" h="200">
                  <a:moveTo>
                    <a:pt x="102" y="58"/>
                  </a:moveTo>
                  <a:lnTo>
                    <a:pt x="102" y="58"/>
                  </a:lnTo>
                  <a:lnTo>
                    <a:pt x="84" y="38"/>
                  </a:lnTo>
                  <a:lnTo>
                    <a:pt x="78" y="34"/>
                  </a:lnTo>
                  <a:lnTo>
                    <a:pt x="74" y="32"/>
                  </a:lnTo>
                  <a:lnTo>
                    <a:pt x="74" y="32"/>
                  </a:lnTo>
                  <a:lnTo>
                    <a:pt x="66" y="32"/>
                  </a:lnTo>
                  <a:lnTo>
                    <a:pt x="58" y="28"/>
                  </a:lnTo>
                  <a:lnTo>
                    <a:pt x="40" y="14"/>
                  </a:lnTo>
                  <a:lnTo>
                    <a:pt x="22" y="2"/>
                  </a:lnTo>
                  <a:lnTo>
                    <a:pt x="14" y="0"/>
                  </a:lnTo>
                  <a:lnTo>
                    <a:pt x="12" y="0"/>
                  </a:lnTo>
                  <a:lnTo>
                    <a:pt x="8" y="0"/>
                  </a:lnTo>
                  <a:lnTo>
                    <a:pt x="8" y="0"/>
                  </a:lnTo>
                  <a:lnTo>
                    <a:pt x="2" y="8"/>
                  </a:lnTo>
                  <a:lnTo>
                    <a:pt x="0" y="16"/>
                  </a:lnTo>
                  <a:lnTo>
                    <a:pt x="0" y="22"/>
                  </a:lnTo>
                  <a:lnTo>
                    <a:pt x="6" y="28"/>
                  </a:lnTo>
                  <a:lnTo>
                    <a:pt x="20" y="40"/>
                  </a:lnTo>
                  <a:lnTo>
                    <a:pt x="40" y="56"/>
                  </a:lnTo>
                  <a:lnTo>
                    <a:pt x="40" y="56"/>
                  </a:lnTo>
                  <a:lnTo>
                    <a:pt x="44" y="64"/>
                  </a:lnTo>
                  <a:lnTo>
                    <a:pt x="48" y="70"/>
                  </a:lnTo>
                  <a:lnTo>
                    <a:pt x="52" y="76"/>
                  </a:lnTo>
                  <a:lnTo>
                    <a:pt x="54" y="78"/>
                  </a:lnTo>
                  <a:lnTo>
                    <a:pt x="56" y="76"/>
                  </a:lnTo>
                  <a:lnTo>
                    <a:pt x="56" y="76"/>
                  </a:lnTo>
                  <a:lnTo>
                    <a:pt x="74" y="68"/>
                  </a:lnTo>
                  <a:lnTo>
                    <a:pt x="80" y="66"/>
                  </a:lnTo>
                  <a:lnTo>
                    <a:pt x="86" y="64"/>
                  </a:lnTo>
                  <a:lnTo>
                    <a:pt x="90" y="66"/>
                  </a:lnTo>
                  <a:lnTo>
                    <a:pt x="94" y="68"/>
                  </a:lnTo>
                  <a:lnTo>
                    <a:pt x="102" y="76"/>
                  </a:lnTo>
                  <a:lnTo>
                    <a:pt x="102" y="76"/>
                  </a:lnTo>
                  <a:lnTo>
                    <a:pt x="116" y="92"/>
                  </a:lnTo>
                  <a:lnTo>
                    <a:pt x="132" y="108"/>
                  </a:lnTo>
                  <a:lnTo>
                    <a:pt x="146" y="122"/>
                  </a:lnTo>
                  <a:lnTo>
                    <a:pt x="158" y="138"/>
                  </a:lnTo>
                  <a:lnTo>
                    <a:pt x="158" y="138"/>
                  </a:lnTo>
                  <a:lnTo>
                    <a:pt x="164" y="152"/>
                  </a:lnTo>
                  <a:lnTo>
                    <a:pt x="170" y="170"/>
                  </a:lnTo>
                  <a:lnTo>
                    <a:pt x="174" y="186"/>
                  </a:lnTo>
                  <a:lnTo>
                    <a:pt x="178" y="198"/>
                  </a:lnTo>
                  <a:lnTo>
                    <a:pt x="178" y="198"/>
                  </a:lnTo>
                  <a:lnTo>
                    <a:pt x="180" y="200"/>
                  </a:lnTo>
                  <a:lnTo>
                    <a:pt x="180" y="198"/>
                  </a:lnTo>
                  <a:lnTo>
                    <a:pt x="178" y="192"/>
                  </a:lnTo>
                  <a:lnTo>
                    <a:pt x="168" y="160"/>
                  </a:lnTo>
                  <a:lnTo>
                    <a:pt x="154" y="122"/>
                  </a:lnTo>
                  <a:lnTo>
                    <a:pt x="150" y="106"/>
                  </a:lnTo>
                  <a:lnTo>
                    <a:pt x="150" y="98"/>
                  </a:lnTo>
                  <a:lnTo>
                    <a:pt x="150" y="98"/>
                  </a:lnTo>
                  <a:lnTo>
                    <a:pt x="152" y="90"/>
                  </a:lnTo>
                  <a:lnTo>
                    <a:pt x="156" y="84"/>
                  </a:lnTo>
                  <a:lnTo>
                    <a:pt x="160" y="80"/>
                  </a:lnTo>
                  <a:lnTo>
                    <a:pt x="166" y="76"/>
                  </a:lnTo>
                  <a:lnTo>
                    <a:pt x="180" y="72"/>
                  </a:lnTo>
                  <a:lnTo>
                    <a:pt x="190" y="70"/>
                  </a:lnTo>
                  <a:lnTo>
                    <a:pt x="190" y="70"/>
                  </a:lnTo>
                  <a:lnTo>
                    <a:pt x="192" y="70"/>
                  </a:lnTo>
                  <a:lnTo>
                    <a:pt x="192" y="68"/>
                  </a:lnTo>
                  <a:lnTo>
                    <a:pt x="182" y="64"/>
                  </a:lnTo>
                  <a:lnTo>
                    <a:pt x="156" y="52"/>
                  </a:lnTo>
                  <a:lnTo>
                    <a:pt x="156" y="52"/>
                  </a:lnTo>
                  <a:lnTo>
                    <a:pt x="134" y="44"/>
                  </a:lnTo>
                  <a:lnTo>
                    <a:pt x="120" y="36"/>
                  </a:lnTo>
                  <a:lnTo>
                    <a:pt x="114" y="32"/>
                  </a:lnTo>
                  <a:lnTo>
                    <a:pt x="112" y="32"/>
                  </a:lnTo>
                  <a:lnTo>
                    <a:pt x="112" y="36"/>
                  </a:lnTo>
                  <a:lnTo>
                    <a:pt x="112" y="36"/>
                  </a:lnTo>
                  <a:lnTo>
                    <a:pt x="114" y="46"/>
                  </a:lnTo>
                  <a:lnTo>
                    <a:pt x="118" y="56"/>
                  </a:lnTo>
                  <a:lnTo>
                    <a:pt x="130" y="76"/>
                  </a:lnTo>
                  <a:lnTo>
                    <a:pt x="130" y="76"/>
                  </a:lnTo>
                  <a:lnTo>
                    <a:pt x="134" y="84"/>
                  </a:lnTo>
                  <a:lnTo>
                    <a:pt x="136" y="90"/>
                  </a:lnTo>
                  <a:lnTo>
                    <a:pt x="136" y="96"/>
                  </a:lnTo>
                  <a:lnTo>
                    <a:pt x="132" y="98"/>
                  </a:lnTo>
                  <a:lnTo>
                    <a:pt x="132" y="98"/>
                  </a:lnTo>
                  <a:lnTo>
                    <a:pt x="128" y="94"/>
                  </a:lnTo>
                  <a:lnTo>
                    <a:pt x="122" y="84"/>
                  </a:lnTo>
                  <a:lnTo>
                    <a:pt x="102" y="58"/>
                  </a:lnTo>
                  <a:lnTo>
                    <a:pt x="102" y="58"/>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gr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2" name="object 82"/>
          <p:cNvSpPr txBox="1"/>
          <p:nvPr/>
        </p:nvSpPr>
        <p:spPr>
          <a:xfrm>
            <a:off x="2992308" y="4978694"/>
            <a:ext cx="1360141" cy="1213485"/>
          </a:xfrm>
          <a:prstGeom prst="rect">
            <a:avLst/>
          </a:prstGeom>
        </p:spPr>
        <p:txBody>
          <a:bodyPr vert="horz" wrap="square" lIns="0" tIns="0" rIns="0" bIns="0" rtlCol="0">
            <a:spAutoFit/>
          </a:bodyPr>
          <a:lstStyle/>
          <a:p>
            <a:pPr marL="397510">
              <a:tabLst>
                <a:tab pos="1240155" algn="l"/>
              </a:tabLst>
            </a:pPr>
            <a:r>
              <a:rPr sz="1000" baseline="-10000" dirty="0">
                <a:solidFill>
                  <a:srgbClr val="FFFFFF"/>
                </a:solidFill>
                <a:latin typeface="腾讯体 W3" panose="020C04030202040F0204" pitchFamily="34" charset="-122"/>
                <a:cs typeface="腾讯体 W3" panose="020C04030202040F0204" pitchFamily="34" charset="-122"/>
              </a:rPr>
              <a:t>55,6	</a:t>
            </a:r>
            <a:r>
              <a:rPr sz="730" dirty="0">
                <a:solidFill>
                  <a:srgbClr val="FFFFFF"/>
                </a:solidFill>
                <a:latin typeface="腾讯体 W3" panose="020C04030202040F0204" pitchFamily="34" charset="-122"/>
                <a:cs typeface="腾讯体 W3" panose="020C04030202040F0204" pitchFamily="34" charset="-122"/>
              </a:rPr>
              <a:t>69,1</a:t>
            </a:r>
            <a:endParaRPr sz="730">
              <a:latin typeface="腾讯体 W3" panose="020C04030202040F0204" pitchFamily="34" charset="-122"/>
              <a:cs typeface="腾讯体 W3" panose="020C04030202040F0204" pitchFamily="34" charset="-122"/>
            </a:endParaRPr>
          </a:p>
          <a:p>
            <a:pPr marL="92075">
              <a:spcBef>
                <a:spcPts val="680"/>
              </a:spcBef>
              <a:tabLst>
                <a:tab pos="891540" algn="l"/>
              </a:tabLst>
            </a:pPr>
            <a:r>
              <a:rPr sz="1000" dirty="0">
                <a:solidFill>
                  <a:srgbClr val="FFFFFF"/>
                </a:solidFill>
                <a:latin typeface="腾讯体 W3" panose="020C04030202040F0204" pitchFamily="34" charset="-122"/>
                <a:cs typeface="腾讯体 W3" panose="020C04030202040F0204" pitchFamily="34" charset="-122"/>
              </a:rPr>
              <a:t>2014/2015	2013/2014</a:t>
            </a:r>
            <a:endParaRPr sz="1000">
              <a:latin typeface="腾讯体 W3" panose="020C04030202040F0204" pitchFamily="34" charset="-122"/>
              <a:cs typeface="腾讯体 W3" panose="020C04030202040F0204" pitchFamily="34" charset="-122"/>
            </a:endParaRPr>
          </a:p>
          <a:p>
            <a:pPr marR="370840">
              <a:lnSpc>
                <a:spcPct val="107000"/>
              </a:lnSpc>
              <a:spcBef>
                <a:spcPts val="195"/>
              </a:spcBef>
            </a:pPr>
            <a:r>
              <a:rPr sz="640" dirty="0">
                <a:solidFill>
                  <a:srgbClr val="FFFFFF"/>
                </a:solidFill>
                <a:latin typeface="腾讯体 W3" panose="020C04030202040F0204" pitchFamily="34" charset="-122"/>
                <a:cs typeface="腾讯体 W3" panose="020C04030202040F0204" pitchFamily="34" charset="-122"/>
              </a:rPr>
              <a:t>Netto-omzet </a:t>
            </a:r>
            <a:r>
              <a:rPr sz="640" spc="5" dirty="0">
                <a:solidFill>
                  <a:srgbClr val="FFFFFF"/>
                </a:solidFill>
                <a:latin typeface="腾讯体 W3" panose="020C04030202040F0204" pitchFamily="34" charset="-122"/>
                <a:cs typeface="腾讯体 W3" panose="020C04030202040F0204" pitchFamily="34" charset="-122"/>
              </a:rPr>
              <a:t>(x </a:t>
            </a:r>
            <a:r>
              <a:rPr sz="640" dirty="0">
                <a:solidFill>
                  <a:srgbClr val="FFFFFF"/>
                </a:solidFill>
                <a:latin typeface="腾讯体 W3" panose="020C04030202040F0204" pitchFamily="34" charset="-122"/>
                <a:cs typeface="腾讯体 W3" panose="020C04030202040F0204" pitchFamily="34" charset="-122"/>
              </a:rPr>
              <a:t>€ 1 mln.)  </a:t>
            </a:r>
            <a:r>
              <a:rPr sz="640" spc="5" dirty="0">
                <a:solidFill>
                  <a:srgbClr val="FFFFFF"/>
                </a:solidFill>
                <a:latin typeface="腾讯体 W3" panose="020C04030202040F0204" pitchFamily="34" charset="-122"/>
                <a:cs typeface="腾讯体 W3" panose="020C04030202040F0204" pitchFamily="34" charset="-122"/>
              </a:rPr>
              <a:t>Bedrijfsresultaat (x </a:t>
            </a:r>
            <a:r>
              <a:rPr sz="640" dirty="0">
                <a:solidFill>
                  <a:srgbClr val="FFFFFF"/>
                </a:solidFill>
                <a:latin typeface="腾讯体 W3" panose="020C04030202040F0204" pitchFamily="34" charset="-122"/>
                <a:cs typeface="腾讯体 W3" panose="020C04030202040F0204" pitchFamily="34" charset="-122"/>
              </a:rPr>
              <a:t>€ 1</a:t>
            </a:r>
            <a:r>
              <a:rPr sz="640" spc="-110" dirty="0">
                <a:solidFill>
                  <a:srgbClr val="FFFFFF"/>
                </a:solidFill>
                <a:latin typeface="腾讯体 W3" panose="020C04030202040F0204" pitchFamily="34" charset="-122"/>
                <a:cs typeface="腾讯体 W3" panose="020C04030202040F0204" pitchFamily="34" charset="-122"/>
              </a:rPr>
              <a:t> </a:t>
            </a:r>
            <a:r>
              <a:rPr sz="640" dirty="0">
                <a:solidFill>
                  <a:srgbClr val="FFFFFF"/>
                </a:solidFill>
                <a:latin typeface="腾讯体 W3" panose="020C04030202040F0204" pitchFamily="34" charset="-122"/>
                <a:cs typeface="腾讯体 W3" panose="020C04030202040F0204" pitchFamily="34" charset="-122"/>
              </a:rPr>
              <a:t>mln.)</a:t>
            </a:r>
            <a:endParaRPr sz="640" dirty="0">
              <a:solidFill>
                <a:srgbClr val="FFFFFF"/>
              </a:solidFill>
              <a:latin typeface="腾讯体 W3" panose="020C04030202040F0204" pitchFamily="34" charset="-122"/>
              <a:cs typeface="腾讯体 W3" panose="020C04030202040F0204" pitchFamily="34" charset="-122"/>
            </a:endParaRPr>
          </a:p>
        </p:txBody>
      </p:sp>
      <p:sp>
        <p:nvSpPr>
          <p:cNvPr id="85" name="object 85"/>
          <p:cNvSpPr txBox="1"/>
          <p:nvPr/>
        </p:nvSpPr>
        <p:spPr>
          <a:xfrm>
            <a:off x="5501169" y="4948933"/>
            <a:ext cx="1408512" cy="1253490"/>
          </a:xfrm>
          <a:prstGeom prst="rect">
            <a:avLst/>
          </a:prstGeom>
        </p:spPr>
        <p:txBody>
          <a:bodyPr vert="horz" wrap="square" lIns="0" tIns="0" rIns="0" bIns="0" rtlCol="0">
            <a:spAutoFit/>
          </a:bodyPr>
          <a:lstStyle/>
          <a:p>
            <a:pPr marL="396240">
              <a:tabLst>
                <a:tab pos="1235075" algn="l"/>
              </a:tabLst>
            </a:pPr>
            <a:r>
              <a:rPr sz="730" dirty="0">
                <a:solidFill>
                  <a:srgbClr val="FFFFFF"/>
                </a:solidFill>
                <a:latin typeface="腾讯体 W3" panose="020C04030202040F0204" pitchFamily="34" charset="-122"/>
                <a:cs typeface="腾讯体 W3" panose="020C04030202040F0204" pitchFamily="34" charset="-122"/>
              </a:rPr>
              <a:t>63,4	64,5</a:t>
            </a:r>
            <a:endParaRPr sz="730">
              <a:latin typeface="腾讯体 W3" panose="020C04030202040F0204" pitchFamily="34" charset="-122"/>
              <a:cs typeface="腾讯体 W3" panose="020C04030202040F0204" pitchFamily="34" charset="-122"/>
            </a:endParaRPr>
          </a:p>
          <a:p>
            <a:pPr>
              <a:spcBef>
                <a:spcPts val="30"/>
              </a:spcBef>
            </a:pPr>
            <a:endParaRPr sz="730">
              <a:latin typeface="腾讯体 W7" panose="020C08030202040F0204" pitchFamily="18" charset="-122"/>
              <a:cs typeface="腾讯体 W7" panose="020C08030202040F0204" pitchFamily="18" charset="-122"/>
            </a:endParaRPr>
          </a:p>
          <a:p>
            <a:pPr marL="90170">
              <a:tabLst>
                <a:tab pos="944880" algn="l"/>
              </a:tabLst>
            </a:pPr>
            <a:r>
              <a:rPr sz="1000" dirty="0">
                <a:solidFill>
                  <a:srgbClr val="FFFFFF"/>
                </a:solidFill>
                <a:latin typeface="腾讯体 W3" panose="020C04030202040F0204" pitchFamily="34" charset="-122"/>
                <a:cs typeface="腾讯体 W3" panose="020C04030202040F0204" pitchFamily="34" charset="-122"/>
              </a:rPr>
              <a:t>2014/2015	2013/2014</a:t>
            </a:r>
            <a:endParaRPr sz="1000">
              <a:latin typeface="腾讯体 W3" panose="020C04030202040F0204" pitchFamily="34" charset="-122"/>
              <a:cs typeface="腾讯体 W3" panose="020C04030202040F0204" pitchFamily="34" charset="-122"/>
            </a:endParaRPr>
          </a:p>
          <a:p>
            <a:pPr marR="424180">
              <a:lnSpc>
                <a:spcPct val="107000"/>
              </a:lnSpc>
              <a:spcBef>
                <a:spcPts val="185"/>
              </a:spcBef>
            </a:pPr>
            <a:r>
              <a:rPr sz="640" dirty="0">
                <a:solidFill>
                  <a:srgbClr val="FFFFFF"/>
                </a:solidFill>
                <a:latin typeface="腾讯体 W3" panose="020C04030202040F0204" pitchFamily="34" charset="-122"/>
                <a:cs typeface="腾讯体 W3" panose="020C04030202040F0204" pitchFamily="34" charset="-122"/>
              </a:rPr>
              <a:t>Netto-omzet </a:t>
            </a:r>
            <a:r>
              <a:rPr sz="640" spc="5" dirty="0">
                <a:solidFill>
                  <a:srgbClr val="FFFFFF"/>
                </a:solidFill>
                <a:latin typeface="腾讯体 W3" panose="020C04030202040F0204" pitchFamily="34" charset="-122"/>
                <a:cs typeface="腾讯体 W3" panose="020C04030202040F0204" pitchFamily="34" charset="-122"/>
              </a:rPr>
              <a:t>(x </a:t>
            </a:r>
            <a:r>
              <a:rPr sz="640" dirty="0">
                <a:solidFill>
                  <a:srgbClr val="FFFFFF"/>
                </a:solidFill>
                <a:latin typeface="腾讯体 W3" panose="020C04030202040F0204" pitchFamily="34" charset="-122"/>
                <a:cs typeface="腾讯体 W3" panose="020C04030202040F0204" pitchFamily="34" charset="-122"/>
              </a:rPr>
              <a:t>€ 1 mln.)  </a:t>
            </a:r>
            <a:r>
              <a:rPr sz="640" spc="5" dirty="0">
                <a:solidFill>
                  <a:srgbClr val="FFFFFF"/>
                </a:solidFill>
                <a:latin typeface="腾讯体 W3" panose="020C04030202040F0204" pitchFamily="34" charset="-122"/>
                <a:cs typeface="腾讯体 W3" panose="020C04030202040F0204" pitchFamily="34" charset="-122"/>
              </a:rPr>
              <a:t>Bedrijfsresultaat (x </a:t>
            </a:r>
            <a:r>
              <a:rPr sz="640" dirty="0">
                <a:solidFill>
                  <a:srgbClr val="FFFFFF"/>
                </a:solidFill>
                <a:latin typeface="腾讯体 W3" panose="020C04030202040F0204" pitchFamily="34" charset="-122"/>
                <a:cs typeface="腾讯体 W3" panose="020C04030202040F0204" pitchFamily="34" charset="-122"/>
              </a:rPr>
              <a:t>€ 1</a:t>
            </a:r>
            <a:r>
              <a:rPr sz="640" spc="-110" dirty="0">
                <a:solidFill>
                  <a:srgbClr val="FFFFFF"/>
                </a:solidFill>
                <a:latin typeface="腾讯体 W3" panose="020C04030202040F0204" pitchFamily="34" charset="-122"/>
                <a:cs typeface="腾讯体 W3" panose="020C04030202040F0204" pitchFamily="34" charset="-122"/>
              </a:rPr>
              <a:t> </a:t>
            </a:r>
            <a:r>
              <a:rPr sz="640" dirty="0">
                <a:solidFill>
                  <a:srgbClr val="FFFFFF"/>
                </a:solidFill>
                <a:latin typeface="腾讯体 W3" panose="020C04030202040F0204" pitchFamily="34" charset="-122"/>
                <a:cs typeface="腾讯体 W3" panose="020C04030202040F0204" pitchFamily="34" charset="-122"/>
              </a:rPr>
              <a:t>mln.)</a:t>
            </a:r>
            <a:endParaRPr sz="640" dirty="0">
              <a:solidFill>
                <a:srgbClr val="FFFFFF"/>
              </a:solidFill>
              <a:latin typeface="腾讯体 W3" panose="020C04030202040F0204" pitchFamily="34" charset="-122"/>
              <a:cs typeface="腾讯体 W3" panose="020C04030202040F0204" pitchFamily="34" charset="-122"/>
            </a:endParaRPr>
          </a:p>
        </p:txBody>
      </p:sp>
      <p:sp>
        <p:nvSpPr>
          <p:cNvPr id="5" name="object 5"/>
          <p:cNvSpPr/>
          <p:nvPr/>
        </p:nvSpPr>
        <p:spPr>
          <a:xfrm>
            <a:off x="1092200" y="1155065"/>
            <a:ext cx="3952240" cy="2462530"/>
          </a:xfrm>
          <a:custGeom>
            <a:avLst/>
            <a:gdLst/>
            <a:ahLst/>
            <a:cxnLst/>
            <a:rect l="l" t="t" r="r" b="b"/>
            <a:pathLst>
              <a:path w="3161029" h="2280285">
                <a:moveTo>
                  <a:pt x="0" y="2280005"/>
                </a:moveTo>
                <a:lnTo>
                  <a:pt x="3160801" y="2280005"/>
                </a:lnTo>
                <a:lnTo>
                  <a:pt x="3160801" y="0"/>
                </a:lnTo>
                <a:lnTo>
                  <a:pt x="0" y="0"/>
                </a:lnTo>
                <a:lnTo>
                  <a:pt x="0" y="2280005"/>
                </a:lnTo>
                <a:close/>
              </a:path>
            </a:pathLst>
          </a:custGeom>
          <a:solidFill>
            <a:schemeClr val="accent5"/>
          </a:solidFill>
        </p:spPr>
        <p:txBody>
          <a:bodyPr wrap="square" lIns="0" tIns="0" rIns="0" bIns="0" rtlCol="0"/>
          <a:lstStyle/>
          <a:p>
            <a:endParaRPr sz="1800">
              <a:latin typeface="腾讯体 W3" panose="020C04030202040F0204" pitchFamily="34" charset="-122"/>
            </a:endParaRPr>
          </a:p>
        </p:txBody>
      </p:sp>
      <p:sp>
        <p:nvSpPr>
          <p:cNvPr id="6" name="object 6"/>
          <p:cNvSpPr/>
          <p:nvPr/>
        </p:nvSpPr>
        <p:spPr>
          <a:xfrm>
            <a:off x="1092200" y="3773170"/>
            <a:ext cx="3260725" cy="2462530"/>
          </a:xfrm>
          <a:custGeom>
            <a:avLst/>
            <a:gdLst/>
            <a:ahLst/>
            <a:cxnLst/>
            <a:rect l="l" t="t" r="r" b="b"/>
            <a:pathLst>
              <a:path w="2607945" h="2280285">
                <a:moveTo>
                  <a:pt x="0" y="2280005"/>
                </a:moveTo>
                <a:lnTo>
                  <a:pt x="2607932" y="2280005"/>
                </a:lnTo>
                <a:lnTo>
                  <a:pt x="2607932" y="0"/>
                </a:lnTo>
                <a:lnTo>
                  <a:pt x="0" y="0"/>
                </a:lnTo>
                <a:lnTo>
                  <a:pt x="0" y="2280005"/>
                </a:lnTo>
                <a:close/>
              </a:path>
            </a:pathLst>
          </a:custGeom>
          <a:solidFill>
            <a:schemeClr val="accent2"/>
          </a:solidFill>
        </p:spPr>
        <p:txBody>
          <a:bodyPr wrap="square" lIns="0" tIns="0" rIns="0" bIns="0" rtlCol="0"/>
          <a:lstStyle/>
          <a:p>
            <a:endParaRPr sz="1800">
              <a:latin typeface="腾讯体 W3" panose="020C04030202040F0204" pitchFamily="34" charset="-122"/>
            </a:endParaRPr>
          </a:p>
        </p:txBody>
      </p:sp>
      <p:sp>
        <p:nvSpPr>
          <p:cNvPr id="7" name="object 7"/>
          <p:cNvSpPr/>
          <p:nvPr/>
        </p:nvSpPr>
        <p:spPr>
          <a:xfrm>
            <a:off x="4499610" y="3773170"/>
            <a:ext cx="3260725" cy="2462530"/>
          </a:xfrm>
          <a:custGeom>
            <a:avLst/>
            <a:gdLst/>
            <a:ahLst/>
            <a:cxnLst/>
            <a:rect l="l" t="t" r="r" b="b"/>
            <a:pathLst>
              <a:path w="2607945" h="2280285">
                <a:moveTo>
                  <a:pt x="0" y="2280005"/>
                </a:moveTo>
                <a:lnTo>
                  <a:pt x="2607932" y="2280005"/>
                </a:lnTo>
                <a:lnTo>
                  <a:pt x="2607932" y="0"/>
                </a:lnTo>
                <a:lnTo>
                  <a:pt x="0" y="0"/>
                </a:lnTo>
                <a:lnTo>
                  <a:pt x="0" y="2280005"/>
                </a:lnTo>
                <a:close/>
              </a:path>
            </a:pathLst>
          </a:custGeom>
          <a:solidFill>
            <a:schemeClr val="accent6"/>
          </a:solidFill>
        </p:spPr>
        <p:txBody>
          <a:bodyPr wrap="square" lIns="0" tIns="0" rIns="0" bIns="0" rtlCol="0"/>
          <a:lstStyle/>
          <a:p>
            <a:endParaRPr sz="1800">
              <a:latin typeface="腾讯体 W3" panose="020C04030202040F0204" pitchFamily="34" charset="-122"/>
            </a:endParaRPr>
          </a:p>
        </p:txBody>
      </p:sp>
      <p:sp>
        <p:nvSpPr>
          <p:cNvPr id="8" name="object 8"/>
          <p:cNvSpPr/>
          <p:nvPr/>
        </p:nvSpPr>
        <p:spPr>
          <a:xfrm>
            <a:off x="7906385" y="3773170"/>
            <a:ext cx="3260725" cy="2462530"/>
          </a:xfrm>
          <a:custGeom>
            <a:avLst/>
            <a:gdLst/>
            <a:ahLst/>
            <a:cxnLst/>
            <a:rect l="l" t="t" r="r" b="b"/>
            <a:pathLst>
              <a:path w="2607945" h="2280285">
                <a:moveTo>
                  <a:pt x="0" y="2280005"/>
                </a:moveTo>
                <a:lnTo>
                  <a:pt x="2607932" y="2280005"/>
                </a:lnTo>
                <a:lnTo>
                  <a:pt x="2607932" y="0"/>
                </a:lnTo>
                <a:lnTo>
                  <a:pt x="0" y="0"/>
                </a:lnTo>
                <a:lnTo>
                  <a:pt x="0" y="2280005"/>
                </a:lnTo>
                <a:close/>
              </a:path>
            </a:pathLst>
          </a:custGeom>
          <a:solidFill>
            <a:schemeClr val="accent3"/>
          </a:solidFill>
        </p:spPr>
        <p:txBody>
          <a:bodyPr wrap="square" lIns="0" tIns="0" rIns="0" bIns="0" rtlCol="0"/>
          <a:lstStyle/>
          <a:p>
            <a:endParaRPr sz="1800">
              <a:latin typeface="腾讯体 W3" panose="020C04030202040F0204" pitchFamily="34" charset="-122"/>
            </a:endParaRPr>
          </a:p>
        </p:txBody>
      </p:sp>
      <p:sp>
        <p:nvSpPr>
          <p:cNvPr id="9" name="object 9"/>
          <p:cNvSpPr/>
          <p:nvPr/>
        </p:nvSpPr>
        <p:spPr>
          <a:xfrm>
            <a:off x="1786255" y="1823085"/>
            <a:ext cx="0" cy="1490345"/>
          </a:xfrm>
          <a:custGeom>
            <a:avLst/>
            <a:gdLst/>
            <a:ahLst/>
            <a:cxnLst/>
            <a:rect l="l" t="t" r="r" b="b"/>
            <a:pathLst>
              <a:path h="1379854">
                <a:moveTo>
                  <a:pt x="0" y="1379308"/>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0" name="object 10"/>
          <p:cNvSpPr/>
          <p:nvPr/>
        </p:nvSpPr>
        <p:spPr>
          <a:xfrm>
            <a:off x="1721485" y="4435475"/>
            <a:ext cx="0" cy="1225550"/>
          </a:xfrm>
          <a:custGeom>
            <a:avLst/>
            <a:gdLst/>
            <a:ahLst/>
            <a:cxnLst/>
            <a:rect l="l" t="t" r="r" b="b"/>
            <a:pathLst>
              <a:path h="1134745">
                <a:moveTo>
                  <a:pt x="0" y="1134122"/>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1" name="object 11"/>
          <p:cNvSpPr/>
          <p:nvPr/>
        </p:nvSpPr>
        <p:spPr>
          <a:xfrm>
            <a:off x="5173345" y="4422140"/>
            <a:ext cx="0" cy="1242060"/>
          </a:xfrm>
          <a:custGeom>
            <a:avLst/>
            <a:gdLst/>
            <a:ahLst/>
            <a:cxnLst/>
            <a:rect l="l" t="t" r="r" b="b"/>
            <a:pathLst>
              <a:path h="1149985">
                <a:moveTo>
                  <a:pt x="0" y="114968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2" name="object 12"/>
          <p:cNvSpPr/>
          <p:nvPr/>
        </p:nvSpPr>
        <p:spPr>
          <a:xfrm>
            <a:off x="8557895" y="4424680"/>
            <a:ext cx="0" cy="1249680"/>
          </a:xfrm>
          <a:custGeom>
            <a:avLst/>
            <a:gdLst/>
            <a:ahLst/>
            <a:cxnLst/>
            <a:rect l="l" t="t" r="r" b="b"/>
            <a:pathLst>
              <a:path h="1156970">
                <a:moveTo>
                  <a:pt x="0" y="1156474"/>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3" name="object 13"/>
          <p:cNvSpPr/>
          <p:nvPr/>
        </p:nvSpPr>
        <p:spPr>
          <a:xfrm>
            <a:off x="2059940" y="1833880"/>
            <a:ext cx="589915" cy="1476375"/>
          </a:xfrm>
          <a:custGeom>
            <a:avLst/>
            <a:gdLst/>
            <a:ahLst/>
            <a:cxnLst/>
            <a:rect l="l" t="t" r="r" b="b"/>
            <a:pathLst>
              <a:path w="471805" h="1367154">
                <a:moveTo>
                  <a:pt x="0" y="1366748"/>
                </a:moveTo>
                <a:lnTo>
                  <a:pt x="471601" y="1366748"/>
                </a:lnTo>
                <a:lnTo>
                  <a:pt x="471601" y="0"/>
                </a:lnTo>
                <a:lnTo>
                  <a:pt x="0" y="0"/>
                </a:lnTo>
                <a:lnTo>
                  <a:pt x="0" y="1366748"/>
                </a:lnTo>
                <a:close/>
              </a:path>
            </a:pathLst>
          </a:custGeom>
          <a:solidFill>
            <a:schemeClr val="accent2">
              <a:lumMod val="40000"/>
              <a:lumOff val="60000"/>
            </a:schemeClr>
          </a:solidFill>
        </p:spPr>
        <p:txBody>
          <a:bodyPr wrap="square" lIns="0" tIns="0" rIns="0" bIns="0" rtlCol="0"/>
          <a:lstStyle/>
          <a:p>
            <a:endParaRPr sz="1800">
              <a:latin typeface="腾讯体 W3" panose="020C04030202040F0204" pitchFamily="34" charset="-122"/>
            </a:endParaRPr>
          </a:p>
        </p:txBody>
      </p:sp>
      <p:sp>
        <p:nvSpPr>
          <p:cNvPr id="14" name="object 14"/>
          <p:cNvSpPr/>
          <p:nvPr/>
        </p:nvSpPr>
        <p:spPr>
          <a:xfrm>
            <a:off x="1990090" y="4655820"/>
            <a:ext cx="589915" cy="995045"/>
          </a:xfrm>
          <a:custGeom>
            <a:avLst/>
            <a:gdLst/>
            <a:ahLst/>
            <a:cxnLst/>
            <a:rect l="l" t="t" r="r" b="b"/>
            <a:pathLst>
              <a:path w="471805" h="921385">
                <a:moveTo>
                  <a:pt x="0" y="921384"/>
                </a:moveTo>
                <a:lnTo>
                  <a:pt x="471601" y="921384"/>
                </a:lnTo>
                <a:lnTo>
                  <a:pt x="471601" y="0"/>
                </a:lnTo>
                <a:lnTo>
                  <a:pt x="0" y="0"/>
                </a:lnTo>
                <a:lnTo>
                  <a:pt x="0" y="921384"/>
                </a:lnTo>
                <a:close/>
              </a:path>
            </a:pathLst>
          </a:custGeom>
          <a:solidFill>
            <a:schemeClr val="accent2">
              <a:lumMod val="40000"/>
              <a:lumOff val="60000"/>
            </a:schemeClr>
          </a:solidFill>
        </p:spPr>
        <p:txBody>
          <a:bodyPr wrap="square" lIns="0" tIns="0" rIns="0" bIns="0" rtlCol="0"/>
          <a:lstStyle/>
          <a:p>
            <a:endParaRPr sz="1800">
              <a:latin typeface="腾讯体 W3" panose="020C04030202040F0204" pitchFamily="34" charset="-122"/>
            </a:endParaRPr>
          </a:p>
        </p:txBody>
      </p:sp>
      <p:sp>
        <p:nvSpPr>
          <p:cNvPr id="15" name="object 15"/>
          <p:cNvSpPr/>
          <p:nvPr/>
        </p:nvSpPr>
        <p:spPr>
          <a:xfrm>
            <a:off x="5446395" y="4472940"/>
            <a:ext cx="589915" cy="1189355"/>
          </a:xfrm>
          <a:custGeom>
            <a:avLst/>
            <a:gdLst/>
            <a:ahLst/>
            <a:cxnLst/>
            <a:rect l="l" t="t" r="r" b="b"/>
            <a:pathLst>
              <a:path w="471804" h="1101089">
                <a:moveTo>
                  <a:pt x="0" y="1100785"/>
                </a:moveTo>
                <a:lnTo>
                  <a:pt x="471601" y="1100785"/>
                </a:lnTo>
                <a:lnTo>
                  <a:pt x="471601" y="0"/>
                </a:lnTo>
                <a:lnTo>
                  <a:pt x="0" y="0"/>
                </a:lnTo>
                <a:lnTo>
                  <a:pt x="0" y="1100785"/>
                </a:lnTo>
                <a:close/>
              </a:path>
            </a:pathLst>
          </a:custGeom>
          <a:solidFill>
            <a:schemeClr val="accent2">
              <a:lumMod val="40000"/>
              <a:lumOff val="60000"/>
            </a:schemeClr>
          </a:solidFill>
        </p:spPr>
        <p:txBody>
          <a:bodyPr wrap="square" lIns="0" tIns="0" rIns="0" bIns="0" rtlCol="0"/>
          <a:lstStyle/>
          <a:p>
            <a:endParaRPr sz="1800">
              <a:latin typeface="腾讯体 W3" panose="020C04030202040F0204" pitchFamily="34" charset="-122"/>
            </a:endParaRPr>
          </a:p>
        </p:txBody>
      </p:sp>
      <p:sp>
        <p:nvSpPr>
          <p:cNvPr id="16" name="object 16"/>
          <p:cNvSpPr/>
          <p:nvPr/>
        </p:nvSpPr>
        <p:spPr>
          <a:xfrm>
            <a:off x="8830945" y="4655820"/>
            <a:ext cx="589915" cy="1015365"/>
          </a:xfrm>
          <a:custGeom>
            <a:avLst/>
            <a:gdLst/>
            <a:ahLst/>
            <a:cxnLst/>
            <a:rect l="l" t="t" r="r" b="b"/>
            <a:pathLst>
              <a:path w="471804" h="940435">
                <a:moveTo>
                  <a:pt x="0" y="940333"/>
                </a:moveTo>
                <a:lnTo>
                  <a:pt x="471601" y="940333"/>
                </a:lnTo>
                <a:lnTo>
                  <a:pt x="471601" y="0"/>
                </a:lnTo>
                <a:lnTo>
                  <a:pt x="0" y="0"/>
                </a:lnTo>
                <a:lnTo>
                  <a:pt x="0" y="940333"/>
                </a:lnTo>
                <a:close/>
              </a:path>
            </a:pathLst>
          </a:custGeom>
          <a:solidFill>
            <a:schemeClr val="accent2">
              <a:lumMod val="40000"/>
              <a:lumOff val="60000"/>
            </a:schemeClr>
          </a:solidFill>
        </p:spPr>
        <p:txBody>
          <a:bodyPr wrap="square" lIns="0" tIns="0" rIns="0" bIns="0" rtlCol="0"/>
          <a:lstStyle/>
          <a:p>
            <a:endParaRPr sz="1800">
              <a:latin typeface="腾讯体 W3" panose="020C04030202040F0204" pitchFamily="34" charset="-122"/>
            </a:endParaRPr>
          </a:p>
        </p:txBody>
      </p:sp>
      <p:sp>
        <p:nvSpPr>
          <p:cNvPr id="17" name="object 17"/>
          <p:cNvSpPr/>
          <p:nvPr/>
        </p:nvSpPr>
        <p:spPr>
          <a:xfrm>
            <a:off x="3044190" y="4663440"/>
            <a:ext cx="589915" cy="987425"/>
          </a:xfrm>
          <a:custGeom>
            <a:avLst/>
            <a:gdLst/>
            <a:ahLst/>
            <a:cxnLst/>
            <a:rect l="l" t="t" r="r" b="b"/>
            <a:pathLst>
              <a:path w="471804" h="914400">
                <a:moveTo>
                  <a:pt x="0" y="914171"/>
                </a:moveTo>
                <a:lnTo>
                  <a:pt x="471601" y="914171"/>
                </a:lnTo>
                <a:lnTo>
                  <a:pt x="471601" y="0"/>
                </a:lnTo>
                <a:lnTo>
                  <a:pt x="0" y="0"/>
                </a:lnTo>
                <a:lnTo>
                  <a:pt x="0" y="914171"/>
                </a:lnTo>
                <a:close/>
              </a:path>
            </a:pathLst>
          </a:custGeom>
          <a:solidFill>
            <a:schemeClr val="accent2">
              <a:lumMod val="40000"/>
              <a:lumOff val="60000"/>
            </a:schemeClr>
          </a:solidFill>
        </p:spPr>
        <p:txBody>
          <a:bodyPr wrap="square" lIns="0" tIns="0" rIns="0" bIns="0" rtlCol="0"/>
          <a:lstStyle/>
          <a:p>
            <a:endParaRPr sz="1800">
              <a:latin typeface="腾讯体 W3" panose="020C04030202040F0204" pitchFamily="34" charset="-122"/>
            </a:endParaRPr>
          </a:p>
        </p:txBody>
      </p:sp>
      <p:sp>
        <p:nvSpPr>
          <p:cNvPr id="18" name="object 18"/>
          <p:cNvSpPr/>
          <p:nvPr/>
        </p:nvSpPr>
        <p:spPr>
          <a:xfrm>
            <a:off x="6496685" y="4472940"/>
            <a:ext cx="589915" cy="1189355"/>
          </a:xfrm>
          <a:custGeom>
            <a:avLst/>
            <a:gdLst/>
            <a:ahLst/>
            <a:cxnLst/>
            <a:rect l="l" t="t" r="r" b="b"/>
            <a:pathLst>
              <a:path w="471804" h="1101089">
                <a:moveTo>
                  <a:pt x="0" y="1100785"/>
                </a:moveTo>
                <a:lnTo>
                  <a:pt x="471601" y="1100785"/>
                </a:lnTo>
                <a:lnTo>
                  <a:pt x="471601" y="0"/>
                </a:lnTo>
                <a:lnTo>
                  <a:pt x="0" y="0"/>
                </a:lnTo>
                <a:lnTo>
                  <a:pt x="0" y="1100785"/>
                </a:lnTo>
                <a:close/>
              </a:path>
            </a:pathLst>
          </a:custGeom>
          <a:solidFill>
            <a:schemeClr val="accent2">
              <a:lumMod val="40000"/>
              <a:lumOff val="60000"/>
            </a:schemeClr>
          </a:solidFill>
        </p:spPr>
        <p:txBody>
          <a:bodyPr wrap="square" lIns="0" tIns="0" rIns="0" bIns="0" rtlCol="0"/>
          <a:lstStyle/>
          <a:p>
            <a:endParaRPr sz="1800">
              <a:latin typeface="腾讯体 W3" panose="020C04030202040F0204" pitchFamily="34" charset="-122"/>
            </a:endParaRPr>
          </a:p>
        </p:txBody>
      </p:sp>
      <p:sp>
        <p:nvSpPr>
          <p:cNvPr id="19" name="object 19"/>
          <p:cNvSpPr/>
          <p:nvPr/>
        </p:nvSpPr>
        <p:spPr>
          <a:xfrm>
            <a:off x="9881235" y="4784090"/>
            <a:ext cx="589915" cy="887730"/>
          </a:xfrm>
          <a:custGeom>
            <a:avLst/>
            <a:gdLst/>
            <a:ahLst/>
            <a:cxnLst/>
            <a:rect l="l" t="t" r="r" b="b"/>
            <a:pathLst>
              <a:path w="471804" h="821689">
                <a:moveTo>
                  <a:pt x="0" y="821537"/>
                </a:moveTo>
                <a:lnTo>
                  <a:pt x="471601" y="821537"/>
                </a:lnTo>
                <a:lnTo>
                  <a:pt x="471601" y="0"/>
                </a:lnTo>
                <a:lnTo>
                  <a:pt x="0" y="0"/>
                </a:lnTo>
                <a:lnTo>
                  <a:pt x="0" y="821537"/>
                </a:lnTo>
                <a:close/>
              </a:path>
            </a:pathLst>
          </a:custGeom>
          <a:solidFill>
            <a:schemeClr val="accent2">
              <a:lumMod val="40000"/>
              <a:lumOff val="60000"/>
            </a:schemeClr>
          </a:solidFill>
        </p:spPr>
        <p:txBody>
          <a:bodyPr wrap="square" lIns="0" tIns="0" rIns="0" bIns="0" rtlCol="0"/>
          <a:lstStyle/>
          <a:p>
            <a:endParaRPr sz="1800">
              <a:latin typeface="腾讯体 W3" panose="020C04030202040F0204" pitchFamily="34" charset="-122"/>
            </a:endParaRPr>
          </a:p>
        </p:txBody>
      </p:sp>
      <p:sp>
        <p:nvSpPr>
          <p:cNvPr id="20" name="object 20"/>
          <p:cNvSpPr/>
          <p:nvPr/>
        </p:nvSpPr>
        <p:spPr>
          <a:xfrm>
            <a:off x="3131185" y="1911350"/>
            <a:ext cx="589915" cy="1398270"/>
          </a:xfrm>
          <a:custGeom>
            <a:avLst/>
            <a:gdLst/>
            <a:ahLst/>
            <a:cxnLst/>
            <a:rect l="l" t="t" r="r" b="b"/>
            <a:pathLst>
              <a:path w="471804" h="1294764">
                <a:moveTo>
                  <a:pt x="0" y="1294752"/>
                </a:moveTo>
                <a:lnTo>
                  <a:pt x="471601" y="1294752"/>
                </a:lnTo>
                <a:lnTo>
                  <a:pt x="471601" y="0"/>
                </a:lnTo>
                <a:lnTo>
                  <a:pt x="0" y="0"/>
                </a:lnTo>
                <a:lnTo>
                  <a:pt x="0" y="1294752"/>
                </a:lnTo>
                <a:close/>
              </a:path>
            </a:pathLst>
          </a:custGeom>
          <a:solidFill>
            <a:schemeClr val="accent2">
              <a:lumMod val="40000"/>
              <a:lumOff val="60000"/>
            </a:schemeClr>
          </a:solidFill>
        </p:spPr>
        <p:txBody>
          <a:bodyPr wrap="square" lIns="0" tIns="0" rIns="0" bIns="0" rtlCol="0"/>
          <a:lstStyle/>
          <a:p>
            <a:endParaRPr sz="1800">
              <a:latin typeface="腾讯体 W3" panose="020C04030202040F0204" pitchFamily="34" charset="-122"/>
            </a:endParaRPr>
          </a:p>
        </p:txBody>
      </p:sp>
      <p:sp>
        <p:nvSpPr>
          <p:cNvPr id="21" name="object 21"/>
          <p:cNvSpPr/>
          <p:nvPr/>
        </p:nvSpPr>
        <p:spPr>
          <a:xfrm>
            <a:off x="1733550" y="3310255"/>
            <a:ext cx="2970530" cy="0"/>
          </a:xfrm>
          <a:custGeom>
            <a:avLst/>
            <a:gdLst/>
            <a:ahLst/>
            <a:cxnLst/>
            <a:rect l="l" t="t" r="r" b="b"/>
            <a:pathLst>
              <a:path w="2376170">
                <a:moveTo>
                  <a:pt x="0" y="0"/>
                </a:moveTo>
                <a:lnTo>
                  <a:pt x="2376004"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22" name="object 22"/>
          <p:cNvSpPr/>
          <p:nvPr/>
        </p:nvSpPr>
        <p:spPr>
          <a:xfrm>
            <a:off x="1668145" y="5657215"/>
            <a:ext cx="2396490" cy="0"/>
          </a:xfrm>
          <a:custGeom>
            <a:avLst/>
            <a:gdLst/>
            <a:ahLst/>
            <a:cxnLst/>
            <a:rect l="l" t="t" r="r" b="b"/>
            <a:pathLst>
              <a:path w="1917064">
                <a:moveTo>
                  <a:pt x="0" y="0"/>
                </a:moveTo>
                <a:lnTo>
                  <a:pt x="1917001"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23" name="object 23"/>
          <p:cNvSpPr/>
          <p:nvPr/>
        </p:nvSpPr>
        <p:spPr>
          <a:xfrm>
            <a:off x="5120640" y="5661025"/>
            <a:ext cx="2396490" cy="0"/>
          </a:xfrm>
          <a:custGeom>
            <a:avLst/>
            <a:gdLst/>
            <a:ahLst/>
            <a:cxnLst/>
            <a:rect l="l" t="t" r="r" b="b"/>
            <a:pathLst>
              <a:path w="1917064">
                <a:moveTo>
                  <a:pt x="0" y="0"/>
                </a:moveTo>
                <a:lnTo>
                  <a:pt x="1917001"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24" name="object 24"/>
          <p:cNvSpPr/>
          <p:nvPr/>
        </p:nvSpPr>
        <p:spPr>
          <a:xfrm>
            <a:off x="8505190" y="5669915"/>
            <a:ext cx="2396490" cy="0"/>
          </a:xfrm>
          <a:custGeom>
            <a:avLst/>
            <a:gdLst/>
            <a:ahLst/>
            <a:cxnLst/>
            <a:rect l="l" t="t" r="r" b="b"/>
            <a:pathLst>
              <a:path w="1917065">
                <a:moveTo>
                  <a:pt x="0" y="0"/>
                </a:moveTo>
                <a:lnTo>
                  <a:pt x="1917001"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25" name="object 25"/>
          <p:cNvSpPr txBox="1"/>
          <p:nvPr/>
        </p:nvSpPr>
        <p:spPr>
          <a:xfrm>
            <a:off x="1252220" y="1255395"/>
            <a:ext cx="1352550" cy="307340"/>
          </a:xfrm>
          <a:prstGeom prst="rect">
            <a:avLst/>
          </a:prstGeom>
        </p:spPr>
        <p:txBody>
          <a:bodyPr vert="horz" wrap="square" lIns="0" tIns="0" rIns="0" bIns="0" rtlCol="0">
            <a:spAutoFit/>
          </a:bodyPr>
          <a:lstStyle/>
          <a:p>
            <a:pPr>
              <a:lnSpc>
                <a:spcPct val="100000"/>
              </a:lnSpc>
            </a:pPr>
            <a:r>
              <a:rPr sz="1000" spc="-5" dirty="0">
                <a:solidFill>
                  <a:srgbClr val="FFFFFF"/>
                </a:solidFill>
                <a:latin typeface="腾讯体 W3" panose="020C04030202040F0204" pitchFamily="34" charset="-122"/>
                <a:cs typeface="腾讯体 W3" panose="020C04030202040F0204" pitchFamily="34" charset="-122"/>
              </a:rPr>
              <a:t>Hogere </a:t>
            </a:r>
            <a:r>
              <a:rPr sz="1000" dirty="0">
                <a:solidFill>
                  <a:srgbClr val="FFFFFF"/>
                </a:solidFill>
                <a:latin typeface="腾讯体 W3" panose="020C04030202040F0204" pitchFamily="34" charset="-122"/>
                <a:cs typeface="腾讯体 W3" panose="020C04030202040F0204" pitchFamily="34" charset="-122"/>
              </a:rPr>
              <a:t>omzet</a:t>
            </a:r>
            <a:r>
              <a:rPr sz="1000" spc="-85" dirty="0">
                <a:solidFill>
                  <a:srgbClr val="FFFFFF"/>
                </a:solidFill>
                <a:latin typeface="腾讯体 W3" panose="020C04030202040F0204" pitchFamily="34" charset="-122"/>
                <a:cs typeface="腾讯体 W3" panose="020C04030202040F0204" pitchFamily="34" charset="-122"/>
              </a:rPr>
              <a:t> </a:t>
            </a:r>
            <a:r>
              <a:rPr sz="1000" spc="-5" dirty="0">
                <a:solidFill>
                  <a:srgbClr val="FFFFFF"/>
                </a:solidFill>
                <a:latin typeface="腾讯体 W3" panose="020C04030202040F0204" pitchFamily="34" charset="-122"/>
                <a:cs typeface="腾讯体 W3" panose="020C04030202040F0204" pitchFamily="34" charset="-122"/>
              </a:rPr>
              <a:t>bij</a:t>
            </a:r>
            <a:endParaRPr sz="1000">
              <a:latin typeface="腾讯体 W3" panose="020C04030202040F0204" pitchFamily="34" charset="-122"/>
              <a:cs typeface="腾讯体 W3" panose="020C04030202040F0204" pitchFamily="34" charset="-122"/>
            </a:endParaRPr>
          </a:p>
          <a:p>
            <a:pPr>
              <a:lnSpc>
                <a:spcPct val="100000"/>
              </a:lnSpc>
            </a:pPr>
            <a:r>
              <a:rPr sz="1000" dirty="0">
                <a:solidFill>
                  <a:srgbClr val="FFFFFF"/>
                </a:solidFill>
                <a:latin typeface="腾讯体 W3" panose="020C04030202040F0204" pitchFamily="34" charset="-122"/>
                <a:cs typeface="腾讯体 W3" panose="020C04030202040F0204" pitchFamily="34" charset="-122"/>
              </a:rPr>
              <a:t>iets lager</a:t>
            </a:r>
            <a:r>
              <a:rPr sz="1000" spc="-70" dirty="0">
                <a:solidFill>
                  <a:srgbClr val="FFFFFF"/>
                </a:solidFill>
                <a:latin typeface="腾讯体 W3" panose="020C04030202040F0204" pitchFamily="34" charset="-122"/>
                <a:cs typeface="腾讯体 W3" panose="020C04030202040F0204" pitchFamily="34" charset="-122"/>
              </a:rPr>
              <a:t> </a:t>
            </a:r>
            <a:r>
              <a:rPr sz="1000" spc="-5" dirty="0">
                <a:solidFill>
                  <a:srgbClr val="FFFFFF"/>
                </a:solidFill>
                <a:latin typeface="腾讯体 W3" panose="020C04030202040F0204" pitchFamily="34" charset="-122"/>
                <a:cs typeface="腾讯体 W3" panose="020C04030202040F0204" pitchFamily="34" charset="-122"/>
              </a:rPr>
              <a:t>resultaat*</a:t>
            </a:r>
            <a:endParaRPr sz="1000" spc="-5" dirty="0">
              <a:solidFill>
                <a:srgbClr val="FFFFFF"/>
              </a:solidFill>
              <a:latin typeface="腾讯体 W3" panose="020C04030202040F0204" pitchFamily="34" charset="-122"/>
              <a:cs typeface="腾讯体 W3" panose="020C04030202040F0204" pitchFamily="34" charset="-122"/>
            </a:endParaRPr>
          </a:p>
        </p:txBody>
      </p:sp>
      <p:sp>
        <p:nvSpPr>
          <p:cNvPr id="26" name="object 26"/>
          <p:cNvSpPr txBox="1"/>
          <p:nvPr/>
        </p:nvSpPr>
        <p:spPr>
          <a:xfrm>
            <a:off x="1252220" y="3873500"/>
            <a:ext cx="2976245" cy="307340"/>
          </a:xfrm>
          <a:prstGeom prst="rect">
            <a:avLst/>
          </a:prstGeom>
        </p:spPr>
        <p:txBody>
          <a:bodyPr vert="horz" wrap="square" lIns="0" tIns="0" rIns="0" bIns="0" rtlCol="0">
            <a:spAutoFit/>
          </a:bodyPr>
          <a:lstStyle/>
          <a:p>
            <a:pPr>
              <a:lnSpc>
                <a:spcPct val="100000"/>
              </a:lnSpc>
            </a:pPr>
            <a:r>
              <a:rPr sz="1000" spc="-20" dirty="0">
                <a:solidFill>
                  <a:srgbClr val="FFFFFF"/>
                </a:solidFill>
                <a:latin typeface="腾讯体 W3" panose="020C04030202040F0204" pitchFamily="34" charset="-122"/>
                <a:cs typeface="腾讯体 W3" panose="020C04030202040F0204" pitchFamily="34" charset="-122"/>
              </a:rPr>
              <a:t>Lager resultaat Assurance</a:t>
            </a:r>
            <a:r>
              <a:rPr sz="1000" spc="-125" dirty="0">
                <a:solidFill>
                  <a:srgbClr val="FFFFFF"/>
                </a:solidFill>
                <a:latin typeface="腾讯体 W3" panose="020C04030202040F0204" pitchFamily="34" charset="-122"/>
                <a:cs typeface="腾讯体 W3" panose="020C04030202040F0204" pitchFamily="34" charset="-122"/>
              </a:rPr>
              <a:t> </a:t>
            </a:r>
            <a:r>
              <a:rPr sz="1000" spc="-15" dirty="0">
                <a:solidFill>
                  <a:srgbClr val="FFFFFF"/>
                </a:solidFill>
                <a:latin typeface="腾讯体 W3" panose="020C04030202040F0204" pitchFamily="34" charset="-122"/>
                <a:cs typeface="腾讯体 W3" panose="020C04030202040F0204" pitchFamily="34" charset="-122"/>
              </a:rPr>
              <a:t>door</a:t>
            </a:r>
            <a:r>
              <a:rPr sz="1000" spc="-55" dirty="0">
                <a:solidFill>
                  <a:srgbClr val="FFFFFF"/>
                </a:solidFill>
                <a:latin typeface="腾讯体 W3" panose="020C04030202040F0204" pitchFamily="34" charset="-122"/>
                <a:cs typeface="腾讯体 W3" panose="020C04030202040F0204" pitchFamily="34" charset="-122"/>
              </a:rPr>
              <a:t> </a:t>
            </a:r>
            <a:r>
              <a:rPr sz="1000" spc="-20" dirty="0">
                <a:solidFill>
                  <a:srgbClr val="FFFFFF"/>
                </a:solidFill>
                <a:latin typeface="腾讯体 W3" panose="020C04030202040F0204" pitchFamily="34" charset="-122"/>
                <a:cs typeface="腾讯体 W3" panose="020C04030202040F0204" pitchFamily="34" charset="-122"/>
              </a:rPr>
              <a:t>investering  </a:t>
            </a:r>
            <a:r>
              <a:rPr sz="1000" dirty="0">
                <a:solidFill>
                  <a:srgbClr val="FFFFFF"/>
                </a:solidFill>
                <a:latin typeface="腾讯体 W3" panose="020C04030202040F0204" pitchFamily="34" charset="-122"/>
                <a:cs typeface="腾讯体 W3" panose="020C04030202040F0204" pitchFamily="34" charset="-122"/>
              </a:rPr>
              <a:t>in kwaliteit en</a:t>
            </a:r>
            <a:r>
              <a:rPr sz="1000" spc="-60" dirty="0">
                <a:solidFill>
                  <a:srgbClr val="FFFFFF"/>
                </a:solidFill>
                <a:latin typeface="腾讯体 W3" panose="020C04030202040F0204" pitchFamily="34" charset="-122"/>
                <a:cs typeface="腾讯体 W3" panose="020C04030202040F0204" pitchFamily="34" charset="-122"/>
              </a:rPr>
              <a:t> </a:t>
            </a:r>
            <a:r>
              <a:rPr sz="1000" spc="-5" dirty="0">
                <a:solidFill>
                  <a:srgbClr val="FFFFFF"/>
                </a:solidFill>
                <a:latin typeface="腾讯体 W3" panose="020C04030202040F0204" pitchFamily="34" charset="-122"/>
                <a:cs typeface="腾讯体 W3" panose="020C04030202040F0204" pitchFamily="34" charset="-122"/>
              </a:rPr>
              <a:t>OOB-roulatie</a:t>
            </a:r>
            <a:endParaRPr sz="1000" spc="-5" dirty="0">
              <a:solidFill>
                <a:srgbClr val="FFFFFF"/>
              </a:solidFill>
              <a:latin typeface="腾讯体 W3" panose="020C04030202040F0204" pitchFamily="34" charset="-122"/>
              <a:cs typeface="腾讯体 W3" panose="020C04030202040F0204" pitchFamily="34" charset="-122"/>
            </a:endParaRPr>
          </a:p>
        </p:txBody>
      </p:sp>
      <p:sp>
        <p:nvSpPr>
          <p:cNvPr id="27" name="object 27"/>
          <p:cNvSpPr txBox="1"/>
          <p:nvPr/>
        </p:nvSpPr>
        <p:spPr>
          <a:xfrm>
            <a:off x="4638040" y="3873500"/>
            <a:ext cx="2734945" cy="153670"/>
          </a:xfrm>
          <a:prstGeom prst="rect">
            <a:avLst/>
          </a:prstGeom>
        </p:spPr>
        <p:txBody>
          <a:bodyPr vert="horz" wrap="square" lIns="0" tIns="0" rIns="0" bIns="0" rtlCol="0">
            <a:spAutoFit/>
          </a:bodyPr>
          <a:lstStyle/>
          <a:p>
            <a:pPr>
              <a:lnSpc>
                <a:spcPct val="100000"/>
              </a:lnSpc>
            </a:pPr>
            <a:r>
              <a:rPr sz="1000" dirty="0">
                <a:solidFill>
                  <a:srgbClr val="FFFFFF"/>
                </a:solidFill>
                <a:latin typeface="腾讯体 W3" panose="020C04030202040F0204" pitchFamily="34" charset="-122"/>
                <a:cs typeface="腾讯体 W3" panose="020C04030202040F0204" pitchFamily="34" charset="-122"/>
              </a:rPr>
              <a:t>Stabiele </a:t>
            </a:r>
            <a:r>
              <a:rPr sz="1000" spc="-5" dirty="0">
                <a:solidFill>
                  <a:srgbClr val="FFFFFF"/>
                </a:solidFill>
                <a:latin typeface="腾讯体 W3" panose="020C04030202040F0204" pitchFamily="34" charset="-122"/>
                <a:cs typeface="腾讯体 W3" panose="020C04030202040F0204" pitchFamily="34" charset="-122"/>
              </a:rPr>
              <a:t>resultaten </a:t>
            </a:r>
            <a:r>
              <a:rPr sz="1000" spc="-40" dirty="0">
                <a:solidFill>
                  <a:srgbClr val="FFFFFF"/>
                </a:solidFill>
                <a:latin typeface="腾讯体 W3" panose="020C04030202040F0204" pitchFamily="34" charset="-122"/>
                <a:cs typeface="腾讯体 W3" panose="020C04030202040F0204" pitchFamily="34" charset="-122"/>
              </a:rPr>
              <a:t>Tax </a:t>
            </a:r>
            <a:r>
              <a:rPr sz="1000" dirty="0">
                <a:solidFill>
                  <a:srgbClr val="FFFFFF"/>
                </a:solidFill>
                <a:latin typeface="腾讯体 W3" panose="020C04030202040F0204" pitchFamily="34" charset="-122"/>
                <a:cs typeface="腾讯体 W3" panose="020C04030202040F0204" pitchFamily="34" charset="-122"/>
              </a:rPr>
              <a:t>&amp;</a:t>
            </a:r>
            <a:r>
              <a:rPr sz="1000" spc="-20" dirty="0">
                <a:solidFill>
                  <a:srgbClr val="FFFFFF"/>
                </a:solidFill>
                <a:latin typeface="腾讯体 W3" panose="020C04030202040F0204" pitchFamily="34" charset="-122"/>
                <a:cs typeface="腾讯体 W3" panose="020C04030202040F0204" pitchFamily="34" charset="-122"/>
              </a:rPr>
              <a:t> </a:t>
            </a:r>
            <a:r>
              <a:rPr sz="1000" dirty="0">
                <a:solidFill>
                  <a:srgbClr val="FFFFFF"/>
                </a:solidFill>
                <a:latin typeface="腾讯体 W3" panose="020C04030202040F0204" pitchFamily="34" charset="-122"/>
                <a:cs typeface="腾讯体 W3" panose="020C04030202040F0204" pitchFamily="34" charset="-122"/>
              </a:rPr>
              <a:t>HRS</a:t>
            </a:r>
            <a:endParaRPr sz="1000" dirty="0">
              <a:solidFill>
                <a:srgbClr val="FFFFFF"/>
              </a:solidFill>
              <a:latin typeface="腾讯体 W3" panose="020C04030202040F0204" pitchFamily="34" charset="-122"/>
              <a:cs typeface="腾讯体 W3" panose="020C04030202040F0204" pitchFamily="34" charset="-122"/>
            </a:endParaRPr>
          </a:p>
        </p:txBody>
      </p:sp>
      <p:sp>
        <p:nvSpPr>
          <p:cNvPr id="28" name="object 28"/>
          <p:cNvSpPr txBox="1"/>
          <p:nvPr/>
        </p:nvSpPr>
        <p:spPr>
          <a:xfrm>
            <a:off x="8023225" y="3873500"/>
            <a:ext cx="2065020" cy="153670"/>
          </a:xfrm>
          <a:prstGeom prst="rect">
            <a:avLst/>
          </a:prstGeom>
        </p:spPr>
        <p:txBody>
          <a:bodyPr vert="horz" wrap="square" lIns="0" tIns="0" rIns="0" bIns="0" rtlCol="0">
            <a:spAutoFit/>
          </a:bodyPr>
          <a:lstStyle/>
          <a:p>
            <a:pPr>
              <a:lnSpc>
                <a:spcPct val="100000"/>
              </a:lnSpc>
            </a:pPr>
            <a:r>
              <a:rPr sz="1000" dirty="0">
                <a:solidFill>
                  <a:srgbClr val="FFFFFF"/>
                </a:solidFill>
                <a:latin typeface="腾讯体 W3" panose="020C04030202040F0204" pitchFamily="34" charset="-122"/>
                <a:cs typeface="腾讯体 W3" panose="020C04030202040F0204" pitchFamily="34" charset="-122"/>
              </a:rPr>
              <a:t>Winstgevende </a:t>
            </a:r>
            <a:r>
              <a:rPr sz="1000" spc="-5" dirty="0">
                <a:solidFill>
                  <a:srgbClr val="FFFFFF"/>
                </a:solidFill>
                <a:latin typeface="腾讯体 W3" panose="020C04030202040F0204" pitchFamily="34" charset="-122"/>
                <a:cs typeface="腾讯体 W3" panose="020C04030202040F0204" pitchFamily="34" charset="-122"/>
              </a:rPr>
              <a:t>groei</a:t>
            </a:r>
            <a:r>
              <a:rPr sz="1000" spc="-95" dirty="0">
                <a:solidFill>
                  <a:srgbClr val="FFFFFF"/>
                </a:solidFill>
                <a:latin typeface="腾讯体 W3" panose="020C04030202040F0204" pitchFamily="34" charset="-122"/>
                <a:cs typeface="腾讯体 W3" panose="020C04030202040F0204" pitchFamily="34" charset="-122"/>
              </a:rPr>
              <a:t> </a:t>
            </a:r>
            <a:r>
              <a:rPr sz="1000" dirty="0">
                <a:solidFill>
                  <a:srgbClr val="FFFFFF"/>
                </a:solidFill>
                <a:latin typeface="腾讯体 W3" panose="020C04030202040F0204" pitchFamily="34" charset="-122"/>
                <a:cs typeface="腾讯体 W3" panose="020C04030202040F0204" pitchFamily="34" charset="-122"/>
              </a:rPr>
              <a:t>Advisory</a:t>
            </a:r>
            <a:endParaRPr sz="1000" dirty="0">
              <a:solidFill>
                <a:srgbClr val="FFFFFF"/>
              </a:solidFill>
              <a:latin typeface="腾讯体 W3" panose="020C04030202040F0204" pitchFamily="34" charset="-122"/>
              <a:cs typeface="腾讯体 W3" panose="020C04030202040F0204" pitchFamily="34" charset="-122"/>
            </a:endParaRPr>
          </a:p>
        </p:txBody>
      </p:sp>
      <p:sp>
        <p:nvSpPr>
          <p:cNvPr id="29" name="object 29"/>
          <p:cNvSpPr/>
          <p:nvPr/>
        </p:nvSpPr>
        <p:spPr>
          <a:xfrm>
            <a:off x="1734185" y="1830070"/>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30" name="object 30"/>
          <p:cNvSpPr/>
          <p:nvPr/>
        </p:nvSpPr>
        <p:spPr>
          <a:xfrm>
            <a:off x="1668780" y="4442460"/>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31" name="object 31"/>
          <p:cNvSpPr/>
          <p:nvPr/>
        </p:nvSpPr>
        <p:spPr>
          <a:xfrm>
            <a:off x="5120640" y="4429125"/>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32" name="object 32"/>
          <p:cNvSpPr/>
          <p:nvPr/>
        </p:nvSpPr>
        <p:spPr>
          <a:xfrm>
            <a:off x="8505190" y="4431030"/>
            <a:ext cx="54610" cy="0"/>
          </a:xfrm>
          <a:custGeom>
            <a:avLst/>
            <a:gdLst/>
            <a:ahLst/>
            <a:cxnLst/>
            <a:rect l="l" t="t" r="r" b="b"/>
            <a:pathLst>
              <a:path w="43815">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33" name="object 33"/>
          <p:cNvSpPr/>
          <p:nvPr/>
        </p:nvSpPr>
        <p:spPr>
          <a:xfrm>
            <a:off x="1734185" y="2041525"/>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34" name="object 34"/>
          <p:cNvSpPr/>
          <p:nvPr/>
        </p:nvSpPr>
        <p:spPr>
          <a:xfrm>
            <a:off x="1734185" y="2252980"/>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35" name="object 35"/>
          <p:cNvSpPr/>
          <p:nvPr/>
        </p:nvSpPr>
        <p:spPr>
          <a:xfrm>
            <a:off x="1668780" y="4615815"/>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36" name="object 36"/>
          <p:cNvSpPr/>
          <p:nvPr/>
        </p:nvSpPr>
        <p:spPr>
          <a:xfrm>
            <a:off x="1668780" y="4789170"/>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37" name="object 37"/>
          <p:cNvSpPr/>
          <p:nvPr/>
        </p:nvSpPr>
        <p:spPr>
          <a:xfrm>
            <a:off x="1734185" y="2464435"/>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38" name="object 38"/>
          <p:cNvSpPr/>
          <p:nvPr/>
        </p:nvSpPr>
        <p:spPr>
          <a:xfrm>
            <a:off x="1668780" y="4963160"/>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39" name="object 39"/>
          <p:cNvSpPr/>
          <p:nvPr/>
        </p:nvSpPr>
        <p:spPr>
          <a:xfrm>
            <a:off x="5120640" y="4675505"/>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40" name="object 40"/>
          <p:cNvSpPr/>
          <p:nvPr/>
        </p:nvSpPr>
        <p:spPr>
          <a:xfrm>
            <a:off x="1734185" y="2675890"/>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41" name="object 41"/>
          <p:cNvSpPr/>
          <p:nvPr/>
        </p:nvSpPr>
        <p:spPr>
          <a:xfrm>
            <a:off x="1668780" y="5136515"/>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42" name="object 42"/>
          <p:cNvSpPr/>
          <p:nvPr/>
        </p:nvSpPr>
        <p:spPr>
          <a:xfrm>
            <a:off x="5120640" y="4921885"/>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43" name="object 43"/>
          <p:cNvSpPr/>
          <p:nvPr/>
        </p:nvSpPr>
        <p:spPr>
          <a:xfrm>
            <a:off x="8505190" y="4740910"/>
            <a:ext cx="54610" cy="0"/>
          </a:xfrm>
          <a:custGeom>
            <a:avLst/>
            <a:gdLst/>
            <a:ahLst/>
            <a:cxnLst/>
            <a:rect l="l" t="t" r="r" b="b"/>
            <a:pathLst>
              <a:path w="43815">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44" name="object 44"/>
          <p:cNvSpPr/>
          <p:nvPr/>
        </p:nvSpPr>
        <p:spPr>
          <a:xfrm>
            <a:off x="1734185" y="2887345"/>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45" name="object 45"/>
          <p:cNvSpPr/>
          <p:nvPr/>
        </p:nvSpPr>
        <p:spPr>
          <a:xfrm>
            <a:off x="1668780" y="5309870"/>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46" name="object 46"/>
          <p:cNvSpPr/>
          <p:nvPr/>
        </p:nvSpPr>
        <p:spPr>
          <a:xfrm>
            <a:off x="5120640" y="5168265"/>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47" name="object 47"/>
          <p:cNvSpPr/>
          <p:nvPr/>
        </p:nvSpPr>
        <p:spPr>
          <a:xfrm>
            <a:off x="8505190" y="5050790"/>
            <a:ext cx="54610" cy="0"/>
          </a:xfrm>
          <a:custGeom>
            <a:avLst/>
            <a:gdLst/>
            <a:ahLst/>
            <a:cxnLst/>
            <a:rect l="l" t="t" r="r" b="b"/>
            <a:pathLst>
              <a:path w="43815">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48" name="object 48"/>
          <p:cNvSpPr/>
          <p:nvPr/>
        </p:nvSpPr>
        <p:spPr>
          <a:xfrm>
            <a:off x="1734185" y="3098800"/>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49" name="object 49"/>
          <p:cNvSpPr/>
          <p:nvPr/>
        </p:nvSpPr>
        <p:spPr>
          <a:xfrm>
            <a:off x="1668780" y="5483860"/>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50" name="object 50"/>
          <p:cNvSpPr/>
          <p:nvPr/>
        </p:nvSpPr>
        <p:spPr>
          <a:xfrm>
            <a:off x="5120640" y="5414645"/>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51" name="object 51"/>
          <p:cNvSpPr/>
          <p:nvPr/>
        </p:nvSpPr>
        <p:spPr>
          <a:xfrm>
            <a:off x="8505190" y="5360670"/>
            <a:ext cx="54610" cy="0"/>
          </a:xfrm>
          <a:custGeom>
            <a:avLst/>
            <a:gdLst/>
            <a:ahLst/>
            <a:cxnLst/>
            <a:rect l="l" t="t" r="r" b="b"/>
            <a:pathLst>
              <a:path w="43815">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52" name="object 52"/>
          <p:cNvSpPr txBox="1"/>
          <p:nvPr/>
        </p:nvSpPr>
        <p:spPr>
          <a:xfrm>
            <a:off x="4794250" y="4354195"/>
            <a:ext cx="265430" cy="844550"/>
          </a:xfrm>
          <a:prstGeom prst="rect">
            <a:avLst/>
          </a:prstGeom>
        </p:spPr>
        <p:txBody>
          <a:bodyPr vert="horz" wrap="square" lIns="0" tIns="0" rIns="0" bIns="0" rtlCol="0">
            <a:spAutoFit/>
          </a:bodyPr>
          <a:lstStyle/>
          <a:p>
            <a:pPr>
              <a:lnSpc>
                <a:spcPct val="100000"/>
              </a:lnSpc>
            </a:pPr>
            <a:r>
              <a:rPr sz="1000" dirty="0">
                <a:solidFill>
                  <a:srgbClr val="FFFFFF"/>
                </a:solidFill>
                <a:latin typeface="腾讯体 W3" panose="020C04030202040F0204" pitchFamily="34" charset="-122"/>
                <a:cs typeface="腾讯体 W3" panose="020C04030202040F0204" pitchFamily="34" charset="-122"/>
              </a:rPr>
              <a:t>250</a:t>
            </a:r>
            <a:endParaRPr sz="1000">
              <a:latin typeface="腾讯体 W3" panose="020C04030202040F0204" pitchFamily="34" charset="-122"/>
              <a:cs typeface="腾讯体 W3" panose="020C04030202040F0204" pitchFamily="34" charset="-122"/>
            </a:endParaRPr>
          </a:p>
          <a:p>
            <a:pPr>
              <a:spcBef>
                <a:spcPts val="595"/>
              </a:spcBef>
            </a:pPr>
            <a:r>
              <a:rPr sz="1000" dirty="0">
                <a:solidFill>
                  <a:srgbClr val="FFFFFF"/>
                </a:solidFill>
                <a:latin typeface="腾讯体 W3" panose="020C04030202040F0204" pitchFamily="34" charset="-122"/>
                <a:cs typeface="腾讯体 W3" panose="020C04030202040F0204" pitchFamily="34" charset="-122"/>
              </a:rPr>
              <a:t>200</a:t>
            </a:r>
            <a:endParaRPr sz="1000">
              <a:latin typeface="腾讯体 W3" panose="020C04030202040F0204" pitchFamily="34" charset="-122"/>
              <a:cs typeface="腾讯体 W3" panose="020C04030202040F0204" pitchFamily="34" charset="-122"/>
            </a:endParaRPr>
          </a:p>
          <a:p>
            <a:pPr>
              <a:spcBef>
                <a:spcPts val="595"/>
              </a:spcBef>
            </a:pPr>
            <a:r>
              <a:rPr sz="1000" dirty="0">
                <a:solidFill>
                  <a:srgbClr val="FFFFFF"/>
                </a:solidFill>
                <a:latin typeface="腾讯体 W3" panose="020C04030202040F0204" pitchFamily="34" charset="-122"/>
                <a:cs typeface="腾讯体 W3" panose="020C04030202040F0204" pitchFamily="34" charset="-122"/>
              </a:rPr>
              <a:t>150</a:t>
            </a:r>
            <a:endParaRPr sz="1000">
              <a:latin typeface="腾讯体 W3" panose="020C04030202040F0204" pitchFamily="34" charset="-122"/>
              <a:cs typeface="腾讯体 W3" panose="020C04030202040F0204" pitchFamily="34" charset="-122"/>
            </a:endParaRPr>
          </a:p>
          <a:p>
            <a:pPr>
              <a:spcBef>
                <a:spcPts val="600"/>
              </a:spcBef>
            </a:pPr>
            <a:r>
              <a:rPr sz="1000" dirty="0">
                <a:solidFill>
                  <a:srgbClr val="FFFFFF"/>
                </a:solidFill>
                <a:latin typeface="腾讯体 W3" panose="020C04030202040F0204" pitchFamily="34" charset="-122"/>
                <a:cs typeface="腾讯体 W3" panose="020C04030202040F0204" pitchFamily="34" charset="-122"/>
              </a:rPr>
              <a:t>100</a:t>
            </a:r>
            <a:endParaRPr sz="1000" dirty="0">
              <a:solidFill>
                <a:srgbClr val="FFFFFF"/>
              </a:solidFill>
              <a:latin typeface="腾讯体 W3" panose="020C04030202040F0204" pitchFamily="34" charset="-122"/>
              <a:cs typeface="腾讯体 W3" panose="020C04030202040F0204" pitchFamily="34" charset="-122"/>
            </a:endParaRPr>
          </a:p>
        </p:txBody>
      </p:sp>
      <p:sp>
        <p:nvSpPr>
          <p:cNvPr id="53" name="object 53"/>
          <p:cNvSpPr txBox="1"/>
          <p:nvPr/>
        </p:nvSpPr>
        <p:spPr>
          <a:xfrm>
            <a:off x="8178800" y="4356100"/>
            <a:ext cx="265430" cy="719455"/>
          </a:xfrm>
          <a:prstGeom prst="rect">
            <a:avLst/>
          </a:prstGeom>
        </p:spPr>
        <p:txBody>
          <a:bodyPr vert="horz" wrap="square" lIns="0" tIns="0" rIns="0" bIns="0" rtlCol="0">
            <a:spAutoFit/>
          </a:bodyPr>
          <a:lstStyle/>
          <a:p>
            <a:pPr>
              <a:lnSpc>
                <a:spcPct val="100000"/>
              </a:lnSpc>
            </a:pPr>
            <a:r>
              <a:rPr sz="1000" dirty="0">
                <a:solidFill>
                  <a:srgbClr val="FFFFFF"/>
                </a:solidFill>
                <a:latin typeface="腾讯体 W3" panose="020C04030202040F0204" pitchFamily="34" charset="-122"/>
                <a:cs typeface="腾讯体 W3" panose="020C04030202040F0204" pitchFamily="34" charset="-122"/>
              </a:rPr>
              <a:t>200</a:t>
            </a:r>
            <a:endParaRPr sz="1000">
              <a:latin typeface="腾讯体 W3" panose="020C04030202040F0204" pitchFamily="34" charset="-122"/>
              <a:cs typeface="腾讯体 W3" panose="020C04030202040F0204" pitchFamily="34" charset="-122"/>
            </a:endParaRPr>
          </a:p>
          <a:p>
            <a:pPr>
              <a:spcBef>
                <a:spcPts val="25"/>
              </a:spcBef>
            </a:pPr>
            <a:endParaRPr sz="820">
              <a:latin typeface="腾讯体 W7" panose="020C08030202040F0204" pitchFamily="18" charset="-122"/>
              <a:cs typeface="腾讯体 W7" panose="020C08030202040F0204" pitchFamily="18" charset="-122"/>
            </a:endParaRPr>
          </a:p>
          <a:p>
            <a:pPr>
              <a:lnSpc>
                <a:spcPct val="100000"/>
              </a:lnSpc>
            </a:pPr>
            <a:r>
              <a:rPr sz="1000" dirty="0">
                <a:solidFill>
                  <a:srgbClr val="FFFFFF"/>
                </a:solidFill>
                <a:latin typeface="腾讯体 W3" panose="020C04030202040F0204" pitchFamily="34" charset="-122"/>
                <a:cs typeface="腾讯体 W3" panose="020C04030202040F0204" pitchFamily="34" charset="-122"/>
              </a:rPr>
              <a:t>150</a:t>
            </a:r>
            <a:endParaRPr sz="1000">
              <a:latin typeface="腾讯体 W3" panose="020C04030202040F0204" pitchFamily="34" charset="-122"/>
              <a:cs typeface="腾讯体 W3" panose="020C04030202040F0204" pitchFamily="34" charset="-122"/>
            </a:endParaRPr>
          </a:p>
          <a:p>
            <a:pPr>
              <a:spcBef>
                <a:spcPts val="25"/>
              </a:spcBef>
            </a:pPr>
            <a:endParaRPr sz="820">
              <a:latin typeface="腾讯体 W7" panose="020C08030202040F0204" pitchFamily="18" charset="-122"/>
              <a:cs typeface="腾讯体 W7" panose="020C08030202040F0204" pitchFamily="18" charset="-122"/>
            </a:endParaRPr>
          </a:p>
          <a:p>
            <a:pPr>
              <a:lnSpc>
                <a:spcPct val="100000"/>
              </a:lnSpc>
            </a:pPr>
            <a:r>
              <a:rPr sz="1000" dirty="0">
                <a:solidFill>
                  <a:srgbClr val="FFFFFF"/>
                </a:solidFill>
                <a:latin typeface="腾讯体 W3" panose="020C04030202040F0204" pitchFamily="34" charset="-122"/>
                <a:cs typeface="腾讯体 W3" panose="020C04030202040F0204" pitchFamily="34" charset="-122"/>
              </a:rPr>
              <a:t>100</a:t>
            </a:r>
            <a:endParaRPr sz="1000" dirty="0">
              <a:solidFill>
                <a:srgbClr val="FFFFFF"/>
              </a:solidFill>
              <a:latin typeface="腾讯体 W3" panose="020C04030202040F0204" pitchFamily="34" charset="-122"/>
              <a:cs typeface="腾讯体 W3" panose="020C04030202040F0204" pitchFamily="34" charset="-122"/>
            </a:endParaRPr>
          </a:p>
        </p:txBody>
      </p:sp>
      <p:sp>
        <p:nvSpPr>
          <p:cNvPr id="54" name="object 54"/>
          <p:cNvSpPr txBox="1"/>
          <p:nvPr/>
        </p:nvSpPr>
        <p:spPr>
          <a:xfrm>
            <a:off x="1407160" y="1748790"/>
            <a:ext cx="266065" cy="1536065"/>
          </a:xfrm>
          <a:prstGeom prst="rect">
            <a:avLst/>
          </a:prstGeom>
        </p:spPr>
        <p:txBody>
          <a:bodyPr vert="horz" wrap="square" lIns="0" tIns="0" rIns="0" bIns="0" rtlCol="0">
            <a:spAutoFit/>
          </a:bodyPr>
          <a:lstStyle/>
          <a:p>
            <a:pPr>
              <a:lnSpc>
                <a:spcPct val="100000"/>
              </a:lnSpc>
            </a:pPr>
            <a:r>
              <a:rPr sz="1000" dirty="0">
                <a:solidFill>
                  <a:srgbClr val="FFFFFF"/>
                </a:solidFill>
                <a:latin typeface="腾讯体 W3" panose="020C04030202040F0204" pitchFamily="34" charset="-122"/>
                <a:cs typeface="腾讯体 W3" panose="020C04030202040F0204" pitchFamily="34" charset="-122"/>
              </a:rPr>
              <a:t>700</a:t>
            </a:r>
            <a:endParaRPr sz="1000">
              <a:latin typeface="腾讯体 W3" panose="020C04030202040F0204" pitchFamily="34" charset="-122"/>
              <a:cs typeface="腾讯体 W3" panose="020C04030202040F0204" pitchFamily="34" charset="-122"/>
            </a:endParaRPr>
          </a:p>
          <a:p>
            <a:pPr>
              <a:spcBef>
                <a:spcPts val="330"/>
              </a:spcBef>
            </a:pPr>
            <a:r>
              <a:rPr sz="1000" dirty="0">
                <a:solidFill>
                  <a:srgbClr val="FFFFFF"/>
                </a:solidFill>
                <a:latin typeface="腾讯体 W3" panose="020C04030202040F0204" pitchFamily="34" charset="-122"/>
                <a:cs typeface="腾讯体 W3" panose="020C04030202040F0204" pitchFamily="34" charset="-122"/>
              </a:rPr>
              <a:t>600</a:t>
            </a:r>
            <a:endParaRPr sz="1000">
              <a:latin typeface="腾讯体 W3" panose="020C04030202040F0204" pitchFamily="34" charset="-122"/>
              <a:cs typeface="腾讯体 W3" panose="020C04030202040F0204" pitchFamily="34" charset="-122"/>
            </a:endParaRPr>
          </a:p>
          <a:p>
            <a:pPr>
              <a:spcBef>
                <a:spcPts val="330"/>
              </a:spcBef>
            </a:pPr>
            <a:r>
              <a:rPr sz="1000" dirty="0">
                <a:solidFill>
                  <a:srgbClr val="FFFFFF"/>
                </a:solidFill>
                <a:latin typeface="腾讯体 W3" panose="020C04030202040F0204" pitchFamily="34" charset="-122"/>
                <a:cs typeface="腾讯体 W3" panose="020C04030202040F0204" pitchFamily="34" charset="-122"/>
              </a:rPr>
              <a:t>500</a:t>
            </a:r>
            <a:endParaRPr sz="1000">
              <a:latin typeface="腾讯体 W3" panose="020C04030202040F0204" pitchFamily="34" charset="-122"/>
              <a:cs typeface="腾讯体 W3" panose="020C04030202040F0204" pitchFamily="34" charset="-122"/>
            </a:endParaRPr>
          </a:p>
          <a:p>
            <a:pPr>
              <a:spcBef>
                <a:spcPts val="330"/>
              </a:spcBef>
            </a:pPr>
            <a:r>
              <a:rPr sz="1000" dirty="0">
                <a:solidFill>
                  <a:srgbClr val="FFFFFF"/>
                </a:solidFill>
                <a:latin typeface="腾讯体 W3" panose="020C04030202040F0204" pitchFamily="34" charset="-122"/>
                <a:cs typeface="腾讯体 W3" panose="020C04030202040F0204" pitchFamily="34" charset="-122"/>
              </a:rPr>
              <a:t>400</a:t>
            </a:r>
            <a:endParaRPr sz="1000">
              <a:latin typeface="腾讯体 W3" panose="020C04030202040F0204" pitchFamily="34" charset="-122"/>
              <a:cs typeface="腾讯体 W3" panose="020C04030202040F0204" pitchFamily="34" charset="-122"/>
            </a:endParaRPr>
          </a:p>
          <a:p>
            <a:pPr>
              <a:spcBef>
                <a:spcPts val="330"/>
              </a:spcBef>
            </a:pPr>
            <a:r>
              <a:rPr sz="1000" dirty="0">
                <a:solidFill>
                  <a:srgbClr val="FFFFFF"/>
                </a:solidFill>
                <a:latin typeface="腾讯体 W3" panose="020C04030202040F0204" pitchFamily="34" charset="-122"/>
                <a:cs typeface="腾讯体 W3" panose="020C04030202040F0204" pitchFamily="34" charset="-122"/>
              </a:rPr>
              <a:t>300</a:t>
            </a:r>
            <a:endParaRPr sz="1000">
              <a:latin typeface="腾讯体 W3" panose="020C04030202040F0204" pitchFamily="34" charset="-122"/>
              <a:cs typeface="腾讯体 W3" panose="020C04030202040F0204" pitchFamily="34" charset="-122"/>
            </a:endParaRPr>
          </a:p>
          <a:p>
            <a:pPr>
              <a:spcBef>
                <a:spcPts val="330"/>
              </a:spcBef>
            </a:pPr>
            <a:r>
              <a:rPr sz="1000" dirty="0">
                <a:solidFill>
                  <a:srgbClr val="FFFFFF"/>
                </a:solidFill>
                <a:latin typeface="腾讯体 W3" panose="020C04030202040F0204" pitchFamily="34" charset="-122"/>
                <a:cs typeface="腾讯体 W3" panose="020C04030202040F0204" pitchFamily="34" charset="-122"/>
              </a:rPr>
              <a:t>200</a:t>
            </a:r>
            <a:endParaRPr sz="1000">
              <a:latin typeface="腾讯体 W3" panose="020C04030202040F0204" pitchFamily="34" charset="-122"/>
              <a:cs typeface="腾讯体 W3" panose="020C04030202040F0204" pitchFamily="34" charset="-122"/>
            </a:endParaRPr>
          </a:p>
          <a:p>
            <a:pPr>
              <a:spcBef>
                <a:spcPts val="370"/>
              </a:spcBef>
            </a:pPr>
            <a:r>
              <a:rPr sz="1000" dirty="0">
                <a:solidFill>
                  <a:srgbClr val="FFFFFF"/>
                </a:solidFill>
                <a:latin typeface="腾讯体 W3" panose="020C04030202040F0204" pitchFamily="34" charset="-122"/>
                <a:cs typeface="腾讯体 W3" panose="020C04030202040F0204" pitchFamily="34" charset="-122"/>
              </a:rPr>
              <a:t>100</a:t>
            </a:r>
            <a:endParaRPr sz="1000">
              <a:latin typeface="腾讯体 W3" panose="020C04030202040F0204" pitchFamily="34" charset="-122"/>
              <a:cs typeface="腾讯体 W3" panose="020C04030202040F0204" pitchFamily="34" charset="-122"/>
            </a:endParaRPr>
          </a:p>
          <a:p>
            <a:pPr algn="r">
              <a:spcBef>
                <a:spcPts val="360"/>
              </a:spcBef>
            </a:pPr>
            <a:r>
              <a:rPr sz="1000" dirty="0">
                <a:solidFill>
                  <a:srgbClr val="FFFFFF"/>
                </a:solidFill>
                <a:latin typeface="腾讯体 W3" panose="020C04030202040F0204" pitchFamily="34" charset="-122"/>
                <a:cs typeface="腾讯体 W3" panose="020C04030202040F0204" pitchFamily="34" charset="-122"/>
              </a:rPr>
              <a:t>0</a:t>
            </a:r>
            <a:endParaRPr sz="1000" dirty="0">
              <a:solidFill>
                <a:srgbClr val="FFFFFF"/>
              </a:solidFill>
              <a:latin typeface="腾讯体 W3" panose="020C04030202040F0204" pitchFamily="34" charset="-122"/>
              <a:cs typeface="腾讯体 W3" panose="020C04030202040F0204" pitchFamily="34" charset="-122"/>
            </a:endParaRPr>
          </a:p>
        </p:txBody>
      </p:sp>
      <p:sp>
        <p:nvSpPr>
          <p:cNvPr id="55" name="object 55"/>
          <p:cNvSpPr txBox="1"/>
          <p:nvPr/>
        </p:nvSpPr>
        <p:spPr>
          <a:xfrm>
            <a:off x="1341755" y="4367530"/>
            <a:ext cx="266065" cy="1289685"/>
          </a:xfrm>
          <a:prstGeom prst="rect">
            <a:avLst/>
          </a:prstGeom>
        </p:spPr>
        <p:txBody>
          <a:bodyPr vert="horz" wrap="square" lIns="0" tIns="0" rIns="0" bIns="0" rtlCol="0">
            <a:spAutoFit/>
          </a:bodyPr>
          <a:lstStyle/>
          <a:p>
            <a:pPr algn="ctr">
              <a:lnSpc>
                <a:spcPct val="100000"/>
              </a:lnSpc>
            </a:pPr>
            <a:r>
              <a:rPr sz="1000" dirty="0">
                <a:solidFill>
                  <a:srgbClr val="FFFFFF"/>
                </a:solidFill>
                <a:latin typeface="腾讯体 W3" panose="020C04030202040F0204" pitchFamily="34" charset="-122"/>
                <a:cs typeface="腾讯体 W3" panose="020C04030202040F0204" pitchFamily="34" charset="-122"/>
              </a:rPr>
              <a:t>350</a:t>
            </a:r>
            <a:endParaRPr sz="1000">
              <a:latin typeface="腾讯体 W3" panose="020C04030202040F0204" pitchFamily="34" charset="-122"/>
              <a:cs typeface="腾讯体 W3" panose="020C04030202040F0204" pitchFamily="34" charset="-122"/>
            </a:endParaRPr>
          </a:p>
          <a:p>
            <a:pPr algn="ctr">
              <a:spcBef>
                <a:spcPts val="65"/>
              </a:spcBef>
            </a:pPr>
            <a:r>
              <a:rPr sz="1000" dirty="0">
                <a:solidFill>
                  <a:srgbClr val="FFFFFF"/>
                </a:solidFill>
                <a:latin typeface="腾讯体 W3" panose="020C04030202040F0204" pitchFamily="34" charset="-122"/>
                <a:cs typeface="腾讯体 W3" panose="020C04030202040F0204" pitchFamily="34" charset="-122"/>
              </a:rPr>
              <a:t>300</a:t>
            </a:r>
            <a:endParaRPr sz="1000">
              <a:latin typeface="腾讯体 W3" panose="020C04030202040F0204" pitchFamily="34" charset="-122"/>
              <a:cs typeface="腾讯体 W3" panose="020C04030202040F0204" pitchFamily="34" charset="-122"/>
            </a:endParaRPr>
          </a:p>
          <a:p>
            <a:pPr algn="ctr">
              <a:spcBef>
                <a:spcPts val="65"/>
              </a:spcBef>
            </a:pPr>
            <a:r>
              <a:rPr sz="1000" dirty="0">
                <a:solidFill>
                  <a:srgbClr val="FFFFFF"/>
                </a:solidFill>
                <a:latin typeface="腾讯体 W3" panose="020C04030202040F0204" pitchFamily="34" charset="-122"/>
                <a:cs typeface="腾讯体 W3" panose="020C04030202040F0204" pitchFamily="34" charset="-122"/>
              </a:rPr>
              <a:t>250</a:t>
            </a:r>
            <a:endParaRPr sz="1000">
              <a:latin typeface="腾讯体 W3" panose="020C04030202040F0204" pitchFamily="34" charset="-122"/>
              <a:cs typeface="腾讯体 W3" panose="020C04030202040F0204" pitchFamily="34" charset="-122"/>
            </a:endParaRPr>
          </a:p>
          <a:p>
            <a:pPr algn="ctr">
              <a:spcBef>
                <a:spcPts val="65"/>
              </a:spcBef>
            </a:pPr>
            <a:r>
              <a:rPr sz="1000" dirty="0">
                <a:solidFill>
                  <a:srgbClr val="FFFFFF"/>
                </a:solidFill>
                <a:latin typeface="腾讯体 W3" panose="020C04030202040F0204" pitchFamily="34" charset="-122"/>
                <a:cs typeface="腾讯体 W3" panose="020C04030202040F0204" pitchFamily="34" charset="-122"/>
              </a:rPr>
              <a:t>200</a:t>
            </a:r>
            <a:endParaRPr sz="1000">
              <a:latin typeface="腾讯体 W3" panose="020C04030202040F0204" pitchFamily="34" charset="-122"/>
              <a:cs typeface="腾讯体 W3" panose="020C04030202040F0204" pitchFamily="34" charset="-122"/>
            </a:endParaRPr>
          </a:p>
          <a:p>
            <a:pPr algn="ctr">
              <a:spcBef>
                <a:spcPts val="65"/>
              </a:spcBef>
            </a:pPr>
            <a:r>
              <a:rPr sz="1000" dirty="0">
                <a:solidFill>
                  <a:srgbClr val="FFFFFF"/>
                </a:solidFill>
                <a:latin typeface="腾讯体 W3" panose="020C04030202040F0204" pitchFamily="34" charset="-122"/>
                <a:cs typeface="腾讯体 W3" panose="020C04030202040F0204" pitchFamily="34" charset="-122"/>
              </a:rPr>
              <a:t>150</a:t>
            </a:r>
            <a:endParaRPr sz="1000">
              <a:latin typeface="腾讯体 W3" panose="020C04030202040F0204" pitchFamily="34" charset="-122"/>
              <a:cs typeface="腾讯体 W3" panose="020C04030202040F0204" pitchFamily="34" charset="-122"/>
            </a:endParaRPr>
          </a:p>
          <a:p>
            <a:pPr algn="ctr">
              <a:spcBef>
                <a:spcPts val="65"/>
              </a:spcBef>
            </a:pPr>
            <a:r>
              <a:rPr sz="1000" dirty="0">
                <a:solidFill>
                  <a:srgbClr val="FFFFFF"/>
                </a:solidFill>
                <a:latin typeface="腾讯体 W3" panose="020C04030202040F0204" pitchFamily="34" charset="-122"/>
                <a:cs typeface="腾讯体 W3" panose="020C04030202040F0204" pitchFamily="34" charset="-122"/>
              </a:rPr>
              <a:t>100</a:t>
            </a:r>
            <a:endParaRPr sz="1000">
              <a:latin typeface="腾讯体 W3" panose="020C04030202040F0204" pitchFamily="34" charset="-122"/>
              <a:cs typeface="腾讯体 W3" panose="020C04030202040F0204" pitchFamily="34" charset="-122"/>
            </a:endParaRPr>
          </a:p>
          <a:p>
            <a:pPr marL="69850" algn="ctr">
              <a:spcBef>
                <a:spcPts val="65"/>
              </a:spcBef>
            </a:pPr>
            <a:r>
              <a:rPr sz="1000" dirty="0">
                <a:solidFill>
                  <a:srgbClr val="FFFFFF"/>
                </a:solidFill>
                <a:latin typeface="腾讯体 W3" panose="020C04030202040F0204" pitchFamily="34" charset="-122"/>
                <a:cs typeface="腾讯体 W3" panose="020C04030202040F0204" pitchFamily="34" charset="-122"/>
              </a:rPr>
              <a:t>50</a:t>
            </a:r>
            <a:endParaRPr sz="1000">
              <a:latin typeface="腾讯体 W3" panose="020C04030202040F0204" pitchFamily="34" charset="-122"/>
              <a:cs typeface="腾讯体 W3" panose="020C04030202040F0204" pitchFamily="34" charset="-122"/>
            </a:endParaRPr>
          </a:p>
          <a:p>
            <a:pPr algn="r">
              <a:spcBef>
                <a:spcPts val="65"/>
              </a:spcBef>
            </a:pPr>
            <a:r>
              <a:rPr sz="1000" dirty="0">
                <a:solidFill>
                  <a:srgbClr val="FFFFFF"/>
                </a:solidFill>
                <a:latin typeface="腾讯体 W3" panose="020C04030202040F0204" pitchFamily="34" charset="-122"/>
                <a:cs typeface="腾讯体 W3" panose="020C04030202040F0204" pitchFamily="34" charset="-122"/>
              </a:rPr>
              <a:t>0</a:t>
            </a:r>
            <a:endParaRPr sz="1000" dirty="0">
              <a:solidFill>
                <a:srgbClr val="FFFFFF"/>
              </a:solidFill>
              <a:latin typeface="腾讯体 W3" panose="020C04030202040F0204" pitchFamily="34" charset="-122"/>
              <a:cs typeface="腾讯体 W3" panose="020C04030202040F0204" pitchFamily="34" charset="-122"/>
            </a:endParaRPr>
          </a:p>
        </p:txBody>
      </p:sp>
      <p:sp>
        <p:nvSpPr>
          <p:cNvPr id="56" name="object 56"/>
          <p:cNvSpPr txBox="1"/>
          <p:nvPr/>
        </p:nvSpPr>
        <p:spPr>
          <a:xfrm>
            <a:off x="4881880" y="5340350"/>
            <a:ext cx="177800" cy="383540"/>
          </a:xfrm>
          <a:prstGeom prst="rect">
            <a:avLst/>
          </a:prstGeom>
        </p:spPr>
        <p:txBody>
          <a:bodyPr vert="horz" wrap="square" lIns="0" tIns="0" rIns="0" bIns="0" rtlCol="0">
            <a:spAutoFit/>
          </a:bodyPr>
          <a:lstStyle/>
          <a:p>
            <a:pPr algn="ctr">
              <a:lnSpc>
                <a:spcPct val="100000"/>
              </a:lnSpc>
            </a:pPr>
            <a:r>
              <a:rPr sz="1000" dirty="0">
                <a:solidFill>
                  <a:srgbClr val="FFFFFF"/>
                </a:solidFill>
                <a:latin typeface="腾讯体 W3" panose="020C04030202040F0204" pitchFamily="34" charset="-122"/>
                <a:cs typeface="腾讯体 W3" panose="020C04030202040F0204" pitchFamily="34" charset="-122"/>
              </a:rPr>
              <a:t>50</a:t>
            </a:r>
            <a:endParaRPr sz="1000">
              <a:latin typeface="腾讯体 W3" panose="020C04030202040F0204" pitchFamily="34" charset="-122"/>
              <a:cs typeface="腾讯体 W3" panose="020C04030202040F0204" pitchFamily="34" charset="-122"/>
            </a:endParaRPr>
          </a:p>
          <a:p>
            <a:pPr marL="71120" algn="ctr">
              <a:spcBef>
                <a:spcPts val="595"/>
              </a:spcBef>
            </a:pPr>
            <a:r>
              <a:rPr sz="1000" dirty="0">
                <a:solidFill>
                  <a:srgbClr val="FFFFFF"/>
                </a:solidFill>
                <a:latin typeface="腾讯体 W3" panose="020C04030202040F0204" pitchFamily="34" charset="-122"/>
                <a:cs typeface="腾讯体 W3" panose="020C04030202040F0204" pitchFamily="34" charset="-122"/>
              </a:rPr>
              <a:t>0</a:t>
            </a:r>
            <a:endParaRPr sz="1000" dirty="0">
              <a:solidFill>
                <a:srgbClr val="FFFFFF"/>
              </a:solidFill>
              <a:latin typeface="腾讯体 W3" panose="020C04030202040F0204" pitchFamily="34" charset="-122"/>
              <a:cs typeface="腾讯体 W3" panose="020C04030202040F0204" pitchFamily="34" charset="-122"/>
            </a:endParaRPr>
          </a:p>
        </p:txBody>
      </p:sp>
      <p:sp>
        <p:nvSpPr>
          <p:cNvPr id="57" name="object 57"/>
          <p:cNvSpPr txBox="1"/>
          <p:nvPr/>
        </p:nvSpPr>
        <p:spPr>
          <a:xfrm>
            <a:off x="8267065" y="5286375"/>
            <a:ext cx="177800" cy="436245"/>
          </a:xfrm>
          <a:prstGeom prst="rect">
            <a:avLst/>
          </a:prstGeom>
        </p:spPr>
        <p:txBody>
          <a:bodyPr vert="horz" wrap="square" lIns="0" tIns="0" rIns="0" bIns="0" rtlCol="0">
            <a:spAutoFit/>
          </a:bodyPr>
          <a:lstStyle/>
          <a:p>
            <a:pPr algn="ctr">
              <a:lnSpc>
                <a:spcPct val="100000"/>
              </a:lnSpc>
            </a:pPr>
            <a:r>
              <a:rPr sz="1000" dirty="0">
                <a:solidFill>
                  <a:srgbClr val="FFFFFF"/>
                </a:solidFill>
                <a:latin typeface="腾讯体 W3" panose="020C04030202040F0204" pitchFamily="34" charset="-122"/>
                <a:cs typeface="腾讯体 W3" panose="020C04030202040F0204" pitchFamily="34" charset="-122"/>
              </a:rPr>
              <a:t>50</a:t>
            </a:r>
            <a:endParaRPr sz="1000">
              <a:latin typeface="腾讯体 W3" panose="020C04030202040F0204" pitchFamily="34" charset="-122"/>
              <a:cs typeface="腾讯体 W3" panose="020C04030202040F0204" pitchFamily="34" charset="-122"/>
            </a:endParaRPr>
          </a:p>
          <a:p>
            <a:pPr>
              <a:spcBef>
                <a:spcPts val="25"/>
              </a:spcBef>
            </a:pPr>
            <a:endParaRPr sz="820">
              <a:latin typeface="腾讯体 W7" panose="020C08030202040F0204" pitchFamily="18" charset="-122"/>
              <a:cs typeface="腾讯体 W7" panose="020C08030202040F0204" pitchFamily="18" charset="-122"/>
            </a:endParaRPr>
          </a:p>
          <a:p>
            <a:pPr marL="71120" algn="ctr"/>
            <a:r>
              <a:rPr sz="1000" dirty="0">
                <a:solidFill>
                  <a:srgbClr val="FFFFFF"/>
                </a:solidFill>
                <a:latin typeface="腾讯体 W3" panose="020C04030202040F0204" pitchFamily="34" charset="-122"/>
                <a:cs typeface="腾讯体 W3" panose="020C04030202040F0204" pitchFamily="34" charset="-122"/>
              </a:rPr>
              <a:t>0</a:t>
            </a:r>
            <a:endParaRPr sz="1000" dirty="0">
              <a:solidFill>
                <a:srgbClr val="FFFFFF"/>
              </a:solidFill>
              <a:latin typeface="腾讯体 W3" panose="020C04030202040F0204" pitchFamily="34" charset="-122"/>
              <a:cs typeface="腾讯体 W3" panose="020C04030202040F0204" pitchFamily="34" charset="-122"/>
            </a:endParaRPr>
          </a:p>
        </p:txBody>
      </p:sp>
      <p:sp>
        <p:nvSpPr>
          <p:cNvPr id="58" name="object 58"/>
          <p:cNvSpPr txBox="1"/>
          <p:nvPr/>
        </p:nvSpPr>
        <p:spPr>
          <a:xfrm>
            <a:off x="3263900" y="2486025"/>
            <a:ext cx="318770" cy="111760"/>
          </a:xfrm>
          <a:prstGeom prst="rect">
            <a:avLst/>
          </a:prstGeom>
        </p:spPr>
        <p:txBody>
          <a:bodyPr vert="horz" wrap="square" lIns="0" tIns="0" rIns="0" bIns="0" rtlCol="0">
            <a:spAutoFit/>
          </a:bodyPr>
          <a:lstStyle/>
          <a:p>
            <a:pPr>
              <a:lnSpc>
                <a:spcPct val="100000"/>
              </a:lnSpc>
            </a:pPr>
            <a:r>
              <a:rPr sz="730" dirty="0">
                <a:solidFill>
                  <a:srgbClr val="24272E"/>
                </a:solidFill>
                <a:latin typeface="腾讯体 W3" panose="020C04030202040F0204" pitchFamily="34" charset="-122"/>
                <a:cs typeface="腾讯体 W3" panose="020C04030202040F0204" pitchFamily="34" charset="-122"/>
              </a:rPr>
              <a:t>671,6</a:t>
            </a:r>
            <a:endParaRPr sz="730" dirty="0">
              <a:solidFill>
                <a:srgbClr val="24272E"/>
              </a:solidFill>
              <a:latin typeface="腾讯体 W3" panose="020C04030202040F0204" pitchFamily="34" charset="-122"/>
              <a:cs typeface="腾讯体 W3" panose="020C04030202040F0204" pitchFamily="34" charset="-122"/>
            </a:endParaRPr>
          </a:p>
        </p:txBody>
      </p:sp>
      <p:sp>
        <p:nvSpPr>
          <p:cNvPr id="59" name="object 59"/>
          <p:cNvSpPr txBox="1"/>
          <p:nvPr/>
        </p:nvSpPr>
        <p:spPr>
          <a:xfrm>
            <a:off x="2195195" y="2486025"/>
            <a:ext cx="318770" cy="111760"/>
          </a:xfrm>
          <a:prstGeom prst="rect">
            <a:avLst/>
          </a:prstGeom>
        </p:spPr>
        <p:txBody>
          <a:bodyPr vert="horz" wrap="square" lIns="0" tIns="0" rIns="0" bIns="0" rtlCol="0">
            <a:spAutoFit/>
          </a:bodyPr>
          <a:lstStyle/>
          <a:p>
            <a:pPr>
              <a:lnSpc>
                <a:spcPct val="100000"/>
              </a:lnSpc>
            </a:pPr>
            <a:r>
              <a:rPr sz="730" dirty="0">
                <a:solidFill>
                  <a:srgbClr val="24272E"/>
                </a:solidFill>
                <a:latin typeface="腾讯体 W3" panose="020C04030202040F0204" pitchFamily="34" charset="-122"/>
                <a:cs typeface="腾讯体 W3" panose="020C04030202040F0204" pitchFamily="34" charset="-122"/>
              </a:rPr>
              <a:t>697,3</a:t>
            </a:r>
            <a:endParaRPr sz="730" dirty="0">
              <a:solidFill>
                <a:srgbClr val="24272E"/>
              </a:solidFill>
              <a:latin typeface="腾讯体 W3" panose="020C04030202040F0204" pitchFamily="34" charset="-122"/>
              <a:cs typeface="腾讯体 W3" panose="020C04030202040F0204" pitchFamily="34" charset="-122"/>
            </a:endParaRPr>
          </a:p>
        </p:txBody>
      </p:sp>
      <p:sp>
        <p:nvSpPr>
          <p:cNvPr id="60" name="object 60"/>
          <p:cNvSpPr txBox="1"/>
          <p:nvPr/>
        </p:nvSpPr>
        <p:spPr>
          <a:xfrm>
            <a:off x="2125345" y="4989830"/>
            <a:ext cx="318770" cy="111760"/>
          </a:xfrm>
          <a:prstGeom prst="rect">
            <a:avLst/>
          </a:prstGeom>
        </p:spPr>
        <p:txBody>
          <a:bodyPr vert="horz" wrap="square" lIns="0" tIns="0" rIns="0" bIns="0" rtlCol="0">
            <a:spAutoFit/>
          </a:bodyPr>
          <a:lstStyle/>
          <a:p>
            <a:pPr>
              <a:lnSpc>
                <a:spcPct val="100000"/>
              </a:lnSpc>
            </a:pPr>
            <a:r>
              <a:rPr sz="730" dirty="0">
                <a:solidFill>
                  <a:srgbClr val="24272E"/>
                </a:solidFill>
                <a:latin typeface="腾讯体 W3" panose="020C04030202040F0204" pitchFamily="34" charset="-122"/>
                <a:cs typeface="腾讯体 W3" panose="020C04030202040F0204" pitchFamily="34" charset="-122"/>
              </a:rPr>
              <a:t>291,9</a:t>
            </a:r>
            <a:endParaRPr sz="730" dirty="0">
              <a:solidFill>
                <a:srgbClr val="24272E"/>
              </a:solidFill>
              <a:latin typeface="腾讯体 W3" panose="020C04030202040F0204" pitchFamily="34" charset="-122"/>
              <a:cs typeface="腾讯体 W3" panose="020C04030202040F0204" pitchFamily="34" charset="-122"/>
            </a:endParaRPr>
          </a:p>
        </p:txBody>
      </p:sp>
      <p:sp>
        <p:nvSpPr>
          <p:cNvPr id="61" name="object 61"/>
          <p:cNvSpPr txBox="1"/>
          <p:nvPr/>
        </p:nvSpPr>
        <p:spPr>
          <a:xfrm>
            <a:off x="5582285" y="4954270"/>
            <a:ext cx="318770" cy="111760"/>
          </a:xfrm>
          <a:prstGeom prst="rect">
            <a:avLst/>
          </a:prstGeom>
        </p:spPr>
        <p:txBody>
          <a:bodyPr vert="horz" wrap="square" lIns="0" tIns="0" rIns="0" bIns="0" rtlCol="0">
            <a:spAutoFit/>
          </a:bodyPr>
          <a:lstStyle/>
          <a:p>
            <a:pPr>
              <a:lnSpc>
                <a:spcPct val="100000"/>
              </a:lnSpc>
            </a:pPr>
            <a:r>
              <a:rPr sz="730" dirty="0">
                <a:solidFill>
                  <a:srgbClr val="24272E"/>
                </a:solidFill>
                <a:latin typeface="腾讯体 W3" panose="020C04030202040F0204" pitchFamily="34" charset="-122"/>
                <a:cs typeface="腾讯体 W3" panose="020C04030202040F0204" pitchFamily="34" charset="-122"/>
              </a:rPr>
              <a:t>240,5</a:t>
            </a:r>
            <a:endParaRPr sz="730" dirty="0">
              <a:solidFill>
                <a:srgbClr val="24272E"/>
              </a:solidFill>
              <a:latin typeface="腾讯体 W3" panose="020C04030202040F0204" pitchFamily="34" charset="-122"/>
              <a:cs typeface="腾讯体 W3" panose="020C04030202040F0204" pitchFamily="34" charset="-122"/>
            </a:endParaRPr>
          </a:p>
        </p:txBody>
      </p:sp>
      <p:sp>
        <p:nvSpPr>
          <p:cNvPr id="62" name="object 62"/>
          <p:cNvSpPr txBox="1"/>
          <p:nvPr/>
        </p:nvSpPr>
        <p:spPr>
          <a:xfrm>
            <a:off x="8959850" y="5024755"/>
            <a:ext cx="318770" cy="111760"/>
          </a:xfrm>
          <a:prstGeom prst="rect">
            <a:avLst/>
          </a:prstGeom>
        </p:spPr>
        <p:txBody>
          <a:bodyPr vert="horz" wrap="square" lIns="0" tIns="0" rIns="0" bIns="0" rtlCol="0">
            <a:spAutoFit/>
          </a:bodyPr>
          <a:lstStyle/>
          <a:p>
            <a:pPr>
              <a:lnSpc>
                <a:spcPct val="100000"/>
              </a:lnSpc>
            </a:pPr>
            <a:r>
              <a:rPr sz="730" dirty="0">
                <a:solidFill>
                  <a:srgbClr val="24272E"/>
                </a:solidFill>
                <a:latin typeface="腾讯体 W3" panose="020C04030202040F0204" pitchFamily="34" charset="-122"/>
                <a:cs typeface="腾讯体 W3" panose="020C04030202040F0204" pitchFamily="34" charset="-122"/>
              </a:rPr>
              <a:t>164,9</a:t>
            </a:r>
            <a:endParaRPr sz="730" dirty="0">
              <a:solidFill>
                <a:srgbClr val="24272E"/>
              </a:solidFill>
              <a:latin typeface="腾讯体 W3" panose="020C04030202040F0204" pitchFamily="34" charset="-122"/>
              <a:cs typeface="腾讯体 W3" panose="020C04030202040F0204" pitchFamily="34" charset="-122"/>
            </a:endParaRPr>
          </a:p>
        </p:txBody>
      </p:sp>
      <p:sp>
        <p:nvSpPr>
          <p:cNvPr id="63" name="object 63"/>
          <p:cNvSpPr txBox="1"/>
          <p:nvPr/>
        </p:nvSpPr>
        <p:spPr>
          <a:xfrm>
            <a:off x="3180080" y="5048250"/>
            <a:ext cx="318770" cy="111760"/>
          </a:xfrm>
          <a:prstGeom prst="rect">
            <a:avLst/>
          </a:prstGeom>
        </p:spPr>
        <p:txBody>
          <a:bodyPr vert="horz" wrap="square" lIns="0" tIns="0" rIns="0" bIns="0" rtlCol="0">
            <a:spAutoFit/>
          </a:bodyPr>
          <a:lstStyle/>
          <a:p>
            <a:pPr>
              <a:lnSpc>
                <a:spcPct val="100000"/>
              </a:lnSpc>
            </a:pPr>
            <a:r>
              <a:rPr sz="730" dirty="0">
                <a:solidFill>
                  <a:srgbClr val="24272E"/>
                </a:solidFill>
                <a:latin typeface="腾讯体 W3" panose="020C04030202040F0204" pitchFamily="34" charset="-122"/>
                <a:cs typeface="腾讯体 W3" panose="020C04030202040F0204" pitchFamily="34" charset="-122"/>
              </a:rPr>
              <a:t>285,3</a:t>
            </a:r>
            <a:endParaRPr sz="730" dirty="0">
              <a:solidFill>
                <a:srgbClr val="24272E"/>
              </a:solidFill>
              <a:latin typeface="腾讯体 W3" panose="020C04030202040F0204" pitchFamily="34" charset="-122"/>
              <a:cs typeface="腾讯体 W3" panose="020C04030202040F0204" pitchFamily="34" charset="-122"/>
            </a:endParaRPr>
          </a:p>
        </p:txBody>
      </p:sp>
      <p:sp>
        <p:nvSpPr>
          <p:cNvPr id="64" name="object 64"/>
          <p:cNvSpPr txBox="1"/>
          <p:nvPr/>
        </p:nvSpPr>
        <p:spPr>
          <a:xfrm>
            <a:off x="6631940" y="4970145"/>
            <a:ext cx="318770" cy="111760"/>
          </a:xfrm>
          <a:prstGeom prst="rect">
            <a:avLst/>
          </a:prstGeom>
        </p:spPr>
        <p:txBody>
          <a:bodyPr vert="horz" wrap="square" lIns="0" tIns="0" rIns="0" bIns="0" rtlCol="0">
            <a:spAutoFit/>
          </a:bodyPr>
          <a:lstStyle/>
          <a:p>
            <a:pPr>
              <a:lnSpc>
                <a:spcPct val="100000"/>
              </a:lnSpc>
            </a:pPr>
            <a:r>
              <a:rPr sz="730" dirty="0">
                <a:solidFill>
                  <a:srgbClr val="24272E"/>
                </a:solidFill>
                <a:latin typeface="腾讯体 W3" panose="020C04030202040F0204" pitchFamily="34" charset="-122"/>
                <a:cs typeface="腾讯体 W3" panose="020C04030202040F0204" pitchFamily="34" charset="-122"/>
              </a:rPr>
              <a:t>240,3</a:t>
            </a:r>
            <a:endParaRPr sz="730" dirty="0">
              <a:solidFill>
                <a:srgbClr val="24272E"/>
              </a:solidFill>
              <a:latin typeface="腾讯体 W3" panose="020C04030202040F0204" pitchFamily="34" charset="-122"/>
              <a:cs typeface="腾讯体 W3" panose="020C04030202040F0204" pitchFamily="34" charset="-122"/>
            </a:endParaRPr>
          </a:p>
        </p:txBody>
      </p:sp>
      <p:sp>
        <p:nvSpPr>
          <p:cNvPr id="65" name="object 65"/>
          <p:cNvSpPr txBox="1"/>
          <p:nvPr/>
        </p:nvSpPr>
        <p:spPr>
          <a:xfrm>
            <a:off x="10016490" y="5144770"/>
            <a:ext cx="318770" cy="111760"/>
          </a:xfrm>
          <a:prstGeom prst="rect">
            <a:avLst/>
          </a:prstGeom>
        </p:spPr>
        <p:txBody>
          <a:bodyPr vert="horz" wrap="square" lIns="0" tIns="0" rIns="0" bIns="0" rtlCol="0">
            <a:spAutoFit/>
          </a:bodyPr>
          <a:lstStyle/>
          <a:p>
            <a:pPr>
              <a:lnSpc>
                <a:spcPct val="100000"/>
              </a:lnSpc>
            </a:pPr>
            <a:r>
              <a:rPr sz="730" dirty="0">
                <a:solidFill>
                  <a:srgbClr val="24272E"/>
                </a:solidFill>
                <a:latin typeface="腾讯体 W3" panose="020C04030202040F0204" pitchFamily="34" charset="-122"/>
                <a:cs typeface="腾讯体 W3" panose="020C04030202040F0204" pitchFamily="34" charset="-122"/>
              </a:rPr>
              <a:t>145,9</a:t>
            </a:r>
            <a:endParaRPr sz="730" dirty="0">
              <a:solidFill>
                <a:srgbClr val="24272E"/>
              </a:solidFill>
              <a:latin typeface="腾讯体 W3" panose="020C04030202040F0204" pitchFamily="34" charset="-122"/>
              <a:cs typeface="腾讯体 W3" panose="020C04030202040F0204" pitchFamily="34" charset="-122"/>
            </a:endParaRPr>
          </a:p>
        </p:txBody>
      </p:sp>
      <p:sp>
        <p:nvSpPr>
          <p:cNvPr id="66" name="object 66"/>
          <p:cNvSpPr/>
          <p:nvPr/>
        </p:nvSpPr>
        <p:spPr>
          <a:xfrm>
            <a:off x="2262505" y="2991485"/>
            <a:ext cx="567690" cy="310515"/>
          </a:xfrm>
          <a:custGeom>
            <a:avLst/>
            <a:gdLst/>
            <a:ahLst/>
            <a:cxnLst/>
            <a:rect l="l" t="t" r="r" b="b"/>
            <a:pathLst>
              <a:path w="454025" h="287654">
                <a:moveTo>
                  <a:pt x="0" y="287654"/>
                </a:moveTo>
                <a:lnTo>
                  <a:pt x="453605" y="287654"/>
                </a:lnTo>
                <a:lnTo>
                  <a:pt x="453605" y="0"/>
                </a:lnTo>
                <a:lnTo>
                  <a:pt x="0" y="0"/>
                </a:lnTo>
                <a:lnTo>
                  <a:pt x="0" y="287654"/>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67" name="object 67"/>
          <p:cNvSpPr/>
          <p:nvPr/>
        </p:nvSpPr>
        <p:spPr>
          <a:xfrm>
            <a:off x="2192655" y="5460365"/>
            <a:ext cx="567690" cy="182880"/>
          </a:xfrm>
          <a:custGeom>
            <a:avLst/>
            <a:gdLst/>
            <a:ahLst/>
            <a:cxnLst/>
            <a:rect l="l" t="t" r="r" b="b"/>
            <a:pathLst>
              <a:path w="454025" h="169545">
                <a:moveTo>
                  <a:pt x="0" y="169291"/>
                </a:moveTo>
                <a:lnTo>
                  <a:pt x="453605" y="169291"/>
                </a:lnTo>
                <a:lnTo>
                  <a:pt x="453605" y="0"/>
                </a:lnTo>
                <a:lnTo>
                  <a:pt x="0" y="0"/>
                </a:lnTo>
                <a:lnTo>
                  <a:pt x="0" y="169291"/>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68" name="object 68"/>
          <p:cNvSpPr/>
          <p:nvPr/>
        </p:nvSpPr>
        <p:spPr>
          <a:xfrm>
            <a:off x="5648960" y="5337175"/>
            <a:ext cx="567690" cy="318770"/>
          </a:xfrm>
          <a:custGeom>
            <a:avLst/>
            <a:gdLst/>
            <a:ahLst/>
            <a:cxnLst/>
            <a:rect l="l" t="t" r="r" b="b"/>
            <a:pathLst>
              <a:path w="454025" h="295275">
                <a:moveTo>
                  <a:pt x="0" y="294690"/>
                </a:moveTo>
                <a:lnTo>
                  <a:pt x="453605" y="294690"/>
                </a:lnTo>
                <a:lnTo>
                  <a:pt x="453605" y="0"/>
                </a:lnTo>
                <a:lnTo>
                  <a:pt x="0" y="0"/>
                </a:lnTo>
                <a:lnTo>
                  <a:pt x="0" y="294690"/>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69" name="object 69"/>
          <p:cNvSpPr/>
          <p:nvPr/>
        </p:nvSpPr>
        <p:spPr>
          <a:xfrm>
            <a:off x="9033510" y="5460365"/>
            <a:ext cx="567690" cy="204470"/>
          </a:xfrm>
          <a:custGeom>
            <a:avLst/>
            <a:gdLst/>
            <a:ahLst/>
            <a:cxnLst/>
            <a:rect l="l" t="t" r="r" b="b"/>
            <a:pathLst>
              <a:path w="454025" h="189229">
                <a:moveTo>
                  <a:pt x="0" y="189103"/>
                </a:moveTo>
                <a:lnTo>
                  <a:pt x="453593" y="189103"/>
                </a:lnTo>
                <a:lnTo>
                  <a:pt x="453593" y="0"/>
                </a:lnTo>
                <a:lnTo>
                  <a:pt x="0" y="0"/>
                </a:lnTo>
                <a:lnTo>
                  <a:pt x="0" y="189103"/>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70" name="object 70"/>
          <p:cNvSpPr/>
          <p:nvPr/>
        </p:nvSpPr>
        <p:spPr>
          <a:xfrm>
            <a:off x="3246755" y="5409565"/>
            <a:ext cx="567690" cy="233680"/>
          </a:xfrm>
          <a:custGeom>
            <a:avLst/>
            <a:gdLst/>
            <a:ahLst/>
            <a:cxnLst/>
            <a:rect l="l" t="t" r="r" b="b"/>
            <a:pathLst>
              <a:path w="454025" h="216535">
                <a:moveTo>
                  <a:pt x="0" y="216090"/>
                </a:moveTo>
                <a:lnTo>
                  <a:pt x="453605" y="216090"/>
                </a:lnTo>
                <a:lnTo>
                  <a:pt x="453605" y="0"/>
                </a:lnTo>
                <a:lnTo>
                  <a:pt x="0" y="0"/>
                </a:lnTo>
                <a:lnTo>
                  <a:pt x="0" y="216090"/>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71" name="object 71"/>
          <p:cNvSpPr/>
          <p:nvPr/>
        </p:nvSpPr>
        <p:spPr>
          <a:xfrm>
            <a:off x="6699250" y="5337175"/>
            <a:ext cx="567690" cy="318770"/>
          </a:xfrm>
          <a:custGeom>
            <a:avLst/>
            <a:gdLst/>
            <a:ahLst/>
            <a:cxnLst/>
            <a:rect l="l" t="t" r="r" b="b"/>
            <a:pathLst>
              <a:path w="454025" h="295275">
                <a:moveTo>
                  <a:pt x="0" y="294690"/>
                </a:moveTo>
                <a:lnTo>
                  <a:pt x="453605" y="294690"/>
                </a:lnTo>
                <a:lnTo>
                  <a:pt x="453605" y="0"/>
                </a:lnTo>
                <a:lnTo>
                  <a:pt x="0" y="0"/>
                </a:lnTo>
                <a:lnTo>
                  <a:pt x="0" y="294690"/>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72" name="object 72"/>
          <p:cNvSpPr/>
          <p:nvPr/>
        </p:nvSpPr>
        <p:spPr>
          <a:xfrm>
            <a:off x="10083800" y="5502910"/>
            <a:ext cx="567690" cy="161925"/>
          </a:xfrm>
          <a:custGeom>
            <a:avLst/>
            <a:gdLst/>
            <a:ahLst/>
            <a:cxnLst/>
            <a:rect l="l" t="t" r="r" b="b"/>
            <a:pathLst>
              <a:path w="454025" h="149860">
                <a:moveTo>
                  <a:pt x="0" y="149491"/>
                </a:moveTo>
                <a:lnTo>
                  <a:pt x="453593" y="149491"/>
                </a:lnTo>
                <a:lnTo>
                  <a:pt x="453593" y="0"/>
                </a:lnTo>
                <a:lnTo>
                  <a:pt x="0" y="0"/>
                </a:lnTo>
                <a:lnTo>
                  <a:pt x="0" y="149491"/>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73" name="object 73"/>
          <p:cNvSpPr txBox="1"/>
          <p:nvPr/>
        </p:nvSpPr>
        <p:spPr>
          <a:xfrm>
            <a:off x="8811895" y="5493385"/>
            <a:ext cx="760095" cy="339725"/>
          </a:xfrm>
          <a:prstGeom prst="rect">
            <a:avLst/>
          </a:prstGeom>
        </p:spPr>
        <p:txBody>
          <a:bodyPr vert="horz" wrap="square" lIns="0" tIns="0" rIns="0" bIns="0" rtlCol="0">
            <a:spAutoFit/>
          </a:bodyPr>
          <a:lstStyle/>
          <a:p>
            <a:pPr marL="305435"/>
            <a:r>
              <a:rPr sz="730" dirty="0">
                <a:solidFill>
                  <a:srgbClr val="FFFFFF"/>
                </a:solidFill>
                <a:latin typeface="腾讯体 W3" panose="020C04030202040F0204" pitchFamily="34" charset="-122"/>
                <a:cs typeface="腾讯体 W3" panose="020C04030202040F0204" pitchFamily="34" charset="-122"/>
              </a:rPr>
              <a:t>36,2</a:t>
            </a:r>
            <a:endParaRPr sz="730">
              <a:latin typeface="腾讯体 W3" panose="020C04030202040F0204" pitchFamily="34" charset="-122"/>
              <a:cs typeface="腾讯体 W3" panose="020C04030202040F0204" pitchFamily="34" charset="-122"/>
            </a:endParaRPr>
          </a:p>
          <a:p>
            <a:pPr>
              <a:spcBef>
                <a:spcPts val="575"/>
              </a:spcBef>
            </a:pPr>
            <a:r>
              <a:rPr sz="1000" dirty="0">
                <a:solidFill>
                  <a:srgbClr val="FFFFFF"/>
                </a:solidFill>
                <a:latin typeface="腾讯体 W3" panose="020C04030202040F0204" pitchFamily="34" charset="-122"/>
                <a:cs typeface="腾讯体 W3" panose="020C04030202040F0204" pitchFamily="34" charset="-122"/>
              </a:rPr>
              <a:t>2014/2015</a:t>
            </a:r>
            <a:endParaRPr sz="1000" dirty="0">
              <a:solidFill>
                <a:srgbClr val="FFFFFF"/>
              </a:solidFill>
              <a:latin typeface="腾讯体 W3" panose="020C04030202040F0204" pitchFamily="34" charset="-122"/>
              <a:cs typeface="腾讯体 W3" panose="020C04030202040F0204" pitchFamily="34" charset="-122"/>
            </a:endParaRPr>
          </a:p>
        </p:txBody>
      </p:sp>
      <p:sp>
        <p:nvSpPr>
          <p:cNvPr id="74" name="object 74"/>
          <p:cNvSpPr txBox="1"/>
          <p:nvPr/>
        </p:nvSpPr>
        <p:spPr>
          <a:xfrm>
            <a:off x="9880600" y="5520690"/>
            <a:ext cx="760095" cy="314325"/>
          </a:xfrm>
          <a:prstGeom prst="rect">
            <a:avLst/>
          </a:prstGeom>
        </p:spPr>
        <p:txBody>
          <a:bodyPr vert="horz" wrap="square" lIns="0" tIns="0" rIns="0" bIns="0" rtlCol="0">
            <a:spAutoFit/>
          </a:bodyPr>
          <a:lstStyle/>
          <a:p>
            <a:pPr marL="290195"/>
            <a:r>
              <a:rPr sz="730" dirty="0">
                <a:solidFill>
                  <a:srgbClr val="FFFFFF"/>
                </a:solidFill>
                <a:latin typeface="腾讯体 W3" panose="020C04030202040F0204" pitchFamily="34" charset="-122"/>
                <a:cs typeface="腾讯体 W3" panose="020C04030202040F0204" pitchFamily="34" charset="-122"/>
              </a:rPr>
              <a:t>27,8</a:t>
            </a:r>
            <a:endParaRPr sz="730">
              <a:latin typeface="腾讯体 W3" panose="020C04030202040F0204" pitchFamily="34" charset="-122"/>
              <a:cs typeface="腾讯体 W3" panose="020C04030202040F0204" pitchFamily="34" charset="-122"/>
            </a:endParaRPr>
          </a:p>
          <a:p>
            <a:pPr>
              <a:spcBef>
                <a:spcPts val="385"/>
              </a:spcBef>
            </a:pPr>
            <a:r>
              <a:rPr sz="1000" dirty="0">
                <a:solidFill>
                  <a:srgbClr val="FFFFFF"/>
                </a:solidFill>
                <a:latin typeface="腾讯体 W3" panose="020C04030202040F0204" pitchFamily="34" charset="-122"/>
                <a:cs typeface="腾讯体 W3" panose="020C04030202040F0204" pitchFamily="34" charset="-122"/>
              </a:rPr>
              <a:t>2013/2014</a:t>
            </a:r>
            <a:endParaRPr sz="1000" dirty="0">
              <a:solidFill>
                <a:srgbClr val="FFFFFF"/>
              </a:solidFill>
              <a:latin typeface="腾讯体 W3" panose="020C04030202040F0204" pitchFamily="34" charset="-122"/>
              <a:cs typeface="腾讯体 W3" panose="020C04030202040F0204" pitchFamily="34" charset="-122"/>
            </a:endParaRPr>
          </a:p>
        </p:txBody>
      </p:sp>
      <p:sp>
        <p:nvSpPr>
          <p:cNvPr id="75" name="object 75"/>
          <p:cNvSpPr/>
          <p:nvPr/>
        </p:nvSpPr>
        <p:spPr>
          <a:xfrm>
            <a:off x="3333750" y="2991485"/>
            <a:ext cx="567690" cy="310515"/>
          </a:xfrm>
          <a:custGeom>
            <a:avLst/>
            <a:gdLst/>
            <a:ahLst/>
            <a:cxnLst/>
            <a:rect l="l" t="t" r="r" b="b"/>
            <a:pathLst>
              <a:path w="454025" h="287654">
                <a:moveTo>
                  <a:pt x="0" y="287654"/>
                </a:moveTo>
                <a:lnTo>
                  <a:pt x="453605" y="287654"/>
                </a:lnTo>
                <a:lnTo>
                  <a:pt x="453605" y="0"/>
                </a:lnTo>
                <a:lnTo>
                  <a:pt x="0" y="0"/>
                </a:lnTo>
                <a:lnTo>
                  <a:pt x="0" y="287654"/>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76" name="object 76"/>
          <p:cNvSpPr txBox="1"/>
          <p:nvPr/>
        </p:nvSpPr>
        <p:spPr>
          <a:xfrm>
            <a:off x="2135505" y="2868295"/>
            <a:ext cx="1940560" cy="629285"/>
          </a:xfrm>
          <a:prstGeom prst="rect">
            <a:avLst/>
          </a:prstGeom>
        </p:spPr>
        <p:txBody>
          <a:bodyPr vert="horz" wrap="square" lIns="0" tIns="0" rIns="0" bIns="0" rtlCol="0">
            <a:spAutoFit/>
          </a:bodyPr>
          <a:lstStyle/>
          <a:p>
            <a:pPr marL="276860">
              <a:tabLst>
                <a:tab pos="1132840" algn="l"/>
              </a:tabLst>
            </a:pPr>
            <a:r>
              <a:rPr sz="730" dirty="0">
                <a:solidFill>
                  <a:srgbClr val="FFFFFF"/>
                </a:solidFill>
                <a:latin typeface="腾讯体 W3" panose="020C04030202040F0204" pitchFamily="34" charset="-122"/>
                <a:cs typeface="腾讯体 W3" panose="020C04030202040F0204" pitchFamily="34" charset="-122"/>
              </a:rPr>
              <a:t>157,7	</a:t>
            </a:r>
            <a:r>
              <a:rPr lang="en-US" sz="730" dirty="0">
                <a:solidFill>
                  <a:srgbClr val="FFFFFF"/>
                </a:solidFill>
                <a:latin typeface="腾讯体 W3" panose="020C04030202040F0204" pitchFamily="34" charset="-122"/>
                <a:cs typeface="腾讯体 W3" panose="020C04030202040F0204" pitchFamily="34" charset="-122"/>
              </a:rPr>
              <a:t>          </a:t>
            </a:r>
            <a:r>
              <a:rPr sz="730" dirty="0">
                <a:solidFill>
                  <a:srgbClr val="FFFFFF"/>
                </a:solidFill>
                <a:latin typeface="腾讯体 W3" panose="020C04030202040F0204" pitchFamily="34" charset="-122"/>
                <a:cs typeface="腾讯体 W3" panose="020C04030202040F0204" pitchFamily="34" charset="-122"/>
              </a:rPr>
              <a:t>162,1</a:t>
            </a:r>
            <a:endParaRPr sz="730">
              <a:latin typeface="腾讯体 W3" panose="020C04030202040F0204" pitchFamily="34" charset="-122"/>
              <a:cs typeface="腾讯体 W3" panose="020C04030202040F0204" pitchFamily="34" charset="-122"/>
            </a:endParaRPr>
          </a:p>
          <a:p>
            <a:pPr>
              <a:spcBef>
                <a:spcPts val="25"/>
              </a:spcBef>
            </a:pPr>
            <a:endParaRPr sz="770">
              <a:latin typeface="腾讯体 W7" panose="020C08030202040F0204" pitchFamily="18" charset="-122"/>
              <a:cs typeface="腾讯体 W7" panose="020C08030202040F0204" pitchFamily="18" charset="-122"/>
            </a:endParaRPr>
          </a:p>
          <a:p>
            <a:pPr>
              <a:spcBef>
                <a:spcPts val="25"/>
              </a:spcBef>
            </a:pPr>
            <a:endParaRPr sz="770">
              <a:latin typeface="腾讯体 W7" panose="020C08030202040F0204" pitchFamily="18" charset="-122"/>
              <a:cs typeface="腾讯体 W7" panose="020C08030202040F0204" pitchFamily="18" charset="-122"/>
            </a:endParaRPr>
          </a:p>
          <a:p>
            <a:pPr>
              <a:spcBef>
                <a:spcPts val="25"/>
              </a:spcBef>
            </a:pPr>
            <a:endParaRPr sz="770">
              <a:latin typeface="腾讯体 W7" panose="020C08030202040F0204" pitchFamily="18" charset="-122"/>
              <a:cs typeface="腾讯体 W7" panose="020C08030202040F0204" pitchFamily="18" charset="-122"/>
            </a:endParaRPr>
          </a:p>
          <a:p>
            <a:pPr>
              <a:tabLst>
                <a:tab pos="854075" algn="l"/>
              </a:tabLst>
            </a:pPr>
            <a:r>
              <a:rPr sz="1000" dirty="0">
                <a:solidFill>
                  <a:srgbClr val="FFFFFF"/>
                </a:solidFill>
                <a:latin typeface="腾讯体 W3" panose="020C04030202040F0204" pitchFamily="34" charset="-122"/>
                <a:cs typeface="腾讯体 W3" panose="020C04030202040F0204" pitchFamily="34" charset="-122"/>
              </a:rPr>
              <a:t>2014/2015	2013/2014</a:t>
            </a:r>
            <a:endParaRPr sz="1000" dirty="0">
              <a:solidFill>
                <a:srgbClr val="FFFFFF"/>
              </a:solidFill>
              <a:latin typeface="腾讯体 W3" panose="020C04030202040F0204" pitchFamily="34" charset="-122"/>
              <a:cs typeface="腾讯体 W3" panose="020C04030202040F0204" pitchFamily="34" charset="-122"/>
            </a:endParaRPr>
          </a:p>
        </p:txBody>
      </p:sp>
      <p:sp>
        <p:nvSpPr>
          <p:cNvPr id="77" name="object 77"/>
          <p:cNvSpPr/>
          <p:nvPr/>
        </p:nvSpPr>
        <p:spPr>
          <a:xfrm>
            <a:off x="3893820" y="2345055"/>
            <a:ext cx="90805" cy="78105"/>
          </a:xfrm>
          <a:custGeom>
            <a:avLst/>
            <a:gdLst/>
            <a:ahLst/>
            <a:cxnLst/>
            <a:rect l="l" t="t" r="r" b="b"/>
            <a:pathLst>
              <a:path w="72389" h="72389">
                <a:moveTo>
                  <a:pt x="0" y="71996"/>
                </a:moveTo>
                <a:lnTo>
                  <a:pt x="71996" y="71996"/>
                </a:lnTo>
                <a:lnTo>
                  <a:pt x="71996" y="0"/>
                </a:lnTo>
                <a:lnTo>
                  <a:pt x="0" y="0"/>
                </a:lnTo>
                <a:lnTo>
                  <a:pt x="0" y="71996"/>
                </a:lnTo>
                <a:close/>
              </a:path>
            </a:pathLst>
          </a:custGeom>
          <a:solidFill>
            <a:srgbClr val="99BEFF"/>
          </a:solidFill>
        </p:spPr>
        <p:txBody>
          <a:bodyPr wrap="square" lIns="0" tIns="0" rIns="0" bIns="0" rtlCol="0"/>
          <a:lstStyle/>
          <a:p>
            <a:endParaRPr sz="1800">
              <a:latin typeface="腾讯体 W3" panose="020C04030202040F0204" pitchFamily="34" charset="-122"/>
            </a:endParaRPr>
          </a:p>
        </p:txBody>
      </p:sp>
      <p:sp>
        <p:nvSpPr>
          <p:cNvPr id="78" name="object 78"/>
          <p:cNvSpPr/>
          <p:nvPr/>
        </p:nvSpPr>
        <p:spPr>
          <a:xfrm>
            <a:off x="3893820" y="2592070"/>
            <a:ext cx="90805" cy="78105"/>
          </a:xfrm>
          <a:custGeom>
            <a:avLst/>
            <a:gdLst/>
            <a:ahLst/>
            <a:cxnLst/>
            <a:rect l="l" t="t" r="r" b="b"/>
            <a:pathLst>
              <a:path w="72389" h="72389">
                <a:moveTo>
                  <a:pt x="0" y="71996"/>
                </a:moveTo>
                <a:lnTo>
                  <a:pt x="71996" y="71996"/>
                </a:lnTo>
                <a:lnTo>
                  <a:pt x="71996" y="0"/>
                </a:lnTo>
                <a:lnTo>
                  <a:pt x="0" y="0"/>
                </a:lnTo>
                <a:lnTo>
                  <a:pt x="0" y="71996"/>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79" name="object 79"/>
          <p:cNvSpPr txBox="1"/>
          <p:nvPr/>
        </p:nvSpPr>
        <p:spPr>
          <a:xfrm>
            <a:off x="4042410" y="2319020"/>
            <a:ext cx="824865" cy="420370"/>
          </a:xfrm>
          <a:prstGeom prst="rect">
            <a:avLst/>
          </a:prstGeom>
        </p:spPr>
        <p:txBody>
          <a:bodyPr vert="horz" wrap="square" lIns="0" tIns="0" rIns="0" bIns="0" rtlCol="0">
            <a:spAutoFit/>
          </a:bodyPr>
          <a:lstStyle/>
          <a:p>
            <a:pPr marR="142875">
              <a:lnSpc>
                <a:spcPct val="107000"/>
              </a:lnSpc>
            </a:pPr>
            <a:r>
              <a:rPr sz="640" spc="5" dirty="0">
                <a:solidFill>
                  <a:srgbClr val="FFFFFF"/>
                </a:solidFill>
                <a:latin typeface="腾讯体 W3" panose="020C04030202040F0204" pitchFamily="34" charset="-122"/>
                <a:cs typeface="腾讯体 W3" panose="020C04030202040F0204" pitchFamily="34" charset="-122"/>
              </a:rPr>
              <a:t>N</a:t>
            </a:r>
            <a:r>
              <a:rPr sz="640" dirty="0">
                <a:solidFill>
                  <a:srgbClr val="FFFFFF"/>
                </a:solidFill>
                <a:latin typeface="腾讯体 W3" panose="020C04030202040F0204" pitchFamily="34" charset="-122"/>
                <a:cs typeface="腾讯体 W3" panose="020C04030202040F0204" pitchFamily="34" charset="-122"/>
              </a:rPr>
              <a:t>e</a:t>
            </a:r>
            <a:r>
              <a:rPr sz="640" spc="15" dirty="0">
                <a:solidFill>
                  <a:srgbClr val="FFFFFF"/>
                </a:solidFill>
                <a:latin typeface="腾讯体 W3" panose="020C04030202040F0204" pitchFamily="34" charset="-122"/>
                <a:cs typeface="腾讯体 W3" panose="020C04030202040F0204" pitchFamily="34" charset="-122"/>
              </a:rPr>
              <a:t>t</a:t>
            </a:r>
            <a:r>
              <a:rPr sz="640" spc="-5" dirty="0">
                <a:solidFill>
                  <a:srgbClr val="FFFFFF"/>
                </a:solidFill>
                <a:latin typeface="腾讯体 W3" panose="020C04030202040F0204" pitchFamily="34" charset="-122"/>
                <a:cs typeface="腾讯体 W3" panose="020C04030202040F0204" pitchFamily="34" charset="-122"/>
              </a:rPr>
              <a:t>t</a:t>
            </a:r>
            <a:r>
              <a:rPr sz="640" spc="15" dirty="0">
                <a:solidFill>
                  <a:srgbClr val="FFFFFF"/>
                </a:solidFill>
                <a:latin typeface="腾讯体 W3" panose="020C04030202040F0204" pitchFamily="34" charset="-122"/>
                <a:cs typeface="腾讯体 W3" panose="020C04030202040F0204" pitchFamily="34" charset="-122"/>
              </a:rPr>
              <a:t>o-</a:t>
            </a:r>
            <a:r>
              <a:rPr sz="640" spc="5" dirty="0">
                <a:solidFill>
                  <a:srgbClr val="FFFFFF"/>
                </a:solidFill>
                <a:latin typeface="腾讯体 W3" panose="020C04030202040F0204" pitchFamily="34" charset="-122"/>
                <a:cs typeface="腾讯体 W3" panose="020C04030202040F0204" pitchFamily="34" charset="-122"/>
              </a:rPr>
              <a:t>o</a:t>
            </a:r>
            <a:r>
              <a:rPr sz="640" dirty="0">
                <a:solidFill>
                  <a:srgbClr val="FFFFFF"/>
                </a:solidFill>
                <a:latin typeface="腾讯体 W3" panose="020C04030202040F0204" pitchFamily="34" charset="-122"/>
                <a:cs typeface="腾讯体 W3" panose="020C04030202040F0204" pitchFamily="34" charset="-122"/>
              </a:rPr>
              <a:t>m</a:t>
            </a:r>
            <a:r>
              <a:rPr sz="640" spc="-5" dirty="0">
                <a:solidFill>
                  <a:srgbClr val="FFFFFF"/>
                </a:solidFill>
                <a:latin typeface="腾讯体 W3" panose="020C04030202040F0204" pitchFamily="34" charset="-122"/>
                <a:cs typeface="腾讯体 W3" panose="020C04030202040F0204" pitchFamily="34" charset="-122"/>
              </a:rPr>
              <a:t>z</a:t>
            </a:r>
            <a:r>
              <a:rPr sz="640" dirty="0">
                <a:solidFill>
                  <a:srgbClr val="FFFFFF"/>
                </a:solidFill>
                <a:latin typeface="腾讯体 W3" panose="020C04030202040F0204" pitchFamily="34" charset="-122"/>
                <a:cs typeface="腾讯体 W3" panose="020C04030202040F0204" pitchFamily="34" charset="-122"/>
              </a:rPr>
              <a:t>et  </a:t>
            </a:r>
            <a:r>
              <a:rPr sz="640" spc="5" dirty="0">
                <a:solidFill>
                  <a:srgbClr val="FFFFFF"/>
                </a:solidFill>
                <a:latin typeface="腾讯体 W3" panose="020C04030202040F0204" pitchFamily="34" charset="-122"/>
                <a:cs typeface="腾讯体 W3" panose="020C04030202040F0204" pitchFamily="34" charset="-122"/>
              </a:rPr>
              <a:t>(x </a:t>
            </a:r>
            <a:r>
              <a:rPr sz="640" dirty="0">
                <a:solidFill>
                  <a:srgbClr val="FFFFFF"/>
                </a:solidFill>
                <a:latin typeface="腾讯体 W3" panose="020C04030202040F0204" pitchFamily="34" charset="-122"/>
                <a:cs typeface="腾讯体 W3" panose="020C04030202040F0204" pitchFamily="34" charset="-122"/>
              </a:rPr>
              <a:t>€ 1</a:t>
            </a:r>
            <a:r>
              <a:rPr sz="640" spc="-90" dirty="0">
                <a:solidFill>
                  <a:srgbClr val="FFFFFF"/>
                </a:solidFill>
                <a:latin typeface="腾讯体 W3" panose="020C04030202040F0204" pitchFamily="34" charset="-122"/>
                <a:cs typeface="腾讯体 W3" panose="020C04030202040F0204" pitchFamily="34" charset="-122"/>
              </a:rPr>
              <a:t> </a:t>
            </a:r>
            <a:r>
              <a:rPr sz="640" dirty="0">
                <a:solidFill>
                  <a:srgbClr val="FFFFFF"/>
                </a:solidFill>
                <a:latin typeface="腾讯体 W3" panose="020C04030202040F0204" pitchFamily="34" charset="-122"/>
                <a:cs typeface="腾讯体 W3" panose="020C04030202040F0204" pitchFamily="34" charset="-122"/>
              </a:rPr>
              <a:t>mln.)</a:t>
            </a:r>
            <a:endParaRPr sz="640" dirty="0">
              <a:latin typeface="腾讯体 W3" panose="020C04030202040F0204" pitchFamily="34" charset="-122"/>
              <a:cs typeface="腾讯体 W3" panose="020C04030202040F0204" pitchFamily="34" charset="-122"/>
            </a:endParaRPr>
          </a:p>
          <a:p>
            <a:pPr>
              <a:lnSpc>
                <a:spcPct val="107000"/>
              </a:lnSpc>
            </a:pPr>
            <a:r>
              <a:rPr sz="640" dirty="0">
                <a:solidFill>
                  <a:srgbClr val="FFFFFF"/>
                </a:solidFill>
                <a:latin typeface="腾讯体 W3" panose="020C04030202040F0204" pitchFamily="34" charset="-122"/>
                <a:cs typeface="腾讯体 W3" panose="020C04030202040F0204" pitchFamily="34" charset="-122"/>
              </a:rPr>
              <a:t>Bedrijfsresultaat  </a:t>
            </a:r>
            <a:r>
              <a:rPr sz="640" spc="5" dirty="0">
                <a:solidFill>
                  <a:srgbClr val="FFFFFF"/>
                </a:solidFill>
                <a:latin typeface="腾讯体 W3" panose="020C04030202040F0204" pitchFamily="34" charset="-122"/>
                <a:cs typeface="腾讯体 W3" panose="020C04030202040F0204" pitchFamily="34" charset="-122"/>
              </a:rPr>
              <a:t>(x </a:t>
            </a:r>
            <a:r>
              <a:rPr sz="640" dirty="0">
                <a:solidFill>
                  <a:srgbClr val="FFFFFF"/>
                </a:solidFill>
                <a:latin typeface="腾讯体 W3" panose="020C04030202040F0204" pitchFamily="34" charset="-122"/>
                <a:cs typeface="腾讯体 W3" panose="020C04030202040F0204" pitchFamily="34" charset="-122"/>
              </a:rPr>
              <a:t>€ 1</a:t>
            </a:r>
            <a:r>
              <a:rPr sz="640" spc="-90" dirty="0">
                <a:solidFill>
                  <a:srgbClr val="FFFFFF"/>
                </a:solidFill>
                <a:latin typeface="腾讯体 W3" panose="020C04030202040F0204" pitchFamily="34" charset="-122"/>
                <a:cs typeface="腾讯体 W3" panose="020C04030202040F0204" pitchFamily="34" charset="-122"/>
              </a:rPr>
              <a:t> </a:t>
            </a:r>
            <a:r>
              <a:rPr sz="640" dirty="0">
                <a:solidFill>
                  <a:srgbClr val="FFFFFF"/>
                </a:solidFill>
                <a:latin typeface="腾讯体 W3" panose="020C04030202040F0204" pitchFamily="34" charset="-122"/>
                <a:cs typeface="腾讯体 W3" panose="020C04030202040F0204" pitchFamily="34" charset="-122"/>
              </a:rPr>
              <a:t>mln.)</a:t>
            </a:r>
            <a:endParaRPr sz="640" dirty="0">
              <a:solidFill>
                <a:srgbClr val="FFFFFF"/>
              </a:solidFill>
              <a:latin typeface="腾讯体 W3" panose="020C04030202040F0204" pitchFamily="34" charset="-122"/>
              <a:cs typeface="腾讯体 W3" panose="020C04030202040F0204" pitchFamily="34" charset="-122"/>
            </a:endParaRPr>
          </a:p>
        </p:txBody>
      </p:sp>
      <p:sp>
        <p:nvSpPr>
          <p:cNvPr id="80" name="object 80"/>
          <p:cNvSpPr/>
          <p:nvPr/>
        </p:nvSpPr>
        <p:spPr>
          <a:xfrm>
            <a:off x="1706245" y="5907405"/>
            <a:ext cx="90805" cy="78105"/>
          </a:xfrm>
          <a:custGeom>
            <a:avLst/>
            <a:gdLst/>
            <a:ahLst/>
            <a:cxnLst/>
            <a:rect l="l" t="t" r="r" b="b"/>
            <a:pathLst>
              <a:path w="72389" h="72389">
                <a:moveTo>
                  <a:pt x="0" y="71996"/>
                </a:moveTo>
                <a:lnTo>
                  <a:pt x="71996" y="71996"/>
                </a:lnTo>
                <a:lnTo>
                  <a:pt x="71996" y="0"/>
                </a:lnTo>
                <a:lnTo>
                  <a:pt x="0" y="0"/>
                </a:lnTo>
                <a:lnTo>
                  <a:pt x="0" y="71996"/>
                </a:lnTo>
                <a:close/>
              </a:path>
            </a:pathLst>
          </a:custGeom>
          <a:solidFill>
            <a:srgbClr val="99BEFF"/>
          </a:solidFill>
        </p:spPr>
        <p:txBody>
          <a:bodyPr wrap="square" lIns="0" tIns="0" rIns="0" bIns="0" rtlCol="0"/>
          <a:lstStyle/>
          <a:p>
            <a:endParaRPr sz="1800">
              <a:latin typeface="腾讯体 W3" panose="020C04030202040F0204" pitchFamily="34" charset="-122"/>
            </a:endParaRPr>
          </a:p>
        </p:txBody>
      </p:sp>
      <p:sp>
        <p:nvSpPr>
          <p:cNvPr id="81" name="object 81"/>
          <p:cNvSpPr/>
          <p:nvPr/>
        </p:nvSpPr>
        <p:spPr>
          <a:xfrm>
            <a:off x="1706245" y="6031230"/>
            <a:ext cx="90805" cy="78105"/>
          </a:xfrm>
          <a:custGeom>
            <a:avLst/>
            <a:gdLst/>
            <a:ahLst/>
            <a:cxnLst/>
            <a:rect l="l" t="t" r="r" b="b"/>
            <a:pathLst>
              <a:path w="72389" h="72389">
                <a:moveTo>
                  <a:pt x="0" y="71996"/>
                </a:moveTo>
                <a:lnTo>
                  <a:pt x="71996" y="71996"/>
                </a:lnTo>
                <a:lnTo>
                  <a:pt x="71996" y="0"/>
                </a:lnTo>
                <a:lnTo>
                  <a:pt x="0" y="0"/>
                </a:lnTo>
                <a:lnTo>
                  <a:pt x="0" y="71996"/>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83" name="object 83"/>
          <p:cNvSpPr/>
          <p:nvPr/>
        </p:nvSpPr>
        <p:spPr>
          <a:xfrm>
            <a:off x="5165090" y="5907405"/>
            <a:ext cx="90805" cy="78105"/>
          </a:xfrm>
          <a:custGeom>
            <a:avLst/>
            <a:gdLst/>
            <a:ahLst/>
            <a:cxnLst/>
            <a:rect l="l" t="t" r="r" b="b"/>
            <a:pathLst>
              <a:path w="72389" h="72389">
                <a:moveTo>
                  <a:pt x="0" y="71996"/>
                </a:moveTo>
                <a:lnTo>
                  <a:pt x="71996" y="71996"/>
                </a:lnTo>
                <a:lnTo>
                  <a:pt x="71996" y="0"/>
                </a:lnTo>
                <a:lnTo>
                  <a:pt x="0" y="0"/>
                </a:lnTo>
                <a:lnTo>
                  <a:pt x="0" y="71996"/>
                </a:lnTo>
                <a:close/>
              </a:path>
            </a:pathLst>
          </a:custGeom>
          <a:solidFill>
            <a:srgbClr val="99BEFF"/>
          </a:solidFill>
        </p:spPr>
        <p:txBody>
          <a:bodyPr wrap="square" lIns="0" tIns="0" rIns="0" bIns="0" rtlCol="0"/>
          <a:lstStyle/>
          <a:p>
            <a:endParaRPr sz="1800">
              <a:latin typeface="腾讯体 W3" panose="020C04030202040F0204" pitchFamily="34" charset="-122"/>
            </a:endParaRPr>
          </a:p>
        </p:txBody>
      </p:sp>
      <p:sp>
        <p:nvSpPr>
          <p:cNvPr id="84" name="object 84"/>
          <p:cNvSpPr/>
          <p:nvPr/>
        </p:nvSpPr>
        <p:spPr>
          <a:xfrm>
            <a:off x="5165090" y="6031230"/>
            <a:ext cx="90805" cy="78105"/>
          </a:xfrm>
          <a:custGeom>
            <a:avLst/>
            <a:gdLst/>
            <a:ahLst/>
            <a:cxnLst/>
            <a:rect l="l" t="t" r="r" b="b"/>
            <a:pathLst>
              <a:path w="72389" h="72389">
                <a:moveTo>
                  <a:pt x="0" y="71996"/>
                </a:moveTo>
                <a:lnTo>
                  <a:pt x="71996" y="71996"/>
                </a:lnTo>
                <a:lnTo>
                  <a:pt x="71996" y="0"/>
                </a:lnTo>
                <a:lnTo>
                  <a:pt x="0" y="0"/>
                </a:lnTo>
                <a:lnTo>
                  <a:pt x="0" y="71996"/>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86" name="object 86"/>
          <p:cNvSpPr/>
          <p:nvPr/>
        </p:nvSpPr>
        <p:spPr>
          <a:xfrm>
            <a:off x="8563610" y="5907405"/>
            <a:ext cx="90805" cy="78105"/>
          </a:xfrm>
          <a:custGeom>
            <a:avLst/>
            <a:gdLst/>
            <a:ahLst/>
            <a:cxnLst/>
            <a:rect l="l" t="t" r="r" b="b"/>
            <a:pathLst>
              <a:path w="72390" h="72389">
                <a:moveTo>
                  <a:pt x="0" y="71996"/>
                </a:moveTo>
                <a:lnTo>
                  <a:pt x="71996" y="71996"/>
                </a:lnTo>
                <a:lnTo>
                  <a:pt x="71996" y="0"/>
                </a:lnTo>
                <a:lnTo>
                  <a:pt x="0" y="0"/>
                </a:lnTo>
                <a:lnTo>
                  <a:pt x="0" y="71996"/>
                </a:lnTo>
                <a:close/>
              </a:path>
            </a:pathLst>
          </a:custGeom>
          <a:solidFill>
            <a:srgbClr val="99BEFF"/>
          </a:solidFill>
        </p:spPr>
        <p:txBody>
          <a:bodyPr wrap="square" lIns="0" tIns="0" rIns="0" bIns="0" rtlCol="0"/>
          <a:lstStyle/>
          <a:p>
            <a:endParaRPr sz="1800">
              <a:latin typeface="腾讯体 W3" panose="020C04030202040F0204" pitchFamily="34" charset="-122"/>
            </a:endParaRPr>
          </a:p>
        </p:txBody>
      </p:sp>
      <p:sp>
        <p:nvSpPr>
          <p:cNvPr id="87" name="object 87"/>
          <p:cNvSpPr/>
          <p:nvPr/>
        </p:nvSpPr>
        <p:spPr>
          <a:xfrm>
            <a:off x="8563610" y="6031230"/>
            <a:ext cx="90805" cy="78105"/>
          </a:xfrm>
          <a:custGeom>
            <a:avLst/>
            <a:gdLst/>
            <a:ahLst/>
            <a:cxnLst/>
            <a:rect l="l" t="t" r="r" b="b"/>
            <a:pathLst>
              <a:path w="72390" h="72389">
                <a:moveTo>
                  <a:pt x="0" y="71996"/>
                </a:moveTo>
                <a:lnTo>
                  <a:pt x="71996" y="71996"/>
                </a:lnTo>
                <a:lnTo>
                  <a:pt x="71996" y="0"/>
                </a:lnTo>
                <a:lnTo>
                  <a:pt x="0" y="0"/>
                </a:lnTo>
                <a:lnTo>
                  <a:pt x="0" y="71996"/>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88" name="object 88"/>
          <p:cNvSpPr txBox="1"/>
          <p:nvPr/>
        </p:nvSpPr>
        <p:spPr>
          <a:xfrm>
            <a:off x="8712200" y="5881370"/>
            <a:ext cx="1401445" cy="210185"/>
          </a:xfrm>
          <a:prstGeom prst="rect">
            <a:avLst/>
          </a:prstGeom>
        </p:spPr>
        <p:txBody>
          <a:bodyPr vert="horz" wrap="square" lIns="0" tIns="0" rIns="0" bIns="0" rtlCol="0">
            <a:spAutoFit/>
          </a:bodyPr>
          <a:lstStyle/>
          <a:p>
            <a:pPr>
              <a:lnSpc>
                <a:spcPct val="107000"/>
              </a:lnSpc>
            </a:pPr>
            <a:r>
              <a:rPr sz="640" dirty="0">
                <a:solidFill>
                  <a:srgbClr val="FFFFFF"/>
                </a:solidFill>
                <a:latin typeface="腾讯体 W3" panose="020C04030202040F0204" pitchFamily="34" charset="-122"/>
                <a:cs typeface="腾讯体 W3" panose="020C04030202040F0204" pitchFamily="34" charset="-122"/>
              </a:rPr>
              <a:t>Netto-omzet </a:t>
            </a:r>
            <a:r>
              <a:rPr sz="640" spc="5" dirty="0">
                <a:solidFill>
                  <a:srgbClr val="FFFFFF"/>
                </a:solidFill>
                <a:latin typeface="腾讯体 W3" panose="020C04030202040F0204" pitchFamily="34" charset="-122"/>
                <a:cs typeface="腾讯体 W3" panose="020C04030202040F0204" pitchFamily="34" charset="-122"/>
              </a:rPr>
              <a:t>(x </a:t>
            </a:r>
            <a:r>
              <a:rPr sz="640" dirty="0">
                <a:solidFill>
                  <a:srgbClr val="FFFFFF"/>
                </a:solidFill>
                <a:latin typeface="腾讯体 W3" panose="020C04030202040F0204" pitchFamily="34" charset="-122"/>
                <a:cs typeface="腾讯体 W3" panose="020C04030202040F0204" pitchFamily="34" charset="-122"/>
              </a:rPr>
              <a:t>€ 1 mln.)  </a:t>
            </a:r>
            <a:r>
              <a:rPr sz="640" spc="5" dirty="0">
                <a:solidFill>
                  <a:srgbClr val="FFFFFF"/>
                </a:solidFill>
                <a:latin typeface="腾讯体 W3" panose="020C04030202040F0204" pitchFamily="34" charset="-122"/>
                <a:cs typeface="腾讯体 W3" panose="020C04030202040F0204" pitchFamily="34" charset="-122"/>
              </a:rPr>
              <a:t>Bedrijfsresultaat (x </a:t>
            </a:r>
            <a:r>
              <a:rPr sz="640" dirty="0">
                <a:solidFill>
                  <a:srgbClr val="FFFFFF"/>
                </a:solidFill>
                <a:latin typeface="腾讯体 W3" panose="020C04030202040F0204" pitchFamily="34" charset="-122"/>
                <a:cs typeface="腾讯体 W3" panose="020C04030202040F0204" pitchFamily="34" charset="-122"/>
              </a:rPr>
              <a:t>€ 1</a:t>
            </a:r>
            <a:r>
              <a:rPr sz="640" spc="-110" dirty="0">
                <a:solidFill>
                  <a:srgbClr val="FFFFFF"/>
                </a:solidFill>
                <a:latin typeface="腾讯体 W3" panose="020C04030202040F0204" pitchFamily="34" charset="-122"/>
                <a:cs typeface="腾讯体 W3" panose="020C04030202040F0204" pitchFamily="34" charset="-122"/>
              </a:rPr>
              <a:t> </a:t>
            </a:r>
            <a:r>
              <a:rPr sz="640" dirty="0">
                <a:solidFill>
                  <a:srgbClr val="FFFFFF"/>
                </a:solidFill>
                <a:latin typeface="腾讯体 W3" panose="020C04030202040F0204" pitchFamily="34" charset="-122"/>
                <a:cs typeface="腾讯体 W3" panose="020C04030202040F0204" pitchFamily="34" charset="-122"/>
              </a:rPr>
              <a:t>mln.)</a:t>
            </a:r>
            <a:endParaRPr sz="640" dirty="0">
              <a:solidFill>
                <a:srgbClr val="FFFFFF"/>
              </a:solidFill>
              <a:latin typeface="腾讯体 W3" panose="020C04030202040F0204" pitchFamily="34" charset="-122"/>
              <a:cs typeface="腾讯体 W3" panose="020C04030202040F0204" pitchFamily="34" charset="-122"/>
            </a:endParaRPr>
          </a:p>
        </p:txBody>
      </p:sp>
      <p:sp>
        <p:nvSpPr>
          <p:cNvPr id="89" name="object 89"/>
          <p:cNvSpPr/>
          <p:nvPr/>
        </p:nvSpPr>
        <p:spPr>
          <a:xfrm>
            <a:off x="5199380" y="1155065"/>
            <a:ext cx="5963920" cy="2462530"/>
          </a:xfrm>
          <a:custGeom>
            <a:avLst/>
            <a:gdLst/>
            <a:ahLst/>
            <a:cxnLst/>
            <a:rect l="l" t="t" r="r" b="b"/>
            <a:pathLst>
              <a:path w="4770120" h="2280285">
                <a:moveTo>
                  <a:pt x="0" y="2280005"/>
                </a:moveTo>
                <a:lnTo>
                  <a:pt x="4770005" y="2280005"/>
                </a:lnTo>
                <a:lnTo>
                  <a:pt x="4770005" y="0"/>
                </a:lnTo>
                <a:lnTo>
                  <a:pt x="0" y="0"/>
                </a:lnTo>
                <a:lnTo>
                  <a:pt x="0" y="2280005"/>
                </a:lnTo>
                <a:close/>
              </a:path>
            </a:pathLst>
          </a:custGeom>
          <a:solidFill>
            <a:schemeClr val="accent4"/>
          </a:solidFill>
        </p:spPr>
        <p:txBody>
          <a:bodyPr wrap="square" lIns="0" tIns="0" rIns="0" bIns="0" rtlCol="0"/>
          <a:lstStyle/>
          <a:p>
            <a:endParaRPr sz="1800">
              <a:latin typeface="腾讯体 W3" panose="020C04030202040F0204" pitchFamily="34" charset="-122"/>
            </a:endParaRPr>
          </a:p>
        </p:txBody>
      </p:sp>
      <p:sp>
        <p:nvSpPr>
          <p:cNvPr id="90" name="object 90"/>
          <p:cNvSpPr txBox="1"/>
          <p:nvPr/>
        </p:nvSpPr>
        <p:spPr>
          <a:xfrm>
            <a:off x="5323205" y="1911985"/>
            <a:ext cx="896620" cy="153670"/>
          </a:xfrm>
          <a:prstGeom prst="rect">
            <a:avLst/>
          </a:prstGeom>
        </p:spPr>
        <p:txBody>
          <a:bodyPr vert="horz" wrap="square" lIns="0" tIns="0" rIns="0" bIns="0" rtlCol="0">
            <a:spAutoFit/>
          </a:bodyPr>
          <a:lstStyle/>
          <a:p>
            <a:pPr>
              <a:lnSpc>
                <a:spcPct val="100000"/>
              </a:lnSpc>
            </a:pPr>
            <a:r>
              <a:rPr sz="1000" dirty="0">
                <a:solidFill>
                  <a:srgbClr val="FFFFFF"/>
                </a:solidFill>
                <a:latin typeface="腾讯体 W3" panose="020C04030202040F0204" pitchFamily="34" charset="-122"/>
                <a:cs typeface="腾讯体 W3" panose="020C04030202040F0204" pitchFamily="34" charset="-122"/>
              </a:rPr>
              <a:t>Assurance</a:t>
            </a:r>
            <a:endParaRPr sz="1000" dirty="0">
              <a:solidFill>
                <a:srgbClr val="FFFFFF"/>
              </a:solidFill>
              <a:latin typeface="腾讯体 W3" panose="020C04030202040F0204" pitchFamily="34" charset="-122"/>
              <a:cs typeface="腾讯体 W3" panose="020C04030202040F0204" pitchFamily="34" charset="-122"/>
            </a:endParaRPr>
          </a:p>
        </p:txBody>
      </p:sp>
      <p:sp>
        <p:nvSpPr>
          <p:cNvPr id="91" name="object 91"/>
          <p:cNvSpPr txBox="1"/>
          <p:nvPr/>
        </p:nvSpPr>
        <p:spPr>
          <a:xfrm>
            <a:off x="5323205" y="2436495"/>
            <a:ext cx="908050" cy="153670"/>
          </a:xfrm>
          <a:prstGeom prst="rect">
            <a:avLst/>
          </a:prstGeom>
        </p:spPr>
        <p:txBody>
          <a:bodyPr vert="horz" wrap="square" lIns="0" tIns="0" rIns="0" bIns="0" rtlCol="0">
            <a:spAutoFit/>
          </a:bodyPr>
          <a:lstStyle/>
          <a:p>
            <a:pPr>
              <a:lnSpc>
                <a:spcPct val="100000"/>
              </a:lnSpc>
            </a:pPr>
            <a:r>
              <a:rPr sz="1000" spc="-45" dirty="0">
                <a:solidFill>
                  <a:srgbClr val="FFFFFF"/>
                </a:solidFill>
                <a:latin typeface="腾讯体 W3" panose="020C04030202040F0204" pitchFamily="34" charset="-122"/>
                <a:cs typeface="腾讯体 W3" panose="020C04030202040F0204" pitchFamily="34" charset="-122"/>
              </a:rPr>
              <a:t>Tax </a:t>
            </a:r>
            <a:r>
              <a:rPr sz="1000" dirty="0">
                <a:solidFill>
                  <a:srgbClr val="FFFFFF"/>
                </a:solidFill>
                <a:latin typeface="腾讯体 W3" panose="020C04030202040F0204" pitchFamily="34" charset="-122"/>
                <a:cs typeface="腾讯体 W3" panose="020C04030202040F0204" pitchFamily="34" charset="-122"/>
              </a:rPr>
              <a:t>&amp;</a:t>
            </a:r>
            <a:r>
              <a:rPr sz="1000" spc="-55" dirty="0">
                <a:solidFill>
                  <a:srgbClr val="FFFFFF"/>
                </a:solidFill>
                <a:latin typeface="腾讯体 W3" panose="020C04030202040F0204" pitchFamily="34" charset="-122"/>
                <a:cs typeface="腾讯体 W3" panose="020C04030202040F0204" pitchFamily="34" charset="-122"/>
              </a:rPr>
              <a:t> </a:t>
            </a:r>
            <a:r>
              <a:rPr sz="1000" dirty="0">
                <a:solidFill>
                  <a:srgbClr val="FFFFFF"/>
                </a:solidFill>
                <a:latin typeface="腾讯体 W3" panose="020C04030202040F0204" pitchFamily="34" charset="-122"/>
                <a:cs typeface="腾讯体 W3" panose="020C04030202040F0204" pitchFamily="34" charset="-122"/>
              </a:rPr>
              <a:t>HRS</a:t>
            </a:r>
            <a:endParaRPr sz="1000" dirty="0">
              <a:solidFill>
                <a:srgbClr val="FFFFFF"/>
              </a:solidFill>
              <a:latin typeface="腾讯体 W3" panose="020C04030202040F0204" pitchFamily="34" charset="-122"/>
              <a:cs typeface="腾讯体 W3" panose="020C04030202040F0204" pitchFamily="34" charset="-122"/>
            </a:endParaRPr>
          </a:p>
        </p:txBody>
      </p:sp>
      <p:sp>
        <p:nvSpPr>
          <p:cNvPr id="92" name="object 92"/>
          <p:cNvSpPr txBox="1"/>
          <p:nvPr/>
        </p:nvSpPr>
        <p:spPr>
          <a:xfrm>
            <a:off x="5323205" y="2961005"/>
            <a:ext cx="737235" cy="153670"/>
          </a:xfrm>
          <a:prstGeom prst="rect">
            <a:avLst/>
          </a:prstGeom>
        </p:spPr>
        <p:txBody>
          <a:bodyPr vert="horz" wrap="square" lIns="0" tIns="0" rIns="0" bIns="0" rtlCol="0">
            <a:spAutoFit/>
          </a:bodyPr>
          <a:lstStyle/>
          <a:p>
            <a:pPr>
              <a:lnSpc>
                <a:spcPct val="100000"/>
              </a:lnSpc>
            </a:pPr>
            <a:r>
              <a:rPr sz="1000" dirty="0">
                <a:solidFill>
                  <a:srgbClr val="FFFFFF"/>
                </a:solidFill>
                <a:latin typeface="腾讯体 W3" panose="020C04030202040F0204" pitchFamily="34" charset="-122"/>
                <a:cs typeface="腾讯体 W3" panose="020C04030202040F0204" pitchFamily="34" charset="-122"/>
              </a:rPr>
              <a:t>Advisory</a:t>
            </a:r>
            <a:endParaRPr sz="1000" dirty="0">
              <a:solidFill>
                <a:srgbClr val="FFFFFF"/>
              </a:solidFill>
              <a:latin typeface="腾讯体 W3" panose="020C04030202040F0204" pitchFamily="34" charset="-122"/>
              <a:cs typeface="腾讯体 W3" panose="020C04030202040F0204" pitchFamily="34" charset="-122"/>
            </a:endParaRPr>
          </a:p>
        </p:txBody>
      </p:sp>
      <p:sp>
        <p:nvSpPr>
          <p:cNvPr id="94" name="object 94"/>
          <p:cNvSpPr txBox="1"/>
          <p:nvPr/>
        </p:nvSpPr>
        <p:spPr>
          <a:xfrm>
            <a:off x="10127615" y="3382645"/>
            <a:ext cx="865505" cy="125095"/>
          </a:xfrm>
          <a:prstGeom prst="rect">
            <a:avLst/>
          </a:prstGeom>
        </p:spPr>
        <p:txBody>
          <a:bodyPr vert="horz" wrap="square" lIns="0" tIns="0" rIns="0" bIns="0" rtlCol="0">
            <a:spAutoFit/>
          </a:bodyPr>
          <a:lstStyle/>
          <a:p>
            <a:pPr>
              <a:lnSpc>
                <a:spcPct val="100000"/>
              </a:lnSpc>
            </a:pPr>
            <a:r>
              <a:rPr sz="820" dirty="0">
                <a:solidFill>
                  <a:srgbClr val="FFFFFF"/>
                </a:solidFill>
                <a:latin typeface="腾讯体 W3" panose="020C04030202040F0204" pitchFamily="34" charset="-122"/>
                <a:cs typeface="腾讯体 W3" panose="020C04030202040F0204" pitchFamily="34" charset="-122"/>
              </a:rPr>
              <a:t>Zie pagina</a:t>
            </a:r>
            <a:r>
              <a:rPr sz="820" spc="-100" dirty="0">
                <a:solidFill>
                  <a:srgbClr val="FFFFFF"/>
                </a:solidFill>
                <a:latin typeface="腾讯体 W3" panose="020C04030202040F0204" pitchFamily="34" charset="-122"/>
                <a:cs typeface="腾讯体 W3" panose="020C04030202040F0204" pitchFamily="34" charset="-122"/>
              </a:rPr>
              <a:t> </a:t>
            </a:r>
            <a:r>
              <a:rPr sz="820" dirty="0">
                <a:solidFill>
                  <a:srgbClr val="FFFFFF"/>
                </a:solidFill>
                <a:latin typeface="腾讯体 W3" panose="020C04030202040F0204" pitchFamily="34" charset="-122"/>
                <a:cs typeface="腾讯体 W3" panose="020C04030202040F0204" pitchFamily="34" charset="-122"/>
              </a:rPr>
              <a:t>46</a:t>
            </a:r>
            <a:endParaRPr sz="820" dirty="0">
              <a:solidFill>
                <a:srgbClr val="FFFFFF"/>
              </a:solidFill>
              <a:latin typeface="腾讯体 W3" panose="020C04030202040F0204" pitchFamily="34" charset="-122"/>
              <a:cs typeface="腾讯体 W3" panose="020C04030202040F0204" pitchFamily="34" charset="-122"/>
            </a:endParaRPr>
          </a:p>
        </p:txBody>
      </p:sp>
      <p:sp>
        <p:nvSpPr>
          <p:cNvPr id="95" name="object 95"/>
          <p:cNvSpPr txBox="1"/>
          <p:nvPr/>
        </p:nvSpPr>
        <p:spPr>
          <a:xfrm>
            <a:off x="3792220" y="1249680"/>
            <a:ext cx="1080135" cy="125095"/>
          </a:xfrm>
          <a:prstGeom prst="rect">
            <a:avLst/>
          </a:prstGeom>
        </p:spPr>
        <p:txBody>
          <a:bodyPr vert="horz" wrap="square" lIns="0" tIns="0" rIns="0" bIns="0" rtlCol="0">
            <a:spAutoFit/>
          </a:bodyPr>
          <a:lstStyle/>
          <a:p>
            <a:pPr>
              <a:lnSpc>
                <a:spcPct val="100000"/>
              </a:lnSpc>
            </a:pPr>
            <a:r>
              <a:rPr sz="820" dirty="0">
                <a:solidFill>
                  <a:srgbClr val="FFFFFF"/>
                </a:solidFill>
                <a:latin typeface="腾讯体 W3" panose="020C04030202040F0204" pitchFamily="34" charset="-122"/>
                <a:cs typeface="腾讯体 W3" panose="020C04030202040F0204" pitchFamily="34" charset="-122"/>
              </a:rPr>
              <a:t>Zie pagina</a:t>
            </a:r>
            <a:r>
              <a:rPr sz="820" spc="-100" dirty="0">
                <a:solidFill>
                  <a:srgbClr val="FFFFFF"/>
                </a:solidFill>
                <a:latin typeface="腾讯体 W3" panose="020C04030202040F0204" pitchFamily="34" charset="-122"/>
                <a:cs typeface="腾讯体 W3" panose="020C04030202040F0204" pitchFamily="34" charset="-122"/>
              </a:rPr>
              <a:t> </a:t>
            </a:r>
            <a:r>
              <a:rPr sz="820" dirty="0">
                <a:solidFill>
                  <a:srgbClr val="FFFFFF"/>
                </a:solidFill>
                <a:latin typeface="腾讯体 W3" panose="020C04030202040F0204" pitchFamily="34" charset="-122"/>
                <a:cs typeface="腾讯体 W3" panose="020C04030202040F0204" pitchFamily="34" charset="-122"/>
              </a:rPr>
              <a:t>42-44</a:t>
            </a:r>
            <a:endParaRPr sz="820" dirty="0">
              <a:solidFill>
                <a:srgbClr val="FFFFFF"/>
              </a:solidFill>
              <a:latin typeface="腾讯体 W3" panose="020C04030202040F0204" pitchFamily="34" charset="-122"/>
              <a:cs typeface="腾讯体 W3" panose="020C04030202040F0204" pitchFamily="34" charset="-122"/>
            </a:endParaRPr>
          </a:p>
        </p:txBody>
      </p:sp>
      <p:sp>
        <p:nvSpPr>
          <p:cNvPr id="96" name="object 96"/>
          <p:cNvSpPr/>
          <p:nvPr/>
        </p:nvSpPr>
        <p:spPr>
          <a:xfrm>
            <a:off x="5382260" y="1801495"/>
            <a:ext cx="5578475" cy="0"/>
          </a:xfrm>
          <a:custGeom>
            <a:avLst/>
            <a:gdLst/>
            <a:ahLst/>
            <a:cxnLst/>
            <a:rect l="l" t="t" r="r" b="b"/>
            <a:pathLst>
              <a:path w="4462145">
                <a:moveTo>
                  <a:pt x="0" y="0"/>
                </a:moveTo>
                <a:lnTo>
                  <a:pt x="4461865" y="0"/>
                </a:lnTo>
              </a:path>
            </a:pathLst>
          </a:custGeom>
          <a:ln w="12700">
            <a:solidFill>
              <a:srgbClr val="FFFFFF"/>
            </a:solidFill>
            <a:prstDash val="dot"/>
          </a:ln>
        </p:spPr>
        <p:txBody>
          <a:bodyPr wrap="square" lIns="0" tIns="0" rIns="0" bIns="0" rtlCol="0"/>
          <a:lstStyle/>
          <a:p>
            <a:endParaRPr sz="1800">
              <a:latin typeface="腾讯体 W3" panose="020C04030202040F0204" pitchFamily="34" charset="-122"/>
            </a:endParaRPr>
          </a:p>
        </p:txBody>
      </p:sp>
      <p:sp>
        <p:nvSpPr>
          <p:cNvPr id="97" name="object 97"/>
          <p:cNvSpPr/>
          <p:nvPr/>
        </p:nvSpPr>
        <p:spPr>
          <a:xfrm>
            <a:off x="5350510" y="180149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98" name="object 98"/>
          <p:cNvSpPr/>
          <p:nvPr/>
        </p:nvSpPr>
        <p:spPr>
          <a:xfrm>
            <a:off x="10976610" y="180149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99" name="object 99"/>
          <p:cNvSpPr/>
          <p:nvPr/>
        </p:nvSpPr>
        <p:spPr>
          <a:xfrm>
            <a:off x="5382260" y="2294890"/>
            <a:ext cx="5578475" cy="0"/>
          </a:xfrm>
          <a:custGeom>
            <a:avLst/>
            <a:gdLst/>
            <a:ahLst/>
            <a:cxnLst/>
            <a:rect l="l" t="t" r="r" b="b"/>
            <a:pathLst>
              <a:path w="4462145">
                <a:moveTo>
                  <a:pt x="0" y="0"/>
                </a:moveTo>
                <a:lnTo>
                  <a:pt x="4461865" y="0"/>
                </a:lnTo>
              </a:path>
            </a:pathLst>
          </a:custGeom>
          <a:ln w="12700">
            <a:solidFill>
              <a:srgbClr val="FFFFFF"/>
            </a:solidFill>
            <a:prstDash val="dot"/>
          </a:ln>
        </p:spPr>
        <p:txBody>
          <a:bodyPr wrap="square" lIns="0" tIns="0" rIns="0" bIns="0" rtlCol="0"/>
          <a:lstStyle/>
          <a:p>
            <a:endParaRPr sz="1800">
              <a:latin typeface="腾讯体 W3" panose="020C04030202040F0204" pitchFamily="34" charset="-122"/>
            </a:endParaRPr>
          </a:p>
        </p:txBody>
      </p:sp>
      <p:sp>
        <p:nvSpPr>
          <p:cNvPr id="100" name="object 100"/>
          <p:cNvSpPr/>
          <p:nvPr/>
        </p:nvSpPr>
        <p:spPr>
          <a:xfrm>
            <a:off x="5350510" y="2294890"/>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01" name="object 101"/>
          <p:cNvSpPr/>
          <p:nvPr/>
        </p:nvSpPr>
        <p:spPr>
          <a:xfrm>
            <a:off x="10976610" y="2294890"/>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02" name="object 102"/>
          <p:cNvSpPr/>
          <p:nvPr/>
        </p:nvSpPr>
        <p:spPr>
          <a:xfrm>
            <a:off x="5382260" y="2787650"/>
            <a:ext cx="5578475" cy="0"/>
          </a:xfrm>
          <a:custGeom>
            <a:avLst/>
            <a:gdLst/>
            <a:ahLst/>
            <a:cxnLst/>
            <a:rect l="l" t="t" r="r" b="b"/>
            <a:pathLst>
              <a:path w="4462145">
                <a:moveTo>
                  <a:pt x="0" y="0"/>
                </a:moveTo>
                <a:lnTo>
                  <a:pt x="4461865" y="0"/>
                </a:lnTo>
              </a:path>
            </a:pathLst>
          </a:custGeom>
          <a:ln w="12700">
            <a:solidFill>
              <a:srgbClr val="FFFFFF"/>
            </a:solidFill>
            <a:prstDash val="dot"/>
          </a:ln>
        </p:spPr>
        <p:txBody>
          <a:bodyPr wrap="square" lIns="0" tIns="0" rIns="0" bIns="0" rtlCol="0"/>
          <a:lstStyle/>
          <a:p>
            <a:endParaRPr sz="1800">
              <a:latin typeface="腾讯体 W3" panose="020C04030202040F0204" pitchFamily="34" charset="-122"/>
            </a:endParaRPr>
          </a:p>
        </p:txBody>
      </p:sp>
      <p:sp>
        <p:nvSpPr>
          <p:cNvPr id="103" name="object 103"/>
          <p:cNvSpPr/>
          <p:nvPr/>
        </p:nvSpPr>
        <p:spPr>
          <a:xfrm>
            <a:off x="5349875" y="2787650"/>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04" name="object 104"/>
          <p:cNvSpPr/>
          <p:nvPr/>
        </p:nvSpPr>
        <p:spPr>
          <a:xfrm>
            <a:off x="10975975" y="2787650"/>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05" name="object 105"/>
          <p:cNvSpPr/>
          <p:nvPr/>
        </p:nvSpPr>
        <p:spPr>
          <a:xfrm>
            <a:off x="5382260" y="3306445"/>
            <a:ext cx="5578475" cy="0"/>
          </a:xfrm>
          <a:custGeom>
            <a:avLst/>
            <a:gdLst/>
            <a:ahLst/>
            <a:cxnLst/>
            <a:rect l="l" t="t" r="r" b="b"/>
            <a:pathLst>
              <a:path w="4462145">
                <a:moveTo>
                  <a:pt x="0" y="0"/>
                </a:moveTo>
                <a:lnTo>
                  <a:pt x="4461865" y="0"/>
                </a:lnTo>
              </a:path>
            </a:pathLst>
          </a:custGeom>
          <a:ln w="12700">
            <a:solidFill>
              <a:srgbClr val="FFFFFF"/>
            </a:solidFill>
            <a:prstDash val="dot"/>
          </a:ln>
        </p:spPr>
        <p:txBody>
          <a:bodyPr wrap="square" lIns="0" tIns="0" rIns="0" bIns="0" rtlCol="0"/>
          <a:lstStyle/>
          <a:p>
            <a:endParaRPr sz="1800">
              <a:latin typeface="腾讯体 W3" panose="020C04030202040F0204" pitchFamily="34" charset="-122"/>
            </a:endParaRPr>
          </a:p>
        </p:txBody>
      </p:sp>
      <p:sp>
        <p:nvSpPr>
          <p:cNvPr id="106" name="object 106"/>
          <p:cNvSpPr/>
          <p:nvPr/>
        </p:nvSpPr>
        <p:spPr>
          <a:xfrm>
            <a:off x="5349875" y="330644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07" name="object 107"/>
          <p:cNvSpPr/>
          <p:nvPr/>
        </p:nvSpPr>
        <p:spPr>
          <a:xfrm>
            <a:off x="10975975" y="330644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08" name="object 108"/>
          <p:cNvSpPr/>
          <p:nvPr/>
        </p:nvSpPr>
        <p:spPr>
          <a:xfrm>
            <a:off x="6335395" y="1623060"/>
            <a:ext cx="0" cy="1630680"/>
          </a:xfrm>
          <a:custGeom>
            <a:avLst/>
            <a:gdLst/>
            <a:ahLst/>
            <a:cxnLst/>
            <a:rect l="l" t="t" r="r" b="b"/>
            <a:pathLst>
              <a:path h="1510029">
                <a:moveTo>
                  <a:pt x="0" y="1509941"/>
                </a:moveTo>
                <a:lnTo>
                  <a:pt x="0" y="0"/>
                </a:lnTo>
              </a:path>
            </a:pathLst>
          </a:custGeom>
          <a:ln w="12700">
            <a:solidFill>
              <a:srgbClr val="FFFFFF"/>
            </a:solidFill>
            <a:prstDash val="dot"/>
          </a:ln>
        </p:spPr>
        <p:txBody>
          <a:bodyPr wrap="square" lIns="0" tIns="0" rIns="0" bIns="0" rtlCol="0"/>
          <a:lstStyle/>
          <a:p>
            <a:endParaRPr sz="1800">
              <a:latin typeface="腾讯体 W3" panose="020C04030202040F0204" pitchFamily="34" charset="-122"/>
            </a:endParaRPr>
          </a:p>
        </p:txBody>
      </p:sp>
      <p:sp>
        <p:nvSpPr>
          <p:cNvPr id="109" name="object 109"/>
          <p:cNvSpPr/>
          <p:nvPr/>
        </p:nvSpPr>
        <p:spPr>
          <a:xfrm>
            <a:off x="6335395" y="328104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10" name="object 110"/>
          <p:cNvSpPr/>
          <p:nvPr/>
        </p:nvSpPr>
        <p:spPr>
          <a:xfrm>
            <a:off x="6335395" y="160972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11" name="object 111"/>
          <p:cNvSpPr/>
          <p:nvPr/>
        </p:nvSpPr>
        <p:spPr>
          <a:xfrm>
            <a:off x="8655685" y="1623060"/>
            <a:ext cx="0" cy="1630680"/>
          </a:xfrm>
          <a:custGeom>
            <a:avLst/>
            <a:gdLst/>
            <a:ahLst/>
            <a:cxnLst/>
            <a:rect l="l" t="t" r="r" b="b"/>
            <a:pathLst>
              <a:path h="1510029">
                <a:moveTo>
                  <a:pt x="0" y="1509941"/>
                </a:moveTo>
                <a:lnTo>
                  <a:pt x="0" y="0"/>
                </a:lnTo>
              </a:path>
            </a:pathLst>
          </a:custGeom>
          <a:ln w="12700">
            <a:solidFill>
              <a:srgbClr val="FFFFFF"/>
            </a:solidFill>
            <a:prstDash val="dot"/>
          </a:ln>
        </p:spPr>
        <p:txBody>
          <a:bodyPr wrap="square" lIns="0" tIns="0" rIns="0" bIns="0" rtlCol="0"/>
          <a:lstStyle/>
          <a:p>
            <a:endParaRPr sz="1800">
              <a:latin typeface="腾讯体 W3" panose="020C04030202040F0204" pitchFamily="34" charset="-122"/>
            </a:endParaRPr>
          </a:p>
        </p:txBody>
      </p:sp>
      <p:sp>
        <p:nvSpPr>
          <p:cNvPr id="112" name="object 112"/>
          <p:cNvSpPr/>
          <p:nvPr/>
        </p:nvSpPr>
        <p:spPr>
          <a:xfrm>
            <a:off x="8655685" y="328104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13" name="object 113"/>
          <p:cNvSpPr/>
          <p:nvPr/>
        </p:nvSpPr>
        <p:spPr>
          <a:xfrm>
            <a:off x="8655685" y="160972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14" name="object 114"/>
          <p:cNvSpPr/>
          <p:nvPr/>
        </p:nvSpPr>
        <p:spPr>
          <a:xfrm>
            <a:off x="10976610" y="1623060"/>
            <a:ext cx="0" cy="1630680"/>
          </a:xfrm>
          <a:custGeom>
            <a:avLst/>
            <a:gdLst/>
            <a:ahLst/>
            <a:cxnLst/>
            <a:rect l="l" t="t" r="r" b="b"/>
            <a:pathLst>
              <a:path h="1510029">
                <a:moveTo>
                  <a:pt x="0" y="1509941"/>
                </a:moveTo>
                <a:lnTo>
                  <a:pt x="0" y="0"/>
                </a:lnTo>
              </a:path>
            </a:pathLst>
          </a:custGeom>
          <a:ln w="12700">
            <a:solidFill>
              <a:srgbClr val="FFFFFF"/>
            </a:solidFill>
            <a:prstDash val="dot"/>
          </a:ln>
        </p:spPr>
        <p:txBody>
          <a:bodyPr wrap="square" lIns="0" tIns="0" rIns="0" bIns="0" rtlCol="0"/>
          <a:lstStyle/>
          <a:p>
            <a:endParaRPr sz="1800">
              <a:latin typeface="腾讯体 W3" panose="020C04030202040F0204" pitchFamily="34" charset="-122"/>
            </a:endParaRPr>
          </a:p>
        </p:txBody>
      </p:sp>
      <p:sp>
        <p:nvSpPr>
          <p:cNvPr id="115" name="object 115"/>
          <p:cNvSpPr/>
          <p:nvPr/>
        </p:nvSpPr>
        <p:spPr>
          <a:xfrm>
            <a:off x="10976610" y="328104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16" name="object 116"/>
          <p:cNvSpPr/>
          <p:nvPr/>
        </p:nvSpPr>
        <p:spPr>
          <a:xfrm>
            <a:off x="10976610" y="160972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17" name="object 117"/>
          <p:cNvSpPr txBox="1"/>
          <p:nvPr/>
        </p:nvSpPr>
        <p:spPr>
          <a:xfrm>
            <a:off x="6434455" y="1919605"/>
            <a:ext cx="363220"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50" dirty="0">
                <a:solidFill>
                  <a:srgbClr val="FFFFFF"/>
                </a:solidFill>
                <a:latin typeface="腾讯体 W3" panose="020C04030202040F0204" pitchFamily="34" charset="-122"/>
                <a:cs typeface="腾讯体 W3" panose="020C04030202040F0204" pitchFamily="34" charset="-122"/>
              </a:rPr>
              <a:t>1</a:t>
            </a:r>
            <a:r>
              <a:rPr sz="820" spc="15" dirty="0">
                <a:solidFill>
                  <a:srgbClr val="FFFFFF"/>
                </a:solidFill>
                <a:latin typeface="腾讯体 W3" panose="020C04030202040F0204" pitchFamily="34" charset="-122"/>
                <a:cs typeface="腾讯体 W3" panose="020C04030202040F0204" pitchFamily="34" charset="-122"/>
              </a:rPr>
              <a:t>4</a:t>
            </a:r>
            <a:r>
              <a:rPr sz="820" spc="5" dirty="0">
                <a:solidFill>
                  <a:srgbClr val="FFFFFF"/>
                </a:solidFill>
                <a:latin typeface="腾讯体 W3" panose="020C04030202040F0204" pitchFamily="34" charset="-122"/>
                <a:cs typeface="腾讯体 W3" panose="020C04030202040F0204" pitchFamily="34" charset="-122"/>
              </a:rPr>
              <a:t>/</a:t>
            </a:r>
            <a:endParaRPr sz="820">
              <a:latin typeface="腾讯体 W3" panose="020C04030202040F0204" pitchFamily="34" charset="-122"/>
              <a:cs typeface="腾讯体 W3" panose="020C04030202040F0204" pitchFamily="34" charset="-122"/>
            </a:endParaRPr>
          </a:p>
          <a:p>
            <a:pPr>
              <a:lnSpc>
                <a:spcPts val="990"/>
              </a:lnSpc>
            </a:pPr>
            <a:r>
              <a:rPr sz="820" spc="-20" dirty="0">
                <a:solidFill>
                  <a:srgbClr val="FFFFFF"/>
                </a:solidFill>
                <a:latin typeface="腾讯体 W3" panose="020C04030202040F0204" pitchFamily="34" charset="-122"/>
                <a:cs typeface="腾讯体 W3" panose="020C04030202040F0204" pitchFamily="34" charset="-122"/>
              </a:rPr>
              <a:t>2015</a:t>
            </a:r>
            <a:endParaRPr sz="820" spc="-20" dirty="0">
              <a:solidFill>
                <a:srgbClr val="FFFFFF"/>
              </a:solidFill>
              <a:latin typeface="腾讯体 W3" panose="020C04030202040F0204" pitchFamily="34" charset="-122"/>
              <a:cs typeface="腾讯体 W3" panose="020C04030202040F0204" pitchFamily="34" charset="-122"/>
            </a:endParaRPr>
          </a:p>
        </p:txBody>
      </p:sp>
      <p:sp>
        <p:nvSpPr>
          <p:cNvPr id="118" name="object 118"/>
          <p:cNvSpPr txBox="1"/>
          <p:nvPr/>
        </p:nvSpPr>
        <p:spPr>
          <a:xfrm>
            <a:off x="8765540" y="1919605"/>
            <a:ext cx="363220"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50" dirty="0">
                <a:solidFill>
                  <a:srgbClr val="FFFFFF"/>
                </a:solidFill>
                <a:latin typeface="腾讯体 W3" panose="020C04030202040F0204" pitchFamily="34" charset="-122"/>
                <a:cs typeface="腾讯体 W3" panose="020C04030202040F0204" pitchFamily="34" charset="-122"/>
              </a:rPr>
              <a:t>1</a:t>
            </a:r>
            <a:r>
              <a:rPr sz="820" spc="15" dirty="0">
                <a:solidFill>
                  <a:srgbClr val="FFFFFF"/>
                </a:solidFill>
                <a:latin typeface="腾讯体 W3" panose="020C04030202040F0204" pitchFamily="34" charset="-122"/>
                <a:cs typeface="腾讯体 W3" panose="020C04030202040F0204" pitchFamily="34" charset="-122"/>
              </a:rPr>
              <a:t>4</a:t>
            </a:r>
            <a:r>
              <a:rPr sz="820" spc="5" dirty="0">
                <a:solidFill>
                  <a:srgbClr val="FFFFFF"/>
                </a:solidFill>
                <a:latin typeface="腾讯体 W3" panose="020C04030202040F0204" pitchFamily="34" charset="-122"/>
                <a:cs typeface="腾讯体 W3" panose="020C04030202040F0204" pitchFamily="34" charset="-122"/>
              </a:rPr>
              <a:t>/</a:t>
            </a:r>
            <a:endParaRPr sz="820">
              <a:latin typeface="腾讯体 W3" panose="020C04030202040F0204" pitchFamily="34" charset="-122"/>
              <a:cs typeface="腾讯体 W3" panose="020C04030202040F0204" pitchFamily="34" charset="-122"/>
            </a:endParaRPr>
          </a:p>
          <a:p>
            <a:pPr>
              <a:lnSpc>
                <a:spcPts val="990"/>
              </a:lnSpc>
            </a:pPr>
            <a:r>
              <a:rPr sz="820" spc="-20" dirty="0">
                <a:solidFill>
                  <a:srgbClr val="FFFFFF"/>
                </a:solidFill>
                <a:latin typeface="腾讯体 W3" panose="020C04030202040F0204" pitchFamily="34" charset="-122"/>
                <a:cs typeface="腾讯体 W3" panose="020C04030202040F0204" pitchFamily="34" charset="-122"/>
              </a:rPr>
              <a:t>2015</a:t>
            </a:r>
            <a:endParaRPr sz="820" spc="-20" dirty="0">
              <a:solidFill>
                <a:srgbClr val="FFFFFF"/>
              </a:solidFill>
              <a:latin typeface="腾讯体 W3" panose="020C04030202040F0204" pitchFamily="34" charset="-122"/>
              <a:cs typeface="腾讯体 W3" panose="020C04030202040F0204" pitchFamily="34" charset="-122"/>
            </a:endParaRPr>
          </a:p>
        </p:txBody>
      </p:sp>
      <p:sp>
        <p:nvSpPr>
          <p:cNvPr id="119" name="object 119"/>
          <p:cNvSpPr txBox="1"/>
          <p:nvPr/>
        </p:nvSpPr>
        <p:spPr>
          <a:xfrm>
            <a:off x="6434455" y="2423795"/>
            <a:ext cx="363220"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50" dirty="0">
                <a:solidFill>
                  <a:srgbClr val="FFFFFF"/>
                </a:solidFill>
                <a:latin typeface="腾讯体 W3" panose="020C04030202040F0204" pitchFamily="34" charset="-122"/>
                <a:cs typeface="腾讯体 W3" panose="020C04030202040F0204" pitchFamily="34" charset="-122"/>
              </a:rPr>
              <a:t>1</a:t>
            </a:r>
            <a:r>
              <a:rPr sz="820" spc="15" dirty="0">
                <a:solidFill>
                  <a:srgbClr val="FFFFFF"/>
                </a:solidFill>
                <a:latin typeface="腾讯体 W3" panose="020C04030202040F0204" pitchFamily="34" charset="-122"/>
                <a:cs typeface="腾讯体 W3" panose="020C04030202040F0204" pitchFamily="34" charset="-122"/>
              </a:rPr>
              <a:t>4</a:t>
            </a:r>
            <a:r>
              <a:rPr sz="820" spc="5" dirty="0">
                <a:solidFill>
                  <a:srgbClr val="FFFFFF"/>
                </a:solidFill>
                <a:latin typeface="腾讯体 W3" panose="020C04030202040F0204" pitchFamily="34" charset="-122"/>
                <a:cs typeface="腾讯体 W3" panose="020C04030202040F0204" pitchFamily="34" charset="-122"/>
              </a:rPr>
              <a:t>/</a:t>
            </a:r>
            <a:endParaRPr sz="820">
              <a:latin typeface="腾讯体 W3" panose="020C04030202040F0204" pitchFamily="34" charset="-122"/>
              <a:cs typeface="腾讯体 W3" panose="020C04030202040F0204" pitchFamily="34" charset="-122"/>
            </a:endParaRPr>
          </a:p>
          <a:p>
            <a:pPr>
              <a:lnSpc>
                <a:spcPts val="990"/>
              </a:lnSpc>
            </a:pPr>
            <a:r>
              <a:rPr sz="820" spc="-20" dirty="0">
                <a:solidFill>
                  <a:srgbClr val="FFFFFF"/>
                </a:solidFill>
                <a:latin typeface="腾讯体 W3" panose="020C04030202040F0204" pitchFamily="34" charset="-122"/>
                <a:cs typeface="腾讯体 W3" panose="020C04030202040F0204" pitchFamily="34" charset="-122"/>
              </a:rPr>
              <a:t>2015</a:t>
            </a:r>
            <a:endParaRPr sz="820" spc="-20" dirty="0">
              <a:solidFill>
                <a:srgbClr val="FFFFFF"/>
              </a:solidFill>
              <a:latin typeface="腾讯体 W3" panose="020C04030202040F0204" pitchFamily="34" charset="-122"/>
              <a:cs typeface="腾讯体 W3" panose="020C04030202040F0204" pitchFamily="34" charset="-122"/>
            </a:endParaRPr>
          </a:p>
        </p:txBody>
      </p:sp>
      <p:sp>
        <p:nvSpPr>
          <p:cNvPr id="120" name="object 120"/>
          <p:cNvSpPr txBox="1"/>
          <p:nvPr/>
        </p:nvSpPr>
        <p:spPr>
          <a:xfrm>
            <a:off x="8765540" y="2423795"/>
            <a:ext cx="363220"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50" dirty="0">
                <a:solidFill>
                  <a:srgbClr val="FFFFFF"/>
                </a:solidFill>
                <a:latin typeface="腾讯体 W3" panose="020C04030202040F0204" pitchFamily="34" charset="-122"/>
                <a:cs typeface="腾讯体 W3" panose="020C04030202040F0204" pitchFamily="34" charset="-122"/>
              </a:rPr>
              <a:t>1</a:t>
            </a:r>
            <a:r>
              <a:rPr sz="820" spc="15" dirty="0">
                <a:solidFill>
                  <a:srgbClr val="FFFFFF"/>
                </a:solidFill>
                <a:latin typeface="腾讯体 W3" panose="020C04030202040F0204" pitchFamily="34" charset="-122"/>
                <a:cs typeface="腾讯体 W3" panose="020C04030202040F0204" pitchFamily="34" charset="-122"/>
              </a:rPr>
              <a:t>4</a:t>
            </a:r>
            <a:r>
              <a:rPr sz="820" spc="5" dirty="0">
                <a:solidFill>
                  <a:srgbClr val="FFFFFF"/>
                </a:solidFill>
                <a:latin typeface="腾讯体 W3" panose="020C04030202040F0204" pitchFamily="34" charset="-122"/>
                <a:cs typeface="腾讯体 W3" panose="020C04030202040F0204" pitchFamily="34" charset="-122"/>
              </a:rPr>
              <a:t>/</a:t>
            </a:r>
            <a:endParaRPr sz="820">
              <a:latin typeface="腾讯体 W3" panose="020C04030202040F0204" pitchFamily="34" charset="-122"/>
              <a:cs typeface="腾讯体 W3" panose="020C04030202040F0204" pitchFamily="34" charset="-122"/>
            </a:endParaRPr>
          </a:p>
          <a:p>
            <a:pPr>
              <a:lnSpc>
                <a:spcPts val="990"/>
              </a:lnSpc>
            </a:pPr>
            <a:r>
              <a:rPr sz="820" spc="-20" dirty="0">
                <a:solidFill>
                  <a:srgbClr val="FFFFFF"/>
                </a:solidFill>
                <a:latin typeface="腾讯体 W3" panose="020C04030202040F0204" pitchFamily="34" charset="-122"/>
                <a:cs typeface="腾讯体 W3" panose="020C04030202040F0204" pitchFamily="34" charset="-122"/>
              </a:rPr>
              <a:t>2015</a:t>
            </a:r>
            <a:endParaRPr sz="820" spc="-20" dirty="0">
              <a:solidFill>
                <a:srgbClr val="FFFFFF"/>
              </a:solidFill>
              <a:latin typeface="腾讯体 W3" panose="020C04030202040F0204" pitchFamily="34" charset="-122"/>
              <a:cs typeface="腾讯体 W3" panose="020C04030202040F0204" pitchFamily="34" charset="-122"/>
            </a:endParaRPr>
          </a:p>
        </p:txBody>
      </p:sp>
      <p:sp>
        <p:nvSpPr>
          <p:cNvPr id="121" name="object 121"/>
          <p:cNvSpPr txBox="1"/>
          <p:nvPr/>
        </p:nvSpPr>
        <p:spPr>
          <a:xfrm>
            <a:off x="6434455" y="2928620"/>
            <a:ext cx="363220"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50" dirty="0">
                <a:solidFill>
                  <a:srgbClr val="FFFFFF"/>
                </a:solidFill>
                <a:latin typeface="腾讯体 W3" panose="020C04030202040F0204" pitchFamily="34" charset="-122"/>
                <a:cs typeface="腾讯体 W3" panose="020C04030202040F0204" pitchFamily="34" charset="-122"/>
              </a:rPr>
              <a:t>1</a:t>
            </a:r>
            <a:r>
              <a:rPr sz="820" spc="15" dirty="0">
                <a:solidFill>
                  <a:srgbClr val="FFFFFF"/>
                </a:solidFill>
                <a:latin typeface="腾讯体 W3" panose="020C04030202040F0204" pitchFamily="34" charset="-122"/>
                <a:cs typeface="腾讯体 W3" panose="020C04030202040F0204" pitchFamily="34" charset="-122"/>
              </a:rPr>
              <a:t>4</a:t>
            </a:r>
            <a:r>
              <a:rPr sz="820" spc="5" dirty="0">
                <a:solidFill>
                  <a:srgbClr val="FFFFFF"/>
                </a:solidFill>
                <a:latin typeface="腾讯体 W3" panose="020C04030202040F0204" pitchFamily="34" charset="-122"/>
                <a:cs typeface="腾讯体 W3" panose="020C04030202040F0204" pitchFamily="34" charset="-122"/>
              </a:rPr>
              <a:t>/</a:t>
            </a:r>
            <a:endParaRPr sz="820">
              <a:latin typeface="腾讯体 W3" panose="020C04030202040F0204" pitchFamily="34" charset="-122"/>
              <a:cs typeface="腾讯体 W3" panose="020C04030202040F0204" pitchFamily="34" charset="-122"/>
            </a:endParaRPr>
          </a:p>
          <a:p>
            <a:pPr>
              <a:lnSpc>
                <a:spcPts val="990"/>
              </a:lnSpc>
            </a:pPr>
            <a:r>
              <a:rPr sz="820" spc="-20" dirty="0">
                <a:solidFill>
                  <a:srgbClr val="FFFFFF"/>
                </a:solidFill>
                <a:latin typeface="腾讯体 W3" panose="020C04030202040F0204" pitchFamily="34" charset="-122"/>
                <a:cs typeface="腾讯体 W3" panose="020C04030202040F0204" pitchFamily="34" charset="-122"/>
              </a:rPr>
              <a:t>2015</a:t>
            </a:r>
            <a:endParaRPr sz="820" spc="-20" dirty="0">
              <a:solidFill>
                <a:srgbClr val="FFFFFF"/>
              </a:solidFill>
              <a:latin typeface="腾讯体 W3" panose="020C04030202040F0204" pitchFamily="34" charset="-122"/>
              <a:cs typeface="腾讯体 W3" panose="020C04030202040F0204" pitchFamily="34" charset="-122"/>
            </a:endParaRPr>
          </a:p>
        </p:txBody>
      </p:sp>
      <p:sp>
        <p:nvSpPr>
          <p:cNvPr id="122" name="object 122"/>
          <p:cNvSpPr txBox="1"/>
          <p:nvPr/>
        </p:nvSpPr>
        <p:spPr>
          <a:xfrm>
            <a:off x="8765540" y="2928620"/>
            <a:ext cx="363220"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50" dirty="0">
                <a:solidFill>
                  <a:srgbClr val="FFFFFF"/>
                </a:solidFill>
                <a:latin typeface="腾讯体 W3" panose="020C04030202040F0204" pitchFamily="34" charset="-122"/>
                <a:cs typeface="腾讯体 W3" panose="020C04030202040F0204" pitchFamily="34" charset="-122"/>
              </a:rPr>
              <a:t>1</a:t>
            </a:r>
            <a:r>
              <a:rPr sz="820" spc="15" dirty="0">
                <a:solidFill>
                  <a:srgbClr val="FFFFFF"/>
                </a:solidFill>
                <a:latin typeface="腾讯体 W3" panose="020C04030202040F0204" pitchFamily="34" charset="-122"/>
                <a:cs typeface="腾讯体 W3" panose="020C04030202040F0204" pitchFamily="34" charset="-122"/>
              </a:rPr>
              <a:t>4</a:t>
            </a:r>
            <a:r>
              <a:rPr sz="820" spc="5" dirty="0">
                <a:solidFill>
                  <a:srgbClr val="FFFFFF"/>
                </a:solidFill>
                <a:latin typeface="腾讯体 W3" panose="020C04030202040F0204" pitchFamily="34" charset="-122"/>
                <a:cs typeface="腾讯体 W3" panose="020C04030202040F0204" pitchFamily="34" charset="-122"/>
              </a:rPr>
              <a:t>/</a:t>
            </a:r>
            <a:endParaRPr sz="820">
              <a:latin typeface="腾讯体 W3" panose="020C04030202040F0204" pitchFamily="34" charset="-122"/>
              <a:cs typeface="腾讯体 W3" panose="020C04030202040F0204" pitchFamily="34" charset="-122"/>
            </a:endParaRPr>
          </a:p>
          <a:p>
            <a:pPr>
              <a:lnSpc>
                <a:spcPts val="990"/>
              </a:lnSpc>
            </a:pPr>
            <a:r>
              <a:rPr sz="820" spc="-20" dirty="0">
                <a:solidFill>
                  <a:srgbClr val="FFFFFF"/>
                </a:solidFill>
                <a:latin typeface="腾讯体 W3" panose="020C04030202040F0204" pitchFamily="34" charset="-122"/>
                <a:cs typeface="腾讯体 W3" panose="020C04030202040F0204" pitchFamily="34" charset="-122"/>
              </a:rPr>
              <a:t>2015</a:t>
            </a:r>
            <a:endParaRPr sz="820" spc="-20" dirty="0">
              <a:solidFill>
                <a:srgbClr val="FFFFFF"/>
              </a:solidFill>
              <a:latin typeface="腾讯体 W3" panose="020C04030202040F0204" pitchFamily="34" charset="-122"/>
              <a:cs typeface="腾讯体 W3" panose="020C04030202040F0204" pitchFamily="34" charset="-122"/>
            </a:endParaRPr>
          </a:p>
        </p:txBody>
      </p:sp>
      <p:sp>
        <p:nvSpPr>
          <p:cNvPr id="123" name="object 123"/>
          <p:cNvSpPr txBox="1"/>
          <p:nvPr/>
        </p:nvSpPr>
        <p:spPr>
          <a:xfrm>
            <a:off x="7573010" y="1918970"/>
            <a:ext cx="365125"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35" dirty="0">
                <a:solidFill>
                  <a:srgbClr val="FFFFFF"/>
                </a:solidFill>
                <a:latin typeface="腾讯体 W3" panose="020C04030202040F0204" pitchFamily="34" charset="-122"/>
                <a:cs typeface="腾讯体 W3" panose="020C04030202040F0204" pitchFamily="34" charset="-122"/>
              </a:rPr>
              <a:t>1</a:t>
            </a:r>
            <a:r>
              <a:rPr sz="820" spc="5" dirty="0">
                <a:solidFill>
                  <a:srgbClr val="FFFFFF"/>
                </a:solidFill>
                <a:latin typeface="腾讯体 W3" panose="020C04030202040F0204" pitchFamily="34" charset="-122"/>
                <a:cs typeface="腾讯体 W3" panose="020C04030202040F0204" pitchFamily="34" charset="-122"/>
              </a:rPr>
              <a:t>3/</a:t>
            </a:r>
            <a:endParaRPr sz="820">
              <a:latin typeface="腾讯体 W3" panose="020C04030202040F0204" pitchFamily="34" charset="-122"/>
              <a:cs typeface="腾讯体 W3" panose="020C04030202040F0204" pitchFamily="34" charset="-122"/>
            </a:endParaRPr>
          </a:p>
          <a:p>
            <a:pPr>
              <a:lnSpc>
                <a:spcPts val="990"/>
              </a:lnSpc>
            </a:pPr>
            <a:r>
              <a:rPr sz="820" spc="-25" dirty="0">
                <a:solidFill>
                  <a:srgbClr val="FFFFFF"/>
                </a:solidFill>
                <a:latin typeface="腾讯体 W3" panose="020C04030202040F0204" pitchFamily="34" charset="-122"/>
                <a:cs typeface="腾讯体 W3" panose="020C04030202040F0204" pitchFamily="34" charset="-122"/>
              </a:rPr>
              <a:t>2014</a:t>
            </a:r>
            <a:endParaRPr sz="820" spc="-25" dirty="0">
              <a:solidFill>
                <a:srgbClr val="FFFFFF"/>
              </a:solidFill>
              <a:latin typeface="腾讯体 W3" panose="020C04030202040F0204" pitchFamily="34" charset="-122"/>
              <a:cs typeface="腾讯体 W3" panose="020C04030202040F0204" pitchFamily="34" charset="-122"/>
            </a:endParaRPr>
          </a:p>
        </p:txBody>
      </p:sp>
      <p:sp>
        <p:nvSpPr>
          <p:cNvPr id="124" name="object 124"/>
          <p:cNvSpPr txBox="1"/>
          <p:nvPr/>
        </p:nvSpPr>
        <p:spPr>
          <a:xfrm>
            <a:off x="9903460" y="1918970"/>
            <a:ext cx="365125"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35" dirty="0">
                <a:solidFill>
                  <a:srgbClr val="FFFFFF"/>
                </a:solidFill>
                <a:latin typeface="腾讯体 W3" panose="020C04030202040F0204" pitchFamily="34" charset="-122"/>
                <a:cs typeface="腾讯体 W3" panose="020C04030202040F0204" pitchFamily="34" charset="-122"/>
              </a:rPr>
              <a:t>1</a:t>
            </a:r>
            <a:r>
              <a:rPr sz="820" spc="5" dirty="0">
                <a:solidFill>
                  <a:srgbClr val="FFFFFF"/>
                </a:solidFill>
                <a:latin typeface="腾讯体 W3" panose="020C04030202040F0204" pitchFamily="34" charset="-122"/>
                <a:cs typeface="腾讯体 W3" panose="020C04030202040F0204" pitchFamily="34" charset="-122"/>
              </a:rPr>
              <a:t>3/</a:t>
            </a:r>
            <a:endParaRPr sz="820">
              <a:latin typeface="腾讯体 W3" panose="020C04030202040F0204" pitchFamily="34" charset="-122"/>
              <a:cs typeface="腾讯体 W3" panose="020C04030202040F0204" pitchFamily="34" charset="-122"/>
            </a:endParaRPr>
          </a:p>
          <a:p>
            <a:pPr>
              <a:lnSpc>
                <a:spcPts val="990"/>
              </a:lnSpc>
            </a:pPr>
            <a:r>
              <a:rPr sz="820" spc="-25" dirty="0">
                <a:solidFill>
                  <a:srgbClr val="FFFFFF"/>
                </a:solidFill>
                <a:latin typeface="腾讯体 W3" panose="020C04030202040F0204" pitchFamily="34" charset="-122"/>
                <a:cs typeface="腾讯体 W3" panose="020C04030202040F0204" pitchFamily="34" charset="-122"/>
              </a:rPr>
              <a:t>2014</a:t>
            </a:r>
            <a:endParaRPr sz="820" spc="-25" dirty="0">
              <a:solidFill>
                <a:srgbClr val="FFFFFF"/>
              </a:solidFill>
              <a:latin typeface="腾讯体 W3" panose="020C04030202040F0204" pitchFamily="34" charset="-122"/>
              <a:cs typeface="腾讯体 W3" panose="020C04030202040F0204" pitchFamily="34" charset="-122"/>
            </a:endParaRPr>
          </a:p>
        </p:txBody>
      </p:sp>
      <p:sp>
        <p:nvSpPr>
          <p:cNvPr id="125" name="object 125"/>
          <p:cNvSpPr txBox="1"/>
          <p:nvPr/>
        </p:nvSpPr>
        <p:spPr>
          <a:xfrm>
            <a:off x="7573010" y="2423795"/>
            <a:ext cx="365125"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35" dirty="0">
                <a:solidFill>
                  <a:srgbClr val="FFFFFF"/>
                </a:solidFill>
                <a:latin typeface="腾讯体 W3" panose="020C04030202040F0204" pitchFamily="34" charset="-122"/>
                <a:cs typeface="腾讯体 W3" panose="020C04030202040F0204" pitchFamily="34" charset="-122"/>
              </a:rPr>
              <a:t>1</a:t>
            </a:r>
            <a:r>
              <a:rPr sz="820" spc="5" dirty="0">
                <a:solidFill>
                  <a:srgbClr val="FFFFFF"/>
                </a:solidFill>
                <a:latin typeface="腾讯体 W3" panose="020C04030202040F0204" pitchFamily="34" charset="-122"/>
                <a:cs typeface="腾讯体 W3" panose="020C04030202040F0204" pitchFamily="34" charset="-122"/>
              </a:rPr>
              <a:t>3/</a:t>
            </a:r>
            <a:endParaRPr sz="820">
              <a:latin typeface="腾讯体 W3" panose="020C04030202040F0204" pitchFamily="34" charset="-122"/>
              <a:cs typeface="腾讯体 W3" panose="020C04030202040F0204" pitchFamily="34" charset="-122"/>
            </a:endParaRPr>
          </a:p>
          <a:p>
            <a:pPr>
              <a:lnSpc>
                <a:spcPts val="990"/>
              </a:lnSpc>
            </a:pPr>
            <a:r>
              <a:rPr sz="820" spc="-25" dirty="0">
                <a:solidFill>
                  <a:srgbClr val="FFFFFF"/>
                </a:solidFill>
                <a:latin typeface="腾讯体 W3" panose="020C04030202040F0204" pitchFamily="34" charset="-122"/>
                <a:cs typeface="腾讯体 W3" panose="020C04030202040F0204" pitchFamily="34" charset="-122"/>
              </a:rPr>
              <a:t>2014</a:t>
            </a:r>
            <a:endParaRPr sz="820" spc="-25" dirty="0">
              <a:solidFill>
                <a:srgbClr val="FFFFFF"/>
              </a:solidFill>
              <a:latin typeface="腾讯体 W3" panose="020C04030202040F0204" pitchFamily="34" charset="-122"/>
              <a:cs typeface="腾讯体 W3" panose="020C04030202040F0204" pitchFamily="34" charset="-122"/>
            </a:endParaRPr>
          </a:p>
        </p:txBody>
      </p:sp>
      <p:sp>
        <p:nvSpPr>
          <p:cNvPr id="126" name="object 126"/>
          <p:cNvSpPr txBox="1"/>
          <p:nvPr/>
        </p:nvSpPr>
        <p:spPr>
          <a:xfrm>
            <a:off x="9903460" y="2423795"/>
            <a:ext cx="365125"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35" dirty="0">
                <a:solidFill>
                  <a:srgbClr val="FFFFFF"/>
                </a:solidFill>
                <a:latin typeface="腾讯体 W3" panose="020C04030202040F0204" pitchFamily="34" charset="-122"/>
                <a:cs typeface="腾讯体 W3" panose="020C04030202040F0204" pitchFamily="34" charset="-122"/>
              </a:rPr>
              <a:t>1</a:t>
            </a:r>
            <a:r>
              <a:rPr sz="820" spc="5" dirty="0">
                <a:solidFill>
                  <a:srgbClr val="FFFFFF"/>
                </a:solidFill>
                <a:latin typeface="腾讯体 W3" panose="020C04030202040F0204" pitchFamily="34" charset="-122"/>
                <a:cs typeface="腾讯体 W3" panose="020C04030202040F0204" pitchFamily="34" charset="-122"/>
              </a:rPr>
              <a:t>3/</a:t>
            </a:r>
            <a:endParaRPr sz="820">
              <a:latin typeface="腾讯体 W3" panose="020C04030202040F0204" pitchFamily="34" charset="-122"/>
              <a:cs typeface="腾讯体 W3" panose="020C04030202040F0204" pitchFamily="34" charset="-122"/>
            </a:endParaRPr>
          </a:p>
          <a:p>
            <a:pPr>
              <a:lnSpc>
                <a:spcPts val="990"/>
              </a:lnSpc>
            </a:pPr>
            <a:r>
              <a:rPr sz="820" spc="-25" dirty="0">
                <a:solidFill>
                  <a:srgbClr val="FFFFFF"/>
                </a:solidFill>
                <a:latin typeface="腾讯体 W3" panose="020C04030202040F0204" pitchFamily="34" charset="-122"/>
                <a:cs typeface="腾讯体 W3" panose="020C04030202040F0204" pitchFamily="34" charset="-122"/>
              </a:rPr>
              <a:t>2014</a:t>
            </a:r>
            <a:endParaRPr sz="820" spc="-25" dirty="0">
              <a:solidFill>
                <a:srgbClr val="FFFFFF"/>
              </a:solidFill>
              <a:latin typeface="腾讯体 W3" panose="020C04030202040F0204" pitchFamily="34" charset="-122"/>
              <a:cs typeface="腾讯体 W3" panose="020C04030202040F0204" pitchFamily="34" charset="-122"/>
            </a:endParaRPr>
          </a:p>
        </p:txBody>
      </p:sp>
      <p:sp>
        <p:nvSpPr>
          <p:cNvPr id="127" name="object 127"/>
          <p:cNvSpPr txBox="1"/>
          <p:nvPr/>
        </p:nvSpPr>
        <p:spPr>
          <a:xfrm>
            <a:off x="7573010" y="2928620"/>
            <a:ext cx="365125"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35" dirty="0">
                <a:solidFill>
                  <a:srgbClr val="FFFFFF"/>
                </a:solidFill>
                <a:latin typeface="腾讯体 W3" panose="020C04030202040F0204" pitchFamily="34" charset="-122"/>
                <a:cs typeface="腾讯体 W3" panose="020C04030202040F0204" pitchFamily="34" charset="-122"/>
              </a:rPr>
              <a:t>1</a:t>
            </a:r>
            <a:r>
              <a:rPr sz="820" spc="5" dirty="0">
                <a:solidFill>
                  <a:srgbClr val="FFFFFF"/>
                </a:solidFill>
                <a:latin typeface="腾讯体 W3" panose="020C04030202040F0204" pitchFamily="34" charset="-122"/>
                <a:cs typeface="腾讯体 W3" panose="020C04030202040F0204" pitchFamily="34" charset="-122"/>
              </a:rPr>
              <a:t>3/</a:t>
            </a:r>
            <a:endParaRPr sz="820">
              <a:latin typeface="腾讯体 W3" panose="020C04030202040F0204" pitchFamily="34" charset="-122"/>
              <a:cs typeface="腾讯体 W3" panose="020C04030202040F0204" pitchFamily="34" charset="-122"/>
            </a:endParaRPr>
          </a:p>
          <a:p>
            <a:pPr>
              <a:lnSpc>
                <a:spcPts val="990"/>
              </a:lnSpc>
            </a:pPr>
            <a:r>
              <a:rPr sz="820" spc="-25" dirty="0">
                <a:solidFill>
                  <a:srgbClr val="FFFFFF"/>
                </a:solidFill>
                <a:latin typeface="腾讯体 W3" panose="020C04030202040F0204" pitchFamily="34" charset="-122"/>
                <a:cs typeface="腾讯体 W3" panose="020C04030202040F0204" pitchFamily="34" charset="-122"/>
              </a:rPr>
              <a:t>2014</a:t>
            </a:r>
            <a:endParaRPr sz="820" spc="-25" dirty="0">
              <a:solidFill>
                <a:srgbClr val="FFFFFF"/>
              </a:solidFill>
              <a:latin typeface="腾讯体 W3" panose="020C04030202040F0204" pitchFamily="34" charset="-122"/>
              <a:cs typeface="腾讯体 W3" panose="020C04030202040F0204" pitchFamily="34" charset="-122"/>
            </a:endParaRPr>
          </a:p>
        </p:txBody>
      </p:sp>
      <p:sp>
        <p:nvSpPr>
          <p:cNvPr id="128" name="object 128"/>
          <p:cNvSpPr txBox="1"/>
          <p:nvPr/>
        </p:nvSpPr>
        <p:spPr>
          <a:xfrm>
            <a:off x="9903460" y="2928620"/>
            <a:ext cx="365125"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35" dirty="0">
                <a:solidFill>
                  <a:srgbClr val="FFFFFF"/>
                </a:solidFill>
                <a:latin typeface="腾讯体 W3" panose="020C04030202040F0204" pitchFamily="34" charset="-122"/>
                <a:cs typeface="腾讯体 W3" panose="020C04030202040F0204" pitchFamily="34" charset="-122"/>
              </a:rPr>
              <a:t>1</a:t>
            </a:r>
            <a:r>
              <a:rPr sz="820" spc="5" dirty="0">
                <a:solidFill>
                  <a:srgbClr val="FFFFFF"/>
                </a:solidFill>
                <a:latin typeface="腾讯体 W3" panose="020C04030202040F0204" pitchFamily="34" charset="-122"/>
                <a:cs typeface="腾讯体 W3" panose="020C04030202040F0204" pitchFamily="34" charset="-122"/>
              </a:rPr>
              <a:t>3/</a:t>
            </a:r>
            <a:endParaRPr sz="820">
              <a:latin typeface="腾讯体 W3" panose="020C04030202040F0204" pitchFamily="34" charset="-122"/>
              <a:cs typeface="腾讯体 W3" panose="020C04030202040F0204" pitchFamily="34" charset="-122"/>
            </a:endParaRPr>
          </a:p>
          <a:p>
            <a:pPr>
              <a:lnSpc>
                <a:spcPts val="990"/>
              </a:lnSpc>
            </a:pPr>
            <a:r>
              <a:rPr sz="820" spc="-25" dirty="0">
                <a:solidFill>
                  <a:srgbClr val="FFFFFF"/>
                </a:solidFill>
                <a:latin typeface="腾讯体 W3" panose="020C04030202040F0204" pitchFamily="34" charset="-122"/>
                <a:cs typeface="腾讯体 W3" panose="020C04030202040F0204" pitchFamily="34" charset="-122"/>
              </a:rPr>
              <a:t>2014</a:t>
            </a:r>
            <a:endParaRPr sz="820" spc="-25" dirty="0">
              <a:solidFill>
                <a:srgbClr val="FFFFFF"/>
              </a:solidFill>
              <a:latin typeface="腾讯体 W3" panose="020C04030202040F0204" pitchFamily="34" charset="-122"/>
              <a:cs typeface="腾讯体 W3" panose="020C04030202040F0204" pitchFamily="34" charset="-122"/>
            </a:endParaRPr>
          </a:p>
        </p:txBody>
      </p:sp>
      <p:sp>
        <p:nvSpPr>
          <p:cNvPr id="129" name="object 129"/>
          <p:cNvSpPr txBox="1"/>
          <p:nvPr/>
        </p:nvSpPr>
        <p:spPr>
          <a:xfrm>
            <a:off x="8754745" y="1583690"/>
            <a:ext cx="999490" cy="153670"/>
          </a:xfrm>
          <a:prstGeom prst="rect">
            <a:avLst/>
          </a:prstGeom>
        </p:spPr>
        <p:txBody>
          <a:bodyPr vert="horz" wrap="square" lIns="0" tIns="0" rIns="0" bIns="0" rtlCol="0">
            <a:spAutoFit/>
          </a:bodyPr>
          <a:lstStyle/>
          <a:p>
            <a:pPr>
              <a:lnSpc>
                <a:spcPct val="100000"/>
              </a:lnSpc>
            </a:pPr>
            <a:r>
              <a:rPr sz="1000" spc="10" dirty="0">
                <a:solidFill>
                  <a:srgbClr val="FFFFFF"/>
                </a:solidFill>
                <a:latin typeface="腾讯体 W3" panose="020C04030202040F0204" pitchFamily="34" charset="-122"/>
                <a:cs typeface="腾讯体 W3" panose="020C04030202040F0204" pitchFamily="34" charset="-122"/>
              </a:rPr>
              <a:t>A</a:t>
            </a:r>
            <a:r>
              <a:rPr sz="1000" dirty="0">
                <a:solidFill>
                  <a:srgbClr val="FFFFFF"/>
                </a:solidFill>
                <a:latin typeface="腾讯体 W3" panose="020C04030202040F0204" pitchFamily="34" charset="-122"/>
                <a:cs typeface="腾讯体 W3" panose="020C04030202040F0204" pitchFamily="34" charset="-122"/>
              </a:rPr>
              <a:t>a</a:t>
            </a:r>
            <a:r>
              <a:rPr sz="1000" spc="-5" dirty="0">
                <a:solidFill>
                  <a:srgbClr val="FFFFFF"/>
                </a:solidFill>
                <a:latin typeface="腾讯体 W3" panose="020C04030202040F0204" pitchFamily="34" charset="-122"/>
                <a:cs typeface="腾讯体 W3" panose="020C04030202040F0204" pitchFamily="34" charset="-122"/>
              </a:rPr>
              <a:t>n</a:t>
            </a:r>
            <a:r>
              <a:rPr sz="1000" dirty="0">
                <a:solidFill>
                  <a:srgbClr val="FFFFFF"/>
                </a:solidFill>
                <a:latin typeface="腾讯体 W3" panose="020C04030202040F0204" pitchFamily="34" charset="-122"/>
                <a:cs typeface="腾讯体 W3" panose="020C04030202040F0204" pitchFamily="34" charset="-122"/>
              </a:rPr>
              <a:t>b</a:t>
            </a:r>
            <a:r>
              <a:rPr sz="1000" spc="-20" dirty="0">
                <a:solidFill>
                  <a:srgbClr val="FFFFFF"/>
                </a:solidFill>
                <a:latin typeface="腾讯体 W3" panose="020C04030202040F0204" pitchFamily="34" charset="-122"/>
                <a:cs typeface="腾讯体 W3" panose="020C04030202040F0204" pitchFamily="34" charset="-122"/>
              </a:rPr>
              <a:t>e</a:t>
            </a:r>
            <a:r>
              <a:rPr sz="1000" spc="-25" dirty="0">
                <a:solidFill>
                  <a:srgbClr val="FFFFFF"/>
                </a:solidFill>
                <a:latin typeface="腾讯体 W3" panose="020C04030202040F0204" pitchFamily="34" charset="-122"/>
                <a:cs typeface="腾讯体 W3" panose="020C04030202040F0204" pitchFamily="34" charset="-122"/>
              </a:rPr>
              <a:t>v</a:t>
            </a:r>
            <a:r>
              <a:rPr sz="1000" spc="5" dirty="0">
                <a:solidFill>
                  <a:srgbClr val="FFFFFF"/>
                </a:solidFill>
                <a:latin typeface="腾讯体 W3" panose="020C04030202040F0204" pitchFamily="34" charset="-122"/>
                <a:cs typeface="腾讯体 W3" panose="020C04030202040F0204" pitchFamily="34" charset="-122"/>
              </a:rPr>
              <a:t>e</a:t>
            </a:r>
            <a:r>
              <a:rPr sz="1000" spc="-10" dirty="0">
                <a:solidFill>
                  <a:srgbClr val="FFFFFF"/>
                </a:solidFill>
                <a:latin typeface="腾讯体 W3" panose="020C04030202040F0204" pitchFamily="34" charset="-122"/>
                <a:cs typeface="腾讯体 W3" panose="020C04030202040F0204" pitchFamily="34" charset="-122"/>
              </a:rPr>
              <a:t>l</a:t>
            </a:r>
            <a:r>
              <a:rPr sz="1000" spc="-5" dirty="0">
                <a:solidFill>
                  <a:srgbClr val="FFFFFF"/>
                </a:solidFill>
                <a:latin typeface="腾讯体 W3" panose="020C04030202040F0204" pitchFamily="34" charset="-122"/>
                <a:cs typeface="腾讯体 W3" panose="020C04030202040F0204" pitchFamily="34" charset="-122"/>
              </a:rPr>
              <a:t>i</a:t>
            </a:r>
            <a:r>
              <a:rPr sz="1000" dirty="0">
                <a:solidFill>
                  <a:srgbClr val="FFFFFF"/>
                </a:solidFill>
                <a:latin typeface="腾讯体 W3" panose="020C04030202040F0204" pitchFamily="34" charset="-122"/>
                <a:cs typeface="腾讯体 W3" panose="020C04030202040F0204" pitchFamily="34" charset="-122"/>
              </a:rPr>
              <a:t>ng</a:t>
            </a:r>
            <a:endParaRPr sz="1000" dirty="0">
              <a:solidFill>
                <a:srgbClr val="FFFFFF"/>
              </a:solidFill>
              <a:latin typeface="腾讯体 W3" panose="020C04030202040F0204" pitchFamily="34" charset="-122"/>
              <a:cs typeface="腾讯体 W3" panose="020C04030202040F0204" pitchFamily="34" charset="-122"/>
            </a:endParaRPr>
          </a:p>
        </p:txBody>
      </p:sp>
      <p:sp>
        <p:nvSpPr>
          <p:cNvPr id="130" name="object 130"/>
          <p:cNvSpPr txBox="1"/>
          <p:nvPr/>
        </p:nvSpPr>
        <p:spPr>
          <a:xfrm>
            <a:off x="5323205" y="1239520"/>
            <a:ext cx="2811780" cy="467995"/>
          </a:xfrm>
          <a:prstGeom prst="rect">
            <a:avLst/>
          </a:prstGeom>
        </p:spPr>
        <p:txBody>
          <a:bodyPr vert="horz" wrap="square" lIns="0" tIns="0" rIns="0" bIns="0" rtlCol="0">
            <a:spAutoFit/>
          </a:bodyPr>
          <a:lstStyle/>
          <a:p>
            <a:pPr>
              <a:lnSpc>
                <a:spcPct val="100000"/>
              </a:lnSpc>
            </a:pPr>
            <a:r>
              <a:rPr sz="1000" spc="-10" dirty="0">
                <a:solidFill>
                  <a:srgbClr val="FFFFFF"/>
                </a:solidFill>
                <a:latin typeface="腾讯体 W3" panose="020C04030202040F0204" pitchFamily="34" charset="-122"/>
                <a:cs typeface="腾讯体 W3" panose="020C04030202040F0204" pitchFamily="34" charset="-122"/>
              </a:rPr>
              <a:t>Waardering </a:t>
            </a:r>
            <a:r>
              <a:rPr sz="1000" dirty="0">
                <a:solidFill>
                  <a:srgbClr val="FFFFFF"/>
                </a:solidFill>
                <a:latin typeface="腾讯体 W3" panose="020C04030202040F0204" pitchFamily="34" charset="-122"/>
                <a:cs typeface="腾讯体 W3" panose="020C04030202040F0204" pitchFamily="34" charset="-122"/>
              </a:rPr>
              <a:t>van klanten licht</a:t>
            </a:r>
            <a:r>
              <a:rPr sz="1000" spc="-50" dirty="0">
                <a:solidFill>
                  <a:srgbClr val="FFFFFF"/>
                </a:solidFill>
                <a:latin typeface="腾讯体 W3" panose="020C04030202040F0204" pitchFamily="34" charset="-122"/>
                <a:cs typeface="腾讯体 W3" panose="020C04030202040F0204" pitchFamily="34" charset="-122"/>
              </a:rPr>
              <a:t> </a:t>
            </a:r>
            <a:r>
              <a:rPr sz="1000" dirty="0">
                <a:solidFill>
                  <a:srgbClr val="FFFFFF"/>
                </a:solidFill>
                <a:latin typeface="腾讯体 W3" panose="020C04030202040F0204" pitchFamily="34" charset="-122"/>
                <a:cs typeface="腾讯体 W3" panose="020C04030202040F0204" pitchFamily="34" charset="-122"/>
              </a:rPr>
              <a:t>gestegen</a:t>
            </a:r>
            <a:endParaRPr sz="1000">
              <a:latin typeface="腾讯体 W3" panose="020C04030202040F0204" pitchFamily="34" charset="-122"/>
              <a:cs typeface="腾讯体 W3" panose="020C04030202040F0204" pitchFamily="34" charset="-122"/>
            </a:endParaRPr>
          </a:p>
          <a:p>
            <a:pPr>
              <a:spcBef>
                <a:spcPts val="50"/>
              </a:spcBef>
            </a:pPr>
            <a:endParaRPr sz="1000">
              <a:latin typeface="腾讯体 W7" panose="020C08030202040F0204" pitchFamily="18" charset="-122"/>
              <a:cs typeface="腾讯体 W7" panose="020C08030202040F0204" pitchFamily="18" charset="-122"/>
            </a:endParaRPr>
          </a:p>
          <a:p>
            <a:pPr marL="881380"/>
            <a:r>
              <a:rPr sz="1000" spc="-5" dirty="0">
                <a:solidFill>
                  <a:srgbClr val="FFFFFF"/>
                </a:solidFill>
                <a:latin typeface="腾讯体 W3" panose="020C04030202040F0204" pitchFamily="34" charset="-122"/>
                <a:cs typeface="腾讯体 W3" panose="020C04030202040F0204" pitchFamily="34" charset="-122"/>
              </a:rPr>
              <a:t>Klanttevredenheid</a:t>
            </a:r>
            <a:endParaRPr sz="1000" spc="-5" dirty="0">
              <a:solidFill>
                <a:srgbClr val="FFFFFF"/>
              </a:solidFill>
              <a:latin typeface="腾讯体 W3" panose="020C04030202040F0204" pitchFamily="34" charset="-122"/>
              <a:cs typeface="腾讯体 W3" panose="020C04030202040F0204" pitchFamily="34" charset="-122"/>
            </a:endParaRPr>
          </a:p>
        </p:txBody>
      </p:sp>
      <p:sp>
        <p:nvSpPr>
          <p:cNvPr id="131" name="object 131"/>
          <p:cNvSpPr/>
          <p:nvPr/>
        </p:nvSpPr>
        <p:spPr>
          <a:xfrm>
            <a:off x="7021830" y="1906905"/>
            <a:ext cx="360680" cy="311150"/>
          </a:xfrm>
          <a:custGeom>
            <a:avLst/>
            <a:gdLst/>
            <a:ahLst/>
            <a:cxnLst/>
            <a:rect l="l" t="t" r="r" b="b"/>
            <a:pathLst>
              <a:path w="288289"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32" name="object 132"/>
          <p:cNvSpPr/>
          <p:nvPr/>
        </p:nvSpPr>
        <p:spPr>
          <a:xfrm>
            <a:off x="8169910" y="1906905"/>
            <a:ext cx="360680" cy="311150"/>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33" name="object 133"/>
          <p:cNvSpPr/>
          <p:nvPr/>
        </p:nvSpPr>
        <p:spPr>
          <a:xfrm>
            <a:off x="9351010" y="1906905"/>
            <a:ext cx="360680" cy="311150"/>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34" name="object 134"/>
          <p:cNvSpPr/>
          <p:nvPr/>
        </p:nvSpPr>
        <p:spPr>
          <a:xfrm>
            <a:off x="10504170" y="1906905"/>
            <a:ext cx="360680" cy="311150"/>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35" name="object 135"/>
          <p:cNvSpPr/>
          <p:nvPr/>
        </p:nvSpPr>
        <p:spPr>
          <a:xfrm>
            <a:off x="7021830" y="2917825"/>
            <a:ext cx="360680" cy="311150"/>
          </a:xfrm>
          <a:custGeom>
            <a:avLst/>
            <a:gdLst/>
            <a:ahLst/>
            <a:cxnLst/>
            <a:rect l="l" t="t" r="r" b="b"/>
            <a:pathLst>
              <a:path w="288289"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36" name="object 136"/>
          <p:cNvSpPr/>
          <p:nvPr/>
        </p:nvSpPr>
        <p:spPr>
          <a:xfrm>
            <a:off x="8169910" y="2917825"/>
            <a:ext cx="360680" cy="311150"/>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37" name="object 137"/>
          <p:cNvSpPr/>
          <p:nvPr/>
        </p:nvSpPr>
        <p:spPr>
          <a:xfrm>
            <a:off x="9351010" y="2917825"/>
            <a:ext cx="360680" cy="311150"/>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38" name="object 138"/>
          <p:cNvSpPr/>
          <p:nvPr/>
        </p:nvSpPr>
        <p:spPr>
          <a:xfrm>
            <a:off x="10504170" y="2917825"/>
            <a:ext cx="360680" cy="311150"/>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39" name="object 139"/>
          <p:cNvSpPr/>
          <p:nvPr/>
        </p:nvSpPr>
        <p:spPr>
          <a:xfrm>
            <a:off x="7033260" y="2421890"/>
            <a:ext cx="360680" cy="311150"/>
          </a:xfrm>
          <a:custGeom>
            <a:avLst/>
            <a:gdLst/>
            <a:ahLst/>
            <a:cxnLst/>
            <a:rect l="l" t="t" r="r" b="b"/>
            <a:pathLst>
              <a:path w="288289"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40" name="object 140"/>
          <p:cNvSpPr/>
          <p:nvPr/>
        </p:nvSpPr>
        <p:spPr>
          <a:xfrm>
            <a:off x="8180705" y="2421890"/>
            <a:ext cx="360680" cy="311150"/>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41" name="object 141"/>
          <p:cNvSpPr/>
          <p:nvPr/>
        </p:nvSpPr>
        <p:spPr>
          <a:xfrm>
            <a:off x="9362440" y="2421890"/>
            <a:ext cx="360680" cy="311150"/>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42" name="object 142"/>
          <p:cNvSpPr/>
          <p:nvPr/>
        </p:nvSpPr>
        <p:spPr>
          <a:xfrm>
            <a:off x="10515600" y="2421890"/>
            <a:ext cx="360680" cy="311150"/>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43" name="object 143"/>
          <p:cNvSpPr txBox="1"/>
          <p:nvPr/>
        </p:nvSpPr>
        <p:spPr>
          <a:xfrm>
            <a:off x="7072630" y="1955165"/>
            <a:ext cx="256540" cy="153670"/>
          </a:xfrm>
          <a:prstGeom prst="rect">
            <a:avLst/>
          </a:prstGeom>
        </p:spPr>
        <p:txBody>
          <a:bodyPr vert="horz" wrap="square" lIns="0" tIns="0" rIns="0" bIns="0" rtlCol="0">
            <a:spAutoFit/>
          </a:bodyPr>
          <a:lstStyle/>
          <a:p>
            <a:pPr>
              <a:lnSpc>
                <a:spcPct val="100000"/>
              </a:lnSpc>
            </a:pPr>
            <a:r>
              <a:rPr sz="1000" spc="-180" dirty="0">
                <a:solidFill>
                  <a:srgbClr val="1450B8"/>
                </a:solidFill>
                <a:latin typeface="腾讯体 W3" panose="020C04030202040F0204" pitchFamily="34" charset="-122"/>
                <a:cs typeface="腾讯体 W3" panose="020C04030202040F0204" pitchFamily="34" charset="-122"/>
              </a:rPr>
              <a:t>7</a:t>
            </a:r>
            <a:r>
              <a:rPr sz="1000" spc="-35" dirty="0">
                <a:solidFill>
                  <a:srgbClr val="1450B8"/>
                </a:solidFill>
                <a:latin typeface="腾讯体 W3" panose="020C04030202040F0204" pitchFamily="34" charset="-122"/>
                <a:cs typeface="腾讯体 W3" panose="020C04030202040F0204" pitchFamily="34" charset="-122"/>
              </a:rPr>
              <a:t>,</a:t>
            </a:r>
            <a:r>
              <a:rPr sz="1000" spc="10" dirty="0">
                <a:solidFill>
                  <a:srgbClr val="1450B8"/>
                </a:solidFill>
                <a:latin typeface="腾讯体 W3" panose="020C04030202040F0204" pitchFamily="34" charset="-122"/>
                <a:cs typeface="腾讯体 W3" panose="020C04030202040F0204" pitchFamily="34" charset="-122"/>
              </a:rPr>
              <a:t>9</a:t>
            </a:r>
            <a:endParaRPr sz="1000" spc="10" dirty="0">
              <a:solidFill>
                <a:srgbClr val="1450B8"/>
              </a:solidFill>
              <a:latin typeface="腾讯体 W3" panose="020C04030202040F0204" pitchFamily="34" charset="-122"/>
              <a:cs typeface="腾讯体 W3" panose="020C04030202040F0204" pitchFamily="34" charset="-122"/>
            </a:endParaRPr>
          </a:p>
        </p:txBody>
      </p:sp>
      <p:sp>
        <p:nvSpPr>
          <p:cNvPr id="144" name="object 144"/>
          <p:cNvSpPr txBox="1"/>
          <p:nvPr/>
        </p:nvSpPr>
        <p:spPr>
          <a:xfrm>
            <a:off x="9403080" y="1955165"/>
            <a:ext cx="248920" cy="153670"/>
          </a:xfrm>
          <a:prstGeom prst="rect">
            <a:avLst/>
          </a:prstGeom>
        </p:spPr>
        <p:txBody>
          <a:bodyPr vert="horz" wrap="square" lIns="0" tIns="0" rIns="0" bIns="0" rtlCol="0">
            <a:spAutoFit/>
          </a:bodyPr>
          <a:lstStyle/>
          <a:p>
            <a:pPr>
              <a:lnSpc>
                <a:spcPct val="100000"/>
              </a:lnSpc>
            </a:pPr>
            <a:r>
              <a:rPr sz="1000" spc="-180" dirty="0">
                <a:solidFill>
                  <a:srgbClr val="1450B8"/>
                </a:solidFill>
                <a:latin typeface="腾讯体 W3" panose="020C04030202040F0204" pitchFamily="34" charset="-122"/>
                <a:cs typeface="腾讯体 W3" panose="020C04030202040F0204" pitchFamily="34" charset="-122"/>
              </a:rPr>
              <a:t>7</a:t>
            </a:r>
            <a:r>
              <a:rPr sz="1000" spc="-85" dirty="0">
                <a:solidFill>
                  <a:srgbClr val="1450B8"/>
                </a:solidFill>
                <a:latin typeface="腾讯体 W3" panose="020C04030202040F0204" pitchFamily="34" charset="-122"/>
                <a:cs typeface="腾讯体 W3" panose="020C04030202040F0204" pitchFamily="34" charset="-122"/>
              </a:rPr>
              <a:t>,</a:t>
            </a:r>
            <a:r>
              <a:rPr sz="1000" spc="10" dirty="0">
                <a:solidFill>
                  <a:srgbClr val="1450B8"/>
                </a:solidFill>
                <a:latin typeface="腾讯体 W3" panose="020C04030202040F0204" pitchFamily="34" charset="-122"/>
                <a:cs typeface="腾讯体 W3" panose="020C04030202040F0204" pitchFamily="34" charset="-122"/>
              </a:rPr>
              <a:t>7</a:t>
            </a:r>
            <a:endParaRPr sz="1000" spc="10" dirty="0">
              <a:solidFill>
                <a:srgbClr val="1450B8"/>
              </a:solidFill>
              <a:latin typeface="腾讯体 W3" panose="020C04030202040F0204" pitchFamily="34" charset="-122"/>
              <a:cs typeface="腾讯体 W3" panose="020C04030202040F0204" pitchFamily="34" charset="-122"/>
            </a:endParaRPr>
          </a:p>
        </p:txBody>
      </p:sp>
      <p:sp>
        <p:nvSpPr>
          <p:cNvPr id="145" name="object 145"/>
          <p:cNvSpPr txBox="1"/>
          <p:nvPr/>
        </p:nvSpPr>
        <p:spPr>
          <a:xfrm>
            <a:off x="7065645" y="2459990"/>
            <a:ext cx="281940" cy="153670"/>
          </a:xfrm>
          <a:prstGeom prst="rect">
            <a:avLst/>
          </a:prstGeom>
        </p:spPr>
        <p:txBody>
          <a:bodyPr vert="horz" wrap="square" lIns="0" tIns="0" rIns="0" bIns="0" rtlCol="0">
            <a:spAutoFit/>
          </a:bodyPr>
          <a:lstStyle/>
          <a:p>
            <a:pPr>
              <a:lnSpc>
                <a:spcPct val="100000"/>
              </a:lnSpc>
            </a:pPr>
            <a:r>
              <a:rPr sz="1000" spc="-30" dirty="0">
                <a:solidFill>
                  <a:srgbClr val="1450B8"/>
                </a:solidFill>
                <a:latin typeface="腾讯体 W3" panose="020C04030202040F0204" pitchFamily="34" charset="-122"/>
                <a:cs typeface="腾讯体 W3" panose="020C04030202040F0204" pitchFamily="34" charset="-122"/>
              </a:rPr>
              <a:t>8,</a:t>
            </a:r>
            <a:r>
              <a:rPr sz="1000" spc="10" dirty="0">
                <a:solidFill>
                  <a:srgbClr val="1450B8"/>
                </a:solidFill>
                <a:latin typeface="腾讯体 W3" panose="020C04030202040F0204" pitchFamily="34" charset="-122"/>
                <a:cs typeface="腾讯体 W3" panose="020C04030202040F0204" pitchFamily="34" charset="-122"/>
              </a:rPr>
              <a:t>3</a:t>
            </a:r>
            <a:endParaRPr sz="1000" spc="10" dirty="0">
              <a:solidFill>
                <a:srgbClr val="1450B8"/>
              </a:solidFill>
              <a:latin typeface="腾讯体 W3" panose="020C04030202040F0204" pitchFamily="34" charset="-122"/>
              <a:cs typeface="腾讯体 W3" panose="020C04030202040F0204" pitchFamily="34" charset="-122"/>
            </a:endParaRPr>
          </a:p>
        </p:txBody>
      </p:sp>
      <p:sp>
        <p:nvSpPr>
          <p:cNvPr id="146" name="object 146"/>
          <p:cNvSpPr txBox="1"/>
          <p:nvPr/>
        </p:nvSpPr>
        <p:spPr>
          <a:xfrm>
            <a:off x="9406890" y="2459990"/>
            <a:ext cx="285115" cy="153670"/>
          </a:xfrm>
          <a:prstGeom prst="rect">
            <a:avLst/>
          </a:prstGeom>
        </p:spPr>
        <p:txBody>
          <a:bodyPr vert="horz" wrap="square" lIns="0" tIns="0" rIns="0" bIns="0" rtlCol="0">
            <a:spAutoFit/>
          </a:bodyPr>
          <a:lstStyle/>
          <a:p>
            <a:pPr>
              <a:lnSpc>
                <a:spcPct val="100000"/>
              </a:lnSpc>
            </a:pPr>
            <a:r>
              <a:rPr sz="1000" spc="-30" dirty="0">
                <a:solidFill>
                  <a:srgbClr val="1450B8"/>
                </a:solidFill>
                <a:latin typeface="腾讯体 W3" panose="020C04030202040F0204" pitchFamily="34" charset="-122"/>
                <a:cs typeface="腾讯体 W3" panose="020C04030202040F0204" pitchFamily="34" charset="-122"/>
              </a:rPr>
              <a:t>8</a:t>
            </a:r>
            <a:r>
              <a:rPr sz="1000" spc="-10" dirty="0">
                <a:solidFill>
                  <a:srgbClr val="1450B8"/>
                </a:solidFill>
                <a:latin typeface="腾讯体 W3" panose="020C04030202040F0204" pitchFamily="34" charset="-122"/>
                <a:cs typeface="腾讯体 W3" panose="020C04030202040F0204" pitchFamily="34" charset="-122"/>
              </a:rPr>
              <a:t>,</a:t>
            </a:r>
            <a:r>
              <a:rPr sz="1000" spc="10" dirty="0">
                <a:solidFill>
                  <a:srgbClr val="1450B8"/>
                </a:solidFill>
                <a:latin typeface="腾讯体 W3" panose="020C04030202040F0204" pitchFamily="34" charset="-122"/>
                <a:cs typeface="腾讯体 W3" panose="020C04030202040F0204" pitchFamily="34" charset="-122"/>
              </a:rPr>
              <a:t>2</a:t>
            </a:r>
            <a:endParaRPr sz="1000" spc="10" dirty="0">
              <a:solidFill>
                <a:srgbClr val="1450B8"/>
              </a:solidFill>
              <a:latin typeface="腾讯体 W3" panose="020C04030202040F0204" pitchFamily="34" charset="-122"/>
              <a:cs typeface="腾讯体 W3" panose="020C04030202040F0204" pitchFamily="34" charset="-122"/>
            </a:endParaRPr>
          </a:p>
        </p:txBody>
      </p:sp>
      <p:sp>
        <p:nvSpPr>
          <p:cNvPr id="147" name="object 147"/>
          <p:cNvSpPr txBox="1"/>
          <p:nvPr/>
        </p:nvSpPr>
        <p:spPr>
          <a:xfrm>
            <a:off x="7076440" y="2966085"/>
            <a:ext cx="281940" cy="153670"/>
          </a:xfrm>
          <a:prstGeom prst="rect">
            <a:avLst/>
          </a:prstGeom>
        </p:spPr>
        <p:txBody>
          <a:bodyPr vert="horz" wrap="square" lIns="0" tIns="0" rIns="0" bIns="0" rtlCol="0">
            <a:spAutoFit/>
          </a:bodyPr>
          <a:lstStyle/>
          <a:p>
            <a:pPr>
              <a:lnSpc>
                <a:spcPct val="100000"/>
              </a:lnSpc>
            </a:pPr>
            <a:r>
              <a:rPr sz="1000" spc="-30" dirty="0">
                <a:solidFill>
                  <a:srgbClr val="1450B8"/>
                </a:solidFill>
                <a:latin typeface="腾讯体 W3" panose="020C04030202040F0204" pitchFamily="34" charset="-122"/>
                <a:cs typeface="腾讯体 W3" panose="020C04030202040F0204" pitchFamily="34" charset="-122"/>
              </a:rPr>
              <a:t>8,</a:t>
            </a:r>
            <a:r>
              <a:rPr sz="1000" spc="10" dirty="0">
                <a:solidFill>
                  <a:srgbClr val="1450B8"/>
                </a:solidFill>
                <a:latin typeface="腾讯体 W3" panose="020C04030202040F0204" pitchFamily="34" charset="-122"/>
                <a:cs typeface="腾讯体 W3" panose="020C04030202040F0204" pitchFamily="34" charset="-122"/>
              </a:rPr>
              <a:t>3</a:t>
            </a:r>
            <a:endParaRPr sz="1000" spc="10" dirty="0">
              <a:solidFill>
                <a:srgbClr val="1450B8"/>
              </a:solidFill>
              <a:latin typeface="腾讯体 W3" panose="020C04030202040F0204" pitchFamily="34" charset="-122"/>
              <a:cs typeface="腾讯体 W3" panose="020C04030202040F0204" pitchFamily="34" charset="-122"/>
            </a:endParaRPr>
          </a:p>
        </p:txBody>
      </p:sp>
      <p:sp>
        <p:nvSpPr>
          <p:cNvPr id="148" name="object 148"/>
          <p:cNvSpPr txBox="1"/>
          <p:nvPr/>
        </p:nvSpPr>
        <p:spPr>
          <a:xfrm>
            <a:off x="9406890" y="2966085"/>
            <a:ext cx="256540" cy="153670"/>
          </a:xfrm>
          <a:prstGeom prst="rect">
            <a:avLst/>
          </a:prstGeom>
        </p:spPr>
        <p:txBody>
          <a:bodyPr vert="horz" wrap="square" lIns="0" tIns="0" rIns="0" bIns="0" rtlCol="0">
            <a:spAutoFit/>
          </a:bodyPr>
          <a:lstStyle/>
          <a:p>
            <a:pPr>
              <a:lnSpc>
                <a:spcPct val="100000"/>
              </a:lnSpc>
            </a:pPr>
            <a:r>
              <a:rPr sz="1000" spc="-180" dirty="0">
                <a:solidFill>
                  <a:srgbClr val="1450B8"/>
                </a:solidFill>
                <a:latin typeface="腾讯体 W3" panose="020C04030202040F0204" pitchFamily="34" charset="-122"/>
                <a:cs typeface="腾讯体 W3" panose="020C04030202040F0204" pitchFamily="34" charset="-122"/>
              </a:rPr>
              <a:t>7</a:t>
            </a:r>
            <a:r>
              <a:rPr sz="1000" spc="-35" dirty="0">
                <a:solidFill>
                  <a:srgbClr val="1450B8"/>
                </a:solidFill>
                <a:latin typeface="腾讯体 W3" panose="020C04030202040F0204" pitchFamily="34" charset="-122"/>
                <a:cs typeface="腾讯体 W3" panose="020C04030202040F0204" pitchFamily="34" charset="-122"/>
              </a:rPr>
              <a:t>,</a:t>
            </a:r>
            <a:r>
              <a:rPr sz="1000" spc="10" dirty="0">
                <a:solidFill>
                  <a:srgbClr val="1450B8"/>
                </a:solidFill>
                <a:latin typeface="腾讯体 W3" panose="020C04030202040F0204" pitchFamily="34" charset="-122"/>
                <a:cs typeface="腾讯体 W3" panose="020C04030202040F0204" pitchFamily="34" charset="-122"/>
              </a:rPr>
              <a:t>8</a:t>
            </a:r>
            <a:endParaRPr sz="1000" spc="10" dirty="0">
              <a:solidFill>
                <a:srgbClr val="1450B8"/>
              </a:solidFill>
              <a:latin typeface="腾讯体 W3" panose="020C04030202040F0204" pitchFamily="34" charset="-122"/>
              <a:cs typeface="腾讯体 W3" panose="020C04030202040F0204" pitchFamily="34" charset="-122"/>
            </a:endParaRPr>
          </a:p>
        </p:txBody>
      </p:sp>
      <p:sp>
        <p:nvSpPr>
          <p:cNvPr id="149" name="object 149"/>
          <p:cNvSpPr txBox="1"/>
          <p:nvPr/>
        </p:nvSpPr>
        <p:spPr>
          <a:xfrm>
            <a:off x="8224520" y="2459990"/>
            <a:ext cx="285115" cy="153670"/>
          </a:xfrm>
          <a:prstGeom prst="rect">
            <a:avLst/>
          </a:prstGeom>
        </p:spPr>
        <p:txBody>
          <a:bodyPr vert="horz" wrap="square" lIns="0" tIns="0" rIns="0" bIns="0" rtlCol="0">
            <a:spAutoFit/>
          </a:bodyPr>
          <a:lstStyle/>
          <a:p>
            <a:pPr>
              <a:lnSpc>
                <a:spcPct val="100000"/>
              </a:lnSpc>
            </a:pPr>
            <a:r>
              <a:rPr sz="1000" spc="-30" dirty="0">
                <a:solidFill>
                  <a:srgbClr val="1450B8"/>
                </a:solidFill>
                <a:latin typeface="腾讯体 W3" panose="020C04030202040F0204" pitchFamily="34" charset="-122"/>
                <a:cs typeface="腾讯体 W3" panose="020C04030202040F0204" pitchFamily="34" charset="-122"/>
              </a:rPr>
              <a:t>8</a:t>
            </a:r>
            <a:r>
              <a:rPr sz="1000" spc="-10" dirty="0">
                <a:solidFill>
                  <a:srgbClr val="1450B8"/>
                </a:solidFill>
                <a:latin typeface="腾讯体 W3" panose="020C04030202040F0204" pitchFamily="34" charset="-122"/>
                <a:cs typeface="腾讯体 W3" panose="020C04030202040F0204" pitchFamily="34" charset="-122"/>
              </a:rPr>
              <a:t>,</a:t>
            </a:r>
            <a:r>
              <a:rPr sz="1000" spc="10" dirty="0">
                <a:solidFill>
                  <a:srgbClr val="1450B8"/>
                </a:solidFill>
                <a:latin typeface="腾讯体 W3" panose="020C04030202040F0204" pitchFamily="34" charset="-122"/>
                <a:cs typeface="腾讯体 W3" panose="020C04030202040F0204" pitchFamily="34" charset="-122"/>
              </a:rPr>
              <a:t>2</a:t>
            </a:r>
            <a:endParaRPr sz="1000" spc="10" dirty="0">
              <a:solidFill>
                <a:srgbClr val="1450B8"/>
              </a:solidFill>
              <a:latin typeface="腾讯体 W3" panose="020C04030202040F0204" pitchFamily="34" charset="-122"/>
              <a:cs typeface="腾讯体 W3" panose="020C04030202040F0204" pitchFamily="34" charset="-122"/>
            </a:endParaRPr>
          </a:p>
        </p:txBody>
      </p:sp>
      <p:sp>
        <p:nvSpPr>
          <p:cNvPr id="150" name="object 150"/>
          <p:cNvSpPr txBox="1"/>
          <p:nvPr/>
        </p:nvSpPr>
        <p:spPr>
          <a:xfrm>
            <a:off x="10566400" y="2459990"/>
            <a:ext cx="330835" cy="153670"/>
          </a:xfrm>
          <a:prstGeom prst="rect">
            <a:avLst/>
          </a:prstGeom>
        </p:spPr>
        <p:txBody>
          <a:bodyPr vert="horz" wrap="square" lIns="0" tIns="0" rIns="0" bIns="0" rtlCol="0">
            <a:spAutoFit/>
          </a:bodyPr>
          <a:lstStyle/>
          <a:p>
            <a:pPr>
              <a:lnSpc>
                <a:spcPct val="100000"/>
              </a:lnSpc>
            </a:pPr>
            <a:r>
              <a:rPr sz="1000" spc="-30" dirty="0">
                <a:solidFill>
                  <a:srgbClr val="1450B8"/>
                </a:solidFill>
                <a:latin typeface="腾讯体 W3" panose="020C04030202040F0204" pitchFamily="34" charset="-122"/>
                <a:cs typeface="腾讯体 W3" panose="020C04030202040F0204" pitchFamily="34" charset="-122"/>
              </a:rPr>
              <a:t>8</a:t>
            </a:r>
            <a:r>
              <a:rPr sz="1000" spc="-165" dirty="0">
                <a:solidFill>
                  <a:srgbClr val="1450B8"/>
                </a:solidFill>
                <a:latin typeface="腾讯体 W3" panose="020C04030202040F0204" pitchFamily="34" charset="-122"/>
                <a:cs typeface="腾讯体 W3" panose="020C04030202040F0204" pitchFamily="34" charset="-122"/>
              </a:rPr>
              <a:t>,1</a:t>
            </a:r>
            <a:endParaRPr sz="1000" spc="-165" dirty="0">
              <a:solidFill>
                <a:srgbClr val="1450B8"/>
              </a:solidFill>
              <a:latin typeface="腾讯体 W3" panose="020C04030202040F0204" pitchFamily="34" charset="-122"/>
              <a:cs typeface="腾讯体 W3" panose="020C04030202040F0204" pitchFamily="34" charset="-122"/>
            </a:endParaRPr>
          </a:p>
        </p:txBody>
      </p:sp>
      <p:sp>
        <p:nvSpPr>
          <p:cNvPr id="151" name="object 151"/>
          <p:cNvSpPr txBox="1"/>
          <p:nvPr/>
        </p:nvSpPr>
        <p:spPr>
          <a:xfrm>
            <a:off x="8224520" y="2966085"/>
            <a:ext cx="291465" cy="153670"/>
          </a:xfrm>
          <a:prstGeom prst="rect">
            <a:avLst/>
          </a:prstGeom>
        </p:spPr>
        <p:txBody>
          <a:bodyPr vert="horz" wrap="square" lIns="0" tIns="0" rIns="0" bIns="0" rtlCol="0">
            <a:spAutoFit/>
          </a:bodyPr>
          <a:lstStyle/>
          <a:p>
            <a:pPr>
              <a:lnSpc>
                <a:spcPct val="100000"/>
              </a:lnSpc>
            </a:pPr>
            <a:r>
              <a:rPr sz="1000" spc="-30" dirty="0">
                <a:solidFill>
                  <a:srgbClr val="1450B8"/>
                </a:solidFill>
                <a:latin typeface="腾讯体 W3" panose="020C04030202040F0204" pitchFamily="34" charset="-122"/>
                <a:cs typeface="腾讯体 W3" panose="020C04030202040F0204" pitchFamily="34" charset="-122"/>
              </a:rPr>
              <a:t>8</a:t>
            </a:r>
            <a:r>
              <a:rPr sz="1000" spc="-165" dirty="0">
                <a:solidFill>
                  <a:srgbClr val="1450B8"/>
                </a:solidFill>
                <a:latin typeface="腾讯体 W3" panose="020C04030202040F0204" pitchFamily="34" charset="-122"/>
                <a:cs typeface="腾讯体 W3" panose="020C04030202040F0204" pitchFamily="34" charset="-122"/>
              </a:rPr>
              <a:t>,1</a:t>
            </a:r>
            <a:endParaRPr sz="1000" spc="-165" dirty="0">
              <a:solidFill>
                <a:srgbClr val="1450B8"/>
              </a:solidFill>
              <a:latin typeface="腾讯体 W3" panose="020C04030202040F0204" pitchFamily="34" charset="-122"/>
              <a:cs typeface="腾讯体 W3" panose="020C04030202040F0204" pitchFamily="34" charset="-122"/>
            </a:endParaRPr>
          </a:p>
        </p:txBody>
      </p:sp>
      <p:sp>
        <p:nvSpPr>
          <p:cNvPr id="152" name="object 152"/>
          <p:cNvSpPr txBox="1"/>
          <p:nvPr/>
        </p:nvSpPr>
        <p:spPr>
          <a:xfrm>
            <a:off x="10543540" y="2966085"/>
            <a:ext cx="353695" cy="153670"/>
          </a:xfrm>
          <a:prstGeom prst="rect">
            <a:avLst/>
          </a:prstGeom>
        </p:spPr>
        <p:txBody>
          <a:bodyPr vert="horz" wrap="square" lIns="0" tIns="0" rIns="0" bIns="0" rtlCol="0">
            <a:spAutoFit/>
          </a:bodyPr>
          <a:lstStyle/>
          <a:p>
            <a:pPr>
              <a:lnSpc>
                <a:spcPct val="100000"/>
              </a:lnSpc>
            </a:pPr>
            <a:r>
              <a:rPr sz="1000" spc="-30" dirty="0">
                <a:solidFill>
                  <a:srgbClr val="1450B8"/>
                </a:solidFill>
                <a:latin typeface="腾讯体 W3" panose="020C04030202040F0204" pitchFamily="34" charset="-122"/>
                <a:cs typeface="腾讯体 W3" panose="020C04030202040F0204" pitchFamily="34" charset="-122"/>
              </a:rPr>
              <a:t>8</a:t>
            </a:r>
            <a:r>
              <a:rPr sz="1000" spc="-165" dirty="0">
                <a:solidFill>
                  <a:srgbClr val="1450B8"/>
                </a:solidFill>
                <a:latin typeface="腾讯体 W3" panose="020C04030202040F0204" pitchFamily="34" charset="-122"/>
                <a:cs typeface="腾讯体 W3" panose="020C04030202040F0204" pitchFamily="34" charset="-122"/>
              </a:rPr>
              <a:t>,1</a:t>
            </a:r>
            <a:endParaRPr sz="1000" spc="-165" dirty="0">
              <a:solidFill>
                <a:srgbClr val="1450B8"/>
              </a:solidFill>
              <a:latin typeface="腾讯体 W3" panose="020C04030202040F0204" pitchFamily="34" charset="-122"/>
              <a:cs typeface="腾讯体 W3" panose="020C04030202040F0204" pitchFamily="34" charset="-122"/>
            </a:endParaRPr>
          </a:p>
        </p:txBody>
      </p:sp>
      <p:sp>
        <p:nvSpPr>
          <p:cNvPr id="153" name="object 153"/>
          <p:cNvSpPr txBox="1"/>
          <p:nvPr/>
        </p:nvSpPr>
        <p:spPr>
          <a:xfrm>
            <a:off x="8224520" y="1955165"/>
            <a:ext cx="257175" cy="153670"/>
          </a:xfrm>
          <a:prstGeom prst="rect">
            <a:avLst/>
          </a:prstGeom>
        </p:spPr>
        <p:txBody>
          <a:bodyPr vert="horz" wrap="square" lIns="0" tIns="0" rIns="0" bIns="0" rtlCol="0">
            <a:spAutoFit/>
          </a:bodyPr>
          <a:lstStyle/>
          <a:p>
            <a:pPr>
              <a:lnSpc>
                <a:spcPct val="100000"/>
              </a:lnSpc>
            </a:pPr>
            <a:r>
              <a:rPr sz="1000" spc="-155" dirty="0">
                <a:solidFill>
                  <a:srgbClr val="1450B8"/>
                </a:solidFill>
                <a:latin typeface="腾讯体 W3" panose="020C04030202040F0204" pitchFamily="34" charset="-122"/>
                <a:cs typeface="腾讯体 W3" panose="020C04030202040F0204" pitchFamily="34" charset="-122"/>
              </a:rPr>
              <a:t>7</a:t>
            </a:r>
            <a:r>
              <a:rPr sz="1000" spc="-55" dirty="0">
                <a:solidFill>
                  <a:srgbClr val="1450B8"/>
                </a:solidFill>
                <a:latin typeface="腾讯体 W3" panose="020C04030202040F0204" pitchFamily="34" charset="-122"/>
                <a:cs typeface="腾讯体 W3" panose="020C04030202040F0204" pitchFamily="34" charset="-122"/>
              </a:rPr>
              <a:t>,</a:t>
            </a:r>
            <a:r>
              <a:rPr sz="1000" spc="10" dirty="0">
                <a:solidFill>
                  <a:srgbClr val="1450B8"/>
                </a:solidFill>
                <a:latin typeface="腾讯体 W3" panose="020C04030202040F0204" pitchFamily="34" charset="-122"/>
                <a:cs typeface="腾讯体 W3" panose="020C04030202040F0204" pitchFamily="34" charset="-122"/>
              </a:rPr>
              <a:t>7</a:t>
            </a:r>
            <a:endParaRPr sz="1000" spc="10" dirty="0">
              <a:solidFill>
                <a:srgbClr val="1450B8"/>
              </a:solidFill>
              <a:latin typeface="腾讯体 W3" panose="020C04030202040F0204" pitchFamily="34" charset="-122"/>
              <a:cs typeface="腾讯体 W3" panose="020C04030202040F0204" pitchFamily="34" charset="-122"/>
            </a:endParaRPr>
          </a:p>
        </p:txBody>
      </p:sp>
      <p:sp>
        <p:nvSpPr>
          <p:cNvPr id="154" name="object 154"/>
          <p:cNvSpPr txBox="1"/>
          <p:nvPr/>
        </p:nvSpPr>
        <p:spPr>
          <a:xfrm>
            <a:off x="10554970" y="1955165"/>
            <a:ext cx="257175" cy="153670"/>
          </a:xfrm>
          <a:prstGeom prst="rect">
            <a:avLst/>
          </a:prstGeom>
        </p:spPr>
        <p:txBody>
          <a:bodyPr vert="horz" wrap="square" lIns="0" tIns="0" rIns="0" bIns="0" rtlCol="0">
            <a:spAutoFit/>
          </a:bodyPr>
          <a:lstStyle/>
          <a:p>
            <a:pPr>
              <a:lnSpc>
                <a:spcPct val="100000"/>
              </a:lnSpc>
            </a:pPr>
            <a:r>
              <a:rPr sz="1000" spc="-155" dirty="0">
                <a:solidFill>
                  <a:srgbClr val="1450B8"/>
                </a:solidFill>
                <a:latin typeface="腾讯体 W3" panose="020C04030202040F0204" pitchFamily="34" charset="-122"/>
                <a:cs typeface="腾讯体 W3" panose="020C04030202040F0204" pitchFamily="34" charset="-122"/>
              </a:rPr>
              <a:t>7</a:t>
            </a:r>
            <a:r>
              <a:rPr sz="1000" spc="-55" dirty="0">
                <a:solidFill>
                  <a:srgbClr val="1450B8"/>
                </a:solidFill>
                <a:latin typeface="腾讯体 W3" panose="020C04030202040F0204" pitchFamily="34" charset="-122"/>
                <a:cs typeface="腾讯体 W3" panose="020C04030202040F0204" pitchFamily="34" charset="-122"/>
              </a:rPr>
              <a:t>,</a:t>
            </a:r>
            <a:r>
              <a:rPr sz="1000" spc="10" dirty="0">
                <a:solidFill>
                  <a:srgbClr val="1450B8"/>
                </a:solidFill>
                <a:latin typeface="腾讯体 W3" panose="020C04030202040F0204" pitchFamily="34" charset="-122"/>
                <a:cs typeface="腾讯体 W3" panose="020C04030202040F0204" pitchFamily="34" charset="-122"/>
              </a:rPr>
              <a:t>7</a:t>
            </a:r>
            <a:endParaRPr sz="1000" spc="10" dirty="0">
              <a:solidFill>
                <a:srgbClr val="1450B8"/>
              </a:solidFill>
              <a:latin typeface="腾讯体 W3" panose="020C04030202040F0204" pitchFamily="34" charset="-122"/>
              <a:cs typeface="腾讯体 W3" panose="020C04030202040F0204" pitchFamily="34" charset="-122"/>
            </a:endParaRPr>
          </a:p>
        </p:txBody>
      </p:sp>
      <p:sp>
        <p:nvSpPr>
          <p:cNvPr id="2" name="object 85"/>
          <p:cNvSpPr txBox="1"/>
          <p:nvPr/>
        </p:nvSpPr>
        <p:spPr>
          <a:xfrm>
            <a:off x="5501005" y="5144770"/>
            <a:ext cx="1856105" cy="875665"/>
          </a:xfrm>
          <a:prstGeom prst="rect">
            <a:avLst/>
          </a:prstGeom>
        </p:spPr>
        <p:txBody>
          <a:bodyPr vert="horz" wrap="square" lIns="0" tIns="0" rIns="0" bIns="0" rtlCol="0">
            <a:noAutofit/>
          </a:bodyPr>
          <a:lstStyle/>
          <a:p>
            <a:pPr marL="396240">
              <a:tabLst>
                <a:tab pos="1235075" algn="l"/>
              </a:tabLst>
            </a:pPr>
            <a:r>
              <a:rPr sz="725" dirty="0">
                <a:solidFill>
                  <a:srgbClr val="FFFFFF"/>
                </a:solidFill>
                <a:latin typeface="腾讯体 W3" panose="020C04030202040F0204" pitchFamily="34" charset="-122"/>
                <a:cs typeface="腾讯体 W3" panose="020C04030202040F0204" pitchFamily="34" charset="-122"/>
              </a:rPr>
              <a:t>63,4	64,5</a:t>
            </a:r>
            <a:endParaRPr sz="725">
              <a:latin typeface="腾讯体 W3" panose="020C04030202040F0204" pitchFamily="34" charset="-122"/>
              <a:cs typeface="腾讯体 W3" panose="020C04030202040F0204" pitchFamily="34" charset="-122"/>
            </a:endParaRPr>
          </a:p>
          <a:p>
            <a:pPr>
              <a:spcBef>
                <a:spcPts val="30"/>
              </a:spcBef>
            </a:pPr>
            <a:endParaRPr sz="725">
              <a:latin typeface="腾讯体 W7" panose="020C08030202040F0204" pitchFamily="18" charset="-122"/>
              <a:cs typeface="腾讯体 W7" panose="020C08030202040F0204" pitchFamily="18" charset="-122"/>
            </a:endParaRPr>
          </a:p>
          <a:p>
            <a:pPr>
              <a:spcBef>
                <a:spcPts val="30"/>
              </a:spcBef>
            </a:pPr>
            <a:endParaRPr sz="725">
              <a:latin typeface="腾讯体 W7" panose="020C08030202040F0204" pitchFamily="18" charset="-122"/>
              <a:cs typeface="腾讯体 W7" panose="020C08030202040F0204" pitchFamily="18" charset="-122"/>
            </a:endParaRPr>
          </a:p>
          <a:p>
            <a:pPr>
              <a:spcBef>
                <a:spcPts val="30"/>
              </a:spcBef>
            </a:pPr>
            <a:endParaRPr sz="725">
              <a:latin typeface="腾讯体 W7" panose="020C08030202040F0204" pitchFamily="18" charset="-122"/>
              <a:cs typeface="腾讯体 W7" panose="020C08030202040F0204" pitchFamily="18" charset="-122"/>
            </a:endParaRPr>
          </a:p>
          <a:p>
            <a:pPr>
              <a:spcBef>
                <a:spcPts val="30"/>
              </a:spcBef>
            </a:pPr>
            <a:endParaRPr sz="725">
              <a:latin typeface="腾讯体 W7" panose="020C08030202040F0204" pitchFamily="18" charset="-122"/>
              <a:cs typeface="腾讯体 W7" panose="020C08030202040F0204" pitchFamily="18" charset="-122"/>
            </a:endParaRPr>
          </a:p>
          <a:p>
            <a:pPr marL="90170">
              <a:tabLst>
                <a:tab pos="944880" algn="l"/>
              </a:tabLst>
            </a:pPr>
            <a:r>
              <a:rPr sz="905" dirty="0">
                <a:solidFill>
                  <a:srgbClr val="FFFFFF"/>
                </a:solidFill>
                <a:latin typeface="腾讯体 W3" panose="020C04030202040F0204" pitchFamily="34" charset="-122"/>
                <a:cs typeface="腾讯体 W3" panose="020C04030202040F0204" pitchFamily="34" charset="-122"/>
              </a:rPr>
              <a:t>2014/2015	2013/2014</a:t>
            </a:r>
            <a:endParaRPr sz="905">
              <a:latin typeface="腾讯体 W3" panose="020C04030202040F0204" pitchFamily="34" charset="-122"/>
              <a:cs typeface="腾讯体 W3" panose="020C04030202040F0204" pitchFamily="34" charset="-122"/>
            </a:endParaRPr>
          </a:p>
          <a:p>
            <a:pPr marR="424180">
              <a:lnSpc>
                <a:spcPct val="107000"/>
              </a:lnSpc>
              <a:spcBef>
                <a:spcPts val="185"/>
              </a:spcBef>
            </a:pPr>
            <a:r>
              <a:rPr sz="635" dirty="0">
                <a:solidFill>
                  <a:srgbClr val="FFFFFF"/>
                </a:solidFill>
                <a:latin typeface="腾讯体 W3" panose="020C04030202040F0204" pitchFamily="34" charset="-122"/>
                <a:cs typeface="腾讯体 W3" panose="020C04030202040F0204" pitchFamily="34" charset="-122"/>
              </a:rPr>
              <a:t>Netto-omzet </a:t>
            </a:r>
            <a:r>
              <a:rPr sz="635" spc="5" dirty="0">
                <a:solidFill>
                  <a:srgbClr val="FFFFFF"/>
                </a:solidFill>
                <a:latin typeface="腾讯体 W3" panose="020C04030202040F0204" pitchFamily="34" charset="-122"/>
                <a:cs typeface="腾讯体 W3" panose="020C04030202040F0204" pitchFamily="34" charset="-122"/>
              </a:rPr>
              <a:t>(x </a:t>
            </a:r>
            <a:r>
              <a:rPr sz="635" dirty="0">
                <a:solidFill>
                  <a:srgbClr val="FFFFFF"/>
                </a:solidFill>
                <a:latin typeface="腾讯体 W3" panose="020C04030202040F0204" pitchFamily="34" charset="-122"/>
                <a:cs typeface="腾讯体 W3" panose="020C04030202040F0204" pitchFamily="34" charset="-122"/>
              </a:rPr>
              <a:t>€ 1 mln.)  </a:t>
            </a:r>
            <a:endParaRPr sz="635" dirty="0">
              <a:solidFill>
                <a:srgbClr val="FFFFFF"/>
              </a:solidFill>
              <a:latin typeface="腾讯体 W3" panose="020C04030202040F0204" pitchFamily="34" charset="-122"/>
              <a:cs typeface="腾讯体 W3" panose="020C04030202040F0204" pitchFamily="34" charset="-122"/>
            </a:endParaRPr>
          </a:p>
          <a:p>
            <a:pPr marR="424180">
              <a:lnSpc>
                <a:spcPct val="107000"/>
              </a:lnSpc>
              <a:spcBef>
                <a:spcPts val="185"/>
              </a:spcBef>
            </a:pPr>
            <a:r>
              <a:rPr sz="635" spc="5" dirty="0">
                <a:solidFill>
                  <a:srgbClr val="FFFFFF"/>
                </a:solidFill>
                <a:latin typeface="腾讯体 W3" panose="020C04030202040F0204" pitchFamily="34" charset="-122"/>
                <a:cs typeface="腾讯体 W3" panose="020C04030202040F0204" pitchFamily="34" charset="-122"/>
              </a:rPr>
              <a:t>Bedrijfsresultaat (x </a:t>
            </a:r>
            <a:r>
              <a:rPr sz="635" dirty="0">
                <a:solidFill>
                  <a:srgbClr val="FFFFFF"/>
                </a:solidFill>
                <a:latin typeface="腾讯体 W3" panose="020C04030202040F0204" pitchFamily="34" charset="-122"/>
                <a:cs typeface="腾讯体 W3" panose="020C04030202040F0204" pitchFamily="34" charset="-122"/>
              </a:rPr>
              <a:t>€ 1</a:t>
            </a:r>
            <a:r>
              <a:rPr sz="635" spc="-110" dirty="0">
                <a:solidFill>
                  <a:srgbClr val="FFFFFF"/>
                </a:solidFill>
                <a:latin typeface="腾讯体 W3" panose="020C04030202040F0204" pitchFamily="34" charset="-122"/>
                <a:cs typeface="腾讯体 W3" panose="020C04030202040F0204" pitchFamily="34" charset="-122"/>
              </a:rPr>
              <a:t> </a:t>
            </a:r>
            <a:r>
              <a:rPr sz="635" dirty="0">
                <a:solidFill>
                  <a:srgbClr val="FFFFFF"/>
                </a:solidFill>
                <a:latin typeface="腾讯体 W3" panose="020C04030202040F0204" pitchFamily="34" charset="-122"/>
                <a:cs typeface="腾讯体 W3" panose="020C04030202040F0204" pitchFamily="34" charset="-122"/>
              </a:rPr>
              <a:t>mln.)</a:t>
            </a:r>
            <a:endParaRPr sz="635">
              <a:latin typeface="腾讯体 W3" panose="020C04030202040F0204" pitchFamily="34" charset="-122"/>
              <a:cs typeface="腾讯体 W3" panose="020C04030202040F0204" pitchFamily="34" charset="-122"/>
            </a:endParaRPr>
          </a:p>
        </p:txBody>
      </p:sp>
      <p:sp>
        <p:nvSpPr>
          <p:cNvPr id="4" name="object 85"/>
          <p:cNvSpPr txBox="1"/>
          <p:nvPr/>
        </p:nvSpPr>
        <p:spPr>
          <a:xfrm>
            <a:off x="1991360" y="5256530"/>
            <a:ext cx="1856105" cy="875665"/>
          </a:xfrm>
          <a:prstGeom prst="rect">
            <a:avLst/>
          </a:prstGeom>
        </p:spPr>
        <p:txBody>
          <a:bodyPr vert="horz" wrap="square" lIns="0" tIns="0" rIns="0" bIns="0" rtlCol="0">
            <a:noAutofit/>
          </a:bodyPr>
          <a:lstStyle/>
          <a:p>
            <a:pPr marL="396240">
              <a:tabLst>
                <a:tab pos="1235075" algn="l"/>
              </a:tabLst>
            </a:pPr>
            <a:r>
              <a:rPr sz="725" dirty="0">
                <a:solidFill>
                  <a:srgbClr val="FFFFFF"/>
                </a:solidFill>
                <a:latin typeface="腾讯体 W3" panose="020C04030202040F0204" pitchFamily="34" charset="-122"/>
                <a:cs typeface="腾讯体 W3" panose="020C04030202040F0204" pitchFamily="34" charset="-122"/>
              </a:rPr>
              <a:t>63,4	64,5</a:t>
            </a:r>
            <a:endParaRPr sz="725">
              <a:latin typeface="腾讯体 W3" panose="020C04030202040F0204" pitchFamily="34" charset="-122"/>
              <a:cs typeface="腾讯体 W3" panose="020C04030202040F0204" pitchFamily="34" charset="-122"/>
            </a:endParaRPr>
          </a:p>
          <a:p>
            <a:pPr>
              <a:spcBef>
                <a:spcPts val="30"/>
              </a:spcBef>
            </a:pPr>
            <a:endParaRPr sz="725">
              <a:latin typeface="腾讯体 W7" panose="020C08030202040F0204" pitchFamily="18" charset="-122"/>
              <a:cs typeface="腾讯体 W7" panose="020C08030202040F0204" pitchFamily="18" charset="-122"/>
            </a:endParaRPr>
          </a:p>
          <a:p>
            <a:pPr>
              <a:spcBef>
                <a:spcPts val="30"/>
              </a:spcBef>
            </a:pPr>
            <a:endParaRPr sz="725">
              <a:latin typeface="腾讯体 W7" panose="020C08030202040F0204" pitchFamily="18" charset="-122"/>
              <a:cs typeface="腾讯体 W7" panose="020C08030202040F0204" pitchFamily="18" charset="-122"/>
            </a:endParaRPr>
          </a:p>
          <a:p>
            <a:pPr>
              <a:spcBef>
                <a:spcPts val="30"/>
              </a:spcBef>
            </a:pPr>
            <a:endParaRPr sz="725">
              <a:latin typeface="腾讯体 W7" panose="020C08030202040F0204" pitchFamily="18" charset="-122"/>
              <a:cs typeface="腾讯体 W7" panose="020C08030202040F0204" pitchFamily="18" charset="-122"/>
            </a:endParaRPr>
          </a:p>
          <a:p>
            <a:pPr marL="90170">
              <a:tabLst>
                <a:tab pos="944880" algn="l"/>
              </a:tabLst>
            </a:pPr>
            <a:r>
              <a:rPr sz="905" dirty="0">
                <a:solidFill>
                  <a:srgbClr val="FFFFFF"/>
                </a:solidFill>
                <a:latin typeface="腾讯体 W3" panose="020C04030202040F0204" pitchFamily="34" charset="-122"/>
                <a:cs typeface="腾讯体 W3" panose="020C04030202040F0204" pitchFamily="34" charset="-122"/>
              </a:rPr>
              <a:t>2014/2015	2013/2014</a:t>
            </a:r>
            <a:endParaRPr sz="905">
              <a:latin typeface="腾讯体 W3" panose="020C04030202040F0204" pitchFamily="34" charset="-122"/>
              <a:cs typeface="腾讯体 W3" panose="020C04030202040F0204" pitchFamily="34" charset="-122"/>
            </a:endParaRPr>
          </a:p>
          <a:p>
            <a:pPr marR="424180">
              <a:lnSpc>
                <a:spcPct val="107000"/>
              </a:lnSpc>
              <a:spcBef>
                <a:spcPts val="185"/>
              </a:spcBef>
            </a:pPr>
            <a:r>
              <a:rPr sz="635" dirty="0">
                <a:solidFill>
                  <a:srgbClr val="FFFFFF"/>
                </a:solidFill>
                <a:latin typeface="腾讯体 W3" panose="020C04030202040F0204" pitchFamily="34" charset="-122"/>
                <a:cs typeface="腾讯体 W3" panose="020C04030202040F0204" pitchFamily="34" charset="-122"/>
              </a:rPr>
              <a:t>Netto-omzet </a:t>
            </a:r>
            <a:r>
              <a:rPr sz="635" spc="5" dirty="0">
                <a:solidFill>
                  <a:srgbClr val="FFFFFF"/>
                </a:solidFill>
                <a:latin typeface="腾讯体 W3" panose="020C04030202040F0204" pitchFamily="34" charset="-122"/>
                <a:cs typeface="腾讯体 W3" panose="020C04030202040F0204" pitchFamily="34" charset="-122"/>
              </a:rPr>
              <a:t>(x </a:t>
            </a:r>
            <a:r>
              <a:rPr sz="635" dirty="0">
                <a:solidFill>
                  <a:srgbClr val="FFFFFF"/>
                </a:solidFill>
                <a:latin typeface="腾讯体 W3" panose="020C04030202040F0204" pitchFamily="34" charset="-122"/>
                <a:cs typeface="腾讯体 W3" panose="020C04030202040F0204" pitchFamily="34" charset="-122"/>
              </a:rPr>
              <a:t>€ 1 mln.)  </a:t>
            </a:r>
            <a:endParaRPr sz="635" dirty="0">
              <a:solidFill>
                <a:srgbClr val="FFFFFF"/>
              </a:solidFill>
              <a:latin typeface="腾讯体 W3" panose="020C04030202040F0204" pitchFamily="34" charset="-122"/>
              <a:cs typeface="腾讯体 W3" panose="020C04030202040F0204" pitchFamily="34" charset="-122"/>
            </a:endParaRPr>
          </a:p>
          <a:p>
            <a:pPr marR="424180">
              <a:lnSpc>
                <a:spcPct val="107000"/>
              </a:lnSpc>
              <a:spcBef>
                <a:spcPts val="185"/>
              </a:spcBef>
            </a:pPr>
            <a:r>
              <a:rPr sz="635" spc="5" dirty="0">
                <a:solidFill>
                  <a:srgbClr val="FFFFFF"/>
                </a:solidFill>
                <a:latin typeface="腾讯体 W3" panose="020C04030202040F0204" pitchFamily="34" charset="-122"/>
                <a:cs typeface="腾讯体 W3" panose="020C04030202040F0204" pitchFamily="34" charset="-122"/>
              </a:rPr>
              <a:t>Bedrijfsresultaat (x </a:t>
            </a:r>
            <a:r>
              <a:rPr sz="635" dirty="0">
                <a:solidFill>
                  <a:srgbClr val="FFFFFF"/>
                </a:solidFill>
                <a:latin typeface="腾讯体 W3" panose="020C04030202040F0204" pitchFamily="34" charset="-122"/>
                <a:cs typeface="腾讯体 W3" panose="020C04030202040F0204" pitchFamily="34" charset="-122"/>
              </a:rPr>
              <a:t>€ 1</a:t>
            </a:r>
            <a:r>
              <a:rPr sz="635" spc="-110" dirty="0">
                <a:solidFill>
                  <a:srgbClr val="FFFFFF"/>
                </a:solidFill>
                <a:latin typeface="腾讯体 W3" panose="020C04030202040F0204" pitchFamily="34" charset="-122"/>
                <a:cs typeface="腾讯体 W3" panose="020C04030202040F0204" pitchFamily="34" charset="-122"/>
              </a:rPr>
              <a:t> </a:t>
            </a:r>
            <a:r>
              <a:rPr sz="635" dirty="0">
                <a:solidFill>
                  <a:srgbClr val="FFFFFF"/>
                </a:solidFill>
                <a:latin typeface="腾讯体 W3" panose="020C04030202040F0204" pitchFamily="34" charset="-122"/>
                <a:cs typeface="腾讯体 W3" panose="020C04030202040F0204" pitchFamily="34" charset="-122"/>
              </a:rPr>
              <a:t>mln.)</a:t>
            </a:r>
            <a:endParaRPr sz="635">
              <a:latin typeface="腾讯体 W3" panose="020C04030202040F0204" pitchFamily="34" charset="-122"/>
              <a:cs typeface="腾讯体 W3" panose="020C04030202040F0204" pitchFamily="34" charset="-122"/>
            </a:endParaRPr>
          </a:p>
        </p:txBody>
      </p:sp>
      <p:sp>
        <p:nvSpPr>
          <p:cNvPr id="93" name="object 2"/>
          <p:cNvSpPr txBox="1">
            <a:spLocks noGrp="1"/>
          </p:cNvSpPr>
          <p:nvPr>
            <p:ph type="title" idx="4294967295"/>
          </p:nvPr>
        </p:nvSpPr>
        <p:spPr>
          <a:xfrm>
            <a:off x="1692932" y="747585"/>
            <a:ext cx="8806133" cy="335280"/>
          </a:xfrm>
          <a:prstGeom prst="rect">
            <a:avLst/>
          </a:prstGeom>
        </p:spPr>
        <p:txBody>
          <a:bodyPr vert="horz" wrap="square" lIns="0" tIns="0" rIns="0" bIns="0" rtlCol="0" anchor="t" anchorCtr="0">
            <a:spAutoFit/>
          </a:bodyPr>
          <a:lstStyle/>
          <a:p>
            <a:pPr marL="12700"/>
            <a:r>
              <a:rPr lang="en-US" sz="2175" b="0" dirty="0">
                <a:solidFill>
                  <a:schemeClr val="accent6"/>
                </a:solidFill>
                <a:latin typeface="腾讯体 W7" panose="020C08030202040F0204" pitchFamily="18" charset="-122"/>
                <a:cs typeface="腾讯体 W7" panose="020C08030202040F0204" pitchFamily="18" charset="-122"/>
              </a:rPr>
              <a:t>Graph</a:t>
            </a:r>
            <a:endParaRPr sz="2175" b="0" dirty="0">
              <a:solidFill>
                <a:schemeClr val="accent6"/>
              </a:solidFill>
              <a:latin typeface="腾讯体 W7" panose="020C08030202040F0204" pitchFamily="18" charset="-122"/>
              <a:cs typeface="腾讯体 W7" panose="020C08030202040F0204" pitchFamily="18" charset="-122"/>
            </a:endParaRPr>
          </a:p>
        </p:txBody>
      </p:sp>
      <p:sp>
        <p:nvSpPr>
          <p:cNvPr id="155" name="object 3"/>
          <p:cNvSpPr/>
          <p:nvPr/>
        </p:nvSpPr>
        <p:spPr>
          <a:xfrm>
            <a:off x="1578185" y="671065"/>
            <a:ext cx="0" cy="130717"/>
          </a:xfrm>
          <a:custGeom>
            <a:avLst/>
            <a:gdLst/>
            <a:ahLst/>
            <a:cxnLst/>
            <a:rect l="l" t="t" r="r" b="b"/>
            <a:pathLst>
              <a:path h="144144">
                <a:moveTo>
                  <a:pt x="0" y="0"/>
                </a:moveTo>
                <a:lnTo>
                  <a:pt x="0" y="144005"/>
                </a:lnTo>
              </a:path>
            </a:pathLst>
          </a:custGeom>
          <a:ln w="9525">
            <a:solidFill>
              <a:schemeClr val="accent6"/>
            </a:solidFill>
          </a:ln>
        </p:spPr>
        <p:txBody>
          <a:bodyPr wrap="square" lIns="0" tIns="0" rIns="0" bIns="0" rtlCol="0"/>
          <a:lstStyle/>
          <a:p>
            <a:endParaRPr sz="1815">
              <a:latin typeface="腾讯体 W3" panose="020C04030202040F0204" pitchFamily="34" charset="-122"/>
            </a:endParaRPr>
          </a:p>
        </p:txBody>
      </p:sp>
      <p:sp>
        <p:nvSpPr>
          <p:cNvPr id="156" name="object 4"/>
          <p:cNvSpPr/>
          <p:nvPr/>
        </p:nvSpPr>
        <p:spPr>
          <a:xfrm>
            <a:off x="1573866" y="675383"/>
            <a:ext cx="8912895" cy="0"/>
          </a:xfrm>
          <a:custGeom>
            <a:avLst/>
            <a:gdLst/>
            <a:ahLst/>
            <a:cxnLst/>
            <a:rect l="l" t="t" r="r" b="b"/>
            <a:pathLst>
              <a:path w="9828530">
                <a:moveTo>
                  <a:pt x="0" y="0"/>
                </a:moveTo>
                <a:lnTo>
                  <a:pt x="9827996" y="0"/>
                </a:lnTo>
              </a:path>
            </a:pathLst>
          </a:custGeom>
          <a:ln w="9525">
            <a:solidFill>
              <a:schemeClr val="accent6"/>
            </a:solidFill>
          </a:ln>
        </p:spPr>
        <p:txBody>
          <a:bodyPr wrap="square" lIns="0" tIns="0" rIns="0" bIns="0" rtlCol="0"/>
          <a:lstStyle/>
          <a:p>
            <a:endParaRPr sz="1815">
              <a:latin typeface="腾讯体 W3" panose="020C04030202040F0204" pitchFamily="34" charset="-122"/>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bk object 16"/>
          <p:cNvSpPr/>
          <p:nvPr/>
        </p:nvSpPr>
        <p:spPr>
          <a:xfrm>
            <a:off x="2447149" y="3988974"/>
            <a:ext cx="4294060" cy="2067851"/>
          </a:xfrm>
          <a:custGeom>
            <a:avLst/>
            <a:gdLst/>
            <a:ahLst/>
            <a:cxnLst/>
            <a:rect l="l" t="t" r="r" b="b"/>
            <a:pathLst>
              <a:path w="4735195" h="2280285">
                <a:moveTo>
                  <a:pt x="0" y="2280005"/>
                </a:moveTo>
                <a:lnTo>
                  <a:pt x="4734902" y="2280005"/>
                </a:lnTo>
                <a:lnTo>
                  <a:pt x="4734902" y="0"/>
                </a:lnTo>
                <a:lnTo>
                  <a:pt x="0" y="0"/>
                </a:lnTo>
                <a:lnTo>
                  <a:pt x="0" y="2280005"/>
                </a:lnTo>
                <a:close/>
              </a:path>
            </a:pathLst>
          </a:custGeom>
          <a:solidFill>
            <a:schemeClr val="accent6"/>
          </a:solidFill>
        </p:spPr>
        <p:txBody>
          <a:bodyPr wrap="square" lIns="0" tIns="0" rIns="0" bIns="0" rtlCol="0"/>
          <a:lstStyle/>
          <a:p>
            <a:endParaRPr sz="1815">
              <a:latin typeface="腾讯体 W3" panose="020C04030202040F0204" pitchFamily="34" charset="-122"/>
            </a:endParaRPr>
          </a:p>
        </p:txBody>
      </p:sp>
      <p:sp>
        <p:nvSpPr>
          <p:cNvPr id="75" name="bk object 17"/>
          <p:cNvSpPr/>
          <p:nvPr/>
        </p:nvSpPr>
        <p:spPr>
          <a:xfrm>
            <a:off x="3989684" y="4191744"/>
            <a:ext cx="1255337" cy="1819663"/>
          </a:xfrm>
          <a:custGeom>
            <a:avLst/>
            <a:gdLst/>
            <a:ahLst/>
            <a:cxnLst/>
            <a:rect l="l" t="t" r="r" b="b"/>
            <a:pathLst>
              <a:path w="1384300" h="2006600">
                <a:moveTo>
                  <a:pt x="1053973" y="1917700"/>
                </a:moveTo>
                <a:lnTo>
                  <a:pt x="921040" y="1917700"/>
                </a:lnTo>
                <a:lnTo>
                  <a:pt x="918032" y="1930400"/>
                </a:lnTo>
                <a:lnTo>
                  <a:pt x="904011" y="1930400"/>
                </a:lnTo>
                <a:lnTo>
                  <a:pt x="861745" y="1955800"/>
                </a:lnTo>
                <a:lnTo>
                  <a:pt x="854024" y="1955800"/>
                </a:lnTo>
                <a:lnTo>
                  <a:pt x="856614" y="1968500"/>
                </a:lnTo>
                <a:lnTo>
                  <a:pt x="860780" y="1993900"/>
                </a:lnTo>
                <a:lnTo>
                  <a:pt x="889596" y="2006600"/>
                </a:lnTo>
                <a:lnTo>
                  <a:pt x="989596" y="2006600"/>
                </a:lnTo>
                <a:lnTo>
                  <a:pt x="997254" y="1981200"/>
                </a:lnTo>
                <a:lnTo>
                  <a:pt x="1010843" y="1943100"/>
                </a:lnTo>
                <a:lnTo>
                  <a:pt x="1031100" y="1930400"/>
                </a:lnTo>
                <a:lnTo>
                  <a:pt x="1053973" y="1917700"/>
                </a:lnTo>
                <a:close/>
              </a:path>
              <a:path w="1384300" h="2006600">
                <a:moveTo>
                  <a:pt x="894676" y="1346200"/>
                </a:moveTo>
                <a:lnTo>
                  <a:pt x="875868" y="1346200"/>
                </a:lnTo>
                <a:lnTo>
                  <a:pt x="884529" y="1409700"/>
                </a:lnTo>
                <a:lnTo>
                  <a:pt x="889596" y="1460500"/>
                </a:lnTo>
                <a:lnTo>
                  <a:pt x="910780" y="1498600"/>
                </a:lnTo>
                <a:lnTo>
                  <a:pt x="931113" y="1511300"/>
                </a:lnTo>
                <a:lnTo>
                  <a:pt x="965022" y="1574800"/>
                </a:lnTo>
                <a:lnTo>
                  <a:pt x="981951" y="1612900"/>
                </a:lnTo>
                <a:lnTo>
                  <a:pt x="981163" y="1676400"/>
                </a:lnTo>
                <a:lnTo>
                  <a:pt x="986193" y="1765300"/>
                </a:lnTo>
                <a:lnTo>
                  <a:pt x="980287" y="1828800"/>
                </a:lnTo>
                <a:lnTo>
                  <a:pt x="962494" y="1879600"/>
                </a:lnTo>
                <a:lnTo>
                  <a:pt x="934542" y="1905000"/>
                </a:lnTo>
                <a:lnTo>
                  <a:pt x="927747" y="1917700"/>
                </a:lnTo>
                <a:lnTo>
                  <a:pt x="1061516" y="1917700"/>
                </a:lnTo>
                <a:lnTo>
                  <a:pt x="1055611" y="1981200"/>
                </a:lnTo>
                <a:lnTo>
                  <a:pt x="1053096" y="2006600"/>
                </a:lnTo>
                <a:lnTo>
                  <a:pt x="1069124" y="2006600"/>
                </a:lnTo>
                <a:lnTo>
                  <a:pt x="1077620" y="1930400"/>
                </a:lnTo>
                <a:lnTo>
                  <a:pt x="1090345" y="1892300"/>
                </a:lnTo>
                <a:lnTo>
                  <a:pt x="1090345" y="1879600"/>
                </a:lnTo>
                <a:lnTo>
                  <a:pt x="1086586" y="1866900"/>
                </a:lnTo>
                <a:lnTo>
                  <a:pt x="1042060" y="1866900"/>
                </a:lnTo>
                <a:lnTo>
                  <a:pt x="1065758" y="1841500"/>
                </a:lnTo>
                <a:lnTo>
                  <a:pt x="1061516" y="1828800"/>
                </a:lnTo>
                <a:lnTo>
                  <a:pt x="1060704" y="1778000"/>
                </a:lnTo>
                <a:lnTo>
                  <a:pt x="1070063" y="1752600"/>
                </a:lnTo>
                <a:lnTo>
                  <a:pt x="1220012" y="1752600"/>
                </a:lnTo>
                <a:lnTo>
                  <a:pt x="1198829" y="1739900"/>
                </a:lnTo>
                <a:lnTo>
                  <a:pt x="1195336" y="1727200"/>
                </a:lnTo>
                <a:lnTo>
                  <a:pt x="1145425" y="1727200"/>
                </a:lnTo>
                <a:lnTo>
                  <a:pt x="1118298" y="1676400"/>
                </a:lnTo>
                <a:lnTo>
                  <a:pt x="1096302" y="1625600"/>
                </a:lnTo>
                <a:lnTo>
                  <a:pt x="1089558" y="1536700"/>
                </a:lnTo>
                <a:lnTo>
                  <a:pt x="1075080" y="1473200"/>
                </a:lnTo>
                <a:lnTo>
                  <a:pt x="1069124" y="1435100"/>
                </a:lnTo>
                <a:lnTo>
                  <a:pt x="1081049" y="1371600"/>
                </a:lnTo>
                <a:lnTo>
                  <a:pt x="1082484" y="1358900"/>
                </a:lnTo>
                <a:lnTo>
                  <a:pt x="897420" y="1358900"/>
                </a:lnTo>
                <a:lnTo>
                  <a:pt x="894676" y="1346200"/>
                </a:lnTo>
                <a:close/>
              </a:path>
              <a:path w="1384300" h="2006600">
                <a:moveTo>
                  <a:pt x="276212" y="1968500"/>
                </a:moveTo>
                <a:lnTo>
                  <a:pt x="31534" y="1968500"/>
                </a:lnTo>
                <a:lnTo>
                  <a:pt x="57734" y="1981200"/>
                </a:lnTo>
                <a:lnTo>
                  <a:pt x="104673" y="1981200"/>
                </a:lnTo>
                <a:lnTo>
                  <a:pt x="126898" y="1993900"/>
                </a:lnTo>
                <a:lnTo>
                  <a:pt x="222389" y="1993900"/>
                </a:lnTo>
                <a:lnTo>
                  <a:pt x="261429" y="1981200"/>
                </a:lnTo>
                <a:lnTo>
                  <a:pt x="276212" y="1968500"/>
                </a:lnTo>
                <a:close/>
              </a:path>
              <a:path w="1384300" h="2006600">
                <a:moveTo>
                  <a:pt x="6923" y="1908251"/>
                </a:moveTo>
                <a:lnTo>
                  <a:pt x="5981" y="1930400"/>
                </a:lnTo>
                <a:lnTo>
                  <a:pt x="20091" y="1968500"/>
                </a:lnTo>
                <a:lnTo>
                  <a:pt x="270128" y="1968500"/>
                </a:lnTo>
                <a:lnTo>
                  <a:pt x="261962" y="1955800"/>
                </a:lnTo>
                <a:lnTo>
                  <a:pt x="253225" y="1943100"/>
                </a:lnTo>
                <a:lnTo>
                  <a:pt x="220332" y="1943100"/>
                </a:lnTo>
                <a:lnTo>
                  <a:pt x="195541" y="1930400"/>
                </a:lnTo>
                <a:lnTo>
                  <a:pt x="182636" y="1917700"/>
                </a:lnTo>
                <a:lnTo>
                  <a:pt x="27038" y="1917700"/>
                </a:lnTo>
                <a:lnTo>
                  <a:pt x="6923" y="1908251"/>
                </a:lnTo>
                <a:close/>
              </a:path>
              <a:path w="1384300" h="2006600">
                <a:moveTo>
                  <a:pt x="523417" y="1943100"/>
                </a:moveTo>
                <a:lnTo>
                  <a:pt x="434759" y="1943100"/>
                </a:lnTo>
                <a:lnTo>
                  <a:pt x="479742" y="1955800"/>
                </a:lnTo>
                <a:lnTo>
                  <a:pt x="523417" y="1943100"/>
                </a:lnTo>
                <a:close/>
              </a:path>
              <a:path w="1384300" h="2006600">
                <a:moveTo>
                  <a:pt x="1182266" y="1917700"/>
                </a:moveTo>
                <a:lnTo>
                  <a:pt x="1095633" y="1917700"/>
                </a:lnTo>
                <a:lnTo>
                  <a:pt x="1095502" y="1930400"/>
                </a:lnTo>
                <a:lnTo>
                  <a:pt x="1101356" y="1943100"/>
                </a:lnTo>
                <a:lnTo>
                  <a:pt x="1119962" y="1943100"/>
                </a:lnTo>
                <a:lnTo>
                  <a:pt x="1129385" y="1955800"/>
                </a:lnTo>
                <a:lnTo>
                  <a:pt x="1131862" y="1955800"/>
                </a:lnTo>
                <a:lnTo>
                  <a:pt x="1142186" y="1943100"/>
                </a:lnTo>
                <a:lnTo>
                  <a:pt x="1162461" y="1930400"/>
                </a:lnTo>
                <a:lnTo>
                  <a:pt x="1182266" y="1917700"/>
                </a:lnTo>
                <a:close/>
              </a:path>
              <a:path w="1384300" h="2006600">
                <a:moveTo>
                  <a:pt x="528860" y="1905000"/>
                </a:moveTo>
                <a:lnTo>
                  <a:pt x="295643" y="1905000"/>
                </a:lnTo>
                <a:lnTo>
                  <a:pt x="306374" y="1930400"/>
                </a:lnTo>
                <a:lnTo>
                  <a:pt x="315810" y="1943100"/>
                </a:lnTo>
                <a:lnTo>
                  <a:pt x="372249" y="1943100"/>
                </a:lnTo>
                <a:lnTo>
                  <a:pt x="376935" y="1917700"/>
                </a:lnTo>
                <a:lnTo>
                  <a:pt x="545566" y="1917700"/>
                </a:lnTo>
                <a:lnTo>
                  <a:pt x="528860" y="1905000"/>
                </a:lnTo>
                <a:close/>
              </a:path>
              <a:path w="1384300" h="2006600">
                <a:moveTo>
                  <a:pt x="559752" y="1917700"/>
                </a:moveTo>
                <a:lnTo>
                  <a:pt x="389686" y="1917700"/>
                </a:lnTo>
                <a:lnTo>
                  <a:pt x="421944" y="1943100"/>
                </a:lnTo>
                <a:lnTo>
                  <a:pt x="542277" y="1943100"/>
                </a:lnTo>
                <a:lnTo>
                  <a:pt x="566496" y="1930400"/>
                </a:lnTo>
                <a:lnTo>
                  <a:pt x="561759" y="1930400"/>
                </a:lnTo>
                <a:lnTo>
                  <a:pt x="559752" y="1917700"/>
                </a:lnTo>
                <a:close/>
              </a:path>
              <a:path w="1384300" h="2006600">
                <a:moveTo>
                  <a:pt x="7061" y="1905000"/>
                </a:moveTo>
                <a:lnTo>
                  <a:pt x="6923" y="1908251"/>
                </a:lnTo>
                <a:lnTo>
                  <a:pt x="27038" y="1917700"/>
                </a:lnTo>
                <a:lnTo>
                  <a:pt x="7061" y="1905000"/>
                </a:lnTo>
                <a:close/>
              </a:path>
              <a:path w="1384300" h="2006600">
                <a:moveTo>
                  <a:pt x="160553" y="1905000"/>
                </a:moveTo>
                <a:lnTo>
                  <a:pt x="7061" y="1905000"/>
                </a:lnTo>
                <a:lnTo>
                  <a:pt x="27038" y="1917700"/>
                </a:lnTo>
                <a:lnTo>
                  <a:pt x="134200" y="1917700"/>
                </a:lnTo>
                <a:lnTo>
                  <a:pt x="160553" y="1905000"/>
                </a:lnTo>
                <a:close/>
              </a:path>
              <a:path w="1384300" h="2006600">
                <a:moveTo>
                  <a:pt x="164236" y="1905000"/>
                </a:moveTo>
                <a:lnTo>
                  <a:pt x="160553" y="1905000"/>
                </a:lnTo>
                <a:lnTo>
                  <a:pt x="134200" y="1917700"/>
                </a:lnTo>
                <a:lnTo>
                  <a:pt x="164608" y="1905977"/>
                </a:lnTo>
                <a:lnTo>
                  <a:pt x="164236" y="1905000"/>
                </a:lnTo>
                <a:close/>
              </a:path>
              <a:path w="1384300" h="2006600">
                <a:moveTo>
                  <a:pt x="164608" y="1905977"/>
                </a:moveTo>
                <a:lnTo>
                  <a:pt x="134200" y="1917700"/>
                </a:lnTo>
                <a:lnTo>
                  <a:pt x="169062" y="1917700"/>
                </a:lnTo>
                <a:lnTo>
                  <a:pt x="164608" y="1905977"/>
                </a:lnTo>
                <a:close/>
              </a:path>
              <a:path w="1384300" h="2006600">
                <a:moveTo>
                  <a:pt x="1220012" y="1752600"/>
                </a:moveTo>
                <a:lnTo>
                  <a:pt x="1070063" y="1752600"/>
                </a:lnTo>
                <a:lnTo>
                  <a:pt x="1093825" y="1803400"/>
                </a:lnTo>
                <a:lnTo>
                  <a:pt x="1110665" y="1854200"/>
                </a:lnTo>
                <a:lnTo>
                  <a:pt x="1111084" y="1866900"/>
                </a:lnTo>
                <a:lnTo>
                  <a:pt x="1103909" y="1892300"/>
                </a:lnTo>
                <a:lnTo>
                  <a:pt x="1099048" y="1917700"/>
                </a:lnTo>
                <a:lnTo>
                  <a:pt x="1191183" y="1917700"/>
                </a:lnTo>
                <a:lnTo>
                  <a:pt x="1205534" y="1879600"/>
                </a:lnTo>
                <a:lnTo>
                  <a:pt x="1191183" y="1854200"/>
                </a:lnTo>
                <a:lnTo>
                  <a:pt x="1181074" y="1828800"/>
                </a:lnTo>
                <a:lnTo>
                  <a:pt x="1189507" y="1790700"/>
                </a:lnTo>
                <a:lnTo>
                  <a:pt x="1203083" y="1778000"/>
                </a:lnTo>
                <a:lnTo>
                  <a:pt x="1237716" y="1778000"/>
                </a:lnTo>
                <a:lnTo>
                  <a:pt x="1220012" y="1752600"/>
                </a:lnTo>
                <a:close/>
              </a:path>
              <a:path w="1384300" h="2006600">
                <a:moveTo>
                  <a:pt x="155828" y="1866900"/>
                </a:moveTo>
                <a:lnTo>
                  <a:pt x="1460" y="1866900"/>
                </a:lnTo>
                <a:lnTo>
                  <a:pt x="0" y="1905000"/>
                </a:lnTo>
                <a:lnTo>
                  <a:pt x="6923" y="1908251"/>
                </a:lnTo>
                <a:lnTo>
                  <a:pt x="7061" y="1905000"/>
                </a:lnTo>
                <a:lnTo>
                  <a:pt x="167144" y="1905000"/>
                </a:lnTo>
                <a:lnTo>
                  <a:pt x="167144" y="1892300"/>
                </a:lnTo>
                <a:lnTo>
                  <a:pt x="155828" y="1866900"/>
                </a:lnTo>
                <a:close/>
              </a:path>
              <a:path w="1384300" h="2006600">
                <a:moveTo>
                  <a:pt x="167144" y="1905000"/>
                </a:moveTo>
                <a:lnTo>
                  <a:pt x="164236" y="1905000"/>
                </a:lnTo>
                <a:lnTo>
                  <a:pt x="164608" y="1905977"/>
                </a:lnTo>
                <a:lnTo>
                  <a:pt x="167144" y="1905000"/>
                </a:lnTo>
                <a:close/>
              </a:path>
              <a:path w="1384300" h="2006600">
                <a:moveTo>
                  <a:pt x="447903" y="1866900"/>
                </a:moveTo>
                <a:lnTo>
                  <a:pt x="288607" y="1866900"/>
                </a:lnTo>
                <a:lnTo>
                  <a:pt x="288150" y="1905000"/>
                </a:lnTo>
                <a:lnTo>
                  <a:pt x="495136" y="1905000"/>
                </a:lnTo>
                <a:lnTo>
                  <a:pt x="477062" y="1892300"/>
                </a:lnTo>
                <a:lnTo>
                  <a:pt x="464261" y="1879600"/>
                </a:lnTo>
                <a:lnTo>
                  <a:pt x="447903" y="1866900"/>
                </a:lnTo>
                <a:close/>
              </a:path>
              <a:path w="1384300" h="2006600">
                <a:moveTo>
                  <a:pt x="442086" y="1168400"/>
                </a:moveTo>
                <a:lnTo>
                  <a:pt x="161747" y="1168400"/>
                </a:lnTo>
                <a:lnTo>
                  <a:pt x="168605" y="1206500"/>
                </a:lnTo>
                <a:lnTo>
                  <a:pt x="171551" y="1219200"/>
                </a:lnTo>
                <a:lnTo>
                  <a:pt x="163220" y="1257300"/>
                </a:lnTo>
                <a:lnTo>
                  <a:pt x="164706" y="1282700"/>
                </a:lnTo>
                <a:lnTo>
                  <a:pt x="151422" y="1346200"/>
                </a:lnTo>
                <a:lnTo>
                  <a:pt x="143979" y="1409700"/>
                </a:lnTo>
                <a:lnTo>
                  <a:pt x="141033" y="1422400"/>
                </a:lnTo>
                <a:lnTo>
                  <a:pt x="114528" y="1460500"/>
                </a:lnTo>
                <a:lnTo>
                  <a:pt x="104241" y="1485900"/>
                </a:lnTo>
                <a:lnTo>
                  <a:pt x="84086" y="1524000"/>
                </a:lnTo>
                <a:lnTo>
                  <a:pt x="69291" y="1612900"/>
                </a:lnTo>
                <a:lnTo>
                  <a:pt x="51142" y="1689100"/>
                </a:lnTo>
                <a:lnTo>
                  <a:pt x="33375" y="1727200"/>
                </a:lnTo>
                <a:lnTo>
                  <a:pt x="32001" y="1752600"/>
                </a:lnTo>
                <a:lnTo>
                  <a:pt x="31186" y="1752600"/>
                </a:lnTo>
                <a:lnTo>
                  <a:pt x="31368" y="1765300"/>
                </a:lnTo>
                <a:lnTo>
                  <a:pt x="31991" y="1765300"/>
                </a:lnTo>
                <a:lnTo>
                  <a:pt x="29425" y="1778000"/>
                </a:lnTo>
                <a:lnTo>
                  <a:pt x="20586" y="1790700"/>
                </a:lnTo>
                <a:lnTo>
                  <a:pt x="19621" y="1790700"/>
                </a:lnTo>
                <a:lnTo>
                  <a:pt x="17025" y="1803400"/>
                </a:lnTo>
                <a:lnTo>
                  <a:pt x="12342" y="1816100"/>
                </a:lnTo>
                <a:lnTo>
                  <a:pt x="5854" y="1828800"/>
                </a:lnTo>
                <a:lnTo>
                  <a:pt x="3809" y="1854200"/>
                </a:lnTo>
                <a:lnTo>
                  <a:pt x="3378" y="1866900"/>
                </a:lnTo>
                <a:lnTo>
                  <a:pt x="147573" y="1866900"/>
                </a:lnTo>
                <a:lnTo>
                  <a:pt x="142036" y="1854200"/>
                </a:lnTo>
                <a:lnTo>
                  <a:pt x="172072" y="1854200"/>
                </a:lnTo>
                <a:lnTo>
                  <a:pt x="177495" y="1841500"/>
                </a:lnTo>
                <a:lnTo>
                  <a:pt x="229107" y="1739900"/>
                </a:lnTo>
                <a:lnTo>
                  <a:pt x="256159" y="1676400"/>
                </a:lnTo>
                <a:lnTo>
                  <a:pt x="432982" y="1676400"/>
                </a:lnTo>
                <a:lnTo>
                  <a:pt x="445058" y="1574800"/>
                </a:lnTo>
                <a:lnTo>
                  <a:pt x="442607" y="1524000"/>
                </a:lnTo>
                <a:lnTo>
                  <a:pt x="440105" y="1460500"/>
                </a:lnTo>
                <a:lnTo>
                  <a:pt x="435635" y="1308100"/>
                </a:lnTo>
                <a:lnTo>
                  <a:pt x="442086" y="1193800"/>
                </a:lnTo>
                <a:lnTo>
                  <a:pt x="442086" y="1168400"/>
                </a:lnTo>
                <a:close/>
              </a:path>
              <a:path w="1384300" h="2006600">
                <a:moveTo>
                  <a:pt x="432982" y="1676400"/>
                </a:moveTo>
                <a:lnTo>
                  <a:pt x="256159" y="1676400"/>
                </a:lnTo>
                <a:lnTo>
                  <a:pt x="267919" y="1778000"/>
                </a:lnTo>
                <a:lnTo>
                  <a:pt x="286562" y="1854200"/>
                </a:lnTo>
                <a:lnTo>
                  <a:pt x="291084" y="1866900"/>
                </a:lnTo>
                <a:lnTo>
                  <a:pt x="450456" y="1866900"/>
                </a:lnTo>
                <a:lnTo>
                  <a:pt x="441578" y="1841500"/>
                </a:lnTo>
                <a:lnTo>
                  <a:pt x="434657" y="1828800"/>
                </a:lnTo>
                <a:lnTo>
                  <a:pt x="426351" y="1828800"/>
                </a:lnTo>
                <a:lnTo>
                  <a:pt x="419011" y="1816100"/>
                </a:lnTo>
                <a:lnTo>
                  <a:pt x="431253" y="1816100"/>
                </a:lnTo>
                <a:lnTo>
                  <a:pt x="440563" y="1803400"/>
                </a:lnTo>
                <a:lnTo>
                  <a:pt x="437159" y="1778000"/>
                </a:lnTo>
                <a:lnTo>
                  <a:pt x="430250" y="1765300"/>
                </a:lnTo>
                <a:lnTo>
                  <a:pt x="423925" y="1752600"/>
                </a:lnTo>
                <a:lnTo>
                  <a:pt x="432982" y="1676400"/>
                </a:lnTo>
                <a:close/>
              </a:path>
              <a:path w="1384300" h="2006600">
                <a:moveTo>
                  <a:pt x="1067536" y="1841500"/>
                </a:moveTo>
                <a:lnTo>
                  <a:pt x="1042060" y="1866900"/>
                </a:lnTo>
                <a:lnTo>
                  <a:pt x="1086586" y="1866900"/>
                </a:lnTo>
                <a:lnTo>
                  <a:pt x="1082827" y="1854200"/>
                </a:lnTo>
                <a:lnTo>
                  <a:pt x="1067536" y="1841500"/>
                </a:lnTo>
                <a:close/>
              </a:path>
              <a:path w="1384300" h="2006600">
                <a:moveTo>
                  <a:pt x="1237716" y="1778000"/>
                </a:moveTo>
                <a:lnTo>
                  <a:pt x="1203083" y="1778000"/>
                </a:lnTo>
                <a:lnTo>
                  <a:pt x="1228496" y="1790700"/>
                </a:lnTo>
                <a:lnTo>
                  <a:pt x="1252194" y="1803400"/>
                </a:lnTo>
                <a:lnTo>
                  <a:pt x="1256347" y="1790700"/>
                </a:lnTo>
                <a:lnTo>
                  <a:pt x="1237716" y="1778000"/>
                </a:lnTo>
                <a:close/>
              </a:path>
              <a:path w="1384300" h="2006600">
                <a:moveTo>
                  <a:pt x="1083919" y="1346200"/>
                </a:moveTo>
                <a:lnTo>
                  <a:pt x="894676" y="1346200"/>
                </a:lnTo>
                <a:lnTo>
                  <a:pt x="897420" y="1358900"/>
                </a:lnTo>
                <a:lnTo>
                  <a:pt x="1043762" y="1358900"/>
                </a:lnTo>
                <a:lnTo>
                  <a:pt x="1083919" y="1346200"/>
                </a:lnTo>
                <a:close/>
              </a:path>
              <a:path w="1384300" h="2006600">
                <a:moveTo>
                  <a:pt x="1083919" y="1346200"/>
                </a:moveTo>
                <a:lnTo>
                  <a:pt x="1043762" y="1358900"/>
                </a:lnTo>
                <a:lnTo>
                  <a:pt x="1083785" y="1347389"/>
                </a:lnTo>
                <a:lnTo>
                  <a:pt x="1083919" y="1346200"/>
                </a:lnTo>
                <a:close/>
              </a:path>
              <a:path w="1384300" h="2006600">
                <a:moveTo>
                  <a:pt x="1083785" y="1347389"/>
                </a:moveTo>
                <a:lnTo>
                  <a:pt x="1043762" y="1358900"/>
                </a:lnTo>
                <a:lnTo>
                  <a:pt x="1082484" y="1358900"/>
                </a:lnTo>
                <a:lnTo>
                  <a:pt x="1083785" y="1347389"/>
                </a:lnTo>
                <a:close/>
              </a:path>
              <a:path w="1384300" h="2006600">
                <a:moveTo>
                  <a:pt x="1193533" y="431800"/>
                </a:moveTo>
                <a:lnTo>
                  <a:pt x="977150" y="431800"/>
                </a:lnTo>
                <a:lnTo>
                  <a:pt x="975601" y="444500"/>
                </a:lnTo>
                <a:lnTo>
                  <a:pt x="976376" y="469900"/>
                </a:lnTo>
                <a:lnTo>
                  <a:pt x="984034" y="482600"/>
                </a:lnTo>
                <a:lnTo>
                  <a:pt x="1021016" y="495300"/>
                </a:lnTo>
                <a:lnTo>
                  <a:pt x="1006335" y="508000"/>
                </a:lnTo>
                <a:lnTo>
                  <a:pt x="726156" y="508000"/>
                </a:lnTo>
                <a:lnTo>
                  <a:pt x="730770" y="520700"/>
                </a:lnTo>
                <a:lnTo>
                  <a:pt x="739685" y="520700"/>
                </a:lnTo>
                <a:lnTo>
                  <a:pt x="752586" y="533400"/>
                </a:lnTo>
                <a:lnTo>
                  <a:pt x="769238" y="546100"/>
                </a:lnTo>
                <a:lnTo>
                  <a:pt x="823874" y="596900"/>
                </a:lnTo>
                <a:lnTo>
                  <a:pt x="884745" y="622300"/>
                </a:lnTo>
                <a:lnTo>
                  <a:pt x="883145" y="647700"/>
                </a:lnTo>
                <a:lnTo>
                  <a:pt x="877074" y="711200"/>
                </a:lnTo>
                <a:lnTo>
                  <a:pt x="872388" y="800100"/>
                </a:lnTo>
                <a:lnTo>
                  <a:pt x="866978" y="812800"/>
                </a:lnTo>
                <a:lnTo>
                  <a:pt x="852398" y="825500"/>
                </a:lnTo>
                <a:lnTo>
                  <a:pt x="848550" y="838200"/>
                </a:lnTo>
                <a:lnTo>
                  <a:pt x="857008" y="850900"/>
                </a:lnTo>
                <a:lnTo>
                  <a:pt x="833145" y="914400"/>
                </a:lnTo>
                <a:lnTo>
                  <a:pt x="843191" y="927100"/>
                </a:lnTo>
                <a:lnTo>
                  <a:pt x="859345" y="952500"/>
                </a:lnTo>
                <a:lnTo>
                  <a:pt x="867194" y="952500"/>
                </a:lnTo>
                <a:lnTo>
                  <a:pt x="865124" y="977900"/>
                </a:lnTo>
                <a:lnTo>
                  <a:pt x="862558" y="1028700"/>
                </a:lnTo>
                <a:lnTo>
                  <a:pt x="855726" y="1079500"/>
                </a:lnTo>
                <a:lnTo>
                  <a:pt x="852322" y="1143000"/>
                </a:lnTo>
                <a:lnTo>
                  <a:pt x="855726" y="1219200"/>
                </a:lnTo>
                <a:lnTo>
                  <a:pt x="862558" y="1295400"/>
                </a:lnTo>
                <a:lnTo>
                  <a:pt x="867613" y="1333500"/>
                </a:lnTo>
                <a:lnTo>
                  <a:pt x="863434" y="1346200"/>
                </a:lnTo>
                <a:lnTo>
                  <a:pt x="1083919" y="1346200"/>
                </a:lnTo>
                <a:lnTo>
                  <a:pt x="1083785" y="1347389"/>
                </a:lnTo>
                <a:lnTo>
                  <a:pt x="1087920" y="1346200"/>
                </a:lnTo>
                <a:lnTo>
                  <a:pt x="1130173" y="1333500"/>
                </a:lnTo>
                <a:lnTo>
                  <a:pt x="1139307" y="1333500"/>
                </a:lnTo>
                <a:lnTo>
                  <a:pt x="1141222" y="1295400"/>
                </a:lnTo>
                <a:lnTo>
                  <a:pt x="1145425" y="1193800"/>
                </a:lnTo>
                <a:lnTo>
                  <a:pt x="1152232" y="1092200"/>
                </a:lnTo>
                <a:lnTo>
                  <a:pt x="1148714" y="1016000"/>
                </a:lnTo>
                <a:lnTo>
                  <a:pt x="1142022" y="990600"/>
                </a:lnTo>
                <a:lnTo>
                  <a:pt x="1144917" y="990600"/>
                </a:lnTo>
                <a:lnTo>
                  <a:pt x="1143355" y="952500"/>
                </a:lnTo>
                <a:lnTo>
                  <a:pt x="1140333" y="927100"/>
                </a:lnTo>
                <a:lnTo>
                  <a:pt x="1136599" y="914400"/>
                </a:lnTo>
                <a:lnTo>
                  <a:pt x="1134262" y="850900"/>
                </a:lnTo>
                <a:lnTo>
                  <a:pt x="1128814" y="850900"/>
                </a:lnTo>
                <a:lnTo>
                  <a:pt x="1139583" y="825500"/>
                </a:lnTo>
                <a:lnTo>
                  <a:pt x="1155827" y="812800"/>
                </a:lnTo>
                <a:lnTo>
                  <a:pt x="1160373" y="800100"/>
                </a:lnTo>
                <a:lnTo>
                  <a:pt x="1162748" y="774700"/>
                </a:lnTo>
                <a:lnTo>
                  <a:pt x="1175829" y="762000"/>
                </a:lnTo>
                <a:lnTo>
                  <a:pt x="1302054" y="762000"/>
                </a:lnTo>
                <a:lnTo>
                  <a:pt x="1288973" y="711200"/>
                </a:lnTo>
                <a:lnTo>
                  <a:pt x="1285151" y="698500"/>
                </a:lnTo>
                <a:lnTo>
                  <a:pt x="1288973" y="673100"/>
                </a:lnTo>
                <a:lnTo>
                  <a:pt x="1292110" y="622300"/>
                </a:lnTo>
                <a:lnTo>
                  <a:pt x="1283563" y="584200"/>
                </a:lnTo>
                <a:lnTo>
                  <a:pt x="1273213" y="584200"/>
                </a:lnTo>
                <a:lnTo>
                  <a:pt x="1267257" y="571500"/>
                </a:lnTo>
                <a:lnTo>
                  <a:pt x="1261602" y="571500"/>
                </a:lnTo>
                <a:lnTo>
                  <a:pt x="1257218" y="558800"/>
                </a:lnTo>
                <a:lnTo>
                  <a:pt x="1248669" y="558800"/>
                </a:lnTo>
                <a:lnTo>
                  <a:pt x="1236059" y="546100"/>
                </a:lnTo>
                <a:lnTo>
                  <a:pt x="1223734" y="533400"/>
                </a:lnTo>
                <a:lnTo>
                  <a:pt x="1218183" y="533400"/>
                </a:lnTo>
                <a:lnTo>
                  <a:pt x="1189621" y="520700"/>
                </a:lnTo>
                <a:lnTo>
                  <a:pt x="1183462" y="508000"/>
                </a:lnTo>
                <a:lnTo>
                  <a:pt x="1184160" y="495300"/>
                </a:lnTo>
                <a:lnTo>
                  <a:pt x="1186522" y="495300"/>
                </a:lnTo>
                <a:lnTo>
                  <a:pt x="1194269" y="482600"/>
                </a:lnTo>
                <a:lnTo>
                  <a:pt x="1192733" y="482600"/>
                </a:lnTo>
                <a:lnTo>
                  <a:pt x="1191183" y="469900"/>
                </a:lnTo>
                <a:lnTo>
                  <a:pt x="1191183" y="457200"/>
                </a:lnTo>
                <a:lnTo>
                  <a:pt x="1188872" y="457200"/>
                </a:lnTo>
                <a:lnTo>
                  <a:pt x="1191183" y="444500"/>
                </a:lnTo>
                <a:lnTo>
                  <a:pt x="1194269" y="444500"/>
                </a:lnTo>
                <a:lnTo>
                  <a:pt x="1193533" y="431800"/>
                </a:lnTo>
                <a:close/>
              </a:path>
              <a:path w="1384300" h="2006600">
                <a:moveTo>
                  <a:pt x="1139307" y="1333500"/>
                </a:moveTo>
                <a:lnTo>
                  <a:pt x="1130173" y="1333500"/>
                </a:lnTo>
                <a:lnTo>
                  <a:pt x="1138669" y="1346200"/>
                </a:lnTo>
                <a:lnTo>
                  <a:pt x="1139307" y="1333500"/>
                </a:lnTo>
                <a:close/>
              </a:path>
              <a:path w="1384300" h="2006600">
                <a:moveTo>
                  <a:pt x="438679" y="1143000"/>
                </a:moveTo>
                <a:lnTo>
                  <a:pt x="150545" y="1143000"/>
                </a:lnTo>
                <a:lnTo>
                  <a:pt x="149923" y="1155700"/>
                </a:lnTo>
                <a:lnTo>
                  <a:pt x="144729" y="1168400"/>
                </a:lnTo>
                <a:lnTo>
                  <a:pt x="137502" y="1181100"/>
                </a:lnTo>
                <a:lnTo>
                  <a:pt x="139903" y="1193800"/>
                </a:lnTo>
                <a:lnTo>
                  <a:pt x="145097" y="1193800"/>
                </a:lnTo>
                <a:lnTo>
                  <a:pt x="155422" y="1181100"/>
                </a:lnTo>
                <a:lnTo>
                  <a:pt x="161467" y="1168400"/>
                </a:lnTo>
                <a:lnTo>
                  <a:pt x="437603" y="1168400"/>
                </a:lnTo>
                <a:lnTo>
                  <a:pt x="438679" y="1143000"/>
                </a:lnTo>
                <a:close/>
              </a:path>
              <a:path w="1384300" h="2006600">
                <a:moveTo>
                  <a:pt x="459803" y="1117600"/>
                </a:moveTo>
                <a:lnTo>
                  <a:pt x="116408" y="1117600"/>
                </a:lnTo>
                <a:lnTo>
                  <a:pt x="117487" y="1130300"/>
                </a:lnTo>
                <a:lnTo>
                  <a:pt x="136651" y="1130300"/>
                </a:lnTo>
                <a:lnTo>
                  <a:pt x="128739" y="1155700"/>
                </a:lnTo>
                <a:lnTo>
                  <a:pt x="117487" y="1168400"/>
                </a:lnTo>
                <a:lnTo>
                  <a:pt x="114719" y="1181100"/>
                </a:lnTo>
                <a:lnTo>
                  <a:pt x="133502" y="1181100"/>
                </a:lnTo>
                <a:lnTo>
                  <a:pt x="139496" y="1168400"/>
                </a:lnTo>
                <a:lnTo>
                  <a:pt x="147713" y="1143000"/>
                </a:lnTo>
                <a:lnTo>
                  <a:pt x="438679" y="1143000"/>
                </a:lnTo>
                <a:lnTo>
                  <a:pt x="439216" y="1130300"/>
                </a:lnTo>
                <a:lnTo>
                  <a:pt x="459803" y="1117600"/>
                </a:lnTo>
                <a:close/>
              </a:path>
              <a:path w="1384300" h="2006600">
                <a:moveTo>
                  <a:pt x="130187" y="1130300"/>
                </a:moveTo>
                <a:lnTo>
                  <a:pt x="116408" y="1130300"/>
                </a:lnTo>
                <a:lnTo>
                  <a:pt x="109435" y="1143000"/>
                </a:lnTo>
                <a:lnTo>
                  <a:pt x="100482" y="1155700"/>
                </a:lnTo>
                <a:lnTo>
                  <a:pt x="96177" y="1168400"/>
                </a:lnTo>
                <a:lnTo>
                  <a:pt x="111734" y="1168400"/>
                </a:lnTo>
                <a:lnTo>
                  <a:pt x="124498" y="1155700"/>
                </a:lnTo>
                <a:lnTo>
                  <a:pt x="130187" y="1130300"/>
                </a:lnTo>
                <a:close/>
              </a:path>
              <a:path w="1384300" h="2006600">
                <a:moveTo>
                  <a:pt x="1364018" y="1104900"/>
                </a:moveTo>
                <a:lnTo>
                  <a:pt x="1326743" y="1104900"/>
                </a:lnTo>
                <a:lnTo>
                  <a:pt x="1327480" y="1117600"/>
                </a:lnTo>
                <a:lnTo>
                  <a:pt x="1326743" y="1130300"/>
                </a:lnTo>
                <a:lnTo>
                  <a:pt x="1330960" y="1143000"/>
                </a:lnTo>
                <a:lnTo>
                  <a:pt x="1333487" y="1143000"/>
                </a:lnTo>
                <a:lnTo>
                  <a:pt x="1330960" y="1155700"/>
                </a:lnTo>
                <a:lnTo>
                  <a:pt x="1335976" y="1155700"/>
                </a:lnTo>
                <a:lnTo>
                  <a:pt x="1333487" y="1168400"/>
                </a:lnTo>
                <a:lnTo>
                  <a:pt x="1339418" y="1168400"/>
                </a:lnTo>
                <a:lnTo>
                  <a:pt x="1352956" y="1155700"/>
                </a:lnTo>
                <a:lnTo>
                  <a:pt x="1358925" y="1143000"/>
                </a:lnTo>
                <a:lnTo>
                  <a:pt x="1367396" y="1130300"/>
                </a:lnTo>
                <a:lnTo>
                  <a:pt x="1364018" y="1104900"/>
                </a:lnTo>
                <a:close/>
              </a:path>
              <a:path w="1384300" h="2006600">
                <a:moveTo>
                  <a:pt x="388353" y="406400"/>
                </a:moveTo>
                <a:lnTo>
                  <a:pt x="235203" y="406400"/>
                </a:lnTo>
                <a:lnTo>
                  <a:pt x="224853" y="431800"/>
                </a:lnTo>
                <a:lnTo>
                  <a:pt x="223113" y="444500"/>
                </a:lnTo>
                <a:lnTo>
                  <a:pt x="206095" y="457200"/>
                </a:lnTo>
                <a:lnTo>
                  <a:pt x="198831" y="469900"/>
                </a:lnTo>
                <a:lnTo>
                  <a:pt x="192747" y="482600"/>
                </a:lnTo>
                <a:lnTo>
                  <a:pt x="184911" y="508000"/>
                </a:lnTo>
                <a:lnTo>
                  <a:pt x="169773" y="533400"/>
                </a:lnTo>
                <a:lnTo>
                  <a:pt x="157086" y="558800"/>
                </a:lnTo>
                <a:lnTo>
                  <a:pt x="146773" y="584200"/>
                </a:lnTo>
                <a:lnTo>
                  <a:pt x="134696" y="596900"/>
                </a:lnTo>
                <a:lnTo>
                  <a:pt x="128600" y="635000"/>
                </a:lnTo>
                <a:lnTo>
                  <a:pt x="129844" y="660400"/>
                </a:lnTo>
                <a:lnTo>
                  <a:pt x="120675" y="673100"/>
                </a:lnTo>
                <a:lnTo>
                  <a:pt x="108559" y="685800"/>
                </a:lnTo>
                <a:lnTo>
                  <a:pt x="92240" y="749300"/>
                </a:lnTo>
                <a:lnTo>
                  <a:pt x="81343" y="800100"/>
                </a:lnTo>
                <a:lnTo>
                  <a:pt x="87998" y="825500"/>
                </a:lnTo>
                <a:lnTo>
                  <a:pt x="88582" y="850900"/>
                </a:lnTo>
                <a:lnTo>
                  <a:pt x="87998" y="914400"/>
                </a:lnTo>
                <a:lnTo>
                  <a:pt x="93446" y="990600"/>
                </a:lnTo>
                <a:lnTo>
                  <a:pt x="89839" y="1041400"/>
                </a:lnTo>
                <a:lnTo>
                  <a:pt x="92811" y="1092200"/>
                </a:lnTo>
                <a:lnTo>
                  <a:pt x="99250" y="1092200"/>
                </a:lnTo>
                <a:lnTo>
                  <a:pt x="98551" y="1104900"/>
                </a:lnTo>
                <a:lnTo>
                  <a:pt x="93687" y="1117600"/>
                </a:lnTo>
                <a:lnTo>
                  <a:pt x="85966" y="1130300"/>
                </a:lnTo>
                <a:lnTo>
                  <a:pt x="85407" y="1130300"/>
                </a:lnTo>
                <a:lnTo>
                  <a:pt x="85699" y="1143000"/>
                </a:lnTo>
                <a:lnTo>
                  <a:pt x="94297" y="1143000"/>
                </a:lnTo>
                <a:lnTo>
                  <a:pt x="105130" y="1130300"/>
                </a:lnTo>
                <a:lnTo>
                  <a:pt x="111480" y="1117600"/>
                </a:lnTo>
                <a:lnTo>
                  <a:pt x="459803" y="1117600"/>
                </a:lnTo>
                <a:lnTo>
                  <a:pt x="500976" y="1092200"/>
                </a:lnTo>
                <a:lnTo>
                  <a:pt x="497941" y="1054100"/>
                </a:lnTo>
                <a:lnTo>
                  <a:pt x="486194" y="965200"/>
                </a:lnTo>
                <a:lnTo>
                  <a:pt x="516089" y="863600"/>
                </a:lnTo>
                <a:lnTo>
                  <a:pt x="522770" y="863600"/>
                </a:lnTo>
                <a:lnTo>
                  <a:pt x="485927" y="762000"/>
                </a:lnTo>
                <a:lnTo>
                  <a:pt x="463486" y="698500"/>
                </a:lnTo>
                <a:lnTo>
                  <a:pt x="468299" y="673100"/>
                </a:lnTo>
                <a:lnTo>
                  <a:pt x="470750" y="596900"/>
                </a:lnTo>
                <a:lnTo>
                  <a:pt x="469506" y="571500"/>
                </a:lnTo>
                <a:lnTo>
                  <a:pt x="460400" y="546100"/>
                </a:lnTo>
                <a:lnTo>
                  <a:pt x="473748" y="533400"/>
                </a:lnTo>
                <a:lnTo>
                  <a:pt x="481545" y="520700"/>
                </a:lnTo>
                <a:lnTo>
                  <a:pt x="511860" y="508000"/>
                </a:lnTo>
                <a:lnTo>
                  <a:pt x="526376" y="495300"/>
                </a:lnTo>
                <a:lnTo>
                  <a:pt x="577837" y="457200"/>
                </a:lnTo>
                <a:lnTo>
                  <a:pt x="582053" y="444500"/>
                </a:lnTo>
                <a:lnTo>
                  <a:pt x="596049" y="431800"/>
                </a:lnTo>
                <a:lnTo>
                  <a:pt x="413105" y="431800"/>
                </a:lnTo>
                <a:lnTo>
                  <a:pt x="404126" y="419100"/>
                </a:lnTo>
                <a:lnTo>
                  <a:pt x="393230" y="419100"/>
                </a:lnTo>
                <a:lnTo>
                  <a:pt x="388353" y="406400"/>
                </a:lnTo>
                <a:close/>
              </a:path>
              <a:path w="1384300" h="2006600">
                <a:moveTo>
                  <a:pt x="1302054" y="762000"/>
                </a:moveTo>
                <a:lnTo>
                  <a:pt x="1183462" y="762000"/>
                </a:lnTo>
                <a:lnTo>
                  <a:pt x="1181163" y="774700"/>
                </a:lnTo>
                <a:lnTo>
                  <a:pt x="1188110" y="812800"/>
                </a:lnTo>
                <a:lnTo>
                  <a:pt x="1205001" y="876300"/>
                </a:lnTo>
                <a:lnTo>
                  <a:pt x="1221968" y="952500"/>
                </a:lnTo>
                <a:lnTo>
                  <a:pt x="1234325" y="1016000"/>
                </a:lnTo>
                <a:lnTo>
                  <a:pt x="1254277" y="1092200"/>
                </a:lnTo>
                <a:lnTo>
                  <a:pt x="1260932" y="1092200"/>
                </a:lnTo>
                <a:lnTo>
                  <a:pt x="1264056" y="1104900"/>
                </a:lnTo>
                <a:lnTo>
                  <a:pt x="1364018" y="1104900"/>
                </a:lnTo>
                <a:lnTo>
                  <a:pt x="1369923" y="1117600"/>
                </a:lnTo>
                <a:lnTo>
                  <a:pt x="1372387" y="1117600"/>
                </a:lnTo>
                <a:lnTo>
                  <a:pt x="1369923" y="1143000"/>
                </a:lnTo>
                <a:lnTo>
                  <a:pt x="1378381" y="1143000"/>
                </a:lnTo>
                <a:lnTo>
                  <a:pt x="1384198" y="1117600"/>
                </a:lnTo>
                <a:lnTo>
                  <a:pt x="1382623" y="1104900"/>
                </a:lnTo>
                <a:lnTo>
                  <a:pt x="1360538" y="1079500"/>
                </a:lnTo>
                <a:lnTo>
                  <a:pt x="1353718" y="1079500"/>
                </a:lnTo>
                <a:lnTo>
                  <a:pt x="1351318" y="1066800"/>
                </a:lnTo>
                <a:lnTo>
                  <a:pt x="1339037" y="1016000"/>
                </a:lnTo>
                <a:lnTo>
                  <a:pt x="1328153" y="1003300"/>
                </a:lnTo>
                <a:lnTo>
                  <a:pt x="1325181" y="990600"/>
                </a:lnTo>
                <a:lnTo>
                  <a:pt x="1322806" y="990600"/>
                </a:lnTo>
                <a:lnTo>
                  <a:pt x="1320558" y="939800"/>
                </a:lnTo>
                <a:lnTo>
                  <a:pt x="1309827" y="927100"/>
                </a:lnTo>
                <a:lnTo>
                  <a:pt x="1308252" y="914400"/>
                </a:lnTo>
                <a:lnTo>
                  <a:pt x="1306652" y="876300"/>
                </a:lnTo>
                <a:lnTo>
                  <a:pt x="1296631" y="838200"/>
                </a:lnTo>
                <a:lnTo>
                  <a:pt x="1299705" y="825500"/>
                </a:lnTo>
                <a:lnTo>
                  <a:pt x="1300679" y="825500"/>
                </a:lnTo>
                <a:lnTo>
                  <a:pt x="1302823" y="812800"/>
                </a:lnTo>
                <a:lnTo>
                  <a:pt x="1305941" y="787400"/>
                </a:lnTo>
                <a:lnTo>
                  <a:pt x="1302054" y="762000"/>
                </a:lnTo>
                <a:close/>
              </a:path>
              <a:path w="1384300" h="2006600">
                <a:moveTo>
                  <a:pt x="1326743" y="1104900"/>
                </a:moveTo>
                <a:lnTo>
                  <a:pt x="1292809" y="1104900"/>
                </a:lnTo>
                <a:lnTo>
                  <a:pt x="1316761" y="1117600"/>
                </a:lnTo>
                <a:lnTo>
                  <a:pt x="1326743" y="1104900"/>
                </a:lnTo>
                <a:close/>
              </a:path>
              <a:path w="1384300" h="2006600">
                <a:moveTo>
                  <a:pt x="722328" y="342900"/>
                </a:moveTo>
                <a:lnTo>
                  <a:pt x="652411" y="342900"/>
                </a:lnTo>
                <a:lnTo>
                  <a:pt x="631523" y="381000"/>
                </a:lnTo>
                <a:lnTo>
                  <a:pt x="632942" y="381000"/>
                </a:lnTo>
                <a:lnTo>
                  <a:pt x="666838" y="457200"/>
                </a:lnTo>
                <a:lnTo>
                  <a:pt x="686904" y="482600"/>
                </a:lnTo>
                <a:lnTo>
                  <a:pt x="708335" y="495300"/>
                </a:lnTo>
                <a:lnTo>
                  <a:pt x="720048" y="508000"/>
                </a:lnTo>
                <a:lnTo>
                  <a:pt x="1006335" y="508000"/>
                </a:lnTo>
                <a:lnTo>
                  <a:pt x="1019873" y="495300"/>
                </a:lnTo>
                <a:lnTo>
                  <a:pt x="867727" y="495300"/>
                </a:lnTo>
                <a:lnTo>
                  <a:pt x="850849" y="482600"/>
                </a:lnTo>
                <a:lnTo>
                  <a:pt x="845362" y="482600"/>
                </a:lnTo>
                <a:lnTo>
                  <a:pt x="840016" y="469900"/>
                </a:lnTo>
                <a:lnTo>
                  <a:pt x="832459" y="457200"/>
                </a:lnTo>
                <a:lnTo>
                  <a:pt x="806945" y="457200"/>
                </a:lnTo>
                <a:lnTo>
                  <a:pt x="793064" y="444500"/>
                </a:lnTo>
                <a:lnTo>
                  <a:pt x="783869" y="431800"/>
                </a:lnTo>
                <a:lnTo>
                  <a:pt x="771804" y="419100"/>
                </a:lnTo>
                <a:lnTo>
                  <a:pt x="749769" y="419100"/>
                </a:lnTo>
                <a:lnTo>
                  <a:pt x="747242" y="406400"/>
                </a:lnTo>
                <a:lnTo>
                  <a:pt x="746175" y="406400"/>
                </a:lnTo>
                <a:lnTo>
                  <a:pt x="747725" y="393700"/>
                </a:lnTo>
                <a:lnTo>
                  <a:pt x="739648" y="368300"/>
                </a:lnTo>
                <a:lnTo>
                  <a:pt x="735263" y="368300"/>
                </a:lnTo>
                <a:lnTo>
                  <a:pt x="733044" y="355600"/>
                </a:lnTo>
                <a:lnTo>
                  <a:pt x="728015" y="355600"/>
                </a:lnTo>
                <a:lnTo>
                  <a:pt x="722328" y="342900"/>
                </a:lnTo>
                <a:close/>
              </a:path>
              <a:path w="1384300" h="2006600">
                <a:moveTo>
                  <a:pt x="951699" y="482600"/>
                </a:moveTo>
                <a:lnTo>
                  <a:pt x="947064" y="482600"/>
                </a:lnTo>
                <a:lnTo>
                  <a:pt x="934758" y="495300"/>
                </a:lnTo>
                <a:lnTo>
                  <a:pt x="973239" y="495300"/>
                </a:lnTo>
                <a:lnTo>
                  <a:pt x="951699" y="482600"/>
                </a:lnTo>
                <a:close/>
              </a:path>
              <a:path w="1384300" h="2006600">
                <a:moveTo>
                  <a:pt x="652411" y="342900"/>
                </a:moveTo>
                <a:lnTo>
                  <a:pt x="631266" y="381000"/>
                </a:lnTo>
                <a:lnTo>
                  <a:pt x="490689" y="381000"/>
                </a:lnTo>
                <a:lnTo>
                  <a:pt x="489432" y="393700"/>
                </a:lnTo>
                <a:lnTo>
                  <a:pt x="479742" y="393700"/>
                </a:lnTo>
                <a:lnTo>
                  <a:pt x="464642" y="406400"/>
                </a:lnTo>
                <a:lnTo>
                  <a:pt x="457390" y="419100"/>
                </a:lnTo>
                <a:lnTo>
                  <a:pt x="427139" y="419100"/>
                </a:lnTo>
                <a:lnTo>
                  <a:pt x="413105" y="431800"/>
                </a:lnTo>
                <a:lnTo>
                  <a:pt x="596049" y="431800"/>
                </a:lnTo>
                <a:lnTo>
                  <a:pt x="624560" y="393700"/>
                </a:lnTo>
                <a:lnTo>
                  <a:pt x="652411" y="342900"/>
                </a:lnTo>
                <a:close/>
              </a:path>
              <a:path w="1384300" h="2006600">
                <a:moveTo>
                  <a:pt x="1188872" y="419100"/>
                </a:moveTo>
                <a:lnTo>
                  <a:pt x="977150" y="419100"/>
                </a:lnTo>
                <a:lnTo>
                  <a:pt x="974051" y="431800"/>
                </a:lnTo>
                <a:lnTo>
                  <a:pt x="1192733" y="431800"/>
                </a:lnTo>
                <a:lnTo>
                  <a:pt x="1188872" y="419100"/>
                </a:lnTo>
                <a:close/>
              </a:path>
              <a:path w="1384300" h="2006600">
                <a:moveTo>
                  <a:pt x="388353" y="406400"/>
                </a:moveTo>
                <a:lnTo>
                  <a:pt x="393230" y="419100"/>
                </a:lnTo>
                <a:lnTo>
                  <a:pt x="394449" y="419100"/>
                </a:lnTo>
                <a:lnTo>
                  <a:pt x="388353" y="406400"/>
                </a:lnTo>
                <a:close/>
              </a:path>
              <a:path w="1384300" h="2006600">
                <a:moveTo>
                  <a:pt x="378066" y="190500"/>
                </a:moveTo>
                <a:lnTo>
                  <a:pt x="248450" y="190500"/>
                </a:lnTo>
                <a:lnTo>
                  <a:pt x="228587" y="203200"/>
                </a:lnTo>
                <a:lnTo>
                  <a:pt x="207937" y="228600"/>
                </a:lnTo>
                <a:lnTo>
                  <a:pt x="199402" y="254000"/>
                </a:lnTo>
                <a:lnTo>
                  <a:pt x="195808" y="304800"/>
                </a:lnTo>
                <a:lnTo>
                  <a:pt x="199402" y="330200"/>
                </a:lnTo>
                <a:lnTo>
                  <a:pt x="217589" y="368300"/>
                </a:lnTo>
                <a:lnTo>
                  <a:pt x="237553" y="393700"/>
                </a:lnTo>
                <a:lnTo>
                  <a:pt x="246468" y="393700"/>
                </a:lnTo>
                <a:lnTo>
                  <a:pt x="241211" y="406400"/>
                </a:lnTo>
                <a:lnTo>
                  <a:pt x="388353" y="406400"/>
                </a:lnTo>
                <a:lnTo>
                  <a:pt x="394449" y="419100"/>
                </a:lnTo>
                <a:lnTo>
                  <a:pt x="406577" y="419100"/>
                </a:lnTo>
                <a:lnTo>
                  <a:pt x="407136" y="406400"/>
                </a:lnTo>
                <a:lnTo>
                  <a:pt x="404126" y="393700"/>
                </a:lnTo>
                <a:lnTo>
                  <a:pt x="410756" y="355600"/>
                </a:lnTo>
                <a:lnTo>
                  <a:pt x="414350" y="342900"/>
                </a:lnTo>
                <a:lnTo>
                  <a:pt x="415023" y="330200"/>
                </a:lnTo>
                <a:lnTo>
                  <a:pt x="407669" y="317500"/>
                </a:lnTo>
                <a:lnTo>
                  <a:pt x="405295" y="317500"/>
                </a:lnTo>
                <a:lnTo>
                  <a:pt x="405891" y="292100"/>
                </a:lnTo>
                <a:lnTo>
                  <a:pt x="408279" y="279400"/>
                </a:lnTo>
                <a:lnTo>
                  <a:pt x="406577" y="279400"/>
                </a:lnTo>
                <a:lnTo>
                  <a:pt x="394995" y="266700"/>
                </a:lnTo>
                <a:lnTo>
                  <a:pt x="387134" y="241300"/>
                </a:lnTo>
                <a:lnTo>
                  <a:pt x="384149" y="241300"/>
                </a:lnTo>
                <a:lnTo>
                  <a:pt x="373888" y="228600"/>
                </a:lnTo>
                <a:lnTo>
                  <a:pt x="393217" y="228600"/>
                </a:lnTo>
                <a:lnTo>
                  <a:pt x="393217" y="215900"/>
                </a:lnTo>
                <a:lnTo>
                  <a:pt x="394449" y="215900"/>
                </a:lnTo>
                <a:lnTo>
                  <a:pt x="391413" y="203200"/>
                </a:lnTo>
                <a:lnTo>
                  <a:pt x="378066" y="190500"/>
                </a:lnTo>
                <a:close/>
              </a:path>
              <a:path w="1384300" h="2006600">
                <a:moveTo>
                  <a:pt x="444080" y="406400"/>
                </a:moveTo>
                <a:lnTo>
                  <a:pt x="431939" y="406400"/>
                </a:lnTo>
                <a:lnTo>
                  <a:pt x="430161" y="419100"/>
                </a:lnTo>
                <a:lnTo>
                  <a:pt x="446443" y="419100"/>
                </a:lnTo>
                <a:lnTo>
                  <a:pt x="444080" y="406400"/>
                </a:lnTo>
                <a:close/>
              </a:path>
              <a:path w="1384300" h="2006600">
                <a:moveTo>
                  <a:pt x="1103414" y="254000"/>
                </a:moveTo>
                <a:lnTo>
                  <a:pt x="1070317" y="254000"/>
                </a:lnTo>
                <a:lnTo>
                  <a:pt x="1045603" y="266700"/>
                </a:lnTo>
                <a:lnTo>
                  <a:pt x="1017168" y="266700"/>
                </a:lnTo>
                <a:lnTo>
                  <a:pt x="1005598" y="279400"/>
                </a:lnTo>
                <a:lnTo>
                  <a:pt x="997902" y="292100"/>
                </a:lnTo>
                <a:lnTo>
                  <a:pt x="996314" y="292100"/>
                </a:lnTo>
                <a:lnTo>
                  <a:pt x="993292" y="304800"/>
                </a:lnTo>
                <a:lnTo>
                  <a:pt x="994892" y="304800"/>
                </a:lnTo>
                <a:lnTo>
                  <a:pt x="979449" y="342900"/>
                </a:lnTo>
                <a:lnTo>
                  <a:pt x="977150" y="368300"/>
                </a:lnTo>
                <a:lnTo>
                  <a:pt x="980986" y="368300"/>
                </a:lnTo>
                <a:lnTo>
                  <a:pt x="978598" y="381000"/>
                </a:lnTo>
                <a:lnTo>
                  <a:pt x="962494" y="406400"/>
                </a:lnTo>
                <a:lnTo>
                  <a:pt x="960196" y="419100"/>
                </a:lnTo>
                <a:lnTo>
                  <a:pt x="1189621" y="419100"/>
                </a:lnTo>
                <a:lnTo>
                  <a:pt x="1186522" y="406400"/>
                </a:lnTo>
                <a:lnTo>
                  <a:pt x="1177391" y="406400"/>
                </a:lnTo>
                <a:lnTo>
                  <a:pt x="1178001" y="381000"/>
                </a:lnTo>
                <a:lnTo>
                  <a:pt x="1175829" y="355600"/>
                </a:lnTo>
                <a:lnTo>
                  <a:pt x="1169568" y="317500"/>
                </a:lnTo>
                <a:lnTo>
                  <a:pt x="1155738" y="279400"/>
                </a:lnTo>
                <a:lnTo>
                  <a:pt x="1130376" y="266700"/>
                </a:lnTo>
                <a:lnTo>
                  <a:pt x="1103414" y="254000"/>
                </a:lnTo>
                <a:close/>
              </a:path>
              <a:path w="1384300" h="2006600">
                <a:moveTo>
                  <a:pt x="637844" y="76200"/>
                </a:moveTo>
                <a:lnTo>
                  <a:pt x="633044" y="76200"/>
                </a:lnTo>
                <a:lnTo>
                  <a:pt x="638390" y="88900"/>
                </a:lnTo>
                <a:lnTo>
                  <a:pt x="634885" y="101600"/>
                </a:lnTo>
                <a:lnTo>
                  <a:pt x="631190" y="114300"/>
                </a:lnTo>
                <a:lnTo>
                  <a:pt x="626402" y="127000"/>
                </a:lnTo>
                <a:lnTo>
                  <a:pt x="623354" y="152400"/>
                </a:lnTo>
                <a:lnTo>
                  <a:pt x="617893" y="165100"/>
                </a:lnTo>
                <a:lnTo>
                  <a:pt x="610654" y="177800"/>
                </a:lnTo>
                <a:lnTo>
                  <a:pt x="608482" y="190500"/>
                </a:lnTo>
                <a:lnTo>
                  <a:pt x="605053" y="190500"/>
                </a:lnTo>
                <a:lnTo>
                  <a:pt x="596671" y="215900"/>
                </a:lnTo>
                <a:lnTo>
                  <a:pt x="586358" y="241300"/>
                </a:lnTo>
                <a:lnTo>
                  <a:pt x="580910" y="241300"/>
                </a:lnTo>
                <a:lnTo>
                  <a:pt x="520941" y="342900"/>
                </a:lnTo>
                <a:lnTo>
                  <a:pt x="506271" y="355600"/>
                </a:lnTo>
                <a:lnTo>
                  <a:pt x="498544" y="368300"/>
                </a:lnTo>
                <a:lnTo>
                  <a:pt x="493712" y="368300"/>
                </a:lnTo>
                <a:lnTo>
                  <a:pt x="491870" y="381000"/>
                </a:lnTo>
                <a:lnTo>
                  <a:pt x="631266" y="381000"/>
                </a:lnTo>
                <a:lnTo>
                  <a:pt x="652411" y="342900"/>
                </a:lnTo>
                <a:lnTo>
                  <a:pt x="722328" y="342900"/>
                </a:lnTo>
                <a:lnTo>
                  <a:pt x="716217" y="317500"/>
                </a:lnTo>
                <a:lnTo>
                  <a:pt x="711492" y="317500"/>
                </a:lnTo>
                <a:lnTo>
                  <a:pt x="707986" y="304800"/>
                </a:lnTo>
                <a:lnTo>
                  <a:pt x="704757" y="292100"/>
                </a:lnTo>
                <a:lnTo>
                  <a:pt x="701471" y="292100"/>
                </a:lnTo>
                <a:lnTo>
                  <a:pt x="698347" y="279400"/>
                </a:lnTo>
                <a:lnTo>
                  <a:pt x="668705" y="279400"/>
                </a:lnTo>
                <a:lnTo>
                  <a:pt x="643305" y="266700"/>
                </a:lnTo>
                <a:lnTo>
                  <a:pt x="693877" y="266700"/>
                </a:lnTo>
                <a:lnTo>
                  <a:pt x="691159" y="254000"/>
                </a:lnTo>
                <a:lnTo>
                  <a:pt x="692302" y="215900"/>
                </a:lnTo>
                <a:lnTo>
                  <a:pt x="696594" y="177800"/>
                </a:lnTo>
                <a:lnTo>
                  <a:pt x="705675" y="152400"/>
                </a:lnTo>
                <a:lnTo>
                  <a:pt x="706894" y="139700"/>
                </a:lnTo>
                <a:lnTo>
                  <a:pt x="706348" y="114300"/>
                </a:lnTo>
                <a:lnTo>
                  <a:pt x="709891" y="114300"/>
                </a:lnTo>
                <a:lnTo>
                  <a:pt x="708050" y="101600"/>
                </a:lnTo>
                <a:lnTo>
                  <a:pt x="708411" y="88900"/>
                </a:lnTo>
                <a:lnTo>
                  <a:pt x="645629" y="88900"/>
                </a:lnTo>
                <a:lnTo>
                  <a:pt x="637844" y="76200"/>
                </a:lnTo>
                <a:close/>
              </a:path>
              <a:path w="1384300" h="2006600">
                <a:moveTo>
                  <a:pt x="693877" y="266700"/>
                </a:moveTo>
                <a:lnTo>
                  <a:pt x="643305" y="266700"/>
                </a:lnTo>
                <a:lnTo>
                  <a:pt x="668705" y="279400"/>
                </a:lnTo>
                <a:lnTo>
                  <a:pt x="696594" y="279400"/>
                </a:lnTo>
                <a:lnTo>
                  <a:pt x="693877" y="266700"/>
                </a:lnTo>
                <a:close/>
              </a:path>
              <a:path w="1384300" h="2006600">
                <a:moveTo>
                  <a:pt x="695223" y="266700"/>
                </a:moveTo>
                <a:lnTo>
                  <a:pt x="695032" y="266700"/>
                </a:lnTo>
                <a:lnTo>
                  <a:pt x="696594" y="279400"/>
                </a:lnTo>
                <a:lnTo>
                  <a:pt x="698347" y="279400"/>
                </a:lnTo>
                <a:lnTo>
                  <a:pt x="695223" y="266700"/>
                </a:lnTo>
                <a:close/>
              </a:path>
              <a:path w="1384300" h="2006600">
                <a:moveTo>
                  <a:pt x="374700" y="228600"/>
                </a:moveTo>
                <a:lnTo>
                  <a:pt x="373888" y="228600"/>
                </a:lnTo>
                <a:lnTo>
                  <a:pt x="384149" y="241300"/>
                </a:lnTo>
                <a:lnTo>
                  <a:pt x="374700" y="228600"/>
                </a:lnTo>
                <a:close/>
              </a:path>
              <a:path w="1384300" h="2006600">
                <a:moveTo>
                  <a:pt x="387134" y="228600"/>
                </a:moveTo>
                <a:lnTo>
                  <a:pt x="374700" y="228600"/>
                </a:lnTo>
                <a:lnTo>
                  <a:pt x="384149" y="241300"/>
                </a:lnTo>
                <a:lnTo>
                  <a:pt x="385991" y="241300"/>
                </a:lnTo>
                <a:lnTo>
                  <a:pt x="387134" y="228600"/>
                </a:lnTo>
                <a:close/>
              </a:path>
              <a:path w="1384300" h="2006600">
                <a:moveTo>
                  <a:pt x="315086" y="177800"/>
                </a:moveTo>
                <a:lnTo>
                  <a:pt x="295744" y="177800"/>
                </a:lnTo>
                <a:lnTo>
                  <a:pt x="276923" y="190500"/>
                </a:lnTo>
                <a:lnTo>
                  <a:pt x="349631" y="190500"/>
                </a:lnTo>
                <a:lnTo>
                  <a:pt x="315086" y="177800"/>
                </a:lnTo>
                <a:close/>
              </a:path>
              <a:path w="1384300" h="2006600">
                <a:moveTo>
                  <a:pt x="675893" y="0"/>
                </a:moveTo>
                <a:lnTo>
                  <a:pt x="666927" y="0"/>
                </a:lnTo>
                <a:lnTo>
                  <a:pt x="663232" y="12700"/>
                </a:lnTo>
                <a:lnTo>
                  <a:pt x="655370" y="12700"/>
                </a:lnTo>
                <a:lnTo>
                  <a:pt x="658990" y="38100"/>
                </a:lnTo>
                <a:lnTo>
                  <a:pt x="655370" y="76200"/>
                </a:lnTo>
                <a:lnTo>
                  <a:pt x="648017" y="88900"/>
                </a:lnTo>
                <a:lnTo>
                  <a:pt x="708411" y="88900"/>
                </a:lnTo>
                <a:lnTo>
                  <a:pt x="708772" y="76200"/>
                </a:lnTo>
                <a:lnTo>
                  <a:pt x="709204" y="63500"/>
                </a:lnTo>
                <a:lnTo>
                  <a:pt x="692962" y="63500"/>
                </a:lnTo>
                <a:lnTo>
                  <a:pt x="689305" y="50800"/>
                </a:lnTo>
                <a:lnTo>
                  <a:pt x="685736" y="38100"/>
                </a:lnTo>
                <a:lnTo>
                  <a:pt x="682066" y="38100"/>
                </a:lnTo>
                <a:lnTo>
                  <a:pt x="679665" y="25400"/>
                </a:lnTo>
                <a:lnTo>
                  <a:pt x="680250" y="12700"/>
                </a:lnTo>
                <a:lnTo>
                  <a:pt x="663232" y="12700"/>
                </a:lnTo>
                <a:lnTo>
                  <a:pt x="660260" y="0"/>
                </a:lnTo>
                <a:lnTo>
                  <a:pt x="675893" y="0"/>
                </a:lnTo>
                <a:close/>
              </a:path>
              <a:path w="1384300" h="2006600">
                <a:moveTo>
                  <a:pt x="709891" y="50800"/>
                </a:moveTo>
                <a:lnTo>
                  <a:pt x="698969" y="50800"/>
                </a:lnTo>
                <a:lnTo>
                  <a:pt x="692962" y="63500"/>
                </a:lnTo>
                <a:lnTo>
                  <a:pt x="709520" y="63500"/>
                </a:lnTo>
                <a:lnTo>
                  <a:pt x="709891" y="50800"/>
                </a:lnTo>
                <a:close/>
              </a:path>
            </a:pathLst>
          </a:custGeom>
          <a:solidFill>
            <a:schemeClr val="accent3"/>
          </a:solidFill>
        </p:spPr>
        <p:txBody>
          <a:bodyPr wrap="square" lIns="0" tIns="0" rIns="0" bIns="0" rtlCol="0"/>
          <a:lstStyle/>
          <a:p>
            <a:endParaRPr sz="1815">
              <a:latin typeface="腾讯体 W3" panose="020C04030202040F0204" pitchFamily="34" charset="-122"/>
            </a:endParaRPr>
          </a:p>
        </p:txBody>
      </p:sp>
      <p:sp>
        <p:nvSpPr>
          <p:cNvPr id="76" name="bk object 24"/>
          <p:cNvSpPr/>
          <p:nvPr/>
        </p:nvSpPr>
        <p:spPr>
          <a:xfrm>
            <a:off x="2502741" y="4909592"/>
            <a:ext cx="4146068" cy="41459"/>
          </a:xfrm>
          <a:custGeom>
            <a:avLst/>
            <a:gdLst/>
            <a:ahLst/>
            <a:cxnLst/>
            <a:rect l="l" t="t" r="r" b="b"/>
            <a:pathLst>
              <a:path w="4441190">
                <a:moveTo>
                  <a:pt x="0" y="0"/>
                </a:moveTo>
                <a:lnTo>
                  <a:pt x="4441075" y="0"/>
                </a:lnTo>
              </a:path>
            </a:pathLst>
          </a:custGeom>
          <a:ln w="12700" cmpd="sng">
            <a:solidFill>
              <a:srgbClr val="FFFFFF"/>
            </a:solidFill>
            <a:prstDash val="dot"/>
          </a:ln>
        </p:spPr>
        <p:txBody>
          <a:bodyPr wrap="square" lIns="0" tIns="0" rIns="0" bIns="0" rtlCol="0"/>
          <a:lstStyle/>
          <a:p>
            <a:endParaRPr sz="1815">
              <a:latin typeface="腾讯体 W3" panose="020C04030202040F0204" pitchFamily="34" charset="-122"/>
            </a:endParaRPr>
          </a:p>
        </p:txBody>
      </p:sp>
      <p:sp>
        <p:nvSpPr>
          <p:cNvPr id="79" name="bk object 27"/>
          <p:cNvSpPr/>
          <p:nvPr/>
        </p:nvSpPr>
        <p:spPr>
          <a:xfrm flipV="1">
            <a:off x="2502741" y="5352066"/>
            <a:ext cx="4146068" cy="41459"/>
          </a:xfrm>
          <a:custGeom>
            <a:avLst/>
            <a:gdLst/>
            <a:ahLst/>
            <a:cxnLst/>
            <a:rect l="l" t="t" r="r" b="b"/>
            <a:pathLst>
              <a:path w="4441190">
                <a:moveTo>
                  <a:pt x="0" y="0"/>
                </a:moveTo>
                <a:lnTo>
                  <a:pt x="4441075" y="0"/>
                </a:lnTo>
              </a:path>
            </a:pathLst>
          </a:custGeom>
          <a:ln w="12700" cmpd="sng">
            <a:solidFill>
              <a:srgbClr val="FFFFFF"/>
            </a:solidFill>
            <a:prstDash val="dot"/>
          </a:ln>
        </p:spPr>
        <p:txBody>
          <a:bodyPr wrap="square" lIns="0" tIns="0" rIns="0" bIns="0" rtlCol="0"/>
          <a:lstStyle/>
          <a:p>
            <a:endParaRPr sz="1815">
              <a:latin typeface="腾讯体 W3" panose="020C04030202040F0204" pitchFamily="34" charset="-122"/>
            </a:endParaRPr>
          </a:p>
        </p:txBody>
      </p:sp>
      <p:sp>
        <p:nvSpPr>
          <p:cNvPr id="82" name="bk object 30"/>
          <p:cNvSpPr/>
          <p:nvPr/>
        </p:nvSpPr>
        <p:spPr>
          <a:xfrm>
            <a:off x="2502741" y="5850573"/>
            <a:ext cx="4146068" cy="41459"/>
          </a:xfrm>
          <a:custGeom>
            <a:avLst/>
            <a:gdLst/>
            <a:ahLst/>
            <a:cxnLst/>
            <a:rect l="l" t="t" r="r" b="b"/>
            <a:pathLst>
              <a:path w="4441190">
                <a:moveTo>
                  <a:pt x="0" y="0"/>
                </a:moveTo>
                <a:lnTo>
                  <a:pt x="4441075" y="0"/>
                </a:lnTo>
              </a:path>
            </a:pathLst>
          </a:custGeom>
          <a:ln w="12700" cmpd="sng">
            <a:solidFill>
              <a:srgbClr val="FFFFFF"/>
            </a:solidFill>
            <a:prstDash val="dot"/>
          </a:ln>
        </p:spPr>
        <p:txBody>
          <a:bodyPr wrap="square" lIns="0" tIns="0" rIns="0" bIns="0" rtlCol="0"/>
          <a:lstStyle/>
          <a:p>
            <a:endParaRPr sz="1815">
              <a:latin typeface="腾讯体 W3" panose="020C04030202040F0204" pitchFamily="34" charset="-122"/>
            </a:endParaRPr>
          </a:p>
        </p:txBody>
      </p:sp>
      <p:sp>
        <p:nvSpPr>
          <p:cNvPr id="85" name="bk object 33"/>
          <p:cNvSpPr/>
          <p:nvPr/>
        </p:nvSpPr>
        <p:spPr>
          <a:xfrm>
            <a:off x="2447149" y="1360257"/>
            <a:ext cx="7299959" cy="2067851"/>
          </a:xfrm>
          <a:custGeom>
            <a:avLst/>
            <a:gdLst/>
            <a:ahLst/>
            <a:cxnLst/>
            <a:rect l="l" t="t" r="r" b="b"/>
            <a:pathLst>
              <a:path w="8049895" h="2280285">
                <a:moveTo>
                  <a:pt x="0" y="2280005"/>
                </a:moveTo>
                <a:lnTo>
                  <a:pt x="8049602" y="2280005"/>
                </a:lnTo>
                <a:lnTo>
                  <a:pt x="8049602" y="0"/>
                </a:lnTo>
                <a:lnTo>
                  <a:pt x="0" y="0"/>
                </a:lnTo>
                <a:lnTo>
                  <a:pt x="0" y="2280005"/>
                </a:lnTo>
                <a:close/>
              </a:path>
            </a:pathLst>
          </a:custGeom>
          <a:solidFill>
            <a:schemeClr val="accent3"/>
          </a:solidFill>
        </p:spPr>
        <p:txBody>
          <a:bodyPr wrap="square" lIns="0" tIns="0" rIns="0" bIns="0" rtlCol="0"/>
          <a:lstStyle/>
          <a:p>
            <a:endParaRPr sz="1815">
              <a:latin typeface="腾讯体 W3" panose="020C04030202040F0204" pitchFamily="34" charset="-122"/>
            </a:endParaRPr>
          </a:p>
        </p:txBody>
      </p:sp>
      <p:sp>
        <p:nvSpPr>
          <p:cNvPr id="2" name="object 2"/>
          <p:cNvSpPr txBox="1"/>
          <p:nvPr/>
        </p:nvSpPr>
        <p:spPr>
          <a:xfrm>
            <a:off x="2536929" y="4060499"/>
            <a:ext cx="3087093" cy="279400"/>
          </a:xfrm>
          <a:prstGeom prst="rect">
            <a:avLst/>
          </a:prstGeom>
        </p:spPr>
        <p:txBody>
          <a:bodyPr vert="horz" wrap="square" lIns="0" tIns="0" rIns="0" bIns="0" rtlCol="0">
            <a:spAutoFit/>
          </a:bodyPr>
          <a:lstStyle/>
          <a:p>
            <a:pPr>
              <a:lnSpc>
                <a:spcPct val="100000"/>
              </a:lnSpc>
            </a:pPr>
            <a:r>
              <a:rPr sz="905" dirty="0">
                <a:solidFill>
                  <a:srgbClr val="FFFFFF"/>
                </a:solidFill>
                <a:latin typeface="腾讯体 W3" panose="020C04030202040F0204" pitchFamily="34" charset="-122"/>
                <a:cs typeface="腾讯体 W3" panose="020C04030202040F0204" pitchFamily="34" charset="-122"/>
              </a:rPr>
              <a:t>Uitstekende uitkomst</a:t>
            </a:r>
            <a:r>
              <a:rPr sz="905" spc="45" dirty="0">
                <a:solidFill>
                  <a:srgbClr val="FFFFFF"/>
                </a:solidFill>
                <a:latin typeface="腾讯体 W3" panose="020C04030202040F0204" pitchFamily="34" charset="-122"/>
                <a:cs typeface="腾讯体 W3" panose="020C04030202040F0204" pitchFamily="34" charset="-122"/>
              </a:rPr>
              <a:t> </a:t>
            </a:r>
            <a:r>
              <a:rPr sz="905" spc="-5" dirty="0">
                <a:solidFill>
                  <a:srgbClr val="FFFFFF"/>
                </a:solidFill>
                <a:latin typeface="腾讯体 W3" panose="020C04030202040F0204" pitchFamily="34" charset="-122"/>
                <a:cs typeface="腾讯体 W3" panose="020C04030202040F0204" pitchFamily="34" charset="-122"/>
              </a:rPr>
              <a:t>medewerkerstevredenheidsonderzoek</a:t>
            </a:r>
            <a:endParaRPr sz="905">
              <a:latin typeface="腾讯体 W3" panose="020C04030202040F0204" pitchFamily="34" charset="-122"/>
              <a:cs typeface="腾讯体 W3" panose="020C04030202040F0204" pitchFamily="34" charset="-122"/>
            </a:endParaRPr>
          </a:p>
        </p:txBody>
      </p:sp>
      <p:sp>
        <p:nvSpPr>
          <p:cNvPr id="3" name="object 3"/>
          <p:cNvSpPr/>
          <p:nvPr/>
        </p:nvSpPr>
        <p:spPr>
          <a:xfrm>
            <a:off x="2609344" y="5176817"/>
            <a:ext cx="655309" cy="655309"/>
          </a:xfrm>
          <a:custGeom>
            <a:avLst/>
            <a:gdLst/>
            <a:ahLst/>
            <a:cxnLst/>
            <a:rect l="l" t="t" r="r" b="b"/>
            <a:pathLst>
              <a:path w="722630"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5"/>
          </a:solidFill>
        </p:spPr>
        <p:txBody>
          <a:bodyPr wrap="square" lIns="0" tIns="0" rIns="0" bIns="0" rtlCol="0"/>
          <a:lstStyle/>
          <a:p>
            <a:endParaRPr sz="1815">
              <a:latin typeface="腾讯体 W3" panose="020C04030202040F0204" pitchFamily="34" charset="-122"/>
            </a:endParaRPr>
          </a:p>
        </p:txBody>
      </p:sp>
      <p:sp>
        <p:nvSpPr>
          <p:cNvPr id="4" name="object 4"/>
          <p:cNvSpPr/>
          <p:nvPr/>
        </p:nvSpPr>
        <p:spPr>
          <a:xfrm>
            <a:off x="5821137" y="5176817"/>
            <a:ext cx="655309" cy="655309"/>
          </a:xfrm>
          <a:custGeom>
            <a:avLst/>
            <a:gdLst/>
            <a:ahLst/>
            <a:cxnLst/>
            <a:rect l="l" t="t" r="r" b="b"/>
            <a:pathLst>
              <a:path w="722629"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5"/>
          </a:solidFill>
        </p:spPr>
        <p:txBody>
          <a:bodyPr wrap="square" lIns="0" tIns="0" rIns="0" bIns="0" rtlCol="0"/>
          <a:lstStyle/>
          <a:p>
            <a:endParaRPr sz="1815">
              <a:latin typeface="腾讯体 W3" panose="020C04030202040F0204" pitchFamily="34" charset="-122"/>
            </a:endParaRPr>
          </a:p>
        </p:txBody>
      </p:sp>
      <p:sp>
        <p:nvSpPr>
          <p:cNvPr id="5" name="object 5"/>
          <p:cNvSpPr/>
          <p:nvPr/>
        </p:nvSpPr>
        <p:spPr>
          <a:xfrm>
            <a:off x="3082682" y="4793223"/>
            <a:ext cx="655309" cy="655309"/>
          </a:xfrm>
          <a:custGeom>
            <a:avLst/>
            <a:gdLst/>
            <a:ahLst/>
            <a:cxnLst/>
            <a:rect l="l" t="t" r="r" b="b"/>
            <a:pathLst>
              <a:path w="722630"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6">
              <a:lumMod val="75000"/>
            </a:schemeClr>
          </a:solidFill>
        </p:spPr>
        <p:txBody>
          <a:bodyPr wrap="square" lIns="0" tIns="0" rIns="0" bIns="0" rtlCol="0"/>
          <a:lstStyle/>
          <a:p>
            <a:endParaRPr sz="1815">
              <a:latin typeface="腾讯体 W3" panose="020C04030202040F0204" pitchFamily="34" charset="-122"/>
            </a:endParaRPr>
          </a:p>
        </p:txBody>
      </p:sp>
      <p:sp>
        <p:nvSpPr>
          <p:cNvPr id="6" name="object 6"/>
          <p:cNvSpPr/>
          <p:nvPr/>
        </p:nvSpPr>
        <p:spPr>
          <a:xfrm>
            <a:off x="5396737" y="4793223"/>
            <a:ext cx="655309" cy="655309"/>
          </a:xfrm>
          <a:custGeom>
            <a:avLst/>
            <a:gdLst/>
            <a:ahLst/>
            <a:cxnLst/>
            <a:rect l="l" t="t" r="r" b="b"/>
            <a:pathLst>
              <a:path w="722629"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6">
              <a:lumMod val="75000"/>
            </a:schemeClr>
          </a:solidFill>
        </p:spPr>
        <p:txBody>
          <a:bodyPr wrap="square" lIns="0" tIns="0" rIns="0" bIns="0" rtlCol="0"/>
          <a:lstStyle/>
          <a:p>
            <a:endParaRPr sz="1815">
              <a:latin typeface="腾讯体 W3" panose="020C04030202040F0204" pitchFamily="34" charset="-122"/>
            </a:endParaRPr>
          </a:p>
        </p:txBody>
      </p:sp>
      <p:sp>
        <p:nvSpPr>
          <p:cNvPr id="7" name="object 7"/>
          <p:cNvSpPr/>
          <p:nvPr/>
        </p:nvSpPr>
        <p:spPr>
          <a:xfrm>
            <a:off x="2618543" y="4385149"/>
            <a:ext cx="655309" cy="655309"/>
          </a:xfrm>
          <a:custGeom>
            <a:avLst/>
            <a:gdLst/>
            <a:ahLst/>
            <a:cxnLst/>
            <a:rect l="l" t="t" r="r" b="b"/>
            <a:pathLst>
              <a:path w="722630"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4"/>
          </a:solidFill>
        </p:spPr>
        <p:txBody>
          <a:bodyPr wrap="square" lIns="0" tIns="0" rIns="0" bIns="0" rtlCol="0"/>
          <a:lstStyle/>
          <a:p>
            <a:endParaRPr sz="1815">
              <a:latin typeface="腾讯体 W3" panose="020C04030202040F0204" pitchFamily="34" charset="-122"/>
            </a:endParaRPr>
          </a:p>
        </p:txBody>
      </p:sp>
      <p:sp>
        <p:nvSpPr>
          <p:cNvPr id="8" name="object 8"/>
          <p:cNvSpPr/>
          <p:nvPr/>
        </p:nvSpPr>
        <p:spPr>
          <a:xfrm>
            <a:off x="5884319" y="4387257"/>
            <a:ext cx="655309" cy="655309"/>
          </a:xfrm>
          <a:custGeom>
            <a:avLst/>
            <a:gdLst/>
            <a:ahLst/>
            <a:cxnLst/>
            <a:rect l="l" t="t" r="r" b="b"/>
            <a:pathLst>
              <a:path w="722629"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4"/>
          </a:solidFill>
        </p:spPr>
        <p:txBody>
          <a:bodyPr wrap="square" lIns="0" tIns="0" rIns="0" bIns="0" rtlCol="0"/>
          <a:lstStyle/>
          <a:p>
            <a:endParaRPr sz="1815">
              <a:latin typeface="腾讯体 W3" panose="020C04030202040F0204" pitchFamily="34" charset="-122"/>
            </a:endParaRPr>
          </a:p>
        </p:txBody>
      </p:sp>
      <p:sp>
        <p:nvSpPr>
          <p:cNvPr id="9" name="object 9"/>
          <p:cNvSpPr txBox="1"/>
          <p:nvPr/>
        </p:nvSpPr>
        <p:spPr>
          <a:xfrm>
            <a:off x="2643738" y="4556293"/>
            <a:ext cx="1069916" cy="1499235"/>
          </a:xfrm>
          <a:prstGeom prst="rect">
            <a:avLst/>
          </a:prstGeom>
        </p:spPr>
        <p:txBody>
          <a:bodyPr vert="horz" wrap="square" lIns="0" tIns="0" rIns="0" bIns="0" rtlCol="0">
            <a:spAutoFit/>
          </a:bodyPr>
          <a:lstStyle/>
          <a:p>
            <a:pPr>
              <a:lnSpc>
                <a:spcPct val="100000"/>
              </a:lnSpc>
            </a:pPr>
            <a:r>
              <a:rPr sz="2085" b="1" spc="-10" dirty="0">
                <a:solidFill>
                  <a:srgbClr val="FFFFFF"/>
                </a:solidFill>
                <a:latin typeface="腾讯体 W7" panose="020C08030202040F0204" pitchFamily="18" charset="-122"/>
                <a:cs typeface="腾讯体 W7" panose="020C08030202040F0204" pitchFamily="18" charset="-122"/>
              </a:rPr>
              <a:t>80%</a:t>
            </a:r>
            <a:endParaRPr sz="2085" dirty="0">
              <a:latin typeface="腾讯体 W7" panose="020C08030202040F0204" pitchFamily="18" charset="-122"/>
              <a:cs typeface="腾讯体 W7" panose="020C08030202040F0204" pitchFamily="18" charset="-122"/>
            </a:endParaRPr>
          </a:p>
          <a:p>
            <a:pPr marL="521970">
              <a:spcBef>
                <a:spcPts val="780"/>
              </a:spcBef>
            </a:pPr>
            <a:r>
              <a:rPr sz="2085" b="1" spc="-10" dirty="0">
                <a:solidFill>
                  <a:srgbClr val="FFFFFF"/>
                </a:solidFill>
                <a:latin typeface="腾讯体 W7" panose="020C08030202040F0204" pitchFamily="18" charset="-122"/>
                <a:cs typeface="腾讯体 W7" panose="020C08030202040F0204" pitchFamily="18" charset="-122"/>
              </a:rPr>
              <a:t>86%</a:t>
            </a:r>
            <a:endParaRPr sz="2085" dirty="0">
              <a:latin typeface="腾讯体 W7" panose="020C08030202040F0204" pitchFamily="18" charset="-122"/>
              <a:cs typeface="腾讯体 W7" panose="020C08030202040F0204" pitchFamily="18" charset="-122"/>
            </a:endParaRPr>
          </a:p>
          <a:p>
            <a:pPr>
              <a:spcBef>
                <a:spcPts val="570"/>
              </a:spcBef>
            </a:pPr>
            <a:r>
              <a:rPr sz="2085" b="1" spc="-10" dirty="0">
                <a:solidFill>
                  <a:srgbClr val="FFFFFF"/>
                </a:solidFill>
                <a:latin typeface="腾讯体 W7" panose="020C08030202040F0204" pitchFamily="18" charset="-122"/>
                <a:cs typeface="腾讯体 W7" panose="020C08030202040F0204" pitchFamily="18" charset="-122"/>
              </a:rPr>
              <a:t>86%</a:t>
            </a:r>
            <a:endParaRPr sz="2085" dirty="0">
              <a:latin typeface="腾讯体 W7" panose="020C08030202040F0204" pitchFamily="18" charset="-122"/>
              <a:cs typeface="腾讯体 W7" panose="020C08030202040F0204" pitchFamily="18" charset="-122"/>
            </a:endParaRPr>
          </a:p>
          <a:p>
            <a:pPr marL="281940">
              <a:spcBef>
                <a:spcPts val="1630"/>
              </a:spcBef>
            </a:pPr>
            <a:r>
              <a:rPr sz="1000" spc="5" dirty="0">
                <a:solidFill>
                  <a:srgbClr val="FFFFFF"/>
                </a:solidFill>
                <a:latin typeface="腾讯体 W3" panose="020C04030202040F0204" pitchFamily="34" charset="-122"/>
                <a:cs typeface="腾讯体 W3" panose="020C04030202040F0204" pitchFamily="34" charset="-122"/>
              </a:rPr>
              <a:t>2014/2015</a:t>
            </a:r>
            <a:endParaRPr sz="1000" dirty="0">
              <a:latin typeface="腾讯体 W3" panose="020C04030202040F0204" pitchFamily="34" charset="-122"/>
              <a:cs typeface="腾讯体 W3" panose="020C04030202040F0204" pitchFamily="34" charset="-122"/>
            </a:endParaRPr>
          </a:p>
        </p:txBody>
      </p:sp>
      <p:sp>
        <p:nvSpPr>
          <p:cNvPr id="10" name="object 10"/>
          <p:cNvSpPr txBox="1"/>
          <p:nvPr/>
        </p:nvSpPr>
        <p:spPr>
          <a:xfrm>
            <a:off x="5436522" y="4558404"/>
            <a:ext cx="1061278" cy="1497330"/>
          </a:xfrm>
          <a:prstGeom prst="rect">
            <a:avLst/>
          </a:prstGeom>
        </p:spPr>
        <p:txBody>
          <a:bodyPr vert="horz" wrap="square" lIns="0" tIns="0" rIns="0" bIns="0" rtlCol="0">
            <a:spAutoFit/>
          </a:bodyPr>
          <a:lstStyle/>
          <a:p>
            <a:pPr marL="529590"/>
            <a:r>
              <a:rPr sz="2085" b="1" spc="-150" dirty="0">
                <a:solidFill>
                  <a:srgbClr val="FFFFFF"/>
                </a:solidFill>
                <a:latin typeface="腾讯体 W7" panose="020C08030202040F0204" pitchFamily="18" charset="-122"/>
                <a:cs typeface="腾讯体 W7" panose="020C08030202040F0204" pitchFamily="18" charset="-122"/>
              </a:rPr>
              <a:t>7</a:t>
            </a:r>
            <a:r>
              <a:rPr sz="2085" b="1" spc="-10" dirty="0">
                <a:solidFill>
                  <a:srgbClr val="FFFFFF"/>
                </a:solidFill>
                <a:latin typeface="腾讯体 W7" panose="020C08030202040F0204" pitchFamily="18" charset="-122"/>
                <a:cs typeface="腾讯体 W7" panose="020C08030202040F0204" pitchFamily="18" charset="-122"/>
              </a:rPr>
              <a:t>4%</a:t>
            </a:r>
            <a:endParaRPr sz="2085">
              <a:latin typeface="腾讯体 W7" panose="020C08030202040F0204" pitchFamily="18" charset="-122"/>
              <a:cs typeface="腾讯体 W7" panose="020C08030202040F0204" pitchFamily="18" charset="-122"/>
            </a:endParaRPr>
          </a:p>
          <a:p>
            <a:pPr>
              <a:spcBef>
                <a:spcPts val="765"/>
              </a:spcBef>
            </a:pPr>
            <a:r>
              <a:rPr sz="2085" b="1" spc="-45" dirty="0">
                <a:solidFill>
                  <a:srgbClr val="FFFFFF"/>
                </a:solidFill>
                <a:latin typeface="腾讯体 W7" panose="020C08030202040F0204" pitchFamily="18" charset="-122"/>
                <a:cs typeface="腾讯体 W7" panose="020C08030202040F0204" pitchFamily="18" charset="-122"/>
              </a:rPr>
              <a:t>84%</a:t>
            </a:r>
            <a:endParaRPr sz="2085">
              <a:latin typeface="腾讯体 W7" panose="020C08030202040F0204" pitchFamily="18" charset="-122"/>
              <a:cs typeface="腾讯体 W7" panose="020C08030202040F0204" pitchFamily="18" charset="-122"/>
            </a:endParaRPr>
          </a:p>
          <a:p>
            <a:pPr marL="451485">
              <a:spcBef>
                <a:spcPts val="570"/>
              </a:spcBef>
            </a:pPr>
            <a:r>
              <a:rPr sz="2085" b="1" spc="-10" dirty="0">
                <a:solidFill>
                  <a:srgbClr val="FFFFFF"/>
                </a:solidFill>
                <a:latin typeface="腾讯体 W7" panose="020C08030202040F0204" pitchFamily="18" charset="-122"/>
                <a:cs typeface="腾讯体 W7" panose="020C08030202040F0204" pitchFamily="18" charset="-122"/>
              </a:rPr>
              <a:t>82%</a:t>
            </a:r>
            <a:endParaRPr sz="2085">
              <a:latin typeface="腾讯体 W7" panose="020C08030202040F0204" pitchFamily="18" charset="-122"/>
              <a:cs typeface="腾讯体 W7" panose="020C08030202040F0204" pitchFamily="18" charset="-122"/>
            </a:endParaRPr>
          </a:p>
          <a:p>
            <a:pPr marL="266065">
              <a:spcBef>
                <a:spcPts val="1630"/>
              </a:spcBef>
            </a:pPr>
            <a:r>
              <a:rPr sz="1000" spc="5" dirty="0">
                <a:solidFill>
                  <a:srgbClr val="FFFFFF"/>
                </a:solidFill>
                <a:latin typeface="腾讯体 W3" panose="020C04030202040F0204" pitchFamily="34" charset="-122"/>
                <a:cs typeface="腾讯体 W3" panose="020C04030202040F0204" pitchFamily="34" charset="-122"/>
              </a:rPr>
              <a:t>2013/2014</a:t>
            </a:r>
            <a:endParaRPr sz="1000">
              <a:latin typeface="腾讯体 W3" panose="020C04030202040F0204" pitchFamily="34" charset="-122"/>
              <a:cs typeface="腾讯体 W3" panose="020C04030202040F0204" pitchFamily="34" charset="-122"/>
            </a:endParaRPr>
          </a:p>
        </p:txBody>
      </p:sp>
      <p:sp>
        <p:nvSpPr>
          <p:cNvPr id="11" name="object 11"/>
          <p:cNvSpPr txBox="1"/>
          <p:nvPr/>
        </p:nvSpPr>
        <p:spPr>
          <a:xfrm>
            <a:off x="4255266" y="4508863"/>
            <a:ext cx="806180" cy="1746250"/>
          </a:xfrm>
          <a:prstGeom prst="rect">
            <a:avLst/>
          </a:prstGeom>
        </p:spPr>
        <p:txBody>
          <a:bodyPr vert="horz" wrap="square" lIns="0" tIns="0" rIns="0" bIns="0" rtlCol="0">
            <a:spAutoFit/>
          </a:bodyPr>
          <a:lstStyle/>
          <a:p>
            <a:pPr marL="45720" marR="38100" algn="ctr">
              <a:lnSpc>
                <a:spcPts val="900"/>
              </a:lnSpc>
            </a:pPr>
            <a:r>
              <a:rPr sz="725" dirty="0">
                <a:solidFill>
                  <a:srgbClr val="FFFFFF"/>
                </a:solidFill>
                <a:latin typeface="腾讯体 W3" panose="020C04030202040F0204" pitchFamily="34" charset="-122"/>
                <a:cs typeface="腾讯体 W3" panose="020C04030202040F0204" pitchFamily="34" charset="-122"/>
              </a:rPr>
              <a:t>FiT aanbevelen  als aantrekkelijke  werkgever</a:t>
            </a:r>
            <a:endParaRPr sz="725" dirty="0">
              <a:latin typeface="腾讯体 W3" panose="020C04030202040F0204" pitchFamily="34" charset="-122"/>
              <a:cs typeface="腾讯体 W3" panose="020C04030202040F0204" pitchFamily="34" charset="-122"/>
            </a:endParaRPr>
          </a:p>
          <a:p>
            <a:pPr algn="ctr">
              <a:spcBef>
                <a:spcPts val="55"/>
              </a:spcBef>
            </a:pPr>
            <a:endParaRPr sz="1045" dirty="0">
              <a:latin typeface="腾讯体 W3" panose="020C04030202040F0204" pitchFamily="34" charset="-122"/>
              <a:cs typeface="腾讯体 W3" panose="020C04030202040F0204" pitchFamily="34" charset="-122"/>
            </a:endParaRPr>
          </a:p>
          <a:p>
            <a:pPr marL="219075" marR="212090" indent="21590" algn="ctr">
              <a:lnSpc>
                <a:spcPts val="900"/>
              </a:lnSpc>
            </a:pPr>
            <a:r>
              <a:rPr sz="725" dirty="0">
                <a:solidFill>
                  <a:srgbClr val="FFFFFF"/>
                </a:solidFill>
                <a:latin typeface="腾讯体 W3" panose="020C04030202040F0204" pitchFamily="34" charset="-122"/>
                <a:cs typeface="腾讯体 W3" panose="020C04030202040F0204" pitchFamily="34" charset="-122"/>
              </a:rPr>
              <a:t>Trots om  bij FiT  te werken</a:t>
            </a:r>
            <a:endParaRPr sz="725" dirty="0">
              <a:latin typeface="腾讯体 W3" panose="020C04030202040F0204" pitchFamily="34" charset="-122"/>
              <a:cs typeface="腾讯体 W3" panose="020C04030202040F0204" pitchFamily="34" charset="-122"/>
            </a:endParaRPr>
          </a:p>
          <a:p>
            <a:pPr algn="ctr">
              <a:lnSpc>
                <a:spcPct val="100000"/>
              </a:lnSpc>
            </a:pPr>
            <a:endParaRPr sz="725" dirty="0">
              <a:latin typeface="腾讯体 W3" panose="020C04030202040F0204" pitchFamily="34" charset="-122"/>
              <a:cs typeface="腾讯体 W3" panose="020C04030202040F0204" pitchFamily="34" charset="-122"/>
            </a:endParaRPr>
          </a:p>
          <a:p>
            <a:pPr indent="201295" algn="ctr">
              <a:lnSpc>
                <a:spcPts val="900"/>
              </a:lnSpc>
              <a:spcBef>
                <a:spcPts val="630"/>
              </a:spcBef>
            </a:pPr>
            <a:r>
              <a:rPr sz="725" dirty="0">
                <a:solidFill>
                  <a:srgbClr val="FFFFFF"/>
                </a:solidFill>
                <a:latin typeface="腾讯体 W3" panose="020C04030202040F0204" pitchFamily="34" charset="-122"/>
                <a:cs typeface="腾讯体 W3" panose="020C04030202040F0204" pitchFamily="34" charset="-122"/>
              </a:rPr>
              <a:t>FiT biedt  goede kansen voor  persoonlijke groei</a:t>
            </a:r>
            <a:endParaRPr sz="725" dirty="0">
              <a:latin typeface="腾讯体 W3" panose="020C04030202040F0204" pitchFamily="34" charset="-122"/>
              <a:cs typeface="腾讯体 W3" panose="020C04030202040F0204" pitchFamily="34" charset="-122"/>
            </a:endParaRPr>
          </a:p>
        </p:txBody>
      </p:sp>
      <p:sp>
        <p:nvSpPr>
          <p:cNvPr id="12" name="object 12"/>
          <p:cNvSpPr txBox="1"/>
          <p:nvPr/>
        </p:nvSpPr>
        <p:spPr>
          <a:xfrm>
            <a:off x="6009484" y="4052907"/>
            <a:ext cx="628245" cy="250825"/>
          </a:xfrm>
          <a:prstGeom prst="rect">
            <a:avLst/>
          </a:prstGeom>
        </p:spPr>
        <p:txBody>
          <a:bodyPr vert="horz" wrap="square" lIns="0" tIns="0" rIns="0" bIns="0" rtlCol="0">
            <a:spAutoFit/>
          </a:bodyPr>
          <a:lstStyle/>
          <a:p>
            <a:pPr>
              <a:lnSpc>
                <a:spcPct val="100000"/>
              </a:lnSpc>
            </a:pPr>
            <a:r>
              <a:rPr sz="815" dirty="0">
                <a:solidFill>
                  <a:srgbClr val="FFFFFF"/>
                </a:solidFill>
                <a:latin typeface="腾讯体 W3" panose="020C04030202040F0204" pitchFamily="34" charset="-122"/>
                <a:cs typeface="腾讯体 W3" panose="020C04030202040F0204" pitchFamily="34" charset="-122"/>
              </a:rPr>
              <a:t>Zie pagina</a:t>
            </a:r>
            <a:r>
              <a:rPr sz="815" spc="-100" dirty="0">
                <a:solidFill>
                  <a:srgbClr val="FFFFFF"/>
                </a:solidFill>
                <a:latin typeface="腾讯体 W3" panose="020C04030202040F0204" pitchFamily="34" charset="-122"/>
                <a:cs typeface="腾讯体 W3" panose="020C04030202040F0204" pitchFamily="34" charset="-122"/>
              </a:rPr>
              <a:t> </a:t>
            </a:r>
            <a:r>
              <a:rPr sz="815" dirty="0">
                <a:solidFill>
                  <a:srgbClr val="FFFFFF"/>
                </a:solidFill>
                <a:latin typeface="腾讯体 W3" panose="020C04030202040F0204" pitchFamily="34" charset="-122"/>
                <a:cs typeface="腾讯体 W3" panose="020C04030202040F0204" pitchFamily="34" charset="-122"/>
              </a:rPr>
              <a:t>32</a:t>
            </a:r>
            <a:endParaRPr sz="815">
              <a:latin typeface="腾讯体 W3" panose="020C04030202040F0204" pitchFamily="34" charset="-122"/>
              <a:cs typeface="腾讯体 W3" panose="020C04030202040F0204" pitchFamily="34" charset="-122"/>
            </a:endParaRPr>
          </a:p>
        </p:txBody>
      </p:sp>
      <p:sp>
        <p:nvSpPr>
          <p:cNvPr id="13" name="object 13"/>
          <p:cNvSpPr txBox="1"/>
          <p:nvPr/>
        </p:nvSpPr>
        <p:spPr>
          <a:xfrm>
            <a:off x="2447059" y="6105027"/>
            <a:ext cx="5682417" cy="224155"/>
          </a:xfrm>
          <a:prstGeom prst="rect">
            <a:avLst/>
          </a:prstGeom>
        </p:spPr>
        <p:txBody>
          <a:bodyPr vert="horz" wrap="square" lIns="0" tIns="0" rIns="0" bIns="0" rtlCol="0">
            <a:spAutoFit/>
          </a:bodyPr>
          <a:lstStyle/>
          <a:p>
            <a:pPr marL="12700"/>
            <a:r>
              <a:rPr sz="725" dirty="0">
                <a:solidFill>
                  <a:srgbClr val="24272E"/>
                </a:solidFill>
                <a:latin typeface="腾讯体 W3" panose="020C04030202040F0204" pitchFamily="34" charset="-122"/>
                <a:cs typeface="腾讯体 W3" panose="020C04030202040F0204" pitchFamily="34" charset="-122"/>
              </a:rPr>
              <a:t>* De definitie van het aantal </a:t>
            </a:r>
            <a:r>
              <a:rPr sz="725" spc="-5" dirty="0">
                <a:solidFill>
                  <a:srgbClr val="24272E"/>
                </a:solidFill>
                <a:latin typeface="腾讯体 W3" panose="020C04030202040F0204" pitchFamily="34" charset="-122"/>
                <a:cs typeface="腾讯体 W3" panose="020C04030202040F0204" pitchFamily="34" charset="-122"/>
              </a:rPr>
              <a:t>trainingsuren </a:t>
            </a:r>
            <a:r>
              <a:rPr sz="725" dirty="0">
                <a:solidFill>
                  <a:srgbClr val="24272E"/>
                </a:solidFill>
                <a:latin typeface="腾讯体 W3" panose="020C04030202040F0204" pitchFamily="34" charset="-122"/>
                <a:cs typeface="腾讯体 W3" panose="020C04030202040F0204" pitchFamily="34" charset="-122"/>
              </a:rPr>
              <a:t>is </a:t>
            </a:r>
            <a:r>
              <a:rPr sz="725" spc="-5" dirty="0">
                <a:solidFill>
                  <a:srgbClr val="24272E"/>
                </a:solidFill>
                <a:latin typeface="腾讯体 W3" panose="020C04030202040F0204" pitchFamily="34" charset="-122"/>
                <a:cs typeface="腾讯体 W3" panose="020C04030202040F0204" pitchFamily="34" charset="-122"/>
              </a:rPr>
              <a:t>gewijzigd </a:t>
            </a:r>
            <a:r>
              <a:rPr sz="725" dirty="0">
                <a:solidFill>
                  <a:srgbClr val="24272E"/>
                </a:solidFill>
                <a:latin typeface="腾讯体 W3" panose="020C04030202040F0204" pitchFamily="34" charset="-122"/>
                <a:cs typeface="腾讯体 W3" panose="020C04030202040F0204" pitchFamily="34" charset="-122"/>
              </a:rPr>
              <a:t>ten opzichte van boekjaar 2013/2014. De </a:t>
            </a:r>
            <a:r>
              <a:rPr sz="725" spc="-5" dirty="0">
                <a:solidFill>
                  <a:srgbClr val="24272E"/>
                </a:solidFill>
                <a:latin typeface="腾讯体 W3" panose="020C04030202040F0204" pitchFamily="34" charset="-122"/>
                <a:cs typeface="腾讯体 W3" panose="020C04030202040F0204" pitchFamily="34" charset="-122"/>
              </a:rPr>
              <a:t>vergelijkende cijfers zijn hierop</a:t>
            </a:r>
            <a:r>
              <a:rPr sz="725" spc="85" dirty="0">
                <a:solidFill>
                  <a:srgbClr val="24272E"/>
                </a:solidFill>
                <a:latin typeface="腾讯体 W3" panose="020C04030202040F0204" pitchFamily="34" charset="-122"/>
                <a:cs typeface="腾讯体 W3" panose="020C04030202040F0204" pitchFamily="34" charset="-122"/>
              </a:rPr>
              <a:t> </a:t>
            </a:r>
            <a:r>
              <a:rPr sz="725" dirty="0">
                <a:solidFill>
                  <a:srgbClr val="24272E"/>
                </a:solidFill>
                <a:latin typeface="腾讯体 W3" panose="020C04030202040F0204" pitchFamily="34" charset="-122"/>
                <a:cs typeface="腾讯体 W3" panose="020C04030202040F0204" pitchFamily="34" charset="-122"/>
              </a:rPr>
              <a:t>aangepast.</a:t>
            </a:r>
            <a:endParaRPr sz="725">
              <a:latin typeface="腾讯体 W3" panose="020C04030202040F0204" pitchFamily="34" charset="-122"/>
              <a:cs typeface="腾讯体 W3" panose="020C04030202040F0204" pitchFamily="34" charset="-122"/>
            </a:endParaRPr>
          </a:p>
        </p:txBody>
      </p:sp>
      <p:sp>
        <p:nvSpPr>
          <p:cNvPr id="14" name="object 14"/>
          <p:cNvSpPr txBox="1"/>
          <p:nvPr/>
        </p:nvSpPr>
        <p:spPr>
          <a:xfrm>
            <a:off x="2546631" y="1437253"/>
            <a:ext cx="1625029" cy="279400"/>
          </a:xfrm>
          <a:prstGeom prst="rect">
            <a:avLst/>
          </a:prstGeom>
        </p:spPr>
        <p:txBody>
          <a:bodyPr vert="horz" wrap="square" lIns="0" tIns="0" rIns="0" bIns="0" rtlCol="0">
            <a:spAutoFit/>
          </a:bodyPr>
          <a:lstStyle/>
          <a:p>
            <a:pPr marL="12700"/>
            <a:r>
              <a:rPr sz="905" dirty="0">
                <a:solidFill>
                  <a:srgbClr val="FFFFFF"/>
                </a:solidFill>
                <a:latin typeface="腾讯体 W3" panose="020C04030202040F0204" pitchFamily="34" charset="-122"/>
                <a:cs typeface="腾讯体 W3" panose="020C04030202040F0204" pitchFamily="34" charset="-122"/>
              </a:rPr>
              <a:t>Aantal medewerkers neemt</a:t>
            </a:r>
            <a:r>
              <a:rPr sz="905" spc="-100" dirty="0">
                <a:solidFill>
                  <a:srgbClr val="FFFFFF"/>
                </a:solidFill>
                <a:latin typeface="腾讯体 W3" panose="020C04030202040F0204" pitchFamily="34" charset="-122"/>
                <a:cs typeface="腾讯体 W3" panose="020C04030202040F0204" pitchFamily="34" charset="-122"/>
              </a:rPr>
              <a:t> </a:t>
            </a:r>
            <a:r>
              <a:rPr sz="905" dirty="0">
                <a:solidFill>
                  <a:srgbClr val="FFFFFF"/>
                </a:solidFill>
                <a:latin typeface="腾讯体 W3" panose="020C04030202040F0204" pitchFamily="34" charset="-122"/>
                <a:cs typeface="腾讯体 W3" panose="020C04030202040F0204" pitchFamily="34" charset="-122"/>
              </a:rPr>
              <a:t>toe</a:t>
            </a:r>
            <a:endParaRPr sz="905">
              <a:latin typeface="腾讯体 W3" panose="020C04030202040F0204" pitchFamily="34" charset="-122"/>
              <a:cs typeface="腾讯体 W3" panose="020C04030202040F0204" pitchFamily="34" charset="-122"/>
            </a:endParaRPr>
          </a:p>
        </p:txBody>
      </p:sp>
      <p:sp>
        <p:nvSpPr>
          <p:cNvPr id="15" name="object 15"/>
          <p:cNvSpPr/>
          <p:nvPr/>
        </p:nvSpPr>
        <p:spPr>
          <a:xfrm>
            <a:off x="2602071" y="1940124"/>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sz="1815">
              <a:latin typeface="腾讯体 W3" panose="020C04030202040F0204" pitchFamily="34" charset="-122"/>
            </a:endParaRPr>
          </a:p>
        </p:txBody>
      </p:sp>
      <p:sp>
        <p:nvSpPr>
          <p:cNvPr id="16" name="object 16"/>
          <p:cNvSpPr/>
          <p:nvPr/>
        </p:nvSpPr>
        <p:spPr>
          <a:xfrm>
            <a:off x="5334583" y="1940124"/>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sz="1815">
              <a:latin typeface="腾讯体 W3" panose="020C04030202040F0204" pitchFamily="34" charset="-122"/>
            </a:endParaRPr>
          </a:p>
        </p:txBody>
      </p:sp>
      <p:sp>
        <p:nvSpPr>
          <p:cNvPr id="17" name="object 17"/>
          <p:cNvSpPr/>
          <p:nvPr/>
        </p:nvSpPr>
        <p:spPr>
          <a:xfrm>
            <a:off x="2602071" y="2260751"/>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sz="1815">
              <a:latin typeface="腾讯体 W3" panose="020C04030202040F0204" pitchFamily="34" charset="-122"/>
            </a:endParaRPr>
          </a:p>
        </p:txBody>
      </p:sp>
      <p:sp>
        <p:nvSpPr>
          <p:cNvPr id="18" name="object 18"/>
          <p:cNvSpPr/>
          <p:nvPr/>
        </p:nvSpPr>
        <p:spPr>
          <a:xfrm>
            <a:off x="5334583" y="2260751"/>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sz="1815">
              <a:latin typeface="腾讯体 W3" panose="020C04030202040F0204" pitchFamily="34" charset="-122"/>
            </a:endParaRPr>
          </a:p>
        </p:txBody>
      </p:sp>
      <p:sp>
        <p:nvSpPr>
          <p:cNvPr id="19" name="object 19"/>
          <p:cNvSpPr/>
          <p:nvPr/>
        </p:nvSpPr>
        <p:spPr>
          <a:xfrm>
            <a:off x="2602071" y="2581401"/>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sz="1815">
              <a:latin typeface="腾讯体 W3" panose="020C04030202040F0204" pitchFamily="34" charset="-122"/>
            </a:endParaRPr>
          </a:p>
        </p:txBody>
      </p:sp>
      <p:sp>
        <p:nvSpPr>
          <p:cNvPr id="20" name="object 20"/>
          <p:cNvSpPr/>
          <p:nvPr/>
        </p:nvSpPr>
        <p:spPr>
          <a:xfrm>
            <a:off x="5334583" y="2581401"/>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sz="1815">
              <a:latin typeface="腾讯体 W3" panose="020C04030202040F0204" pitchFamily="34" charset="-122"/>
            </a:endParaRPr>
          </a:p>
        </p:txBody>
      </p:sp>
      <p:sp>
        <p:nvSpPr>
          <p:cNvPr id="21" name="object 21"/>
          <p:cNvSpPr txBox="1"/>
          <p:nvPr/>
        </p:nvSpPr>
        <p:spPr>
          <a:xfrm>
            <a:off x="3803412" y="1688507"/>
            <a:ext cx="714045" cy="349885"/>
          </a:xfrm>
          <a:prstGeom prst="rect">
            <a:avLst/>
          </a:prstGeom>
        </p:spPr>
        <p:txBody>
          <a:bodyPr vert="horz" wrap="square" lIns="0" tIns="0" rIns="0" bIns="0" rtlCol="0">
            <a:spAutoFit/>
          </a:bodyPr>
          <a:lstStyle/>
          <a:p>
            <a:pPr marL="12700"/>
            <a:r>
              <a:rPr sz="1135" spc="-10" dirty="0">
                <a:solidFill>
                  <a:srgbClr val="FFFFFF"/>
                </a:solidFill>
                <a:latin typeface="腾讯体 W3" panose="020C04030202040F0204" pitchFamily="34" charset="-122"/>
                <a:cs typeface="腾讯体 W3" panose="020C04030202040F0204" pitchFamily="34" charset="-122"/>
              </a:rPr>
              <a:t>2014-2015</a:t>
            </a:r>
            <a:endParaRPr sz="1135">
              <a:latin typeface="腾讯体 W3" panose="020C04030202040F0204" pitchFamily="34" charset="-122"/>
              <a:cs typeface="腾讯体 W3" panose="020C04030202040F0204" pitchFamily="34" charset="-122"/>
            </a:endParaRPr>
          </a:p>
        </p:txBody>
      </p:sp>
      <p:sp>
        <p:nvSpPr>
          <p:cNvPr id="22" name="object 22"/>
          <p:cNvSpPr txBox="1"/>
          <p:nvPr/>
        </p:nvSpPr>
        <p:spPr>
          <a:xfrm>
            <a:off x="4618661" y="1688341"/>
            <a:ext cx="714045" cy="349885"/>
          </a:xfrm>
          <a:prstGeom prst="rect">
            <a:avLst/>
          </a:prstGeom>
        </p:spPr>
        <p:txBody>
          <a:bodyPr vert="horz" wrap="square" lIns="0" tIns="0" rIns="0" bIns="0" rtlCol="0">
            <a:spAutoFit/>
          </a:bodyPr>
          <a:lstStyle/>
          <a:p>
            <a:pPr marL="12700"/>
            <a:r>
              <a:rPr sz="1135" spc="-10" dirty="0">
                <a:solidFill>
                  <a:srgbClr val="C7ECFF"/>
                </a:solidFill>
                <a:latin typeface="腾讯体 W3" panose="020C04030202040F0204" pitchFamily="34" charset="-122"/>
                <a:cs typeface="腾讯体 W3" panose="020C04030202040F0204" pitchFamily="34" charset="-122"/>
              </a:rPr>
              <a:t>2013-2014</a:t>
            </a:r>
            <a:endParaRPr sz="1135">
              <a:latin typeface="腾讯体 W3" panose="020C04030202040F0204" pitchFamily="34" charset="-122"/>
              <a:cs typeface="腾讯体 W3" panose="020C04030202040F0204" pitchFamily="34" charset="-122"/>
            </a:endParaRPr>
          </a:p>
        </p:txBody>
      </p:sp>
      <p:graphicFrame>
        <p:nvGraphicFramePr>
          <p:cNvPr id="23" name="object 23"/>
          <p:cNvGraphicFramePr>
            <a:graphicFrameLocks noGrp="1"/>
          </p:cNvGraphicFramePr>
          <p:nvPr/>
        </p:nvGraphicFramePr>
        <p:xfrm>
          <a:off x="2682875" y="1939925"/>
          <a:ext cx="2651760" cy="1476375"/>
        </p:xfrm>
        <a:graphic>
          <a:graphicData uri="http://schemas.openxmlformats.org/drawingml/2006/table">
            <a:tbl>
              <a:tblPr firstRow="1" bandRow="1">
                <a:tableStyleId>{2D5ABB26-0587-4C30-8999-92F81FD0307C}</a:tableStyleId>
              </a:tblPr>
              <a:tblGrid>
                <a:gridCol w="1259840"/>
                <a:gridCol w="715645"/>
                <a:gridCol w="676275"/>
              </a:tblGrid>
              <a:tr h="295275">
                <a:tc>
                  <a:txBody>
                    <a:bodyPr/>
                    <a:lstStyle/>
                    <a:p>
                      <a:pPr marL="123825">
                        <a:lnSpc>
                          <a:spcPct val="100000"/>
                        </a:lnSpc>
                        <a:spcBef>
                          <a:spcPts val="470"/>
                        </a:spcBef>
                      </a:pPr>
                      <a:r>
                        <a:rPr sz="1090" spc="-5" dirty="0">
                          <a:solidFill>
                            <a:srgbClr val="FFFFFF"/>
                          </a:solidFill>
                          <a:latin typeface="腾讯体 W3" panose="020C04030202040F0204" pitchFamily="34" charset="-122"/>
                          <a:cs typeface="腾讯体 W3" panose="020C04030202040F0204" pitchFamily="34" charset="-122"/>
                        </a:rPr>
                        <a:t>Partners</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150495" algn="r">
                        <a:lnSpc>
                          <a:spcPct val="100000"/>
                        </a:lnSpc>
                        <a:spcBef>
                          <a:spcPts val="470"/>
                        </a:spcBef>
                      </a:pPr>
                      <a:r>
                        <a:rPr sz="1090" dirty="0">
                          <a:solidFill>
                            <a:srgbClr val="FFFFFF"/>
                          </a:solidFill>
                          <a:latin typeface="腾讯体 W3" panose="020C04030202040F0204" pitchFamily="34" charset="-122"/>
                          <a:cs typeface="腾讯体 W3" panose="020C04030202040F0204" pitchFamily="34" charset="-122"/>
                        </a:rPr>
                        <a:t>260</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6985" algn="r">
                        <a:lnSpc>
                          <a:spcPct val="100000"/>
                        </a:lnSpc>
                        <a:spcBef>
                          <a:spcPts val="470"/>
                        </a:spcBef>
                      </a:pPr>
                      <a:r>
                        <a:rPr sz="1090" dirty="0">
                          <a:solidFill>
                            <a:srgbClr val="C7ECFF"/>
                          </a:solidFill>
                          <a:latin typeface="腾讯体 W3" panose="020C04030202040F0204" pitchFamily="34" charset="-122"/>
                          <a:cs typeface="腾讯体 W3" panose="020C04030202040F0204" pitchFamily="34" charset="-122"/>
                        </a:rPr>
                        <a:t>253</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r>
              <a:tr h="331470">
                <a:tc>
                  <a:txBody>
                    <a:bodyPr/>
                    <a:lstStyle/>
                    <a:p>
                      <a:pPr marL="123825">
                        <a:lnSpc>
                          <a:spcPct val="100000"/>
                        </a:lnSpc>
                        <a:spcBef>
                          <a:spcPts val="415"/>
                        </a:spcBef>
                      </a:pPr>
                      <a:r>
                        <a:rPr sz="1090" spc="-10" dirty="0">
                          <a:solidFill>
                            <a:srgbClr val="FFFFFF"/>
                          </a:solidFill>
                          <a:latin typeface="腾讯体 W3" panose="020C04030202040F0204" pitchFamily="34" charset="-122"/>
                          <a:cs typeface="腾讯体 W3" panose="020C04030202040F0204" pitchFamily="34" charset="-122"/>
                        </a:rPr>
                        <a:t>Professional</a:t>
                      </a:r>
                      <a:r>
                        <a:rPr sz="1090" spc="-40" dirty="0">
                          <a:solidFill>
                            <a:srgbClr val="FFFFFF"/>
                          </a:solidFill>
                          <a:latin typeface="腾讯体 W3" panose="020C04030202040F0204" pitchFamily="34" charset="-122"/>
                          <a:cs typeface="腾讯体 W3" panose="020C04030202040F0204" pitchFamily="34" charset="-122"/>
                        </a:rPr>
                        <a:t> </a:t>
                      </a:r>
                      <a:r>
                        <a:rPr sz="1090" spc="-15" dirty="0">
                          <a:solidFill>
                            <a:srgbClr val="FFFFFF"/>
                          </a:solidFill>
                          <a:latin typeface="腾讯体 W3" panose="020C04030202040F0204" pitchFamily="34" charset="-122"/>
                          <a:cs typeface="腾讯体 W3" panose="020C04030202040F0204" pitchFamily="34" charset="-122"/>
                        </a:rPr>
                        <a:t>Staff</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L="246380">
                        <a:lnSpc>
                          <a:spcPct val="100000"/>
                        </a:lnSpc>
                        <a:spcBef>
                          <a:spcPts val="445"/>
                        </a:spcBef>
                      </a:pPr>
                      <a:r>
                        <a:rPr sz="1090" spc="-5" dirty="0">
                          <a:solidFill>
                            <a:srgbClr val="FFFFFF"/>
                          </a:solidFill>
                          <a:latin typeface="腾讯体 W3" panose="020C04030202040F0204" pitchFamily="34" charset="-122"/>
                          <a:cs typeface="腾讯体 W3" panose="020C04030202040F0204" pitchFamily="34" charset="-122"/>
                        </a:rPr>
                        <a:t>3.281</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6985" algn="r">
                        <a:lnSpc>
                          <a:spcPct val="100000"/>
                        </a:lnSpc>
                        <a:spcBef>
                          <a:spcPts val="445"/>
                        </a:spcBef>
                      </a:pPr>
                      <a:r>
                        <a:rPr sz="1090" dirty="0">
                          <a:solidFill>
                            <a:srgbClr val="C7ECFF"/>
                          </a:solidFill>
                          <a:latin typeface="腾讯体 W3" panose="020C04030202040F0204" pitchFamily="34" charset="-122"/>
                          <a:cs typeface="腾讯体 W3" panose="020C04030202040F0204" pitchFamily="34" charset="-122"/>
                        </a:rPr>
                        <a:t>3.063</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r>
              <a:tr h="295910">
                <a:tc>
                  <a:txBody>
                    <a:bodyPr/>
                    <a:lstStyle/>
                    <a:p>
                      <a:pPr marL="123825">
                        <a:lnSpc>
                          <a:spcPct val="100000"/>
                        </a:lnSpc>
                        <a:spcBef>
                          <a:spcPts val="365"/>
                        </a:spcBef>
                      </a:pPr>
                      <a:r>
                        <a:rPr sz="1090" spc="-10" dirty="0">
                          <a:solidFill>
                            <a:srgbClr val="FFFFFF"/>
                          </a:solidFill>
                          <a:latin typeface="腾讯体 W3" panose="020C04030202040F0204" pitchFamily="34" charset="-122"/>
                          <a:cs typeface="腾讯体 W3" panose="020C04030202040F0204" pitchFamily="34" charset="-122"/>
                        </a:rPr>
                        <a:t>Support</a:t>
                      </a:r>
                      <a:r>
                        <a:rPr sz="1090" spc="-45" dirty="0">
                          <a:solidFill>
                            <a:srgbClr val="FFFFFF"/>
                          </a:solidFill>
                          <a:latin typeface="腾讯体 W3" panose="020C04030202040F0204" pitchFamily="34" charset="-122"/>
                          <a:cs typeface="腾讯体 W3" panose="020C04030202040F0204" pitchFamily="34" charset="-122"/>
                        </a:rPr>
                        <a:t> </a:t>
                      </a:r>
                      <a:r>
                        <a:rPr sz="1090" spc="-15" dirty="0">
                          <a:solidFill>
                            <a:srgbClr val="FFFFFF"/>
                          </a:solidFill>
                          <a:latin typeface="腾讯体 W3" panose="020C04030202040F0204" pitchFamily="34" charset="-122"/>
                          <a:cs typeface="腾讯体 W3" panose="020C04030202040F0204" pitchFamily="34" charset="-122"/>
                        </a:rPr>
                        <a:t>Staff</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150495" algn="r">
                        <a:lnSpc>
                          <a:spcPct val="100000"/>
                        </a:lnSpc>
                        <a:spcBef>
                          <a:spcPts val="420"/>
                        </a:spcBef>
                      </a:pPr>
                      <a:r>
                        <a:rPr sz="1090" dirty="0">
                          <a:solidFill>
                            <a:srgbClr val="FFFFFF"/>
                          </a:solidFill>
                          <a:latin typeface="腾讯体 W3" panose="020C04030202040F0204" pitchFamily="34" charset="-122"/>
                          <a:cs typeface="腾讯体 W3" panose="020C04030202040F0204" pitchFamily="34" charset="-122"/>
                        </a:rPr>
                        <a:t>904</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6985" algn="r">
                        <a:lnSpc>
                          <a:spcPct val="100000"/>
                        </a:lnSpc>
                        <a:spcBef>
                          <a:spcPts val="420"/>
                        </a:spcBef>
                      </a:pPr>
                      <a:r>
                        <a:rPr sz="1090" dirty="0">
                          <a:solidFill>
                            <a:srgbClr val="C7ECFF"/>
                          </a:solidFill>
                          <a:latin typeface="腾讯体 W3" panose="020C04030202040F0204" pitchFamily="34" charset="-122"/>
                          <a:cs typeface="腾讯体 W3" panose="020C04030202040F0204" pitchFamily="34" charset="-122"/>
                        </a:rPr>
                        <a:t>924</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r>
              <a:tr h="553720">
                <a:tc>
                  <a:txBody>
                    <a:bodyPr/>
                    <a:lstStyle/>
                    <a:p>
                      <a:pPr marL="150495">
                        <a:lnSpc>
                          <a:spcPct val="100000"/>
                        </a:lnSpc>
                        <a:spcBef>
                          <a:spcPts val="955"/>
                        </a:spcBef>
                      </a:pPr>
                      <a:r>
                        <a:rPr sz="900" spc="-30" dirty="0">
                          <a:solidFill>
                            <a:srgbClr val="FFFFFF"/>
                          </a:solidFill>
                          <a:latin typeface="腾讯体 W3" panose="020C04030202040F0204" pitchFamily="34" charset="-122"/>
                          <a:cs typeface="腾讯体 W3" panose="020C04030202040F0204" pitchFamily="34" charset="-122"/>
                        </a:rPr>
                        <a:t>Total</a:t>
                      </a:r>
                      <a:endParaRPr sz="900" spc="-30" dirty="0">
                        <a:solidFill>
                          <a:srgbClr val="FFFFFF"/>
                        </a:solidFill>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107315" algn="r">
                        <a:lnSpc>
                          <a:spcPct val="100000"/>
                        </a:lnSpc>
                        <a:spcBef>
                          <a:spcPts val="210"/>
                        </a:spcBef>
                      </a:pPr>
                      <a:r>
                        <a:rPr sz="1600" dirty="0">
                          <a:solidFill>
                            <a:srgbClr val="FFFFFF"/>
                          </a:solidFill>
                          <a:latin typeface="腾讯体 W3" panose="020C04030202040F0204" pitchFamily="34" charset="-122"/>
                          <a:cs typeface="腾讯体 W3" panose="020C04030202040F0204" pitchFamily="34" charset="-122"/>
                        </a:rPr>
                        <a:t>4.445</a:t>
                      </a:r>
                      <a:endParaRPr sz="1600" dirty="0">
                        <a:solidFill>
                          <a:srgbClr val="FFFFFF"/>
                        </a:solidFill>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algn="r">
                        <a:lnSpc>
                          <a:spcPct val="100000"/>
                        </a:lnSpc>
                        <a:spcBef>
                          <a:spcPts val="210"/>
                        </a:spcBef>
                      </a:pPr>
                      <a:r>
                        <a:rPr sz="1600" dirty="0">
                          <a:solidFill>
                            <a:srgbClr val="C7ECFF"/>
                          </a:solidFill>
                          <a:latin typeface="腾讯体 W3" panose="020C04030202040F0204" pitchFamily="34" charset="-122"/>
                          <a:cs typeface="腾讯体 W3" panose="020C04030202040F0204" pitchFamily="34" charset="-122"/>
                        </a:rPr>
                        <a:t>4.240</a:t>
                      </a:r>
                      <a:endParaRPr sz="1600" dirty="0">
                        <a:solidFill>
                          <a:srgbClr val="C7ECFF"/>
                        </a:solidFill>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r>
            </a:tbl>
          </a:graphicData>
        </a:graphic>
      </p:graphicFrame>
      <p:sp>
        <p:nvSpPr>
          <p:cNvPr id="24" name="object 24"/>
          <p:cNvSpPr/>
          <p:nvPr/>
        </p:nvSpPr>
        <p:spPr>
          <a:xfrm>
            <a:off x="5982731" y="1783138"/>
            <a:ext cx="661644" cy="695618"/>
          </a:xfrm>
          <a:custGeom>
            <a:avLst/>
            <a:gdLst/>
            <a:ahLst/>
            <a:cxnLst/>
            <a:rect l="l" t="t" r="r" b="b"/>
            <a:pathLst>
              <a:path w="729614" h="767080">
                <a:moveTo>
                  <a:pt x="729157" y="0"/>
                </a:moveTo>
                <a:lnTo>
                  <a:pt x="678759" y="1545"/>
                </a:lnTo>
                <a:lnTo>
                  <a:pt x="629252" y="6135"/>
                </a:lnTo>
                <a:lnTo>
                  <a:pt x="580731" y="13699"/>
                </a:lnTo>
                <a:lnTo>
                  <a:pt x="533295" y="24168"/>
                </a:lnTo>
                <a:lnTo>
                  <a:pt x="487037" y="37472"/>
                </a:lnTo>
                <a:lnTo>
                  <a:pt x="442055" y="53541"/>
                </a:lnTo>
                <a:lnTo>
                  <a:pt x="398444" y="72305"/>
                </a:lnTo>
                <a:lnTo>
                  <a:pt x="356301" y="93695"/>
                </a:lnTo>
                <a:lnTo>
                  <a:pt x="315721" y="117641"/>
                </a:lnTo>
                <a:lnTo>
                  <a:pt x="276801" y="144073"/>
                </a:lnTo>
                <a:lnTo>
                  <a:pt x="239636" y="172921"/>
                </a:lnTo>
                <a:lnTo>
                  <a:pt x="204323" y="204116"/>
                </a:lnTo>
                <a:lnTo>
                  <a:pt x="170957" y="237587"/>
                </a:lnTo>
                <a:lnTo>
                  <a:pt x="139635" y="273264"/>
                </a:lnTo>
                <a:lnTo>
                  <a:pt x="110453" y="311079"/>
                </a:lnTo>
                <a:lnTo>
                  <a:pt x="83507" y="350962"/>
                </a:lnTo>
                <a:lnTo>
                  <a:pt x="58892" y="392841"/>
                </a:lnTo>
                <a:lnTo>
                  <a:pt x="36705" y="436649"/>
                </a:lnTo>
                <a:lnTo>
                  <a:pt x="17042" y="482314"/>
                </a:lnTo>
                <a:lnTo>
                  <a:pt x="0" y="529767"/>
                </a:lnTo>
                <a:lnTo>
                  <a:pt x="729157" y="766686"/>
                </a:lnTo>
                <a:lnTo>
                  <a:pt x="729157" y="0"/>
                </a:lnTo>
                <a:close/>
              </a:path>
            </a:pathLst>
          </a:custGeom>
          <a:solidFill>
            <a:schemeClr val="bg2">
              <a:lumMod val="60000"/>
              <a:lumOff val="40000"/>
            </a:schemeClr>
          </a:solidFill>
        </p:spPr>
        <p:txBody>
          <a:bodyPr wrap="square" lIns="0" tIns="0" rIns="0" bIns="0" rtlCol="0"/>
          <a:lstStyle/>
          <a:p>
            <a:endParaRPr sz="1815">
              <a:latin typeface="腾讯体 W3" panose="020C04030202040F0204" pitchFamily="34" charset="-122"/>
            </a:endParaRPr>
          </a:p>
        </p:txBody>
      </p:sp>
      <p:sp>
        <p:nvSpPr>
          <p:cNvPr id="25" name="object 25"/>
          <p:cNvSpPr/>
          <p:nvPr/>
        </p:nvSpPr>
        <p:spPr>
          <a:xfrm>
            <a:off x="5948805" y="1829322"/>
            <a:ext cx="1390660" cy="1344593"/>
          </a:xfrm>
          <a:custGeom>
            <a:avLst/>
            <a:gdLst/>
            <a:ahLst/>
            <a:cxnLst/>
            <a:rect l="l" t="t" r="r" b="b"/>
            <a:pathLst>
              <a:path w="1533525" h="1482725">
                <a:moveTo>
                  <a:pt x="37410" y="478840"/>
                </a:moveTo>
                <a:lnTo>
                  <a:pt x="23892" y="525375"/>
                </a:lnTo>
                <a:lnTo>
                  <a:pt x="13449" y="572116"/>
                </a:lnTo>
                <a:lnTo>
                  <a:pt x="6023" y="618944"/>
                </a:lnTo>
                <a:lnTo>
                  <a:pt x="1559" y="665741"/>
                </a:lnTo>
                <a:lnTo>
                  <a:pt x="0" y="712389"/>
                </a:lnTo>
                <a:lnTo>
                  <a:pt x="1289" y="758769"/>
                </a:lnTo>
                <a:lnTo>
                  <a:pt x="5369" y="804763"/>
                </a:lnTo>
                <a:lnTo>
                  <a:pt x="12186" y="850252"/>
                </a:lnTo>
                <a:lnTo>
                  <a:pt x="21681" y="895118"/>
                </a:lnTo>
                <a:lnTo>
                  <a:pt x="33798" y="939242"/>
                </a:lnTo>
                <a:lnTo>
                  <a:pt x="48482" y="982505"/>
                </a:lnTo>
                <a:lnTo>
                  <a:pt x="65674" y="1024790"/>
                </a:lnTo>
                <a:lnTo>
                  <a:pt x="85320" y="1065978"/>
                </a:lnTo>
                <a:lnTo>
                  <a:pt x="107361" y="1105950"/>
                </a:lnTo>
                <a:lnTo>
                  <a:pt x="131743" y="1144588"/>
                </a:lnTo>
                <a:lnTo>
                  <a:pt x="158408" y="1181773"/>
                </a:lnTo>
                <a:lnTo>
                  <a:pt x="187299" y="1217386"/>
                </a:lnTo>
                <a:lnTo>
                  <a:pt x="218361" y="1251311"/>
                </a:lnTo>
                <a:lnTo>
                  <a:pt x="251537" y="1283427"/>
                </a:lnTo>
                <a:lnTo>
                  <a:pt x="286770" y="1313616"/>
                </a:lnTo>
                <a:lnTo>
                  <a:pt x="324004" y="1341761"/>
                </a:lnTo>
                <a:lnTo>
                  <a:pt x="363182" y="1367742"/>
                </a:lnTo>
                <a:lnTo>
                  <a:pt x="404247" y="1391441"/>
                </a:lnTo>
                <a:lnTo>
                  <a:pt x="447144" y="1412739"/>
                </a:lnTo>
                <a:lnTo>
                  <a:pt x="491816" y="1431518"/>
                </a:lnTo>
                <a:lnTo>
                  <a:pt x="537622" y="1447486"/>
                </a:lnTo>
                <a:lnTo>
                  <a:pt x="583739" y="1460405"/>
                </a:lnTo>
                <a:lnTo>
                  <a:pt x="630052" y="1470329"/>
                </a:lnTo>
                <a:lnTo>
                  <a:pt x="676445" y="1477309"/>
                </a:lnTo>
                <a:lnTo>
                  <a:pt x="722801" y="1481396"/>
                </a:lnTo>
                <a:lnTo>
                  <a:pt x="769004" y="1482643"/>
                </a:lnTo>
                <a:lnTo>
                  <a:pt x="814939" y="1481100"/>
                </a:lnTo>
                <a:lnTo>
                  <a:pt x="860488" y="1476819"/>
                </a:lnTo>
                <a:lnTo>
                  <a:pt x="905538" y="1469852"/>
                </a:lnTo>
                <a:lnTo>
                  <a:pt x="949970" y="1460252"/>
                </a:lnTo>
                <a:lnTo>
                  <a:pt x="993670" y="1448068"/>
                </a:lnTo>
                <a:lnTo>
                  <a:pt x="1036521" y="1433353"/>
                </a:lnTo>
                <a:lnTo>
                  <a:pt x="1078407" y="1416159"/>
                </a:lnTo>
                <a:lnTo>
                  <a:pt x="1119212" y="1396537"/>
                </a:lnTo>
                <a:lnTo>
                  <a:pt x="1158820" y="1374539"/>
                </a:lnTo>
                <a:lnTo>
                  <a:pt x="1197115" y="1350217"/>
                </a:lnTo>
                <a:lnTo>
                  <a:pt x="1233981" y="1323622"/>
                </a:lnTo>
                <a:lnTo>
                  <a:pt x="1269302" y="1294805"/>
                </a:lnTo>
                <a:lnTo>
                  <a:pt x="1302963" y="1263819"/>
                </a:lnTo>
                <a:lnTo>
                  <a:pt x="1334846" y="1230716"/>
                </a:lnTo>
                <a:lnTo>
                  <a:pt x="1364836" y="1195546"/>
                </a:lnTo>
                <a:lnTo>
                  <a:pt x="1392816" y="1158361"/>
                </a:lnTo>
                <a:lnTo>
                  <a:pt x="1418672" y="1119214"/>
                </a:lnTo>
                <a:lnTo>
                  <a:pt x="1442286" y="1078155"/>
                </a:lnTo>
                <a:lnTo>
                  <a:pt x="1463543" y="1035237"/>
                </a:lnTo>
                <a:lnTo>
                  <a:pt x="1482327" y="990511"/>
                </a:lnTo>
                <a:lnTo>
                  <a:pt x="1498294" y="944705"/>
                </a:lnTo>
                <a:lnTo>
                  <a:pt x="1511214" y="898587"/>
                </a:lnTo>
                <a:lnTo>
                  <a:pt x="1521138" y="852274"/>
                </a:lnTo>
                <a:lnTo>
                  <a:pt x="1528118" y="805882"/>
                </a:lnTo>
                <a:lnTo>
                  <a:pt x="1532205" y="759526"/>
                </a:lnTo>
                <a:lnTo>
                  <a:pt x="1533386" y="715759"/>
                </a:lnTo>
                <a:lnTo>
                  <a:pt x="766568" y="715759"/>
                </a:lnTo>
                <a:lnTo>
                  <a:pt x="37410" y="478840"/>
                </a:lnTo>
                <a:close/>
              </a:path>
              <a:path w="1533525" h="1482725">
                <a:moveTo>
                  <a:pt x="1041319" y="0"/>
                </a:moveTo>
                <a:lnTo>
                  <a:pt x="766568" y="715759"/>
                </a:lnTo>
                <a:lnTo>
                  <a:pt x="1533386" y="715759"/>
                </a:lnTo>
                <a:lnTo>
                  <a:pt x="1533420" y="712389"/>
                </a:lnTo>
                <a:lnTo>
                  <a:pt x="1531909" y="667388"/>
                </a:lnTo>
                <a:lnTo>
                  <a:pt x="1527628" y="621838"/>
                </a:lnTo>
                <a:lnTo>
                  <a:pt x="1520661" y="576789"/>
                </a:lnTo>
                <a:lnTo>
                  <a:pt x="1511060" y="532356"/>
                </a:lnTo>
                <a:lnTo>
                  <a:pt x="1498877" y="488657"/>
                </a:lnTo>
                <a:lnTo>
                  <a:pt x="1484162" y="445806"/>
                </a:lnTo>
                <a:lnTo>
                  <a:pt x="1466968" y="403920"/>
                </a:lnTo>
                <a:lnTo>
                  <a:pt x="1447346" y="363115"/>
                </a:lnTo>
                <a:lnTo>
                  <a:pt x="1425348" y="323507"/>
                </a:lnTo>
                <a:lnTo>
                  <a:pt x="1401026" y="285211"/>
                </a:lnTo>
                <a:lnTo>
                  <a:pt x="1374430" y="248345"/>
                </a:lnTo>
                <a:lnTo>
                  <a:pt x="1345614" y="213024"/>
                </a:lnTo>
                <a:lnTo>
                  <a:pt x="1314628" y="179364"/>
                </a:lnTo>
                <a:lnTo>
                  <a:pt x="1281525" y="147481"/>
                </a:lnTo>
                <a:lnTo>
                  <a:pt x="1246355" y="117491"/>
                </a:lnTo>
                <a:lnTo>
                  <a:pt x="1209170" y="89510"/>
                </a:lnTo>
                <a:lnTo>
                  <a:pt x="1170023" y="63655"/>
                </a:lnTo>
                <a:lnTo>
                  <a:pt x="1128964" y="40040"/>
                </a:lnTo>
                <a:lnTo>
                  <a:pt x="1086046" y="18783"/>
                </a:lnTo>
                <a:lnTo>
                  <a:pt x="1041319" y="0"/>
                </a:lnTo>
                <a:close/>
              </a:path>
            </a:pathLst>
          </a:custGeom>
          <a:solidFill>
            <a:schemeClr val="accent2"/>
          </a:solidFill>
        </p:spPr>
        <p:txBody>
          <a:bodyPr wrap="square" lIns="0" tIns="0" rIns="0" bIns="0" rtlCol="0"/>
          <a:lstStyle/>
          <a:p>
            <a:endParaRPr sz="1815">
              <a:latin typeface="腾讯体 W3" panose="020C04030202040F0204" pitchFamily="34" charset="-122"/>
            </a:endParaRPr>
          </a:p>
        </p:txBody>
      </p:sp>
      <p:sp>
        <p:nvSpPr>
          <p:cNvPr id="26" name="object 26"/>
          <p:cNvSpPr/>
          <p:nvPr/>
        </p:nvSpPr>
        <p:spPr>
          <a:xfrm>
            <a:off x="6643959" y="1783138"/>
            <a:ext cx="249340" cy="695618"/>
          </a:xfrm>
          <a:custGeom>
            <a:avLst/>
            <a:gdLst/>
            <a:ahLst/>
            <a:cxnLst/>
            <a:rect l="l" t="t" r="r" b="b"/>
            <a:pathLst>
              <a:path w="274954" h="767080">
                <a:moveTo>
                  <a:pt x="0" y="0"/>
                </a:moveTo>
                <a:lnTo>
                  <a:pt x="0" y="766686"/>
                </a:lnTo>
                <a:lnTo>
                  <a:pt x="274751" y="50927"/>
                </a:lnTo>
                <a:lnTo>
                  <a:pt x="228516" y="34507"/>
                </a:lnTo>
                <a:lnTo>
                  <a:pt x="183939" y="21535"/>
                </a:lnTo>
                <a:lnTo>
                  <a:pt x="139909" y="11804"/>
                </a:lnTo>
                <a:lnTo>
                  <a:pt x="95316" y="5109"/>
                </a:lnTo>
                <a:lnTo>
                  <a:pt x="49050" y="1242"/>
                </a:lnTo>
                <a:lnTo>
                  <a:pt x="0" y="0"/>
                </a:lnTo>
                <a:close/>
              </a:path>
            </a:pathLst>
          </a:custGeom>
          <a:solidFill>
            <a:schemeClr val="accent6"/>
          </a:solidFill>
        </p:spPr>
        <p:txBody>
          <a:bodyPr wrap="square" lIns="0" tIns="0" rIns="0" bIns="0" rtlCol="0"/>
          <a:lstStyle/>
          <a:p>
            <a:endParaRPr sz="1815">
              <a:latin typeface="腾讯体 W3" panose="020C04030202040F0204" pitchFamily="34" charset="-122"/>
            </a:endParaRPr>
          </a:p>
        </p:txBody>
      </p:sp>
      <p:sp>
        <p:nvSpPr>
          <p:cNvPr id="27" name="object 27"/>
          <p:cNvSpPr/>
          <p:nvPr/>
        </p:nvSpPr>
        <p:spPr>
          <a:xfrm>
            <a:off x="6244445" y="2078892"/>
            <a:ext cx="799270" cy="799270"/>
          </a:xfrm>
          <a:custGeom>
            <a:avLst/>
            <a:gdLst/>
            <a:ahLst/>
            <a:cxnLst/>
            <a:rect l="l" t="t" r="r" b="b"/>
            <a:pathLst>
              <a:path w="881379" h="881380">
                <a:moveTo>
                  <a:pt x="440550" y="0"/>
                </a:moveTo>
                <a:lnTo>
                  <a:pt x="392547" y="2584"/>
                </a:lnTo>
                <a:lnTo>
                  <a:pt x="346042" y="10160"/>
                </a:lnTo>
                <a:lnTo>
                  <a:pt x="301303" y="22458"/>
                </a:lnTo>
                <a:lnTo>
                  <a:pt x="258598" y="39209"/>
                </a:lnTo>
                <a:lnTo>
                  <a:pt x="218197" y="60145"/>
                </a:lnTo>
                <a:lnTo>
                  <a:pt x="180368" y="84997"/>
                </a:lnTo>
                <a:lnTo>
                  <a:pt x="145379" y="113497"/>
                </a:lnTo>
                <a:lnTo>
                  <a:pt x="113501" y="145374"/>
                </a:lnTo>
                <a:lnTo>
                  <a:pt x="85001" y="180362"/>
                </a:lnTo>
                <a:lnTo>
                  <a:pt x="60148" y="218191"/>
                </a:lnTo>
                <a:lnTo>
                  <a:pt x="39211" y="258593"/>
                </a:lnTo>
                <a:lnTo>
                  <a:pt x="22459" y="301298"/>
                </a:lnTo>
                <a:lnTo>
                  <a:pt x="10161" y="346038"/>
                </a:lnTo>
                <a:lnTo>
                  <a:pt x="2585" y="392545"/>
                </a:lnTo>
                <a:lnTo>
                  <a:pt x="0" y="440550"/>
                </a:lnTo>
                <a:lnTo>
                  <a:pt x="2585" y="488555"/>
                </a:lnTo>
                <a:lnTo>
                  <a:pt x="10161" y="535062"/>
                </a:lnTo>
                <a:lnTo>
                  <a:pt x="22459" y="579803"/>
                </a:lnTo>
                <a:lnTo>
                  <a:pt x="39211" y="622509"/>
                </a:lnTo>
                <a:lnTo>
                  <a:pt x="60148" y="662912"/>
                </a:lnTo>
                <a:lnTo>
                  <a:pt x="85001" y="700742"/>
                </a:lnTo>
                <a:lnTo>
                  <a:pt x="113501" y="735731"/>
                </a:lnTo>
                <a:lnTo>
                  <a:pt x="145379" y="767610"/>
                </a:lnTo>
                <a:lnTo>
                  <a:pt x="180368" y="796111"/>
                </a:lnTo>
                <a:lnTo>
                  <a:pt x="218197" y="820964"/>
                </a:lnTo>
                <a:lnTo>
                  <a:pt x="258598" y="841901"/>
                </a:lnTo>
                <a:lnTo>
                  <a:pt x="301303" y="858653"/>
                </a:lnTo>
                <a:lnTo>
                  <a:pt x="346042" y="870951"/>
                </a:lnTo>
                <a:lnTo>
                  <a:pt x="392547" y="878528"/>
                </a:lnTo>
                <a:lnTo>
                  <a:pt x="440550" y="881113"/>
                </a:lnTo>
                <a:lnTo>
                  <a:pt x="488555" y="878528"/>
                </a:lnTo>
                <a:lnTo>
                  <a:pt x="535062" y="870951"/>
                </a:lnTo>
                <a:lnTo>
                  <a:pt x="579803" y="858653"/>
                </a:lnTo>
                <a:lnTo>
                  <a:pt x="622509" y="841901"/>
                </a:lnTo>
                <a:lnTo>
                  <a:pt x="662912" y="820964"/>
                </a:lnTo>
                <a:lnTo>
                  <a:pt x="700742" y="796111"/>
                </a:lnTo>
                <a:lnTo>
                  <a:pt x="735731" y="767610"/>
                </a:lnTo>
                <a:lnTo>
                  <a:pt x="767610" y="735731"/>
                </a:lnTo>
                <a:lnTo>
                  <a:pt x="796111" y="700742"/>
                </a:lnTo>
                <a:lnTo>
                  <a:pt x="820964" y="662912"/>
                </a:lnTo>
                <a:lnTo>
                  <a:pt x="841901" y="622509"/>
                </a:lnTo>
                <a:lnTo>
                  <a:pt x="858653" y="579803"/>
                </a:lnTo>
                <a:lnTo>
                  <a:pt x="870951" y="535062"/>
                </a:lnTo>
                <a:lnTo>
                  <a:pt x="878528" y="488555"/>
                </a:lnTo>
                <a:lnTo>
                  <a:pt x="881113" y="440550"/>
                </a:lnTo>
                <a:lnTo>
                  <a:pt x="878528" y="392545"/>
                </a:lnTo>
                <a:lnTo>
                  <a:pt x="870951" y="346038"/>
                </a:lnTo>
                <a:lnTo>
                  <a:pt x="858653" y="301298"/>
                </a:lnTo>
                <a:lnTo>
                  <a:pt x="841901" y="258593"/>
                </a:lnTo>
                <a:lnTo>
                  <a:pt x="820964" y="218191"/>
                </a:lnTo>
                <a:lnTo>
                  <a:pt x="796111" y="180362"/>
                </a:lnTo>
                <a:lnTo>
                  <a:pt x="767610" y="145374"/>
                </a:lnTo>
                <a:lnTo>
                  <a:pt x="735731" y="113497"/>
                </a:lnTo>
                <a:lnTo>
                  <a:pt x="700742" y="84997"/>
                </a:lnTo>
                <a:lnTo>
                  <a:pt x="662912" y="60145"/>
                </a:lnTo>
                <a:lnTo>
                  <a:pt x="622509" y="39209"/>
                </a:lnTo>
                <a:lnTo>
                  <a:pt x="579803" y="22458"/>
                </a:lnTo>
                <a:lnTo>
                  <a:pt x="535062" y="10160"/>
                </a:lnTo>
                <a:lnTo>
                  <a:pt x="488555" y="2584"/>
                </a:lnTo>
                <a:lnTo>
                  <a:pt x="440550"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28" name="object 28"/>
          <p:cNvSpPr/>
          <p:nvPr/>
        </p:nvSpPr>
        <p:spPr>
          <a:xfrm>
            <a:off x="6738170" y="1772241"/>
            <a:ext cx="76011" cy="72556"/>
          </a:xfrm>
          <a:custGeom>
            <a:avLst/>
            <a:gdLst/>
            <a:ahLst/>
            <a:cxnLst/>
            <a:rect l="l" t="t" r="r" b="b"/>
            <a:pathLst>
              <a:path w="83820" h="80010">
                <a:moveTo>
                  <a:pt x="0" y="0"/>
                </a:moveTo>
                <a:lnTo>
                  <a:pt x="26162" y="79552"/>
                </a:lnTo>
                <a:lnTo>
                  <a:pt x="83832" y="15595"/>
                </a:lnTo>
                <a:lnTo>
                  <a:pt x="0"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29" name="object 29"/>
          <p:cNvSpPr/>
          <p:nvPr/>
        </p:nvSpPr>
        <p:spPr>
          <a:xfrm>
            <a:off x="6875191" y="3075413"/>
            <a:ext cx="71980" cy="77163"/>
          </a:xfrm>
          <a:custGeom>
            <a:avLst/>
            <a:gdLst/>
            <a:ahLst/>
            <a:cxnLst/>
            <a:rect l="l" t="t" r="r" b="b"/>
            <a:pathLst>
              <a:path w="79375" h="85089">
                <a:moveTo>
                  <a:pt x="13906" y="0"/>
                </a:moveTo>
                <a:lnTo>
                  <a:pt x="0" y="84988"/>
                </a:lnTo>
                <a:lnTo>
                  <a:pt x="78943" y="52755"/>
                </a:lnTo>
                <a:lnTo>
                  <a:pt x="13906"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30" name="object 30"/>
          <p:cNvSpPr/>
          <p:nvPr/>
        </p:nvSpPr>
        <p:spPr>
          <a:xfrm>
            <a:off x="6213405" y="1867302"/>
            <a:ext cx="67949" cy="78315"/>
          </a:xfrm>
          <a:custGeom>
            <a:avLst/>
            <a:gdLst/>
            <a:ahLst/>
            <a:cxnLst/>
            <a:rect l="l" t="t" r="r" b="b"/>
            <a:pathLst>
              <a:path w="74929" h="86360">
                <a:moveTo>
                  <a:pt x="70485" y="0"/>
                </a:moveTo>
                <a:lnTo>
                  <a:pt x="0" y="47980"/>
                </a:lnTo>
                <a:lnTo>
                  <a:pt x="74599" y="86017"/>
                </a:lnTo>
                <a:lnTo>
                  <a:pt x="70485"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31" name="object 31"/>
          <p:cNvSpPr/>
          <p:nvPr/>
        </p:nvSpPr>
        <p:spPr>
          <a:xfrm>
            <a:off x="7895900" y="1783138"/>
            <a:ext cx="685253" cy="695618"/>
          </a:xfrm>
          <a:custGeom>
            <a:avLst/>
            <a:gdLst/>
            <a:ahLst/>
            <a:cxnLst/>
            <a:rect l="l" t="t" r="r" b="b"/>
            <a:pathLst>
              <a:path w="755650" h="767080">
                <a:moveTo>
                  <a:pt x="755040" y="0"/>
                </a:moveTo>
                <a:lnTo>
                  <a:pt x="706765" y="1498"/>
                </a:lnTo>
                <a:lnTo>
                  <a:pt x="659211" y="5938"/>
                </a:lnTo>
                <a:lnTo>
                  <a:pt x="612475" y="13238"/>
                </a:lnTo>
                <a:lnTo>
                  <a:pt x="566654" y="23315"/>
                </a:lnTo>
                <a:lnTo>
                  <a:pt x="521847" y="36089"/>
                </a:lnTo>
                <a:lnTo>
                  <a:pt x="478152" y="51477"/>
                </a:lnTo>
                <a:lnTo>
                  <a:pt x="435665" y="69396"/>
                </a:lnTo>
                <a:lnTo>
                  <a:pt x="394484" y="89765"/>
                </a:lnTo>
                <a:lnTo>
                  <a:pt x="354708" y="112503"/>
                </a:lnTo>
                <a:lnTo>
                  <a:pt x="316434" y="137526"/>
                </a:lnTo>
                <a:lnTo>
                  <a:pt x="279760" y="164753"/>
                </a:lnTo>
                <a:lnTo>
                  <a:pt x="244783" y="194103"/>
                </a:lnTo>
                <a:lnTo>
                  <a:pt x="211601" y="225492"/>
                </a:lnTo>
                <a:lnTo>
                  <a:pt x="180311" y="258839"/>
                </a:lnTo>
                <a:lnTo>
                  <a:pt x="151012" y="294063"/>
                </a:lnTo>
                <a:lnTo>
                  <a:pt x="123801" y="331081"/>
                </a:lnTo>
                <a:lnTo>
                  <a:pt x="98776" y="369810"/>
                </a:lnTo>
                <a:lnTo>
                  <a:pt x="76035" y="410170"/>
                </a:lnTo>
                <a:lnTo>
                  <a:pt x="55675" y="452078"/>
                </a:lnTo>
                <a:lnTo>
                  <a:pt x="37793" y="495452"/>
                </a:lnTo>
                <a:lnTo>
                  <a:pt x="22489" y="540210"/>
                </a:lnTo>
                <a:lnTo>
                  <a:pt x="9858" y="586271"/>
                </a:lnTo>
                <a:lnTo>
                  <a:pt x="0" y="633552"/>
                </a:lnTo>
                <a:lnTo>
                  <a:pt x="755040" y="766686"/>
                </a:lnTo>
                <a:lnTo>
                  <a:pt x="755040" y="0"/>
                </a:lnTo>
                <a:close/>
              </a:path>
            </a:pathLst>
          </a:custGeom>
          <a:solidFill>
            <a:schemeClr val="bg2">
              <a:lumMod val="60000"/>
              <a:lumOff val="40000"/>
            </a:schemeClr>
          </a:solidFill>
        </p:spPr>
        <p:txBody>
          <a:bodyPr wrap="square" lIns="0" tIns="0" rIns="0" bIns="0" rtlCol="0"/>
          <a:lstStyle/>
          <a:p>
            <a:endParaRPr sz="1815">
              <a:latin typeface="腾讯体 W3" panose="020C04030202040F0204" pitchFamily="34" charset="-122"/>
            </a:endParaRPr>
          </a:p>
        </p:txBody>
      </p:sp>
      <p:sp>
        <p:nvSpPr>
          <p:cNvPr id="32" name="object 32"/>
          <p:cNvSpPr/>
          <p:nvPr/>
        </p:nvSpPr>
        <p:spPr>
          <a:xfrm>
            <a:off x="7884834" y="1829322"/>
            <a:ext cx="1391236" cy="1344593"/>
          </a:xfrm>
          <a:custGeom>
            <a:avLst/>
            <a:gdLst/>
            <a:ahLst/>
            <a:cxnLst/>
            <a:rect l="l" t="t" r="r" b="b"/>
            <a:pathLst>
              <a:path w="1534159" h="1482725">
                <a:moveTo>
                  <a:pt x="12203" y="582625"/>
                </a:moveTo>
                <a:lnTo>
                  <a:pt x="5238" y="630367"/>
                </a:lnTo>
                <a:lnTo>
                  <a:pt x="1189" y="677802"/>
                </a:lnTo>
                <a:lnTo>
                  <a:pt x="0" y="724833"/>
                </a:lnTo>
                <a:lnTo>
                  <a:pt x="1616" y="771364"/>
                </a:lnTo>
                <a:lnTo>
                  <a:pt x="5982" y="817296"/>
                </a:lnTo>
                <a:lnTo>
                  <a:pt x="13044" y="862535"/>
                </a:lnTo>
                <a:lnTo>
                  <a:pt x="22748" y="906982"/>
                </a:lnTo>
                <a:lnTo>
                  <a:pt x="35038" y="950541"/>
                </a:lnTo>
                <a:lnTo>
                  <a:pt x="49859" y="993115"/>
                </a:lnTo>
                <a:lnTo>
                  <a:pt x="67157" y="1034608"/>
                </a:lnTo>
                <a:lnTo>
                  <a:pt x="86876" y="1074921"/>
                </a:lnTo>
                <a:lnTo>
                  <a:pt x="108963" y="1113960"/>
                </a:lnTo>
                <a:lnTo>
                  <a:pt x="133363" y="1151626"/>
                </a:lnTo>
                <a:lnTo>
                  <a:pt x="160020" y="1187824"/>
                </a:lnTo>
                <a:lnTo>
                  <a:pt x="188880" y="1222455"/>
                </a:lnTo>
                <a:lnTo>
                  <a:pt x="219888" y="1255424"/>
                </a:lnTo>
                <a:lnTo>
                  <a:pt x="252989" y="1286633"/>
                </a:lnTo>
                <a:lnTo>
                  <a:pt x="288129" y="1315986"/>
                </a:lnTo>
                <a:lnTo>
                  <a:pt x="325253" y="1343386"/>
                </a:lnTo>
                <a:lnTo>
                  <a:pt x="364306" y="1368736"/>
                </a:lnTo>
                <a:lnTo>
                  <a:pt x="405233" y="1391939"/>
                </a:lnTo>
                <a:lnTo>
                  <a:pt x="447980" y="1412899"/>
                </a:lnTo>
                <a:lnTo>
                  <a:pt x="492491" y="1431518"/>
                </a:lnTo>
                <a:lnTo>
                  <a:pt x="538297" y="1447486"/>
                </a:lnTo>
                <a:lnTo>
                  <a:pt x="584415" y="1460405"/>
                </a:lnTo>
                <a:lnTo>
                  <a:pt x="630728" y="1470329"/>
                </a:lnTo>
                <a:lnTo>
                  <a:pt x="677120" y="1477309"/>
                </a:lnTo>
                <a:lnTo>
                  <a:pt x="723476" y="1481396"/>
                </a:lnTo>
                <a:lnTo>
                  <a:pt x="769679" y="1482643"/>
                </a:lnTo>
                <a:lnTo>
                  <a:pt x="815614" y="1481100"/>
                </a:lnTo>
                <a:lnTo>
                  <a:pt x="861164" y="1476819"/>
                </a:lnTo>
                <a:lnTo>
                  <a:pt x="906213" y="1469852"/>
                </a:lnTo>
                <a:lnTo>
                  <a:pt x="950645" y="1460252"/>
                </a:lnTo>
                <a:lnTo>
                  <a:pt x="994345" y="1448068"/>
                </a:lnTo>
                <a:lnTo>
                  <a:pt x="1037196" y="1433353"/>
                </a:lnTo>
                <a:lnTo>
                  <a:pt x="1079082" y="1416159"/>
                </a:lnTo>
                <a:lnTo>
                  <a:pt x="1119887" y="1396537"/>
                </a:lnTo>
                <a:lnTo>
                  <a:pt x="1159495" y="1374539"/>
                </a:lnTo>
                <a:lnTo>
                  <a:pt x="1197790" y="1350217"/>
                </a:lnTo>
                <a:lnTo>
                  <a:pt x="1234657" y="1323622"/>
                </a:lnTo>
                <a:lnTo>
                  <a:pt x="1269978" y="1294805"/>
                </a:lnTo>
                <a:lnTo>
                  <a:pt x="1303638" y="1263819"/>
                </a:lnTo>
                <a:lnTo>
                  <a:pt x="1335521" y="1230716"/>
                </a:lnTo>
                <a:lnTo>
                  <a:pt x="1365511" y="1195546"/>
                </a:lnTo>
                <a:lnTo>
                  <a:pt x="1393492" y="1158361"/>
                </a:lnTo>
                <a:lnTo>
                  <a:pt x="1419347" y="1119214"/>
                </a:lnTo>
                <a:lnTo>
                  <a:pt x="1442961" y="1078155"/>
                </a:lnTo>
                <a:lnTo>
                  <a:pt x="1464218" y="1035237"/>
                </a:lnTo>
                <a:lnTo>
                  <a:pt x="1483002" y="990511"/>
                </a:lnTo>
                <a:lnTo>
                  <a:pt x="1498970" y="944705"/>
                </a:lnTo>
                <a:lnTo>
                  <a:pt x="1511890" y="898587"/>
                </a:lnTo>
                <a:lnTo>
                  <a:pt x="1521814" y="852274"/>
                </a:lnTo>
                <a:lnTo>
                  <a:pt x="1528793" y="805882"/>
                </a:lnTo>
                <a:lnTo>
                  <a:pt x="1532881" y="759526"/>
                </a:lnTo>
                <a:lnTo>
                  <a:pt x="1534061" y="715759"/>
                </a:lnTo>
                <a:lnTo>
                  <a:pt x="767243" y="715759"/>
                </a:lnTo>
                <a:lnTo>
                  <a:pt x="12203" y="582625"/>
                </a:lnTo>
                <a:close/>
              </a:path>
              <a:path w="1534159" h="1482725">
                <a:moveTo>
                  <a:pt x="1041995" y="0"/>
                </a:moveTo>
                <a:lnTo>
                  <a:pt x="767243" y="715759"/>
                </a:lnTo>
                <a:lnTo>
                  <a:pt x="1534061" y="715759"/>
                </a:lnTo>
                <a:lnTo>
                  <a:pt x="1534127" y="713322"/>
                </a:lnTo>
                <a:lnTo>
                  <a:pt x="1532584" y="667388"/>
                </a:lnTo>
                <a:lnTo>
                  <a:pt x="1528303" y="621838"/>
                </a:lnTo>
                <a:lnTo>
                  <a:pt x="1521337" y="576789"/>
                </a:lnTo>
                <a:lnTo>
                  <a:pt x="1511736" y="532356"/>
                </a:lnTo>
                <a:lnTo>
                  <a:pt x="1499552" y="488657"/>
                </a:lnTo>
                <a:lnTo>
                  <a:pt x="1484837" y="445806"/>
                </a:lnTo>
                <a:lnTo>
                  <a:pt x="1467643" y="403920"/>
                </a:lnTo>
                <a:lnTo>
                  <a:pt x="1448021" y="363115"/>
                </a:lnTo>
                <a:lnTo>
                  <a:pt x="1426023" y="323507"/>
                </a:lnTo>
                <a:lnTo>
                  <a:pt x="1401701" y="285211"/>
                </a:lnTo>
                <a:lnTo>
                  <a:pt x="1375106" y="248345"/>
                </a:lnTo>
                <a:lnTo>
                  <a:pt x="1346289" y="213024"/>
                </a:lnTo>
                <a:lnTo>
                  <a:pt x="1315304" y="179364"/>
                </a:lnTo>
                <a:lnTo>
                  <a:pt x="1282200" y="147481"/>
                </a:lnTo>
                <a:lnTo>
                  <a:pt x="1247030" y="117491"/>
                </a:lnTo>
                <a:lnTo>
                  <a:pt x="1209845" y="89510"/>
                </a:lnTo>
                <a:lnTo>
                  <a:pt x="1170698" y="63655"/>
                </a:lnTo>
                <a:lnTo>
                  <a:pt x="1129639" y="40040"/>
                </a:lnTo>
                <a:lnTo>
                  <a:pt x="1086721" y="18783"/>
                </a:lnTo>
                <a:lnTo>
                  <a:pt x="1041995" y="0"/>
                </a:lnTo>
                <a:close/>
              </a:path>
            </a:pathLst>
          </a:custGeom>
          <a:solidFill>
            <a:schemeClr val="accent2"/>
          </a:solidFill>
        </p:spPr>
        <p:txBody>
          <a:bodyPr wrap="square" lIns="0" tIns="0" rIns="0" bIns="0" rtlCol="0"/>
          <a:lstStyle/>
          <a:p>
            <a:endParaRPr sz="1815">
              <a:latin typeface="腾讯体 W3" panose="020C04030202040F0204" pitchFamily="34" charset="-122"/>
            </a:endParaRPr>
          </a:p>
        </p:txBody>
      </p:sp>
      <p:sp>
        <p:nvSpPr>
          <p:cNvPr id="33" name="object 33"/>
          <p:cNvSpPr/>
          <p:nvPr/>
        </p:nvSpPr>
        <p:spPr>
          <a:xfrm>
            <a:off x="8580601" y="1783138"/>
            <a:ext cx="249340" cy="695618"/>
          </a:xfrm>
          <a:custGeom>
            <a:avLst/>
            <a:gdLst/>
            <a:ahLst/>
            <a:cxnLst/>
            <a:rect l="l" t="t" r="r" b="b"/>
            <a:pathLst>
              <a:path w="274954" h="767080">
                <a:moveTo>
                  <a:pt x="0" y="0"/>
                </a:moveTo>
                <a:lnTo>
                  <a:pt x="0" y="766686"/>
                </a:lnTo>
                <a:lnTo>
                  <a:pt x="274751" y="50927"/>
                </a:lnTo>
                <a:lnTo>
                  <a:pt x="228516" y="34507"/>
                </a:lnTo>
                <a:lnTo>
                  <a:pt x="183939" y="21535"/>
                </a:lnTo>
                <a:lnTo>
                  <a:pt x="139909" y="11804"/>
                </a:lnTo>
                <a:lnTo>
                  <a:pt x="95316" y="5109"/>
                </a:lnTo>
                <a:lnTo>
                  <a:pt x="49050" y="1242"/>
                </a:lnTo>
                <a:lnTo>
                  <a:pt x="0" y="0"/>
                </a:lnTo>
                <a:close/>
              </a:path>
            </a:pathLst>
          </a:custGeom>
          <a:solidFill>
            <a:schemeClr val="accent6"/>
          </a:solidFill>
        </p:spPr>
        <p:txBody>
          <a:bodyPr wrap="square" lIns="0" tIns="0" rIns="0" bIns="0" rtlCol="0"/>
          <a:lstStyle/>
          <a:p>
            <a:endParaRPr sz="1815">
              <a:latin typeface="腾讯体 W3" panose="020C04030202040F0204" pitchFamily="34" charset="-122"/>
            </a:endParaRPr>
          </a:p>
        </p:txBody>
      </p:sp>
      <p:sp>
        <p:nvSpPr>
          <p:cNvPr id="34" name="object 34"/>
          <p:cNvSpPr/>
          <p:nvPr/>
        </p:nvSpPr>
        <p:spPr>
          <a:xfrm>
            <a:off x="8181077" y="2078877"/>
            <a:ext cx="799270" cy="799270"/>
          </a:xfrm>
          <a:custGeom>
            <a:avLst/>
            <a:gdLst/>
            <a:ahLst/>
            <a:cxnLst/>
            <a:rect l="l" t="t" r="r" b="b"/>
            <a:pathLst>
              <a:path w="881379" h="881380">
                <a:moveTo>
                  <a:pt x="433094" y="0"/>
                </a:moveTo>
                <a:lnTo>
                  <a:pt x="387694" y="3082"/>
                </a:lnTo>
                <a:lnTo>
                  <a:pt x="342498" y="10937"/>
                </a:lnTo>
                <a:lnTo>
                  <a:pt x="297875" y="23655"/>
                </a:lnTo>
                <a:lnTo>
                  <a:pt x="254195" y="41326"/>
                </a:lnTo>
                <a:lnTo>
                  <a:pt x="211826" y="64040"/>
                </a:lnTo>
                <a:lnTo>
                  <a:pt x="172142" y="91175"/>
                </a:lnTo>
                <a:lnTo>
                  <a:pt x="136328" y="121798"/>
                </a:lnTo>
                <a:lnTo>
                  <a:pt x="104476" y="155539"/>
                </a:lnTo>
                <a:lnTo>
                  <a:pt x="76675" y="192030"/>
                </a:lnTo>
                <a:lnTo>
                  <a:pt x="53016" y="230901"/>
                </a:lnTo>
                <a:lnTo>
                  <a:pt x="33588" y="271784"/>
                </a:lnTo>
                <a:lnTo>
                  <a:pt x="18483" y="314308"/>
                </a:lnTo>
                <a:lnTo>
                  <a:pt x="7789" y="358105"/>
                </a:lnTo>
                <a:lnTo>
                  <a:pt x="1598" y="402806"/>
                </a:lnTo>
                <a:lnTo>
                  <a:pt x="0" y="448041"/>
                </a:lnTo>
                <a:lnTo>
                  <a:pt x="3083" y="493441"/>
                </a:lnTo>
                <a:lnTo>
                  <a:pt x="10940" y="538637"/>
                </a:lnTo>
                <a:lnTo>
                  <a:pt x="23660" y="583260"/>
                </a:lnTo>
                <a:lnTo>
                  <a:pt x="41333" y="626940"/>
                </a:lnTo>
                <a:lnTo>
                  <a:pt x="64049" y="669309"/>
                </a:lnTo>
                <a:lnTo>
                  <a:pt x="91181" y="708991"/>
                </a:lnTo>
                <a:lnTo>
                  <a:pt x="121802" y="744803"/>
                </a:lnTo>
                <a:lnTo>
                  <a:pt x="155542" y="776653"/>
                </a:lnTo>
                <a:lnTo>
                  <a:pt x="192031" y="804453"/>
                </a:lnTo>
                <a:lnTo>
                  <a:pt x="230901" y="828111"/>
                </a:lnTo>
                <a:lnTo>
                  <a:pt x="271783" y="847538"/>
                </a:lnTo>
                <a:lnTo>
                  <a:pt x="314306" y="862643"/>
                </a:lnTo>
                <a:lnTo>
                  <a:pt x="358103" y="873336"/>
                </a:lnTo>
                <a:lnTo>
                  <a:pt x="402803" y="879528"/>
                </a:lnTo>
                <a:lnTo>
                  <a:pt x="448038" y="881127"/>
                </a:lnTo>
                <a:lnTo>
                  <a:pt x="493438" y="878044"/>
                </a:lnTo>
                <a:lnTo>
                  <a:pt x="538633" y="870189"/>
                </a:lnTo>
                <a:lnTo>
                  <a:pt x="583256" y="857471"/>
                </a:lnTo>
                <a:lnTo>
                  <a:pt x="626937" y="839800"/>
                </a:lnTo>
                <a:lnTo>
                  <a:pt x="669305" y="817086"/>
                </a:lnTo>
                <a:lnTo>
                  <a:pt x="708990" y="789954"/>
                </a:lnTo>
                <a:lnTo>
                  <a:pt x="744803" y="759333"/>
                </a:lnTo>
                <a:lnTo>
                  <a:pt x="776654" y="725593"/>
                </a:lnTo>
                <a:lnTo>
                  <a:pt x="804454" y="689104"/>
                </a:lnTo>
                <a:lnTo>
                  <a:pt x="828113" y="650234"/>
                </a:lnTo>
                <a:lnTo>
                  <a:pt x="847540" y="609352"/>
                </a:lnTo>
                <a:lnTo>
                  <a:pt x="862644" y="566829"/>
                </a:lnTo>
                <a:lnTo>
                  <a:pt x="873337" y="523032"/>
                </a:lnTo>
                <a:lnTo>
                  <a:pt x="879528" y="478332"/>
                </a:lnTo>
                <a:lnTo>
                  <a:pt x="881126" y="433098"/>
                </a:lnTo>
                <a:lnTo>
                  <a:pt x="878043" y="387698"/>
                </a:lnTo>
                <a:lnTo>
                  <a:pt x="870187" y="342502"/>
                </a:lnTo>
                <a:lnTo>
                  <a:pt x="857468" y="297879"/>
                </a:lnTo>
                <a:lnTo>
                  <a:pt x="839797" y="254199"/>
                </a:lnTo>
                <a:lnTo>
                  <a:pt x="817083" y="211830"/>
                </a:lnTo>
                <a:lnTo>
                  <a:pt x="789950" y="172145"/>
                </a:lnTo>
                <a:lnTo>
                  <a:pt x="759329" y="136332"/>
                </a:lnTo>
                <a:lnTo>
                  <a:pt x="725590" y="104480"/>
                </a:lnTo>
                <a:lnTo>
                  <a:pt x="689100" y="76679"/>
                </a:lnTo>
                <a:lnTo>
                  <a:pt x="650230" y="53019"/>
                </a:lnTo>
                <a:lnTo>
                  <a:pt x="609349" y="33591"/>
                </a:lnTo>
                <a:lnTo>
                  <a:pt x="566825" y="18485"/>
                </a:lnTo>
                <a:lnTo>
                  <a:pt x="523029" y="7791"/>
                </a:lnTo>
                <a:lnTo>
                  <a:pt x="478329" y="1599"/>
                </a:lnTo>
                <a:lnTo>
                  <a:pt x="433094"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35" name="object 35"/>
          <p:cNvSpPr/>
          <p:nvPr/>
        </p:nvSpPr>
        <p:spPr>
          <a:xfrm>
            <a:off x="8921485" y="3025832"/>
            <a:ext cx="66222" cy="78315"/>
          </a:xfrm>
          <a:custGeom>
            <a:avLst/>
            <a:gdLst/>
            <a:ahLst/>
            <a:cxnLst/>
            <a:rect l="l" t="t" r="r" b="b"/>
            <a:pathLst>
              <a:path w="73025" h="86360">
                <a:moveTo>
                  <a:pt x="0" y="0"/>
                </a:moveTo>
                <a:lnTo>
                  <a:pt x="609" y="86118"/>
                </a:lnTo>
                <a:lnTo>
                  <a:pt x="72999" y="41046"/>
                </a:lnTo>
                <a:lnTo>
                  <a:pt x="0"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36" name="object 36"/>
          <p:cNvSpPr/>
          <p:nvPr/>
        </p:nvSpPr>
        <p:spPr>
          <a:xfrm>
            <a:off x="8093529" y="1908597"/>
            <a:ext cx="71404" cy="77739"/>
          </a:xfrm>
          <a:custGeom>
            <a:avLst/>
            <a:gdLst/>
            <a:ahLst/>
            <a:cxnLst/>
            <a:rect l="l" t="t" r="r" b="b"/>
            <a:pathLst>
              <a:path w="78740" h="85725">
                <a:moveTo>
                  <a:pt x="65125" y="0"/>
                </a:moveTo>
                <a:lnTo>
                  <a:pt x="0" y="55029"/>
                </a:lnTo>
                <a:lnTo>
                  <a:pt x="78143" y="85128"/>
                </a:lnTo>
                <a:lnTo>
                  <a:pt x="65125"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37" name="object 37"/>
          <p:cNvSpPr/>
          <p:nvPr/>
        </p:nvSpPr>
        <p:spPr>
          <a:xfrm>
            <a:off x="8681511" y="1773169"/>
            <a:ext cx="76011" cy="72556"/>
          </a:xfrm>
          <a:custGeom>
            <a:avLst/>
            <a:gdLst/>
            <a:ahLst/>
            <a:cxnLst/>
            <a:rect l="l" t="t" r="r" b="b"/>
            <a:pathLst>
              <a:path w="83820" h="80010">
                <a:moveTo>
                  <a:pt x="0" y="0"/>
                </a:moveTo>
                <a:lnTo>
                  <a:pt x="25400" y="79794"/>
                </a:lnTo>
                <a:lnTo>
                  <a:pt x="83680" y="16383"/>
                </a:lnTo>
                <a:lnTo>
                  <a:pt x="0"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38" name="object 38"/>
          <p:cNvSpPr/>
          <p:nvPr/>
        </p:nvSpPr>
        <p:spPr>
          <a:xfrm>
            <a:off x="2598952" y="2047962"/>
            <a:ext cx="102500" cy="102500"/>
          </a:xfrm>
          <a:custGeom>
            <a:avLst/>
            <a:gdLst/>
            <a:ahLst/>
            <a:cxnLst/>
            <a:rect l="l" t="t" r="r" b="b"/>
            <a:pathLst>
              <a:path w="113030" h="113030">
                <a:moveTo>
                  <a:pt x="0" y="112445"/>
                </a:moveTo>
                <a:lnTo>
                  <a:pt x="112445" y="112445"/>
                </a:lnTo>
                <a:lnTo>
                  <a:pt x="112445" y="0"/>
                </a:lnTo>
                <a:lnTo>
                  <a:pt x="0" y="0"/>
                </a:lnTo>
                <a:lnTo>
                  <a:pt x="0" y="112445"/>
                </a:lnTo>
                <a:close/>
              </a:path>
            </a:pathLst>
          </a:custGeom>
          <a:solidFill>
            <a:schemeClr val="accent6"/>
          </a:solidFill>
        </p:spPr>
        <p:txBody>
          <a:bodyPr wrap="square" lIns="0" tIns="0" rIns="0" bIns="0" rtlCol="0"/>
          <a:lstStyle/>
          <a:p>
            <a:endParaRPr sz="1815">
              <a:latin typeface="腾讯体 W3" panose="020C04030202040F0204" pitchFamily="34" charset="-122"/>
            </a:endParaRPr>
          </a:p>
        </p:txBody>
      </p:sp>
      <p:sp>
        <p:nvSpPr>
          <p:cNvPr id="39" name="object 39"/>
          <p:cNvSpPr/>
          <p:nvPr/>
        </p:nvSpPr>
        <p:spPr>
          <a:xfrm>
            <a:off x="2598952" y="2370099"/>
            <a:ext cx="102500" cy="102500"/>
          </a:xfrm>
          <a:custGeom>
            <a:avLst/>
            <a:gdLst/>
            <a:ahLst/>
            <a:cxnLst/>
            <a:rect l="l" t="t" r="r" b="b"/>
            <a:pathLst>
              <a:path w="113030" h="113030">
                <a:moveTo>
                  <a:pt x="0" y="112445"/>
                </a:moveTo>
                <a:lnTo>
                  <a:pt x="112445" y="112445"/>
                </a:lnTo>
                <a:lnTo>
                  <a:pt x="112445" y="0"/>
                </a:lnTo>
                <a:lnTo>
                  <a:pt x="0" y="0"/>
                </a:lnTo>
                <a:lnTo>
                  <a:pt x="0" y="112445"/>
                </a:lnTo>
                <a:close/>
              </a:path>
            </a:pathLst>
          </a:custGeom>
          <a:solidFill>
            <a:srgbClr val="1450B8"/>
          </a:solidFill>
        </p:spPr>
        <p:txBody>
          <a:bodyPr wrap="square" lIns="0" tIns="0" rIns="0" bIns="0" rtlCol="0"/>
          <a:lstStyle/>
          <a:p>
            <a:endParaRPr sz="1815">
              <a:latin typeface="腾讯体 W3" panose="020C04030202040F0204" pitchFamily="34" charset="-122"/>
            </a:endParaRPr>
          </a:p>
        </p:txBody>
      </p:sp>
      <p:sp>
        <p:nvSpPr>
          <p:cNvPr id="40" name="object 40"/>
          <p:cNvSpPr/>
          <p:nvPr/>
        </p:nvSpPr>
        <p:spPr>
          <a:xfrm>
            <a:off x="2598952" y="2783302"/>
            <a:ext cx="102500" cy="2303"/>
          </a:xfrm>
          <a:custGeom>
            <a:avLst/>
            <a:gdLst/>
            <a:ahLst/>
            <a:cxnLst/>
            <a:rect l="l" t="t" r="r" b="b"/>
            <a:pathLst>
              <a:path w="113030" h="2539">
                <a:moveTo>
                  <a:pt x="0" y="2120"/>
                </a:moveTo>
                <a:lnTo>
                  <a:pt x="112445" y="2120"/>
                </a:lnTo>
                <a:lnTo>
                  <a:pt x="112445" y="0"/>
                </a:lnTo>
                <a:lnTo>
                  <a:pt x="0" y="0"/>
                </a:lnTo>
                <a:lnTo>
                  <a:pt x="0" y="212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41" name="object 41"/>
          <p:cNvSpPr/>
          <p:nvPr/>
        </p:nvSpPr>
        <p:spPr>
          <a:xfrm>
            <a:off x="2598952" y="2681331"/>
            <a:ext cx="102500" cy="102500"/>
          </a:xfrm>
          <a:custGeom>
            <a:avLst/>
            <a:gdLst/>
            <a:ahLst/>
            <a:cxnLst/>
            <a:rect l="l" t="t" r="r" b="b"/>
            <a:pathLst>
              <a:path w="113030" h="113030">
                <a:moveTo>
                  <a:pt x="0" y="112445"/>
                </a:moveTo>
                <a:lnTo>
                  <a:pt x="112445" y="112445"/>
                </a:lnTo>
                <a:lnTo>
                  <a:pt x="112445" y="0"/>
                </a:lnTo>
                <a:lnTo>
                  <a:pt x="0" y="0"/>
                </a:lnTo>
                <a:lnTo>
                  <a:pt x="0" y="112445"/>
                </a:lnTo>
                <a:close/>
              </a:path>
            </a:pathLst>
          </a:custGeom>
          <a:solidFill>
            <a:schemeClr val="bg2">
              <a:lumMod val="60000"/>
              <a:lumOff val="40000"/>
            </a:schemeClr>
          </a:solidFill>
        </p:spPr>
        <p:txBody>
          <a:bodyPr wrap="square" lIns="0" tIns="0" rIns="0" bIns="0" rtlCol="0"/>
          <a:lstStyle/>
          <a:p>
            <a:endParaRPr sz="1815">
              <a:latin typeface="腾讯体 W3" panose="020C04030202040F0204" pitchFamily="34" charset="-122"/>
            </a:endParaRPr>
          </a:p>
        </p:txBody>
      </p:sp>
      <p:sp>
        <p:nvSpPr>
          <p:cNvPr id="42" name="object 42"/>
          <p:cNvSpPr txBox="1"/>
          <p:nvPr/>
        </p:nvSpPr>
        <p:spPr>
          <a:xfrm>
            <a:off x="6958767" y="3113985"/>
            <a:ext cx="381784" cy="222885"/>
          </a:xfrm>
          <a:prstGeom prst="rect">
            <a:avLst/>
          </a:prstGeom>
        </p:spPr>
        <p:txBody>
          <a:bodyPr vert="horz" wrap="square" lIns="0" tIns="0" rIns="0" bIns="0" rtlCol="0">
            <a:spAutoFit/>
          </a:bodyPr>
          <a:lstStyle/>
          <a:p>
            <a:pPr marL="12700"/>
            <a:r>
              <a:rPr sz="1450" spc="-165" dirty="0">
                <a:solidFill>
                  <a:srgbClr val="FFFFFF"/>
                </a:solidFill>
                <a:latin typeface="腾讯体 W3" panose="020C04030202040F0204" pitchFamily="34" charset="-122"/>
                <a:cs typeface="腾讯体 W3" panose="020C04030202040F0204" pitchFamily="34" charset="-122"/>
              </a:rPr>
              <a:t>7</a:t>
            </a:r>
            <a:r>
              <a:rPr sz="1450" spc="-110" dirty="0">
                <a:solidFill>
                  <a:srgbClr val="FFFFFF"/>
                </a:solidFill>
                <a:latin typeface="腾讯体 W3" panose="020C04030202040F0204" pitchFamily="34" charset="-122"/>
                <a:cs typeface="腾讯体 W3" panose="020C04030202040F0204" pitchFamily="34" charset="-122"/>
              </a:rPr>
              <a:t>4</a:t>
            </a:r>
            <a:r>
              <a:rPr sz="1450" dirty="0">
                <a:solidFill>
                  <a:srgbClr val="FFFFFF"/>
                </a:solidFill>
                <a:latin typeface="腾讯体 W3" panose="020C04030202040F0204" pitchFamily="34" charset="-122"/>
                <a:cs typeface="腾讯体 W3" panose="020C04030202040F0204" pitchFamily="34" charset="-122"/>
              </a:rPr>
              <a:t>%</a:t>
            </a:r>
            <a:endParaRPr sz="1450">
              <a:latin typeface="腾讯体 W3" panose="020C04030202040F0204" pitchFamily="34" charset="-122"/>
              <a:cs typeface="腾讯体 W3" panose="020C04030202040F0204" pitchFamily="34" charset="-122"/>
            </a:endParaRPr>
          </a:p>
        </p:txBody>
      </p:sp>
      <p:sp>
        <p:nvSpPr>
          <p:cNvPr id="43" name="object 43"/>
          <p:cNvSpPr txBox="1"/>
          <p:nvPr/>
        </p:nvSpPr>
        <p:spPr>
          <a:xfrm>
            <a:off x="8943904" y="3113985"/>
            <a:ext cx="392725" cy="222885"/>
          </a:xfrm>
          <a:prstGeom prst="rect">
            <a:avLst/>
          </a:prstGeom>
        </p:spPr>
        <p:txBody>
          <a:bodyPr vert="horz" wrap="square" lIns="0" tIns="0" rIns="0" bIns="0" rtlCol="0">
            <a:spAutoFit/>
          </a:bodyPr>
          <a:lstStyle/>
          <a:p>
            <a:pPr marL="12700"/>
            <a:r>
              <a:rPr sz="1450" spc="-45" dirty="0">
                <a:solidFill>
                  <a:srgbClr val="FFFFFF"/>
                </a:solidFill>
                <a:latin typeface="腾讯体 W3" panose="020C04030202040F0204" pitchFamily="34" charset="-122"/>
                <a:cs typeface="腾讯体 W3" panose="020C04030202040F0204" pitchFamily="34" charset="-122"/>
              </a:rPr>
              <a:t>7</a:t>
            </a:r>
            <a:r>
              <a:rPr sz="1450" spc="-70" dirty="0">
                <a:solidFill>
                  <a:srgbClr val="FFFFFF"/>
                </a:solidFill>
                <a:latin typeface="腾讯体 W3" panose="020C04030202040F0204" pitchFamily="34" charset="-122"/>
                <a:cs typeface="腾讯体 W3" panose="020C04030202040F0204" pitchFamily="34" charset="-122"/>
              </a:rPr>
              <a:t>2%</a:t>
            </a:r>
            <a:endParaRPr sz="1450">
              <a:latin typeface="腾讯体 W3" panose="020C04030202040F0204" pitchFamily="34" charset="-122"/>
              <a:cs typeface="腾讯体 W3" panose="020C04030202040F0204" pitchFamily="34" charset="-122"/>
            </a:endParaRPr>
          </a:p>
        </p:txBody>
      </p:sp>
      <p:sp>
        <p:nvSpPr>
          <p:cNvPr id="44" name="object 44"/>
          <p:cNvSpPr txBox="1"/>
          <p:nvPr/>
        </p:nvSpPr>
        <p:spPr>
          <a:xfrm>
            <a:off x="5763962" y="1738595"/>
            <a:ext cx="396756" cy="222885"/>
          </a:xfrm>
          <a:prstGeom prst="rect">
            <a:avLst/>
          </a:prstGeom>
        </p:spPr>
        <p:txBody>
          <a:bodyPr vert="horz" wrap="square" lIns="0" tIns="0" rIns="0" bIns="0" rtlCol="0">
            <a:spAutoFit/>
          </a:bodyPr>
          <a:lstStyle/>
          <a:p>
            <a:pPr marL="12700"/>
            <a:r>
              <a:rPr sz="1450" spc="-30" dirty="0">
                <a:solidFill>
                  <a:srgbClr val="FFFFFF"/>
                </a:solidFill>
                <a:latin typeface="腾讯体 W3" panose="020C04030202040F0204" pitchFamily="34" charset="-122"/>
                <a:cs typeface="腾讯体 W3" panose="020C04030202040F0204" pitchFamily="34" charset="-122"/>
              </a:rPr>
              <a:t>2</a:t>
            </a:r>
            <a:r>
              <a:rPr sz="1450" spc="-55" dirty="0">
                <a:solidFill>
                  <a:srgbClr val="FFFFFF"/>
                </a:solidFill>
                <a:latin typeface="腾讯体 W3" panose="020C04030202040F0204" pitchFamily="34" charset="-122"/>
                <a:cs typeface="腾讯体 W3" panose="020C04030202040F0204" pitchFamily="34" charset="-122"/>
              </a:rPr>
              <a:t>0%</a:t>
            </a:r>
            <a:endParaRPr sz="1450">
              <a:latin typeface="腾讯体 W3" panose="020C04030202040F0204" pitchFamily="34" charset="-122"/>
              <a:cs typeface="腾讯体 W3" panose="020C04030202040F0204" pitchFamily="34" charset="-122"/>
            </a:endParaRPr>
          </a:p>
        </p:txBody>
      </p:sp>
      <p:sp>
        <p:nvSpPr>
          <p:cNvPr id="45" name="object 45"/>
          <p:cNvSpPr txBox="1"/>
          <p:nvPr/>
        </p:nvSpPr>
        <p:spPr>
          <a:xfrm>
            <a:off x="7662862" y="1750941"/>
            <a:ext cx="395604" cy="222885"/>
          </a:xfrm>
          <a:prstGeom prst="rect">
            <a:avLst/>
          </a:prstGeom>
        </p:spPr>
        <p:txBody>
          <a:bodyPr vert="horz" wrap="square" lIns="0" tIns="0" rIns="0" bIns="0" rtlCol="0">
            <a:spAutoFit/>
          </a:bodyPr>
          <a:lstStyle/>
          <a:p>
            <a:pPr marL="12700"/>
            <a:r>
              <a:rPr sz="1450" spc="-20" dirty="0">
                <a:solidFill>
                  <a:srgbClr val="FFFFFF"/>
                </a:solidFill>
                <a:latin typeface="腾讯体 W3" panose="020C04030202040F0204" pitchFamily="34" charset="-122"/>
                <a:cs typeface="腾讯体 W3" panose="020C04030202040F0204" pitchFamily="34" charset="-122"/>
              </a:rPr>
              <a:t>2</a:t>
            </a:r>
            <a:r>
              <a:rPr sz="1450" spc="-70" dirty="0">
                <a:solidFill>
                  <a:srgbClr val="FFFFFF"/>
                </a:solidFill>
                <a:latin typeface="腾讯体 W3" panose="020C04030202040F0204" pitchFamily="34" charset="-122"/>
                <a:cs typeface="腾讯体 W3" panose="020C04030202040F0204" pitchFamily="34" charset="-122"/>
              </a:rPr>
              <a:t>2%</a:t>
            </a:r>
            <a:endParaRPr sz="1450">
              <a:latin typeface="腾讯体 W3" panose="020C04030202040F0204" pitchFamily="34" charset="-122"/>
              <a:cs typeface="腾讯体 W3" panose="020C04030202040F0204" pitchFamily="34" charset="-122"/>
            </a:endParaRPr>
          </a:p>
        </p:txBody>
      </p:sp>
      <p:sp>
        <p:nvSpPr>
          <p:cNvPr id="46" name="object 46"/>
          <p:cNvSpPr txBox="1"/>
          <p:nvPr/>
        </p:nvSpPr>
        <p:spPr>
          <a:xfrm>
            <a:off x="6659697" y="1539952"/>
            <a:ext cx="295408" cy="222885"/>
          </a:xfrm>
          <a:prstGeom prst="rect">
            <a:avLst/>
          </a:prstGeom>
        </p:spPr>
        <p:txBody>
          <a:bodyPr vert="horz" wrap="square" lIns="0" tIns="0" rIns="0" bIns="0" rtlCol="0">
            <a:spAutoFit/>
          </a:bodyPr>
          <a:lstStyle/>
          <a:p>
            <a:pPr marL="12700"/>
            <a:r>
              <a:rPr sz="1450" spc="-65" dirty="0">
                <a:solidFill>
                  <a:srgbClr val="FFFFFF"/>
                </a:solidFill>
                <a:latin typeface="腾讯体 W3" panose="020C04030202040F0204" pitchFamily="34" charset="-122"/>
                <a:cs typeface="腾讯体 W3" panose="020C04030202040F0204" pitchFamily="34" charset="-122"/>
              </a:rPr>
              <a:t>6%</a:t>
            </a:r>
            <a:endParaRPr sz="1450">
              <a:latin typeface="腾讯体 W3" panose="020C04030202040F0204" pitchFamily="34" charset="-122"/>
              <a:cs typeface="腾讯体 W3" panose="020C04030202040F0204" pitchFamily="34" charset="-122"/>
            </a:endParaRPr>
          </a:p>
        </p:txBody>
      </p:sp>
      <p:sp>
        <p:nvSpPr>
          <p:cNvPr id="47" name="object 47"/>
          <p:cNvSpPr txBox="1"/>
          <p:nvPr/>
        </p:nvSpPr>
        <p:spPr>
          <a:xfrm>
            <a:off x="8592870" y="1539952"/>
            <a:ext cx="295408" cy="222885"/>
          </a:xfrm>
          <a:prstGeom prst="rect">
            <a:avLst/>
          </a:prstGeom>
        </p:spPr>
        <p:txBody>
          <a:bodyPr vert="horz" wrap="square" lIns="0" tIns="0" rIns="0" bIns="0" rtlCol="0">
            <a:spAutoFit/>
          </a:bodyPr>
          <a:lstStyle/>
          <a:p>
            <a:pPr marL="12700"/>
            <a:r>
              <a:rPr sz="1450" spc="-65" dirty="0">
                <a:solidFill>
                  <a:srgbClr val="FFFFFF"/>
                </a:solidFill>
                <a:latin typeface="腾讯体 W3" panose="020C04030202040F0204" pitchFamily="34" charset="-122"/>
                <a:cs typeface="腾讯体 W3" panose="020C04030202040F0204" pitchFamily="34" charset="-122"/>
              </a:rPr>
              <a:t>6%</a:t>
            </a:r>
            <a:endParaRPr sz="1450">
              <a:latin typeface="腾讯体 W3" panose="020C04030202040F0204" pitchFamily="34" charset="-122"/>
              <a:cs typeface="腾讯体 W3" panose="020C04030202040F0204" pitchFamily="34" charset="-122"/>
            </a:endParaRPr>
          </a:p>
        </p:txBody>
      </p:sp>
      <p:sp>
        <p:nvSpPr>
          <p:cNvPr id="48" name="object 48"/>
          <p:cNvSpPr/>
          <p:nvPr/>
        </p:nvSpPr>
        <p:spPr>
          <a:xfrm>
            <a:off x="6872340" y="3988974"/>
            <a:ext cx="2871728" cy="2067851"/>
          </a:xfrm>
          <a:custGeom>
            <a:avLst/>
            <a:gdLst/>
            <a:ahLst/>
            <a:cxnLst/>
            <a:rect l="l" t="t" r="r" b="b"/>
            <a:pathLst>
              <a:path w="3166745" h="2280285">
                <a:moveTo>
                  <a:pt x="0" y="2280005"/>
                </a:moveTo>
                <a:lnTo>
                  <a:pt x="3166198" y="2280005"/>
                </a:lnTo>
                <a:lnTo>
                  <a:pt x="3166198" y="0"/>
                </a:lnTo>
                <a:lnTo>
                  <a:pt x="0" y="0"/>
                </a:lnTo>
                <a:lnTo>
                  <a:pt x="0" y="2280005"/>
                </a:lnTo>
                <a:close/>
              </a:path>
            </a:pathLst>
          </a:custGeom>
          <a:solidFill>
            <a:schemeClr val="accent4"/>
          </a:solidFill>
        </p:spPr>
        <p:txBody>
          <a:bodyPr wrap="square" lIns="0" tIns="0" rIns="0" bIns="0" rtlCol="0"/>
          <a:lstStyle/>
          <a:p>
            <a:endParaRPr sz="1815">
              <a:latin typeface="腾讯体 W3" panose="020C04030202040F0204" pitchFamily="34" charset="-122"/>
            </a:endParaRPr>
          </a:p>
        </p:txBody>
      </p:sp>
      <p:sp>
        <p:nvSpPr>
          <p:cNvPr id="49" name="object 49"/>
          <p:cNvSpPr txBox="1"/>
          <p:nvPr/>
        </p:nvSpPr>
        <p:spPr>
          <a:xfrm>
            <a:off x="6993136" y="4053969"/>
            <a:ext cx="1383203" cy="139700"/>
          </a:xfrm>
          <a:prstGeom prst="rect">
            <a:avLst/>
          </a:prstGeom>
        </p:spPr>
        <p:txBody>
          <a:bodyPr vert="horz" wrap="square" lIns="0" tIns="0" rIns="0" bIns="0" rtlCol="0">
            <a:spAutoFit/>
          </a:bodyPr>
          <a:lstStyle/>
          <a:p>
            <a:pPr>
              <a:lnSpc>
                <a:spcPct val="100000"/>
              </a:lnSpc>
            </a:pPr>
            <a:r>
              <a:rPr sz="905" spc="-10" dirty="0">
                <a:solidFill>
                  <a:srgbClr val="FFFFFF"/>
                </a:solidFill>
                <a:latin typeface="腾讯体 W3" panose="020C04030202040F0204" pitchFamily="34" charset="-122"/>
                <a:cs typeface="腾讯体 W3" panose="020C04030202040F0204" pitchFamily="34" charset="-122"/>
              </a:rPr>
              <a:t>Trainingsuren</a:t>
            </a:r>
            <a:r>
              <a:rPr sz="905" spc="-85" dirty="0">
                <a:solidFill>
                  <a:srgbClr val="FFFFFF"/>
                </a:solidFill>
                <a:latin typeface="腾讯体 W3" panose="020C04030202040F0204" pitchFamily="34" charset="-122"/>
                <a:cs typeface="腾讯体 W3" panose="020C04030202040F0204" pitchFamily="34" charset="-122"/>
              </a:rPr>
              <a:t> </a:t>
            </a:r>
            <a:r>
              <a:rPr sz="905" dirty="0">
                <a:solidFill>
                  <a:srgbClr val="FFFFFF"/>
                </a:solidFill>
                <a:latin typeface="腾讯体 W3" panose="020C04030202040F0204" pitchFamily="34" charset="-122"/>
                <a:cs typeface="腾讯体 W3" panose="020C04030202040F0204" pitchFamily="34" charset="-122"/>
              </a:rPr>
              <a:t>stabiel*</a:t>
            </a:r>
            <a:endParaRPr sz="905">
              <a:latin typeface="腾讯体 W3" panose="020C04030202040F0204" pitchFamily="34" charset="-122"/>
              <a:cs typeface="腾讯体 W3" panose="020C04030202040F0204" pitchFamily="34" charset="-122"/>
            </a:endParaRPr>
          </a:p>
        </p:txBody>
      </p:sp>
      <p:sp>
        <p:nvSpPr>
          <p:cNvPr id="50" name="object 50"/>
          <p:cNvSpPr/>
          <p:nvPr/>
        </p:nvSpPr>
        <p:spPr>
          <a:xfrm>
            <a:off x="9284476" y="4380262"/>
            <a:ext cx="32248" cy="32248"/>
          </a:xfrm>
          <a:custGeom>
            <a:avLst/>
            <a:gdLst/>
            <a:ahLst/>
            <a:cxnLst/>
            <a:rect l="l" t="t" r="r" b="b"/>
            <a:pathLst>
              <a:path w="35559" h="35560">
                <a:moveTo>
                  <a:pt x="21844" y="0"/>
                </a:moveTo>
                <a:lnTo>
                  <a:pt x="4978" y="4521"/>
                </a:lnTo>
                <a:lnTo>
                  <a:pt x="0" y="13169"/>
                </a:lnTo>
                <a:lnTo>
                  <a:pt x="4483" y="30022"/>
                </a:lnTo>
                <a:lnTo>
                  <a:pt x="13119" y="35064"/>
                </a:lnTo>
                <a:lnTo>
                  <a:pt x="30035" y="30518"/>
                </a:lnTo>
                <a:lnTo>
                  <a:pt x="35013" y="21844"/>
                </a:lnTo>
                <a:lnTo>
                  <a:pt x="30492" y="4953"/>
                </a:lnTo>
                <a:lnTo>
                  <a:pt x="21844"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1" name="object 51"/>
          <p:cNvSpPr/>
          <p:nvPr/>
        </p:nvSpPr>
        <p:spPr>
          <a:xfrm>
            <a:off x="9376346" y="4380262"/>
            <a:ext cx="32248" cy="32248"/>
          </a:xfrm>
          <a:custGeom>
            <a:avLst/>
            <a:gdLst/>
            <a:ahLst/>
            <a:cxnLst/>
            <a:rect l="l" t="t" r="r" b="b"/>
            <a:pathLst>
              <a:path w="35559" h="35560">
                <a:moveTo>
                  <a:pt x="13195" y="0"/>
                </a:moveTo>
                <a:lnTo>
                  <a:pt x="4508" y="4953"/>
                </a:lnTo>
                <a:lnTo>
                  <a:pt x="2235" y="13398"/>
                </a:lnTo>
                <a:lnTo>
                  <a:pt x="0" y="21844"/>
                </a:lnTo>
                <a:lnTo>
                  <a:pt x="4978" y="30518"/>
                </a:lnTo>
                <a:lnTo>
                  <a:pt x="21844" y="35064"/>
                </a:lnTo>
                <a:lnTo>
                  <a:pt x="30492" y="30022"/>
                </a:lnTo>
                <a:lnTo>
                  <a:pt x="35039" y="13169"/>
                </a:lnTo>
                <a:lnTo>
                  <a:pt x="30022" y="4521"/>
                </a:lnTo>
                <a:lnTo>
                  <a:pt x="13195"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2" name="object 52"/>
          <p:cNvSpPr/>
          <p:nvPr/>
        </p:nvSpPr>
        <p:spPr>
          <a:xfrm>
            <a:off x="9457417" y="4427720"/>
            <a:ext cx="28792" cy="28792"/>
          </a:xfrm>
          <a:custGeom>
            <a:avLst/>
            <a:gdLst/>
            <a:ahLst/>
            <a:cxnLst/>
            <a:rect l="l" t="t" r="r" b="b"/>
            <a:pathLst>
              <a:path w="31750" h="31750">
                <a:moveTo>
                  <a:pt x="15805" y="0"/>
                </a:moveTo>
                <a:lnTo>
                  <a:pt x="9857" y="1162"/>
                </a:lnTo>
                <a:lnTo>
                  <a:pt x="4619" y="4648"/>
                </a:lnTo>
                <a:lnTo>
                  <a:pt x="1154" y="9881"/>
                </a:lnTo>
                <a:lnTo>
                  <a:pt x="0" y="15817"/>
                </a:lnTo>
                <a:lnTo>
                  <a:pt x="1154" y="21753"/>
                </a:lnTo>
                <a:lnTo>
                  <a:pt x="4619" y="26987"/>
                </a:lnTo>
                <a:lnTo>
                  <a:pt x="9857" y="30452"/>
                </a:lnTo>
                <a:lnTo>
                  <a:pt x="15805" y="31607"/>
                </a:lnTo>
                <a:lnTo>
                  <a:pt x="21757" y="30452"/>
                </a:lnTo>
                <a:lnTo>
                  <a:pt x="27009" y="26987"/>
                </a:lnTo>
                <a:lnTo>
                  <a:pt x="30453" y="21753"/>
                </a:lnTo>
                <a:lnTo>
                  <a:pt x="31600" y="15817"/>
                </a:lnTo>
                <a:lnTo>
                  <a:pt x="30453" y="9881"/>
                </a:lnTo>
                <a:lnTo>
                  <a:pt x="27009" y="4648"/>
                </a:lnTo>
                <a:lnTo>
                  <a:pt x="21757" y="1162"/>
                </a:lnTo>
                <a:lnTo>
                  <a:pt x="15805"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3" name="object 53"/>
          <p:cNvSpPr/>
          <p:nvPr/>
        </p:nvSpPr>
        <p:spPr>
          <a:xfrm>
            <a:off x="9501828" y="4505728"/>
            <a:ext cx="32248" cy="32248"/>
          </a:xfrm>
          <a:custGeom>
            <a:avLst/>
            <a:gdLst/>
            <a:ahLst/>
            <a:cxnLst/>
            <a:rect l="l" t="t" r="r" b="b"/>
            <a:pathLst>
              <a:path w="35559" h="35560">
                <a:moveTo>
                  <a:pt x="21844" y="0"/>
                </a:moveTo>
                <a:lnTo>
                  <a:pt x="4953" y="4508"/>
                </a:lnTo>
                <a:lnTo>
                  <a:pt x="0" y="13169"/>
                </a:lnTo>
                <a:lnTo>
                  <a:pt x="2234" y="21843"/>
                </a:lnTo>
                <a:lnTo>
                  <a:pt x="4483" y="30060"/>
                </a:lnTo>
                <a:lnTo>
                  <a:pt x="13119" y="35064"/>
                </a:lnTo>
                <a:lnTo>
                  <a:pt x="29984" y="30518"/>
                </a:lnTo>
                <a:lnTo>
                  <a:pt x="34988" y="21843"/>
                </a:lnTo>
                <a:lnTo>
                  <a:pt x="30492" y="5003"/>
                </a:lnTo>
                <a:lnTo>
                  <a:pt x="21844"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4" name="object 54"/>
          <p:cNvSpPr/>
          <p:nvPr/>
        </p:nvSpPr>
        <p:spPr>
          <a:xfrm>
            <a:off x="9501828" y="4597586"/>
            <a:ext cx="32248" cy="32248"/>
          </a:xfrm>
          <a:custGeom>
            <a:avLst/>
            <a:gdLst/>
            <a:ahLst/>
            <a:cxnLst/>
            <a:rect l="l" t="t" r="r" b="b"/>
            <a:pathLst>
              <a:path w="35559" h="35560">
                <a:moveTo>
                  <a:pt x="13119" y="0"/>
                </a:moveTo>
                <a:lnTo>
                  <a:pt x="4483" y="4965"/>
                </a:lnTo>
                <a:lnTo>
                  <a:pt x="2171" y="13398"/>
                </a:lnTo>
                <a:lnTo>
                  <a:pt x="0" y="21843"/>
                </a:lnTo>
                <a:lnTo>
                  <a:pt x="4953" y="30467"/>
                </a:lnTo>
                <a:lnTo>
                  <a:pt x="21844" y="35064"/>
                </a:lnTo>
                <a:lnTo>
                  <a:pt x="30492" y="30060"/>
                </a:lnTo>
                <a:lnTo>
                  <a:pt x="34975" y="13182"/>
                </a:lnTo>
                <a:lnTo>
                  <a:pt x="29984" y="4508"/>
                </a:lnTo>
                <a:lnTo>
                  <a:pt x="13119"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5" name="object 55"/>
          <p:cNvSpPr/>
          <p:nvPr/>
        </p:nvSpPr>
        <p:spPr>
          <a:xfrm>
            <a:off x="9457417" y="4678674"/>
            <a:ext cx="28792" cy="28792"/>
          </a:xfrm>
          <a:custGeom>
            <a:avLst/>
            <a:gdLst/>
            <a:ahLst/>
            <a:cxnLst/>
            <a:rect l="l" t="t" r="r" b="b"/>
            <a:pathLst>
              <a:path w="31750" h="31750">
                <a:moveTo>
                  <a:pt x="15805" y="0"/>
                </a:moveTo>
                <a:lnTo>
                  <a:pt x="9857" y="1162"/>
                </a:lnTo>
                <a:lnTo>
                  <a:pt x="4619" y="4648"/>
                </a:lnTo>
                <a:lnTo>
                  <a:pt x="1154" y="9855"/>
                </a:lnTo>
                <a:lnTo>
                  <a:pt x="0" y="15805"/>
                </a:lnTo>
                <a:lnTo>
                  <a:pt x="1154" y="21764"/>
                </a:lnTo>
                <a:lnTo>
                  <a:pt x="4619" y="27000"/>
                </a:lnTo>
                <a:lnTo>
                  <a:pt x="9857" y="30472"/>
                </a:lnTo>
                <a:lnTo>
                  <a:pt x="15805" y="31629"/>
                </a:lnTo>
                <a:lnTo>
                  <a:pt x="21757" y="30472"/>
                </a:lnTo>
                <a:lnTo>
                  <a:pt x="27009" y="27000"/>
                </a:lnTo>
                <a:lnTo>
                  <a:pt x="30453" y="21764"/>
                </a:lnTo>
                <a:lnTo>
                  <a:pt x="31600" y="15805"/>
                </a:lnTo>
                <a:lnTo>
                  <a:pt x="30453" y="9855"/>
                </a:lnTo>
                <a:lnTo>
                  <a:pt x="27009" y="4648"/>
                </a:lnTo>
                <a:lnTo>
                  <a:pt x="21757" y="1162"/>
                </a:lnTo>
                <a:lnTo>
                  <a:pt x="15805"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6" name="object 56"/>
          <p:cNvSpPr/>
          <p:nvPr/>
        </p:nvSpPr>
        <p:spPr>
          <a:xfrm>
            <a:off x="9376346" y="4723052"/>
            <a:ext cx="32248" cy="32248"/>
          </a:xfrm>
          <a:custGeom>
            <a:avLst/>
            <a:gdLst/>
            <a:ahLst/>
            <a:cxnLst/>
            <a:rect l="l" t="t" r="r" b="b"/>
            <a:pathLst>
              <a:path w="35559" h="35560">
                <a:moveTo>
                  <a:pt x="21844" y="0"/>
                </a:moveTo>
                <a:lnTo>
                  <a:pt x="4978" y="4559"/>
                </a:lnTo>
                <a:lnTo>
                  <a:pt x="0" y="13182"/>
                </a:lnTo>
                <a:lnTo>
                  <a:pt x="2303" y="21869"/>
                </a:lnTo>
                <a:lnTo>
                  <a:pt x="4508" y="30060"/>
                </a:lnTo>
                <a:lnTo>
                  <a:pt x="13119" y="35077"/>
                </a:lnTo>
                <a:lnTo>
                  <a:pt x="30022" y="30568"/>
                </a:lnTo>
                <a:lnTo>
                  <a:pt x="35039" y="21869"/>
                </a:lnTo>
                <a:lnTo>
                  <a:pt x="30492" y="5016"/>
                </a:lnTo>
                <a:lnTo>
                  <a:pt x="21844"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7" name="object 57"/>
          <p:cNvSpPr/>
          <p:nvPr/>
        </p:nvSpPr>
        <p:spPr>
          <a:xfrm>
            <a:off x="9284476" y="4723052"/>
            <a:ext cx="32248" cy="32248"/>
          </a:xfrm>
          <a:custGeom>
            <a:avLst/>
            <a:gdLst/>
            <a:ahLst/>
            <a:cxnLst/>
            <a:rect l="l" t="t" r="r" b="b"/>
            <a:pathLst>
              <a:path w="35559" h="35560">
                <a:moveTo>
                  <a:pt x="13119" y="0"/>
                </a:moveTo>
                <a:lnTo>
                  <a:pt x="4483" y="5016"/>
                </a:lnTo>
                <a:lnTo>
                  <a:pt x="0" y="21869"/>
                </a:lnTo>
                <a:lnTo>
                  <a:pt x="4978" y="30568"/>
                </a:lnTo>
                <a:lnTo>
                  <a:pt x="21844" y="35077"/>
                </a:lnTo>
                <a:lnTo>
                  <a:pt x="30492" y="30022"/>
                </a:lnTo>
                <a:lnTo>
                  <a:pt x="32766" y="21615"/>
                </a:lnTo>
                <a:lnTo>
                  <a:pt x="35013" y="13182"/>
                </a:lnTo>
                <a:lnTo>
                  <a:pt x="30035" y="4559"/>
                </a:lnTo>
                <a:lnTo>
                  <a:pt x="13119"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8" name="object 58"/>
          <p:cNvSpPr/>
          <p:nvPr/>
        </p:nvSpPr>
        <p:spPr>
          <a:xfrm>
            <a:off x="9206485" y="4678674"/>
            <a:ext cx="28792" cy="28792"/>
          </a:xfrm>
          <a:custGeom>
            <a:avLst/>
            <a:gdLst/>
            <a:ahLst/>
            <a:cxnLst/>
            <a:rect l="l" t="t" r="r" b="b"/>
            <a:pathLst>
              <a:path w="31750" h="31750">
                <a:moveTo>
                  <a:pt x="15787" y="0"/>
                </a:moveTo>
                <a:lnTo>
                  <a:pt x="9850" y="1162"/>
                </a:lnTo>
                <a:lnTo>
                  <a:pt x="4638" y="4648"/>
                </a:lnTo>
                <a:lnTo>
                  <a:pt x="1159" y="9855"/>
                </a:lnTo>
                <a:lnTo>
                  <a:pt x="0" y="15805"/>
                </a:lnTo>
                <a:lnTo>
                  <a:pt x="1159" y="21764"/>
                </a:lnTo>
                <a:lnTo>
                  <a:pt x="4638" y="27000"/>
                </a:lnTo>
                <a:lnTo>
                  <a:pt x="9850" y="30472"/>
                </a:lnTo>
                <a:lnTo>
                  <a:pt x="15787" y="31629"/>
                </a:lnTo>
                <a:lnTo>
                  <a:pt x="21731" y="30472"/>
                </a:lnTo>
                <a:lnTo>
                  <a:pt x="26965" y="27000"/>
                </a:lnTo>
                <a:lnTo>
                  <a:pt x="30422" y="21764"/>
                </a:lnTo>
                <a:lnTo>
                  <a:pt x="31575" y="15805"/>
                </a:lnTo>
                <a:lnTo>
                  <a:pt x="30422" y="9855"/>
                </a:lnTo>
                <a:lnTo>
                  <a:pt x="26965" y="4648"/>
                </a:lnTo>
                <a:lnTo>
                  <a:pt x="21731" y="1162"/>
                </a:lnTo>
                <a:lnTo>
                  <a:pt x="15787"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9" name="object 59"/>
          <p:cNvSpPr/>
          <p:nvPr/>
        </p:nvSpPr>
        <p:spPr>
          <a:xfrm>
            <a:off x="9158987" y="4597585"/>
            <a:ext cx="32248" cy="32248"/>
          </a:xfrm>
          <a:custGeom>
            <a:avLst/>
            <a:gdLst/>
            <a:ahLst/>
            <a:cxnLst/>
            <a:rect l="l" t="t" r="r" b="b"/>
            <a:pathLst>
              <a:path w="35559" h="35560">
                <a:moveTo>
                  <a:pt x="21894" y="0"/>
                </a:moveTo>
                <a:lnTo>
                  <a:pt x="5029" y="4508"/>
                </a:lnTo>
                <a:lnTo>
                  <a:pt x="0" y="13182"/>
                </a:lnTo>
                <a:lnTo>
                  <a:pt x="2340" y="21856"/>
                </a:lnTo>
                <a:lnTo>
                  <a:pt x="4521" y="30060"/>
                </a:lnTo>
                <a:lnTo>
                  <a:pt x="13207" y="35026"/>
                </a:lnTo>
                <a:lnTo>
                  <a:pt x="30060" y="30467"/>
                </a:lnTo>
                <a:lnTo>
                  <a:pt x="35051" y="21856"/>
                </a:lnTo>
                <a:lnTo>
                  <a:pt x="32758" y="13182"/>
                </a:lnTo>
                <a:lnTo>
                  <a:pt x="30530" y="4965"/>
                </a:lnTo>
                <a:lnTo>
                  <a:pt x="21894"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60" name="object 60"/>
          <p:cNvSpPr/>
          <p:nvPr/>
        </p:nvSpPr>
        <p:spPr>
          <a:xfrm>
            <a:off x="9158987" y="4505728"/>
            <a:ext cx="32248" cy="32248"/>
          </a:xfrm>
          <a:custGeom>
            <a:avLst/>
            <a:gdLst/>
            <a:ahLst/>
            <a:cxnLst/>
            <a:rect l="l" t="t" r="r" b="b"/>
            <a:pathLst>
              <a:path w="35559" h="35560">
                <a:moveTo>
                  <a:pt x="13207" y="0"/>
                </a:moveTo>
                <a:lnTo>
                  <a:pt x="4521" y="5003"/>
                </a:lnTo>
                <a:lnTo>
                  <a:pt x="2273" y="13449"/>
                </a:lnTo>
                <a:lnTo>
                  <a:pt x="0" y="21843"/>
                </a:lnTo>
                <a:lnTo>
                  <a:pt x="5029" y="30518"/>
                </a:lnTo>
                <a:lnTo>
                  <a:pt x="21894" y="35064"/>
                </a:lnTo>
                <a:lnTo>
                  <a:pt x="30530" y="30060"/>
                </a:lnTo>
                <a:lnTo>
                  <a:pt x="32816" y="21615"/>
                </a:lnTo>
                <a:lnTo>
                  <a:pt x="35051" y="13169"/>
                </a:lnTo>
                <a:lnTo>
                  <a:pt x="30060" y="4508"/>
                </a:lnTo>
                <a:lnTo>
                  <a:pt x="13207"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61" name="object 61"/>
          <p:cNvSpPr/>
          <p:nvPr/>
        </p:nvSpPr>
        <p:spPr>
          <a:xfrm>
            <a:off x="9206492" y="4427719"/>
            <a:ext cx="178512" cy="178512"/>
          </a:xfrm>
          <a:custGeom>
            <a:avLst/>
            <a:gdLst/>
            <a:ahLst/>
            <a:cxnLst/>
            <a:rect l="l" t="t" r="r" b="b"/>
            <a:pathLst>
              <a:path w="196850" h="196850">
                <a:moveTo>
                  <a:pt x="188316" y="178320"/>
                </a:moveTo>
                <a:lnTo>
                  <a:pt x="119056" y="178320"/>
                </a:lnTo>
                <a:lnTo>
                  <a:pt x="120503" y="180441"/>
                </a:lnTo>
                <a:lnTo>
                  <a:pt x="122091" y="182448"/>
                </a:lnTo>
                <a:lnTo>
                  <a:pt x="123983" y="184353"/>
                </a:lnTo>
                <a:lnTo>
                  <a:pt x="138094" y="193704"/>
                </a:lnTo>
                <a:lnTo>
                  <a:pt x="154152" y="196821"/>
                </a:lnTo>
                <a:lnTo>
                  <a:pt x="170210" y="193704"/>
                </a:lnTo>
                <a:lnTo>
                  <a:pt x="184321" y="184353"/>
                </a:lnTo>
                <a:lnTo>
                  <a:pt x="188316" y="178320"/>
                </a:lnTo>
                <a:close/>
              </a:path>
              <a:path w="196850" h="196850">
                <a:moveTo>
                  <a:pt x="15778" y="0"/>
                </a:moveTo>
                <a:lnTo>
                  <a:pt x="9841" y="1162"/>
                </a:lnTo>
                <a:lnTo>
                  <a:pt x="4629" y="4648"/>
                </a:lnTo>
                <a:lnTo>
                  <a:pt x="1157" y="9881"/>
                </a:lnTo>
                <a:lnTo>
                  <a:pt x="0" y="15817"/>
                </a:lnTo>
                <a:lnTo>
                  <a:pt x="1157" y="21753"/>
                </a:lnTo>
                <a:lnTo>
                  <a:pt x="4629" y="26987"/>
                </a:lnTo>
                <a:lnTo>
                  <a:pt x="118840" y="178511"/>
                </a:lnTo>
                <a:lnTo>
                  <a:pt x="119056" y="178320"/>
                </a:lnTo>
                <a:lnTo>
                  <a:pt x="188316" y="178320"/>
                </a:lnTo>
                <a:lnTo>
                  <a:pt x="190838" y="174511"/>
                </a:lnTo>
                <a:lnTo>
                  <a:pt x="160772" y="174511"/>
                </a:lnTo>
                <a:lnTo>
                  <a:pt x="152815" y="171548"/>
                </a:lnTo>
                <a:lnTo>
                  <a:pt x="146216" y="165551"/>
                </a:lnTo>
                <a:lnTo>
                  <a:pt x="144506" y="162229"/>
                </a:lnTo>
                <a:lnTo>
                  <a:pt x="124606" y="162229"/>
                </a:lnTo>
                <a:lnTo>
                  <a:pt x="123539" y="160210"/>
                </a:lnTo>
                <a:lnTo>
                  <a:pt x="123183" y="159067"/>
                </a:lnTo>
                <a:lnTo>
                  <a:pt x="122561" y="149081"/>
                </a:lnTo>
                <a:lnTo>
                  <a:pt x="126274" y="139619"/>
                </a:lnTo>
                <a:lnTo>
                  <a:pt x="133661" y="131730"/>
                </a:lnTo>
                <a:lnTo>
                  <a:pt x="144062" y="126466"/>
                </a:lnTo>
                <a:lnTo>
                  <a:pt x="151564" y="125032"/>
                </a:lnTo>
                <a:lnTo>
                  <a:pt x="184995" y="125032"/>
                </a:lnTo>
                <a:lnTo>
                  <a:pt x="184321" y="124015"/>
                </a:lnTo>
                <a:lnTo>
                  <a:pt x="182441" y="122110"/>
                </a:lnTo>
                <a:lnTo>
                  <a:pt x="180435" y="120535"/>
                </a:lnTo>
                <a:lnTo>
                  <a:pt x="178327" y="119087"/>
                </a:lnTo>
                <a:lnTo>
                  <a:pt x="178504" y="118859"/>
                </a:lnTo>
                <a:lnTo>
                  <a:pt x="26955" y="4648"/>
                </a:lnTo>
                <a:lnTo>
                  <a:pt x="21722" y="1162"/>
                </a:lnTo>
                <a:lnTo>
                  <a:pt x="15778" y="0"/>
                </a:lnTo>
                <a:close/>
              </a:path>
              <a:path w="196850" h="196850">
                <a:moveTo>
                  <a:pt x="184995" y="125032"/>
                </a:moveTo>
                <a:lnTo>
                  <a:pt x="151564" y="125032"/>
                </a:lnTo>
                <a:lnTo>
                  <a:pt x="158807" y="125253"/>
                </a:lnTo>
                <a:lnTo>
                  <a:pt x="165497" y="126998"/>
                </a:lnTo>
                <a:lnTo>
                  <a:pt x="183454" y="154184"/>
                </a:lnTo>
                <a:lnTo>
                  <a:pt x="181405" y="162712"/>
                </a:lnTo>
                <a:lnTo>
                  <a:pt x="176501" y="169641"/>
                </a:lnTo>
                <a:lnTo>
                  <a:pt x="169208" y="173888"/>
                </a:lnTo>
                <a:lnTo>
                  <a:pt x="160772" y="174511"/>
                </a:lnTo>
                <a:lnTo>
                  <a:pt x="190838" y="174511"/>
                </a:lnTo>
                <a:lnTo>
                  <a:pt x="193665" y="170242"/>
                </a:lnTo>
                <a:lnTo>
                  <a:pt x="196780" y="154184"/>
                </a:lnTo>
                <a:lnTo>
                  <a:pt x="193665" y="138125"/>
                </a:lnTo>
                <a:lnTo>
                  <a:pt x="184995" y="125032"/>
                </a:lnTo>
                <a:close/>
              </a:path>
              <a:path w="196850" h="196850">
                <a:moveTo>
                  <a:pt x="146970" y="132829"/>
                </a:moveTo>
                <a:lnTo>
                  <a:pt x="124606" y="162229"/>
                </a:lnTo>
                <a:lnTo>
                  <a:pt x="144506" y="162229"/>
                </a:lnTo>
                <a:lnTo>
                  <a:pt x="141852" y="157073"/>
                </a:lnTo>
                <a:lnTo>
                  <a:pt x="140666" y="150235"/>
                </a:lnTo>
                <a:lnTo>
                  <a:pt x="141230" y="143694"/>
                </a:lnTo>
                <a:lnTo>
                  <a:pt x="143384" y="137781"/>
                </a:lnTo>
                <a:lnTo>
                  <a:pt x="146970" y="132829"/>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62" name="object 62"/>
          <p:cNvSpPr/>
          <p:nvPr/>
        </p:nvSpPr>
        <p:spPr>
          <a:xfrm>
            <a:off x="9053439" y="4085102"/>
            <a:ext cx="586208" cy="775659"/>
          </a:xfrm>
          <a:custGeom>
            <a:avLst/>
            <a:gdLst/>
            <a:ahLst/>
            <a:cxnLst/>
            <a:rect l="l" t="t" r="r" b="b"/>
            <a:pathLst>
              <a:path w="646429" h="855345">
                <a:moveTo>
                  <a:pt x="122611" y="308508"/>
                </a:moveTo>
                <a:lnTo>
                  <a:pt x="59613" y="308508"/>
                </a:lnTo>
                <a:lnTo>
                  <a:pt x="75539" y="324446"/>
                </a:lnTo>
                <a:lnTo>
                  <a:pt x="49595" y="360002"/>
                </a:lnTo>
                <a:lnTo>
                  <a:pt x="28600" y="398997"/>
                </a:lnTo>
                <a:lnTo>
                  <a:pt x="13008" y="441037"/>
                </a:lnTo>
                <a:lnTo>
                  <a:pt x="3334" y="485449"/>
                </a:lnTo>
                <a:lnTo>
                  <a:pt x="0" y="531977"/>
                </a:lnTo>
                <a:lnTo>
                  <a:pt x="3501" y="579706"/>
                </a:lnTo>
                <a:lnTo>
                  <a:pt x="13671" y="625259"/>
                </a:lnTo>
                <a:lnTo>
                  <a:pt x="30011" y="668137"/>
                </a:lnTo>
                <a:lnTo>
                  <a:pt x="52022" y="707841"/>
                </a:lnTo>
                <a:lnTo>
                  <a:pt x="79204" y="743870"/>
                </a:lnTo>
                <a:lnTo>
                  <a:pt x="111058" y="775727"/>
                </a:lnTo>
                <a:lnTo>
                  <a:pt x="147085" y="802912"/>
                </a:lnTo>
                <a:lnTo>
                  <a:pt x="186785" y="824924"/>
                </a:lnTo>
                <a:lnTo>
                  <a:pt x="229660" y="841266"/>
                </a:lnTo>
                <a:lnTo>
                  <a:pt x="275210" y="851437"/>
                </a:lnTo>
                <a:lnTo>
                  <a:pt x="322935" y="854938"/>
                </a:lnTo>
                <a:lnTo>
                  <a:pt x="370646" y="851437"/>
                </a:lnTo>
                <a:lnTo>
                  <a:pt x="416186" y="841266"/>
                </a:lnTo>
                <a:lnTo>
                  <a:pt x="459055" y="824924"/>
                </a:lnTo>
                <a:lnTo>
                  <a:pt x="498753" y="802912"/>
                </a:lnTo>
                <a:lnTo>
                  <a:pt x="534376" y="776033"/>
                </a:lnTo>
                <a:lnTo>
                  <a:pt x="322935" y="776033"/>
                </a:lnTo>
                <a:lnTo>
                  <a:pt x="273892" y="771091"/>
                </a:lnTo>
                <a:lnTo>
                  <a:pt x="228217" y="756917"/>
                </a:lnTo>
                <a:lnTo>
                  <a:pt x="186887" y="734487"/>
                </a:lnTo>
                <a:lnTo>
                  <a:pt x="150880" y="704780"/>
                </a:lnTo>
                <a:lnTo>
                  <a:pt x="121174" y="668771"/>
                </a:lnTo>
                <a:lnTo>
                  <a:pt x="98745" y="627439"/>
                </a:lnTo>
                <a:lnTo>
                  <a:pt x="84570" y="581761"/>
                </a:lnTo>
                <a:lnTo>
                  <a:pt x="79629" y="532714"/>
                </a:lnTo>
                <a:lnTo>
                  <a:pt x="82089" y="508309"/>
                </a:lnTo>
                <a:lnTo>
                  <a:pt x="39871" y="508309"/>
                </a:lnTo>
                <a:lnTo>
                  <a:pt x="33581" y="506068"/>
                </a:lnTo>
                <a:lnTo>
                  <a:pt x="28602" y="501643"/>
                </a:lnTo>
                <a:lnTo>
                  <a:pt x="25615" y="495452"/>
                </a:lnTo>
                <a:lnTo>
                  <a:pt x="25258" y="488532"/>
                </a:lnTo>
                <a:lnTo>
                  <a:pt x="27497" y="482241"/>
                </a:lnTo>
                <a:lnTo>
                  <a:pt x="31929" y="477250"/>
                </a:lnTo>
                <a:lnTo>
                  <a:pt x="38150" y="474230"/>
                </a:lnTo>
                <a:lnTo>
                  <a:pt x="45036" y="473891"/>
                </a:lnTo>
                <a:lnTo>
                  <a:pt x="87614" y="473891"/>
                </a:lnTo>
                <a:lnTo>
                  <a:pt x="97813" y="441037"/>
                </a:lnTo>
                <a:lnTo>
                  <a:pt x="61378" y="441037"/>
                </a:lnTo>
                <a:lnTo>
                  <a:pt x="54597" y="439699"/>
                </a:lnTo>
                <a:lnTo>
                  <a:pt x="48874" y="435843"/>
                </a:lnTo>
                <a:lnTo>
                  <a:pt x="45188" y="430263"/>
                </a:lnTo>
                <a:lnTo>
                  <a:pt x="43863" y="423750"/>
                </a:lnTo>
                <a:lnTo>
                  <a:pt x="45199" y="416966"/>
                </a:lnTo>
                <a:lnTo>
                  <a:pt x="67495" y="373404"/>
                </a:lnTo>
                <a:lnTo>
                  <a:pt x="95714" y="335028"/>
                </a:lnTo>
                <a:lnTo>
                  <a:pt x="122611" y="308508"/>
                </a:lnTo>
                <a:close/>
              </a:path>
              <a:path w="646429" h="855345">
                <a:moveTo>
                  <a:pt x="633086" y="289420"/>
                </a:moveTo>
                <a:lnTo>
                  <a:pt x="322935" y="289420"/>
                </a:lnTo>
                <a:lnTo>
                  <a:pt x="371956" y="294365"/>
                </a:lnTo>
                <a:lnTo>
                  <a:pt x="417619" y="308546"/>
                </a:lnTo>
                <a:lnTo>
                  <a:pt x="458946" y="330984"/>
                </a:lnTo>
                <a:lnTo>
                  <a:pt x="494955" y="360699"/>
                </a:lnTo>
                <a:lnTo>
                  <a:pt x="524668" y="396709"/>
                </a:lnTo>
                <a:lnTo>
                  <a:pt x="547104" y="438035"/>
                </a:lnTo>
                <a:lnTo>
                  <a:pt x="561285" y="483697"/>
                </a:lnTo>
                <a:lnTo>
                  <a:pt x="566229" y="532714"/>
                </a:lnTo>
                <a:lnTo>
                  <a:pt x="561285" y="581761"/>
                </a:lnTo>
                <a:lnTo>
                  <a:pt x="547104" y="627439"/>
                </a:lnTo>
                <a:lnTo>
                  <a:pt x="524668" y="668771"/>
                </a:lnTo>
                <a:lnTo>
                  <a:pt x="494955" y="704780"/>
                </a:lnTo>
                <a:lnTo>
                  <a:pt x="458946" y="734487"/>
                </a:lnTo>
                <a:lnTo>
                  <a:pt x="417619" y="756917"/>
                </a:lnTo>
                <a:lnTo>
                  <a:pt x="371956" y="771091"/>
                </a:lnTo>
                <a:lnTo>
                  <a:pt x="322935" y="776033"/>
                </a:lnTo>
                <a:lnTo>
                  <a:pt x="534376" y="776033"/>
                </a:lnTo>
                <a:lnTo>
                  <a:pt x="566638" y="743870"/>
                </a:lnTo>
                <a:lnTo>
                  <a:pt x="593824" y="707841"/>
                </a:lnTo>
                <a:lnTo>
                  <a:pt x="615839" y="668137"/>
                </a:lnTo>
                <a:lnTo>
                  <a:pt x="632183" y="625259"/>
                </a:lnTo>
                <a:lnTo>
                  <a:pt x="642356" y="579706"/>
                </a:lnTo>
                <a:lnTo>
                  <a:pt x="645858" y="531977"/>
                </a:lnTo>
                <a:lnTo>
                  <a:pt x="642530" y="485449"/>
                </a:lnTo>
                <a:lnTo>
                  <a:pt x="632852" y="440967"/>
                </a:lnTo>
                <a:lnTo>
                  <a:pt x="617285" y="398997"/>
                </a:lnTo>
                <a:lnTo>
                  <a:pt x="596287" y="360002"/>
                </a:lnTo>
                <a:lnTo>
                  <a:pt x="570318" y="324446"/>
                </a:lnTo>
                <a:lnTo>
                  <a:pt x="586244" y="308508"/>
                </a:lnTo>
                <a:lnTo>
                  <a:pt x="613991" y="308508"/>
                </a:lnTo>
                <a:lnTo>
                  <a:pt x="633086" y="289420"/>
                </a:lnTo>
                <a:close/>
              </a:path>
              <a:path w="646429" h="855345">
                <a:moveTo>
                  <a:pt x="87614" y="473891"/>
                </a:moveTo>
                <a:lnTo>
                  <a:pt x="45036" y="473891"/>
                </a:lnTo>
                <a:lnTo>
                  <a:pt x="51314" y="476143"/>
                </a:lnTo>
                <a:lnTo>
                  <a:pt x="56306" y="480579"/>
                </a:lnTo>
                <a:lnTo>
                  <a:pt x="59334" y="486791"/>
                </a:lnTo>
                <a:lnTo>
                  <a:pt x="59686" y="493704"/>
                </a:lnTo>
                <a:lnTo>
                  <a:pt x="57437" y="499989"/>
                </a:lnTo>
                <a:lnTo>
                  <a:pt x="52999" y="504964"/>
                </a:lnTo>
                <a:lnTo>
                  <a:pt x="46786" y="507949"/>
                </a:lnTo>
                <a:lnTo>
                  <a:pt x="39871" y="508309"/>
                </a:lnTo>
                <a:lnTo>
                  <a:pt x="82089" y="508309"/>
                </a:lnTo>
                <a:lnTo>
                  <a:pt x="84570" y="483697"/>
                </a:lnTo>
                <a:lnTo>
                  <a:pt x="87614" y="473891"/>
                </a:lnTo>
                <a:close/>
              </a:path>
              <a:path w="646429" h="855345">
                <a:moveTo>
                  <a:pt x="440312" y="231317"/>
                </a:moveTo>
                <a:lnTo>
                  <a:pt x="332930" y="231317"/>
                </a:lnTo>
                <a:lnTo>
                  <a:pt x="340690" y="239064"/>
                </a:lnTo>
                <a:lnTo>
                  <a:pt x="340690" y="258317"/>
                </a:lnTo>
                <a:lnTo>
                  <a:pt x="332930" y="266115"/>
                </a:lnTo>
                <a:lnTo>
                  <a:pt x="323291" y="266115"/>
                </a:lnTo>
                <a:lnTo>
                  <a:pt x="296957" y="267394"/>
                </a:lnTo>
                <a:lnTo>
                  <a:pt x="245727" y="277627"/>
                </a:lnTo>
                <a:lnTo>
                  <a:pt x="176151" y="310325"/>
                </a:lnTo>
                <a:lnTo>
                  <a:pt x="136237" y="342647"/>
                </a:lnTo>
                <a:lnTo>
                  <a:pt x="102845" y="382821"/>
                </a:lnTo>
                <a:lnTo>
                  <a:pt x="77340" y="430285"/>
                </a:lnTo>
                <a:lnTo>
                  <a:pt x="73488" y="436032"/>
                </a:lnTo>
                <a:lnTo>
                  <a:pt x="67919" y="439720"/>
                </a:lnTo>
                <a:lnTo>
                  <a:pt x="61378" y="441037"/>
                </a:lnTo>
                <a:lnTo>
                  <a:pt x="97813" y="441037"/>
                </a:lnTo>
                <a:lnTo>
                  <a:pt x="121174" y="396709"/>
                </a:lnTo>
                <a:lnTo>
                  <a:pt x="150880" y="360699"/>
                </a:lnTo>
                <a:lnTo>
                  <a:pt x="186887" y="330984"/>
                </a:lnTo>
                <a:lnTo>
                  <a:pt x="228217" y="308546"/>
                </a:lnTo>
                <a:lnTo>
                  <a:pt x="273892" y="294365"/>
                </a:lnTo>
                <a:lnTo>
                  <a:pt x="322935" y="289420"/>
                </a:lnTo>
                <a:lnTo>
                  <a:pt x="633086" y="289420"/>
                </a:lnTo>
                <a:lnTo>
                  <a:pt x="633920" y="288582"/>
                </a:lnTo>
                <a:lnTo>
                  <a:pt x="633920" y="285457"/>
                </a:lnTo>
                <a:lnTo>
                  <a:pt x="531495" y="285457"/>
                </a:lnTo>
                <a:lnTo>
                  <a:pt x="502162" y="263362"/>
                </a:lnTo>
                <a:lnTo>
                  <a:pt x="470381" y="244643"/>
                </a:lnTo>
                <a:lnTo>
                  <a:pt x="440312" y="231317"/>
                </a:lnTo>
                <a:close/>
              </a:path>
              <a:path w="646429" h="855345">
                <a:moveTo>
                  <a:pt x="78435" y="222046"/>
                </a:moveTo>
                <a:lnTo>
                  <a:pt x="70993" y="222046"/>
                </a:lnTo>
                <a:lnTo>
                  <a:pt x="16649" y="276402"/>
                </a:lnTo>
                <a:lnTo>
                  <a:pt x="11912" y="281089"/>
                </a:lnTo>
                <a:lnTo>
                  <a:pt x="11912" y="288582"/>
                </a:lnTo>
                <a:lnTo>
                  <a:pt x="16573" y="293179"/>
                </a:lnTo>
                <a:lnTo>
                  <a:pt x="31894" y="308546"/>
                </a:lnTo>
                <a:lnTo>
                  <a:pt x="42011" y="318655"/>
                </a:lnTo>
                <a:lnTo>
                  <a:pt x="49491" y="318655"/>
                </a:lnTo>
                <a:lnTo>
                  <a:pt x="59613" y="308508"/>
                </a:lnTo>
                <a:lnTo>
                  <a:pt x="122611" y="308508"/>
                </a:lnTo>
                <a:lnTo>
                  <a:pt x="129050" y="302159"/>
                </a:lnTo>
                <a:lnTo>
                  <a:pt x="152303" y="285457"/>
                </a:lnTo>
                <a:lnTo>
                  <a:pt x="114363" y="285457"/>
                </a:lnTo>
                <a:lnTo>
                  <a:pt x="98513" y="269608"/>
                </a:lnTo>
                <a:lnTo>
                  <a:pt x="103911" y="264236"/>
                </a:lnTo>
                <a:lnTo>
                  <a:pt x="108458" y="259600"/>
                </a:lnTo>
                <a:lnTo>
                  <a:pt x="108458" y="252158"/>
                </a:lnTo>
                <a:lnTo>
                  <a:pt x="103911" y="247497"/>
                </a:lnTo>
                <a:lnTo>
                  <a:pt x="82994" y="226682"/>
                </a:lnTo>
                <a:lnTo>
                  <a:pt x="78435" y="222046"/>
                </a:lnTo>
                <a:close/>
              </a:path>
              <a:path w="646429" h="855345">
                <a:moveTo>
                  <a:pt x="613991" y="308508"/>
                </a:moveTo>
                <a:lnTo>
                  <a:pt x="586244" y="308508"/>
                </a:lnTo>
                <a:lnTo>
                  <a:pt x="596366" y="318655"/>
                </a:lnTo>
                <a:lnTo>
                  <a:pt x="603885" y="318655"/>
                </a:lnTo>
                <a:lnTo>
                  <a:pt x="608444" y="314045"/>
                </a:lnTo>
                <a:lnTo>
                  <a:pt x="613991" y="308508"/>
                </a:lnTo>
                <a:close/>
              </a:path>
              <a:path w="646429" h="855345">
                <a:moveTo>
                  <a:pt x="322935" y="0"/>
                </a:moveTo>
                <a:lnTo>
                  <a:pt x="275035" y="9666"/>
                </a:lnTo>
                <a:lnTo>
                  <a:pt x="235913" y="36034"/>
                </a:lnTo>
                <a:lnTo>
                  <a:pt x="209533" y="75154"/>
                </a:lnTo>
                <a:lnTo>
                  <a:pt x="199859" y="123075"/>
                </a:lnTo>
                <a:lnTo>
                  <a:pt x="203065" y="151073"/>
                </a:lnTo>
                <a:lnTo>
                  <a:pt x="212197" y="176787"/>
                </a:lnTo>
                <a:lnTo>
                  <a:pt x="226531" y="199495"/>
                </a:lnTo>
                <a:lnTo>
                  <a:pt x="245338" y="218478"/>
                </a:lnTo>
                <a:lnTo>
                  <a:pt x="209441" y="229586"/>
                </a:lnTo>
                <a:lnTo>
                  <a:pt x="175474" y="244643"/>
                </a:lnTo>
                <a:lnTo>
                  <a:pt x="143695" y="263362"/>
                </a:lnTo>
                <a:lnTo>
                  <a:pt x="114363" y="285457"/>
                </a:lnTo>
                <a:lnTo>
                  <a:pt x="152303" y="285457"/>
                </a:lnTo>
                <a:lnTo>
                  <a:pt x="166697" y="275119"/>
                </a:lnTo>
                <a:lnTo>
                  <a:pt x="207848" y="254228"/>
                </a:lnTo>
                <a:lnTo>
                  <a:pt x="235598" y="244303"/>
                </a:lnTo>
                <a:lnTo>
                  <a:pt x="264226" y="237120"/>
                </a:lnTo>
                <a:lnTo>
                  <a:pt x="293526" y="232763"/>
                </a:lnTo>
                <a:lnTo>
                  <a:pt x="323291" y="231317"/>
                </a:lnTo>
                <a:lnTo>
                  <a:pt x="440312" y="231317"/>
                </a:lnTo>
                <a:lnTo>
                  <a:pt x="436406" y="229586"/>
                </a:lnTo>
                <a:lnTo>
                  <a:pt x="400494" y="218478"/>
                </a:lnTo>
                <a:lnTo>
                  <a:pt x="417556" y="201269"/>
                </a:lnTo>
                <a:lnTo>
                  <a:pt x="296087" y="201269"/>
                </a:lnTo>
                <a:lnTo>
                  <a:pt x="273653" y="189455"/>
                </a:lnTo>
                <a:lnTo>
                  <a:pt x="255971" y="171592"/>
                </a:lnTo>
                <a:lnTo>
                  <a:pt x="244381" y="149020"/>
                </a:lnTo>
                <a:lnTo>
                  <a:pt x="240220" y="123075"/>
                </a:lnTo>
                <a:lnTo>
                  <a:pt x="246717" y="90881"/>
                </a:lnTo>
                <a:lnTo>
                  <a:pt x="264437" y="64593"/>
                </a:lnTo>
                <a:lnTo>
                  <a:pt x="290728" y="46871"/>
                </a:lnTo>
                <a:lnTo>
                  <a:pt x="322935" y="40373"/>
                </a:lnTo>
                <a:lnTo>
                  <a:pt x="412865" y="40373"/>
                </a:lnTo>
                <a:lnTo>
                  <a:pt x="409940" y="36034"/>
                </a:lnTo>
                <a:lnTo>
                  <a:pt x="370826" y="9666"/>
                </a:lnTo>
                <a:lnTo>
                  <a:pt x="322935" y="0"/>
                </a:lnTo>
                <a:close/>
              </a:path>
              <a:path w="646429" h="855345">
                <a:moveTo>
                  <a:pt x="574916" y="222046"/>
                </a:moveTo>
                <a:lnTo>
                  <a:pt x="567423" y="222046"/>
                </a:lnTo>
                <a:lnTo>
                  <a:pt x="541947" y="247497"/>
                </a:lnTo>
                <a:lnTo>
                  <a:pt x="537337" y="252158"/>
                </a:lnTo>
                <a:lnTo>
                  <a:pt x="537337" y="259600"/>
                </a:lnTo>
                <a:lnTo>
                  <a:pt x="541947" y="264236"/>
                </a:lnTo>
                <a:lnTo>
                  <a:pt x="547344" y="269608"/>
                </a:lnTo>
                <a:lnTo>
                  <a:pt x="531495" y="285457"/>
                </a:lnTo>
                <a:lnTo>
                  <a:pt x="633920" y="285457"/>
                </a:lnTo>
                <a:lnTo>
                  <a:pt x="633920" y="281089"/>
                </a:lnTo>
                <a:lnTo>
                  <a:pt x="629348" y="276504"/>
                </a:lnTo>
                <a:lnTo>
                  <a:pt x="629208" y="276402"/>
                </a:lnTo>
                <a:lnTo>
                  <a:pt x="579539" y="226682"/>
                </a:lnTo>
                <a:lnTo>
                  <a:pt x="574916" y="222046"/>
                </a:lnTo>
                <a:close/>
              </a:path>
              <a:path w="646429" h="855345">
                <a:moveTo>
                  <a:pt x="351104" y="147980"/>
                </a:moveTo>
                <a:lnTo>
                  <a:pt x="296087" y="147980"/>
                </a:lnTo>
                <a:lnTo>
                  <a:pt x="296087" y="201269"/>
                </a:lnTo>
                <a:lnTo>
                  <a:pt x="417556" y="201269"/>
                </a:lnTo>
                <a:lnTo>
                  <a:pt x="417971" y="200850"/>
                </a:lnTo>
                <a:lnTo>
                  <a:pt x="351104" y="200850"/>
                </a:lnTo>
                <a:lnTo>
                  <a:pt x="351104" y="147980"/>
                </a:lnTo>
                <a:close/>
              </a:path>
              <a:path w="646429" h="855345">
                <a:moveTo>
                  <a:pt x="412865" y="40373"/>
                </a:moveTo>
                <a:lnTo>
                  <a:pt x="322935" y="40373"/>
                </a:lnTo>
                <a:lnTo>
                  <a:pt x="355117" y="46871"/>
                </a:lnTo>
                <a:lnTo>
                  <a:pt x="381415" y="64593"/>
                </a:lnTo>
                <a:lnTo>
                  <a:pt x="399155" y="90881"/>
                </a:lnTo>
                <a:lnTo>
                  <a:pt x="405663" y="123075"/>
                </a:lnTo>
                <a:lnTo>
                  <a:pt x="401606" y="148685"/>
                </a:lnTo>
                <a:lnTo>
                  <a:pt x="390299" y="171035"/>
                </a:lnTo>
                <a:lnTo>
                  <a:pt x="373034" y="188849"/>
                </a:lnTo>
                <a:lnTo>
                  <a:pt x="351104" y="200850"/>
                </a:lnTo>
                <a:lnTo>
                  <a:pt x="417971" y="200850"/>
                </a:lnTo>
                <a:lnTo>
                  <a:pt x="419314" y="199495"/>
                </a:lnTo>
                <a:lnTo>
                  <a:pt x="433651" y="176787"/>
                </a:lnTo>
                <a:lnTo>
                  <a:pt x="442781" y="151073"/>
                </a:lnTo>
                <a:lnTo>
                  <a:pt x="445985" y="123075"/>
                </a:lnTo>
                <a:lnTo>
                  <a:pt x="436314" y="75154"/>
                </a:lnTo>
                <a:lnTo>
                  <a:pt x="412865" y="40373"/>
                </a:lnTo>
                <a:close/>
              </a:path>
              <a:path w="646429" h="855345">
                <a:moveTo>
                  <a:pt x="365391" y="94843"/>
                </a:moveTo>
                <a:lnTo>
                  <a:pt x="281940" y="94843"/>
                </a:lnTo>
                <a:lnTo>
                  <a:pt x="276669" y="100164"/>
                </a:lnTo>
                <a:lnTo>
                  <a:pt x="276669" y="142709"/>
                </a:lnTo>
                <a:lnTo>
                  <a:pt x="281940" y="147980"/>
                </a:lnTo>
                <a:lnTo>
                  <a:pt x="365391" y="147980"/>
                </a:lnTo>
                <a:lnTo>
                  <a:pt x="370725" y="142709"/>
                </a:lnTo>
                <a:lnTo>
                  <a:pt x="370725" y="100164"/>
                </a:lnTo>
                <a:lnTo>
                  <a:pt x="365391" y="94843"/>
                </a:lnTo>
                <a:close/>
              </a:path>
            </a:pathLst>
          </a:custGeom>
          <a:solidFill>
            <a:schemeClr val="accent4">
              <a:lumMod val="60000"/>
              <a:lumOff val="40000"/>
            </a:schemeClr>
          </a:solidFill>
        </p:spPr>
        <p:txBody>
          <a:bodyPr wrap="square" lIns="0" tIns="0" rIns="0" bIns="0" rtlCol="0"/>
          <a:lstStyle/>
          <a:p>
            <a:endParaRPr sz="1815">
              <a:latin typeface="腾讯体 W3" panose="020C04030202040F0204" pitchFamily="34" charset="-122"/>
            </a:endParaRPr>
          </a:p>
        </p:txBody>
      </p:sp>
      <p:sp>
        <p:nvSpPr>
          <p:cNvPr id="63" name="object 63"/>
          <p:cNvSpPr/>
          <p:nvPr/>
        </p:nvSpPr>
        <p:spPr>
          <a:xfrm>
            <a:off x="7960815" y="4682588"/>
            <a:ext cx="1263400" cy="1263400"/>
          </a:xfrm>
          <a:custGeom>
            <a:avLst/>
            <a:gdLst/>
            <a:ahLst/>
            <a:cxnLst/>
            <a:rect l="l" t="t" r="r" b="b"/>
            <a:pathLst>
              <a:path w="1393190" h="1393189">
                <a:moveTo>
                  <a:pt x="696468" y="0"/>
                </a:moveTo>
                <a:lnTo>
                  <a:pt x="648783" y="1606"/>
                </a:lnTo>
                <a:lnTo>
                  <a:pt x="601962" y="6357"/>
                </a:lnTo>
                <a:lnTo>
                  <a:pt x="556106" y="14149"/>
                </a:lnTo>
                <a:lnTo>
                  <a:pt x="511320" y="24877"/>
                </a:lnTo>
                <a:lnTo>
                  <a:pt x="467708" y="38439"/>
                </a:lnTo>
                <a:lnTo>
                  <a:pt x="425372" y="54730"/>
                </a:lnTo>
                <a:lnTo>
                  <a:pt x="384418" y="73647"/>
                </a:lnTo>
                <a:lnTo>
                  <a:pt x="344948" y="95085"/>
                </a:lnTo>
                <a:lnTo>
                  <a:pt x="307067" y="118942"/>
                </a:lnTo>
                <a:lnTo>
                  <a:pt x="270878" y="145114"/>
                </a:lnTo>
                <a:lnTo>
                  <a:pt x="236485" y="173496"/>
                </a:lnTo>
                <a:lnTo>
                  <a:pt x="203992" y="203985"/>
                </a:lnTo>
                <a:lnTo>
                  <a:pt x="173502" y="236478"/>
                </a:lnTo>
                <a:lnTo>
                  <a:pt x="145118" y="270870"/>
                </a:lnTo>
                <a:lnTo>
                  <a:pt x="118946" y="307059"/>
                </a:lnTo>
                <a:lnTo>
                  <a:pt x="95089" y="344939"/>
                </a:lnTo>
                <a:lnTo>
                  <a:pt x="73649" y="384408"/>
                </a:lnTo>
                <a:lnTo>
                  <a:pt x="54732" y="425362"/>
                </a:lnTo>
                <a:lnTo>
                  <a:pt x="38440" y="467696"/>
                </a:lnTo>
                <a:lnTo>
                  <a:pt x="24878" y="511308"/>
                </a:lnTo>
                <a:lnTo>
                  <a:pt x="14149" y="556094"/>
                </a:lnTo>
                <a:lnTo>
                  <a:pt x="6358" y="601949"/>
                </a:lnTo>
                <a:lnTo>
                  <a:pt x="1606" y="648771"/>
                </a:lnTo>
                <a:lnTo>
                  <a:pt x="0" y="696455"/>
                </a:lnTo>
                <a:lnTo>
                  <a:pt x="1606" y="744139"/>
                </a:lnTo>
                <a:lnTo>
                  <a:pt x="6358" y="790961"/>
                </a:lnTo>
                <a:lnTo>
                  <a:pt x="14149" y="836816"/>
                </a:lnTo>
                <a:lnTo>
                  <a:pt x="24878" y="881602"/>
                </a:lnTo>
                <a:lnTo>
                  <a:pt x="38440" y="925215"/>
                </a:lnTo>
                <a:lnTo>
                  <a:pt x="54732" y="967550"/>
                </a:lnTo>
                <a:lnTo>
                  <a:pt x="73649" y="1008504"/>
                </a:lnTo>
                <a:lnTo>
                  <a:pt x="95089" y="1047974"/>
                </a:lnTo>
                <a:lnTo>
                  <a:pt x="118946" y="1085855"/>
                </a:lnTo>
                <a:lnTo>
                  <a:pt x="145118" y="1122044"/>
                </a:lnTo>
                <a:lnTo>
                  <a:pt x="173502" y="1156437"/>
                </a:lnTo>
                <a:lnTo>
                  <a:pt x="203992" y="1188931"/>
                </a:lnTo>
                <a:lnTo>
                  <a:pt x="236485" y="1219421"/>
                </a:lnTo>
                <a:lnTo>
                  <a:pt x="270878" y="1247804"/>
                </a:lnTo>
                <a:lnTo>
                  <a:pt x="307067" y="1273976"/>
                </a:lnTo>
                <a:lnTo>
                  <a:pt x="344948" y="1297834"/>
                </a:lnTo>
                <a:lnTo>
                  <a:pt x="384418" y="1319273"/>
                </a:lnTo>
                <a:lnTo>
                  <a:pt x="425372" y="1338190"/>
                </a:lnTo>
                <a:lnTo>
                  <a:pt x="467708" y="1354482"/>
                </a:lnTo>
                <a:lnTo>
                  <a:pt x="511320" y="1368044"/>
                </a:lnTo>
                <a:lnTo>
                  <a:pt x="556106" y="1378773"/>
                </a:lnTo>
                <a:lnTo>
                  <a:pt x="601962" y="1386565"/>
                </a:lnTo>
                <a:lnTo>
                  <a:pt x="648783" y="1391316"/>
                </a:lnTo>
                <a:lnTo>
                  <a:pt x="696468" y="1392923"/>
                </a:lnTo>
                <a:lnTo>
                  <a:pt x="744152" y="1391316"/>
                </a:lnTo>
                <a:lnTo>
                  <a:pt x="790973" y="1386565"/>
                </a:lnTo>
                <a:lnTo>
                  <a:pt x="836829" y="1378773"/>
                </a:lnTo>
                <a:lnTo>
                  <a:pt x="881615" y="1368044"/>
                </a:lnTo>
                <a:lnTo>
                  <a:pt x="925227" y="1354482"/>
                </a:lnTo>
                <a:lnTo>
                  <a:pt x="967563" y="1338190"/>
                </a:lnTo>
                <a:lnTo>
                  <a:pt x="1008517" y="1319273"/>
                </a:lnTo>
                <a:lnTo>
                  <a:pt x="1047987" y="1297834"/>
                </a:lnTo>
                <a:lnTo>
                  <a:pt x="1085868" y="1273976"/>
                </a:lnTo>
                <a:lnTo>
                  <a:pt x="1122057" y="1247804"/>
                </a:lnTo>
                <a:lnTo>
                  <a:pt x="1156450" y="1219421"/>
                </a:lnTo>
                <a:lnTo>
                  <a:pt x="1188943" y="1188931"/>
                </a:lnTo>
                <a:lnTo>
                  <a:pt x="1219433" y="1156437"/>
                </a:lnTo>
                <a:lnTo>
                  <a:pt x="1247817" y="1122044"/>
                </a:lnTo>
                <a:lnTo>
                  <a:pt x="1273989" y="1085855"/>
                </a:lnTo>
                <a:lnTo>
                  <a:pt x="1297846" y="1047974"/>
                </a:lnTo>
                <a:lnTo>
                  <a:pt x="1319286" y="1008504"/>
                </a:lnTo>
                <a:lnTo>
                  <a:pt x="1338203" y="967550"/>
                </a:lnTo>
                <a:lnTo>
                  <a:pt x="1354495" y="925215"/>
                </a:lnTo>
                <a:lnTo>
                  <a:pt x="1368057" y="881602"/>
                </a:lnTo>
                <a:lnTo>
                  <a:pt x="1378786" y="836816"/>
                </a:lnTo>
                <a:lnTo>
                  <a:pt x="1386577" y="790961"/>
                </a:lnTo>
                <a:lnTo>
                  <a:pt x="1391329" y="744139"/>
                </a:lnTo>
                <a:lnTo>
                  <a:pt x="1392936" y="696455"/>
                </a:lnTo>
                <a:lnTo>
                  <a:pt x="1391329" y="648771"/>
                </a:lnTo>
                <a:lnTo>
                  <a:pt x="1386577" y="601949"/>
                </a:lnTo>
                <a:lnTo>
                  <a:pt x="1378786" y="556094"/>
                </a:lnTo>
                <a:lnTo>
                  <a:pt x="1368057" y="511308"/>
                </a:lnTo>
                <a:lnTo>
                  <a:pt x="1354495" y="467696"/>
                </a:lnTo>
                <a:lnTo>
                  <a:pt x="1338203" y="425362"/>
                </a:lnTo>
                <a:lnTo>
                  <a:pt x="1319286" y="384408"/>
                </a:lnTo>
                <a:lnTo>
                  <a:pt x="1297846" y="344939"/>
                </a:lnTo>
                <a:lnTo>
                  <a:pt x="1273989" y="307059"/>
                </a:lnTo>
                <a:lnTo>
                  <a:pt x="1247817" y="270870"/>
                </a:lnTo>
                <a:lnTo>
                  <a:pt x="1219433" y="236478"/>
                </a:lnTo>
                <a:lnTo>
                  <a:pt x="1188943" y="203985"/>
                </a:lnTo>
                <a:lnTo>
                  <a:pt x="1156450" y="173496"/>
                </a:lnTo>
                <a:lnTo>
                  <a:pt x="1122057" y="145114"/>
                </a:lnTo>
                <a:lnTo>
                  <a:pt x="1085868" y="118942"/>
                </a:lnTo>
                <a:lnTo>
                  <a:pt x="1047987" y="95085"/>
                </a:lnTo>
                <a:lnTo>
                  <a:pt x="1008517" y="73647"/>
                </a:lnTo>
                <a:lnTo>
                  <a:pt x="967563" y="54730"/>
                </a:lnTo>
                <a:lnTo>
                  <a:pt x="925227" y="38439"/>
                </a:lnTo>
                <a:lnTo>
                  <a:pt x="881615" y="24877"/>
                </a:lnTo>
                <a:lnTo>
                  <a:pt x="836829" y="14149"/>
                </a:lnTo>
                <a:lnTo>
                  <a:pt x="790973" y="6357"/>
                </a:lnTo>
                <a:lnTo>
                  <a:pt x="744152" y="1606"/>
                </a:lnTo>
                <a:lnTo>
                  <a:pt x="696468" y="0"/>
                </a:lnTo>
                <a:close/>
              </a:path>
            </a:pathLst>
          </a:custGeom>
          <a:solidFill>
            <a:schemeClr val="accent2"/>
          </a:solidFill>
        </p:spPr>
        <p:txBody>
          <a:bodyPr wrap="square" lIns="0" tIns="0" rIns="0" bIns="0" rtlCol="0"/>
          <a:lstStyle/>
          <a:p>
            <a:endParaRPr sz="1815">
              <a:latin typeface="腾讯体 W3" panose="020C04030202040F0204" pitchFamily="34" charset="-122"/>
            </a:endParaRPr>
          </a:p>
        </p:txBody>
      </p:sp>
      <p:sp>
        <p:nvSpPr>
          <p:cNvPr id="64" name="object 64"/>
          <p:cNvSpPr/>
          <p:nvPr/>
        </p:nvSpPr>
        <p:spPr>
          <a:xfrm>
            <a:off x="6952854" y="4299113"/>
            <a:ext cx="1220211" cy="1220211"/>
          </a:xfrm>
          <a:custGeom>
            <a:avLst/>
            <a:gdLst/>
            <a:ahLst/>
            <a:cxnLst/>
            <a:rect l="l" t="t" r="r" b="b"/>
            <a:pathLst>
              <a:path w="1345565" h="1345564">
                <a:moveTo>
                  <a:pt x="672757" y="0"/>
                </a:moveTo>
                <a:lnTo>
                  <a:pt x="624711" y="1689"/>
                </a:lnTo>
                <a:lnTo>
                  <a:pt x="577578" y="6680"/>
                </a:lnTo>
                <a:lnTo>
                  <a:pt x="531470" y="14861"/>
                </a:lnTo>
                <a:lnTo>
                  <a:pt x="486501" y="26116"/>
                </a:lnTo>
                <a:lnTo>
                  <a:pt x="442786" y="40332"/>
                </a:lnTo>
                <a:lnTo>
                  <a:pt x="400437" y="57395"/>
                </a:lnTo>
                <a:lnTo>
                  <a:pt x="359570" y="77191"/>
                </a:lnTo>
                <a:lnTo>
                  <a:pt x="320298" y="99607"/>
                </a:lnTo>
                <a:lnTo>
                  <a:pt x="282734" y="124528"/>
                </a:lnTo>
                <a:lnTo>
                  <a:pt x="246992" y="151841"/>
                </a:lnTo>
                <a:lnTo>
                  <a:pt x="213187" y="181432"/>
                </a:lnTo>
                <a:lnTo>
                  <a:pt x="181432" y="213187"/>
                </a:lnTo>
                <a:lnTo>
                  <a:pt x="151841" y="246992"/>
                </a:lnTo>
                <a:lnTo>
                  <a:pt x="124528" y="282734"/>
                </a:lnTo>
                <a:lnTo>
                  <a:pt x="99607" y="320298"/>
                </a:lnTo>
                <a:lnTo>
                  <a:pt x="77191" y="359570"/>
                </a:lnTo>
                <a:lnTo>
                  <a:pt x="57395" y="400437"/>
                </a:lnTo>
                <a:lnTo>
                  <a:pt x="40332" y="442786"/>
                </a:lnTo>
                <a:lnTo>
                  <a:pt x="26116" y="486501"/>
                </a:lnTo>
                <a:lnTo>
                  <a:pt x="14861" y="531470"/>
                </a:lnTo>
                <a:lnTo>
                  <a:pt x="6680" y="577578"/>
                </a:lnTo>
                <a:lnTo>
                  <a:pt x="1689" y="624711"/>
                </a:lnTo>
                <a:lnTo>
                  <a:pt x="0" y="672757"/>
                </a:lnTo>
                <a:lnTo>
                  <a:pt x="1689" y="720802"/>
                </a:lnTo>
                <a:lnTo>
                  <a:pt x="6680" y="767935"/>
                </a:lnTo>
                <a:lnTo>
                  <a:pt x="14861" y="814043"/>
                </a:lnTo>
                <a:lnTo>
                  <a:pt x="26116" y="859012"/>
                </a:lnTo>
                <a:lnTo>
                  <a:pt x="40332" y="902727"/>
                </a:lnTo>
                <a:lnTo>
                  <a:pt x="57395" y="945076"/>
                </a:lnTo>
                <a:lnTo>
                  <a:pt x="77191" y="985943"/>
                </a:lnTo>
                <a:lnTo>
                  <a:pt x="99607" y="1025216"/>
                </a:lnTo>
                <a:lnTo>
                  <a:pt x="124528" y="1062779"/>
                </a:lnTo>
                <a:lnTo>
                  <a:pt x="151841" y="1098521"/>
                </a:lnTo>
                <a:lnTo>
                  <a:pt x="181432" y="1132326"/>
                </a:lnTo>
                <a:lnTo>
                  <a:pt x="213187" y="1164081"/>
                </a:lnTo>
                <a:lnTo>
                  <a:pt x="246992" y="1193672"/>
                </a:lnTo>
                <a:lnTo>
                  <a:pt x="282734" y="1220985"/>
                </a:lnTo>
                <a:lnTo>
                  <a:pt x="320298" y="1245906"/>
                </a:lnTo>
                <a:lnTo>
                  <a:pt x="359570" y="1268322"/>
                </a:lnTo>
                <a:lnTo>
                  <a:pt x="400437" y="1288118"/>
                </a:lnTo>
                <a:lnTo>
                  <a:pt x="442786" y="1305181"/>
                </a:lnTo>
                <a:lnTo>
                  <a:pt x="486501" y="1319397"/>
                </a:lnTo>
                <a:lnTo>
                  <a:pt x="531470" y="1330653"/>
                </a:lnTo>
                <a:lnTo>
                  <a:pt x="577578" y="1338833"/>
                </a:lnTo>
                <a:lnTo>
                  <a:pt x="624711" y="1343825"/>
                </a:lnTo>
                <a:lnTo>
                  <a:pt x="672757" y="1345514"/>
                </a:lnTo>
                <a:lnTo>
                  <a:pt x="720802" y="1343825"/>
                </a:lnTo>
                <a:lnTo>
                  <a:pt x="767935" y="1338833"/>
                </a:lnTo>
                <a:lnTo>
                  <a:pt x="814043" y="1330653"/>
                </a:lnTo>
                <a:lnTo>
                  <a:pt x="859012" y="1319397"/>
                </a:lnTo>
                <a:lnTo>
                  <a:pt x="902727" y="1305181"/>
                </a:lnTo>
                <a:lnTo>
                  <a:pt x="945076" y="1288118"/>
                </a:lnTo>
                <a:lnTo>
                  <a:pt x="985943" y="1268322"/>
                </a:lnTo>
                <a:lnTo>
                  <a:pt x="1025216" y="1245906"/>
                </a:lnTo>
                <a:lnTo>
                  <a:pt x="1062779" y="1220985"/>
                </a:lnTo>
                <a:lnTo>
                  <a:pt x="1098521" y="1193672"/>
                </a:lnTo>
                <a:lnTo>
                  <a:pt x="1132326" y="1164081"/>
                </a:lnTo>
                <a:lnTo>
                  <a:pt x="1164081" y="1132326"/>
                </a:lnTo>
                <a:lnTo>
                  <a:pt x="1193672" y="1098521"/>
                </a:lnTo>
                <a:lnTo>
                  <a:pt x="1220985" y="1062779"/>
                </a:lnTo>
                <a:lnTo>
                  <a:pt x="1245906" y="1025216"/>
                </a:lnTo>
                <a:lnTo>
                  <a:pt x="1268322" y="985943"/>
                </a:lnTo>
                <a:lnTo>
                  <a:pt x="1288118" y="945076"/>
                </a:lnTo>
                <a:lnTo>
                  <a:pt x="1305181" y="902727"/>
                </a:lnTo>
                <a:lnTo>
                  <a:pt x="1319397" y="859012"/>
                </a:lnTo>
                <a:lnTo>
                  <a:pt x="1330653" y="814043"/>
                </a:lnTo>
                <a:lnTo>
                  <a:pt x="1338833" y="767935"/>
                </a:lnTo>
                <a:lnTo>
                  <a:pt x="1343825" y="720802"/>
                </a:lnTo>
                <a:lnTo>
                  <a:pt x="1345514" y="672757"/>
                </a:lnTo>
                <a:lnTo>
                  <a:pt x="1343825" y="624711"/>
                </a:lnTo>
                <a:lnTo>
                  <a:pt x="1338833" y="577578"/>
                </a:lnTo>
                <a:lnTo>
                  <a:pt x="1330653" y="531470"/>
                </a:lnTo>
                <a:lnTo>
                  <a:pt x="1319397" y="486501"/>
                </a:lnTo>
                <a:lnTo>
                  <a:pt x="1305181" y="442786"/>
                </a:lnTo>
                <a:lnTo>
                  <a:pt x="1288118" y="400437"/>
                </a:lnTo>
                <a:lnTo>
                  <a:pt x="1268322" y="359570"/>
                </a:lnTo>
                <a:lnTo>
                  <a:pt x="1245906" y="320298"/>
                </a:lnTo>
                <a:lnTo>
                  <a:pt x="1220985" y="282734"/>
                </a:lnTo>
                <a:lnTo>
                  <a:pt x="1193672" y="246992"/>
                </a:lnTo>
                <a:lnTo>
                  <a:pt x="1164081" y="213187"/>
                </a:lnTo>
                <a:lnTo>
                  <a:pt x="1132326" y="181432"/>
                </a:lnTo>
                <a:lnTo>
                  <a:pt x="1098521" y="151841"/>
                </a:lnTo>
                <a:lnTo>
                  <a:pt x="1062779" y="124528"/>
                </a:lnTo>
                <a:lnTo>
                  <a:pt x="1025216" y="99607"/>
                </a:lnTo>
                <a:lnTo>
                  <a:pt x="985943" y="77191"/>
                </a:lnTo>
                <a:lnTo>
                  <a:pt x="945076" y="57395"/>
                </a:lnTo>
                <a:lnTo>
                  <a:pt x="902727" y="40332"/>
                </a:lnTo>
                <a:lnTo>
                  <a:pt x="859012" y="26116"/>
                </a:lnTo>
                <a:lnTo>
                  <a:pt x="814043" y="14861"/>
                </a:lnTo>
                <a:lnTo>
                  <a:pt x="767935" y="6680"/>
                </a:lnTo>
                <a:lnTo>
                  <a:pt x="720802" y="1689"/>
                </a:lnTo>
                <a:lnTo>
                  <a:pt x="672757" y="0"/>
                </a:lnTo>
                <a:close/>
              </a:path>
            </a:pathLst>
          </a:custGeom>
          <a:solidFill>
            <a:schemeClr val="accent6"/>
          </a:solidFill>
        </p:spPr>
        <p:txBody>
          <a:bodyPr wrap="square" lIns="0" tIns="0" rIns="0" bIns="0" rtlCol="0"/>
          <a:lstStyle/>
          <a:p>
            <a:endParaRPr sz="1815">
              <a:latin typeface="腾讯体 W3" panose="020C04030202040F0204" pitchFamily="34" charset="-122"/>
            </a:endParaRPr>
          </a:p>
        </p:txBody>
      </p:sp>
      <p:sp>
        <p:nvSpPr>
          <p:cNvPr id="65" name="object 65"/>
          <p:cNvSpPr txBox="1"/>
          <p:nvPr/>
        </p:nvSpPr>
        <p:spPr>
          <a:xfrm>
            <a:off x="7135966" y="4430198"/>
            <a:ext cx="825759" cy="1235710"/>
          </a:xfrm>
          <a:prstGeom prst="rect">
            <a:avLst/>
          </a:prstGeom>
        </p:spPr>
        <p:txBody>
          <a:bodyPr vert="horz" wrap="square" lIns="0" tIns="0" rIns="0" bIns="0" rtlCol="0">
            <a:spAutoFit/>
          </a:bodyPr>
          <a:lstStyle/>
          <a:p>
            <a:pPr marL="52705" algn="ctr">
              <a:lnSpc>
                <a:spcPts val="1660"/>
              </a:lnSpc>
            </a:pPr>
            <a:r>
              <a:rPr sz="1270" spc="5" dirty="0">
                <a:solidFill>
                  <a:srgbClr val="FFFFFF"/>
                </a:solidFill>
                <a:latin typeface="腾讯体 W3" panose="020C04030202040F0204" pitchFamily="34" charset="-122"/>
                <a:cs typeface="腾讯体 W3" panose="020C04030202040F0204" pitchFamily="34" charset="-122"/>
              </a:rPr>
              <a:t>Per </a:t>
            </a:r>
            <a:r>
              <a:rPr sz="1270" dirty="0">
                <a:solidFill>
                  <a:srgbClr val="FFFFFF"/>
                </a:solidFill>
                <a:latin typeface="腾讯体 W3" panose="020C04030202040F0204" pitchFamily="34" charset="-122"/>
                <a:cs typeface="腾讯体 W3" panose="020C04030202040F0204" pitchFamily="34" charset="-122"/>
              </a:rPr>
              <a:t>fte  </a:t>
            </a:r>
            <a:r>
              <a:rPr sz="1270" spc="5" dirty="0">
                <a:solidFill>
                  <a:srgbClr val="FFFFFF"/>
                </a:solidFill>
                <a:latin typeface="腾讯体 W3" panose="020C04030202040F0204" pitchFamily="34" charset="-122"/>
                <a:cs typeface="腾讯体 W3" panose="020C04030202040F0204" pitchFamily="34" charset="-122"/>
              </a:rPr>
              <a:t>2014/2015</a:t>
            </a:r>
            <a:endParaRPr sz="1270">
              <a:latin typeface="腾讯体 W3" panose="020C04030202040F0204" pitchFamily="34" charset="-122"/>
              <a:cs typeface="腾讯体 W3" panose="020C04030202040F0204" pitchFamily="34" charset="-122"/>
            </a:endParaRPr>
          </a:p>
          <a:p>
            <a:pPr marR="1270" algn="ctr">
              <a:lnSpc>
                <a:spcPts val="4660"/>
              </a:lnSpc>
            </a:pPr>
            <a:r>
              <a:rPr sz="3675" b="1" spc="-555" dirty="0">
                <a:solidFill>
                  <a:srgbClr val="FFFFFF"/>
                </a:solidFill>
                <a:latin typeface="腾讯体 W7" panose="020C08030202040F0204" pitchFamily="18" charset="-122"/>
                <a:cs typeface="腾讯体 W7" panose="020C08030202040F0204" pitchFamily="18" charset="-122"/>
              </a:rPr>
              <a:t>1</a:t>
            </a:r>
            <a:r>
              <a:rPr sz="3675" b="1" spc="-145" dirty="0">
                <a:solidFill>
                  <a:srgbClr val="FFFFFF"/>
                </a:solidFill>
                <a:latin typeface="腾讯体 W7" panose="020C08030202040F0204" pitchFamily="18" charset="-122"/>
                <a:cs typeface="腾讯体 W7" panose="020C08030202040F0204" pitchFamily="18" charset="-122"/>
              </a:rPr>
              <a:t>0</a:t>
            </a:r>
            <a:r>
              <a:rPr sz="3675" b="1" spc="20" dirty="0">
                <a:solidFill>
                  <a:srgbClr val="FFFFFF"/>
                </a:solidFill>
                <a:latin typeface="腾讯体 W7" panose="020C08030202040F0204" pitchFamily="18" charset="-122"/>
                <a:cs typeface="腾讯体 W7" panose="020C08030202040F0204" pitchFamily="18" charset="-122"/>
              </a:rPr>
              <a:t>9</a:t>
            </a:r>
            <a:endParaRPr sz="3675">
              <a:latin typeface="腾讯体 W7" panose="020C08030202040F0204" pitchFamily="18" charset="-122"/>
              <a:cs typeface="腾讯体 W7" panose="020C08030202040F0204" pitchFamily="18" charset="-122"/>
            </a:endParaRPr>
          </a:p>
        </p:txBody>
      </p:sp>
      <p:sp>
        <p:nvSpPr>
          <p:cNvPr id="66" name="object 66"/>
          <p:cNvSpPr txBox="1"/>
          <p:nvPr/>
        </p:nvSpPr>
        <p:spPr>
          <a:xfrm>
            <a:off x="6279374" y="2386500"/>
            <a:ext cx="734776" cy="194310"/>
          </a:xfrm>
          <a:prstGeom prst="rect">
            <a:avLst/>
          </a:prstGeom>
        </p:spPr>
        <p:txBody>
          <a:bodyPr vert="horz" wrap="square" lIns="0" tIns="0" rIns="0" bIns="0" rtlCol="0">
            <a:spAutoFit/>
          </a:bodyPr>
          <a:lstStyle/>
          <a:p>
            <a:pPr marL="12700"/>
            <a:r>
              <a:rPr sz="1270" spc="-75" dirty="0">
                <a:solidFill>
                  <a:srgbClr val="FFFFFF"/>
                </a:solidFill>
                <a:latin typeface="腾讯体 W3" panose="020C04030202040F0204" pitchFamily="34" charset="-122"/>
                <a:cs typeface="腾讯体 W3" panose="020C04030202040F0204" pitchFamily="34" charset="-122"/>
              </a:rPr>
              <a:t>2014-2015</a:t>
            </a:r>
            <a:endParaRPr sz="1270">
              <a:latin typeface="腾讯体 W3" panose="020C04030202040F0204" pitchFamily="34" charset="-122"/>
              <a:cs typeface="腾讯体 W3" panose="020C04030202040F0204" pitchFamily="34" charset="-122"/>
            </a:endParaRPr>
          </a:p>
        </p:txBody>
      </p:sp>
      <p:sp>
        <p:nvSpPr>
          <p:cNvPr id="67" name="object 67"/>
          <p:cNvSpPr txBox="1"/>
          <p:nvPr/>
        </p:nvSpPr>
        <p:spPr>
          <a:xfrm>
            <a:off x="8218983" y="2386500"/>
            <a:ext cx="735351" cy="194310"/>
          </a:xfrm>
          <a:prstGeom prst="rect">
            <a:avLst/>
          </a:prstGeom>
        </p:spPr>
        <p:txBody>
          <a:bodyPr vert="horz" wrap="square" lIns="0" tIns="0" rIns="0" bIns="0" rtlCol="0">
            <a:spAutoFit/>
          </a:bodyPr>
          <a:lstStyle/>
          <a:p>
            <a:pPr marL="12700"/>
            <a:r>
              <a:rPr sz="1270" spc="-75" dirty="0">
                <a:solidFill>
                  <a:srgbClr val="FFFFFF"/>
                </a:solidFill>
                <a:latin typeface="腾讯体 W3" panose="020C04030202040F0204" pitchFamily="34" charset="-122"/>
                <a:cs typeface="腾讯体 W3" panose="020C04030202040F0204" pitchFamily="34" charset="-122"/>
              </a:rPr>
              <a:t>2013-2014</a:t>
            </a:r>
            <a:endParaRPr sz="1270">
              <a:latin typeface="腾讯体 W3" panose="020C04030202040F0204" pitchFamily="34" charset="-122"/>
              <a:cs typeface="腾讯体 W3" panose="020C04030202040F0204" pitchFamily="34" charset="-122"/>
            </a:endParaRPr>
          </a:p>
        </p:txBody>
      </p:sp>
      <p:sp>
        <p:nvSpPr>
          <p:cNvPr id="68" name="object 68"/>
          <p:cNvSpPr txBox="1"/>
          <p:nvPr/>
        </p:nvSpPr>
        <p:spPr>
          <a:xfrm>
            <a:off x="8094198" y="4778340"/>
            <a:ext cx="1558806" cy="1591310"/>
          </a:xfrm>
          <a:prstGeom prst="rect">
            <a:avLst/>
          </a:prstGeom>
        </p:spPr>
        <p:txBody>
          <a:bodyPr vert="horz" wrap="square" lIns="0" tIns="0" rIns="0" bIns="0" rtlCol="0">
            <a:spAutoFit/>
          </a:bodyPr>
          <a:lstStyle/>
          <a:p>
            <a:pPr marL="140335" marR="763270" algn="ctr"/>
            <a:r>
              <a:rPr sz="1180" spc="10" dirty="0">
                <a:solidFill>
                  <a:srgbClr val="FFFFFF"/>
                </a:solidFill>
                <a:latin typeface="腾讯体 W3" panose="020C04030202040F0204" pitchFamily="34" charset="-122"/>
                <a:cs typeface="腾讯体 W3" panose="020C04030202040F0204" pitchFamily="34" charset="-122"/>
              </a:rPr>
              <a:t>Per fte  </a:t>
            </a:r>
            <a:r>
              <a:rPr sz="1180" spc="15" dirty="0">
                <a:solidFill>
                  <a:srgbClr val="FFFFFF"/>
                </a:solidFill>
                <a:latin typeface="腾讯体 W3" panose="020C04030202040F0204" pitchFamily="34" charset="-122"/>
                <a:cs typeface="腾讯体 W3" panose="020C04030202040F0204" pitchFamily="34" charset="-122"/>
              </a:rPr>
              <a:t>2013/2014</a:t>
            </a:r>
            <a:endParaRPr sz="1180">
              <a:latin typeface="腾讯体 W3" panose="020C04030202040F0204" pitchFamily="34" charset="-122"/>
              <a:cs typeface="腾讯体 W3" panose="020C04030202040F0204" pitchFamily="34" charset="-122"/>
            </a:endParaRPr>
          </a:p>
          <a:p>
            <a:pPr marR="626110" algn="ctr">
              <a:lnSpc>
                <a:spcPts val="5185"/>
              </a:lnSpc>
            </a:pPr>
            <a:r>
              <a:rPr sz="4355" b="1" spc="-480" dirty="0">
                <a:solidFill>
                  <a:srgbClr val="FFFFFF"/>
                </a:solidFill>
                <a:latin typeface="腾讯体 W7" panose="020C08030202040F0204" pitchFamily="18" charset="-122"/>
                <a:cs typeface="腾讯体 W7" panose="020C08030202040F0204" pitchFamily="18" charset="-122"/>
              </a:rPr>
              <a:t>1</a:t>
            </a:r>
            <a:r>
              <a:rPr sz="4355" b="1" spc="-190" dirty="0">
                <a:solidFill>
                  <a:srgbClr val="FFFFFF"/>
                </a:solidFill>
                <a:latin typeface="腾讯体 W7" panose="020C08030202040F0204" pitchFamily="18" charset="-122"/>
                <a:cs typeface="腾讯体 W7" panose="020C08030202040F0204" pitchFamily="18" charset="-122"/>
              </a:rPr>
              <a:t>0</a:t>
            </a:r>
            <a:r>
              <a:rPr sz="4355" b="1" spc="5" dirty="0">
                <a:solidFill>
                  <a:srgbClr val="FFFFFF"/>
                </a:solidFill>
                <a:latin typeface="腾讯体 W7" panose="020C08030202040F0204" pitchFamily="18" charset="-122"/>
                <a:cs typeface="腾讯体 W7" panose="020C08030202040F0204" pitchFamily="18" charset="-122"/>
              </a:rPr>
              <a:t>8</a:t>
            </a:r>
            <a:endParaRPr sz="4355">
              <a:latin typeface="腾讯体 W7" panose="020C08030202040F0204" pitchFamily="18" charset="-122"/>
              <a:cs typeface="腾讯体 W7" panose="020C08030202040F0204" pitchFamily="18" charset="-122"/>
            </a:endParaRPr>
          </a:p>
          <a:p>
            <a:pPr marL="1026160">
              <a:spcBef>
                <a:spcPts val="1020"/>
              </a:spcBef>
            </a:pPr>
            <a:r>
              <a:rPr sz="815" dirty="0">
                <a:solidFill>
                  <a:srgbClr val="FFFFFF"/>
                </a:solidFill>
                <a:latin typeface="腾讯体 W3" panose="020C04030202040F0204" pitchFamily="34" charset="-122"/>
                <a:cs typeface="腾讯体 W3" panose="020C04030202040F0204" pitchFamily="34" charset="-122"/>
              </a:rPr>
              <a:t>Zie pagina</a:t>
            </a:r>
            <a:r>
              <a:rPr sz="815" spc="-100" dirty="0">
                <a:solidFill>
                  <a:srgbClr val="FFFFFF"/>
                </a:solidFill>
                <a:latin typeface="腾讯体 W3" panose="020C04030202040F0204" pitchFamily="34" charset="-122"/>
                <a:cs typeface="腾讯体 W3" panose="020C04030202040F0204" pitchFamily="34" charset="-122"/>
              </a:rPr>
              <a:t> </a:t>
            </a:r>
            <a:r>
              <a:rPr sz="815" dirty="0">
                <a:solidFill>
                  <a:srgbClr val="FFFFFF"/>
                </a:solidFill>
                <a:latin typeface="腾讯体 W3" panose="020C04030202040F0204" pitchFamily="34" charset="-122"/>
                <a:cs typeface="腾讯体 W3" panose="020C04030202040F0204" pitchFamily="34" charset="-122"/>
              </a:rPr>
              <a:t>38</a:t>
            </a:r>
            <a:endParaRPr sz="815">
              <a:latin typeface="腾讯体 W3" panose="020C04030202040F0204" pitchFamily="34" charset="-122"/>
              <a:cs typeface="腾讯体 W3" panose="020C04030202040F0204" pitchFamily="34" charset="-122"/>
            </a:endParaRPr>
          </a:p>
        </p:txBody>
      </p:sp>
      <p:sp>
        <p:nvSpPr>
          <p:cNvPr id="71" name="object 3"/>
          <p:cNvSpPr/>
          <p:nvPr/>
        </p:nvSpPr>
        <p:spPr>
          <a:xfrm>
            <a:off x="1578185" y="671065"/>
            <a:ext cx="0" cy="130717"/>
          </a:xfrm>
          <a:custGeom>
            <a:avLst/>
            <a:gdLst/>
            <a:ahLst/>
            <a:cxnLst/>
            <a:rect l="l" t="t" r="r" b="b"/>
            <a:pathLst>
              <a:path h="144144">
                <a:moveTo>
                  <a:pt x="0" y="0"/>
                </a:moveTo>
                <a:lnTo>
                  <a:pt x="0" y="144005"/>
                </a:lnTo>
              </a:path>
            </a:pathLst>
          </a:custGeom>
          <a:ln w="9525">
            <a:solidFill>
              <a:srgbClr val="0C306E"/>
            </a:solidFill>
          </a:ln>
        </p:spPr>
        <p:txBody>
          <a:bodyPr wrap="square" lIns="0" tIns="0" rIns="0" bIns="0" rtlCol="0"/>
          <a:lstStyle/>
          <a:p>
            <a:endParaRPr sz="1815">
              <a:latin typeface="腾讯体 W3" panose="020C04030202040F0204" pitchFamily="34" charset="-122"/>
            </a:endParaRPr>
          </a:p>
        </p:txBody>
      </p:sp>
      <p:sp>
        <p:nvSpPr>
          <p:cNvPr id="72" name="object 4"/>
          <p:cNvSpPr/>
          <p:nvPr/>
        </p:nvSpPr>
        <p:spPr>
          <a:xfrm>
            <a:off x="1573866" y="675383"/>
            <a:ext cx="8912895" cy="0"/>
          </a:xfrm>
          <a:custGeom>
            <a:avLst/>
            <a:gdLst/>
            <a:ahLst/>
            <a:cxnLst/>
            <a:rect l="l" t="t" r="r" b="b"/>
            <a:pathLst>
              <a:path w="9828530">
                <a:moveTo>
                  <a:pt x="0" y="0"/>
                </a:moveTo>
                <a:lnTo>
                  <a:pt x="9827996" y="0"/>
                </a:lnTo>
              </a:path>
            </a:pathLst>
          </a:custGeom>
          <a:ln w="9525">
            <a:solidFill>
              <a:srgbClr val="0C306E"/>
            </a:solidFill>
          </a:ln>
        </p:spPr>
        <p:txBody>
          <a:bodyPr wrap="square" lIns="0" tIns="0" rIns="0" bIns="0" rtlCol="0"/>
          <a:lstStyle/>
          <a:p>
            <a:endParaRPr sz="1815">
              <a:latin typeface="腾讯体 W3" panose="020C04030202040F0204" pitchFamily="34" charset="-122"/>
            </a:endParaRPr>
          </a:p>
        </p:txBody>
      </p:sp>
      <p:sp>
        <p:nvSpPr>
          <p:cNvPr id="73" name="object 2"/>
          <p:cNvSpPr txBox="1"/>
          <p:nvPr/>
        </p:nvSpPr>
        <p:spPr>
          <a:xfrm>
            <a:off x="1692932" y="747585"/>
            <a:ext cx="8806133" cy="335280"/>
          </a:xfrm>
          <a:prstGeom prst="rect">
            <a:avLst/>
          </a:prstGeom>
        </p:spPr>
        <p:txBody>
          <a:bodyPr vert="horz" wrap="square" lIns="0" tIns="0" rIns="0" bIns="0" rtlCol="0">
            <a:spAutoFit/>
          </a:bodyPr>
          <a:lstStyle>
            <a:lvl1pPr>
              <a:defRPr>
                <a:latin typeface="+mj-lt"/>
                <a:ea typeface="+mj-ea"/>
                <a:cs typeface="+mj-cs"/>
              </a:defRPr>
            </a:lvl1pPr>
          </a:lstStyle>
          <a:p>
            <a:pPr marL="12700"/>
            <a:r>
              <a:rPr lang="en-US" sz="2175" dirty="0">
                <a:solidFill>
                  <a:srgbClr val="0C306E"/>
                </a:solidFill>
                <a:latin typeface="腾讯体 W7" panose="020C08030202040F0204" pitchFamily="18" charset="-122"/>
                <a:ea typeface="+mn-ea"/>
                <a:cs typeface="腾讯体 W7" panose="020C08030202040F0204" pitchFamily="18" charset="-122"/>
              </a:rPr>
              <a:t>Graphs</a:t>
            </a:r>
            <a:endParaRPr lang="en-US" sz="1815" dirty="0">
              <a:solidFill>
                <a:prstClr val="black"/>
              </a:solidFill>
              <a:latin typeface="腾讯体 W7" panose="020C08030202040F0204" pitchFamily="18" charset="-122"/>
              <a:ea typeface="+mn-ea"/>
              <a:cs typeface="腾讯体 W7" panose="020C08030202040F0204" pitchFamily="18" charset="-122"/>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54690" y="205789"/>
            <a:ext cx="8567653" cy="914438"/>
          </a:xfrm>
        </p:spPr>
        <p:txBody>
          <a:bodyPr/>
          <a:lstStyle/>
          <a:p>
            <a:r>
              <a:rPr lang="en-US" dirty="0" smtClean="0"/>
              <a:t>Heat Graphs</a:t>
            </a:r>
            <a:endParaRPr lang="en-US" dirty="0"/>
          </a:p>
        </p:txBody>
      </p:sp>
      <p:sp>
        <p:nvSpPr>
          <p:cNvPr id="4" name="Footer Placeholder 3"/>
          <p:cNvSpPr>
            <a:spLocks noGrp="1"/>
          </p:cNvSpPr>
          <p:nvPr>
            <p:ph type="ftr" sz="quarter" idx="3"/>
          </p:nvPr>
        </p:nvSpPr>
        <p:spPr/>
        <p:txBody>
          <a:bodyPr/>
          <a:lstStyle/>
          <a:p>
            <a:r>
              <a:rPr lang="en-GB" sz="1000" smtClean="0"/>
              <a:t>Title of presentation</a:t>
            </a:r>
            <a:endParaRPr lang="en-GB" sz="1000" dirty="0"/>
          </a:p>
        </p:txBody>
      </p:sp>
      <p:sp>
        <p:nvSpPr>
          <p:cNvPr id="5" name="Slide Number Placeholder 4"/>
          <p:cNvSpPr>
            <a:spLocks noGrp="1"/>
          </p:cNvSpPr>
          <p:nvPr>
            <p:ph type="sldNum" sz="quarter" idx="4"/>
          </p:nvPr>
        </p:nvSpPr>
        <p:spPr/>
        <p:txBody>
          <a:bodyPr/>
          <a:lstStyle/>
          <a:p>
            <a:fld id="{9EBD5762-3BDC-484D-9503-7EA6D5A9A8CE}" type="slidenum">
              <a:rPr lang="en-GB" sz="1000" smtClean="0"/>
            </a:fld>
            <a:endParaRPr lang="en-GB" sz="1000" dirty="0"/>
          </a:p>
        </p:txBody>
      </p:sp>
      <p:sp>
        <p:nvSpPr>
          <p:cNvPr id="6" name="Date Placeholder 5"/>
          <p:cNvSpPr>
            <a:spLocks noGrp="1"/>
          </p:cNvSpPr>
          <p:nvPr>
            <p:ph type="dt" sz="half" idx="2"/>
          </p:nvPr>
        </p:nvSpPr>
        <p:spPr/>
        <p:txBody>
          <a:bodyPr/>
          <a:lstStyle/>
          <a:p>
            <a:r>
              <a:rPr lang="en-US" sz="1000" smtClean="0"/>
              <a:t>Insert date here</a:t>
            </a:r>
            <a:endParaRPr lang="en-GB" sz="1000" dirty="0"/>
          </a:p>
        </p:txBody>
      </p:sp>
      <p:pic>
        <p:nvPicPr>
          <p:cNvPr id="7" name="Shape 373"/>
          <p:cNvPicPr preferRelativeResize="0"/>
          <p:nvPr/>
        </p:nvPicPr>
        <p:blipFill>
          <a:blip/>
        </p:blipFill>
        <p:spPr>
          <a:xfrm>
            <a:off x="1996571" y="1507049"/>
            <a:ext cx="1361" cy="1361"/>
          </a:xfrm>
          <a:prstGeom prst="rect">
            <a:avLst/>
          </a:prstGeom>
          <a:solidFill>
            <a:srgbClr val="FFFFFF"/>
          </a:solidFill>
          <a:ln>
            <a:noFill/>
          </a:ln>
        </p:spPr>
      </p:pic>
      <p:sp>
        <p:nvSpPr>
          <p:cNvPr id="8" name="Shape 374"/>
          <p:cNvSpPr txBox="1"/>
          <p:nvPr/>
        </p:nvSpPr>
        <p:spPr>
          <a:xfrm>
            <a:off x="2275912" y="2509258"/>
            <a:ext cx="7732245" cy="415510"/>
          </a:xfrm>
          <a:prstGeom prst="rect">
            <a:avLst/>
          </a:prstGeom>
          <a:noFill/>
          <a:ln>
            <a:noFill/>
          </a:ln>
        </p:spPr>
        <p:txBody>
          <a:bodyPr lIns="0" tIns="0" rIns="0" bIns="0" anchor="t" anchorCtr="0">
            <a:noAutofit/>
          </a:bodyPr>
          <a:lstStyle>
            <a:defPPr marR="0" lvl="0" algn="l" rtl="0">
              <a:lnSpc>
                <a:spcPct val="100000"/>
              </a:lnSpc>
              <a:spcBef>
                <a:spcPts val="0"/>
              </a:spcBef>
              <a:spcAft>
                <a:spcPts val="0"/>
              </a:spcAft>
            </a:defPPr>
            <a:lvl1pPr marL="0" marR="0" lvl="0" indent="0" algn="l" rtl="0">
              <a:lnSpc>
                <a:spcPct val="100000"/>
              </a:lnSpc>
              <a:spcBef>
                <a:spcPts val="0"/>
              </a:spcBef>
              <a:spcAft>
                <a:spcPts val="0"/>
              </a:spcAft>
              <a:buClr>
                <a:schemeClr val="dk1"/>
              </a:buClr>
              <a:buFont typeface="腾讯体 W7" panose="020C08030202040F0204" pitchFamily="18" charset="-122"/>
              <a:buNone/>
              <a:defRPr sz="2400" b="1" u="none" strike="noStrike" cap="none">
                <a:solidFill>
                  <a:schemeClr val="dk1"/>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defRPr>
            </a:lvl1pPr>
            <a:lvl2pPr lvl="1" indent="0" rtl="0">
              <a:spcBef>
                <a:spcPts val="0"/>
              </a:spcBef>
              <a:buNone/>
              <a:defRPr sz="1800"/>
            </a:lvl2pPr>
            <a:lvl3pPr lvl="2" indent="0" rtl="0">
              <a:spcBef>
                <a:spcPts val="0"/>
              </a:spcBef>
              <a:buNone/>
              <a:defRPr sz="1800"/>
            </a:lvl3pPr>
            <a:lvl4pPr lvl="3" indent="0" rtl="0">
              <a:spcBef>
                <a:spcPts val="0"/>
              </a:spcBef>
              <a:buNone/>
              <a:defRPr sz="1800"/>
            </a:lvl4pPr>
            <a:lvl5pPr lvl="4" indent="0" rtl="0">
              <a:spcBef>
                <a:spcPts val="0"/>
              </a:spcBef>
              <a:buNone/>
              <a:defRPr sz="1800"/>
            </a:lvl5pPr>
            <a:lvl6pPr lvl="5" indent="0" rtl="0">
              <a:spcBef>
                <a:spcPts val="0"/>
              </a:spcBef>
              <a:buNone/>
              <a:defRPr sz="1800"/>
            </a:lvl6pPr>
            <a:lvl7pPr lvl="6" indent="0" rtl="0">
              <a:spcBef>
                <a:spcPts val="0"/>
              </a:spcBef>
              <a:buNone/>
              <a:defRPr sz="1800"/>
            </a:lvl7pPr>
            <a:lvl8pPr lvl="7" indent="0" rtl="0">
              <a:spcBef>
                <a:spcPts val="0"/>
              </a:spcBef>
              <a:buNone/>
              <a:defRPr sz="1800"/>
            </a:lvl8pPr>
            <a:lvl9pPr lvl="8" indent="0" rtl="0">
              <a:spcBef>
                <a:spcPts val="0"/>
              </a:spcBef>
              <a:buNone/>
              <a:defRPr sz="1800"/>
            </a:lvl9pPr>
          </a:lstStyle>
          <a:p>
            <a:pPr marL="0" marR="0" lvl="0" indent="0" algn="l" defTabSz="914400" rtl="0" eaLnBrk="1" fontAlgn="auto" latinLnBrk="0" hangingPunct="1">
              <a:lnSpc>
                <a:spcPct val="100000"/>
              </a:lnSpc>
              <a:spcBef>
                <a:spcPts val="0"/>
              </a:spcBef>
              <a:spcAft>
                <a:spcPts val="0"/>
              </a:spcAft>
              <a:buClr>
                <a:srgbClr val="000000"/>
              </a:buClr>
              <a:buSzPct val="25000"/>
              <a:buFont typeface="腾讯体 W7" panose="020C08030202040F0204" pitchFamily="18" charset="-122"/>
              <a:buNone/>
              <a:defRPr/>
            </a:pPr>
            <a:r>
              <a:rPr kumimoji="0" lang="en-US" sz="950" b="0" u="none" strike="noStrike" kern="0" cap="none" spc="0" normalizeH="0" baseline="0" noProof="0" smtClean="0">
                <a:ln>
                  <a:noFill/>
                </a:ln>
                <a:solidFill>
                  <a:srgbClr val="000000"/>
                </a:solidFill>
                <a:effectLst/>
                <a:uLnTx/>
                <a:uFillTx/>
                <a:latin typeface="腾讯体 W7" panose="020C08030202040F0204" pitchFamily="18" charset="-122"/>
                <a:sym typeface="腾讯体 W7" panose="020C08030202040F0204" pitchFamily="18" charset="-122"/>
              </a:rPr>
              <a:t>Insurers rely on different decision styles and data with different constraints and motivators for their strategic decisions</a:t>
            </a:r>
            <a:endParaRPr kumimoji="0" lang="en-US" sz="950" b="0" u="none" strike="noStrike" kern="0" cap="none" spc="0" normalizeH="0" baseline="0" noProof="0" smtClean="0">
              <a:ln>
                <a:noFill/>
              </a:ln>
              <a:solidFill>
                <a:srgbClr val="000000"/>
              </a:solidFill>
              <a:effectLst/>
              <a:uLnTx/>
              <a:uFillTx/>
              <a:latin typeface="腾讯体 W7" panose="020C08030202040F0204" pitchFamily="18" charset="-122"/>
              <a:sym typeface="腾讯体 W7" panose="020C08030202040F0204" pitchFamily="18" charset="-122"/>
            </a:endParaRPr>
          </a:p>
          <a:p>
            <a:pPr marL="0" marR="0" lvl="0" indent="0" algn="l" defTabSz="914400" rtl="0" eaLnBrk="1" fontAlgn="auto" latinLnBrk="0" hangingPunct="1">
              <a:lnSpc>
                <a:spcPct val="100000"/>
              </a:lnSpc>
              <a:spcBef>
                <a:spcPts val="0"/>
              </a:spcBef>
              <a:spcAft>
                <a:spcPts val="0"/>
              </a:spcAft>
              <a:buClr>
                <a:srgbClr val="000000"/>
              </a:buClr>
              <a:buSzPct val="25000"/>
              <a:buFont typeface="腾讯体 W7" panose="020C08030202040F0204" pitchFamily="18" charset="-122"/>
              <a:buNone/>
              <a:defRPr/>
            </a:pPr>
            <a:endParaRPr kumimoji="0" lang="en-US" sz="950" b="0" u="none" strike="noStrike" kern="0" cap="none" spc="0" normalizeH="0" baseline="0" noProof="0">
              <a:ln>
                <a:noFill/>
              </a:ln>
              <a:solidFill>
                <a:srgbClr val="000000"/>
              </a:solidFill>
              <a:effectLst/>
              <a:uLnTx/>
              <a:uFillTx/>
              <a:latin typeface="腾讯体 W7" panose="020C08030202040F0204" pitchFamily="18" charset="-122"/>
              <a:sym typeface="腾讯体 W7" panose="020C08030202040F0204" pitchFamily="18" charset="-122"/>
            </a:endParaRPr>
          </a:p>
        </p:txBody>
      </p:sp>
      <p:sp>
        <p:nvSpPr>
          <p:cNvPr id="9" name="Shape 375"/>
          <p:cNvSpPr txBox="1"/>
          <p:nvPr/>
        </p:nvSpPr>
        <p:spPr>
          <a:xfrm>
            <a:off x="2613615" y="1630905"/>
            <a:ext cx="7301769" cy="740136"/>
          </a:xfrm>
          <a:prstGeom prst="rect">
            <a:avLst/>
          </a:prstGeom>
          <a:noFill/>
          <a:ln>
            <a:noFill/>
          </a:ln>
        </p:spPr>
        <p:txBody>
          <a:bodyPr lIns="0" tIns="0" rIns="0" bIns="0" anchor="t" anchorCtr="0">
            <a:noAutofit/>
          </a:bodyPr>
          <a:lstStyle/>
          <a:p>
            <a:pPr defTabSz="914400">
              <a:buSzPct val="25000"/>
            </a:pPr>
            <a:r>
              <a:rPr lang="en-US" sz="1450"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Our Point of View</a:t>
            </a:r>
            <a:endParaRPr lang="en-US" sz="1450"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a:p>
            <a:pPr defTabSz="914400">
              <a:spcBef>
                <a:spcPts val="900"/>
              </a:spcBef>
              <a:buSzPct val="25000"/>
            </a:pPr>
            <a:r>
              <a:rPr lang="en-US" sz="1270"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In order to do so, [Global, insurance client] must increase its speed and sophistication in decision making by leveraging existing data assets and enhancing analytic operating model</a:t>
            </a:r>
            <a:endParaRPr lang="en-US" sz="1270"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pic>
        <p:nvPicPr>
          <p:cNvPr id="10" name="Shape 376"/>
          <p:cNvPicPr preferRelativeResize="0"/>
          <p:nvPr/>
        </p:nvPicPr>
        <p:blipFill rotWithShape="1">
          <a:blip r:embed="rId1"/>
          <a:srcRect/>
          <a:stretch>
            <a:fillRect/>
          </a:stretch>
        </p:blipFill>
        <p:spPr>
          <a:xfrm>
            <a:off x="2132108" y="1632210"/>
            <a:ext cx="381497" cy="381497"/>
          </a:xfrm>
          <a:prstGeom prst="rect">
            <a:avLst/>
          </a:prstGeom>
          <a:noFill/>
          <a:ln>
            <a:noFill/>
          </a:ln>
        </p:spPr>
      </p:pic>
      <p:sp>
        <p:nvSpPr>
          <p:cNvPr id="11" name="Shape 377"/>
          <p:cNvSpPr/>
          <p:nvPr/>
        </p:nvSpPr>
        <p:spPr>
          <a:xfrm>
            <a:off x="2340708" y="3011333"/>
            <a:ext cx="2254694" cy="817687"/>
          </a:xfrm>
          <a:prstGeom prst="rect">
            <a:avLst/>
          </a:prstGeom>
          <a:no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endParaRPr sz="127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pic>
        <p:nvPicPr>
          <p:cNvPr id="12" name="Shape 378"/>
          <p:cNvPicPr preferRelativeResize="0"/>
          <p:nvPr/>
        </p:nvPicPr>
        <p:blipFill rotWithShape="1">
          <a:blip r:embed="rId2"/>
          <a:srcRect/>
          <a:stretch>
            <a:fillRect/>
          </a:stretch>
        </p:blipFill>
        <p:spPr>
          <a:xfrm>
            <a:off x="7254806" y="3115411"/>
            <a:ext cx="633569" cy="578988"/>
          </a:xfrm>
          <a:prstGeom prst="rect">
            <a:avLst/>
          </a:prstGeom>
          <a:noFill/>
          <a:ln>
            <a:noFill/>
          </a:ln>
        </p:spPr>
      </p:pic>
      <p:pic>
        <p:nvPicPr>
          <p:cNvPr id="13" name="Shape 379"/>
          <p:cNvPicPr preferRelativeResize="0"/>
          <p:nvPr/>
        </p:nvPicPr>
        <p:blipFill rotWithShape="1">
          <a:blip r:embed="rId3"/>
          <a:srcRect/>
          <a:stretch>
            <a:fillRect/>
          </a:stretch>
        </p:blipFill>
        <p:spPr>
          <a:xfrm>
            <a:off x="7172080" y="5075159"/>
            <a:ext cx="799138" cy="636886"/>
          </a:xfrm>
          <a:prstGeom prst="rect">
            <a:avLst/>
          </a:prstGeom>
          <a:noFill/>
          <a:ln>
            <a:noFill/>
          </a:ln>
        </p:spPr>
      </p:pic>
      <p:pic>
        <p:nvPicPr>
          <p:cNvPr id="14" name="Shape 380"/>
          <p:cNvPicPr preferRelativeResize="0"/>
          <p:nvPr/>
        </p:nvPicPr>
        <p:blipFill rotWithShape="1">
          <a:blip r:embed="rId4"/>
          <a:srcRect/>
          <a:stretch>
            <a:fillRect/>
          </a:stretch>
        </p:blipFill>
        <p:spPr>
          <a:xfrm>
            <a:off x="3539207" y="5086675"/>
            <a:ext cx="677584" cy="578988"/>
          </a:xfrm>
          <a:prstGeom prst="rect">
            <a:avLst/>
          </a:prstGeom>
          <a:noFill/>
          <a:ln>
            <a:noFill/>
          </a:ln>
        </p:spPr>
      </p:pic>
      <p:pic>
        <p:nvPicPr>
          <p:cNvPr id="15" name="Shape 381"/>
          <p:cNvPicPr preferRelativeResize="0"/>
          <p:nvPr/>
        </p:nvPicPr>
        <p:blipFill rotWithShape="1">
          <a:blip r:embed="rId5"/>
          <a:srcRect/>
          <a:stretch>
            <a:fillRect/>
          </a:stretch>
        </p:blipFill>
        <p:spPr>
          <a:xfrm>
            <a:off x="3521134" y="3989926"/>
            <a:ext cx="713603" cy="636886"/>
          </a:xfrm>
          <a:prstGeom prst="rect">
            <a:avLst/>
          </a:prstGeom>
          <a:noFill/>
          <a:ln>
            <a:noFill/>
          </a:ln>
        </p:spPr>
      </p:pic>
      <p:sp>
        <p:nvSpPr>
          <p:cNvPr id="16" name="Shape 382"/>
          <p:cNvSpPr txBox="1"/>
          <p:nvPr/>
        </p:nvSpPr>
        <p:spPr>
          <a:xfrm>
            <a:off x="2460691" y="3071801"/>
            <a:ext cx="1314830" cy="149932"/>
          </a:xfrm>
          <a:prstGeom prst="rect">
            <a:avLst/>
          </a:prstGeom>
          <a:noFill/>
          <a:ln>
            <a:noFill/>
          </a:ln>
        </p:spPr>
        <p:txBody>
          <a:bodyPr lIns="0" tIns="0" rIns="0" bIns="0" anchor="t" anchorCtr="0">
            <a:noAutofit/>
          </a:bodyPr>
          <a:lstStyle/>
          <a:p>
            <a:pPr defTabSz="914400">
              <a:buSzPct val="25000"/>
            </a:pPr>
            <a:r>
              <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rely on…</a:t>
            </a:r>
            <a:endPar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17" name="Shape 383"/>
          <p:cNvSpPr txBox="1"/>
          <p:nvPr/>
        </p:nvSpPr>
        <p:spPr>
          <a:xfrm>
            <a:off x="2428666" y="3928219"/>
            <a:ext cx="1008135" cy="600320"/>
          </a:xfrm>
          <a:prstGeom prst="rect">
            <a:avLst/>
          </a:prstGeom>
          <a:noFill/>
          <a:ln>
            <a:noFill/>
          </a:ln>
        </p:spPr>
        <p:txBody>
          <a:bodyPr lIns="0" tIns="0" rIns="0" bIns="0" anchor="t" anchorCtr="0">
            <a:noAutofit/>
          </a:bodyPr>
          <a:lstStyle/>
          <a:p>
            <a:pPr defTabSz="914400">
              <a:buSzPct val="25000"/>
            </a:pPr>
            <a:r>
              <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require change &amp; investment in…</a:t>
            </a:r>
            <a:endPar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18" name="Shape 384"/>
          <p:cNvSpPr txBox="1"/>
          <p:nvPr/>
        </p:nvSpPr>
        <p:spPr>
          <a:xfrm>
            <a:off x="2439347" y="4904298"/>
            <a:ext cx="997551" cy="600272"/>
          </a:xfrm>
          <a:prstGeom prst="rect">
            <a:avLst/>
          </a:prstGeom>
          <a:noFill/>
          <a:ln>
            <a:noFill/>
          </a:ln>
        </p:spPr>
        <p:txBody>
          <a:bodyPr lIns="0" tIns="0" rIns="0" bIns="0" anchor="t" anchorCtr="0">
            <a:noAutofit/>
          </a:bodyPr>
          <a:lstStyle/>
          <a:p>
            <a:pPr defTabSz="914400">
              <a:buSzPct val="25000"/>
            </a:pPr>
            <a:r>
              <a:rPr lang="en-US" sz="905" b="1"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be constrained by a lack of…</a:t>
            </a:r>
            <a:endParaRPr lang="en-US" sz="905" b="1"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19" name="Shape 385"/>
          <p:cNvSpPr txBox="1"/>
          <p:nvPr/>
        </p:nvSpPr>
        <p:spPr>
          <a:xfrm>
            <a:off x="7292824" y="2980649"/>
            <a:ext cx="557551" cy="162449"/>
          </a:xfrm>
          <a:prstGeom prst="rect">
            <a:avLst/>
          </a:prstGeom>
          <a:noFill/>
          <a:ln>
            <a:noFill/>
          </a:ln>
        </p:spPr>
        <p:txBody>
          <a:bodyPr lIns="0" tIns="0" rIns="0" bIns="0" anchor="ctr"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Accurate</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20" name="Shape 386"/>
          <p:cNvSpPr txBox="1"/>
          <p:nvPr/>
        </p:nvSpPr>
        <p:spPr>
          <a:xfrm>
            <a:off x="6294766" y="3168056"/>
            <a:ext cx="1170068" cy="300136"/>
          </a:xfrm>
          <a:prstGeom prst="rect">
            <a:avLst/>
          </a:prstGeom>
          <a:noFill/>
          <a:ln>
            <a:noFill/>
          </a:ln>
        </p:spPr>
        <p:txBody>
          <a:bodyPr lIns="0" tIns="0" rIns="0" bIns="0" anchor="t" anchorCtr="0">
            <a:noAutofit/>
          </a:bodyPr>
          <a:lstStyle/>
          <a:p>
            <a:pPr defTabSz="914400">
              <a:buSzPct val="25000"/>
            </a:pPr>
            <a:r>
              <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require </a:t>
            </a:r>
            <a:br>
              <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br>
            <a:r>
              <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data to be…</a:t>
            </a:r>
            <a:endPar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21" name="Shape 387"/>
          <p:cNvSpPr txBox="1"/>
          <p:nvPr/>
        </p:nvSpPr>
        <p:spPr>
          <a:xfrm>
            <a:off x="6294766" y="3915653"/>
            <a:ext cx="1355926" cy="150027"/>
          </a:xfrm>
          <a:prstGeom prst="rect">
            <a:avLst/>
          </a:prstGeom>
          <a:noFill/>
          <a:ln>
            <a:noFill/>
          </a:ln>
        </p:spPr>
        <p:txBody>
          <a:bodyPr lIns="0" tIns="0" rIns="0" bIns="0" anchor="t" anchorCtr="0">
            <a:noAutofit/>
          </a:bodyPr>
          <a:lstStyle/>
          <a:p>
            <a:pPr defTabSz="914400">
              <a:buSzPct val="25000"/>
            </a:pPr>
            <a:r>
              <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be…</a:t>
            </a:r>
            <a:endPar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22" name="Shape 388"/>
          <p:cNvSpPr txBox="1"/>
          <p:nvPr/>
        </p:nvSpPr>
        <p:spPr>
          <a:xfrm>
            <a:off x="6322438" y="4941995"/>
            <a:ext cx="1014356" cy="450083"/>
          </a:xfrm>
          <a:prstGeom prst="rect">
            <a:avLst/>
          </a:prstGeom>
          <a:noFill/>
          <a:ln>
            <a:noFill/>
          </a:ln>
        </p:spPr>
        <p:txBody>
          <a:bodyPr lIns="0" tIns="0" rIns="0" bIns="0" anchor="t" anchorCtr="0">
            <a:noAutofit/>
          </a:bodyPr>
          <a:lstStyle/>
          <a:p>
            <a:pPr defTabSz="914400">
              <a:buSzPct val="25000"/>
            </a:pPr>
            <a:r>
              <a:rPr lang="en-US" sz="905" b="1"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and be motivated by…</a:t>
            </a:r>
            <a:endParaRPr lang="en-US" sz="905" b="1"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23" name="Shape 389"/>
          <p:cNvSpPr/>
          <p:nvPr/>
        </p:nvSpPr>
        <p:spPr>
          <a:xfrm>
            <a:off x="8544695" y="2979651"/>
            <a:ext cx="1344762" cy="840816"/>
          </a:xfrm>
          <a:prstGeom prst="rect">
            <a:avLst/>
          </a:prstGeom>
          <a:solidFill>
            <a:srgbClr val="0C306E"/>
          </a:solid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buSzPct val="25000"/>
            </a:pPr>
            <a: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Do you have the right balance by type of question/</a:t>
            </a:r>
            <a:b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br>
            <a: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decision?</a:t>
            </a:r>
            <a:endPar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24" name="Shape 390"/>
          <p:cNvSpPr/>
          <p:nvPr/>
        </p:nvSpPr>
        <p:spPr>
          <a:xfrm>
            <a:off x="4659337" y="3892662"/>
            <a:ext cx="1344629" cy="949593"/>
          </a:xfrm>
          <a:prstGeom prst="rect">
            <a:avLst/>
          </a:prstGeom>
          <a:solidFill>
            <a:srgbClr val="1450B8"/>
          </a:solid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buSzPct val="25000"/>
            </a:pPr>
            <a: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How will data &amp; analytics change business capabilities?</a:t>
            </a:r>
            <a:endPar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25" name="Shape 391"/>
          <p:cNvSpPr/>
          <p:nvPr/>
        </p:nvSpPr>
        <p:spPr>
          <a:xfrm>
            <a:off x="8544698" y="3880096"/>
            <a:ext cx="1344629" cy="949593"/>
          </a:xfrm>
          <a:prstGeom prst="rect">
            <a:avLst/>
          </a:prstGeom>
          <a:solidFill>
            <a:srgbClr val="0C306E"/>
          </a:solid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buSzPct val="25000"/>
            </a:pPr>
            <a: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Can you be opportunistic to take advantage of changing conditions?</a:t>
            </a:r>
            <a:endPar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26" name="Shape 392"/>
          <p:cNvSpPr/>
          <p:nvPr/>
        </p:nvSpPr>
        <p:spPr>
          <a:xfrm>
            <a:off x="4648662" y="4896487"/>
            <a:ext cx="1344629" cy="1047269"/>
          </a:xfrm>
          <a:prstGeom prst="rect">
            <a:avLst/>
          </a:prstGeom>
          <a:solidFill>
            <a:srgbClr val="1450B8"/>
          </a:solid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buSzPct val="25000"/>
            </a:pPr>
            <a: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Is there a strategy through execution approach to act on decisions?</a:t>
            </a:r>
            <a:endPar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27" name="Shape 393"/>
          <p:cNvSpPr/>
          <p:nvPr/>
        </p:nvSpPr>
        <p:spPr>
          <a:xfrm>
            <a:off x="8561778" y="4890204"/>
            <a:ext cx="1344629" cy="1044552"/>
          </a:xfrm>
          <a:prstGeom prst="rect">
            <a:avLst/>
          </a:prstGeom>
          <a:solidFill>
            <a:srgbClr val="2972F4"/>
          </a:solid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buSzPct val="25000"/>
            </a:pPr>
            <a: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Do you have enough motivation to disrupt?</a:t>
            </a:r>
            <a:endPar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28" name="Shape 394"/>
          <p:cNvSpPr/>
          <p:nvPr/>
        </p:nvSpPr>
        <p:spPr>
          <a:xfrm>
            <a:off x="4667488" y="2992217"/>
            <a:ext cx="1344762" cy="840816"/>
          </a:xfrm>
          <a:prstGeom prst="rect">
            <a:avLst/>
          </a:prstGeom>
          <a:solidFill>
            <a:srgbClr val="0C306E"/>
          </a:solid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buSzPct val="25000"/>
            </a:pPr>
            <a: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Are you combining intuition, internal analysis and external data?</a:t>
            </a:r>
            <a:endPar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pic>
        <p:nvPicPr>
          <p:cNvPr id="29" name="Shape 395"/>
          <p:cNvPicPr preferRelativeResize="0"/>
          <p:nvPr/>
        </p:nvPicPr>
        <p:blipFill rotWithShape="1">
          <a:blip r:embed="rId6"/>
          <a:srcRect/>
          <a:stretch>
            <a:fillRect/>
          </a:stretch>
        </p:blipFill>
        <p:spPr>
          <a:xfrm>
            <a:off x="7157189" y="4042123"/>
            <a:ext cx="732113" cy="578988"/>
          </a:xfrm>
          <a:prstGeom prst="rect">
            <a:avLst/>
          </a:prstGeom>
          <a:noFill/>
          <a:ln>
            <a:noFill/>
          </a:ln>
        </p:spPr>
      </p:pic>
      <p:grpSp>
        <p:nvGrpSpPr>
          <p:cNvPr id="30" name="Shape 396"/>
          <p:cNvGrpSpPr/>
          <p:nvPr/>
        </p:nvGrpSpPr>
        <p:grpSpPr>
          <a:xfrm>
            <a:off x="2965121" y="3026821"/>
            <a:ext cx="1596747" cy="733589"/>
            <a:chOff x="925923" y="1762723"/>
            <a:chExt cx="1780891" cy="1053238"/>
          </a:xfrm>
        </p:grpSpPr>
        <p:pic>
          <p:nvPicPr>
            <p:cNvPr id="31" name="Shape 397"/>
            <p:cNvPicPr preferRelativeResize="0"/>
            <p:nvPr/>
          </p:nvPicPr>
          <p:blipFill rotWithShape="1">
            <a:blip r:embed="rId7"/>
            <a:srcRect/>
            <a:stretch>
              <a:fillRect/>
            </a:stretch>
          </p:blipFill>
          <p:spPr>
            <a:xfrm>
              <a:off x="1516372" y="1902344"/>
              <a:ext cx="701156" cy="755706"/>
            </a:xfrm>
            <a:prstGeom prst="rect">
              <a:avLst/>
            </a:prstGeom>
            <a:noFill/>
            <a:ln>
              <a:noFill/>
            </a:ln>
          </p:spPr>
        </p:pic>
        <p:sp>
          <p:nvSpPr>
            <p:cNvPr id="32" name="Shape 398"/>
            <p:cNvSpPr txBox="1"/>
            <p:nvPr/>
          </p:nvSpPr>
          <p:spPr>
            <a:xfrm>
              <a:off x="1298448" y="1762723"/>
              <a:ext cx="1107300" cy="129400"/>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Experience &amp; Intuition</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3" name="Shape 399"/>
            <p:cNvSpPr txBox="1"/>
            <p:nvPr/>
          </p:nvSpPr>
          <p:spPr>
            <a:xfrm>
              <a:off x="925923" y="2640782"/>
              <a:ext cx="1044001" cy="169801"/>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Internal data &amp; analytics</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4" name="Shape 400"/>
            <p:cNvSpPr txBox="1"/>
            <p:nvPr/>
          </p:nvSpPr>
          <p:spPr>
            <a:xfrm>
              <a:off x="2054014" y="2652679"/>
              <a:ext cx="652800" cy="163282"/>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External advice</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sp>
        <p:nvSpPr>
          <p:cNvPr id="35" name="Shape 401"/>
          <p:cNvSpPr txBox="1"/>
          <p:nvPr/>
        </p:nvSpPr>
        <p:spPr>
          <a:xfrm>
            <a:off x="6846040" y="3681174"/>
            <a:ext cx="557551" cy="162449"/>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Timely</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 name="Shape 402"/>
          <p:cNvSpPr txBox="1"/>
          <p:nvPr/>
        </p:nvSpPr>
        <p:spPr>
          <a:xfrm>
            <a:off x="7598701" y="3691303"/>
            <a:ext cx="896871" cy="185850"/>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Comprehensive</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7" name="Shape 403"/>
          <p:cNvSpPr txBox="1"/>
          <p:nvPr/>
        </p:nvSpPr>
        <p:spPr>
          <a:xfrm>
            <a:off x="3240205" y="4641660"/>
            <a:ext cx="580802" cy="184086"/>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Business capabilities</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8" name="Shape 404"/>
          <p:cNvSpPr txBox="1"/>
          <p:nvPr/>
        </p:nvSpPr>
        <p:spPr>
          <a:xfrm>
            <a:off x="3964165" y="4641660"/>
            <a:ext cx="623325" cy="100940"/>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Customer offerings</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9" name="Shape 405"/>
          <p:cNvSpPr txBox="1"/>
          <p:nvPr/>
        </p:nvSpPr>
        <p:spPr>
          <a:xfrm>
            <a:off x="6468174" y="4629094"/>
            <a:ext cx="836409" cy="119095"/>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Reactive – have to act</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40" name="Shape 406"/>
          <p:cNvSpPr txBox="1"/>
          <p:nvPr/>
        </p:nvSpPr>
        <p:spPr>
          <a:xfrm>
            <a:off x="7366763" y="4652035"/>
            <a:ext cx="1070383" cy="138621"/>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Opportunistic – decide to act</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41" name="Shape 407"/>
          <p:cNvSpPr txBox="1"/>
          <p:nvPr/>
        </p:nvSpPr>
        <p:spPr>
          <a:xfrm>
            <a:off x="3048180" y="5672000"/>
            <a:ext cx="795641" cy="133729"/>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Stakeholder alignment</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42" name="Shape 408"/>
          <p:cNvSpPr txBox="1"/>
          <p:nvPr/>
        </p:nvSpPr>
        <p:spPr>
          <a:xfrm>
            <a:off x="6729325" y="5709698"/>
            <a:ext cx="658462" cy="139789"/>
          </a:xfrm>
          <a:prstGeom prst="rect">
            <a:avLst/>
          </a:prstGeom>
          <a:noFill/>
          <a:ln>
            <a:noFill/>
          </a:ln>
        </p:spPr>
        <p:txBody>
          <a:bodyPr lIns="0" tIns="0" rIns="0" bIns="0" anchor="t" anchorCtr="0">
            <a:noAutofit/>
          </a:bodyPr>
          <a:lstStyle/>
          <a:p>
            <a:pPr algn="ctr" defTabSz="914400">
              <a:buSzPct val="25000"/>
            </a:pPr>
            <a:r>
              <a:rPr lang="en-US" sz="63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 need to survive</a:t>
            </a:r>
            <a:endParaRPr lang="en-US" sz="63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43" name="Shape 409"/>
          <p:cNvSpPr txBox="1"/>
          <p:nvPr/>
        </p:nvSpPr>
        <p:spPr>
          <a:xfrm>
            <a:off x="7772590" y="5719009"/>
            <a:ext cx="684453" cy="132184"/>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Ability to disrupt</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44" name="Shape 410"/>
          <p:cNvSpPr txBox="1"/>
          <p:nvPr/>
        </p:nvSpPr>
        <p:spPr>
          <a:xfrm>
            <a:off x="4048719" y="5672000"/>
            <a:ext cx="549525" cy="204146"/>
          </a:xfrm>
          <a:prstGeom prst="rect">
            <a:avLst/>
          </a:prstGeom>
          <a:noFill/>
          <a:ln>
            <a:noFill/>
          </a:ln>
        </p:spPr>
        <p:txBody>
          <a:bodyPr lIns="0" tIns="0" rIns="0" bIns="0" anchor="t" anchorCtr="0">
            <a:noAutofit/>
          </a:bodyPr>
          <a:lstStyle/>
          <a:p>
            <a:pPr algn="ctr" defTabSz="914400">
              <a:buSzPct val="25000"/>
            </a:pPr>
            <a:r>
              <a:rPr lang="en-US" sz="63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Ability to execute</a:t>
            </a:r>
            <a:endParaRPr lang="en-US" sz="63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45" name="Shape 411"/>
          <p:cNvSpPr txBox="1"/>
          <p:nvPr/>
        </p:nvSpPr>
        <p:spPr>
          <a:xfrm>
            <a:off x="3383029" y="4933405"/>
            <a:ext cx="1164219" cy="155736"/>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Funding or investment capacity</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46" name="Shape 412"/>
          <p:cNvSpPr txBox="1"/>
          <p:nvPr/>
        </p:nvSpPr>
        <p:spPr>
          <a:xfrm>
            <a:off x="7223928" y="4947255"/>
            <a:ext cx="704457" cy="223370"/>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Market leadership</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47" name="Shape 413"/>
          <p:cNvSpPr txBox="1"/>
          <p:nvPr/>
        </p:nvSpPr>
        <p:spPr>
          <a:xfrm>
            <a:off x="3458428" y="3903421"/>
            <a:ext cx="826036" cy="179699"/>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Corporate strategy</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48" name="Shape 414"/>
          <p:cNvSpPr txBox="1"/>
          <p:nvPr/>
        </p:nvSpPr>
        <p:spPr>
          <a:xfrm>
            <a:off x="6984068" y="3939416"/>
            <a:ext cx="1163605" cy="204981"/>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Proactive – act with intent</a:t>
            </a:r>
            <a:endPar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49" name="Shape 415"/>
          <p:cNvSpPr/>
          <p:nvPr/>
        </p:nvSpPr>
        <p:spPr>
          <a:xfrm>
            <a:off x="2340699" y="3892666"/>
            <a:ext cx="2254694" cy="949659"/>
          </a:xfrm>
          <a:prstGeom prst="rect">
            <a:avLst/>
          </a:prstGeom>
          <a:no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endParaRPr sz="127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50" name="Shape 416"/>
          <p:cNvSpPr/>
          <p:nvPr/>
        </p:nvSpPr>
        <p:spPr>
          <a:xfrm>
            <a:off x="2340699" y="4899320"/>
            <a:ext cx="2254694" cy="1044626"/>
          </a:xfrm>
          <a:prstGeom prst="rect">
            <a:avLst/>
          </a:prstGeom>
          <a:no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endParaRPr sz="127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51" name="Shape 417"/>
          <p:cNvSpPr/>
          <p:nvPr/>
        </p:nvSpPr>
        <p:spPr>
          <a:xfrm>
            <a:off x="6226444" y="3880100"/>
            <a:ext cx="2254694" cy="949659"/>
          </a:xfrm>
          <a:prstGeom prst="rect">
            <a:avLst/>
          </a:prstGeom>
          <a:no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endParaRPr sz="127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52" name="Shape 418"/>
          <p:cNvSpPr/>
          <p:nvPr/>
        </p:nvSpPr>
        <p:spPr>
          <a:xfrm>
            <a:off x="6226444" y="4890204"/>
            <a:ext cx="2254694" cy="1044626"/>
          </a:xfrm>
          <a:prstGeom prst="rect">
            <a:avLst/>
          </a:prstGeom>
          <a:no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endParaRPr sz="127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53" name="Shape 419"/>
          <p:cNvSpPr/>
          <p:nvPr/>
        </p:nvSpPr>
        <p:spPr>
          <a:xfrm>
            <a:off x="6226445" y="3002895"/>
            <a:ext cx="2254694" cy="817687"/>
          </a:xfrm>
          <a:prstGeom prst="rect">
            <a:avLst/>
          </a:prstGeom>
          <a:no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endParaRPr sz="127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54" name="Shape 420"/>
          <p:cNvSpPr txBox="1"/>
          <p:nvPr/>
        </p:nvSpPr>
        <p:spPr>
          <a:xfrm>
            <a:off x="2335259" y="2705755"/>
            <a:ext cx="7554273" cy="245714"/>
          </a:xfrm>
          <a:prstGeom prst="rect">
            <a:avLst/>
          </a:prstGeom>
          <a:solidFill>
            <a:srgbClr val="808B9E"/>
          </a:solidFill>
          <a:ln>
            <a:noFill/>
          </a:ln>
        </p:spPr>
        <p:txBody>
          <a:bodyPr lIns="0" tIns="0" rIns="0" bIns="0" anchor="ctr" anchorCtr="0">
            <a:noAutofit/>
          </a:bodyPr>
          <a:lstStyle/>
          <a:p>
            <a:pPr algn="ctr" defTabSz="914400">
              <a:buSzPct val="25000"/>
            </a:pPr>
            <a:r>
              <a:rPr lang="en-US" sz="109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Insurers Strategic Decisions will likely…</a:t>
            </a:r>
            <a:endParaRPr lang="en-US" sz="109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2" name="Rectangle 2"/>
          <p:cNvSpPr>
            <a:spLocks noGrp="1" noChangeArrowheads="1"/>
          </p:cNvSpPr>
          <p:nvPr>
            <p:ph type="title"/>
          </p:nvPr>
        </p:nvSpPr>
        <p:spPr>
          <a:xfrm>
            <a:off x="1812177" y="396658"/>
            <a:ext cx="8567653" cy="914302"/>
          </a:xfrm>
          <a:noFill/>
        </p:spPr>
        <p:txBody>
          <a:bodyPr anchor="ctr"/>
          <a:lstStyle/>
          <a:p>
            <a:pPr eaLnBrk="1" hangingPunct="1"/>
            <a:r>
              <a:rPr lang="de-DE" dirty="0" smtClean="0">
                <a:solidFill>
                  <a:srgbClr val="0C306E"/>
                </a:solidFill>
              </a:rPr>
              <a:t>Thermometers</a:t>
            </a:r>
            <a:endParaRPr lang="de-DE" dirty="0" smtClean="0">
              <a:solidFill>
                <a:srgbClr val="0C306E"/>
              </a:solidFill>
            </a:endParaRPr>
          </a:p>
        </p:txBody>
      </p:sp>
      <p:sp>
        <p:nvSpPr>
          <p:cNvPr id="394244" name="Slide Number Placeholder 2"/>
          <p:cNvSpPr>
            <a:spLocks noGrp="1"/>
          </p:cNvSpPr>
          <p:nvPr>
            <p:ph type="sldNum" sz="quarter" idx="4294967295"/>
          </p:nvPr>
        </p:nvSpPr>
        <p:spPr bwMode="auto">
          <a:xfrm>
            <a:off x="8763037" y="6476260"/>
            <a:ext cx="1619657" cy="152608"/>
          </a:xfrm>
          <a:prstGeom prst="rect">
            <a:avLst/>
          </a:prstGeom>
          <a:noFill/>
          <a:ln>
            <a:miter lim="800000"/>
          </a:ln>
        </p:spPr>
        <p:txBody>
          <a:bodyPr vert="horz" wrap="square" numCol="1" compatLnSpc="1"/>
          <a:lstStyle/>
          <a:p>
            <a:pPr defTabSz="993140"/>
            <a:fld id="{A40796D7-970D-4787-AA39-44B055A1EB65}" type="slidenum">
              <a:rPr lang="en-GB" sz="905" smtClean="0"/>
            </a:fld>
            <a:endParaRPr lang="en-GB" sz="905" smtClean="0"/>
          </a:p>
        </p:txBody>
      </p:sp>
      <p:sp>
        <p:nvSpPr>
          <p:cNvPr id="394245" name="Rectangle 3"/>
          <p:cNvSpPr>
            <a:spLocks noChangeArrowheads="1"/>
          </p:cNvSpPr>
          <p:nvPr/>
        </p:nvSpPr>
        <p:spPr bwMode="auto">
          <a:xfrm>
            <a:off x="4079708" y="2600600"/>
            <a:ext cx="2237287" cy="146050"/>
          </a:xfrm>
          <a:prstGeom prst="rect">
            <a:avLst/>
          </a:prstGeom>
          <a:noFill/>
          <a:ln w="12700" algn="ctr">
            <a:noFill/>
            <a:miter lim="800000"/>
          </a:ln>
        </p:spPr>
        <p:txBody>
          <a:bodyPr lIns="0" tIns="0" rIns="0" bIns="0">
            <a:spAutoFit/>
          </a:bodyPr>
          <a:lstStyle/>
          <a:p>
            <a:pPr defTabSz="1042670" eaLnBrk="0" hangingPunct="0">
              <a:lnSpc>
                <a:spcPct val="95000"/>
              </a:lnSpc>
            </a:pPr>
            <a:r>
              <a:rPr lang="de-DE" sz="1000" b="1"/>
              <a:t> “Absolutely Necessary”</a:t>
            </a:r>
            <a:endParaRPr lang="de-DE" sz="1000" b="1"/>
          </a:p>
        </p:txBody>
      </p:sp>
      <p:sp>
        <p:nvSpPr>
          <p:cNvPr id="394246" name="Rectangle 4"/>
          <p:cNvSpPr>
            <a:spLocks noChangeArrowheads="1"/>
          </p:cNvSpPr>
          <p:nvPr/>
        </p:nvSpPr>
        <p:spPr bwMode="auto">
          <a:xfrm>
            <a:off x="4559129" y="4012941"/>
            <a:ext cx="1307244"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xxx</a:t>
            </a:r>
            <a:endParaRPr lang="de-DE" sz="1000"/>
          </a:p>
        </p:txBody>
      </p:sp>
      <p:sp>
        <p:nvSpPr>
          <p:cNvPr id="394247" name="Rectangle 5"/>
          <p:cNvSpPr>
            <a:spLocks noChangeArrowheads="1"/>
          </p:cNvSpPr>
          <p:nvPr/>
        </p:nvSpPr>
        <p:spPr bwMode="auto">
          <a:xfrm flipH="1">
            <a:off x="1665341" y="3375155"/>
            <a:ext cx="1674366" cy="146050"/>
          </a:xfrm>
          <a:prstGeom prst="rect">
            <a:avLst/>
          </a:prstGeom>
          <a:noFill/>
          <a:ln w="12700">
            <a:noFill/>
            <a:miter lim="800000"/>
          </a:ln>
        </p:spPr>
        <p:txBody>
          <a:bodyPr lIns="0" tIns="0" rIns="0" bIns="0">
            <a:spAutoFit/>
          </a:bodyPr>
          <a:lstStyle/>
          <a:p>
            <a:pPr algn="r" defTabSz="1042670" eaLnBrk="0" hangingPunct="0">
              <a:lnSpc>
                <a:spcPct val="95000"/>
              </a:lnSpc>
            </a:pPr>
            <a:r>
              <a:rPr lang="de-DE" sz="1000"/>
              <a:t>xxx</a:t>
            </a:r>
            <a:endParaRPr lang="de-DE" sz="1000"/>
          </a:p>
        </p:txBody>
      </p:sp>
      <p:sp>
        <p:nvSpPr>
          <p:cNvPr id="394248" name="Line 6"/>
          <p:cNvSpPr>
            <a:spLocks noChangeShapeType="1"/>
          </p:cNvSpPr>
          <p:nvPr/>
        </p:nvSpPr>
        <p:spPr bwMode="auto">
          <a:xfrm flipH="1">
            <a:off x="3479358" y="3448580"/>
            <a:ext cx="208756" cy="0"/>
          </a:xfrm>
          <a:prstGeom prst="line">
            <a:avLst/>
          </a:prstGeom>
          <a:noFill/>
          <a:ln w="12700">
            <a:solidFill>
              <a:schemeClr val="tx1"/>
            </a:solidFill>
            <a:round/>
            <a:headEnd type="triangle" w="med" len="med"/>
          </a:ln>
        </p:spPr>
        <p:txBody>
          <a:bodyPr wrap="none" lIns="82897" tIns="41448" rIns="82897" bIns="41448" anchor="ctr"/>
          <a:lstStyle/>
          <a:p>
            <a:endParaRPr lang="en-GB" sz="1815"/>
          </a:p>
        </p:txBody>
      </p:sp>
      <p:sp>
        <p:nvSpPr>
          <p:cNvPr id="394249" name="Rectangle 7"/>
          <p:cNvSpPr>
            <a:spLocks noChangeArrowheads="1"/>
          </p:cNvSpPr>
          <p:nvPr/>
        </p:nvSpPr>
        <p:spPr bwMode="auto">
          <a:xfrm flipH="1">
            <a:off x="1665341" y="3820022"/>
            <a:ext cx="1674366" cy="146050"/>
          </a:xfrm>
          <a:prstGeom prst="rect">
            <a:avLst/>
          </a:prstGeom>
          <a:noFill/>
          <a:ln w="12700">
            <a:noFill/>
            <a:miter lim="800000"/>
          </a:ln>
        </p:spPr>
        <p:txBody>
          <a:bodyPr lIns="0" tIns="0" rIns="0" bIns="0">
            <a:spAutoFit/>
          </a:bodyPr>
          <a:lstStyle/>
          <a:p>
            <a:pPr algn="r" defTabSz="1042670" eaLnBrk="0" hangingPunct="0">
              <a:lnSpc>
                <a:spcPct val="95000"/>
              </a:lnSpc>
            </a:pPr>
            <a:r>
              <a:rPr lang="de-DE" sz="1000"/>
              <a:t>xxx</a:t>
            </a:r>
            <a:endParaRPr lang="de-DE" sz="1000"/>
          </a:p>
        </p:txBody>
      </p:sp>
      <p:sp>
        <p:nvSpPr>
          <p:cNvPr id="394250" name="Line 8"/>
          <p:cNvSpPr>
            <a:spLocks noChangeShapeType="1"/>
          </p:cNvSpPr>
          <p:nvPr/>
        </p:nvSpPr>
        <p:spPr bwMode="auto">
          <a:xfrm flipH="1">
            <a:off x="3479358" y="3892006"/>
            <a:ext cx="208756" cy="0"/>
          </a:xfrm>
          <a:prstGeom prst="line">
            <a:avLst/>
          </a:prstGeom>
          <a:noFill/>
          <a:ln w="12700">
            <a:solidFill>
              <a:schemeClr val="tx1"/>
            </a:solidFill>
            <a:round/>
            <a:headEnd type="triangle" w="med" len="med"/>
          </a:ln>
        </p:spPr>
        <p:txBody>
          <a:bodyPr wrap="none" lIns="82897" tIns="41448" rIns="82897" bIns="41448" anchor="ctr"/>
          <a:lstStyle/>
          <a:p>
            <a:endParaRPr lang="en-GB" sz="1815"/>
          </a:p>
        </p:txBody>
      </p:sp>
      <p:sp>
        <p:nvSpPr>
          <p:cNvPr id="394251" name="Rectangle 9"/>
          <p:cNvSpPr>
            <a:spLocks noChangeArrowheads="1"/>
          </p:cNvSpPr>
          <p:nvPr/>
        </p:nvSpPr>
        <p:spPr bwMode="auto">
          <a:xfrm flipH="1">
            <a:off x="1665341" y="4123800"/>
            <a:ext cx="1674366" cy="146050"/>
          </a:xfrm>
          <a:prstGeom prst="rect">
            <a:avLst/>
          </a:prstGeom>
          <a:noFill/>
          <a:ln w="12700">
            <a:noFill/>
            <a:miter lim="800000"/>
          </a:ln>
        </p:spPr>
        <p:txBody>
          <a:bodyPr lIns="0" tIns="0" rIns="0" bIns="0">
            <a:spAutoFit/>
          </a:bodyPr>
          <a:lstStyle/>
          <a:p>
            <a:pPr algn="r" defTabSz="1042670" eaLnBrk="0" hangingPunct="0">
              <a:lnSpc>
                <a:spcPct val="95000"/>
              </a:lnSpc>
            </a:pPr>
            <a:r>
              <a:rPr lang="de-DE" sz="1000"/>
              <a:t>xxx</a:t>
            </a:r>
            <a:endParaRPr lang="de-DE" sz="1000"/>
          </a:p>
        </p:txBody>
      </p:sp>
      <p:sp>
        <p:nvSpPr>
          <p:cNvPr id="394252" name="Line 10"/>
          <p:cNvSpPr>
            <a:spLocks noChangeShapeType="1"/>
          </p:cNvSpPr>
          <p:nvPr/>
        </p:nvSpPr>
        <p:spPr bwMode="auto">
          <a:xfrm flipH="1">
            <a:off x="3479358" y="4197223"/>
            <a:ext cx="208756" cy="0"/>
          </a:xfrm>
          <a:prstGeom prst="line">
            <a:avLst/>
          </a:prstGeom>
          <a:noFill/>
          <a:ln w="12700">
            <a:solidFill>
              <a:schemeClr val="tx1"/>
            </a:solidFill>
            <a:round/>
            <a:headEnd type="triangle" w="med" len="med"/>
          </a:ln>
        </p:spPr>
        <p:txBody>
          <a:bodyPr wrap="none" lIns="82897" tIns="41448" rIns="82897" bIns="41448" anchor="ctr"/>
          <a:lstStyle/>
          <a:p>
            <a:endParaRPr lang="en-GB" sz="1815"/>
          </a:p>
        </p:txBody>
      </p:sp>
      <p:sp>
        <p:nvSpPr>
          <p:cNvPr id="394253" name="Rectangle 11"/>
          <p:cNvSpPr>
            <a:spLocks noChangeArrowheads="1"/>
          </p:cNvSpPr>
          <p:nvPr/>
        </p:nvSpPr>
        <p:spPr bwMode="auto">
          <a:xfrm flipH="1">
            <a:off x="1669660" y="4531231"/>
            <a:ext cx="1672926" cy="146050"/>
          </a:xfrm>
          <a:prstGeom prst="rect">
            <a:avLst/>
          </a:prstGeom>
          <a:noFill/>
          <a:ln w="12700">
            <a:noFill/>
            <a:miter lim="800000"/>
          </a:ln>
        </p:spPr>
        <p:txBody>
          <a:bodyPr lIns="0" tIns="0" rIns="0" bIns="0">
            <a:spAutoFit/>
          </a:bodyPr>
          <a:lstStyle/>
          <a:p>
            <a:pPr algn="r" defTabSz="1042670" eaLnBrk="0" hangingPunct="0">
              <a:lnSpc>
                <a:spcPct val="95000"/>
              </a:lnSpc>
            </a:pPr>
            <a:r>
              <a:rPr lang="de-DE" sz="1000"/>
              <a:t>xxx</a:t>
            </a:r>
            <a:endParaRPr lang="de-DE" sz="1000"/>
          </a:p>
        </p:txBody>
      </p:sp>
      <p:sp>
        <p:nvSpPr>
          <p:cNvPr id="394254" name="Line 12"/>
          <p:cNvSpPr>
            <a:spLocks noChangeShapeType="1"/>
          </p:cNvSpPr>
          <p:nvPr/>
        </p:nvSpPr>
        <p:spPr bwMode="auto">
          <a:xfrm flipH="1">
            <a:off x="3479358" y="4603216"/>
            <a:ext cx="208756" cy="0"/>
          </a:xfrm>
          <a:prstGeom prst="line">
            <a:avLst/>
          </a:prstGeom>
          <a:noFill/>
          <a:ln w="12700">
            <a:solidFill>
              <a:schemeClr val="tx1"/>
            </a:solidFill>
            <a:round/>
            <a:headEnd type="triangle" w="med" len="med"/>
          </a:ln>
        </p:spPr>
        <p:txBody>
          <a:bodyPr wrap="none" lIns="82897" tIns="41448" rIns="82897" bIns="41448" anchor="ctr"/>
          <a:lstStyle/>
          <a:p>
            <a:endParaRPr lang="en-GB" sz="1815"/>
          </a:p>
        </p:txBody>
      </p:sp>
      <p:sp>
        <p:nvSpPr>
          <p:cNvPr id="394255" name="Rectangle 13"/>
          <p:cNvSpPr>
            <a:spLocks noChangeArrowheads="1"/>
          </p:cNvSpPr>
          <p:nvPr/>
        </p:nvSpPr>
        <p:spPr bwMode="auto">
          <a:xfrm>
            <a:off x="4141615" y="5779450"/>
            <a:ext cx="256841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b="1"/>
              <a:t>“Completely Unnecessary” </a:t>
            </a:r>
            <a:endParaRPr lang="de-DE" sz="1000" b="1"/>
          </a:p>
        </p:txBody>
      </p:sp>
      <p:sp>
        <p:nvSpPr>
          <p:cNvPr id="394256" name="Rectangle 14"/>
          <p:cNvSpPr>
            <a:spLocks noChangeArrowheads="1"/>
          </p:cNvSpPr>
          <p:nvPr/>
        </p:nvSpPr>
        <p:spPr bwMode="auto">
          <a:xfrm>
            <a:off x="4406517" y="4542753"/>
            <a:ext cx="1472808"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xxx</a:t>
            </a:r>
            <a:endParaRPr lang="de-DE" sz="1000"/>
          </a:p>
        </p:txBody>
      </p:sp>
      <p:sp>
        <p:nvSpPr>
          <p:cNvPr id="394257" name="Line 15"/>
          <p:cNvSpPr>
            <a:spLocks noChangeShapeType="1"/>
          </p:cNvSpPr>
          <p:nvPr/>
        </p:nvSpPr>
        <p:spPr bwMode="auto">
          <a:xfrm>
            <a:off x="4014923" y="4616173"/>
            <a:ext cx="390157" cy="0"/>
          </a:xfrm>
          <a:prstGeom prst="line">
            <a:avLst/>
          </a:prstGeom>
          <a:noFill/>
          <a:ln w="12700">
            <a:solidFill>
              <a:schemeClr val="tx1"/>
            </a:solidFill>
            <a:round/>
            <a:headEnd type="triangle" w="med" len="med"/>
          </a:ln>
        </p:spPr>
        <p:txBody>
          <a:bodyPr wrap="none" lIns="82897" tIns="41448" rIns="82897" bIns="41448" anchor="ctr"/>
          <a:lstStyle/>
          <a:p>
            <a:endParaRPr lang="en-GB" sz="1815"/>
          </a:p>
        </p:txBody>
      </p:sp>
      <p:sp>
        <p:nvSpPr>
          <p:cNvPr id="394258" name="Line 16"/>
          <p:cNvSpPr>
            <a:spLocks noChangeShapeType="1"/>
          </p:cNvSpPr>
          <p:nvPr/>
        </p:nvSpPr>
        <p:spPr bwMode="auto">
          <a:xfrm>
            <a:off x="4014923" y="4086365"/>
            <a:ext cx="390157" cy="0"/>
          </a:xfrm>
          <a:prstGeom prst="line">
            <a:avLst/>
          </a:prstGeom>
          <a:noFill/>
          <a:ln w="12700">
            <a:solidFill>
              <a:schemeClr val="tx1"/>
            </a:solidFill>
            <a:round/>
            <a:headEnd type="triangle" w="med" len="med"/>
          </a:ln>
        </p:spPr>
        <p:txBody>
          <a:bodyPr wrap="none" lIns="82897" tIns="41448" rIns="82897" bIns="41448" anchor="ctr"/>
          <a:lstStyle/>
          <a:p>
            <a:endParaRPr lang="en-GB" sz="1815"/>
          </a:p>
        </p:txBody>
      </p:sp>
      <p:sp>
        <p:nvSpPr>
          <p:cNvPr id="394259" name="Rectangle 17"/>
          <p:cNvSpPr>
            <a:spLocks noChangeArrowheads="1"/>
          </p:cNvSpPr>
          <p:nvPr/>
        </p:nvSpPr>
        <p:spPr bwMode="auto">
          <a:xfrm>
            <a:off x="4412277" y="3959672"/>
            <a:ext cx="1500162" cy="253387"/>
          </a:xfrm>
          <a:prstGeom prst="rect">
            <a:avLst/>
          </a:prstGeom>
          <a:noFill/>
          <a:ln w="12700">
            <a:solidFill>
              <a:schemeClr val="tx1"/>
            </a:solidFill>
            <a:miter lim="800000"/>
          </a:ln>
        </p:spPr>
        <p:txBody>
          <a:bodyPr wrap="none" lIns="82897" tIns="41448" rIns="82897" bIns="41448" anchor="ctr"/>
          <a:lstStyle/>
          <a:p>
            <a:endParaRPr lang="en-US" sz="1815"/>
          </a:p>
        </p:txBody>
      </p:sp>
      <p:sp>
        <p:nvSpPr>
          <p:cNvPr id="394260" name="Rectangle 18"/>
          <p:cNvSpPr>
            <a:spLocks noChangeArrowheads="1"/>
          </p:cNvSpPr>
          <p:nvPr/>
        </p:nvSpPr>
        <p:spPr bwMode="auto">
          <a:xfrm>
            <a:off x="3705385" y="2563171"/>
            <a:ext cx="254826" cy="3288266"/>
          </a:xfrm>
          <a:prstGeom prst="rect">
            <a:avLst/>
          </a:prstGeom>
          <a:solidFill>
            <a:schemeClr val="bg1"/>
          </a:solidFill>
          <a:ln w="12700">
            <a:solidFill>
              <a:schemeClr val="tx1"/>
            </a:solidFill>
            <a:miter lim="800000"/>
          </a:ln>
        </p:spPr>
        <p:txBody>
          <a:bodyPr wrap="none" lIns="82897" tIns="41448" rIns="82897" bIns="41448" anchor="ctr"/>
          <a:lstStyle/>
          <a:p>
            <a:endParaRPr lang="en-US" sz="1815"/>
          </a:p>
        </p:txBody>
      </p:sp>
      <p:sp>
        <p:nvSpPr>
          <p:cNvPr id="394261" name="Rectangle 19"/>
          <p:cNvSpPr>
            <a:spLocks noChangeArrowheads="1"/>
          </p:cNvSpPr>
          <p:nvPr/>
        </p:nvSpPr>
        <p:spPr bwMode="auto">
          <a:xfrm>
            <a:off x="3705385" y="4086369"/>
            <a:ext cx="254826" cy="1854327"/>
          </a:xfrm>
          <a:prstGeom prst="rect">
            <a:avLst/>
          </a:prstGeom>
          <a:solidFill>
            <a:schemeClr val="accent2"/>
          </a:solidFill>
          <a:ln w="12700">
            <a:solidFill>
              <a:schemeClr val="tx1"/>
            </a:solidFill>
            <a:miter lim="800000"/>
          </a:ln>
        </p:spPr>
        <p:txBody>
          <a:bodyPr wrap="none" lIns="82897" tIns="41448" rIns="82897" bIns="41448" anchor="ctr"/>
          <a:lstStyle/>
          <a:p>
            <a:endParaRPr lang="en-US" sz="1815"/>
          </a:p>
        </p:txBody>
      </p:sp>
      <p:grpSp>
        <p:nvGrpSpPr>
          <p:cNvPr id="394262" name="Group 20"/>
          <p:cNvGrpSpPr/>
          <p:nvPr/>
        </p:nvGrpSpPr>
        <p:grpSpPr bwMode="auto">
          <a:xfrm>
            <a:off x="3705385" y="2950449"/>
            <a:ext cx="254826" cy="2421568"/>
            <a:chOff x="1467" y="1638"/>
            <a:chExt cx="159" cy="1526"/>
          </a:xfrm>
        </p:grpSpPr>
        <p:sp>
          <p:nvSpPr>
            <p:cNvPr id="394308" name="Line 21"/>
            <p:cNvSpPr>
              <a:spLocks noChangeShapeType="1"/>
            </p:cNvSpPr>
            <p:nvPr/>
          </p:nvSpPr>
          <p:spPr bwMode="auto">
            <a:xfrm>
              <a:off x="1467" y="2486"/>
              <a:ext cx="159" cy="0"/>
            </a:xfrm>
            <a:prstGeom prst="line">
              <a:avLst/>
            </a:prstGeom>
            <a:noFill/>
            <a:ln w="12700">
              <a:solidFill>
                <a:schemeClr val="tx1"/>
              </a:solidFill>
              <a:prstDash val="sysDot"/>
              <a:round/>
            </a:ln>
          </p:spPr>
          <p:txBody>
            <a:bodyPr wrap="none" anchor="ctr"/>
            <a:lstStyle/>
            <a:p>
              <a:endParaRPr lang="en-GB" sz="1815"/>
            </a:p>
          </p:txBody>
        </p:sp>
        <p:sp>
          <p:nvSpPr>
            <p:cNvPr id="394309" name="Line 22"/>
            <p:cNvSpPr>
              <a:spLocks noChangeShapeType="1"/>
            </p:cNvSpPr>
            <p:nvPr/>
          </p:nvSpPr>
          <p:spPr bwMode="auto">
            <a:xfrm>
              <a:off x="1467" y="2316"/>
              <a:ext cx="159" cy="0"/>
            </a:xfrm>
            <a:prstGeom prst="line">
              <a:avLst/>
            </a:prstGeom>
            <a:noFill/>
            <a:ln w="12700">
              <a:solidFill>
                <a:schemeClr val="tx1"/>
              </a:solidFill>
              <a:prstDash val="sysDot"/>
              <a:round/>
            </a:ln>
          </p:spPr>
          <p:txBody>
            <a:bodyPr wrap="none" anchor="ctr"/>
            <a:lstStyle/>
            <a:p>
              <a:endParaRPr lang="en-GB" sz="1815"/>
            </a:p>
          </p:txBody>
        </p:sp>
        <p:sp>
          <p:nvSpPr>
            <p:cNvPr id="394310" name="Line 23"/>
            <p:cNvSpPr>
              <a:spLocks noChangeShapeType="1"/>
            </p:cNvSpPr>
            <p:nvPr/>
          </p:nvSpPr>
          <p:spPr bwMode="auto">
            <a:xfrm>
              <a:off x="1467" y="2147"/>
              <a:ext cx="159" cy="0"/>
            </a:xfrm>
            <a:prstGeom prst="line">
              <a:avLst/>
            </a:prstGeom>
            <a:noFill/>
            <a:ln w="12700">
              <a:solidFill>
                <a:schemeClr val="tx1"/>
              </a:solidFill>
              <a:prstDash val="sysDot"/>
              <a:round/>
            </a:ln>
          </p:spPr>
          <p:txBody>
            <a:bodyPr wrap="none" anchor="ctr"/>
            <a:lstStyle/>
            <a:p>
              <a:endParaRPr lang="en-GB" sz="1815"/>
            </a:p>
          </p:txBody>
        </p:sp>
        <p:sp>
          <p:nvSpPr>
            <p:cNvPr id="394311" name="Line 24"/>
            <p:cNvSpPr>
              <a:spLocks noChangeShapeType="1"/>
            </p:cNvSpPr>
            <p:nvPr/>
          </p:nvSpPr>
          <p:spPr bwMode="auto">
            <a:xfrm>
              <a:off x="1467" y="1977"/>
              <a:ext cx="159" cy="0"/>
            </a:xfrm>
            <a:prstGeom prst="line">
              <a:avLst/>
            </a:prstGeom>
            <a:noFill/>
            <a:ln w="12700">
              <a:solidFill>
                <a:schemeClr val="tx1"/>
              </a:solidFill>
              <a:prstDash val="sysDot"/>
              <a:round/>
            </a:ln>
          </p:spPr>
          <p:txBody>
            <a:bodyPr wrap="none" anchor="ctr"/>
            <a:lstStyle/>
            <a:p>
              <a:endParaRPr lang="en-GB" sz="1815"/>
            </a:p>
          </p:txBody>
        </p:sp>
        <p:sp>
          <p:nvSpPr>
            <p:cNvPr id="394312" name="Line 25"/>
            <p:cNvSpPr>
              <a:spLocks noChangeShapeType="1"/>
            </p:cNvSpPr>
            <p:nvPr/>
          </p:nvSpPr>
          <p:spPr bwMode="auto">
            <a:xfrm>
              <a:off x="1467" y="1808"/>
              <a:ext cx="159" cy="0"/>
            </a:xfrm>
            <a:prstGeom prst="line">
              <a:avLst/>
            </a:prstGeom>
            <a:noFill/>
            <a:ln w="12700">
              <a:solidFill>
                <a:schemeClr val="tx1"/>
              </a:solidFill>
              <a:prstDash val="sysDot"/>
              <a:round/>
            </a:ln>
          </p:spPr>
          <p:txBody>
            <a:bodyPr wrap="none" anchor="ctr"/>
            <a:lstStyle/>
            <a:p>
              <a:endParaRPr lang="en-GB" sz="1815"/>
            </a:p>
          </p:txBody>
        </p:sp>
        <p:sp>
          <p:nvSpPr>
            <p:cNvPr id="394313" name="Line 26"/>
            <p:cNvSpPr>
              <a:spLocks noChangeShapeType="1"/>
            </p:cNvSpPr>
            <p:nvPr/>
          </p:nvSpPr>
          <p:spPr bwMode="auto">
            <a:xfrm>
              <a:off x="1467" y="1638"/>
              <a:ext cx="159" cy="0"/>
            </a:xfrm>
            <a:prstGeom prst="line">
              <a:avLst/>
            </a:prstGeom>
            <a:noFill/>
            <a:ln w="12700">
              <a:solidFill>
                <a:schemeClr val="tx1"/>
              </a:solidFill>
              <a:prstDash val="sysDot"/>
              <a:round/>
            </a:ln>
          </p:spPr>
          <p:txBody>
            <a:bodyPr wrap="none" anchor="ctr"/>
            <a:lstStyle/>
            <a:p>
              <a:endParaRPr lang="en-GB" sz="1815"/>
            </a:p>
          </p:txBody>
        </p:sp>
        <p:sp>
          <p:nvSpPr>
            <p:cNvPr id="394314" name="Line 27"/>
            <p:cNvSpPr>
              <a:spLocks noChangeShapeType="1"/>
            </p:cNvSpPr>
            <p:nvPr/>
          </p:nvSpPr>
          <p:spPr bwMode="auto">
            <a:xfrm>
              <a:off x="1467" y="3164"/>
              <a:ext cx="159" cy="0"/>
            </a:xfrm>
            <a:prstGeom prst="line">
              <a:avLst/>
            </a:prstGeom>
            <a:noFill/>
            <a:ln w="12700">
              <a:solidFill>
                <a:schemeClr val="tx1"/>
              </a:solidFill>
              <a:prstDash val="sysDot"/>
              <a:round/>
            </a:ln>
          </p:spPr>
          <p:txBody>
            <a:bodyPr wrap="none" anchor="ctr"/>
            <a:lstStyle/>
            <a:p>
              <a:endParaRPr lang="en-GB" sz="1815"/>
            </a:p>
          </p:txBody>
        </p:sp>
        <p:sp>
          <p:nvSpPr>
            <p:cNvPr id="394315" name="Line 28"/>
            <p:cNvSpPr>
              <a:spLocks noChangeShapeType="1"/>
            </p:cNvSpPr>
            <p:nvPr/>
          </p:nvSpPr>
          <p:spPr bwMode="auto">
            <a:xfrm>
              <a:off x="1467" y="2995"/>
              <a:ext cx="159" cy="0"/>
            </a:xfrm>
            <a:prstGeom prst="line">
              <a:avLst/>
            </a:prstGeom>
            <a:noFill/>
            <a:ln w="12700">
              <a:solidFill>
                <a:schemeClr val="tx1"/>
              </a:solidFill>
              <a:prstDash val="sysDot"/>
              <a:round/>
            </a:ln>
          </p:spPr>
          <p:txBody>
            <a:bodyPr wrap="none" anchor="ctr"/>
            <a:lstStyle/>
            <a:p>
              <a:endParaRPr lang="en-GB" sz="1815"/>
            </a:p>
          </p:txBody>
        </p:sp>
        <p:sp>
          <p:nvSpPr>
            <p:cNvPr id="394316" name="Line 29"/>
            <p:cNvSpPr>
              <a:spLocks noChangeShapeType="1"/>
            </p:cNvSpPr>
            <p:nvPr/>
          </p:nvSpPr>
          <p:spPr bwMode="auto">
            <a:xfrm>
              <a:off x="1467" y="2825"/>
              <a:ext cx="159" cy="0"/>
            </a:xfrm>
            <a:prstGeom prst="line">
              <a:avLst/>
            </a:prstGeom>
            <a:noFill/>
            <a:ln w="12700">
              <a:solidFill>
                <a:schemeClr val="tx1"/>
              </a:solidFill>
              <a:prstDash val="sysDot"/>
              <a:round/>
            </a:ln>
          </p:spPr>
          <p:txBody>
            <a:bodyPr wrap="none" anchor="ctr"/>
            <a:lstStyle/>
            <a:p>
              <a:endParaRPr lang="en-GB" sz="1815"/>
            </a:p>
          </p:txBody>
        </p:sp>
        <p:sp>
          <p:nvSpPr>
            <p:cNvPr id="394317" name="Line 30"/>
            <p:cNvSpPr>
              <a:spLocks noChangeShapeType="1"/>
            </p:cNvSpPr>
            <p:nvPr/>
          </p:nvSpPr>
          <p:spPr bwMode="auto">
            <a:xfrm>
              <a:off x="1467" y="2656"/>
              <a:ext cx="159" cy="0"/>
            </a:xfrm>
            <a:prstGeom prst="line">
              <a:avLst/>
            </a:prstGeom>
            <a:noFill/>
            <a:ln w="12700">
              <a:solidFill>
                <a:schemeClr val="tx1"/>
              </a:solidFill>
              <a:prstDash val="sysDot"/>
              <a:round/>
            </a:ln>
          </p:spPr>
          <p:txBody>
            <a:bodyPr wrap="none" anchor="ctr"/>
            <a:lstStyle/>
            <a:p>
              <a:endParaRPr lang="en-GB" sz="1815"/>
            </a:p>
          </p:txBody>
        </p:sp>
      </p:grpSp>
      <p:sp>
        <p:nvSpPr>
          <p:cNvPr id="394263" name="Rectangle 31"/>
          <p:cNvSpPr>
            <a:spLocks noChangeArrowheads="1"/>
          </p:cNvSpPr>
          <p:nvPr/>
        </p:nvSpPr>
        <p:spPr bwMode="auto">
          <a:xfrm>
            <a:off x="7041160" y="2829511"/>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10</a:t>
            </a:r>
            <a:endParaRPr lang="de-DE" sz="1000"/>
          </a:p>
        </p:txBody>
      </p:sp>
      <p:sp>
        <p:nvSpPr>
          <p:cNvPr id="394264" name="Rectangle 32"/>
          <p:cNvSpPr>
            <a:spLocks noChangeArrowheads="1"/>
          </p:cNvSpPr>
          <p:nvPr/>
        </p:nvSpPr>
        <p:spPr bwMode="auto">
          <a:xfrm>
            <a:off x="7041160" y="3095855"/>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9</a:t>
            </a:r>
            <a:endParaRPr lang="de-DE" sz="1000"/>
          </a:p>
        </p:txBody>
      </p:sp>
      <p:sp>
        <p:nvSpPr>
          <p:cNvPr id="394265" name="Rectangle 33"/>
          <p:cNvSpPr>
            <a:spLocks noChangeArrowheads="1"/>
          </p:cNvSpPr>
          <p:nvPr/>
        </p:nvSpPr>
        <p:spPr bwMode="auto">
          <a:xfrm>
            <a:off x="7041160" y="3349241"/>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8</a:t>
            </a:r>
            <a:endParaRPr lang="de-DE" sz="1000"/>
          </a:p>
        </p:txBody>
      </p:sp>
      <p:sp>
        <p:nvSpPr>
          <p:cNvPr id="394266" name="Rectangle 34"/>
          <p:cNvSpPr>
            <a:spLocks noChangeArrowheads="1"/>
          </p:cNvSpPr>
          <p:nvPr/>
        </p:nvSpPr>
        <p:spPr bwMode="auto">
          <a:xfrm>
            <a:off x="7041160" y="3604067"/>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7</a:t>
            </a:r>
            <a:endParaRPr lang="de-DE" sz="1000"/>
          </a:p>
        </p:txBody>
      </p:sp>
      <p:sp>
        <p:nvSpPr>
          <p:cNvPr id="394267" name="Rectangle 35"/>
          <p:cNvSpPr>
            <a:spLocks noChangeArrowheads="1"/>
          </p:cNvSpPr>
          <p:nvPr/>
        </p:nvSpPr>
        <p:spPr bwMode="auto">
          <a:xfrm>
            <a:off x="7041160" y="3883368"/>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6</a:t>
            </a:r>
            <a:endParaRPr lang="de-DE" sz="1000"/>
          </a:p>
        </p:txBody>
      </p:sp>
      <p:sp>
        <p:nvSpPr>
          <p:cNvPr id="394268" name="Rectangle 36"/>
          <p:cNvSpPr>
            <a:spLocks noChangeArrowheads="1"/>
          </p:cNvSpPr>
          <p:nvPr/>
        </p:nvSpPr>
        <p:spPr bwMode="auto">
          <a:xfrm>
            <a:off x="7041160" y="4162669"/>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5</a:t>
            </a:r>
            <a:endParaRPr lang="de-DE" sz="1000"/>
          </a:p>
        </p:txBody>
      </p:sp>
      <p:sp>
        <p:nvSpPr>
          <p:cNvPr id="394269" name="Rectangle 37"/>
          <p:cNvSpPr>
            <a:spLocks noChangeArrowheads="1"/>
          </p:cNvSpPr>
          <p:nvPr/>
        </p:nvSpPr>
        <p:spPr bwMode="auto">
          <a:xfrm>
            <a:off x="7041160" y="4441970"/>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4</a:t>
            </a:r>
            <a:endParaRPr lang="de-DE" sz="1000"/>
          </a:p>
        </p:txBody>
      </p:sp>
      <p:sp>
        <p:nvSpPr>
          <p:cNvPr id="394270" name="Rectangle 38"/>
          <p:cNvSpPr>
            <a:spLocks noChangeArrowheads="1"/>
          </p:cNvSpPr>
          <p:nvPr/>
        </p:nvSpPr>
        <p:spPr bwMode="auto">
          <a:xfrm>
            <a:off x="7041160" y="4721271"/>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3</a:t>
            </a:r>
            <a:endParaRPr lang="de-DE" sz="1000"/>
          </a:p>
        </p:txBody>
      </p:sp>
      <p:sp>
        <p:nvSpPr>
          <p:cNvPr id="394271" name="Rectangle 39"/>
          <p:cNvSpPr>
            <a:spLocks noChangeArrowheads="1"/>
          </p:cNvSpPr>
          <p:nvPr/>
        </p:nvSpPr>
        <p:spPr bwMode="auto">
          <a:xfrm>
            <a:off x="7041160" y="5000572"/>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2</a:t>
            </a:r>
            <a:endParaRPr lang="de-DE" sz="1000"/>
          </a:p>
        </p:txBody>
      </p:sp>
      <p:sp>
        <p:nvSpPr>
          <p:cNvPr id="394272" name="Rectangle 40"/>
          <p:cNvSpPr>
            <a:spLocks noChangeArrowheads="1"/>
          </p:cNvSpPr>
          <p:nvPr/>
        </p:nvSpPr>
        <p:spPr bwMode="auto">
          <a:xfrm>
            <a:off x="7041160" y="5279873"/>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1</a:t>
            </a:r>
            <a:endParaRPr lang="de-DE" sz="1000"/>
          </a:p>
        </p:txBody>
      </p:sp>
      <p:sp>
        <p:nvSpPr>
          <p:cNvPr id="394273" name="Rectangle 41"/>
          <p:cNvSpPr>
            <a:spLocks noChangeArrowheads="1"/>
          </p:cNvSpPr>
          <p:nvPr/>
        </p:nvSpPr>
        <p:spPr bwMode="auto">
          <a:xfrm>
            <a:off x="3771615" y="5801048"/>
            <a:ext cx="135332" cy="215955"/>
          </a:xfrm>
          <a:prstGeom prst="rect">
            <a:avLst/>
          </a:prstGeom>
          <a:solidFill>
            <a:schemeClr val="accent1"/>
          </a:solidFill>
          <a:ln w="12700">
            <a:solidFill>
              <a:schemeClr val="tx1"/>
            </a:solidFill>
            <a:miter lim="800000"/>
          </a:ln>
        </p:spPr>
        <p:txBody>
          <a:bodyPr wrap="none" lIns="82897" tIns="41448" rIns="82897" bIns="41448" anchor="ctr"/>
          <a:lstStyle/>
          <a:p>
            <a:endParaRPr lang="en-US" sz="1815"/>
          </a:p>
        </p:txBody>
      </p:sp>
      <p:sp>
        <p:nvSpPr>
          <p:cNvPr id="394274" name="Rectangle 42"/>
          <p:cNvSpPr>
            <a:spLocks noChangeArrowheads="1"/>
          </p:cNvSpPr>
          <p:nvPr/>
        </p:nvSpPr>
        <p:spPr bwMode="auto">
          <a:xfrm>
            <a:off x="3771615" y="5838475"/>
            <a:ext cx="135332" cy="115176"/>
          </a:xfrm>
          <a:prstGeom prst="rect">
            <a:avLst/>
          </a:prstGeom>
          <a:solidFill>
            <a:schemeClr val="accent1"/>
          </a:solidFill>
          <a:ln w="12700">
            <a:solidFill>
              <a:schemeClr val="tx1"/>
            </a:solidFill>
            <a:miter lim="800000"/>
          </a:ln>
        </p:spPr>
        <p:txBody>
          <a:bodyPr wrap="none" lIns="82897" tIns="41448" rIns="82897" bIns="41448" anchor="ctr"/>
          <a:lstStyle/>
          <a:p>
            <a:endParaRPr lang="en-US" sz="1815"/>
          </a:p>
        </p:txBody>
      </p:sp>
      <p:sp>
        <p:nvSpPr>
          <p:cNvPr id="394275" name="Oval 43"/>
          <p:cNvSpPr>
            <a:spLocks noChangeArrowheads="1"/>
          </p:cNvSpPr>
          <p:nvPr/>
        </p:nvSpPr>
        <p:spPr bwMode="auto">
          <a:xfrm>
            <a:off x="3624766" y="5698829"/>
            <a:ext cx="417512" cy="394476"/>
          </a:xfrm>
          <a:prstGeom prst="ellipse">
            <a:avLst/>
          </a:prstGeom>
          <a:solidFill>
            <a:schemeClr val="accent2"/>
          </a:solidFill>
          <a:ln w="12700" algn="ctr">
            <a:solidFill>
              <a:schemeClr val="tx1"/>
            </a:solidFill>
            <a:round/>
          </a:ln>
        </p:spPr>
        <p:txBody>
          <a:bodyPr wrap="none" lIns="82897" tIns="41448" rIns="82897" bIns="41448" anchor="ctr"/>
          <a:lstStyle/>
          <a:p>
            <a:endParaRPr lang="en-US" sz="1815"/>
          </a:p>
        </p:txBody>
      </p:sp>
      <p:sp>
        <p:nvSpPr>
          <p:cNvPr id="394276" name="Rectangle 44"/>
          <p:cNvSpPr>
            <a:spLocks noChangeArrowheads="1"/>
          </p:cNvSpPr>
          <p:nvPr/>
        </p:nvSpPr>
        <p:spPr bwMode="auto">
          <a:xfrm>
            <a:off x="3718348" y="5698829"/>
            <a:ext cx="226032" cy="50390"/>
          </a:xfrm>
          <a:prstGeom prst="rect">
            <a:avLst/>
          </a:prstGeom>
          <a:solidFill>
            <a:schemeClr val="accent2"/>
          </a:solidFill>
          <a:ln w="12700" algn="ctr">
            <a:noFill/>
            <a:miter lim="800000"/>
          </a:ln>
        </p:spPr>
        <p:txBody>
          <a:bodyPr wrap="none" lIns="82897" tIns="41448" rIns="82897" bIns="41448" anchor="ctr"/>
          <a:lstStyle/>
          <a:p>
            <a:endParaRPr lang="en-US" sz="1815"/>
          </a:p>
        </p:txBody>
      </p:sp>
      <p:sp>
        <p:nvSpPr>
          <p:cNvPr id="394277" name="Rectangle 45"/>
          <p:cNvSpPr>
            <a:spLocks noChangeArrowheads="1"/>
          </p:cNvSpPr>
          <p:nvPr/>
        </p:nvSpPr>
        <p:spPr bwMode="auto">
          <a:xfrm>
            <a:off x="3637725" y="5793845"/>
            <a:ext cx="384397" cy="237490"/>
          </a:xfrm>
          <a:prstGeom prst="rect">
            <a:avLst/>
          </a:prstGeom>
          <a:noFill/>
          <a:ln w="12700">
            <a:noFill/>
            <a:miter lim="800000"/>
          </a:ln>
        </p:spPr>
        <p:txBody>
          <a:bodyPr lIns="93584" tIns="45970" rIns="93584" bIns="45970">
            <a:spAutoFit/>
          </a:bodyPr>
          <a:lstStyle/>
          <a:p>
            <a:pPr algn="ctr" defTabSz="1042670" eaLnBrk="0" hangingPunct="0">
              <a:lnSpc>
                <a:spcPct val="95000"/>
              </a:lnSpc>
            </a:pPr>
            <a:r>
              <a:rPr lang="de-DE" sz="1000">
                <a:solidFill>
                  <a:srgbClr val="FFFFFF"/>
                </a:solidFill>
              </a:rPr>
              <a:t>1</a:t>
            </a:r>
            <a:endParaRPr lang="de-DE" sz="1000">
              <a:solidFill>
                <a:srgbClr val="FFFFFF"/>
              </a:solidFill>
            </a:endParaRPr>
          </a:p>
        </p:txBody>
      </p:sp>
      <p:sp>
        <p:nvSpPr>
          <p:cNvPr id="394278" name="Rectangle 46"/>
          <p:cNvSpPr>
            <a:spLocks noChangeArrowheads="1"/>
          </p:cNvSpPr>
          <p:nvPr/>
        </p:nvSpPr>
        <p:spPr bwMode="auto">
          <a:xfrm>
            <a:off x="4406519" y="4282163"/>
            <a:ext cx="1539035"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xxx</a:t>
            </a:r>
            <a:endParaRPr lang="de-DE" sz="1000"/>
          </a:p>
        </p:txBody>
      </p:sp>
      <p:cxnSp>
        <p:nvCxnSpPr>
          <p:cNvPr id="394279" name="AutoShape 47"/>
          <p:cNvCxnSpPr>
            <a:cxnSpLocks noChangeShapeType="1"/>
            <a:stCxn id="394278" idx="1"/>
          </p:cNvCxnSpPr>
          <p:nvPr/>
        </p:nvCxnSpPr>
        <p:spPr bwMode="auto">
          <a:xfrm rot="10800000">
            <a:off x="4907369" y="3839832"/>
            <a:ext cx="335449" cy="110521"/>
          </a:xfrm>
          <a:prstGeom prst="bentConnector3">
            <a:avLst>
              <a:gd name="adj1" fmla="val 50000"/>
            </a:avLst>
          </a:prstGeom>
          <a:noFill/>
          <a:ln w="12700">
            <a:solidFill>
              <a:schemeClr val="tx1"/>
            </a:solidFill>
            <a:miter lim="800000"/>
            <a:tailEnd type="triangle" w="med" len="med"/>
          </a:ln>
        </p:spPr>
      </p:cxnSp>
      <p:sp>
        <p:nvSpPr>
          <p:cNvPr id="394280" name="Oval 48"/>
          <p:cNvSpPr>
            <a:spLocks noChangeArrowheads="1"/>
          </p:cNvSpPr>
          <p:nvPr/>
        </p:nvSpPr>
        <p:spPr bwMode="auto">
          <a:xfrm>
            <a:off x="3624766" y="2511342"/>
            <a:ext cx="417512" cy="394476"/>
          </a:xfrm>
          <a:prstGeom prst="ellipse">
            <a:avLst/>
          </a:prstGeom>
          <a:solidFill>
            <a:schemeClr val="bg1"/>
          </a:solidFill>
          <a:ln w="12700">
            <a:solidFill>
              <a:schemeClr val="tx1"/>
            </a:solidFill>
            <a:round/>
          </a:ln>
        </p:spPr>
        <p:txBody>
          <a:bodyPr wrap="none" lIns="82897" tIns="41448" rIns="82897" bIns="41448" anchor="ctr"/>
          <a:lstStyle/>
          <a:p>
            <a:endParaRPr lang="en-US" sz="1815"/>
          </a:p>
        </p:txBody>
      </p:sp>
      <p:sp>
        <p:nvSpPr>
          <p:cNvPr id="394281" name="Rectangle 49"/>
          <p:cNvSpPr>
            <a:spLocks noChangeArrowheads="1"/>
          </p:cNvSpPr>
          <p:nvPr/>
        </p:nvSpPr>
        <p:spPr bwMode="auto">
          <a:xfrm>
            <a:off x="3711149" y="2826632"/>
            <a:ext cx="238990" cy="87821"/>
          </a:xfrm>
          <a:prstGeom prst="rect">
            <a:avLst/>
          </a:prstGeom>
          <a:solidFill>
            <a:schemeClr val="bg1"/>
          </a:solidFill>
          <a:ln w="12700">
            <a:noFill/>
            <a:miter lim="800000"/>
          </a:ln>
        </p:spPr>
        <p:txBody>
          <a:bodyPr wrap="none" lIns="82897" tIns="41448" rIns="82897" bIns="41448" anchor="ctr"/>
          <a:lstStyle/>
          <a:p>
            <a:endParaRPr lang="en-US" sz="1815"/>
          </a:p>
        </p:txBody>
      </p:sp>
      <p:sp>
        <p:nvSpPr>
          <p:cNvPr id="394282" name="Rectangle 50"/>
          <p:cNvSpPr>
            <a:spLocks noChangeArrowheads="1"/>
          </p:cNvSpPr>
          <p:nvPr/>
        </p:nvSpPr>
        <p:spPr bwMode="auto">
          <a:xfrm>
            <a:off x="3637722" y="2581884"/>
            <a:ext cx="385839" cy="263525"/>
          </a:xfrm>
          <a:prstGeom prst="rect">
            <a:avLst/>
          </a:prstGeom>
          <a:noFill/>
          <a:ln w="12700">
            <a:noFill/>
            <a:miter lim="800000"/>
          </a:ln>
        </p:spPr>
        <p:txBody>
          <a:bodyPr lIns="93584" tIns="45970" rIns="93584" bIns="45970">
            <a:spAutoFit/>
          </a:bodyPr>
          <a:lstStyle/>
          <a:p>
            <a:pPr algn="ctr" defTabSz="1042670" eaLnBrk="0" hangingPunct="0">
              <a:lnSpc>
                <a:spcPct val="95000"/>
              </a:lnSpc>
            </a:pPr>
            <a:r>
              <a:rPr lang="de-DE" sz="1180"/>
              <a:t>10</a:t>
            </a:r>
            <a:endParaRPr lang="de-DE" sz="1180"/>
          </a:p>
        </p:txBody>
      </p:sp>
      <p:sp>
        <p:nvSpPr>
          <p:cNvPr id="394283" name="Rectangle 51"/>
          <p:cNvSpPr>
            <a:spLocks noChangeArrowheads="1"/>
          </p:cNvSpPr>
          <p:nvPr/>
        </p:nvSpPr>
        <p:spPr bwMode="auto">
          <a:xfrm>
            <a:off x="6710034" y="2563171"/>
            <a:ext cx="254825" cy="3288266"/>
          </a:xfrm>
          <a:prstGeom prst="rect">
            <a:avLst/>
          </a:prstGeom>
          <a:solidFill>
            <a:schemeClr val="bg1"/>
          </a:solidFill>
          <a:ln w="12700">
            <a:solidFill>
              <a:schemeClr val="tx1"/>
            </a:solidFill>
            <a:miter lim="800000"/>
          </a:ln>
        </p:spPr>
        <p:txBody>
          <a:bodyPr wrap="none" lIns="82897" tIns="41448" rIns="82897" bIns="41448" anchor="ctr"/>
          <a:lstStyle/>
          <a:p>
            <a:endParaRPr lang="en-US" sz="1815"/>
          </a:p>
        </p:txBody>
      </p:sp>
      <p:sp>
        <p:nvSpPr>
          <p:cNvPr id="394284" name="Rectangle 52"/>
          <p:cNvSpPr>
            <a:spLocks noChangeArrowheads="1"/>
          </p:cNvSpPr>
          <p:nvPr/>
        </p:nvSpPr>
        <p:spPr bwMode="auto">
          <a:xfrm>
            <a:off x="6710034" y="3500410"/>
            <a:ext cx="254825" cy="2323669"/>
          </a:xfrm>
          <a:prstGeom prst="rect">
            <a:avLst/>
          </a:prstGeom>
          <a:solidFill>
            <a:schemeClr val="accent2"/>
          </a:solidFill>
          <a:ln w="12700">
            <a:solidFill>
              <a:schemeClr val="tx1"/>
            </a:solidFill>
            <a:miter lim="800000"/>
          </a:ln>
        </p:spPr>
        <p:txBody>
          <a:bodyPr wrap="none" lIns="82897" tIns="41448" rIns="82897" bIns="41448" anchor="ctr"/>
          <a:lstStyle/>
          <a:p>
            <a:endParaRPr lang="en-US" sz="1815"/>
          </a:p>
        </p:txBody>
      </p:sp>
      <p:grpSp>
        <p:nvGrpSpPr>
          <p:cNvPr id="394285" name="Group 53"/>
          <p:cNvGrpSpPr/>
          <p:nvPr/>
        </p:nvGrpSpPr>
        <p:grpSpPr bwMode="auto">
          <a:xfrm>
            <a:off x="6710034" y="2950449"/>
            <a:ext cx="254825" cy="2421568"/>
            <a:chOff x="1467" y="1638"/>
            <a:chExt cx="159" cy="1526"/>
          </a:xfrm>
        </p:grpSpPr>
        <p:sp>
          <p:nvSpPr>
            <p:cNvPr id="394298" name="Line 54"/>
            <p:cNvSpPr>
              <a:spLocks noChangeShapeType="1"/>
            </p:cNvSpPr>
            <p:nvPr/>
          </p:nvSpPr>
          <p:spPr bwMode="auto">
            <a:xfrm>
              <a:off x="1467" y="2486"/>
              <a:ext cx="159" cy="0"/>
            </a:xfrm>
            <a:prstGeom prst="line">
              <a:avLst/>
            </a:prstGeom>
            <a:noFill/>
            <a:ln w="12700">
              <a:solidFill>
                <a:schemeClr val="tx1"/>
              </a:solidFill>
              <a:prstDash val="sysDot"/>
              <a:round/>
            </a:ln>
          </p:spPr>
          <p:txBody>
            <a:bodyPr wrap="none" anchor="ctr"/>
            <a:lstStyle/>
            <a:p>
              <a:endParaRPr lang="en-GB" sz="1815"/>
            </a:p>
          </p:txBody>
        </p:sp>
        <p:sp>
          <p:nvSpPr>
            <p:cNvPr id="394299" name="Line 55"/>
            <p:cNvSpPr>
              <a:spLocks noChangeShapeType="1"/>
            </p:cNvSpPr>
            <p:nvPr/>
          </p:nvSpPr>
          <p:spPr bwMode="auto">
            <a:xfrm>
              <a:off x="1467" y="2316"/>
              <a:ext cx="159" cy="0"/>
            </a:xfrm>
            <a:prstGeom prst="line">
              <a:avLst/>
            </a:prstGeom>
            <a:noFill/>
            <a:ln w="12700">
              <a:solidFill>
                <a:schemeClr val="tx1"/>
              </a:solidFill>
              <a:prstDash val="sysDot"/>
              <a:round/>
            </a:ln>
          </p:spPr>
          <p:txBody>
            <a:bodyPr wrap="none" anchor="ctr"/>
            <a:lstStyle/>
            <a:p>
              <a:endParaRPr lang="en-GB" sz="1815"/>
            </a:p>
          </p:txBody>
        </p:sp>
        <p:sp>
          <p:nvSpPr>
            <p:cNvPr id="394300" name="Line 56"/>
            <p:cNvSpPr>
              <a:spLocks noChangeShapeType="1"/>
            </p:cNvSpPr>
            <p:nvPr/>
          </p:nvSpPr>
          <p:spPr bwMode="auto">
            <a:xfrm>
              <a:off x="1467" y="2147"/>
              <a:ext cx="159" cy="0"/>
            </a:xfrm>
            <a:prstGeom prst="line">
              <a:avLst/>
            </a:prstGeom>
            <a:noFill/>
            <a:ln w="12700">
              <a:solidFill>
                <a:schemeClr val="tx1"/>
              </a:solidFill>
              <a:prstDash val="sysDot"/>
              <a:round/>
            </a:ln>
          </p:spPr>
          <p:txBody>
            <a:bodyPr wrap="none" anchor="ctr"/>
            <a:lstStyle/>
            <a:p>
              <a:endParaRPr lang="en-GB" sz="1815"/>
            </a:p>
          </p:txBody>
        </p:sp>
        <p:sp>
          <p:nvSpPr>
            <p:cNvPr id="394301" name="Line 57"/>
            <p:cNvSpPr>
              <a:spLocks noChangeShapeType="1"/>
            </p:cNvSpPr>
            <p:nvPr/>
          </p:nvSpPr>
          <p:spPr bwMode="auto">
            <a:xfrm>
              <a:off x="1467" y="1977"/>
              <a:ext cx="159" cy="0"/>
            </a:xfrm>
            <a:prstGeom prst="line">
              <a:avLst/>
            </a:prstGeom>
            <a:noFill/>
            <a:ln w="12700">
              <a:solidFill>
                <a:schemeClr val="tx1"/>
              </a:solidFill>
              <a:prstDash val="sysDot"/>
              <a:round/>
            </a:ln>
          </p:spPr>
          <p:txBody>
            <a:bodyPr wrap="none" anchor="ctr"/>
            <a:lstStyle/>
            <a:p>
              <a:endParaRPr lang="en-GB" sz="1815"/>
            </a:p>
          </p:txBody>
        </p:sp>
        <p:sp>
          <p:nvSpPr>
            <p:cNvPr id="394302" name="Line 58"/>
            <p:cNvSpPr>
              <a:spLocks noChangeShapeType="1"/>
            </p:cNvSpPr>
            <p:nvPr/>
          </p:nvSpPr>
          <p:spPr bwMode="auto">
            <a:xfrm>
              <a:off x="1467" y="1808"/>
              <a:ext cx="159" cy="0"/>
            </a:xfrm>
            <a:prstGeom prst="line">
              <a:avLst/>
            </a:prstGeom>
            <a:noFill/>
            <a:ln w="12700">
              <a:solidFill>
                <a:schemeClr val="tx1"/>
              </a:solidFill>
              <a:prstDash val="sysDot"/>
              <a:round/>
            </a:ln>
          </p:spPr>
          <p:txBody>
            <a:bodyPr wrap="none" anchor="ctr"/>
            <a:lstStyle/>
            <a:p>
              <a:endParaRPr lang="en-GB" sz="1815"/>
            </a:p>
          </p:txBody>
        </p:sp>
        <p:sp>
          <p:nvSpPr>
            <p:cNvPr id="394303" name="Line 59"/>
            <p:cNvSpPr>
              <a:spLocks noChangeShapeType="1"/>
            </p:cNvSpPr>
            <p:nvPr/>
          </p:nvSpPr>
          <p:spPr bwMode="auto">
            <a:xfrm>
              <a:off x="1467" y="1638"/>
              <a:ext cx="159" cy="0"/>
            </a:xfrm>
            <a:prstGeom prst="line">
              <a:avLst/>
            </a:prstGeom>
            <a:noFill/>
            <a:ln w="12700">
              <a:solidFill>
                <a:schemeClr val="tx1"/>
              </a:solidFill>
              <a:prstDash val="sysDot"/>
              <a:round/>
            </a:ln>
          </p:spPr>
          <p:txBody>
            <a:bodyPr wrap="none" anchor="ctr"/>
            <a:lstStyle/>
            <a:p>
              <a:endParaRPr lang="en-GB" sz="1815"/>
            </a:p>
          </p:txBody>
        </p:sp>
        <p:sp>
          <p:nvSpPr>
            <p:cNvPr id="394304" name="Line 60"/>
            <p:cNvSpPr>
              <a:spLocks noChangeShapeType="1"/>
            </p:cNvSpPr>
            <p:nvPr/>
          </p:nvSpPr>
          <p:spPr bwMode="auto">
            <a:xfrm>
              <a:off x="1467" y="3164"/>
              <a:ext cx="159" cy="0"/>
            </a:xfrm>
            <a:prstGeom prst="line">
              <a:avLst/>
            </a:prstGeom>
            <a:noFill/>
            <a:ln w="12700">
              <a:solidFill>
                <a:schemeClr val="tx1"/>
              </a:solidFill>
              <a:prstDash val="sysDot"/>
              <a:round/>
            </a:ln>
          </p:spPr>
          <p:txBody>
            <a:bodyPr wrap="none" anchor="ctr"/>
            <a:lstStyle/>
            <a:p>
              <a:endParaRPr lang="en-GB" sz="1815"/>
            </a:p>
          </p:txBody>
        </p:sp>
        <p:sp>
          <p:nvSpPr>
            <p:cNvPr id="394305" name="Line 61"/>
            <p:cNvSpPr>
              <a:spLocks noChangeShapeType="1"/>
            </p:cNvSpPr>
            <p:nvPr/>
          </p:nvSpPr>
          <p:spPr bwMode="auto">
            <a:xfrm>
              <a:off x="1467" y="2995"/>
              <a:ext cx="159" cy="0"/>
            </a:xfrm>
            <a:prstGeom prst="line">
              <a:avLst/>
            </a:prstGeom>
            <a:noFill/>
            <a:ln w="12700">
              <a:solidFill>
                <a:schemeClr val="tx1"/>
              </a:solidFill>
              <a:prstDash val="sysDot"/>
              <a:round/>
            </a:ln>
          </p:spPr>
          <p:txBody>
            <a:bodyPr wrap="none" anchor="ctr"/>
            <a:lstStyle/>
            <a:p>
              <a:endParaRPr lang="en-GB" sz="1815"/>
            </a:p>
          </p:txBody>
        </p:sp>
        <p:sp>
          <p:nvSpPr>
            <p:cNvPr id="394306" name="Line 62"/>
            <p:cNvSpPr>
              <a:spLocks noChangeShapeType="1"/>
            </p:cNvSpPr>
            <p:nvPr/>
          </p:nvSpPr>
          <p:spPr bwMode="auto">
            <a:xfrm>
              <a:off x="1467" y="2825"/>
              <a:ext cx="159" cy="0"/>
            </a:xfrm>
            <a:prstGeom prst="line">
              <a:avLst/>
            </a:prstGeom>
            <a:noFill/>
            <a:ln w="12700">
              <a:solidFill>
                <a:schemeClr val="tx1"/>
              </a:solidFill>
              <a:prstDash val="sysDot"/>
              <a:round/>
            </a:ln>
          </p:spPr>
          <p:txBody>
            <a:bodyPr wrap="none" anchor="ctr"/>
            <a:lstStyle/>
            <a:p>
              <a:endParaRPr lang="en-GB" sz="1815"/>
            </a:p>
          </p:txBody>
        </p:sp>
        <p:sp>
          <p:nvSpPr>
            <p:cNvPr id="394307" name="Line 63"/>
            <p:cNvSpPr>
              <a:spLocks noChangeShapeType="1"/>
            </p:cNvSpPr>
            <p:nvPr/>
          </p:nvSpPr>
          <p:spPr bwMode="auto">
            <a:xfrm>
              <a:off x="1467" y="2656"/>
              <a:ext cx="159" cy="0"/>
            </a:xfrm>
            <a:prstGeom prst="line">
              <a:avLst/>
            </a:prstGeom>
            <a:noFill/>
            <a:ln w="12700">
              <a:solidFill>
                <a:schemeClr val="tx1"/>
              </a:solidFill>
              <a:prstDash val="sysDot"/>
              <a:round/>
            </a:ln>
          </p:spPr>
          <p:txBody>
            <a:bodyPr wrap="none" anchor="ctr"/>
            <a:lstStyle/>
            <a:p>
              <a:endParaRPr lang="en-GB" sz="1815"/>
            </a:p>
          </p:txBody>
        </p:sp>
      </p:grpSp>
      <p:sp>
        <p:nvSpPr>
          <p:cNvPr id="394286" name="Rectangle 64"/>
          <p:cNvSpPr>
            <a:spLocks noChangeArrowheads="1"/>
          </p:cNvSpPr>
          <p:nvPr/>
        </p:nvSpPr>
        <p:spPr bwMode="auto">
          <a:xfrm>
            <a:off x="6777698" y="5801048"/>
            <a:ext cx="135332" cy="215955"/>
          </a:xfrm>
          <a:prstGeom prst="rect">
            <a:avLst/>
          </a:prstGeom>
          <a:solidFill>
            <a:schemeClr val="accent1"/>
          </a:solidFill>
          <a:ln w="12700">
            <a:solidFill>
              <a:schemeClr val="tx1"/>
            </a:solidFill>
            <a:miter lim="800000"/>
          </a:ln>
        </p:spPr>
        <p:txBody>
          <a:bodyPr wrap="none" lIns="82897" tIns="41448" rIns="82897" bIns="41448" anchor="ctr"/>
          <a:lstStyle/>
          <a:p>
            <a:endParaRPr lang="en-US" sz="1815"/>
          </a:p>
        </p:txBody>
      </p:sp>
      <p:sp>
        <p:nvSpPr>
          <p:cNvPr id="394287" name="Rectangle 65"/>
          <p:cNvSpPr>
            <a:spLocks noChangeArrowheads="1"/>
          </p:cNvSpPr>
          <p:nvPr/>
        </p:nvSpPr>
        <p:spPr bwMode="auto">
          <a:xfrm>
            <a:off x="6777698" y="5838475"/>
            <a:ext cx="135332" cy="115176"/>
          </a:xfrm>
          <a:prstGeom prst="rect">
            <a:avLst/>
          </a:prstGeom>
          <a:solidFill>
            <a:schemeClr val="accent1"/>
          </a:solidFill>
          <a:ln w="12700">
            <a:solidFill>
              <a:schemeClr val="tx1"/>
            </a:solidFill>
            <a:miter lim="800000"/>
          </a:ln>
        </p:spPr>
        <p:txBody>
          <a:bodyPr wrap="none" lIns="82897" tIns="41448" rIns="82897" bIns="41448" anchor="ctr"/>
          <a:lstStyle/>
          <a:p>
            <a:endParaRPr lang="en-US" sz="1815"/>
          </a:p>
        </p:txBody>
      </p:sp>
      <p:sp>
        <p:nvSpPr>
          <p:cNvPr id="394288" name="Oval 66"/>
          <p:cNvSpPr>
            <a:spLocks noChangeArrowheads="1"/>
          </p:cNvSpPr>
          <p:nvPr/>
        </p:nvSpPr>
        <p:spPr bwMode="auto">
          <a:xfrm>
            <a:off x="6627972" y="5698829"/>
            <a:ext cx="418951" cy="394476"/>
          </a:xfrm>
          <a:prstGeom prst="ellipse">
            <a:avLst/>
          </a:prstGeom>
          <a:solidFill>
            <a:schemeClr val="accent2"/>
          </a:solidFill>
          <a:ln w="12700" algn="ctr">
            <a:solidFill>
              <a:schemeClr val="tx1"/>
            </a:solidFill>
            <a:round/>
          </a:ln>
        </p:spPr>
        <p:txBody>
          <a:bodyPr wrap="none" lIns="82897" tIns="41448" rIns="82897" bIns="41448" anchor="ctr"/>
          <a:lstStyle/>
          <a:p>
            <a:endParaRPr lang="en-US" sz="1815"/>
          </a:p>
        </p:txBody>
      </p:sp>
      <p:sp>
        <p:nvSpPr>
          <p:cNvPr id="394289" name="Rectangle 67"/>
          <p:cNvSpPr>
            <a:spLocks noChangeArrowheads="1"/>
          </p:cNvSpPr>
          <p:nvPr/>
        </p:nvSpPr>
        <p:spPr bwMode="auto">
          <a:xfrm>
            <a:off x="6724427" y="5698829"/>
            <a:ext cx="224592" cy="50390"/>
          </a:xfrm>
          <a:prstGeom prst="rect">
            <a:avLst/>
          </a:prstGeom>
          <a:solidFill>
            <a:schemeClr val="accent2"/>
          </a:solidFill>
          <a:ln w="12700" algn="ctr">
            <a:noFill/>
            <a:miter lim="800000"/>
          </a:ln>
        </p:spPr>
        <p:txBody>
          <a:bodyPr wrap="none" lIns="82897" tIns="41448" rIns="82897" bIns="41448" anchor="ctr"/>
          <a:lstStyle/>
          <a:p>
            <a:endParaRPr lang="en-US" sz="1815"/>
          </a:p>
        </p:txBody>
      </p:sp>
      <p:sp>
        <p:nvSpPr>
          <p:cNvPr id="394290" name="Rectangle 68"/>
          <p:cNvSpPr>
            <a:spLocks noChangeArrowheads="1"/>
          </p:cNvSpPr>
          <p:nvPr/>
        </p:nvSpPr>
        <p:spPr bwMode="auto">
          <a:xfrm>
            <a:off x="6643810" y="5793845"/>
            <a:ext cx="382959" cy="237490"/>
          </a:xfrm>
          <a:prstGeom prst="rect">
            <a:avLst/>
          </a:prstGeom>
          <a:noFill/>
          <a:ln w="12700">
            <a:noFill/>
            <a:miter lim="800000"/>
          </a:ln>
        </p:spPr>
        <p:txBody>
          <a:bodyPr lIns="93584" tIns="45970" rIns="93584" bIns="45970">
            <a:spAutoFit/>
          </a:bodyPr>
          <a:lstStyle/>
          <a:p>
            <a:pPr algn="ctr" defTabSz="1042670" eaLnBrk="0" hangingPunct="0">
              <a:lnSpc>
                <a:spcPct val="95000"/>
              </a:lnSpc>
            </a:pPr>
            <a:r>
              <a:rPr lang="de-DE" sz="1000" dirty="0">
                <a:solidFill>
                  <a:srgbClr val="FFFFFF"/>
                </a:solidFill>
              </a:rPr>
              <a:t>1</a:t>
            </a:r>
            <a:endParaRPr lang="de-DE" sz="1000" dirty="0">
              <a:solidFill>
                <a:srgbClr val="FFFFFF"/>
              </a:solidFill>
            </a:endParaRPr>
          </a:p>
        </p:txBody>
      </p:sp>
      <p:sp>
        <p:nvSpPr>
          <p:cNvPr id="394291" name="Oval 69"/>
          <p:cNvSpPr>
            <a:spLocks noChangeArrowheads="1"/>
          </p:cNvSpPr>
          <p:nvPr/>
        </p:nvSpPr>
        <p:spPr bwMode="auto">
          <a:xfrm>
            <a:off x="6627972" y="2511342"/>
            <a:ext cx="418951" cy="394476"/>
          </a:xfrm>
          <a:prstGeom prst="ellipse">
            <a:avLst/>
          </a:prstGeom>
          <a:solidFill>
            <a:schemeClr val="bg1"/>
          </a:solidFill>
          <a:ln w="12700">
            <a:solidFill>
              <a:schemeClr val="tx1"/>
            </a:solidFill>
            <a:round/>
          </a:ln>
        </p:spPr>
        <p:txBody>
          <a:bodyPr wrap="none" lIns="82897" tIns="41448" rIns="82897" bIns="41448" anchor="ctr"/>
          <a:lstStyle/>
          <a:p>
            <a:endParaRPr lang="en-US" sz="1815"/>
          </a:p>
        </p:txBody>
      </p:sp>
      <p:sp>
        <p:nvSpPr>
          <p:cNvPr id="394292" name="Rectangle 70"/>
          <p:cNvSpPr>
            <a:spLocks noChangeArrowheads="1"/>
          </p:cNvSpPr>
          <p:nvPr/>
        </p:nvSpPr>
        <p:spPr bwMode="auto">
          <a:xfrm>
            <a:off x="6717234" y="2826632"/>
            <a:ext cx="238990" cy="87821"/>
          </a:xfrm>
          <a:prstGeom prst="rect">
            <a:avLst/>
          </a:prstGeom>
          <a:solidFill>
            <a:schemeClr val="bg1"/>
          </a:solidFill>
          <a:ln w="12700">
            <a:noFill/>
            <a:miter lim="800000"/>
          </a:ln>
        </p:spPr>
        <p:txBody>
          <a:bodyPr wrap="none" lIns="82897" tIns="41448" rIns="82897" bIns="41448" anchor="ctr"/>
          <a:lstStyle/>
          <a:p>
            <a:endParaRPr lang="en-US" sz="1815"/>
          </a:p>
        </p:txBody>
      </p:sp>
      <p:sp>
        <p:nvSpPr>
          <p:cNvPr id="394293" name="Rectangle 71"/>
          <p:cNvSpPr>
            <a:spLocks noChangeArrowheads="1"/>
          </p:cNvSpPr>
          <p:nvPr/>
        </p:nvSpPr>
        <p:spPr bwMode="auto">
          <a:xfrm>
            <a:off x="6643810" y="2581884"/>
            <a:ext cx="382959" cy="263525"/>
          </a:xfrm>
          <a:prstGeom prst="rect">
            <a:avLst/>
          </a:prstGeom>
          <a:noFill/>
          <a:ln w="12700">
            <a:noFill/>
            <a:miter lim="800000"/>
          </a:ln>
        </p:spPr>
        <p:txBody>
          <a:bodyPr lIns="93584" tIns="45970" rIns="93584" bIns="45970">
            <a:spAutoFit/>
          </a:bodyPr>
          <a:lstStyle/>
          <a:p>
            <a:pPr algn="ctr" defTabSz="1042670" eaLnBrk="0" hangingPunct="0">
              <a:lnSpc>
                <a:spcPct val="95000"/>
              </a:lnSpc>
            </a:pPr>
            <a:r>
              <a:rPr lang="de-DE" sz="1180"/>
              <a:t>10</a:t>
            </a:r>
            <a:endParaRPr lang="de-DE" sz="1180"/>
          </a:p>
        </p:txBody>
      </p:sp>
      <p:sp>
        <p:nvSpPr>
          <p:cNvPr id="394294" name="Rectangle 72"/>
          <p:cNvSpPr>
            <a:spLocks noChangeArrowheads="1"/>
          </p:cNvSpPr>
          <p:nvPr/>
        </p:nvSpPr>
        <p:spPr bwMode="auto">
          <a:xfrm>
            <a:off x="7319023" y="2722975"/>
            <a:ext cx="3312740" cy="706890"/>
          </a:xfrm>
          <a:prstGeom prst="rect">
            <a:avLst/>
          </a:prstGeom>
          <a:solidFill>
            <a:srgbClr val="FFFFFF"/>
          </a:solidFill>
          <a:ln w="12700">
            <a:solidFill>
              <a:schemeClr val="accent5"/>
            </a:solidFill>
            <a:miter lim="800000"/>
          </a:ln>
        </p:spPr>
        <p:txBody>
          <a:bodyPr wrap="none" lIns="82897" tIns="41448" rIns="82897" bIns="41448" anchor="ctr"/>
          <a:lstStyle/>
          <a:p>
            <a:endParaRPr lang="en-US" sz="1815"/>
          </a:p>
        </p:txBody>
      </p:sp>
      <p:sp>
        <p:nvSpPr>
          <p:cNvPr id="394295" name="Rectangle 73"/>
          <p:cNvSpPr>
            <a:spLocks noChangeArrowheads="1"/>
          </p:cNvSpPr>
          <p:nvPr/>
        </p:nvSpPr>
        <p:spPr bwMode="auto">
          <a:xfrm>
            <a:off x="7399644" y="2494062"/>
            <a:ext cx="888293" cy="305215"/>
          </a:xfrm>
          <a:prstGeom prst="rect">
            <a:avLst/>
          </a:prstGeom>
          <a:solidFill>
            <a:schemeClr val="accent2"/>
          </a:solidFill>
          <a:ln w="12700">
            <a:solidFill>
              <a:srgbClr val="FFFFFF"/>
            </a:solidFill>
            <a:miter lim="800000"/>
          </a:ln>
        </p:spPr>
        <p:txBody>
          <a:bodyPr wrap="none" lIns="82897" tIns="41448" rIns="82897" bIns="41448" anchor="ctr"/>
          <a:lstStyle/>
          <a:p>
            <a:endParaRPr lang="en-US" sz="1815"/>
          </a:p>
        </p:txBody>
      </p:sp>
      <p:sp>
        <p:nvSpPr>
          <p:cNvPr id="394296" name="Rectangle 74"/>
          <p:cNvSpPr>
            <a:spLocks noChangeArrowheads="1"/>
          </p:cNvSpPr>
          <p:nvPr/>
        </p:nvSpPr>
        <p:spPr bwMode="auto">
          <a:xfrm>
            <a:off x="7560890" y="2564608"/>
            <a:ext cx="404555" cy="184785"/>
          </a:xfrm>
          <a:prstGeom prst="rect">
            <a:avLst/>
          </a:prstGeom>
          <a:noFill/>
          <a:ln w="12700">
            <a:noFill/>
            <a:miter lim="800000"/>
          </a:ln>
        </p:spPr>
        <p:txBody>
          <a:bodyPr lIns="0" tIns="0" rIns="0" bIns="0">
            <a:spAutoFit/>
          </a:bodyPr>
          <a:lstStyle/>
          <a:p>
            <a:pPr defTabSz="869315" eaLnBrk="0" hangingPunct="0">
              <a:lnSpc>
                <a:spcPct val="95000"/>
              </a:lnSpc>
            </a:pPr>
            <a:r>
              <a:rPr lang="de-DE" sz="1270" b="1">
                <a:solidFill>
                  <a:srgbClr val="FFFFFF"/>
                </a:solidFill>
              </a:rPr>
              <a:t>Tip!</a:t>
            </a:r>
            <a:endParaRPr lang="de-DE" sz="1270" b="1">
              <a:solidFill>
                <a:srgbClr val="FFFFFF"/>
              </a:solidFill>
            </a:endParaRPr>
          </a:p>
        </p:txBody>
      </p:sp>
      <p:sp>
        <p:nvSpPr>
          <p:cNvPr id="394297" name="Rectangle 75"/>
          <p:cNvSpPr>
            <a:spLocks noChangeArrowheads="1"/>
          </p:cNvSpPr>
          <p:nvPr/>
        </p:nvSpPr>
        <p:spPr bwMode="auto">
          <a:xfrm>
            <a:off x="7547938" y="2897181"/>
            <a:ext cx="2824683" cy="292100"/>
          </a:xfrm>
          <a:prstGeom prst="rect">
            <a:avLst/>
          </a:prstGeom>
          <a:noFill/>
          <a:ln w="12700" algn="ctr">
            <a:noFill/>
            <a:miter lim="800000"/>
          </a:ln>
        </p:spPr>
        <p:txBody>
          <a:bodyPr lIns="0" tIns="0" rIns="0" bIns="0">
            <a:spAutoFit/>
          </a:bodyPr>
          <a:lstStyle/>
          <a:p>
            <a:pPr marL="158750" indent="-158750" defTabSz="869315" eaLnBrk="0" hangingPunct="0">
              <a:lnSpc>
                <a:spcPct val="95000"/>
              </a:lnSpc>
              <a:buClr>
                <a:schemeClr val="tx1"/>
              </a:buClr>
              <a:buFont typeface="Chicago"/>
              <a:buChar char="•"/>
            </a:pPr>
            <a:r>
              <a:rPr lang="de-DE" sz="1000" dirty="0">
                <a:solidFill>
                  <a:schemeClr val="accent5"/>
                </a:solidFill>
              </a:rPr>
              <a:t>Click on the grey area and move up or down according to the level needed to show</a:t>
            </a:r>
            <a:endParaRPr lang="de-DE" sz="1000" dirty="0">
              <a:solidFill>
                <a:schemeClr val="accent5"/>
              </a:solidFill>
            </a:endParaRPr>
          </a:p>
        </p:txBody>
      </p:sp>
      <p:sp>
        <p:nvSpPr>
          <p:cNvPr id="2" name="Footer Placeholder 1"/>
          <p:cNvSpPr>
            <a:spLocks noGrp="1"/>
          </p:cNvSpPr>
          <p:nvPr>
            <p:ph type="ftr" sz="quarter" idx="4294967295"/>
          </p:nvPr>
        </p:nvSpPr>
        <p:spPr>
          <a:xfrm>
            <a:off x="711200" y="6324866"/>
            <a:ext cx="7010400" cy="152406"/>
          </a:xfrm>
          <a:prstGeom prst="rect">
            <a:avLst/>
          </a:prstGeom>
        </p:spPr>
        <p:txBody>
          <a:bodyPr/>
          <a:lstStyle/>
          <a:p>
            <a:endParaRPr lang="en-GB" sz="1000" dirty="0">
              <a:solidFill>
                <a:srgbClr val="000000"/>
              </a:solidFill>
            </a:endParaRPr>
          </a:p>
        </p:txBody>
      </p:sp>
    </p:spTree>
  </p:cSld>
  <p:clrMapOvr>
    <a:masterClrMapping/>
  </p:clrMapOvr>
  <p:transition/>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2"/>
          <p:cNvGrpSpPr/>
          <p:nvPr/>
        </p:nvGrpSpPr>
        <p:grpSpPr>
          <a:xfrm>
            <a:off x="5235699" y="1067421"/>
            <a:ext cx="1272880" cy="5464998"/>
            <a:chOff x="4398218" y="1176832"/>
            <a:chExt cx="1403350" cy="6025160"/>
          </a:xfrm>
        </p:grpSpPr>
        <p:sp>
          <p:nvSpPr>
            <p:cNvPr id="38" name="Oval 367"/>
            <p:cNvSpPr>
              <a:spLocks noChangeArrowheads="1"/>
            </p:cNvSpPr>
            <p:nvPr/>
          </p:nvSpPr>
          <p:spPr bwMode="blackWhite">
            <a:xfrm>
              <a:off x="4398218" y="5798370"/>
              <a:ext cx="1403350" cy="1403622"/>
            </a:xfrm>
            <a:prstGeom prst="ellipse">
              <a:avLst/>
            </a:prstGeom>
            <a:solidFill>
              <a:srgbClr val="808B9E"/>
            </a:solidFill>
            <a:ln w="9525" algn="ctr">
              <a:noFill/>
              <a:round/>
            </a:ln>
          </p:spPr>
          <p:txBody>
            <a:bodyPr wrap="none" lIns="57596" tIns="0" rIns="58775" bIns="0" anchor="ctr"/>
            <a:lstStyle/>
            <a:p>
              <a:endParaRPr lang="en-US" sz="1815">
                <a:latin typeface="+mj-lt"/>
              </a:endParaRPr>
            </a:p>
          </p:txBody>
        </p:sp>
        <p:sp>
          <p:nvSpPr>
            <p:cNvPr id="39" name="AutoShape 370"/>
            <p:cNvSpPr>
              <a:spLocks noChangeArrowheads="1"/>
            </p:cNvSpPr>
            <p:nvPr/>
          </p:nvSpPr>
          <p:spPr bwMode="blackWhite">
            <a:xfrm>
              <a:off x="4786362" y="1176832"/>
              <a:ext cx="627063" cy="4985277"/>
            </a:xfrm>
            <a:prstGeom prst="roundRect">
              <a:avLst>
                <a:gd name="adj" fmla="val 0"/>
              </a:avLst>
            </a:prstGeom>
            <a:solidFill>
              <a:srgbClr val="808B9E"/>
            </a:solidFill>
            <a:ln w="9525" algn="ctr">
              <a:noFill/>
              <a:round/>
            </a:ln>
          </p:spPr>
          <p:txBody>
            <a:bodyPr wrap="none" lIns="57596" tIns="0" rIns="58775" bIns="0" anchor="ctr"/>
            <a:lstStyle/>
            <a:p>
              <a:endParaRPr lang="en-US" sz="1815">
                <a:latin typeface="+mj-lt"/>
              </a:endParaRPr>
            </a:p>
          </p:txBody>
        </p:sp>
        <p:sp>
          <p:nvSpPr>
            <p:cNvPr id="10" name="Rectangle 9"/>
            <p:cNvSpPr/>
            <p:nvPr/>
          </p:nvSpPr>
          <p:spPr bwMode="ltGray">
            <a:xfrm>
              <a:off x="4670475" y="1176832"/>
              <a:ext cx="858837" cy="227535"/>
            </a:xfrm>
            <a:prstGeom prst="rect">
              <a:avLst/>
            </a:prstGeom>
            <a:solidFill>
              <a:srgbClr val="808B9E"/>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1" name="Oval 10"/>
            <p:cNvSpPr/>
            <p:nvPr/>
          </p:nvSpPr>
          <p:spPr bwMode="ltGray">
            <a:xfrm>
              <a:off x="5413425" y="1176832"/>
              <a:ext cx="315338" cy="47248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74" name="Oval 73"/>
            <p:cNvSpPr/>
            <p:nvPr/>
          </p:nvSpPr>
          <p:spPr bwMode="ltGray">
            <a:xfrm>
              <a:off x="4474961" y="1176832"/>
              <a:ext cx="315338" cy="47248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sp>
        <p:nvSpPr>
          <p:cNvPr id="2" name="Title 1"/>
          <p:cNvSpPr>
            <a:spLocks noGrp="1"/>
          </p:cNvSpPr>
          <p:nvPr>
            <p:ph type="title"/>
          </p:nvPr>
        </p:nvSpPr>
        <p:spPr/>
        <p:txBody>
          <a:bodyPr/>
          <a:lstStyle/>
          <a:p>
            <a:r>
              <a:rPr lang="en-GB" smtClean="0"/>
              <a:t>Diagrams</a:t>
            </a:r>
            <a:br>
              <a:rPr lang="en-GB" smtClean="0"/>
            </a:br>
            <a:r>
              <a:rPr lang="en-GB" b="0" i="0" smtClean="0"/>
              <a:t>Thermometer</a:t>
            </a:r>
            <a:endParaRPr lang="en-GB" b="0" i="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41" name="Text Box 394"/>
          <p:cNvSpPr txBox="1">
            <a:spLocks noChangeArrowheads="1"/>
          </p:cNvSpPr>
          <p:nvPr>
            <p:custDataLst>
              <p:tags r:id="rId1"/>
            </p:custDataLst>
          </p:nvPr>
        </p:nvSpPr>
        <p:spPr bwMode="auto">
          <a:xfrm>
            <a:off x="4777808" y="3327653"/>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a:latin typeface="+mj-lt"/>
              </a:rPr>
              <a:t>xx</a:t>
            </a:r>
            <a:endParaRPr lang="en-GB" sz="1635">
              <a:latin typeface="+mj-lt"/>
            </a:endParaRPr>
          </a:p>
        </p:txBody>
      </p:sp>
      <p:sp>
        <p:nvSpPr>
          <p:cNvPr id="42" name="Text Box 401"/>
          <p:cNvSpPr txBox="1">
            <a:spLocks noChangeArrowheads="1"/>
          </p:cNvSpPr>
          <p:nvPr>
            <p:custDataLst>
              <p:tags r:id="rId2"/>
            </p:custDataLst>
          </p:nvPr>
        </p:nvSpPr>
        <p:spPr bwMode="auto">
          <a:xfrm>
            <a:off x="4777808" y="3821205"/>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a:latin typeface="+mj-lt"/>
              </a:rPr>
              <a:t>xx</a:t>
            </a:r>
            <a:endParaRPr lang="en-GB" sz="1635">
              <a:latin typeface="+mj-lt"/>
            </a:endParaRPr>
          </a:p>
        </p:txBody>
      </p:sp>
      <p:sp>
        <p:nvSpPr>
          <p:cNvPr id="43" name="Text Box 402"/>
          <p:cNvSpPr txBox="1">
            <a:spLocks noChangeArrowheads="1"/>
          </p:cNvSpPr>
          <p:nvPr>
            <p:custDataLst>
              <p:tags r:id="rId3"/>
            </p:custDataLst>
          </p:nvPr>
        </p:nvSpPr>
        <p:spPr bwMode="auto">
          <a:xfrm>
            <a:off x="4777808" y="4314758"/>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a:latin typeface="+mj-lt"/>
              </a:rPr>
              <a:t>xx</a:t>
            </a:r>
            <a:endParaRPr lang="en-GB" sz="1635">
              <a:latin typeface="+mj-lt"/>
            </a:endParaRPr>
          </a:p>
        </p:txBody>
      </p:sp>
      <p:sp>
        <p:nvSpPr>
          <p:cNvPr id="44" name="Text Box 403"/>
          <p:cNvSpPr txBox="1">
            <a:spLocks noChangeArrowheads="1"/>
          </p:cNvSpPr>
          <p:nvPr>
            <p:custDataLst>
              <p:tags r:id="rId4"/>
            </p:custDataLst>
          </p:nvPr>
        </p:nvSpPr>
        <p:spPr bwMode="auto">
          <a:xfrm>
            <a:off x="4777808" y="4809641"/>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a:latin typeface="+mj-lt"/>
              </a:rPr>
              <a:t>xx</a:t>
            </a:r>
            <a:endParaRPr lang="en-GB" sz="1635">
              <a:latin typeface="+mj-lt"/>
            </a:endParaRPr>
          </a:p>
        </p:txBody>
      </p:sp>
      <p:sp>
        <p:nvSpPr>
          <p:cNvPr id="46" name="Text Box 405"/>
          <p:cNvSpPr txBox="1">
            <a:spLocks noChangeArrowheads="1"/>
          </p:cNvSpPr>
          <p:nvPr>
            <p:custDataLst>
              <p:tags r:id="rId5"/>
            </p:custDataLst>
          </p:nvPr>
        </p:nvSpPr>
        <p:spPr bwMode="auto">
          <a:xfrm>
            <a:off x="4777808" y="1846995"/>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a:latin typeface="+mj-lt"/>
              </a:rPr>
              <a:t>xx</a:t>
            </a:r>
            <a:endParaRPr lang="en-GB" sz="1635">
              <a:latin typeface="+mj-lt"/>
            </a:endParaRPr>
          </a:p>
        </p:txBody>
      </p:sp>
      <p:sp>
        <p:nvSpPr>
          <p:cNvPr id="47" name="Text Box 406"/>
          <p:cNvSpPr txBox="1">
            <a:spLocks noChangeArrowheads="1"/>
          </p:cNvSpPr>
          <p:nvPr>
            <p:custDataLst>
              <p:tags r:id="rId6"/>
            </p:custDataLst>
          </p:nvPr>
        </p:nvSpPr>
        <p:spPr bwMode="auto">
          <a:xfrm>
            <a:off x="4777808" y="2340548"/>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a:latin typeface="+mj-lt"/>
              </a:rPr>
              <a:t>xx</a:t>
            </a:r>
            <a:endParaRPr lang="en-GB" sz="1635">
              <a:latin typeface="+mj-lt"/>
            </a:endParaRPr>
          </a:p>
        </p:txBody>
      </p:sp>
      <p:sp>
        <p:nvSpPr>
          <p:cNvPr id="48" name="Text Box 407"/>
          <p:cNvSpPr txBox="1">
            <a:spLocks noChangeArrowheads="1"/>
          </p:cNvSpPr>
          <p:nvPr>
            <p:custDataLst>
              <p:tags r:id="rId7"/>
            </p:custDataLst>
          </p:nvPr>
        </p:nvSpPr>
        <p:spPr bwMode="auto">
          <a:xfrm>
            <a:off x="4777808" y="2834101"/>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a:latin typeface="+mj-lt"/>
              </a:rPr>
              <a:t>xx</a:t>
            </a:r>
            <a:endParaRPr lang="en-GB" sz="1635">
              <a:latin typeface="+mj-lt"/>
            </a:endParaRPr>
          </a:p>
        </p:txBody>
      </p:sp>
      <p:sp>
        <p:nvSpPr>
          <p:cNvPr id="49" name="AutoShape 371"/>
          <p:cNvSpPr>
            <a:spLocks noChangeArrowheads="1"/>
          </p:cNvSpPr>
          <p:nvPr/>
        </p:nvSpPr>
        <p:spPr bwMode="blackWhite">
          <a:xfrm>
            <a:off x="5691279" y="2872056"/>
            <a:ext cx="359184" cy="2860211"/>
          </a:xfrm>
          <a:prstGeom prst="roundRect">
            <a:avLst>
              <a:gd name="adj" fmla="val 30622"/>
            </a:avLst>
          </a:prstGeom>
          <a:solidFill>
            <a:schemeClr val="tx2"/>
          </a:solidFill>
          <a:ln w="9525" algn="ctr">
            <a:noFill/>
            <a:round/>
          </a:ln>
        </p:spPr>
        <p:txBody>
          <a:bodyPr wrap="none" lIns="57596" tIns="0" rIns="58775" bIns="0" anchor="ctr"/>
          <a:lstStyle/>
          <a:p>
            <a:endParaRPr lang="en-US" sz="1815"/>
          </a:p>
        </p:txBody>
      </p:sp>
      <p:grpSp>
        <p:nvGrpSpPr>
          <p:cNvPr id="5" name="Group 397"/>
          <p:cNvGrpSpPr/>
          <p:nvPr/>
        </p:nvGrpSpPr>
        <p:grpSpPr bwMode="auto">
          <a:xfrm>
            <a:off x="5589992" y="1648764"/>
            <a:ext cx="1746610" cy="279342"/>
            <a:chOff x="6591" y="1669"/>
            <a:chExt cx="1213" cy="194"/>
          </a:xfrm>
        </p:grpSpPr>
        <p:sp>
          <p:nvSpPr>
            <p:cNvPr id="62" name="Line 398"/>
            <p:cNvSpPr>
              <a:spLocks noChangeShapeType="1"/>
            </p:cNvSpPr>
            <p:nvPr/>
          </p:nvSpPr>
          <p:spPr bwMode="blackWhite">
            <a:xfrm>
              <a:off x="6591" y="1771"/>
              <a:ext cx="653" cy="0"/>
            </a:xfrm>
            <a:prstGeom prst="line">
              <a:avLst/>
            </a:prstGeom>
            <a:noFill/>
            <a:ln w="28575">
              <a:solidFill>
                <a:srgbClr val="1450B8"/>
              </a:solidFill>
              <a:round/>
            </a:ln>
          </p:spPr>
          <p:txBody>
            <a:bodyPr lIns="57596" tIns="0" rIns="58775" bIns="0"/>
            <a:lstStyle/>
            <a:p>
              <a:endParaRPr lang="en-GB" sz="1815"/>
            </a:p>
          </p:txBody>
        </p:sp>
        <p:sp>
          <p:nvSpPr>
            <p:cNvPr id="64" name="Text Box 400"/>
            <p:cNvSpPr txBox="1">
              <a:spLocks noChangeArrowheads="1"/>
            </p:cNvSpPr>
            <p:nvPr>
              <p:custDataLst>
                <p:tags r:id="rId8"/>
              </p:custDataLst>
            </p:nvPr>
          </p:nvSpPr>
          <p:spPr bwMode="auto">
            <a:xfrm>
              <a:off x="7263" y="1669"/>
              <a:ext cx="541" cy="194"/>
            </a:xfrm>
            <a:prstGeom prst="rect">
              <a:avLst/>
            </a:prstGeom>
            <a:noFill/>
            <a:ln w="9525">
              <a:noFill/>
              <a:miter lim="800000"/>
            </a:ln>
          </p:spPr>
          <p:txBody>
            <a:bodyPr wrap="square" lIns="65699" tIns="0" rIns="67044" bIns="0">
              <a:spAutoFit/>
            </a:bodyPr>
            <a:lstStyle/>
            <a:p>
              <a:pPr defTabSz="1043305">
                <a:spcBef>
                  <a:spcPct val="50000"/>
                </a:spcBef>
                <a:spcAft>
                  <a:spcPct val="0"/>
                </a:spcAft>
              </a:pPr>
              <a:r>
                <a:rPr lang="en-GB" sz="1815" b="1" dirty="0" smtClean="0">
                  <a:latin typeface="+mj-lt"/>
                </a:rPr>
                <a:t>2012</a:t>
              </a:r>
              <a:endParaRPr lang="en-GB" sz="1815" b="1" dirty="0">
                <a:latin typeface="+mj-lt"/>
              </a:endParaRPr>
            </a:p>
          </p:txBody>
        </p:sp>
      </p:grpSp>
      <p:sp>
        <p:nvSpPr>
          <p:cNvPr id="67" name="Oval 9"/>
          <p:cNvSpPr>
            <a:spLocks noChangeArrowheads="1"/>
          </p:cNvSpPr>
          <p:nvPr/>
        </p:nvSpPr>
        <p:spPr bwMode="gray">
          <a:xfrm>
            <a:off x="5309761" y="5339111"/>
            <a:ext cx="1110204" cy="1110204"/>
          </a:xfrm>
          <a:prstGeom prst="ellipse">
            <a:avLst/>
          </a:prstGeom>
          <a:solidFill>
            <a:schemeClr val="tx2"/>
          </a:solidFill>
          <a:ln w="3175" algn="ctr">
            <a:solidFill>
              <a:schemeClr val="tx2"/>
            </a:solidFill>
            <a:round/>
          </a:ln>
        </p:spPr>
        <p:txBody>
          <a:bodyPr wrap="none" lIns="81632" tIns="81632" rIns="65306" bIns="81632"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US" sz="1635" b="0" i="0" u="none" strike="noStrike" kern="0" cap="none" spc="0" normalizeH="0" baseline="0" noProof="0" smtClean="0">
              <a:ln>
                <a:noFill/>
              </a:ln>
              <a:solidFill>
                <a:sysClr val="windowText" lastClr="000000"/>
              </a:solidFill>
              <a:effectLst/>
              <a:uLnTx/>
              <a:uFillTx/>
              <a:latin typeface="+mj-lt"/>
            </a:endParaRPr>
          </a:p>
        </p:txBody>
      </p:sp>
      <p:cxnSp>
        <p:nvCxnSpPr>
          <p:cNvPr id="9" name="Straight Connector 8"/>
          <p:cNvCxnSpPr/>
          <p:nvPr/>
        </p:nvCxnSpPr>
        <p:spPr>
          <a:xfrm>
            <a:off x="5586410" y="1495975"/>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a:off x="5586410" y="1990698"/>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a:off x="5586410" y="2485420"/>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a:off x="5586410" y="2980143"/>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61" name="Straight Connector 60"/>
          <p:cNvCxnSpPr/>
          <p:nvPr/>
        </p:nvCxnSpPr>
        <p:spPr>
          <a:xfrm>
            <a:off x="5586410" y="3474866"/>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65" name="Straight Connector 64"/>
          <p:cNvCxnSpPr/>
          <p:nvPr/>
        </p:nvCxnSpPr>
        <p:spPr>
          <a:xfrm>
            <a:off x="5586410" y="3969589"/>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a:off x="5586410" y="4464312"/>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71" name="Straight Connector 70"/>
          <p:cNvCxnSpPr/>
          <p:nvPr/>
        </p:nvCxnSpPr>
        <p:spPr>
          <a:xfrm>
            <a:off x="5586410" y="4959032"/>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sp>
        <p:nvSpPr>
          <p:cNvPr id="73" name="Text Box 400"/>
          <p:cNvSpPr txBox="1">
            <a:spLocks noChangeArrowheads="1"/>
          </p:cNvSpPr>
          <p:nvPr>
            <p:custDataLst>
              <p:tags r:id="rId9"/>
            </p:custDataLst>
          </p:nvPr>
        </p:nvSpPr>
        <p:spPr bwMode="auto">
          <a:xfrm>
            <a:off x="5491124" y="5729663"/>
            <a:ext cx="778990" cy="279400"/>
          </a:xfrm>
          <a:prstGeom prst="rect">
            <a:avLst/>
          </a:prstGeom>
          <a:noFill/>
          <a:ln w="9525">
            <a:noFill/>
            <a:miter lim="800000"/>
          </a:ln>
        </p:spPr>
        <p:txBody>
          <a:bodyPr wrap="square" lIns="65699" tIns="0" rIns="67044" bIns="0">
            <a:spAutoFit/>
          </a:bodyPr>
          <a:lstStyle/>
          <a:p>
            <a:pPr algn="ctr" defTabSz="1043305">
              <a:spcBef>
                <a:spcPct val="50000"/>
              </a:spcBef>
              <a:spcAft>
                <a:spcPct val="0"/>
              </a:spcAft>
            </a:pPr>
            <a:r>
              <a:rPr lang="en-GB" sz="1815" b="1" dirty="0" smtClean="0">
                <a:solidFill>
                  <a:schemeClr val="bg2"/>
                </a:solidFill>
                <a:latin typeface="+mj-lt"/>
              </a:rPr>
              <a:t>2013</a:t>
            </a:r>
            <a:endParaRPr lang="en-GB" sz="1815" b="1" dirty="0">
              <a:solidFill>
                <a:schemeClr val="bg2"/>
              </a:solidFill>
              <a:latin typeface="+mj-lt"/>
            </a:endParaRPr>
          </a:p>
        </p:txBody>
      </p:sp>
      <p:sp>
        <p:nvSpPr>
          <p:cNvPr id="75" name="Text Box 404"/>
          <p:cNvSpPr txBox="1">
            <a:spLocks noChangeArrowheads="1"/>
          </p:cNvSpPr>
          <p:nvPr>
            <p:custDataLst>
              <p:tags r:id="rId10"/>
            </p:custDataLst>
          </p:nvPr>
        </p:nvSpPr>
        <p:spPr bwMode="auto">
          <a:xfrm>
            <a:off x="4777808" y="1353442"/>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dirty="0">
                <a:latin typeface="+mj-lt"/>
              </a:rPr>
              <a:t>xx</a:t>
            </a:r>
            <a:endParaRPr lang="en-GB" sz="1635" dirty="0">
              <a:latin typeface="+mj-lt"/>
            </a:endParaRPr>
          </a:p>
        </p:txBody>
      </p:sp>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Scoring</a:t>
            </a:r>
            <a:endParaRPr lang="en-GB" b="0" i="0" dirty="0"/>
          </a:p>
        </p:txBody>
      </p:sp>
      <p:sp>
        <p:nvSpPr>
          <p:cNvPr id="4" name="Slide Number Placeholder 3"/>
          <p:cNvSpPr>
            <a:spLocks noGrp="1"/>
          </p:cNvSpPr>
          <p:nvPr>
            <p:ph type="sldNum" sz="quarter" idx="4294967295"/>
          </p:nvPr>
        </p:nvSpPr>
        <p:spPr>
          <a:xfrm>
            <a:off x="8610706" y="6477272"/>
            <a:ext cx="1527112" cy="152406"/>
          </a:xfrm>
          <a:prstGeom prst="rect">
            <a:avLst/>
          </a:prstGeom>
        </p:spPr>
        <p:txBody>
          <a:bodyPr/>
          <a:lstStyle/>
          <a:p>
            <a:fld id="{4E72FE48-CF69-4C6C-B8CB-49A6D66B0DBC}" type="slidenum">
              <a:rPr lang="en-US" sz="905"/>
            </a:fld>
            <a:endParaRPr lang="en-US" sz="905" dirty="0"/>
          </a:p>
        </p:txBody>
      </p:sp>
      <p:graphicFrame>
        <p:nvGraphicFramePr>
          <p:cNvPr id="86" name="Table 85"/>
          <p:cNvGraphicFramePr>
            <a:graphicFrameLocks noGrp="1"/>
          </p:cNvGraphicFramePr>
          <p:nvPr/>
        </p:nvGraphicFramePr>
        <p:xfrm>
          <a:off x="2057231" y="2821868"/>
          <a:ext cx="8080375" cy="1078865"/>
        </p:xfrm>
        <a:graphic>
          <a:graphicData uri="http://schemas.openxmlformats.org/drawingml/2006/table">
            <a:tbl>
              <a:tblPr firstRow="1" bandRow="1">
                <a:tableStyleId>{5C22544A-7EE6-4342-B048-85BDC9FD1C3A}</a:tableStyleId>
              </a:tblPr>
              <a:tblGrid>
                <a:gridCol w="1616075"/>
                <a:gridCol w="1616075"/>
                <a:gridCol w="1616075"/>
                <a:gridCol w="1616075"/>
                <a:gridCol w="1616075"/>
              </a:tblGrid>
              <a:tr h="238125">
                <a:tc>
                  <a:txBody>
                    <a:bodyPr/>
                    <a:lstStyle/>
                    <a:p>
                      <a:r>
                        <a:rPr lang="en-GB" sz="1180" dirty="0" smtClean="0">
                          <a:latin typeface="腾讯体 W3" panose="020C04030202040F0204" pitchFamily="34" charset="-122"/>
                          <a:cs typeface="腾讯体 W3" panose="020C04030202040F0204" pitchFamily="34" charset="-122"/>
                        </a:rPr>
                        <a:t>Criteria</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mpd="sng">
                      <a:noFill/>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smtClean="0">
                          <a:latin typeface="腾讯体 W3" panose="020C04030202040F0204" pitchFamily="34" charset="-122"/>
                          <a:cs typeface="腾讯体 W3" panose="020C04030202040F0204" pitchFamily="34" charset="-122"/>
                        </a:rPr>
                        <a:t>Option 1</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smtClean="0">
                          <a:latin typeface="腾讯体 W3" panose="020C04030202040F0204" pitchFamily="34" charset="-122"/>
                          <a:cs typeface="腾讯体 W3" panose="020C04030202040F0204" pitchFamily="34" charset="-122"/>
                        </a:rPr>
                        <a:t>Option 2</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smtClean="0">
                          <a:latin typeface="腾讯体 W3" panose="020C04030202040F0204" pitchFamily="34" charset="-122"/>
                          <a:cs typeface="腾讯体 W3" panose="020C04030202040F0204" pitchFamily="34" charset="-122"/>
                        </a:rPr>
                        <a:t>Option 3</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smtClean="0">
                          <a:latin typeface="腾讯体 W3" panose="020C04030202040F0204" pitchFamily="34" charset="-122"/>
                          <a:cs typeface="腾讯体 W3" panose="020C04030202040F0204" pitchFamily="34" charset="-122"/>
                        </a:rPr>
                        <a:t>Option 4</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tcPr>
                </a:tc>
              </a:tr>
              <a:tr h="420370">
                <a:tc>
                  <a:txBody>
                    <a:bodyPr/>
                    <a:lstStyle/>
                    <a:p>
                      <a:r>
                        <a:rPr lang="en-GB" sz="1180" dirty="0" smtClean="0">
                          <a:latin typeface="腾讯体 W3" panose="020C04030202040F0204" pitchFamily="34" charset="-122"/>
                          <a:cs typeface="腾讯体 W3" panose="020C04030202040F0204" pitchFamily="34" charset="-122"/>
                        </a:rPr>
                        <a:t>Criteria 1</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mpd="sng">
                      <a:noFill/>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mpd="sng">
                      <a:noFill/>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r>
              <a:tr h="420370">
                <a:tc>
                  <a:txBody>
                    <a:bodyPr/>
                    <a:lstStyle/>
                    <a:p>
                      <a:r>
                        <a:rPr lang="en-GB" sz="1180" dirty="0" smtClean="0">
                          <a:latin typeface="腾讯体 W3" panose="020C04030202040F0204" pitchFamily="34" charset="-122"/>
                          <a:cs typeface="腾讯体 W3" panose="020C04030202040F0204" pitchFamily="34" charset="-122"/>
                        </a:rPr>
                        <a:t>Criteria 2</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mpd="sng">
                      <a:noFill/>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mpd="sng">
                      <a:noFill/>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aphicFrame>
        <p:nvGraphicFramePr>
          <p:cNvPr id="87" name="Table 86"/>
          <p:cNvGraphicFramePr>
            <a:graphicFrameLocks noGrp="1"/>
          </p:cNvGraphicFramePr>
          <p:nvPr/>
        </p:nvGraphicFramePr>
        <p:xfrm>
          <a:off x="2057231" y="1652657"/>
          <a:ext cx="8080375" cy="1078865"/>
        </p:xfrm>
        <a:graphic>
          <a:graphicData uri="http://schemas.openxmlformats.org/drawingml/2006/table">
            <a:tbl>
              <a:tblPr firstRow="1" bandRow="1">
                <a:tableStyleId>{5C22544A-7EE6-4342-B048-85BDC9FD1C3A}</a:tableStyleId>
              </a:tblPr>
              <a:tblGrid>
                <a:gridCol w="1616075"/>
                <a:gridCol w="1616075"/>
                <a:gridCol w="1616075"/>
                <a:gridCol w="1616075"/>
                <a:gridCol w="1616075"/>
              </a:tblGrid>
              <a:tr h="238125">
                <a:tc>
                  <a:txBody>
                    <a:bodyPr/>
                    <a:lstStyle/>
                    <a:p>
                      <a:r>
                        <a:rPr lang="en-GB" sz="1180" dirty="0" smtClean="0">
                          <a:latin typeface="腾讯体 W3" panose="020C04030202040F0204" pitchFamily="34" charset="-122"/>
                          <a:cs typeface="腾讯体 W3" panose="020C04030202040F0204" pitchFamily="34" charset="-122"/>
                        </a:rPr>
                        <a:t>Options</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mpd="sng">
                      <a:noFill/>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smtClean="0">
                          <a:latin typeface="腾讯体 W3" panose="020C04030202040F0204" pitchFamily="34" charset="-122"/>
                          <a:cs typeface="腾讯体 W3" panose="020C04030202040F0204" pitchFamily="34" charset="-122"/>
                        </a:rPr>
                        <a:t>Criterion 1</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smtClean="0">
                          <a:latin typeface="腾讯体 W3" panose="020C04030202040F0204" pitchFamily="34" charset="-122"/>
                          <a:cs typeface="腾讯体 W3" panose="020C04030202040F0204" pitchFamily="34" charset="-122"/>
                        </a:rPr>
                        <a:t>Criterion 2</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smtClean="0">
                          <a:latin typeface="腾讯体 W3" panose="020C04030202040F0204" pitchFamily="34" charset="-122"/>
                          <a:cs typeface="腾讯体 W3" panose="020C04030202040F0204" pitchFamily="34" charset="-122"/>
                        </a:rPr>
                        <a:t>Criterion 3</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smtClean="0">
                          <a:latin typeface="腾讯体 W3" panose="020C04030202040F0204" pitchFamily="34" charset="-122"/>
                          <a:cs typeface="腾讯体 W3" panose="020C04030202040F0204" pitchFamily="34" charset="-122"/>
                        </a:rPr>
                        <a:t>Criterion 4</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tcPr>
                </a:tc>
              </a:tr>
              <a:tr h="420370">
                <a:tc>
                  <a:txBody>
                    <a:bodyPr/>
                    <a:lstStyle/>
                    <a:p>
                      <a:r>
                        <a:rPr lang="en-GB" sz="1180" dirty="0" smtClean="0">
                          <a:latin typeface="腾讯体 W3" panose="020C04030202040F0204" pitchFamily="34" charset="-122"/>
                          <a:cs typeface="腾讯体 W3" panose="020C04030202040F0204" pitchFamily="34" charset="-122"/>
                        </a:rPr>
                        <a:t>Option 1</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mpd="sng">
                      <a:noFill/>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mpd="sng">
                      <a:noFill/>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r>
              <a:tr h="420370">
                <a:tc>
                  <a:txBody>
                    <a:bodyPr/>
                    <a:lstStyle/>
                    <a:p>
                      <a:pPr marL="0" marR="0" indent="0" algn="l" defTabSz="914400" rtl="0" eaLnBrk="1" fontAlgn="auto" latinLnBrk="0" hangingPunct="1">
                        <a:lnSpc>
                          <a:spcPct val="100000"/>
                        </a:lnSpc>
                        <a:spcBef>
                          <a:spcPts val="0"/>
                        </a:spcBef>
                        <a:spcAft>
                          <a:spcPts val="0"/>
                        </a:spcAft>
                        <a:buClrTx/>
                        <a:buSzTx/>
                        <a:buFontTx/>
                        <a:buNone/>
                        <a:defRPr/>
                      </a:pPr>
                      <a:r>
                        <a:rPr lang="en-GB" sz="1180" dirty="0" smtClean="0">
                          <a:latin typeface="腾讯体 W3" panose="020C04030202040F0204" pitchFamily="34" charset="-122"/>
                          <a:cs typeface="腾讯体 W3" panose="020C04030202040F0204" pitchFamily="34" charset="-122"/>
                        </a:rPr>
                        <a:t>Option 2</a:t>
                      </a:r>
                      <a:endParaRPr lang="en-GB" sz="1180" dirty="0" smtClean="0">
                        <a:latin typeface="腾讯体 W3" panose="020C04030202040F0204" pitchFamily="34" charset="-122"/>
                        <a:cs typeface="腾讯体 W3" panose="020C04030202040F0204" pitchFamily="34" charset="-122"/>
                      </a:endParaRPr>
                    </a:p>
                  </a:txBody>
                  <a:tcPr marL="45721" marR="45721" marT="27433" marB="27433">
                    <a:lnL w="12700" cmpd="sng">
                      <a:noFill/>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mpd="sng">
                      <a:noFill/>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
        <p:nvSpPr>
          <p:cNvPr id="89" name="Oval 57"/>
          <p:cNvSpPr>
            <a:spLocks noChangeArrowheads="1"/>
          </p:cNvSpPr>
          <p:nvPr/>
        </p:nvSpPr>
        <p:spPr bwMode="auto">
          <a:xfrm>
            <a:off x="6982270" y="3118607"/>
            <a:ext cx="226503"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90" name="Arc 58"/>
          <p:cNvSpPr/>
          <p:nvPr/>
        </p:nvSpPr>
        <p:spPr bwMode="auto">
          <a:xfrm>
            <a:off x="6983354" y="3118608"/>
            <a:ext cx="225420"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92" name="Oval 60"/>
          <p:cNvSpPr>
            <a:spLocks noChangeArrowheads="1"/>
          </p:cNvSpPr>
          <p:nvPr/>
        </p:nvSpPr>
        <p:spPr bwMode="auto">
          <a:xfrm>
            <a:off x="3757898" y="3118607"/>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93" name="Arc 61"/>
          <p:cNvSpPr/>
          <p:nvPr/>
        </p:nvSpPr>
        <p:spPr bwMode="auto">
          <a:xfrm>
            <a:off x="3758990" y="3118608"/>
            <a:ext cx="227283"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95" name="Oval 63"/>
          <p:cNvSpPr>
            <a:spLocks noChangeArrowheads="1"/>
          </p:cNvSpPr>
          <p:nvPr/>
        </p:nvSpPr>
        <p:spPr bwMode="auto">
          <a:xfrm>
            <a:off x="8601444" y="3118607"/>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96" name="Arc 64"/>
          <p:cNvSpPr/>
          <p:nvPr/>
        </p:nvSpPr>
        <p:spPr bwMode="auto">
          <a:xfrm>
            <a:off x="8716179" y="3118608"/>
            <a:ext cx="113642" cy="232121"/>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98" name="Oval 66"/>
          <p:cNvSpPr>
            <a:spLocks noChangeArrowheads="1"/>
          </p:cNvSpPr>
          <p:nvPr/>
        </p:nvSpPr>
        <p:spPr bwMode="auto">
          <a:xfrm>
            <a:off x="6982270" y="3568534"/>
            <a:ext cx="226503"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99" name="Arc 67"/>
          <p:cNvSpPr/>
          <p:nvPr/>
        </p:nvSpPr>
        <p:spPr bwMode="auto">
          <a:xfrm>
            <a:off x="7096064" y="3568535"/>
            <a:ext cx="112709" cy="232121"/>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101" name="Oval 69"/>
          <p:cNvSpPr>
            <a:spLocks noChangeArrowheads="1"/>
          </p:cNvSpPr>
          <p:nvPr/>
        </p:nvSpPr>
        <p:spPr bwMode="auto">
          <a:xfrm>
            <a:off x="5393516" y="3568534"/>
            <a:ext cx="226505"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02" name="Arc 70"/>
          <p:cNvSpPr/>
          <p:nvPr/>
        </p:nvSpPr>
        <p:spPr bwMode="auto">
          <a:xfrm>
            <a:off x="5507310" y="3568535"/>
            <a:ext cx="112711" cy="232121"/>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04" name="Oval 72"/>
          <p:cNvSpPr>
            <a:spLocks noChangeArrowheads="1"/>
          </p:cNvSpPr>
          <p:nvPr/>
        </p:nvSpPr>
        <p:spPr bwMode="auto">
          <a:xfrm>
            <a:off x="8601444" y="3568534"/>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05" name="Arc 73"/>
          <p:cNvSpPr/>
          <p:nvPr/>
        </p:nvSpPr>
        <p:spPr bwMode="auto">
          <a:xfrm>
            <a:off x="8602536" y="3568535"/>
            <a:ext cx="227283"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rgbClr val="000000"/>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07" name="Oval 75"/>
          <p:cNvSpPr>
            <a:spLocks noChangeArrowheads="1"/>
          </p:cNvSpPr>
          <p:nvPr/>
        </p:nvSpPr>
        <p:spPr bwMode="auto">
          <a:xfrm>
            <a:off x="5393516" y="3118607"/>
            <a:ext cx="226505"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08" name="Arc 76"/>
          <p:cNvSpPr/>
          <p:nvPr/>
        </p:nvSpPr>
        <p:spPr bwMode="auto">
          <a:xfrm>
            <a:off x="5394600" y="3118608"/>
            <a:ext cx="225421"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rgbClr val="000000"/>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09" name="Oval 77"/>
          <p:cNvSpPr>
            <a:spLocks noChangeArrowheads="1"/>
          </p:cNvSpPr>
          <p:nvPr/>
        </p:nvSpPr>
        <p:spPr bwMode="auto">
          <a:xfrm>
            <a:off x="3757898" y="3568535"/>
            <a:ext cx="228376" cy="232121"/>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eaLnBrk="0" hangingPunct="0">
              <a:buFont typeface="腾讯体 W3" panose="020C04030202040F0204" pitchFamily="34" charset="-122"/>
              <a:buChar char="►"/>
            </a:pPr>
            <a:endParaRPr lang="de-DE" sz="1200">
              <a:latin typeface="腾讯体 W3" panose="020C04030202040F0204" pitchFamily="34" charset="-122"/>
              <a:cs typeface="腾讯体 W3" panose="020C04030202040F0204" pitchFamily="34" charset="-122"/>
            </a:endParaRPr>
          </a:p>
        </p:txBody>
      </p:sp>
      <p:sp>
        <p:nvSpPr>
          <p:cNvPr id="111" name="Oval 95"/>
          <p:cNvSpPr>
            <a:spLocks noChangeArrowheads="1"/>
          </p:cNvSpPr>
          <p:nvPr/>
        </p:nvSpPr>
        <p:spPr bwMode="auto">
          <a:xfrm>
            <a:off x="3757898" y="2387532"/>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12" name="Arc 96"/>
          <p:cNvSpPr/>
          <p:nvPr/>
        </p:nvSpPr>
        <p:spPr bwMode="auto">
          <a:xfrm>
            <a:off x="3758990" y="2387533"/>
            <a:ext cx="227283"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14" name="Oval 98"/>
          <p:cNvSpPr>
            <a:spLocks noChangeArrowheads="1"/>
          </p:cNvSpPr>
          <p:nvPr/>
        </p:nvSpPr>
        <p:spPr bwMode="auto">
          <a:xfrm>
            <a:off x="5393516" y="1975705"/>
            <a:ext cx="226505"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15" name="Arc 99"/>
          <p:cNvSpPr/>
          <p:nvPr/>
        </p:nvSpPr>
        <p:spPr bwMode="auto">
          <a:xfrm>
            <a:off x="5394600" y="1975706"/>
            <a:ext cx="225421"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17" name="Oval 101"/>
          <p:cNvSpPr>
            <a:spLocks noChangeArrowheads="1"/>
          </p:cNvSpPr>
          <p:nvPr/>
        </p:nvSpPr>
        <p:spPr bwMode="auto">
          <a:xfrm>
            <a:off x="8601444" y="1975705"/>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18" name="Arc 102"/>
          <p:cNvSpPr/>
          <p:nvPr/>
        </p:nvSpPr>
        <p:spPr bwMode="auto">
          <a:xfrm>
            <a:off x="8602536" y="1975706"/>
            <a:ext cx="227283"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20" name="Oval 104"/>
          <p:cNvSpPr>
            <a:spLocks noChangeArrowheads="1"/>
          </p:cNvSpPr>
          <p:nvPr/>
        </p:nvSpPr>
        <p:spPr bwMode="auto">
          <a:xfrm>
            <a:off x="3757898" y="1975705"/>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21" name="Arc 105"/>
          <p:cNvSpPr/>
          <p:nvPr/>
        </p:nvSpPr>
        <p:spPr bwMode="auto">
          <a:xfrm>
            <a:off x="3872633" y="1975706"/>
            <a:ext cx="113642" cy="232121"/>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23" name="Oval 107"/>
          <p:cNvSpPr>
            <a:spLocks noChangeArrowheads="1"/>
          </p:cNvSpPr>
          <p:nvPr/>
        </p:nvSpPr>
        <p:spPr bwMode="auto">
          <a:xfrm>
            <a:off x="6982270" y="1975705"/>
            <a:ext cx="226503"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24" name="Arc 108"/>
          <p:cNvSpPr/>
          <p:nvPr/>
        </p:nvSpPr>
        <p:spPr bwMode="auto">
          <a:xfrm>
            <a:off x="7096064" y="1975706"/>
            <a:ext cx="112709" cy="232121"/>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26" name="Oval 110"/>
          <p:cNvSpPr>
            <a:spLocks noChangeArrowheads="1"/>
          </p:cNvSpPr>
          <p:nvPr/>
        </p:nvSpPr>
        <p:spPr bwMode="auto">
          <a:xfrm>
            <a:off x="6982270" y="2387532"/>
            <a:ext cx="226503"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27" name="Arc 111"/>
          <p:cNvSpPr/>
          <p:nvPr/>
        </p:nvSpPr>
        <p:spPr bwMode="auto">
          <a:xfrm>
            <a:off x="6983354" y="2387533"/>
            <a:ext cx="225420"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rgbClr val="000000"/>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29" name="Oval 113"/>
          <p:cNvSpPr>
            <a:spLocks noChangeArrowheads="1"/>
          </p:cNvSpPr>
          <p:nvPr/>
        </p:nvSpPr>
        <p:spPr bwMode="auto">
          <a:xfrm>
            <a:off x="5393516" y="2387533"/>
            <a:ext cx="226505" cy="232121"/>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30" name="Arc 114"/>
          <p:cNvSpPr/>
          <p:nvPr/>
        </p:nvSpPr>
        <p:spPr bwMode="auto">
          <a:xfrm>
            <a:off x="5507310" y="2387533"/>
            <a:ext cx="112711" cy="116616"/>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solidFill>
            <a:schemeClr val="accent2"/>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32" name="Oval 116"/>
          <p:cNvSpPr>
            <a:spLocks noChangeArrowheads="1"/>
          </p:cNvSpPr>
          <p:nvPr/>
        </p:nvSpPr>
        <p:spPr bwMode="auto">
          <a:xfrm>
            <a:off x="8601444" y="2387533"/>
            <a:ext cx="228376" cy="232121"/>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33" name="Arc 117"/>
          <p:cNvSpPr/>
          <p:nvPr/>
        </p:nvSpPr>
        <p:spPr bwMode="auto">
          <a:xfrm>
            <a:off x="8716179" y="2387533"/>
            <a:ext cx="113642" cy="116616"/>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39" name="Oval 77"/>
          <p:cNvSpPr>
            <a:spLocks noChangeArrowheads="1"/>
          </p:cNvSpPr>
          <p:nvPr/>
        </p:nvSpPr>
        <p:spPr bwMode="auto">
          <a:xfrm>
            <a:off x="6896190" y="4229794"/>
            <a:ext cx="228376" cy="232121"/>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eaLnBrk="0" hangingPunct="0">
              <a:buFont typeface="腾讯体 W3" panose="020C04030202040F0204" pitchFamily="34" charset="-122"/>
              <a:buChar char="►"/>
            </a:pPr>
            <a:endParaRPr lang="de-DE" sz="1200">
              <a:latin typeface="腾讯体 W3" panose="020C04030202040F0204" pitchFamily="34" charset="-122"/>
              <a:cs typeface="腾讯体 W3" panose="020C04030202040F0204" pitchFamily="34" charset="-122"/>
            </a:endParaRPr>
          </a:p>
        </p:txBody>
      </p:sp>
      <p:sp>
        <p:nvSpPr>
          <p:cNvPr id="214" name="Oval 60"/>
          <p:cNvSpPr>
            <a:spLocks noChangeArrowheads="1"/>
          </p:cNvSpPr>
          <p:nvPr/>
        </p:nvSpPr>
        <p:spPr bwMode="auto">
          <a:xfrm>
            <a:off x="3393794" y="4229793"/>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217" name="Arc 61"/>
          <p:cNvSpPr/>
          <p:nvPr/>
        </p:nvSpPr>
        <p:spPr bwMode="auto">
          <a:xfrm>
            <a:off x="3394887" y="4229794"/>
            <a:ext cx="227283"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201" name="Oval 69"/>
          <p:cNvSpPr>
            <a:spLocks noChangeArrowheads="1"/>
          </p:cNvSpPr>
          <p:nvPr/>
        </p:nvSpPr>
        <p:spPr bwMode="auto">
          <a:xfrm>
            <a:off x="4492621" y="4229793"/>
            <a:ext cx="226503"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211" name="Arc 70"/>
          <p:cNvSpPr/>
          <p:nvPr/>
        </p:nvSpPr>
        <p:spPr bwMode="auto">
          <a:xfrm>
            <a:off x="4606416" y="4229794"/>
            <a:ext cx="112709" cy="232121"/>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95" name="Oval 113"/>
          <p:cNvSpPr>
            <a:spLocks noChangeArrowheads="1"/>
          </p:cNvSpPr>
          <p:nvPr/>
        </p:nvSpPr>
        <p:spPr bwMode="auto">
          <a:xfrm>
            <a:off x="5904062" y="4229794"/>
            <a:ext cx="226503" cy="232121"/>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98" name="Arc 114"/>
          <p:cNvSpPr/>
          <p:nvPr/>
        </p:nvSpPr>
        <p:spPr bwMode="auto">
          <a:xfrm>
            <a:off x="6017857" y="4229794"/>
            <a:ext cx="112709" cy="116616"/>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51" name="Oval 77"/>
          <p:cNvSpPr>
            <a:spLocks noChangeArrowheads="1"/>
          </p:cNvSpPr>
          <p:nvPr/>
        </p:nvSpPr>
        <p:spPr bwMode="auto">
          <a:xfrm>
            <a:off x="2057231" y="4229794"/>
            <a:ext cx="228376" cy="232121"/>
          </a:xfrm>
          <a:prstGeom prst="ellipse">
            <a:avLst/>
          </a:pr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eaLnBrk="0" hangingPunct="0">
              <a:buFont typeface="腾讯体 W3" panose="020C04030202040F0204" pitchFamily="34" charset="-122"/>
              <a:buChar char="►"/>
              <a:defRPr/>
            </a:pPr>
            <a:endParaRPr lang="de-DE" sz="1200" kern="0">
              <a:latin typeface="腾讯体 W3" panose="020C04030202040F0204" pitchFamily="34" charset="-122"/>
              <a:cs typeface="腾讯体 W3" panose="020C04030202040F0204" pitchFamily="34" charset="-122"/>
            </a:endParaRPr>
          </a:p>
        </p:txBody>
      </p:sp>
      <p:sp>
        <p:nvSpPr>
          <p:cNvPr id="155" name="Rectangle 94"/>
          <p:cNvSpPr>
            <a:spLocks noChangeArrowheads="1"/>
          </p:cNvSpPr>
          <p:nvPr/>
        </p:nvSpPr>
        <p:spPr bwMode="auto">
          <a:xfrm>
            <a:off x="2386692" y="4274720"/>
            <a:ext cx="709465" cy="184150"/>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Excellent</a:t>
            </a:r>
            <a:endParaRPr lang="en-US" sz="1200" kern="0" dirty="0">
              <a:latin typeface="腾讯体 W3" panose="020C04030202040F0204" pitchFamily="34" charset="-122"/>
              <a:cs typeface="腾讯体 W3" panose="020C04030202040F0204" pitchFamily="34" charset="-122"/>
            </a:endParaRPr>
          </a:p>
        </p:txBody>
      </p:sp>
      <p:sp>
        <p:nvSpPr>
          <p:cNvPr id="158" name="Rectangle 95"/>
          <p:cNvSpPr>
            <a:spLocks noChangeArrowheads="1"/>
          </p:cNvSpPr>
          <p:nvPr/>
        </p:nvSpPr>
        <p:spPr bwMode="auto">
          <a:xfrm>
            <a:off x="3695176" y="4274720"/>
            <a:ext cx="709464" cy="184150"/>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Good</a:t>
            </a:r>
            <a:endParaRPr lang="en-US" sz="1200" kern="0" dirty="0">
              <a:latin typeface="腾讯体 W3" panose="020C04030202040F0204" pitchFamily="34" charset="-122"/>
              <a:cs typeface="腾讯体 W3" panose="020C04030202040F0204" pitchFamily="34" charset="-122"/>
            </a:endParaRPr>
          </a:p>
        </p:txBody>
      </p:sp>
      <p:sp>
        <p:nvSpPr>
          <p:cNvPr id="159" name="Rectangle 96"/>
          <p:cNvSpPr>
            <a:spLocks noChangeArrowheads="1"/>
          </p:cNvSpPr>
          <p:nvPr/>
        </p:nvSpPr>
        <p:spPr bwMode="auto">
          <a:xfrm>
            <a:off x="4792131" y="4274720"/>
            <a:ext cx="888209" cy="184150"/>
          </a:xfrm>
          <a:prstGeom prst="rect">
            <a:avLst/>
          </a:prstGeom>
          <a:noFill/>
          <a:ln w="12700">
            <a:noFill/>
            <a:miter lim="800000"/>
          </a:ln>
          <a:effectLst/>
        </p:spPr>
        <p:txBody>
          <a:bodyPr wrap="square"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Satisfactory</a:t>
            </a:r>
            <a:endParaRPr lang="en-US" sz="1200" kern="0" dirty="0">
              <a:latin typeface="腾讯体 W3" panose="020C04030202040F0204" pitchFamily="34" charset="-122"/>
              <a:cs typeface="腾讯体 W3" panose="020C04030202040F0204" pitchFamily="34" charset="-122"/>
            </a:endParaRPr>
          </a:p>
        </p:txBody>
      </p:sp>
      <p:sp>
        <p:nvSpPr>
          <p:cNvPr id="160" name="Rectangle 97"/>
          <p:cNvSpPr>
            <a:spLocks noChangeArrowheads="1"/>
          </p:cNvSpPr>
          <p:nvPr/>
        </p:nvSpPr>
        <p:spPr bwMode="auto">
          <a:xfrm>
            <a:off x="6242883" y="4274720"/>
            <a:ext cx="423058" cy="184150"/>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Poor</a:t>
            </a:r>
            <a:endParaRPr lang="en-US" sz="1200" kern="0" dirty="0">
              <a:latin typeface="腾讯体 W3" panose="020C04030202040F0204" pitchFamily="34" charset="-122"/>
              <a:cs typeface="腾讯体 W3" panose="020C04030202040F0204" pitchFamily="34" charset="-122"/>
            </a:endParaRPr>
          </a:p>
        </p:txBody>
      </p:sp>
      <p:sp>
        <p:nvSpPr>
          <p:cNvPr id="161" name="Rectangle 98"/>
          <p:cNvSpPr>
            <a:spLocks noChangeArrowheads="1"/>
          </p:cNvSpPr>
          <p:nvPr/>
        </p:nvSpPr>
        <p:spPr bwMode="auto">
          <a:xfrm>
            <a:off x="7182595" y="4274720"/>
            <a:ext cx="1170926" cy="184150"/>
          </a:xfrm>
          <a:prstGeom prst="rect">
            <a:avLst/>
          </a:prstGeom>
          <a:noFill/>
          <a:ln w="12700">
            <a:noFill/>
            <a:miter lim="800000"/>
          </a:ln>
          <a:effectLst/>
        </p:spPr>
        <p:txBody>
          <a:bodyPr wrap="square"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Very poor</a:t>
            </a:r>
            <a:endParaRPr lang="en-US" sz="1200" kern="0" dirty="0">
              <a:latin typeface="腾讯体 W3" panose="020C04030202040F0204" pitchFamily="34" charset="-122"/>
              <a:cs typeface="腾讯体 W3" panose="020C04030202040F0204" pitchFamily="34" charset="-122"/>
            </a:endParaRPr>
          </a:p>
        </p:txBody>
      </p:sp>
      <p:sp>
        <p:nvSpPr>
          <p:cNvPr id="162" name="Oval 77"/>
          <p:cNvSpPr>
            <a:spLocks noChangeArrowheads="1"/>
          </p:cNvSpPr>
          <p:nvPr/>
        </p:nvSpPr>
        <p:spPr bwMode="auto">
          <a:xfrm>
            <a:off x="6896190" y="4752064"/>
            <a:ext cx="228376" cy="232121"/>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eaLnBrk="0" hangingPunct="0"/>
            <a:endParaRPr lang="de-DE" sz="1200">
              <a:latin typeface="腾讯体 W3" panose="020C04030202040F0204" pitchFamily="34" charset="-122"/>
              <a:cs typeface="腾讯体 W3" panose="020C04030202040F0204" pitchFamily="34" charset="-122"/>
            </a:endParaRPr>
          </a:p>
        </p:txBody>
      </p:sp>
      <p:sp>
        <p:nvSpPr>
          <p:cNvPr id="188" name="Oval 60"/>
          <p:cNvSpPr>
            <a:spLocks noChangeArrowheads="1"/>
          </p:cNvSpPr>
          <p:nvPr/>
        </p:nvSpPr>
        <p:spPr bwMode="auto">
          <a:xfrm>
            <a:off x="3393794" y="4752063"/>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191" name="Arc 61"/>
          <p:cNvSpPr/>
          <p:nvPr/>
        </p:nvSpPr>
        <p:spPr bwMode="auto">
          <a:xfrm>
            <a:off x="3394887" y="4752064"/>
            <a:ext cx="227283"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3"/>
          </a:solidFill>
          <a:ln w="12700">
            <a:solidFill>
              <a:schemeClr val="accent3"/>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182" name="Oval 69"/>
          <p:cNvSpPr>
            <a:spLocks noChangeArrowheads="1"/>
          </p:cNvSpPr>
          <p:nvPr/>
        </p:nvSpPr>
        <p:spPr bwMode="auto">
          <a:xfrm>
            <a:off x="4492621" y="4752063"/>
            <a:ext cx="226503"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185" name="Arc 70"/>
          <p:cNvSpPr/>
          <p:nvPr/>
        </p:nvSpPr>
        <p:spPr bwMode="auto">
          <a:xfrm>
            <a:off x="4606416" y="4752064"/>
            <a:ext cx="112709" cy="232121"/>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176" name="Oval 113"/>
          <p:cNvSpPr>
            <a:spLocks noChangeArrowheads="1"/>
          </p:cNvSpPr>
          <p:nvPr/>
        </p:nvSpPr>
        <p:spPr bwMode="auto">
          <a:xfrm>
            <a:off x="5904062" y="4752064"/>
            <a:ext cx="226503" cy="232121"/>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179" name="Arc 114"/>
          <p:cNvSpPr/>
          <p:nvPr/>
        </p:nvSpPr>
        <p:spPr bwMode="auto">
          <a:xfrm>
            <a:off x="6017857" y="4752064"/>
            <a:ext cx="112709" cy="116616"/>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166" name="Oval 77"/>
          <p:cNvSpPr>
            <a:spLocks noChangeArrowheads="1"/>
          </p:cNvSpPr>
          <p:nvPr/>
        </p:nvSpPr>
        <p:spPr bwMode="auto">
          <a:xfrm>
            <a:off x="2057231" y="4752064"/>
            <a:ext cx="228376" cy="232121"/>
          </a:xfrm>
          <a:prstGeom prst="ellipse">
            <a:avLst/>
          </a:prstGeom>
          <a:solidFill>
            <a:schemeClr val="accent3"/>
          </a:solidFill>
          <a:ln w="12700">
            <a:solidFill>
              <a:schemeClr val="accent3"/>
            </a:solidFill>
            <a:round/>
            <a:headEnd type="none" w="sm" len="sm"/>
            <a:tailEnd type="none" w="sm" len="sm"/>
          </a:ln>
        </p:spPr>
        <p:txBody>
          <a:bodyPr wrap="none" lIns="104310" tIns="52155" rIns="104310" bIns="52155" anchor="ctr"/>
          <a:lstStyle/>
          <a:p>
            <a:pPr defTabSz="1149985" eaLnBrk="0" hangingPunct="0">
              <a:defRPr/>
            </a:pPr>
            <a:endParaRPr lang="de-DE" sz="1200" kern="0">
              <a:latin typeface="腾讯体 W3" panose="020C04030202040F0204" pitchFamily="34" charset="-122"/>
              <a:cs typeface="腾讯体 W3" panose="020C04030202040F0204" pitchFamily="34" charset="-122"/>
            </a:endParaRPr>
          </a:p>
        </p:txBody>
      </p:sp>
      <p:sp>
        <p:nvSpPr>
          <p:cNvPr id="167" name="Rectangle 110"/>
          <p:cNvSpPr>
            <a:spLocks noChangeArrowheads="1"/>
          </p:cNvSpPr>
          <p:nvPr/>
        </p:nvSpPr>
        <p:spPr bwMode="auto">
          <a:xfrm>
            <a:off x="2386692" y="4796990"/>
            <a:ext cx="709465" cy="184150"/>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Excellent</a:t>
            </a:r>
            <a:endParaRPr lang="en-US" sz="1200" kern="0" dirty="0">
              <a:latin typeface="腾讯体 W3" panose="020C04030202040F0204" pitchFamily="34" charset="-122"/>
              <a:cs typeface="腾讯体 W3" panose="020C04030202040F0204" pitchFamily="34" charset="-122"/>
            </a:endParaRPr>
          </a:p>
        </p:txBody>
      </p:sp>
      <p:sp>
        <p:nvSpPr>
          <p:cNvPr id="168" name="Rectangle 111"/>
          <p:cNvSpPr>
            <a:spLocks noChangeArrowheads="1"/>
          </p:cNvSpPr>
          <p:nvPr/>
        </p:nvSpPr>
        <p:spPr bwMode="auto">
          <a:xfrm>
            <a:off x="3695176" y="4796990"/>
            <a:ext cx="709464" cy="184150"/>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Good</a:t>
            </a:r>
            <a:endParaRPr lang="en-US" sz="1200" kern="0" dirty="0">
              <a:latin typeface="腾讯体 W3" panose="020C04030202040F0204" pitchFamily="34" charset="-122"/>
              <a:cs typeface="腾讯体 W3" panose="020C04030202040F0204" pitchFamily="34" charset="-122"/>
            </a:endParaRPr>
          </a:p>
        </p:txBody>
      </p:sp>
      <p:sp>
        <p:nvSpPr>
          <p:cNvPr id="169" name="Rectangle 112"/>
          <p:cNvSpPr>
            <a:spLocks noChangeArrowheads="1"/>
          </p:cNvSpPr>
          <p:nvPr/>
        </p:nvSpPr>
        <p:spPr bwMode="auto">
          <a:xfrm>
            <a:off x="4792132" y="4796990"/>
            <a:ext cx="983628" cy="184150"/>
          </a:xfrm>
          <a:prstGeom prst="rect">
            <a:avLst/>
          </a:prstGeom>
          <a:noFill/>
          <a:ln w="12700">
            <a:noFill/>
            <a:miter lim="800000"/>
          </a:ln>
          <a:effectLst/>
        </p:spPr>
        <p:txBody>
          <a:bodyPr wrap="square"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Satisfactory</a:t>
            </a:r>
            <a:endParaRPr lang="en-US" sz="1200" kern="0" dirty="0">
              <a:latin typeface="腾讯体 W3" panose="020C04030202040F0204" pitchFamily="34" charset="-122"/>
              <a:cs typeface="腾讯体 W3" panose="020C04030202040F0204" pitchFamily="34" charset="-122"/>
            </a:endParaRPr>
          </a:p>
        </p:txBody>
      </p:sp>
      <p:sp>
        <p:nvSpPr>
          <p:cNvPr id="170" name="Rectangle 113"/>
          <p:cNvSpPr>
            <a:spLocks noChangeArrowheads="1"/>
          </p:cNvSpPr>
          <p:nvPr/>
        </p:nvSpPr>
        <p:spPr bwMode="auto">
          <a:xfrm>
            <a:off x="6242883" y="4796989"/>
            <a:ext cx="423058" cy="184150"/>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Poor</a:t>
            </a:r>
            <a:endParaRPr lang="en-US" sz="1200" kern="0" dirty="0">
              <a:latin typeface="腾讯体 W3" panose="020C04030202040F0204" pitchFamily="34" charset="-122"/>
              <a:cs typeface="腾讯体 W3" panose="020C04030202040F0204" pitchFamily="34" charset="-122"/>
            </a:endParaRPr>
          </a:p>
        </p:txBody>
      </p:sp>
      <p:sp>
        <p:nvSpPr>
          <p:cNvPr id="173" name="Rectangle 114"/>
          <p:cNvSpPr>
            <a:spLocks noChangeArrowheads="1"/>
          </p:cNvSpPr>
          <p:nvPr/>
        </p:nvSpPr>
        <p:spPr bwMode="auto">
          <a:xfrm>
            <a:off x="7182595" y="4796990"/>
            <a:ext cx="1120124" cy="184150"/>
          </a:xfrm>
          <a:prstGeom prst="rect">
            <a:avLst/>
          </a:prstGeom>
          <a:noFill/>
          <a:ln w="12700">
            <a:noFill/>
            <a:miter lim="800000"/>
          </a:ln>
          <a:effectLst/>
        </p:spPr>
        <p:txBody>
          <a:bodyPr wrap="square"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Very poor</a:t>
            </a:r>
            <a:endParaRPr lang="en-US" sz="1200" kern="0" dirty="0">
              <a:latin typeface="腾讯体 W3" panose="020C04030202040F0204" pitchFamily="34" charset="-122"/>
              <a:cs typeface="腾讯体 W3" panose="020C04030202040F0204" pitchFamily="34" charset="-122"/>
            </a:endParaRPr>
          </a:p>
        </p:txBody>
      </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3" name="Table 122"/>
          <p:cNvGraphicFramePr>
            <a:graphicFrameLocks noGrp="1"/>
          </p:cNvGraphicFramePr>
          <p:nvPr/>
        </p:nvGraphicFramePr>
        <p:xfrm>
          <a:off x="2057231" y="1652657"/>
          <a:ext cx="8080375" cy="1078865"/>
        </p:xfrm>
        <a:graphic>
          <a:graphicData uri="http://schemas.openxmlformats.org/drawingml/2006/table">
            <a:tbl>
              <a:tblPr firstRow="1" bandRow="1">
                <a:tableStyleId>{5C22544A-7EE6-4342-B048-85BDC9FD1C3A}</a:tableStyleId>
              </a:tblPr>
              <a:tblGrid>
                <a:gridCol w="1616075"/>
                <a:gridCol w="1616075"/>
                <a:gridCol w="1616075"/>
                <a:gridCol w="1616075"/>
                <a:gridCol w="1616075"/>
              </a:tblGrid>
              <a:tr h="238125">
                <a:tc>
                  <a:txBody>
                    <a:bodyPr/>
                    <a:lstStyle/>
                    <a:p>
                      <a:r>
                        <a:rPr lang="en-GB" sz="1180" b="1" dirty="0" smtClean="0">
                          <a:solidFill>
                            <a:schemeClr val="bg2"/>
                          </a:solidFill>
                        </a:rPr>
                        <a:t>Options</a:t>
                      </a:r>
                      <a:endParaRPr lang="en-GB" sz="1180" b="1" dirty="0" smtClean="0">
                        <a:solidFill>
                          <a:schemeClr val="bg2"/>
                        </a:solidFill>
                      </a:endParaRPr>
                    </a:p>
                  </a:txBody>
                  <a:tcPr marL="45721" marR="45721" marT="27433" marB="27433">
                    <a:lnL w="12700" cap="flat" cmpd="sng" algn="ctr">
                      <a:no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smtClean="0">
                          <a:solidFill>
                            <a:schemeClr val="bg2"/>
                          </a:solidFill>
                        </a:rPr>
                        <a:t>Criterion 1</a:t>
                      </a:r>
                      <a:endParaRPr lang="en-GB" sz="1180" b="1" dirty="0" smtClean="0">
                        <a:solidFill>
                          <a:schemeClr val="bg2"/>
                        </a:solidFill>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smtClean="0">
                          <a:solidFill>
                            <a:schemeClr val="bg2"/>
                          </a:solidFill>
                        </a:rPr>
                        <a:t>Criterion 2</a:t>
                      </a:r>
                      <a:endParaRPr lang="en-GB" sz="1180" b="1" dirty="0" smtClean="0">
                        <a:solidFill>
                          <a:schemeClr val="bg2"/>
                        </a:solidFill>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smtClean="0">
                          <a:solidFill>
                            <a:schemeClr val="bg2"/>
                          </a:solidFill>
                        </a:rPr>
                        <a:t>Criterion 3</a:t>
                      </a:r>
                      <a:endParaRPr lang="en-GB" sz="1180" b="1" dirty="0" smtClean="0">
                        <a:solidFill>
                          <a:schemeClr val="bg2"/>
                        </a:solidFill>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smtClean="0">
                          <a:solidFill>
                            <a:schemeClr val="bg2"/>
                          </a:solidFill>
                        </a:rPr>
                        <a:t>Criterion 4</a:t>
                      </a:r>
                      <a:endParaRPr lang="en-GB" sz="1180" b="1" dirty="0" smtClean="0">
                        <a:solidFill>
                          <a:schemeClr val="bg2"/>
                        </a:solidFill>
                      </a:endParaRPr>
                    </a:p>
                  </a:txBody>
                  <a:tcPr marL="45721" marR="45721" marT="27433" marB="27433">
                    <a:lnL w="12700" cap="flat" cmpd="sng" algn="ctr">
                      <a:solidFill>
                        <a:schemeClr val="bg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r>
              <a:tr h="420370">
                <a:tc>
                  <a:txBody>
                    <a:bodyPr/>
                    <a:lstStyle/>
                    <a:p>
                      <a:r>
                        <a:rPr lang="en-GB" sz="1180" dirty="0" smtClean="0"/>
                        <a:t>Option 1</a:t>
                      </a:r>
                      <a:endParaRPr lang="en-GB" sz="1180" dirty="0" smtClean="0"/>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r>
              <a:tr h="420370">
                <a:tc>
                  <a:txBody>
                    <a:bodyPr/>
                    <a:lstStyle/>
                    <a:p>
                      <a:pPr marL="0" marR="0" indent="0" algn="l" defTabSz="914400" rtl="0" eaLnBrk="1" fontAlgn="auto" latinLnBrk="0" hangingPunct="1">
                        <a:lnSpc>
                          <a:spcPct val="100000"/>
                        </a:lnSpc>
                        <a:spcBef>
                          <a:spcPts val="0"/>
                        </a:spcBef>
                        <a:spcAft>
                          <a:spcPts val="0"/>
                        </a:spcAft>
                        <a:buClrTx/>
                        <a:buSzTx/>
                        <a:buFontTx/>
                        <a:buNone/>
                        <a:defRPr/>
                      </a:pPr>
                      <a:r>
                        <a:rPr lang="en-GB" sz="1180" dirty="0" smtClean="0"/>
                        <a:t>Option 2</a:t>
                      </a:r>
                      <a:endParaRPr lang="en-GB" sz="1180" dirty="0" smtClean="0"/>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r>
            </a:tbl>
          </a:graphicData>
        </a:graphic>
      </p:graphicFrame>
      <p:graphicFrame>
        <p:nvGraphicFramePr>
          <p:cNvPr id="124" name="Table 123"/>
          <p:cNvGraphicFramePr>
            <a:graphicFrameLocks noGrp="1"/>
          </p:cNvGraphicFramePr>
          <p:nvPr/>
        </p:nvGraphicFramePr>
        <p:xfrm>
          <a:off x="2057231" y="2821106"/>
          <a:ext cx="8080375" cy="1078865"/>
        </p:xfrm>
        <a:graphic>
          <a:graphicData uri="http://schemas.openxmlformats.org/drawingml/2006/table">
            <a:tbl>
              <a:tblPr firstRow="1" bandRow="1">
                <a:tableStyleId>{5C22544A-7EE6-4342-B048-85BDC9FD1C3A}</a:tableStyleId>
              </a:tblPr>
              <a:tblGrid>
                <a:gridCol w="1616075"/>
                <a:gridCol w="1616075"/>
                <a:gridCol w="1616075"/>
                <a:gridCol w="1616075"/>
                <a:gridCol w="1616075"/>
              </a:tblGrid>
              <a:tr h="238125">
                <a:tc>
                  <a:txBody>
                    <a:bodyPr/>
                    <a:lstStyle/>
                    <a:p>
                      <a:r>
                        <a:rPr lang="en-GB" sz="1180" b="1" i="0" dirty="0" smtClean="0">
                          <a:solidFill>
                            <a:schemeClr val="bg2"/>
                          </a:solidFill>
                          <a:latin typeface="+mn-lt"/>
                        </a:rPr>
                        <a:t>Criteria</a:t>
                      </a:r>
                      <a:endParaRPr lang="en-GB" sz="1180" b="1" i="0" dirty="0" smtClean="0">
                        <a:solidFill>
                          <a:schemeClr val="bg2"/>
                        </a:solidFill>
                        <a:latin typeface="+mn-lt"/>
                      </a:endParaRPr>
                    </a:p>
                  </a:txBody>
                  <a:tcPr marL="45721" marR="45721" marT="27433" marB="27433">
                    <a:lnL w="12700" cap="flat" cmpd="sng" algn="ctr">
                      <a:no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smtClean="0">
                          <a:ln>
                            <a:noFill/>
                          </a:ln>
                          <a:solidFill>
                            <a:schemeClr val="bg2"/>
                          </a:solidFill>
                          <a:effectLst/>
                          <a:uLnTx/>
                          <a:uFillTx/>
                          <a:latin typeface="+mn-lt"/>
                          <a:cs typeface="腾讯体 W3" panose="020C04030202040F0204" pitchFamily="34" charset="-122"/>
                        </a:rPr>
                        <a:t>Option 1</a:t>
                      </a:r>
                      <a:endParaRPr kumimoji="0" lang="en-US" sz="1180" b="1" i="0" u="none" strike="noStrike" kern="0" cap="none" spc="0" normalizeH="0" baseline="0" noProof="0" dirty="0">
                        <a:ln>
                          <a:noFill/>
                        </a:ln>
                        <a:solidFill>
                          <a:schemeClr val="bg2"/>
                        </a:solidFill>
                        <a:effectLst/>
                        <a:uLnTx/>
                        <a:uFillTx/>
                        <a:latin typeface="+mn-lt"/>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smtClean="0">
                          <a:ln>
                            <a:noFill/>
                          </a:ln>
                          <a:solidFill>
                            <a:schemeClr val="bg2"/>
                          </a:solidFill>
                          <a:effectLst/>
                          <a:uLnTx/>
                          <a:uFillTx/>
                          <a:latin typeface="+mn-lt"/>
                          <a:cs typeface="腾讯体 W3" panose="020C04030202040F0204" pitchFamily="34" charset="-122"/>
                        </a:rPr>
                        <a:t>Option 2</a:t>
                      </a:r>
                      <a:endParaRPr kumimoji="0" lang="en-US" sz="1180" b="1" i="0" u="none" strike="noStrike" kern="0" cap="none" spc="0" normalizeH="0" baseline="0" noProof="0" dirty="0">
                        <a:ln>
                          <a:noFill/>
                        </a:ln>
                        <a:solidFill>
                          <a:schemeClr val="bg2"/>
                        </a:solidFill>
                        <a:effectLst/>
                        <a:uLnTx/>
                        <a:uFillTx/>
                        <a:latin typeface="+mn-lt"/>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smtClean="0">
                          <a:ln>
                            <a:noFill/>
                          </a:ln>
                          <a:solidFill>
                            <a:schemeClr val="bg2"/>
                          </a:solidFill>
                          <a:effectLst/>
                          <a:uLnTx/>
                          <a:uFillTx/>
                          <a:latin typeface="+mn-lt"/>
                          <a:cs typeface="腾讯体 W3" panose="020C04030202040F0204" pitchFamily="34" charset="-122"/>
                        </a:rPr>
                        <a:t>Option 3</a:t>
                      </a:r>
                      <a:endParaRPr kumimoji="0" lang="en-US" sz="1180" b="1" i="0" u="none" strike="noStrike" kern="0" cap="none" spc="0" normalizeH="0" baseline="0" noProof="0" dirty="0">
                        <a:ln>
                          <a:noFill/>
                        </a:ln>
                        <a:solidFill>
                          <a:schemeClr val="bg2"/>
                        </a:solidFill>
                        <a:effectLst/>
                        <a:uLnTx/>
                        <a:uFillTx/>
                        <a:latin typeface="+mn-lt"/>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smtClean="0">
                          <a:ln>
                            <a:noFill/>
                          </a:ln>
                          <a:solidFill>
                            <a:schemeClr val="bg2"/>
                          </a:solidFill>
                          <a:effectLst/>
                          <a:uLnTx/>
                          <a:uFillTx/>
                          <a:latin typeface="+mn-lt"/>
                          <a:cs typeface="腾讯体 W3" panose="020C04030202040F0204" pitchFamily="34" charset="-122"/>
                        </a:rPr>
                        <a:t>Option 4</a:t>
                      </a:r>
                      <a:endParaRPr kumimoji="0" lang="en-US" sz="1180" b="1" i="0" u="none" strike="noStrike" kern="0" cap="none" spc="0" normalizeH="0" baseline="0" noProof="0" dirty="0">
                        <a:ln>
                          <a:noFill/>
                        </a:ln>
                        <a:solidFill>
                          <a:schemeClr val="bg2"/>
                        </a:solidFill>
                        <a:effectLst/>
                        <a:uLnTx/>
                        <a:uFillTx/>
                        <a:latin typeface="+mn-lt"/>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r>
              <a:tr h="420370">
                <a:tc>
                  <a:txBody>
                    <a:bodyPr/>
                    <a:lstStyle/>
                    <a:p>
                      <a:pPr marL="0" marR="0" lvl="0" indent="0" defTabSz="1043305" eaLnBrk="0" fontAlgn="auto" latinLnBrk="0" hangingPunct="0">
                        <a:lnSpc>
                          <a:spcPct val="100000"/>
                        </a:lnSpc>
                        <a:spcBef>
                          <a:spcPts val="0"/>
                        </a:spcBef>
                        <a:buClrTx/>
                        <a:buSzTx/>
                        <a:buFontTx/>
                        <a:buNone/>
                        <a:defRPr/>
                      </a:pPr>
                      <a:r>
                        <a:rPr kumimoji="0" lang="en-US" sz="1180" i="0" u="none" strike="noStrike" kern="0" cap="none" spc="0" normalizeH="0" baseline="0" noProof="0" smtClean="0">
                          <a:ln>
                            <a:noFill/>
                          </a:ln>
                          <a:effectLst/>
                          <a:uLnTx/>
                          <a:uFillTx/>
                          <a:latin typeface="腾讯体 W3" panose="020C04030202040F0204" pitchFamily="34" charset="-122"/>
                          <a:cs typeface="腾讯体 W3" panose="020C04030202040F0204" pitchFamily="34" charset="-122"/>
                        </a:rPr>
                        <a:t>Criterion 1</a:t>
                      </a:r>
                      <a:endParaRPr kumimoji="0" lang="en-US" sz="1180" i="0" u="none" strike="noStrike" kern="0" cap="none" spc="0" normalizeH="0" baseline="0" noProof="0" dirty="0">
                        <a:ln>
                          <a:noFill/>
                        </a:ln>
                        <a:effectLst/>
                        <a:uLnTx/>
                        <a:uFillTx/>
                        <a:latin typeface="腾讯体 W3" panose="020C04030202040F0204" pitchFamily="34" charset="-122"/>
                        <a:cs typeface="腾讯体 W3" panose="020C04030202040F0204" pitchFamily="34" charset="-122"/>
                      </a:endParaRPr>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r>
              <a:tr h="420370">
                <a:tc>
                  <a:txBody>
                    <a:bodyPr/>
                    <a:lstStyle/>
                    <a:p>
                      <a:pPr marL="0" marR="0" lvl="0" indent="0" defTabSz="1043305" eaLnBrk="0" fontAlgn="auto" latinLnBrk="0" hangingPunct="0">
                        <a:lnSpc>
                          <a:spcPct val="100000"/>
                        </a:lnSpc>
                        <a:spcBef>
                          <a:spcPts val="0"/>
                        </a:spcBef>
                        <a:buClrTx/>
                        <a:buSzTx/>
                        <a:buFontTx/>
                        <a:buNone/>
                        <a:defRPr/>
                      </a:pPr>
                      <a:r>
                        <a:rPr kumimoji="0" lang="en-US" sz="1180" i="0" u="none" strike="noStrike" kern="0" cap="none" spc="0" normalizeH="0" baseline="0" noProof="0" dirty="0" smtClean="0">
                          <a:ln>
                            <a:noFill/>
                          </a:ln>
                          <a:effectLst/>
                          <a:uLnTx/>
                          <a:uFillTx/>
                          <a:latin typeface="腾讯体 W3" panose="020C04030202040F0204" pitchFamily="34" charset="-122"/>
                          <a:cs typeface="腾讯体 W3" panose="020C04030202040F0204" pitchFamily="34" charset="-122"/>
                        </a:rPr>
                        <a:t>Criterion 2</a:t>
                      </a:r>
                      <a:endParaRPr kumimoji="0" lang="en-US" sz="1180" i="0" u="none" strike="noStrike" kern="0" cap="none" spc="0" normalizeH="0" baseline="0" noProof="0" dirty="0">
                        <a:ln>
                          <a:noFill/>
                        </a:ln>
                        <a:effectLst/>
                        <a:uLnTx/>
                        <a:uFillTx/>
                        <a:latin typeface="腾讯体 W3" panose="020C04030202040F0204" pitchFamily="34" charset="-122"/>
                        <a:cs typeface="腾讯体 W3" panose="020C04030202040F0204" pitchFamily="34" charset="-122"/>
                      </a:endParaRPr>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p>
                      <a:pPr marL="571500" indent="-228600" algn="l" defTabSz="914400" rtl="0" eaLnBrk="1" latinLnBrk="0" hangingPunct="1">
                        <a:buFont typeface="腾讯体 W3" panose="020C04030202040F0204" pitchFamily="34" charset="-122"/>
                        <a:buChar char="•"/>
                      </a:pPr>
                      <a:r>
                        <a:rPr lang="en-GB" sz="1180" kern="1200" dirty="0" smtClean="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r>
            </a:tbl>
          </a:graphicData>
        </a:graphic>
      </p:graphicFrame>
      <p:sp>
        <p:nvSpPr>
          <p:cNvPr id="2" name="Title 1"/>
          <p:cNvSpPr>
            <a:spLocks noGrp="1"/>
          </p:cNvSpPr>
          <p:nvPr>
            <p:ph type="title"/>
          </p:nvPr>
        </p:nvSpPr>
        <p:spPr/>
        <p:txBody>
          <a:bodyPr/>
          <a:lstStyle/>
          <a:p>
            <a:r>
              <a:rPr lang="en-GB" dirty="0" smtClean="0"/>
              <a:t>Scoring</a:t>
            </a:r>
            <a:endParaRPr lang="en-GB" b="0" i="0" dirty="0"/>
          </a:p>
        </p:txBody>
      </p:sp>
      <p:sp>
        <p:nvSpPr>
          <p:cNvPr id="4" name="Slide Number Placeholder 3"/>
          <p:cNvSpPr>
            <a:spLocks noGrp="1"/>
          </p:cNvSpPr>
          <p:nvPr>
            <p:ph type="sldNum" sz="quarter" idx="4294967295"/>
          </p:nvPr>
        </p:nvSpPr>
        <p:spPr>
          <a:xfrm>
            <a:off x="8610706" y="6477272"/>
            <a:ext cx="1527112" cy="152406"/>
          </a:xfrm>
          <a:prstGeom prst="rect">
            <a:avLst/>
          </a:prstGeom>
        </p:spPr>
        <p:txBody>
          <a:bodyPr/>
          <a:lstStyle/>
          <a:p>
            <a:fld id="{4E72FE48-CF69-4C6C-B8CB-49A6D66B0DBC}" type="slidenum">
              <a:rPr lang="en-US" sz="905"/>
            </a:fld>
            <a:endParaRPr lang="en-US" sz="905" dirty="0"/>
          </a:p>
        </p:txBody>
      </p:sp>
      <p:sp>
        <p:nvSpPr>
          <p:cNvPr id="228" name="Arc 61"/>
          <p:cNvSpPr/>
          <p:nvPr/>
        </p:nvSpPr>
        <p:spPr bwMode="auto">
          <a:xfrm flipH="1">
            <a:off x="3750840" y="1948087"/>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29" name="AutoShape 62"/>
          <p:cNvSpPr>
            <a:spLocks noChangeArrowheads="1"/>
          </p:cNvSpPr>
          <p:nvPr/>
        </p:nvSpPr>
        <p:spPr bwMode="auto">
          <a:xfrm>
            <a:off x="3821984" y="1946698"/>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31" name="Arc 64"/>
          <p:cNvSpPr/>
          <p:nvPr/>
        </p:nvSpPr>
        <p:spPr bwMode="auto">
          <a:xfrm rot="12646288" flipH="1" flipV="1">
            <a:off x="6966171" y="1949476"/>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32" name="AutoShape 65"/>
          <p:cNvSpPr>
            <a:spLocks noChangeArrowheads="1"/>
          </p:cNvSpPr>
          <p:nvPr/>
        </p:nvSpPr>
        <p:spPr bwMode="auto">
          <a:xfrm rot="12646288" flipV="1">
            <a:off x="7034470" y="1946698"/>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34" name="Arc 67"/>
          <p:cNvSpPr/>
          <p:nvPr/>
        </p:nvSpPr>
        <p:spPr bwMode="auto">
          <a:xfrm rot="10800000" flipH="1">
            <a:off x="8578868" y="1952253"/>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35" name="AutoShape 68"/>
          <p:cNvSpPr>
            <a:spLocks noChangeArrowheads="1"/>
          </p:cNvSpPr>
          <p:nvPr/>
        </p:nvSpPr>
        <p:spPr bwMode="auto">
          <a:xfrm rot="10800000">
            <a:off x="8651434" y="1946698"/>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37" name="Arc 70"/>
          <p:cNvSpPr/>
          <p:nvPr/>
        </p:nvSpPr>
        <p:spPr bwMode="auto">
          <a:xfrm rot="8953712" flipH="1">
            <a:off x="5341140" y="1952253"/>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38" name="AutoShape 71"/>
          <p:cNvSpPr>
            <a:spLocks noChangeArrowheads="1"/>
          </p:cNvSpPr>
          <p:nvPr/>
        </p:nvSpPr>
        <p:spPr bwMode="auto">
          <a:xfrm rot="8953712">
            <a:off x="5410862" y="1946698"/>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40" name="Arc 61"/>
          <p:cNvSpPr/>
          <p:nvPr/>
        </p:nvSpPr>
        <p:spPr bwMode="auto">
          <a:xfrm flipH="1" flipV="1">
            <a:off x="3750840" y="2394895"/>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41" name="AutoShape 62"/>
          <p:cNvSpPr>
            <a:spLocks noChangeArrowheads="1"/>
          </p:cNvSpPr>
          <p:nvPr/>
        </p:nvSpPr>
        <p:spPr bwMode="auto">
          <a:xfrm flipV="1">
            <a:off x="3821984" y="2387951"/>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43" name="Arc 64"/>
          <p:cNvSpPr/>
          <p:nvPr/>
        </p:nvSpPr>
        <p:spPr bwMode="auto">
          <a:xfrm rot="8953712" flipH="1">
            <a:off x="6966171" y="2393507"/>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44" name="AutoShape 65"/>
          <p:cNvSpPr>
            <a:spLocks noChangeArrowheads="1"/>
          </p:cNvSpPr>
          <p:nvPr/>
        </p:nvSpPr>
        <p:spPr bwMode="auto">
          <a:xfrm rot="8953712">
            <a:off x="7034470" y="2387951"/>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46" name="Arc 67"/>
          <p:cNvSpPr/>
          <p:nvPr/>
        </p:nvSpPr>
        <p:spPr bwMode="auto">
          <a:xfrm rot="10800000" flipH="1" flipV="1">
            <a:off x="8578868" y="2390729"/>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47" name="AutoShape 68"/>
          <p:cNvSpPr>
            <a:spLocks noChangeArrowheads="1"/>
          </p:cNvSpPr>
          <p:nvPr/>
        </p:nvSpPr>
        <p:spPr bwMode="auto">
          <a:xfrm rot="10800000" flipV="1">
            <a:off x="8651434" y="2387951"/>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49" name="Arc 70"/>
          <p:cNvSpPr/>
          <p:nvPr/>
        </p:nvSpPr>
        <p:spPr bwMode="auto">
          <a:xfrm rot="12646288" flipH="1" flipV="1">
            <a:off x="5341140" y="2390729"/>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50" name="AutoShape 71"/>
          <p:cNvSpPr>
            <a:spLocks noChangeArrowheads="1"/>
          </p:cNvSpPr>
          <p:nvPr/>
        </p:nvSpPr>
        <p:spPr bwMode="auto">
          <a:xfrm rot="12646288" flipV="1">
            <a:off x="5410862" y="2387951"/>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72" name="Arc 61"/>
          <p:cNvSpPr/>
          <p:nvPr/>
        </p:nvSpPr>
        <p:spPr bwMode="auto">
          <a:xfrm flipH="1">
            <a:off x="3750840" y="3115492"/>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73" name="AutoShape 62"/>
          <p:cNvSpPr>
            <a:spLocks noChangeArrowheads="1"/>
          </p:cNvSpPr>
          <p:nvPr/>
        </p:nvSpPr>
        <p:spPr bwMode="auto">
          <a:xfrm>
            <a:off x="3821984" y="3114102"/>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75" name="Arc 64"/>
          <p:cNvSpPr/>
          <p:nvPr/>
        </p:nvSpPr>
        <p:spPr bwMode="auto">
          <a:xfrm rot="12646288" flipH="1" flipV="1">
            <a:off x="6966171" y="3116881"/>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76" name="AutoShape 65"/>
          <p:cNvSpPr>
            <a:spLocks noChangeArrowheads="1"/>
          </p:cNvSpPr>
          <p:nvPr/>
        </p:nvSpPr>
        <p:spPr bwMode="auto">
          <a:xfrm rot="12646288" flipV="1">
            <a:off x="7034470" y="3114102"/>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78" name="Arc 67"/>
          <p:cNvSpPr/>
          <p:nvPr/>
        </p:nvSpPr>
        <p:spPr bwMode="auto">
          <a:xfrm rot="10800000" flipH="1">
            <a:off x="8578868" y="3119658"/>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79" name="AutoShape 68"/>
          <p:cNvSpPr>
            <a:spLocks noChangeArrowheads="1"/>
          </p:cNvSpPr>
          <p:nvPr/>
        </p:nvSpPr>
        <p:spPr bwMode="auto">
          <a:xfrm rot="10800000">
            <a:off x="8651434" y="3114102"/>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81" name="Arc 70"/>
          <p:cNvSpPr/>
          <p:nvPr/>
        </p:nvSpPr>
        <p:spPr bwMode="auto">
          <a:xfrm rot="8953712" flipH="1">
            <a:off x="5341140" y="3119658"/>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82" name="AutoShape 71"/>
          <p:cNvSpPr>
            <a:spLocks noChangeArrowheads="1"/>
          </p:cNvSpPr>
          <p:nvPr/>
        </p:nvSpPr>
        <p:spPr bwMode="auto">
          <a:xfrm rot="8953712">
            <a:off x="5410862" y="3114102"/>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84" name="Arc 61"/>
          <p:cNvSpPr/>
          <p:nvPr/>
        </p:nvSpPr>
        <p:spPr bwMode="auto">
          <a:xfrm flipH="1" flipV="1">
            <a:off x="3750840" y="3524199"/>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85" name="AutoShape 62"/>
          <p:cNvSpPr>
            <a:spLocks noChangeArrowheads="1"/>
          </p:cNvSpPr>
          <p:nvPr/>
        </p:nvSpPr>
        <p:spPr bwMode="auto">
          <a:xfrm flipV="1">
            <a:off x="3821984" y="3517254"/>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87" name="Arc 64"/>
          <p:cNvSpPr/>
          <p:nvPr/>
        </p:nvSpPr>
        <p:spPr bwMode="auto">
          <a:xfrm rot="8953712" flipH="1">
            <a:off x="6966171" y="3522810"/>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88" name="AutoShape 65"/>
          <p:cNvSpPr>
            <a:spLocks noChangeArrowheads="1"/>
          </p:cNvSpPr>
          <p:nvPr/>
        </p:nvSpPr>
        <p:spPr bwMode="auto">
          <a:xfrm rot="8953712">
            <a:off x="7034470" y="3517254"/>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90" name="Arc 67"/>
          <p:cNvSpPr/>
          <p:nvPr/>
        </p:nvSpPr>
        <p:spPr bwMode="auto">
          <a:xfrm rot="10800000" flipH="1" flipV="1">
            <a:off x="8578868" y="3520033"/>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91" name="AutoShape 68"/>
          <p:cNvSpPr>
            <a:spLocks noChangeArrowheads="1"/>
          </p:cNvSpPr>
          <p:nvPr/>
        </p:nvSpPr>
        <p:spPr bwMode="auto">
          <a:xfrm rot="10800000" flipV="1">
            <a:off x="8651434" y="3517254"/>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93" name="Arc 70"/>
          <p:cNvSpPr/>
          <p:nvPr/>
        </p:nvSpPr>
        <p:spPr bwMode="auto">
          <a:xfrm rot="12646288" flipH="1" flipV="1">
            <a:off x="5341140" y="3520033"/>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94" name="AutoShape 71"/>
          <p:cNvSpPr>
            <a:spLocks noChangeArrowheads="1"/>
          </p:cNvSpPr>
          <p:nvPr/>
        </p:nvSpPr>
        <p:spPr bwMode="auto">
          <a:xfrm rot="12646288" flipV="1">
            <a:off x="5410862" y="3517254"/>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grpSp>
        <p:nvGrpSpPr>
          <p:cNvPr id="21" name="Group 124"/>
          <p:cNvGrpSpPr/>
          <p:nvPr/>
        </p:nvGrpSpPr>
        <p:grpSpPr>
          <a:xfrm>
            <a:off x="2057231" y="4101001"/>
            <a:ext cx="6154261" cy="290269"/>
            <a:chOff x="622299" y="4240529"/>
            <a:chExt cx="6154003" cy="290257"/>
          </a:xfrm>
        </p:grpSpPr>
        <p:grpSp>
          <p:nvGrpSpPr>
            <p:cNvPr id="22" name="Group 60"/>
            <p:cNvGrpSpPr/>
            <p:nvPr/>
          </p:nvGrpSpPr>
          <p:grpSpPr bwMode="auto">
            <a:xfrm>
              <a:off x="622299" y="4240529"/>
              <a:ext cx="290257" cy="290257"/>
              <a:chOff x="1870" y="1776"/>
              <a:chExt cx="204" cy="209"/>
            </a:xfrm>
          </p:grpSpPr>
          <p:sp>
            <p:nvSpPr>
              <p:cNvPr id="316" name="Arc 61"/>
              <p:cNvSpPr/>
              <p:nvPr/>
            </p:nvSpPr>
            <p:spPr bwMode="auto">
              <a:xfrm flipH="1">
                <a:off x="1870" y="1777"/>
                <a:ext cx="204" cy="20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317" name="AutoShape 62"/>
              <p:cNvSpPr>
                <a:spLocks noChangeArrowheads="1"/>
              </p:cNvSpPr>
              <p:nvPr/>
            </p:nvSpPr>
            <p:spPr bwMode="auto">
              <a:xfrm>
                <a:off x="1920" y="1776"/>
                <a:ext cx="104" cy="20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grpSp>
        <p:grpSp>
          <p:nvGrpSpPr>
            <p:cNvPr id="23" name="Group 69"/>
            <p:cNvGrpSpPr/>
            <p:nvPr/>
          </p:nvGrpSpPr>
          <p:grpSpPr bwMode="auto">
            <a:xfrm flipV="1">
              <a:off x="1928756" y="4240529"/>
              <a:ext cx="290257" cy="290257"/>
              <a:chOff x="2994" y="1775"/>
              <a:chExt cx="204" cy="209"/>
            </a:xfrm>
          </p:grpSpPr>
          <p:sp>
            <p:nvSpPr>
              <p:cNvPr id="319" name="Arc 70"/>
              <p:cNvSpPr/>
              <p:nvPr/>
            </p:nvSpPr>
            <p:spPr bwMode="auto">
              <a:xfrm rot="8953712" flipH="1">
                <a:off x="2994" y="1779"/>
                <a:ext cx="204" cy="20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320" name="AutoShape 71"/>
              <p:cNvSpPr>
                <a:spLocks noChangeArrowheads="1"/>
              </p:cNvSpPr>
              <p:nvPr/>
            </p:nvSpPr>
            <p:spPr bwMode="auto">
              <a:xfrm rot="8953712">
                <a:off x="3043" y="1775"/>
                <a:ext cx="104" cy="20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grpSp>
        <p:grpSp>
          <p:nvGrpSpPr>
            <p:cNvPr id="24" name="Group 60"/>
            <p:cNvGrpSpPr/>
            <p:nvPr/>
          </p:nvGrpSpPr>
          <p:grpSpPr bwMode="auto">
            <a:xfrm rot="5400000">
              <a:off x="3029913" y="4240529"/>
              <a:ext cx="290257" cy="290257"/>
              <a:chOff x="1870" y="1776"/>
              <a:chExt cx="204" cy="209"/>
            </a:xfrm>
          </p:grpSpPr>
          <p:sp>
            <p:nvSpPr>
              <p:cNvPr id="322" name="Arc 61"/>
              <p:cNvSpPr/>
              <p:nvPr/>
            </p:nvSpPr>
            <p:spPr bwMode="auto">
              <a:xfrm flipH="1">
                <a:off x="1870" y="1777"/>
                <a:ext cx="204" cy="20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323" name="AutoShape 62"/>
              <p:cNvSpPr>
                <a:spLocks noChangeArrowheads="1"/>
              </p:cNvSpPr>
              <p:nvPr/>
            </p:nvSpPr>
            <p:spPr bwMode="auto">
              <a:xfrm>
                <a:off x="1920" y="1776"/>
                <a:ext cx="104" cy="20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grpSp>
        <p:grpSp>
          <p:nvGrpSpPr>
            <p:cNvPr id="25" name="Group 63"/>
            <p:cNvGrpSpPr/>
            <p:nvPr/>
          </p:nvGrpSpPr>
          <p:grpSpPr bwMode="auto">
            <a:xfrm flipV="1">
              <a:off x="4444992" y="4240529"/>
              <a:ext cx="290257" cy="290257"/>
              <a:chOff x="4117" y="1772"/>
              <a:chExt cx="204" cy="209"/>
            </a:xfrm>
          </p:grpSpPr>
          <p:sp>
            <p:nvSpPr>
              <p:cNvPr id="325" name="Arc 64"/>
              <p:cNvSpPr/>
              <p:nvPr/>
            </p:nvSpPr>
            <p:spPr bwMode="auto">
              <a:xfrm rot="-8953712" flipH="1" flipV="1">
                <a:off x="4117" y="1774"/>
                <a:ext cx="204" cy="20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326" name="AutoShape 65"/>
              <p:cNvSpPr>
                <a:spLocks noChangeArrowheads="1"/>
              </p:cNvSpPr>
              <p:nvPr/>
            </p:nvSpPr>
            <p:spPr bwMode="auto">
              <a:xfrm rot="12646288" flipV="1">
                <a:off x="4165" y="1772"/>
                <a:ext cx="104" cy="20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grpSp>
        <p:grpSp>
          <p:nvGrpSpPr>
            <p:cNvPr id="26" name="Group 66"/>
            <p:cNvGrpSpPr/>
            <p:nvPr/>
          </p:nvGrpSpPr>
          <p:grpSpPr bwMode="auto">
            <a:xfrm>
              <a:off x="5402066" y="4240529"/>
              <a:ext cx="290257" cy="290257"/>
              <a:chOff x="5240" y="1776"/>
              <a:chExt cx="204" cy="209"/>
            </a:xfrm>
          </p:grpSpPr>
          <p:sp>
            <p:nvSpPr>
              <p:cNvPr id="328" name="Arc 67"/>
              <p:cNvSpPr/>
              <p:nvPr/>
            </p:nvSpPr>
            <p:spPr bwMode="auto">
              <a:xfrm rot="10800000" flipH="1">
                <a:off x="5240" y="1780"/>
                <a:ext cx="204" cy="20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329" name="AutoShape 68"/>
              <p:cNvSpPr>
                <a:spLocks noChangeArrowheads="1"/>
              </p:cNvSpPr>
              <p:nvPr/>
            </p:nvSpPr>
            <p:spPr bwMode="auto">
              <a:xfrm rot="10800000">
                <a:off x="5291" y="1776"/>
                <a:ext cx="104" cy="20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grpSp>
        <p:sp>
          <p:nvSpPr>
            <p:cNvPr id="330" name="Rectangle 94"/>
            <p:cNvSpPr>
              <a:spLocks noChangeArrowheads="1"/>
            </p:cNvSpPr>
            <p:nvPr/>
          </p:nvSpPr>
          <p:spPr bwMode="auto">
            <a:xfrm>
              <a:off x="954512" y="4299478"/>
              <a:ext cx="707354" cy="184142"/>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Excellent</a:t>
              </a:r>
              <a:endParaRPr lang="en-US" sz="1200" kern="0" dirty="0">
                <a:latin typeface="腾讯体 W3" panose="020C04030202040F0204" pitchFamily="34" charset="-122"/>
                <a:cs typeface="腾讯体 W3" panose="020C04030202040F0204" pitchFamily="34" charset="-122"/>
              </a:endParaRPr>
            </a:p>
          </p:txBody>
        </p:sp>
        <p:sp>
          <p:nvSpPr>
            <p:cNvPr id="331" name="Rectangle 95"/>
            <p:cNvSpPr>
              <a:spLocks noChangeArrowheads="1"/>
            </p:cNvSpPr>
            <p:nvPr/>
          </p:nvSpPr>
          <p:spPr bwMode="auto">
            <a:xfrm>
              <a:off x="2259104" y="4299478"/>
              <a:ext cx="707353" cy="184142"/>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Good</a:t>
              </a:r>
              <a:endParaRPr lang="en-US" sz="1200" kern="0" dirty="0">
                <a:latin typeface="腾讯体 W3" panose="020C04030202040F0204" pitchFamily="34" charset="-122"/>
                <a:cs typeface="腾讯体 W3" panose="020C04030202040F0204" pitchFamily="34" charset="-122"/>
              </a:endParaRPr>
            </a:p>
          </p:txBody>
        </p:sp>
        <p:sp>
          <p:nvSpPr>
            <p:cNvPr id="332" name="Rectangle 96"/>
            <p:cNvSpPr>
              <a:spLocks noChangeArrowheads="1"/>
            </p:cNvSpPr>
            <p:nvPr/>
          </p:nvSpPr>
          <p:spPr bwMode="auto">
            <a:xfrm>
              <a:off x="3352794" y="4299478"/>
              <a:ext cx="885566" cy="184142"/>
            </a:xfrm>
            <a:prstGeom prst="rect">
              <a:avLst/>
            </a:prstGeom>
            <a:noFill/>
            <a:ln w="12700">
              <a:noFill/>
              <a:miter lim="800000"/>
            </a:ln>
            <a:effectLst/>
          </p:spPr>
          <p:txBody>
            <a:bodyPr wrap="square"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Satisfactory</a:t>
              </a:r>
              <a:endParaRPr lang="en-US" sz="1200" kern="0" dirty="0">
                <a:latin typeface="腾讯体 W3" panose="020C04030202040F0204" pitchFamily="34" charset="-122"/>
                <a:cs typeface="腾讯体 W3" panose="020C04030202040F0204" pitchFamily="34" charset="-122"/>
              </a:endParaRPr>
            </a:p>
          </p:txBody>
        </p:sp>
        <p:sp>
          <p:nvSpPr>
            <p:cNvPr id="333" name="Rectangle 97"/>
            <p:cNvSpPr>
              <a:spLocks noChangeArrowheads="1"/>
            </p:cNvSpPr>
            <p:nvPr/>
          </p:nvSpPr>
          <p:spPr bwMode="auto">
            <a:xfrm>
              <a:off x="4799230" y="4299478"/>
              <a:ext cx="421799" cy="184142"/>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Poor</a:t>
              </a:r>
              <a:endParaRPr lang="en-US" sz="1200" kern="0" dirty="0">
                <a:latin typeface="腾讯体 W3" panose="020C04030202040F0204" pitchFamily="34" charset="-122"/>
                <a:cs typeface="腾讯体 W3" panose="020C04030202040F0204" pitchFamily="34" charset="-122"/>
              </a:endParaRPr>
            </a:p>
          </p:txBody>
        </p:sp>
        <p:sp>
          <p:nvSpPr>
            <p:cNvPr id="334" name="Rectangle 98"/>
            <p:cNvSpPr>
              <a:spLocks noChangeArrowheads="1"/>
            </p:cNvSpPr>
            <p:nvPr/>
          </p:nvSpPr>
          <p:spPr bwMode="auto">
            <a:xfrm>
              <a:off x="5736145" y="4299478"/>
              <a:ext cx="1040157" cy="184142"/>
            </a:xfrm>
            <a:prstGeom prst="rect">
              <a:avLst/>
            </a:prstGeom>
            <a:noFill/>
            <a:ln w="12700">
              <a:noFill/>
              <a:miter lim="800000"/>
            </a:ln>
            <a:effectLst/>
          </p:spPr>
          <p:txBody>
            <a:bodyPr wrap="square"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Very poor</a:t>
              </a:r>
              <a:endParaRPr lang="en-US" sz="1200" kern="0" dirty="0">
                <a:latin typeface="腾讯体 W3" panose="020C04030202040F0204" pitchFamily="34" charset="-122"/>
                <a:cs typeface="腾讯体 W3" panose="020C04030202040F0204" pitchFamily="34" charset="-122"/>
              </a:endParaRPr>
            </a:p>
          </p:txBody>
        </p:sp>
      </p:grpSp>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Scoring</a:t>
            </a:r>
            <a:endParaRPr lang="en-GB" b="0" i="0" dirty="0"/>
          </a:p>
        </p:txBody>
      </p:sp>
      <p:sp>
        <p:nvSpPr>
          <p:cNvPr id="4" name="Slide Number Placeholder 3"/>
          <p:cNvSpPr>
            <a:spLocks noGrp="1"/>
          </p:cNvSpPr>
          <p:nvPr>
            <p:ph type="sldNum" sz="quarter" idx="4294967295"/>
          </p:nvPr>
        </p:nvSpPr>
        <p:spPr>
          <a:xfrm>
            <a:off x="8610706" y="6477272"/>
            <a:ext cx="1527112" cy="152406"/>
          </a:xfrm>
          <a:prstGeom prst="rect">
            <a:avLst/>
          </a:prstGeom>
        </p:spPr>
        <p:txBody>
          <a:bodyPr/>
          <a:lstStyle/>
          <a:p>
            <a:fld id="{4E72FE48-CF69-4C6C-B8CB-49A6D66B0DBC}" type="slidenum">
              <a:rPr lang="en-US" sz="905"/>
            </a:fld>
            <a:endParaRPr lang="en-US" sz="905" dirty="0"/>
          </a:p>
        </p:txBody>
      </p:sp>
      <p:graphicFrame>
        <p:nvGraphicFramePr>
          <p:cNvPr id="123" name="Table 122"/>
          <p:cNvGraphicFramePr>
            <a:graphicFrameLocks noGrp="1"/>
          </p:cNvGraphicFramePr>
          <p:nvPr/>
        </p:nvGraphicFramePr>
        <p:xfrm>
          <a:off x="2057231" y="1652658"/>
          <a:ext cx="8080375" cy="714375"/>
        </p:xfrm>
        <a:graphic>
          <a:graphicData uri="http://schemas.openxmlformats.org/drawingml/2006/table">
            <a:tbl>
              <a:tblPr firstRow="1" bandRow="1">
                <a:tableStyleId>{5C22544A-7EE6-4342-B048-85BDC9FD1C3A}</a:tableStyleId>
              </a:tblPr>
              <a:tblGrid>
                <a:gridCol w="1616075"/>
                <a:gridCol w="1616075"/>
                <a:gridCol w="1616075"/>
                <a:gridCol w="1616075"/>
                <a:gridCol w="1616075"/>
              </a:tblGrid>
              <a:tr h="238125">
                <a:tc>
                  <a:txBody>
                    <a:bodyPr/>
                    <a:lstStyle/>
                    <a:p>
                      <a:r>
                        <a:rPr lang="en-GB" sz="1180" b="1" dirty="0" smtClean="0">
                          <a:solidFill>
                            <a:schemeClr val="bg2"/>
                          </a:solidFill>
                        </a:rPr>
                        <a:t>Options</a:t>
                      </a:r>
                      <a:endParaRPr lang="en-GB" sz="1180" b="1" dirty="0" smtClean="0">
                        <a:solidFill>
                          <a:schemeClr val="bg2"/>
                        </a:solidFill>
                      </a:endParaRPr>
                    </a:p>
                  </a:txBody>
                  <a:tcPr marL="45721" marR="45721" marT="27433" marB="27433">
                    <a:lnL w="12700" cap="flat" cmpd="sng" algn="ctr">
                      <a:no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smtClean="0">
                          <a:solidFill>
                            <a:schemeClr val="bg2"/>
                          </a:solidFill>
                        </a:rPr>
                        <a:t>Criterion 1</a:t>
                      </a:r>
                      <a:endParaRPr lang="en-GB" sz="1180" b="1" dirty="0" smtClean="0">
                        <a:solidFill>
                          <a:schemeClr val="bg2"/>
                        </a:solidFill>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smtClean="0">
                          <a:solidFill>
                            <a:schemeClr val="bg2"/>
                          </a:solidFill>
                        </a:rPr>
                        <a:t>Criterion 2</a:t>
                      </a:r>
                      <a:endParaRPr lang="en-GB" sz="1180" b="1" dirty="0" smtClean="0">
                        <a:solidFill>
                          <a:schemeClr val="bg2"/>
                        </a:solidFill>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smtClean="0">
                          <a:solidFill>
                            <a:schemeClr val="bg2"/>
                          </a:solidFill>
                        </a:rPr>
                        <a:t>Criterion 3</a:t>
                      </a:r>
                      <a:endParaRPr lang="en-GB" sz="1180" b="1" dirty="0" smtClean="0">
                        <a:solidFill>
                          <a:schemeClr val="bg2"/>
                        </a:solidFill>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smtClean="0">
                          <a:solidFill>
                            <a:schemeClr val="bg2"/>
                          </a:solidFill>
                        </a:rPr>
                        <a:t>Criterion 4</a:t>
                      </a:r>
                      <a:endParaRPr lang="en-GB" sz="1180" b="1" dirty="0" smtClean="0">
                        <a:solidFill>
                          <a:schemeClr val="bg2"/>
                        </a:solidFill>
                      </a:endParaRPr>
                    </a:p>
                  </a:txBody>
                  <a:tcPr marL="45721" marR="45721" marT="27433" marB="27433">
                    <a:lnL w="12700" cap="flat" cmpd="sng" algn="ctr">
                      <a:solidFill>
                        <a:schemeClr val="bg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r>
              <a:tr h="238125">
                <a:tc>
                  <a:txBody>
                    <a:bodyPr/>
                    <a:lstStyle/>
                    <a:p>
                      <a:r>
                        <a:rPr lang="en-GB" sz="1180" dirty="0" smtClean="0"/>
                        <a:t>Option 1</a:t>
                      </a:r>
                      <a:endParaRPr lang="en-GB" sz="1180" dirty="0" smtClean="0"/>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r>
              <a:tr h="238125">
                <a:tc>
                  <a:txBody>
                    <a:bodyPr/>
                    <a:lstStyle/>
                    <a:p>
                      <a:pPr marL="0" marR="0" indent="0" algn="l" defTabSz="914400" rtl="0" eaLnBrk="1" fontAlgn="auto" latinLnBrk="0" hangingPunct="1">
                        <a:lnSpc>
                          <a:spcPct val="100000"/>
                        </a:lnSpc>
                        <a:spcBef>
                          <a:spcPts val="0"/>
                        </a:spcBef>
                        <a:spcAft>
                          <a:spcPts val="0"/>
                        </a:spcAft>
                        <a:buClrTx/>
                        <a:buSzTx/>
                        <a:buFontTx/>
                        <a:buNone/>
                        <a:defRPr/>
                      </a:pPr>
                      <a:r>
                        <a:rPr lang="en-GB" sz="1180" dirty="0" smtClean="0"/>
                        <a:t>Option 2</a:t>
                      </a:r>
                      <a:endParaRPr lang="en-GB" sz="1180" dirty="0" smtClean="0"/>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r>
            </a:tbl>
          </a:graphicData>
        </a:graphic>
      </p:graphicFrame>
      <p:graphicFrame>
        <p:nvGraphicFramePr>
          <p:cNvPr id="124" name="Table 123"/>
          <p:cNvGraphicFramePr>
            <a:graphicFrameLocks noGrp="1"/>
          </p:cNvGraphicFramePr>
          <p:nvPr/>
        </p:nvGraphicFramePr>
        <p:xfrm>
          <a:off x="2057231" y="2630599"/>
          <a:ext cx="8080375" cy="714375"/>
        </p:xfrm>
        <a:graphic>
          <a:graphicData uri="http://schemas.openxmlformats.org/drawingml/2006/table">
            <a:tbl>
              <a:tblPr firstRow="1" bandRow="1">
                <a:tableStyleId>{5C22544A-7EE6-4342-B048-85BDC9FD1C3A}</a:tableStyleId>
              </a:tblPr>
              <a:tblGrid>
                <a:gridCol w="1616075"/>
                <a:gridCol w="1616075"/>
                <a:gridCol w="1616075"/>
                <a:gridCol w="1616075"/>
                <a:gridCol w="1616075"/>
              </a:tblGrid>
              <a:tr h="238125">
                <a:tc>
                  <a:txBody>
                    <a:bodyPr/>
                    <a:lstStyle/>
                    <a:p>
                      <a:r>
                        <a:rPr lang="en-GB" sz="1180" b="1" dirty="0" smtClean="0">
                          <a:solidFill>
                            <a:schemeClr val="bg2"/>
                          </a:solidFill>
                        </a:rPr>
                        <a:t>Criteria</a:t>
                      </a:r>
                      <a:endParaRPr lang="en-GB" sz="1180" b="1" dirty="0" smtClean="0">
                        <a:solidFill>
                          <a:schemeClr val="bg2"/>
                        </a:solidFill>
                      </a:endParaRPr>
                    </a:p>
                  </a:txBody>
                  <a:tcPr marL="45721" marR="45721" marT="27433" marB="27433">
                    <a:lnL w="12700" cap="flat" cmpd="sng" algn="ctr">
                      <a:no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smtClean="0">
                          <a:ln>
                            <a:noFill/>
                          </a:ln>
                          <a:solidFill>
                            <a:schemeClr val="bg2"/>
                          </a:solidFill>
                          <a:effectLst/>
                          <a:uLnTx/>
                          <a:uFillTx/>
                          <a:latin typeface="腾讯体 W3" panose="020C04030202040F0204" pitchFamily="34" charset="-122"/>
                          <a:cs typeface="腾讯体 W3" panose="020C04030202040F0204" pitchFamily="34" charset="-122"/>
                        </a:rPr>
                        <a:t>Option 1</a:t>
                      </a:r>
                      <a:endParaRPr kumimoji="0" lang="en-US" sz="1180" b="1" i="0" u="none" strike="noStrike" kern="0" cap="none" spc="0" normalizeH="0" baseline="0" noProof="0" dirty="0">
                        <a:ln>
                          <a:noFill/>
                        </a:ln>
                        <a:solidFill>
                          <a:schemeClr val="bg2"/>
                        </a:solidFill>
                        <a:effectLst/>
                        <a:uLnTx/>
                        <a:uFillTx/>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smtClean="0">
                          <a:ln>
                            <a:noFill/>
                          </a:ln>
                          <a:solidFill>
                            <a:schemeClr val="bg2"/>
                          </a:solidFill>
                          <a:effectLst/>
                          <a:uLnTx/>
                          <a:uFillTx/>
                          <a:latin typeface="腾讯体 W3" panose="020C04030202040F0204" pitchFamily="34" charset="-122"/>
                          <a:cs typeface="腾讯体 W3" panose="020C04030202040F0204" pitchFamily="34" charset="-122"/>
                        </a:rPr>
                        <a:t>Option 2</a:t>
                      </a:r>
                      <a:endParaRPr kumimoji="0" lang="en-US" sz="1180" b="1" i="0" u="none" strike="noStrike" kern="0" cap="none" spc="0" normalizeH="0" baseline="0" noProof="0" dirty="0">
                        <a:ln>
                          <a:noFill/>
                        </a:ln>
                        <a:solidFill>
                          <a:schemeClr val="bg2"/>
                        </a:solidFill>
                        <a:effectLst/>
                        <a:uLnTx/>
                        <a:uFillTx/>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smtClean="0">
                          <a:ln>
                            <a:noFill/>
                          </a:ln>
                          <a:solidFill>
                            <a:schemeClr val="bg2"/>
                          </a:solidFill>
                          <a:effectLst/>
                          <a:uLnTx/>
                          <a:uFillTx/>
                          <a:latin typeface="腾讯体 W3" panose="020C04030202040F0204" pitchFamily="34" charset="-122"/>
                          <a:cs typeface="腾讯体 W3" panose="020C04030202040F0204" pitchFamily="34" charset="-122"/>
                        </a:rPr>
                        <a:t>Option 3</a:t>
                      </a:r>
                      <a:endParaRPr kumimoji="0" lang="en-US" sz="1180" b="1" i="0" u="none" strike="noStrike" kern="0" cap="none" spc="0" normalizeH="0" baseline="0" noProof="0" dirty="0">
                        <a:ln>
                          <a:noFill/>
                        </a:ln>
                        <a:solidFill>
                          <a:schemeClr val="bg2"/>
                        </a:solidFill>
                        <a:effectLst/>
                        <a:uLnTx/>
                        <a:uFillTx/>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smtClean="0">
                          <a:ln>
                            <a:noFill/>
                          </a:ln>
                          <a:solidFill>
                            <a:schemeClr val="bg2"/>
                          </a:solidFill>
                          <a:effectLst/>
                          <a:uLnTx/>
                          <a:uFillTx/>
                          <a:latin typeface="腾讯体 W3" panose="020C04030202040F0204" pitchFamily="34" charset="-122"/>
                          <a:cs typeface="腾讯体 W3" panose="020C04030202040F0204" pitchFamily="34" charset="-122"/>
                        </a:rPr>
                        <a:t>Option 4</a:t>
                      </a:r>
                      <a:endParaRPr kumimoji="0" lang="en-US" sz="1180" b="1" i="0" u="none" strike="noStrike" kern="0" cap="none" spc="0" normalizeH="0" baseline="0" noProof="0" dirty="0">
                        <a:ln>
                          <a:noFill/>
                        </a:ln>
                        <a:solidFill>
                          <a:schemeClr val="bg2"/>
                        </a:solidFill>
                        <a:effectLst/>
                        <a:uLnTx/>
                        <a:uFillTx/>
                        <a:latin typeface="腾讯体 W3" panose="020C04030202040F0204" pitchFamily="34" charset="-122"/>
                        <a:cs typeface="腾讯体 W3" panose="020C04030202040F0204" pitchFamily="34" charset="-122"/>
                      </a:endParaRPr>
                    </a:p>
                  </a:txBody>
                  <a:tcPr marL="45721" marR="45721" marT="27433" marB="27433">
                    <a:lnL w="12700" cap="flat" cmpd="sng" algn="ctr">
                      <a:solidFill>
                        <a:schemeClr val="bg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r>
              <a:tr h="238125">
                <a:tc>
                  <a:txBody>
                    <a:bodyPr/>
                    <a:lstStyle/>
                    <a:p>
                      <a:pPr marL="0" marR="0" lvl="0" indent="0" defTabSz="1043305" eaLnBrk="0" fontAlgn="auto" latinLnBrk="0" hangingPunct="0">
                        <a:lnSpc>
                          <a:spcPct val="100000"/>
                        </a:lnSpc>
                        <a:spcBef>
                          <a:spcPts val="0"/>
                        </a:spcBef>
                        <a:buClrTx/>
                        <a:buSzTx/>
                        <a:buFontTx/>
                        <a:buNone/>
                        <a:defRPr/>
                      </a:pPr>
                      <a:r>
                        <a:rPr kumimoji="0" lang="en-US" sz="1180" i="0" u="none" strike="noStrike" kern="0" cap="none" spc="0" normalizeH="0" baseline="0" noProof="0" dirty="0" smtClean="0">
                          <a:ln>
                            <a:noFill/>
                          </a:ln>
                          <a:effectLst/>
                          <a:uLnTx/>
                          <a:uFillTx/>
                          <a:latin typeface="腾讯体 W3" panose="020C04030202040F0204" pitchFamily="34" charset="-122"/>
                          <a:cs typeface="腾讯体 W3" panose="020C04030202040F0204" pitchFamily="34" charset="-122"/>
                        </a:rPr>
                        <a:t>Criterion 1</a:t>
                      </a:r>
                      <a:endParaRPr kumimoji="0" lang="en-US" sz="1180" i="0" u="none" strike="noStrike" kern="0" cap="none" spc="0" normalizeH="0" baseline="0" noProof="0" dirty="0">
                        <a:ln>
                          <a:noFill/>
                        </a:ln>
                        <a:effectLst/>
                        <a:uLnTx/>
                        <a:uFillTx/>
                        <a:latin typeface="腾讯体 W3" panose="020C04030202040F0204" pitchFamily="34" charset="-122"/>
                        <a:cs typeface="腾讯体 W3" panose="020C04030202040F0204" pitchFamily="34" charset="-122"/>
                      </a:endParaRPr>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r>
              <a:tr h="238125">
                <a:tc>
                  <a:txBody>
                    <a:bodyPr/>
                    <a:lstStyle/>
                    <a:p>
                      <a:pPr marL="0" marR="0" lvl="0" indent="0" defTabSz="1043305" eaLnBrk="0" fontAlgn="auto" latinLnBrk="0" hangingPunct="0">
                        <a:lnSpc>
                          <a:spcPct val="100000"/>
                        </a:lnSpc>
                        <a:spcBef>
                          <a:spcPts val="0"/>
                        </a:spcBef>
                        <a:buClrTx/>
                        <a:buSzTx/>
                        <a:buFontTx/>
                        <a:buNone/>
                        <a:defRPr/>
                      </a:pPr>
                      <a:r>
                        <a:rPr kumimoji="0" lang="en-US" sz="1180" i="0" u="none" strike="noStrike" kern="0" cap="none" spc="0" normalizeH="0" baseline="0" noProof="0" dirty="0" smtClean="0">
                          <a:ln>
                            <a:noFill/>
                          </a:ln>
                          <a:effectLst/>
                          <a:uLnTx/>
                          <a:uFillTx/>
                          <a:latin typeface="腾讯体 W3" panose="020C04030202040F0204" pitchFamily="34" charset="-122"/>
                          <a:cs typeface="腾讯体 W3" panose="020C04030202040F0204" pitchFamily="34" charset="-122"/>
                        </a:rPr>
                        <a:t>Criterion 2</a:t>
                      </a:r>
                      <a:endParaRPr kumimoji="0" lang="en-US" sz="1180" i="0" u="none" strike="noStrike" kern="0" cap="none" spc="0" normalizeH="0" baseline="0" noProof="0" dirty="0">
                        <a:ln>
                          <a:noFill/>
                        </a:ln>
                        <a:effectLst/>
                        <a:uLnTx/>
                        <a:uFillTx/>
                        <a:latin typeface="腾讯体 W3" panose="020C04030202040F0204" pitchFamily="34" charset="-122"/>
                        <a:cs typeface="腾讯体 W3" panose="020C04030202040F0204" pitchFamily="34" charset="-122"/>
                      </a:endParaRPr>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smtClean="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r>
            </a:tbl>
          </a:graphicData>
        </a:graphic>
      </p:graphicFrame>
      <p:sp>
        <p:nvSpPr>
          <p:cNvPr id="108" name="AutoShape 161"/>
          <p:cNvSpPr>
            <a:spLocks noChangeArrowheads="1"/>
          </p:cNvSpPr>
          <p:nvPr/>
        </p:nvSpPr>
        <p:spPr bwMode="auto">
          <a:xfrm>
            <a:off x="2069931" y="3658559"/>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9" name="AutoShape 162"/>
          <p:cNvSpPr>
            <a:spLocks noChangeArrowheads="1"/>
          </p:cNvSpPr>
          <p:nvPr/>
        </p:nvSpPr>
        <p:spPr bwMode="auto">
          <a:xfrm>
            <a:off x="2281982" y="3658559"/>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10" name="AutoShape 163"/>
          <p:cNvSpPr>
            <a:spLocks noChangeArrowheads="1"/>
          </p:cNvSpPr>
          <p:nvPr/>
        </p:nvSpPr>
        <p:spPr bwMode="auto">
          <a:xfrm>
            <a:off x="2497752" y="3658559"/>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11" name="AutoShape 164"/>
          <p:cNvSpPr>
            <a:spLocks noChangeArrowheads="1"/>
          </p:cNvSpPr>
          <p:nvPr/>
        </p:nvSpPr>
        <p:spPr bwMode="auto">
          <a:xfrm>
            <a:off x="2709804" y="3658559"/>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12" name="AutoShape 165"/>
          <p:cNvSpPr>
            <a:spLocks noChangeArrowheads="1"/>
          </p:cNvSpPr>
          <p:nvPr/>
        </p:nvSpPr>
        <p:spPr bwMode="auto">
          <a:xfrm>
            <a:off x="2923714" y="3658559"/>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3" name="AutoShape 161"/>
          <p:cNvSpPr>
            <a:spLocks noChangeArrowheads="1"/>
          </p:cNvSpPr>
          <p:nvPr/>
        </p:nvSpPr>
        <p:spPr bwMode="auto">
          <a:xfrm>
            <a:off x="2069931" y="3935712"/>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4" name="AutoShape 162"/>
          <p:cNvSpPr>
            <a:spLocks noChangeArrowheads="1"/>
          </p:cNvSpPr>
          <p:nvPr/>
        </p:nvSpPr>
        <p:spPr bwMode="auto">
          <a:xfrm>
            <a:off x="2281982" y="3935712"/>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5" name="AutoShape 163"/>
          <p:cNvSpPr>
            <a:spLocks noChangeArrowheads="1"/>
          </p:cNvSpPr>
          <p:nvPr/>
        </p:nvSpPr>
        <p:spPr bwMode="auto">
          <a:xfrm>
            <a:off x="2497752" y="3935712"/>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6" name="AutoShape 164"/>
          <p:cNvSpPr>
            <a:spLocks noChangeArrowheads="1"/>
          </p:cNvSpPr>
          <p:nvPr/>
        </p:nvSpPr>
        <p:spPr bwMode="auto">
          <a:xfrm>
            <a:off x="2709804" y="3935712"/>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7" name="AutoShape 165"/>
          <p:cNvSpPr>
            <a:spLocks noChangeArrowheads="1"/>
          </p:cNvSpPr>
          <p:nvPr/>
        </p:nvSpPr>
        <p:spPr bwMode="auto">
          <a:xfrm>
            <a:off x="2923714" y="3935712"/>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8" name="AutoShape 161"/>
          <p:cNvSpPr>
            <a:spLocks noChangeArrowheads="1"/>
          </p:cNvSpPr>
          <p:nvPr/>
        </p:nvSpPr>
        <p:spPr bwMode="auto">
          <a:xfrm>
            <a:off x="2069931" y="4214727"/>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9" name="AutoShape 162"/>
          <p:cNvSpPr>
            <a:spLocks noChangeArrowheads="1"/>
          </p:cNvSpPr>
          <p:nvPr/>
        </p:nvSpPr>
        <p:spPr bwMode="auto">
          <a:xfrm>
            <a:off x="2281982" y="4214727"/>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0" name="AutoShape 163"/>
          <p:cNvSpPr>
            <a:spLocks noChangeArrowheads="1"/>
          </p:cNvSpPr>
          <p:nvPr/>
        </p:nvSpPr>
        <p:spPr bwMode="auto">
          <a:xfrm>
            <a:off x="2497752" y="4214727"/>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1" name="AutoShape 164"/>
          <p:cNvSpPr>
            <a:spLocks noChangeArrowheads="1"/>
          </p:cNvSpPr>
          <p:nvPr/>
        </p:nvSpPr>
        <p:spPr bwMode="auto">
          <a:xfrm>
            <a:off x="2709804" y="4214727"/>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2" name="AutoShape 165"/>
          <p:cNvSpPr>
            <a:spLocks noChangeArrowheads="1"/>
          </p:cNvSpPr>
          <p:nvPr/>
        </p:nvSpPr>
        <p:spPr bwMode="auto">
          <a:xfrm>
            <a:off x="2923714" y="4214727"/>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3" name="AutoShape 161"/>
          <p:cNvSpPr>
            <a:spLocks noChangeArrowheads="1"/>
          </p:cNvSpPr>
          <p:nvPr/>
        </p:nvSpPr>
        <p:spPr bwMode="auto">
          <a:xfrm>
            <a:off x="2069931" y="4772754"/>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4" name="AutoShape 162"/>
          <p:cNvSpPr>
            <a:spLocks noChangeArrowheads="1"/>
          </p:cNvSpPr>
          <p:nvPr/>
        </p:nvSpPr>
        <p:spPr bwMode="auto">
          <a:xfrm>
            <a:off x="2281982" y="4772754"/>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5" name="AutoShape 163"/>
          <p:cNvSpPr>
            <a:spLocks noChangeArrowheads="1"/>
          </p:cNvSpPr>
          <p:nvPr/>
        </p:nvSpPr>
        <p:spPr bwMode="auto">
          <a:xfrm>
            <a:off x="2497752" y="4772754"/>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6" name="AutoShape 164"/>
          <p:cNvSpPr>
            <a:spLocks noChangeArrowheads="1"/>
          </p:cNvSpPr>
          <p:nvPr/>
        </p:nvSpPr>
        <p:spPr bwMode="auto">
          <a:xfrm>
            <a:off x="2709804" y="4772754"/>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7" name="AutoShape 165"/>
          <p:cNvSpPr>
            <a:spLocks noChangeArrowheads="1"/>
          </p:cNvSpPr>
          <p:nvPr/>
        </p:nvSpPr>
        <p:spPr bwMode="auto">
          <a:xfrm>
            <a:off x="2923714" y="4772754"/>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88" name="AutoShape 161"/>
          <p:cNvSpPr>
            <a:spLocks noChangeArrowheads="1"/>
          </p:cNvSpPr>
          <p:nvPr/>
        </p:nvSpPr>
        <p:spPr bwMode="auto">
          <a:xfrm>
            <a:off x="2069931" y="4493740"/>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89" name="AutoShape 162"/>
          <p:cNvSpPr>
            <a:spLocks noChangeArrowheads="1"/>
          </p:cNvSpPr>
          <p:nvPr/>
        </p:nvSpPr>
        <p:spPr bwMode="auto">
          <a:xfrm>
            <a:off x="2281982" y="4493740"/>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0" name="AutoShape 163"/>
          <p:cNvSpPr>
            <a:spLocks noChangeArrowheads="1"/>
          </p:cNvSpPr>
          <p:nvPr/>
        </p:nvSpPr>
        <p:spPr bwMode="auto">
          <a:xfrm>
            <a:off x="2497752" y="4493740"/>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1" name="AutoShape 164"/>
          <p:cNvSpPr>
            <a:spLocks noChangeArrowheads="1"/>
          </p:cNvSpPr>
          <p:nvPr/>
        </p:nvSpPr>
        <p:spPr bwMode="auto">
          <a:xfrm>
            <a:off x="2709804" y="4493740"/>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2" name="AutoShape 165"/>
          <p:cNvSpPr>
            <a:spLocks noChangeArrowheads="1"/>
          </p:cNvSpPr>
          <p:nvPr/>
        </p:nvSpPr>
        <p:spPr bwMode="auto">
          <a:xfrm>
            <a:off x="2923714" y="4493740"/>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83" name="Rectangle 255"/>
          <p:cNvSpPr>
            <a:spLocks noChangeArrowheads="1"/>
          </p:cNvSpPr>
          <p:nvPr/>
        </p:nvSpPr>
        <p:spPr bwMode="auto">
          <a:xfrm>
            <a:off x="3208308" y="3671579"/>
            <a:ext cx="655955" cy="184150"/>
          </a:xfrm>
          <a:prstGeom prst="rect">
            <a:avLst/>
          </a:prstGeom>
          <a:noFill/>
          <a:ln w="12700">
            <a:noFill/>
            <a:miter lim="800000"/>
          </a:ln>
          <a:effectLst/>
        </p:spPr>
        <p:txBody>
          <a:bodyPr wrap="none" lIns="0" tIns="0" rIns="0" bIns="0">
            <a:spAutoFit/>
          </a:bodyPr>
          <a:lstStyle/>
          <a:p>
            <a:pPr defTabSz="1097280"/>
            <a:r>
              <a:rPr lang="en-US" sz="1200" dirty="0">
                <a:latin typeface="腾讯体 W3" panose="020C04030202040F0204" pitchFamily="34" charset="-122"/>
                <a:cs typeface="腾讯体 W3" panose="020C04030202040F0204" pitchFamily="34" charset="-122"/>
              </a:rPr>
              <a:t>Excellent</a:t>
            </a:r>
            <a:endParaRPr lang="en-US" sz="1200" dirty="0">
              <a:latin typeface="腾讯体 W3" panose="020C04030202040F0204" pitchFamily="34" charset="-122"/>
              <a:cs typeface="腾讯体 W3" panose="020C04030202040F0204" pitchFamily="34" charset="-122"/>
            </a:endParaRPr>
          </a:p>
        </p:txBody>
      </p:sp>
      <p:sp>
        <p:nvSpPr>
          <p:cNvPr id="84" name="Rectangle 256"/>
          <p:cNvSpPr>
            <a:spLocks noChangeArrowheads="1"/>
          </p:cNvSpPr>
          <p:nvPr/>
        </p:nvSpPr>
        <p:spPr bwMode="auto">
          <a:xfrm>
            <a:off x="3208307" y="3950592"/>
            <a:ext cx="375285" cy="184150"/>
          </a:xfrm>
          <a:prstGeom prst="rect">
            <a:avLst/>
          </a:prstGeom>
          <a:noFill/>
          <a:ln w="12700">
            <a:noFill/>
            <a:miter lim="800000"/>
          </a:ln>
          <a:effectLst/>
        </p:spPr>
        <p:txBody>
          <a:bodyPr wrap="none" lIns="0" tIns="0" rIns="0" bIns="0">
            <a:spAutoFit/>
          </a:bodyPr>
          <a:lstStyle/>
          <a:p>
            <a:pPr defTabSz="1097280"/>
            <a:r>
              <a:rPr lang="en-US" sz="1200" dirty="0">
                <a:latin typeface="腾讯体 W3" panose="020C04030202040F0204" pitchFamily="34" charset="-122"/>
                <a:cs typeface="腾讯体 W3" panose="020C04030202040F0204" pitchFamily="34" charset="-122"/>
              </a:rPr>
              <a:t>Good</a:t>
            </a:r>
            <a:endParaRPr lang="en-US" sz="1200" dirty="0">
              <a:latin typeface="腾讯体 W3" panose="020C04030202040F0204" pitchFamily="34" charset="-122"/>
              <a:cs typeface="腾讯体 W3" panose="020C04030202040F0204" pitchFamily="34" charset="-122"/>
            </a:endParaRPr>
          </a:p>
        </p:txBody>
      </p:sp>
      <p:sp>
        <p:nvSpPr>
          <p:cNvPr id="85" name="Rectangle 257"/>
          <p:cNvSpPr>
            <a:spLocks noChangeArrowheads="1"/>
          </p:cNvSpPr>
          <p:nvPr/>
        </p:nvSpPr>
        <p:spPr bwMode="auto">
          <a:xfrm>
            <a:off x="3208308" y="4229607"/>
            <a:ext cx="866140" cy="184150"/>
          </a:xfrm>
          <a:prstGeom prst="rect">
            <a:avLst/>
          </a:prstGeom>
          <a:noFill/>
          <a:ln w="12700">
            <a:noFill/>
            <a:miter lim="800000"/>
          </a:ln>
          <a:effectLst/>
        </p:spPr>
        <p:txBody>
          <a:bodyPr wrap="none" lIns="0" tIns="0" rIns="0" bIns="0">
            <a:spAutoFit/>
          </a:bodyPr>
          <a:lstStyle/>
          <a:p>
            <a:pPr defTabSz="1097280"/>
            <a:r>
              <a:rPr lang="en-US" sz="1200" dirty="0">
                <a:latin typeface="腾讯体 W3" panose="020C04030202040F0204" pitchFamily="34" charset="-122"/>
                <a:cs typeface="腾讯体 W3" panose="020C04030202040F0204" pitchFamily="34" charset="-122"/>
              </a:rPr>
              <a:t>Satisfactory</a:t>
            </a:r>
            <a:endParaRPr lang="en-US" sz="1200" dirty="0">
              <a:latin typeface="腾讯体 W3" panose="020C04030202040F0204" pitchFamily="34" charset="-122"/>
              <a:cs typeface="腾讯体 W3" panose="020C04030202040F0204" pitchFamily="34" charset="-122"/>
            </a:endParaRPr>
          </a:p>
        </p:txBody>
      </p:sp>
      <p:sp>
        <p:nvSpPr>
          <p:cNvPr id="86" name="Rectangle 258"/>
          <p:cNvSpPr>
            <a:spLocks noChangeArrowheads="1"/>
          </p:cNvSpPr>
          <p:nvPr/>
        </p:nvSpPr>
        <p:spPr bwMode="auto">
          <a:xfrm>
            <a:off x="3208308" y="4508620"/>
            <a:ext cx="337820" cy="184150"/>
          </a:xfrm>
          <a:prstGeom prst="rect">
            <a:avLst/>
          </a:prstGeom>
          <a:noFill/>
          <a:ln w="12700">
            <a:noFill/>
            <a:miter lim="800000"/>
          </a:ln>
          <a:effectLst/>
        </p:spPr>
        <p:txBody>
          <a:bodyPr wrap="none" lIns="0" tIns="0" rIns="0" bIns="0">
            <a:spAutoFit/>
          </a:bodyPr>
          <a:lstStyle/>
          <a:p>
            <a:pPr defTabSz="1097280"/>
            <a:r>
              <a:rPr lang="en-US" sz="1200" dirty="0">
                <a:latin typeface="腾讯体 W3" panose="020C04030202040F0204" pitchFamily="34" charset="-122"/>
                <a:cs typeface="腾讯体 W3" panose="020C04030202040F0204" pitchFamily="34" charset="-122"/>
              </a:rPr>
              <a:t>Poor</a:t>
            </a:r>
            <a:endParaRPr lang="en-US" sz="1200" dirty="0">
              <a:latin typeface="腾讯体 W3" panose="020C04030202040F0204" pitchFamily="34" charset="-122"/>
              <a:cs typeface="腾讯体 W3" panose="020C04030202040F0204" pitchFamily="34" charset="-122"/>
            </a:endParaRPr>
          </a:p>
        </p:txBody>
      </p:sp>
      <p:sp>
        <p:nvSpPr>
          <p:cNvPr id="87" name="Rectangle 259"/>
          <p:cNvSpPr>
            <a:spLocks noChangeArrowheads="1"/>
          </p:cNvSpPr>
          <p:nvPr/>
        </p:nvSpPr>
        <p:spPr bwMode="auto">
          <a:xfrm>
            <a:off x="3208308" y="4787634"/>
            <a:ext cx="697230" cy="184150"/>
          </a:xfrm>
          <a:prstGeom prst="rect">
            <a:avLst/>
          </a:prstGeom>
          <a:noFill/>
          <a:ln w="12700">
            <a:noFill/>
            <a:miter lim="800000"/>
          </a:ln>
          <a:effectLst/>
        </p:spPr>
        <p:txBody>
          <a:bodyPr wrap="none" lIns="0" tIns="0" rIns="0" bIns="0">
            <a:spAutoFit/>
          </a:bodyPr>
          <a:lstStyle/>
          <a:p>
            <a:pPr defTabSz="1097280"/>
            <a:r>
              <a:rPr lang="en-US" sz="1200" dirty="0">
                <a:latin typeface="腾讯体 W3" panose="020C04030202040F0204" pitchFamily="34" charset="-122"/>
                <a:cs typeface="腾讯体 W3" panose="020C04030202040F0204" pitchFamily="34" charset="-122"/>
              </a:rPr>
              <a:t>Very poor</a:t>
            </a:r>
            <a:endParaRPr lang="en-US" sz="1200" dirty="0">
              <a:latin typeface="腾讯体 W3" panose="020C04030202040F0204" pitchFamily="34" charset="-122"/>
              <a:cs typeface="腾讯体 W3" panose="020C04030202040F0204" pitchFamily="34" charset="-122"/>
            </a:endParaRPr>
          </a:p>
        </p:txBody>
      </p:sp>
      <p:sp>
        <p:nvSpPr>
          <p:cNvPr id="131" name="AutoShape 161"/>
          <p:cNvSpPr>
            <a:spLocks noChangeArrowheads="1"/>
          </p:cNvSpPr>
          <p:nvPr/>
        </p:nvSpPr>
        <p:spPr bwMode="auto">
          <a:xfrm>
            <a:off x="3916121" y="1918571"/>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32" name="AutoShape 162"/>
          <p:cNvSpPr>
            <a:spLocks noChangeArrowheads="1"/>
          </p:cNvSpPr>
          <p:nvPr/>
        </p:nvSpPr>
        <p:spPr bwMode="auto">
          <a:xfrm>
            <a:off x="4128171" y="1918571"/>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33" name="AutoShape 163"/>
          <p:cNvSpPr>
            <a:spLocks noChangeArrowheads="1"/>
          </p:cNvSpPr>
          <p:nvPr/>
        </p:nvSpPr>
        <p:spPr bwMode="auto">
          <a:xfrm>
            <a:off x="4343942" y="1918571"/>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34" name="AutoShape 164"/>
          <p:cNvSpPr>
            <a:spLocks noChangeArrowheads="1"/>
          </p:cNvSpPr>
          <p:nvPr/>
        </p:nvSpPr>
        <p:spPr bwMode="auto">
          <a:xfrm>
            <a:off x="4555994" y="1918571"/>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35" name="AutoShape 165"/>
          <p:cNvSpPr>
            <a:spLocks noChangeArrowheads="1"/>
          </p:cNvSpPr>
          <p:nvPr/>
        </p:nvSpPr>
        <p:spPr bwMode="auto">
          <a:xfrm>
            <a:off x="4769904" y="1918571"/>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37" name="AutoShape 161"/>
          <p:cNvSpPr>
            <a:spLocks noChangeArrowheads="1"/>
          </p:cNvSpPr>
          <p:nvPr/>
        </p:nvSpPr>
        <p:spPr bwMode="auto">
          <a:xfrm>
            <a:off x="5572381" y="1918571"/>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38" name="AutoShape 162"/>
          <p:cNvSpPr>
            <a:spLocks noChangeArrowheads="1"/>
          </p:cNvSpPr>
          <p:nvPr/>
        </p:nvSpPr>
        <p:spPr bwMode="auto">
          <a:xfrm>
            <a:off x="5784432" y="1918571"/>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39" name="AutoShape 163"/>
          <p:cNvSpPr>
            <a:spLocks noChangeArrowheads="1"/>
          </p:cNvSpPr>
          <p:nvPr/>
        </p:nvSpPr>
        <p:spPr bwMode="auto">
          <a:xfrm>
            <a:off x="6000203" y="1918571"/>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0" name="AutoShape 164"/>
          <p:cNvSpPr>
            <a:spLocks noChangeArrowheads="1"/>
          </p:cNvSpPr>
          <p:nvPr/>
        </p:nvSpPr>
        <p:spPr bwMode="auto">
          <a:xfrm>
            <a:off x="6212254" y="1918571"/>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1" name="AutoShape 165"/>
          <p:cNvSpPr>
            <a:spLocks noChangeArrowheads="1"/>
          </p:cNvSpPr>
          <p:nvPr/>
        </p:nvSpPr>
        <p:spPr bwMode="auto">
          <a:xfrm>
            <a:off x="6426164" y="1918571"/>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3" name="AutoShape 161"/>
          <p:cNvSpPr>
            <a:spLocks noChangeArrowheads="1"/>
          </p:cNvSpPr>
          <p:nvPr/>
        </p:nvSpPr>
        <p:spPr bwMode="auto">
          <a:xfrm>
            <a:off x="8850522" y="1918571"/>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4" name="AutoShape 162"/>
          <p:cNvSpPr>
            <a:spLocks noChangeArrowheads="1"/>
          </p:cNvSpPr>
          <p:nvPr/>
        </p:nvSpPr>
        <p:spPr bwMode="auto">
          <a:xfrm>
            <a:off x="9062573" y="1918571"/>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5" name="AutoShape 163"/>
          <p:cNvSpPr>
            <a:spLocks noChangeArrowheads="1"/>
          </p:cNvSpPr>
          <p:nvPr/>
        </p:nvSpPr>
        <p:spPr bwMode="auto">
          <a:xfrm>
            <a:off x="9278345" y="1918571"/>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6" name="AutoShape 164"/>
          <p:cNvSpPr>
            <a:spLocks noChangeArrowheads="1"/>
          </p:cNvSpPr>
          <p:nvPr/>
        </p:nvSpPr>
        <p:spPr bwMode="auto">
          <a:xfrm>
            <a:off x="9490395" y="1918571"/>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7" name="AutoShape 165"/>
          <p:cNvSpPr>
            <a:spLocks noChangeArrowheads="1"/>
          </p:cNvSpPr>
          <p:nvPr/>
        </p:nvSpPr>
        <p:spPr bwMode="auto">
          <a:xfrm>
            <a:off x="9704306" y="1918571"/>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9" name="AutoShape 161"/>
          <p:cNvSpPr>
            <a:spLocks noChangeArrowheads="1"/>
          </p:cNvSpPr>
          <p:nvPr/>
        </p:nvSpPr>
        <p:spPr bwMode="auto">
          <a:xfrm>
            <a:off x="7192403" y="1918571"/>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0" name="AutoShape 162"/>
          <p:cNvSpPr>
            <a:spLocks noChangeArrowheads="1"/>
          </p:cNvSpPr>
          <p:nvPr/>
        </p:nvSpPr>
        <p:spPr bwMode="auto">
          <a:xfrm>
            <a:off x="7404454" y="1918571"/>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1" name="AutoShape 163"/>
          <p:cNvSpPr>
            <a:spLocks noChangeArrowheads="1"/>
          </p:cNvSpPr>
          <p:nvPr/>
        </p:nvSpPr>
        <p:spPr bwMode="auto">
          <a:xfrm>
            <a:off x="7620224" y="1918571"/>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2" name="AutoShape 164"/>
          <p:cNvSpPr>
            <a:spLocks noChangeArrowheads="1"/>
          </p:cNvSpPr>
          <p:nvPr/>
        </p:nvSpPr>
        <p:spPr bwMode="auto">
          <a:xfrm>
            <a:off x="7832275" y="1918571"/>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3" name="AutoShape 165"/>
          <p:cNvSpPr>
            <a:spLocks noChangeArrowheads="1"/>
          </p:cNvSpPr>
          <p:nvPr/>
        </p:nvSpPr>
        <p:spPr bwMode="auto">
          <a:xfrm>
            <a:off x="8046185" y="1918571"/>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5" name="AutoShape 161"/>
          <p:cNvSpPr>
            <a:spLocks noChangeArrowheads="1"/>
          </p:cNvSpPr>
          <p:nvPr/>
        </p:nvSpPr>
        <p:spPr bwMode="auto">
          <a:xfrm>
            <a:off x="3916121" y="2149985"/>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6" name="AutoShape 162"/>
          <p:cNvSpPr>
            <a:spLocks noChangeArrowheads="1"/>
          </p:cNvSpPr>
          <p:nvPr/>
        </p:nvSpPr>
        <p:spPr bwMode="auto">
          <a:xfrm>
            <a:off x="4128171" y="2149985"/>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7" name="AutoShape 163"/>
          <p:cNvSpPr>
            <a:spLocks noChangeArrowheads="1"/>
          </p:cNvSpPr>
          <p:nvPr/>
        </p:nvSpPr>
        <p:spPr bwMode="auto">
          <a:xfrm>
            <a:off x="4343942" y="2149985"/>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8" name="AutoShape 164"/>
          <p:cNvSpPr>
            <a:spLocks noChangeArrowheads="1"/>
          </p:cNvSpPr>
          <p:nvPr/>
        </p:nvSpPr>
        <p:spPr bwMode="auto">
          <a:xfrm>
            <a:off x="4555993" y="2149985"/>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9" name="AutoShape 165"/>
          <p:cNvSpPr>
            <a:spLocks noChangeArrowheads="1"/>
          </p:cNvSpPr>
          <p:nvPr/>
        </p:nvSpPr>
        <p:spPr bwMode="auto">
          <a:xfrm>
            <a:off x="4769904" y="2149985"/>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1" name="AutoShape 161"/>
          <p:cNvSpPr>
            <a:spLocks noChangeArrowheads="1"/>
          </p:cNvSpPr>
          <p:nvPr/>
        </p:nvSpPr>
        <p:spPr bwMode="auto">
          <a:xfrm>
            <a:off x="7192402" y="2148125"/>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2" name="AutoShape 162"/>
          <p:cNvSpPr>
            <a:spLocks noChangeArrowheads="1"/>
          </p:cNvSpPr>
          <p:nvPr/>
        </p:nvSpPr>
        <p:spPr bwMode="auto">
          <a:xfrm>
            <a:off x="7404453" y="2148125"/>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3" name="AutoShape 163"/>
          <p:cNvSpPr>
            <a:spLocks noChangeArrowheads="1"/>
          </p:cNvSpPr>
          <p:nvPr/>
        </p:nvSpPr>
        <p:spPr bwMode="auto">
          <a:xfrm>
            <a:off x="7620224" y="2148125"/>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4" name="AutoShape 164"/>
          <p:cNvSpPr>
            <a:spLocks noChangeArrowheads="1"/>
          </p:cNvSpPr>
          <p:nvPr/>
        </p:nvSpPr>
        <p:spPr bwMode="auto">
          <a:xfrm>
            <a:off x="7832275" y="2148125"/>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5" name="AutoShape 165"/>
          <p:cNvSpPr>
            <a:spLocks noChangeArrowheads="1"/>
          </p:cNvSpPr>
          <p:nvPr/>
        </p:nvSpPr>
        <p:spPr bwMode="auto">
          <a:xfrm>
            <a:off x="8046185" y="2148125"/>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7" name="AutoShape 161"/>
          <p:cNvSpPr>
            <a:spLocks noChangeArrowheads="1"/>
          </p:cNvSpPr>
          <p:nvPr/>
        </p:nvSpPr>
        <p:spPr bwMode="auto">
          <a:xfrm>
            <a:off x="5572382" y="2149985"/>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8" name="AutoShape 162"/>
          <p:cNvSpPr>
            <a:spLocks noChangeArrowheads="1"/>
          </p:cNvSpPr>
          <p:nvPr/>
        </p:nvSpPr>
        <p:spPr bwMode="auto">
          <a:xfrm>
            <a:off x="5784433" y="2149985"/>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9" name="AutoShape 163"/>
          <p:cNvSpPr>
            <a:spLocks noChangeArrowheads="1"/>
          </p:cNvSpPr>
          <p:nvPr/>
        </p:nvSpPr>
        <p:spPr bwMode="auto">
          <a:xfrm>
            <a:off x="6000202" y="2149985"/>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0" name="AutoShape 164"/>
          <p:cNvSpPr>
            <a:spLocks noChangeArrowheads="1"/>
          </p:cNvSpPr>
          <p:nvPr/>
        </p:nvSpPr>
        <p:spPr bwMode="auto">
          <a:xfrm>
            <a:off x="6212253" y="2149985"/>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1" name="AutoShape 165"/>
          <p:cNvSpPr>
            <a:spLocks noChangeArrowheads="1"/>
          </p:cNvSpPr>
          <p:nvPr/>
        </p:nvSpPr>
        <p:spPr bwMode="auto">
          <a:xfrm>
            <a:off x="6426164" y="2149985"/>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3" name="AutoShape 161"/>
          <p:cNvSpPr>
            <a:spLocks noChangeArrowheads="1"/>
          </p:cNvSpPr>
          <p:nvPr/>
        </p:nvSpPr>
        <p:spPr bwMode="auto">
          <a:xfrm>
            <a:off x="8850523" y="2149985"/>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4" name="AutoShape 162"/>
          <p:cNvSpPr>
            <a:spLocks noChangeArrowheads="1"/>
          </p:cNvSpPr>
          <p:nvPr/>
        </p:nvSpPr>
        <p:spPr bwMode="auto">
          <a:xfrm>
            <a:off x="9062574" y="2149985"/>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5" name="AutoShape 163"/>
          <p:cNvSpPr>
            <a:spLocks noChangeArrowheads="1"/>
          </p:cNvSpPr>
          <p:nvPr/>
        </p:nvSpPr>
        <p:spPr bwMode="auto">
          <a:xfrm>
            <a:off x="9278345" y="2149985"/>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6" name="AutoShape 164"/>
          <p:cNvSpPr>
            <a:spLocks noChangeArrowheads="1"/>
          </p:cNvSpPr>
          <p:nvPr/>
        </p:nvSpPr>
        <p:spPr bwMode="auto">
          <a:xfrm>
            <a:off x="9490395" y="2149985"/>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7" name="AutoShape 165"/>
          <p:cNvSpPr>
            <a:spLocks noChangeArrowheads="1"/>
          </p:cNvSpPr>
          <p:nvPr/>
        </p:nvSpPr>
        <p:spPr bwMode="auto">
          <a:xfrm>
            <a:off x="9704306" y="2149985"/>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9" name="AutoShape 161"/>
          <p:cNvSpPr>
            <a:spLocks noChangeArrowheads="1"/>
          </p:cNvSpPr>
          <p:nvPr/>
        </p:nvSpPr>
        <p:spPr bwMode="auto">
          <a:xfrm>
            <a:off x="3916121" y="2900805"/>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0" name="AutoShape 162"/>
          <p:cNvSpPr>
            <a:spLocks noChangeArrowheads="1"/>
          </p:cNvSpPr>
          <p:nvPr/>
        </p:nvSpPr>
        <p:spPr bwMode="auto">
          <a:xfrm>
            <a:off x="4128171" y="2900805"/>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1" name="AutoShape 163"/>
          <p:cNvSpPr>
            <a:spLocks noChangeArrowheads="1"/>
          </p:cNvSpPr>
          <p:nvPr/>
        </p:nvSpPr>
        <p:spPr bwMode="auto">
          <a:xfrm>
            <a:off x="4343942" y="2900805"/>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2" name="AutoShape 164"/>
          <p:cNvSpPr>
            <a:spLocks noChangeArrowheads="1"/>
          </p:cNvSpPr>
          <p:nvPr/>
        </p:nvSpPr>
        <p:spPr bwMode="auto">
          <a:xfrm>
            <a:off x="4555994" y="2900805"/>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3" name="AutoShape 165"/>
          <p:cNvSpPr>
            <a:spLocks noChangeArrowheads="1"/>
          </p:cNvSpPr>
          <p:nvPr/>
        </p:nvSpPr>
        <p:spPr bwMode="auto">
          <a:xfrm>
            <a:off x="4769904" y="2900805"/>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5" name="AutoShape 161"/>
          <p:cNvSpPr>
            <a:spLocks noChangeArrowheads="1"/>
          </p:cNvSpPr>
          <p:nvPr/>
        </p:nvSpPr>
        <p:spPr bwMode="auto">
          <a:xfrm>
            <a:off x="5572381" y="2900805"/>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6" name="AutoShape 162"/>
          <p:cNvSpPr>
            <a:spLocks noChangeArrowheads="1"/>
          </p:cNvSpPr>
          <p:nvPr/>
        </p:nvSpPr>
        <p:spPr bwMode="auto">
          <a:xfrm>
            <a:off x="5784432" y="2900805"/>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7" name="AutoShape 163"/>
          <p:cNvSpPr>
            <a:spLocks noChangeArrowheads="1"/>
          </p:cNvSpPr>
          <p:nvPr/>
        </p:nvSpPr>
        <p:spPr bwMode="auto">
          <a:xfrm>
            <a:off x="6000203" y="2900805"/>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8" name="AutoShape 164"/>
          <p:cNvSpPr>
            <a:spLocks noChangeArrowheads="1"/>
          </p:cNvSpPr>
          <p:nvPr/>
        </p:nvSpPr>
        <p:spPr bwMode="auto">
          <a:xfrm>
            <a:off x="6212254" y="2900805"/>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9" name="AutoShape 165"/>
          <p:cNvSpPr>
            <a:spLocks noChangeArrowheads="1"/>
          </p:cNvSpPr>
          <p:nvPr/>
        </p:nvSpPr>
        <p:spPr bwMode="auto">
          <a:xfrm>
            <a:off x="6426164" y="2900805"/>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1" name="AutoShape 161"/>
          <p:cNvSpPr>
            <a:spLocks noChangeArrowheads="1"/>
          </p:cNvSpPr>
          <p:nvPr/>
        </p:nvSpPr>
        <p:spPr bwMode="auto">
          <a:xfrm>
            <a:off x="8850522" y="2900805"/>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2" name="AutoShape 162"/>
          <p:cNvSpPr>
            <a:spLocks noChangeArrowheads="1"/>
          </p:cNvSpPr>
          <p:nvPr/>
        </p:nvSpPr>
        <p:spPr bwMode="auto">
          <a:xfrm>
            <a:off x="9062573" y="2900805"/>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3" name="AutoShape 163"/>
          <p:cNvSpPr>
            <a:spLocks noChangeArrowheads="1"/>
          </p:cNvSpPr>
          <p:nvPr/>
        </p:nvSpPr>
        <p:spPr bwMode="auto">
          <a:xfrm>
            <a:off x="9278345" y="2900805"/>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4" name="AutoShape 164"/>
          <p:cNvSpPr>
            <a:spLocks noChangeArrowheads="1"/>
          </p:cNvSpPr>
          <p:nvPr/>
        </p:nvSpPr>
        <p:spPr bwMode="auto">
          <a:xfrm>
            <a:off x="9490395" y="2900805"/>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5" name="AutoShape 165"/>
          <p:cNvSpPr>
            <a:spLocks noChangeArrowheads="1"/>
          </p:cNvSpPr>
          <p:nvPr/>
        </p:nvSpPr>
        <p:spPr bwMode="auto">
          <a:xfrm>
            <a:off x="9704306" y="2900805"/>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7" name="AutoShape 161"/>
          <p:cNvSpPr>
            <a:spLocks noChangeArrowheads="1"/>
          </p:cNvSpPr>
          <p:nvPr/>
        </p:nvSpPr>
        <p:spPr bwMode="auto">
          <a:xfrm>
            <a:off x="7192403" y="2900805"/>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8" name="AutoShape 162"/>
          <p:cNvSpPr>
            <a:spLocks noChangeArrowheads="1"/>
          </p:cNvSpPr>
          <p:nvPr/>
        </p:nvSpPr>
        <p:spPr bwMode="auto">
          <a:xfrm>
            <a:off x="7404454" y="2900805"/>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9" name="AutoShape 163"/>
          <p:cNvSpPr>
            <a:spLocks noChangeArrowheads="1"/>
          </p:cNvSpPr>
          <p:nvPr/>
        </p:nvSpPr>
        <p:spPr bwMode="auto">
          <a:xfrm>
            <a:off x="7620224" y="2900805"/>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0" name="AutoShape 164"/>
          <p:cNvSpPr>
            <a:spLocks noChangeArrowheads="1"/>
          </p:cNvSpPr>
          <p:nvPr/>
        </p:nvSpPr>
        <p:spPr bwMode="auto">
          <a:xfrm>
            <a:off x="7832275" y="2900805"/>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1" name="AutoShape 165"/>
          <p:cNvSpPr>
            <a:spLocks noChangeArrowheads="1"/>
          </p:cNvSpPr>
          <p:nvPr/>
        </p:nvSpPr>
        <p:spPr bwMode="auto">
          <a:xfrm>
            <a:off x="8046185" y="2900805"/>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3" name="AutoShape 161"/>
          <p:cNvSpPr>
            <a:spLocks noChangeArrowheads="1"/>
          </p:cNvSpPr>
          <p:nvPr/>
        </p:nvSpPr>
        <p:spPr bwMode="auto">
          <a:xfrm>
            <a:off x="3916121" y="3132218"/>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4" name="AutoShape 162"/>
          <p:cNvSpPr>
            <a:spLocks noChangeArrowheads="1"/>
          </p:cNvSpPr>
          <p:nvPr/>
        </p:nvSpPr>
        <p:spPr bwMode="auto">
          <a:xfrm>
            <a:off x="4128171" y="3132218"/>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5" name="AutoShape 163"/>
          <p:cNvSpPr>
            <a:spLocks noChangeArrowheads="1"/>
          </p:cNvSpPr>
          <p:nvPr/>
        </p:nvSpPr>
        <p:spPr bwMode="auto">
          <a:xfrm>
            <a:off x="4343942" y="3132218"/>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6" name="AutoShape 164"/>
          <p:cNvSpPr>
            <a:spLocks noChangeArrowheads="1"/>
          </p:cNvSpPr>
          <p:nvPr/>
        </p:nvSpPr>
        <p:spPr bwMode="auto">
          <a:xfrm>
            <a:off x="4555993" y="3132218"/>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7" name="AutoShape 165"/>
          <p:cNvSpPr>
            <a:spLocks noChangeArrowheads="1"/>
          </p:cNvSpPr>
          <p:nvPr/>
        </p:nvSpPr>
        <p:spPr bwMode="auto">
          <a:xfrm>
            <a:off x="4769904" y="3132218"/>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9" name="AutoShape 161"/>
          <p:cNvSpPr>
            <a:spLocks noChangeArrowheads="1"/>
          </p:cNvSpPr>
          <p:nvPr/>
        </p:nvSpPr>
        <p:spPr bwMode="auto">
          <a:xfrm>
            <a:off x="7192402" y="3130358"/>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0" name="AutoShape 162"/>
          <p:cNvSpPr>
            <a:spLocks noChangeArrowheads="1"/>
          </p:cNvSpPr>
          <p:nvPr/>
        </p:nvSpPr>
        <p:spPr bwMode="auto">
          <a:xfrm>
            <a:off x="7404453" y="3130358"/>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1" name="AutoShape 163"/>
          <p:cNvSpPr>
            <a:spLocks noChangeArrowheads="1"/>
          </p:cNvSpPr>
          <p:nvPr/>
        </p:nvSpPr>
        <p:spPr bwMode="auto">
          <a:xfrm>
            <a:off x="7620224" y="3130358"/>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2" name="AutoShape 164"/>
          <p:cNvSpPr>
            <a:spLocks noChangeArrowheads="1"/>
          </p:cNvSpPr>
          <p:nvPr/>
        </p:nvSpPr>
        <p:spPr bwMode="auto">
          <a:xfrm>
            <a:off x="7832275" y="3130358"/>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3" name="AutoShape 165"/>
          <p:cNvSpPr>
            <a:spLocks noChangeArrowheads="1"/>
          </p:cNvSpPr>
          <p:nvPr/>
        </p:nvSpPr>
        <p:spPr bwMode="auto">
          <a:xfrm>
            <a:off x="8046185" y="3130358"/>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5" name="AutoShape 161"/>
          <p:cNvSpPr>
            <a:spLocks noChangeArrowheads="1"/>
          </p:cNvSpPr>
          <p:nvPr/>
        </p:nvSpPr>
        <p:spPr bwMode="auto">
          <a:xfrm>
            <a:off x="5572382" y="3132218"/>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6" name="AutoShape 162"/>
          <p:cNvSpPr>
            <a:spLocks noChangeArrowheads="1"/>
          </p:cNvSpPr>
          <p:nvPr/>
        </p:nvSpPr>
        <p:spPr bwMode="auto">
          <a:xfrm>
            <a:off x="5784433" y="3132218"/>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7" name="AutoShape 163"/>
          <p:cNvSpPr>
            <a:spLocks noChangeArrowheads="1"/>
          </p:cNvSpPr>
          <p:nvPr/>
        </p:nvSpPr>
        <p:spPr bwMode="auto">
          <a:xfrm>
            <a:off x="6000202" y="3132218"/>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8" name="AutoShape 164"/>
          <p:cNvSpPr>
            <a:spLocks noChangeArrowheads="1"/>
          </p:cNvSpPr>
          <p:nvPr/>
        </p:nvSpPr>
        <p:spPr bwMode="auto">
          <a:xfrm>
            <a:off x="6212253" y="3132218"/>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9" name="AutoShape 165"/>
          <p:cNvSpPr>
            <a:spLocks noChangeArrowheads="1"/>
          </p:cNvSpPr>
          <p:nvPr/>
        </p:nvSpPr>
        <p:spPr bwMode="auto">
          <a:xfrm>
            <a:off x="6426164" y="3132218"/>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21" name="AutoShape 161"/>
          <p:cNvSpPr>
            <a:spLocks noChangeArrowheads="1"/>
          </p:cNvSpPr>
          <p:nvPr/>
        </p:nvSpPr>
        <p:spPr bwMode="auto">
          <a:xfrm>
            <a:off x="8850523" y="3132218"/>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22" name="AutoShape 162"/>
          <p:cNvSpPr>
            <a:spLocks noChangeArrowheads="1"/>
          </p:cNvSpPr>
          <p:nvPr/>
        </p:nvSpPr>
        <p:spPr bwMode="auto">
          <a:xfrm>
            <a:off x="9062574" y="3132218"/>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23" name="AutoShape 163"/>
          <p:cNvSpPr>
            <a:spLocks noChangeArrowheads="1"/>
          </p:cNvSpPr>
          <p:nvPr/>
        </p:nvSpPr>
        <p:spPr bwMode="auto">
          <a:xfrm>
            <a:off x="9278345" y="3132218"/>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24" name="AutoShape 164"/>
          <p:cNvSpPr>
            <a:spLocks noChangeArrowheads="1"/>
          </p:cNvSpPr>
          <p:nvPr/>
        </p:nvSpPr>
        <p:spPr bwMode="auto">
          <a:xfrm>
            <a:off x="9490395" y="3132218"/>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25" name="AutoShape 165"/>
          <p:cNvSpPr>
            <a:spLocks noChangeArrowheads="1"/>
          </p:cNvSpPr>
          <p:nvPr/>
        </p:nvSpPr>
        <p:spPr bwMode="auto">
          <a:xfrm>
            <a:off x="9704306" y="3132218"/>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050" name="Group 2"/>
          <p:cNvGrpSpPr/>
          <p:nvPr/>
        </p:nvGrpSpPr>
        <p:grpSpPr bwMode="auto">
          <a:xfrm>
            <a:off x="2742549" y="6037585"/>
            <a:ext cx="935482" cy="305647"/>
            <a:chOff x="963" y="3803"/>
            <a:chExt cx="602" cy="193"/>
          </a:xfrm>
        </p:grpSpPr>
        <p:sp>
          <p:nvSpPr>
            <p:cNvPr id="130176" name="AutoShape 4"/>
            <p:cNvSpPr>
              <a:spLocks noChangeArrowheads="1"/>
            </p:cNvSpPr>
            <p:nvPr/>
          </p:nvSpPr>
          <p:spPr bwMode="auto">
            <a:xfrm rot="12646288" flipV="1">
              <a:off x="963" y="3803"/>
              <a:ext cx="59" cy="193"/>
            </a:xfrm>
            <a:prstGeom prst="upArrow">
              <a:avLst>
                <a:gd name="adj1" fmla="val 39398"/>
                <a:gd name="adj2" fmla="val 73126"/>
              </a:avLst>
            </a:prstGeom>
            <a:solidFill>
              <a:schemeClr val="bg1"/>
            </a:solidFill>
            <a:ln w="3175">
              <a:noFill/>
              <a:miter lim="800000"/>
            </a:ln>
          </p:spPr>
          <p:txBody>
            <a:bodyPr lIns="0" tIns="0" rIns="0" bIns="0" anchor="ctr">
              <a:spAutoFit/>
            </a:bodyPr>
            <a:lstStyle/>
            <a:p>
              <a:endParaRPr lang="en-US" sz="1815"/>
            </a:p>
          </p:txBody>
        </p:sp>
        <p:sp>
          <p:nvSpPr>
            <p:cNvPr id="130177" name="Rectangle 5"/>
            <p:cNvSpPr>
              <a:spLocks noChangeAspect="1" noChangeArrowheads="1"/>
            </p:cNvSpPr>
            <p:nvPr/>
          </p:nvSpPr>
          <p:spPr bwMode="auto">
            <a:xfrm>
              <a:off x="1112" y="3851"/>
              <a:ext cx="453" cy="97"/>
            </a:xfrm>
            <a:prstGeom prst="rect">
              <a:avLst/>
            </a:prstGeom>
            <a:noFill/>
            <a:ln w="3175">
              <a:noFill/>
              <a:miter lim="800000"/>
            </a:ln>
          </p:spPr>
          <p:txBody>
            <a:bodyPr lIns="0" tIns="0" rIns="0" bIns="0">
              <a:spAutoFit/>
            </a:bodyPr>
            <a:lstStyle/>
            <a:p>
              <a:pPr defTabSz="1042670" eaLnBrk="0" hangingPunct="0"/>
              <a:r>
                <a:rPr lang="en-US" sz="1000"/>
                <a:t>Good</a:t>
              </a:r>
              <a:endParaRPr lang="en-US" sz="1000"/>
            </a:p>
          </p:txBody>
        </p:sp>
      </p:grpSp>
      <p:sp>
        <p:nvSpPr>
          <p:cNvPr id="130051" name="Rectangle 6"/>
          <p:cNvSpPr>
            <a:spLocks noChangeArrowheads="1"/>
          </p:cNvSpPr>
          <p:nvPr/>
        </p:nvSpPr>
        <p:spPr bwMode="auto">
          <a:xfrm>
            <a:off x="6381780" y="5314425"/>
            <a:ext cx="1757868" cy="581637"/>
          </a:xfrm>
          <a:prstGeom prst="rect">
            <a:avLst/>
          </a:prstGeom>
          <a:solidFill>
            <a:schemeClr val="bg1"/>
          </a:solidFill>
          <a:ln w="6350">
            <a:solidFill>
              <a:schemeClr val="tx1"/>
            </a:solidFill>
            <a:miter lim="800000"/>
          </a:ln>
        </p:spPr>
        <p:txBody>
          <a:bodyPr lIns="74484" tIns="37241" rIns="595868" bIns="37241" anchor="ctr"/>
          <a:lstStyle/>
          <a:p>
            <a:pPr algn="ctr" defTabSz="1042670" eaLnBrk="0" hangingPunct="0">
              <a:lnSpc>
                <a:spcPct val="90000"/>
              </a:lnSpc>
              <a:spcAft>
                <a:spcPct val="20000"/>
              </a:spcAft>
              <a:buClr>
                <a:schemeClr val="tx1"/>
              </a:buClr>
            </a:pPr>
            <a:endParaRPr lang="en-US" sz="1270"/>
          </a:p>
        </p:txBody>
      </p:sp>
      <p:sp>
        <p:nvSpPr>
          <p:cNvPr id="130052" name="Rectangle 7"/>
          <p:cNvSpPr>
            <a:spLocks noChangeArrowheads="1"/>
          </p:cNvSpPr>
          <p:nvPr/>
        </p:nvSpPr>
        <p:spPr bwMode="auto">
          <a:xfrm>
            <a:off x="6381780" y="4734229"/>
            <a:ext cx="1757868" cy="580198"/>
          </a:xfrm>
          <a:prstGeom prst="rect">
            <a:avLst/>
          </a:prstGeom>
          <a:solidFill>
            <a:schemeClr val="bg1"/>
          </a:solidFill>
          <a:ln w="6350">
            <a:solidFill>
              <a:schemeClr val="tx1"/>
            </a:solidFill>
            <a:miter lim="800000"/>
          </a:ln>
        </p:spPr>
        <p:txBody>
          <a:bodyPr lIns="74484" tIns="37241" rIns="595868" bIns="37241" anchor="ctr"/>
          <a:lstStyle/>
          <a:p>
            <a:pPr algn="ctr" defTabSz="1042670" eaLnBrk="0" hangingPunct="0"/>
            <a:endParaRPr lang="en-US" sz="1270"/>
          </a:p>
        </p:txBody>
      </p:sp>
      <p:sp>
        <p:nvSpPr>
          <p:cNvPr id="130053" name="Rectangle 8"/>
          <p:cNvSpPr>
            <a:spLocks noChangeArrowheads="1"/>
          </p:cNvSpPr>
          <p:nvPr/>
        </p:nvSpPr>
        <p:spPr bwMode="auto">
          <a:xfrm>
            <a:off x="6381780" y="4152590"/>
            <a:ext cx="1757868" cy="581637"/>
          </a:xfrm>
          <a:prstGeom prst="rect">
            <a:avLst/>
          </a:prstGeom>
          <a:solidFill>
            <a:schemeClr val="bg1"/>
          </a:solidFill>
          <a:ln w="6350">
            <a:solidFill>
              <a:schemeClr val="tx1"/>
            </a:solidFill>
            <a:miter lim="800000"/>
          </a:ln>
        </p:spPr>
        <p:txBody>
          <a:bodyPr lIns="74484" tIns="37241" rIns="521385" bIns="37241" anchor="ctr"/>
          <a:lstStyle/>
          <a:p>
            <a:pPr algn="ctr" defTabSz="1042670" eaLnBrk="0" hangingPunct="0">
              <a:lnSpc>
                <a:spcPct val="90000"/>
              </a:lnSpc>
              <a:spcAft>
                <a:spcPct val="20000"/>
              </a:spcAft>
              <a:buClr>
                <a:schemeClr val="tx1"/>
              </a:buClr>
            </a:pPr>
            <a:endParaRPr lang="en-US" sz="1270"/>
          </a:p>
        </p:txBody>
      </p:sp>
      <p:sp>
        <p:nvSpPr>
          <p:cNvPr id="130054" name="Rectangle 9"/>
          <p:cNvSpPr>
            <a:spLocks noChangeArrowheads="1"/>
          </p:cNvSpPr>
          <p:nvPr/>
        </p:nvSpPr>
        <p:spPr bwMode="auto">
          <a:xfrm>
            <a:off x="6381780" y="3572394"/>
            <a:ext cx="1757868" cy="581637"/>
          </a:xfrm>
          <a:prstGeom prst="rect">
            <a:avLst/>
          </a:prstGeom>
          <a:solidFill>
            <a:schemeClr val="bg1"/>
          </a:solidFill>
          <a:ln w="6350">
            <a:solidFill>
              <a:schemeClr val="tx1"/>
            </a:solidFill>
            <a:miter lim="800000"/>
          </a:ln>
        </p:spPr>
        <p:txBody>
          <a:bodyPr lIns="74484" tIns="37241" rIns="446901" bIns="37241" anchor="ctr"/>
          <a:lstStyle/>
          <a:p>
            <a:pPr algn="ctr" defTabSz="1042670" eaLnBrk="0" hangingPunct="0"/>
            <a:endParaRPr lang="en-US" sz="1270"/>
          </a:p>
        </p:txBody>
      </p:sp>
      <p:sp>
        <p:nvSpPr>
          <p:cNvPr id="130055" name="Rectangle 10"/>
          <p:cNvSpPr>
            <a:spLocks noChangeArrowheads="1"/>
          </p:cNvSpPr>
          <p:nvPr/>
        </p:nvSpPr>
        <p:spPr bwMode="auto">
          <a:xfrm>
            <a:off x="6381780" y="2990757"/>
            <a:ext cx="1757868" cy="581637"/>
          </a:xfrm>
          <a:prstGeom prst="rect">
            <a:avLst/>
          </a:prstGeom>
          <a:solidFill>
            <a:schemeClr val="bg1"/>
          </a:solidFill>
          <a:ln w="6350">
            <a:solidFill>
              <a:schemeClr val="tx1"/>
            </a:solidFill>
            <a:miter lim="800000"/>
          </a:ln>
        </p:spPr>
        <p:txBody>
          <a:bodyPr lIns="74484" tIns="37241" rIns="595868" bIns="37241" anchor="ctr"/>
          <a:lstStyle/>
          <a:p>
            <a:pPr algn="ctr" defTabSz="1042670" eaLnBrk="0" hangingPunct="0"/>
            <a:endParaRPr lang="en-US" sz="1270"/>
          </a:p>
        </p:txBody>
      </p:sp>
      <p:sp>
        <p:nvSpPr>
          <p:cNvPr id="130056" name="Rectangle 11"/>
          <p:cNvSpPr>
            <a:spLocks noChangeArrowheads="1"/>
          </p:cNvSpPr>
          <p:nvPr/>
        </p:nvSpPr>
        <p:spPr bwMode="auto">
          <a:xfrm>
            <a:off x="6381780" y="2410560"/>
            <a:ext cx="1757868" cy="580198"/>
          </a:xfrm>
          <a:prstGeom prst="rect">
            <a:avLst/>
          </a:prstGeom>
          <a:solidFill>
            <a:schemeClr val="bg1"/>
          </a:solidFill>
          <a:ln w="6350">
            <a:solidFill>
              <a:schemeClr val="tx1"/>
            </a:solidFill>
            <a:miter lim="800000"/>
          </a:ln>
        </p:spPr>
        <p:txBody>
          <a:bodyPr lIns="74484" tIns="37241" rIns="595868" bIns="37241" anchor="ctr"/>
          <a:lstStyle/>
          <a:p>
            <a:pPr algn="ctr" defTabSz="1042670" eaLnBrk="0" hangingPunct="0">
              <a:lnSpc>
                <a:spcPct val="90000"/>
              </a:lnSpc>
              <a:spcAft>
                <a:spcPct val="20000"/>
              </a:spcAft>
              <a:buClr>
                <a:schemeClr val="tx1"/>
              </a:buClr>
            </a:pPr>
            <a:endParaRPr lang="en-US" sz="1270"/>
          </a:p>
        </p:txBody>
      </p:sp>
      <p:sp>
        <p:nvSpPr>
          <p:cNvPr id="130057" name="Rectangle 12"/>
          <p:cNvSpPr>
            <a:spLocks noChangeArrowheads="1"/>
          </p:cNvSpPr>
          <p:nvPr/>
        </p:nvSpPr>
        <p:spPr bwMode="auto">
          <a:xfrm>
            <a:off x="9893197" y="5314425"/>
            <a:ext cx="737124" cy="581637"/>
          </a:xfrm>
          <a:prstGeom prst="rect">
            <a:avLst/>
          </a:prstGeom>
          <a:solidFill>
            <a:schemeClr val="bg1"/>
          </a:solidFill>
          <a:ln w="6350">
            <a:solidFill>
              <a:schemeClr val="tx1"/>
            </a:solidFill>
            <a:miter lim="800000"/>
          </a:ln>
        </p:spPr>
        <p:txBody>
          <a:bodyPr lIns="74484" tIns="37241" rIns="37241" bIns="37241"/>
          <a:lstStyle/>
          <a:p>
            <a:pPr algn="ctr" defTabSz="1042670" eaLnBrk="0" hangingPunct="0">
              <a:defRPr/>
            </a:pPr>
            <a:r>
              <a:rPr lang="en-US" sz="3355" b="1" dirty="0">
                <a:solidFill>
                  <a:schemeClr val="accent5">
                    <a:lumMod val="75000"/>
                  </a:schemeClr>
                </a:solidFill>
                <a:sym typeface="Wingdings 2" panose="05020102010507070707" pitchFamily="18" charset="2"/>
              </a:rPr>
              <a:t>X</a:t>
            </a:r>
            <a:endParaRPr lang="en-US" sz="3355" b="1" dirty="0">
              <a:solidFill>
                <a:schemeClr val="accent5">
                  <a:lumMod val="75000"/>
                </a:schemeClr>
              </a:solidFill>
              <a:sym typeface="Wingdings" panose="05000000000000000000" pitchFamily="2" charset="2"/>
            </a:endParaRPr>
          </a:p>
        </p:txBody>
      </p:sp>
      <p:sp>
        <p:nvSpPr>
          <p:cNvPr id="130058" name="Rectangle 13"/>
          <p:cNvSpPr>
            <a:spLocks noChangeArrowheads="1"/>
          </p:cNvSpPr>
          <p:nvPr/>
        </p:nvSpPr>
        <p:spPr bwMode="auto">
          <a:xfrm>
            <a:off x="9893197" y="4734229"/>
            <a:ext cx="737124" cy="580198"/>
          </a:xfrm>
          <a:prstGeom prst="rect">
            <a:avLst/>
          </a:prstGeom>
          <a:solidFill>
            <a:schemeClr val="bg1"/>
          </a:solidFill>
          <a:ln w="6350">
            <a:solidFill>
              <a:schemeClr val="tx1"/>
            </a:solidFill>
            <a:miter lim="800000"/>
          </a:ln>
        </p:spPr>
        <p:txBody>
          <a:bodyPr lIns="74484" tIns="37241" rIns="37241" bIns="37241"/>
          <a:lstStyle/>
          <a:p>
            <a:pPr algn="ctr" defTabSz="1042670" eaLnBrk="0" hangingPunct="0">
              <a:defRPr/>
            </a:pPr>
            <a:r>
              <a:rPr lang="en-US" sz="4170" b="1" dirty="0">
                <a:solidFill>
                  <a:schemeClr val="accent5">
                    <a:lumMod val="75000"/>
                  </a:schemeClr>
                </a:solidFill>
                <a:sym typeface="Wingdings" panose="05000000000000000000" pitchFamily="2" charset="2"/>
              </a:rPr>
              <a:t></a:t>
            </a:r>
            <a:endParaRPr lang="en-US" sz="4170" b="1" dirty="0">
              <a:solidFill>
                <a:schemeClr val="accent5">
                  <a:lumMod val="75000"/>
                </a:schemeClr>
              </a:solidFill>
              <a:sym typeface="Wingdings" panose="05000000000000000000" pitchFamily="2" charset="2"/>
            </a:endParaRPr>
          </a:p>
        </p:txBody>
      </p:sp>
      <p:sp>
        <p:nvSpPr>
          <p:cNvPr id="130059" name="Rectangle 14"/>
          <p:cNvSpPr>
            <a:spLocks noChangeArrowheads="1"/>
          </p:cNvSpPr>
          <p:nvPr/>
        </p:nvSpPr>
        <p:spPr bwMode="auto">
          <a:xfrm>
            <a:off x="9893197" y="4152590"/>
            <a:ext cx="737124" cy="581637"/>
          </a:xfrm>
          <a:prstGeom prst="rect">
            <a:avLst/>
          </a:prstGeom>
          <a:solidFill>
            <a:schemeClr val="bg1"/>
          </a:solidFill>
          <a:ln w="6350">
            <a:solidFill>
              <a:schemeClr val="tx1"/>
            </a:solidFill>
            <a:miter lim="800000"/>
          </a:ln>
        </p:spPr>
        <p:txBody>
          <a:bodyPr lIns="74484" tIns="37241" rIns="37241" bIns="37241"/>
          <a:lstStyle/>
          <a:p>
            <a:pPr algn="ctr" defTabSz="1042670" eaLnBrk="0" hangingPunct="0">
              <a:defRPr/>
            </a:pPr>
            <a:r>
              <a:rPr lang="en-US" sz="3355" b="1" dirty="0">
                <a:solidFill>
                  <a:schemeClr val="accent5">
                    <a:lumMod val="75000"/>
                  </a:schemeClr>
                </a:solidFill>
                <a:sym typeface="Wingdings 2" panose="05020102010507070707" pitchFamily="18" charset="2"/>
              </a:rPr>
              <a:t>X</a:t>
            </a:r>
            <a:endParaRPr lang="en-US" sz="3355" b="1" dirty="0">
              <a:solidFill>
                <a:schemeClr val="accent5">
                  <a:lumMod val="75000"/>
                </a:schemeClr>
              </a:solidFill>
              <a:sym typeface="Wingdings" panose="05000000000000000000" pitchFamily="2" charset="2"/>
            </a:endParaRPr>
          </a:p>
        </p:txBody>
      </p:sp>
      <p:sp>
        <p:nvSpPr>
          <p:cNvPr id="130060" name="Rectangle 15"/>
          <p:cNvSpPr>
            <a:spLocks noChangeArrowheads="1"/>
          </p:cNvSpPr>
          <p:nvPr/>
        </p:nvSpPr>
        <p:spPr bwMode="auto">
          <a:xfrm>
            <a:off x="9893197" y="3572394"/>
            <a:ext cx="737124" cy="581637"/>
          </a:xfrm>
          <a:prstGeom prst="rect">
            <a:avLst/>
          </a:prstGeom>
          <a:solidFill>
            <a:schemeClr val="bg1"/>
          </a:solidFill>
          <a:ln w="6350">
            <a:solidFill>
              <a:schemeClr val="tx1"/>
            </a:solidFill>
            <a:miter lim="800000"/>
          </a:ln>
        </p:spPr>
        <p:txBody>
          <a:bodyPr lIns="74484" tIns="37241" rIns="37241" bIns="37241"/>
          <a:lstStyle/>
          <a:p>
            <a:pPr algn="ctr" defTabSz="1042670" eaLnBrk="0" hangingPunct="0">
              <a:defRPr/>
            </a:pPr>
            <a:r>
              <a:rPr lang="en-US" sz="4170" b="1" dirty="0">
                <a:solidFill>
                  <a:schemeClr val="accent5">
                    <a:lumMod val="75000"/>
                  </a:schemeClr>
                </a:solidFill>
                <a:sym typeface="Wingdings" panose="05000000000000000000" pitchFamily="2" charset="2"/>
              </a:rPr>
              <a:t></a:t>
            </a:r>
            <a:endParaRPr lang="en-US" sz="4170" b="1" dirty="0">
              <a:solidFill>
                <a:schemeClr val="accent5">
                  <a:lumMod val="75000"/>
                </a:schemeClr>
              </a:solidFill>
              <a:sym typeface="Wingdings" panose="05000000000000000000" pitchFamily="2" charset="2"/>
            </a:endParaRPr>
          </a:p>
        </p:txBody>
      </p:sp>
      <p:sp>
        <p:nvSpPr>
          <p:cNvPr id="130061" name="Rectangle 16"/>
          <p:cNvSpPr>
            <a:spLocks noChangeArrowheads="1"/>
          </p:cNvSpPr>
          <p:nvPr/>
        </p:nvSpPr>
        <p:spPr bwMode="auto">
          <a:xfrm>
            <a:off x="9893197" y="2990757"/>
            <a:ext cx="737124" cy="581637"/>
          </a:xfrm>
          <a:prstGeom prst="rect">
            <a:avLst/>
          </a:prstGeom>
          <a:solidFill>
            <a:schemeClr val="bg1"/>
          </a:solidFill>
          <a:ln w="6350">
            <a:solidFill>
              <a:schemeClr val="tx1"/>
            </a:solidFill>
            <a:miter lim="800000"/>
          </a:ln>
        </p:spPr>
        <p:txBody>
          <a:bodyPr lIns="74484" tIns="37241" rIns="37241" bIns="37241"/>
          <a:lstStyle/>
          <a:p>
            <a:pPr algn="ctr" defTabSz="1042670" eaLnBrk="0" hangingPunct="0">
              <a:defRPr/>
            </a:pPr>
            <a:r>
              <a:rPr lang="en-US" sz="4170" b="1" dirty="0">
                <a:solidFill>
                  <a:schemeClr val="accent5">
                    <a:lumMod val="75000"/>
                  </a:schemeClr>
                </a:solidFill>
                <a:sym typeface="Wingdings" panose="05000000000000000000" pitchFamily="2" charset="2"/>
              </a:rPr>
              <a:t></a:t>
            </a:r>
            <a:endParaRPr lang="en-US" sz="4170" b="1" dirty="0">
              <a:solidFill>
                <a:schemeClr val="accent5">
                  <a:lumMod val="75000"/>
                </a:schemeClr>
              </a:solidFill>
              <a:sym typeface="Wingdings" panose="05000000000000000000" pitchFamily="2" charset="2"/>
            </a:endParaRPr>
          </a:p>
        </p:txBody>
      </p:sp>
      <p:sp>
        <p:nvSpPr>
          <p:cNvPr id="130062" name="Rectangle 17"/>
          <p:cNvSpPr>
            <a:spLocks noChangeArrowheads="1"/>
          </p:cNvSpPr>
          <p:nvPr/>
        </p:nvSpPr>
        <p:spPr bwMode="auto">
          <a:xfrm>
            <a:off x="9893197" y="2410560"/>
            <a:ext cx="737124" cy="580198"/>
          </a:xfrm>
          <a:prstGeom prst="rect">
            <a:avLst/>
          </a:prstGeom>
          <a:solidFill>
            <a:schemeClr val="bg1"/>
          </a:solidFill>
          <a:ln w="6350">
            <a:solidFill>
              <a:schemeClr val="tx1"/>
            </a:solidFill>
            <a:miter lim="800000"/>
          </a:ln>
        </p:spPr>
        <p:txBody>
          <a:bodyPr lIns="74484" tIns="37241" rIns="37241" bIns="37241"/>
          <a:lstStyle/>
          <a:p>
            <a:pPr algn="ctr" defTabSz="1042670" eaLnBrk="0" hangingPunct="0">
              <a:defRPr/>
            </a:pPr>
            <a:r>
              <a:rPr lang="en-US" sz="4170" b="1" dirty="0">
                <a:solidFill>
                  <a:schemeClr val="accent5">
                    <a:lumMod val="75000"/>
                  </a:schemeClr>
                </a:solidFill>
                <a:sym typeface="Wingdings" panose="05000000000000000000" pitchFamily="2" charset="2"/>
              </a:rPr>
              <a:t></a:t>
            </a:r>
            <a:endParaRPr lang="en-US" sz="4170" b="1" dirty="0">
              <a:solidFill>
                <a:schemeClr val="accent5">
                  <a:lumMod val="75000"/>
                </a:schemeClr>
              </a:solidFill>
              <a:sym typeface="Wingdings" panose="05000000000000000000" pitchFamily="2" charset="2"/>
            </a:endParaRPr>
          </a:p>
        </p:txBody>
      </p:sp>
      <p:sp>
        <p:nvSpPr>
          <p:cNvPr id="130063" name="Rectangle 18"/>
          <p:cNvSpPr>
            <a:spLocks noChangeArrowheads="1"/>
          </p:cNvSpPr>
          <p:nvPr/>
        </p:nvSpPr>
        <p:spPr bwMode="auto">
          <a:xfrm>
            <a:off x="9893197" y="1828922"/>
            <a:ext cx="737124"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endParaRPr lang="en-US" sz="1270" b="1"/>
          </a:p>
        </p:txBody>
      </p:sp>
      <p:sp>
        <p:nvSpPr>
          <p:cNvPr id="130064" name="Rectangle 19"/>
          <p:cNvSpPr>
            <a:spLocks noChangeArrowheads="1"/>
          </p:cNvSpPr>
          <p:nvPr/>
        </p:nvSpPr>
        <p:spPr bwMode="auto">
          <a:xfrm>
            <a:off x="8139647" y="5314425"/>
            <a:ext cx="1756429"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endParaRPr lang="en-US" sz="1270"/>
          </a:p>
        </p:txBody>
      </p:sp>
      <p:sp>
        <p:nvSpPr>
          <p:cNvPr id="130065" name="Rectangle 20"/>
          <p:cNvSpPr>
            <a:spLocks noChangeArrowheads="1"/>
          </p:cNvSpPr>
          <p:nvPr/>
        </p:nvSpPr>
        <p:spPr bwMode="auto">
          <a:xfrm>
            <a:off x="4622473" y="5314425"/>
            <a:ext cx="1757868"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endParaRPr lang="en-US" sz="1270"/>
          </a:p>
        </p:txBody>
      </p:sp>
      <p:sp>
        <p:nvSpPr>
          <p:cNvPr id="130066" name="Rectangle 21"/>
          <p:cNvSpPr>
            <a:spLocks noChangeArrowheads="1"/>
          </p:cNvSpPr>
          <p:nvPr/>
        </p:nvSpPr>
        <p:spPr bwMode="auto">
          <a:xfrm>
            <a:off x="2866043" y="5314425"/>
            <a:ext cx="1756429"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lnSpc>
                <a:spcPct val="90000"/>
              </a:lnSpc>
              <a:spcAft>
                <a:spcPct val="20000"/>
              </a:spcAft>
              <a:buClr>
                <a:schemeClr val="tx1"/>
              </a:buClr>
            </a:pPr>
            <a:endParaRPr lang="en-US" sz="1270"/>
          </a:p>
        </p:txBody>
      </p:sp>
      <p:sp>
        <p:nvSpPr>
          <p:cNvPr id="130067" name="Rectangle 22"/>
          <p:cNvSpPr>
            <a:spLocks noChangeArrowheads="1"/>
          </p:cNvSpPr>
          <p:nvPr/>
        </p:nvSpPr>
        <p:spPr bwMode="auto">
          <a:xfrm>
            <a:off x="8139647" y="4734229"/>
            <a:ext cx="1756429" cy="580198"/>
          </a:xfrm>
          <a:prstGeom prst="rect">
            <a:avLst/>
          </a:prstGeom>
          <a:solidFill>
            <a:schemeClr val="bg1"/>
          </a:solidFill>
          <a:ln w="6350">
            <a:solidFill>
              <a:schemeClr val="tx1"/>
            </a:solidFill>
            <a:miter lim="800000"/>
          </a:ln>
        </p:spPr>
        <p:txBody>
          <a:bodyPr lIns="74484" tIns="37241" rIns="595868" bIns="37241"/>
          <a:lstStyle/>
          <a:p>
            <a:pPr defTabSz="1042670" eaLnBrk="0" hangingPunct="0">
              <a:lnSpc>
                <a:spcPct val="90000"/>
              </a:lnSpc>
              <a:spcAft>
                <a:spcPct val="20000"/>
              </a:spcAft>
              <a:buClr>
                <a:schemeClr val="tx1"/>
              </a:buClr>
            </a:pPr>
            <a:endParaRPr lang="en-US" sz="1270"/>
          </a:p>
        </p:txBody>
      </p:sp>
      <p:sp>
        <p:nvSpPr>
          <p:cNvPr id="130068" name="Rectangle 23"/>
          <p:cNvSpPr>
            <a:spLocks noChangeArrowheads="1"/>
          </p:cNvSpPr>
          <p:nvPr/>
        </p:nvSpPr>
        <p:spPr bwMode="auto">
          <a:xfrm>
            <a:off x="4622473" y="4734229"/>
            <a:ext cx="1757868" cy="580198"/>
          </a:xfrm>
          <a:prstGeom prst="rect">
            <a:avLst/>
          </a:prstGeom>
          <a:solidFill>
            <a:schemeClr val="bg1"/>
          </a:solidFill>
          <a:ln w="6350">
            <a:solidFill>
              <a:schemeClr val="tx1"/>
            </a:solidFill>
            <a:miter lim="800000"/>
          </a:ln>
        </p:spPr>
        <p:txBody>
          <a:bodyPr lIns="74484" tIns="37241" rIns="595868" bIns="37241"/>
          <a:lstStyle/>
          <a:p>
            <a:pPr defTabSz="1042670" eaLnBrk="0" hangingPunct="0"/>
            <a:endParaRPr lang="en-US" sz="1270"/>
          </a:p>
        </p:txBody>
      </p:sp>
      <p:sp>
        <p:nvSpPr>
          <p:cNvPr id="130069" name="Rectangle 24"/>
          <p:cNvSpPr>
            <a:spLocks noChangeArrowheads="1"/>
          </p:cNvSpPr>
          <p:nvPr/>
        </p:nvSpPr>
        <p:spPr bwMode="auto">
          <a:xfrm>
            <a:off x="2866043" y="4734229"/>
            <a:ext cx="1756429" cy="580198"/>
          </a:xfrm>
          <a:prstGeom prst="rect">
            <a:avLst/>
          </a:prstGeom>
          <a:solidFill>
            <a:schemeClr val="bg1"/>
          </a:solidFill>
          <a:ln w="6350">
            <a:solidFill>
              <a:schemeClr val="tx1"/>
            </a:solidFill>
            <a:miter lim="800000"/>
          </a:ln>
        </p:spPr>
        <p:txBody>
          <a:bodyPr lIns="74484" tIns="37241" rIns="521385" bIns="37241"/>
          <a:lstStyle/>
          <a:p>
            <a:pPr defTabSz="1042670" eaLnBrk="0" hangingPunct="0">
              <a:lnSpc>
                <a:spcPct val="90000"/>
              </a:lnSpc>
              <a:spcAft>
                <a:spcPct val="20000"/>
              </a:spcAft>
              <a:buClr>
                <a:schemeClr val="tx1"/>
              </a:buClr>
            </a:pPr>
            <a:endParaRPr lang="en-US" sz="1270"/>
          </a:p>
        </p:txBody>
      </p:sp>
      <p:sp>
        <p:nvSpPr>
          <p:cNvPr id="130070" name="Rectangle 25"/>
          <p:cNvSpPr>
            <a:spLocks noChangeArrowheads="1"/>
          </p:cNvSpPr>
          <p:nvPr/>
        </p:nvSpPr>
        <p:spPr bwMode="auto">
          <a:xfrm>
            <a:off x="8139647" y="4152590"/>
            <a:ext cx="1756429"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endParaRPr lang="en-US" sz="1270"/>
          </a:p>
        </p:txBody>
      </p:sp>
      <p:sp>
        <p:nvSpPr>
          <p:cNvPr id="130071" name="Rectangle 26"/>
          <p:cNvSpPr>
            <a:spLocks noChangeArrowheads="1"/>
          </p:cNvSpPr>
          <p:nvPr/>
        </p:nvSpPr>
        <p:spPr bwMode="auto">
          <a:xfrm>
            <a:off x="4622473" y="4152590"/>
            <a:ext cx="1757868"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lnSpc>
                <a:spcPct val="90000"/>
              </a:lnSpc>
              <a:spcAft>
                <a:spcPct val="20000"/>
              </a:spcAft>
              <a:buClr>
                <a:schemeClr val="tx1"/>
              </a:buClr>
            </a:pPr>
            <a:endParaRPr lang="en-US" sz="1270"/>
          </a:p>
        </p:txBody>
      </p:sp>
      <p:sp>
        <p:nvSpPr>
          <p:cNvPr id="130072" name="Rectangle 27"/>
          <p:cNvSpPr>
            <a:spLocks noChangeArrowheads="1"/>
          </p:cNvSpPr>
          <p:nvPr/>
        </p:nvSpPr>
        <p:spPr bwMode="auto">
          <a:xfrm>
            <a:off x="2866043" y="4152590"/>
            <a:ext cx="1756429" cy="581637"/>
          </a:xfrm>
          <a:prstGeom prst="rect">
            <a:avLst/>
          </a:prstGeom>
          <a:solidFill>
            <a:schemeClr val="bg1"/>
          </a:solidFill>
          <a:ln w="6350">
            <a:solidFill>
              <a:schemeClr val="tx1"/>
            </a:solidFill>
            <a:miter lim="800000"/>
          </a:ln>
        </p:spPr>
        <p:txBody>
          <a:bodyPr lIns="74484" tIns="37241" rIns="521385" bIns="37241"/>
          <a:lstStyle/>
          <a:p>
            <a:pPr defTabSz="1042670" eaLnBrk="0" hangingPunct="0">
              <a:lnSpc>
                <a:spcPct val="90000"/>
              </a:lnSpc>
              <a:spcAft>
                <a:spcPct val="20000"/>
              </a:spcAft>
              <a:buClr>
                <a:schemeClr val="tx1"/>
              </a:buClr>
            </a:pPr>
            <a:endParaRPr lang="en-US" sz="1270"/>
          </a:p>
        </p:txBody>
      </p:sp>
      <p:sp>
        <p:nvSpPr>
          <p:cNvPr id="130073" name="Rectangle 28"/>
          <p:cNvSpPr>
            <a:spLocks noChangeArrowheads="1"/>
          </p:cNvSpPr>
          <p:nvPr/>
        </p:nvSpPr>
        <p:spPr bwMode="auto">
          <a:xfrm>
            <a:off x="8139647" y="3572394"/>
            <a:ext cx="1756429"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endParaRPr lang="en-US" sz="1270"/>
          </a:p>
        </p:txBody>
      </p:sp>
      <p:sp>
        <p:nvSpPr>
          <p:cNvPr id="130074" name="Rectangle 29"/>
          <p:cNvSpPr>
            <a:spLocks noChangeArrowheads="1"/>
          </p:cNvSpPr>
          <p:nvPr/>
        </p:nvSpPr>
        <p:spPr bwMode="auto">
          <a:xfrm>
            <a:off x="4622473" y="3572394"/>
            <a:ext cx="1757868" cy="581637"/>
          </a:xfrm>
          <a:prstGeom prst="rect">
            <a:avLst/>
          </a:prstGeom>
          <a:solidFill>
            <a:schemeClr val="bg1"/>
          </a:solidFill>
          <a:ln w="6350">
            <a:solidFill>
              <a:schemeClr val="tx1"/>
            </a:solidFill>
            <a:miter lim="800000"/>
          </a:ln>
        </p:spPr>
        <p:txBody>
          <a:bodyPr lIns="74484" tIns="37241" rIns="446901" bIns="37241"/>
          <a:lstStyle/>
          <a:p>
            <a:pPr defTabSz="1042670" eaLnBrk="0" hangingPunct="0">
              <a:lnSpc>
                <a:spcPct val="90000"/>
              </a:lnSpc>
              <a:spcAft>
                <a:spcPct val="20000"/>
              </a:spcAft>
              <a:buClr>
                <a:schemeClr val="tx1"/>
              </a:buClr>
            </a:pPr>
            <a:endParaRPr lang="en-US" sz="1270"/>
          </a:p>
        </p:txBody>
      </p:sp>
      <p:sp>
        <p:nvSpPr>
          <p:cNvPr id="130075" name="Rectangle 30"/>
          <p:cNvSpPr>
            <a:spLocks noChangeArrowheads="1"/>
          </p:cNvSpPr>
          <p:nvPr/>
        </p:nvSpPr>
        <p:spPr bwMode="auto">
          <a:xfrm>
            <a:off x="2866043" y="3572394"/>
            <a:ext cx="1756429" cy="581637"/>
          </a:xfrm>
          <a:prstGeom prst="rect">
            <a:avLst/>
          </a:prstGeom>
          <a:solidFill>
            <a:schemeClr val="bg1"/>
          </a:solidFill>
          <a:ln w="6350">
            <a:solidFill>
              <a:schemeClr val="tx1"/>
            </a:solidFill>
            <a:miter lim="800000"/>
          </a:ln>
        </p:spPr>
        <p:txBody>
          <a:bodyPr lIns="74484" tIns="37241" rIns="521385" bIns="37241"/>
          <a:lstStyle/>
          <a:p>
            <a:pPr defTabSz="1042670" eaLnBrk="0" hangingPunct="0">
              <a:lnSpc>
                <a:spcPct val="90000"/>
              </a:lnSpc>
              <a:spcAft>
                <a:spcPct val="20000"/>
              </a:spcAft>
              <a:buClr>
                <a:schemeClr val="tx1"/>
              </a:buClr>
            </a:pPr>
            <a:endParaRPr lang="en-US" sz="1270"/>
          </a:p>
        </p:txBody>
      </p:sp>
      <p:sp>
        <p:nvSpPr>
          <p:cNvPr id="130076" name="Rectangle 31"/>
          <p:cNvSpPr>
            <a:spLocks noChangeArrowheads="1"/>
          </p:cNvSpPr>
          <p:nvPr/>
        </p:nvSpPr>
        <p:spPr bwMode="auto">
          <a:xfrm>
            <a:off x="8139647" y="2990757"/>
            <a:ext cx="1756429"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lnSpc>
                <a:spcPct val="90000"/>
              </a:lnSpc>
              <a:spcAft>
                <a:spcPct val="20000"/>
              </a:spcAft>
              <a:buClr>
                <a:schemeClr val="tx1"/>
              </a:buClr>
            </a:pPr>
            <a:endParaRPr lang="en-US" sz="1270"/>
          </a:p>
        </p:txBody>
      </p:sp>
      <p:sp>
        <p:nvSpPr>
          <p:cNvPr id="130077" name="Rectangle 32"/>
          <p:cNvSpPr>
            <a:spLocks noChangeArrowheads="1"/>
          </p:cNvSpPr>
          <p:nvPr/>
        </p:nvSpPr>
        <p:spPr bwMode="auto">
          <a:xfrm>
            <a:off x="4622473" y="2990757"/>
            <a:ext cx="1757868"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endParaRPr lang="en-US" sz="1270"/>
          </a:p>
        </p:txBody>
      </p:sp>
      <p:sp>
        <p:nvSpPr>
          <p:cNvPr id="130078" name="Rectangle 33"/>
          <p:cNvSpPr>
            <a:spLocks noChangeArrowheads="1"/>
          </p:cNvSpPr>
          <p:nvPr/>
        </p:nvSpPr>
        <p:spPr bwMode="auto">
          <a:xfrm>
            <a:off x="2866043" y="2990757"/>
            <a:ext cx="1756429" cy="581637"/>
          </a:xfrm>
          <a:prstGeom prst="rect">
            <a:avLst/>
          </a:prstGeom>
          <a:solidFill>
            <a:schemeClr val="bg1"/>
          </a:solidFill>
          <a:ln w="6350">
            <a:solidFill>
              <a:schemeClr val="tx1"/>
            </a:solidFill>
            <a:miter lim="800000"/>
          </a:ln>
        </p:spPr>
        <p:txBody>
          <a:bodyPr lIns="74484" tIns="37241" rIns="521385" bIns="37241"/>
          <a:lstStyle/>
          <a:p>
            <a:pPr defTabSz="1042670" eaLnBrk="0" hangingPunct="0">
              <a:lnSpc>
                <a:spcPct val="90000"/>
              </a:lnSpc>
              <a:spcAft>
                <a:spcPct val="20000"/>
              </a:spcAft>
              <a:buClr>
                <a:schemeClr val="tx1"/>
              </a:buClr>
            </a:pPr>
            <a:endParaRPr lang="en-US" sz="1270"/>
          </a:p>
        </p:txBody>
      </p:sp>
      <p:sp>
        <p:nvSpPr>
          <p:cNvPr id="130079" name="Rectangle 34"/>
          <p:cNvSpPr>
            <a:spLocks noChangeArrowheads="1"/>
          </p:cNvSpPr>
          <p:nvPr/>
        </p:nvSpPr>
        <p:spPr bwMode="auto">
          <a:xfrm>
            <a:off x="8139647" y="2410560"/>
            <a:ext cx="1756429" cy="580198"/>
          </a:xfrm>
          <a:prstGeom prst="rect">
            <a:avLst/>
          </a:prstGeom>
          <a:solidFill>
            <a:schemeClr val="bg1"/>
          </a:solidFill>
          <a:ln w="6350">
            <a:solidFill>
              <a:schemeClr val="tx1"/>
            </a:solidFill>
            <a:miter lim="800000"/>
          </a:ln>
        </p:spPr>
        <p:txBody>
          <a:bodyPr lIns="74484" tIns="37241" rIns="595868" bIns="37241"/>
          <a:lstStyle/>
          <a:p>
            <a:pPr defTabSz="1042670" eaLnBrk="0" hangingPunct="0"/>
            <a:endParaRPr lang="en-US" sz="1270"/>
          </a:p>
        </p:txBody>
      </p:sp>
      <p:sp>
        <p:nvSpPr>
          <p:cNvPr id="130080" name="Rectangle 35"/>
          <p:cNvSpPr>
            <a:spLocks noChangeArrowheads="1"/>
          </p:cNvSpPr>
          <p:nvPr/>
        </p:nvSpPr>
        <p:spPr bwMode="auto">
          <a:xfrm>
            <a:off x="4622473" y="2410560"/>
            <a:ext cx="1757868" cy="580198"/>
          </a:xfrm>
          <a:prstGeom prst="rect">
            <a:avLst/>
          </a:prstGeom>
          <a:solidFill>
            <a:schemeClr val="bg1"/>
          </a:solidFill>
          <a:ln w="6350">
            <a:solidFill>
              <a:schemeClr val="tx1"/>
            </a:solidFill>
            <a:miter lim="800000"/>
          </a:ln>
        </p:spPr>
        <p:txBody>
          <a:bodyPr lIns="74484" tIns="37241" rIns="595868" bIns="37241"/>
          <a:lstStyle/>
          <a:p>
            <a:pPr defTabSz="1042670" eaLnBrk="0" hangingPunct="0">
              <a:lnSpc>
                <a:spcPct val="90000"/>
              </a:lnSpc>
              <a:spcAft>
                <a:spcPct val="20000"/>
              </a:spcAft>
              <a:buClr>
                <a:schemeClr val="tx1"/>
              </a:buClr>
            </a:pPr>
            <a:endParaRPr lang="en-US" sz="1270"/>
          </a:p>
        </p:txBody>
      </p:sp>
      <p:sp>
        <p:nvSpPr>
          <p:cNvPr id="130081" name="Rectangle 36"/>
          <p:cNvSpPr>
            <a:spLocks noChangeArrowheads="1"/>
          </p:cNvSpPr>
          <p:nvPr/>
        </p:nvSpPr>
        <p:spPr bwMode="auto">
          <a:xfrm>
            <a:off x="2866043" y="2410560"/>
            <a:ext cx="1756429" cy="580198"/>
          </a:xfrm>
          <a:prstGeom prst="rect">
            <a:avLst/>
          </a:prstGeom>
          <a:solidFill>
            <a:schemeClr val="bg1"/>
          </a:solidFill>
          <a:ln w="6350">
            <a:solidFill>
              <a:schemeClr val="tx1"/>
            </a:solidFill>
            <a:miter lim="800000"/>
          </a:ln>
        </p:spPr>
        <p:txBody>
          <a:bodyPr lIns="74484" tIns="37241" rIns="446901" bIns="37241"/>
          <a:lstStyle/>
          <a:p>
            <a:pPr defTabSz="1042670" eaLnBrk="0" hangingPunct="0">
              <a:lnSpc>
                <a:spcPct val="90000"/>
              </a:lnSpc>
              <a:spcAft>
                <a:spcPct val="20000"/>
              </a:spcAft>
              <a:buClr>
                <a:schemeClr val="tx1"/>
              </a:buClr>
            </a:pPr>
            <a:endParaRPr lang="en-US" sz="1270"/>
          </a:p>
        </p:txBody>
      </p:sp>
      <p:sp>
        <p:nvSpPr>
          <p:cNvPr id="130082" name="Rectangle 37"/>
          <p:cNvSpPr>
            <a:spLocks noChangeArrowheads="1"/>
          </p:cNvSpPr>
          <p:nvPr/>
        </p:nvSpPr>
        <p:spPr bwMode="auto">
          <a:xfrm>
            <a:off x="8139647" y="1828922"/>
            <a:ext cx="1756429"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r>
              <a:rPr lang="en-US" sz="1450" b="1"/>
              <a:t>Comments</a:t>
            </a:r>
            <a:endParaRPr lang="en-US" sz="1450" b="1"/>
          </a:p>
        </p:txBody>
      </p:sp>
      <p:sp>
        <p:nvSpPr>
          <p:cNvPr id="130083" name="Rectangle 38"/>
          <p:cNvSpPr>
            <a:spLocks noChangeArrowheads="1"/>
          </p:cNvSpPr>
          <p:nvPr/>
        </p:nvSpPr>
        <p:spPr bwMode="auto">
          <a:xfrm>
            <a:off x="6381780" y="1828922"/>
            <a:ext cx="1757868" cy="581637"/>
          </a:xfrm>
          <a:prstGeom prst="rect">
            <a:avLst/>
          </a:prstGeom>
          <a:solidFill>
            <a:srgbClr val="C7DCFF"/>
          </a:solidFill>
          <a:ln w="6350">
            <a:solidFill>
              <a:schemeClr val="tx1"/>
            </a:solidFill>
            <a:miter lim="800000"/>
          </a:ln>
        </p:spPr>
        <p:txBody>
          <a:bodyPr lIns="37241" tIns="37241" rIns="74493" bIns="74493"/>
          <a:lstStyle/>
          <a:p>
            <a:pPr defTabSz="1042670" eaLnBrk="0" hangingPunct="0"/>
            <a:r>
              <a:rPr lang="en-US" sz="1450" b="1"/>
              <a:t>Criterion 3</a:t>
            </a:r>
            <a:endParaRPr lang="en-US" sz="1450" b="1"/>
          </a:p>
        </p:txBody>
      </p:sp>
      <p:sp>
        <p:nvSpPr>
          <p:cNvPr id="130084" name="Rectangle 39"/>
          <p:cNvSpPr>
            <a:spLocks noChangeArrowheads="1"/>
          </p:cNvSpPr>
          <p:nvPr/>
        </p:nvSpPr>
        <p:spPr bwMode="auto">
          <a:xfrm>
            <a:off x="4622473" y="1828922"/>
            <a:ext cx="1757868"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r>
              <a:rPr lang="en-US" sz="1450" b="1"/>
              <a:t>Criterion 2</a:t>
            </a:r>
            <a:endParaRPr lang="en-US" sz="1450" b="1"/>
          </a:p>
        </p:txBody>
      </p:sp>
      <p:sp>
        <p:nvSpPr>
          <p:cNvPr id="130085" name="Rectangle 40"/>
          <p:cNvSpPr>
            <a:spLocks noChangeArrowheads="1"/>
          </p:cNvSpPr>
          <p:nvPr/>
        </p:nvSpPr>
        <p:spPr bwMode="auto">
          <a:xfrm>
            <a:off x="2866043" y="1828922"/>
            <a:ext cx="1756429"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r>
              <a:rPr lang="en-US" sz="1450" b="1"/>
              <a:t>Criterion 1</a:t>
            </a:r>
            <a:endParaRPr lang="en-US" sz="1450" b="1"/>
          </a:p>
        </p:txBody>
      </p:sp>
      <p:sp>
        <p:nvSpPr>
          <p:cNvPr id="130086" name="Rectangle 41"/>
          <p:cNvSpPr>
            <a:spLocks noChangeArrowheads="1"/>
          </p:cNvSpPr>
          <p:nvPr/>
        </p:nvSpPr>
        <p:spPr bwMode="auto">
          <a:xfrm>
            <a:off x="1645182" y="1828922"/>
            <a:ext cx="1220862"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r>
              <a:rPr lang="en-US" sz="1450" b="1"/>
              <a:t>Option</a:t>
            </a:r>
            <a:endParaRPr lang="en-US" sz="1450" b="1"/>
          </a:p>
        </p:txBody>
      </p:sp>
      <p:grpSp>
        <p:nvGrpSpPr>
          <p:cNvPr id="130092" name="Group 57"/>
          <p:cNvGrpSpPr/>
          <p:nvPr/>
        </p:nvGrpSpPr>
        <p:grpSpPr bwMode="auto">
          <a:xfrm>
            <a:off x="5981545" y="2560925"/>
            <a:ext cx="326928" cy="279598"/>
            <a:chOff x="5165" y="4110"/>
            <a:chExt cx="210" cy="176"/>
          </a:xfrm>
        </p:grpSpPr>
        <p:sp>
          <p:nvSpPr>
            <p:cNvPr id="130163" name="Arc 58"/>
            <p:cNvSpPr/>
            <p:nvPr/>
          </p:nvSpPr>
          <p:spPr bwMode="auto">
            <a:xfrm flipH="1">
              <a:off x="5168" y="4110"/>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64" name="AutoShape 59"/>
            <p:cNvSpPr>
              <a:spLocks noChangeArrowheads="1"/>
            </p:cNvSpPr>
            <p:nvPr/>
          </p:nvSpPr>
          <p:spPr bwMode="auto">
            <a:xfrm rot="3600000">
              <a:off x="5218" y="4095"/>
              <a:ext cx="104" cy="210"/>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093" name="Group 60"/>
          <p:cNvGrpSpPr/>
          <p:nvPr/>
        </p:nvGrpSpPr>
        <p:grpSpPr bwMode="auto">
          <a:xfrm>
            <a:off x="9456970" y="2560925"/>
            <a:ext cx="326928" cy="279598"/>
            <a:chOff x="5165" y="4110"/>
            <a:chExt cx="210" cy="176"/>
          </a:xfrm>
        </p:grpSpPr>
        <p:sp>
          <p:nvSpPr>
            <p:cNvPr id="130161" name="Arc 61"/>
            <p:cNvSpPr/>
            <p:nvPr/>
          </p:nvSpPr>
          <p:spPr bwMode="auto">
            <a:xfrm flipH="1">
              <a:off x="5168" y="4110"/>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62" name="AutoShape 62"/>
            <p:cNvSpPr>
              <a:spLocks noChangeArrowheads="1"/>
            </p:cNvSpPr>
            <p:nvPr/>
          </p:nvSpPr>
          <p:spPr bwMode="auto">
            <a:xfrm rot="3600000">
              <a:off x="5218" y="4095"/>
              <a:ext cx="104" cy="210"/>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094" name="Group 63"/>
          <p:cNvGrpSpPr/>
          <p:nvPr/>
        </p:nvGrpSpPr>
        <p:grpSpPr bwMode="auto">
          <a:xfrm>
            <a:off x="9456970" y="3724199"/>
            <a:ext cx="326928" cy="279598"/>
            <a:chOff x="5165" y="4110"/>
            <a:chExt cx="210" cy="176"/>
          </a:xfrm>
        </p:grpSpPr>
        <p:sp>
          <p:nvSpPr>
            <p:cNvPr id="130159" name="Arc 64"/>
            <p:cNvSpPr/>
            <p:nvPr/>
          </p:nvSpPr>
          <p:spPr bwMode="auto">
            <a:xfrm flipH="1">
              <a:off x="5168" y="4110"/>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60" name="AutoShape 65"/>
            <p:cNvSpPr>
              <a:spLocks noChangeArrowheads="1"/>
            </p:cNvSpPr>
            <p:nvPr/>
          </p:nvSpPr>
          <p:spPr bwMode="auto">
            <a:xfrm rot="3600000">
              <a:off x="5218" y="4095"/>
              <a:ext cx="104" cy="210"/>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sp>
        <p:nvSpPr>
          <p:cNvPr id="130105" name="Rectangle 96"/>
          <p:cNvSpPr>
            <a:spLocks noChangeArrowheads="1"/>
          </p:cNvSpPr>
          <p:nvPr/>
        </p:nvSpPr>
        <p:spPr bwMode="auto">
          <a:xfrm>
            <a:off x="1645182" y="2410560"/>
            <a:ext cx="1220862" cy="580198"/>
          </a:xfrm>
          <a:prstGeom prst="rect">
            <a:avLst/>
          </a:prstGeom>
          <a:solidFill>
            <a:srgbClr val="C7DCFF"/>
          </a:solidFill>
          <a:ln w="6350">
            <a:solidFill>
              <a:schemeClr val="tx1"/>
            </a:solidFill>
            <a:miter lim="800000"/>
          </a:ln>
        </p:spPr>
        <p:txBody>
          <a:bodyPr lIns="74484" tIns="37241" rIns="74493" bIns="74493"/>
          <a:lstStyle/>
          <a:p>
            <a:pPr defTabSz="1042670" eaLnBrk="0" hangingPunct="0"/>
            <a:endParaRPr lang="en-US" sz="1270"/>
          </a:p>
        </p:txBody>
      </p:sp>
      <p:sp>
        <p:nvSpPr>
          <p:cNvPr id="130106" name="Rectangle 97"/>
          <p:cNvSpPr>
            <a:spLocks noChangeArrowheads="1"/>
          </p:cNvSpPr>
          <p:nvPr/>
        </p:nvSpPr>
        <p:spPr bwMode="auto">
          <a:xfrm>
            <a:off x="1645182" y="2990757"/>
            <a:ext cx="1220862"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endParaRPr lang="en-US" sz="1270"/>
          </a:p>
        </p:txBody>
      </p:sp>
      <p:sp>
        <p:nvSpPr>
          <p:cNvPr id="130107" name="Rectangle 98"/>
          <p:cNvSpPr>
            <a:spLocks noChangeArrowheads="1"/>
          </p:cNvSpPr>
          <p:nvPr/>
        </p:nvSpPr>
        <p:spPr bwMode="auto">
          <a:xfrm>
            <a:off x="1645182" y="3572395"/>
            <a:ext cx="1220862" cy="580197"/>
          </a:xfrm>
          <a:prstGeom prst="rect">
            <a:avLst/>
          </a:prstGeom>
          <a:solidFill>
            <a:srgbClr val="C7DCFF"/>
          </a:solidFill>
          <a:ln w="6350">
            <a:solidFill>
              <a:schemeClr val="tx1"/>
            </a:solidFill>
            <a:miter lim="800000"/>
          </a:ln>
        </p:spPr>
        <p:txBody>
          <a:bodyPr lIns="74484" tIns="37241" rIns="74493" bIns="74493"/>
          <a:lstStyle/>
          <a:p>
            <a:pPr defTabSz="1042670" eaLnBrk="0" hangingPunct="0"/>
            <a:endParaRPr lang="en-US" sz="1270"/>
          </a:p>
        </p:txBody>
      </p:sp>
      <p:sp>
        <p:nvSpPr>
          <p:cNvPr id="130108" name="Rectangle 99"/>
          <p:cNvSpPr>
            <a:spLocks noChangeArrowheads="1"/>
          </p:cNvSpPr>
          <p:nvPr/>
        </p:nvSpPr>
        <p:spPr bwMode="auto">
          <a:xfrm>
            <a:off x="1645182" y="4152590"/>
            <a:ext cx="1220862"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endParaRPr lang="en-US" sz="1270"/>
          </a:p>
        </p:txBody>
      </p:sp>
      <p:sp>
        <p:nvSpPr>
          <p:cNvPr id="130109" name="Rectangle 100"/>
          <p:cNvSpPr>
            <a:spLocks noChangeArrowheads="1"/>
          </p:cNvSpPr>
          <p:nvPr/>
        </p:nvSpPr>
        <p:spPr bwMode="auto">
          <a:xfrm>
            <a:off x="1645182" y="4734229"/>
            <a:ext cx="1220862" cy="580198"/>
          </a:xfrm>
          <a:prstGeom prst="rect">
            <a:avLst/>
          </a:prstGeom>
          <a:solidFill>
            <a:srgbClr val="C7DCFF"/>
          </a:solidFill>
          <a:ln w="6350">
            <a:solidFill>
              <a:schemeClr val="tx1"/>
            </a:solidFill>
            <a:miter lim="800000"/>
          </a:ln>
        </p:spPr>
        <p:txBody>
          <a:bodyPr lIns="74484" tIns="37241" rIns="74493" bIns="74493"/>
          <a:lstStyle/>
          <a:p>
            <a:pPr defTabSz="1042670" eaLnBrk="0" hangingPunct="0"/>
            <a:endParaRPr lang="en-US" sz="1270"/>
          </a:p>
        </p:txBody>
      </p:sp>
      <p:sp>
        <p:nvSpPr>
          <p:cNvPr id="130110" name="Rectangle 101"/>
          <p:cNvSpPr>
            <a:spLocks noChangeArrowheads="1"/>
          </p:cNvSpPr>
          <p:nvPr/>
        </p:nvSpPr>
        <p:spPr bwMode="auto">
          <a:xfrm>
            <a:off x="1645182" y="5314425"/>
            <a:ext cx="1220862"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endParaRPr lang="en-US" sz="1270"/>
          </a:p>
        </p:txBody>
      </p:sp>
      <p:sp>
        <p:nvSpPr>
          <p:cNvPr id="130138" name="Rectangle 106"/>
          <p:cNvSpPr>
            <a:spLocks noChangeAspect="1" noChangeArrowheads="1"/>
          </p:cNvSpPr>
          <p:nvPr/>
        </p:nvSpPr>
        <p:spPr bwMode="auto">
          <a:xfrm>
            <a:off x="5139055" y="6115050"/>
            <a:ext cx="702945" cy="153670"/>
          </a:xfrm>
          <a:prstGeom prst="rect">
            <a:avLst/>
          </a:prstGeom>
          <a:noFill/>
          <a:ln w="3175">
            <a:noFill/>
            <a:miter lim="800000"/>
          </a:ln>
        </p:spPr>
        <p:txBody>
          <a:bodyPr lIns="0" tIns="0" rIns="0" bIns="0">
            <a:spAutoFit/>
          </a:bodyPr>
          <a:lstStyle/>
          <a:p>
            <a:pPr defTabSz="1042670" eaLnBrk="0" hangingPunct="0"/>
            <a:r>
              <a:rPr lang="en-US" sz="1000"/>
              <a:t>Poor</a:t>
            </a:r>
            <a:endParaRPr lang="en-US" sz="1000"/>
          </a:p>
        </p:txBody>
      </p:sp>
      <p:sp>
        <p:nvSpPr>
          <p:cNvPr id="130135" name="Rectangle 110"/>
          <p:cNvSpPr>
            <a:spLocks noChangeAspect="1" noChangeArrowheads="1"/>
          </p:cNvSpPr>
          <p:nvPr/>
        </p:nvSpPr>
        <p:spPr bwMode="auto">
          <a:xfrm>
            <a:off x="6219190" y="6113780"/>
            <a:ext cx="704850" cy="153670"/>
          </a:xfrm>
          <a:prstGeom prst="rect">
            <a:avLst/>
          </a:prstGeom>
          <a:noFill/>
          <a:ln w="3175">
            <a:noFill/>
            <a:miter lim="800000"/>
          </a:ln>
        </p:spPr>
        <p:txBody>
          <a:bodyPr lIns="0" tIns="0" rIns="0" bIns="0">
            <a:spAutoFit/>
          </a:bodyPr>
          <a:lstStyle/>
          <a:p>
            <a:pPr defTabSz="1042670" eaLnBrk="0" hangingPunct="0"/>
            <a:r>
              <a:rPr lang="en-US" sz="1000"/>
              <a:t>Very poor</a:t>
            </a:r>
            <a:endParaRPr lang="en-US" sz="1000"/>
          </a:p>
        </p:txBody>
      </p:sp>
      <p:sp>
        <p:nvSpPr>
          <p:cNvPr id="130132" name="Rectangle 114"/>
          <p:cNvSpPr>
            <a:spLocks noChangeAspect="1" noChangeArrowheads="1"/>
          </p:cNvSpPr>
          <p:nvPr/>
        </p:nvSpPr>
        <p:spPr bwMode="auto">
          <a:xfrm>
            <a:off x="1893570" y="6113780"/>
            <a:ext cx="702945" cy="153670"/>
          </a:xfrm>
          <a:prstGeom prst="rect">
            <a:avLst/>
          </a:prstGeom>
          <a:noFill/>
          <a:ln w="3175">
            <a:noFill/>
            <a:miter lim="800000"/>
          </a:ln>
        </p:spPr>
        <p:txBody>
          <a:bodyPr lIns="0" tIns="0" rIns="0" bIns="0">
            <a:spAutoFit/>
          </a:bodyPr>
          <a:lstStyle/>
          <a:p>
            <a:pPr defTabSz="1042670" eaLnBrk="0" hangingPunct="0"/>
            <a:r>
              <a:rPr lang="en-US" sz="1000"/>
              <a:t>Excellent</a:t>
            </a:r>
            <a:endParaRPr lang="en-US" sz="1000"/>
          </a:p>
        </p:txBody>
      </p:sp>
      <p:sp>
        <p:nvSpPr>
          <p:cNvPr id="130129" name="Rectangle 118"/>
          <p:cNvSpPr>
            <a:spLocks noChangeAspect="1" noChangeArrowheads="1"/>
          </p:cNvSpPr>
          <p:nvPr/>
        </p:nvSpPr>
        <p:spPr bwMode="auto">
          <a:xfrm>
            <a:off x="3958590" y="6113780"/>
            <a:ext cx="802005" cy="153670"/>
          </a:xfrm>
          <a:prstGeom prst="rect">
            <a:avLst/>
          </a:prstGeom>
          <a:noFill/>
          <a:ln w="3175">
            <a:noFill/>
            <a:miter lim="800000"/>
          </a:ln>
        </p:spPr>
        <p:txBody>
          <a:bodyPr wrap="square" lIns="0" tIns="0" rIns="0" bIns="0">
            <a:spAutoFit/>
          </a:bodyPr>
          <a:lstStyle/>
          <a:p>
            <a:pPr defTabSz="1042670" eaLnBrk="0" hangingPunct="0"/>
            <a:r>
              <a:rPr lang="en-US" sz="1000"/>
              <a:t>Satisfactory</a:t>
            </a:r>
            <a:endParaRPr lang="en-US" sz="1000"/>
          </a:p>
        </p:txBody>
      </p:sp>
      <p:sp>
        <p:nvSpPr>
          <p:cNvPr id="130" name="Title 129"/>
          <p:cNvSpPr>
            <a:spLocks noGrp="1"/>
          </p:cNvSpPr>
          <p:nvPr>
            <p:ph type="title"/>
          </p:nvPr>
        </p:nvSpPr>
        <p:spPr/>
        <p:txBody>
          <a:bodyPr/>
          <a:lstStyle/>
          <a:p>
            <a:endParaRPr lang="en-GB" dirty="0"/>
          </a:p>
        </p:txBody>
      </p:sp>
      <p:sp>
        <p:nvSpPr>
          <p:cNvPr id="130119" name="Slide Number Placeholder 2"/>
          <p:cNvSpPr>
            <a:spLocks noGrp="1"/>
          </p:cNvSpPr>
          <p:nvPr>
            <p:ph type="sldNum" sz="quarter" idx="4294967295"/>
          </p:nvPr>
        </p:nvSpPr>
        <p:spPr bwMode="auto">
          <a:xfrm>
            <a:off x="8763037" y="6476260"/>
            <a:ext cx="1619657" cy="152608"/>
          </a:xfrm>
          <a:prstGeom prst="rect">
            <a:avLst/>
          </a:prstGeom>
          <a:noFill/>
          <a:ln>
            <a:miter lim="800000"/>
          </a:ln>
        </p:spPr>
        <p:txBody>
          <a:bodyPr vert="horz" wrap="square" numCol="1" compatLnSpc="1"/>
          <a:lstStyle/>
          <a:p>
            <a:pPr defTabSz="993775"/>
            <a:fld id="{BB50EC2F-7D00-467D-9C45-F12F502E7984}" type="slidenum">
              <a:rPr lang="en-GB" sz="905" smtClean="0"/>
            </a:fld>
            <a:endParaRPr lang="en-GB" sz="905" smtClean="0"/>
          </a:p>
        </p:txBody>
      </p:sp>
      <p:sp>
        <p:nvSpPr>
          <p:cNvPr id="2" name="Footer Placeholder 1"/>
          <p:cNvSpPr>
            <a:spLocks noGrp="1"/>
          </p:cNvSpPr>
          <p:nvPr>
            <p:ph type="ftr" sz="quarter" idx="4294967295"/>
          </p:nvPr>
        </p:nvSpPr>
        <p:spPr>
          <a:xfrm>
            <a:off x="711200" y="6324866"/>
            <a:ext cx="7010400" cy="152406"/>
          </a:xfrm>
          <a:prstGeom prst="rect">
            <a:avLst/>
          </a:prstGeom>
        </p:spPr>
        <p:txBody>
          <a:bodyPr/>
          <a:lstStyle/>
          <a:p>
            <a:endParaRPr lang="en-GB" sz="1000" dirty="0">
              <a:solidFill>
                <a:srgbClr val="000000"/>
              </a:solidFill>
            </a:endParaRPr>
          </a:p>
        </p:txBody>
      </p:sp>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Diagrams</a:t>
            </a:r>
            <a:br>
              <a:rPr lang="en-GB" dirty="0" smtClean="0"/>
            </a:br>
            <a:r>
              <a:rPr lang="en-GB" b="0" i="0" dirty="0" smtClean="0"/>
              <a:t>Bar chart</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12" name="Rectangle 26"/>
          <p:cNvSpPr>
            <a:spLocks noChangeArrowheads="1"/>
          </p:cNvSpPr>
          <p:nvPr/>
        </p:nvSpPr>
        <p:spPr bwMode="gray">
          <a:xfrm>
            <a:off x="4332539" y="1008571"/>
            <a:ext cx="6098723" cy="651299"/>
          </a:xfrm>
          <a:prstGeom prst="rect">
            <a:avLst/>
          </a:prstGeom>
          <a:solidFill>
            <a:schemeClr val="accent6"/>
          </a:solidFill>
          <a:ln w="9525">
            <a:solidFill>
              <a:srgbClr val="FFFFFF"/>
            </a:solidFill>
            <a:miter lim="800000"/>
          </a:ln>
        </p:spPr>
        <p:txBody>
          <a:bodyPr wrap="none" lIns="81632" tIns="81632" rIns="65306" bIns="81632" anchor="ctr"/>
          <a:lstStyle/>
          <a:p>
            <a:pPr defTabSz="802005">
              <a:spcBef>
                <a:spcPct val="20000"/>
              </a:spcBef>
            </a:pPr>
            <a:r>
              <a:rPr lang="de-DE" sz="1815" b="1" dirty="0" smtClean="0">
                <a:solidFill>
                  <a:schemeClr val="bg2"/>
                </a:solidFill>
                <a:latin typeface="+mj-lt"/>
                <a:cs typeface="腾讯体 W3" panose="020C04030202040F0204" pitchFamily="34" charset="-122"/>
              </a:rPr>
              <a:t>Active chart – values can be changed. </a:t>
            </a:r>
            <a:br>
              <a:rPr lang="de-DE" sz="1815" b="1" dirty="0" smtClean="0">
                <a:solidFill>
                  <a:schemeClr val="bg2"/>
                </a:solidFill>
                <a:latin typeface="+mj-lt"/>
                <a:cs typeface="腾讯体 W3" panose="020C04030202040F0204" pitchFamily="34" charset="-122"/>
              </a:rPr>
            </a:br>
            <a:r>
              <a:rPr lang="de-DE" sz="1815" b="1" dirty="0" smtClean="0">
                <a:solidFill>
                  <a:schemeClr val="bg2"/>
                </a:solidFill>
                <a:latin typeface="+mj-lt"/>
                <a:cs typeface="腾讯体 W3" panose="020C04030202040F0204" pitchFamily="34" charset="-122"/>
              </a:rPr>
              <a:t>Summary values need to be updated manually</a:t>
            </a:r>
            <a:endParaRPr lang="de-DE" sz="1815" b="1" dirty="0">
              <a:solidFill>
                <a:schemeClr val="bg2"/>
              </a:solidFill>
              <a:latin typeface="+mj-lt"/>
              <a:cs typeface="腾讯体 W3" panose="020C04030202040F0204" pitchFamily="34" charset="-122"/>
            </a:endParaRPr>
          </a:p>
        </p:txBody>
      </p:sp>
      <p:graphicFrame>
        <p:nvGraphicFramePr>
          <p:cNvPr id="10" name="Chart 9"/>
          <p:cNvGraphicFramePr/>
          <p:nvPr/>
        </p:nvGraphicFramePr>
        <p:xfrm>
          <a:off x="1760739" y="2057562"/>
          <a:ext cx="8670522" cy="4049430"/>
        </p:xfrm>
        <a:graphic>
          <a:graphicData uri="http://schemas.openxmlformats.org/drawingml/2006/chart">
            <c:chart xmlns:c="http://schemas.openxmlformats.org/drawingml/2006/chart" xmlns:r="http://schemas.openxmlformats.org/officeDocument/2006/relationships" r:id="rId1"/>
          </a:graphicData>
        </a:graphic>
      </p:graphicFrame>
    </p:spTree>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Diagrams</a:t>
            </a:r>
            <a:br>
              <a:rPr lang="en-GB" dirty="0" smtClean="0"/>
            </a:br>
            <a:r>
              <a:rPr lang="en-GB" b="0" i="0" dirty="0" smtClean="0"/>
              <a:t>Bar chart</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34" name="组合 33"/>
          <p:cNvGrpSpPr/>
          <p:nvPr>
            <p:custDataLst>
              <p:tags r:id="rId1"/>
            </p:custDataLst>
          </p:nvPr>
        </p:nvGrpSpPr>
        <p:grpSpPr>
          <a:xfrm>
            <a:off x="3422986" y="1214223"/>
            <a:ext cx="4857782" cy="5308451"/>
            <a:chOff x="7234" y="3343"/>
            <a:chExt cx="4593" cy="5767"/>
          </a:xfrm>
        </p:grpSpPr>
        <p:grpSp>
          <p:nvGrpSpPr>
            <p:cNvPr id="12" name="Group 11"/>
            <p:cNvGrpSpPr/>
            <p:nvPr/>
          </p:nvGrpSpPr>
          <p:grpSpPr>
            <a:xfrm>
              <a:off x="7241" y="4671"/>
              <a:ext cx="926" cy="4438"/>
              <a:chOff x="3695360" y="3270454"/>
              <a:chExt cx="648145" cy="3107089"/>
            </a:xfrm>
          </p:grpSpPr>
          <p:sp>
            <p:nvSpPr>
              <p:cNvPr id="11" name="Rectangle 10"/>
              <p:cNvSpPr/>
              <p:nvPr>
                <p:custDataLst>
                  <p:tags r:id="rId2"/>
                </p:custDataLst>
              </p:nvPr>
            </p:nvSpPr>
            <p:spPr bwMode="ltGray">
              <a:xfrm>
                <a:off x="3695360" y="3270454"/>
                <a:ext cx="648145" cy="3107089"/>
              </a:xfrm>
              <a:prstGeom prst="rect">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grpSp>
            <p:nvGrpSpPr>
              <p:cNvPr id="3" name="Group 2"/>
              <p:cNvGrpSpPr/>
              <p:nvPr/>
            </p:nvGrpSpPr>
            <p:grpSpPr>
              <a:xfrm>
                <a:off x="3695360" y="4094308"/>
                <a:ext cx="648072" cy="2283022"/>
                <a:chOff x="3695360" y="4094308"/>
                <a:chExt cx="648072" cy="2283022"/>
              </a:xfrm>
            </p:grpSpPr>
            <p:sp>
              <p:nvSpPr>
                <p:cNvPr id="13" name="Rectangle 12"/>
                <p:cNvSpPr/>
                <p:nvPr>
                  <p:custDataLst>
                    <p:tags r:id="rId3"/>
                  </p:custDataLst>
                </p:nvPr>
              </p:nvSpPr>
              <p:spPr bwMode="ltGray">
                <a:xfrm>
                  <a:off x="3695360"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14" name="Rectangle 13"/>
                <p:cNvSpPr/>
                <p:nvPr>
                  <p:custDataLst>
                    <p:tags r:id="rId4"/>
                  </p:custDataLst>
                </p:nvPr>
              </p:nvSpPr>
              <p:spPr bwMode="ltGray">
                <a:xfrm>
                  <a:off x="4156577"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15" name="Rectangle 14"/>
                <p:cNvSpPr/>
                <p:nvPr>
                  <p:custDataLst>
                    <p:tags r:id="rId5"/>
                  </p:custDataLst>
                </p:nvPr>
              </p:nvSpPr>
              <p:spPr bwMode="ltGray">
                <a:xfrm>
                  <a:off x="3855827" y="5894508"/>
                  <a:ext cx="324036" cy="4828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grpSp>
        </p:grpSp>
        <p:grpSp>
          <p:nvGrpSpPr>
            <p:cNvPr id="10" name="Group 9"/>
            <p:cNvGrpSpPr/>
            <p:nvPr/>
          </p:nvGrpSpPr>
          <p:grpSpPr>
            <a:xfrm>
              <a:off x="8406" y="4671"/>
              <a:ext cx="926" cy="4438"/>
              <a:chOff x="4510869" y="3270454"/>
              <a:chExt cx="648145" cy="3107089"/>
            </a:xfrm>
          </p:grpSpPr>
          <p:sp>
            <p:nvSpPr>
              <p:cNvPr id="22" name="Rectangle 21"/>
              <p:cNvSpPr/>
              <p:nvPr>
                <p:custDataLst>
                  <p:tags r:id="rId6"/>
                </p:custDataLst>
              </p:nvPr>
            </p:nvSpPr>
            <p:spPr bwMode="ltGray">
              <a:xfrm>
                <a:off x="4510869" y="3270454"/>
                <a:ext cx="648145" cy="3107089"/>
              </a:xfrm>
              <a:prstGeom prst="rect">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grpSp>
            <p:nvGrpSpPr>
              <p:cNvPr id="4" name="Group 3"/>
              <p:cNvGrpSpPr/>
              <p:nvPr/>
            </p:nvGrpSpPr>
            <p:grpSpPr>
              <a:xfrm>
                <a:off x="4510869" y="4094308"/>
                <a:ext cx="648072" cy="2283022"/>
                <a:chOff x="4510869" y="4094308"/>
                <a:chExt cx="648072" cy="2283022"/>
              </a:xfrm>
            </p:grpSpPr>
            <p:sp>
              <p:nvSpPr>
                <p:cNvPr id="23" name="Rectangle 22"/>
                <p:cNvSpPr/>
                <p:nvPr>
                  <p:custDataLst>
                    <p:tags r:id="rId7"/>
                  </p:custDataLst>
                </p:nvPr>
              </p:nvSpPr>
              <p:spPr bwMode="ltGray">
                <a:xfrm>
                  <a:off x="4510869"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24" name="Rectangle 23"/>
                <p:cNvSpPr/>
                <p:nvPr>
                  <p:custDataLst>
                    <p:tags r:id="rId8"/>
                  </p:custDataLst>
                </p:nvPr>
              </p:nvSpPr>
              <p:spPr bwMode="ltGray">
                <a:xfrm>
                  <a:off x="4972086"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25" name="Rectangle 24"/>
                <p:cNvSpPr/>
                <p:nvPr>
                  <p:custDataLst>
                    <p:tags r:id="rId9"/>
                  </p:custDataLst>
                </p:nvPr>
              </p:nvSpPr>
              <p:spPr bwMode="ltGray">
                <a:xfrm>
                  <a:off x="4671336" y="5894508"/>
                  <a:ext cx="324036" cy="4828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grpSp>
        </p:grpSp>
        <p:grpSp>
          <p:nvGrpSpPr>
            <p:cNvPr id="9" name="Group 8"/>
            <p:cNvGrpSpPr/>
            <p:nvPr/>
          </p:nvGrpSpPr>
          <p:grpSpPr>
            <a:xfrm>
              <a:off x="9606" y="4671"/>
              <a:ext cx="926" cy="4439"/>
              <a:chOff x="5350894" y="3269972"/>
              <a:chExt cx="648145" cy="3107572"/>
            </a:xfrm>
          </p:grpSpPr>
          <p:sp>
            <p:nvSpPr>
              <p:cNvPr id="32" name="Rectangle 31"/>
              <p:cNvSpPr/>
              <p:nvPr>
                <p:custDataLst>
                  <p:tags r:id="rId10"/>
                </p:custDataLst>
              </p:nvPr>
            </p:nvSpPr>
            <p:spPr bwMode="ltGray">
              <a:xfrm>
                <a:off x="5350894" y="3269972"/>
                <a:ext cx="648145" cy="3107572"/>
              </a:xfrm>
              <a:prstGeom prst="rect">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grpSp>
            <p:nvGrpSpPr>
              <p:cNvPr id="5" name="Group 4"/>
              <p:cNvGrpSpPr/>
              <p:nvPr/>
            </p:nvGrpSpPr>
            <p:grpSpPr>
              <a:xfrm>
                <a:off x="5350894" y="4094308"/>
                <a:ext cx="648072" cy="2283022"/>
                <a:chOff x="5350894" y="4094308"/>
                <a:chExt cx="648072" cy="2283022"/>
              </a:xfrm>
            </p:grpSpPr>
            <p:sp>
              <p:nvSpPr>
                <p:cNvPr id="33" name="Rectangle 32"/>
                <p:cNvSpPr/>
                <p:nvPr>
                  <p:custDataLst>
                    <p:tags r:id="rId11"/>
                  </p:custDataLst>
                </p:nvPr>
              </p:nvSpPr>
              <p:spPr bwMode="ltGray">
                <a:xfrm>
                  <a:off x="5350894"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37" name="Rectangle 36"/>
                <p:cNvSpPr/>
                <p:nvPr>
                  <p:custDataLst>
                    <p:tags r:id="rId12"/>
                  </p:custDataLst>
                </p:nvPr>
              </p:nvSpPr>
              <p:spPr bwMode="ltGray">
                <a:xfrm>
                  <a:off x="5812111"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38" name="Rectangle 37"/>
                <p:cNvSpPr/>
                <p:nvPr>
                  <p:custDataLst>
                    <p:tags r:id="rId13"/>
                  </p:custDataLst>
                </p:nvPr>
              </p:nvSpPr>
              <p:spPr bwMode="ltGray">
                <a:xfrm>
                  <a:off x="5511361" y="5894508"/>
                  <a:ext cx="324036" cy="4828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grpSp>
        </p:grpSp>
        <p:grpSp>
          <p:nvGrpSpPr>
            <p:cNvPr id="8" name="Group 7"/>
            <p:cNvGrpSpPr/>
            <p:nvPr/>
          </p:nvGrpSpPr>
          <p:grpSpPr>
            <a:xfrm>
              <a:off x="10781" y="4671"/>
              <a:ext cx="926" cy="4438"/>
              <a:chOff x="6173601" y="3270454"/>
              <a:chExt cx="648145" cy="3107089"/>
            </a:xfrm>
          </p:grpSpPr>
          <p:sp>
            <p:nvSpPr>
              <p:cNvPr id="45" name="Rectangle 44"/>
              <p:cNvSpPr/>
              <p:nvPr>
                <p:custDataLst>
                  <p:tags r:id="rId14"/>
                </p:custDataLst>
              </p:nvPr>
            </p:nvSpPr>
            <p:spPr bwMode="ltGray">
              <a:xfrm>
                <a:off x="6173601" y="3270454"/>
                <a:ext cx="648145" cy="3107089"/>
              </a:xfrm>
              <a:prstGeom prst="rect">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grpSp>
            <p:nvGrpSpPr>
              <p:cNvPr id="6" name="Group 5"/>
              <p:cNvGrpSpPr/>
              <p:nvPr/>
            </p:nvGrpSpPr>
            <p:grpSpPr>
              <a:xfrm>
                <a:off x="6173601" y="4094308"/>
                <a:ext cx="648072" cy="2283022"/>
                <a:chOff x="6173601" y="4094308"/>
                <a:chExt cx="648072" cy="2283022"/>
              </a:xfrm>
            </p:grpSpPr>
            <p:sp>
              <p:nvSpPr>
                <p:cNvPr id="46" name="Rectangle 45"/>
                <p:cNvSpPr/>
                <p:nvPr>
                  <p:custDataLst>
                    <p:tags r:id="rId15"/>
                  </p:custDataLst>
                </p:nvPr>
              </p:nvSpPr>
              <p:spPr bwMode="ltGray">
                <a:xfrm>
                  <a:off x="6173601"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47" name="Rectangle 46"/>
                <p:cNvSpPr/>
                <p:nvPr>
                  <p:custDataLst>
                    <p:tags r:id="rId16"/>
                  </p:custDataLst>
                </p:nvPr>
              </p:nvSpPr>
              <p:spPr bwMode="ltGray">
                <a:xfrm>
                  <a:off x="6334068" y="5894508"/>
                  <a:ext cx="324036" cy="4828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53" name="Rectangle 52"/>
                <p:cNvSpPr/>
                <p:nvPr>
                  <p:custDataLst>
                    <p:tags r:id="rId17"/>
                  </p:custDataLst>
                </p:nvPr>
              </p:nvSpPr>
              <p:spPr bwMode="ltGray">
                <a:xfrm>
                  <a:off x="6634818"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grpSp>
        </p:grpSp>
        <p:sp>
          <p:nvSpPr>
            <p:cNvPr id="16" name="Rectangle 15"/>
            <p:cNvSpPr/>
            <p:nvPr>
              <p:custDataLst>
                <p:tags r:id="rId18"/>
              </p:custDataLst>
            </p:nvPr>
          </p:nvSpPr>
          <p:spPr bwMode="ltGray">
            <a:xfrm>
              <a:off x="7508" y="7479"/>
              <a:ext cx="392" cy="941"/>
            </a:xfrm>
            <a:prstGeom prst="rect">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17" name="Isosceles Triangle 16"/>
            <p:cNvSpPr/>
            <p:nvPr>
              <p:custDataLst>
                <p:tags r:id="rId19"/>
              </p:custDataLst>
            </p:nvPr>
          </p:nvSpPr>
          <p:spPr bwMode="ltGray">
            <a:xfrm rot="5400000">
              <a:off x="7316" y="7427"/>
              <a:ext cx="206" cy="121"/>
            </a:xfrm>
            <a:prstGeom prst="triangl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18" name="Isosceles Triangle 17"/>
            <p:cNvSpPr/>
            <p:nvPr>
              <p:custDataLst>
                <p:tags r:id="rId20"/>
              </p:custDataLst>
            </p:nvPr>
          </p:nvSpPr>
          <p:spPr bwMode="ltGray">
            <a:xfrm rot="16200000" flipH="1">
              <a:off x="7882" y="7427"/>
              <a:ext cx="206" cy="121"/>
            </a:xfrm>
            <a:prstGeom prst="triangl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19" name="TextBox 18"/>
            <p:cNvSpPr txBox="1"/>
            <p:nvPr>
              <p:custDataLst>
                <p:tags r:id="rId21"/>
              </p:custDataLst>
            </p:nvPr>
          </p:nvSpPr>
          <p:spPr>
            <a:xfrm>
              <a:off x="7234" y="3343"/>
              <a:ext cx="1028" cy="460"/>
            </a:xfrm>
            <a:prstGeom prst="rect">
              <a:avLst/>
            </a:prstGeom>
            <a:noFill/>
          </p:spPr>
          <p:txBody>
            <a:bodyPr wrap="square" lIns="0" tIns="0" rIns="0" bIns="0" rtlCol="0">
              <a:noAutofit/>
            </a:bodyPr>
            <a:lstStyle/>
            <a:p>
              <a:pPr>
                <a:spcAft>
                  <a:spcPts val="900"/>
                </a:spcAft>
              </a:pPr>
              <a:r>
                <a:rPr lang="en-GB" sz="4000" b="1" dirty="0" smtClean="0">
                  <a:solidFill>
                    <a:srgbClr val="1450B8"/>
                  </a:solidFill>
                  <a:latin typeface="+mj-lt"/>
                </a:rPr>
                <a:t>01</a:t>
              </a:r>
              <a:endParaRPr lang="en-GB" sz="4000" b="1" dirty="0" smtClean="0">
                <a:solidFill>
                  <a:srgbClr val="1450B8"/>
                </a:solidFill>
                <a:latin typeface="+mj-lt"/>
              </a:endParaRPr>
            </a:p>
          </p:txBody>
        </p:sp>
        <p:sp>
          <p:nvSpPr>
            <p:cNvPr id="20" name="Freeform 201"/>
            <p:cNvSpPr>
              <a:spLocks noEditPoints="1"/>
            </p:cNvSpPr>
            <p:nvPr>
              <p:custDataLst>
                <p:tags r:id="rId22"/>
              </p:custDataLst>
            </p:nvPr>
          </p:nvSpPr>
          <p:spPr bwMode="auto">
            <a:xfrm>
              <a:off x="7428" y="8547"/>
              <a:ext cx="566" cy="411"/>
            </a:xfrm>
            <a:custGeom>
              <a:avLst/>
              <a:gdLst>
                <a:gd name="T0" fmla="*/ 67 w 812"/>
                <a:gd name="T1" fmla="*/ 0 h 576"/>
                <a:gd name="T2" fmla="*/ 30 w 812"/>
                <a:gd name="T3" fmla="*/ 12 h 576"/>
                <a:gd name="T4" fmla="*/ 5 w 812"/>
                <a:gd name="T5" fmla="*/ 43 h 576"/>
                <a:gd name="T6" fmla="*/ 0 w 812"/>
                <a:gd name="T7" fmla="*/ 390 h 576"/>
                <a:gd name="T8" fmla="*/ 5 w 812"/>
                <a:gd name="T9" fmla="*/ 416 h 576"/>
                <a:gd name="T10" fmla="*/ 30 w 812"/>
                <a:gd name="T11" fmla="*/ 446 h 576"/>
                <a:gd name="T12" fmla="*/ 67 w 812"/>
                <a:gd name="T13" fmla="*/ 457 h 576"/>
                <a:gd name="T14" fmla="*/ 101 w 812"/>
                <a:gd name="T15" fmla="*/ 509 h 576"/>
                <a:gd name="T16" fmla="*/ 473 w 812"/>
                <a:gd name="T17" fmla="*/ 509 h 576"/>
                <a:gd name="T18" fmla="*/ 507 w 812"/>
                <a:gd name="T19" fmla="*/ 457 h 576"/>
                <a:gd name="T20" fmla="*/ 534 w 812"/>
                <a:gd name="T21" fmla="*/ 452 h 576"/>
                <a:gd name="T22" fmla="*/ 564 w 812"/>
                <a:gd name="T23" fmla="*/ 428 h 576"/>
                <a:gd name="T24" fmla="*/ 575 w 812"/>
                <a:gd name="T25" fmla="*/ 390 h 576"/>
                <a:gd name="T26" fmla="*/ 574 w 812"/>
                <a:gd name="T27" fmla="*/ 55 h 576"/>
                <a:gd name="T28" fmla="*/ 555 w 812"/>
                <a:gd name="T29" fmla="*/ 21 h 576"/>
                <a:gd name="T30" fmla="*/ 522 w 812"/>
                <a:gd name="T31" fmla="*/ 2 h 576"/>
                <a:gd name="T32" fmla="*/ 507 w 812"/>
                <a:gd name="T33" fmla="*/ 373 h 576"/>
                <a:gd name="T34" fmla="*/ 502 w 812"/>
                <a:gd name="T35" fmla="*/ 385 h 576"/>
                <a:gd name="T36" fmla="*/ 84 w 812"/>
                <a:gd name="T37" fmla="*/ 390 h 576"/>
                <a:gd name="T38" fmla="*/ 72 w 812"/>
                <a:gd name="T39" fmla="*/ 385 h 576"/>
                <a:gd name="T40" fmla="*/ 67 w 812"/>
                <a:gd name="T41" fmla="*/ 85 h 576"/>
                <a:gd name="T42" fmla="*/ 72 w 812"/>
                <a:gd name="T43" fmla="*/ 74 h 576"/>
                <a:gd name="T44" fmla="*/ 490 w 812"/>
                <a:gd name="T45" fmla="*/ 68 h 576"/>
                <a:gd name="T46" fmla="*/ 502 w 812"/>
                <a:gd name="T47" fmla="*/ 74 h 576"/>
                <a:gd name="T48" fmla="*/ 507 w 812"/>
                <a:gd name="T49" fmla="*/ 373 h 576"/>
                <a:gd name="T50" fmla="*/ 643 w 812"/>
                <a:gd name="T51" fmla="*/ 0 h 576"/>
                <a:gd name="T52" fmla="*/ 624 w 812"/>
                <a:gd name="T53" fmla="*/ 6 h 576"/>
                <a:gd name="T54" fmla="*/ 612 w 812"/>
                <a:gd name="T55" fmla="*/ 21 h 576"/>
                <a:gd name="T56" fmla="*/ 610 w 812"/>
                <a:gd name="T57" fmla="*/ 543 h 576"/>
                <a:gd name="T58" fmla="*/ 612 w 812"/>
                <a:gd name="T59" fmla="*/ 556 h 576"/>
                <a:gd name="T60" fmla="*/ 624 w 812"/>
                <a:gd name="T61" fmla="*/ 570 h 576"/>
                <a:gd name="T62" fmla="*/ 643 w 812"/>
                <a:gd name="T63" fmla="*/ 576 h 576"/>
                <a:gd name="T64" fmla="*/ 786 w 812"/>
                <a:gd name="T65" fmla="*/ 575 h 576"/>
                <a:gd name="T66" fmla="*/ 802 w 812"/>
                <a:gd name="T67" fmla="*/ 566 h 576"/>
                <a:gd name="T68" fmla="*/ 811 w 812"/>
                <a:gd name="T69" fmla="*/ 549 h 576"/>
                <a:gd name="T70" fmla="*/ 812 w 812"/>
                <a:gd name="T71" fmla="*/ 34 h 576"/>
                <a:gd name="T72" fmla="*/ 806 w 812"/>
                <a:gd name="T73" fmla="*/ 16 h 576"/>
                <a:gd name="T74" fmla="*/ 792 w 812"/>
                <a:gd name="T75" fmla="*/ 3 h 576"/>
                <a:gd name="T76" fmla="*/ 778 w 812"/>
                <a:gd name="T77" fmla="*/ 0 h 576"/>
                <a:gd name="T78" fmla="*/ 702 w 812"/>
                <a:gd name="T79" fmla="*/ 444 h 576"/>
                <a:gd name="T80" fmla="*/ 683 w 812"/>
                <a:gd name="T81" fmla="*/ 434 h 576"/>
                <a:gd name="T82" fmla="*/ 674 w 812"/>
                <a:gd name="T83" fmla="*/ 415 h 576"/>
                <a:gd name="T84" fmla="*/ 674 w 812"/>
                <a:gd name="T85" fmla="*/ 399 h 576"/>
                <a:gd name="T86" fmla="*/ 683 w 812"/>
                <a:gd name="T87" fmla="*/ 380 h 576"/>
                <a:gd name="T88" fmla="*/ 702 w 812"/>
                <a:gd name="T89" fmla="*/ 369 h 576"/>
                <a:gd name="T90" fmla="*/ 718 w 812"/>
                <a:gd name="T91" fmla="*/ 369 h 576"/>
                <a:gd name="T92" fmla="*/ 737 w 812"/>
                <a:gd name="T93" fmla="*/ 380 h 576"/>
                <a:gd name="T94" fmla="*/ 748 w 812"/>
                <a:gd name="T95" fmla="*/ 399 h 576"/>
                <a:gd name="T96" fmla="*/ 748 w 812"/>
                <a:gd name="T97" fmla="*/ 415 h 576"/>
                <a:gd name="T98" fmla="*/ 737 w 812"/>
                <a:gd name="T99" fmla="*/ 434 h 576"/>
                <a:gd name="T100" fmla="*/ 718 w 812"/>
                <a:gd name="T101" fmla="*/ 444 h 576"/>
                <a:gd name="T102" fmla="*/ 765 w 812"/>
                <a:gd name="T103" fmla="*/ 103 h 576"/>
                <a:gd name="T104" fmla="*/ 653 w 812"/>
                <a:gd name="T105" fmla="*/ 103 h 576"/>
                <a:gd name="T106" fmla="*/ 640 w 812"/>
                <a:gd name="T107" fmla="*/ 92 h 576"/>
                <a:gd name="T108" fmla="*/ 639 w 812"/>
                <a:gd name="T109" fmla="*/ 85 h 576"/>
                <a:gd name="T110" fmla="*/ 643 w 812"/>
                <a:gd name="T111" fmla="*/ 73 h 576"/>
                <a:gd name="T112" fmla="*/ 657 w 812"/>
                <a:gd name="T113" fmla="*/ 68 h 576"/>
                <a:gd name="T114" fmla="*/ 769 w 812"/>
                <a:gd name="T115" fmla="*/ 68 h 576"/>
                <a:gd name="T116" fmla="*/ 781 w 812"/>
                <a:gd name="T117" fmla="*/ 79 h 576"/>
                <a:gd name="T118" fmla="*/ 782 w 812"/>
                <a:gd name="T119" fmla="*/ 85 h 576"/>
                <a:gd name="T120" fmla="*/ 777 w 812"/>
                <a:gd name="T121" fmla="*/ 98 h 576"/>
                <a:gd name="T122" fmla="*/ 765 w 812"/>
                <a:gd name="T123" fmla="*/ 103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12" h="576">
                  <a:moveTo>
                    <a:pt x="507" y="0"/>
                  </a:moveTo>
                  <a:lnTo>
                    <a:pt x="67" y="0"/>
                  </a:lnTo>
                  <a:lnTo>
                    <a:pt x="67" y="0"/>
                  </a:lnTo>
                  <a:lnTo>
                    <a:pt x="54" y="2"/>
                  </a:lnTo>
                  <a:lnTo>
                    <a:pt x="41" y="6"/>
                  </a:lnTo>
                  <a:lnTo>
                    <a:pt x="30" y="12"/>
                  </a:lnTo>
                  <a:lnTo>
                    <a:pt x="19" y="21"/>
                  </a:lnTo>
                  <a:lnTo>
                    <a:pt x="12" y="31"/>
                  </a:lnTo>
                  <a:lnTo>
                    <a:pt x="5" y="43"/>
                  </a:lnTo>
                  <a:lnTo>
                    <a:pt x="1" y="55"/>
                  </a:lnTo>
                  <a:lnTo>
                    <a:pt x="0" y="68"/>
                  </a:lnTo>
                  <a:lnTo>
                    <a:pt x="0" y="390"/>
                  </a:lnTo>
                  <a:lnTo>
                    <a:pt x="0" y="390"/>
                  </a:lnTo>
                  <a:lnTo>
                    <a:pt x="1" y="404"/>
                  </a:lnTo>
                  <a:lnTo>
                    <a:pt x="5" y="416"/>
                  </a:lnTo>
                  <a:lnTo>
                    <a:pt x="12" y="428"/>
                  </a:lnTo>
                  <a:lnTo>
                    <a:pt x="19" y="438"/>
                  </a:lnTo>
                  <a:lnTo>
                    <a:pt x="30" y="446"/>
                  </a:lnTo>
                  <a:lnTo>
                    <a:pt x="41" y="452"/>
                  </a:lnTo>
                  <a:lnTo>
                    <a:pt x="54" y="456"/>
                  </a:lnTo>
                  <a:lnTo>
                    <a:pt x="67" y="457"/>
                  </a:lnTo>
                  <a:lnTo>
                    <a:pt x="237" y="457"/>
                  </a:lnTo>
                  <a:lnTo>
                    <a:pt x="237" y="509"/>
                  </a:lnTo>
                  <a:lnTo>
                    <a:pt x="101" y="509"/>
                  </a:lnTo>
                  <a:lnTo>
                    <a:pt x="101" y="576"/>
                  </a:lnTo>
                  <a:lnTo>
                    <a:pt x="473" y="576"/>
                  </a:lnTo>
                  <a:lnTo>
                    <a:pt x="473" y="509"/>
                  </a:lnTo>
                  <a:lnTo>
                    <a:pt x="339" y="509"/>
                  </a:lnTo>
                  <a:lnTo>
                    <a:pt x="339" y="457"/>
                  </a:lnTo>
                  <a:lnTo>
                    <a:pt x="507" y="457"/>
                  </a:lnTo>
                  <a:lnTo>
                    <a:pt x="507" y="457"/>
                  </a:lnTo>
                  <a:lnTo>
                    <a:pt x="522" y="456"/>
                  </a:lnTo>
                  <a:lnTo>
                    <a:pt x="534" y="452"/>
                  </a:lnTo>
                  <a:lnTo>
                    <a:pt x="546" y="446"/>
                  </a:lnTo>
                  <a:lnTo>
                    <a:pt x="555" y="438"/>
                  </a:lnTo>
                  <a:lnTo>
                    <a:pt x="564" y="428"/>
                  </a:lnTo>
                  <a:lnTo>
                    <a:pt x="570" y="416"/>
                  </a:lnTo>
                  <a:lnTo>
                    <a:pt x="574" y="404"/>
                  </a:lnTo>
                  <a:lnTo>
                    <a:pt x="575" y="390"/>
                  </a:lnTo>
                  <a:lnTo>
                    <a:pt x="575" y="68"/>
                  </a:lnTo>
                  <a:lnTo>
                    <a:pt x="575" y="68"/>
                  </a:lnTo>
                  <a:lnTo>
                    <a:pt x="574" y="55"/>
                  </a:lnTo>
                  <a:lnTo>
                    <a:pt x="570" y="43"/>
                  </a:lnTo>
                  <a:lnTo>
                    <a:pt x="564" y="31"/>
                  </a:lnTo>
                  <a:lnTo>
                    <a:pt x="555" y="21"/>
                  </a:lnTo>
                  <a:lnTo>
                    <a:pt x="546" y="12"/>
                  </a:lnTo>
                  <a:lnTo>
                    <a:pt x="534" y="6"/>
                  </a:lnTo>
                  <a:lnTo>
                    <a:pt x="522" y="2"/>
                  </a:lnTo>
                  <a:lnTo>
                    <a:pt x="507" y="0"/>
                  </a:lnTo>
                  <a:lnTo>
                    <a:pt x="507" y="0"/>
                  </a:lnTo>
                  <a:close/>
                  <a:moveTo>
                    <a:pt x="507" y="373"/>
                  </a:moveTo>
                  <a:lnTo>
                    <a:pt x="507" y="373"/>
                  </a:lnTo>
                  <a:lnTo>
                    <a:pt x="506" y="380"/>
                  </a:lnTo>
                  <a:lnTo>
                    <a:pt x="502" y="385"/>
                  </a:lnTo>
                  <a:lnTo>
                    <a:pt x="498" y="388"/>
                  </a:lnTo>
                  <a:lnTo>
                    <a:pt x="490" y="390"/>
                  </a:lnTo>
                  <a:lnTo>
                    <a:pt x="84" y="390"/>
                  </a:lnTo>
                  <a:lnTo>
                    <a:pt x="84" y="390"/>
                  </a:lnTo>
                  <a:lnTo>
                    <a:pt x="78" y="388"/>
                  </a:lnTo>
                  <a:lnTo>
                    <a:pt x="72" y="385"/>
                  </a:lnTo>
                  <a:lnTo>
                    <a:pt x="69" y="380"/>
                  </a:lnTo>
                  <a:lnTo>
                    <a:pt x="67" y="373"/>
                  </a:lnTo>
                  <a:lnTo>
                    <a:pt x="67" y="85"/>
                  </a:lnTo>
                  <a:lnTo>
                    <a:pt x="67" y="85"/>
                  </a:lnTo>
                  <a:lnTo>
                    <a:pt x="69" y="79"/>
                  </a:lnTo>
                  <a:lnTo>
                    <a:pt x="72" y="74"/>
                  </a:lnTo>
                  <a:lnTo>
                    <a:pt x="78" y="70"/>
                  </a:lnTo>
                  <a:lnTo>
                    <a:pt x="84" y="68"/>
                  </a:lnTo>
                  <a:lnTo>
                    <a:pt x="490" y="68"/>
                  </a:lnTo>
                  <a:lnTo>
                    <a:pt x="490" y="68"/>
                  </a:lnTo>
                  <a:lnTo>
                    <a:pt x="498" y="70"/>
                  </a:lnTo>
                  <a:lnTo>
                    <a:pt x="502" y="74"/>
                  </a:lnTo>
                  <a:lnTo>
                    <a:pt x="506" y="79"/>
                  </a:lnTo>
                  <a:lnTo>
                    <a:pt x="507" y="85"/>
                  </a:lnTo>
                  <a:lnTo>
                    <a:pt x="507" y="373"/>
                  </a:lnTo>
                  <a:close/>
                  <a:moveTo>
                    <a:pt x="778" y="0"/>
                  </a:moveTo>
                  <a:lnTo>
                    <a:pt x="643" y="0"/>
                  </a:lnTo>
                  <a:lnTo>
                    <a:pt x="643" y="0"/>
                  </a:lnTo>
                  <a:lnTo>
                    <a:pt x="636" y="2"/>
                  </a:lnTo>
                  <a:lnTo>
                    <a:pt x="630" y="3"/>
                  </a:lnTo>
                  <a:lnTo>
                    <a:pt x="624" y="6"/>
                  </a:lnTo>
                  <a:lnTo>
                    <a:pt x="619" y="11"/>
                  </a:lnTo>
                  <a:lnTo>
                    <a:pt x="614" y="16"/>
                  </a:lnTo>
                  <a:lnTo>
                    <a:pt x="612" y="21"/>
                  </a:lnTo>
                  <a:lnTo>
                    <a:pt x="610" y="28"/>
                  </a:lnTo>
                  <a:lnTo>
                    <a:pt x="610" y="34"/>
                  </a:lnTo>
                  <a:lnTo>
                    <a:pt x="610" y="543"/>
                  </a:lnTo>
                  <a:lnTo>
                    <a:pt x="610" y="543"/>
                  </a:lnTo>
                  <a:lnTo>
                    <a:pt x="610" y="549"/>
                  </a:lnTo>
                  <a:lnTo>
                    <a:pt x="612" y="556"/>
                  </a:lnTo>
                  <a:lnTo>
                    <a:pt x="614" y="561"/>
                  </a:lnTo>
                  <a:lnTo>
                    <a:pt x="619" y="566"/>
                  </a:lnTo>
                  <a:lnTo>
                    <a:pt x="624" y="570"/>
                  </a:lnTo>
                  <a:lnTo>
                    <a:pt x="630" y="574"/>
                  </a:lnTo>
                  <a:lnTo>
                    <a:pt x="636" y="575"/>
                  </a:lnTo>
                  <a:lnTo>
                    <a:pt x="643" y="576"/>
                  </a:lnTo>
                  <a:lnTo>
                    <a:pt x="778" y="576"/>
                  </a:lnTo>
                  <a:lnTo>
                    <a:pt x="778" y="576"/>
                  </a:lnTo>
                  <a:lnTo>
                    <a:pt x="786" y="575"/>
                  </a:lnTo>
                  <a:lnTo>
                    <a:pt x="792" y="574"/>
                  </a:lnTo>
                  <a:lnTo>
                    <a:pt x="798" y="570"/>
                  </a:lnTo>
                  <a:lnTo>
                    <a:pt x="802" y="566"/>
                  </a:lnTo>
                  <a:lnTo>
                    <a:pt x="806" y="561"/>
                  </a:lnTo>
                  <a:lnTo>
                    <a:pt x="810" y="556"/>
                  </a:lnTo>
                  <a:lnTo>
                    <a:pt x="811" y="549"/>
                  </a:lnTo>
                  <a:lnTo>
                    <a:pt x="812" y="543"/>
                  </a:lnTo>
                  <a:lnTo>
                    <a:pt x="812" y="34"/>
                  </a:lnTo>
                  <a:lnTo>
                    <a:pt x="812" y="34"/>
                  </a:lnTo>
                  <a:lnTo>
                    <a:pt x="811" y="28"/>
                  </a:lnTo>
                  <a:lnTo>
                    <a:pt x="810" y="21"/>
                  </a:lnTo>
                  <a:lnTo>
                    <a:pt x="806" y="16"/>
                  </a:lnTo>
                  <a:lnTo>
                    <a:pt x="802" y="11"/>
                  </a:lnTo>
                  <a:lnTo>
                    <a:pt x="798" y="6"/>
                  </a:lnTo>
                  <a:lnTo>
                    <a:pt x="792" y="3"/>
                  </a:lnTo>
                  <a:lnTo>
                    <a:pt x="786" y="2"/>
                  </a:lnTo>
                  <a:lnTo>
                    <a:pt x="778" y="0"/>
                  </a:lnTo>
                  <a:lnTo>
                    <a:pt x="778" y="0"/>
                  </a:lnTo>
                  <a:close/>
                  <a:moveTo>
                    <a:pt x="711" y="445"/>
                  </a:moveTo>
                  <a:lnTo>
                    <a:pt x="711" y="445"/>
                  </a:lnTo>
                  <a:lnTo>
                    <a:pt x="702" y="444"/>
                  </a:lnTo>
                  <a:lnTo>
                    <a:pt x="695" y="441"/>
                  </a:lnTo>
                  <a:lnTo>
                    <a:pt x="689" y="438"/>
                  </a:lnTo>
                  <a:lnTo>
                    <a:pt x="683" y="434"/>
                  </a:lnTo>
                  <a:lnTo>
                    <a:pt x="680" y="428"/>
                  </a:lnTo>
                  <a:lnTo>
                    <a:pt x="676" y="422"/>
                  </a:lnTo>
                  <a:lnTo>
                    <a:pt x="674" y="415"/>
                  </a:lnTo>
                  <a:lnTo>
                    <a:pt x="672" y="406"/>
                  </a:lnTo>
                  <a:lnTo>
                    <a:pt x="672" y="406"/>
                  </a:lnTo>
                  <a:lnTo>
                    <a:pt x="674" y="399"/>
                  </a:lnTo>
                  <a:lnTo>
                    <a:pt x="676" y="392"/>
                  </a:lnTo>
                  <a:lnTo>
                    <a:pt x="680" y="386"/>
                  </a:lnTo>
                  <a:lnTo>
                    <a:pt x="683" y="380"/>
                  </a:lnTo>
                  <a:lnTo>
                    <a:pt x="689" y="375"/>
                  </a:lnTo>
                  <a:lnTo>
                    <a:pt x="695" y="372"/>
                  </a:lnTo>
                  <a:lnTo>
                    <a:pt x="702" y="369"/>
                  </a:lnTo>
                  <a:lnTo>
                    <a:pt x="711" y="369"/>
                  </a:lnTo>
                  <a:lnTo>
                    <a:pt x="711" y="369"/>
                  </a:lnTo>
                  <a:lnTo>
                    <a:pt x="718" y="369"/>
                  </a:lnTo>
                  <a:lnTo>
                    <a:pt x="725" y="372"/>
                  </a:lnTo>
                  <a:lnTo>
                    <a:pt x="731" y="375"/>
                  </a:lnTo>
                  <a:lnTo>
                    <a:pt x="737" y="380"/>
                  </a:lnTo>
                  <a:lnTo>
                    <a:pt x="742" y="386"/>
                  </a:lnTo>
                  <a:lnTo>
                    <a:pt x="746" y="392"/>
                  </a:lnTo>
                  <a:lnTo>
                    <a:pt x="748" y="399"/>
                  </a:lnTo>
                  <a:lnTo>
                    <a:pt x="748" y="406"/>
                  </a:lnTo>
                  <a:lnTo>
                    <a:pt x="748" y="406"/>
                  </a:lnTo>
                  <a:lnTo>
                    <a:pt x="748" y="415"/>
                  </a:lnTo>
                  <a:lnTo>
                    <a:pt x="746" y="422"/>
                  </a:lnTo>
                  <a:lnTo>
                    <a:pt x="742" y="428"/>
                  </a:lnTo>
                  <a:lnTo>
                    <a:pt x="737" y="434"/>
                  </a:lnTo>
                  <a:lnTo>
                    <a:pt x="731" y="438"/>
                  </a:lnTo>
                  <a:lnTo>
                    <a:pt x="725" y="441"/>
                  </a:lnTo>
                  <a:lnTo>
                    <a:pt x="718" y="444"/>
                  </a:lnTo>
                  <a:lnTo>
                    <a:pt x="711" y="445"/>
                  </a:lnTo>
                  <a:lnTo>
                    <a:pt x="711" y="445"/>
                  </a:lnTo>
                  <a:close/>
                  <a:moveTo>
                    <a:pt x="765" y="103"/>
                  </a:moveTo>
                  <a:lnTo>
                    <a:pt x="657" y="103"/>
                  </a:lnTo>
                  <a:lnTo>
                    <a:pt x="657" y="103"/>
                  </a:lnTo>
                  <a:lnTo>
                    <a:pt x="653" y="103"/>
                  </a:lnTo>
                  <a:lnTo>
                    <a:pt x="649" y="102"/>
                  </a:lnTo>
                  <a:lnTo>
                    <a:pt x="643" y="98"/>
                  </a:lnTo>
                  <a:lnTo>
                    <a:pt x="640" y="92"/>
                  </a:lnTo>
                  <a:lnTo>
                    <a:pt x="639" y="90"/>
                  </a:lnTo>
                  <a:lnTo>
                    <a:pt x="639" y="85"/>
                  </a:lnTo>
                  <a:lnTo>
                    <a:pt x="639" y="85"/>
                  </a:lnTo>
                  <a:lnTo>
                    <a:pt x="639" y="81"/>
                  </a:lnTo>
                  <a:lnTo>
                    <a:pt x="640" y="79"/>
                  </a:lnTo>
                  <a:lnTo>
                    <a:pt x="643" y="73"/>
                  </a:lnTo>
                  <a:lnTo>
                    <a:pt x="649" y="69"/>
                  </a:lnTo>
                  <a:lnTo>
                    <a:pt x="653" y="68"/>
                  </a:lnTo>
                  <a:lnTo>
                    <a:pt x="657" y="68"/>
                  </a:lnTo>
                  <a:lnTo>
                    <a:pt x="765" y="68"/>
                  </a:lnTo>
                  <a:lnTo>
                    <a:pt x="765" y="68"/>
                  </a:lnTo>
                  <a:lnTo>
                    <a:pt x="769" y="68"/>
                  </a:lnTo>
                  <a:lnTo>
                    <a:pt x="771" y="69"/>
                  </a:lnTo>
                  <a:lnTo>
                    <a:pt x="777" y="73"/>
                  </a:lnTo>
                  <a:lnTo>
                    <a:pt x="781" y="79"/>
                  </a:lnTo>
                  <a:lnTo>
                    <a:pt x="782" y="81"/>
                  </a:lnTo>
                  <a:lnTo>
                    <a:pt x="782" y="85"/>
                  </a:lnTo>
                  <a:lnTo>
                    <a:pt x="782" y="85"/>
                  </a:lnTo>
                  <a:lnTo>
                    <a:pt x="782" y="90"/>
                  </a:lnTo>
                  <a:lnTo>
                    <a:pt x="781" y="92"/>
                  </a:lnTo>
                  <a:lnTo>
                    <a:pt x="777" y="98"/>
                  </a:lnTo>
                  <a:lnTo>
                    <a:pt x="771" y="102"/>
                  </a:lnTo>
                  <a:lnTo>
                    <a:pt x="769" y="103"/>
                  </a:lnTo>
                  <a:lnTo>
                    <a:pt x="765" y="103"/>
                  </a:lnTo>
                  <a:lnTo>
                    <a:pt x="765" y="103"/>
                  </a:lnTo>
                  <a:close/>
                </a:path>
              </a:pathLst>
            </a:custGeom>
            <a:solidFill>
              <a:srgbClr val="1450B8"/>
            </a:solidFill>
            <a:ln>
              <a:noFill/>
            </a:ln>
          </p:spPr>
          <p:txBody>
            <a:bodyPr vert="horz" wrap="square" lIns="82938" tIns="41469" rIns="82938" bIns="41469" numCol="1" anchor="t" anchorCtr="0" compatLnSpc="1"/>
            <a:lstStyle/>
            <a:p>
              <a:endParaRPr lang="en-GB">
                <a:latin typeface="+mj-lt"/>
              </a:endParaRPr>
            </a:p>
          </p:txBody>
        </p:sp>
        <p:sp>
          <p:nvSpPr>
            <p:cNvPr id="21" name="TextBox 20"/>
            <p:cNvSpPr txBox="1"/>
            <p:nvPr>
              <p:custDataLst>
                <p:tags r:id="rId23"/>
              </p:custDataLst>
            </p:nvPr>
          </p:nvSpPr>
          <p:spPr>
            <a:xfrm>
              <a:off x="7259" y="4254"/>
              <a:ext cx="1029" cy="669"/>
            </a:xfrm>
            <a:prstGeom prst="rect">
              <a:avLst/>
            </a:prstGeom>
            <a:noFill/>
          </p:spPr>
          <p:txBody>
            <a:bodyPr wrap="square" lIns="0" tIns="0" rIns="0" bIns="0" rtlCol="0">
              <a:noAutofit/>
            </a:bodyPr>
            <a:lstStyle/>
            <a:p>
              <a:pPr>
                <a:spcAft>
                  <a:spcPts val="900"/>
                </a:spcAft>
              </a:pPr>
              <a:r>
                <a:rPr lang="en-GB" sz="920" dirty="0" smtClean="0">
                  <a:latin typeface="+mj-lt"/>
                </a:rPr>
                <a:t>Text goes here goes here</a:t>
              </a:r>
              <a:endParaRPr lang="en-GB" sz="920" dirty="0" smtClean="0">
                <a:latin typeface="+mj-lt"/>
              </a:endParaRPr>
            </a:p>
          </p:txBody>
        </p:sp>
        <p:sp>
          <p:nvSpPr>
            <p:cNvPr id="26" name="Rectangle 25"/>
            <p:cNvSpPr/>
            <p:nvPr>
              <p:custDataLst>
                <p:tags r:id="rId24"/>
              </p:custDataLst>
            </p:nvPr>
          </p:nvSpPr>
          <p:spPr bwMode="ltGray">
            <a:xfrm>
              <a:off x="8673" y="6774"/>
              <a:ext cx="392" cy="1646"/>
            </a:xfrm>
            <a:prstGeom prst="rect">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27" name="Isosceles Triangle 26"/>
            <p:cNvSpPr/>
            <p:nvPr>
              <p:custDataLst>
                <p:tags r:id="rId25"/>
              </p:custDataLst>
            </p:nvPr>
          </p:nvSpPr>
          <p:spPr bwMode="ltGray">
            <a:xfrm rot="5400000">
              <a:off x="8481" y="6714"/>
              <a:ext cx="206" cy="121"/>
            </a:xfrm>
            <a:prstGeom prst="triangl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28" name="Isosceles Triangle 27"/>
            <p:cNvSpPr/>
            <p:nvPr>
              <p:custDataLst>
                <p:tags r:id="rId26"/>
              </p:custDataLst>
            </p:nvPr>
          </p:nvSpPr>
          <p:spPr bwMode="ltGray">
            <a:xfrm rot="16200000" flipH="1">
              <a:off x="9047" y="6714"/>
              <a:ext cx="206" cy="121"/>
            </a:xfrm>
            <a:prstGeom prst="triangl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29" name="TextBox 28"/>
            <p:cNvSpPr txBox="1"/>
            <p:nvPr>
              <p:custDataLst>
                <p:tags r:id="rId27"/>
              </p:custDataLst>
            </p:nvPr>
          </p:nvSpPr>
          <p:spPr>
            <a:xfrm>
              <a:off x="8399" y="3343"/>
              <a:ext cx="1028" cy="460"/>
            </a:xfrm>
            <a:prstGeom prst="rect">
              <a:avLst/>
            </a:prstGeom>
            <a:noFill/>
          </p:spPr>
          <p:txBody>
            <a:bodyPr wrap="square" lIns="0" tIns="0" rIns="0" bIns="0" rtlCol="0">
              <a:noAutofit/>
            </a:bodyPr>
            <a:lstStyle/>
            <a:p>
              <a:pPr>
                <a:spcAft>
                  <a:spcPts val="900"/>
                </a:spcAft>
              </a:pPr>
              <a:r>
                <a:rPr lang="en-GB" sz="4000" b="1" dirty="0" smtClean="0">
                  <a:solidFill>
                    <a:schemeClr val="accent4"/>
                  </a:solidFill>
                  <a:latin typeface="+mj-lt"/>
                </a:rPr>
                <a:t>02</a:t>
              </a:r>
              <a:endParaRPr lang="en-GB" sz="4000" b="1" dirty="0" smtClean="0">
                <a:solidFill>
                  <a:schemeClr val="accent4"/>
                </a:solidFill>
                <a:latin typeface="+mj-lt"/>
              </a:endParaRPr>
            </a:p>
          </p:txBody>
        </p:sp>
        <p:sp>
          <p:nvSpPr>
            <p:cNvPr id="30" name="TextBox 29"/>
            <p:cNvSpPr txBox="1"/>
            <p:nvPr>
              <p:custDataLst>
                <p:tags r:id="rId28"/>
              </p:custDataLst>
            </p:nvPr>
          </p:nvSpPr>
          <p:spPr>
            <a:xfrm>
              <a:off x="8424" y="4254"/>
              <a:ext cx="1029" cy="669"/>
            </a:xfrm>
            <a:prstGeom prst="rect">
              <a:avLst/>
            </a:prstGeom>
            <a:noFill/>
          </p:spPr>
          <p:txBody>
            <a:bodyPr wrap="square" lIns="0" tIns="0" rIns="0" bIns="0" rtlCol="0">
              <a:noAutofit/>
            </a:bodyPr>
            <a:lstStyle/>
            <a:p>
              <a:pPr>
                <a:spcAft>
                  <a:spcPts val="900"/>
                </a:spcAft>
              </a:pPr>
              <a:r>
                <a:rPr lang="en-GB" sz="920" dirty="0" smtClean="0">
                  <a:latin typeface="+mj-lt"/>
                </a:rPr>
                <a:t>Text goes here goes here</a:t>
              </a:r>
              <a:endParaRPr lang="en-GB" sz="920" dirty="0" smtClean="0">
                <a:latin typeface="+mj-lt"/>
              </a:endParaRPr>
            </a:p>
          </p:txBody>
        </p:sp>
        <p:sp>
          <p:nvSpPr>
            <p:cNvPr id="31" name="Freeform 206"/>
            <p:cNvSpPr>
              <a:spLocks noEditPoints="1"/>
            </p:cNvSpPr>
            <p:nvPr>
              <p:custDataLst>
                <p:tags r:id="rId29"/>
              </p:custDataLst>
            </p:nvPr>
          </p:nvSpPr>
          <p:spPr bwMode="auto">
            <a:xfrm>
              <a:off x="8670" y="8569"/>
              <a:ext cx="402" cy="404"/>
            </a:xfrm>
            <a:custGeom>
              <a:avLst/>
              <a:gdLst>
                <a:gd name="T0" fmla="*/ 272 w 736"/>
                <a:gd name="T1" fmla="*/ 192 h 738"/>
                <a:gd name="T2" fmla="*/ 183 w 736"/>
                <a:gd name="T3" fmla="*/ 290 h 738"/>
                <a:gd name="T4" fmla="*/ 171 w 736"/>
                <a:gd name="T5" fmla="*/ 410 h 738"/>
                <a:gd name="T6" fmla="*/ 241 w 736"/>
                <a:gd name="T7" fmla="*/ 524 h 738"/>
                <a:gd name="T8" fmla="*/ 368 w 736"/>
                <a:gd name="T9" fmla="*/ 570 h 738"/>
                <a:gd name="T10" fmla="*/ 480 w 736"/>
                <a:gd name="T11" fmla="*/ 535 h 738"/>
                <a:gd name="T12" fmla="*/ 559 w 736"/>
                <a:gd name="T13" fmla="*/ 429 h 738"/>
                <a:gd name="T14" fmla="*/ 559 w 736"/>
                <a:gd name="T15" fmla="*/ 309 h 738"/>
                <a:gd name="T16" fmla="*/ 480 w 736"/>
                <a:gd name="T17" fmla="*/ 203 h 738"/>
                <a:gd name="T18" fmla="*/ 368 w 736"/>
                <a:gd name="T19" fmla="*/ 168 h 738"/>
                <a:gd name="T20" fmla="*/ 319 w 736"/>
                <a:gd name="T21" fmla="*/ 460 h 738"/>
                <a:gd name="T22" fmla="*/ 272 w 736"/>
                <a:gd name="T23" fmla="*/ 410 h 738"/>
                <a:gd name="T24" fmla="*/ 266 w 736"/>
                <a:gd name="T25" fmla="*/ 347 h 738"/>
                <a:gd name="T26" fmla="*/ 302 w 736"/>
                <a:gd name="T27" fmla="*/ 288 h 738"/>
                <a:gd name="T28" fmla="*/ 368 w 736"/>
                <a:gd name="T29" fmla="*/ 264 h 738"/>
                <a:gd name="T30" fmla="*/ 427 w 736"/>
                <a:gd name="T31" fmla="*/ 282 h 738"/>
                <a:gd name="T32" fmla="*/ 468 w 736"/>
                <a:gd name="T33" fmla="*/ 337 h 738"/>
                <a:gd name="T34" fmla="*/ 468 w 736"/>
                <a:gd name="T35" fmla="*/ 400 h 738"/>
                <a:gd name="T36" fmla="*/ 427 w 736"/>
                <a:gd name="T37" fmla="*/ 456 h 738"/>
                <a:gd name="T38" fmla="*/ 368 w 736"/>
                <a:gd name="T39" fmla="*/ 474 h 738"/>
                <a:gd name="T40" fmla="*/ 19 w 736"/>
                <a:gd name="T41" fmla="*/ 19 h 738"/>
                <a:gd name="T42" fmla="*/ 1 w 736"/>
                <a:gd name="T43" fmla="*/ 685 h 738"/>
                <a:gd name="T44" fmla="*/ 67 w 736"/>
                <a:gd name="T45" fmla="*/ 738 h 738"/>
                <a:gd name="T46" fmla="*/ 724 w 736"/>
                <a:gd name="T47" fmla="*/ 707 h 738"/>
                <a:gd name="T48" fmla="*/ 731 w 736"/>
                <a:gd name="T49" fmla="*/ 41 h 738"/>
                <a:gd name="T50" fmla="*/ 668 w 736"/>
                <a:gd name="T51" fmla="*/ 0 h 738"/>
                <a:gd name="T52" fmla="*/ 131 w 736"/>
                <a:gd name="T53" fmla="*/ 80 h 738"/>
                <a:gd name="T54" fmla="*/ 131 w 736"/>
                <a:gd name="T55" fmla="*/ 122 h 738"/>
                <a:gd name="T56" fmla="*/ 93 w 736"/>
                <a:gd name="T57" fmla="*/ 137 h 738"/>
                <a:gd name="T58" fmla="*/ 63 w 736"/>
                <a:gd name="T59" fmla="*/ 100 h 738"/>
                <a:gd name="T60" fmla="*/ 85 w 736"/>
                <a:gd name="T61" fmla="*/ 66 h 738"/>
                <a:gd name="T62" fmla="*/ 85 w 736"/>
                <a:gd name="T63" fmla="*/ 671 h 738"/>
                <a:gd name="T64" fmla="*/ 63 w 736"/>
                <a:gd name="T65" fmla="*/ 638 h 738"/>
                <a:gd name="T66" fmla="*/ 93 w 736"/>
                <a:gd name="T67" fmla="*/ 600 h 738"/>
                <a:gd name="T68" fmla="*/ 131 w 736"/>
                <a:gd name="T69" fmla="*/ 616 h 738"/>
                <a:gd name="T70" fmla="*/ 131 w 736"/>
                <a:gd name="T71" fmla="*/ 658 h 738"/>
                <a:gd name="T72" fmla="*/ 368 w 736"/>
                <a:gd name="T73" fmla="*/ 641 h 738"/>
                <a:gd name="T74" fmla="*/ 216 w 736"/>
                <a:gd name="T75" fmla="*/ 594 h 738"/>
                <a:gd name="T76" fmla="*/ 108 w 736"/>
                <a:gd name="T77" fmla="*/ 450 h 738"/>
                <a:gd name="T78" fmla="*/ 108 w 736"/>
                <a:gd name="T79" fmla="*/ 288 h 738"/>
                <a:gd name="T80" fmla="*/ 216 w 736"/>
                <a:gd name="T81" fmla="*/ 143 h 738"/>
                <a:gd name="T82" fmla="*/ 368 w 736"/>
                <a:gd name="T83" fmla="*/ 96 h 738"/>
                <a:gd name="T84" fmla="*/ 541 w 736"/>
                <a:gd name="T85" fmla="*/ 159 h 738"/>
                <a:gd name="T86" fmla="*/ 634 w 736"/>
                <a:gd name="T87" fmla="*/ 313 h 738"/>
                <a:gd name="T88" fmla="*/ 618 w 736"/>
                <a:gd name="T89" fmla="*/ 475 h 738"/>
                <a:gd name="T90" fmla="*/ 498 w 736"/>
                <a:gd name="T91" fmla="*/ 609 h 738"/>
                <a:gd name="T92" fmla="*/ 636 w 736"/>
                <a:gd name="T93" fmla="*/ 675 h 738"/>
                <a:gd name="T94" fmla="*/ 601 w 736"/>
                <a:gd name="T95" fmla="*/ 652 h 738"/>
                <a:gd name="T96" fmla="*/ 608 w 736"/>
                <a:gd name="T97" fmla="*/ 610 h 738"/>
                <a:gd name="T98" fmla="*/ 650 w 736"/>
                <a:gd name="T99" fmla="*/ 603 h 738"/>
                <a:gd name="T100" fmla="*/ 673 w 736"/>
                <a:gd name="T101" fmla="*/ 638 h 738"/>
                <a:gd name="T102" fmla="*/ 643 w 736"/>
                <a:gd name="T103" fmla="*/ 674 h 738"/>
                <a:gd name="T104" fmla="*/ 614 w 736"/>
                <a:gd name="T105" fmla="*/ 131 h 738"/>
                <a:gd name="T106" fmla="*/ 599 w 736"/>
                <a:gd name="T107" fmla="*/ 93 h 738"/>
                <a:gd name="T108" fmla="*/ 636 w 736"/>
                <a:gd name="T109" fmla="*/ 63 h 738"/>
                <a:gd name="T110" fmla="*/ 670 w 736"/>
                <a:gd name="T111" fmla="*/ 86 h 738"/>
                <a:gd name="T112" fmla="*/ 662 w 736"/>
                <a:gd name="T113" fmla="*/ 128 h 7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36" h="738">
                  <a:moveTo>
                    <a:pt x="368" y="168"/>
                  </a:moveTo>
                  <a:lnTo>
                    <a:pt x="368" y="168"/>
                  </a:lnTo>
                  <a:lnTo>
                    <a:pt x="347" y="169"/>
                  </a:lnTo>
                  <a:lnTo>
                    <a:pt x="327" y="171"/>
                  </a:lnTo>
                  <a:lnTo>
                    <a:pt x="308" y="177"/>
                  </a:lnTo>
                  <a:lnTo>
                    <a:pt x="290" y="183"/>
                  </a:lnTo>
                  <a:lnTo>
                    <a:pt x="272" y="192"/>
                  </a:lnTo>
                  <a:lnTo>
                    <a:pt x="256" y="203"/>
                  </a:lnTo>
                  <a:lnTo>
                    <a:pt x="241" y="213"/>
                  </a:lnTo>
                  <a:lnTo>
                    <a:pt x="226" y="227"/>
                  </a:lnTo>
                  <a:lnTo>
                    <a:pt x="213" y="241"/>
                  </a:lnTo>
                  <a:lnTo>
                    <a:pt x="202" y="257"/>
                  </a:lnTo>
                  <a:lnTo>
                    <a:pt x="191" y="272"/>
                  </a:lnTo>
                  <a:lnTo>
                    <a:pt x="183" y="290"/>
                  </a:lnTo>
                  <a:lnTo>
                    <a:pt x="177" y="309"/>
                  </a:lnTo>
                  <a:lnTo>
                    <a:pt x="171" y="328"/>
                  </a:lnTo>
                  <a:lnTo>
                    <a:pt x="168" y="348"/>
                  </a:lnTo>
                  <a:lnTo>
                    <a:pt x="167" y="369"/>
                  </a:lnTo>
                  <a:lnTo>
                    <a:pt x="167" y="369"/>
                  </a:lnTo>
                  <a:lnTo>
                    <a:pt x="168" y="389"/>
                  </a:lnTo>
                  <a:lnTo>
                    <a:pt x="171" y="410"/>
                  </a:lnTo>
                  <a:lnTo>
                    <a:pt x="177" y="429"/>
                  </a:lnTo>
                  <a:lnTo>
                    <a:pt x="183" y="447"/>
                  </a:lnTo>
                  <a:lnTo>
                    <a:pt x="191" y="465"/>
                  </a:lnTo>
                  <a:lnTo>
                    <a:pt x="202" y="481"/>
                  </a:lnTo>
                  <a:lnTo>
                    <a:pt x="213" y="497"/>
                  </a:lnTo>
                  <a:lnTo>
                    <a:pt x="226" y="511"/>
                  </a:lnTo>
                  <a:lnTo>
                    <a:pt x="241" y="524"/>
                  </a:lnTo>
                  <a:lnTo>
                    <a:pt x="256" y="535"/>
                  </a:lnTo>
                  <a:lnTo>
                    <a:pt x="272" y="546"/>
                  </a:lnTo>
                  <a:lnTo>
                    <a:pt x="290" y="554"/>
                  </a:lnTo>
                  <a:lnTo>
                    <a:pt x="308" y="560"/>
                  </a:lnTo>
                  <a:lnTo>
                    <a:pt x="327" y="566"/>
                  </a:lnTo>
                  <a:lnTo>
                    <a:pt x="347" y="569"/>
                  </a:lnTo>
                  <a:lnTo>
                    <a:pt x="368" y="570"/>
                  </a:lnTo>
                  <a:lnTo>
                    <a:pt x="368" y="570"/>
                  </a:lnTo>
                  <a:lnTo>
                    <a:pt x="388" y="569"/>
                  </a:lnTo>
                  <a:lnTo>
                    <a:pt x="409" y="566"/>
                  </a:lnTo>
                  <a:lnTo>
                    <a:pt x="428" y="560"/>
                  </a:lnTo>
                  <a:lnTo>
                    <a:pt x="446" y="554"/>
                  </a:lnTo>
                  <a:lnTo>
                    <a:pt x="464" y="546"/>
                  </a:lnTo>
                  <a:lnTo>
                    <a:pt x="480" y="535"/>
                  </a:lnTo>
                  <a:lnTo>
                    <a:pt x="495" y="524"/>
                  </a:lnTo>
                  <a:lnTo>
                    <a:pt x="510" y="511"/>
                  </a:lnTo>
                  <a:lnTo>
                    <a:pt x="523" y="497"/>
                  </a:lnTo>
                  <a:lnTo>
                    <a:pt x="534" y="481"/>
                  </a:lnTo>
                  <a:lnTo>
                    <a:pt x="545" y="465"/>
                  </a:lnTo>
                  <a:lnTo>
                    <a:pt x="553" y="447"/>
                  </a:lnTo>
                  <a:lnTo>
                    <a:pt x="559" y="429"/>
                  </a:lnTo>
                  <a:lnTo>
                    <a:pt x="565" y="410"/>
                  </a:lnTo>
                  <a:lnTo>
                    <a:pt x="567" y="389"/>
                  </a:lnTo>
                  <a:lnTo>
                    <a:pt x="569" y="369"/>
                  </a:lnTo>
                  <a:lnTo>
                    <a:pt x="569" y="369"/>
                  </a:lnTo>
                  <a:lnTo>
                    <a:pt x="567" y="348"/>
                  </a:lnTo>
                  <a:lnTo>
                    <a:pt x="565" y="328"/>
                  </a:lnTo>
                  <a:lnTo>
                    <a:pt x="559" y="309"/>
                  </a:lnTo>
                  <a:lnTo>
                    <a:pt x="553" y="290"/>
                  </a:lnTo>
                  <a:lnTo>
                    <a:pt x="545" y="272"/>
                  </a:lnTo>
                  <a:lnTo>
                    <a:pt x="534" y="257"/>
                  </a:lnTo>
                  <a:lnTo>
                    <a:pt x="523" y="241"/>
                  </a:lnTo>
                  <a:lnTo>
                    <a:pt x="510" y="227"/>
                  </a:lnTo>
                  <a:lnTo>
                    <a:pt x="495" y="213"/>
                  </a:lnTo>
                  <a:lnTo>
                    <a:pt x="480" y="203"/>
                  </a:lnTo>
                  <a:lnTo>
                    <a:pt x="464" y="192"/>
                  </a:lnTo>
                  <a:lnTo>
                    <a:pt x="446" y="183"/>
                  </a:lnTo>
                  <a:lnTo>
                    <a:pt x="428" y="177"/>
                  </a:lnTo>
                  <a:lnTo>
                    <a:pt x="409" y="171"/>
                  </a:lnTo>
                  <a:lnTo>
                    <a:pt x="388" y="169"/>
                  </a:lnTo>
                  <a:lnTo>
                    <a:pt x="368" y="168"/>
                  </a:lnTo>
                  <a:lnTo>
                    <a:pt x="368" y="168"/>
                  </a:lnTo>
                  <a:close/>
                  <a:moveTo>
                    <a:pt x="368" y="474"/>
                  </a:moveTo>
                  <a:lnTo>
                    <a:pt x="368" y="474"/>
                  </a:lnTo>
                  <a:lnTo>
                    <a:pt x="357" y="472"/>
                  </a:lnTo>
                  <a:lnTo>
                    <a:pt x="346" y="471"/>
                  </a:lnTo>
                  <a:lnTo>
                    <a:pt x="337" y="469"/>
                  </a:lnTo>
                  <a:lnTo>
                    <a:pt x="327" y="465"/>
                  </a:lnTo>
                  <a:lnTo>
                    <a:pt x="319" y="460"/>
                  </a:lnTo>
                  <a:lnTo>
                    <a:pt x="309" y="456"/>
                  </a:lnTo>
                  <a:lnTo>
                    <a:pt x="302" y="450"/>
                  </a:lnTo>
                  <a:lnTo>
                    <a:pt x="295" y="442"/>
                  </a:lnTo>
                  <a:lnTo>
                    <a:pt x="287" y="435"/>
                  </a:lnTo>
                  <a:lnTo>
                    <a:pt x="281" y="428"/>
                  </a:lnTo>
                  <a:lnTo>
                    <a:pt x="277" y="418"/>
                  </a:lnTo>
                  <a:lnTo>
                    <a:pt x="272" y="410"/>
                  </a:lnTo>
                  <a:lnTo>
                    <a:pt x="268" y="400"/>
                  </a:lnTo>
                  <a:lnTo>
                    <a:pt x="266" y="390"/>
                  </a:lnTo>
                  <a:lnTo>
                    <a:pt x="265" y="380"/>
                  </a:lnTo>
                  <a:lnTo>
                    <a:pt x="263" y="369"/>
                  </a:lnTo>
                  <a:lnTo>
                    <a:pt x="263" y="369"/>
                  </a:lnTo>
                  <a:lnTo>
                    <a:pt x="265" y="358"/>
                  </a:lnTo>
                  <a:lnTo>
                    <a:pt x="266" y="347"/>
                  </a:lnTo>
                  <a:lnTo>
                    <a:pt x="268" y="337"/>
                  </a:lnTo>
                  <a:lnTo>
                    <a:pt x="272" y="328"/>
                  </a:lnTo>
                  <a:lnTo>
                    <a:pt x="277" y="319"/>
                  </a:lnTo>
                  <a:lnTo>
                    <a:pt x="281" y="310"/>
                  </a:lnTo>
                  <a:lnTo>
                    <a:pt x="287" y="303"/>
                  </a:lnTo>
                  <a:lnTo>
                    <a:pt x="295" y="295"/>
                  </a:lnTo>
                  <a:lnTo>
                    <a:pt x="302" y="288"/>
                  </a:lnTo>
                  <a:lnTo>
                    <a:pt x="309" y="282"/>
                  </a:lnTo>
                  <a:lnTo>
                    <a:pt x="319" y="277"/>
                  </a:lnTo>
                  <a:lnTo>
                    <a:pt x="327" y="272"/>
                  </a:lnTo>
                  <a:lnTo>
                    <a:pt x="337" y="269"/>
                  </a:lnTo>
                  <a:lnTo>
                    <a:pt x="346" y="266"/>
                  </a:lnTo>
                  <a:lnTo>
                    <a:pt x="357" y="265"/>
                  </a:lnTo>
                  <a:lnTo>
                    <a:pt x="368" y="264"/>
                  </a:lnTo>
                  <a:lnTo>
                    <a:pt x="368" y="264"/>
                  </a:lnTo>
                  <a:lnTo>
                    <a:pt x="379" y="265"/>
                  </a:lnTo>
                  <a:lnTo>
                    <a:pt x="390" y="266"/>
                  </a:lnTo>
                  <a:lnTo>
                    <a:pt x="399" y="269"/>
                  </a:lnTo>
                  <a:lnTo>
                    <a:pt x="409" y="272"/>
                  </a:lnTo>
                  <a:lnTo>
                    <a:pt x="417" y="277"/>
                  </a:lnTo>
                  <a:lnTo>
                    <a:pt x="427" y="282"/>
                  </a:lnTo>
                  <a:lnTo>
                    <a:pt x="434" y="288"/>
                  </a:lnTo>
                  <a:lnTo>
                    <a:pt x="441" y="295"/>
                  </a:lnTo>
                  <a:lnTo>
                    <a:pt x="448" y="303"/>
                  </a:lnTo>
                  <a:lnTo>
                    <a:pt x="454" y="310"/>
                  </a:lnTo>
                  <a:lnTo>
                    <a:pt x="459" y="319"/>
                  </a:lnTo>
                  <a:lnTo>
                    <a:pt x="464" y="328"/>
                  </a:lnTo>
                  <a:lnTo>
                    <a:pt x="468" y="337"/>
                  </a:lnTo>
                  <a:lnTo>
                    <a:pt x="470" y="347"/>
                  </a:lnTo>
                  <a:lnTo>
                    <a:pt x="471" y="358"/>
                  </a:lnTo>
                  <a:lnTo>
                    <a:pt x="472" y="369"/>
                  </a:lnTo>
                  <a:lnTo>
                    <a:pt x="472" y="369"/>
                  </a:lnTo>
                  <a:lnTo>
                    <a:pt x="471" y="380"/>
                  </a:lnTo>
                  <a:lnTo>
                    <a:pt x="470" y="390"/>
                  </a:lnTo>
                  <a:lnTo>
                    <a:pt x="468" y="400"/>
                  </a:lnTo>
                  <a:lnTo>
                    <a:pt x="464" y="410"/>
                  </a:lnTo>
                  <a:lnTo>
                    <a:pt x="459" y="418"/>
                  </a:lnTo>
                  <a:lnTo>
                    <a:pt x="454" y="428"/>
                  </a:lnTo>
                  <a:lnTo>
                    <a:pt x="448" y="435"/>
                  </a:lnTo>
                  <a:lnTo>
                    <a:pt x="441" y="442"/>
                  </a:lnTo>
                  <a:lnTo>
                    <a:pt x="434" y="450"/>
                  </a:lnTo>
                  <a:lnTo>
                    <a:pt x="427" y="456"/>
                  </a:lnTo>
                  <a:lnTo>
                    <a:pt x="417" y="460"/>
                  </a:lnTo>
                  <a:lnTo>
                    <a:pt x="409" y="465"/>
                  </a:lnTo>
                  <a:lnTo>
                    <a:pt x="399" y="469"/>
                  </a:lnTo>
                  <a:lnTo>
                    <a:pt x="390" y="471"/>
                  </a:lnTo>
                  <a:lnTo>
                    <a:pt x="379" y="472"/>
                  </a:lnTo>
                  <a:lnTo>
                    <a:pt x="368" y="474"/>
                  </a:lnTo>
                  <a:lnTo>
                    <a:pt x="368" y="474"/>
                  </a:lnTo>
                  <a:close/>
                  <a:moveTo>
                    <a:pt x="668" y="0"/>
                  </a:moveTo>
                  <a:lnTo>
                    <a:pt x="67" y="0"/>
                  </a:lnTo>
                  <a:lnTo>
                    <a:pt x="67" y="0"/>
                  </a:lnTo>
                  <a:lnTo>
                    <a:pt x="53" y="1"/>
                  </a:lnTo>
                  <a:lnTo>
                    <a:pt x="41" y="5"/>
                  </a:lnTo>
                  <a:lnTo>
                    <a:pt x="30" y="12"/>
                  </a:lnTo>
                  <a:lnTo>
                    <a:pt x="19" y="19"/>
                  </a:lnTo>
                  <a:lnTo>
                    <a:pt x="12" y="30"/>
                  </a:lnTo>
                  <a:lnTo>
                    <a:pt x="5" y="41"/>
                  </a:lnTo>
                  <a:lnTo>
                    <a:pt x="1" y="53"/>
                  </a:lnTo>
                  <a:lnTo>
                    <a:pt x="0" y="68"/>
                  </a:lnTo>
                  <a:lnTo>
                    <a:pt x="0" y="670"/>
                  </a:lnTo>
                  <a:lnTo>
                    <a:pt x="0" y="670"/>
                  </a:lnTo>
                  <a:lnTo>
                    <a:pt x="1" y="685"/>
                  </a:lnTo>
                  <a:lnTo>
                    <a:pt x="5" y="697"/>
                  </a:lnTo>
                  <a:lnTo>
                    <a:pt x="12" y="707"/>
                  </a:lnTo>
                  <a:lnTo>
                    <a:pt x="19" y="718"/>
                  </a:lnTo>
                  <a:lnTo>
                    <a:pt x="30" y="725"/>
                  </a:lnTo>
                  <a:lnTo>
                    <a:pt x="41" y="733"/>
                  </a:lnTo>
                  <a:lnTo>
                    <a:pt x="53" y="736"/>
                  </a:lnTo>
                  <a:lnTo>
                    <a:pt x="67" y="738"/>
                  </a:lnTo>
                  <a:lnTo>
                    <a:pt x="668" y="738"/>
                  </a:lnTo>
                  <a:lnTo>
                    <a:pt x="668" y="738"/>
                  </a:lnTo>
                  <a:lnTo>
                    <a:pt x="683" y="736"/>
                  </a:lnTo>
                  <a:lnTo>
                    <a:pt x="695" y="733"/>
                  </a:lnTo>
                  <a:lnTo>
                    <a:pt x="706" y="725"/>
                  </a:lnTo>
                  <a:lnTo>
                    <a:pt x="716" y="718"/>
                  </a:lnTo>
                  <a:lnTo>
                    <a:pt x="724" y="707"/>
                  </a:lnTo>
                  <a:lnTo>
                    <a:pt x="731" y="697"/>
                  </a:lnTo>
                  <a:lnTo>
                    <a:pt x="734" y="685"/>
                  </a:lnTo>
                  <a:lnTo>
                    <a:pt x="736" y="670"/>
                  </a:lnTo>
                  <a:lnTo>
                    <a:pt x="736" y="68"/>
                  </a:lnTo>
                  <a:lnTo>
                    <a:pt x="736" y="68"/>
                  </a:lnTo>
                  <a:lnTo>
                    <a:pt x="734" y="53"/>
                  </a:lnTo>
                  <a:lnTo>
                    <a:pt x="731" y="41"/>
                  </a:lnTo>
                  <a:lnTo>
                    <a:pt x="724" y="30"/>
                  </a:lnTo>
                  <a:lnTo>
                    <a:pt x="716" y="19"/>
                  </a:lnTo>
                  <a:lnTo>
                    <a:pt x="706" y="12"/>
                  </a:lnTo>
                  <a:lnTo>
                    <a:pt x="695" y="5"/>
                  </a:lnTo>
                  <a:lnTo>
                    <a:pt x="683" y="1"/>
                  </a:lnTo>
                  <a:lnTo>
                    <a:pt x="668" y="0"/>
                  </a:lnTo>
                  <a:lnTo>
                    <a:pt x="668" y="0"/>
                  </a:lnTo>
                  <a:close/>
                  <a:moveTo>
                    <a:pt x="100" y="63"/>
                  </a:moveTo>
                  <a:lnTo>
                    <a:pt x="100" y="63"/>
                  </a:lnTo>
                  <a:lnTo>
                    <a:pt x="108" y="64"/>
                  </a:lnTo>
                  <a:lnTo>
                    <a:pt x="116" y="66"/>
                  </a:lnTo>
                  <a:lnTo>
                    <a:pt x="122" y="70"/>
                  </a:lnTo>
                  <a:lnTo>
                    <a:pt x="128" y="74"/>
                  </a:lnTo>
                  <a:lnTo>
                    <a:pt x="131" y="80"/>
                  </a:lnTo>
                  <a:lnTo>
                    <a:pt x="135" y="86"/>
                  </a:lnTo>
                  <a:lnTo>
                    <a:pt x="137" y="93"/>
                  </a:lnTo>
                  <a:lnTo>
                    <a:pt x="138" y="100"/>
                  </a:lnTo>
                  <a:lnTo>
                    <a:pt x="138" y="100"/>
                  </a:lnTo>
                  <a:lnTo>
                    <a:pt x="137" y="109"/>
                  </a:lnTo>
                  <a:lnTo>
                    <a:pt x="135" y="116"/>
                  </a:lnTo>
                  <a:lnTo>
                    <a:pt x="131" y="122"/>
                  </a:lnTo>
                  <a:lnTo>
                    <a:pt x="128" y="128"/>
                  </a:lnTo>
                  <a:lnTo>
                    <a:pt x="122" y="131"/>
                  </a:lnTo>
                  <a:lnTo>
                    <a:pt x="116" y="135"/>
                  </a:lnTo>
                  <a:lnTo>
                    <a:pt x="108" y="137"/>
                  </a:lnTo>
                  <a:lnTo>
                    <a:pt x="100" y="139"/>
                  </a:lnTo>
                  <a:lnTo>
                    <a:pt x="100" y="139"/>
                  </a:lnTo>
                  <a:lnTo>
                    <a:pt x="93" y="137"/>
                  </a:lnTo>
                  <a:lnTo>
                    <a:pt x="85" y="135"/>
                  </a:lnTo>
                  <a:lnTo>
                    <a:pt x="79" y="131"/>
                  </a:lnTo>
                  <a:lnTo>
                    <a:pt x="73" y="128"/>
                  </a:lnTo>
                  <a:lnTo>
                    <a:pt x="70" y="122"/>
                  </a:lnTo>
                  <a:lnTo>
                    <a:pt x="66" y="116"/>
                  </a:lnTo>
                  <a:lnTo>
                    <a:pt x="64" y="109"/>
                  </a:lnTo>
                  <a:lnTo>
                    <a:pt x="63" y="100"/>
                  </a:lnTo>
                  <a:lnTo>
                    <a:pt x="63" y="100"/>
                  </a:lnTo>
                  <a:lnTo>
                    <a:pt x="64" y="93"/>
                  </a:lnTo>
                  <a:lnTo>
                    <a:pt x="66" y="86"/>
                  </a:lnTo>
                  <a:lnTo>
                    <a:pt x="70" y="80"/>
                  </a:lnTo>
                  <a:lnTo>
                    <a:pt x="73" y="74"/>
                  </a:lnTo>
                  <a:lnTo>
                    <a:pt x="79" y="70"/>
                  </a:lnTo>
                  <a:lnTo>
                    <a:pt x="85" y="66"/>
                  </a:lnTo>
                  <a:lnTo>
                    <a:pt x="93" y="64"/>
                  </a:lnTo>
                  <a:lnTo>
                    <a:pt x="100" y="63"/>
                  </a:lnTo>
                  <a:lnTo>
                    <a:pt x="100" y="63"/>
                  </a:lnTo>
                  <a:close/>
                  <a:moveTo>
                    <a:pt x="100" y="675"/>
                  </a:moveTo>
                  <a:lnTo>
                    <a:pt x="100" y="675"/>
                  </a:lnTo>
                  <a:lnTo>
                    <a:pt x="93" y="674"/>
                  </a:lnTo>
                  <a:lnTo>
                    <a:pt x="85" y="671"/>
                  </a:lnTo>
                  <a:lnTo>
                    <a:pt x="79" y="668"/>
                  </a:lnTo>
                  <a:lnTo>
                    <a:pt x="73" y="664"/>
                  </a:lnTo>
                  <a:lnTo>
                    <a:pt x="70" y="658"/>
                  </a:lnTo>
                  <a:lnTo>
                    <a:pt x="66" y="652"/>
                  </a:lnTo>
                  <a:lnTo>
                    <a:pt x="64" y="645"/>
                  </a:lnTo>
                  <a:lnTo>
                    <a:pt x="63" y="638"/>
                  </a:lnTo>
                  <a:lnTo>
                    <a:pt x="63" y="638"/>
                  </a:lnTo>
                  <a:lnTo>
                    <a:pt x="64" y="629"/>
                  </a:lnTo>
                  <a:lnTo>
                    <a:pt x="66" y="622"/>
                  </a:lnTo>
                  <a:lnTo>
                    <a:pt x="70" y="616"/>
                  </a:lnTo>
                  <a:lnTo>
                    <a:pt x="73" y="610"/>
                  </a:lnTo>
                  <a:lnTo>
                    <a:pt x="79" y="606"/>
                  </a:lnTo>
                  <a:lnTo>
                    <a:pt x="85" y="603"/>
                  </a:lnTo>
                  <a:lnTo>
                    <a:pt x="93" y="600"/>
                  </a:lnTo>
                  <a:lnTo>
                    <a:pt x="100" y="599"/>
                  </a:lnTo>
                  <a:lnTo>
                    <a:pt x="100" y="599"/>
                  </a:lnTo>
                  <a:lnTo>
                    <a:pt x="108" y="600"/>
                  </a:lnTo>
                  <a:lnTo>
                    <a:pt x="116" y="603"/>
                  </a:lnTo>
                  <a:lnTo>
                    <a:pt x="122" y="606"/>
                  </a:lnTo>
                  <a:lnTo>
                    <a:pt x="128" y="610"/>
                  </a:lnTo>
                  <a:lnTo>
                    <a:pt x="131" y="616"/>
                  </a:lnTo>
                  <a:lnTo>
                    <a:pt x="135" y="622"/>
                  </a:lnTo>
                  <a:lnTo>
                    <a:pt x="137" y="629"/>
                  </a:lnTo>
                  <a:lnTo>
                    <a:pt x="138" y="638"/>
                  </a:lnTo>
                  <a:lnTo>
                    <a:pt x="138" y="638"/>
                  </a:lnTo>
                  <a:lnTo>
                    <a:pt x="137" y="645"/>
                  </a:lnTo>
                  <a:lnTo>
                    <a:pt x="135" y="652"/>
                  </a:lnTo>
                  <a:lnTo>
                    <a:pt x="131" y="658"/>
                  </a:lnTo>
                  <a:lnTo>
                    <a:pt x="128" y="664"/>
                  </a:lnTo>
                  <a:lnTo>
                    <a:pt x="122" y="668"/>
                  </a:lnTo>
                  <a:lnTo>
                    <a:pt x="116" y="671"/>
                  </a:lnTo>
                  <a:lnTo>
                    <a:pt x="108" y="674"/>
                  </a:lnTo>
                  <a:lnTo>
                    <a:pt x="100" y="675"/>
                  </a:lnTo>
                  <a:lnTo>
                    <a:pt x="100" y="675"/>
                  </a:lnTo>
                  <a:close/>
                  <a:moveTo>
                    <a:pt x="368" y="641"/>
                  </a:moveTo>
                  <a:lnTo>
                    <a:pt x="368" y="641"/>
                  </a:lnTo>
                  <a:lnTo>
                    <a:pt x="340" y="640"/>
                  </a:lnTo>
                  <a:lnTo>
                    <a:pt x="313" y="635"/>
                  </a:lnTo>
                  <a:lnTo>
                    <a:pt x="287" y="629"/>
                  </a:lnTo>
                  <a:lnTo>
                    <a:pt x="262" y="619"/>
                  </a:lnTo>
                  <a:lnTo>
                    <a:pt x="238" y="609"/>
                  </a:lnTo>
                  <a:lnTo>
                    <a:pt x="216" y="594"/>
                  </a:lnTo>
                  <a:lnTo>
                    <a:pt x="195" y="578"/>
                  </a:lnTo>
                  <a:lnTo>
                    <a:pt x="176" y="562"/>
                  </a:lnTo>
                  <a:lnTo>
                    <a:pt x="159" y="542"/>
                  </a:lnTo>
                  <a:lnTo>
                    <a:pt x="143" y="521"/>
                  </a:lnTo>
                  <a:lnTo>
                    <a:pt x="129" y="499"/>
                  </a:lnTo>
                  <a:lnTo>
                    <a:pt x="118" y="475"/>
                  </a:lnTo>
                  <a:lnTo>
                    <a:pt x="108" y="450"/>
                  </a:lnTo>
                  <a:lnTo>
                    <a:pt x="102" y="424"/>
                  </a:lnTo>
                  <a:lnTo>
                    <a:pt x="97" y="397"/>
                  </a:lnTo>
                  <a:lnTo>
                    <a:pt x="96" y="369"/>
                  </a:lnTo>
                  <a:lnTo>
                    <a:pt x="96" y="369"/>
                  </a:lnTo>
                  <a:lnTo>
                    <a:pt x="97" y="341"/>
                  </a:lnTo>
                  <a:lnTo>
                    <a:pt x="102" y="313"/>
                  </a:lnTo>
                  <a:lnTo>
                    <a:pt x="108" y="288"/>
                  </a:lnTo>
                  <a:lnTo>
                    <a:pt x="118" y="263"/>
                  </a:lnTo>
                  <a:lnTo>
                    <a:pt x="129" y="239"/>
                  </a:lnTo>
                  <a:lnTo>
                    <a:pt x="143" y="217"/>
                  </a:lnTo>
                  <a:lnTo>
                    <a:pt x="159" y="195"/>
                  </a:lnTo>
                  <a:lnTo>
                    <a:pt x="176" y="176"/>
                  </a:lnTo>
                  <a:lnTo>
                    <a:pt x="195" y="159"/>
                  </a:lnTo>
                  <a:lnTo>
                    <a:pt x="216" y="143"/>
                  </a:lnTo>
                  <a:lnTo>
                    <a:pt x="238" y="129"/>
                  </a:lnTo>
                  <a:lnTo>
                    <a:pt x="262" y="118"/>
                  </a:lnTo>
                  <a:lnTo>
                    <a:pt x="287" y="109"/>
                  </a:lnTo>
                  <a:lnTo>
                    <a:pt x="313" y="103"/>
                  </a:lnTo>
                  <a:lnTo>
                    <a:pt x="340" y="98"/>
                  </a:lnTo>
                  <a:lnTo>
                    <a:pt x="368" y="96"/>
                  </a:lnTo>
                  <a:lnTo>
                    <a:pt x="368" y="96"/>
                  </a:lnTo>
                  <a:lnTo>
                    <a:pt x="396" y="98"/>
                  </a:lnTo>
                  <a:lnTo>
                    <a:pt x="423" y="103"/>
                  </a:lnTo>
                  <a:lnTo>
                    <a:pt x="448" y="109"/>
                  </a:lnTo>
                  <a:lnTo>
                    <a:pt x="474" y="118"/>
                  </a:lnTo>
                  <a:lnTo>
                    <a:pt x="498" y="129"/>
                  </a:lnTo>
                  <a:lnTo>
                    <a:pt x="519" y="143"/>
                  </a:lnTo>
                  <a:lnTo>
                    <a:pt x="541" y="159"/>
                  </a:lnTo>
                  <a:lnTo>
                    <a:pt x="560" y="176"/>
                  </a:lnTo>
                  <a:lnTo>
                    <a:pt x="577" y="195"/>
                  </a:lnTo>
                  <a:lnTo>
                    <a:pt x="593" y="217"/>
                  </a:lnTo>
                  <a:lnTo>
                    <a:pt x="607" y="239"/>
                  </a:lnTo>
                  <a:lnTo>
                    <a:pt x="618" y="263"/>
                  </a:lnTo>
                  <a:lnTo>
                    <a:pt x="628" y="288"/>
                  </a:lnTo>
                  <a:lnTo>
                    <a:pt x="634" y="313"/>
                  </a:lnTo>
                  <a:lnTo>
                    <a:pt x="638" y="341"/>
                  </a:lnTo>
                  <a:lnTo>
                    <a:pt x="640" y="369"/>
                  </a:lnTo>
                  <a:lnTo>
                    <a:pt x="640" y="369"/>
                  </a:lnTo>
                  <a:lnTo>
                    <a:pt x="638" y="397"/>
                  </a:lnTo>
                  <a:lnTo>
                    <a:pt x="634" y="424"/>
                  </a:lnTo>
                  <a:lnTo>
                    <a:pt x="628" y="450"/>
                  </a:lnTo>
                  <a:lnTo>
                    <a:pt x="618" y="475"/>
                  </a:lnTo>
                  <a:lnTo>
                    <a:pt x="607" y="499"/>
                  </a:lnTo>
                  <a:lnTo>
                    <a:pt x="593" y="521"/>
                  </a:lnTo>
                  <a:lnTo>
                    <a:pt x="577" y="542"/>
                  </a:lnTo>
                  <a:lnTo>
                    <a:pt x="560" y="562"/>
                  </a:lnTo>
                  <a:lnTo>
                    <a:pt x="541" y="578"/>
                  </a:lnTo>
                  <a:lnTo>
                    <a:pt x="519" y="594"/>
                  </a:lnTo>
                  <a:lnTo>
                    <a:pt x="498" y="609"/>
                  </a:lnTo>
                  <a:lnTo>
                    <a:pt x="474" y="619"/>
                  </a:lnTo>
                  <a:lnTo>
                    <a:pt x="448" y="629"/>
                  </a:lnTo>
                  <a:lnTo>
                    <a:pt x="423" y="635"/>
                  </a:lnTo>
                  <a:lnTo>
                    <a:pt x="396" y="640"/>
                  </a:lnTo>
                  <a:lnTo>
                    <a:pt x="368" y="641"/>
                  </a:lnTo>
                  <a:lnTo>
                    <a:pt x="368" y="641"/>
                  </a:lnTo>
                  <a:close/>
                  <a:moveTo>
                    <a:pt x="636" y="675"/>
                  </a:moveTo>
                  <a:lnTo>
                    <a:pt x="636" y="675"/>
                  </a:lnTo>
                  <a:lnTo>
                    <a:pt x="628" y="674"/>
                  </a:lnTo>
                  <a:lnTo>
                    <a:pt x="620" y="671"/>
                  </a:lnTo>
                  <a:lnTo>
                    <a:pt x="614" y="668"/>
                  </a:lnTo>
                  <a:lnTo>
                    <a:pt x="608" y="664"/>
                  </a:lnTo>
                  <a:lnTo>
                    <a:pt x="605" y="658"/>
                  </a:lnTo>
                  <a:lnTo>
                    <a:pt x="601" y="652"/>
                  </a:lnTo>
                  <a:lnTo>
                    <a:pt x="599" y="645"/>
                  </a:lnTo>
                  <a:lnTo>
                    <a:pt x="597" y="638"/>
                  </a:lnTo>
                  <a:lnTo>
                    <a:pt x="597" y="638"/>
                  </a:lnTo>
                  <a:lnTo>
                    <a:pt x="599" y="629"/>
                  </a:lnTo>
                  <a:lnTo>
                    <a:pt x="601" y="622"/>
                  </a:lnTo>
                  <a:lnTo>
                    <a:pt x="605" y="616"/>
                  </a:lnTo>
                  <a:lnTo>
                    <a:pt x="608" y="610"/>
                  </a:lnTo>
                  <a:lnTo>
                    <a:pt x="614" y="606"/>
                  </a:lnTo>
                  <a:lnTo>
                    <a:pt x="620" y="603"/>
                  </a:lnTo>
                  <a:lnTo>
                    <a:pt x="628" y="600"/>
                  </a:lnTo>
                  <a:lnTo>
                    <a:pt x="636" y="599"/>
                  </a:lnTo>
                  <a:lnTo>
                    <a:pt x="636" y="599"/>
                  </a:lnTo>
                  <a:lnTo>
                    <a:pt x="643" y="600"/>
                  </a:lnTo>
                  <a:lnTo>
                    <a:pt x="650" y="603"/>
                  </a:lnTo>
                  <a:lnTo>
                    <a:pt x="656" y="606"/>
                  </a:lnTo>
                  <a:lnTo>
                    <a:pt x="662" y="610"/>
                  </a:lnTo>
                  <a:lnTo>
                    <a:pt x="666" y="616"/>
                  </a:lnTo>
                  <a:lnTo>
                    <a:pt x="670" y="622"/>
                  </a:lnTo>
                  <a:lnTo>
                    <a:pt x="672" y="629"/>
                  </a:lnTo>
                  <a:lnTo>
                    <a:pt x="673" y="638"/>
                  </a:lnTo>
                  <a:lnTo>
                    <a:pt x="673" y="638"/>
                  </a:lnTo>
                  <a:lnTo>
                    <a:pt x="672" y="645"/>
                  </a:lnTo>
                  <a:lnTo>
                    <a:pt x="670" y="652"/>
                  </a:lnTo>
                  <a:lnTo>
                    <a:pt x="666" y="658"/>
                  </a:lnTo>
                  <a:lnTo>
                    <a:pt x="662" y="664"/>
                  </a:lnTo>
                  <a:lnTo>
                    <a:pt x="656" y="668"/>
                  </a:lnTo>
                  <a:lnTo>
                    <a:pt x="650" y="671"/>
                  </a:lnTo>
                  <a:lnTo>
                    <a:pt x="643" y="674"/>
                  </a:lnTo>
                  <a:lnTo>
                    <a:pt x="636" y="675"/>
                  </a:lnTo>
                  <a:lnTo>
                    <a:pt x="636" y="675"/>
                  </a:lnTo>
                  <a:close/>
                  <a:moveTo>
                    <a:pt x="636" y="139"/>
                  </a:moveTo>
                  <a:lnTo>
                    <a:pt x="636" y="139"/>
                  </a:lnTo>
                  <a:lnTo>
                    <a:pt x="628" y="137"/>
                  </a:lnTo>
                  <a:lnTo>
                    <a:pt x="620" y="135"/>
                  </a:lnTo>
                  <a:lnTo>
                    <a:pt x="614" y="131"/>
                  </a:lnTo>
                  <a:lnTo>
                    <a:pt x="608" y="128"/>
                  </a:lnTo>
                  <a:lnTo>
                    <a:pt x="605" y="122"/>
                  </a:lnTo>
                  <a:lnTo>
                    <a:pt x="601" y="116"/>
                  </a:lnTo>
                  <a:lnTo>
                    <a:pt x="599" y="109"/>
                  </a:lnTo>
                  <a:lnTo>
                    <a:pt x="597" y="100"/>
                  </a:lnTo>
                  <a:lnTo>
                    <a:pt x="597" y="100"/>
                  </a:lnTo>
                  <a:lnTo>
                    <a:pt x="599" y="93"/>
                  </a:lnTo>
                  <a:lnTo>
                    <a:pt x="601" y="86"/>
                  </a:lnTo>
                  <a:lnTo>
                    <a:pt x="605" y="80"/>
                  </a:lnTo>
                  <a:lnTo>
                    <a:pt x="608" y="74"/>
                  </a:lnTo>
                  <a:lnTo>
                    <a:pt x="614" y="70"/>
                  </a:lnTo>
                  <a:lnTo>
                    <a:pt x="620" y="66"/>
                  </a:lnTo>
                  <a:lnTo>
                    <a:pt x="628" y="64"/>
                  </a:lnTo>
                  <a:lnTo>
                    <a:pt x="636" y="63"/>
                  </a:lnTo>
                  <a:lnTo>
                    <a:pt x="636" y="63"/>
                  </a:lnTo>
                  <a:lnTo>
                    <a:pt x="643" y="64"/>
                  </a:lnTo>
                  <a:lnTo>
                    <a:pt x="650" y="66"/>
                  </a:lnTo>
                  <a:lnTo>
                    <a:pt x="656" y="70"/>
                  </a:lnTo>
                  <a:lnTo>
                    <a:pt x="662" y="74"/>
                  </a:lnTo>
                  <a:lnTo>
                    <a:pt x="666" y="80"/>
                  </a:lnTo>
                  <a:lnTo>
                    <a:pt x="670" y="86"/>
                  </a:lnTo>
                  <a:lnTo>
                    <a:pt x="672" y="93"/>
                  </a:lnTo>
                  <a:lnTo>
                    <a:pt x="673" y="100"/>
                  </a:lnTo>
                  <a:lnTo>
                    <a:pt x="673" y="100"/>
                  </a:lnTo>
                  <a:lnTo>
                    <a:pt x="672" y="109"/>
                  </a:lnTo>
                  <a:lnTo>
                    <a:pt x="670" y="116"/>
                  </a:lnTo>
                  <a:lnTo>
                    <a:pt x="666" y="122"/>
                  </a:lnTo>
                  <a:lnTo>
                    <a:pt x="662" y="128"/>
                  </a:lnTo>
                  <a:lnTo>
                    <a:pt x="656" y="131"/>
                  </a:lnTo>
                  <a:lnTo>
                    <a:pt x="650" y="135"/>
                  </a:lnTo>
                  <a:lnTo>
                    <a:pt x="643" y="137"/>
                  </a:lnTo>
                  <a:lnTo>
                    <a:pt x="636" y="139"/>
                  </a:lnTo>
                  <a:lnTo>
                    <a:pt x="636" y="139"/>
                  </a:lnTo>
                  <a:close/>
                </a:path>
              </a:pathLst>
            </a:custGeom>
            <a:solidFill>
              <a:schemeClr val="accent4"/>
            </a:solidFill>
            <a:ln>
              <a:noFill/>
            </a:ln>
          </p:spPr>
          <p:txBody>
            <a:bodyPr vert="horz" wrap="square" lIns="82938" tIns="41469" rIns="82938" bIns="41469" numCol="1" anchor="t" anchorCtr="0" compatLnSpc="1"/>
            <a:lstStyle/>
            <a:p>
              <a:endParaRPr lang="en-GB">
                <a:latin typeface="+mj-lt"/>
              </a:endParaRPr>
            </a:p>
          </p:txBody>
        </p:sp>
        <p:sp>
          <p:nvSpPr>
            <p:cNvPr id="39" name="Rectangle 38"/>
            <p:cNvSpPr/>
            <p:nvPr>
              <p:custDataLst>
                <p:tags r:id="rId30"/>
              </p:custDataLst>
            </p:nvPr>
          </p:nvSpPr>
          <p:spPr bwMode="ltGray">
            <a:xfrm>
              <a:off x="9873" y="7016"/>
              <a:ext cx="392" cy="1404"/>
            </a:xfrm>
            <a:prstGeom prst="rect">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40" name="Isosceles Triangle 39"/>
            <p:cNvSpPr/>
            <p:nvPr>
              <p:custDataLst>
                <p:tags r:id="rId31"/>
              </p:custDataLst>
            </p:nvPr>
          </p:nvSpPr>
          <p:spPr bwMode="ltGray">
            <a:xfrm rot="5400000">
              <a:off x="9681" y="6987"/>
              <a:ext cx="206" cy="121"/>
            </a:xfrm>
            <a:prstGeom prst="triangl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41" name="Isosceles Triangle 40"/>
            <p:cNvSpPr/>
            <p:nvPr>
              <p:custDataLst>
                <p:tags r:id="rId32"/>
              </p:custDataLst>
            </p:nvPr>
          </p:nvSpPr>
          <p:spPr bwMode="ltGray">
            <a:xfrm rot="16200000" flipH="1">
              <a:off x="10247" y="6987"/>
              <a:ext cx="206" cy="121"/>
            </a:xfrm>
            <a:prstGeom prst="triangl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42" name="TextBox 41"/>
            <p:cNvSpPr txBox="1"/>
            <p:nvPr>
              <p:custDataLst>
                <p:tags r:id="rId33"/>
              </p:custDataLst>
            </p:nvPr>
          </p:nvSpPr>
          <p:spPr>
            <a:xfrm>
              <a:off x="9599" y="3343"/>
              <a:ext cx="1028" cy="460"/>
            </a:xfrm>
            <a:prstGeom prst="rect">
              <a:avLst/>
            </a:prstGeom>
            <a:noFill/>
          </p:spPr>
          <p:txBody>
            <a:bodyPr wrap="square" lIns="0" tIns="0" rIns="0" bIns="0" rtlCol="0">
              <a:noAutofit/>
            </a:bodyPr>
            <a:lstStyle/>
            <a:p>
              <a:pPr>
                <a:spcAft>
                  <a:spcPts val="900"/>
                </a:spcAft>
              </a:pPr>
              <a:r>
                <a:rPr lang="en-GB" sz="4000" b="1" dirty="0" smtClean="0">
                  <a:solidFill>
                    <a:schemeClr val="accent5"/>
                  </a:solidFill>
                  <a:latin typeface="+mj-lt"/>
                </a:rPr>
                <a:t>03</a:t>
              </a:r>
              <a:endParaRPr lang="en-GB" sz="4000" b="1" dirty="0" smtClean="0">
                <a:solidFill>
                  <a:schemeClr val="accent5"/>
                </a:solidFill>
                <a:latin typeface="+mj-lt"/>
              </a:endParaRPr>
            </a:p>
          </p:txBody>
        </p:sp>
        <p:sp>
          <p:nvSpPr>
            <p:cNvPr id="43" name="TextBox 42"/>
            <p:cNvSpPr txBox="1"/>
            <p:nvPr>
              <p:custDataLst>
                <p:tags r:id="rId34"/>
              </p:custDataLst>
            </p:nvPr>
          </p:nvSpPr>
          <p:spPr>
            <a:xfrm>
              <a:off x="9624" y="4254"/>
              <a:ext cx="1029" cy="669"/>
            </a:xfrm>
            <a:prstGeom prst="rect">
              <a:avLst/>
            </a:prstGeom>
            <a:noFill/>
          </p:spPr>
          <p:txBody>
            <a:bodyPr wrap="square" lIns="0" tIns="0" rIns="0" bIns="0" rtlCol="0">
              <a:noAutofit/>
            </a:bodyPr>
            <a:lstStyle/>
            <a:p>
              <a:pPr>
                <a:spcAft>
                  <a:spcPts val="900"/>
                </a:spcAft>
              </a:pPr>
              <a:r>
                <a:rPr lang="en-GB" sz="920" dirty="0" smtClean="0">
                  <a:latin typeface="+mj-lt"/>
                </a:rPr>
                <a:t>Text goes here goes here</a:t>
              </a:r>
              <a:endParaRPr lang="en-GB" sz="920" dirty="0" smtClean="0">
                <a:latin typeface="+mj-lt"/>
              </a:endParaRPr>
            </a:p>
          </p:txBody>
        </p:sp>
        <p:sp>
          <p:nvSpPr>
            <p:cNvPr id="44" name="Freeform 211"/>
            <p:cNvSpPr>
              <a:spLocks noEditPoints="1"/>
            </p:cNvSpPr>
            <p:nvPr>
              <p:custDataLst>
                <p:tags r:id="rId35"/>
              </p:custDataLst>
            </p:nvPr>
          </p:nvSpPr>
          <p:spPr bwMode="auto">
            <a:xfrm>
              <a:off x="9937" y="8479"/>
              <a:ext cx="257" cy="514"/>
            </a:xfrm>
            <a:custGeom>
              <a:avLst/>
              <a:gdLst>
                <a:gd name="T0" fmla="*/ 223 w 512"/>
                <a:gd name="T1" fmla="*/ 95 h 766"/>
                <a:gd name="T2" fmla="*/ 159 w 512"/>
                <a:gd name="T3" fmla="*/ 95 h 766"/>
                <a:gd name="T4" fmla="*/ 159 w 512"/>
                <a:gd name="T5" fmla="*/ 160 h 766"/>
                <a:gd name="T6" fmla="*/ 223 w 512"/>
                <a:gd name="T7" fmla="*/ 160 h 766"/>
                <a:gd name="T8" fmla="*/ 223 w 512"/>
                <a:gd name="T9" fmla="*/ 95 h 766"/>
                <a:gd name="T10" fmla="*/ 352 w 512"/>
                <a:gd name="T11" fmla="*/ 95 h 766"/>
                <a:gd name="T12" fmla="*/ 287 w 512"/>
                <a:gd name="T13" fmla="*/ 95 h 766"/>
                <a:gd name="T14" fmla="*/ 287 w 512"/>
                <a:gd name="T15" fmla="*/ 160 h 766"/>
                <a:gd name="T16" fmla="*/ 352 w 512"/>
                <a:gd name="T17" fmla="*/ 160 h 766"/>
                <a:gd name="T18" fmla="*/ 352 w 512"/>
                <a:gd name="T19" fmla="*/ 95 h 766"/>
                <a:gd name="T20" fmla="*/ 448 w 512"/>
                <a:gd name="T21" fmla="*/ 223 h 766"/>
                <a:gd name="T22" fmla="*/ 448 w 512"/>
                <a:gd name="T23" fmla="*/ 0 h 766"/>
                <a:gd name="T24" fmla="*/ 63 w 512"/>
                <a:gd name="T25" fmla="*/ 0 h 766"/>
                <a:gd name="T26" fmla="*/ 63 w 512"/>
                <a:gd name="T27" fmla="*/ 223 h 766"/>
                <a:gd name="T28" fmla="*/ 63 w 512"/>
                <a:gd name="T29" fmla="*/ 223 h 766"/>
                <a:gd name="T30" fmla="*/ 50 w 512"/>
                <a:gd name="T31" fmla="*/ 224 h 766"/>
                <a:gd name="T32" fmla="*/ 39 w 512"/>
                <a:gd name="T33" fmla="*/ 228 h 766"/>
                <a:gd name="T34" fmla="*/ 27 w 512"/>
                <a:gd name="T35" fmla="*/ 234 h 766"/>
                <a:gd name="T36" fmla="*/ 19 w 512"/>
                <a:gd name="T37" fmla="*/ 241 h 766"/>
                <a:gd name="T38" fmla="*/ 10 w 512"/>
                <a:gd name="T39" fmla="*/ 251 h 766"/>
                <a:gd name="T40" fmla="*/ 4 w 512"/>
                <a:gd name="T41" fmla="*/ 262 h 766"/>
                <a:gd name="T42" fmla="*/ 1 w 512"/>
                <a:gd name="T43" fmla="*/ 274 h 766"/>
                <a:gd name="T44" fmla="*/ 0 w 512"/>
                <a:gd name="T45" fmla="*/ 287 h 766"/>
                <a:gd name="T46" fmla="*/ 0 w 512"/>
                <a:gd name="T47" fmla="*/ 703 h 766"/>
                <a:gd name="T48" fmla="*/ 0 w 512"/>
                <a:gd name="T49" fmla="*/ 703 h 766"/>
                <a:gd name="T50" fmla="*/ 1 w 512"/>
                <a:gd name="T51" fmla="*/ 716 h 766"/>
                <a:gd name="T52" fmla="*/ 4 w 512"/>
                <a:gd name="T53" fmla="*/ 728 h 766"/>
                <a:gd name="T54" fmla="*/ 10 w 512"/>
                <a:gd name="T55" fmla="*/ 739 h 766"/>
                <a:gd name="T56" fmla="*/ 19 w 512"/>
                <a:gd name="T57" fmla="*/ 748 h 766"/>
                <a:gd name="T58" fmla="*/ 27 w 512"/>
                <a:gd name="T59" fmla="*/ 756 h 766"/>
                <a:gd name="T60" fmla="*/ 39 w 512"/>
                <a:gd name="T61" fmla="*/ 762 h 766"/>
                <a:gd name="T62" fmla="*/ 50 w 512"/>
                <a:gd name="T63" fmla="*/ 765 h 766"/>
                <a:gd name="T64" fmla="*/ 63 w 512"/>
                <a:gd name="T65" fmla="*/ 766 h 766"/>
                <a:gd name="T66" fmla="*/ 448 w 512"/>
                <a:gd name="T67" fmla="*/ 766 h 766"/>
                <a:gd name="T68" fmla="*/ 448 w 512"/>
                <a:gd name="T69" fmla="*/ 766 h 766"/>
                <a:gd name="T70" fmla="*/ 460 w 512"/>
                <a:gd name="T71" fmla="*/ 765 h 766"/>
                <a:gd name="T72" fmla="*/ 472 w 512"/>
                <a:gd name="T73" fmla="*/ 762 h 766"/>
                <a:gd name="T74" fmla="*/ 483 w 512"/>
                <a:gd name="T75" fmla="*/ 756 h 766"/>
                <a:gd name="T76" fmla="*/ 492 w 512"/>
                <a:gd name="T77" fmla="*/ 748 h 766"/>
                <a:gd name="T78" fmla="*/ 501 w 512"/>
                <a:gd name="T79" fmla="*/ 739 h 766"/>
                <a:gd name="T80" fmla="*/ 507 w 512"/>
                <a:gd name="T81" fmla="*/ 728 h 766"/>
                <a:gd name="T82" fmla="*/ 510 w 512"/>
                <a:gd name="T83" fmla="*/ 716 h 766"/>
                <a:gd name="T84" fmla="*/ 512 w 512"/>
                <a:gd name="T85" fmla="*/ 703 h 766"/>
                <a:gd name="T86" fmla="*/ 512 w 512"/>
                <a:gd name="T87" fmla="*/ 287 h 766"/>
                <a:gd name="T88" fmla="*/ 512 w 512"/>
                <a:gd name="T89" fmla="*/ 287 h 766"/>
                <a:gd name="T90" fmla="*/ 510 w 512"/>
                <a:gd name="T91" fmla="*/ 274 h 766"/>
                <a:gd name="T92" fmla="*/ 507 w 512"/>
                <a:gd name="T93" fmla="*/ 262 h 766"/>
                <a:gd name="T94" fmla="*/ 501 w 512"/>
                <a:gd name="T95" fmla="*/ 251 h 766"/>
                <a:gd name="T96" fmla="*/ 492 w 512"/>
                <a:gd name="T97" fmla="*/ 241 h 766"/>
                <a:gd name="T98" fmla="*/ 483 w 512"/>
                <a:gd name="T99" fmla="*/ 234 h 766"/>
                <a:gd name="T100" fmla="*/ 472 w 512"/>
                <a:gd name="T101" fmla="*/ 228 h 766"/>
                <a:gd name="T102" fmla="*/ 460 w 512"/>
                <a:gd name="T103" fmla="*/ 224 h 766"/>
                <a:gd name="T104" fmla="*/ 448 w 512"/>
                <a:gd name="T105" fmla="*/ 223 h 766"/>
                <a:gd name="T106" fmla="*/ 448 w 512"/>
                <a:gd name="T107" fmla="*/ 223 h 766"/>
                <a:gd name="T108" fmla="*/ 400 w 512"/>
                <a:gd name="T109" fmla="*/ 223 h 766"/>
                <a:gd name="T110" fmla="*/ 111 w 512"/>
                <a:gd name="T111" fmla="*/ 223 h 766"/>
                <a:gd name="T112" fmla="*/ 111 w 512"/>
                <a:gd name="T113" fmla="*/ 47 h 766"/>
                <a:gd name="T114" fmla="*/ 400 w 512"/>
                <a:gd name="T115" fmla="*/ 47 h 766"/>
                <a:gd name="T116" fmla="*/ 400 w 512"/>
                <a:gd name="T117" fmla="*/ 223 h 7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12" h="766">
                  <a:moveTo>
                    <a:pt x="223" y="95"/>
                  </a:moveTo>
                  <a:lnTo>
                    <a:pt x="159" y="95"/>
                  </a:lnTo>
                  <a:lnTo>
                    <a:pt x="159" y="160"/>
                  </a:lnTo>
                  <a:lnTo>
                    <a:pt x="223" y="160"/>
                  </a:lnTo>
                  <a:lnTo>
                    <a:pt x="223" y="95"/>
                  </a:lnTo>
                  <a:close/>
                  <a:moveTo>
                    <a:pt x="352" y="95"/>
                  </a:moveTo>
                  <a:lnTo>
                    <a:pt x="287" y="95"/>
                  </a:lnTo>
                  <a:lnTo>
                    <a:pt x="287" y="160"/>
                  </a:lnTo>
                  <a:lnTo>
                    <a:pt x="352" y="160"/>
                  </a:lnTo>
                  <a:lnTo>
                    <a:pt x="352" y="95"/>
                  </a:lnTo>
                  <a:close/>
                  <a:moveTo>
                    <a:pt x="448" y="223"/>
                  </a:moveTo>
                  <a:lnTo>
                    <a:pt x="448" y="0"/>
                  </a:lnTo>
                  <a:lnTo>
                    <a:pt x="63" y="0"/>
                  </a:lnTo>
                  <a:lnTo>
                    <a:pt x="63" y="223"/>
                  </a:lnTo>
                  <a:lnTo>
                    <a:pt x="63" y="223"/>
                  </a:lnTo>
                  <a:lnTo>
                    <a:pt x="50" y="224"/>
                  </a:lnTo>
                  <a:lnTo>
                    <a:pt x="39" y="228"/>
                  </a:lnTo>
                  <a:lnTo>
                    <a:pt x="27" y="234"/>
                  </a:lnTo>
                  <a:lnTo>
                    <a:pt x="19" y="241"/>
                  </a:lnTo>
                  <a:lnTo>
                    <a:pt x="10" y="251"/>
                  </a:lnTo>
                  <a:lnTo>
                    <a:pt x="4" y="262"/>
                  </a:lnTo>
                  <a:lnTo>
                    <a:pt x="1" y="274"/>
                  </a:lnTo>
                  <a:lnTo>
                    <a:pt x="0" y="287"/>
                  </a:lnTo>
                  <a:lnTo>
                    <a:pt x="0" y="703"/>
                  </a:lnTo>
                  <a:lnTo>
                    <a:pt x="0" y="703"/>
                  </a:lnTo>
                  <a:lnTo>
                    <a:pt x="1" y="716"/>
                  </a:lnTo>
                  <a:lnTo>
                    <a:pt x="4" y="728"/>
                  </a:lnTo>
                  <a:lnTo>
                    <a:pt x="10" y="739"/>
                  </a:lnTo>
                  <a:lnTo>
                    <a:pt x="19" y="748"/>
                  </a:lnTo>
                  <a:lnTo>
                    <a:pt x="27" y="756"/>
                  </a:lnTo>
                  <a:lnTo>
                    <a:pt x="39" y="762"/>
                  </a:lnTo>
                  <a:lnTo>
                    <a:pt x="50" y="765"/>
                  </a:lnTo>
                  <a:lnTo>
                    <a:pt x="63" y="766"/>
                  </a:lnTo>
                  <a:lnTo>
                    <a:pt x="448" y="766"/>
                  </a:lnTo>
                  <a:lnTo>
                    <a:pt x="448" y="766"/>
                  </a:lnTo>
                  <a:lnTo>
                    <a:pt x="460" y="765"/>
                  </a:lnTo>
                  <a:lnTo>
                    <a:pt x="472" y="762"/>
                  </a:lnTo>
                  <a:lnTo>
                    <a:pt x="483" y="756"/>
                  </a:lnTo>
                  <a:lnTo>
                    <a:pt x="492" y="748"/>
                  </a:lnTo>
                  <a:lnTo>
                    <a:pt x="501" y="739"/>
                  </a:lnTo>
                  <a:lnTo>
                    <a:pt x="507" y="728"/>
                  </a:lnTo>
                  <a:lnTo>
                    <a:pt x="510" y="716"/>
                  </a:lnTo>
                  <a:lnTo>
                    <a:pt x="512" y="703"/>
                  </a:lnTo>
                  <a:lnTo>
                    <a:pt x="512" y="287"/>
                  </a:lnTo>
                  <a:lnTo>
                    <a:pt x="512" y="287"/>
                  </a:lnTo>
                  <a:lnTo>
                    <a:pt x="510" y="274"/>
                  </a:lnTo>
                  <a:lnTo>
                    <a:pt x="507" y="262"/>
                  </a:lnTo>
                  <a:lnTo>
                    <a:pt x="501" y="251"/>
                  </a:lnTo>
                  <a:lnTo>
                    <a:pt x="492" y="241"/>
                  </a:lnTo>
                  <a:lnTo>
                    <a:pt x="483" y="234"/>
                  </a:lnTo>
                  <a:lnTo>
                    <a:pt x="472" y="228"/>
                  </a:lnTo>
                  <a:lnTo>
                    <a:pt x="460" y="224"/>
                  </a:lnTo>
                  <a:lnTo>
                    <a:pt x="448" y="223"/>
                  </a:lnTo>
                  <a:lnTo>
                    <a:pt x="448" y="223"/>
                  </a:lnTo>
                  <a:close/>
                  <a:moveTo>
                    <a:pt x="400" y="223"/>
                  </a:moveTo>
                  <a:lnTo>
                    <a:pt x="111" y="223"/>
                  </a:lnTo>
                  <a:lnTo>
                    <a:pt x="111" y="47"/>
                  </a:lnTo>
                  <a:lnTo>
                    <a:pt x="400" y="47"/>
                  </a:lnTo>
                  <a:lnTo>
                    <a:pt x="400" y="223"/>
                  </a:lnTo>
                  <a:close/>
                </a:path>
              </a:pathLst>
            </a:custGeom>
            <a:solidFill>
              <a:schemeClr val="accent5"/>
            </a:solidFill>
            <a:ln>
              <a:noFill/>
            </a:ln>
          </p:spPr>
          <p:txBody>
            <a:bodyPr vert="horz" wrap="square" lIns="82938" tIns="41469" rIns="82938" bIns="41469" numCol="1" anchor="t" anchorCtr="0" compatLnSpc="1"/>
            <a:lstStyle/>
            <a:p>
              <a:endParaRPr lang="en-GB">
                <a:latin typeface="+mj-lt"/>
              </a:endParaRPr>
            </a:p>
          </p:txBody>
        </p:sp>
        <p:sp>
          <p:nvSpPr>
            <p:cNvPr id="48" name="Rectangle 47"/>
            <p:cNvSpPr/>
            <p:nvPr>
              <p:custDataLst>
                <p:tags r:id="rId36"/>
              </p:custDataLst>
            </p:nvPr>
          </p:nvSpPr>
          <p:spPr bwMode="ltGray">
            <a:xfrm>
              <a:off x="11048" y="6054"/>
              <a:ext cx="391" cy="2366"/>
            </a:xfrm>
            <a:prstGeom prst="rect">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49" name="Isosceles Triangle 48"/>
            <p:cNvSpPr/>
            <p:nvPr>
              <p:custDataLst>
                <p:tags r:id="rId37"/>
              </p:custDataLst>
            </p:nvPr>
          </p:nvSpPr>
          <p:spPr bwMode="ltGray">
            <a:xfrm rot="5400000">
              <a:off x="10856" y="5994"/>
              <a:ext cx="206" cy="121"/>
            </a:xfrm>
            <a:prstGeom prst="triangle">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sp>
          <p:nvSpPr>
            <p:cNvPr id="50" name="TextBox 49"/>
            <p:cNvSpPr txBox="1"/>
            <p:nvPr>
              <p:custDataLst>
                <p:tags r:id="rId38"/>
              </p:custDataLst>
            </p:nvPr>
          </p:nvSpPr>
          <p:spPr>
            <a:xfrm>
              <a:off x="10774" y="3343"/>
              <a:ext cx="1028" cy="460"/>
            </a:xfrm>
            <a:prstGeom prst="rect">
              <a:avLst/>
            </a:prstGeom>
            <a:noFill/>
          </p:spPr>
          <p:txBody>
            <a:bodyPr wrap="square" lIns="0" tIns="0" rIns="0" bIns="0" rtlCol="0">
              <a:noAutofit/>
            </a:bodyPr>
            <a:lstStyle/>
            <a:p>
              <a:pPr>
                <a:spcAft>
                  <a:spcPts val="900"/>
                </a:spcAft>
              </a:pPr>
              <a:r>
                <a:rPr lang="en-GB" sz="4000" b="1" dirty="0" smtClean="0">
                  <a:solidFill>
                    <a:schemeClr val="accent3"/>
                  </a:solidFill>
                  <a:latin typeface="+mj-lt"/>
                </a:rPr>
                <a:t>04</a:t>
              </a:r>
              <a:endParaRPr lang="en-GB" sz="4000" b="1" dirty="0" smtClean="0">
                <a:solidFill>
                  <a:schemeClr val="accent3"/>
                </a:solidFill>
                <a:latin typeface="+mj-lt"/>
              </a:endParaRPr>
            </a:p>
          </p:txBody>
        </p:sp>
        <p:sp>
          <p:nvSpPr>
            <p:cNvPr id="51" name="TextBox 50"/>
            <p:cNvSpPr txBox="1"/>
            <p:nvPr>
              <p:custDataLst>
                <p:tags r:id="rId39"/>
              </p:custDataLst>
            </p:nvPr>
          </p:nvSpPr>
          <p:spPr>
            <a:xfrm>
              <a:off x="10799" y="4254"/>
              <a:ext cx="1029" cy="669"/>
            </a:xfrm>
            <a:prstGeom prst="rect">
              <a:avLst/>
            </a:prstGeom>
            <a:noFill/>
          </p:spPr>
          <p:txBody>
            <a:bodyPr wrap="square" lIns="0" tIns="0" rIns="0" bIns="0" rtlCol="0">
              <a:noAutofit/>
            </a:bodyPr>
            <a:lstStyle/>
            <a:p>
              <a:pPr>
                <a:spcAft>
                  <a:spcPts val="900"/>
                </a:spcAft>
              </a:pPr>
              <a:r>
                <a:rPr lang="en-GB" sz="920" dirty="0" smtClean="0">
                  <a:latin typeface="+mj-lt"/>
                </a:rPr>
                <a:t>Text goes here goes here</a:t>
              </a:r>
              <a:endParaRPr lang="en-GB" sz="920" dirty="0" smtClean="0">
                <a:latin typeface="+mj-lt"/>
              </a:endParaRPr>
            </a:p>
          </p:txBody>
        </p:sp>
        <p:sp>
          <p:nvSpPr>
            <p:cNvPr id="52" name="Freeform 211"/>
            <p:cNvSpPr>
              <a:spLocks noEditPoints="1"/>
            </p:cNvSpPr>
            <p:nvPr>
              <p:custDataLst>
                <p:tags r:id="rId40"/>
              </p:custDataLst>
            </p:nvPr>
          </p:nvSpPr>
          <p:spPr bwMode="auto">
            <a:xfrm>
              <a:off x="11112" y="8479"/>
              <a:ext cx="257" cy="514"/>
            </a:xfrm>
            <a:custGeom>
              <a:avLst/>
              <a:gdLst>
                <a:gd name="T0" fmla="*/ 223 w 512"/>
                <a:gd name="T1" fmla="*/ 95 h 766"/>
                <a:gd name="T2" fmla="*/ 159 w 512"/>
                <a:gd name="T3" fmla="*/ 95 h 766"/>
                <a:gd name="T4" fmla="*/ 159 w 512"/>
                <a:gd name="T5" fmla="*/ 160 h 766"/>
                <a:gd name="T6" fmla="*/ 223 w 512"/>
                <a:gd name="T7" fmla="*/ 160 h 766"/>
                <a:gd name="T8" fmla="*/ 223 w 512"/>
                <a:gd name="T9" fmla="*/ 95 h 766"/>
                <a:gd name="T10" fmla="*/ 352 w 512"/>
                <a:gd name="T11" fmla="*/ 95 h 766"/>
                <a:gd name="T12" fmla="*/ 287 w 512"/>
                <a:gd name="T13" fmla="*/ 95 h 766"/>
                <a:gd name="T14" fmla="*/ 287 w 512"/>
                <a:gd name="T15" fmla="*/ 160 h 766"/>
                <a:gd name="T16" fmla="*/ 352 w 512"/>
                <a:gd name="T17" fmla="*/ 160 h 766"/>
                <a:gd name="T18" fmla="*/ 352 w 512"/>
                <a:gd name="T19" fmla="*/ 95 h 766"/>
                <a:gd name="T20" fmla="*/ 448 w 512"/>
                <a:gd name="T21" fmla="*/ 223 h 766"/>
                <a:gd name="T22" fmla="*/ 448 w 512"/>
                <a:gd name="T23" fmla="*/ 0 h 766"/>
                <a:gd name="T24" fmla="*/ 63 w 512"/>
                <a:gd name="T25" fmla="*/ 0 h 766"/>
                <a:gd name="T26" fmla="*/ 63 w 512"/>
                <a:gd name="T27" fmla="*/ 223 h 766"/>
                <a:gd name="T28" fmla="*/ 63 w 512"/>
                <a:gd name="T29" fmla="*/ 223 h 766"/>
                <a:gd name="T30" fmla="*/ 50 w 512"/>
                <a:gd name="T31" fmla="*/ 224 h 766"/>
                <a:gd name="T32" fmla="*/ 39 w 512"/>
                <a:gd name="T33" fmla="*/ 228 h 766"/>
                <a:gd name="T34" fmla="*/ 27 w 512"/>
                <a:gd name="T35" fmla="*/ 234 h 766"/>
                <a:gd name="T36" fmla="*/ 19 w 512"/>
                <a:gd name="T37" fmla="*/ 241 h 766"/>
                <a:gd name="T38" fmla="*/ 10 w 512"/>
                <a:gd name="T39" fmla="*/ 251 h 766"/>
                <a:gd name="T40" fmla="*/ 4 w 512"/>
                <a:gd name="T41" fmla="*/ 262 h 766"/>
                <a:gd name="T42" fmla="*/ 1 w 512"/>
                <a:gd name="T43" fmla="*/ 274 h 766"/>
                <a:gd name="T44" fmla="*/ 0 w 512"/>
                <a:gd name="T45" fmla="*/ 287 h 766"/>
                <a:gd name="T46" fmla="*/ 0 w 512"/>
                <a:gd name="T47" fmla="*/ 703 h 766"/>
                <a:gd name="T48" fmla="*/ 0 w 512"/>
                <a:gd name="T49" fmla="*/ 703 h 766"/>
                <a:gd name="T50" fmla="*/ 1 w 512"/>
                <a:gd name="T51" fmla="*/ 716 h 766"/>
                <a:gd name="T52" fmla="*/ 4 w 512"/>
                <a:gd name="T53" fmla="*/ 728 h 766"/>
                <a:gd name="T54" fmla="*/ 10 w 512"/>
                <a:gd name="T55" fmla="*/ 739 h 766"/>
                <a:gd name="T56" fmla="*/ 19 w 512"/>
                <a:gd name="T57" fmla="*/ 748 h 766"/>
                <a:gd name="T58" fmla="*/ 27 w 512"/>
                <a:gd name="T59" fmla="*/ 756 h 766"/>
                <a:gd name="T60" fmla="*/ 39 w 512"/>
                <a:gd name="T61" fmla="*/ 762 h 766"/>
                <a:gd name="T62" fmla="*/ 50 w 512"/>
                <a:gd name="T63" fmla="*/ 765 h 766"/>
                <a:gd name="T64" fmla="*/ 63 w 512"/>
                <a:gd name="T65" fmla="*/ 766 h 766"/>
                <a:gd name="T66" fmla="*/ 448 w 512"/>
                <a:gd name="T67" fmla="*/ 766 h 766"/>
                <a:gd name="T68" fmla="*/ 448 w 512"/>
                <a:gd name="T69" fmla="*/ 766 h 766"/>
                <a:gd name="T70" fmla="*/ 460 w 512"/>
                <a:gd name="T71" fmla="*/ 765 h 766"/>
                <a:gd name="T72" fmla="*/ 472 w 512"/>
                <a:gd name="T73" fmla="*/ 762 h 766"/>
                <a:gd name="T74" fmla="*/ 483 w 512"/>
                <a:gd name="T75" fmla="*/ 756 h 766"/>
                <a:gd name="T76" fmla="*/ 492 w 512"/>
                <a:gd name="T77" fmla="*/ 748 h 766"/>
                <a:gd name="T78" fmla="*/ 501 w 512"/>
                <a:gd name="T79" fmla="*/ 739 h 766"/>
                <a:gd name="T80" fmla="*/ 507 w 512"/>
                <a:gd name="T81" fmla="*/ 728 h 766"/>
                <a:gd name="T82" fmla="*/ 510 w 512"/>
                <a:gd name="T83" fmla="*/ 716 h 766"/>
                <a:gd name="T84" fmla="*/ 512 w 512"/>
                <a:gd name="T85" fmla="*/ 703 h 766"/>
                <a:gd name="T86" fmla="*/ 512 w 512"/>
                <a:gd name="T87" fmla="*/ 287 h 766"/>
                <a:gd name="T88" fmla="*/ 512 w 512"/>
                <a:gd name="T89" fmla="*/ 287 h 766"/>
                <a:gd name="T90" fmla="*/ 510 w 512"/>
                <a:gd name="T91" fmla="*/ 274 h 766"/>
                <a:gd name="T92" fmla="*/ 507 w 512"/>
                <a:gd name="T93" fmla="*/ 262 h 766"/>
                <a:gd name="T94" fmla="*/ 501 w 512"/>
                <a:gd name="T95" fmla="*/ 251 h 766"/>
                <a:gd name="T96" fmla="*/ 492 w 512"/>
                <a:gd name="T97" fmla="*/ 241 h 766"/>
                <a:gd name="T98" fmla="*/ 483 w 512"/>
                <a:gd name="T99" fmla="*/ 234 h 766"/>
                <a:gd name="T100" fmla="*/ 472 w 512"/>
                <a:gd name="T101" fmla="*/ 228 h 766"/>
                <a:gd name="T102" fmla="*/ 460 w 512"/>
                <a:gd name="T103" fmla="*/ 224 h 766"/>
                <a:gd name="T104" fmla="*/ 448 w 512"/>
                <a:gd name="T105" fmla="*/ 223 h 766"/>
                <a:gd name="T106" fmla="*/ 448 w 512"/>
                <a:gd name="T107" fmla="*/ 223 h 766"/>
                <a:gd name="T108" fmla="*/ 400 w 512"/>
                <a:gd name="T109" fmla="*/ 223 h 766"/>
                <a:gd name="T110" fmla="*/ 111 w 512"/>
                <a:gd name="T111" fmla="*/ 223 h 766"/>
                <a:gd name="T112" fmla="*/ 111 w 512"/>
                <a:gd name="T113" fmla="*/ 47 h 766"/>
                <a:gd name="T114" fmla="*/ 400 w 512"/>
                <a:gd name="T115" fmla="*/ 47 h 766"/>
                <a:gd name="T116" fmla="*/ 400 w 512"/>
                <a:gd name="T117" fmla="*/ 223 h 7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12" h="766">
                  <a:moveTo>
                    <a:pt x="223" y="95"/>
                  </a:moveTo>
                  <a:lnTo>
                    <a:pt x="159" y="95"/>
                  </a:lnTo>
                  <a:lnTo>
                    <a:pt x="159" y="160"/>
                  </a:lnTo>
                  <a:lnTo>
                    <a:pt x="223" y="160"/>
                  </a:lnTo>
                  <a:lnTo>
                    <a:pt x="223" y="95"/>
                  </a:lnTo>
                  <a:close/>
                  <a:moveTo>
                    <a:pt x="352" y="95"/>
                  </a:moveTo>
                  <a:lnTo>
                    <a:pt x="287" y="95"/>
                  </a:lnTo>
                  <a:lnTo>
                    <a:pt x="287" y="160"/>
                  </a:lnTo>
                  <a:lnTo>
                    <a:pt x="352" y="160"/>
                  </a:lnTo>
                  <a:lnTo>
                    <a:pt x="352" y="95"/>
                  </a:lnTo>
                  <a:close/>
                  <a:moveTo>
                    <a:pt x="448" y="223"/>
                  </a:moveTo>
                  <a:lnTo>
                    <a:pt x="448" y="0"/>
                  </a:lnTo>
                  <a:lnTo>
                    <a:pt x="63" y="0"/>
                  </a:lnTo>
                  <a:lnTo>
                    <a:pt x="63" y="223"/>
                  </a:lnTo>
                  <a:lnTo>
                    <a:pt x="63" y="223"/>
                  </a:lnTo>
                  <a:lnTo>
                    <a:pt x="50" y="224"/>
                  </a:lnTo>
                  <a:lnTo>
                    <a:pt x="39" y="228"/>
                  </a:lnTo>
                  <a:lnTo>
                    <a:pt x="27" y="234"/>
                  </a:lnTo>
                  <a:lnTo>
                    <a:pt x="19" y="241"/>
                  </a:lnTo>
                  <a:lnTo>
                    <a:pt x="10" y="251"/>
                  </a:lnTo>
                  <a:lnTo>
                    <a:pt x="4" y="262"/>
                  </a:lnTo>
                  <a:lnTo>
                    <a:pt x="1" y="274"/>
                  </a:lnTo>
                  <a:lnTo>
                    <a:pt x="0" y="287"/>
                  </a:lnTo>
                  <a:lnTo>
                    <a:pt x="0" y="703"/>
                  </a:lnTo>
                  <a:lnTo>
                    <a:pt x="0" y="703"/>
                  </a:lnTo>
                  <a:lnTo>
                    <a:pt x="1" y="716"/>
                  </a:lnTo>
                  <a:lnTo>
                    <a:pt x="4" y="728"/>
                  </a:lnTo>
                  <a:lnTo>
                    <a:pt x="10" y="739"/>
                  </a:lnTo>
                  <a:lnTo>
                    <a:pt x="19" y="748"/>
                  </a:lnTo>
                  <a:lnTo>
                    <a:pt x="27" y="756"/>
                  </a:lnTo>
                  <a:lnTo>
                    <a:pt x="39" y="762"/>
                  </a:lnTo>
                  <a:lnTo>
                    <a:pt x="50" y="765"/>
                  </a:lnTo>
                  <a:lnTo>
                    <a:pt x="63" y="766"/>
                  </a:lnTo>
                  <a:lnTo>
                    <a:pt x="448" y="766"/>
                  </a:lnTo>
                  <a:lnTo>
                    <a:pt x="448" y="766"/>
                  </a:lnTo>
                  <a:lnTo>
                    <a:pt x="460" y="765"/>
                  </a:lnTo>
                  <a:lnTo>
                    <a:pt x="472" y="762"/>
                  </a:lnTo>
                  <a:lnTo>
                    <a:pt x="483" y="756"/>
                  </a:lnTo>
                  <a:lnTo>
                    <a:pt x="492" y="748"/>
                  </a:lnTo>
                  <a:lnTo>
                    <a:pt x="501" y="739"/>
                  </a:lnTo>
                  <a:lnTo>
                    <a:pt x="507" y="728"/>
                  </a:lnTo>
                  <a:lnTo>
                    <a:pt x="510" y="716"/>
                  </a:lnTo>
                  <a:lnTo>
                    <a:pt x="512" y="703"/>
                  </a:lnTo>
                  <a:lnTo>
                    <a:pt x="512" y="287"/>
                  </a:lnTo>
                  <a:lnTo>
                    <a:pt x="512" y="287"/>
                  </a:lnTo>
                  <a:lnTo>
                    <a:pt x="510" y="274"/>
                  </a:lnTo>
                  <a:lnTo>
                    <a:pt x="507" y="262"/>
                  </a:lnTo>
                  <a:lnTo>
                    <a:pt x="501" y="251"/>
                  </a:lnTo>
                  <a:lnTo>
                    <a:pt x="492" y="241"/>
                  </a:lnTo>
                  <a:lnTo>
                    <a:pt x="483" y="234"/>
                  </a:lnTo>
                  <a:lnTo>
                    <a:pt x="472" y="228"/>
                  </a:lnTo>
                  <a:lnTo>
                    <a:pt x="460" y="224"/>
                  </a:lnTo>
                  <a:lnTo>
                    <a:pt x="448" y="223"/>
                  </a:lnTo>
                  <a:lnTo>
                    <a:pt x="448" y="223"/>
                  </a:lnTo>
                  <a:close/>
                  <a:moveTo>
                    <a:pt x="400" y="223"/>
                  </a:moveTo>
                  <a:lnTo>
                    <a:pt x="111" y="223"/>
                  </a:lnTo>
                  <a:lnTo>
                    <a:pt x="111" y="47"/>
                  </a:lnTo>
                  <a:lnTo>
                    <a:pt x="400" y="47"/>
                  </a:lnTo>
                  <a:lnTo>
                    <a:pt x="400" y="223"/>
                  </a:lnTo>
                  <a:close/>
                </a:path>
              </a:pathLst>
            </a:custGeom>
            <a:solidFill>
              <a:schemeClr val="accent3"/>
            </a:solidFill>
            <a:ln>
              <a:noFill/>
            </a:ln>
          </p:spPr>
          <p:txBody>
            <a:bodyPr vert="horz" wrap="square" lIns="82938" tIns="41469" rIns="82938" bIns="41469" numCol="1" anchor="t" anchorCtr="0" compatLnSpc="1"/>
            <a:lstStyle/>
            <a:p>
              <a:endParaRPr lang="en-GB">
                <a:latin typeface="+mj-lt"/>
              </a:endParaRPr>
            </a:p>
          </p:txBody>
        </p:sp>
        <p:sp>
          <p:nvSpPr>
            <p:cNvPr id="54" name="Isosceles Triangle 53"/>
            <p:cNvSpPr/>
            <p:nvPr>
              <p:custDataLst>
                <p:tags r:id="rId41"/>
              </p:custDataLst>
            </p:nvPr>
          </p:nvSpPr>
          <p:spPr bwMode="ltGray">
            <a:xfrm rot="16200000" flipH="1">
              <a:off x="11422" y="5994"/>
              <a:ext cx="206" cy="121"/>
            </a:xfrm>
            <a:prstGeom prst="triangle">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smtClean="0">
                <a:solidFill>
                  <a:schemeClr val="bg1"/>
                </a:solidFill>
                <a:latin typeface="+mj-lt"/>
              </a:endParaRPr>
            </a:p>
          </p:txBody>
        </p:sp>
      </p:grpSp>
    </p:spTree>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1" name="Freeform 5"/>
          <p:cNvSpPr/>
          <p:nvPr/>
        </p:nvSpPr>
        <p:spPr bwMode="auto">
          <a:xfrm>
            <a:off x="1787988" y="2164184"/>
            <a:ext cx="8748889" cy="3084286"/>
          </a:xfrm>
          <a:custGeom>
            <a:avLst/>
            <a:gdLst/>
            <a:ahLst/>
            <a:cxnLst>
              <a:cxn ang="0">
                <a:pos x="0" y="109"/>
              </a:cxn>
              <a:cxn ang="0">
                <a:pos x="0" y="2114"/>
              </a:cxn>
              <a:cxn ang="0">
                <a:pos x="2108" y="2142"/>
              </a:cxn>
              <a:cxn ang="0">
                <a:pos x="3765" y="1888"/>
              </a:cxn>
              <a:cxn ang="0">
                <a:pos x="4796" y="1549"/>
              </a:cxn>
              <a:cxn ang="0">
                <a:pos x="5704" y="1455"/>
              </a:cxn>
              <a:cxn ang="0">
                <a:pos x="5967" y="1412"/>
              </a:cxn>
              <a:cxn ang="0">
                <a:pos x="6052" y="1365"/>
              </a:cxn>
              <a:cxn ang="0">
                <a:pos x="6076" y="913"/>
              </a:cxn>
              <a:cxn ang="0">
                <a:pos x="5247" y="753"/>
              </a:cxn>
              <a:cxn ang="0">
                <a:pos x="3883" y="504"/>
              </a:cxn>
              <a:cxn ang="0">
                <a:pos x="3040" y="193"/>
              </a:cxn>
              <a:cxn ang="0">
                <a:pos x="1981" y="76"/>
              </a:cxn>
              <a:cxn ang="0">
                <a:pos x="894" y="0"/>
              </a:cxn>
              <a:cxn ang="0">
                <a:pos x="0" y="109"/>
              </a:cxn>
            </a:cxnLst>
            <a:rect l="0" t="0" r="r" b="b"/>
            <a:pathLst>
              <a:path w="6076" h="2142">
                <a:moveTo>
                  <a:pt x="0" y="109"/>
                </a:moveTo>
                <a:lnTo>
                  <a:pt x="0" y="2114"/>
                </a:lnTo>
                <a:lnTo>
                  <a:pt x="2108" y="2142"/>
                </a:lnTo>
                <a:lnTo>
                  <a:pt x="3765" y="1888"/>
                </a:lnTo>
                <a:lnTo>
                  <a:pt x="4796" y="1549"/>
                </a:lnTo>
                <a:lnTo>
                  <a:pt x="5704" y="1455"/>
                </a:lnTo>
                <a:lnTo>
                  <a:pt x="5967" y="1412"/>
                </a:lnTo>
                <a:lnTo>
                  <a:pt x="6052" y="1365"/>
                </a:lnTo>
                <a:lnTo>
                  <a:pt x="6076" y="913"/>
                </a:lnTo>
                <a:lnTo>
                  <a:pt x="5247" y="753"/>
                </a:lnTo>
                <a:lnTo>
                  <a:pt x="3883" y="504"/>
                </a:lnTo>
                <a:lnTo>
                  <a:pt x="3040" y="193"/>
                </a:lnTo>
                <a:lnTo>
                  <a:pt x="1981" y="76"/>
                </a:lnTo>
                <a:lnTo>
                  <a:pt x="894" y="0"/>
                </a:lnTo>
                <a:lnTo>
                  <a:pt x="0" y="109"/>
                </a:lnTo>
                <a:close/>
              </a:path>
            </a:pathLst>
          </a:custGeom>
          <a:solidFill>
            <a:schemeClr val="accent1"/>
          </a:solidFill>
          <a:ln w="9525">
            <a:noFill/>
            <a:round/>
          </a:ln>
        </p:spPr>
        <p:txBody>
          <a:bodyPr vert="horz" wrap="square" lIns="82938" tIns="41469" rIns="82938" bIns="41469" numCol="1" anchor="t" anchorCtr="0" compatLnSpc="1"/>
          <a:lstStyle/>
          <a:p>
            <a:endParaRPr lang="en-GB" sz="1815"/>
          </a:p>
        </p:txBody>
      </p:sp>
      <p:sp>
        <p:nvSpPr>
          <p:cNvPr id="232" name="Freeform 14"/>
          <p:cNvSpPr/>
          <p:nvPr/>
        </p:nvSpPr>
        <p:spPr bwMode="auto">
          <a:xfrm>
            <a:off x="1787988" y="1913640"/>
            <a:ext cx="8671134" cy="2043232"/>
          </a:xfrm>
          <a:custGeom>
            <a:avLst/>
            <a:gdLst/>
            <a:ahLst/>
            <a:cxnLst>
              <a:cxn ang="0">
                <a:pos x="6003" y="504"/>
              </a:cxn>
              <a:cxn ang="0">
                <a:pos x="5302" y="412"/>
              </a:cxn>
              <a:cxn ang="0">
                <a:pos x="3742" y="210"/>
              </a:cxn>
              <a:cxn ang="0">
                <a:pos x="2951" y="116"/>
              </a:cxn>
              <a:cxn ang="0">
                <a:pos x="2490" y="68"/>
              </a:cxn>
              <a:cxn ang="0">
                <a:pos x="2290" y="52"/>
              </a:cxn>
              <a:cxn ang="0">
                <a:pos x="1930" y="26"/>
              </a:cxn>
              <a:cxn ang="0">
                <a:pos x="1601" y="12"/>
              </a:cxn>
              <a:cxn ang="0">
                <a:pos x="1295" y="3"/>
              </a:cxn>
              <a:cxn ang="0">
                <a:pos x="1012" y="0"/>
              </a:cxn>
              <a:cxn ang="0">
                <a:pos x="490" y="10"/>
              </a:cxn>
              <a:cxn ang="0">
                <a:pos x="0" y="31"/>
              </a:cxn>
              <a:cxn ang="0">
                <a:pos x="0" y="334"/>
              </a:cxn>
              <a:cxn ang="0">
                <a:pos x="1739" y="391"/>
              </a:cxn>
              <a:cxn ang="0">
                <a:pos x="2179" y="417"/>
              </a:cxn>
              <a:cxn ang="0">
                <a:pos x="2605" y="452"/>
              </a:cxn>
              <a:cxn ang="0">
                <a:pos x="3062" y="499"/>
              </a:cxn>
              <a:cxn ang="0">
                <a:pos x="3158" y="523"/>
              </a:cxn>
              <a:cxn ang="0">
                <a:pos x="3398" y="584"/>
              </a:cxn>
              <a:cxn ang="0">
                <a:pos x="3716" y="678"/>
              </a:cxn>
              <a:cxn ang="0">
                <a:pos x="3883" y="734"/>
              </a:cxn>
              <a:cxn ang="0">
                <a:pos x="4041" y="798"/>
              </a:cxn>
              <a:cxn ang="0">
                <a:pos x="4116" y="831"/>
              </a:cxn>
              <a:cxn ang="0">
                <a:pos x="4417" y="949"/>
              </a:cxn>
              <a:cxn ang="0">
                <a:pos x="4648" y="1026"/>
              </a:cxn>
              <a:cxn ang="0">
                <a:pos x="4747" y="1052"/>
              </a:cxn>
              <a:cxn ang="0">
                <a:pos x="4772" y="1059"/>
              </a:cxn>
              <a:cxn ang="0">
                <a:pos x="4977" y="1095"/>
              </a:cxn>
              <a:cxn ang="0">
                <a:pos x="5137" y="1116"/>
              </a:cxn>
              <a:cxn ang="0">
                <a:pos x="5328" y="1132"/>
              </a:cxn>
              <a:cxn ang="0">
                <a:pos x="5544" y="1139"/>
              </a:cxn>
              <a:cxn ang="0">
                <a:pos x="5777" y="1132"/>
              </a:cxn>
              <a:cxn ang="0">
                <a:pos x="6022" y="1109"/>
              </a:cxn>
              <a:cxn ang="0">
                <a:pos x="6003" y="504"/>
              </a:cxn>
            </a:cxnLst>
            <a:rect l="0" t="0" r="r" b="b"/>
            <a:pathLst>
              <a:path w="6022" h="1419">
                <a:moveTo>
                  <a:pt x="6003" y="504"/>
                </a:moveTo>
                <a:lnTo>
                  <a:pt x="6003" y="504"/>
                </a:lnTo>
                <a:lnTo>
                  <a:pt x="5707" y="466"/>
                </a:lnTo>
                <a:lnTo>
                  <a:pt x="5302" y="412"/>
                </a:lnTo>
                <a:lnTo>
                  <a:pt x="4290" y="280"/>
                </a:lnTo>
                <a:lnTo>
                  <a:pt x="3742" y="210"/>
                </a:lnTo>
                <a:lnTo>
                  <a:pt x="3205" y="146"/>
                </a:lnTo>
                <a:lnTo>
                  <a:pt x="2951" y="116"/>
                </a:lnTo>
                <a:lnTo>
                  <a:pt x="2711" y="92"/>
                </a:lnTo>
                <a:lnTo>
                  <a:pt x="2490" y="68"/>
                </a:lnTo>
                <a:lnTo>
                  <a:pt x="2290" y="52"/>
                </a:lnTo>
                <a:lnTo>
                  <a:pt x="2290" y="52"/>
                </a:lnTo>
                <a:lnTo>
                  <a:pt x="2106" y="38"/>
                </a:lnTo>
                <a:lnTo>
                  <a:pt x="1930" y="26"/>
                </a:lnTo>
                <a:lnTo>
                  <a:pt x="1763" y="19"/>
                </a:lnTo>
                <a:lnTo>
                  <a:pt x="1601" y="12"/>
                </a:lnTo>
                <a:lnTo>
                  <a:pt x="1445" y="5"/>
                </a:lnTo>
                <a:lnTo>
                  <a:pt x="1295" y="3"/>
                </a:lnTo>
                <a:lnTo>
                  <a:pt x="1151" y="0"/>
                </a:lnTo>
                <a:lnTo>
                  <a:pt x="1012" y="0"/>
                </a:lnTo>
                <a:lnTo>
                  <a:pt x="744" y="3"/>
                </a:lnTo>
                <a:lnTo>
                  <a:pt x="490" y="10"/>
                </a:lnTo>
                <a:lnTo>
                  <a:pt x="243" y="19"/>
                </a:lnTo>
                <a:lnTo>
                  <a:pt x="0" y="31"/>
                </a:lnTo>
                <a:lnTo>
                  <a:pt x="0" y="334"/>
                </a:lnTo>
                <a:lnTo>
                  <a:pt x="0" y="334"/>
                </a:lnTo>
                <a:lnTo>
                  <a:pt x="1739" y="391"/>
                </a:lnTo>
                <a:lnTo>
                  <a:pt x="1739" y="391"/>
                </a:lnTo>
                <a:lnTo>
                  <a:pt x="1862" y="398"/>
                </a:lnTo>
                <a:lnTo>
                  <a:pt x="2179" y="417"/>
                </a:lnTo>
                <a:lnTo>
                  <a:pt x="2384" y="433"/>
                </a:lnTo>
                <a:lnTo>
                  <a:pt x="2605" y="452"/>
                </a:lnTo>
                <a:lnTo>
                  <a:pt x="2836" y="473"/>
                </a:lnTo>
                <a:lnTo>
                  <a:pt x="3062" y="499"/>
                </a:lnTo>
                <a:lnTo>
                  <a:pt x="3062" y="499"/>
                </a:lnTo>
                <a:lnTo>
                  <a:pt x="3158" y="523"/>
                </a:lnTo>
                <a:lnTo>
                  <a:pt x="3264" y="549"/>
                </a:lnTo>
                <a:lnTo>
                  <a:pt x="3398" y="584"/>
                </a:lnTo>
                <a:lnTo>
                  <a:pt x="3554" y="626"/>
                </a:lnTo>
                <a:lnTo>
                  <a:pt x="3716" y="678"/>
                </a:lnTo>
                <a:lnTo>
                  <a:pt x="3801" y="706"/>
                </a:lnTo>
                <a:lnTo>
                  <a:pt x="3883" y="734"/>
                </a:lnTo>
                <a:lnTo>
                  <a:pt x="3963" y="765"/>
                </a:lnTo>
                <a:lnTo>
                  <a:pt x="4041" y="798"/>
                </a:lnTo>
                <a:lnTo>
                  <a:pt x="4041" y="798"/>
                </a:lnTo>
                <a:lnTo>
                  <a:pt x="4116" y="831"/>
                </a:lnTo>
                <a:lnTo>
                  <a:pt x="4304" y="906"/>
                </a:lnTo>
                <a:lnTo>
                  <a:pt x="4417" y="949"/>
                </a:lnTo>
                <a:lnTo>
                  <a:pt x="4535" y="991"/>
                </a:lnTo>
                <a:lnTo>
                  <a:pt x="4648" y="1026"/>
                </a:lnTo>
                <a:lnTo>
                  <a:pt x="4699" y="1040"/>
                </a:lnTo>
                <a:lnTo>
                  <a:pt x="4747" y="1052"/>
                </a:lnTo>
                <a:lnTo>
                  <a:pt x="4747" y="1052"/>
                </a:lnTo>
                <a:lnTo>
                  <a:pt x="4772" y="1059"/>
                </a:lnTo>
                <a:lnTo>
                  <a:pt x="4852" y="1073"/>
                </a:lnTo>
                <a:lnTo>
                  <a:pt x="4977" y="1095"/>
                </a:lnTo>
                <a:lnTo>
                  <a:pt x="5052" y="1106"/>
                </a:lnTo>
                <a:lnTo>
                  <a:pt x="5137" y="1116"/>
                </a:lnTo>
                <a:lnTo>
                  <a:pt x="5229" y="1125"/>
                </a:lnTo>
                <a:lnTo>
                  <a:pt x="5328" y="1132"/>
                </a:lnTo>
                <a:lnTo>
                  <a:pt x="5434" y="1137"/>
                </a:lnTo>
                <a:lnTo>
                  <a:pt x="5544" y="1139"/>
                </a:lnTo>
                <a:lnTo>
                  <a:pt x="5660" y="1137"/>
                </a:lnTo>
                <a:lnTo>
                  <a:pt x="5777" y="1132"/>
                </a:lnTo>
                <a:lnTo>
                  <a:pt x="5897" y="1123"/>
                </a:lnTo>
                <a:lnTo>
                  <a:pt x="6022" y="1109"/>
                </a:lnTo>
                <a:lnTo>
                  <a:pt x="6022" y="1419"/>
                </a:lnTo>
                <a:lnTo>
                  <a:pt x="6003" y="504"/>
                </a:lnTo>
                <a:close/>
              </a:path>
            </a:pathLst>
          </a:custGeom>
          <a:solidFill>
            <a:schemeClr val="accent3"/>
          </a:solidFill>
          <a:ln w="9525">
            <a:noFill/>
            <a:round/>
          </a:ln>
        </p:spPr>
        <p:txBody>
          <a:bodyPr vert="horz" wrap="square" lIns="82938" tIns="41469" rIns="82938" bIns="41469" numCol="1" anchor="t" anchorCtr="0" compatLnSpc="1"/>
          <a:lstStyle/>
          <a:p>
            <a:endParaRPr lang="en-GB" sz="1815"/>
          </a:p>
        </p:txBody>
      </p:sp>
      <p:sp>
        <p:nvSpPr>
          <p:cNvPr id="233" name="Freeform 72"/>
          <p:cNvSpPr/>
          <p:nvPr/>
        </p:nvSpPr>
        <p:spPr bwMode="auto">
          <a:xfrm>
            <a:off x="1787988" y="3618493"/>
            <a:ext cx="8671134" cy="2046112"/>
          </a:xfrm>
          <a:custGeom>
            <a:avLst/>
            <a:gdLst/>
            <a:ahLst/>
            <a:cxnLst>
              <a:cxn ang="0">
                <a:pos x="6003" y="915"/>
              </a:cxn>
              <a:cxn ang="0">
                <a:pos x="5302" y="1007"/>
              </a:cxn>
              <a:cxn ang="0">
                <a:pos x="3742" y="1212"/>
              </a:cxn>
              <a:cxn ang="0">
                <a:pos x="2951" y="1304"/>
              </a:cxn>
              <a:cxn ang="0">
                <a:pos x="2490" y="1351"/>
              </a:cxn>
              <a:cxn ang="0">
                <a:pos x="2290" y="1370"/>
              </a:cxn>
              <a:cxn ang="0">
                <a:pos x="1930" y="1393"/>
              </a:cxn>
              <a:cxn ang="0">
                <a:pos x="1601" y="1410"/>
              </a:cxn>
              <a:cxn ang="0">
                <a:pos x="1295" y="1419"/>
              </a:cxn>
              <a:cxn ang="0">
                <a:pos x="1012" y="1421"/>
              </a:cxn>
              <a:cxn ang="0">
                <a:pos x="490" y="1410"/>
              </a:cxn>
              <a:cxn ang="0">
                <a:pos x="0" y="1391"/>
              </a:cxn>
              <a:cxn ang="0">
                <a:pos x="0" y="1087"/>
              </a:cxn>
              <a:cxn ang="0">
                <a:pos x="1739" y="1031"/>
              </a:cxn>
              <a:cxn ang="0">
                <a:pos x="2179" y="1005"/>
              </a:cxn>
              <a:cxn ang="0">
                <a:pos x="2605" y="970"/>
              </a:cxn>
              <a:cxn ang="0">
                <a:pos x="3062" y="920"/>
              </a:cxn>
              <a:cxn ang="0">
                <a:pos x="3158" y="899"/>
              </a:cxn>
              <a:cxn ang="0">
                <a:pos x="3398" y="838"/>
              </a:cxn>
              <a:cxn ang="0">
                <a:pos x="3716" y="744"/>
              </a:cxn>
              <a:cxn ang="0">
                <a:pos x="3883" y="685"/>
              </a:cxn>
              <a:cxn ang="0">
                <a:pos x="4041" y="624"/>
              </a:cxn>
              <a:cxn ang="0">
                <a:pos x="4116" y="591"/>
              </a:cxn>
              <a:cxn ang="0">
                <a:pos x="4417" y="473"/>
              </a:cxn>
              <a:cxn ang="0">
                <a:pos x="4648" y="395"/>
              </a:cxn>
              <a:cxn ang="0">
                <a:pos x="4747" y="369"/>
              </a:cxn>
              <a:cxn ang="0">
                <a:pos x="4772" y="362"/>
              </a:cxn>
              <a:cxn ang="0">
                <a:pos x="4977" y="327"/>
              </a:cxn>
              <a:cxn ang="0">
                <a:pos x="5137" y="306"/>
              </a:cxn>
              <a:cxn ang="0">
                <a:pos x="5328" y="289"/>
              </a:cxn>
              <a:cxn ang="0">
                <a:pos x="5544" y="282"/>
              </a:cxn>
              <a:cxn ang="0">
                <a:pos x="5777" y="289"/>
              </a:cxn>
              <a:cxn ang="0">
                <a:pos x="6022" y="313"/>
              </a:cxn>
              <a:cxn ang="0">
                <a:pos x="6003" y="915"/>
              </a:cxn>
            </a:cxnLst>
            <a:rect l="0" t="0" r="r" b="b"/>
            <a:pathLst>
              <a:path w="6022" h="1421">
                <a:moveTo>
                  <a:pt x="6003" y="915"/>
                </a:moveTo>
                <a:lnTo>
                  <a:pt x="6003" y="915"/>
                </a:lnTo>
                <a:lnTo>
                  <a:pt x="5707" y="953"/>
                </a:lnTo>
                <a:lnTo>
                  <a:pt x="5302" y="1007"/>
                </a:lnTo>
                <a:lnTo>
                  <a:pt x="4290" y="1141"/>
                </a:lnTo>
                <a:lnTo>
                  <a:pt x="3742" y="1212"/>
                </a:lnTo>
                <a:lnTo>
                  <a:pt x="3205" y="1275"/>
                </a:lnTo>
                <a:lnTo>
                  <a:pt x="2951" y="1304"/>
                </a:lnTo>
                <a:lnTo>
                  <a:pt x="2711" y="1330"/>
                </a:lnTo>
                <a:lnTo>
                  <a:pt x="2490" y="1351"/>
                </a:lnTo>
                <a:lnTo>
                  <a:pt x="2290" y="1370"/>
                </a:lnTo>
                <a:lnTo>
                  <a:pt x="2290" y="1370"/>
                </a:lnTo>
                <a:lnTo>
                  <a:pt x="2106" y="1381"/>
                </a:lnTo>
                <a:lnTo>
                  <a:pt x="1930" y="1393"/>
                </a:lnTo>
                <a:lnTo>
                  <a:pt x="1763" y="1403"/>
                </a:lnTo>
                <a:lnTo>
                  <a:pt x="1601" y="1410"/>
                </a:lnTo>
                <a:lnTo>
                  <a:pt x="1445" y="1414"/>
                </a:lnTo>
                <a:lnTo>
                  <a:pt x="1295" y="1419"/>
                </a:lnTo>
                <a:lnTo>
                  <a:pt x="1151" y="1419"/>
                </a:lnTo>
                <a:lnTo>
                  <a:pt x="1012" y="1421"/>
                </a:lnTo>
                <a:lnTo>
                  <a:pt x="744" y="1417"/>
                </a:lnTo>
                <a:lnTo>
                  <a:pt x="490" y="1410"/>
                </a:lnTo>
                <a:lnTo>
                  <a:pt x="243" y="1400"/>
                </a:lnTo>
                <a:lnTo>
                  <a:pt x="0" y="1391"/>
                </a:lnTo>
                <a:lnTo>
                  <a:pt x="0" y="1087"/>
                </a:lnTo>
                <a:lnTo>
                  <a:pt x="0" y="1087"/>
                </a:lnTo>
                <a:lnTo>
                  <a:pt x="1739" y="1031"/>
                </a:lnTo>
                <a:lnTo>
                  <a:pt x="1739" y="1031"/>
                </a:lnTo>
                <a:lnTo>
                  <a:pt x="1862" y="1024"/>
                </a:lnTo>
                <a:lnTo>
                  <a:pt x="2179" y="1005"/>
                </a:lnTo>
                <a:lnTo>
                  <a:pt x="2384" y="988"/>
                </a:lnTo>
                <a:lnTo>
                  <a:pt x="2605" y="970"/>
                </a:lnTo>
                <a:lnTo>
                  <a:pt x="2836" y="946"/>
                </a:lnTo>
                <a:lnTo>
                  <a:pt x="3062" y="920"/>
                </a:lnTo>
                <a:lnTo>
                  <a:pt x="3062" y="920"/>
                </a:lnTo>
                <a:lnTo>
                  <a:pt x="3158" y="899"/>
                </a:lnTo>
                <a:lnTo>
                  <a:pt x="3264" y="873"/>
                </a:lnTo>
                <a:lnTo>
                  <a:pt x="3398" y="838"/>
                </a:lnTo>
                <a:lnTo>
                  <a:pt x="3554" y="793"/>
                </a:lnTo>
                <a:lnTo>
                  <a:pt x="3716" y="744"/>
                </a:lnTo>
                <a:lnTo>
                  <a:pt x="3801" y="715"/>
                </a:lnTo>
                <a:lnTo>
                  <a:pt x="3883" y="685"/>
                </a:lnTo>
                <a:lnTo>
                  <a:pt x="3963" y="654"/>
                </a:lnTo>
                <a:lnTo>
                  <a:pt x="4041" y="624"/>
                </a:lnTo>
                <a:lnTo>
                  <a:pt x="4041" y="624"/>
                </a:lnTo>
                <a:lnTo>
                  <a:pt x="4116" y="591"/>
                </a:lnTo>
                <a:lnTo>
                  <a:pt x="4304" y="515"/>
                </a:lnTo>
                <a:lnTo>
                  <a:pt x="4417" y="473"/>
                </a:lnTo>
                <a:lnTo>
                  <a:pt x="4535" y="431"/>
                </a:lnTo>
                <a:lnTo>
                  <a:pt x="4648" y="395"/>
                </a:lnTo>
                <a:lnTo>
                  <a:pt x="4699" y="381"/>
                </a:lnTo>
                <a:lnTo>
                  <a:pt x="4747" y="369"/>
                </a:lnTo>
                <a:lnTo>
                  <a:pt x="4747" y="369"/>
                </a:lnTo>
                <a:lnTo>
                  <a:pt x="4772" y="362"/>
                </a:lnTo>
                <a:lnTo>
                  <a:pt x="4852" y="346"/>
                </a:lnTo>
                <a:lnTo>
                  <a:pt x="4977" y="327"/>
                </a:lnTo>
                <a:lnTo>
                  <a:pt x="5052" y="315"/>
                </a:lnTo>
                <a:lnTo>
                  <a:pt x="5137" y="306"/>
                </a:lnTo>
                <a:lnTo>
                  <a:pt x="5229" y="296"/>
                </a:lnTo>
                <a:lnTo>
                  <a:pt x="5328" y="289"/>
                </a:lnTo>
                <a:lnTo>
                  <a:pt x="5434" y="285"/>
                </a:lnTo>
                <a:lnTo>
                  <a:pt x="5544" y="282"/>
                </a:lnTo>
                <a:lnTo>
                  <a:pt x="5660" y="282"/>
                </a:lnTo>
                <a:lnTo>
                  <a:pt x="5777" y="289"/>
                </a:lnTo>
                <a:lnTo>
                  <a:pt x="5897" y="299"/>
                </a:lnTo>
                <a:lnTo>
                  <a:pt x="6022" y="313"/>
                </a:lnTo>
                <a:lnTo>
                  <a:pt x="6022" y="0"/>
                </a:lnTo>
                <a:lnTo>
                  <a:pt x="6003" y="915"/>
                </a:lnTo>
                <a:close/>
              </a:path>
            </a:pathLst>
          </a:custGeom>
          <a:solidFill>
            <a:schemeClr val="accent3"/>
          </a:solidFill>
          <a:ln w="9525">
            <a:noFill/>
            <a:round/>
          </a:ln>
        </p:spPr>
        <p:txBody>
          <a:bodyPr vert="horz" wrap="square" lIns="82938" tIns="41469" rIns="82938" bIns="41469" numCol="1" anchor="t" anchorCtr="0" compatLnSpc="1"/>
          <a:lstStyle/>
          <a:p>
            <a:endParaRPr lang="en-GB" sz="1815"/>
          </a:p>
        </p:txBody>
      </p:sp>
      <p:sp>
        <p:nvSpPr>
          <p:cNvPr id="2" name="Title 1"/>
          <p:cNvSpPr>
            <a:spLocks noGrp="1"/>
          </p:cNvSpPr>
          <p:nvPr>
            <p:ph type="title"/>
          </p:nvPr>
        </p:nvSpPr>
        <p:spPr/>
        <p:txBody>
          <a:bodyPr/>
          <a:lstStyle/>
          <a:p>
            <a:r>
              <a:rPr lang="en-GB" dirty="0" smtClean="0"/>
              <a:t>Process charts</a:t>
            </a:r>
            <a:br>
              <a:rPr lang="en-GB" dirty="0" smtClean="0"/>
            </a:br>
            <a:r>
              <a:rPr lang="en-GB" b="0" i="0" dirty="0" smtClean="0"/>
              <a:t>Bottle neck</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70665" name="Freeform 9"/>
          <p:cNvSpPr>
            <a:spLocks noEditPoints="1"/>
          </p:cNvSpPr>
          <p:nvPr/>
        </p:nvSpPr>
        <p:spPr bwMode="auto">
          <a:xfrm>
            <a:off x="1780788" y="5763957"/>
            <a:ext cx="8653061" cy="120952"/>
          </a:xfrm>
          <a:custGeom>
            <a:avLst/>
            <a:gdLst/>
            <a:ahLst/>
            <a:cxnLst>
              <a:cxn ang="0">
                <a:pos x="0" y="28"/>
              </a:cxn>
              <a:cxn ang="0">
                <a:pos x="5984" y="28"/>
              </a:cxn>
              <a:cxn ang="0">
                <a:pos x="5984" y="56"/>
              </a:cxn>
              <a:cxn ang="0">
                <a:pos x="0" y="56"/>
              </a:cxn>
              <a:cxn ang="0">
                <a:pos x="0" y="28"/>
              </a:cxn>
              <a:cxn ang="0">
                <a:pos x="0" y="28"/>
              </a:cxn>
              <a:cxn ang="0">
                <a:pos x="5970" y="0"/>
              </a:cxn>
              <a:cxn ang="0">
                <a:pos x="6055" y="42"/>
              </a:cxn>
              <a:cxn ang="0">
                <a:pos x="5970" y="84"/>
              </a:cxn>
              <a:cxn ang="0">
                <a:pos x="5970" y="0"/>
              </a:cxn>
              <a:cxn ang="0">
                <a:pos x="5970" y="0"/>
              </a:cxn>
            </a:cxnLst>
            <a:rect l="0" t="0" r="r" b="b"/>
            <a:pathLst>
              <a:path w="6055" h="84">
                <a:moveTo>
                  <a:pt x="0" y="28"/>
                </a:moveTo>
                <a:lnTo>
                  <a:pt x="5984" y="28"/>
                </a:lnTo>
                <a:lnTo>
                  <a:pt x="5984" y="56"/>
                </a:lnTo>
                <a:lnTo>
                  <a:pt x="0" y="56"/>
                </a:lnTo>
                <a:lnTo>
                  <a:pt x="0" y="28"/>
                </a:lnTo>
                <a:lnTo>
                  <a:pt x="0" y="28"/>
                </a:lnTo>
                <a:close/>
                <a:moveTo>
                  <a:pt x="5970" y="0"/>
                </a:moveTo>
                <a:lnTo>
                  <a:pt x="6055" y="42"/>
                </a:lnTo>
                <a:lnTo>
                  <a:pt x="5970" y="84"/>
                </a:lnTo>
                <a:lnTo>
                  <a:pt x="5970" y="0"/>
                </a:lnTo>
                <a:lnTo>
                  <a:pt x="5970" y="0"/>
                </a:lnTo>
                <a:close/>
              </a:path>
            </a:pathLst>
          </a:custGeom>
          <a:solidFill>
            <a:schemeClr val="tx2"/>
          </a:solidFill>
          <a:ln w="9525">
            <a:noFill/>
            <a:round/>
          </a:ln>
        </p:spPr>
        <p:txBody>
          <a:bodyPr vert="horz" wrap="square" lIns="82938" tIns="41469" rIns="82938" bIns="41469" numCol="1" anchor="t" anchorCtr="0" compatLnSpc="1"/>
          <a:lstStyle/>
          <a:p>
            <a:endParaRPr lang="en-GB" sz="1815"/>
          </a:p>
        </p:txBody>
      </p:sp>
      <p:sp>
        <p:nvSpPr>
          <p:cNvPr id="70719" name="Freeform 63"/>
          <p:cNvSpPr/>
          <p:nvPr/>
        </p:nvSpPr>
        <p:spPr bwMode="auto">
          <a:xfrm>
            <a:off x="6185471" y="2724309"/>
            <a:ext cx="603322" cy="596122"/>
          </a:xfrm>
          <a:custGeom>
            <a:avLst/>
            <a:gdLst/>
            <a:ahLst/>
            <a:cxnLst>
              <a:cxn ang="0">
                <a:pos x="339" y="353"/>
              </a:cxn>
              <a:cxn ang="0">
                <a:pos x="339" y="353"/>
              </a:cxn>
              <a:cxn ang="0">
                <a:pos x="351" y="414"/>
              </a:cxn>
              <a:cxn ang="0">
                <a:pos x="351" y="414"/>
              </a:cxn>
              <a:cxn ang="0">
                <a:pos x="419" y="306"/>
              </a:cxn>
              <a:cxn ang="0">
                <a:pos x="419" y="306"/>
              </a:cxn>
              <a:cxn ang="0">
                <a:pos x="299" y="169"/>
              </a:cxn>
              <a:cxn ang="0">
                <a:pos x="299" y="169"/>
              </a:cxn>
              <a:cxn ang="0">
                <a:pos x="311" y="233"/>
              </a:cxn>
              <a:cxn ang="0">
                <a:pos x="311" y="233"/>
              </a:cxn>
              <a:cxn ang="0">
                <a:pos x="304" y="237"/>
              </a:cxn>
              <a:cxn ang="0">
                <a:pos x="297" y="237"/>
              </a:cxn>
              <a:cxn ang="0">
                <a:pos x="290" y="237"/>
              </a:cxn>
              <a:cxn ang="0">
                <a:pos x="283" y="235"/>
              </a:cxn>
              <a:cxn ang="0">
                <a:pos x="276" y="230"/>
              </a:cxn>
              <a:cxn ang="0">
                <a:pos x="269" y="223"/>
              </a:cxn>
              <a:cxn ang="0">
                <a:pos x="254" y="207"/>
              </a:cxn>
              <a:cxn ang="0">
                <a:pos x="238" y="186"/>
              </a:cxn>
              <a:cxn ang="0">
                <a:pos x="224" y="162"/>
              </a:cxn>
              <a:cxn ang="0">
                <a:pos x="193" y="108"/>
              </a:cxn>
              <a:cxn ang="0">
                <a:pos x="174" y="82"/>
              </a:cxn>
              <a:cxn ang="0">
                <a:pos x="158" y="56"/>
              </a:cxn>
              <a:cxn ang="0">
                <a:pos x="137" y="35"/>
              </a:cxn>
              <a:cxn ang="0">
                <a:pos x="113" y="16"/>
              </a:cxn>
              <a:cxn ang="0">
                <a:pos x="102" y="9"/>
              </a:cxn>
              <a:cxn ang="0">
                <a:pos x="90" y="4"/>
              </a:cxn>
              <a:cxn ang="0">
                <a:pos x="78" y="2"/>
              </a:cxn>
              <a:cxn ang="0">
                <a:pos x="64" y="0"/>
              </a:cxn>
              <a:cxn ang="0">
                <a:pos x="50" y="0"/>
              </a:cxn>
              <a:cxn ang="0">
                <a:pos x="33" y="4"/>
              </a:cxn>
              <a:cxn ang="0">
                <a:pos x="17" y="9"/>
              </a:cxn>
              <a:cxn ang="0">
                <a:pos x="0" y="16"/>
              </a:cxn>
              <a:cxn ang="0">
                <a:pos x="0" y="16"/>
              </a:cxn>
              <a:cxn ang="0">
                <a:pos x="19" y="16"/>
              </a:cxn>
              <a:cxn ang="0">
                <a:pos x="36" y="19"/>
              </a:cxn>
              <a:cxn ang="0">
                <a:pos x="50" y="23"/>
              </a:cxn>
              <a:cxn ang="0">
                <a:pos x="64" y="30"/>
              </a:cxn>
              <a:cxn ang="0">
                <a:pos x="76" y="37"/>
              </a:cxn>
              <a:cxn ang="0">
                <a:pos x="87" y="44"/>
              </a:cxn>
              <a:cxn ang="0">
                <a:pos x="109" y="66"/>
              </a:cxn>
              <a:cxn ang="0">
                <a:pos x="125" y="89"/>
              </a:cxn>
              <a:cxn ang="0">
                <a:pos x="139" y="117"/>
              </a:cxn>
              <a:cxn ang="0">
                <a:pos x="153" y="148"/>
              </a:cxn>
              <a:cxn ang="0">
                <a:pos x="167" y="179"/>
              </a:cxn>
              <a:cxn ang="0">
                <a:pos x="196" y="240"/>
              </a:cxn>
              <a:cxn ang="0">
                <a:pos x="210" y="268"/>
              </a:cxn>
              <a:cxn ang="0">
                <a:pos x="229" y="294"/>
              </a:cxn>
              <a:cxn ang="0">
                <a:pos x="250" y="317"/>
              </a:cxn>
              <a:cxn ang="0">
                <a:pos x="262" y="327"/>
              </a:cxn>
              <a:cxn ang="0">
                <a:pos x="273" y="334"/>
              </a:cxn>
              <a:cxn ang="0">
                <a:pos x="287" y="341"/>
              </a:cxn>
              <a:cxn ang="0">
                <a:pos x="304" y="346"/>
              </a:cxn>
              <a:cxn ang="0">
                <a:pos x="320" y="350"/>
              </a:cxn>
              <a:cxn ang="0">
                <a:pos x="339" y="353"/>
              </a:cxn>
            </a:cxnLst>
            <a:rect l="0" t="0" r="r" b="b"/>
            <a:pathLst>
              <a:path w="419" h="414">
                <a:moveTo>
                  <a:pt x="339" y="353"/>
                </a:moveTo>
                <a:lnTo>
                  <a:pt x="339" y="353"/>
                </a:lnTo>
                <a:lnTo>
                  <a:pt x="351" y="414"/>
                </a:lnTo>
                <a:lnTo>
                  <a:pt x="351" y="414"/>
                </a:lnTo>
                <a:lnTo>
                  <a:pt x="419" y="306"/>
                </a:lnTo>
                <a:lnTo>
                  <a:pt x="419" y="306"/>
                </a:lnTo>
                <a:lnTo>
                  <a:pt x="299" y="169"/>
                </a:lnTo>
                <a:lnTo>
                  <a:pt x="299" y="169"/>
                </a:lnTo>
                <a:lnTo>
                  <a:pt x="311" y="233"/>
                </a:lnTo>
                <a:lnTo>
                  <a:pt x="311" y="233"/>
                </a:lnTo>
                <a:lnTo>
                  <a:pt x="304" y="237"/>
                </a:lnTo>
                <a:lnTo>
                  <a:pt x="297" y="237"/>
                </a:lnTo>
                <a:lnTo>
                  <a:pt x="290" y="237"/>
                </a:lnTo>
                <a:lnTo>
                  <a:pt x="283" y="235"/>
                </a:lnTo>
                <a:lnTo>
                  <a:pt x="276" y="230"/>
                </a:lnTo>
                <a:lnTo>
                  <a:pt x="269" y="223"/>
                </a:lnTo>
                <a:lnTo>
                  <a:pt x="254" y="207"/>
                </a:lnTo>
                <a:lnTo>
                  <a:pt x="238" y="186"/>
                </a:lnTo>
                <a:lnTo>
                  <a:pt x="224" y="162"/>
                </a:lnTo>
                <a:lnTo>
                  <a:pt x="193" y="108"/>
                </a:lnTo>
                <a:lnTo>
                  <a:pt x="174" y="82"/>
                </a:lnTo>
                <a:lnTo>
                  <a:pt x="158" y="56"/>
                </a:lnTo>
                <a:lnTo>
                  <a:pt x="137" y="35"/>
                </a:lnTo>
                <a:lnTo>
                  <a:pt x="113" y="16"/>
                </a:lnTo>
                <a:lnTo>
                  <a:pt x="102" y="9"/>
                </a:lnTo>
                <a:lnTo>
                  <a:pt x="90" y="4"/>
                </a:lnTo>
                <a:lnTo>
                  <a:pt x="78" y="2"/>
                </a:lnTo>
                <a:lnTo>
                  <a:pt x="64" y="0"/>
                </a:lnTo>
                <a:lnTo>
                  <a:pt x="50" y="0"/>
                </a:lnTo>
                <a:lnTo>
                  <a:pt x="33" y="4"/>
                </a:lnTo>
                <a:lnTo>
                  <a:pt x="17" y="9"/>
                </a:lnTo>
                <a:lnTo>
                  <a:pt x="0" y="16"/>
                </a:lnTo>
                <a:lnTo>
                  <a:pt x="0" y="16"/>
                </a:lnTo>
                <a:lnTo>
                  <a:pt x="19" y="16"/>
                </a:lnTo>
                <a:lnTo>
                  <a:pt x="36" y="19"/>
                </a:lnTo>
                <a:lnTo>
                  <a:pt x="50" y="23"/>
                </a:lnTo>
                <a:lnTo>
                  <a:pt x="64" y="30"/>
                </a:lnTo>
                <a:lnTo>
                  <a:pt x="76" y="37"/>
                </a:lnTo>
                <a:lnTo>
                  <a:pt x="87" y="44"/>
                </a:lnTo>
                <a:lnTo>
                  <a:pt x="109" y="66"/>
                </a:lnTo>
                <a:lnTo>
                  <a:pt x="125" y="89"/>
                </a:lnTo>
                <a:lnTo>
                  <a:pt x="139" y="117"/>
                </a:lnTo>
                <a:lnTo>
                  <a:pt x="153" y="148"/>
                </a:lnTo>
                <a:lnTo>
                  <a:pt x="167" y="179"/>
                </a:lnTo>
                <a:lnTo>
                  <a:pt x="196" y="240"/>
                </a:lnTo>
                <a:lnTo>
                  <a:pt x="210" y="268"/>
                </a:lnTo>
                <a:lnTo>
                  <a:pt x="229" y="294"/>
                </a:lnTo>
                <a:lnTo>
                  <a:pt x="250" y="317"/>
                </a:lnTo>
                <a:lnTo>
                  <a:pt x="262" y="327"/>
                </a:lnTo>
                <a:lnTo>
                  <a:pt x="273" y="334"/>
                </a:lnTo>
                <a:lnTo>
                  <a:pt x="287" y="341"/>
                </a:lnTo>
                <a:lnTo>
                  <a:pt x="304" y="346"/>
                </a:lnTo>
                <a:lnTo>
                  <a:pt x="320" y="350"/>
                </a:lnTo>
                <a:lnTo>
                  <a:pt x="339" y="353"/>
                </a:lnTo>
                <a:close/>
              </a:path>
            </a:pathLst>
          </a:custGeom>
          <a:solidFill>
            <a:srgbClr val="1274A5"/>
          </a:solidFill>
          <a:ln w="9525">
            <a:noFill/>
            <a:round/>
          </a:ln>
        </p:spPr>
        <p:txBody>
          <a:bodyPr vert="horz" wrap="square" lIns="82938" tIns="41469" rIns="82938" bIns="41469" numCol="1" anchor="t" anchorCtr="0" compatLnSpc="1"/>
          <a:lstStyle/>
          <a:p>
            <a:endParaRPr lang="en-GB" sz="1815"/>
          </a:p>
        </p:txBody>
      </p:sp>
      <p:sp>
        <p:nvSpPr>
          <p:cNvPr id="70720" name="Freeform 64"/>
          <p:cNvSpPr/>
          <p:nvPr/>
        </p:nvSpPr>
        <p:spPr bwMode="auto">
          <a:xfrm>
            <a:off x="6185471" y="2724309"/>
            <a:ext cx="603322" cy="596122"/>
          </a:xfrm>
          <a:custGeom>
            <a:avLst/>
            <a:gdLst/>
            <a:ahLst/>
            <a:cxnLst>
              <a:cxn ang="0">
                <a:pos x="339" y="353"/>
              </a:cxn>
              <a:cxn ang="0">
                <a:pos x="339" y="353"/>
              </a:cxn>
              <a:cxn ang="0">
                <a:pos x="351" y="414"/>
              </a:cxn>
              <a:cxn ang="0">
                <a:pos x="351" y="414"/>
              </a:cxn>
              <a:cxn ang="0">
                <a:pos x="419" y="306"/>
              </a:cxn>
              <a:cxn ang="0">
                <a:pos x="419" y="306"/>
              </a:cxn>
              <a:cxn ang="0">
                <a:pos x="299" y="169"/>
              </a:cxn>
              <a:cxn ang="0">
                <a:pos x="299" y="169"/>
              </a:cxn>
              <a:cxn ang="0">
                <a:pos x="311" y="233"/>
              </a:cxn>
              <a:cxn ang="0">
                <a:pos x="311" y="233"/>
              </a:cxn>
              <a:cxn ang="0">
                <a:pos x="304" y="237"/>
              </a:cxn>
              <a:cxn ang="0">
                <a:pos x="297" y="237"/>
              </a:cxn>
              <a:cxn ang="0">
                <a:pos x="290" y="237"/>
              </a:cxn>
              <a:cxn ang="0">
                <a:pos x="283" y="235"/>
              </a:cxn>
              <a:cxn ang="0">
                <a:pos x="276" y="230"/>
              </a:cxn>
              <a:cxn ang="0">
                <a:pos x="269" y="223"/>
              </a:cxn>
              <a:cxn ang="0">
                <a:pos x="254" y="207"/>
              </a:cxn>
              <a:cxn ang="0">
                <a:pos x="238" y="186"/>
              </a:cxn>
              <a:cxn ang="0">
                <a:pos x="224" y="162"/>
              </a:cxn>
              <a:cxn ang="0">
                <a:pos x="193" y="108"/>
              </a:cxn>
              <a:cxn ang="0">
                <a:pos x="174" y="82"/>
              </a:cxn>
              <a:cxn ang="0">
                <a:pos x="158" y="56"/>
              </a:cxn>
              <a:cxn ang="0">
                <a:pos x="137" y="35"/>
              </a:cxn>
              <a:cxn ang="0">
                <a:pos x="113" y="16"/>
              </a:cxn>
              <a:cxn ang="0">
                <a:pos x="102" y="9"/>
              </a:cxn>
              <a:cxn ang="0">
                <a:pos x="90" y="4"/>
              </a:cxn>
              <a:cxn ang="0">
                <a:pos x="78" y="2"/>
              </a:cxn>
              <a:cxn ang="0">
                <a:pos x="64" y="0"/>
              </a:cxn>
              <a:cxn ang="0">
                <a:pos x="50" y="0"/>
              </a:cxn>
              <a:cxn ang="0">
                <a:pos x="33" y="4"/>
              </a:cxn>
              <a:cxn ang="0">
                <a:pos x="17" y="9"/>
              </a:cxn>
              <a:cxn ang="0">
                <a:pos x="0" y="16"/>
              </a:cxn>
              <a:cxn ang="0">
                <a:pos x="0" y="16"/>
              </a:cxn>
              <a:cxn ang="0">
                <a:pos x="19" y="16"/>
              </a:cxn>
              <a:cxn ang="0">
                <a:pos x="36" y="19"/>
              </a:cxn>
              <a:cxn ang="0">
                <a:pos x="50" y="23"/>
              </a:cxn>
              <a:cxn ang="0">
                <a:pos x="64" y="30"/>
              </a:cxn>
              <a:cxn ang="0">
                <a:pos x="76" y="37"/>
              </a:cxn>
              <a:cxn ang="0">
                <a:pos x="87" y="44"/>
              </a:cxn>
              <a:cxn ang="0">
                <a:pos x="109" y="66"/>
              </a:cxn>
              <a:cxn ang="0">
                <a:pos x="125" y="89"/>
              </a:cxn>
              <a:cxn ang="0">
                <a:pos x="139" y="117"/>
              </a:cxn>
              <a:cxn ang="0">
                <a:pos x="153" y="148"/>
              </a:cxn>
              <a:cxn ang="0">
                <a:pos x="167" y="179"/>
              </a:cxn>
              <a:cxn ang="0">
                <a:pos x="196" y="240"/>
              </a:cxn>
              <a:cxn ang="0">
                <a:pos x="210" y="268"/>
              </a:cxn>
              <a:cxn ang="0">
                <a:pos x="229" y="294"/>
              </a:cxn>
              <a:cxn ang="0">
                <a:pos x="250" y="317"/>
              </a:cxn>
              <a:cxn ang="0">
                <a:pos x="262" y="327"/>
              </a:cxn>
              <a:cxn ang="0">
                <a:pos x="273" y="334"/>
              </a:cxn>
              <a:cxn ang="0">
                <a:pos x="287" y="341"/>
              </a:cxn>
              <a:cxn ang="0">
                <a:pos x="304" y="346"/>
              </a:cxn>
              <a:cxn ang="0">
                <a:pos x="320" y="350"/>
              </a:cxn>
              <a:cxn ang="0">
                <a:pos x="339" y="353"/>
              </a:cxn>
            </a:cxnLst>
            <a:rect l="0" t="0" r="r" b="b"/>
            <a:pathLst>
              <a:path w="419" h="414">
                <a:moveTo>
                  <a:pt x="339" y="353"/>
                </a:moveTo>
                <a:lnTo>
                  <a:pt x="339" y="353"/>
                </a:lnTo>
                <a:lnTo>
                  <a:pt x="351" y="414"/>
                </a:lnTo>
                <a:lnTo>
                  <a:pt x="351" y="414"/>
                </a:lnTo>
                <a:lnTo>
                  <a:pt x="419" y="306"/>
                </a:lnTo>
                <a:lnTo>
                  <a:pt x="419" y="306"/>
                </a:lnTo>
                <a:lnTo>
                  <a:pt x="299" y="169"/>
                </a:lnTo>
                <a:lnTo>
                  <a:pt x="299" y="169"/>
                </a:lnTo>
                <a:lnTo>
                  <a:pt x="311" y="233"/>
                </a:lnTo>
                <a:lnTo>
                  <a:pt x="311" y="233"/>
                </a:lnTo>
                <a:lnTo>
                  <a:pt x="304" y="237"/>
                </a:lnTo>
                <a:lnTo>
                  <a:pt x="297" y="237"/>
                </a:lnTo>
                <a:lnTo>
                  <a:pt x="290" y="237"/>
                </a:lnTo>
                <a:lnTo>
                  <a:pt x="283" y="235"/>
                </a:lnTo>
                <a:lnTo>
                  <a:pt x="276" y="230"/>
                </a:lnTo>
                <a:lnTo>
                  <a:pt x="269" y="223"/>
                </a:lnTo>
                <a:lnTo>
                  <a:pt x="254" y="207"/>
                </a:lnTo>
                <a:lnTo>
                  <a:pt x="238" y="186"/>
                </a:lnTo>
                <a:lnTo>
                  <a:pt x="224" y="162"/>
                </a:lnTo>
                <a:lnTo>
                  <a:pt x="193" y="108"/>
                </a:lnTo>
                <a:lnTo>
                  <a:pt x="174" y="82"/>
                </a:lnTo>
                <a:lnTo>
                  <a:pt x="158" y="56"/>
                </a:lnTo>
                <a:lnTo>
                  <a:pt x="137" y="35"/>
                </a:lnTo>
                <a:lnTo>
                  <a:pt x="113" y="16"/>
                </a:lnTo>
                <a:lnTo>
                  <a:pt x="102" y="9"/>
                </a:lnTo>
                <a:lnTo>
                  <a:pt x="90" y="4"/>
                </a:lnTo>
                <a:lnTo>
                  <a:pt x="78" y="2"/>
                </a:lnTo>
                <a:lnTo>
                  <a:pt x="64" y="0"/>
                </a:lnTo>
                <a:lnTo>
                  <a:pt x="50" y="0"/>
                </a:lnTo>
                <a:lnTo>
                  <a:pt x="33" y="4"/>
                </a:lnTo>
                <a:lnTo>
                  <a:pt x="17" y="9"/>
                </a:lnTo>
                <a:lnTo>
                  <a:pt x="0" y="16"/>
                </a:lnTo>
                <a:lnTo>
                  <a:pt x="0" y="16"/>
                </a:lnTo>
                <a:lnTo>
                  <a:pt x="19" y="16"/>
                </a:lnTo>
                <a:lnTo>
                  <a:pt x="36" y="19"/>
                </a:lnTo>
                <a:lnTo>
                  <a:pt x="50" y="23"/>
                </a:lnTo>
                <a:lnTo>
                  <a:pt x="64" y="30"/>
                </a:lnTo>
                <a:lnTo>
                  <a:pt x="76" y="37"/>
                </a:lnTo>
                <a:lnTo>
                  <a:pt x="87" y="44"/>
                </a:lnTo>
                <a:lnTo>
                  <a:pt x="109" y="66"/>
                </a:lnTo>
                <a:lnTo>
                  <a:pt x="125" y="89"/>
                </a:lnTo>
                <a:lnTo>
                  <a:pt x="139" y="117"/>
                </a:lnTo>
                <a:lnTo>
                  <a:pt x="153" y="148"/>
                </a:lnTo>
                <a:lnTo>
                  <a:pt x="167" y="179"/>
                </a:lnTo>
                <a:lnTo>
                  <a:pt x="196" y="240"/>
                </a:lnTo>
                <a:lnTo>
                  <a:pt x="210" y="268"/>
                </a:lnTo>
                <a:lnTo>
                  <a:pt x="229" y="294"/>
                </a:lnTo>
                <a:lnTo>
                  <a:pt x="250" y="317"/>
                </a:lnTo>
                <a:lnTo>
                  <a:pt x="262" y="327"/>
                </a:lnTo>
                <a:lnTo>
                  <a:pt x="273" y="334"/>
                </a:lnTo>
                <a:lnTo>
                  <a:pt x="287" y="341"/>
                </a:lnTo>
                <a:lnTo>
                  <a:pt x="304" y="346"/>
                </a:lnTo>
                <a:lnTo>
                  <a:pt x="320" y="350"/>
                </a:lnTo>
                <a:lnTo>
                  <a:pt x="339" y="353"/>
                </a:lnTo>
              </a:path>
            </a:pathLst>
          </a:custGeom>
          <a:solidFill>
            <a:schemeClr val="accent3"/>
          </a:solidFill>
          <a:ln w="9525">
            <a:noFill/>
            <a:round/>
          </a:ln>
        </p:spPr>
        <p:txBody>
          <a:bodyPr vert="horz" wrap="square" lIns="82938" tIns="41469" rIns="82938" bIns="41469" numCol="1" anchor="t" anchorCtr="0" compatLnSpc="1"/>
          <a:lstStyle/>
          <a:p>
            <a:endParaRPr lang="en-GB" sz="1815"/>
          </a:p>
        </p:txBody>
      </p:sp>
      <p:sp>
        <p:nvSpPr>
          <p:cNvPr id="70723" name="Freeform 67"/>
          <p:cNvSpPr/>
          <p:nvPr/>
        </p:nvSpPr>
        <p:spPr bwMode="auto">
          <a:xfrm>
            <a:off x="6781594" y="2899978"/>
            <a:ext cx="603322" cy="596122"/>
          </a:xfrm>
          <a:custGeom>
            <a:avLst/>
            <a:gdLst/>
            <a:ahLst/>
            <a:cxnLst>
              <a:cxn ang="0">
                <a:pos x="337" y="353"/>
              </a:cxn>
              <a:cxn ang="0">
                <a:pos x="337" y="353"/>
              </a:cxn>
              <a:cxn ang="0">
                <a:pos x="349" y="414"/>
              </a:cxn>
              <a:cxn ang="0">
                <a:pos x="349" y="414"/>
              </a:cxn>
              <a:cxn ang="0">
                <a:pos x="419" y="306"/>
              </a:cxn>
              <a:cxn ang="0">
                <a:pos x="419" y="306"/>
              </a:cxn>
              <a:cxn ang="0">
                <a:pos x="297" y="169"/>
              </a:cxn>
              <a:cxn ang="0">
                <a:pos x="297" y="169"/>
              </a:cxn>
              <a:cxn ang="0">
                <a:pos x="309" y="233"/>
              </a:cxn>
              <a:cxn ang="0">
                <a:pos x="309" y="233"/>
              </a:cxn>
              <a:cxn ang="0">
                <a:pos x="302" y="238"/>
              </a:cxn>
              <a:cxn ang="0">
                <a:pos x="295" y="238"/>
              </a:cxn>
              <a:cxn ang="0">
                <a:pos x="288" y="238"/>
              </a:cxn>
              <a:cxn ang="0">
                <a:pos x="280" y="235"/>
              </a:cxn>
              <a:cxn ang="0">
                <a:pos x="273" y="231"/>
              </a:cxn>
              <a:cxn ang="0">
                <a:pos x="266" y="224"/>
              </a:cxn>
              <a:cxn ang="0">
                <a:pos x="252" y="207"/>
              </a:cxn>
              <a:cxn ang="0">
                <a:pos x="238" y="186"/>
              </a:cxn>
              <a:cxn ang="0">
                <a:pos x="222" y="162"/>
              </a:cxn>
              <a:cxn ang="0">
                <a:pos x="191" y="108"/>
              </a:cxn>
              <a:cxn ang="0">
                <a:pos x="175" y="82"/>
              </a:cxn>
              <a:cxn ang="0">
                <a:pos x="156" y="57"/>
              </a:cxn>
              <a:cxn ang="0">
                <a:pos x="135" y="35"/>
              </a:cxn>
              <a:cxn ang="0">
                <a:pos x="113" y="17"/>
              </a:cxn>
              <a:cxn ang="0">
                <a:pos x="99" y="9"/>
              </a:cxn>
              <a:cxn ang="0">
                <a:pos x="88" y="5"/>
              </a:cxn>
              <a:cxn ang="0">
                <a:pos x="76" y="2"/>
              </a:cxn>
              <a:cxn ang="0">
                <a:pos x="62" y="0"/>
              </a:cxn>
              <a:cxn ang="0">
                <a:pos x="48" y="0"/>
              </a:cxn>
              <a:cxn ang="0">
                <a:pos x="31" y="5"/>
              </a:cxn>
              <a:cxn ang="0">
                <a:pos x="17" y="9"/>
              </a:cxn>
              <a:cxn ang="0">
                <a:pos x="0" y="17"/>
              </a:cxn>
              <a:cxn ang="0">
                <a:pos x="0" y="17"/>
              </a:cxn>
              <a:cxn ang="0">
                <a:pos x="17" y="17"/>
              </a:cxn>
              <a:cxn ang="0">
                <a:pos x="33" y="19"/>
              </a:cxn>
              <a:cxn ang="0">
                <a:pos x="48" y="24"/>
              </a:cxn>
              <a:cxn ang="0">
                <a:pos x="62" y="31"/>
              </a:cxn>
              <a:cxn ang="0">
                <a:pos x="73" y="38"/>
              </a:cxn>
              <a:cxn ang="0">
                <a:pos x="85" y="45"/>
              </a:cxn>
              <a:cxn ang="0">
                <a:pos x="106" y="66"/>
              </a:cxn>
              <a:cxn ang="0">
                <a:pos x="123" y="89"/>
              </a:cxn>
              <a:cxn ang="0">
                <a:pos x="137" y="118"/>
              </a:cxn>
              <a:cxn ang="0">
                <a:pos x="151" y="148"/>
              </a:cxn>
              <a:cxn ang="0">
                <a:pos x="165" y="179"/>
              </a:cxn>
              <a:cxn ang="0">
                <a:pos x="193" y="240"/>
              </a:cxn>
              <a:cxn ang="0">
                <a:pos x="208" y="268"/>
              </a:cxn>
              <a:cxn ang="0">
                <a:pos x="226" y="294"/>
              </a:cxn>
              <a:cxn ang="0">
                <a:pos x="248" y="318"/>
              </a:cxn>
              <a:cxn ang="0">
                <a:pos x="259" y="327"/>
              </a:cxn>
              <a:cxn ang="0">
                <a:pos x="271" y="334"/>
              </a:cxn>
              <a:cxn ang="0">
                <a:pos x="285" y="341"/>
              </a:cxn>
              <a:cxn ang="0">
                <a:pos x="302" y="348"/>
              </a:cxn>
              <a:cxn ang="0">
                <a:pos x="318" y="351"/>
              </a:cxn>
              <a:cxn ang="0">
                <a:pos x="337" y="353"/>
              </a:cxn>
            </a:cxnLst>
            <a:rect l="0" t="0" r="r" b="b"/>
            <a:pathLst>
              <a:path w="419" h="414">
                <a:moveTo>
                  <a:pt x="337" y="353"/>
                </a:moveTo>
                <a:lnTo>
                  <a:pt x="337" y="353"/>
                </a:lnTo>
                <a:lnTo>
                  <a:pt x="349" y="414"/>
                </a:lnTo>
                <a:lnTo>
                  <a:pt x="349" y="414"/>
                </a:lnTo>
                <a:lnTo>
                  <a:pt x="419" y="306"/>
                </a:lnTo>
                <a:lnTo>
                  <a:pt x="419" y="306"/>
                </a:lnTo>
                <a:lnTo>
                  <a:pt x="297" y="169"/>
                </a:lnTo>
                <a:lnTo>
                  <a:pt x="297" y="169"/>
                </a:lnTo>
                <a:lnTo>
                  <a:pt x="309" y="233"/>
                </a:lnTo>
                <a:lnTo>
                  <a:pt x="309" y="233"/>
                </a:lnTo>
                <a:lnTo>
                  <a:pt x="302" y="238"/>
                </a:lnTo>
                <a:lnTo>
                  <a:pt x="295" y="238"/>
                </a:lnTo>
                <a:lnTo>
                  <a:pt x="288" y="238"/>
                </a:lnTo>
                <a:lnTo>
                  <a:pt x="280" y="235"/>
                </a:lnTo>
                <a:lnTo>
                  <a:pt x="273" y="231"/>
                </a:lnTo>
                <a:lnTo>
                  <a:pt x="266" y="224"/>
                </a:lnTo>
                <a:lnTo>
                  <a:pt x="252" y="207"/>
                </a:lnTo>
                <a:lnTo>
                  <a:pt x="238" y="186"/>
                </a:lnTo>
                <a:lnTo>
                  <a:pt x="222" y="162"/>
                </a:lnTo>
                <a:lnTo>
                  <a:pt x="191" y="108"/>
                </a:lnTo>
                <a:lnTo>
                  <a:pt x="175" y="82"/>
                </a:lnTo>
                <a:lnTo>
                  <a:pt x="156" y="57"/>
                </a:lnTo>
                <a:lnTo>
                  <a:pt x="135" y="35"/>
                </a:lnTo>
                <a:lnTo>
                  <a:pt x="113" y="17"/>
                </a:lnTo>
                <a:lnTo>
                  <a:pt x="99" y="9"/>
                </a:lnTo>
                <a:lnTo>
                  <a:pt x="88" y="5"/>
                </a:lnTo>
                <a:lnTo>
                  <a:pt x="76" y="2"/>
                </a:lnTo>
                <a:lnTo>
                  <a:pt x="62" y="0"/>
                </a:lnTo>
                <a:lnTo>
                  <a:pt x="48" y="0"/>
                </a:lnTo>
                <a:lnTo>
                  <a:pt x="31" y="5"/>
                </a:lnTo>
                <a:lnTo>
                  <a:pt x="17" y="9"/>
                </a:lnTo>
                <a:lnTo>
                  <a:pt x="0" y="17"/>
                </a:lnTo>
                <a:lnTo>
                  <a:pt x="0" y="17"/>
                </a:lnTo>
                <a:lnTo>
                  <a:pt x="17" y="17"/>
                </a:lnTo>
                <a:lnTo>
                  <a:pt x="33" y="19"/>
                </a:lnTo>
                <a:lnTo>
                  <a:pt x="48" y="24"/>
                </a:lnTo>
                <a:lnTo>
                  <a:pt x="62" y="31"/>
                </a:lnTo>
                <a:lnTo>
                  <a:pt x="73" y="38"/>
                </a:lnTo>
                <a:lnTo>
                  <a:pt x="85" y="45"/>
                </a:lnTo>
                <a:lnTo>
                  <a:pt x="106" y="66"/>
                </a:lnTo>
                <a:lnTo>
                  <a:pt x="123" y="89"/>
                </a:lnTo>
                <a:lnTo>
                  <a:pt x="137" y="118"/>
                </a:lnTo>
                <a:lnTo>
                  <a:pt x="151" y="148"/>
                </a:lnTo>
                <a:lnTo>
                  <a:pt x="165" y="179"/>
                </a:lnTo>
                <a:lnTo>
                  <a:pt x="193" y="240"/>
                </a:lnTo>
                <a:lnTo>
                  <a:pt x="208" y="268"/>
                </a:lnTo>
                <a:lnTo>
                  <a:pt x="226" y="294"/>
                </a:lnTo>
                <a:lnTo>
                  <a:pt x="248" y="318"/>
                </a:lnTo>
                <a:lnTo>
                  <a:pt x="259" y="327"/>
                </a:lnTo>
                <a:lnTo>
                  <a:pt x="271" y="334"/>
                </a:lnTo>
                <a:lnTo>
                  <a:pt x="285" y="341"/>
                </a:lnTo>
                <a:lnTo>
                  <a:pt x="302" y="348"/>
                </a:lnTo>
                <a:lnTo>
                  <a:pt x="318" y="351"/>
                </a:lnTo>
                <a:lnTo>
                  <a:pt x="337" y="353"/>
                </a:lnTo>
                <a:close/>
              </a:path>
            </a:pathLst>
          </a:custGeom>
          <a:solidFill>
            <a:srgbClr val="1274A5"/>
          </a:solidFill>
          <a:ln w="9525">
            <a:noFill/>
            <a:round/>
          </a:ln>
        </p:spPr>
        <p:txBody>
          <a:bodyPr vert="horz" wrap="square" lIns="82938" tIns="41469" rIns="82938" bIns="41469" numCol="1" anchor="t" anchorCtr="0" compatLnSpc="1"/>
          <a:lstStyle/>
          <a:p>
            <a:endParaRPr lang="en-GB" sz="1815"/>
          </a:p>
        </p:txBody>
      </p:sp>
      <p:sp>
        <p:nvSpPr>
          <p:cNvPr id="70724" name="Freeform 68"/>
          <p:cNvSpPr/>
          <p:nvPr/>
        </p:nvSpPr>
        <p:spPr bwMode="auto">
          <a:xfrm>
            <a:off x="6781594" y="2899978"/>
            <a:ext cx="603322" cy="596122"/>
          </a:xfrm>
          <a:custGeom>
            <a:avLst/>
            <a:gdLst/>
            <a:ahLst/>
            <a:cxnLst>
              <a:cxn ang="0">
                <a:pos x="337" y="353"/>
              </a:cxn>
              <a:cxn ang="0">
                <a:pos x="337" y="353"/>
              </a:cxn>
              <a:cxn ang="0">
                <a:pos x="349" y="414"/>
              </a:cxn>
              <a:cxn ang="0">
                <a:pos x="349" y="414"/>
              </a:cxn>
              <a:cxn ang="0">
                <a:pos x="419" y="306"/>
              </a:cxn>
              <a:cxn ang="0">
                <a:pos x="419" y="306"/>
              </a:cxn>
              <a:cxn ang="0">
                <a:pos x="297" y="169"/>
              </a:cxn>
              <a:cxn ang="0">
                <a:pos x="297" y="169"/>
              </a:cxn>
              <a:cxn ang="0">
                <a:pos x="309" y="233"/>
              </a:cxn>
              <a:cxn ang="0">
                <a:pos x="309" y="233"/>
              </a:cxn>
              <a:cxn ang="0">
                <a:pos x="302" y="238"/>
              </a:cxn>
              <a:cxn ang="0">
                <a:pos x="295" y="238"/>
              </a:cxn>
              <a:cxn ang="0">
                <a:pos x="288" y="238"/>
              </a:cxn>
              <a:cxn ang="0">
                <a:pos x="280" y="235"/>
              </a:cxn>
              <a:cxn ang="0">
                <a:pos x="273" y="231"/>
              </a:cxn>
              <a:cxn ang="0">
                <a:pos x="266" y="224"/>
              </a:cxn>
              <a:cxn ang="0">
                <a:pos x="252" y="207"/>
              </a:cxn>
              <a:cxn ang="0">
                <a:pos x="238" y="186"/>
              </a:cxn>
              <a:cxn ang="0">
                <a:pos x="222" y="162"/>
              </a:cxn>
              <a:cxn ang="0">
                <a:pos x="191" y="108"/>
              </a:cxn>
              <a:cxn ang="0">
                <a:pos x="175" y="82"/>
              </a:cxn>
              <a:cxn ang="0">
                <a:pos x="156" y="57"/>
              </a:cxn>
              <a:cxn ang="0">
                <a:pos x="135" y="35"/>
              </a:cxn>
              <a:cxn ang="0">
                <a:pos x="113" y="17"/>
              </a:cxn>
              <a:cxn ang="0">
                <a:pos x="99" y="9"/>
              </a:cxn>
              <a:cxn ang="0">
                <a:pos x="88" y="5"/>
              </a:cxn>
              <a:cxn ang="0">
                <a:pos x="76" y="2"/>
              </a:cxn>
              <a:cxn ang="0">
                <a:pos x="62" y="0"/>
              </a:cxn>
              <a:cxn ang="0">
                <a:pos x="48" y="0"/>
              </a:cxn>
              <a:cxn ang="0">
                <a:pos x="31" y="5"/>
              </a:cxn>
              <a:cxn ang="0">
                <a:pos x="17" y="9"/>
              </a:cxn>
              <a:cxn ang="0">
                <a:pos x="0" y="17"/>
              </a:cxn>
              <a:cxn ang="0">
                <a:pos x="0" y="17"/>
              </a:cxn>
              <a:cxn ang="0">
                <a:pos x="17" y="17"/>
              </a:cxn>
              <a:cxn ang="0">
                <a:pos x="33" y="19"/>
              </a:cxn>
              <a:cxn ang="0">
                <a:pos x="48" y="24"/>
              </a:cxn>
              <a:cxn ang="0">
                <a:pos x="62" y="31"/>
              </a:cxn>
              <a:cxn ang="0">
                <a:pos x="73" y="38"/>
              </a:cxn>
              <a:cxn ang="0">
                <a:pos x="85" y="45"/>
              </a:cxn>
              <a:cxn ang="0">
                <a:pos x="106" y="66"/>
              </a:cxn>
              <a:cxn ang="0">
                <a:pos x="123" y="89"/>
              </a:cxn>
              <a:cxn ang="0">
                <a:pos x="137" y="118"/>
              </a:cxn>
              <a:cxn ang="0">
                <a:pos x="151" y="148"/>
              </a:cxn>
              <a:cxn ang="0">
                <a:pos x="165" y="179"/>
              </a:cxn>
              <a:cxn ang="0">
                <a:pos x="193" y="240"/>
              </a:cxn>
              <a:cxn ang="0">
                <a:pos x="208" y="268"/>
              </a:cxn>
              <a:cxn ang="0">
                <a:pos x="226" y="294"/>
              </a:cxn>
              <a:cxn ang="0">
                <a:pos x="248" y="318"/>
              </a:cxn>
              <a:cxn ang="0">
                <a:pos x="259" y="327"/>
              </a:cxn>
              <a:cxn ang="0">
                <a:pos x="271" y="334"/>
              </a:cxn>
              <a:cxn ang="0">
                <a:pos x="285" y="341"/>
              </a:cxn>
              <a:cxn ang="0">
                <a:pos x="302" y="348"/>
              </a:cxn>
              <a:cxn ang="0">
                <a:pos x="318" y="351"/>
              </a:cxn>
              <a:cxn ang="0">
                <a:pos x="337" y="353"/>
              </a:cxn>
            </a:cxnLst>
            <a:rect l="0" t="0" r="r" b="b"/>
            <a:pathLst>
              <a:path w="419" h="414">
                <a:moveTo>
                  <a:pt x="337" y="353"/>
                </a:moveTo>
                <a:lnTo>
                  <a:pt x="337" y="353"/>
                </a:lnTo>
                <a:lnTo>
                  <a:pt x="349" y="414"/>
                </a:lnTo>
                <a:lnTo>
                  <a:pt x="349" y="414"/>
                </a:lnTo>
                <a:lnTo>
                  <a:pt x="419" y="306"/>
                </a:lnTo>
                <a:lnTo>
                  <a:pt x="419" y="306"/>
                </a:lnTo>
                <a:lnTo>
                  <a:pt x="297" y="169"/>
                </a:lnTo>
                <a:lnTo>
                  <a:pt x="297" y="169"/>
                </a:lnTo>
                <a:lnTo>
                  <a:pt x="309" y="233"/>
                </a:lnTo>
                <a:lnTo>
                  <a:pt x="309" y="233"/>
                </a:lnTo>
                <a:lnTo>
                  <a:pt x="302" y="238"/>
                </a:lnTo>
                <a:lnTo>
                  <a:pt x="295" y="238"/>
                </a:lnTo>
                <a:lnTo>
                  <a:pt x="288" y="238"/>
                </a:lnTo>
                <a:lnTo>
                  <a:pt x="280" y="235"/>
                </a:lnTo>
                <a:lnTo>
                  <a:pt x="273" y="231"/>
                </a:lnTo>
                <a:lnTo>
                  <a:pt x="266" y="224"/>
                </a:lnTo>
                <a:lnTo>
                  <a:pt x="252" y="207"/>
                </a:lnTo>
                <a:lnTo>
                  <a:pt x="238" y="186"/>
                </a:lnTo>
                <a:lnTo>
                  <a:pt x="222" y="162"/>
                </a:lnTo>
                <a:lnTo>
                  <a:pt x="191" y="108"/>
                </a:lnTo>
                <a:lnTo>
                  <a:pt x="175" y="82"/>
                </a:lnTo>
                <a:lnTo>
                  <a:pt x="156" y="57"/>
                </a:lnTo>
                <a:lnTo>
                  <a:pt x="135" y="35"/>
                </a:lnTo>
                <a:lnTo>
                  <a:pt x="113" y="17"/>
                </a:lnTo>
                <a:lnTo>
                  <a:pt x="99" y="9"/>
                </a:lnTo>
                <a:lnTo>
                  <a:pt x="88" y="5"/>
                </a:lnTo>
                <a:lnTo>
                  <a:pt x="76" y="2"/>
                </a:lnTo>
                <a:lnTo>
                  <a:pt x="62" y="0"/>
                </a:lnTo>
                <a:lnTo>
                  <a:pt x="48" y="0"/>
                </a:lnTo>
                <a:lnTo>
                  <a:pt x="31" y="5"/>
                </a:lnTo>
                <a:lnTo>
                  <a:pt x="17" y="9"/>
                </a:lnTo>
                <a:lnTo>
                  <a:pt x="0" y="17"/>
                </a:lnTo>
                <a:lnTo>
                  <a:pt x="0" y="17"/>
                </a:lnTo>
                <a:lnTo>
                  <a:pt x="17" y="17"/>
                </a:lnTo>
                <a:lnTo>
                  <a:pt x="33" y="19"/>
                </a:lnTo>
                <a:lnTo>
                  <a:pt x="48" y="24"/>
                </a:lnTo>
                <a:lnTo>
                  <a:pt x="62" y="31"/>
                </a:lnTo>
                <a:lnTo>
                  <a:pt x="73" y="38"/>
                </a:lnTo>
                <a:lnTo>
                  <a:pt x="85" y="45"/>
                </a:lnTo>
                <a:lnTo>
                  <a:pt x="106" y="66"/>
                </a:lnTo>
                <a:lnTo>
                  <a:pt x="123" y="89"/>
                </a:lnTo>
                <a:lnTo>
                  <a:pt x="137" y="118"/>
                </a:lnTo>
                <a:lnTo>
                  <a:pt x="151" y="148"/>
                </a:lnTo>
                <a:lnTo>
                  <a:pt x="165" y="179"/>
                </a:lnTo>
                <a:lnTo>
                  <a:pt x="193" y="240"/>
                </a:lnTo>
                <a:lnTo>
                  <a:pt x="208" y="268"/>
                </a:lnTo>
                <a:lnTo>
                  <a:pt x="226" y="294"/>
                </a:lnTo>
                <a:lnTo>
                  <a:pt x="248" y="318"/>
                </a:lnTo>
                <a:lnTo>
                  <a:pt x="259" y="327"/>
                </a:lnTo>
                <a:lnTo>
                  <a:pt x="271" y="334"/>
                </a:lnTo>
                <a:lnTo>
                  <a:pt x="285" y="341"/>
                </a:lnTo>
                <a:lnTo>
                  <a:pt x="302" y="348"/>
                </a:lnTo>
                <a:lnTo>
                  <a:pt x="318" y="351"/>
                </a:lnTo>
                <a:lnTo>
                  <a:pt x="337" y="353"/>
                </a:lnTo>
              </a:path>
            </a:pathLst>
          </a:custGeom>
          <a:solidFill>
            <a:schemeClr val="accent3"/>
          </a:solidFill>
          <a:ln w="9525">
            <a:noFill/>
            <a:round/>
          </a:ln>
        </p:spPr>
        <p:txBody>
          <a:bodyPr vert="horz" wrap="square" lIns="82938" tIns="41469" rIns="82938" bIns="41469" numCol="1" anchor="t" anchorCtr="0" compatLnSpc="1"/>
          <a:lstStyle/>
          <a:p>
            <a:endParaRPr lang="en-GB" sz="1815"/>
          </a:p>
        </p:txBody>
      </p:sp>
      <p:sp>
        <p:nvSpPr>
          <p:cNvPr id="70725" name="Freeform 69"/>
          <p:cNvSpPr/>
          <p:nvPr/>
        </p:nvSpPr>
        <p:spPr bwMode="auto">
          <a:xfrm>
            <a:off x="7301400" y="3072767"/>
            <a:ext cx="601882" cy="593243"/>
          </a:xfrm>
          <a:custGeom>
            <a:avLst/>
            <a:gdLst/>
            <a:ahLst/>
            <a:cxnLst>
              <a:cxn ang="0">
                <a:pos x="336" y="353"/>
              </a:cxn>
              <a:cxn ang="0">
                <a:pos x="336" y="353"/>
              </a:cxn>
              <a:cxn ang="0">
                <a:pos x="348" y="412"/>
              </a:cxn>
              <a:cxn ang="0">
                <a:pos x="348" y="412"/>
              </a:cxn>
              <a:cxn ang="0">
                <a:pos x="418" y="306"/>
              </a:cxn>
              <a:cxn ang="0">
                <a:pos x="418" y="306"/>
              </a:cxn>
              <a:cxn ang="0">
                <a:pos x="296" y="170"/>
              </a:cxn>
              <a:cxn ang="0">
                <a:pos x="296" y="170"/>
              </a:cxn>
              <a:cxn ang="0">
                <a:pos x="308" y="233"/>
              </a:cxn>
              <a:cxn ang="0">
                <a:pos x="308" y="233"/>
              </a:cxn>
              <a:cxn ang="0">
                <a:pos x="301" y="235"/>
              </a:cxn>
              <a:cxn ang="0">
                <a:pos x="294" y="238"/>
              </a:cxn>
              <a:cxn ang="0">
                <a:pos x="287" y="238"/>
              </a:cxn>
              <a:cxn ang="0">
                <a:pos x="280" y="233"/>
              </a:cxn>
              <a:cxn ang="0">
                <a:pos x="272" y="231"/>
              </a:cxn>
              <a:cxn ang="0">
                <a:pos x="265" y="224"/>
              </a:cxn>
              <a:cxn ang="0">
                <a:pos x="251" y="207"/>
              </a:cxn>
              <a:cxn ang="0">
                <a:pos x="237" y="186"/>
              </a:cxn>
              <a:cxn ang="0">
                <a:pos x="221" y="162"/>
              </a:cxn>
              <a:cxn ang="0">
                <a:pos x="190" y="108"/>
              </a:cxn>
              <a:cxn ang="0">
                <a:pos x="174" y="80"/>
              </a:cxn>
              <a:cxn ang="0">
                <a:pos x="155" y="57"/>
              </a:cxn>
              <a:cxn ang="0">
                <a:pos x="134" y="33"/>
              </a:cxn>
              <a:cxn ang="0">
                <a:pos x="112" y="17"/>
              </a:cxn>
              <a:cxn ang="0">
                <a:pos x="98" y="9"/>
              </a:cxn>
              <a:cxn ang="0">
                <a:pos x="87" y="5"/>
              </a:cxn>
              <a:cxn ang="0">
                <a:pos x="75" y="0"/>
              </a:cxn>
              <a:cxn ang="0">
                <a:pos x="61" y="0"/>
              </a:cxn>
              <a:cxn ang="0">
                <a:pos x="47" y="0"/>
              </a:cxn>
              <a:cxn ang="0">
                <a:pos x="30" y="2"/>
              </a:cxn>
              <a:cxn ang="0">
                <a:pos x="16" y="9"/>
              </a:cxn>
              <a:cxn ang="0">
                <a:pos x="0" y="17"/>
              </a:cxn>
              <a:cxn ang="0">
                <a:pos x="0" y="17"/>
              </a:cxn>
              <a:cxn ang="0">
                <a:pos x="16" y="17"/>
              </a:cxn>
              <a:cxn ang="0">
                <a:pos x="32" y="19"/>
              </a:cxn>
              <a:cxn ang="0">
                <a:pos x="47" y="24"/>
              </a:cxn>
              <a:cxn ang="0">
                <a:pos x="61" y="28"/>
              </a:cxn>
              <a:cxn ang="0">
                <a:pos x="72" y="35"/>
              </a:cxn>
              <a:cxn ang="0">
                <a:pos x="84" y="45"/>
              </a:cxn>
              <a:cxn ang="0">
                <a:pos x="94" y="54"/>
              </a:cxn>
              <a:cxn ang="0">
                <a:pos x="105" y="66"/>
              </a:cxn>
              <a:cxn ang="0">
                <a:pos x="122" y="90"/>
              </a:cxn>
              <a:cxn ang="0">
                <a:pos x="138" y="118"/>
              </a:cxn>
              <a:cxn ang="0">
                <a:pos x="150" y="146"/>
              </a:cxn>
              <a:cxn ang="0">
                <a:pos x="164" y="177"/>
              </a:cxn>
              <a:cxn ang="0">
                <a:pos x="192" y="238"/>
              </a:cxn>
              <a:cxn ang="0">
                <a:pos x="207" y="268"/>
              </a:cxn>
              <a:cxn ang="0">
                <a:pos x="225" y="294"/>
              </a:cxn>
              <a:cxn ang="0">
                <a:pos x="247" y="315"/>
              </a:cxn>
              <a:cxn ang="0">
                <a:pos x="258" y="325"/>
              </a:cxn>
              <a:cxn ang="0">
                <a:pos x="270" y="334"/>
              </a:cxn>
              <a:cxn ang="0">
                <a:pos x="284" y="341"/>
              </a:cxn>
              <a:cxn ang="0">
                <a:pos x="301" y="346"/>
              </a:cxn>
              <a:cxn ang="0">
                <a:pos x="317" y="351"/>
              </a:cxn>
              <a:cxn ang="0">
                <a:pos x="336" y="353"/>
              </a:cxn>
            </a:cxnLst>
            <a:rect l="0" t="0" r="r" b="b"/>
            <a:pathLst>
              <a:path w="418" h="412">
                <a:moveTo>
                  <a:pt x="336" y="353"/>
                </a:moveTo>
                <a:lnTo>
                  <a:pt x="336" y="353"/>
                </a:lnTo>
                <a:lnTo>
                  <a:pt x="348" y="412"/>
                </a:lnTo>
                <a:lnTo>
                  <a:pt x="348" y="412"/>
                </a:lnTo>
                <a:lnTo>
                  <a:pt x="418" y="306"/>
                </a:lnTo>
                <a:lnTo>
                  <a:pt x="418" y="306"/>
                </a:lnTo>
                <a:lnTo>
                  <a:pt x="296" y="170"/>
                </a:lnTo>
                <a:lnTo>
                  <a:pt x="296" y="170"/>
                </a:lnTo>
                <a:lnTo>
                  <a:pt x="308" y="233"/>
                </a:lnTo>
                <a:lnTo>
                  <a:pt x="308" y="233"/>
                </a:lnTo>
                <a:lnTo>
                  <a:pt x="301" y="235"/>
                </a:lnTo>
                <a:lnTo>
                  <a:pt x="294" y="238"/>
                </a:lnTo>
                <a:lnTo>
                  <a:pt x="287" y="238"/>
                </a:lnTo>
                <a:lnTo>
                  <a:pt x="280" y="233"/>
                </a:lnTo>
                <a:lnTo>
                  <a:pt x="272" y="231"/>
                </a:lnTo>
                <a:lnTo>
                  <a:pt x="265" y="224"/>
                </a:lnTo>
                <a:lnTo>
                  <a:pt x="251" y="207"/>
                </a:lnTo>
                <a:lnTo>
                  <a:pt x="237" y="186"/>
                </a:lnTo>
                <a:lnTo>
                  <a:pt x="221" y="162"/>
                </a:lnTo>
                <a:lnTo>
                  <a:pt x="190" y="108"/>
                </a:lnTo>
                <a:lnTo>
                  <a:pt x="174" y="80"/>
                </a:lnTo>
                <a:lnTo>
                  <a:pt x="155" y="57"/>
                </a:lnTo>
                <a:lnTo>
                  <a:pt x="134" y="33"/>
                </a:lnTo>
                <a:lnTo>
                  <a:pt x="112" y="17"/>
                </a:lnTo>
                <a:lnTo>
                  <a:pt x="98" y="9"/>
                </a:lnTo>
                <a:lnTo>
                  <a:pt x="87" y="5"/>
                </a:lnTo>
                <a:lnTo>
                  <a:pt x="75" y="0"/>
                </a:lnTo>
                <a:lnTo>
                  <a:pt x="61" y="0"/>
                </a:lnTo>
                <a:lnTo>
                  <a:pt x="47" y="0"/>
                </a:lnTo>
                <a:lnTo>
                  <a:pt x="30" y="2"/>
                </a:lnTo>
                <a:lnTo>
                  <a:pt x="16" y="9"/>
                </a:lnTo>
                <a:lnTo>
                  <a:pt x="0" y="17"/>
                </a:lnTo>
                <a:lnTo>
                  <a:pt x="0" y="17"/>
                </a:lnTo>
                <a:lnTo>
                  <a:pt x="16" y="17"/>
                </a:lnTo>
                <a:lnTo>
                  <a:pt x="32" y="19"/>
                </a:lnTo>
                <a:lnTo>
                  <a:pt x="47" y="24"/>
                </a:lnTo>
                <a:lnTo>
                  <a:pt x="61" y="28"/>
                </a:lnTo>
                <a:lnTo>
                  <a:pt x="72" y="35"/>
                </a:lnTo>
                <a:lnTo>
                  <a:pt x="84" y="45"/>
                </a:lnTo>
                <a:lnTo>
                  <a:pt x="94" y="54"/>
                </a:lnTo>
                <a:lnTo>
                  <a:pt x="105" y="66"/>
                </a:lnTo>
                <a:lnTo>
                  <a:pt x="122" y="90"/>
                </a:lnTo>
                <a:lnTo>
                  <a:pt x="138" y="118"/>
                </a:lnTo>
                <a:lnTo>
                  <a:pt x="150" y="146"/>
                </a:lnTo>
                <a:lnTo>
                  <a:pt x="164" y="177"/>
                </a:lnTo>
                <a:lnTo>
                  <a:pt x="192" y="238"/>
                </a:lnTo>
                <a:lnTo>
                  <a:pt x="207" y="268"/>
                </a:lnTo>
                <a:lnTo>
                  <a:pt x="225" y="294"/>
                </a:lnTo>
                <a:lnTo>
                  <a:pt x="247" y="315"/>
                </a:lnTo>
                <a:lnTo>
                  <a:pt x="258" y="325"/>
                </a:lnTo>
                <a:lnTo>
                  <a:pt x="270" y="334"/>
                </a:lnTo>
                <a:lnTo>
                  <a:pt x="284" y="341"/>
                </a:lnTo>
                <a:lnTo>
                  <a:pt x="301" y="346"/>
                </a:lnTo>
                <a:lnTo>
                  <a:pt x="317" y="351"/>
                </a:lnTo>
                <a:lnTo>
                  <a:pt x="336" y="353"/>
                </a:lnTo>
                <a:close/>
              </a:path>
            </a:pathLst>
          </a:custGeom>
          <a:solidFill>
            <a:srgbClr val="1274A5"/>
          </a:solidFill>
          <a:ln w="9525">
            <a:noFill/>
            <a:round/>
          </a:ln>
        </p:spPr>
        <p:txBody>
          <a:bodyPr vert="horz" wrap="square" lIns="82938" tIns="41469" rIns="82938" bIns="41469" numCol="1" anchor="t" anchorCtr="0" compatLnSpc="1"/>
          <a:lstStyle/>
          <a:p>
            <a:endParaRPr lang="en-GB" sz="1815"/>
          </a:p>
        </p:txBody>
      </p:sp>
      <p:sp>
        <p:nvSpPr>
          <p:cNvPr id="70726" name="Freeform 70"/>
          <p:cNvSpPr/>
          <p:nvPr/>
        </p:nvSpPr>
        <p:spPr bwMode="auto">
          <a:xfrm>
            <a:off x="7301400" y="3072767"/>
            <a:ext cx="601882" cy="593243"/>
          </a:xfrm>
          <a:custGeom>
            <a:avLst/>
            <a:gdLst/>
            <a:ahLst/>
            <a:cxnLst>
              <a:cxn ang="0">
                <a:pos x="336" y="353"/>
              </a:cxn>
              <a:cxn ang="0">
                <a:pos x="336" y="353"/>
              </a:cxn>
              <a:cxn ang="0">
                <a:pos x="348" y="412"/>
              </a:cxn>
              <a:cxn ang="0">
                <a:pos x="348" y="412"/>
              </a:cxn>
              <a:cxn ang="0">
                <a:pos x="418" y="306"/>
              </a:cxn>
              <a:cxn ang="0">
                <a:pos x="418" y="306"/>
              </a:cxn>
              <a:cxn ang="0">
                <a:pos x="296" y="170"/>
              </a:cxn>
              <a:cxn ang="0">
                <a:pos x="296" y="170"/>
              </a:cxn>
              <a:cxn ang="0">
                <a:pos x="308" y="233"/>
              </a:cxn>
              <a:cxn ang="0">
                <a:pos x="308" y="233"/>
              </a:cxn>
              <a:cxn ang="0">
                <a:pos x="301" y="235"/>
              </a:cxn>
              <a:cxn ang="0">
                <a:pos x="294" y="238"/>
              </a:cxn>
              <a:cxn ang="0">
                <a:pos x="287" y="238"/>
              </a:cxn>
              <a:cxn ang="0">
                <a:pos x="280" y="233"/>
              </a:cxn>
              <a:cxn ang="0">
                <a:pos x="272" y="231"/>
              </a:cxn>
              <a:cxn ang="0">
                <a:pos x="265" y="224"/>
              </a:cxn>
              <a:cxn ang="0">
                <a:pos x="251" y="207"/>
              </a:cxn>
              <a:cxn ang="0">
                <a:pos x="237" y="186"/>
              </a:cxn>
              <a:cxn ang="0">
                <a:pos x="221" y="162"/>
              </a:cxn>
              <a:cxn ang="0">
                <a:pos x="190" y="108"/>
              </a:cxn>
              <a:cxn ang="0">
                <a:pos x="174" y="80"/>
              </a:cxn>
              <a:cxn ang="0">
                <a:pos x="155" y="57"/>
              </a:cxn>
              <a:cxn ang="0">
                <a:pos x="134" y="33"/>
              </a:cxn>
              <a:cxn ang="0">
                <a:pos x="112" y="17"/>
              </a:cxn>
              <a:cxn ang="0">
                <a:pos x="98" y="9"/>
              </a:cxn>
              <a:cxn ang="0">
                <a:pos x="87" y="5"/>
              </a:cxn>
              <a:cxn ang="0">
                <a:pos x="75" y="0"/>
              </a:cxn>
              <a:cxn ang="0">
                <a:pos x="61" y="0"/>
              </a:cxn>
              <a:cxn ang="0">
                <a:pos x="47" y="0"/>
              </a:cxn>
              <a:cxn ang="0">
                <a:pos x="30" y="2"/>
              </a:cxn>
              <a:cxn ang="0">
                <a:pos x="16" y="9"/>
              </a:cxn>
              <a:cxn ang="0">
                <a:pos x="0" y="17"/>
              </a:cxn>
              <a:cxn ang="0">
                <a:pos x="0" y="17"/>
              </a:cxn>
              <a:cxn ang="0">
                <a:pos x="16" y="17"/>
              </a:cxn>
              <a:cxn ang="0">
                <a:pos x="32" y="19"/>
              </a:cxn>
              <a:cxn ang="0">
                <a:pos x="47" y="24"/>
              </a:cxn>
              <a:cxn ang="0">
                <a:pos x="61" y="28"/>
              </a:cxn>
              <a:cxn ang="0">
                <a:pos x="72" y="35"/>
              </a:cxn>
              <a:cxn ang="0">
                <a:pos x="84" y="45"/>
              </a:cxn>
              <a:cxn ang="0">
                <a:pos x="94" y="54"/>
              </a:cxn>
              <a:cxn ang="0">
                <a:pos x="105" y="66"/>
              </a:cxn>
              <a:cxn ang="0">
                <a:pos x="122" y="90"/>
              </a:cxn>
              <a:cxn ang="0">
                <a:pos x="138" y="118"/>
              </a:cxn>
              <a:cxn ang="0">
                <a:pos x="150" y="146"/>
              </a:cxn>
              <a:cxn ang="0">
                <a:pos x="164" y="177"/>
              </a:cxn>
              <a:cxn ang="0">
                <a:pos x="192" y="238"/>
              </a:cxn>
              <a:cxn ang="0">
                <a:pos x="207" y="268"/>
              </a:cxn>
              <a:cxn ang="0">
                <a:pos x="225" y="294"/>
              </a:cxn>
              <a:cxn ang="0">
                <a:pos x="247" y="315"/>
              </a:cxn>
              <a:cxn ang="0">
                <a:pos x="258" y="325"/>
              </a:cxn>
              <a:cxn ang="0">
                <a:pos x="270" y="334"/>
              </a:cxn>
              <a:cxn ang="0">
                <a:pos x="284" y="341"/>
              </a:cxn>
              <a:cxn ang="0">
                <a:pos x="301" y="346"/>
              </a:cxn>
              <a:cxn ang="0">
                <a:pos x="317" y="351"/>
              </a:cxn>
              <a:cxn ang="0">
                <a:pos x="336" y="353"/>
              </a:cxn>
            </a:cxnLst>
            <a:rect l="0" t="0" r="r" b="b"/>
            <a:pathLst>
              <a:path w="418" h="412">
                <a:moveTo>
                  <a:pt x="336" y="353"/>
                </a:moveTo>
                <a:lnTo>
                  <a:pt x="336" y="353"/>
                </a:lnTo>
                <a:lnTo>
                  <a:pt x="348" y="412"/>
                </a:lnTo>
                <a:lnTo>
                  <a:pt x="348" y="412"/>
                </a:lnTo>
                <a:lnTo>
                  <a:pt x="418" y="306"/>
                </a:lnTo>
                <a:lnTo>
                  <a:pt x="418" y="306"/>
                </a:lnTo>
                <a:lnTo>
                  <a:pt x="296" y="170"/>
                </a:lnTo>
                <a:lnTo>
                  <a:pt x="296" y="170"/>
                </a:lnTo>
                <a:lnTo>
                  <a:pt x="308" y="233"/>
                </a:lnTo>
                <a:lnTo>
                  <a:pt x="308" y="233"/>
                </a:lnTo>
                <a:lnTo>
                  <a:pt x="301" y="235"/>
                </a:lnTo>
                <a:lnTo>
                  <a:pt x="294" y="238"/>
                </a:lnTo>
                <a:lnTo>
                  <a:pt x="287" y="238"/>
                </a:lnTo>
                <a:lnTo>
                  <a:pt x="280" y="233"/>
                </a:lnTo>
                <a:lnTo>
                  <a:pt x="272" y="231"/>
                </a:lnTo>
                <a:lnTo>
                  <a:pt x="265" y="224"/>
                </a:lnTo>
                <a:lnTo>
                  <a:pt x="251" y="207"/>
                </a:lnTo>
                <a:lnTo>
                  <a:pt x="237" y="186"/>
                </a:lnTo>
                <a:lnTo>
                  <a:pt x="221" y="162"/>
                </a:lnTo>
                <a:lnTo>
                  <a:pt x="190" y="108"/>
                </a:lnTo>
                <a:lnTo>
                  <a:pt x="174" y="80"/>
                </a:lnTo>
                <a:lnTo>
                  <a:pt x="155" y="57"/>
                </a:lnTo>
                <a:lnTo>
                  <a:pt x="134" y="33"/>
                </a:lnTo>
                <a:lnTo>
                  <a:pt x="112" y="17"/>
                </a:lnTo>
                <a:lnTo>
                  <a:pt x="98" y="9"/>
                </a:lnTo>
                <a:lnTo>
                  <a:pt x="87" y="5"/>
                </a:lnTo>
                <a:lnTo>
                  <a:pt x="75" y="0"/>
                </a:lnTo>
                <a:lnTo>
                  <a:pt x="61" y="0"/>
                </a:lnTo>
                <a:lnTo>
                  <a:pt x="47" y="0"/>
                </a:lnTo>
                <a:lnTo>
                  <a:pt x="30" y="2"/>
                </a:lnTo>
                <a:lnTo>
                  <a:pt x="16" y="9"/>
                </a:lnTo>
                <a:lnTo>
                  <a:pt x="0" y="17"/>
                </a:lnTo>
                <a:lnTo>
                  <a:pt x="0" y="17"/>
                </a:lnTo>
                <a:lnTo>
                  <a:pt x="16" y="17"/>
                </a:lnTo>
                <a:lnTo>
                  <a:pt x="32" y="19"/>
                </a:lnTo>
                <a:lnTo>
                  <a:pt x="47" y="24"/>
                </a:lnTo>
                <a:lnTo>
                  <a:pt x="61" y="28"/>
                </a:lnTo>
                <a:lnTo>
                  <a:pt x="72" y="35"/>
                </a:lnTo>
                <a:lnTo>
                  <a:pt x="84" y="45"/>
                </a:lnTo>
                <a:lnTo>
                  <a:pt x="94" y="54"/>
                </a:lnTo>
                <a:lnTo>
                  <a:pt x="105" y="66"/>
                </a:lnTo>
                <a:lnTo>
                  <a:pt x="122" y="90"/>
                </a:lnTo>
                <a:lnTo>
                  <a:pt x="138" y="118"/>
                </a:lnTo>
                <a:lnTo>
                  <a:pt x="150" y="146"/>
                </a:lnTo>
                <a:lnTo>
                  <a:pt x="164" y="177"/>
                </a:lnTo>
                <a:lnTo>
                  <a:pt x="192" y="238"/>
                </a:lnTo>
                <a:lnTo>
                  <a:pt x="207" y="268"/>
                </a:lnTo>
                <a:lnTo>
                  <a:pt x="225" y="294"/>
                </a:lnTo>
                <a:lnTo>
                  <a:pt x="247" y="315"/>
                </a:lnTo>
                <a:lnTo>
                  <a:pt x="258" y="325"/>
                </a:lnTo>
                <a:lnTo>
                  <a:pt x="270" y="334"/>
                </a:lnTo>
                <a:lnTo>
                  <a:pt x="284" y="341"/>
                </a:lnTo>
                <a:lnTo>
                  <a:pt x="301" y="346"/>
                </a:lnTo>
                <a:lnTo>
                  <a:pt x="317" y="351"/>
                </a:lnTo>
                <a:lnTo>
                  <a:pt x="336" y="353"/>
                </a:lnTo>
              </a:path>
            </a:pathLst>
          </a:custGeom>
          <a:solidFill>
            <a:schemeClr val="accent3"/>
          </a:solidFill>
          <a:ln w="9525">
            <a:noFill/>
            <a:round/>
          </a:ln>
        </p:spPr>
        <p:txBody>
          <a:bodyPr vert="horz" wrap="square" lIns="82938" tIns="41469" rIns="82938" bIns="41469" numCol="1" anchor="t" anchorCtr="0" compatLnSpc="1"/>
          <a:lstStyle/>
          <a:p>
            <a:endParaRPr lang="en-GB" sz="1815"/>
          </a:p>
        </p:txBody>
      </p:sp>
      <p:sp>
        <p:nvSpPr>
          <p:cNvPr id="70727" name="Rectangle 71"/>
          <p:cNvSpPr>
            <a:spLocks noChangeArrowheads="1"/>
          </p:cNvSpPr>
          <p:nvPr/>
        </p:nvSpPr>
        <p:spPr bwMode="auto">
          <a:xfrm>
            <a:off x="10437839" y="2580069"/>
            <a:ext cx="144304" cy="2383673"/>
          </a:xfrm>
          <a:prstGeom prst="rect">
            <a:avLst/>
          </a:prstGeom>
          <a:solidFill>
            <a:srgbClr val="FFFFFF"/>
          </a:solidFill>
          <a:ln w="11113">
            <a:solidFill>
              <a:srgbClr val="FFFFFF"/>
            </a:solidFill>
            <a:prstDash val="solid"/>
            <a:miter lim="800000"/>
          </a:ln>
        </p:spPr>
        <p:txBody>
          <a:bodyPr vert="horz" wrap="square" lIns="82938" tIns="41469" rIns="82938" bIns="41469" numCol="1" anchor="t" anchorCtr="0" compatLnSpc="1"/>
          <a:lstStyle/>
          <a:p>
            <a:endParaRPr lang="en-GB" sz="1815"/>
          </a:p>
        </p:txBody>
      </p:sp>
      <p:sp>
        <p:nvSpPr>
          <p:cNvPr id="234" name="TextBox 233"/>
          <p:cNvSpPr txBox="1"/>
          <p:nvPr/>
        </p:nvSpPr>
        <p:spPr>
          <a:xfrm>
            <a:off x="1932811" y="2053881"/>
            <a:ext cx="2643349" cy="352665"/>
          </a:xfrm>
          <a:prstGeom prst="rect">
            <a:avLst/>
          </a:prstGeom>
          <a:noFill/>
        </p:spPr>
        <p:txBody>
          <a:bodyPr wrap="square" lIns="0" tIns="0" rIns="0" bIns="0" rtlCol="0">
            <a:noAutofit/>
          </a:bodyPr>
          <a:lstStyle/>
          <a:p>
            <a:pPr>
              <a:spcAft>
                <a:spcPts val="900"/>
              </a:spcAft>
            </a:pPr>
            <a:r>
              <a:rPr lang="en-GB" sz="1635" smtClean="0">
                <a:solidFill>
                  <a:schemeClr val="bg2"/>
                </a:solidFill>
                <a:latin typeface="腾讯体 W7" panose="020C08030202040F0204" pitchFamily="18" charset="-122"/>
              </a:rPr>
              <a:t>Group/Corporate controls</a:t>
            </a:r>
            <a:endParaRPr lang="en-GB" sz="1635" smtClean="0">
              <a:solidFill>
                <a:schemeClr val="bg2"/>
              </a:solidFill>
              <a:latin typeface="腾讯体 W7" panose="020C08030202040F0204" pitchFamily="18" charset="-122"/>
            </a:endParaRPr>
          </a:p>
        </p:txBody>
      </p:sp>
      <p:sp>
        <p:nvSpPr>
          <p:cNvPr id="235" name="TextBox 234"/>
          <p:cNvSpPr txBox="1"/>
          <p:nvPr/>
        </p:nvSpPr>
        <p:spPr>
          <a:xfrm>
            <a:off x="1932940" y="5265420"/>
            <a:ext cx="3669030" cy="352425"/>
          </a:xfrm>
          <a:prstGeom prst="rect">
            <a:avLst/>
          </a:prstGeom>
          <a:noFill/>
        </p:spPr>
        <p:txBody>
          <a:bodyPr wrap="square" lIns="0" tIns="0" rIns="0" bIns="0" rtlCol="0">
            <a:noAutofit/>
          </a:bodyPr>
          <a:lstStyle/>
          <a:p>
            <a:pPr>
              <a:spcAft>
                <a:spcPts val="900"/>
              </a:spcAft>
            </a:pPr>
            <a:r>
              <a:rPr lang="en-GB" sz="1635" smtClean="0">
                <a:solidFill>
                  <a:schemeClr val="bg2"/>
                </a:solidFill>
                <a:latin typeface="腾讯体 W7" panose="020C08030202040F0204" pitchFamily="18" charset="-122"/>
              </a:rPr>
              <a:t>Shared processes/systems</a:t>
            </a:r>
            <a:endParaRPr lang="en-GB" sz="1635" smtClean="0">
              <a:solidFill>
                <a:schemeClr val="bg2"/>
              </a:solidFill>
              <a:latin typeface="腾讯体 W7" panose="020C08030202040F0204" pitchFamily="18" charset="-122"/>
            </a:endParaRPr>
          </a:p>
        </p:txBody>
      </p:sp>
      <p:sp>
        <p:nvSpPr>
          <p:cNvPr id="236" name="TextBox 235"/>
          <p:cNvSpPr txBox="1"/>
          <p:nvPr/>
        </p:nvSpPr>
        <p:spPr>
          <a:xfrm>
            <a:off x="1971019" y="3559771"/>
            <a:ext cx="2643349" cy="352665"/>
          </a:xfrm>
          <a:prstGeom prst="rect">
            <a:avLst/>
          </a:prstGeom>
          <a:noFill/>
        </p:spPr>
        <p:txBody>
          <a:bodyPr wrap="square" lIns="0" tIns="0" rIns="0" bIns="0" rtlCol="0">
            <a:noAutofit/>
          </a:bodyPr>
          <a:lstStyle/>
          <a:p>
            <a:pPr>
              <a:spcAft>
                <a:spcPts val="900"/>
              </a:spcAft>
            </a:pPr>
            <a:r>
              <a:rPr lang="en-GB" sz="1635" smtClean="0">
                <a:solidFill>
                  <a:schemeClr val="bg2"/>
                </a:solidFill>
                <a:latin typeface="腾讯体 W7" panose="020C08030202040F0204" pitchFamily="18" charset="-122"/>
              </a:rPr>
              <a:t>Full local substantive audit procedures and opinions</a:t>
            </a:r>
            <a:endParaRPr lang="en-GB" sz="1635" smtClean="0">
              <a:solidFill>
                <a:schemeClr val="bg2"/>
              </a:solidFill>
              <a:latin typeface="腾讯体 W7" panose="020C08030202040F0204" pitchFamily="18" charset="-122"/>
            </a:endParaRPr>
          </a:p>
        </p:txBody>
      </p:sp>
      <p:sp>
        <p:nvSpPr>
          <p:cNvPr id="237" name="TextBox 236"/>
          <p:cNvSpPr txBox="1"/>
          <p:nvPr/>
        </p:nvSpPr>
        <p:spPr>
          <a:xfrm>
            <a:off x="5602810" y="3559771"/>
            <a:ext cx="1585776" cy="352665"/>
          </a:xfrm>
          <a:prstGeom prst="rect">
            <a:avLst/>
          </a:prstGeom>
          <a:noFill/>
        </p:spPr>
        <p:txBody>
          <a:bodyPr wrap="square" lIns="0" tIns="0" rIns="0" bIns="0" rtlCol="0">
            <a:noAutofit/>
          </a:bodyPr>
          <a:lstStyle/>
          <a:p>
            <a:pPr>
              <a:spcAft>
                <a:spcPts val="900"/>
              </a:spcAft>
            </a:pPr>
            <a:r>
              <a:rPr lang="en-GB" sz="1635" smtClean="0">
                <a:solidFill>
                  <a:schemeClr val="bg2"/>
                </a:solidFill>
                <a:latin typeface="腾讯体 W7" panose="020C08030202040F0204" pitchFamily="18" charset="-122"/>
              </a:rPr>
              <a:t>Increase in controls reliance</a:t>
            </a:r>
            <a:endParaRPr lang="en-GB" sz="1635" smtClean="0">
              <a:solidFill>
                <a:schemeClr val="bg2"/>
              </a:solidFill>
              <a:latin typeface="腾讯体 W7" panose="020C08030202040F0204" pitchFamily="18" charset="-122"/>
            </a:endParaRPr>
          </a:p>
        </p:txBody>
      </p:sp>
      <p:sp>
        <p:nvSpPr>
          <p:cNvPr id="238" name="Freeform 76"/>
          <p:cNvSpPr/>
          <p:nvPr/>
        </p:nvSpPr>
        <p:spPr bwMode="auto">
          <a:xfrm>
            <a:off x="6199870" y="4231894"/>
            <a:ext cx="603322" cy="596122"/>
          </a:xfrm>
          <a:custGeom>
            <a:avLst/>
            <a:gdLst/>
            <a:ahLst/>
            <a:cxnLst>
              <a:cxn ang="0">
                <a:pos x="339" y="61"/>
              </a:cxn>
              <a:cxn ang="0">
                <a:pos x="339" y="61"/>
              </a:cxn>
              <a:cxn ang="0">
                <a:pos x="350" y="0"/>
              </a:cxn>
              <a:cxn ang="0">
                <a:pos x="350" y="0"/>
              </a:cxn>
              <a:cxn ang="0">
                <a:pos x="419" y="108"/>
              </a:cxn>
              <a:cxn ang="0">
                <a:pos x="419" y="108"/>
              </a:cxn>
              <a:cxn ang="0">
                <a:pos x="299" y="245"/>
              </a:cxn>
              <a:cxn ang="0">
                <a:pos x="299" y="245"/>
              </a:cxn>
              <a:cxn ang="0">
                <a:pos x="310" y="181"/>
              </a:cxn>
              <a:cxn ang="0">
                <a:pos x="310" y="181"/>
              </a:cxn>
              <a:cxn ang="0">
                <a:pos x="303" y="176"/>
              </a:cxn>
              <a:cxn ang="0">
                <a:pos x="296" y="176"/>
              </a:cxn>
              <a:cxn ang="0">
                <a:pos x="289" y="176"/>
              </a:cxn>
              <a:cxn ang="0">
                <a:pos x="282" y="179"/>
              </a:cxn>
              <a:cxn ang="0">
                <a:pos x="275" y="183"/>
              </a:cxn>
              <a:cxn ang="0">
                <a:pos x="268" y="188"/>
              </a:cxn>
              <a:cxn ang="0">
                <a:pos x="254" y="205"/>
              </a:cxn>
              <a:cxn ang="0">
                <a:pos x="237" y="226"/>
              </a:cxn>
              <a:cxn ang="0">
                <a:pos x="223" y="252"/>
              </a:cxn>
              <a:cxn ang="0">
                <a:pos x="193" y="306"/>
              </a:cxn>
              <a:cxn ang="0">
                <a:pos x="174" y="332"/>
              </a:cxn>
              <a:cxn ang="0">
                <a:pos x="157" y="358"/>
              </a:cxn>
              <a:cxn ang="0">
                <a:pos x="136" y="379"/>
              </a:cxn>
              <a:cxn ang="0">
                <a:pos x="113" y="395"/>
              </a:cxn>
              <a:cxn ang="0">
                <a:pos x="101" y="402"/>
              </a:cxn>
              <a:cxn ang="0">
                <a:pos x="89" y="407"/>
              </a:cxn>
              <a:cxn ang="0">
                <a:pos x="77" y="412"/>
              </a:cxn>
              <a:cxn ang="0">
                <a:pos x="63" y="414"/>
              </a:cxn>
              <a:cxn ang="0">
                <a:pos x="49" y="412"/>
              </a:cxn>
              <a:cxn ang="0">
                <a:pos x="33" y="409"/>
              </a:cxn>
              <a:cxn ang="0">
                <a:pos x="16" y="405"/>
              </a:cxn>
              <a:cxn ang="0">
                <a:pos x="0" y="398"/>
              </a:cxn>
              <a:cxn ang="0">
                <a:pos x="0" y="398"/>
              </a:cxn>
              <a:cxn ang="0">
                <a:pos x="19" y="395"/>
              </a:cxn>
              <a:cxn ang="0">
                <a:pos x="35" y="393"/>
              </a:cxn>
              <a:cxn ang="0">
                <a:pos x="49" y="391"/>
              </a:cxn>
              <a:cxn ang="0">
                <a:pos x="63" y="383"/>
              </a:cxn>
              <a:cxn ang="0">
                <a:pos x="75" y="376"/>
              </a:cxn>
              <a:cxn ang="0">
                <a:pos x="87" y="369"/>
              </a:cxn>
              <a:cxn ang="0">
                <a:pos x="108" y="348"/>
              </a:cxn>
              <a:cxn ang="0">
                <a:pos x="124" y="322"/>
              </a:cxn>
              <a:cxn ang="0">
                <a:pos x="139" y="296"/>
              </a:cxn>
              <a:cxn ang="0">
                <a:pos x="153" y="266"/>
              </a:cxn>
              <a:cxn ang="0">
                <a:pos x="167" y="235"/>
              </a:cxn>
              <a:cxn ang="0">
                <a:pos x="195" y="174"/>
              </a:cxn>
              <a:cxn ang="0">
                <a:pos x="209" y="146"/>
              </a:cxn>
              <a:cxn ang="0">
                <a:pos x="228" y="120"/>
              </a:cxn>
              <a:cxn ang="0">
                <a:pos x="249" y="96"/>
              </a:cxn>
              <a:cxn ang="0">
                <a:pos x="261" y="87"/>
              </a:cxn>
              <a:cxn ang="0">
                <a:pos x="273" y="78"/>
              </a:cxn>
              <a:cxn ang="0">
                <a:pos x="287" y="73"/>
              </a:cxn>
              <a:cxn ang="0">
                <a:pos x="303" y="66"/>
              </a:cxn>
              <a:cxn ang="0">
                <a:pos x="320" y="63"/>
              </a:cxn>
              <a:cxn ang="0">
                <a:pos x="339" y="61"/>
              </a:cxn>
            </a:cxnLst>
            <a:rect l="0" t="0" r="r" b="b"/>
            <a:pathLst>
              <a:path w="419" h="414">
                <a:moveTo>
                  <a:pt x="339" y="61"/>
                </a:moveTo>
                <a:lnTo>
                  <a:pt x="339" y="61"/>
                </a:lnTo>
                <a:lnTo>
                  <a:pt x="350" y="0"/>
                </a:lnTo>
                <a:lnTo>
                  <a:pt x="350" y="0"/>
                </a:lnTo>
                <a:lnTo>
                  <a:pt x="419" y="108"/>
                </a:lnTo>
                <a:lnTo>
                  <a:pt x="419" y="108"/>
                </a:lnTo>
                <a:lnTo>
                  <a:pt x="299" y="245"/>
                </a:lnTo>
                <a:lnTo>
                  <a:pt x="299" y="245"/>
                </a:lnTo>
                <a:lnTo>
                  <a:pt x="310" y="181"/>
                </a:lnTo>
                <a:lnTo>
                  <a:pt x="310" y="181"/>
                </a:lnTo>
                <a:lnTo>
                  <a:pt x="303" y="176"/>
                </a:lnTo>
                <a:lnTo>
                  <a:pt x="296" y="176"/>
                </a:lnTo>
                <a:lnTo>
                  <a:pt x="289" y="176"/>
                </a:lnTo>
                <a:lnTo>
                  <a:pt x="282" y="179"/>
                </a:lnTo>
                <a:lnTo>
                  <a:pt x="275" y="183"/>
                </a:lnTo>
                <a:lnTo>
                  <a:pt x="268" y="188"/>
                </a:lnTo>
                <a:lnTo>
                  <a:pt x="254" y="205"/>
                </a:lnTo>
                <a:lnTo>
                  <a:pt x="237" y="226"/>
                </a:lnTo>
                <a:lnTo>
                  <a:pt x="223" y="252"/>
                </a:lnTo>
                <a:lnTo>
                  <a:pt x="193" y="306"/>
                </a:lnTo>
                <a:lnTo>
                  <a:pt x="174" y="332"/>
                </a:lnTo>
                <a:lnTo>
                  <a:pt x="157" y="358"/>
                </a:lnTo>
                <a:lnTo>
                  <a:pt x="136" y="379"/>
                </a:lnTo>
                <a:lnTo>
                  <a:pt x="113" y="395"/>
                </a:lnTo>
                <a:lnTo>
                  <a:pt x="101" y="402"/>
                </a:lnTo>
                <a:lnTo>
                  <a:pt x="89" y="407"/>
                </a:lnTo>
                <a:lnTo>
                  <a:pt x="77" y="412"/>
                </a:lnTo>
                <a:lnTo>
                  <a:pt x="63" y="414"/>
                </a:lnTo>
                <a:lnTo>
                  <a:pt x="49" y="412"/>
                </a:lnTo>
                <a:lnTo>
                  <a:pt x="33" y="409"/>
                </a:lnTo>
                <a:lnTo>
                  <a:pt x="16" y="405"/>
                </a:lnTo>
                <a:lnTo>
                  <a:pt x="0" y="398"/>
                </a:lnTo>
                <a:lnTo>
                  <a:pt x="0" y="398"/>
                </a:lnTo>
                <a:lnTo>
                  <a:pt x="19" y="395"/>
                </a:lnTo>
                <a:lnTo>
                  <a:pt x="35" y="393"/>
                </a:lnTo>
                <a:lnTo>
                  <a:pt x="49" y="391"/>
                </a:lnTo>
                <a:lnTo>
                  <a:pt x="63" y="383"/>
                </a:lnTo>
                <a:lnTo>
                  <a:pt x="75" y="376"/>
                </a:lnTo>
                <a:lnTo>
                  <a:pt x="87" y="369"/>
                </a:lnTo>
                <a:lnTo>
                  <a:pt x="108" y="348"/>
                </a:lnTo>
                <a:lnTo>
                  <a:pt x="124" y="322"/>
                </a:lnTo>
                <a:lnTo>
                  <a:pt x="139" y="296"/>
                </a:lnTo>
                <a:lnTo>
                  <a:pt x="153" y="266"/>
                </a:lnTo>
                <a:lnTo>
                  <a:pt x="167" y="235"/>
                </a:lnTo>
                <a:lnTo>
                  <a:pt x="195" y="174"/>
                </a:lnTo>
                <a:lnTo>
                  <a:pt x="209" y="146"/>
                </a:lnTo>
                <a:lnTo>
                  <a:pt x="228" y="120"/>
                </a:lnTo>
                <a:lnTo>
                  <a:pt x="249" y="96"/>
                </a:lnTo>
                <a:lnTo>
                  <a:pt x="261" y="87"/>
                </a:lnTo>
                <a:lnTo>
                  <a:pt x="273" y="78"/>
                </a:lnTo>
                <a:lnTo>
                  <a:pt x="287" y="73"/>
                </a:lnTo>
                <a:lnTo>
                  <a:pt x="303" y="66"/>
                </a:lnTo>
                <a:lnTo>
                  <a:pt x="320" y="63"/>
                </a:lnTo>
                <a:lnTo>
                  <a:pt x="339" y="61"/>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239" name="Freeform 80"/>
          <p:cNvSpPr/>
          <p:nvPr/>
        </p:nvSpPr>
        <p:spPr bwMode="auto">
          <a:xfrm>
            <a:off x="6795993" y="4069185"/>
            <a:ext cx="603322" cy="593243"/>
          </a:xfrm>
          <a:custGeom>
            <a:avLst/>
            <a:gdLst/>
            <a:ahLst/>
            <a:cxnLst>
              <a:cxn ang="0">
                <a:pos x="336" y="59"/>
              </a:cxn>
              <a:cxn ang="0">
                <a:pos x="336" y="59"/>
              </a:cxn>
              <a:cxn ang="0">
                <a:pos x="348" y="0"/>
              </a:cxn>
              <a:cxn ang="0">
                <a:pos x="348" y="0"/>
              </a:cxn>
              <a:cxn ang="0">
                <a:pos x="419" y="108"/>
              </a:cxn>
              <a:cxn ang="0">
                <a:pos x="419" y="108"/>
              </a:cxn>
              <a:cxn ang="0">
                <a:pos x="296" y="242"/>
              </a:cxn>
              <a:cxn ang="0">
                <a:pos x="296" y="242"/>
              </a:cxn>
              <a:cxn ang="0">
                <a:pos x="308" y="181"/>
              </a:cxn>
              <a:cxn ang="0">
                <a:pos x="308" y="181"/>
              </a:cxn>
              <a:cxn ang="0">
                <a:pos x="301" y="176"/>
              </a:cxn>
              <a:cxn ang="0">
                <a:pos x="294" y="174"/>
              </a:cxn>
              <a:cxn ang="0">
                <a:pos x="287" y="176"/>
              </a:cxn>
              <a:cxn ang="0">
                <a:pos x="280" y="179"/>
              </a:cxn>
              <a:cxn ang="0">
                <a:pos x="273" y="184"/>
              </a:cxn>
              <a:cxn ang="0">
                <a:pos x="266" y="188"/>
              </a:cxn>
              <a:cxn ang="0">
                <a:pos x="252" y="205"/>
              </a:cxn>
              <a:cxn ang="0">
                <a:pos x="238" y="226"/>
              </a:cxn>
              <a:cxn ang="0">
                <a:pos x="221" y="252"/>
              </a:cxn>
              <a:cxn ang="0">
                <a:pos x="190" y="304"/>
              </a:cxn>
              <a:cxn ang="0">
                <a:pos x="174" y="332"/>
              </a:cxn>
              <a:cxn ang="0">
                <a:pos x="155" y="358"/>
              </a:cxn>
              <a:cxn ang="0">
                <a:pos x="134" y="379"/>
              </a:cxn>
              <a:cxn ang="0">
                <a:pos x="113" y="395"/>
              </a:cxn>
              <a:cxn ang="0">
                <a:pos x="99" y="402"/>
              </a:cxn>
              <a:cxn ang="0">
                <a:pos x="87" y="407"/>
              </a:cxn>
              <a:cxn ang="0">
                <a:pos x="75" y="412"/>
              </a:cxn>
              <a:cxn ang="0">
                <a:pos x="61" y="412"/>
              </a:cxn>
              <a:cxn ang="0">
                <a:pos x="47" y="412"/>
              </a:cxn>
              <a:cxn ang="0">
                <a:pos x="30" y="409"/>
              </a:cxn>
              <a:cxn ang="0">
                <a:pos x="16" y="405"/>
              </a:cxn>
              <a:cxn ang="0">
                <a:pos x="0" y="395"/>
              </a:cxn>
              <a:cxn ang="0">
                <a:pos x="0" y="395"/>
              </a:cxn>
              <a:cxn ang="0">
                <a:pos x="16" y="395"/>
              </a:cxn>
              <a:cxn ang="0">
                <a:pos x="33" y="393"/>
              </a:cxn>
              <a:cxn ang="0">
                <a:pos x="47" y="388"/>
              </a:cxn>
              <a:cxn ang="0">
                <a:pos x="61" y="384"/>
              </a:cxn>
              <a:cxn ang="0">
                <a:pos x="73" y="376"/>
              </a:cxn>
              <a:cxn ang="0">
                <a:pos x="85" y="367"/>
              </a:cxn>
              <a:cxn ang="0">
                <a:pos x="106" y="348"/>
              </a:cxn>
              <a:cxn ang="0">
                <a:pos x="122" y="322"/>
              </a:cxn>
              <a:cxn ang="0">
                <a:pos x="136" y="296"/>
              </a:cxn>
              <a:cxn ang="0">
                <a:pos x="150" y="266"/>
              </a:cxn>
              <a:cxn ang="0">
                <a:pos x="165" y="235"/>
              </a:cxn>
              <a:cxn ang="0">
                <a:pos x="193" y="174"/>
              </a:cxn>
              <a:cxn ang="0">
                <a:pos x="207" y="146"/>
              </a:cxn>
              <a:cxn ang="0">
                <a:pos x="226" y="120"/>
              </a:cxn>
              <a:cxn ang="0">
                <a:pos x="247" y="96"/>
              </a:cxn>
              <a:cxn ang="0">
                <a:pos x="259" y="87"/>
              </a:cxn>
              <a:cxn ang="0">
                <a:pos x="270" y="78"/>
              </a:cxn>
              <a:cxn ang="0">
                <a:pos x="285" y="71"/>
              </a:cxn>
              <a:cxn ang="0">
                <a:pos x="301" y="66"/>
              </a:cxn>
              <a:cxn ang="0">
                <a:pos x="318" y="61"/>
              </a:cxn>
              <a:cxn ang="0">
                <a:pos x="336" y="59"/>
              </a:cxn>
            </a:cxnLst>
            <a:rect l="0" t="0" r="r" b="b"/>
            <a:pathLst>
              <a:path w="419" h="412">
                <a:moveTo>
                  <a:pt x="336" y="59"/>
                </a:moveTo>
                <a:lnTo>
                  <a:pt x="336" y="59"/>
                </a:lnTo>
                <a:lnTo>
                  <a:pt x="348" y="0"/>
                </a:lnTo>
                <a:lnTo>
                  <a:pt x="348" y="0"/>
                </a:lnTo>
                <a:lnTo>
                  <a:pt x="419" y="108"/>
                </a:lnTo>
                <a:lnTo>
                  <a:pt x="419" y="108"/>
                </a:lnTo>
                <a:lnTo>
                  <a:pt x="296" y="242"/>
                </a:lnTo>
                <a:lnTo>
                  <a:pt x="296" y="242"/>
                </a:lnTo>
                <a:lnTo>
                  <a:pt x="308" y="181"/>
                </a:lnTo>
                <a:lnTo>
                  <a:pt x="308" y="181"/>
                </a:lnTo>
                <a:lnTo>
                  <a:pt x="301" y="176"/>
                </a:lnTo>
                <a:lnTo>
                  <a:pt x="294" y="174"/>
                </a:lnTo>
                <a:lnTo>
                  <a:pt x="287" y="176"/>
                </a:lnTo>
                <a:lnTo>
                  <a:pt x="280" y="179"/>
                </a:lnTo>
                <a:lnTo>
                  <a:pt x="273" y="184"/>
                </a:lnTo>
                <a:lnTo>
                  <a:pt x="266" y="188"/>
                </a:lnTo>
                <a:lnTo>
                  <a:pt x="252" y="205"/>
                </a:lnTo>
                <a:lnTo>
                  <a:pt x="238" y="226"/>
                </a:lnTo>
                <a:lnTo>
                  <a:pt x="221" y="252"/>
                </a:lnTo>
                <a:lnTo>
                  <a:pt x="190" y="304"/>
                </a:lnTo>
                <a:lnTo>
                  <a:pt x="174" y="332"/>
                </a:lnTo>
                <a:lnTo>
                  <a:pt x="155" y="358"/>
                </a:lnTo>
                <a:lnTo>
                  <a:pt x="134" y="379"/>
                </a:lnTo>
                <a:lnTo>
                  <a:pt x="113" y="395"/>
                </a:lnTo>
                <a:lnTo>
                  <a:pt x="99" y="402"/>
                </a:lnTo>
                <a:lnTo>
                  <a:pt x="87" y="407"/>
                </a:lnTo>
                <a:lnTo>
                  <a:pt x="75" y="412"/>
                </a:lnTo>
                <a:lnTo>
                  <a:pt x="61" y="412"/>
                </a:lnTo>
                <a:lnTo>
                  <a:pt x="47" y="412"/>
                </a:lnTo>
                <a:lnTo>
                  <a:pt x="30" y="409"/>
                </a:lnTo>
                <a:lnTo>
                  <a:pt x="16" y="405"/>
                </a:lnTo>
                <a:lnTo>
                  <a:pt x="0" y="395"/>
                </a:lnTo>
                <a:lnTo>
                  <a:pt x="0" y="395"/>
                </a:lnTo>
                <a:lnTo>
                  <a:pt x="16" y="395"/>
                </a:lnTo>
                <a:lnTo>
                  <a:pt x="33" y="393"/>
                </a:lnTo>
                <a:lnTo>
                  <a:pt x="47" y="388"/>
                </a:lnTo>
                <a:lnTo>
                  <a:pt x="61" y="384"/>
                </a:lnTo>
                <a:lnTo>
                  <a:pt x="73" y="376"/>
                </a:lnTo>
                <a:lnTo>
                  <a:pt x="85" y="367"/>
                </a:lnTo>
                <a:lnTo>
                  <a:pt x="106" y="348"/>
                </a:lnTo>
                <a:lnTo>
                  <a:pt x="122" y="322"/>
                </a:lnTo>
                <a:lnTo>
                  <a:pt x="136" y="296"/>
                </a:lnTo>
                <a:lnTo>
                  <a:pt x="150" y="266"/>
                </a:lnTo>
                <a:lnTo>
                  <a:pt x="165" y="235"/>
                </a:lnTo>
                <a:lnTo>
                  <a:pt x="193" y="174"/>
                </a:lnTo>
                <a:lnTo>
                  <a:pt x="207" y="146"/>
                </a:lnTo>
                <a:lnTo>
                  <a:pt x="226" y="120"/>
                </a:lnTo>
                <a:lnTo>
                  <a:pt x="247" y="96"/>
                </a:lnTo>
                <a:lnTo>
                  <a:pt x="259" y="87"/>
                </a:lnTo>
                <a:lnTo>
                  <a:pt x="270" y="78"/>
                </a:lnTo>
                <a:lnTo>
                  <a:pt x="285" y="71"/>
                </a:lnTo>
                <a:lnTo>
                  <a:pt x="301" y="66"/>
                </a:lnTo>
                <a:lnTo>
                  <a:pt x="318" y="61"/>
                </a:lnTo>
                <a:lnTo>
                  <a:pt x="336" y="59"/>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240" name="Freeform 82"/>
          <p:cNvSpPr/>
          <p:nvPr/>
        </p:nvSpPr>
        <p:spPr bwMode="auto">
          <a:xfrm>
            <a:off x="7314360" y="3883436"/>
            <a:ext cx="603322" cy="596122"/>
          </a:xfrm>
          <a:custGeom>
            <a:avLst/>
            <a:gdLst/>
            <a:ahLst/>
            <a:cxnLst>
              <a:cxn ang="0">
                <a:pos x="336" y="61"/>
              </a:cxn>
              <a:cxn ang="0">
                <a:pos x="336" y="61"/>
              </a:cxn>
              <a:cxn ang="0">
                <a:pos x="348" y="0"/>
              </a:cxn>
              <a:cxn ang="0">
                <a:pos x="348" y="0"/>
              </a:cxn>
              <a:cxn ang="0">
                <a:pos x="419" y="108"/>
              </a:cxn>
              <a:cxn ang="0">
                <a:pos x="419" y="108"/>
              </a:cxn>
              <a:cxn ang="0">
                <a:pos x="296" y="244"/>
              </a:cxn>
              <a:cxn ang="0">
                <a:pos x="296" y="244"/>
              </a:cxn>
              <a:cxn ang="0">
                <a:pos x="308" y="181"/>
              </a:cxn>
              <a:cxn ang="0">
                <a:pos x="308" y="181"/>
              </a:cxn>
              <a:cxn ang="0">
                <a:pos x="301" y="176"/>
              </a:cxn>
              <a:cxn ang="0">
                <a:pos x="294" y="176"/>
              </a:cxn>
              <a:cxn ang="0">
                <a:pos x="287" y="176"/>
              </a:cxn>
              <a:cxn ang="0">
                <a:pos x="280" y="178"/>
              </a:cxn>
              <a:cxn ang="0">
                <a:pos x="273" y="183"/>
              </a:cxn>
              <a:cxn ang="0">
                <a:pos x="266" y="190"/>
              </a:cxn>
              <a:cxn ang="0">
                <a:pos x="252" y="207"/>
              </a:cxn>
              <a:cxn ang="0">
                <a:pos x="238" y="228"/>
              </a:cxn>
              <a:cxn ang="0">
                <a:pos x="221" y="251"/>
              </a:cxn>
              <a:cxn ang="0">
                <a:pos x="191" y="305"/>
              </a:cxn>
              <a:cxn ang="0">
                <a:pos x="174" y="331"/>
              </a:cxn>
              <a:cxn ang="0">
                <a:pos x="155" y="357"/>
              </a:cxn>
              <a:cxn ang="0">
                <a:pos x="134" y="378"/>
              </a:cxn>
              <a:cxn ang="0">
                <a:pos x="113" y="397"/>
              </a:cxn>
              <a:cxn ang="0">
                <a:pos x="99" y="404"/>
              </a:cxn>
              <a:cxn ang="0">
                <a:pos x="87" y="409"/>
              </a:cxn>
              <a:cxn ang="0">
                <a:pos x="75" y="411"/>
              </a:cxn>
              <a:cxn ang="0">
                <a:pos x="61" y="414"/>
              </a:cxn>
              <a:cxn ang="0">
                <a:pos x="47" y="414"/>
              </a:cxn>
              <a:cxn ang="0">
                <a:pos x="31" y="409"/>
              </a:cxn>
              <a:cxn ang="0">
                <a:pos x="16" y="404"/>
              </a:cxn>
              <a:cxn ang="0">
                <a:pos x="0" y="397"/>
              </a:cxn>
              <a:cxn ang="0">
                <a:pos x="0" y="397"/>
              </a:cxn>
              <a:cxn ang="0">
                <a:pos x="16" y="397"/>
              </a:cxn>
              <a:cxn ang="0">
                <a:pos x="33" y="395"/>
              </a:cxn>
              <a:cxn ang="0">
                <a:pos x="47" y="390"/>
              </a:cxn>
              <a:cxn ang="0">
                <a:pos x="61" y="383"/>
              </a:cxn>
              <a:cxn ang="0">
                <a:pos x="73" y="376"/>
              </a:cxn>
              <a:cxn ang="0">
                <a:pos x="85" y="369"/>
              </a:cxn>
              <a:cxn ang="0">
                <a:pos x="94" y="360"/>
              </a:cxn>
              <a:cxn ang="0">
                <a:pos x="106" y="348"/>
              </a:cxn>
              <a:cxn ang="0">
                <a:pos x="122" y="324"/>
              </a:cxn>
              <a:cxn ang="0">
                <a:pos x="139" y="296"/>
              </a:cxn>
              <a:cxn ang="0">
                <a:pos x="151" y="265"/>
              </a:cxn>
              <a:cxn ang="0">
                <a:pos x="165" y="235"/>
              </a:cxn>
              <a:cxn ang="0">
                <a:pos x="193" y="174"/>
              </a:cxn>
              <a:cxn ang="0">
                <a:pos x="207" y="145"/>
              </a:cxn>
              <a:cxn ang="0">
                <a:pos x="226" y="120"/>
              </a:cxn>
              <a:cxn ang="0">
                <a:pos x="247" y="96"/>
              </a:cxn>
              <a:cxn ang="0">
                <a:pos x="259" y="87"/>
              </a:cxn>
              <a:cxn ang="0">
                <a:pos x="271" y="80"/>
              </a:cxn>
              <a:cxn ang="0">
                <a:pos x="285" y="72"/>
              </a:cxn>
              <a:cxn ang="0">
                <a:pos x="301" y="65"/>
              </a:cxn>
              <a:cxn ang="0">
                <a:pos x="318" y="63"/>
              </a:cxn>
              <a:cxn ang="0">
                <a:pos x="336" y="61"/>
              </a:cxn>
            </a:cxnLst>
            <a:rect l="0" t="0" r="r" b="b"/>
            <a:pathLst>
              <a:path w="419" h="414">
                <a:moveTo>
                  <a:pt x="336" y="61"/>
                </a:moveTo>
                <a:lnTo>
                  <a:pt x="336" y="61"/>
                </a:lnTo>
                <a:lnTo>
                  <a:pt x="348" y="0"/>
                </a:lnTo>
                <a:lnTo>
                  <a:pt x="348" y="0"/>
                </a:lnTo>
                <a:lnTo>
                  <a:pt x="419" y="108"/>
                </a:lnTo>
                <a:lnTo>
                  <a:pt x="419" y="108"/>
                </a:lnTo>
                <a:lnTo>
                  <a:pt x="296" y="244"/>
                </a:lnTo>
                <a:lnTo>
                  <a:pt x="296" y="244"/>
                </a:lnTo>
                <a:lnTo>
                  <a:pt x="308" y="181"/>
                </a:lnTo>
                <a:lnTo>
                  <a:pt x="308" y="181"/>
                </a:lnTo>
                <a:lnTo>
                  <a:pt x="301" y="176"/>
                </a:lnTo>
                <a:lnTo>
                  <a:pt x="294" y="176"/>
                </a:lnTo>
                <a:lnTo>
                  <a:pt x="287" y="176"/>
                </a:lnTo>
                <a:lnTo>
                  <a:pt x="280" y="178"/>
                </a:lnTo>
                <a:lnTo>
                  <a:pt x="273" y="183"/>
                </a:lnTo>
                <a:lnTo>
                  <a:pt x="266" y="190"/>
                </a:lnTo>
                <a:lnTo>
                  <a:pt x="252" y="207"/>
                </a:lnTo>
                <a:lnTo>
                  <a:pt x="238" y="228"/>
                </a:lnTo>
                <a:lnTo>
                  <a:pt x="221" y="251"/>
                </a:lnTo>
                <a:lnTo>
                  <a:pt x="191" y="305"/>
                </a:lnTo>
                <a:lnTo>
                  <a:pt x="174" y="331"/>
                </a:lnTo>
                <a:lnTo>
                  <a:pt x="155" y="357"/>
                </a:lnTo>
                <a:lnTo>
                  <a:pt x="134" y="378"/>
                </a:lnTo>
                <a:lnTo>
                  <a:pt x="113" y="397"/>
                </a:lnTo>
                <a:lnTo>
                  <a:pt x="99" y="404"/>
                </a:lnTo>
                <a:lnTo>
                  <a:pt x="87" y="409"/>
                </a:lnTo>
                <a:lnTo>
                  <a:pt x="75" y="411"/>
                </a:lnTo>
                <a:lnTo>
                  <a:pt x="61" y="414"/>
                </a:lnTo>
                <a:lnTo>
                  <a:pt x="47" y="414"/>
                </a:lnTo>
                <a:lnTo>
                  <a:pt x="31" y="409"/>
                </a:lnTo>
                <a:lnTo>
                  <a:pt x="16" y="404"/>
                </a:lnTo>
                <a:lnTo>
                  <a:pt x="0" y="397"/>
                </a:lnTo>
                <a:lnTo>
                  <a:pt x="0" y="397"/>
                </a:lnTo>
                <a:lnTo>
                  <a:pt x="16" y="397"/>
                </a:lnTo>
                <a:lnTo>
                  <a:pt x="33" y="395"/>
                </a:lnTo>
                <a:lnTo>
                  <a:pt x="47" y="390"/>
                </a:lnTo>
                <a:lnTo>
                  <a:pt x="61" y="383"/>
                </a:lnTo>
                <a:lnTo>
                  <a:pt x="73" y="376"/>
                </a:lnTo>
                <a:lnTo>
                  <a:pt x="85" y="369"/>
                </a:lnTo>
                <a:lnTo>
                  <a:pt x="94" y="360"/>
                </a:lnTo>
                <a:lnTo>
                  <a:pt x="106" y="348"/>
                </a:lnTo>
                <a:lnTo>
                  <a:pt x="122" y="324"/>
                </a:lnTo>
                <a:lnTo>
                  <a:pt x="139" y="296"/>
                </a:lnTo>
                <a:lnTo>
                  <a:pt x="151" y="265"/>
                </a:lnTo>
                <a:lnTo>
                  <a:pt x="165" y="235"/>
                </a:lnTo>
                <a:lnTo>
                  <a:pt x="193" y="174"/>
                </a:lnTo>
                <a:lnTo>
                  <a:pt x="207" y="145"/>
                </a:lnTo>
                <a:lnTo>
                  <a:pt x="226" y="120"/>
                </a:lnTo>
                <a:lnTo>
                  <a:pt x="247" y="96"/>
                </a:lnTo>
                <a:lnTo>
                  <a:pt x="259" y="87"/>
                </a:lnTo>
                <a:lnTo>
                  <a:pt x="271" y="80"/>
                </a:lnTo>
                <a:lnTo>
                  <a:pt x="285" y="72"/>
                </a:lnTo>
                <a:lnTo>
                  <a:pt x="301" y="65"/>
                </a:lnTo>
                <a:lnTo>
                  <a:pt x="318" y="63"/>
                </a:lnTo>
                <a:lnTo>
                  <a:pt x="336" y="61"/>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241" name="TextBox 240"/>
          <p:cNvSpPr txBox="1"/>
          <p:nvPr/>
        </p:nvSpPr>
        <p:spPr>
          <a:xfrm>
            <a:off x="7995436" y="3664299"/>
            <a:ext cx="2586706" cy="352665"/>
          </a:xfrm>
          <a:prstGeom prst="rect">
            <a:avLst/>
          </a:prstGeom>
          <a:noFill/>
        </p:spPr>
        <p:txBody>
          <a:bodyPr wrap="square" lIns="0" tIns="0" rIns="0" bIns="0" rtlCol="0">
            <a:noAutofit/>
          </a:bodyPr>
          <a:lstStyle/>
          <a:p>
            <a:pPr>
              <a:spcAft>
                <a:spcPts val="900"/>
              </a:spcAft>
            </a:pPr>
            <a:r>
              <a:rPr lang="en-GB" sz="1635" smtClean="0">
                <a:solidFill>
                  <a:schemeClr val="bg2"/>
                </a:solidFill>
                <a:latin typeface="腾讯体 W7" panose="020C08030202040F0204" pitchFamily="18" charset="-122"/>
              </a:rPr>
              <a:t>Local procedures tailored</a:t>
            </a:r>
            <a:endParaRPr lang="en-GB" sz="1635" smtClean="0">
              <a:solidFill>
                <a:schemeClr val="bg2"/>
              </a:solidFill>
              <a:latin typeface="腾讯体 W7" panose="020C08030202040F0204" pitchFamily="18" charset="-122"/>
            </a:endParaRPr>
          </a:p>
        </p:txBody>
      </p:sp>
      <p:sp>
        <p:nvSpPr>
          <p:cNvPr id="242" name="TextBox 241"/>
          <p:cNvSpPr txBox="1"/>
          <p:nvPr/>
        </p:nvSpPr>
        <p:spPr>
          <a:xfrm>
            <a:off x="7857750" y="2815225"/>
            <a:ext cx="2643349" cy="352665"/>
          </a:xfrm>
          <a:prstGeom prst="rect">
            <a:avLst/>
          </a:prstGeom>
          <a:noFill/>
        </p:spPr>
        <p:txBody>
          <a:bodyPr wrap="square" lIns="0" tIns="0" rIns="0" bIns="0" rtlCol="0">
            <a:noAutofit/>
          </a:bodyPr>
          <a:lstStyle/>
          <a:p>
            <a:pPr>
              <a:spcAft>
                <a:spcPts val="900"/>
              </a:spcAft>
            </a:pPr>
            <a:r>
              <a:rPr lang="en-GB" sz="1635" smtClean="0">
                <a:solidFill>
                  <a:schemeClr val="bg2"/>
                </a:solidFill>
                <a:latin typeface="腾讯体 W7" panose="020C08030202040F0204" pitchFamily="18" charset="-122"/>
              </a:rPr>
              <a:t>Group/Corporate controls</a:t>
            </a:r>
            <a:endParaRPr lang="en-GB" sz="1635" smtClean="0">
              <a:solidFill>
                <a:schemeClr val="bg2"/>
              </a:solidFill>
              <a:latin typeface="腾讯体 W7" panose="020C08030202040F0204" pitchFamily="18" charset="-122"/>
            </a:endParaRPr>
          </a:p>
        </p:txBody>
      </p:sp>
      <p:sp>
        <p:nvSpPr>
          <p:cNvPr id="243" name="TextBox 242"/>
          <p:cNvSpPr txBox="1"/>
          <p:nvPr/>
        </p:nvSpPr>
        <p:spPr>
          <a:xfrm>
            <a:off x="7873480" y="4486094"/>
            <a:ext cx="2643349" cy="352665"/>
          </a:xfrm>
          <a:prstGeom prst="rect">
            <a:avLst/>
          </a:prstGeom>
          <a:noFill/>
        </p:spPr>
        <p:txBody>
          <a:bodyPr wrap="square" lIns="0" tIns="0" rIns="0" bIns="0" rtlCol="0">
            <a:noAutofit/>
          </a:bodyPr>
          <a:lstStyle/>
          <a:p>
            <a:pPr>
              <a:spcAft>
                <a:spcPts val="900"/>
              </a:spcAft>
            </a:pPr>
            <a:r>
              <a:rPr lang="en-GB" sz="1635" smtClean="0">
                <a:solidFill>
                  <a:schemeClr val="bg2"/>
                </a:solidFill>
                <a:latin typeface="腾讯体 W7" panose="020C08030202040F0204" pitchFamily="18" charset="-122"/>
              </a:rPr>
              <a:t>Shared processes/systems</a:t>
            </a:r>
            <a:endParaRPr lang="en-GB" sz="1635" smtClean="0">
              <a:solidFill>
                <a:schemeClr val="bg2"/>
              </a:solidFill>
              <a:latin typeface="腾讯体 W7" panose="020C08030202040F0204" pitchFamily="18" charset="-122"/>
            </a:endParaRPr>
          </a:p>
        </p:txBody>
      </p:sp>
      <p:sp>
        <p:nvSpPr>
          <p:cNvPr id="244" name="TextBox 243"/>
          <p:cNvSpPr txBox="1"/>
          <p:nvPr/>
        </p:nvSpPr>
        <p:spPr>
          <a:xfrm>
            <a:off x="5890820" y="5884910"/>
            <a:ext cx="597060" cy="352665"/>
          </a:xfrm>
          <a:prstGeom prst="rect">
            <a:avLst/>
          </a:prstGeom>
          <a:noFill/>
        </p:spPr>
        <p:txBody>
          <a:bodyPr wrap="square" lIns="0" tIns="0" rIns="0" bIns="0" rtlCol="0">
            <a:noAutofit/>
          </a:bodyPr>
          <a:lstStyle/>
          <a:p>
            <a:pPr algn="ctr">
              <a:spcAft>
                <a:spcPts val="900"/>
              </a:spcAft>
            </a:pPr>
            <a:r>
              <a:rPr lang="en-GB" sz="1635" b="1" smtClean="0">
                <a:solidFill>
                  <a:schemeClr val="tx2"/>
                </a:solidFill>
                <a:latin typeface="腾讯体 W7" panose="020C08030202040F0204" pitchFamily="18" charset="-122"/>
              </a:rPr>
              <a:t>Time</a:t>
            </a:r>
            <a:endParaRPr lang="en-GB" sz="1635" b="1" smtClean="0">
              <a:solidFill>
                <a:schemeClr val="tx2"/>
              </a:solidFill>
              <a:latin typeface="腾讯体 W7" panose="020C08030202040F0204" pitchFamily="18" charset="-122"/>
            </a:endParaRPr>
          </a:p>
        </p:txBody>
      </p:sp>
    </p:spTree>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Bottle neck</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834" name="Freeform 9"/>
          <p:cNvSpPr/>
          <p:nvPr/>
        </p:nvSpPr>
        <p:spPr bwMode="auto">
          <a:xfrm>
            <a:off x="5319844" y="3917994"/>
            <a:ext cx="5149116" cy="2321134"/>
          </a:xfrm>
          <a:custGeom>
            <a:avLst/>
            <a:gdLst>
              <a:gd name="T0" fmla="*/ 3576 w 3576"/>
              <a:gd name="T1" fmla="*/ 0 h 1612"/>
              <a:gd name="T2" fmla="*/ 2536 w 3576"/>
              <a:gd name="T3" fmla="*/ 0 h 1612"/>
              <a:gd name="T4" fmla="*/ 2504 w 3576"/>
              <a:gd name="T5" fmla="*/ 2 h 1612"/>
              <a:gd name="T6" fmla="*/ 2474 w 3576"/>
              <a:gd name="T7" fmla="*/ 12 h 1612"/>
              <a:gd name="T8" fmla="*/ 2446 w 3576"/>
              <a:gd name="T9" fmla="*/ 26 h 1612"/>
              <a:gd name="T10" fmla="*/ 2422 w 3576"/>
              <a:gd name="T11" fmla="*/ 46 h 1612"/>
              <a:gd name="T12" fmla="*/ 2402 w 3576"/>
              <a:gd name="T13" fmla="*/ 70 h 1612"/>
              <a:gd name="T14" fmla="*/ 2386 w 3576"/>
              <a:gd name="T15" fmla="*/ 98 h 1612"/>
              <a:gd name="T16" fmla="*/ 2378 w 3576"/>
              <a:gd name="T17" fmla="*/ 128 h 1612"/>
              <a:gd name="T18" fmla="*/ 2374 w 3576"/>
              <a:gd name="T19" fmla="*/ 162 h 1612"/>
              <a:gd name="T20" fmla="*/ 2374 w 3576"/>
              <a:gd name="T21" fmla="*/ 612 h 1612"/>
              <a:gd name="T22" fmla="*/ 2368 w 3576"/>
              <a:gd name="T23" fmla="*/ 678 h 1612"/>
              <a:gd name="T24" fmla="*/ 2348 w 3576"/>
              <a:gd name="T25" fmla="*/ 738 h 1612"/>
              <a:gd name="T26" fmla="*/ 2318 w 3576"/>
              <a:gd name="T27" fmla="*/ 794 h 1612"/>
              <a:gd name="T28" fmla="*/ 2280 w 3576"/>
              <a:gd name="T29" fmla="*/ 842 h 1612"/>
              <a:gd name="T30" fmla="*/ 2232 w 3576"/>
              <a:gd name="T31" fmla="*/ 880 h 1612"/>
              <a:gd name="T32" fmla="*/ 2176 w 3576"/>
              <a:gd name="T33" fmla="*/ 910 h 1612"/>
              <a:gd name="T34" fmla="*/ 2116 w 3576"/>
              <a:gd name="T35" fmla="*/ 930 h 1612"/>
              <a:gd name="T36" fmla="*/ 2050 w 3576"/>
              <a:gd name="T37" fmla="*/ 936 h 1612"/>
              <a:gd name="T38" fmla="*/ 324 w 3576"/>
              <a:gd name="T39" fmla="*/ 936 h 1612"/>
              <a:gd name="T40" fmla="*/ 292 w 3576"/>
              <a:gd name="T41" fmla="*/ 938 h 1612"/>
              <a:gd name="T42" fmla="*/ 228 w 3576"/>
              <a:gd name="T43" fmla="*/ 950 h 1612"/>
              <a:gd name="T44" fmla="*/ 170 w 3576"/>
              <a:gd name="T45" fmla="*/ 976 h 1612"/>
              <a:gd name="T46" fmla="*/ 118 w 3576"/>
              <a:gd name="T47" fmla="*/ 1010 h 1612"/>
              <a:gd name="T48" fmla="*/ 74 w 3576"/>
              <a:gd name="T49" fmla="*/ 1054 h 1612"/>
              <a:gd name="T50" fmla="*/ 40 w 3576"/>
              <a:gd name="T51" fmla="*/ 1106 h 1612"/>
              <a:gd name="T52" fmla="*/ 14 w 3576"/>
              <a:gd name="T53" fmla="*/ 1164 h 1612"/>
              <a:gd name="T54" fmla="*/ 2 w 3576"/>
              <a:gd name="T55" fmla="*/ 1228 h 1612"/>
              <a:gd name="T56" fmla="*/ 0 w 3576"/>
              <a:gd name="T57" fmla="*/ 1288 h 1612"/>
              <a:gd name="T58" fmla="*/ 2 w 3576"/>
              <a:gd name="T59" fmla="*/ 1320 h 1612"/>
              <a:gd name="T60" fmla="*/ 14 w 3576"/>
              <a:gd name="T61" fmla="*/ 1384 h 1612"/>
              <a:gd name="T62" fmla="*/ 40 w 3576"/>
              <a:gd name="T63" fmla="*/ 1442 h 1612"/>
              <a:gd name="T64" fmla="*/ 74 w 3576"/>
              <a:gd name="T65" fmla="*/ 1494 h 1612"/>
              <a:gd name="T66" fmla="*/ 118 w 3576"/>
              <a:gd name="T67" fmla="*/ 1538 h 1612"/>
              <a:gd name="T68" fmla="*/ 170 w 3576"/>
              <a:gd name="T69" fmla="*/ 1572 h 1612"/>
              <a:gd name="T70" fmla="*/ 228 w 3576"/>
              <a:gd name="T71" fmla="*/ 1596 h 1612"/>
              <a:gd name="T72" fmla="*/ 292 w 3576"/>
              <a:gd name="T73" fmla="*/ 1610 h 1612"/>
              <a:gd name="T74" fmla="*/ 324 w 3576"/>
              <a:gd name="T75" fmla="*/ 1612 h 1612"/>
              <a:gd name="T76" fmla="*/ 2106 w 3576"/>
              <a:gd name="T77" fmla="*/ 1612 h 1612"/>
              <a:gd name="T78" fmla="*/ 2172 w 3576"/>
              <a:gd name="T79" fmla="*/ 1604 h 1612"/>
              <a:gd name="T80" fmla="*/ 2232 w 3576"/>
              <a:gd name="T81" fmla="*/ 1586 h 1612"/>
              <a:gd name="T82" fmla="*/ 2288 w 3576"/>
              <a:gd name="T83" fmla="*/ 1556 h 1612"/>
              <a:gd name="T84" fmla="*/ 2336 w 3576"/>
              <a:gd name="T85" fmla="*/ 1516 h 1612"/>
              <a:gd name="T86" fmla="*/ 2376 w 3576"/>
              <a:gd name="T87" fmla="*/ 1468 h 1612"/>
              <a:gd name="T88" fmla="*/ 2406 w 3576"/>
              <a:gd name="T89" fmla="*/ 1414 h 1612"/>
              <a:gd name="T90" fmla="*/ 2424 w 3576"/>
              <a:gd name="T91" fmla="*/ 1352 h 1612"/>
              <a:gd name="T92" fmla="*/ 2430 w 3576"/>
              <a:gd name="T93" fmla="*/ 1288 h 1612"/>
              <a:gd name="T94" fmla="*/ 2430 w 3576"/>
              <a:gd name="T95" fmla="*/ 154 h 1612"/>
              <a:gd name="T96" fmla="*/ 2440 w 3576"/>
              <a:gd name="T97" fmla="*/ 120 h 1612"/>
              <a:gd name="T98" fmla="*/ 2462 w 3576"/>
              <a:gd name="T99" fmla="*/ 88 h 1612"/>
              <a:gd name="T100" fmla="*/ 2494 w 3576"/>
              <a:gd name="T101" fmla="*/ 64 h 1612"/>
              <a:gd name="T102" fmla="*/ 2528 w 3576"/>
              <a:gd name="T103" fmla="*/ 56 h 1612"/>
              <a:gd name="T104" fmla="*/ 3576 w 3576"/>
              <a:gd name="T105" fmla="*/ 56 h 16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1612">
                <a:moveTo>
                  <a:pt x="3576" y="0"/>
                </a:moveTo>
                <a:lnTo>
                  <a:pt x="3576" y="0"/>
                </a:lnTo>
                <a:lnTo>
                  <a:pt x="2536" y="0"/>
                </a:lnTo>
                <a:lnTo>
                  <a:pt x="2536" y="0"/>
                </a:lnTo>
                <a:lnTo>
                  <a:pt x="2520" y="0"/>
                </a:lnTo>
                <a:lnTo>
                  <a:pt x="2504" y="2"/>
                </a:lnTo>
                <a:lnTo>
                  <a:pt x="2488" y="6"/>
                </a:lnTo>
                <a:lnTo>
                  <a:pt x="2474" y="12"/>
                </a:lnTo>
                <a:lnTo>
                  <a:pt x="2458" y="18"/>
                </a:lnTo>
                <a:lnTo>
                  <a:pt x="2446" y="26"/>
                </a:lnTo>
                <a:lnTo>
                  <a:pt x="2434" y="36"/>
                </a:lnTo>
                <a:lnTo>
                  <a:pt x="2422" y="46"/>
                </a:lnTo>
                <a:lnTo>
                  <a:pt x="2412" y="58"/>
                </a:lnTo>
                <a:lnTo>
                  <a:pt x="2402" y="70"/>
                </a:lnTo>
                <a:lnTo>
                  <a:pt x="2394" y="84"/>
                </a:lnTo>
                <a:lnTo>
                  <a:pt x="2386" y="98"/>
                </a:lnTo>
                <a:lnTo>
                  <a:pt x="2382" y="114"/>
                </a:lnTo>
                <a:lnTo>
                  <a:pt x="2378" y="128"/>
                </a:lnTo>
                <a:lnTo>
                  <a:pt x="2374" y="144"/>
                </a:lnTo>
                <a:lnTo>
                  <a:pt x="2374" y="162"/>
                </a:lnTo>
                <a:lnTo>
                  <a:pt x="2374" y="612"/>
                </a:lnTo>
                <a:lnTo>
                  <a:pt x="2374" y="612"/>
                </a:lnTo>
                <a:lnTo>
                  <a:pt x="2372" y="646"/>
                </a:lnTo>
                <a:lnTo>
                  <a:pt x="2368" y="678"/>
                </a:lnTo>
                <a:lnTo>
                  <a:pt x="2360" y="708"/>
                </a:lnTo>
                <a:lnTo>
                  <a:pt x="2348" y="738"/>
                </a:lnTo>
                <a:lnTo>
                  <a:pt x="2334" y="766"/>
                </a:lnTo>
                <a:lnTo>
                  <a:pt x="2318" y="794"/>
                </a:lnTo>
                <a:lnTo>
                  <a:pt x="2300" y="818"/>
                </a:lnTo>
                <a:lnTo>
                  <a:pt x="2280" y="842"/>
                </a:lnTo>
                <a:lnTo>
                  <a:pt x="2256" y="862"/>
                </a:lnTo>
                <a:lnTo>
                  <a:pt x="2232" y="880"/>
                </a:lnTo>
                <a:lnTo>
                  <a:pt x="2204" y="898"/>
                </a:lnTo>
                <a:lnTo>
                  <a:pt x="2176" y="910"/>
                </a:lnTo>
                <a:lnTo>
                  <a:pt x="2146" y="922"/>
                </a:lnTo>
                <a:lnTo>
                  <a:pt x="2116" y="930"/>
                </a:lnTo>
                <a:lnTo>
                  <a:pt x="2084" y="934"/>
                </a:lnTo>
                <a:lnTo>
                  <a:pt x="2050" y="936"/>
                </a:lnTo>
                <a:lnTo>
                  <a:pt x="2050" y="936"/>
                </a:lnTo>
                <a:lnTo>
                  <a:pt x="324" y="936"/>
                </a:lnTo>
                <a:lnTo>
                  <a:pt x="324" y="936"/>
                </a:lnTo>
                <a:lnTo>
                  <a:pt x="292" y="938"/>
                </a:lnTo>
                <a:lnTo>
                  <a:pt x="258" y="942"/>
                </a:lnTo>
                <a:lnTo>
                  <a:pt x="228" y="950"/>
                </a:lnTo>
                <a:lnTo>
                  <a:pt x="198" y="962"/>
                </a:lnTo>
                <a:lnTo>
                  <a:pt x="170" y="976"/>
                </a:lnTo>
                <a:lnTo>
                  <a:pt x="144" y="992"/>
                </a:lnTo>
                <a:lnTo>
                  <a:pt x="118" y="1010"/>
                </a:lnTo>
                <a:lnTo>
                  <a:pt x="96" y="1032"/>
                </a:lnTo>
                <a:lnTo>
                  <a:pt x="74" y="1054"/>
                </a:lnTo>
                <a:lnTo>
                  <a:pt x="56" y="1080"/>
                </a:lnTo>
                <a:lnTo>
                  <a:pt x="40" y="1106"/>
                </a:lnTo>
                <a:lnTo>
                  <a:pt x="26" y="1134"/>
                </a:lnTo>
                <a:lnTo>
                  <a:pt x="14" y="1164"/>
                </a:lnTo>
                <a:lnTo>
                  <a:pt x="6" y="1196"/>
                </a:lnTo>
                <a:lnTo>
                  <a:pt x="2" y="1228"/>
                </a:lnTo>
                <a:lnTo>
                  <a:pt x="0" y="1260"/>
                </a:lnTo>
                <a:lnTo>
                  <a:pt x="0" y="1288"/>
                </a:lnTo>
                <a:lnTo>
                  <a:pt x="0" y="1288"/>
                </a:lnTo>
                <a:lnTo>
                  <a:pt x="2" y="1320"/>
                </a:lnTo>
                <a:lnTo>
                  <a:pt x="6" y="1352"/>
                </a:lnTo>
                <a:lnTo>
                  <a:pt x="14" y="1384"/>
                </a:lnTo>
                <a:lnTo>
                  <a:pt x="26" y="1414"/>
                </a:lnTo>
                <a:lnTo>
                  <a:pt x="40" y="1442"/>
                </a:lnTo>
                <a:lnTo>
                  <a:pt x="56" y="1468"/>
                </a:lnTo>
                <a:lnTo>
                  <a:pt x="74" y="1494"/>
                </a:lnTo>
                <a:lnTo>
                  <a:pt x="96" y="1516"/>
                </a:lnTo>
                <a:lnTo>
                  <a:pt x="118" y="1538"/>
                </a:lnTo>
                <a:lnTo>
                  <a:pt x="144" y="1556"/>
                </a:lnTo>
                <a:lnTo>
                  <a:pt x="170" y="1572"/>
                </a:lnTo>
                <a:lnTo>
                  <a:pt x="198" y="1586"/>
                </a:lnTo>
                <a:lnTo>
                  <a:pt x="228" y="1596"/>
                </a:lnTo>
                <a:lnTo>
                  <a:pt x="258" y="1604"/>
                </a:lnTo>
                <a:lnTo>
                  <a:pt x="292" y="1610"/>
                </a:lnTo>
                <a:lnTo>
                  <a:pt x="324" y="1612"/>
                </a:lnTo>
                <a:lnTo>
                  <a:pt x="324" y="1612"/>
                </a:lnTo>
                <a:lnTo>
                  <a:pt x="2106" y="1612"/>
                </a:lnTo>
                <a:lnTo>
                  <a:pt x="2106" y="1612"/>
                </a:lnTo>
                <a:lnTo>
                  <a:pt x="2140" y="1610"/>
                </a:lnTo>
                <a:lnTo>
                  <a:pt x="2172" y="1604"/>
                </a:lnTo>
                <a:lnTo>
                  <a:pt x="2204" y="1596"/>
                </a:lnTo>
                <a:lnTo>
                  <a:pt x="2232" y="1586"/>
                </a:lnTo>
                <a:lnTo>
                  <a:pt x="2262" y="1572"/>
                </a:lnTo>
                <a:lnTo>
                  <a:pt x="2288" y="1556"/>
                </a:lnTo>
                <a:lnTo>
                  <a:pt x="2312" y="1538"/>
                </a:lnTo>
                <a:lnTo>
                  <a:pt x="2336" y="1516"/>
                </a:lnTo>
                <a:lnTo>
                  <a:pt x="2356" y="1494"/>
                </a:lnTo>
                <a:lnTo>
                  <a:pt x="2376" y="1468"/>
                </a:lnTo>
                <a:lnTo>
                  <a:pt x="2392" y="1442"/>
                </a:lnTo>
                <a:lnTo>
                  <a:pt x="2406" y="1414"/>
                </a:lnTo>
                <a:lnTo>
                  <a:pt x="2416" y="1384"/>
                </a:lnTo>
                <a:lnTo>
                  <a:pt x="2424" y="1352"/>
                </a:lnTo>
                <a:lnTo>
                  <a:pt x="2430" y="1320"/>
                </a:lnTo>
                <a:lnTo>
                  <a:pt x="2430" y="1288"/>
                </a:lnTo>
                <a:lnTo>
                  <a:pt x="2430" y="154"/>
                </a:lnTo>
                <a:lnTo>
                  <a:pt x="2430" y="154"/>
                </a:lnTo>
                <a:lnTo>
                  <a:pt x="2434" y="136"/>
                </a:lnTo>
                <a:lnTo>
                  <a:pt x="2440" y="120"/>
                </a:lnTo>
                <a:lnTo>
                  <a:pt x="2450" y="102"/>
                </a:lnTo>
                <a:lnTo>
                  <a:pt x="2462" y="88"/>
                </a:lnTo>
                <a:lnTo>
                  <a:pt x="2478" y="74"/>
                </a:lnTo>
                <a:lnTo>
                  <a:pt x="2494" y="64"/>
                </a:lnTo>
                <a:lnTo>
                  <a:pt x="2512" y="58"/>
                </a:lnTo>
                <a:lnTo>
                  <a:pt x="2528" y="56"/>
                </a:lnTo>
                <a:lnTo>
                  <a:pt x="2528" y="56"/>
                </a:lnTo>
                <a:lnTo>
                  <a:pt x="3576" y="56"/>
                </a:lnTo>
                <a:lnTo>
                  <a:pt x="3576" y="0"/>
                </a:lnTo>
                <a:close/>
              </a:path>
            </a:pathLst>
          </a:custGeom>
          <a:solidFill>
            <a:srgbClr val="1450B8"/>
          </a:solidFill>
          <a:ln w="9525">
            <a:solidFill>
              <a:schemeClr val="bg2"/>
            </a:solidFill>
            <a:round/>
          </a:ln>
        </p:spPr>
        <p:txBody>
          <a:bodyPr vert="horz" wrap="square" lIns="82938" tIns="41469" rIns="82938" bIns="41469" numCol="1" anchor="t" anchorCtr="0" compatLnSpc="1"/>
          <a:lstStyle/>
          <a:p>
            <a:endParaRPr lang="en-GB" sz="1815"/>
          </a:p>
        </p:txBody>
      </p:sp>
      <p:sp>
        <p:nvSpPr>
          <p:cNvPr id="835" name="Freeform 13"/>
          <p:cNvSpPr/>
          <p:nvPr/>
        </p:nvSpPr>
        <p:spPr bwMode="auto">
          <a:xfrm>
            <a:off x="5319844" y="3834479"/>
            <a:ext cx="5149116" cy="1431270"/>
          </a:xfrm>
          <a:custGeom>
            <a:avLst/>
            <a:gdLst>
              <a:gd name="T0" fmla="*/ 3576 w 3576"/>
              <a:gd name="T1" fmla="*/ 0 h 994"/>
              <a:gd name="T2" fmla="*/ 2560 w 3576"/>
              <a:gd name="T3" fmla="*/ 0 h 994"/>
              <a:gd name="T4" fmla="*/ 2482 w 3576"/>
              <a:gd name="T5" fmla="*/ 8 h 994"/>
              <a:gd name="T6" fmla="*/ 2420 w 3576"/>
              <a:gd name="T7" fmla="*/ 32 h 994"/>
              <a:gd name="T8" fmla="*/ 2374 w 3576"/>
              <a:gd name="T9" fmla="*/ 68 h 994"/>
              <a:gd name="T10" fmla="*/ 2344 w 3576"/>
              <a:gd name="T11" fmla="*/ 114 h 994"/>
              <a:gd name="T12" fmla="*/ 2336 w 3576"/>
              <a:gd name="T13" fmla="*/ 134 h 994"/>
              <a:gd name="T14" fmla="*/ 2324 w 3576"/>
              <a:gd name="T15" fmla="*/ 154 h 994"/>
              <a:gd name="T16" fmla="*/ 2300 w 3576"/>
              <a:gd name="T17" fmla="*/ 192 h 994"/>
              <a:gd name="T18" fmla="*/ 2270 w 3576"/>
              <a:gd name="T19" fmla="*/ 224 h 994"/>
              <a:gd name="T20" fmla="*/ 2236 w 3576"/>
              <a:gd name="T21" fmla="*/ 254 h 994"/>
              <a:gd name="T22" fmla="*/ 2198 w 3576"/>
              <a:gd name="T23" fmla="*/ 278 h 994"/>
              <a:gd name="T24" fmla="*/ 2156 w 3576"/>
              <a:gd name="T25" fmla="*/ 298 h 994"/>
              <a:gd name="T26" fmla="*/ 2112 w 3576"/>
              <a:gd name="T27" fmla="*/ 312 h 994"/>
              <a:gd name="T28" fmla="*/ 2066 w 3576"/>
              <a:gd name="T29" fmla="*/ 318 h 994"/>
              <a:gd name="T30" fmla="*/ 326 w 3576"/>
              <a:gd name="T31" fmla="*/ 320 h 994"/>
              <a:gd name="T32" fmla="*/ 324 w 3576"/>
              <a:gd name="T33" fmla="*/ 320 h 994"/>
              <a:gd name="T34" fmla="*/ 258 w 3576"/>
              <a:gd name="T35" fmla="*/ 326 h 994"/>
              <a:gd name="T36" fmla="*/ 198 w 3576"/>
              <a:gd name="T37" fmla="*/ 344 h 994"/>
              <a:gd name="T38" fmla="*/ 144 w 3576"/>
              <a:gd name="T39" fmla="*/ 374 h 994"/>
              <a:gd name="T40" fmla="*/ 96 w 3576"/>
              <a:gd name="T41" fmla="*/ 414 h 994"/>
              <a:gd name="T42" fmla="*/ 56 w 3576"/>
              <a:gd name="T43" fmla="*/ 462 h 994"/>
              <a:gd name="T44" fmla="*/ 26 w 3576"/>
              <a:gd name="T45" fmla="*/ 518 h 994"/>
              <a:gd name="T46" fmla="*/ 6 w 3576"/>
              <a:gd name="T47" fmla="*/ 578 h 994"/>
              <a:gd name="T48" fmla="*/ 0 w 3576"/>
              <a:gd name="T49" fmla="*/ 644 h 994"/>
              <a:gd name="T50" fmla="*/ 0 w 3576"/>
              <a:gd name="T51" fmla="*/ 670 h 994"/>
              <a:gd name="T52" fmla="*/ 6 w 3576"/>
              <a:gd name="T53" fmla="*/ 736 h 994"/>
              <a:gd name="T54" fmla="*/ 26 w 3576"/>
              <a:gd name="T55" fmla="*/ 796 h 994"/>
              <a:gd name="T56" fmla="*/ 56 w 3576"/>
              <a:gd name="T57" fmla="*/ 852 h 994"/>
              <a:gd name="T58" fmla="*/ 96 w 3576"/>
              <a:gd name="T59" fmla="*/ 900 h 994"/>
              <a:gd name="T60" fmla="*/ 144 w 3576"/>
              <a:gd name="T61" fmla="*/ 938 h 994"/>
              <a:gd name="T62" fmla="*/ 198 w 3576"/>
              <a:gd name="T63" fmla="*/ 968 h 994"/>
              <a:gd name="T64" fmla="*/ 258 w 3576"/>
              <a:gd name="T65" fmla="*/ 988 h 994"/>
              <a:gd name="T66" fmla="*/ 324 w 3576"/>
              <a:gd name="T67" fmla="*/ 994 h 994"/>
              <a:gd name="T68" fmla="*/ 2050 w 3576"/>
              <a:gd name="T69" fmla="*/ 994 h 994"/>
              <a:gd name="T70" fmla="*/ 2116 w 3576"/>
              <a:gd name="T71" fmla="*/ 988 h 994"/>
              <a:gd name="T72" fmla="*/ 2176 w 3576"/>
              <a:gd name="T73" fmla="*/ 968 h 994"/>
              <a:gd name="T74" fmla="*/ 2232 w 3576"/>
              <a:gd name="T75" fmla="*/ 938 h 994"/>
              <a:gd name="T76" fmla="*/ 2280 w 3576"/>
              <a:gd name="T77" fmla="*/ 900 h 994"/>
              <a:gd name="T78" fmla="*/ 2318 w 3576"/>
              <a:gd name="T79" fmla="*/ 852 h 994"/>
              <a:gd name="T80" fmla="*/ 2348 w 3576"/>
              <a:gd name="T81" fmla="*/ 796 h 994"/>
              <a:gd name="T82" fmla="*/ 2368 w 3576"/>
              <a:gd name="T83" fmla="*/ 736 h 994"/>
              <a:gd name="T84" fmla="*/ 2374 w 3576"/>
              <a:gd name="T85" fmla="*/ 670 h 994"/>
              <a:gd name="T86" fmla="*/ 2374 w 3576"/>
              <a:gd name="T87" fmla="*/ 220 h 994"/>
              <a:gd name="T88" fmla="*/ 2378 w 3576"/>
              <a:gd name="T89" fmla="*/ 186 h 994"/>
              <a:gd name="T90" fmla="*/ 2386 w 3576"/>
              <a:gd name="T91" fmla="*/ 156 h 994"/>
              <a:gd name="T92" fmla="*/ 2402 w 3576"/>
              <a:gd name="T93" fmla="*/ 128 h 994"/>
              <a:gd name="T94" fmla="*/ 2422 w 3576"/>
              <a:gd name="T95" fmla="*/ 104 h 994"/>
              <a:gd name="T96" fmla="*/ 2446 w 3576"/>
              <a:gd name="T97" fmla="*/ 84 h 994"/>
              <a:gd name="T98" fmla="*/ 2474 w 3576"/>
              <a:gd name="T99" fmla="*/ 70 h 994"/>
              <a:gd name="T100" fmla="*/ 2504 w 3576"/>
              <a:gd name="T101" fmla="*/ 60 h 994"/>
              <a:gd name="T102" fmla="*/ 2536 w 3576"/>
              <a:gd name="T103" fmla="*/ 58 h 994"/>
              <a:gd name="T104" fmla="*/ 3576 w 3576"/>
              <a:gd name="T105" fmla="*/ 58 h 9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994">
                <a:moveTo>
                  <a:pt x="3576" y="0"/>
                </a:moveTo>
                <a:lnTo>
                  <a:pt x="3576" y="0"/>
                </a:lnTo>
                <a:lnTo>
                  <a:pt x="2560" y="0"/>
                </a:lnTo>
                <a:lnTo>
                  <a:pt x="2560" y="0"/>
                </a:lnTo>
                <a:lnTo>
                  <a:pt x="2520" y="2"/>
                </a:lnTo>
                <a:lnTo>
                  <a:pt x="2482" y="8"/>
                </a:lnTo>
                <a:lnTo>
                  <a:pt x="2450" y="18"/>
                </a:lnTo>
                <a:lnTo>
                  <a:pt x="2420" y="32"/>
                </a:lnTo>
                <a:lnTo>
                  <a:pt x="2396" y="48"/>
                </a:lnTo>
                <a:lnTo>
                  <a:pt x="2374" y="68"/>
                </a:lnTo>
                <a:lnTo>
                  <a:pt x="2358" y="90"/>
                </a:lnTo>
                <a:lnTo>
                  <a:pt x="2344" y="114"/>
                </a:lnTo>
                <a:lnTo>
                  <a:pt x="2344" y="114"/>
                </a:lnTo>
                <a:lnTo>
                  <a:pt x="2336" y="134"/>
                </a:lnTo>
                <a:lnTo>
                  <a:pt x="2336" y="134"/>
                </a:lnTo>
                <a:lnTo>
                  <a:pt x="2324" y="154"/>
                </a:lnTo>
                <a:lnTo>
                  <a:pt x="2312" y="172"/>
                </a:lnTo>
                <a:lnTo>
                  <a:pt x="2300" y="192"/>
                </a:lnTo>
                <a:lnTo>
                  <a:pt x="2286" y="208"/>
                </a:lnTo>
                <a:lnTo>
                  <a:pt x="2270" y="224"/>
                </a:lnTo>
                <a:lnTo>
                  <a:pt x="2254" y="240"/>
                </a:lnTo>
                <a:lnTo>
                  <a:pt x="2236" y="254"/>
                </a:lnTo>
                <a:lnTo>
                  <a:pt x="2218" y="268"/>
                </a:lnTo>
                <a:lnTo>
                  <a:pt x="2198" y="278"/>
                </a:lnTo>
                <a:lnTo>
                  <a:pt x="2178" y="290"/>
                </a:lnTo>
                <a:lnTo>
                  <a:pt x="2156" y="298"/>
                </a:lnTo>
                <a:lnTo>
                  <a:pt x="2136" y="306"/>
                </a:lnTo>
                <a:lnTo>
                  <a:pt x="2112" y="312"/>
                </a:lnTo>
                <a:lnTo>
                  <a:pt x="2090" y="316"/>
                </a:lnTo>
                <a:lnTo>
                  <a:pt x="2066" y="318"/>
                </a:lnTo>
                <a:lnTo>
                  <a:pt x="2042" y="320"/>
                </a:lnTo>
                <a:lnTo>
                  <a:pt x="326" y="320"/>
                </a:lnTo>
                <a:lnTo>
                  <a:pt x="324" y="320"/>
                </a:lnTo>
                <a:lnTo>
                  <a:pt x="324" y="320"/>
                </a:lnTo>
                <a:lnTo>
                  <a:pt x="292" y="320"/>
                </a:lnTo>
                <a:lnTo>
                  <a:pt x="258" y="326"/>
                </a:lnTo>
                <a:lnTo>
                  <a:pt x="228" y="334"/>
                </a:lnTo>
                <a:lnTo>
                  <a:pt x="198" y="344"/>
                </a:lnTo>
                <a:lnTo>
                  <a:pt x="170" y="358"/>
                </a:lnTo>
                <a:lnTo>
                  <a:pt x="144" y="374"/>
                </a:lnTo>
                <a:lnTo>
                  <a:pt x="118" y="394"/>
                </a:lnTo>
                <a:lnTo>
                  <a:pt x="96" y="414"/>
                </a:lnTo>
                <a:lnTo>
                  <a:pt x="74" y="438"/>
                </a:lnTo>
                <a:lnTo>
                  <a:pt x="56" y="462"/>
                </a:lnTo>
                <a:lnTo>
                  <a:pt x="40" y="488"/>
                </a:lnTo>
                <a:lnTo>
                  <a:pt x="26" y="518"/>
                </a:lnTo>
                <a:lnTo>
                  <a:pt x="14" y="546"/>
                </a:lnTo>
                <a:lnTo>
                  <a:pt x="6" y="578"/>
                </a:lnTo>
                <a:lnTo>
                  <a:pt x="2" y="610"/>
                </a:lnTo>
                <a:lnTo>
                  <a:pt x="0" y="644"/>
                </a:lnTo>
                <a:lnTo>
                  <a:pt x="0" y="670"/>
                </a:lnTo>
                <a:lnTo>
                  <a:pt x="0" y="670"/>
                </a:lnTo>
                <a:lnTo>
                  <a:pt x="2" y="704"/>
                </a:lnTo>
                <a:lnTo>
                  <a:pt x="6" y="736"/>
                </a:lnTo>
                <a:lnTo>
                  <a:pt x="14" y="766"/>
                </a:lnTo>
                <a:lnTo>
                  <a:pt x="26" y="796"/>
                </a:lnTo>
                <a:lnTo>
                  <a:pt x="40" y="824"/>
                </a:lnTo>
                <a:lnTo>
                  <a:pt x="56" y="852"/>
                </a:lnTo>
                <a:lnTo>
                  <a:pt x="74" y="876"/>
                </a:lnTo>
                <a:lnTo>
                  <a:pt x="96" y="900"/>
                </a:lnTo>
                <a:lnTo>
                  <a:pt x="118" y="920"/>
                </a:lnTo>
                <a:lnTo>
                  <a:pt x="144" y="938"/>
                </a:lnTo>
                <a:lnTo>
                  <a:pt x="170" y="956"/>
                </a:lnTo>
                <a:lnTo>
                  <a:pt x="198" y="968"/>
                </a:lnTo>
                <a:lnTo>
                  <a:pt x="228" y="980"/>
                </a:lnTo>
                <a:lnTo>
                  <a:pt x="258" y="988"/>
                </a:lnTo>
                <a:lnTo>
                  <a:pt x="292" y="992"/>
                </a:lnTo>
                <a:lnTo>
                  <a:pt x="324" y="994"/>
                </a:lnTo>
                <a:lnTo>
                  <a:pt x="2050" y="994"/>
                </a:lnTo>
                <a:lnTo>
                  <a:pt x="2050" y="994"/>
                </a:lnTo>
                <a:lnTo>
                  <a:pt x="2084" y="992"/>
                </a:lnTo>
                <a:lnTo>
                  <a:pt x="2116" y="988"/>
                </a:lnTo>
                <a:lnTo>
                  <a:pt x="2146" y="980"/>
                </a:lnTo>
                <a:lnTo>
                  <a:pt x="2176" y="968"/>
                </a:lnTo>
                <a:lnTo>
                  <a:pt x="2204" y="956"/>
                </a:lnTo>
                <a:lnTo>
                  <a:pt x="2232" y="938"/>
                </a:lnTo>
                <a:lnTo>
                  <a:pt x="2256" y="920"/>
                </a:lnTo>
                <a:lnTo>
                  <a:pt x="2280" y="900"/>
                </a:lnTo>
                <a:lnTo>
                  <a:pt x="2300" y="876"/>
                </a:lnTo>
                <a:lnTo>
                  <a:pt x="2318" y="852"/>
                </a:lnTo>
                <a:lnTo>
                  <a:pt x="2334" y="824"/>
                </a:lnTo>
                <a:lnTo>
                  <a:pt x="2348" y="796"/>
                </a:lnTo>
                <a:lnTo>
                  <a:pt x="2360" y="766"/>
                </a:lnTo>
                <a:lnTo>
                  <a:pt x="2368" y="736"/>
                </a:lnTo>
                <a:lnTo>
                  <a:pt x="2372" y="704"/>
                </a:lnTo>
                <a:lnTo>
                  <a:pt x="2374" y="670"/>
                </a:lnTo>
                <a:lnTo>
                  <a:pt x="2374" y="220"/>
                </a:lnTo>
                <a:lnTo>
                  <a:pt x="2374" y="220"/>
                </a:lnTo>
                <a:lnTo>
                  <a:pt x="2374" y="202"/>
                </a:lnTo>
                <a:lnTo>
                  <a:pt x="2378" y="186"/>
                </a:lnTo>
                <a:lnTo>
                  <a:pt x="2382" y="172"/>
                </a:lnTo>
                <a:lnTo>
                  <a:pt x="2386" y="156"/>
                </a:lnTo>
                <a:lnTo>
                  <a:pt x="2394" y="142"/>
                </a:lnTo>
                <a:lnTo>
                  <a:pt x="2402" y="128"/>
                </a:lnTo>
                <a:lnTo>
                  <a:pt x="2412" y="116"/>
                </a:lnTo>
                <a:lnTo>
                  <a:pt x="2422" y="104"/>
                </a:lnTo>
                <a:lnTo>
                  <a:pt x="2434" y="94"/>
                </a:lnTo>
                <a:lnTo>
                  <a:pt x="2446" y="84"/>
                </a:lnTo>
                <a:lnTo>
                  <a:pt x="2458" y="76"/>
                </a:lnTo>
                <a:lnTo>
                  <a:pt x="2474" y="70"/>
                </a:lnTo>
                <a:lnTo>
                  <a:pt x="2488" y="64"/>
                </a:lnTo>
                <a:lnTo>
                  <a:pt x="2504" y="60"/>
                </a:lnTo>
                <a:lnTo>
                  <a:pt x="2520" y="58"/>
                </a:lnTo>
                <a:lnTo>
                  <a:pt x="2536" y="58"/>
                </a:lnTo>
                <a:lnTo>
                  <a:pt x="2536" y="58"/>
                </a:lnTo>
                <a:lnTo>
                  <a:pt x="3576" y="58"/>
                </a:lnTo>
                <a:lnTo>
                  <a:pt x="3576" y="0"/>
                </a:lnTo>
                <a:close/>
              </a:path>
            </a:pathLst>
          </a:custGeom>
          <a:solidFill>
            <a:schemeClr val="accent1"/>
          </a:solidFill>
          <a:ln w="9525">
            <a:solidFill>
              <a:schemeClr val="bg2"/>
            </a:solidFill>
            <a:round/>
          </a:ln>
        </p:spPr>
        <p:txBody>
          <a:bodyPr vert="horz" wrap="square" lIns="82938" tIns="41469" rIns="82938" bIns="41469" numCol="1" anchor="t" anchorCtr="0" compatLnSpc="1"/>
          <a:lstStyle/>
          <a:p>
            <a:endParaRPr lang="en-GB" sz="1815"/>
          </a:p>
        </p:txBody>
      </p:sp>
      <p:sp>
        <p:nvSpPr>
          <p:cNvPr id="836" name="Freeform 21"/>
          <p:cNvSpPr/>
          <p:nvPr/>
        </p:nvSpPr>
        <p:spPr bwMode="auto">
          <a:xfrm>
            <a:off x="5319844" y="3290193"/>
            <a:ext cx="5149116" cy="1005057"/>
          </a:xfrm>
          <a:custGeom>
            <a:avLst/>
            <a:gdLst>
              <a:gd name="T0" fmla="*/ 3576 w 3576"/>
              <a:gd name="T1" fmla="*/ 378 h 698"/>
              <a:gd name="T2" fmla="*/ 2560 w 3576"/>
              <a:gd name="T3" fmla="*/ 378 h 698"/>
              <a:gd name="T4" fmla="*/ 2482 w 3576"/>
              <a:gd name="T5" fmla="*/ 386 h 698"/>
              <a:gd name="T6" fmla="*/ 2420 w 3576"/>
              <a:gd name="T7" fmla="*/ 410 h 698"/>
              <a:gd name="T8" fmla="*/ 2374 w 3576"/>
              <a:gd name="T9" fmla="*/ 446 h 698"/>
              <a:gd name="T10" fmla="*/ 2344 w 3576"/>
              <a:gd name="T11" fmla="*/ 492 h 698"/>
              <a:gd name="T12" fmla="*/ 2336 w 3576"/>
              <a:gd name="T13" fmla="*/ 512 h 698"/>
              <a:gd name="T14" fmla="*/ 2324 w 3576"/>
              <a:gd name="T15" fmla="*/ 532 h 698"/>
              <a:gd name="T16" fmla="*/ 2300 w 3576"/>
              <a:gd name="T17" fmla="*/ 570 h 698"/>
              <a:gd name="T18" fmla="*/ 2270 w 3576"/>
              <a:gd name="T19" fmla="*/ 602 h 698"/>
              <a:gd name="T20" fmla="*/ 2236 w 3576"/>
              <a:gd name="T21" fmla="*/ 632 h 698"/>
              <a:gd name="T22" fmla="*/ 2198 w 3576"/>
              <a:gd name="T23" fmla="*/ 656 h 698"/>
              <a:gd name="T24" fmla="*/ 2156 w 3576"/>
              <a:gd name="T25" fmla="*/ 676 h 698"/>
              <a:gd name="T26" fmla="*/ 2112 w 3576"/>
              <a:gd name="T27" fmla="*/ 690 h 698"/>
              <a:gd name="T28" fmla="*/ 2066 w 3576"/>
              <a:gd name="T29" fmla="*/ 696 h 698"/>
              <a:gd name="T30" fmla="*/ 2042 w 3576"/>
              <a:gd name="T31" fmla="*/ 698 h 698"/>
              <a:gd name="T32" fmla="*/ 324 w 3576"/>
              <a:gd name="T33" fmla="*/ 698 h 698"/>
              <a:gd name="T34" fmla="*/ 258 w 3576"/>
              <a:gd name="T35" fmla="*/ 690 h 698"/>
              <a:gd name="T36" fmla="*/ 198 w 3576"/>
              <a:gd name="T37" fmla="*/ 672 h 698"/>
              <a:gd name="T38" fmla="*/ 144 w 3576"/>
              <a:gd name="T39" fmla="*/ 642 h 698"/>
              <a:gd name="T40" fmla="*/ 96 w 3576"/>
              <a:gd name="T41" fmla="*/ 602 h 698"/>
              <a:gd name="T42" fmla="*/ 56 w 3576"/>
              <a:gd name="T43" fmla="*/ 554 h 698"/>
              <a:gd name="T44" fmla="*/ 26 w 3576"/>
              <a:gd name="T45" fmla="*/ 500 h 698"/>
              <a:gd name="T46" fmla="*/ 6 w 3576"/>
              <a:gd name="T47" fmla="*/ 438 h 698"/>
              <a:gd name="T48" fmla="*/ 0 w 3576"/>
              <a:gd name="T49" fmla="*/ 372 h 698"/>
              <a:gd name="T50" fmla="*/ 0 w 3576"/>
              <a:gd name="T51" fmla="*/ 324 h 698"/>
              <a:gd name="T52" fmla="*/ 6 w 3576"/>
              <a:gd name="T53" fmla="*/ 258 h 698"/>
              <a:gd name="T54" fmla="*/ 26 w 3576"/>
              <a:gd name="T55" fmla="*/ 198 h 698"/>
              <a:gd name="T56" fmla="*/ 56 w 3576"/>
              <a:gd name="T57" fmla="*/ 144 h 698"/>
              <a:gd name="T58" fmla="*/ 96 w 3576"/>
              <a:gd name="T59" fmla="*/ 96 h 698"/>
              <a:gd name="T60" fmla="*/ 144 w 3576"/>
              <a:gd name="T61" fmla="*/ 56 h 698"/>
              <a:gd name="T62" fmla="*/ 198 w 3576"/>
              <a:gd name="T63" fmla="*/ 26 h 698"/>
              <a:gd name="T64" fmla="*/ 258 w 3576"/>
              <a:gd name="T65" fmla="*/ 6 h 698"/>
              <a:gd name="T66" fmla="*/ 324 w 3576"/>
              <a:gd name="T67" fmla="*/ 0 h 698"/>
              <a:gd name="T68" fmla="*/ 2042 w 3576"/>
              <a:gd name="T69" fmla="*/ 0 h 698"/>
              <a:gd name="T70" fmla="*/ 2066 w 3576"/>
              <a:gd name="T71" fmla="*/ 2 h 698"/>
              <a:gd name="T72" fmla="*/ 2112 w 3576"/>
              <a:gd name="T73" fmla="*/ 8 h 698"/>
              <a:gd name="T74" fmla="*/ 2156 w 3576"/>
              <a:gd name="T75" fmla="*/ 22 h 698"/>
              <a:gd name="T76" fmla="*/ 2198 w 3576"/>
              <a:gd name="T77" fmla="*/ 40 h 698"/>
              <a:gd name="T78" fmla="*/ 2236 w 3576"/>
              <a:gd name="T79" fmla="*/ 64 h 698"/>
              <a:gd name="T80" fmla="*/ 2270 w 3576"/>
              <a:gd name="T81" fmla="*/ 94 h 698"/>
              <a:gd name="T82" fmla="*/ 2300 w 3576"/>
              <a:gd name="T83" fmla="*/ 128 h 698"/>
              <a:gd name="T84" fmla="*/ 2324 w 3576"/>
              <a:gd name="T85" fmla="*/ 166 h 698"/>
              <a:gd name="T86" fmla="*/ 2336 w 3576"/>
              <a:gd name="T87" fmla="*/ 186 h 698"/>
              <a:gd name="T88" fmla="*/ 2344 w 3576"/>
              <a:gd name="T89" fmla="*/ 206 h 698"/>
              <a:gd name="T90" fmla="*/ 2374 w 3576"/>
              <a:gd name="T91" fmla="*/ 252 h 698"/>
              <a:gd name="T92" fmla="*/ 2420 w 3576"/>
              <a:gd name="T93" fmla="*/ 288 h 698"/>
              <a:gd name="T94" fmla="*/ 2482 w 3576"/>
              <a:gd name="T95" fmla="*/ 310 h 698"/>
              <a:gd name="T96" fmla="*/ 2560 w 3576"/>
              <a:gd name="T97" fmla="*/ 318 h 698"/>
              <a:gd name="T98" fmla="*/ 3576 w 3576"/>
              <a:gd name="T99" fmla="*/ 318 h 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576" h="698">
                <a:moveTo>
                  <a:pt x="3576" y="378"/>
                </a:moveTo>
                <a:lnTo>
                  <a:pt x="3576" y="378"/>
                </a:lnTo>
                <a:lnTo>
                  <a:pt x="2560" y="378"/>
                </a:lnTo>
                <a:lnTo>
                  <a:pt x="2560" y="378"/>
                </a:lnTo>
                <a:lnTo>
                  <a:pt x="2520" y="380"/>
                </a:lnTo>
                <a:lnTo>
                  <a:pt x="2482" y="386"/>
                </a:lnTo>
                <a:lnTo>
                  <a:pt x="2450" y="396"/>
                </a:lnTo>
                <a:lnTo>
                  <a:pt x="2420" y="410"/>
                </a:lnTo>
                <a:lnTo>
                  <a:pt x="2396" y="426"/>
                </a:lnTo>
                <a:lnTo>
                  <a:pt x="2374" y="446"/>
                </a:lnTo>
                <a:lnTo>
                  <a:pt x="2358" y="468"/>
                </a:lnTo>
                <a:lnTo>
                  <a:pt x="2344" y="492"/>
                </a:lnTo>
                <a:lnTo>
                  <a:pt x="2344" y="492"/>
                </a:lnTo>
                <a:lnTo>
                  <a:pt x="2336" y="512"/>
                </a:lnTo>
                <a:lnTo>
                  <a:pt x="2336" y="512"/>
                </a:lnTo>
                <a:lnTo>
                  <a:pt x="2324" y="532"/>
                </a:lnTo>
                <a:lnTo>
                  <a:pt x="2312" y="550"/>
                </a:lnTo>
                <a:lnTo>
                  <a:pt x="2300" y="570"/>
                </a:lnTo>
                <a:lnTo>
                  <a:pt x="2286" y="586"/>
                </a:lnTo>
                <a:lnTo>
                  <a:pt x="2270" y="602"/>
                </a:lnTo>
                <a:lnTo>
                  <a:pt x="2254" y="618"/>
                </a:lnTo>
                <a:lnTo>
                  <a:pt x="2236" y="632"/>
                </a:lnTo>
                <a:lnTo>
                  <a:pt x="2218" y="646"/>
                </a:lnTo>
                <a:lnTo>
                  <a:pt x="2198" y="656"/>
                </a:lnTo>
                <a:lnTo>
                  <a:pt x="2178" y="668"/>
                </a:lnTo>
                <a:lnTo>
                  <a:pt x="2156" y="676"/>
                </a:lnTo>
                <a:lnTo>
                  <a:pt x="2136" y="684"/>
                </a:lnTo>
                <a:lnTo>
                  <a:pt x="2112" y="690"/>
                </a:lnTo>
                <a:lnTo>
                  <a:pt x="2090" y="694"/>
                </a:lnTo>
                <a:lnTo>
                  <a:pt x="2066" y="696"/>
                </a:lnTo>
                <a:lnTo>
                  <a:pt x="2042" y="698"/>
                </a:lnTo>
                <a:lnTo>
                  <a:pt x="2042" y="698"/>
                </a:lnTo>
                <a:lnTo>
                  <a:pt x="324" y="698"/>
                </a:lnTo>
                <a:lnTo>
                  <a:pt x="324" y="698"/>
                </a:lnTo>
                <a:lnTo>
                  <a:pt x="292" y="696"/>
                </a:lnTo>
                <a:lnTo>
                  <a:pt x="258" y="690"/>
                </a:lnTo>
                <a:lnTo>
                  <a:pt x="228" y="682"/>
                </a:lnTo>
                <a:lnTo>
                  <a:pt x="198" y="672"/>
                </a:lnTo>
                <a:lnTo>
                  <a:pt x="170" y="658"/>
                </a:lnTo>
                <a:lnTo>
                  <a:pt x="144" y="642"/>
                </a:lnTo>
                <a:lnTo>
                  <a:pt x="118" y="624"/>
                </a:lnTo>
                <a:lnTo>
                  <a:pt x="96" y="602"/>
                </a:lnTo>
                <a:lnTo>
                  <a:pt x="74" y="580"/>
                </a:lnTo>
                <a:lnTo>
                  <a:pt x="56" y="554"/>
                </a:lnTo>
                <a:lnTo>
                  <a:pt x="40" y="528"/>
                </a:lnTo>
                <a:lnTo>
                  <a:pt x="26" y="500"/>
                </a:lnTo>
                <a:lnTo>
                  <a:pt x="14" y="470"/>
                </a:lnTo>
                <a:lnTo>
                  <a:pt x="6" y="438"/>
                </a:lnTo>
                <a:lnTo>
                  <a:pt x="2" y="406"/>
                </a:lnTo>
                <a:lnTo>
                  <a:pt x="0" y="372"/>
                </a:lnTo>
                <a:lnTo>
                  <a:pt x="0" y="324"/>
                </a:lnTo>
                <a:lnTo>
                  <a:pt x="0" y="324"/>
                </a:lnTo>
                <a:lnTo>
                  <a:pt x="2" y="292"/>
                </a:lnTo>
                <a:lnTo>
                  <a:pt x="6" y="258"/>
                </a:lnTo>
                <a:lnTo>
                  <a:pt x="14" y="228"/>
                </a:lnTo>
                <a:lnTo>
                  <a:pt x="26" y="198"/>
                </a:lnTo>
                <a:lnTo>
                  <a:pt x="40" y="170"/>
                </a:lnTo>
                <a:lnTo>
                  <a:pt x="56" y="144"/>
                </a:lnTo>
                <a:lnTo>
                  <a:pt x="74" y="118"/>
                </a:lnTo>
                <a:lnTo>
                  <a:pt x="96" y="96"/>
                </a:lnTo>
                <a:lnTo>
                  <a:pt x="118" y="74"/>
                </a:lnTo>
                <a:lnTo>
                  <a:pt x="144" y="56"/>
                </a:lnTo>
                <a:lnTo>
                  <a:pt x="170" y="40"/>
                </a:lnTo>
                <a:lnTo>
                  <a:pt x="198" y="26"/>
                </a:lnTo>
                <a:lnTo>
                  <a:pt x="228" y="14"/>
                </a:lnTo>
                <a:lnTo>
                  <a:pt x="258" y="6"/>
                </a:lnTo>
                <a:lnTo>
                  <a:pt x="292" y="2"/>
                </a:lnTo>
                <a:lnTo>
                  <a:pt x="324" y="0"/>
                </a:lnTo>
                <a:lnTo>
                  <a:pt x="324" y="0"/>
                </a:lnTo>
                <a:lnTo>
                  <a:pt x="2042" y="0"/>
                </a:lnTo>
                <a:lnTo>
                  <a:pt x="2042" y="0"/>
                </a:lnTo>
                <a:lnTo>
                  <a:pt x="2066" y="2"/>
                </a:lnTo>
                <a:lnTo>
                  <a:pt x="2090" y="4"/>
                </a:lnTo>
                <a:lnTo>
                  <a:pt x="2112" y="8"/>
                </a:lnTo>
                <a:lnTo>
                  <a:pt x="2136" y="14"/>
                </a:lnTo>
                <a:lnTo>
                  <a:pt x="2156" y="22"/>
                </a:lnTo>
                <a:lnTo>
                  <a:pt x="2178" y="30"/>
                </a:lnTo>
                <a:lnTo>
                  <a:pt x="2198" y="40"/>
                </a:lnTo>
                <a:lnTo>
                  <a:pt x="2218" y="52"/>
                </a:lnTo>
                <a:lnTo>
                  <a:pt x="2236" y="64"/>
                </a:lnTo>
                <a:lnTo>
                  <a:pt x="2254" y="80"/>
                </a:lnTo>
                <a:lnTo>
                  <a:pt x="2270" y="94"/>
                </a:lnTo>
                <a:lnTo>
                  <a:pt x="2286" y="110"/>
                </a:lnTo>
                <a:lnTo>
                  <a:pt x="2300" y="128"/>
                </a:lnTo>
                <a:lnTo>
                  <a:pt x="2312" y="146"/>
                </a:lnTo>
                <a:lnTo>
                  <a:pt x="2324" y="166"/>
                </a:lnTo>
                <a:lnTo>
                  <a:pt x="2336" y="186"/>
                </a:lnTo>
                <a:lnTo>
                  <a:pt x="2336" y="186"/>
                </a:lnTo>
                <a:lnTo>
                  <a:pt x="2344" y="206"/>
                </a:lnTo>
                <a:lnTo>
                  <a:pt x="2344" y="206"/>
                </a:lnTo>
                <a:lnTo>
                  <a:pt x="2358" y="230"/>
                </a:lnTo>
                <a:lnTo>
                  <a:pt x="2374" y="252"/>
                </a:lnTo>
                <a:lnTo>
                  <a:pt x="2396" y="272"/>
                </a:lnTo>
                <a:lnTo>
                  <a:pt x="2420" y="288"/>
                </a:lnTo>
                <a:lnTo>
                  <a:pt x="2450" y="300"/>
                </a:lnTo>
                <a:lnTo>
                  <a:pt x="2482" y="310"/>
                </a:lnTo>
                <a:lnTo>
                  <a:pt x="2520" y="316"/>
                </a:lnTo>
                <a:lnTo>
                  <a:pt x="2560" y="318"/>
                </a:lnTo>
                <a:lnTo>
                  <a:pt x="2560" y="318"/>
                </a:lnTo>
                <a:lnTo>
                  <a:pt x="3576" y="318"/>
                </a:lnTo>
                <a:lnTo>
                  <a:pt x="3576" y="378"/>
                </a:lnTo>
                <a:close/>
              </a:path>
            </a:pathLst>
          </a:custGeom>
          <a:solidFill>
            <a:schemeClr val="accent4"/>
          </a:solidFill>
          <a:ln w="9525">
            <a:solidFill>
              <a:schemeClr val="bg2"/>
            </a:solidFill>
            <a:round/>
          </a:ln>
        </p:spPr>
        <p:txBody>
          <a:bodyPr vert="horz" wrap="square" lIns="82938" tIns="41469" rIns="82938" bIns="41469" numCol="1" anchor="t" anchorCtr="0" compatLnSpc="1"/>
          <a:lstStyle/>
          <a:p>
            <a:endParaRPr lang="en-GB" sz="1815"/>
          </a:p>
        </p:txBody>
      </p:sp>
      <p:sp>
        <p:nvSpPr>
          <p:cNvPr id="837" name="Freeform 29"/>
          <p:cNvSpPr/>
          <p:nvPr/>
        </p:nvSpPr>
        <p:spPr bwMode="auto">
          <a:xfrm>
            <a:off x="5319844" y="2319694"/>
            <a:ext cx="5149116" cy="1428390"/>
          </a:xfrm>
          <a:custGeom>
            <a:avLst/>
            <a:gdLst>
              <a:gd name="T0" fmla="*/ 3576 w 3576"/>
              <a:gd name="T1" fmla="*/ 992 h 992"/>
              <a:gd name="T2" fmla="*/ 2560 w 3576"/>
              <a:gd name="T3" fmla="*/ 992 h 992"/>
              <a:gd name="T4" fmla="*/ 2482 w 3576"/>
              <a:gd name="T5" fmla="*/ 984 h 992"/>
              <a:gd name="T6" fmla="*/ 2420 w 3576"/>
              <a:gd name="T7" fmla="*/ 962 h 992"/>
              <a:gd name="T8" fmla="*/ 2374 w 3576"/>
              <a:gd name="T9" fmla="*/ 926 h 992"/>
              <a:gd name="T10" fmla="*/ 2344 w 3576"/>
              <a:gd name="T11" fmla="*/ 880 h 992"/>
              <a:gd name="T12" fmla="*/ 2336 w 3576"/>
              <a:gd name="T13" fmla="*/ 860 h 992"/>
              <a:gd name="T14" fmla="*/ 2324 w 3576"/>
              <a:gd name="T15" fmla="*/ 840 h 992"/>
              <a:gd name="T16" fmla="*/ 2300 w 3576"/>
              <a:gd name="T17" fmla="*/ 802 h 992"/>
              <a:gd name="T18" fmla="*/ 2270 w 3576"/>
              <a:gd name="T19" fmla="*/ 768 h 992"/>
              <a:gd name="T20" fmla="*/ 2236 w 3576"/>
              <a:gd name="T21" fmla="*/ 738 h 992"/>
              <a:gd name="T22" fmla="*/ 2198 w 3576"/>
              <a:gd name="T23" fmla="*/ 714 h 992"/>
              <a:gd name="T24" fmla="*/ 2156 w 3576"/>
              <a:gd name="T25" fmla="*/ 696 h 992"/>
              <a:gd name="T26" fmla="*/ 2112 w 3576"/>
              <a:gd name="T27" fmla="*/ 682 h 992"/>
              <a:gd name="T28" fmla="*/ 2066 w 3576"/>
              <a:gd name="T29" fmla="*/ 676 h 992"/>
              <a:gd name="T30" fmla="*/ 324 w 3576"/>
              <a:gd name="T31" fmla="*/ 674 h 992"/>
              <a:gd name="T32" fmla="*/ 292 w 3576"/>
              <a:gd name="T33" fmla="*/ 672 h 992"/>
              <a:gd name="T34" fmla="*/ 228 w 3576"/>
              <a:gd name="T35" fmla="*/ 660 h 992"/>
              <a:gd name="T36" fmla="*/ 170 w 3576"/>
              <a:gd name="T37" fmla="*/ 636 h 992"/>
              <a:gd name="T38" fmla="*/ 118 w 3576"/>
              <a:gd name="T39" fmla="*/ 600 h 992"/>
              <a:gd name="T40" fmla="*/ 74 w 3576"/>
              <a:gd name="T41" fmla="*/ 556 h 992"/>
              <a:gd name="T42" fmla="*/ 40 w 3576"/>
              <a:gd name="T43" fmla="*/ 504 h 992"/>
              <a:gd name="T44" fmla="*/ 14 w 3576"/>
              <a:gd name="T45" fmla="*/ 446 h 992"/>
              <a:gd name="T46" fmla="*/ 2 w 3576"/>
              <a:gd name="T47" fmla="*/ 384 h 992"/>
              <a:gd name="T48" fmla="*/ 0 w 3576"/>
              <a:gd name="T49" fmla="*/ 324 h 992"/>
              <a:gd name="T50" fmla="*/ 2 w 3576"/>
              <a:gd name="T51" fmla="*/ 290 h 992"/>
              <a:gd name="T52" fmla="*/ 14 w 3576"/>
              <a:gd name="T53" fmla="*/ 226 h 992"/>
              <a:gd name="T54" fmla="*/ 40 w 3576"/>
              <a:gd name="T55" fmla="*/ 168 h 992"/>
              <a:gd name="T56" fmla="*/ 74 w 3576"/>
              <a:gd name="T57" fmla="*/ 116 h 992"/>
              <a:gd name="T58" fmla="*/ 118 w 3576"/>
              <a:gd name="T59" fmla="*/ 74 h 992"/>
              <a:gd name="T60" fmla="*/ 170 w 3576"/>
              <a:gd name="T61" fmla="*/ 38 h 992"/>
              <a:gd name="T62" fmla="*/ 228 w 3576"/>
              <a:gd name="T63" fmla="*/ 14 h 992"/>
              <a:gd name="T64" fmla="*/ 292 w 3576"/>
              <a:gd name="T65" fmla="*/ 0 h 992"/>
              <a:gd name="T66" fmla="*/ 2050 w 3576"/>
              <a:gd name="T67" fmla="*/ 0 h 992"/>
              <a:gd name="T68" fmla="*/ 2084 w 3576"/>
              <a:gd name="T69" fmla="*/ 0 h 992"/>
              <a:gd name="T70" fmla="*/ 2146 w 3576"/>
              <a:gd name="T71" fmla="*/ 14 h 992"/>
              <a:gd name="T72" fmla="*/ 2204 w 3576"/>
              <a:gd name="T73" fmla="*/ 38 h 992"/>
              <a:gd name="T74" fmla="*/ 2256 w 3576"/>
              <a:gd name="T75" fmla="*/ 74 h 992"/>
              <a:gd name="T76" fmla="*/ 2300 w 3576"/>
              <a:gd name="T77" fmla="*/ 116 h 992"/>
              <a:gd name="T78" fmla="*/ 2334 w 3576"/>
              <a:gd name="T79" fmla="*/ 168 h 992"/>
              <a:gd name="T80" fmla="*/ 2360 w 3576"/>
              <a:gd name="T81" fmla="*/ 226 h 992"/>
              <a:gd name="T82" fmla="*/ 2372 w 3576"/>
              <a:gd name="T83" fmla="*/ 290 h 992"/>
              <a:gd name="T84" fmla="*/ 2374 w 3576"/>
              <a:gd name="T85" fmla="*/ 774 h 992"/>
              <a:gd name="T86" fmla="*/ 2374 w 3576"/>
              <a:gd name="T87" fmla="*/ 790 h 992"/>
              <a:gd name="T88" fmla="*/ 2382 w 3576"/>
              <a:gd name="T89" fmla="*/ 822 h 992"/>
              <a:gd name="T90" fmla="*/ 2394 w 3576"/>
              <a:gd name="T91" fmla="*/ 852 h 992"/>
              <a:gd name="T92" fmla="*/ 2412 w 3576"/>
              <a:gd name="T93" fmla="*/ 878 h 992"/>
              <a:gd name="T94" fmla="*/ 2434 w 3576"/>
              <a:gd name="T95" fmla="*/ 898 h 992"/>
              <a:gd name="T96" fmla="*/ 2458 w 3576"/>
              <a:gd name="T97" fmla="*/ 916 h 992"/>
              <a:gd name="T98" fmla="*/ 2488 w 3576"/>
              <a:gd name="T99" fmla="*/ 928 h 992"/>
              <a:gd name="T100" fmla="*/ 2520 w 3576"/>
              <a:gd name="T101" fmla="*/ 936 h 992"/>
              <a:gd name="T102" fmla="*/ 2536 w 3576"/>
              <a:gd name="T103" fmla="*/ 936 h 992"/>
              <a:gd name="T104" fmla="*/ 3576 w 3576"/>
              <a:gd name="T105" fmla="*/ 992 h 9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992">
                <a:moveTo>
                  <a:pt x="3576" y="992"/>
                </a:moveTo>
                <a:lnTo>
                  <a:pt x="3576" y="992"/>
                </a:lnTo>
                <a:lnTo>
                  <a:pt x="2560" y="992"/>
                </a:lnTo>
                <a:lnTo>
                  <a:pt x="2560" y="992"/>
                </a:lnTo>
                <a:lnTo>
                  <a:pt x="2520" y="990"/>
                </a:lnTo>
                <a:lnTo>
                  <a:pt x="2482" y="984"/>
                </a:lnTo>
                <a:lnTo>
                  <a:pt x="2450" y="974"/>
                </a:lnTo>
                <a:lnTo>
                  <a:pt x="2420" y="962"/>
                </a:lnTo>
                <a:lnTo>
                  <a:pt x="2396" y="946"/>
                </a:lnTo>
                <a:lnTo>
                  <a:pt x="2374" y="926"/>
                </a:lnTo>
                <a:lnTo>
                  <a:pt x="2358" y="904"/>
                </a:lnTo>
                <a:lnTo>
                  <a:pt x="2344" y="880"/>
                </a:lnTo>
                <a:lnTo>
                  <a:pt x="2344" y="880"/>
                </a:lnTo>
                <a:lnTo>
                  <a:pt x="2336" y="860"/>
                </a:lnTo>
                <a:lnTo>
                  <a:pt x="2336" y="860"/>
                </a:lnTo>
                <a:lnTo>
                  <a:pt x="2324" y="840"/>
                </a:lnTo>
                <a:lnTo>
                  <a:pt x="2312" y="820"/>
                </a:lnTo>
                <a:lnTo>
                  <a:pt x="2300" y="802"/>
                </a:lnTo>
                <a:lnTo>
                  <a:pt x="2286" y="784"/>
                </a:lnTo>
                <a:lnTo>
                  <a:pt x="2270" y="768"/>
                </a:lnTo>
                <a:lnTo>
                  <a:pt x="2254" y="754"/>
                </a:lnTo>
                <a:lnTo>
                  <a:pt x="2236" y="738"/>
                </a:lnTo>
                <a:lnTo>
                  <a:pt x="2218" y="726"/>
                </a:lnTo>
                <a:lnTo>
                  <a:pt x="2198" y="714"/>
                </a:lnTo>
                <a:lnTo>
                  <a:pt x="2178" y="704"/>
                </a:lnTo>
                <a:lnTo>
                  <a:pt x="2156" y="696"/>
                </a:lnTo>
                <a:lnTo>
                  <a:pt x="2136" y="688"/>
                </a:lnTo>
                <a:lnTo>
                  <a:pt x="2112" y="682"/>
                </a:lnTo>
                <a:lnTo>
                  <a:pt x="2090" y="678"/>
                </a:lnTo>
                <a:lnTo>
                  <a:pt x="2066" y="676"/>
                </a:lnTo>
                <a:lnTo>
                  <a:pt x="2042" y="674"/>
                </a:lnTo>
                <a:lnTo>
                  <a:pt x="324" y="674"/>
                </a:lnTo>
                <a:lnTo>
                  <a:pt x="324" y="674"/>
                </a:lnTo>
                <a:lnTo>
                  <a:pt x="292" y="672"/>
                </a:lnTo>
                <a:lnTo>
                  <a:pt x="258" y="668"/>
                </a:lnTo>
                <a:lnTo>
                  <a:pt x="228" y="660"/>
                </a:lnTo>
                <a:lnTo>
                  <a:pt x="198" y="648"/>
                </a:lnTo>
                <a:lnTo>
                  <a:pt x="170" y="636"/>
                </a:lnTo>
                <a:lnTo>
                  <a:pt x="144" y="618"/>
                </a:lnTo>
                <a:lnTo>
                  <a:pt x="118" y="600"/>
                </a:lnTo>
                <a:lnTo>
                  <a:pt x="96" y="580"/>
                </a:lnTo>
                <a:lnTo>
                  <a:pt x="74" y="556"/>
                </a:lnTo>
                <a:lnTo>
                  <a:pt x="56" y="532"/>
                </a:lnTo>
                <a:lnTo>
                  <a:pt x="40" y="504"/>
                </a:lnTo>
                <a:lnTo>
                  <a:pt x="26" y="476"/>
                </a:lnTo>
                <a:lnTo>
                  <a:pt x="14" y="446"/>
                </a:lnTo>
                <a:lnTo>
                  <a:pt x="6" y="416"/>
                </a:lnTo>
                <a:lnTo>
                  <a:pt x="2" y="384"/>
                </a:lnTo>
                <a:lnTo>
                  <a:pt x="0" y="350"/>
                </a:lnTo>
                <a:lnTo>
                  <a:pt x="0" y="324"/>
                </a:lnTo>
                <a:lnTo>
                  <a:pt x="0" y="324"/>
                </a:lnTo>
                <a:lnTo>
                  <a:pt x="2" y="290"/>
                </a:lnTo>
                <a:lnTo>
                  <a:pt x="6" y="258"/>
                </a:lnTo>
                <a:lnTo>
                  <a:pt x="14" y="226"/>
                </a:lnTo>
                <a:lnTo>
                  <a:pt x="26" y="198"/>
                </a:lnTo>
                <a:lnTo>
                  <a:pt x="40" y="168"/>
                </a:lnTo>
                <a:lnTo>
                  <a:pt x="56" y="142"/>
                </a:lnTo>
                <a:lnTo>
                  <a:pt x="74" y="116"/>
                </a:lnTo>
                <a:lnTo>
                  <a:pt x="96" y="94"/>
                </a:lnTo>
                <a:lnTo>
                  <a:pt x="118" y="74"/>
                </a:lnTo>
                <a:lnTo>
                  <a:pt x="144" y="54"/>
                </a:lnTo>
                <a:lnTo>
                  <a:pt x="170" y="38"/>
                </a:lnTo>
                <a:lnTo>
                  <a:pt x="198" y="24"/>
                </a:lnTo>
                <a:lnTo>
                  <a:pt x="228" y="14"/>
                </a:lnTo>
                <a:lnTo>
                  <a:pt x="258" y="6"/>
                </a:lnTo>
                <a:lnTo>
                  <a:pt x="292" y="0"/>
                </a:lnTo>
                <a:lnTo>
                  <a:pt x="324" y="0"/>
                </a:lnTo>
                <a:lnTo>
                  <a:pt x="2050" y="0"/>
                </a:lnTo>
                <a:lnTo>
                  <a:pt x="2050" y="0"/>
                </a:lnTo>
                <a:lnTo>
                  <a:pt x="2084" y="0"/>
                </a:lnTo>
                <a:lnTo>
                  <a:pt x="2116" y="6"/>
                </a:lnTo>
                <a:lnTo>
                  <a:pt x="2146" y="14"/>
                </a:lnTo>
                <a:lnTo>
                  <a:pt x="2176" y="24"/>
                </a:lnTo>
                <a:lnTo>
                  <a:pt x="2204" y="38"/>
                </a:lnTo>
                <a:lnTo>
                  <a:pt x="2232" y="54"/>
                </a:lnTo>
                <a:lnTo>
                  <a:pt x="2256" y="74"/>
                </a:lnTo>
                <a:lnTo>
                  <a:pt x="2280" y="94"/>
                </a:lnTo>
                <a:lnTo>
                  <a:pt x="2300" y="116"/>
                </a:lnTo>
                <a:lnTo>
                  <a:pt x="2318" y="142"/>
                </a:lnTo>
                <a:lnTo>
                  <a:pt x="2334" y="168"/>
                </a:lnTo>
                <a:lnTo>
                  <a:pt x="2348" y="198"/>
                </a:lnTo>
                <a:lnTo>
                  <a:pt x="2360" y="226"/>
                </a:lnTo>
                <a:lnTo>
                  <a:pt x="2368" y="258"/>
                </a:lnTo>
                <a:lnTo>
                  <a:pt x="2372" y="290"/>
                </a:lnTo>
                <a:lnTo>
                  <a:pt x="2374" y="324"/>
                </a:lnTo>
                <a:lnTo>
                  <a:pt x="2374" y="774"/>
                </a:lnTo>
                <a:lnTo>
                  <a:pt x="2374" y="774"/>
                </a:lnTo>
                <a:lnTo>
                  <a:pt x="2374" y="790"/>
                </a:lnTo>
                <a:lnTo>
                  <a:pt x="2378" y="806"/>
                </a:lnTo>
                <a:lnTo>
                  <a:pt x="2382" y="822"/>
                </a:lnTo>
                <a:lnTo>
                  <a:pt x="2386" y="838"/>
                </a:lnTo>
                <a:lnTo>
                  <a:pt x="2394" y="852"/>
                </a:lnTo>
                <a:lnTo>
                  <a:pt x="2402" y="864"/>
                </a:lnTo>
                <a:lnTo>
                  <a:pt x="2412" y="878"/>
                </a:lnTo>
                <a:lnTo>
                  <a:pt x="2422" y="888"/>
                </a:lnTo>
                <a:lnTo>
                  <a:pt x="2434" y="898"/>
                </a:lnTo>
                <a:lnTo>
                  <a:pt x="2446" y="908"/>
                </a:lnTo>
                <a:lnTo>
                  <a:pt x="2458" y="916"/>
                </a:lnTo>
                <a:lnTo>
                  <a:pt x="2474" y="924"/>
                </a:lnTo>
                <a:lnTo>
                  <a:pt x="2488" y="928"/>
                </a:lnTo>
                <a:lnTo>
                  <a:pt x="2504" y="932"/>
                </a:lnTo>
                <a:lnTo>
                  <a:pt x="2520" y="936"/>
                </a:lnTo>
                <a:lnTo>
                  <a:pt x="2536" y="936"/>
                </a:lnTo>
                <a:lnTo>
                  <a:pt x="2536" y="936"/>
                </a:lnTo>
                <a:lnTo>
                  <a:pt x="3576" y="936"/>
                </a:lnTo>
                <a:lnTo>
                  <a:pt x="3576" y="992"/>
                </a:lnTo>
                <a:close/>
              </a:path>
            </a:pathLst>
          </a:custGeom>
          <a:solidFill>
            <a:schemeClr val="accent5"/>
          </a:solidFill>
          <a:ln w="9525">
            <a:solidFill>
              <a:schemeClr val="bg2"/>
            </a:solidFill>
            <a:round/>
          </a:ln>
        </p:spPr>
        <p:txBody>
          <a:bodyPr vert="horz" wrap="square" lIns="82938" tIns="41469" rIns="82938" bIns="41469" numCol="1" anchor="t" anchorCtr="0" compatLnSpc="1"/>
          <a:lstStyle/>
          <a:p>
            <a:endParaRPr lang="en-GB" sz="1815"/>
          </a:p>
        </p:txBody>
      </p:sp>
      <p:sp>
        <p:nvSpPr>
          <p:cNvPr id="838" name="Freeform 36"/>
          <p:cNvSpPr/>
          <p:nvPr/>
        </p:nvSpPr>
        <p:spPr bwMode="auto">
          <a:xfrm>
            <a:off x="5319844" y="1346316"/>
            <a:ext cx="5149116" cy="2321134"/>
          </a:xfrm>
          <a:custGeom>
            <a:avLst/>
            <a:gdLst>
              <a:gd name="T0" fmla="*/ 3576 w 3576"/>
              <a:gd name="T1" fmla="*/ 1612 h 1612"/>
              <a:gd name="T2" fmla="*/ 2536 w 3576"/>
              <a:gd name="T3" fmla="*/ 1612 h 1612"/>
              <a:gd name="T4" fmla="*/ 2504 w 3576"/>
              <a:gd name="T5" fmla="*/ 1608 h 1612"/>
              <a:gd name="T6" fmla="*/ 2474 w 3576"/>
              <a:gd name="T7" fmla="*/ 1600 h 1612"/>
              <a:gd name="T8" fmla="*/ 2446 w 3576"/>
              <a:gd name="T9" fmla="*/ 1584 h 1612"/>
              <a:gd name="T10" fmla="*/ 2422 w 3576"/>
              <a:gd name="T11" fmla="*/ 1564 h 1612"/>
              <a:gd name="T12" fmla="*/ 2402 w 3576"/>
              <a:gd name="T13" fmla="*/ 1540 h 1612"/>
              <a:gd name="T14" fmla="*/ 2386 w 3576"/>
              <a:gd name="T15" fmla="*/ 1514 h 1612"/>
              <a:gd name="T16" fmla="*/ 2378 w 3576"/>
              <a:gd name="T17" fmla="*/ 1482 h 1612"/>
              <a:gd name="T18" fmla="*/ 2374 w 3576"/>
              <a:gd name="T19" fmla="*/ 1450 h 1612"/>
              <a:gd name="T20" fmla="*/ 2374 w 3576"/>
              <a:gd name="T21" fmla="*/ 1000 h 1612"/>
              <a:gd name="T22" fmla="*/ 2368 w 3576"/>
              <a:gd name="T23" fmla="*/ 934 h 1612"/>
              <a:gd name="T24" fmla="*/ 2348 w 3576"/>
              <a:gd name="T25" fmla="*/ 874 h 1612"/>
              <a:gd name="T26" fmla="*/ 2318 w 3576"/>
              <a:gd name="T27" fmla="*/ 818 h 1612"/>
              <a:gd name="T28" fmla="*/ 2280 w 3576"/>
              <a:gd name="T29" fmla="*/ 770 h 1612"/>
              <a:gd name="T30" fmla="*/ 2232 w 3576"/>
              <a:gd name="T31" fmla="*/ 730 h 1612"/>
              <a:gd name="T32" fmla="*/ 2176 w 3576"/>
              <a:gd name="T33" fmla="*/ 700 h 1612"/>
              <a:gd name="T34" fmla="*/ 2116 w 3576"/>
              <a:gd name="T35" fmla="*/ 682 h 1612"/>
              <a:gd name="T36" fmla="*/ 2050 w 3576"/>
              <a:gd name="T37" fmla="*/ 676 h 1612"/>
              <a:gd name="T38" fmla="*/ 324 w 3576"/>
              <a:gd name="T39" fmla="*/ 676 h 1612"/>
              <a:gd name="T40" fmla="*/ 292 w 3576"/>
              <a:gd name="T41" fmla="*/ 674 h 1612"/>
              <a:gd name="T42" fmla="*/ 228 w 3576"/>
              <a:gd name="T43" fmla="*/ 660 h 1612"/>
              <a:gd name="T44" fmla="*/ 170 w 3576"/>
              <a:gd name="T45" fmla="*/ 636 h 1612"/>
              <a:gd name="T46" fmla="*/ 118 w 3576"/>
              <a:gd name="T47" fmla="*/ 602 h 1612"/>
              <a:gd name="T48" fmla="*/ 74 w 3576"/>
              <a:gd name="T49" fmla="*/ 558 h 1612"/>
              <a:gd name="T50" fmla="*/ 40 w 3576"/>
              <a:gd name="T51" fmla="*/ 506 h 1612"/>
              <a:gd name="T52" fmla="*/ 14 w 3576"/>
              <a:gd name="T53" fmla="*/ 448 h 1612"/>
              <a:gd name="T54" fmla="*/ 2 w 3576"/>
              <a:gd name="T55" fmla="*/ 384 h 1612"/>
              <a:gd name="T56" fmla="*/ 0 w 3576"/>
              <a:gd name="T57" fmla="*/ 324 h 1612"/>
              <a:gd name="T58" fmla="*/ 2 w 3576"/>
              <a:gd name="T59" fmla="*/ 290 h 1612"/>
              <a:gd name="T60" fmla="*/ 14 w 3576"/>
              <a:gd name="T61" fmla="*/ 228 h 1612"/>
              <a:gd name="T62" fmla="*/ 40 w 3576"/>
              <a:gd name="T63" fmla="*/ 170 h 1612"/>
              <a:gd name="T64" fmla="*/ 74 w 3576"/>
              <a:gd name="T65" fmla="*/ 118 h 1612"/>
              <a:gd name="T66" fmla="*/ 118 w 3576"/>
              <a:gd name="T67" fmla="*/ 74 h 1612"/>
              <a:gd name="T68" fmla="*/ 170 w 3576"/>
              <a:gd name="T69" fmla="*/ 40 h 1612"/>
              <a:gd name="T70" fmla="*/ 228 w 3576"/>
              <a:gd name="T71" fmla="*/ 14 h 1612"/>
              <a:gd name="T72" fmla="*/ 292 w 3576"/>
              <a:gd name="T73" fmla="*/ 2 h 1612"/>
              <a:gd name="T74" fmla="*/ 324 w 3576"/>
              <a:gd name="T75" fmla="*/ 0 h 1612"/>
              <a:gd name="T76" fmla="*/ 2106 w 3576"/>
              <a:gd name="T77" fmla="*/ 0 h 1612"/>
              <a:gd name="T78" fmla="*/ 2172 w 3576"/>
              <a:gd name="T79" fmla="*/ 6 h 1612"/>
              <a:gd name="T80" fmla="*/ 2232 w 3576"/>
              <a:gd name="T81" fmla="*/ 26 h 1612"/>
              <a:gd name="T82" fmla="*/ 2288 w 3576"/>
              <a:gd name="T83" fmla="*/ 56 h 1612"/>
              <a:gd name="T84" fmla="*/ 2336 w 3576"/>
              <a:gd name="T85" fmla="*/ 94 h 1612"/>
              <a:gd name="T86" fmla="*/ 2376 w 3576"/>
              <a:gd name="T87" fmla="*/ 142 h 1612"/>
              <a:gd name="T88" fmla="*/ 2406 w 3576"/>
              <a:gd name="T89" fmla="*/ 198 h 1612"/>
              <a:gd name="T90" fmla="*/ 2424 w 3576"/>
              <a:gd name="T91" fmla="*/ 258 h 1612"/>
              <a:gd name="T92" fmla="*/ 2430 w 3576"/>
              <a:gd name="T93" fmla="*/ 324 h 1612"/>
              <a:gd name="T94" fmla="*/ 2430 w 3576"/>
              <a:gd name="T95" fmla="*/ 1458 h 1612"/>
              <a:gd name="T96" fmla="*/ 2440 w 3576"/>
              <a:gd name="T97" fmla="*/ 1492 h 1612"/>
              <a:gd name="T98" fmla="*/ 2462 w 3576"/>
              <a:gd name="T99" fmla="*/ 1524 h 1612"/>
              <a:gd name="T100" fmla="*/ 2494 w 3576"/>
              <a:gd name="T101" fmla="*/ 1546 h 1612"/>
              <a:gd name="T102" fmla="*/ 2528 w 3576"/>
              <a:gd name="T103" fmla="*/ 1556 h 1612"/>
              <a:gd name="T104" fmla="*/ 3576 w 3576"/>
              <a:gd name="T105" fmla="*/ 1556 h 16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1612">
                <a:moveTo>
                  <a:pt x="3576" y="1612"/>
                </a:moveTo>
                <a:lnTo>
                  <a:pt x="3576" y="1612"/>
                </a:lnTo>
                <a:lnTo>
                  <a:pt x="2536" y="1612"/>
                </a:lnTo>
                <a:lnTo>
                  <a:pt x="2536" y="1612"/>
                </a:lnTo>
                <a:lnTo>
                  <a:pt x="2520" y="1612"/>
                </a:lnTo>
                <a:lnTo>
                  <a:pt x="2504" y="1608"/>
                </a:lnTo>
                <a:lnTo>
                  <a:pt x="2488" y="1604"/>
                </a:lnTo>
                <a:lnTo>
                  <a:pt x="2474" y="1600"/>
                </a:lnTo>
                <a:lnTo>
                  <a:pt x="2458" y="1592"/>
                </a:lnTo>
                <a:lnTo>
                  <a:pt x="2446" y="1584"/>
                </a:lnTo>
                <a:lnTo>
                  <a:pt x="2434" y="1574"/>
                </a:lnTo>
                <a:lnTo>
                  <a:pt x="2422" y="1564"/>
                </a:lnTo>
                <a:lnTo>
                  <a:pt x="2412" y="1554"/>
                </a:lnTo>
                <a:lnTo>
                  <a:pt x="2402" y="1540"/>
                </a:lnTo>
                <a:lnTo>
                  <a:pt x="2394" y="1528"/>
                </a:lnTo>
                <a:lnTo>
                  <a:pt x="2386" y="1514"/>
                </a:lnTo>
                <a:lnTo>
                  <a:pt x="2382" y="1498"/>
                </a:lnTo>
                <a:lnTo>
                  <a:pt x="2378" y="1482"/>
                </a:lnTo>
                <a:lnTo>
                  <a:pt x="2374" y="1466"/>
                </a:lnTo>
                <a:lnTo>
                  <a:pt x="2374" y="1450"/>
                </a:lnTo>
                <a:lnTo>
                  <a:pt x="2374" y="1000"/>
                </a:lnTo>
                <a:lnTo>
                  <a:pt x="2374" y="1000"/>
                </a:lnTo>
                <a:lnTo>
                  <a:pt x="2372" y="966"/>
                </a:lnTo>
                <a:lnTo>
                  <a:pt x="2368" y="934"/>
                </a:lnTo>
                <a:lnTo>
                  <a:pt x="2360" y="902"/>
                </a:lnTo>
                <a:lnTo>
                  <a:pt x="2348" y="874"/>
                </a:lnTo>
                <a:lnTo>
                  <a:pt x="2334" y="844"/>
                </a:lnTo>
                <a:lnTo>
                  <a:pt x="2318" y="818"/>
                </a:lnTo>
                <a:lnTo>
                  <a:pt x="2300" y="792"/>
                </a:lnTo>
                <a:lnTo>
                  <a:pt x="2280" y="770"/>
                </a:lnTo>
                <a:lnTo>
                  <a:pt x="2256" y="750"/>
                </a:lnTo>
                <a:lnTo>
                  <a:pt x="2232" y="730"/>
                </a:lnTo>
                <a:lnTo>
                  <a:pt x="2204" y="714"/>
                </a:lnTo>
                <a:lnTo>
                  <a:pt x="2176" y="700"/>
                </a:lnTo>
                <a:lnTo>
                  <a:pt x="2146" y="690"/>
                </a:lnTo>
                <a:lnTo>
                  <a:pt x="2116" y="682"/>
                </a:lnTo>
                <a:lnTo>
                  <a:pt x="2084" y="676"/>
                </a:lnTo>
                <a:lnTo>
                  <a:pt x="2050" y="676"/>
                </a:lnTo>
                <a:lnTo>
                  <a:pt x="2050" y="676"/>
                </a:lnTo>
                <a:lnTo>
                  <a:pt x="324" y="676"/>
                </a:lnTo>
                <a:lnTo>
                  <a:pt x="324" y="676"/>
                </a:lnTo>
                <a:lnTo>
                  <a:pt x="292" y="674"/>
                </a:lnTo>
                <a:lnTo>
                  <a:pt x="258" y="668"/>
                </a:lnTo>
                <a:lnTo>
                  <a:pt x="228" y="660"/>
                </a:lnTo>
                <a:lnTo>
                  <a:pt x="198" y="650"/>
                </a:lnTo>
                <a:lnTo>
                  <a:pt x="170" y="636"/>
                </a:lnTo>
                <a:lnTo>
                  <a:pt x="144" y="620"/>
                </a:lnTo>
                <a:lnTo>
                  <a:pt x="118" y="602"/>
                </a:lnTo>
                <a:lnTo>
                  <a:pt x="96" y="580"/>
                </a:lnTo>
                <a:lnTo>
                  <a:pt x="74" y="558"/>
                </a:lnTo>
                <a:lnTo>
                  <a:pt x="56" y="532"/>
                </a:lnTo>
                <a:lnTo>
                  <a:pt x="40" y="506"/>
                </a:lnTo>
                <a:lnTo>
                  <a:pt x="26" y="478"/>
                </a:lnTo>
                <a:lnTo>
                  <a:pt x="14" y="448"/>
                </a:lnTo>
                <a:lnTo>
                  <a:pt x="6" y="416"/>
                </a:lnTo>
                <a:lnTo>
                  <a:pt x="2" y="384"/>
                </a:lnTo>
                <a:lnTo>
                  <a:pt x="0" y="350"/>
                </a:lnTo>
                <a:lnTo>
                  <a:pt x="0" y="324"/>
                </a:lnTo>
                <a:lnTo>
                  <a:pt x="0" y="324"/>
                </a:lnTo>
                <a:lnTo>
                  <a:pt x="2" y="290"/>
                </a:lnTo>
                <a:lnTo>
                  <a:pt x="6" y="258"/>
                </a:lnTo>
                <a:lnTo>
                  <a:pt x="14" y="228"/>
                </a:lnTo>
                <a:lnTo>
                  <a:pt x="26" y="198"/>
                </a:lnTo>
                <a:lnTo>
                  <a:pt x="40" y="170"/>
                </a:lnTo>
                <a:lnTo>
                  <a:pt x="56" y="142"/>
                </a:lnTo>
                <a:lnTo>
                  <a:pt x="74" y="118"/>
                </a:lnTo>
                <a:lnTo>
                  <a:pt x="96" y="94"/>
                </a:lnTo>
                <a:lnTo>
                  <a:pt x="118" y="74"/>
                </a:lnTo>
                <a:lnTo>
                  <a:pt x="144" y="56"/>
                </a:lnTo>
                <a:lnTo>
                  <a:pt x="170" y="40"/>
                </a:lnTo>
                <a:lnTo>
                  <a:pt x="198" y="26"/>
                </a:lnTo>
                <a:lnTo>
                  <a:pt x="228" y="14"/>
                </a:lnTo>
                <a:lnTo>
                  <a:pt x="258" y="6"/>
                </a:lnTo>
                <a:lnTo>
                  <a:pt x="292" y="2"/>
                </a:lnTo>
                <a:lnTo>
                  <a:pt x="324" y="0"/>
                </a:lnTo>
                <a:lnTo>
                  <a:pt x="324" y="0"/>
                </a:lnTo>
                <a:lnTo>
                  <a:pt x="2106" y="0"/>
                </a:lnTo>
                <a:lnTo>
                  <a:pt x="2106" y="0"/>
                </a:lnTo>
                <a:lnTo>
                  <a:pt x="2140" y="2"/>
                </a:lnTo>
                <a:lnTo>
                  <a:pt x="2172" y="6"/>
                </a:lnTo>
                <a:lnTo>
                  <a:pt x="2204" y="14"/>
                </a:lnTo>
                <a:lnTo>
                  <a:pt x="2232" y="26"/>
                </a:lnTo>
                <a:lnTo>
                  <a:pt x="2262" y="40"/>
                </a:lnTo>
                <a:lnTo>
                  <a:pt x="2288" y="56"/>
                </a:lnTo>
                <a:lnTo>
                  <a:pt x="2312" y="74"/>
                </a:lnTo>
                <a:lnTo>
                  <a:pt x="2336" y="94"/>
                </a:lnTo>
                <a:lnTo>
                  <a:pt x="2356" y="118"/>
                </a:lnTo>
                <a:lnTo>
                  <a:pt x="2376" y="142"/>
                </a:lnTo>
                <a:lnTo>
                  <a:pt x="2392" y="170"/>
                </a:lnTo>
                <a:lnTo>
                  <a:pt x="2406" y="198"/>
                </a:lnTo>
                <a:lnTo>
                  <a:pt x="2416" y="228"/>
                </a:lnTo>
                <a:lnTo>
                  <a:pt x="2424" y="258"/>
                </a:lnTo>
                <a:lnTo>
                  <a:pt x="2430" y="290"/>
                </a:lnTo>
                <a:lnTo>
                  <a:pt x="2430" y="324"/>
                </a:lnTo>
                <a:lnTo>
                  <a:pt x="2430" y="1458"/>
                </a:lnTo>
                <a:lnTo>
                  <a:pt x="2430" y="1458"/>
                </a:lnTo>
                <a:lnTo>
                  <a:pt x="2434" y="1476"/>
                </a:lnTo>
                <a:lnTo>
                  <a:pt x="2440" y="1492"/>
                </a:lnTo>
                <a:lnTo>
                  <a:pt x="2450" y="1508"/>
                </a:lnTo>
                <a:lnTo>
                  <a:pt x="2462" y="1524"/>
                </a:lnTo>
                <a:lnTo>
                  <a:pt x="2478" y="1536"/>
                </a:lnTo>
                <a:lnTo>
                  <a:pt x="2494" y="1546"/>
                </a:lnTo>
                <a:lnTo>
                  <a:pt x="2512" y="1552"/>
                </a:lnTo>
                <a:lnTo>
                  <a:pt x="2528" y="1556"/>
                </a:lnTo>
                <a:lnTo>
                  <a:pt x="2528" y="1556"/>
                </a:lnTo>
                <a:lnTo>
                  <a:pt x="3576" y="1556"/>
                </a:lnTo>
                <a:lnTo>
                  <a:pt x="3576" y="1612"/>
                </a:lnTo>
                <a:close/>
              </a:path>
            </a:pathLst>
          </a:custGeom>
          <a:solidFill>
            <a:schemeClr val="bg1">
              <a:lumMod val="65000"/>
            </a:schemeClr>
          </a:solidFill>
          <a:ln w="9525">
            <a:solidFill>
              <a:schemeClr val="bg2"/>
            </a:solidFill>
            <a:round/>
          </a:ln>
        </p:spPr>
        <p:txBody>
          <a:bodyPr vert="horz" wrap="square" lIns="82938" tIns="41469" rIns="82938" bIns="41469" numCol="1" anchor="t" anchorCtr="0" compatLnSpc="1"/>
          <a:lstStyle/>
          <a:p>
            <a:endParaRPr lang="en-GB" sz="1815"/>
          </a:p>
        </p:txBody>
      </p:sp>
      <p:sp>
        <p:nvSpPr>
          <p:cNvPr id="71201" name="Freeform 14"/>
          <p:cNvSpPr/>
          <p:nvPr/>
        </p:nvSpPr>
        <p:spPr bwMode="auto">
          <a:xfrm>
            <a:off x="5181613" y="3696248"/>
            <a:ext cx="5149116" cy="1431270"/>
          </a:xfrm>
          <a:custGeom>
            <a:avLst/>
            <a:gdLst>
              <a:gd name="T0" fmla="*/ 3576 w 3576"/>
              <a:gd name="T1" fmla="*/ 0 h 994"/>
              <a:gd name="T2" fmla="*/ 2560 w 3576"/>
              <a:gd name="T3" fmla="*/ 0 h 994"/>
              <a:gd name="T4" fmla="*/ 2482 w 3576"/>
              <a:gd name="T5" fmla="*/ 8 h 994"/>
              <a:gd name="T6" fmla="*/ 2420 w 3576"/>
              <a:gd name="T7" fmla="*/ 32 h 994"/>
              <a:gd name="T8" fmla="*/ 2374 w 3576"/>
              <a:gd name="T9" fmla="*/ 68 h 994"/>
              <a:gd name="T10" fmla="*/ 2344 w 3576"/>
              <a:gd name="T11" fmla="*/ 114 h 994"/>
              <a:gd name="T12" fmla="*/ 2336 w 3576"/>
              <a:gd name="T13" fmla="*/ 134 h 994"/>
              <a:gd name="T14" fmla="*/ 2324 w 3576"/>
              <a:gd name="T15" fmla="*/ 154 h 994"/>
              <a:gd name="T16" fmla="*/ 2300 w 3576"/>
              <a:gd name="T17" fmla="*/ 192 h 994"/>
              <a:gd name="T18" fmla="*/ 2270 w 3576"/>
              <a:gd name="T19" fmla="*/ 224 h 994"/>
              <a:gd name="T20" fmla="*/ 2236 w 3576"/>
              <a:gd name="T21" fmla="*/ 254 h 994"/>
              <a:gd name="T22" fmla="*/ 2198 w 3576"/>
              <a:gd name="T23" fmla="*/ 278 h 994"/>
              <a:gd name="T24" fmla="*/ 2156 w 3576"/>
              <a:gd name="T25" fmla="*/ 298 h 994"/>
              <a:gd name="T26" fmla="*/ 2112 w 3576"/>
              <a:gd name="T27" fmla="*/ 312 h 994"/>
              <a:gd name="T28" fmla="*/ 2066 w 3576"/>
              <a:gd name="T29" fmla="*/ 318 h 994"/>
              <a:gd name="T30" fmla="*/ 326 w 3576"/>
              <a:gd name="T31" fmla="*/ 320 h 994"/>
              <a:gd name="T32" fmla="*/ 324 w 3576"/>
              <a:gd name="T33" fmla="*/ 320 h 994"/>
              <a:gd name="T34" fmla="*/ 258 w 3576"/>
              <a:gd name="T35" fmla="*/ 326 h 994"/>
              <a:gd name="T36" fmla="*/ 198 w 3576"/>
              <a:gd name="T37" fmla="*/ 344 h 994"/>
              <a:gd name="T38" fmla="*/ 144 w 3576"/>
              <a:gd name="T39" fmla="*/ 374 h 994"/>
              <a:gd name="T40" fmla="*/ 96 w 3576"/>
              <a:gd name="T41" fmla="*/ 414 h 994"/>
              <a:gd name="T42" fmla="*/ 56 w 3576"/>
              <a:gd name="T43" fmla="*/ 462 h 994"/>
              <a:gd name="T44" fmla="*/ 26 w 3576"/>
              <a:gd name="T45" fmla="*/ 518 h 994"/>
              <a:gd name="T46" fmla="*/ 6 w 3576"/>
              <a:gd name="T47" fmla="*/ 578 h 994"/>
              <a:gd name="T48" fmla="*/ 0 w 3576"/>
              <a:gd name="T49" fmla="*/ 644 h 994"/>
              <a:gd name="T50" fmla="*/ 0 w 3576"/>
              <a:gd name="T51" fmla="*/ 670 h 994"/>
              <a:gd name="T52" fmla="*/ 6 w 3576"/>
              <a:gd name="T53" fmla="*/ 736 h 994"/>
              <a:gd name="T54" fmla="*/ 26 w 3576"/>
              <a:gd name="T55" fmla="*/ 796 h 994"/>
              <a:gd name="T56" fmla="*/ 56 w 3576"/>
              <a:gd name="T57" fmla="*/ 852 h 994"/>
              <a:gd name="T58" fmla="*/ 96 w 3576"/>
              <a:gd name="T59" fmla="*/ 900 h 994"/>
              <a:gd name="T60" fmla="*/ 144 w 3576"/>
              <a:gd name="T61" fmla="*/ 938 h 994"/>
              <a:gd name="T62" fmla="*/ 198 w 3576"/>
              <a:gd name="T63" fmla="*/ 968 h 994"/>
              <a:gd name="T64" fmla="*/ 258 w 3576"/>
              <a:gd name="T65" fmla="*/ 988 h 994"/>
              <a:gd name="T66" fmla="*/ 324 w 3576"/>
              <a:gd name="T67" fmla="*/ 994 h 994"/>
              <a:gd name="T68" fmla="*/ 2050 w 3576"/>
              <a:gd name="T69" fmla="*/ 994 h 994"/>
              <a:gd name="T70" fmla="*/ 2116 w 3576"/>
              <a:gd name="T71" fmla="*/ 988 h 994"/>
              <a:gd name="T72" fmla="*/ 2176 w 3576"/>
              <a:gd name="T73" fmla="*/ 968 h 994"/>
              <a:gd name="T74" fmla="*/ 2232 w 3576"/>
              <a:gd name="T75" fmla="*/ 938 h 994"/>
              <a:gd name="T76" fmla="*/ 2280 w 3576"/>
              <a:gd name="T77" fmla="*/ 900 h 994"/>
              <a:gd name="T78" fmla="*/ 2318 w 3576"/>
              <a:gd name="T79" fmla="*/ 852 h 994"/>
              <a:gd name="T80" fmla="*/ 2348 w 3576"/>
              <a:gd name="T81" fmla="*/ 796 h 994"/>
              <a:gd name="T82" fmla="*/ 2368 w 3576"/>
              <a:gd name="T83" fmla="*/ 736 h 994"/>
              <a:gd name="T84" fmla="*/ 2374 w 3576"/>
              <a:gd name="T85" fmla="*/ 670 h 994"/>
              <a:gd name="T86" fmla="*/ 2374 w 3576"/>
              <a:gd name="T87" fmla="*/ 220 h 994"/>
              <a:gd name="T88" fmla="*/ 2378 w 3576"/>
              <a:gd name="T89" fmla="*/ 186 h 994"/>
              <a:gd name="T90" fmla="*/ 2386 w 3576"/>
              <a:gd name="T91" fmla="*/ 156 h 994"/>
              <a:gd name="T92" fmla="*/ 2402 w 3576"/>
              <a:gd name="T93" fmla="*/ 128 h 994"/>
              <a:gd name="T94" fmla="*/ 2422 w 3576"/>
              <a:gd name="T95" fmla="*/ 104 h 994"/>
              <a:gd name="T96" fmla="*/ 2446 w 3576"/>
              <a:gd name="T97" fmla="*/ 84 h 994"/>
              <a:gd name="T98" fmla="*/ 2474 w 3576"/>
              <a:gd name="T99" fmla="*/ 70 h 994"/>
              <a:gd name="T100" fmla="*/ 2504 w 3576"/>
              <a:gd name="T101" fmla="*/ 60 h 994"/>
              <a:gd name="T102" fmla="*/ 2536 w 3576"/>
              <a:gd name="T103" fmla="*/ 58 h 994"/>
              <a:gd name="T104" fmla="*/ 3576 w 3576"/>
              <a:gd name="T105" fmla="*/ 58 h 9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994">
                <a:moveTo>
                  <a:pt x="3576" y="0"/>
                </a:moveTo>
                <a:lnTo>
                  <a:pt x="3576" y="0"/>
                </a:lnTo>
                <a:lnTo>
                  <a:pt x="2560" y="0"/>
                </a:lnTo>
                <a:lnTo>
                  <a:pt x="2560" y="0"/>
                </a:lnTo>
                <a:lnTo>
                  <a:pt x="2520" y="2"/>
                </a:lnTo>
                <a:lnTo>
                  <a:pt x="2482" y="8"/>
                </a:lnTo>
                <a:lnTo>
                  <a:pt x="2450" y="18"/>
                </a:lnTo>
                <a:lnTo>
                  <a:pt x="2420" y="32"/>
                </a:lnTo>
                <a:lnTo>
                  <a:pt x="2396" y="48"/>
                </a:lnTo>
                <a:lnTo>
                  <a:pt x="2374" y="68"/>
                </a:lnTo>
                <a:lnTo>
                  <a:pt x="2358" y="90"/>
                </a:lnTo>
                <a:lnTo>
                  <a:pt x="2344" y="114"/>
                </a:lnTo>
                <a:lnTo>
                  <a:pt x="2344" y="114"/>
                </a:lnTo>
                <a:lnTo>
                  <a:pt x="2336" y="134"/>
                </a:lnTo>
                <a:lnTo>
                  <a:pt x="2336" y="134"/>
                </a:lnTo>
                <a:lnTo>
                  <a:pt x="2324" y="154"/>
                </a:lnTo>
                <a:lnTo>
                  <a:pt x="2312" y="172"/>
                </a:lnTo>
                <a:lnTo>
                  <a:pt x="2300" y="192"/>
                </a:lnTo>
                <a:lnTo>
                  <a:pt x="2286" y="208"/>
                </a:lnTo>
                <a:lnTo>
                  <a:pt x="2270" y="224"/>
                </a:lnTo>
                <a:lnTo>
                  <a:pt x="2254" y="240"/>
                </a:lnTo>
                <a:lnTo>
                  <a:pt x="2236" y="254"/>
                </a:lnTo>
                <a:lnTo>
                  <a:pt x="2218" y="268"/>
                </a:lnTo>
                <a:lnTo>
                  <a:pt x="2198" y="278"/>
                </a:lnTo>
                <a:lnTo>
                  <a:pt x="2178" y="290"/>
                </a:lnTo>
                <a:lnTo>
                  <a:pt x="2156" y="298"/>
                </a:lnTo>
                <a:lnTo>
                  <a:pt x="2136" y="306"/>
                </a:lnTo>
                <a:lnTo>
                  <a:pt x="2112" y="312"/>
                </a:lnTo>
                <a:lnTo>
                  <a:pt x="2090" y="316"/>
                </a:lnTo>
                <a:lnTo>
                  <a:pt x="2066" y="318"/>
                </a:lnTo>
                <a:lnTo>
                  <a:pt x="2042" y="320"/>
                </a:lnTo>
                <a:lnTo>
                  <a:pt x="326" y="320"/>
                </a:lnTo>
                <a:lnTo>
                  <a:pt x="324" y="320"/>
                </a:lnTo>
                <a:lnTo>
                  <a:pt x="324" y="320"/>
                </a:lnTo>
                <a:lnTo>
                  <a:pt x="292" y="320"/>
                </a:lnTo>
                <a:lnTo>
                  <a:pt x="258" y="326"/>
                </a:lnTo>
                <a:lnTo>
                  <a:pt x="228" y="334"/>
                </a:lnTo>
                <a:lnTo>
                  <a:pt x="198" y="344"/>
                </a:lnTo>
                <a:lnTo>
                  <a:pt x="170" y="358"/>
                </a:lnTo>
                <a:lnTo>
                  <a:pt x="144" y="374"/>
                </a:lnTo>
                <a:lnTo>
                  <a:pt x="118" y="394"/>
                </a:lnTo>
                <a:lnTo>
                  <a:pt x="96" y="414"/>
                </a:lnTo>
                <a:lnTo>
                  <a:pt x="74" y="438"/>
                </a:lnTo>
                <a:lnTo>
                  <a:pt x="56" y="462"/>
                </a:lnTo>
                <a:lnTo>
                  <a:pt x="40" y="488"/>
                </a:lnTo>
                <a:lnTo>
                  <a:pt x="26" y="518"/>
                </a:lnTo>
                <a:lnTo>
                  <a:pt x="14" y="546"/>
                </a:lnTo>
                <a:lnTo>
                  <a:pt x="6" y="578"/>
                </a:lnTo>
                <a:lnTo>
                  <a:pt x="2" y="610"/>
                </a:lnTo>
                <a:lnTo>
                  <a:pt x="0" y="644"/>
                </a:lnTo>
                <a:lnTo>
                  <a:pt x="0" y="670"/>
                </a:lnTo>
                <a:lnTo>
                  <a:pt x="0" y="670"/>
                </a:lnTo>
                <a:lnTo>
                  <a:pt x="2" y="704"/>
                </a:lnTo>
                <a:lnTo>
                  <a:pt x="6" y="736"/>
                </a:lnTo>
                <a:lnTo>
                  <a:pt x="14" y="766"/>
                </a:lnTo>
                <a:lnTo>
                  <a:pt x="26" y="796"/>
                </a:lnTo>
                <a:lnTo>
                  <a:pt x="40" y="824"/>
                </a:lnTo>
                <a:lnTo>
                  <a:pt x="56" y="852"/>
                </a:lnTo>
                <a:lnTo>
                  <a:pt x="74" y="876"/>
                </a:lnTo>
                <a:lnTo>
                  <a:pt x="96" y="900"/>
                </a:lnTo>
                <a:lnTo>
                  <a:pt x="118" y="920"/>
                </a:lnTo>
                <a:lnTo>
                  <a:pt x="144" y="938"/>
                </a:lnTo>
                <a:lnTo>
                  <a:pt x="170" y="956"/>
                </a:lnTo>
                <a:lnTo>
                  <a:pt x="198" y="968"/>
                </a:lnTo>
                <a:lnTo>
                  <a:pt x="228" y="980"/>
                </a:lnTo>
                <a:lnTo>
                  <a:pt x="258" y="988"/>
                </a:lnTo>
                <a:lnTo>
                  <a:pt x="292" y="992"/>
                </a:lnTo>
                <a:lnTo>
                  <a:pt x="324" y="994"/>
                </a:lnTo>
                <a:lnTo>
                  <a:pt x="2050" y="994"/>
                </a:lnTo>
                <a:lnTo>
                  <a:pt x="2050" y="994"/>
                </a:lnTo>
                <a:lnTo>
                  <a:pt x="2084" y="992"/>
                </a:lnTo>
                <a:lnTo>
                  <a:pt x="2116" y="988"/>
                </a:lnTo>
                <a:lnTo>
                  <a:pt x="2146" y="980"/>
                </a:lnTo>
                <a:lnTo>
                  <a:pt x="2176" y="968"/>
                </a:lnTo>
                <a:lnTo>
                  <a:pt x="2204" y="956"/>
                </a:lnTo>
                <a:lnTo>
                  <a:pt x="2232" y="938"/>
                </a:lnTo>
                <a:lnTo>
                  <a:pt x="2256" y="920"/>
                </a:lnTo>
                <a:lnTo>
                  <a:pt x="2280" y="900"/>
                </a:lnTo>
                <a:lnTo>
                  <a:pt x="2300" y="876"/>
                </a:lnTo>
                <a:lnTo>
                  <a:pt x="2318" y="852"/>
                </a:lnTo>
                <a:lnTo>
                  <a:pt x="2334" y="824"/>
                </a:lnTo>
                <a:lnTo>
                  <a:pt x="2348" y="796"/>
                </a:lnTo>
                <a:lnTo>
                  <a:pt x="2360" y="766"/>
                </a:lnTo>
                <a:lnTo>
                  <a:pt x="2368" y="736"/>
                </a:lnTo>
                <a:lnTo>
                  <a:pt x="2372" y="704"/>
                </a:lnTo>
                <a:lnTo>
                  <a:pt x="2374" y="670"/>
                </a:lnTo>
                <a:lnTo>
                  <a:pt x="2374" y="220"/>
                </a:lnTo>
                <a:lnTo>
                  <a:pt x="2374" y="220"/>
                </a:lnTo>
                <a:lnTo>
                  <a:pt x="2374" y="202"/>
                </a:lnTo>
                <a:lnTo>
                  <a:pt x="2378" y="186"/>
                </a:lnTo>
                <a:lnTo>
                  <a:pt x="2382" y="172"/>
                </a:lnTo>
                <a:lnTo>
                  <a:pt x="2386" y="156"/>
                </a:lnTo>
                <a:lnTo>
                  <a:pt x="2394" y="142"/>
                </a:lnTo>
                <a:lnTo>
                  <a:pt x="2402" y="128"/>
                </a:lnTo>
                <a:lnTo>
                  <a:pt x="2412" y="116"/>
                </a:lnTo>
                <a:lnTo>
                  <a:pt x="2422" y="104"/>
                </a:lnTo>
                <a:lnTo>
                  <a:pt x="2434" y="94"/>
                </a:lnTo>
                <a:lnTo>
                  <a:pt x="2446" y="84"/>
                </a:lnTo>
                <a:lnTo>
                  <a:pt x="2458" y="76"/>
                </a:lnTo>
                <a:lnTo>
                  <a:pt x="2474" y="70"/>
                </a:lnTo>
                <a:lnTo>
                  <a:pt x="2488" y="64"/>
                </a:lnTo>
                <a:lnTo>
                  <a:pt x="2504" y="60"/>
                </a:lnTo>
                <a:lnTo>
                  <a:pt x="2520" y="58"/>
                </a:lnTo>
                <a:lnTo>
                  <a:pt x="2536" y="58"/>
                </a:lnTo>
                <a:lnTo>
                  <a:pt x="2536" y="58"/>
                </a:lnTo>
                <a:lnTo>
                  <a:pt x="3576" y="58"/>
                </a:lnTo>
                <a:lnTo>
                  <a:pt x="357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04" name="Freeform 17"/>
          <p:cNvSpPr/>
          <p:nvPr/>
        </p:nvSpPr>
        <p:spPr bwMode="auto">
          <a:xfrm>
            <a:off x="5581907" y="3696248"/>
            <a:ext cx="4748821" cy="460771"/>
          </a:xfrm>
          <a:custGeom>
            <a:avLst/>
            <a:gdLst>
              <a:gd name="T0" fmla="*/ 3298 w 3298"/>
              <a:gd name="T1" fmla="*/ 0 h 320"/>
              <a:gd name="T2" fmla="*/ 2282 w 3298"/>
              <a:gd name="T3" fmla="*/ 0 h 320"/>
              <a:gd name="T4" fmla="*/ 2204 w 3298"/>
              <a:gd name="T5" fmla="*/ 8 h 320"/>
              <a:gd name="T6" fmla="*/ 2142 w 3298"/>
              <a:gd name="T7" fmla="*/ 32 h 320"/>
              <a:gd name="T8" fmla="*/ 2096 w 3298"/>
              <a:gd name="T9" fmla="*/ 68 h 320"/>
              <a:gd name="T10" fmla="*/ 2066 w 3298"/>
              <a:gd name="T11" fmla="*/ 114 h 320"/>
              <a:gd name="T12" fmla="*/ 2058 w 3298"/>
              <a:gd name="T13" fmla="*/ 134 h 320"/>
              <a:gd name="T14" fmla="*/ 2046 w 3298"/>
              <a:gd name="T15" fmla="*/ 154 h 320"/>
              <a:gd name="T16" fmla="*/ 2022 w 3298"/>
              <a:gd name="T17" fmla="*/ 192 h 320"/>
              <a:gd name="T18" fmla="*/ 1992 w 3298"/>
              <a:gd name="T19" fmla="*/ 224 h 320"/>
              <a:gd name="T20" fmla="*/ 1958 w 3298"/>
              <a:gd name="T21" fmla="*/ 254 h 320"/>
              <a:gd name="T22" fmla="*/ 1920 w 3298"/>
              <a:gd name="T23" fmla="*/ 278 h 320"/>
              <a:gd name="T24" fmla="*/ 1878 w 3298"/>
              <a:gd name="T25" fmla="*/ 298 h 320"/>
              <a:gd name="T26" fmla="*/ 1834 w 3298"/>
              <a:gd name="T27" fmla="*/ 312 h 320"/>
              <a:gd name="T28" fmla="*/ 1788 w 3298"/>
              <a:gd name="T29" fmla="*/ 318 h 320"/>
              <a:gd name="T30" fmla="*/ 1764 w 3298"/>
              <a:gd name="T31" fmla="*/ 320 h 320"/>
              <a:gd name="T32" fmla="*/ 46 w 3298"/>
              <a:gd name="T33" fmla="*/ 320 h 320"/>
              <a:gd name="T34" fmla="*/ 0 w 3298"/>
              <a:gd name="T35" fmla="*/ 316 h 320"/>
              <a:gd name="T36" fmla="*/ 0 w 3298"/>
              <a:gd name="T37" fmla="*/ 316 h 320"/>
              <a:gd name="T38" fmla="*/ 46 w 3298"/>
              <a:gd name="T39" fmla="*/ 320 h 320"/>
              <a:gd name="T40" fmla="*/ 1764 w 3298"/>
              <a:gd name="T41" fmla="*/ 320 h 320"/>
              <a:gd name="T42" fmla="*/ 1768 w 3298"/>
              <a:gd name="T43" fmla="*/ 320 h 320"/>
              <a:gd name="T44" fmla="*/ 1792 w 3298"/>
              <a:gd name="T45" fmla="*/ 318 h 320"/>
              <a:gd name="T46" fmla="*/ 1838 w 3298"/>
              <a:gd name="T47" fmla="*/ 310 h 320"/>
              <a:gd name="T48" fmla="*/ 1882 w 3298"/>
              <a:gd name="T49" fmla="*/ 298 h 320"/>
              <a:gd name="T50" fmla="*/ 1922 w 3298"/>
              <a:gd name="T51" fmla="*/ 278 h 320"/>
              <a:gd name="T52" fmla="*/ 1960 w 3298"/>
              <a:gd name="T53" fmla="*/ 254 h 320"/>
              <a:gd name="T54" fmla="*/ 1994 w 3298"/>
              <a:gd name="T55" fmla="*/ 224 h 320"/>
              <a:gd name="T56" fmla="*/ 2022 w 3298"/>
              <a:gd name="T57" fmla="*/ 190 h 320"/>
              <a:gd name="T58" fmla="*/ 2046 w 3298"/>
              <a:gd name="T59" fmla="*/ 154 h 320"/>
              <a:gd name="T60" fmla="*/ 2058 w 3298"/>
              <a:gd name="T61" fmla="*/ 134 h 320"/>
              <a:gd name="T62" fmla="*/ 2066 w 3298"/>
              <a:gd name="T63" fmla="*/ 114 h 320"/>
              <a:gd name="T64" fmla="*/ 2094 w 3298"/>
              <a:gd name="T65" fmla="*/ 70 h 320"/>
              <a:gd name="T66" fmla="*/ 2134 w 3298"/>
              <a:gd name="T67" fmla="*/ 36 h 320"/>
              <a:gd name="T68" fmla="*/ 2188 w 3298"/>
              <a:gd name="T69" fmla="*/ 12 h 320"/>
              <a:gd name="T70" fmla="*/ 2256 w 3298"/>
              <a:gd name="T71" fmla="*/ 2 h 320"/>
              <a:gd name="T72" fmla="*/ 2282 w 3298"/>
              <a:gd name="T73" fmla="*/ 0 h 320"/>
              <a:gd name="T74" fmla="*/ 3298 w 3298"/>
              <a:gd name="T75" fmla="*/ 0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298" h="320">
                <a:moveTo>
                  <a:pt x="3298" y="0"/>
                </a:moveTo>
                <a:lnTo>
                  <a:pt x="3298" y="0"/>
                </a:lnTo>
                <a:lnTo>
                  <a:pt x="2282" y="0"/>
                </a:lnTo>
                <a:lnTo>
                  <a:pt x="2282" y="0"/>
                </a:lnTo>
                <a:lnTo>
                  <a:pt x="2242" y="2"/>
                </a:lnTo>
                <a:lnTo>
                  <a:pt x="2204" y="8"/>
                </a:lnTo>
                <a:lnTo>
                  <a:pt x="2172" y="18"/>
                </a:lnTo>
                <a:lnTo>
                  <a:pt x="2142" y="32"/>
                </a:lnTo>
                <a:lnTo>
                  <a:pt x="2118" y="48"/>
                </a:lnTo>
                <a:lnTo>
                  <a:pt x="2096" y="68"/>
                </a:lnTo>
                <a:lnTo>
                  <a:pt x="2080" y="90"/>
                </a:lnTo>
                <a:lnTo>
                  <a:pt x="2066" y="114"/>
                </a:lnTo>
                <a:lnTo>
                  <a:pt x="2066" y="114"/>
                </a:lnTo>
                <a:lnTo>
                  <a:pt x="2058" y="134"/>
                </a:lnTo>
                <a:lnTo>
                  <a:pt x="2058" y="134"/>
                </a:lnTo>
                <a:lnTo>
                  <a:pt x="2046" y="154"/>
                </a:lnTo>
                <a:lnTo>
                  <a:pt x="2034" y="172"/>
                </a:lnTo>
                <a:lnTo>
                  <a:pt x="2022" y="192"/>
                </a:lnTo>
                <a:lnTo>
                  <a:pt x="2008" y="208"/>
                </a:lnTo>
                <a:lnTo>
                  <a:pt x="1992" y="224"/>
                </a:lnTo>
                <a:lnTo>
                  <a:pt x="1976" y="240"/>
                </a:lnTo>
                <a:lnTo>
                  <a:pt x="1958" y="254"/>
                </a:lnTo>
                <a:lnTo>
                  <a:pt x="1940" y="268"/>
                </a:lnTo>
                <a:lnTo>
                  <a:pt x="1920" y="278"/>
                </a:lnTo>
                <a:lnTo>
                  <a:pt x="1900" y="290"/>
                </a:lnTo>
                <a:lnTo>
                  <a:pt x="1878" y="298"/>
                </a:lnTo>
                <a:lnTo>
                  <a:pt x="1858" y="306"/>
                </a:lnTo>
                <a:lnTo>
                  <a:pt x="1834" y="312"/>
                </a:lnTo>
                <a:lnTo>
                  <a:pt x="1812" y="316"/>
                </a:lnTo>
                <a:lnTo>
                  <a:pt x="1788" y="318"/>
                </a:lnTo>
                <a:lnTo>
                  <a:pt x="1764" y="320"/>
                </a:lnTo>
                <a:lnTo>
                  <a:pt x="1764" y="320"/>
                </a:lnTo>
                <a:lnTo>
                  <a:pt x="46" y="320"/>
                </a:lnTo>
                <a:lnTo>
                  <a:pt x="46" y="320"/>
                </a:lnTo>
                <a:lnTo>
                  <a:pt x="24" y="318"/>
                </a:lnTo>
                <a:lnTo>
                  <a:pt x="0" y="316"/>
                </a:lnTo>
                <a:lnTo>
                  <a:pt x="0" y="316"/>
                </a:lnTo>
                <a:lnTo>
                  <a:pt x="0" y="316"/>
                </a:lnTo>
                <a:lnTo>
                  <a:pt x="24" y="318"/>
                </a:lnTo>
                <a:lnTo>
                  <a:pt x="46" y="320"/>
                </a:lnTo>
                <a:lnTo>
                  <a:pt x="46" y="320"/>
                </a:lnTo>
                <a:lnTo>
                  <a:pt x="1764" y="320"/>
                </a:lnTo>
                <a:lnTo>
                  <a:pt x="1764" y="320"/>
                </a:lnTo>
                <a:lnTo>
                  <a:pt x="1768" y="320"/>
                </a:lnTo>
                <a:lnTo>
                  <a:pt x="1768" y="320"/>
                </a:lnTo>
                <a:lnTo>
                  <a:pt x="1792" y="318"/>
                </a:lnTo>
                <a:lnTo>
                  <a:pt x="1816" y="316"/>
                </a:lnTo>
                <a:lnTo>
                  <a:pt x="1838" y="310"/>
                </a:lnTo>
                <a:lnTo>
                  <a:pt x="1860" y="304"/>
                </a:lnTo>
                <a:lnTo>
                  <a:pt x="1882" y="298"/>
                </a:lnTo>
                <a:lnTo>
                  <a:pt x="1902" y="288"/>
                </a:lnTo>
                <a:lnTo>
                  <a:pt x="1922" y="278"/>
                </a:lnTo>
                <a:lnTo>
                  <a:pt x="1942" y="266"/>
                </a:lnTo>
                <a:lnTo>
                  <a:pt x="1960" y="254"/>
                </a:lnTo>
                <a:lnTo>
                  <a:pt x="1976" y="240"/>
                </a:lnTo>
                <a:lnTo>
                  <a:pt x="1994" y="224"/>
                </a:lnTo>
                <a:lnTo>
                  <a:pt x="2008" y="208"/>
                </a:lnTo>
                <a:lnTo>
                  <a:pt x="2022" y="190"/>
                </a:lnTo>
                <a:lnTo>
                  <a:pt x="2036" y="172"/>
                </a:lnTo>
                <a:lnTo>
                  <a:pt x="2046" y="154"/>
                </a:lnTo>
                <a:lnTo>
                  <a:pt x="2058" y="134"/>
                </a:lnTo>
                <a:lnTo>
                  <a:pt x="2058" y="134"/>
                </a:lnTo>
                <a:lnTo>
                  <a:pt x="2066" y="114"/>
                </a:lnTo>
                <a:lnTo>
                  <a:pt x="2066" y="114"/>
                </a:lnTo>
                <a:lnTo>
                  <a:pt x="2078" y="92"/>
                </a:lnTo>
                <a:lnTo>
                  <a:pt x="2094" y="70"/>
                </a:lnTo>
                <a:lnTo>
                  <a:pt x="2112" y="52"/>
                </a:lnTo>
                <a:lnTo>
                  <a:pt x="2134" y="36"/>
                </a:lnTo>
                <a:lnTo>
                  <a:pt x="2160" y="24"/>
                </a:lnTo>
                <a:lnTo>
                  <a:pt x="2188" y="12"/>
                </a:lnTo>
                <a:lnTo>
                  <a:pt x="2220" y="6"/>
                </a:lnTo>
                <a:lnTo>
                  <a:pt x="2256" y="2"/>
                </a:lnTo>
                <a:lnTo>
                  <a:pt x="2256" y="2"/>
                </a:lnTo>
                <a:lnTo>
                  <a:pt x="2282" y="0"/>
                </a:lnTo>
                <a:lnTo>
                  <a:pt x="2282" y="0"/>
                </a:lnTo>
                <a:lnTo>
                  <a:pt x="3298" y="0"/>
                </a:lnTo>
                <a:lnTo>
                  <a:pt x="3298" y="0"/>
                </a:lnTo>
                <a:close/>
              </a:path>
            </a:pathLst>
          </a:custGeom>
          <a:solidFill>
            <a:srgbClr val="808B9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05" name="Freeform 18"/>
          <p:cNvSpPr/>
          <p:nvPr/>
        </p:nvSpPr>
        <p:spPr bwMode="auto">
          <a:xfrm>
            <a:off x="5581907" y="3696248"/>
            <a:ext cx="4748821" cy="460771"/>
          </a:xfrm>
          <a:custGeom>
            <a:avLst/>
            <a:gdLst>
              <a:gd name="T0" fmla="*/ 3298 w 3298"/>
              <a:gd name="T1" fmla="*/ 0 h 320"/>
              <a:gd name="T2" fmla="*/ 2282 w 3298"/>
              <a:gd name="T3" fmla="*/ 0 h 320"/>
              <a:gd name="T4" fmla="*/ 2204 w 3298"/>
              <a:gd name="T5" fmla="*/ 8 h 320"/>
              <a:gd name="T6" fmla="*/ 2142 w 3298"/>
              <a:gd name="T7" fmla="*/ 32 h 320"/>
              <a:gd name="T8" fmla="*/ 2096 w 3298"/>
              <a:gd name="T9" fmla="*/ 68 h 320"/>
              <a:gd name="T10" fmla="*/ 2066 w 3298"/>
              <a:gd name="T11" fmla="*/ 114 h 320"/>
              <a:gd name="T12" fmla="*/ 2058 w 3298"/>
              <a:gd name="T13" fmla="*/ 134 h 320"/>
              <a:gd name="T14" fmla="*/ 2046 w 3298"/>
              <a:gd name="T15" fmla="*/ 154 h 320"/>
              <a:gd name="T16" fmla="*/ 2022 w 3298"/>
              <a:gd name="T17" fmla="*/ 192 h 320"/>
              <a:gd name="T18" fmla="*/ 1992 w 3298"/>
              <a:gd name="T19" fmla="*/ 224 h 320"/>
              <a:gd name="T20" fmla="*/ 1958 w 3298"/>
              <a:gd name="T21" fmla="*/ 254 h 320"/>
              <a:gd name="T22" fmla="*/ 1920 w 3298"/>
              <a:gd name="T23" fmla="*/ 278 h 320"/>
              <a:gd name="T24" fmla="*/ 1878 w 3298"/>
              <a:gd name="T25" fmla="*/ 298 h 320"/>
              <a:gd name="T26" fmla="*/ 1834 w 3298"/>
              <a:gd name="T27" fmla="*/ 312 h 320"/>
              <a:gd name="T28" fmla="*/ 1788 w 3298"/>
              <a:gd name="T29" fmla="*/ 318 h 320"/>
              <a:gd name="T30" fmla="*/ 1764 w 3298"/>
              <a:gd name="T31" fmla="*/ 320 h 320"/>
              <a:gd name="T32" fmla="*/ 46 w 3298"/>
              <a:gd name="T33" fmla="*/ 320 h 320"/>
              <a:gd name="T34" fmla="*/ 0 w 3298"/>
              <a:gd name="T35" fmla="*/ 316 h 320"/>
              <a:gd name="T36" fmla="*/ 0 w 3298"/>
              <a:gd name="T37" fmla="*/ 316 h 320"/>
              <a:gd name="T38" fmla="*/ 46 w 3298"/>
              <a:gd name="T39" fmla="*/ 320 h 320"/>
              <a:gd name="T40" fmla="*/ 1764 w 3298"/>
              <a:gd name="T41" fmla="*/ 320 h 320"/>
              <a:gd name="T42" fmla="*/ 1768 w 3298"/>
              <a:gd name="T43" fmla="*/ 320 h 320"/>
              <a:gd name="T44" fmla="*/ 1792 w 3298"/>
              <a:gd name="T45" fmla="*/ 318 h 320"/>
              <a:gd name="T46" fmla="*/ 1838 w 3298"/>
              <a:gd name="T47" fmla="*/ 310 h 320"/>
              <a:gd name="T48" fmla="*/ 1882 w 3298"/>
              <a:gd name="T49" fmla="*/ 298 h 320"/>
              <a:gd name="T50" fmla="*/ 1922 w 3298"/>
              <a:gd name="T51" fmla="*/ 278 h 320"/>
              <a:gd name="T52" fmla="*/ 1960 w 3298"/>
              <a:gd name="T53" fmla="*/ 254 h 320"/>
              <a:gd name="T54" fmla="*/ 1994 w 3298"/>
              <a:gd name="T55" fmla="*/ 224 h 320"/>
              <a:gd name="T56" fmla="*/ 2022 w 3298"/>
              <a:gd name="T57" fmla="*/ 190 h 320"/>
              <a:gd name="T58" fmla="*/ 2046 w 3298"/>
              <a:gd name="T59" fmla="*/ 154 h 320"/>
              <a:gd name="T60" fmla="*/ 2058 w 3298"/>
              <a:gd name="T61" fmla="*/ 134 h 320"/>
              <a:gd name="T62" fmla="*/ 2066 w 3298"/>
              <a:gd name="T63" fmla="*/ 114 h 320"/>
              <a:gd name="T64" fmla="*/ 2094 w 3298"/>
              <a:gd name="T65" fmla="*/ 70 h 320"/>
              <a:gd name="T66" fmla="*/ 2134 w 3298"/>
              <a:gd name="T67" fmla="*/ 36 h 320"/>
              <a:gd name="T68" fmla="*/ 2188 w 3298"/>
              <a:gd name="T69" fmla="*/ 12 h 320"/>
              <a:gd name="T70" fmla="*/ 2256 w 3298"/>
              <a:gd name="T71" fmla="*/ 2 h 320"/>
              <a:gd name="T72" fmla="*/ 2282 w 3298"/>
              <a:gd name="T73" fmla="*/ 0 h 320"/>
              <a:gd name="T74" fmla="*/ 3298 w 3298"/>
              <a:gd name="T75" fmla="*/ 0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298" h="320">
                <a:moveTo>
                  <a:pt x="3298" y="0"/>
                </a:moveTo>
                <a:lnTo>
                  <a:pt x="3298" y="0"/>
                </a:lnTo>
                <a:lnTo>
                  <a:pt x="2282" y="0"/>
                </a:lnTo>
                <a:lnTo>
                  <a:pt x="2282" y="0"/>
                </a:lnTo>
                <a:lnTo>
                  <a:pt x="2242" y="2"/>
                </a:lnTo>
                <a:lnTo>
                  <a:pt x="2204" y="8"/>
                </a:lnTo>
                <a:lnTo>
                  <a:pt x="2172" y="18"/>
                </a:lnTo>
                <a:lnTo>
                  <a:pt x="2142" y="32"/>
                </a:lnTo>
                <a:lnTo>
                  <a:pt x="2118" y="48"/>
                </a:lnTo>
                <a:lnTo>
                  <a:pt x="2096" y="68"/>
                </a:lnTo>
                <a:lnTo>
                  <a:pt x="2080" y="90"/>
                </a:lnTo>
                <a:lnTo>
                  <a:pt x="2066" y="114"/>
                </a:lnTo>
                <a:lnTo>
                  <a:pt x="2066" y="114"/>
                </a:lnTo>
                <a:lnTo>
                  <a:pt x="2058" y="134"/>
                </a:lnTo>
                <a:lnTo>
                  <a:pt x="2058" y="134"/>
                </a:lnTo>
                <a:lnTo>
                  <a:pt x="2046" y="154"/>
                </a:lnTo>
                <a:lnTo>
                  <a:pt x="2034" y="172"/>
                </a:lnTo>
                <a:lnTo>
                  <a:pt x="2022" y="192"/>
                </a:lnTo>
                <a:lnTo>
                  <a:pt x="2008" y="208"/>
                </a:lnTo>
                <a:lnTo>
                  <a:pt x="1992" y="224"/>
                </a:lnTo>
                <a:lnTo>
                  <a:pt x="1976" y="240"/>
                </a:lnTo>
                <a:lnTo>
                  <a:pt x="1958" y="254"/>
                </a:lnTo>
                <a:lnTo>
                  <a:pt x="1940" y="268"/>
                </a:lnTo>
                <a:lnTo>
                  <a:pt x="1920" y="278"/>
                </a:lnTo>
                <a:lnTo>
                  <a:pt x="1900" y="290"/>
                </a:lnTo>
                <a:lnTo>
                  <a:pt x="1878" y="298"/>
                </a:lnTo>
                <a:lnTo>
                  <a:pt x="1858" y="306"/>
                </a:lnTo>
                <a:lnTo>
                  <a:pt x="1834" y="312"/>
                </a:lnTo>
                <a:lnTo>
                  <a:pt x="1812" y="316"/>
                </a:lnTo>
                <a:lnTo>
                  <a:pt x="1788" y="318"/>
                </a:lnTo>
                <a:lnTo>
                  <a:pt x="1764" y="320"/>
                </a:lnTo>
                <a:lnTo>
                  <a:pt x="1764" y="320"/>
                </a:lnTo>
                <a:lnTo>
                  <a:pt x="46" y="320"/>
                </a:lnTo>
                <a:lnTo>
                  <a:pt x="46" y="320"/>
                </a:lnTo>
                <a:lnTo>
                  <a:pt x="24" y="318"/>
                </a:lnTo>
                <a:lnTo>
                  <a:pt x="0" y="316"/>
                </a:lnTo>
                <a:lnTo>
                  <a:pt x="0" y="316"/>
                </a:lnTo>
                <a:lnTo>
                  <a:pt x="0" y="316"/>
                </a:lnTo>
                <a:lnTo>
                  <a:pt x="24" y="318"/>
                </a:lnTo>
                <a:lnTo>
                  <a:pt x="46" y="320"/>
                </a:lnTo>
                <a:lnTo>
                  <a:pt x="46" y="320"/>
                </a:lnTo>
                <a:lnTo>
                  <a:pt x="1764" y="320"/>
                </a:lnTo>
                <a:lnTo>
                  <a:pt x="1764" y="320"/>
                </a:lnTo>
                <a:lnTo>
                  <a:pt x="1768" y="320"/>
                </a:lnTo>
                <a:lnTo>
                  <a:pt x="1768" y="320"/>
                </a:lnTo>
                <a:lnTo>
                  <a:pt x="1792" y="318"/>
                </a:lnTo>
                <a:lnTo>
                  <a:pt x="1816" y="316"/>
                </a:lnTo>
                <a:lnTo>
                  <a:pt x="1838" y="310"/>
                </a:lnTo>
                <a:lnTo>
                  <a:pt x="1860" y="304"/>
                </a:lnTo>
                <a:lnTo>
                  <a:pt x="1882" y="298"/>
                </a:lnTo>
                <a:lnTo>
                  <a:pt x="1902" y="288"/>
                </a:lnTo>
                <a:lnTo>
                  <a:pt x="1922" y="278"/>
                </a:lnTo>
                <a:lnTo>
                  <a:pt x="1942" y="266"/>
                </a:lnTo>
                <a:lnTo>
                  <a:pt x="1960" y="254"/>
                </a:lnTo>
                <a:lnTo>
                  <a:pt x="1976" y="240"/>
                </a:lnTo>
                <a:lnTo>
                  <a:pt x="1994" y="224"/>
                </a:lnTo>
                <a:lnTo>
                  <a:pt x="2008" y="208"/>
                </a:lnTo>
                <a:lnTo>
                  <a:pt x="2022" y="190"/>
                </a:lnTo>
                <a:lnTo>
                  <a:pt x="2036" y="172"/>
                </a:lnTo>
                <a:lnTo>
                  <a:pt x="2046" y="154"/>
                </a:lnTo>
                <a:lnTo>
                  <a:pt x="2058" y="134"/>
                </a:lnTo>
                <a:lnTo>
                  <a:pt x="2058" y="134"/>
                </a:lnTo>
                <a:lnTo>
                  <a:pt x="2066" y="114"/>
                </a:lnTo>
                <a:lnTo>
                  <a:pt x="2066" y="114"/>
                </a:lnTo>
                <a:lnTo>
                  <a:pt x="2078" y="92"/>
                </a:lnTo>
                <a:lnTo>
                  <a:pt x="2094" y="70"/>
                </a:lnTo>
                <a:lnTo>
                  <a:pt x="2112" y="52"/>
                </a:lnTo>
                <a:lnTo>
                  <a:pt x="2134" y="36"/>
                </a:lnTo>
                <a:lnTo>
                  <a:pt x="2160" y="24"/>
                </a:lnTo>
                <a:lnTo>
                  <a:pt x="2188" y="12"/>
                </a:lnTo>
                <a:lnTo>
                  <a:pt x="2220" y="6"/>
                </a:lnTo>
                <a:lnTo>
                  <a:pt x="2256" y="2"/>
                </a:lnTo>
                <a:lnTo>
                  <a:pt x="2256" y="2"/>
                </a:lnTo>
                <a:lnTo>
                  <a:pt x="2282" y="0"/>
                </a:lnTo>
                <a:lnTo>
                  <a:pt x="2282" y="0"/>
                </a:lnTo>
                <a:lnTo>
                  <a:pt x="3298" y="0"/>
                </a:lnTo>
                <a:lnTo>
                  <a:pt x="3298"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11" name="Freeform 24"/>
          <p:cNvSpPr/>
          <p:nvPr/>
        </p:nvSpPr>
        <p:spPr bwMode="auto">
          <a:xfrm>
            <a:off x="5181613" y="2647994"/>
            <a:ext cx="5149116" cy="961859"/>
          </a:xfrm>
          <a:custGeom>
            <a:avLst/>
            <a:gdLst>
              <a:gd name="T0" fmla="*/ 0 w 3576"/>
              <a:gd name="T1" fmla="*/ 0 h 668"/>
              <a:gd name="T2" fmla="*/ 0 w 3576"/>
              <a:gd name="T3" fmla="*/ 26 h 668"/>
              <a:gd name="T4" fmla="*/ 6 w 3576"/>
              <a:gd name="T5" fmla="*/ 92 h 668"/>
              <a:gd name="T6" fmla="*/ 26 w 3576"/>
              <a:gd name="T7" fmla="*/ 152 h 668"/>
              <a:gd name="T8" fmla="*/ 56 w 3576"/>
              <a:gd name="T9" fmla="*/ 208 h 668"/>
              <a:gd name="T10" fmla="*/ 96 w 3576"/>
              <a:gd name="T11" fmla="*/ 256 h 668"/>
              <a:gd name="T12" fmla="*/ 144 w 3576"/>
              <a:gd name="T13" fmla="*/ 294 h 668"/>
              <a:gd name="T14" fmla="*/ 198 w 3576"/>
              <a:gd name="T15" fmla="*/ 324 h 668"/>
              <a:gd name="T16" fmla="*/ 258 w 3576"/>
              <a:gd name="T17" fmla="*/ 344 h 668"/>
              <a:gd name="T18" fmla="*/ 324 w 3576"/>
              <a:gd name="T19" fmla="*/ 350 h 668"/>
              <a:gd name="T20" fmla="*/ 1398 w 3576"/>
              <a:gd name="T21" fmla="*/ 350 h 668"/>
              <a:gd name="T22" fmla="*/ 2042 w 3576"/>
              <a:gd name="T23" fmla="*/ 350 h 668"/>
              <a:gd name="T24" fmla="*/ 2090 w 3576"/>
              <a:gd name="T25" fmla="*/ 354 h 668"/>
              <a:gd name="T26" fmla="*/ 2136 w 3576"/>
              <a:gd name="T27" fmla="*/ 364 h 668"/>
              <a:gd name="T28" fmla="*/ 2178 w 3576"/>
              <a:gd name="T29" fmla="*/ 380 h 668"/>
              <a:gd name="T30" fmla="*/ 2218 w 3576"/>
              <a:gd name="T31" fmla="*/ 402 h 668"/>
              <a:gd name="T32" fmla="*/ 2254 w 3576"/>
              <a:gd name="T33" fmla="*/ 430 h 668"/>
              <a:gd name="T34" fmla="*/ 2286 w 3576"/>
              <a:gd name="T35" fmla="*/ 460 h 668"/>
              <a:gd name="T36" fmla="*/ 2312 w 3576"/>
              <a:gd name="T37" fmla="*/ 496 h 668"/>
              <a:gd name="T38" fmla="*/ 2336 w 3576"/>
              <a:gd name="T39" fmla="*/ 536 h 668"/>
              <a:gd name="T40" fmla="*/ 2344 w 3576"/>
              <a:gd name="T41" fmla="*/ 556 h 668"/>
              <a:gd name="T42" fmla="*/ 2358 w 3576"/>
              <a:gd name="T43" fmla="*/ 580 h 668"/>
              <a:gd name="T44" fmla="*/ 2396 w 3576"/>
              <a:gd name="T45" fmla="*/ 622 h 668"/>
              <a:gd name="T46" fmla="*/ 2450 w 3576"/>
              <a:gd name="T47" fmla="*/ 650 h 668"/>
              <a:gd name="T48" fmla="*/ 2520 w 3576"/>
              <a:gd name="T49" fmla="*/ 666 h 668"/>
              <a:gd name="T50" fmla="*/ 2560 w 3576"/>
              <a:gd name="T51" fmla="*/ 668 h 668"/>
              <a:gd name="T52" fmla="*/ 3576 w 3576"/>
              <a:gd name="T53" fmla="*/ 668 h 668"/>
              <a:gd name="T54" fmla="*/ 3576 w 3576"/>
              <a:gd name="T55" fmla="*/ 668 h 668"/>
              <a:gd name="T56" fmla="*/ 2560 w 3576"/>
              <a:gd name="T57" fmla="*/ 668 h 668"/>
              <a:gd name="T58" fmla="*/ 2520 w 3576"/>
              <a:gd name="T59" fmla="*/ 666 h 668"/>
              <a:gd name="T60" fmla="*/ 2450 w 3576"/>
              <a:gd name="T61" fmla="*/ 650 h 668"/>
              <a:gd name="T62" fmla="*/ 2396 w 3576"/>
              <a:gd name="T63" fmla="*/ 622 h 668"/>
              <a:gd name="T64" fmla="*/ 2358 w 3576"/>
              <a:gd name="T65" fmla="*/ 580 h 668"/>
              <a:gd name="T66" fmla="*/ 2344 w 3576"/>
              <a:gd name="T67" fmla="*/ 556 h 668"/>
              <a:gd name="T68" fmla="*/ 2336 w 3576"/>
              <a:gd name="T69" fmla="*/ 536 h 668"/>
              <a:gd name="T70" fmla="*/ 2312 w 3576"/>
              <a:gd name="T71" fmla="*/ 496 h 668"/>
              <a:gd name="T72" fmla="*/ 2286 w 3576"/>
              <a:gd name="T73" fmla="*/ 460 h 668"/>
              <a:gd name="T74" fmla="*/ 2254 w 3576"/>
              <a:gd name="T75" fmla="*/ 430 h 668"/>
              <a:gd name="T76" fmla="*/ 2218 w 3576"/>
              <a:gd name="T77" fmla="*/ 402 h 668"/>
              <a:gd name="T78" fmla="*/ 2178 w 3576"/>
              <a:gd name="T79" fmla="*/ 380 h 668"/>
              <a:gd name="T80" fmla="*/ 2136 w 3576"/>
              <a:gd name="T81" fmla="*/ 364 h 668"/>
              <a:gd name="T82" fmla="*/ 2090 w 3576"/>
              <a:gd name="T83" fmla="*/ 354 h 668"/>
              <a:gd name="T84" fmla="*/ 2042 w 3576"/>
              <a:gd name="T85" fmla="*/ 350 h 668"/>
              <a:gd name="T86" fmla="*/ 324 w 3576"/>
              <a:gd name="T87" fmla="*/ 350 h 668"/>
              <a:gd name="T88" fmla="*/ 258 w 3576"/>
              <a:gd name="T89" fmla="*/ 344 h 668"/>
              <a:gd name="T90" fmla="*/ 198 w 3576"/>
              <a:gd name="T91" fmla="*/ 324 h 668"/>
              <a:gd name="T92" fmla="*/ 144 w 3576"/>
              <a:gd name="T93" fmla="*/ 294 h 668"/>
              <a:gd name="T94" fmla="*/ 96 w 3576"/>
              <a:gd name="T95" fmla="*/ 256 h 668"/>
              <a:gd name="T96" fmla="*/ 56 w 3576"/>
              <a:gd name="T97" fmla="*/ 208 h 668"/>
              <a:gd name="T98" fmla="*/ 26 w 3576"/>
              <a:gd name="T99" fmla="*/ 152 h 668"/>
              <a:gd name="T100" fmla="*/ 6 w 3576"/>
              <a:gd name="T101" fmla="*/ 92 h 668"/>
              <a:gd name="T102" fmla="*/ 0 w 3576"/>
              <a:gd name="T103" fmla="*/ 26 h 6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576" h="668">
                <a:moveTo>
                  <a:pt x="0" y="0"/>
                </a:moveTo>
                <a:lnTo>
                  <a:pt x="0" y="0"/>
                </a:lnTo>
                <a:lnTo>
                  <a:pt x="0" y="26"/>
                </a:lnTo>
                <a:lnTo>
                  <a:pt x="0" y="26"/>
                </a:lnTo>
                <a:lnTo>
                  <a:pt x="2" y="60"/>
                </a:lnTo>
                <a:lnTo>
                  <a:pt x="6" y="92"/>
                </a:lnTo>
                <a:lnTo>
                  <a:pt x="14" y="122"/>
                </a:lnTo>
                <a:lnTo>
                  <a:pt x="26" y="152"/>
                </a:lnTo>
                <a:lnTo>
                  <a:pt x="40" y="180"/>
                </a:lnTo>
                <a:lnTo>
                  <a:pt x="56" y="208"/>
                </a:lnTo>
                <a:lnTo>
                  <a:pt x="74" y="232"/>
                </a:lnTo>
                <a:lnTo>
                  <a:pt x="96" y="256"/>
                </a:lnTo>
                <a:lnTo>
                  <a:pt x="118" y="276"/>
                </a:lnTo>
                <a:lnTo>
                  <a:pt x="144" y="294"/>
                </a:lnTo>
                <a:lnTo>
                  <a:pt x="170" y="312"/>
                </a:lnTo>
                <a:lnTo>
                  <a:pt x="198" y="324"/>
                </a:lnTo>
                <a:lnTo>
                  <a:pt x="228" y="336"/>
                </a:lnTo>
                <a:lnTo>
                  <a:pt x="258" y="344"/>
                </a:lnTo>
                <a:lnTo>
                  <a:pt x="292" y="348"/>
                </a:lnTo>
                <a:lnTo>
                  <a:pt x="324" y="350"/>
                </a:lnTo>
                <a:lnTo>
                  <a:pt x="1398" y="350"/>
                </a:lnTo>
                <a:lnTo>
                  <a:pt x="1398" y="350"/>
                </a:lnTo>
                <a:lnTo>
                  <a:pt x="2042" y="350"/>
                </a:lnTo>
                <a:lnTo>
                  <a:pt x="2042" y="350"/>
                </a:lnTo>
                <a:lnTo>
                  <a:pt x="2066" y="352"/>
                </a:lnTo>
                <a:lnTo>
                  <a:pt x="2090" y="354"/>
                </a:lnTo>
                <a:lnTo>
                  <a:pt x="2112" y="358"/>
                </a:lnTo>
                <a:lnTo>
                  <a:pt x="2136" y="364"/>
                </a:lnTo>
                <a:lnTo>
                  <a:pt x="2156" y="372"/>
                </a:lnTo>
                <a:lnTo>
                  <a:pt x="2178" y="380"/>
                </a:lnTo>
                <a:lnTo>
                  <a:pt x="2198" y="390"/>
                </a:lnTo>
                <a:lnTo>
                  <a:pt x="2218" y="402"/>
                </a:lnTo>
                <a:lnTo>
                  <a:pt x="2236" y="414"/>
                </a:lnTo>
                <a:lnTo>
                  <a:pt x="2254" y="430"/>
                </a:lnTo>
                <a:lnTo>
                  <a:pt x="2270" y="444"/>
                </a:lnTo>
                <a:lnTo>
                  <a:pt x="2286" y="460"/>
                </a:lnTo>
                <a:lnTo>
                  <a:pt x="2300" y="478"/>
                </a:lnTo>
                <a:lnTo>
                  <a:pt x="2312" y="496"/>
                </a:lnTo>
                <a:lnTo>
                  <a:pt x="2324" y="516"/>
                </a:lnTo>
                <a:lnTo>
                  <a:pt x="2336" y="536"/>
                </a:lnTo>
                <a:lnTo>
                  <a:pt x="2336" y="536"/>
                </a:lnTo>
                <a:lnTo>
                  <a:pt x="2344" y="556"/>
                </a:lnTo>
                <a:lnTo>
                  <a:pt x="2344" y="556"/>
                </a:lnTo>
                <a:lnTo>
                  <a:pt x="2358" y="580"/>
                </a:lnTo>
                <a:lnTo>
                  <a:pt x="2374" y="602"/>
                </a:lnTo>
                <a:lnTo>
                  <a:pt x="2396" y="622"/>
                </a:lnTo>
                <a:lnTo>
                  <a:pt x="2420" y="638"/>
                </a:lnTo>
                <a:lnTo>
                  <a:pt x="2450" y="650"/>
                </a:lnTo>
                <a:lnTo>
                  <a:pt x="2482" y="660"/>
                </a:lnTo>
                <a:lnTo>
                  <a:pt x="2520" y="666"/>
                </a:lnTo>
                <a:lnTo>
                  <a:pt x="2560" y="668"/>
                </a:lnTo>
                <a:lnTo>
                  <a:pt x="2560" y="668"/>
                </a:lnTo>
                <a:lnTo>
                  <a:pt x="3576" y="668"/>
                </a:lnTo>
                <a:lnTo>
                  <a:pt x="3576" y="668"/>
                </a:lnTo>
                <a:lnTo>
                  <a:pt x="3576" y="668"/>
                </a:lnTo>
                <a:lnTo>
                  <a:pt x="3576" y="668"/>
                </a:lnTo>
                <a:lnTo>
                  <a:pt x="3576" y="668"/>
                </a:lnTo>
                <a:lnTo>
                  <a:pt x="2560" y="668"/>
                </a:lnTo>
                <a:lnTo>
                  <a:pt x="2560" y="668"/>
                </a:lnTo>
                <a:lnTo>
                  <a:pt x="2520" y="666"/>
                </a:lnTo>
                <a:lnTo>
                  <a:pt x="2482" y="660"/>
                </a:lnTo>
                <a:lnTo>
                  <a:pt x="2450" y="650"/>
                </a:lnTo>
                <a:lnTo>
                  <a:pt x="2420" y="638"/>
                </a:lnTo>
                <a:lnTo>
                  <a:pt x="2396" y="622"/>
                </a:lnTo>
                <a:lnTo>
                  <a:pt x="2374" y="602"/>
                </a:lnTo>
                <a:lnTo>
                  <a:pt x="2358" y="580"/>
                </a:lnTo>
                <a:lnTo>
                  <a:pt x="2344" y="556"/>
                </a:lnTo>
                <a:lnTo>
                  <a:pt x="2344" y="556"/>
                </a:lnTo>
                <a:lnTo>
                  <a:pt x="2336" y="536"/>
                </a:lnTo>
                <a:lnTo>
                  <a:pt x="2336" y="536"/>
                </a:lnTo>
                <a:lnTo>
                  <a:pt x="2324" y="516"/>
                </a:lnTo>
                <a:lnTo>
                  <a:pt x="2312" y="496"/>
                </a:lnTo>
                <a:lnTo>
                  <a:pt x="2300" y="478"/>
                </a:lnTo>
                <a:lnTo>
                  <a:pt x="2286" y="460"/>
                </a:lnTo>
                <a:lnTo>
                  <a:pt x="2270" y="444"/>
                </a:lnTo>
                <a:lnTo>
                  <a:pt x="2254" y="430"/>
                </a:lnTo>
                <a:lnTo>
                  <a:pt x="2236" y="414"/>
                </a:lnTo>
                <a:lnTo>
                  <a:pt x="2218" y="402"/>
                </a:lnTo>
                <a:lnTo>
                  <a:pt x="2198" y="390"/>
                </a:lnTo>
                <a:lnTo>
                  <a:pt x="2178" y="380"/>
                </a:lnTo>
                <a:lnTo>
                  <a:pt x="2156" y="372"/>
                </a:lnTo>
                <a:lnTo>
                  <a:pt x="2136" y="364"/>
                </a:lnTo>
                <a:lnTo>
                  <a:pt x="2112" y="358"/>
                </a:lnTo>
                <a:lnTo>
                  <a:pt x="2090" y="354"/>
                </a:lnTo>
                <a:lnTo>
                  <a:pt x="2066" y="352"/>
                </a:lnTo>
                <a:lnTo>
                  <a:pt x="2042" y="350"/>
                </a:lnTo>
                <a:lnTo>
                  <a:pt x="324" y="350"/>
                </a:lnTo>
                <a:lnTo>
                  <a:pt x="324" y="350"/>
                </a:lnTo>
                <a:lnTo>
                  <a:pt x="292" y="348"/>
                </a:lnTo>
                <a:lnTo>
                  <a:pt x="258" y="344"/>
                </a:lnTo>
                <a:lnTo>
                  <a:pt x="228" y="336"/>
                </a:lnTo>
                <a:lnTo>
                  <a:pt x="198" y="324"/>
                </a:lnTo>
                <a:lnTo>
                  <a:pt x="170" y="312"/>
                </a:lnTo>
                <a:lnTo>
                  <a:pt x="144" y="294"/>
                </a:lnTo>
                <a:lnTo>
                  <a:pt x="118" y="276"/>
                </a:lnTo>
                <a:lnTo>
                  <a:pt x="96" y="256"/>
                </a:lnTo>
                <a:lnTo>
                  <a:pt x="74" y="232"/>
                </a:lnTo>
                <a:lnTo>
                  <a:pt x="56" y="208"/>
                </a:lnTo>
                <a:lnTo>
                  <a:pt x="40" y="180"/>
                </a:lnTo>
                <a:lnTo>
                  <a:pt x="26" y="152"/>
                </a:lnTo>
                <a:lnTo>
                  <a:pt x="14" y="122"/>
                </a:lnTo>
                <a:lnTo>
                  <a:pt x="6" y="92"/>
                </a:lnTo>
                <a:lnTo>
                  <a:pt x="2" y="60"/>
                </a:lnTo>
                <a:lnTo>
                  <a:pt x="0" y="26"/>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12" name="Freeform 25"/>
          <p:cNvSpPr/>
          <p:nvPr/>
        </p:nvSpPr>
        <p:spPr bwMode="auto">
          <a:xfrm>
            <a:off x="7194606" y="3151962"/>
            <a:ext cx="3136122" cy="457891"/>
          </a:xfrm>
          <a:custGeom>
            <a:avLst/>
            <a:gdLst>
              <a:gd name="T0" fmla="*/ 644 w 2178"/>
              <a:gd name="T1" fmla="*/ 0 h 318"/>
              <a:gd name="T2" fmla="*/ 644 w 2178"/>
              <a:gd name="T3" fmla="*/ 0 h 318"/>
              <a:gd name="T4" fmla="*/ 668 w 2178"/>
              <a:gd name="T5" fmla="*/ 2 h 318"/>
              <a:gd name="T6" fmla="*/ 714 w 2178"/>
              <a:gd name="T7" fmla="*/ 8 h 318"/>
              <a:gd name="T8" fmla="*/ 758 w 2178"/>
              <a:gd name="T9" fmla="*/ 22 h 318"/>
              <a:gd name="T10" fmla="*/ 800 w 2178"/>
              <a:gd name="T11" fmla="*/ 40 h 318"/>
              <a:gd name="T12" fmla="*/ 838 w 2178"/>
              <a:gd name="T13" fmla="*/ 64 h 318"/>
              <a:gd name="T14" fmla="*/ 872 w 2178"/>
              <a:gd name="T15" fmla="*/ 94 h 318"/>
              <a:gd name="T16" fmla="*/ 902 w 2178"/>
              <a:gd name="T17" fmla="*/ 128 h 318"/>
              <a:gd name="T18" fmla="*/ 926 w 2178"/>
              <a:gd name="T19" fmla="*/ 166 h 318"/>
              <a:gd name="T20" fmla="*/ 938 w 2178"/>
              <a:gd name="T21" fmla="*/ 186 h 318"/>
              <a:gd name="T22" fmla="*/ 946 w 2178"/>
              <a:gd name="T23" fmla="*/ 206 h 318"/>
              <a:gd name="T24" fmla="*/ 976 w 2178"/>
              <a:gd name="T25" fmla="*/ 252 h 318"/>
              <a:gd name="T26" fmla="*/ 1022 w 2178"/>
              <a:gd name="T27" fmla="*/ 288 h 318"/>
              <a:gd name="T28" fmla="*/ 1084 w 2178"/>
              <a:gd name="T29" fmla="*/ 310 h 318"/>
              <a:gd name="T30" fmla="*/ 1162 w 2178"/>
              <a:gd name="T31" fmla="*/ 318 h 318"/>
              <a:gd name="T32" fmla="*/ 2178 w 2178"/>
              <a:gd name="T33" fmla="*/ 318 h 318"/>
              <a:gd name="T34" fmla="*/ 2178 w 2178"/>
              <a:gd name="T35" fmla="*/ 318 h 318"/>
              <a:gd name="T36" fmla="*/ 1162 w 2178"/>
              <a:gd name="T37" fmla="*/ 318 h 318"/>
              <a:gd name="T38" fmla="*/ 1084 w 2178"/>
              <a:gd name="T39" fmla="*/ 310 h 318"/>
              <a:gd name="T40" fmla="*/ 1022 w 2178"/>
              <a:gd name="T41" fmla="*/ 288 h 318"/>
              <a:gd name="T42" fmla="*/ 976 w 2178"/>
              <a:gd name="T43" fmla="*/ 252 h 318"/>
              <a:gd name="T44" fmla="*/ 946 w 2178"/>
              <a:gd name="T45" fmla="*/ 206 h 318"/>
              <a:gd name="T46" fmla="*/ 938 w 2178"/>
              <a:gd name="T47" fmla="*/ 186 h 318"/>
              <a:gd name="T48" fmla="*/ 926 w 2178"/>
              <a:gd name="T49" fmla="*/ 166 h 318"/>
              <a:gd name="T50" fmla="*/ 902 w 2178"/>
              <a:gd name="T51" fmla="*/ 128 h 318"/>
              <a:gd name="T52" fmla="*/ 872 w 2178"/>
              <a:gd name="T53" fmla="*/ 94 h 318"/>
              <a:gd name="T54" fmla="*/ 838 w 2178"/>
              <a:gd name="T55" fmla="*/ 64 h 318"/>
              <a:gd name="T56" fmla="*/ 800 w 2178"/>
              <a:gd name="T57" fmla="*/ 40 h 318"/>
              <a:gd name="T58" fmla="*/ 758 w 2178"/>
              <a:gd name="T59" fmla="*/ 22 h 318"/>
              <a:gd name="T60" fmla="*/ 714 w 2178"/>
              <a:gd name="T61" fmla="*/ 8 h 318"/>
              <a:gd name="T62" fmla="*/ 668 w 2178"/>
              <a:gd name="T63" fmla="*/ 2 h 3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178" h="318">
                <a:moveTo>
                  <a:pt x="644" y="0"/>
                </a:moveTo>
                <a:lnTo>
                  <a:pt x="644" y="0"/>
                </a:lnTo>
                <a:lnTo>
                  <a:pt x="0" y="0"/>
                </a:lnTo>
                <a:lnTo>
                  <a:pt x="644" y="0"/>
                </a:lnTo>
                <a:lnTo>
                  <a:pt x="644" y="0"/>
                </a:lnTo>
                <a:lnTo>
                  <a:pt x="668" y="2"/>
                </a:lnTo>
                <a:lnTo>
                  <a:pt x="692" y="4"/>
                </a:lnTo>
                <a:lnTo>
                  <a:pt x="714" y="8"/>
                </a:lnTo>
                <a:lnTo>
                  <a:pt x="738" y="14"/>
                </a:lnTo>
                <a:lnTo>
                  <a:pt x="758" y="22"/>
                </a:lnTo>
                <a:lnTo>
                  <a:pt x="780" y="30"/>
                </a:lnTo>
                <a:lnTo>
                  <a:pt x="800" y="40"/>
                </a:lnTo>
                <a:lnTo>
                  <a:pt x="820" y="52"/>
                </a:lnTo>
                <a:lnTo>
                  <a:pt x="838" y="64"/>
                </a:lnTo>
                <a:lnTo>
                  <a:pt x="856" y="80"/>
                </a:lnTo>
                <a:lnTo>
                  <a:pt x="872" y="94"/>
                </a:lnTo>
                <a:lnTo>
                  <a:pt x="888" y="110"/>
                </a:lnTo>
                <a:lnTo>
                  <a:pt x="902" y="128"/>
                </a:lnTo>
                <a:lnTo>
                  <a:pt x="914" y="146"/>
                </a:lnTo>
                <a:lnTo>
                  <a:pt x="926" y="166"/>
                </a:lnTo>
                <a:lnTo>
                  <a:pt x="938" y="186"/>
                </a:lnTo>
                <a:lnTo>
                  <a:pt x="938" y="186"/>
                </a:lnTo>
                <a:lnTo>
                  <a:pt x="946" y="206"/>
                </a:lnTo>
                <a:lnTo>
                  <a:pt x="946" y="206"/>
                </a:lnTo>
                <a:lnTo>
                  <a:pt x="960" y="230"/>
                </a:lnTo>
                <a:lnTo>
                  <a:pt x="976" y="252"/>
                </a:lnTo>
                <a:lnTo>
                  <a:pt x="998" y="272"/>
                </a:lnTo>
                <a:lnTo>
                  <a:pt x="1022" y="288"/>
                </a:lnTo>
                <a:lnTo>
                  <a:pt x="1052" y="300"/>
                </a:lnTo>
                <a:lnTo>
                  <a:pt x="1084" y="310"/>
                </a:lnTo>
                <a:lnTo>
                  <a:pt x="1122" y="316"/>
                </a:lnTo>
                <a:lnTo>
                  <a:pt x="1162" y="318"/>
                </a:lnTo>
                <a:lnTo>
                  <a:pt x="1162" y="318"/>
                </a:lnTo>
                <a:lnTo>
                  <a:pt x="2178" y="318"/>
                </a:lnTo>
                <a:lnTo>
                  <a:pt x="2178" y="318"/>
                </a:lnTo>
                <a:lnTo>
                  <a:pt x="2178" y="318"/>
                </a:lnTo>
                <a:lnTo>
                  <a:pt x="1162" y="318"/>
                </a:lnTo>
                <a:lnTo>
                  <a:pt x="1162" y="318"/>
                </a:lnTo>
                <a:lnTo>
                  <a:pt x="1122" y="316"/>
                </a:lnTo>
                <a:lnTo>
                  <a:pt x="1084" y="310"/>
                </a:lnTo>
                <a:lnTo>
                  <a:pt x="1052" y="300"/>
                </a:lnTo>
                <a:lnTo>
                  <a:pt x="1022" y="288"/>
                </a:lnTo>
                <a:lnTo>
                  <a:pt x="998" y="272"/>
                </a:lnTo>
                <a:lnTo>
                  <a:pt x="976" y="252"/>
                </a:lnTo>
                <a:lnTo>
                  <a:pt x="960" y="230"/>
                </a:lnTo>
                <a:lnTo>
                  <a:pt x="946" y="206"/>
                </a:lnTo>
                <a:lnTo>
                  <a:pt x="946" y="206"/>
                </a:lnTo>
                <a:lnTo>
                  <a:pt x="938" y="186"/>
                </a:lnTo>
                <a:lnTo>
                  <a:pt x="938" y="186"/>
                </a:lnTo>
                <a:lnTo>
                  <a:pt x="926" y="166"/>
                </a:lnTo>
                <a:lnTo>
                  <a:pt x="914" y="146"/>
                </a:lnTo>
                <a:lnTo>
                  <a:pt x="902" y="128"/>
                </a:lnTo>
                <a:lnTo>
                  <a:pt x="888" y="110"/>
                </a:lnTo>
                <a:lnTo>
                  <a:pt x="872" y="94"/>
                </a:lnTo>
                <a:lnTo>
                  <a:pt x="856" y="80"/>
                </a:lnTo>
                <a:lnTo>
                  <a:pt x="838" y="64"/>
                </a:lnTo>
                <a:lnTo>
                  <a:pt x="820" y="52"/>
                </a:lnTo>
                <a:lnTo>
                  <a:pt x="800" y="40"/>
                </a:lnTo>
                <a:lnTo>
                  <a:pt x="780" y="30"/>
                </a:lnTo>
                <a:lnTo>
                  <a:pt x="758" y="22"/>
                </a:lnTo>
                <a:lnTo>
                  <a:pt x="738" y="14"/>
                </a:lnTo>
                <a:lnTo>
                  <a:pt x="714" y="8"/>
                </a:lnTo>
                <a:lnTo>
                  <a:pt x="692" y="4"/>
                </a:lnTo>
                <a:lnTo>
                  <a:pt x="668" y="2"/>
                </a:lnTo>
                <a:lnTo>
                  <a:pt x="644" y="0"/>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13" name="Freeform 26"/>
          <p:cNvSpPr/>
          <p:nvPr/>
        </p:nvSpPr>
        <p:spPr bwMode="auto">
          <a:xfrm>
            <a:off x="7194606" y="3151962"/>
            <a:ext cx="3136122" cy="457891"/>
          </a:xfrm>
          <a:custGeom>
            <a:avLst/>
            <a:gdLst>
              <a:gd name="T0" fmla="*/ 644 w 2178"/>
              <a:gd name="T1" fmla="*/ 0 h 318"/>
              <a:gd name="T2" fmla="*/ 644 w 2178"/>
              <a:gd name="T3" fmla="*/ 0 h 318"/>
              <a:gd name="T4" fmla="*/ 668 w 2178"/>
              <a:gd name="T5" fmla="*/ 2 h 318"/>
              <a:gd name="T6" fmla="*/ 714 w 2178"/>
              <a:gd name="T7" fmla="*/ 8 h 318"/>
              <a:gd name="T8" fmla="*/ 758 w 2178"/>
              <a:gd name="T9" fmla="*/ 22 h 318"/>
              <a:gd name="T10" fmla="*/ 800 w 2178"/>
              <a:gd name="T11" fmla="*/ 40 h 318"/>
              <a:gd name="T12" fmla="*/ 838 w 2178"/>
              <a:gd name="T13" fmla="*/ 64 h 318"/>
              <a:gd name="T14" fmla="*/ 872 w 2178"/>
              <a:gd name="T15" fmla="*/ 94 h 318"/>
              <a:gd name="T16" fmla="*/ 902 w 2178"/>
              <a:gd name="T17" fmla="*/ 128 h 318"/>
              <a:gd name="T18" fmla="*/ 926 w 2178"/>
              <a:gd name="T19" fmla="*/ 166 h 318"/>
              <a:gd name="T20" fmla="*/ 938 w 2178"/>
              <a:gd name="T21" fmla="*/ 186 h 318"/>
              <a:gd name="T22" fmla="*/ 946 w 2178"/>
              <a:gd name="T23" fmla="*/ 206 h 318"/>
              <a:gd name="T24" fmla="*/ 976 w 2178"/>
              <a:gd name="T25" fmla="*/ 252 h 318"/>
              <a:gd name="T26" fmla="*/ 1022 w 2178"/>
              <a:gd name="T27" fmla="*/ 288 h 318"/>
              <a:gd name="T28" fmla="*/ 1084 w 2178"/>
              <a:gd name="T29" fmla="*/ 310 h 318"/>
              <a:gd name="T30" fmla="*/ 1162 w 2178"/>
              <a:gd name="T31" fmla="*/ 318 h 318"/>
              <a:gd name="T32" fmla="*/ 2178 w 2178"/>
              <a:gd name="T33" fmla="*/ 318 h 318"/>
              <a:gd name="T34" fmla="*/ 2178 w 2178"/>
              <a:gd name="T35" fmla="*/ 318 h 318"/>
              <a:gd name="T36" fmla="*/ 1162 w 2178"/>
              <a:gd name="T37" fmla="*/ 318 h 318"/>
              <a:gd name="T38" fmla="*/ 1084 w 2178"/>
              <a:gd name="T39" fmla="*/ 310 h 318"/>
              <a:gd name="T40" fmla="*/ 1022 w 2178"/>
              <a:gd name="T41" fmla="*/ 288 h 318"/>
              <a:gd name="T42" fmla="*/ 976 w 2178"/>
              <a:gd name="T43" fmla="*/ 252 h 318"/>
              <a:gd name="T44" fmla="*/ 946 w 2178"/>
              <a:gd name="T45" fmla="*/ 206 h 318"/>
              <a:gd name="T46" fmla="*/ 938 w 2178"/>
              <a:gd name="T47" fmla="*/ 186 h 318"/>
              <a:gd name="T48" fmla="*/ 926 w 2178"/>
              <a:gd name="T49" fmla="*/ 166 h 318"/>
              <a:gd name="T50" fmla="*/ 902 w 2178"/>
              <a:gd name="T51" fmla="*/ 128 h 318"/>
              <a:gd name="T52" fmla="*/ 872 w 2178"/>
              <a:gd name="T53" fmla="*/ 94 h 318"/>
              <a:gd name="T54" fmla="*/ 838 w 2178"/>
              <a:gd name="T55" fmla="*/ 64 h 318"/>
              <a:gd name="T56" fmla="*/ 800 w 2178"/>
              <a:gd name="T57" fmla="*/ 40 h 318"/>
              <a:gd name="T58" fmla="*/ 758 w 2178"/>
              <a:gd name="T59" fmla="*/ 22 h 318"/>
              <a:gd name="T60" fmla="*/ 714 w 2178"/>
              <a:gd name="T61" fmla="*/ 8 h 318"/>
              <a:gd name="T62" fmla="*/ 668 w 2178"/>
              <a:gd name="T63" fmla="*/ 2 h 3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178" h="318">
                <a:moveTo>
                  <a:pt x="644" y="0"/>
                </a:moveTo>
                <a:lnTo>
                  <a:pt x="644" y="0"/>
                </a:lnTo>
                <a:lnTo>
                  <a:pt x="0" y="0"/>
                </a:lnTo>
                <a:lnTo>
                  <a:pt x="644" y="0"/>
                </a:lnTo>
                <a:lnTo>
                  <a:pt x="644" y="0"/>
                </a:lnTo>
                <a:lnTo>
                  <a:pt x="668" y="2"/>
                </a:lnTo>
                <a:lnTo>
                  <a:pt x="692" y="4"/>
                </a:lnTo>
                <a:lnTo>
                  <a:pt x="714" y="8"/>
                </a:lnTo>
                <a:lnTo>
                  <a:pt x="738" y="14"/>
                </a:lnTo>
                <a:lnTo>
                  <a:pt x="758" y="22"/>
                </a:lnTo>
                <a:lnTo>
                  <a:pt x="780" y="30"/>
                </a:lnTo>
                <a:lnTo>
                  <a:pt x="800" y="40"/>
                </a:lnTo>
                <a:lnTo>
                  <a:pt x="820" y="52"/>
                </a:lnTo>
                <a:lnTo>
                  <a:pt x="838" y="64"/>
                </a:lnTo>
                <a:lnTo>
                  <a:pt x="856" y="80"/>
                </a:lnTo>
                <a:lnTo>
                  <a:pt x="872" y="94"/>
                </a:lnTo>
                <a:lnTo>
                  <a:pt x="888" y="110"/>
                </a:lnTo>
                <a:lnTo>
                  <a:pt x="902" y="128"/>
                </a:lnTo>
                <a:lnTo>
                  <a:pt x="914" y="146"/>
                </a:lnTo>
                <a:lnTo>
                  <a:pt x="926" y="166"/>
                </a:lnTo>
                <a:lnTo>
                  <a:pt x="938" y="186"/>
                </a:lnTo>
                <a:lnTo>
                  <a:pt x="938" y="186"/>
                </a:lnTo>
                <a:lnTo>
                  <a:pt x="946" y="206"/>
                </a:lnTo>
                <a:lnTo>
                  <a:pt x="946" y="206"/>
                </a:lnTo>
                <a:lnTo>
                  <a:pt x="960" y="230"/>
                </a:lnTo>
                <a:lnTo>
                  <a:pt x="976" y="252"/>
                </a:lnTo>
                <a:lnTo>
                  <a:pt x="998" y="272"/>
                </a:lnTo>
                <a:lnTo>
                  <a:pt x="1022" y="288"/>
                </a:lnTo>
                <a:lnTo>
                  <a:pt x="1052" y="300"/>
                </a:lnTo>
                <a:lnTo>
                  <a:pt x="1084" y="310"/>
                </a:lnTo>
                <a:lnTo>
                  <a:pt x="1122" y="316"/>
                </a:lnTo>
                <a:lnTo>
                  <a:pt x="1162" y="318"/>
                </a:lnTo>
                <a:lnTo>
                  <a:pt x="1162" y="318"/>
                </a:lnTo>
                <a:lnTo>
                  <a:pt x="2178" y="318"/>
                </a:lnTo>
                <a:lnTo>
                  <a:pt x="2178" y="318"/>
                </a:lnTo>
                <a:lnTo>
                  <a:pt x="2178" y="318"/>
                </a:lnTo>
                <a:lnTo>
                  <a:pt x="1162" y="318"/>
                </a:lnTo>
                <a:lnTo>
                  <a:pt x="1162" y="318"/>
                </a:lnTo>
                <a:lnTo>
                  <a:pt x="1122" y="316"/>
                </a:lnTo>
                <a:lnTo>
                  <a:pt x="1084" y="310"/>
                </a:lnTo>
                <a:lnTo>
                  <a:pt x="1052" y="300"/>
                </a:lnTo>
                <a:lnTo>
                  <a:pt x="1022" y="288"/>
                </a:lnTo>
                <a:lnTo>
                  <a:pt x="998" y="272"/>
                </a:lnTo>
                <a:lnTo>
                  <a:pt x="976" y="252"/>
                </a:lnTo>
                <a:lnTo>
                  <a:pt x="960" y="230"/>
                </a:lnTo>
                <a:lnTo>
                  <a:pt x="946" y="206"/>
                </a:lnTo>
                <a:lnTo>
                  <a:pt x="946" y="206"/>
                </a:lnTo>
                <a:lnTo>
                  <a:pt x="938" y="186"/>
                </a:lnTo>
                <a:lnTo>
                  <a:pt x="938" y="186"/>
                </a:lnTo>
                <a:lnTo>
                  <a:pt x="926" y="166"/>
                </a:lnTo>
                <a:lnTo>
                  <a:pt x="914" y="146"/>
                </a:lnTo>
                <a:lnTo>
                  <a:pt x="902" y="128"/>
                </a:lnTo>
                <a:lnTo>
                  <a:pt x="888" y="110"/>
                </a:lnTo>
                <a:lnTo>
                  <a:pt x="872" y="94"/>
                </a:lnTo>
                <a:lnTo>
                  <a:pt x="856" y="80"/>
                </a:lnTo>
                <a:lnTo>
                  <a:pt x="838" y="64"/>
                </a:lnTo>
                <a:lnTo>
                  <a:pt x="820" y="52"/>
                </a:lnTo>
                <a:lnTo>
                  <a:pt x="800" y="40"/>
                </a:lnTo>
                <a:lnTo>
                  <a:pt x="780" y="30"/>
                </a:lnTo>
                <a:lnTo>
                  <a:pt x="758" y="22"/>
                </a:lnTo>
                <a:lnTo>
                  <a:pt x="738" y="14"/>
                </a:lnTo>
                <a:lnTo>
                  <a:pt x="714" y="8"/>
                </a:lnTo>
                <a:lnTo>
                  <a:pt x="692" y="4"/>
                </a:lnTo>
                <a:lnTo>
                  <a:pt x="668" y="2"/>
                </a:lnTo>
                <a:lnTo>
                  <a:pt x="644"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15" name="Freeform 28"/>
          <p:cNvSpPr/>
          <p:nvPr/>
        </p:nvSpPr>
        <p:spPr bwMode="auto">
          <a:xfrm>
            <a:off x="5181613" y="2181463"/>
            <a:ext cx="5149116" cy="1428390"/>
          </a:xfrm>
          <a:custGeom>
            <a:avLst/>
            <a:gdLst>
              <a:gd name="T0" fmla="*/ 3576 w 3576"/>
              <a:gd name="T1" fmla="*/ 992 h 992"/>
              <a:gd name="T2" fmla="*/ 2560 w 3576"/>
              <a:gd name="T3" fmla="*/ 992 h 992"/>
              <a:gd name="T4" fmla="*/ 2482 w 3576"/>
              <a:gd name="T5" fmla="*/ 984 h 992"/>
              <a:gd name="T6" fmla="*/ 2420 w 3576"/>
              <a:gd name="T7" fmla="*/ 962 h 992"/>
              <a:gd name="T8" fmla="*/ 2374 w 3576"/>
              <a:gd name="T9" fmla="*/ 926 h 992"/>
              <a:gd name="T10" fmla="*/ 2344 w 3576"/>
              <a:gd name="T11" fmla="*/ 880 h 992"/>
              <a:gd name="T12" fmla="*/ 2336 w 3576"/>
              <a:gd name="T13" fmla="*/ 860 h 992"/>
              <a:gd name="T14" fmla="*/ 2324 w 3576"/>
              <a:gd name="T15" fmla="*/ 840 h 992"/>
              <a:gd name="T16" fmla="*/ 2300 w 3576"/>
              <a:gd name="T17" fmla="*/ 802 h 992"/>
              <a:gd name="T18" fmla="*/ 2270 w 3576"/>
              <a:gd name="T19" fmla="*/ 768 h 992"/>
              <a:gd name="T20" fmla="*/ 2236 w 3576"/>
              <a:gd name="T21" fmla="*/ 738 h 992"/>
              <a:gd name="T22" fmla="*/ 2198 w 3576"/>
              <a:gd name="T23" fmla="*/ 714 h 992"/>
              <a:gd name="T24" fmla="*/ 2156 w 3576"/>
              <a:gd name="T25" fmla="*/ 696 h 992"/>
              <a:gd name="T26" fmla="*/ 2112 w 3576"/>
              <a:gd name="T27" fmla="*/ 682 h 992"/>
              <a:gd name="T28" fmla="*/ 2066 w 3576"/>
              <a:gd name="T29" fmla="*/ 676 h 992"/>
              <a:gd name="T30" fmla="*/ 324 w 3576"/>
              <a:gd name="T31" fmla="*/ 674 h 992"/>
              <a:gd name="T32" fmla="*/ 292 w 3576"/>
              <a:gd name="T33" fmla="*/ 672 h 992"/>
              <a:gd name="T34" fmla="*/ 228 w 3576"/>
              <a:gd name="T35" fmla="*/ 660 h 992"/>
              <a:gd name="T36" fmla="*/ 170 w 3576"/>
              <a:gd name="T37" fmla="*/ 636 h 992"/>
              <a:gd name="T38" fmla="*/ 118 w 3576"/>
              <a:gd name="T39" fmla="*/ 600 h 992"/>
              <a:gd name="T40" fmla="*/ 74 w 3576"/>
              <a:gd name="T41" fmla="*/ 556 h 992"/>
              <a:gd name="T42" fmla="*/ 40 w 3576"/>
              <a:gd name="T43" fmla="*/ 504 h 992"/>
              <a:gd name="T44" fmla="*/ 14 w 3576"/>
              <a:gd name="T45" fmla="*/ 446 h 992"/>
              <a:gd name="T46" fmla="*/ 2 w 3576"/>
              <a:gd name="T47" fmla="*/ 384 h 992"/>
              <a:gd name="T48" fmla="*/ 0 w 3576"/>
              <a:gd name="T49" fmla="*/ 324 h 992"/>
              <a:gd name="T50" fmla="*/ 2 w 3576"/>
              <a:gd name="T51" fmla="*/ 290 h 992"/>
              <a:gd name="T52" fmla="*/ 14 w 3576"/>
              <a:gd name="T53" fmla="*/ 226 h 992"/>
              <a:gd name="T54" fmla="*/ 40 w 3576"/>
              <a:gd name="T55" fmla="*/ 168 h 992"/>
              <a:gd name="T56" fmla="*/ 74 w 3576"/>
              <a:gd name="T57" fmla="*/ 116 h 992"/>
              <a:gd name="T58" fmla="*/ 118 w 3576"/>
              <a:gd name="T59" fmla="*/ 74 h 992"/>
              <a:gd name="T60" fmla="*/ 170 w 3576"/>
              <a:gd name="T61" fmla="*/ 38 h 992"/>
              <a:gd name="T62" fmla="*/ 228 w 3576"/>
              <a:gd name="T63" fmla="*/ 14 h 992"/>
              <a:gd name="T64" fmla="*/ 292 w 3576"/>
              <a:gd name="T65" fmla="*/ 0 h 992"/>
              <a:gd name="T66" fmla="*/ 2050 w 3576"/>
              <a:gd name="T67" fmla="*/ 0 h 992"/>
              <a:gd name="T68" fmla="*/ 2084 w 3576"/>
              <a:gd name="T69" fmla="*/ 0 h 992"/>
              <a:gd name="T70" fmla="*/ 2146 w 3576"/>
              <a:gd name="T71" fmla="*/ 14 h 992"/>
              <a:gd name="T72" fmla="*/ 2204 w 3576"/>
              <a:gd name="T73" fmla="*/ 38 h 992"/>
              <a:gd name="T74" fmla="*/ 2256 w 3576"/>
              <a:gd name="T75" fmla="*/ 74 h 992"/>
              <a:gd name="T76" fmla="*/ 2300 w 3576"/>
              <a:gd name="T77" fmla="*/ 116 h 992"/>
              <a:gd name="T78" fmla="*/ 2334 w 3576"/>
              <a:gd name="T79" fmla="*/ 168 h 992"/>
              <a:gd name="T80" fmla="*/ 2360 w 3576"/>
              <a:gd name="T81" fmla="*/ 226 h 992"/>
              <a:gd name="T82" fmla="*/ 2372 w 3576"/>
              <a:gd name="T83" fmla="*/ 290 h 992"/>
              <a:gd name="T84" fmla="*/ 2374 w 3576"/>
              <a:gd name="T85" fmla="*/ 774 h 992"/>
              <a:gd name="T86" fmla="*/ 2374 w 3576"/>
              <a:gd name="T87" fmla="*/ 790 h 992"/>
              <a:gd name="T88" fmla="*/ 2382 w 3576"/>
              <a:gd name="T89" fmla="*/ 822 h 992"/>
              <a:gd name="T90" fmla="*/ 2394 w 3576"/>
              <a:gd name="T91" fmla="*/ 852 h 992"/>
              <a:gd name="T92" fmla="*/ 2412 w 3576"/>
              <a:gd name="T93" fmla="*/ 878 h 992"/>
              <a:gd name="T94" fmla="*/ 2434 w 3576"/>
              <a:gd name="T95" fmla="*/ 898 h 992"/>
              <a:gd name="T96" fmla="*/ 2458 w 3576"/>
              <a:gd name="T97" fmla="*/ 916 h 992"/>
              <a:gd name="T98" fmla="*/ 2488 w 3576"/>
              <a:gd name="T99" fmla="*/ 928 h 992"/>
              <a:gd name="T100" fmla="*/ 2520 w 3576"/>
              <a:gd name="T101" fmla="*/ 936 h 992"/>
              <a:gd name="T102" fmla="*/ 2536 w 3576"/>
              <a:gd name="T103" fmla="*/ 936 h 992"/>
              <a:gd name="T104" fmla="*/ 3576 w 3576"/>
              <a:gd name="T105" fmla="*/ 992 h 9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992">
                <a:moveTo>
                  <a:pt x="3576" y="992"/>
                </a:moveTo>
                <a:lnTo>
                  <a:pt x="3576" y="992"/>
                </a:lnTo>
                <a:lnTo>
                  <a:pt x="2560" y="992"/>
                </a:lnTo>
                <a:lnTo>
                  <a:pt x="2560" y="992"/>
                </a:lnTo>
                <a:lnTo>
                  <a:pt x="2520" y="990"/>
                </a:lnTo>
                <a:lnTo>
                  <a:pt x="2482" y="984"/>
                </a:lnTo>
                <a:lnTo>
                  <a:pt x="2450" y="974"/>
                </a:lnTo>
                <a:lnTo>
                  <a:pt x="2420" y="962"/>
                </a:lnTo>
                <a:lnTo>
                  <a:pt x="2396" y="946"/>
                </a:lnTo>
                <a:lnTo>
                  <a:pt x="2374" y="926"/>
                </a:lnTo>
                <a:lnTo>
                  <a:pt x="2358" y="904"/>
                </a:lnTo>
                <a:lnTo>
                  <a:pt x="2344" y="880"/>
                </a:lnTo>
                <a:lnTo>
                  <a:pt x="2344" y="880"/>
                </a:lnTo>
                <a:lnTo>
                  <a:pt x="2336" y="860"/>
                </a:lnTo>
                <a:lnTo>
                  <a:pt x="2336" y="860"/>
                </a:lnTo>
                <a:lnTo>
                  <a:pt x="2324" y="840"/>
                </a:lnTo>
                <a:lnTo>
                  <a:pt x="2312" y="820"/>
                </a:lnTo>
                <a:lnTo>
                  <a:pt x="2300" y="802"/>
                </a:lnTo>
                <a:lnTo>
                  <a:pt x="2286" y="784"/>
                </a:lnTo>
                <a:lnTo>
                  <a:pt x="2270" y="768"/>
                </a:lnTo>
                <a:lnTo>
                  <a:pt x="2254" y="754"/>
                </a:lnTo>
                <a:lnTo>
                  <a:pt x="2236" y="738"/>
                </a:lnTo>
                <a:lnTo>
                  <a:pt x="2218" y="726"/>
                </a:lnTo>
                <a:lnTo>
                  <a:pt x="2198" y="714"/>
                </a:lnTo>
                <a:lnTo>
                  <a:pt x="2178" y="704"/>
                </a:lnTo>
                <a:lnTo>
                  <a:pt x="2156" y="696"/>
                </a:lnTo>
                <a:lnTo>
                  <a:pt x="2136" y="688"/>
                </a:lnTo>
                <a:lnTo>
                  <a:pt x="2112" y="682"/>
                </a:lnTo>
                <a:lnTo>
                  <a:pt x="2090" y="678"/>
                </a:lnTo>
                <a:lnTo>
                  <a:pt x="2066" y="676"/>
                </a:lnTo>
                <a:lnTo>
                  <a:pt x="2042" y="674"/>
                </a:lnTo>
                <a:lnTo>
                  <a:pt x="324" y="674"/>
                </a:lnTo>
                <a:lnTo>
                  <a:pt x="324" y="674"/>
                </a:lnTo>
                <a:lnTo>
                  <a:pt x="292" y="672"/>
                </a:lnTo>
                <a:lnTo>
                  <a:pt x="258" y="668"/>
                </a:lnTo>
                <a:lnTo>
                  <a:pt x="228" y="660"/>
                </a:lnTo>
                <a:lnTo>
                  <a:pt x="198" y="648"/>
                </a:lnTo>
                <a:lnTo>
                  <a:pt x="170" y="636"/>
                </a:lnTo>
                <a:lnTo>
                  <a:pt x="144" y="618"/>
                </a:lnTo>
                <a:lnTo>
                  <a:pt x="118" y="600"/>
                </a:lnTo>
                <a:lnTo>
                  <a:pt x="96" y="580"/>
                </a:lnTo>
                <a:lnTo>
                  <a:pt x="74" y="556"/>
                </a:lnTo>
                <a:lnTo>
                  <a:pt x="56" y="532"/>
                </a:lnTo>
                <a:lnTo>
                  <a:pt x="40" y="504"/>
                </a:lnTo>
                <a:lnTo>
                  <a:pt x="26" y="476"/>
                </a:lnTo>
                <a:lnTo>
                  <a:pt x="14" y="446"/>
                </a:lnTo>
                <a:lnTo>
                  <a:pt x="6" y="416"/>
                </a:lnTo>
                <a:lnTo>
                  <a:pt x="2" y="384"/>
                </a:lnTo>
                <a:lnTo>
                  <a:pt x="0" y="350"/>
                </a:lnTo>
                <a:lnTo>
                  <a:pt x="0" y="324"/>
                </a:lnTo>
                <a:lnTo>
                  <a:pt x="0" y="324"/>
                </a:lnTo>
                <a:lnTo>
                  <a:pt x="2" y="290"/>
                </a:lnTo>
                <a:lnTo>
                  <a:pt x="6" y="258"/>
                </a:lnTo>
                <a:lnTo>
                  <a:pt x="14" y="226"/>
                </a:lnTo>
                <a:lnTo>
                  <a:pt x="26" y="198"/>
                </a:lnTo>
                <a:lnTo>
                  <a:pt x="40" y="168"/>
                </a:lnTo>
                <a:lnTo>
                  <a:pt x="56" y="142"/>
                </a:lnTo>
                <a:lnTo>
                  <a:pt x="74" y="116"/>
                </a:lnTo>
                <a:lnTo>
                  <a:pt x="96" y="94"/>
                </a:lnTo>
                <a:lnTo>
                  <a:pt x="118" y="74"/>
                </a:lnTo>
                <a:lnTo>
                  <a:pt x="144" y="54"/>
                </a:lnTo>
                <a:lnTo>
                  <a:pt x="170" y="38"/>
                </a:lnTo>
                <a:lnTo>
                  <a:pt x="198" y="24"/>
                </a:lnTo>
                <a:lnTo>
                  <a:pt x="228" y="14"/>
                </a:lnTo>
                <a:lnTo>
                  <a:pt x="258" y="6"/>
                </a:lnTo>
                <a:lnTo>
                  <a:pt x="292" y="0"/>
                </a:lnTo>
                <a:lnTo>
                  <a:pt x="324" y="0"/>
                </a:lnTo>
                <a:lnTo>
                  <a:pt x="2050" y="0"/>
                </a:lnTo>
                <a:lnTo>
                  <a:pt x="2050" y="0"/>
                </a:lnTo>
                <a:lnTo>
                  <a:pt x="2084" y="0"/>
                </a:lnTo>
                <a:lnTo>
                  <a:pt x="2116" y="6"/>
                </a:lnTo>
                <a:lnTo>
                  <a:pt x="2146" y="14"/>
                </a:lnTo>
                <a:lnTo>
                  <a:pt x="2176" y="24"/>
                </a:lnTo>
                <a:lnTo>
                  <a:pt x="2204" y="38"/>
                </a:lnTo>
                <a:lnTo>
                  <a:pt x="2232" y="54"/>
                </a:lnTo>
                <a:lnTo>
                  <a:pt x="2256" y="74"/>
                </a:lnTo>
                <a:lnTo>
                  <a:pt x="2280" y="94"/>
                </a:lnTo>
                <a:lnTo>
                  <a:pt x="2300" y="116"/>
                </a:lnTo>
                <a:lnTo>
                  <a:pt x="2318" y="142"/>
                </a:lnTo>
                <a:lnTo>
                  <a:pt x="2334" y="168"/>
                </a:lnTo>
                <a:lnTo>
                  <a:pt x="2348" y="198"/>
                </a:lnTo>
                <a:lnTo>
                  <a:pt x="2360" y="226"/>
                </a:lnTo>
                <a:lnTo>
                  <a:pt x="2368" y="258"/>
                </a:lnTo>
                <a:lnTo>
                  <a:pt x="2372" y="290"/>
                </a:lnTo>
                <a:lnTo>
                  <a:pt x="2374" y="324"/>
                </a:lnTo>
                <a:lnTo>
                  <a:pt x="2374" y="774"/>
                </a:lnTo>
                <a:lnTo>
                  <a:pt x="2374" y="774"/>
                </a:lnTo>
                <a:lnTo>
                  <a:pt x="2374" y="790"/>
                </a:lnTo>
                <a:lnTo>
                  <a:pt x="2378" y="806"/>
                </a:lnTo>
                <a:lnTo>
                  <a:pt x="2382" y="822"/>
                </a:lnTo>
                <a:lnTo>
                  <a:pt x="2386" y="838"/>
                </a:lnTo>
                <a:lnTo>
                  <a:pt x="2394" y="852"/>
                </a:lnTo>
                <a:lnTo>
                  <a:pt x="2402" y="864"/>
                </a:lnTo>
                <a:lnTo>
                  <a:pt x="2412" y="878"/>
                </a:lnTo>
                <a:lnTo>
                  <a:pt x="2422" y="888"/>
                </a:lnTo>
                <a:lnTo>
                  <a:pt x="2434" y="898"/>
                </a:lnTo>
                <a:lnTo>
                  <a:pt x="2446" y="908"/>
                </a:lnTo>
                <a:lnTo>
                  <a:pt x="2458" y="916"/>
                </a:lnTo>
                <a:lnTo>
                  <a:pt x="2474" y="924"/>
                </a:lnTo>
                <a:lnTo>
                  <a:pt x="2488" y="928"/>
                </a:lnTo>
                <a:lnTo>
                  <a:pt x="2504" y="932"/>
                </a:lnTo>
                <a:lnTo>
                  <a:pt x="2520" y="936"/>
                </a:lnTo>
                <a:lnTo>
                  <a:pt x="2536" y="936"/>
                </a:lnTo>
                <a:lnTo>
                  <a:pt x="2536" y="936"/>
                </a:lnTo>
                <a:lnTo>
                  <a:pt x="3576" y="936"/>
                </a:lnTo>
                <a:lnTo>
                  <a:pt x="3576" y="992"/>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17" name="Freeform 30"/>
          <p:cNvSpPr/>
          <p:nvPr/>
        </p:nvSpPr>
        <p:spPr bwMode="auto">
          <a:xfrm>
            <a:off x="5181613" y="2181463"/>
            <a:ext cx="5149116" cy="1428390"/>
          </a:xfrm>
          <a:custGeom>
            <a:avLst/>
            <a:gdLst>
              <a:gd name="T0" fmla="*/ 3576 w 3576"/>
              <a:gd name="T1" fmla="*/ 992 h 992"/>
              <a:gd name="T2" fmla="*/ 2560 w 3576"/>
              <a:gd name="T3" fmla="*/ 992 h 992"/>
              <a:gd name="T4" fmla="*/ 2482 w 3576"/>
              <a:gd name="T5" fmla="*/ 984 h 992"/>
              <a:gd name="T6" fmla="*/ 2420 w 3576"/>
              <a:gd name="T7" fmla="*/ 962 h 992"/>
              <a:gd name="T8" fmla="*/ 2374 w 3576"/>
              <a:gd name="T9" fmla="*/ 926 h 992"/>
              <a:gd name="T10" fmla="*/ 2344 w 3576"/>
              <a:gd name="T11" fmla="*/ 880 h 992"/>
              <a:gd name="T12" fmla="*/ 2336 w 3576"/>
              <a:gd name="T13" fmla="*/ 860 h 992"/>
              <a:gd name="T14" fmla="*/ 2324 w 3576"/>
              <a:gd name="T15" fmla="*/ 840 h 992"/>
              <a:gd name="T16" fmla="*/ 2300 w 3576"/>
              <a:gd name="T17" fmla="*/ 802 h 992"/>
              <a:gd name="T18" fmla="*/ 2270 w 3576"/>
              <a:gd name="T19" fmla="*/ 768 h 992"/>
              <a:gd name="T20" fmla="*/ 2236 w 3576"/>
              <a:gd name="T21" fmla="*/ 738 h 992"/>
              <a:gd name="T22" fmla="*/ 2198 w 3576"/>
              <a:gd name="T23" fmla="*/ 714 h 992"/>
              <a:gd name="T24" fmla="*/ 2156 w 3576"/>
              <a:gd name="T25" fmla="*/ 696 h 992"/>
              <a:gd name="T26" fmla="*/ 2112 w 3576"/>
              <a:gd name="T27" fmla="*/ 682 h 992"/>
              <a:gd name="T28" fmla="*/ 2066 w 3576"/>
              <a:gd name="T29" fmla="*/ 676 h 992"/>
              <a:gd name="T30" fmla="*/ 324 w 3576"/>
              <a:gd name="T31" fmla="*/ 674 h 992"/>
              <a:gd name="T32" fmla="*/ 292 w 3576"/>
              <a:gd name="T33" fmla="*/ 672 h 992"/>
              <a:gd name="T34" fmla="*/ 228 w 3576"/>
              <a:gd name="T35" fmla="*/ 660 h 992"/>
              <a:gd name="T36" fmla="*/ 170 w 3576"/>
              <a:gd name="T37" fmla="*/ 636 h 992"/>
              <a:gd name="T38" fmla="*/ 118 w 3576"/>
              <a:gd name="T39" fmla="*/ 600 h 992"/>
              <a:gd name="T40" fmla="*/ 74 w 3576"/>
              <a:gd name="T41" fmla="*/ 556 h 992"/>
              <a:gd name="T42" fmla="*/ 40 w 3576"/>
              <a:gd name="T43" fmla="*/ 504 h 992"/>
              <a:gd name="T44" fmla="*/ 14 w 3576"/>
              <a:gd name="T45" fmla="*/ 446 h 992"/>
              <a:gd name="T46" fmla="*/ 2 w 3576"/>
              <a:gd name="T47" fmla="*/ 384 h 992"/>
              <a:gd name="T48" fmla="*/ 0 w 3576"/>
              <a:gd name="T49" fmla="*/ 324 h 992"/>
              <a:gd name="T50" fmla="*/ 2 w 3576"/>
              <a:gd name="T51" fmla="*/ 290 h 992"/>
              <a:gd name="T52" fmla="*/ 14 w 3576"/>
              <a:gd name="T53" fmla="*/ 226 h 992"/>
              <a:gd name="T54" fmla="*/ 40 w 3576"/>
              <a:gd name="T55" fmla="*/ 168 h 992"/>
              <a:gd name="T56" fmla="*/ 74 w 3576"/>
              <a:gd name="T57" fmla="*/ 116 h 992"/>
              <a:gd name="T58" fmla="*/ 118 w 3576"/>
              <a:gd name="T59" fmla="*/ 74 h 992"/>
              <a:gd name="T60" fmla="*/ 170 w 3576"/>
              <a:gd name="T61" fmla="*/ 38 h 992"/>
              <a:gd name="T62" fmla="*/ 228 w 3576"/>
              <a:gd name="T63" fmla="*/ 14 h 992"/>
              <a:gd name="T64" fmla="*/ 292 w 3576"/>
              <a:gd name="T65" fmla="*/ 0 h 992"/>
              <a:gd name="T66" fmla="*/ 2050 w 3576"/>
              <a:gd name="T67" fmla="*/ 0 h 992"/>
              <a:gd name="T68" fmla="*/ 2084 w 3576"/>
              <a:gd name="T69" fmla="*/ 0 h 992"/>
              <a:gd name="T70" fmla="*/ 2146 w 3576"/>
              <a:gd name="T71" fmla="*/ 14 h 992"/>
              <a:gd name="T72" fmla="*/ 2204 w 3576"/>
              <a:gd name="T73" fmla="*/ 38 h 992"/>
              <a:gd name="T74" fmla="*/ 2256 w 3576"/>
              <a:gd name="T75" fmla="*/ 74 h 992"/>
              <a:gd name="T76" fmla="*/ 2300 w 3576"/>
              <a:gd name="T77" fmla="*/ 116 h 992"/>
              <a:gd name="T78" fmla="*/ 2334 w 3576"/>
              <a:gd name="T79" fmla="*/ 168 h 992"/>
              <a:gd name="T80" fmla="*/ 2360 w 3576"/>
              <a:gd name="T81" fmla="*/ 226 h 992"/>
              <a:gd name="T82" fmla="*/ 2372 w 3576"/>
              <a:gd name="T83" fmla="*/ 290 h 992"/>
              <a:gd name="T84" fmla="*/ 2374 w 3576"/>
              <a:gd name="T85" fmla="*/ 774 h 992"/>
              <a:gd name="T86" fmla="*/ 2374 w 3576"/>
              <a:gd name="T87" fmla="*/ 790 h 992"/>
              <a:gd name="T88" fmla="*/ 2382 w 3576"/>
              <a:gd name="T89" fmla="*/ 822 h 992"/>
              <a:gd name="T90" fmla="*/ 2394 w 3576"/>
              <a:gd name="T91" fmla="*/ 852 h 992"/>
              <a:gd name="T92" fmla="*/ 2412 w 3576"/>
              <a:gd name="T93" fmla="*/ 878 h 992"/>
              <a:gd name="T94" fmla="*/ 2434 w 3576"/>
              <a:gd name="T95" fmla="*/ 898 h 992"/>
              <a:gd name="T96" fmla="*/ 2458 w 3576"/>
              <a:gd name="T97" fmla="*/ 916 h 992"/>
              <a:gd name="T98" fmla="*/ 2488 w 3576"/>
              <a:gd name="T99" fmla="*/ 928 h 992"/>
              <a:gd name="T100" fmla="*/ 2520 w 3576"/>
              <a:gd name="T101" fmla="*/ 936 h 992"/>
              <a:gd name="T102" fmla="*/ 2536 w 3576"/>
              <a:gd name="T103" fmla="*/ 936 h 992"/>
              <a:gd name="T104" fmla="*/ 3576 w 3576"/>
              <a:gd name="T105" fmla="*/ 992 h 9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992">
                <a:moveTo>
                  <a:pt x="3576" y="992"/>
                </a:moveTo>
                <a:lnTo>
                  <a:pt x="3576" y="992"/>
                </a:lnTo>
                <a:lnTo>
                  <a:pt x="2560" y="992"/>
                </a:lnTo>
                <a:lnTo>
                  <a:pt x="2560" y="992"/>
                </a:lnTo>
                <a:lnTo>
                  <a:pt x="2520" y="990"/>
                </a:lnTo>
                <a:lnTo>
                  <a:pt x="2482" y="984"/>
                </a:lnTo>
                <a:lnTo>
                  <a:pt x="2450" y="974"/>
                </a:lnTo>
                <a:lnTo>
                  <a:pt x="2420" y="962"/>
                </a:lnTo>
                <a:lnTo>
                  <a:pt x="2396" y="946"/>
                </a:lnTo>
                <a:lnTo>
                  <a:pt x="2374" y="926"/>
                </a:lnTo>
                <a:lnTo>
                  <a:pt x="2358" y="904"/>
                </a:lnTo>
                <a:lnTo>
                  <a:pt x="2344" y="880"/>
                </a:lnTo>
                <a:lnTo>
                  <a:pt x="2344" y="880"/>
                </a:lnTo>
                <a:lnTo>
                  <a:pt x="2336" y="860"/>
                </a:lnTo>
                <a:lnTo>
                  <a:pt x="2336" y="860"/>
                </a:lnTo>
                <a:lnTo>
                  <a:pt x="2324" y="840"/>
                </a:lnTo>
                <a:lnTo>
                  <a:pt x="2312" y="820"/>
                </a:lnTo>
                <a:lnTo>
                  <a:pt x="2300" y="802"/>
                </a:lnTo>
                <a:lnTo>
                  <a:pt x="2286" y="784"/>
                </a:lnTo>
                <a:lnTo>
                  <a:pt x="2270" y="768"/>
                </a:lnTo>
                <a:lnTo>
                  <a:pt x="2254" y="754"/>
                </a:lnTo>
                <a:lnTo>
                  <a:pt x="2236" y="738"/>
                </a:lnTo>
                <a:lnTo>
                  <a:pt x="2218" y="726"/>
                </a:lnTo>
                <a:lnTo>
                  <a:pt x="2198" y="714"/>
                </a:lnTo>
                <a:lnTo>
                  <a:pt x="2178" y="704"/>
                </a:lnTo>
                <a:lnTo>
                  <a:pt x="2156" y="696"/>
                </a:lnTo>
                <a:lnTo>
                  <a:pt x="2136" y="688"/>
                </a:lnTo>
                <a:lnTo>
                  <a:pt x="2112" y="682"/>
                </a:lnTo>
                <a:lnTo>
                  <a:pt x="2090" y="678"/>
                </a:lnTo>
                <a:lnTo>
                  <a:pt x="2066" y="676"/>
                </a:lnTo>
                <a:lnTo>
                  <a:pt x="2042" y="674"/>
                </a:lnTo>
                <a:lnTo>
                  <a:pt x="324" y="674"/>
                </a:lnTo>
                <a:lnTo>
                  <a:pt x="324" y="674"/>
                </a:lnTo>
                <a:lnTo>
                  <a:pt x="292" y="672"/>
                </a:lnTo>
                <a:lnTo>
                  <a:pt x="258" y="668"/>
                </a:lnTo>
                <a:lnTo>
                  <a:pt x="228" y="660"/>
                </a:lnTo>
                <a:lnTo>
                  <a:pt x="198" y="648"/>
                </a:lnTo>
                <a:lnTo>
                  <a:pt x="170" y="636"/>
                </a:lnTo>
                <a:lnTo>
                  <a:pt x="144" y="618"/>
                </a:lnTo>
                <a:lnTo>
                  <a:pt x="118" y="600"/>
                </a:lnTo>
                <a:lnTo>
                  <a:pt x="96" y="580"/>
                </a:lnTo>
                <a:lnTo>
                  <a:pt x="74" y="556"/>
                </a:lnTo>
                <a:lnTo>
                  <a:pt x="56" y="532"/>
                </a:lnTo>
                <a:lnTo>
                  <a:pt x="40" y="504"/>
                </a:lnTo>
                <a:lnTo>
                  <a:pt x="26" y="476"/>
                </a:lnTo>
                <a:lnTo>
                  <a:pt x="14" y="446"/>
                </a:lnTo>
                <a:lnTo>
                  <a:pt x="6" y="416"/>
                </a:lnTo>
                <a:lnTo>
                  <a:pt x="2" y="384"/>
                </a:lnTo>
                <a:lnTo>
                  <a:pt x="0" y="350"/>
                </a:lnTo>
                <a:lnTo>
                  <a:pt x="0" y="324"/>
                </a:lnTo>
                <a:lnTo>
                  <a:pt x="0" y="324"/>
                </a:lnTo>
                <a:lnTo>
                  <a:pt x="2" y="290"/>
                </a:lnTo>
                <a:lnTo>
                  <a:pt x="6" y="258"/>
                </a:lnTo>
                <a:lnTo>
                  <a:pt x="14" y="226"/>
                </a:lnTo>
                <a:lnTo>
                  <a:pt x="26" y="198"/>
                </a:lnTo>
                <a:lnTo>
                  <a:pt x="40" y="168"/>
                </a:lnTo>
                <a:lnTo>
                  <a:pt x="56" y="142"/>
                </a:lnTo>
                <a:lnTo>
                  <a:pt x="74" y="116"/>
                </a:lnTo>
                <a:lnTo>
                  <a:pt x="96" y="94"/>
                </a:lnTo>
                <a:lnTo>
                  <a:pt x="118" y="74"/>
                </a:lnTo>
                <a:lnTo>
                  <a:pt x="144" y="54"/>
                </a:lnTo>
                <a:lnTo>
                  <a:pt x="170" y="38"/>
                </a:lnTo>
                <a:lnTo>
                  <a:pt x="198" y="24"/>
                </a:lnTo>
                <a:lnTo>
                  <a:pt x="228" y="14"/>
                </a:lnTo>
                <a:lnTo>
                  <a:pt x="258" y="6"/>
                </a:lnTo>
                <a:lnTo>
                  <a:pt x="292" y="0"/>
                </a:lnTo>
                <a:lnTo>
                  <a:pt x="324" y="0"/>
                </a:lnTo>
                <a:lnTo>
                  <a:pt x="2050" y="0"/>
                </a:lnTo>
                <a:lnTo>
                  <a:pt x="2050" y="0"/>
                </a:lnTo>
                <a:lnTo>
                  <a:pt x="2084" y="0"/>
                </a:lnTo>
                <a:lnTo>
                  <a:pt x="2116" y="6"/>
                </a:lnTo>
                <a:lnTo>
                  <a:pt x="2146" y="14"/>
                </a:lnTo>
                <a:lnTo>
                  <a:pt x="2176" y="24"/>
                </a:lnTo>
                <a:lnTo>
                  <a:pt x="2204" y="38"/>
                </a:lnTo>
                <a:lnTo>
                  <a:pt x="2232" y="54"/>
                </a:lnTo>
                <a:lnTo>
                  <a:pt x="2256" y="74"/>
                </a:lnTo>
                <a:lnTo>
                  <a:pt x="2280" y="94"/>
                </a:lnTo>
                <a:lnTo>
                  <a:pt x="2300" y="116"/>
                </a:lnTo>
                <a:lnTo>
                  <a:pt x="2318" y="142"/>
                </a:lnTo>
                <a:lnTo>
                  <a:pt x="2334" y="168"/>
                </a:lnTo>
                <a:lnTo>
                  <a:pt x="2348" y="198"/>
                </a:lnTo>
                <a:lnTo>
                  <a:pt x="2360" y="226"/>
                </a:lnTo>
                <a:lnTo>
                  <a:pt x="2368" y="258"/>
                </a:lnTo>
                <a:lnTo>
                  <a:pt x="2372" y="290"/>
                </a:lnTo>
                <a:lnTo>
                  <a:pt x="2374" y="324"/>
                </a:lnTo>
                <a:lnTo>
                  <a:pt x="2374" y="774"/>
                </a:lnTo>
                <a:lnTo>
                  <a:pt x="2374" y="774"/>
                </a:lnTo>
                <a:lnTo>
                  <a:pt x="2374" y="790"/>
                </a:lnTo>
                <a:lnTo>
                  <a:pt x="2378" y="806"/>
                </a:lnTo>
                <a:lnTo>
                  <a:pt x="2382" y="822"/>
                </a:lnTo>
                <a:lnTo>
                  <a:pt x="2386" y="838"/>
                </a:lnTo>
                <a:lnTo>
                  <a:pt x="2394" y="852"/>
                </a:lnTo>
                <a:lnTo>
                  <a:pt x="2402" y="864"/>
                </a:lnTo>
                <a:lnTo>
                  <a:pt x="2412" y="878"/>
                </a:lnTo>
                <a:lnTo>
                  <a:pt x="2422" y="888"/>
                </a:lnTo>
                <a:lnTo>
                  <a:pt x="2434" y="898"/>
                </a:lnTo>
                <a:lnTo>
                  <a:pt x="2446" y="908"/>
                </a:lnTo>
                <a:lnTo>
                  <a:pt x="2458" y="916"/>
                </a:lnTo>
                <a:lnTo>
                  <a:pt x="2474" y="924"/>
                </a:lnTo>
                <a:lnTo>
                  <a:pt x="2488" y="928"/>
                </a:lnTo>
                <a:lnTo>
                  <a:pt x="2504" y="932"/>
                </a:lnTo>
                <a:lnTo>
                  <a:pt x="2520" y="936"/>
                </a:lnTo>
                <a:lnTo>
                  <a:pt x="2536" y="936"/>
                </a:lnTo>
                <a:lnTo>
                  <a:pt x="2536" y="936"/>
                </a:lnTo>
                <a:lnTo>
                  <a:pt x="3576" y="936"/>
                </a:lnTo>
                <a:lnTo>
                  <a:pt x="3576" y="992"/>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19" name="Freeform 32"/>
          <p:cNvSpPr/>
          <p:nvPr/>
        </p:nvSpPr>
        <p:spPr bwMode="auto">
          <a:xfrm>
            <a:off x="5181613" y="1208084"/>
            <a:ext cx="5149116" cy="2321134"/>
          </a:xfrm>
          <a:custGeom>
            <a:avLst/>
            <a:gdLst>
              <a:gd name="T0" fmla="*/ 2106 w 3576"/>
              <a:gd name="T1" fmla="*/ 0 h 1612"/>
              <a:gd name="T2" fmla="*/ 324 w 3576"/>
              <a:gd name="T3" fmla="*/ 0 h 1612"/>
              <a:gd name="T4" fmla="*/ 258 w 3576"/>
              <a:gd name="T5" fmla="*/ 6 h 1612"/>
              <a:gd name="T6" fmla="*/ 198 w 3576"/>
              <a:gd name="T7" fmla="*/ 26 h 1612"/>
              <a:gd name="T8" fmla="*/ 144 w 3576"/>
              <a:gd name="T9" fmla="*/ 56 h 1612"/>
              <a:gd name="T10" fmla="*/ 96 w 3576"/>
              <a:gd name="T11" fmla="*/ 94 h 1612"/>
              <a:gd name="T12" fmla="*/ 56 w 3576"/>
              <a:gd name="T13" fmla="*/ 142 h 1612"/>
              <a:gd name="T14" fmla="*/ 26 w 3576"/>
              <a:gd name="T15" fmla="*/ 198 h 1612"/>
              <a:gd name="T16" fmla="*/ 6 w 3576"/>
              <a:gd name="T17" fmla="*/ 258 h 1612"/>
              <a:gd name="T18" fmla="*/ 0 w 3576"/>
              <a:gd name="T19" fmla="*/ 324 h 1612"/>
              <a:gd name="T20" fmla="*/ 0 w 3576"/>
              <a:gd name="T21" fmla="*/ 350 h 1612"/>
              <a:gd name="T22" fmla="*/ 6 w 3576"/>
              <a:gd name="T23" fmla="*/ 416 h 1612"/>
              <a:gd name="T24" fmla="*/ 26 w 3576"/>
              <a:gd name="T25" fmla="*/ 478 h 1612"/>
              <a:gd name="T26" fmla="*/ 56 w 3576"/>
              <a:gd name="T27" fmla="*/ 532 h 1612"/>
              <a:gd name="T28" fmla="*/ 96 w 3576"/>
              <a:gd name="T29" fmla="*/ 580 h 1612"/>
              <a:gd name="T30" fmla="*/ 144 w 3576"/>
              <a:gd name="T31" fmla="*/ 620 h 1612"/>
              <a:gd name="T32" fmla="*/ 198 w 3576"/>
              <a:gd name="T33" fmla="*/ 650 h 1612"/>
              <a:gd name="T34" fmla="*/ 258 w 3576"/>
              <a:gd name="T35" fmla="*/ 668 h 1612"/>
              <a:gd name="T36" fmla="*/ 324 w 3576"/>
              <a:gd name="T37" fmla="*/ 676 h 1612"/>
              <a:gd name="T38" fmla="*/ 2050 w 3576"/>
              <a:gd name="T39" fmla="*/ 676 h 1612"/>
              <a:gd name="T40" fmla="*/ 2070 w 3576"/>
              <a:gd name="T41" fmla="*/ 676 h 1612"/>
              <a:gd name="T42" fmla="*/ 2128 w 3576"/>
              <a:gd name="T43" fmla="*/ 684 h 1612"/>
              <a:gd name="T44" fmla="*/ 2198 w 3576"/>
              <a:gd name="T45" fmla="*/ 712 h 1612"/>
              <a:gd name="T46" fmla="*/ 2260 w 3576"/>
              <a:gd name="T47" fmla="*/ 752 h 1612"/>
              <a:gd name="T48" fmla="*/ 2312 w 3576"/>
              <a:gd name="T49" fmla="*/ 808 h 1612"/>
              <a:gd name="T50" fmla="*/ 2326 w 3576"/>
              <a:gd name="T51" fmla="*/ 828 h 1612"/>
              <a:gd name="T52" fmla="*/ 2348 w 3576"/>
              <a:gd name="T53" fmla="*/ 872 h 1612"/>
              <a:gd name="T54" fmla="*/ 2364 w 3576"/>
              <a:gd name="T55" fmla="*/ 920 h 1612"/>
              <a:gd name="T56" fmla="*/ 2374 w 3576"/>
              <a:gd name="T57" fmla="*/ 972 h 1612"/>
              <a:gd name="T58" fmla="*/ 2374 w 3576"/>
              <a:gd name="T59" fmla="*/ 1000 h 1612"/>
              <a:gd name="T60" fmla="*/ 2374 w 3576"/>
              <a:gd name="T61" fmla="*/ 1000 h 1612"/>
              <a:gd name="T62" fmla="*/ 2374 w 3576"/>
              <a:gd name="T63" fmla="*/ 1450 h 1612"/>
              <a:gd name="T64" fmla="*/ 2378 w 3576"/>
              <a:gd name="T65" fmla="*/ 1482 h 1612"/>
              <a:gd name="T66" fmla="*/ 2386 w 3576"/>
              <a:gd name="T67" fmla="*/ 1514 h 1612"/>
              <a:gd name="T68" fmla="*/ 2398 w 3576"/>
              <a:gd name="T69" fmla="*/ 1534 h 1612"/>
              <a:gd name="T70" fmla="*/ 2426 w 3576"/>
              <a:gd name="T71" fmla="*/ 1568 h 1612"/>
              <a:gd name="T72" fmla="*/ 2464 w 3576"/>
              <a:gd name="T73" fmla="*/ 1596 h 1612"/>
              <a:gd name="T74" fmla="*/ 2508 w 3576"/>
              <a:gd name="T75" fmla="*/ 1610 h 1612"/>
              <a:gd name="T76" fmla="*/ 2532 w 3576"/>
              <a:gd name="T77" fmla="*/ 1612 h 1612"/>
              <a:gd name="T78" fmla="*/ 2536 w 3576"/>
              <a:gd name="T79" fmla="*/ 1612 h 1612"/>
              <a:gd name="T80" fmla="*/ 3576 w 3576"/>
              <a:gd name="T81" fmla="*/ 1556 h 1612"/>
              <a:gd name="T82" fmla="*/ 2528 w 3576"/>
              <a:gd name="T83" fmla="*/ 1556 h 1612"/>
              <a:gd name="T84" fmla="*/ 2512 w 3576"/>
              <a:gd name="T85" fmla="*/ 1552 h 1612"/>
              <a:gd name="T86" fmla="*/ 2478 w 3576"/>
              <a:gd name="T87" fmla="*/ 1536 h 1612"/>
              <a:gd name="T88" fmla="*/ 2450 w 3576"/>
              <a:gd name="T89" fmla="*/ 1508 h 1612"/>
              <a:gd name="T90" fmla="*/ 2434 w 3576"/>
              <a:gd name="T91" fmla="*/ 1476 h 1612"/>
              <a:gd name="T92" fmla="*/ 2430 w 3576"/>
              <a:gd name="T93" fmla="*/ 324 h 1612"/>
              <a:gd name="T94" fmla="*/ 2430 w 3576"/>
              <a:gd name="T95" fmla="*/ 290 h 1612"/>
              <a:gd name="T96" fmla="*/ 2416 w 3576"/>
              <a:gd name="T97" fmla="*/ 228 h 1612"/>
              <a:gd name="T98" fmla="*/ 2392 w 3576"/>
              <a:gd name="T99" fmla="*/ 170 h 1612"/>
              <a:gd name="T100" fmla="*/ 2356 w 3576"/>
              <a:gd name="T101" fmla="*/ 118 h 1612"/>
              <a:gd name="T102" fmla="*/ 2312 w 3576"/>
              <a:gd name="T103" fmla="*/ 74 h 1612"/>
              <a:gd name="T104" fmla="*/ 2262 w 3576"/>
              <a:gd name="T105" fmla="*/ 40 h 1612"/>
              <a:gd name="T106" fmla="*/ 2204 w 3576"/>
              <a:gd name="T107" fmla="*/ 14 h 1612"/>
              <a:gd name="T108" fmla="*/ 2140 w 3576"/>
              <a:gd name="T109" fmla="*/ 2 h 16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576" h="1612">
                <a:moveTo>
                  <a:pt x="2106" y="0"/>
                </a:moveTo>
                <a:lnTo>
                  <a:pt x="2106" y="0"/>
                </a:lnTo>
                <a:lnTo>
                  <a:pt x="324" y="0"/>
                </a:lnTo>
                <a:lnTo>
                  <a:pt x="324" y="0"/>
                </a:lnTo>
                <a:lnTo>
                  <a:pt x="292" y="2"/>
                </a:lnTo>
                <a:lnTo>
                  <a:pt x="258" y="6"/>
                </a:lnTo>
                <a:lnTo>
                  <a:pt x="228" y="14"/>
                </a:lnTo>
                <a:lnTo>
                  <a:pt x="198" y="26"/>
                </a:lnTo>
                <a:lnTo>
                  <a:pt x="170" y="40"/>
                </a:lnTo>
                <a:lnTo>
                  <a:pt x="144" y="56"/>
                </a:lnTo>
                <a:lnTo>
                  <a:pt x="118" y="74"/>
                </a:lnTo>
                <a:lnTo>
                  <a:pt x="96" y="94"/>
                </a:lnTo>
                <a:lnTo>
                  <a:pt x="74" y="118"/>
                </a:lnTo>
                <a:lnTo>
                  <a:pt x="56" y="142"/>
                </a:lnTo>
                <a:lnTo>
                  <a:pt x="40" y="170"/>
                </a:lnTo>
                <a:lnTo>
                  <a:pt x="26" y="198"/>
                </a:lnTo>
                <a:lnTo>
                  <a:pt x="14" y="228"/>
                </a:lnTo>
                <a:lnTo>
                  <a:pt x="6" y="258"/>
                </a:lnTo>
                <a:lnTo>
                  <a:pt x="2" y="290"/>
                </a:lnTo>
                <a:lnTo>
                  <a:pt x="0" y="324"/>
                </a:lnTo>
                <a:lnTo>
                  <a:pt x="0" y="350"/>
                </a:lnTo>
                <a:lnTo>
                  <a:pt x="0" y="350"/>
                </a:lnTo>
                <a:lnTo>
                  <a:pt x="2" y="384"/>
                </a:lnTo>
                <a:lnTo>
                  <a:pt x="6" y="416"/>
                </a:lnTo>
                <a:lnTo>
                  <a:pt x="14" y="448"/>
                </a:lnTo>
                <a:lnTo>
                  <a:pt x="26" y="478"/>
                </a:lnTo>
                <a:lnTo>
                  <a:pt x="40" y="506"/>
                </a:lnTo>
                <a:lnTo>
                  <a:pt x="56" y="532"/>
                </a:lnTo>
                <a:lnTo>
                  <a:pt x="74" y="558"/>
                </a:lnTo>
                <a:lnTo>
                  <a:pt x="96" y="580"/>
                </a:lnTo>
                <a:lnTo>
                  <a:pt x="118" y="602"/>
                </a:lnTo>
                <a:lnTo>
                  <a:pt x="144" y="620"/>
                </a:lnTo>
                <a:lnTo>
                  <a:pt x="170" y="636"/>
                </a:lnTo>
                <a:lnTo>
                  <a:pt x="198" y="650"/>
                </a:lnTo>
                <a:lnTo>
                  <a:pt x="228" y="660"/>
                </a:lnTo>
                <a:lnTo>
                  <a:pt x="258" y="668"/>
                </a:lnTo>
                <a:lnTo>
                  <a:pt x="292" y="674"/>
                </a:lnTo>
                <a:lnTo>
                  <a:pt x="324" y="676"/>
                </a:lnTo>
                <a:lnTo>
                  <a:pt x="324" y="676"/>
                </a:lnTo>
                <a:lnTo>
                  <a:pt x="2050" y="676"/>
                </a:lnTo>
                <a:lnTo>
                  <a:pt x="2050" y="676"/>
                </a:lnTo>
                <a:lnTo>
                  <a:pt x="2070" y="676"/>
                </a:lnTo>
                <a:lnTo>
                  <a:pt x="2090" y="678"/>
                </a:lnTo>
                <a:lnTo>
                  <a:pt x="2128" y="684"/>
                </a:lnTo>
                <a:lnTo>
                  <a:pt x="2164" y="696"/>
                </a:lnTo>
                <a:lnTo>
                  <a:pt x="2198" y="712"/>
                </a:lnTo>
                <a:lnTo>
                  <a:pt x="2230" y="730"/>
                </a:lnTo>
                <a:lnTo>
                  <a:pt x="2260" y="752"/>
                </a:lnTo>
                <a:lnTo>
                  <a:pt x="2288" y="778"/>
                </a:lnTo>
                <a:lnTo>
                  <a:pt x="2312" y="808"/>
                </a:lnTo>
                <a:lnTo>
                  <a:pt x="2312" y="808"/>
                </a:lnTo>
                <a:lnTo>
                  <a:pt x="2326" y="828"/>
                </a:lnTo>
                <a:lnTo>
                  <a:pt x="2338" y="850"/>
                </a:lnTo>
                <a:lnTo>
                  <a:pt x="2348" y="872"/>
                </a:lnTo>
                <a:lnTo>
                  <a:pt x="2358" y="896"/>
                </a:lnTo>
                <a:lnTo>
                  <a:pt x="2364" y="920"/>
                </a:lnTo>
                <a:lnTo>
                  <a:pt x="2370" y="946"/>
                </a:lnTo>
                <a:lnTo>
                  <a:pt x="2374" y="972"/>
                </a:lnTo>
                <a:lnTo>
                  <a:pt x="2374" y="1000"/>
                </a:lnTo>
                <a:lnTo>
                  <a:pt x="2374" y="1000"/>
                </a:lnTo>
                <a:lnTo>
                  <a:pt x="2374" y="1000"/>
                </a:lnTo>
                <a:lnTo>
                  <a:pt x="2374" y="1000"/>
                </a:lnTo>
                <a:lnTo>
                  <a:pt x="2374" y="1450"/>
                </a:lnTo>
                <a:lnTo>
                  <a:pt x="2374" y="1450"/>
                </a:lnTo>
                <a:lnTo>
                  <a:pt x="2374" y="1466"/>
                </a:lnTo>
                <a:lnTo>
                  <a:pt x="2378" y="1482"/>
                </a:lnTo>
                <a:lnTo>
                  <a:pt x="2382" y="1498"/>
                </a:lnTo>
                <a:lnTo>
                  <a:pt x="2386" y="1514"/>
                </a:lnTo>
                <a:lnTo>
                  <a:pt x="2386" y="1514"/>
                </a:lnTo>
                <a:lnTo>
                  <a:pt x="2398" y="1534"/>
                </a:lnTo>
                <a:lnTo>
                  <a:pt x="2410" y="1552"/>
                </a:lnTo>
                <a:lnTo>
                  <a:pt x="2426" y="1568"/>
                </a:lnTo>
                <a:lnTo>
                  <a:pt x="2444" y="1584"/>
                </a:lnTo>
                <a:lnTo>
                  <a:pt x="2464" y="1596"/>
                </a:lnTo>
                <a:lnTo>
                  <a:pt x="2486" y="1604"/>
                </a:lnTo>
                <a:lnTo>
                  <a:pt x="2508" y="1610"/>
                </a:lnTo>
                <a:lnTo>
                  <a:pt x="2532" y="1612"/>
                </a:lnTo>
                <a:lnTo>
                  <a:pt x="2532" y="1612"/>
                </a:lnTo>
                <a:lnTo>
                  <a:pt x="2536" y="1612"/>
                </a:lnTo>
                <a:lnTo>
                  <a:pt x="2536" y="1612"/>
                </a:lnTo>
                <a:lnTo>
                  <a:pt x="3576" y="1612"/>
                </a:lnTo>
                <a:lnTo>
                  <a:pt x="3576" y="1556"/>
                </a:lnTo>
                <a:lnTo>
                  <a:pt x="3576" y="1556"/>
                </a:lnTo>
                <a:lnTo>
                  <a:pt x="2528" y="1556"/>
                </a:lnTo>
                <a:lnTo>
                  <a:pt x="2528" y="1556"/>
                </a:lnTo>
                <a:lnTo>
                  <a:pt x="2512" y="1552"/>
                </a:lnTo>
                <a:lnTo>
                  <a:pt x="2494" y="1546"/>
                </a:lnTo>
                <a:lnTo>
                  <a:pt x="2478" y="1536"/>
                </a:lnTo>
                <a:lnTo>
                  <a:pt x="2462" y="1524"/>
                </a:lnTo>
                <a:lnTo>
                  <a:pt x="2450" y="1508"/>
                </a:lnTo>
                <a:lnTo>
                  <a:pt x="2440" y="1492"/>
                </a:lnTo>
                <a:lnTo>
                  <a:pt x="2434" y="1476"/>
                </a:lnTo>
                <a:lnTo>
                  <a:pt x="2430" y="1458"/>
                </a:lnTo>
                <a:lnTo>
                  <a:pt x="2430" y="324"/>
                </a:lnTo>
                <a:lnTo>
                  <a:pt x="2430" y="324"/>
                </a:lnTo>
                <a:lnTo>
                  <a:pt x="2430" y="290"/>
                </a:lnTo>
                <a:lnTo>
                  <a:pt x="2424" y="258"/>
                </a:lnTo>
                <a:lnTo>
                  <a:pt x="2416" y="228"/>
                </a:lnTo>
                <a:lnTo>
                  <a:pt x="2406" y="198"/>
                </a:lnTo>
                <a:lnTo>
                  <a:pt x="2392" y="170"/>
                </a:lnTo>
                <a:lnTo>
                  <a:pt x="2376" y="142"/>
                </a:lnTo>
                <a:lnTo>
                  <a:pt x="2356" y="118"/>
                </a:lnTo>
                <a:lnTo>
                  <a:pt x="2336" y="94"/>
                </a:lnTo>
                <a:lnTo>
                  <a:pt x="2312" y="74"/>
                </a:lnTo>
                <a:lnTo>
                  <a:pt x="2288" y="56"/>
                </a:lnTo>
                <a:lnTo>
                  <a:pt x="2262" y="40"/>
                </a:lnTo>
                <a:lnTo>
                  <a:pt x="2232" y="26"/>
                </a:lnTo>
                <a:lnTo>
                  <a:pt x="2204" y="14"/>
                </a:lnTo>
                <a:lnTo>
                  <a:pt x="2172" y="6"/>
                </a:lnTo>
                <a:lnTo>
                  <a:pt x="2140" y="2"/>
                </a:lnTo>
                <a:lnTo>
                  <a:pt x="210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0779" name="Freeform 795"/>
          <p:cNvSpPr>
            <a:spLocks noEditPoints="1"/>
          </p:cNvSpPr>
          <p:nvPr/>
        </p:nvSpPr>
        <p:spPr bwMode="auto">
          <a:xfrm>
            <a:off x="5625105" y="3534190"/>
            <a:ext cx="630680" cy="613401"/>
          </a:xfrm>
          <a:custGeom>
            <a:avLst/>
            <a:gdLst>
              <a:gd name="T0" fmla="*/ 94 w 438"/>
              <a:gd name="T1" fmla="*/ 182 h 426"/>
              <a:gd name="T2" fmla="*/ 100 w 438"/>
              <a:gd name="T3" fmla="*/ 176 h 426"/>
              <a:gd name="T4" fmla="*/ 192 w 438"/>
              <a:gd name="T5" fmla="*/ 238 h 426"/>
              <a:gd name="T6" fmla="*/ 180 w 438"/>
              <a:gd name="T7" fmla="*/ 188 h 426"/>
              <a:gd name="T8" fmla="*/ 152 w 438"/>
              <a:gd name="T9" fmla="*/ 144 h 426"/>
              <a:gd name="T10" fmla="*/ 122 w 438"/>
              <a:gd name="T11" fmla="*/ 118 h 426"/>
              <a:gd name="T12" fmla="*/ 72 w 438"/>
              <a:gd name="T13" fmla="*/ 94 h 426"/>
              <a:gd name="T14" fmla="*/ 18 w 438"/>
              <a:gd name="T15" fmla="*/ 88 h 426"/>
              <a:gd name="T16" fmla="*/ 0 w 438"/>
              <a:gd name="T17" fmla="*/ 108 h 426"/>
              <a:gd name="T18" fmla="*/ 10 w 438"/>
              <a:gd name="T19" fmla="*/ 162 h 426"/>
              <a:gd name="T20" fmla="*/ 40 w 438"/>
              <a:gd name="T21" fmla="*/ 210 h 426"/>
              <a:gd name="T22" fmla="*/ 68 w 438"/>
              <a:gd name="T23" fmla="*/ 236 h 426"/>
              <a:gd name="T24" fmla="*/ 114 w 438"/>
              <a:gd name="T25" fmla="*/ 260 h 426"/>
              <a:gd name="T26" fmla="*/ 166 w 438"/>
              <a:gd name="T27" fmla="*/ 266 h 426"/>
              <a:gd name="T28" fmla="*/ 316 w 438"/>
              <a:gd name="T29" fmla="*/ 144 h 426"/>
              <a:gd name="T30" fmla="*/ 328 w 438"/>
              <a:gd name="T31" fmla="*/ 108 h 426"/>
              <a:gd name="T32" fmla="*/ 330 w 438"/>
              <a:gd name="T33" fmla="*/ 52 h 426"/>
              <a:gd name="T34" fmla="*/ 316 w 438"/>
              <a:gd name="T35" fmla="*/ 0 h 426"/>
              <a:gd name="T36" fmla="*/ 280 w 438"/>
              <a:gd name="T37" fmla="*/ 10 h 426"/>
              <a:gd name="T38" fmla="*/ 234 w 438"/>
              <a:gd name="T39" fmla="*/ 42 h 426"/>
              <a:gd name="T40" fmla="*/ 202 w 438"/>
              <a:gd name="T41" fmla="*/ 88 h 426"/>
              <a:gd name="T42" fmla="*/ 190 w 438"/>
              <a:gd name="T43" fmla="*/ 122 h 426"/>
              <a:gd name="T44" fmla="*/ 186 w 438"/>
              <a:gd name="T45" fmla="*/ 174 h 426"/>
              <a:gd name="T46" fmla="*/ 198 w 438"/>
              <a:gd name="T47" fmla="*/ 224 h 426"/>
              <a:gd name="T48" fmla="*/ 302 w 438"/>
              <a:gd name="T49" fmla="*/ 26 h 426"/>
              <a:gd name="T50" fmla="*/ 230 w 438"/>
              <a:gd name="T51" fmla="*/ 190 h 426"/>
              <a:gd name="T52" fmla="*/ 176 w 438"/>
              <a:gd name="T53" fmla="*/ 330 h 426"/>
              <a:gd name="T54" fmla="*/ 152 w 438"/>
              <a:gd name="T55" fmla="*/ 384 h 426"/>
              <a:gd name="T56" fmla="*/ 126 w 438"/>
              <a:gd name="T57" fmla="*/ 410 h 426"/>
              <a:gd name="T58" fmla="*/ 118 w 438"/>
              <a:gd name="T59" fmla="*/ 420 h 426"/>
              <a:gd name="T60" fmla="*/ 140 w 438"/>
              <a:gd name="T61" fmla="*/ 426 h 426"/>
              <a:gd name="T62" fmla="*/ 168 w 438"/>
              <a:gd name="T63" fmla="*/ 400 h 426"/>
              <a:gd name="T64" fmla="*/ 190 w 438"/>
              <a:gd name="T65" fmla="*/ 350 h 426"/>
              <a:gd name="T66" fmla="*/ 206 w 438"/>
              <a:gd name="T67" fmla="*/ 274 h 426"/>
              <a:gd name="T68" fmla="*/ 216 w 438"/>
              <a:gd name="T69" fmla="*/ 228 h 426"/>
              <a:gd name="T70" fmla="*/ 260 w 438"/>
              <a:gd name="T71" fmla="*/ 208 h 426"/>
              <a:gd name="T72" fmla="*/ 298 w 438"/>
              <a:gd name="T73" fmla="*/ 172 h 426"/>
              <a:gd name="T74" fmla="*/ 316 w 438"/>
              <a:gd name="T75" fmla="*/ 144 h 426"/>
              <a:gd name="T76" fmla="*/ 278 w 438"/>
              <a:gd name="T77" fmla="*/ 214 h 426"/>
              <a:gd name="T78" fmla="*/ 240 w 438"/>
              <a:gd name="T79" fmla="*/ 252 h 426"/>
              <a:gd name="T80" fmla="*/ 218 w 438"/>
              <a:gd name="T81" fmla="*/ 298 h 426"/>
              <a:gd name="T82" fmla="*/ 320 w 438"/>
              <a:gd name="T83" fmla="*/ 258 h 426"/>
              <a:gd name="T84" fmla="*/ 324 w 438"/>
              <a:gd name="T85" fmla="*/ 264 h 426"/>
              <a:gd name="T86" fmla="*/ 236 w 438"/>
              <a:gd name="T87" fmla="*/ 332 h 426"/>
              <a:gd name="T88" fmla="*/ 288 w 438"/>
              <a:gd name="T89" fmla="*/ 336 h 426"/>
              <a:gd name="T90" fmla="*/ 338 w 438"/>
              <a:gd name="T91" fmla="*/ 324 h 426"/>
              <a:gd name="T92" fmla="*/ 372 w 438"/>
              <a:gd name="T93" fmla="*/ 304 h 426"/>
              <a:gd name="T94" fmla="*/ 410 w 438"/>
              <a:gd name="T95" fmla="*/ 264 h 426"/>
              <a:gd name="T96" fmla="*/ 434 w 438"/>
              <a:gd name="T97" fmla="*/ 214 h 426"/>
              <a:gd name="T98" fmla="*/ 420 w 438"/>
              <a:gd name="T99" fmla="*/ 190 h 426"/>
              <a:gd name="T100" fmla="*/ 366 w 438"/>
              <a:gd name="T101" fmla="*/ 184 h 426"/>
              <a:gd name="T102" fmla="*/ 312 w 438"/>
              <a:gd name="T103" fmla="*/ 196 h 4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38" h="426">
                <a:moveTo>
                  <a:pt x="182" y="266"/>
                </a:moveTo>
                <a:lnTo>
                  <a:pt x="182" y="266"/>
                </a:lnTo>
                <a:lnTo>
                  <a:pt x="94" y="182"/>
                </a:lnTo>
                <a:lnTo>
                  <a:pt x="22" y="110"/>
                </a:lnTo>
                <a:lnTo>
                  <a:pt x="22" y="110"/>
                </a:lnTo>
                <a:lnTo>
                  <a:pt x="100" y="176"/>
                </a:lnTo>
                <a:lnTo>
                  <a:pt x="192" y="256"/>
                </a:lnTo>
                <a:lnTo>
                  <a:pt x="192" y="256"/>
                </a:lnTo>
                <a:lnTo>
                  <a:pt x="192" y="238"/>
                </a:lnTo>
                <a:lnTo>
                  <a:pt x="190" y="222"/>
                </a:lnTo>
                <a:lnTo>
                  <a:pt x="186" y="204"/>
                </a:lnTo>
                <a:lnTo>
                  <a:pt x="180" y="188"/>
                </a:lnTo>
                <a:lnTo>
                  <a:pt x="172" y="172"/>
                </a:lnTo>
                <a:lnTo>
                  <a:pt x="162" y="158"/>
                </a:lnTo>
                <a:lnTo>
                  <a:pt x="152" y="144"/>
                </a:lnTo>
                <a:lnTo>
                  <a:pt x="138" y="130"/>
                </a:lnTo>
                <a:lnTo>
                  <a:pt x="138" y="130"/>
                </a:lnTo>
                <a:lnTo>
                  <a:pt x="122" y="118"/>
                </a:lnTo>
                <a:lnTo>
                  <a:pt x="106" y="108"/>
                </a:lnTo>
                <a:lnTo>
                  <a:pt x="90" y="100"/>
                </a:lnTo>
                <a:lnTo>
                  <a:pt x="72" y="94"/>
                </a:lnTo>
                <a:lnTo>
                  <a:pt x="54" y="90"/>
                </a:lnTo>
                <a:lnTo>
                  <a:pt x="36" y="88"/>
                </a:lnTo>
                <a:lnTo>
                  <a:pt x="18" y="88"/>
                </a:lnTo>
                <a:lnTo>
                  <a:pt x="0" y="90"/>
                </a:lnTo>
                <a:lnTo>
                  <a:pt x="0" y="90"/>
                </a:lnTo>
                <a:lnTo>
                  <a:pt x="0" y="108"/>
                </a:lnTo>
                <a:lnTo>
                  <a:pt x="0" y="126"/>
                </a:lnTo>
                <a:lnTo>
                  <a:pt x="4" y="144"/>
                </a:lnTo>
                <a:lnTo>
                  <a:pt x="10" y="162"/>
                </a:lnTo>
                <a:lnTo>
                  <a:pt x="18" y="178"/>
                </a:lnTo>
                <a:lnTo>
                  <a:pt x="28" y="194"/>
                </a:lnTo>
                <a:lnTo>
                  <a:pt x="40" y="210"/>
                </a:lnTo>
                <a:lnTo>
                  <a:pt x="52" y="224"/>
                </a:lnTo>
                <a:lnTo>
                  <a:pt x="52" y="224"/>
                </a:lnTo>
                <a:lnTo>
                  <a:pt x="68" y="236"/>
                </a:lnTo>
                <a:lnTo>
                  <a:pt x="82" y="246"/>
                </a:lnTo>
                <a:lnTo>
                  <a:pt x="98" y="254"/>
                </a:lnTo>
                <a:lnTo>
                  <a:pt x="114" y="260"/>
                </a:lnTo>
                <a:lnTo>
                  <a:pt x="132" y="264"/>
                </a:lnTo>
                <a:lnTo>
                  <a:pt x="148" y="266"/>
                </a:lnTo>
                <a:lnTo>
                  <a:pt x="166" y="266"/>
                </a:lnTo>
                <a:lnTo>
                  <a:pt x="182" y="266"/>
                </a:lnTo>
                <a:lnTo>
                  <a:pt x="182" y="266"/>
                </a:lnTo>
                <a:close/>
                <a:moveTo>
                  <a:pt x="316" y="144"/>
                </a:moveTo>
                <a:lnTo>
                  <a:pt x="316" y="144"/>
                </a:lnTo>
                <a:lnTo>
                  <a:pt x="324" y="126"/>
                </a:lnTo>
                <a:lnTo>
                  <a:pt x="328" y="108"/>
                </a:lnTo>
                <a:lnTo>
                  <a:pt x="332" y="88"/>
                </a:lnTo>
                <a:lnTo>
                  <a:pt x="332" y="70"/>
                </a:lnTo>
                <a:lnTo>
                  <a:pt x="330" y="52"/>
                </a:lnTo>
                <a:lnTo>
                  <a:pt x="328" y="34"/>
                </a:lnTo>
                <a:lnTo>
                  <a:pt x="322" y="16"/>
                </a:lnTo>
                <a:lnTo>
                  <a:pt x="316" y="0"/>
                </a:lnTo>
                <a:lnTo>
                  <a:pt x="316" y="0"/>
                </a:lnTo>
                <a:lnTo>
                  <a:pt x="298" y="4"/>
                </a:lnTo>
                <a:lnTo>
                  <a:pt x="280" y="10"/>
                </a:lnTo>
                <a:lnTo>
                  <a:pt x="264" y="20"/>
                </a:lnTo>
                <a:lnTo>
                  <a:pt x="250" y="30"/>
                </a:lnTo>
                <a:lnTo>
                  <a:pt x="234" y="42"/>
                </a:lnTo>
                <a:lnTo>
                  <a:pt x="222" y="56"/>
                </a:lnTo>
                <a:lnTo>
                  <a:pt x="212" y="72"/>
                </a:lnTo>
                <a:lnTo>
                  <a:pt x="202" y="88"/>
                </a:lnTo>
                <a:lnTo>
                  <a:pt x="202" y="88"/>
                </a:lnTo>
                <a:lnTo>
                  <a:pt x="194" y="106"/>
                </a:lnTo>
                <a:lnTo>
                  <a:pt x="190" y="122"/>
                </a:lnTo>
                <a:lnTo>
                  <a:pt x="186" y="140"/>
                </a:lnTo>
                <a:lnTo>
                  <a:pt x="186" y="158"/>
                </a:lnTo>
                <a:lnTo>
                  <a:pt x="186" y="174"/>
                </a:lnTo>
                <a:lnTo>
                  <a:pt x="188" y="192"/>
                </a:lnTo>
                <a:lnTo>
                  <a:pt x="192" y="208"/>
                </a:lnTo>
                <a:lnTo>
                  <a:pt x="198" y="224"/>
                </a:lnTo>
                <a:lnTo>
                  <a:pt x="198" y="224"/>
                </a:lnTo>
                <a:lnTo>
                  <a:pt x="254" y="116"/>
                </a:lnTo>
                <a:lnTo>
                  <a:pt x="302" y="26"/>
                </a:lnTo>
                <a:lnTo>
                  <a:pt x="302" y="26"/>
                </a:lnTo>
                <a:lnTo>
                  <a:pt x="230" y="190"/>
                </a:lnTo>
                <a:lnTo>
                  <a:pt x="230" y="190"/>
                </a:lnTo>
                <a:lnTo>
                  <a:pt x="212" y="226"/>
                </a:lnTo>
                <a:lnTo>
                  <a:pt x="198" y="264"/>
                </a:lnTo>
                <a:lnTo>
                  <a:pt x="176" y="330"/>
                </a:lnTo>
                <a:lnTo>
                  <a:pt x="164" y="360"/>
                </a:lnTo>
                <a:lnTo>
                  <a:pt x="158" y="372"/>
                </a:lnTo>
                <a:lnTo>
                  <a:pt x="152" y="384"/>
                </a:lnTo>
                <a:lnTo>
                  <a:pt x="144" y="394"/>
                </a:lnTo>
                <a:lnTo>
                  <a:pt x="136" y="404"/>
                </a:lnTo>
                <a:lnTo>
                  <a:pt x="126" y="410"/>
                </a:lnTo>
                <a:lnTo>
                  <a:pt x="114" y="416"/>
                </a:lnTo>
                <a:lnTo>
                  <a:pt x="114" y="416"/>
                </a:lnTo>
                <a:lnTo>
                  <a:pt x="118" y="420"/>
                </a:lnTo>
                <a:lnTo>
                  <a:pt x="124" y="424"/>
                </a:lnTo>
                <a:lnTo>
                  <a:pt x="132" y="426"/>
                </a:lnTo>
                <a:lnTo>
                  <a:pt x="140" y="426"/>
                </a:lnTo>
                <a:lnTo>
                  <a:pt x="148" y="424"/>
                </a:lnTo>
                <a:lnTo>
                  <a:pt x="158" y="416"/>
                </a:lnTo>
                <a:lnTo>
                  <a:pt x="168" y="400"/>
                </a:lnTo>
                <a:lnTo>
                  <a:pt x="168" y="400"/>
                </a:lnTo>
                <a:lnTo>
                  <a:pt x="180" y="374"/>
                </a:lnTo>
                <a:lnTo>
                  <a:pt x="190" y="350"/>
                </a:lnTo>
                <a:lnTo>
                  <a:pt x="196" y="330"/>
                </a:lnTo>
                <a:lnTo>
                  <a:pt x="200" y="312"/>
                </a:lnTo>
                <a:lnTo>
                  <a:pt x="206" y="274"/>
                </a:lnTo>
                <a:lnTo>
                  <a:pt x="210" y="254"/>
                </a:lnTo>
                <a:lnTo>
                  <a:pt x="216" y="228"/>
                </a:lnTo>
                <a:lnTo>
                  <a:pt x="216" y="228"/>
                </a:lnTo>
                <a:lnTo>
                  <a:pt x="232" y="224"/>
                </a:lnTo>
                <a:lnTo>
                  <a:pt x="246" y="216"/>
                </a:lnTo>
                <a:lnTo>
                  <a:pt x="260" y="208"/>
                </a:lnTo>
                <a:lnTo>
                  <a:pt x="274" y="198"/>
                </a:lnTo>
                <a:lnTo>
                  <a:pt x="286" y="186"/>
                </a:lnTo>
                <a:lnTo>
                  <a:pt x="298" y="172"/>
                </a:lnTo>
                <a:lnTo>
                  <a:pt x="308" y="158"/>
                </a:lnTo>
                <a:lnTo>
                  <a:pt x="316" y="144"/>
                </a:lnTo>
                <a:lnTo>
                  <a:pt x="316" y="144"/>
                </a:lnTo>
                <a:close/>
                <a:moveTo>
                  <a:pt x="294" y="204"/>
                </a:moveTo>
                <a:lnTo>
                  <a:pt x="294" y="204"/>
                </a:lnTo>
                <a:lnTo>
                  <a:pt x="278" y="214"/>
                </a:lnTo>
                <a:lnTo>
                  <a:pt x="264" y="226"/>
                </a:lnTo>
                <a:lnTo>
                  <a:pt x="252" y="238"/>
                </a:lnTo>
                <a:lnTo>
                  <a:pt x="240" y="252"/>
                </a:lnTo>
                <a:lnTo>
                  <a:pt x="230" y="266"/>
                </a:lnTo>
                <a:lnTo>
                  <a:pt x="224" y="282"/>
                </a:lnTo>
                <a:lnTo>
                  <a:pt x="218" y="298"/>
                </a:lnTo>
                <a:lnTo>
                  <a:pt x="212" y="314"/>
                </a:lnTo>
                <a:lnTo>
                  <a:pt x="212" y="314"/>
                </a:lnTo>
                <a:lnTo>
                  <a:pt x="320" y="258"/>
                </a:lnTo>
                <a:lnTo>
                  <a:pt x="410" y="212"/>
                </a:lnTo>
                <a:lnTo>
                  <a:pt x="410" y="212"/>
                </a:lnTo>
                <a:lnTo>
                  <a:pt x="324" y="264"/>
                </a:lnTo>
                <a:lnTo>
                  <a:pt x="220" y="326"/>
                </a:lnTo>
                <a:lnTo>
                  <a:pt x="220" y="326"/>
                </a:lnTo>
                <a:lnTo>
                  <a:pt x="236" y="332"/>
                </a:lnTo>
                <a:lnTo>
                  <a:pt x="252" y="334"/>
                </a:lnTo>
                <a:lnTo>
                  <a:pt x="270" y="336"/>
                </a:lnTo>
                <a:lnTo>
                  <a:pt x="288" y="336"/>
                </a:lnTo>
                <a:lnTo>
                  <a:pt x="304" y="334"/>
                </a:lnTo>
                <a:lnTo>
                  <a:pt x="322" y="330"/>
                </a:lnTo>
                <a:lnTo>
                  <a:pt x="338" y="324"/>
                </a:lnTo>
                <a:lnTo>
                  <a:pt x="356" y="316"/>
                </a:lnTo>
                <a:lnTo>
                  <a:pt x="356" y="316"/>
                </a:lnTo>
                <a:lnTo>
                  <a:pt x="372" y="304"/>
                </a:lnTo>
                <a:lnTo>
                  <a:pt x="386" y="292"/>
                </a:lnTo>
                <a:lnTo>
                  <a:pt x="400" y="280"/>
                </a:lnTo>
                <a:lnTo>
                  <a:pt x="410" y="264"/>
                </a:lnTo>
                <a:lnTo>
                  <a:pt x="420" y="248"/>
                </a:lnTo>
                <a:lnTo>
                  <a:pt x="428" y="232"/>
                </a:lnTo>
                <a:lnTo>
                  <a:pt x="434" y="214"/>
                </a:lnTo>
                <a:lnTo>
                  <a:pt x="438" y="196"/>
                </a:lnTo>
                <a:lnTo>
                  <a:pt x="438" y="196"/>
                </a:lnTo>
                <a:lnTo>
                  <a:pt x="420" y="190"/>
                </a:lnTo>
                <a:lnTo>
                  <a:pt x="402" y="186"/>
                </a:lnTo>
                <a:lnTo>
                  <a:pt x="384" y="184"/>
                </a:lnTo>
                <a:lnTo>
                  <a:pt x="366" y="184"/>
                </a:lnTo>
                <a:lnTo>
                  <a:pt x="348" y="186"/>
                </a:lnTo>
                <a:lnTo>
                  <a:pt x="330" y="190"/>
                </a:lnTo>
                <a:lnTo>
                  <a:pt x="312" y="196"/>
                </a:lnTo>
                <a:lnTo>
                  <a:pt x="294" y="204"/>
                </a:lnTo>
                <a:lnTo>
                  <a:pt x="294" y="204"/>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840" name="Rectangle 839"/>
          <p:cNvSpPr/>
          <p:nvPr/>
        </p:nvSpPr>
        <p:spPr>
          <a:xfrm>
            <a:off x="6423152" y="1458799"/>
            <a:ext cx="2090028" cy="789940"/>
          </a:xfrm>
          <a:prstGeom prst="rect">
            <a:avLst/>
          </a:prstGeom>
        </p:spPr>
        <p:txBody>
          <a:bodyPr wrap="square">
            <a:spAutoFit/>
          </a:bodyPr>
          <a:lstStyle/>
          <a:p>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a:t>
            </a:r>
            <a:r>
              <a:rPr lang="en-GB" sz="905" dirty="0" smtClean="0">
                <a:solidFill>
                  <a:schemeClr val="bg2"/>
                </a:solidFill>
                <a:latin typeface="腾讯体 W7" panose="020C08030202040F0204" pitchFamily="18" charset="-122"/>
              </a:rPr>
              <a:t>.</a:t>
            </a:r>
            <a:endParaRPr lang="en-GB" sz="905" dirty="0">
              <a:solidFill>
                <a:schemeClr val="bg2"/>
              </a:solidFill>
              <a:latin typeface="腾讯体 W7" panose="020C08030202040F0204" pitchFamily="18" charset="-122"/>
            </a:endParaRPr>
          </a:p>
        </p:txBody>
      </p:sp>
      <p:sp>
        <p:nvSpPr>
          <p:cNvPr id="841" name="Rectangle 840"/>
          <p:cNvSpPr/>
          <p:nvPr/>
        </p:nvSpPr>
        <p:spPr>
          <a:xfrm>
            <a:off x="6423152" y="2432428"/>
            <a:ext cx="2090028" cy="789940"/>
          </a:xfrm>
          <a:prstGeom prst="rect">
            <a:avLst/>
          </a:prstGeom>
        </p:spPr>
        <p:txBody>
          <a:bodyPr wrap="square">
            <a:spAutoFit/>
          </a:bodyPr>
          <a:lstStyle/>
          <a:p>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a:t>
            </a:r>
            <a:r>
              <a:rPr lang="en-GB" sz="905" dirty="0" smtClean="0">
                <a:solidFill>
                  <a:schemeClr val="bg2"/>
                </a:solidFill>
                <a:latin typeface="腾讯体 W7" panose="020C08030202040F0204" pitchFamily="18" charset="-122"/>
              </a:rPr>
              <a:t>.</a:t>
            </a:r>
            <a:endParaRPr lang="en-GB" sz="905" dirty="0">
              <a:solidFill>
                <a:schemeClr val="bg2"/>
              </a:solidFill>
              <a:latin typeface="腾讯体 W7" panose="020C08030202040F0204" pitchFamily="18" charset="-122"/>
            </a:endParaRPr>
          </a:p>
        </p:txBody>
      </p:sp>
      <p:sp>
        <p:nvSpPr>
          <p:cNvPr id="842" name="Rectangle 841"/>
          <p:cNvSpPr/>
          <p:nvPr/>
        </p:nvSpPr>
        <p:spPr>
          <a:xfrm>
            <a:off x="6423152" y="3406057"/>
            <a:ext cx="2090028" cy="789940"/>
          </a:xfrm>
          <a:prstGeom prst="rect">
            <a:avLst/>
          </a:prstGeom>
        </p:spPr>
        <p:txBody>
          <a:bodyPr wrap="square">
            <a:spAutoFit/>
          </a:bodyPr>
          <a:lstStyle/>
          <a:p>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a:t>
            </a:r>
            <a:r>
              <a:rPr lang="en-GB" sz="905" dirty="0" smtClean="0">
                <a:solidFill>
                  <a:schemeClr val="bg2"/>
                </a:solidFill>
                <a:latin typeface="腾讯体 W7" panose="020C08030202040F0204" pitchFamily="18" charset="-122"/>
              </a:rPr>
              <a:t>.</a:t>
            </a:r>
            <a:endParaRPr lang="en-GB" sz="905" dirty="0">
              <a:solidFill>
                <a:schemeClr val="bg2"/>
              </a:solidFill>
              <a:latin typeface="腾讯体 W7" panose="020C08030202040F0204" pitchFamily="18" charset="-122"/>
            </a:endParaRPr>
          </a:p>
        </p:txBody>
      </p:sp>
      <p:sp>
        <p:nvSpPr>
          <p:cNvPr id="843" name="Rectangle 842"/>
          <p:cNvSpPr/>
          <p:nvPr/>
        </p:nvSpPr>
        <p:spPr>
          <a:xfrm>
            <a:off x="6423152" y="4379686"/>
            <a:ext cx="2090028" cy="789940"/>
          </a:xfrm>
          <a:prstGeom prst="rect">
            <a:avLst/>
          </a:prstGeom>
        </p:spPr>
        <p:txBody>
          <a:bodyPr wrap="square">
            <a:spAutoFit/>
          </a:bodyPr>
          <a:lstStyle/>
          <a:p>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a:t>
            </a:r>
            <a:r>
              <a:rPr lang="en-GB" sz="905" dirty="0" smtClean="0">
                <a:solidFill>
                  <a:schemeClr val="bg2"/>
                </a:solidFill>
                <a:latin typeface="腾讯体 W7" panose="020C08030202040F0204" pitchFamily="18" charset="-122"/>
              </a:rPr>
              <a:t>.</a:t>
            </a:r>
            <a:endParaRPr lang="en-GB" sz="905" dirty="0">
              <a:solidFill>
                <a:schemeClr val="bg2"/>
              </a:solidFill>
              <a:latin typeface="腾讯体 W7" panose="020C08030202040F0204" pitchFamily="18" charset="-122"/>
            </a:endParaRPr>
          </a:p>
        </p:txBody>
      </p:sp>
      <p:sp>
        <p:nvSpPr>
          <p:cNvPr id="844" name="Rectangle 843"/>
          <p:cNvSpPr/>
          <p:nvPr/>
        </p:nvSpPr>
        <p:spPr>
          <a:xfrm>
            <a:off x="6423152" y="5353316"/>
            <a:ext cx="2090028" cy="789940"/>
          </a:xfrm>
          <a:prstGeom prst="rect">
            <a:avLst/>
          </a:prstGeom>
        </p:spPr>
        <p:txBody>
          <a:bodyPr wrap="square">
            <a:spAutoFit/>
          </a:bodyPr>
          <a:lstStyle/>
          <a:p>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a:t>
            </a:r>
            <a:r>
              <a:rPr lang="en-GB" sz="905" dirty="0" smtClean="0">
                <a:solidFill>
                  <a:schemeClr val="bg2"/>
                </a:solidFill>
                <a:latin typeface="腾讯体 W7" panose="020C08030202040F0204" pitchFamily="18" charset="-122"/>
              </a:rPr>
              <a:t>.</a:t>
            </a:r>
            <a:endParaRPr lang="en-GB" sz="905" dirty="0">
              <a:solidFill>
                <a:schemeClr val="bg2"/>
              </a:solidFill>
              <a:latin typeface="腾讯体 W7" panose="020C08030202040F0204" pitchFamily="18" charset="-122"/>
            </a:endParaRPr>
          </a:p>
        </p:txBody>
      </p:sp>
      <p:sp>
        <p:nvSpPr>
          <p:cNvPr id="89" name="Freeform 4807"/>
          <p:cNvSpPr>
            <a:spLocks noEditPoints="1"/>
          </p:cNvSpPr>
          <p:nvPr/>
        </p:nvSpPr>
        <p:spPr bwMode="auto">
          <a:xfrm>
            <a:off x="5638806" y="2536776"/>
            <a:ext cx="565364" cy="505293"/>
          </a:xfrm>
          <a:custGeom>
            <a:avLst/>
            <a:gdLst>
              <a:gd name="T0" fmla="*/ 84 w 320"/>
              <a:gd name="T1" fmla="*/ 24 h 286"/>
              <a:gd name="T2" fmla="*/ 86 w 320"/>
              <a:gd name="T3" fmla="*/ 18 h 286"/>
              <a:gd name="T4" fmla="*/ 92 w 320"/>
              <a:gd name="T5" fmla="*/ 14 h 286"/>
              <a:gd name="T6" fmla="*/ 134 w 320"/>
              <a:gd name="T7" fmla="*/ 2 h 286"/>
              <a:gd name="T8" fmla="*/ 160 w 320"/>
              <a:gd name="T9" fmla="*/ 0 h 286"/>
              <a:gd name="T10" fmla="*/ 208 w 320"/>
              <a:gd name="T11" fmla="*/ 8 h 286"/>
              <a:gd name="T12" fmla="*/ 228 w 320"/>
              <a:gd name="T13" fmla="*/ 14 h 286"/>
              <a:gd name="T14" fmla="*/ 236 w 320"/>
              <a:gd name="T15" fmla="*/ 24 h 286"/>
              <a:gd name="T16" fmla="*/ 216 w 320"/>
              <a:gd name="T17" fmla="*/ 42 h 286"/>
              <a:gd name="T18" fmla="*/ 216 w 320"/>
              <a:gd name="T19" fmla="*/ 30 h 286"/>
              <a:gd name="T20" fmla="*/ 178 w 320"/>
              <a:gd name="T21" fmla="*/ 22 h 286"/>
              <a:gd name="T22" fmla="*/ 160 w 320"/>
              <a:gd name="T23" fmla="*/ 20 h 286"/>
              <a:gd name="T24" fmla="*/ 128 w 320"/>
              <a:gd name="T25" fmla="*/ 24 h 286"/>
              <a:gd name="T26" fmla="*/ 104 w 320"/>
              <a:gd name="T27" fmla="*/ 42 h 286"/>
              <a:gd name="T28" fmla="*/ 132 w 320"/>
              <a:gd name="T29" fmla="*/ 160 h 286"/>
              <a:gd name="T30" fmla="*/ 188 w 320"/>
              <a:gd name="T31" fmla="*/ 146 h 286"/>
              <a:gd name="T32" fmla="*/ 188 w 320"/>
              <a:gd name="T33" fmla="*/ 160 h 286"/>
              <a:gd name="T34" fmla="*/ 274 w 320"/>
              <a:gd name="T35" fmla="*/ 148 h 286"/>
              <a:gd name="T36" fmla="*/ 320 w 320"/>
              <a:gd name="T37" fmla="*/ 138 h 286"/>
              <a:gd name="T38" fmla="*/ 320 w 320"/>
              <a:gd name="T39" fmla="*/ 72 h 286"/>
              <a:gd name="T40" fmla="*/ 314 w 320"/>
              <a:gd name="T41" fmla="*/ 58 h 286"/>
              <a:gd name="T42" fmla="*/ 300 w 320"/>
              <a:gd name="T43" fmla="*/ 52 h 286"/>
              <a:gd name="T44" fmla="*/ 20 w 320"/>
              <a:gd name="T45" fmla="*/ 52 h 286"/>
              <a:gd name="T46" fmla="*/ 6 w 320"/>
              <a:gd name="T47" fmla="*/ 58 h 286"/>
              <a:gd name="T48" fmla="*/ 0 w 320"/>
              <a:gd name="T49" fmla="*/ 72 h 286"/>
              <a:gd name="T50" fmla="*/ 0 w 320"/>
              <a:gd name="T51" fmla="*/ 138 h 286"/>
              <a:gd name="T52" fmla="*/ 46 w 320"/>
              <a:gd name="T53" fmla="*/ 148 h 286"/>
              <a:gd name="T54" fmla="*/ 132 w 320"/>
              <a:gd name="T55" fmla="*/ 160 h 286"/>
              <a:gd name="T56" fmla="*/ 174 w 320"/>
              <a:gd name="T57" fmla="*/ 176 h 286"/>
              <a:gd name="T58" fmla="*/ 146 w 320"/>
              <a:gd name="T59" fmla="*/ 160 h 286"/>
              <a:gd name="T60" fmla="*/ 174 w 320"/>
              <a:gd name="T61" fmla="*/ 176 h 286"/>
              <a:gd name="T62" fmla="*/ 320 w 320"/>
              <a:gd name="T63" fmla="*/ 266 h 286"/>
              <a:gd name="T64" fmla="*/ 318 w 320"/>
              <a:gd name="T65" fmla="*/ 274 h 286"/>
              <a:gd name="T66" fmla="*/ 308 w 320"/>
              <a:gd name="T67" fmla="*/ 284 h 286"/>
              <a:gd name="T68" fmla="*/ 20 w 320"/>
              <a:gd name="T69" fmla="*/ 286 h 286"/>
              <a:gd name="T70" fmla="*/ 12 w 320"/>
              <a:gd name="T71" fmla="*/ 284 h 286"/>
              <a:gd name="T72" fmla="*/ 2 w 320"/>
              <a:gd name="T73" fmla="*/ 274 h 286"/>
              <a:gd name="T74" fmla="*/ 0 w 320"/>
              <a:gd name="T75" fmla="*/ 154 h 286"/>
              <a:gd name="T76" fmla="*/ 20 w 320"/>
              <a:gd name="T77" fmla="*/ 160 h 286"/>
              <a:gd name="T78" fmla="*/ 88 w 320"/>
              <a:gd name="T79" fmla="*/ 172 h 286"/>
              <a:gd name="T80" fmla="*/ 132 w 320"/>
              <a:gd name="T81" fmla="*/ 190 h 286"/>
              <a:gd name="T82" fmla="*/ 188 w 320"/>
              <a:gd name="T83" fmla="*/ 176 h 286"/>
              <a:gd name="T84" fmla="*/ 232 w 320"/>
              <a:gd name="T85" fmla="*/ 172 h 286"/>
              <a:gd name="T86" fmla="*/ 300 w 320"/>
              <a:gd name="T87" fmla="*/ 160 h 286"/>
              <a:gd name="T88" fmla="*/ 320 w 320"/>
              <a:gd name="T89" fmla="*/ 154 h 286"/>
              <a:gd name="T90" fmla="*/ 56 w 320"/>
              <a:gd name="T91" fmla="*/ 266 h 286"/>
              <a:gd name="T92" fmla="*/ 52 w 320"/>
              <a:gd name="T93" fmla="*/ 252 h 286"/>
              <a:gd name="T94" fmla="*/ 46 w 320"/>
              <a:gd name="T95" fmla="*/ 240 h 286"/>
              <a:gd name="T96" fmla="*/ 34 w 320"/>
              <a:gd name="T97" fmla="*/ 232 h 286"/>
              <a:gd name="T98" fmla="*/ 20 w 320"/>
              <a:gd name="T99" fmla="*/ 230 h 286"/>
              <a:gd name="T100" fmla="*/ 56 w 320"/>
              <a:gd name="T101" fmla="*/ 266 h 286"/>
              <a:gd name="T102" fmla="*/ 300 w 320"/>
              <a:gd name="T103" fmla="*/ 230 h 286"/>
              <a:gd name="T104" fmla="*/ 286 w 320"/>
              <a:gd name="T105" fmla="*/ 232 h 286"/>
              <a:gd name="T106" fmla="*/ 274 w 320"/>
              <a:gd name="T107" fmla="*/ 240 h 286"/>
              <a:gd name="T108" fmla="*/ 268 w 320"/>
              <a:gd name="T109" fmla="*/ 252 h 286"/>
              <a:gd name="T110" fmla="*/ 264 w 320"/>
              <a:gd name="T111" fmla="*/ 266 h 286"/>
              <a:gd name="T112" fmla="*/ 300 w 320"/>
              <a:gd name="T113" fmla="*/ 230 h 2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20" h="286">
                <a:moveTo>
                  <a:pt x="84" y="42"/>
                </a:moveTo>
                <a:lnTo>
                  <a:pt x="84" y="24"/>
                </a:lnTo>
                <a:lnTo>
                  <a:pt x="84" y="24"/>
                </a:lnTo>
                <a:lnTo>
                  <a:pt x="86" y="18"/>
                </a:lnTo>
                <a:lnTo>
                  <a:pt x="92" y="14"/>
                </a:lnTo>
                <a:lnTo>
                  <a:pt x="92" y="14"/>
                </a:lnTo>
                <a:lnTo>
                  <a:pt x="112" y="8"/>
                </a:lnTo>
                <a:lnTo>
                  <a:pt x="134" y="2"/>
                </a:lnTo>
                <a:lnTo>
                  <a:pt x="160" y="0"/>
                </a:lnTo>
                <a:lnTo>
                  <a:pt x="160" y="0"/>
                </a:lnTo>
                <a:lnTo>
                  <a:pt x="186" y="2"/>
                </a:lnTo>
                <a:lnTo>
                  <a:pt x="208" y="8"/>
                </a:lnTo>
                <a:lnTo>
                  <a:pt x="228" y="14"/>
                </a:lnTo>
                <a:lnTo>
                  <a:pt x="228" y="14"/>
                </a:lnTo>
                <a:lnTo>
                  <a:pt x="234" y="18"/>
                </a:lnTo>
                <a:lnTo>
                  <a:pt x="236" y="24"/>
                </a:lnTo>
                <a:lnTo>
                  <a:pt x="236" y="42"/>
                </a:lnTo>
                <a:lnTo>
                  <a:pt x="216" y="42"/>
                </a:lnTo>
                <a:lnTo>
                  <a:pt x="216" y="30"/>
                </a:lnTo>
                <a:lnTo>
                  <a:pt x="216" y="30"/>
                </a:lnTo>
                <a:lnTo>
                  <a:pt x="192" y="24"/>
                </a:lnTo>
                <a:lnTo>
                  <a:pt x="178" y="22"/>
                </a:lnTo>
                <a:lnTo>
                  <a:pt x="160" y="20"/>
                </a:lnTo>
                <a:lnTo>
                  <a:pt x="160" y="20"/>
                </a:lnTo>
                <a:lnTo>
                  <a:pt x="142" y="22"/>
                </a:lnTo>
                <a:lnTo>
                  <a:pt x="128" y="24"/>
                </a:lnTo>
                <a:lnTo>
                  <a:pt x="104" y="30"/>
                </a:lnTo>
                <a:lnTo>
                  <a:pt x="104" y="42"/>
                </a:lnTo>
                <a:lnTo>
                  <a:pt x="84" y="42"/>
                </a:lnTo>
                <a:close/>
                <a:moveTo>
                  <a:pt x="132" y="160"/>
                </a:moveTo>
                <a:lnTo>
                  <a:pt x="132" y="146"/>
                </a:lnTo>
                <a:lnTo>
                  <a:pt x="188" y="146"/>
                </a:lnTo>
                <a:lnTo>
                  <a:pt x="188" y="160"/>
                </a:lnTo>
                <a:lnTo>
                  <a:pt x="188" y="160"/>
                </a:lnTo>
                <a:lnTo>
                  <a:pt x="234" y="156"/>
                </a:lnTo>
                <a:lnTo>
                  <a:pt x="274" y="148"/>
                </a:lnTo>
                <a:lnTo>
                  <a:pt x="302" y="142"/>
                </a:lnTo>
                <a:lnTo>
                  <a:pt x="320" y="138"/>
                </a:lnTo>
                <a:lnTo>
                  <a:pt x="320" y="72"/>
                </a:lnTo>
                <a:lnTo>
                  <a:pt x="320" y="72"/>
                </a:lnTo>
                <a:lnTo>
                  <a:pt x="318" y="64"/>
                </a:lnTo>
                <a:lnTo>
                  <a:pt x="314" y="58"/>
                </a:lnTo>
                <a:lnTo>
                  <a:pt x="308" y="54"/>
                </a:lnTo>
                <a:lnTo>
                  <a:pt x="300" y="52"/>
                </a:lnTo>
                <a:lnTo>
                  <a:pt x="20" y="52"/>
                </a:lnTo>
                <a:lnTo>
                  <a:pt x="20" y="52"/>
                </a:lnTo>
                <a:lnTo>
                  <a:pt x="12" y="54"/>
                </a:lnTo>
                <a:lnTo>
                  <a:pt x="6" y="58"/>
                </a:lnTo>
                <a:lnTo>
                  <a:pt x="2" y="64"/>
                </a:lnTo>
                <a:lnTo>
                  <a:pt x="0" y="72"/>
                </a:lnTo>
                <a:lnTo>
                  <a:pt x="0" y="138"/>
                </a:lnTo>
                <a:lnTo>
                  <a:pt x="0" y="138"/>
                </a:lnTo>
                <a:lnTo>
                  <a:pt x="18" y="142"/>
                </a:lnTo>
                <a:lnTo>
                  <a:pt x="46" y="148"/>
                </a:lnTo>
                <a:lnTo>
                  <a:pt x="86" y="156"/>
                </a:lnTo>
                <a:lnTo>
                  <a:pt x="132" y="160"/>
                </a:lnTo>
                <a:lnTo>
                  <a:pt x="132" y="160"/>
                </a:lnTo>
                <a:close/>
                <a:moveTo>
                  <a:pt x="174" y="176"/>
                </a:moveTo>
                <a:lnTo>
                  <a:pt x="174" y="160"/>
                </a:lnTo>
                <a:lnTo>
                  <a:pt x="146" y="160"/>
                </a:lnTo>
                <a:lnTo>
                  <a:pt x="146" y="176"/>
                </a:lnTo>
                <a:lnTo>
                  <a:pt x="174" y="176"/>
                </a:lnTo>
                <a:close/>
                <a:moveTo>
                  <a:pt x="320" y="154"/>
                </a:moveTo>
                <a:lnTo>
                  <a:pt x="320" y="266"/>
                </a:lnTo>
                <a:lnTo>
                  <a:pt x="320" y="266"/>
                </a:lnTo>
                <a:lnTo>
                  <a:pt x="318" y="274"/>
                </a:lnTo>
                <a:lnTo>
                  <a:pt x="314" y="280"/>
                </a:lnTo>
                <a:lnTo>
                  <a:pt x="308" y="284"/>
                </a:lnTo>
                <a:lnTo>
                  <a:pt x="300" y="286"/>
                </a:lnTo>
                <a:lnTo>
                  <a:pt x="20" y="286"/>
                </a:lnTo>
                <a:lnTo>
                  <a:pt x="20" y="286"/>
                </a:lnTo>
                <a:lnTo>
                  <a:pt x="12" y="284"/>
                </a:lnTo>
                <a:lnTo>
                  <a:pt x="6" y="280"/>
                </a:lnTo>
                <a:lnTo>
                  <a:pt x="2" y="274"/>
                </a:lnTo>
                <a:lnTo>
                  <a:pt x="0" y="266"/>
                </a:lnTo>
                <a:lnTo>
                  <a:pt x="0" y="154"/>
                </a:lnTo>
                <a:lnTo>
                  <a:pt x="0" y="154"/>
                </a:lnTo>
                <a:lnTo>
                  <a:pt x="20" y="160"/>
                </a:lnTo>
                <a:lnTo>
                  <a:pt x="50" y="166"/>
                </a:lnTo>
                <a:lnTo>
                  <a:pt x="88" y="172"/>
                </a:lnTo>
                <a:lnTo>
                  <a:pt x="132" y="176"/>
                </a:lnTo>
                <a:lnTo>
                  <a:pt x="132" y="190"/>
                </a:lnTo>
                <a:lnTo>
                  <a:pt x="188" y="190"/>
                </a:lnTo>
                <a:lnTo>
                  <a:pt x="188" y="176"/>
                </a:lnTo>
                <a:lnTo>
                  <a:pt x="188" y="176"/>
                </a:lnTo>
                <a:lnTo>
                  <a:pt x="232" y="172"/>
                </a:lnTo>
                <a:lnTo>
                  <a:pt x="270" y="166"/>
                </a:lnTo>
                <a:lnTo>
                  <a:pt x="300" y="160"/>
                </a:lnTo>
                <a:lnTo>
                  <a:pt x="320" y="154"/>
                </a:lnTo>
                <a:lnTo>
                  <a:pt x="320" y="154"/>
                </a:lnTo>
                <a:close/>
                <a:moveTo>
                  <a:pt x="56" y="266"/>
                </a:moveTo>
                <a:lnTo>
                  <a:pt x="56" y="266"/>
                </a:lnTo>
                <a:lnTo>
                  <a:pt x="56" y="258"/>
                </a:lnTo>
                <a:lnTo>
                  <a:pt x="52" y="252"/>
                </a:lnTo>
                <a:lnTo>
                  <a:pt x="50" y="246"/>
                </a:lnTo>
                <a:lnTo>
                  <a:pt x="46" y="240"/>
                </a:lnTo>
                <a:lnTo>
                  <a:pt x="40" y="236"/>
                </a:lnTo>
                <a:lnTo>
                  <a:pt x="34" y="232"/>
                </a:lnTo>
                <a:lnTo>
                  <a:pt x="28" y="230"/>
                </a:lnTo>
                <a:lnTo>
                  <a:pt x="20" y="230"/>
                </a:lnTo>
                <a:lnTo>
                  <a:pt x="20" y="266"/>
                </a:lnTo>
                <a:lnTo>
                  <a:pt x="56" y="266"/>
                </a:lnTo>
                <a:close/>
                <a:moveTo>
                  <a:pt x="300" y="230"/>
                </a:moveTo>
                <a:lnTo>
                  <a:pt x="300" y="230"/>
                </a:lnTo>
                <a:lnTo>
                  <a:pt x="292" y="230"/>
                </a:lnTo>
                <a:lnTo>
                  <a:pt x="286" y="232"/>
                </a:lnTo>
                <a:lnTo>
                  <a:pt x="280" y="236"/>
                </a:lnTo>
                <a:lnTo>
                  <a:pt x="274" y="240"/>
                </a:lnTo>
                <a:lnTo>
                  <a:pt x="270" y="246"/>
                </a:lnTo>
                <a:lnTo>
                  <a:pt x="268" y="252"/>
                </a:lnTo>
                <a:lnTo>
                  <a:pt x="264" y="258"/>
                </a:lnTo>
                <a:lnTo>
                  <a:pt x="264" y="266"/>
                </a:lnTo>
                <a:lnTo>
                  <a:pt x="300" y="266"/>
                </a:lnTo>
                <a:lnTo>
                  <a:pt x="300" y="230"/>
                </a:lnTo>
                <a:close/>
              </a:path>
            </a:pathLst>
          </a:custGeom>
          <a:solidFill>
            <a:schemeClr val="bg2"/>
          </a:solidFill>
          <a:ln>
            <a:noFill/>
          </a:ln>
        </p:spPr>
        <p:txBody>
          <a:bodyPr vert="horz" wrap="square" lIns="82938" tIns="41469" rIns="82938" bIns="41469" numCol="1" anchor="t" anchorCtr="0" compatLnSpc="1"/>
          <a:lstStyle/>
          <a:p>
            <a:endParaRPr lang="en-GB" sz="1815"/>
          </a:p>
        </p:txBody>
      </p:sp>
      <p:sp>
        <p:nvSpPr>
          <p:cNvPr id="90" name="Freeform 4803"/>
          <p:cNvSpPr>
            <a:spLocks noEditPoints="1"/>
          </p:cNvSpPr>
          <p:nvPr/>
        </p:nvSpPr>
        <p:spPr bwMode="auto">
          <a:xfrm>
            <a:off x="5584900" y="1600058"/>
            <a:ext cx="591093" cy="430743"/>
          </a:xfrm>
          <a:custGeom>
            <a:avLst/>
            <a:gdLst>
              <a:gd name="T0" fmla="*/ 372 w 376"/>
              <a:gd name="T1" fmla="*/ 98 h 274"/>
              <a:gd name="T2" fmla="*/ 344 w 376"/>
              <a:gd name="T3" fmla="*/ 74 h 274"/>
              <a:gd name="T4" fmla="*/ 334 w 376"/>
              <a:gd name="T5" fmla="*/ 68 h 274"/>
              <a:gd name="T6" fmla="*/ 254 w 376"/>
              <a:gd name="T7" fmla="*/ 80 h 274"/>
              <a:gd name="T8" fmla="*/ 210 w 376"/>
              <a:gd name="T9" fmla="*/ 68 h 274"/>
              <a:gd name="T10" fmla="*/ 6 w 376"/>
              <a:gd name="T11" fmla="*/ 136 h 274"/>
              <a:gd name="T12" fmla="*/ 4 w 376"/>
              <a:gd name="T13" fmla="*/ 170 h 274"/>
              <a:gd name="T14" fmla="*/ 30 w 376"/>
              <a:gd name="T15" fmla="*/ 194 h 274"/>
              <a:gd name="T16" fmla="*/ 4 w 376"/>
              <a:gd name="T17" fmla="*/ 220 h 274"/>
              <a:gd name="T18" fmla="*/ 198 w 376"/>
              <a:gd name="T19" fmla="*/ 250 h 274"/>
              <a:gd name="T20" fmla="*/ 272 w 376"/>
              <a:gd name="T21" fmla="*/ 274 h 274"/>
              <a:gd name="T22" fmla="*/ 346 w 376"/>
              <a:gd name="T23" fmla="*/ 246 h 274"/>
              <a:gd name="T24" fmla="*/ 322 w 376"/>
              <a:gd name="T25" fmla="*/ 252 h 274"/>
              <a:gd name="T26" fmla="*/ 220 w 376"/>
              <a:gd name="T27" fmla="*/ 252 h 274"/>
              <a:gd name="T28" fmla="*/ 196 w 376"/>
              <a:gd name="T29" fmla="*/ 232 h 274"/>
              <a:gd name="T30" fmla="*/ 148 w 376"/>
              <a:gd name="T31" fmla="*/ 234 h 274"/>
              <a:gd name="T32" fmla="*/ 200 w 376"/>
              <a:gd name="T33" fmla="*/ 220 h 274"/>
              <a:gd name="T34" fmla="*/ 300 w 376"/>
              <a:gd name="T35" fmla="*/ 236 h 274"/>
              <a:gd name="T36" fmla="*/ 346 w 376"/>
              <a:gd name="T37" fmla="*/ 196 h 274"/>
              <a:gd name="T38" fmla="*/ 308 w 376"/>
              <a:gd name="T39" fmla="*/ 220 h 274"/>
              <a:gd name="T40" fmla="*/ 210 w 376"/>
              <a:gd name="T41" fmla="*/ 210 h 274"/>
              <a:gd name="T42" fmla="*/ 196 w 376"/>
              <a:gd name="T43" fmla="*/ 196 h 274"/>
              <a:gd name="T44" fmla="*/ 150 w 376"/>
              <a:gd name="T45" fmla="*/ 200 h 274"/>
              <a:gd name="T46" fmla="*/ 202 w 376"/>
              <a:gd name="T47" fmla="*/ 184 h 274"/>
              <a:gd name="T48" fmla="*/ 318 w 376"/>
              <a:gd name="T49" fmla="*/ 196 h 274"/>
              <a:gd name="T50" fmla="*/ 374 w 376"/>
              <a:gd name="T51" fmla="*/ 162 h 274"/>
              <a:gd name="T52" fmla="*/ 374 w 376"/>
              <a:gd name="T53" fmla="*/ 130 h 274"/>
              <a:gd name="T54" fmla="*/ 248 w 376"/>
              <a:gd name="T55" fmla="*/ 94 h 274"/>
              <a:gd name="T56" fmla="*/ 342 w 376"/>
              <a:gd name="T57" fmla="*/ 78 h 274"/>
              <a:gd name="T58" fmla="*/ 334 w 376"/>
              <a:gd name="T59" fmla="*/ 104 h 274"/>
              <a:gd name="T60" fmla="*/ 238 w 376"/>
              <a:gd name="T61" fmla="*/ 114 h 274"/>
              <a:gd name="T62" fmla="*/ 200 w 376"/>
              <a:gd name="T63" fmla="*/ 96 h 274"/>
              <a:gd name="T64" fmla="*/ 202 w 376"/>
              <a:gd name="T65" fmla="*/ 114 h 274"/>
              <a:gd name="T66" fmla="*/ 294 w 376"/>
              <a:gd name="T67" fmla="*/ 130 h 274"/>
              <a:gd name="T68" fmla="*/ 346 w 376"/>
              <a:gd name="T69" fmla="*/ 124 h 274"/>
              <a:gd name="T70" fmla="*/ 338 w 376"/>
              <a:gd name="T71" fmla="*/ 136 h 274"/>
              <a:gd name="T72" fmla="*/ 272 w 376"/>
              <a:gd name="T73" fmla="*/ 152 h 274"/>
              <a:gd name="T74" fmla="*/ 214 w 376"/>
              <a:gd name="T75" fmla="*/ 142 h 274"/>
              <a:gd name="T76" fmla="*/ 198 w 376"/>
              <a:gd name="T77" fmla="*/ 118 h 274"/>
              <a:gd name="T78" fmla="*/ 134 w 376"/>
              <a:gd name="T79" fmla="*/ 150 h 274"/>
              <a:gd name="T80" fmla="*/ 100 w 376"/>
              <a:gd name="T81" fmla="*/ 136 h 274"/>
              <a:gd name="T82" fmla="*/ 158 w 376"/>
              <a:gd name="T83" fmla="*/ 128 h 274"/>
              <a:gd name="T84" fmla="*/ 162 w 376"/>
              <a:gd name="T85" fmla="*/ 144 h 274"/>
              <a:gd name="T86" fmla="*/ 346 w 376"/>
              <a:gd name="T87" fmla="*/ 162 h 274"/>
              <a:gd name="T88" fmla="*/ 342 w 376"/>
              <a:gd name="T89" fmla="*/ 168 h 274"/>
              <a:gd name="T90" fmla="*/ 322 w 376"/>
              <a:gd name="T91" fmla="*/ 180 h 274"/>
              <a:gd name="T92" fmla="*/ 220 w 376"/>
              <a:gd name="T93" fmla="*/ 180 h 274"/>
              <a:gd name="T94" fmla="*/ 200 w 376"/>
              <a:gd name="T95" fmla="*/ 168 h 274"/>
              <a:gd name="T96" fmla="*/ 198 w 376"/>
              <a:gd name="T97" fmla="*/ 154 h 274"/>
              <a:gd name="T98" fmla="*/ 272 w 376"/>
              <a:gd name="T99" fmla="*/ 166 h 274"/>
              <a:gd name="T100" fmla="*/ 346 w 376"/>
              <a:gd name="T101" fmla="*/ 160 h 274"/>
              <a:gd name="T102" fmla="*/ 196 w 376"/>
              <a:gd name="T103" fmla="*/ 28 h 274"/>
              <a:gd name="T104" fmla="*/ 272 w 376"/>
              <a:gd name="T105" fmla="*/ 0 h 274"/>
              <a:gd name="T106" fmla="*/ 344 w 376"/>
              <a:gd name="T107" fmla="*/ 24 h 274"/>
              <a:gd name="T108" fmla="*/ 322 w 376"/>
              <a:gd name="T109" fmla="*/ 50 h 274"/>
              <a:gd name="T110" fmla="*/ 220 w 376"/>
              <a:gd name="T111" fmla="*/ 50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376" h="274">
                <a:moveTo>
                  <a:pt x="376" y="126"/>
                </a:moveTo>
                <a:lnTo>
                  <a:pt x="376" y="126"/>
                </a:lnTo>
                <a:lnTo>
                  <a:pt x="374" y="122"/>
                </a:lnTo>
                <a:lnTo>
                  <a:pt x="370" y="120"/>
                </a:lnTo>
                <a:lnTo>
                  <a:pt x="346" y="110"/>
                </a:lnTo>
                <a:lnTo>
                  <a:pt x="372" y="98"/>
                </a:lnTo>
                <a:lnTo>
                  <a:pt x="372" y="98"/>
                </a:lnTo>
                <a:lnTo>
                  <a:pt x="376" y="96"/>
                </a:lnTo>
                <a:lnTo>
                  <a:pt x="376" y="92"/>
                </a:lnTo>
                <a:lnTo>
                  <a:pt x="376" y="92"/>
                </a:lnTo>
                <a:lnTo>
                  <a:pt x="376" y="86"/>
                </a:lnTo>
                <a:lnTo>
                  <a:pt x="372" y="84"/>
                </a:lnTo>
                <a:lnTo>
                  <a:pt x="344" y="74"/>
                </a:lnTo>
                <a:lnTo>
                  <a:pt x="344" y="74"/>
                </a:lnTo>
                <a:lnTo>
                  <a:pt x="346" y="70"/>
                </a:lnTo>
                <a:lnTo>
                  <a:pt x="346" y="66"/>
                </a:lnTo>
                <a:lnTo>
                  <a:pt x="346" y="52"/>
                </a:lnTo>
                <a:lnTo>
                  <a:pt x="346" y="52"/>
                </a:lnTo>
                <a:lnTo>
                  <a:pt x="346" y="56"/>
                </a:lnTo>
                <a:lnTo>
                  <a:pt x="344" y="60"/>
                </a:lnTo>
                <a:lnTo>
                  <a:pt x="334" y="68"/>
                </a:lnTo>
                <a:lnTo>
                  <a:pt x="334" y="68"/>
                </a:lnTo>
                <a:lnTo>
                  <a:pt x="322" y="72"/>
                </a:lnTo>
                <a:lnTo>
                  <a:pt x="308" y="76"/>
                </a:lnTo>
                <a:lnTo>
                  <a:pt x="290" y="80"/>
                </a:lnTo>
                <a:lnTo>
                  <a:pt x="272" y="80"/>
                </a:lnTo>
                <a:lnTo>
                  <a:pt x="272" y="80"/>
                </a:lnTo>
                <a:lnTo>
                  <a:pt x="254" y="80"/>
                </a:lnTo>
                <a:lnTo>
                  <a:pt x="238" y="78"/>
                </a:lnTo>
                <a:lnTo>
                  <a:pt x="226" y="74"/>
                </a:lnTo>
                <a:lnTo>
                  <a:pt x="214" y="70"/>
                </a:lnTo>
                <a:lnTo>
                  <a:pt x="214" y="70"/>
                </a:lnTo>
                <a:lnTo>
                  <a:pt x="214" y="70"/>
                </a:lnTo>
                <a:lnTo>
                  <a:pt x="210" y="68"/>
                </a:lnTo>
                <a:lnTo>
                  <a:pt x="210" y="68"/>
                </a:lnTo>
                <a:lnTo>
                  <a:pt x="200" y="60"/>
                </a:lnTo>
                <a:lnTo>
                  <a:pt x="198" y="56"/>
                </a:lnTo>
                <a:lnTo>
                  <a:pt x="196" y="52"/>
                </a:lnTo>
                <a:lnTo>
                  <a:pt x="196" y="52"/>
                </a:lnTo>
                <a:lnTo>
                  <a:pt x="198" y="46"/>
                </a:lnTo>
                <a:lnTo>
                  <a:pt x="6" y="136"/>
                </a:lnTo>
                <a:lnTo>
                  <a:pt x="6" y="136"/>
                </a:lnTo>
                <a:lnTo>
                  <a:pt x="2" y="138"/>
                </a:lnTo>
                <a:lnTo>
                  <a:pt x="2" y="142"/>
                </a:lnTo>
                <a:lnTo>
                  <a:pt x="2" y="142"/>
                </a:lnTo>
                <a:lnTo>
                  <a:pt x="2" y="148"/>
                </a:lnTo>
                <a:lnTo>
                  <a:pt x="6" y="150"/>
                </a:lnTo>
                <a:lnTo>
                  <a:pt x="30" y="158"/>
                </a:lnTo>
                <a:lnTo>
                  <a:pt x="4" y="170"/>
                </a:lnTo>
                <a:lnTo>
                  <a:pt x="4" y="170"/>
                </a:lnTo>
                <a:lnTo>
                  <a:pt x="2" y="174"/>
                </a:lnTo>
                <a:lnTo>
                  <a:pt x="0" y="178"/>
                </a:lnTo>
                <a:lnTo>
                  <a:pt x="0" y="178"/>
                </a:lnTo>
                <a:lnTo>
                  <a:pt x="2" y="182"/>
                </a:lnTo>
                <a:lnTo>
                  <a:pt x="6" y="184"/>
                </a:lnTo>
                <a:lnTo>
                  <a:pt x="30" y="194"/>
                </a:lnTo>
                <a:lnTo>
                  <a:pt x="4" y="206"/>
                </a:lnTo>
                <a:lnTo>
                  <a:pt x="4" y="206"/>
                </a:lnTo>
                <a:lnTo>
                  <a:pt x="0" y="208"/>
                </a:lnTo>
                <a:lnTo>
                  <a:pt x="0" y="212"/>
                </a:lnTo>
                <a:lnTo>
                  <a:pt x="0" y="212"/>
                </a:lnTo>
                <a:lnTo>
                  <a:pt x="0" y="218"/>
                </a:lnTo>
                <a:lnTo>
                  <a:pt x="4" y="220"/>
                </a:lnTo>
                <a:lnTo>
                  <a:pt x="148" y="270"/>
                </a:lnTo>
                <a:lnTo>
                  <a:pt x="148" y="270"/>
                </a:lnTo>
                <a:lnTo>
                  <a:pt x="150" y="270"/>
                </a:lnTo>
                <a:lnTo>
                  <a:pt x="150" y="270"/>
                </a:lnTo>
                <a:lnTo>
                  <a:pt x="154" y="270"/>
                </a:lnTo>
                <a:lnTo>
                  <a:pt x="198" y="250"/>
                </a:lnTo>
                <a:lnTo>
                  <a:pt x="198" y="250"/>
                </a:lnTo>
                <a:lnTo>
                  <a:pt x="200" y="254"/>
                </a:lnTo>
                <a:lnTo>
                  <a:pt x="206" y="258"/>
                </a:lnTo>
                <a:lnTo>
                  <a:pt x="212" y="264"/>
                </a:lnTo>
                <a:lnTo>
                  <a:pt x="222" y="266"/>
                </a:lnTo>
                <a:lnTo>
                  <a:pt x="244" y="272"/>
                </a:lnTo>
                <a:lnTo>
                  <a:pt x="272" y="274"/>
                </a:lnTo>
                <a:lnTo>
                  <a:pt x="272" y="274"/>
                </a:lnTo>
                <a:lnTo>
                  <a:pt x="300" y="272"/>
                </a:lnTo>
                <a:lnTo>
                  <a:pt x="314" y="270"/>
                </a:lnTo>
                <a:lnTo>
                  <a:pt x="324" y="266"/>
                </a:lnTo>
                <a:lnTo>
                  <a:pt x="334" y="262"/>
                </a:lnTo>
                <a:lnTo>
                  <a:pt x="340" y="256"/>
                </a:lnTo>
                <a:lnTo>
                  <a:pt x="344" y="252"/>
                </a:lnTo>
                <a:lnTo>
                  <a:pt x="346" y="246"/>
                </a:lnTo>
                <a:lnTo>
                  <a:pt x="346" y="230"/>
                </a:lnTo>
                <a:lnTo>
                  <a:pt x="346" y="230"/>
                </a:lnTo>
                <a:lnTo>
                  <a:pt x="346" y="236"/>
                </a:lnTo>
                <a:lnTo>
                  <a:pt x="344" y="240"/>
                </a:lnTo>
                <a:lnTo>
                  <a:pt x="334" y="246"/>
                </a:lnTo>
                <a:lnTo>
                  <a:pt x="334" y="246"/>
                </a:lnTo>
                <a:lnTo>
                  <a:pt x="322" y="252"/>
                </a:lnTo>
                <a:lnTo>
                  <a:pt x="308" y="256"/>
                </a:lnTo>
                <a:lnTo>
                  <a:pt x="290" y="258"/>
                </a:lnTo>
                <a:lnTo>
                  <a:pt x="272" y="260"/>
                </a:lnTo>
                <a:lnTo>
                  <a:pt x="272" y="260"/>
                </a:lnTo>
                <a:lnTo>
                  <a:pt x="252" y="258"/>
                </a:lnTo>
                <a:lnTo>
                  <a:pt x="236" y="256"/>
                </a:lnTo>
                <a:lnTo>
                  <a:pt x="220" y="252"/>
                </a:lnTo>
                <a:lnTo>
                  <a:pt x="210" y="246"/>
                </a:lnTo>
                <a:lnTo>
                  <a:pt x="210" y="246"/>
                </a:lnTo>
                <a:lnTo>
                  <a:pt x="206" y="244"/>
                </a:lnTo>
                <a:lnTo>
                  <a:pt x="206" y="244"/>
                </a:lnTo>
                <a:lnTo>
                  <a:pt x="206" y="244"/>
                </a:lnTo>
                <a:lnTo>
                  <a:pt x="200" y="238"/>
                </a:lnTo>
                <a:lnTo>
                  <a:pt x="196" y="232"/>
                </a:lnTo>
                <a:lnTo>
                  <a:pt x="196" y="232"/>
                </a:lnTo>
                <a:lnTo>
                  <a:pt x="196" y="230"/>
                </a:lnTo>
                <a:lnTo>
                  <a:pt x="196" y="232"/>
                </a:lnTo>
                <a:lnTo>
                  <a:pt x="150" y="254"/>
                </a:lnTo>
                <a:lnTo>
                  <a:pt x="28" y="212"/>
                </a:lnTo>
                <a:lnTo>
                  <a:pt x="52" y="200"/>
                </a:lnTo>
                <a:lnTo>
                  <a:pt x="148" y="234"/>
                </a:lnTo>
                <a:lnTo>
                  <a:pt x="148" y="234"/>
                </a:lnTo>
                <a:lnTo>
                  <a:pt x="152" y="234"/>
                </a:lnTo>
                <a:lnTo>
                  <a:pt x="152" y="234"/>
                </a:lnTo>
                <a:lnTo>
                  <a:pt x="154" y="234"/>
                </a:lnTo>
                <a:lnTo>
                  <a:pt x="198" y="214"/>
                </a:lnTo>
                <a:lnTo>
                  <a:pt x="198" y="214"/>
                </a:lnTo>
                <a:lnTo>
                  <a:pt x="200" y="220"/>
                </a:lnTo>
                <a:lnTo>
                  <a:pt x="206" y="224"/>
                </a:lnTo>
                <a:lnTo>
                  <a:pt x="214" y="228"/>
                </a:lnTo>
                <a:lnTo>
                  <a:pt x="222" y="232"/>
                </a:lnTo>
                <a:lnTo>
                  <a:pt x="246" y="236"/>
                </a:lnTo>
                <a:lnTo>
                  <a:pt x="272" y="238"/>
                </a:lnTo>
                <a:lnTo>
                  <a:pt x="272" y="238"/>
                </a:lnTo>
                <a:lnTo>
                  <a:pt x="300" y="236"/>
                </a:lnTo>
                <a:lnTo>
                  <a:pt x="314" y="234"/>
                </a:lnTo>
                <a:lnTo>
                  <a:pt x="324" y="230"/>
                </a:lnTo>
                <a:lnTo>
                  <a:pt x="334" y="226"/>
                </a:lnTo>
                <a:lnTo>
                  <a:pt x="340" y="220"/>
                </a:lnTo>
                <a:lnTo>
                  <a:pt x="344" y="216"/>
                </a:lnTo>
                <a:lnTo>
                  <a:pt x="346" y="210"/>
                </a:lnTo>
                <a:lnTo>
                  <a:pt x="346" y="196"/>
                </a:lnTo>
                <a:lnTo>
                  <a:pt x="346" y="196"/>
                </a:lnTo>
                <a:lnTo>
                  <a:pt x="346" y="200"/>
                </a:lnTo>
                <a:lnTo>
                  <a:pt x="344" y="204"/>
                </a:lnTo>
                <a:lnTo>
                  <a:pt x="334" y="210"/>
                </a:lnTo>
                <a:lnTo>
                  <a:pt x="334" y="210"/>
                </a:lnTo>
                <a:lnTo>
                  <a:pt x="322" y="216"/>
                </a:lnTo>
                <a:lnTo>
                  <a:pt x="308" y="220"/>
                </a:lnTo>
                <a:lnTo>
                  <a:pt x="290" y="222"/>
                </a:lnTo>
                <a:lnTo>
                  <a:pt x="272" y="224"/>
                </a:lnTo>
                <a:lnTo>
                  <a:pt x="272" y="224"/>
                </a:lnTo>
                <a:lnTo>
                  <a:pt x="252" y="222"/>
                </a:lnTo>
                <a:lnTo>
                  <a:pt x="236" y="220"/>
                </a:lnTo>
                <a:lnTo>
                  <a:pt x="220" y="216"/>
                </a:lnTo>
                <a:lnTo>
                  <a:pt x="210" y="210"/>
                </a:lnTo>
                <a:lnTo>
                  <a:pt x="210" y="210"/>
                </a:lnTo>
                <a:lnTo>
                  <a:pt x="208" y="210"/>
                </a:lnTo>
                <a:lnTo>
                  <a:pt x="208" y="210"/>
                </a:lnTo>
                <a:lnTo>
                  <a:pt x="200" y="204"/>
                </a:lnTo>
                <a:lnTo>
                  <a:pt x="198" y="198"/>
                </a:lnTo>
                <a:lnTo>
                  <a:pt x="198" y="198"/>
                </a:lnTo>
                <a:lnTo>
                  <a:pt x="196" y="196"/>
                </a:lnTo>
                <a:lnTo>
                  <a:pt x="196" y="198"/>
                </a:lnTo>
                <a:lnTo>
                  <a:pt x="152" y="218"/>
                </a:lnTo>
                <a:lnTo>
                  <a:pt x="72" y="192"/>
                </a:lnTo>
                <a:lnTo>
                  <a:pt x="50" y="184"/>
                </a:lnTo>
                <a:lnTo>
                  <a:pt x="28" y="176"/>
                </a:lnTo>
                <a:lnTo>
                  <a:pt x="52" y="166"/>
                </a:lnTo>
                <a:lnTo>
                  <a:pt x="150" y="200"/>
                </a:lnTo>
                <a:lnTo>
                  <a:pt x="150" y="200"/>
                </a:lnTo>
                <a:lnTo>
                  <a:pt x="152" y="200"/>
                </a:lnTo>
                <a:lnTo>
                  <a:pt x="152" y="200"/>
                </a:lnTo>
                <a:lnTo>
                  <a:pt x="156" y="200"/>
                </a:lnTo>
                <a:lnTo>
                  <a:pt x="198" y="180"/>
                </a:lnTo>
                <a:lnTo>
                  <a:pt x="198" y="180"/>
                </a:lnTo>
                <a:lnTo>
                  <a:pt x="202" y="184"/>
                </a:lnTo>
                <a:lnTo>
                  <a:pt x="208" y="188"/>
                </a:lnTo>
                <a:lnTo>
                  <a:pt x="224" y="196"/>
                </a:lnTo>
                <a:lnTo>
                  <a:pt x="246" y="200"/>
                </a:lnTo>
                <a:lnTo>
                  <a:pt x="272" y="202"/>
                </a:lnTo>
                <a:lnTo>
                  <a:pt x="272" y="202"/>
                </a:lnTo>
                <a:lnTo>
                  <a:pt x="296" y="200"/>
                </a:lnTo>
                <a:lnTo>
                  <a:pt x="318" y="196"/>
                </a:lnTo>
                <a:lnTo>
                  <a:pt x="334" y="190"/>
                </a:lnTo>
                <a:lnTo>
                  <a:pt x="340" y="186"/>
                </a:lnTo>
                <a:lnTo>
                  <a:pt x="344" y="180"/>
                </a:lnTo>
                <a:lnTo>
                  <a:pt x="370" y="168"/>
                </a:lnTo>
                <a:lnTo>
                  <a:pt x="370" y="168"/>
                </a:lnTo>
                <a:lnTo>
                  <a:pt x="374" y="166"/>
                </a:lnTo>
                <a:lnTo>
                  <a:pt x="374" y="162"/>
                </a:lnTo>
                <a:lnTo>
                  <a:pt x="374" y="162"/>
                </a:lnTo>
                <a:lnTo>
                  <a:pt x="374" y="156"/>
                </a:lnTo>
                <a:lnTo>
                  <a:pt x="370" y="154"/>
                </a:lnTo>
                <a:lnTo>
                  <a:pt x="346" y="146"/>
                </a:lnTo>
                <a:lnTo>
                  <a:pt x="372" y="134"/>
                </a:lnTo>
                <a:lnTo>
                  <a:pt x="372" y="134"/>
                </a:lnTo>
                <a:lnTo>
                  <a:pt x="374" y="130"/>
                </a:lnTo>
                <a:lnTo>
                  <a:pt x="376" y="126"/>
                </a:lnTo>
                <a:lnTo>
                  <a:pt x="376" y="126"/>
                </a:lnTo>
                <a:close/>
                <a:moveTo>
                  <a:pt x="202" y="78"/>
                </a:moveTo>
                <a:lnTo>
                  <a:pt x="202" y="78"/>
                </a:lnTo>
                <a:lnTo>
                  <a:pt x="214" y="84"/>
                </a:lnTo>
                <a:lnTo>
                  <a:pt x="230" y="90"/>
                </a:lnTo>
                <a:lnTo>
                  <a:pt x="248" y="94"/>
                </a:lnTo>
                <a:lnTo>
                  <a:pt x="272" y="96"/>
                </a:lnTo>
                <a:lnTo>
                  <a:pt x="272" y="96"/>
                </a:lnTo>
                <a:lnTo>
                  <a:pt x="294" y="94"/>
                </a:lnTo>
                <a:lnTo>
                  <a:pt x="314" y="90"/>
                </a:lnTo>
                <a:lnTo>
                  <a:pt x="330" y="84"/>
                </a:lnTo>
                <a:lnTo>
                  <a:pt x="342" y="78"/>
                </a:lnTo>
                <a:lnTo>
                  <a:pt x="342" y="78"/>
                </a:lnTo>
                <a:lnTo>
                  <a:pt x="346" y="82"/>
                </a:lnTo>
                <a:lnTo>
                  <a:pt x="346" y="88"/>
                </a:lnTo>
                <a:lnTo>
                  <a:pt x="346" y="88"/>
                </a:lnTo>
                <a:lnTo>
                  <a:pt x="346" y="92"/>
                </a:lnTo>
                <a:lnTo>
                  <a:pt x="344" y="96"/>
                </a:lnTo>
                <a:lnTo>
                  <a:pt x="334" y="104"/>
                </a:lnTo>
                <a:lnTo>
                  <a:pt x="334" y="104"/>
                </a:lnTo>
                <a:lnTo>
                  <a:pt x="322" y="108"/>
                </a:lnTo>
                <a:lnTo>
                  <a:pt x="308" y="112"/>
                </a:lnTo>
                <a:lnTo>
                  <a:pt x="290" y="116"/>
                </a:lnTo>
                <a:lnTo>
                  <a:pt x="272" y="116"/>
                </a:lnTo>
                <a:lnTo>
                  <a:pt x="272" y="116"/>
                </a:lnTo>
                <a:lnTo>
                  <a:pt x="254" y="116"/>
                </a:lnTo>
                <a:lnTo>
                  <a:pt x="238" y="114"/>
                </a:lnTo>
                <a:lnTo>
                  <a:pt x="226" y="110"/>
                </a:lnTo>
                <a:lnTo>
                  <a:pt x="214" y="106"/>
                </a:lnTo>
                <a:lnTo>
                  <a:pt x="214" y="106"/>
                </a:lnTo>
                <a:lnTo>
                  <a:pt x="214" y="106"/>
                </a:lnTo>
                <a:lnTo>
                  <a:pt x="210" y="104"/>
                </a:lnTo>
                <a:lnTo>
                  <a:pt x="210" y="104"/>
                </a:lnTo>
                <a:lnTo>
                  <a:pt x="200" y="96"/>
                </a:lnTo>
                <a:lnTo>
                  <a:pt x="198" y="92"/>
                </a:lnTo>
                <a:lnTo>
                  <a:pt x="196" y="88"/>
                </a:lnTo>
                <a:lnTo>
                  <a:pt x="196" y="88"/>
                </a:lnTo>
                <a:lnTo>
                  <a:pt x="198" y="82"/>
                </a:lnTo>
                <a:lnTo>
                  <a:pt x="202" y="78"/>
                </a:lnTo>
                <a:lnTo>
                  <a:pt x="202" y="78"/>
                </a:lnTo>
                <a:close/>
                <a:moveTo>
                  <a:pt x="202" y="114"/>
                </a:moveTo>
                <a:lnTo>
                  <a:pt x="202" y="114"/>
                </a:lnTo>
                <a:lnTo>
                  <a:pt x="214" y="120"/>
                </a:lnTo>
                <a:lnTo>
                  <a:pt x="230" y="126"/>
                </a:lnTo>
                <a:lnTo>
                  <a:pt x="248" y="130"/>
                </a:lnTo>
                <a:lnTo>
                  <a:pt x="272" y="130"/>
                </a:lnTo>
                <a:lnTo>
                  <a:pt x="272" y="130"/>
                </a:lnTo>
                <a:lnTo>
                  <a:pt x="294" y="130"/>
                </a:lnTo>
                <a:lnTo>
                  <a:pt x="314" y="126"/>
                </a:lnTo>
                <a:lnTo>
                  <a:pt x="330" y="120"/>
                </a:lnTo>
                <a:lnTo>
                  <a:pt x="342" y="114"/>
                </a:lnTo>
                <a:lnTo>
                  <a:pt x="342" y="114"/>
                </a:lnTo>
                <a:lnTo>
                  <a:pt x="346" y="118"/>
                </a:lnTo>
                <a:lnTo>
                  <a:pt x="346" y="124"/>
                </a:lnTo>
                <a:lnTo>
                  <a:pt x="346" y="124"/>
                </a:lnTo>
                <a:lnTo>
                  <a:pt x="346" y="128"/>
                </a:lnTo>
                <a:lnTo>
                  <a:pt x="346" y="128"/>
                </a:lnTo>
                <a:lnTo>
                  <a:pt x="342" y="132"/>
                </a:lnTo>
                <a:lnTo>
                  <a:pt x="342" y="132"/>
                </a:lnTo>
                <a:lnTo>
                  <a:pt x="340" y="134"/>
                </a:lnTo>
                <a:lnTo>
                  <a:pt x="340" y="134"/>
                </a:lnTo>
                <a:lnTo>
                  <a:pt x="338" y="136"/>
                </a:lnTo>
                <a:lnTo>
                  <a:pt x="338" y="136"/>
                </a:lnTo>
                <a:lnTo>
                  <a:pt x="334" y="140"/>
                </a:lnTo>
                <a:lnTo>
                  <a:pt x="334" y="140"/>
                </a:lnTo>
                <a:lnTo>
                  <a:pt x="322" y="144"/>
                </a:lnTo>
                <a:lnTo>
                  <a:pt x="308" y="148"/>
                </a:lnTo>
                <a:lnTo>
                  <a:pt x="290" y="150"/>
                </a:lnTo>
                <a:lnTo>
                  <a:pt x="272" y="152"/>
                </a:lnTo>
                <a:lnTo>
                  <a:pt x="272" y="152"/>
                </a:lnTo>
                <a:lnTo>
                  <a:pt x="254" y="152"/>
                </a:lnTo>
                <a:lnTo>
                  <a:pt x="238" y="148"/>
                </a:lnTo>
                <a:lnTo>
                  <a:pt x="226" y="146"/>
                </a:lnTo>
                <a:lnTo>
                  <a:pt x="214" y="142"/>
                </a:lnTo>
                <a:lnTo>
                  <a:pt x="214" y="142"/>
                </a:lnTo>
                <a:lnTo>
                  <a:pt x="214" y="142"/>
                </a:lnTo>
                <a:lnTo>
                  <a:pt x="210" y="140"/>
                </a:lnTo>
                <a:lnTo>
                  <a:pt x="210" y="140"/>
                </a:lnTo>
                <a:lnTo>
                  <a:pt x="200" y="132"/>
                </a:lnTo>
                <a:lnTo>
                  <a:pt x="198" y="128"/>
                </a:lnTo>
                <a:lnTo>
                  <a:pt x="196" y="124"/>
                </a:lnTo>
                <a:lnTo>
                  <a:pt x="196" y="124"/>
                </a:lnTo>
                <a:lnTo>
                  <a:pt x="198" y="118"/>
                </a:lnTo>
                <a:lnTo>
                  <a:pt x="202" y="114"/>
                </a:lnTo>
                <a:lnTo>
                  <a:pt x="202" y="114"/>
                </a:lnTo>
                <a:close/>
                <a:moveTo>
                  <a:pt x="162" y="144"/>
                </a:moveTo>
                <a:lnTo>
                  <a:pt x="162" y="144"/>
                </a:lnTo>
                <a:lnTo>
                  <a:pt x="150" y="150"/>
                </a:lnTo>
                <a:lnTo>
                  <a:pt x="134" y="150"/>
                </a:lnTo>
                <a:lnTo>
                  <a:pt x="134" y="150"/>
                </a:lnTo>
                <a:lnTo>
                  <a:pt x="116" y="150"/>
                </a:lnTo>
                <a:lnTo>
                  <a:pt x="104" y="144"/>
                </a:lnTo>
                <a:lnTo>
                  <a:pt x="104" y="144"/>
                </a:lnTo>
                <a:lnTo>
                  <a:pt x="100" y="142"/>
                </a:lnTo>
                <a:lnTo>
                  <a:pt x="98" y="138"/>
                </a:lnTo>
                <a:lnTo>
                  <a:pt x="98" y="138"/>
                </a:lnTo>
                <a:lnTo>
                  <a:pt x="100" y="136"/>
                </a:lnTo>
                <a:lnTo>
                  <a:pt x="102" y="132"/>
                </a:lnTo>
                <a:lnTo>
                  <a:pt x="110" y="128"/>
                </a:lnTo>
                <a:lnTo>
                  <a:pt x="120" y="126"/>
                </a:lnTo>
                <a:lnTo>
                  <a:pt x="134" y="124"/>
                </a:lnTo>
                <a:lnTo>
                  <a:pt x="134" y="124"/>
                </a:lnTo>
                <a:lnTo>
                  <a:pt x="148" y="126"/>
                </a:lnTo>
                <a:lnTo>
                  <a:pt x="158" y="128"/>
                </a:lnTo>
                <a:lnTo>
                  <a:pt x="166" y="132"/>
                </a:lnTo>
                <a:lnTo>
                  <a:pt x="168" y="136"/>
                </a:lnTo>
                <a:lnTo>
                  <a:pt x="168" y="138"/>
                </a:lnTo>
                <a:lnTo>
                  <a:pt x="168" y="138"/>
                </a:lnTo>
                <a:lnTo>
                  <a:pt x="166" y="142"/>
                </a:lnTo>
                <a:lnTo>
                  <a:pt x="162" y="144"/>
                </a:lnTo>
                <a:lnTo>
                  <a:pt x="162" y="144"/>
                </a:lnTo>
                <a:close/>
                <a:moveTo>
                  <a:pt x="346" y="160"/>
                </a:moveTo>
                <a:lnTo>
                  <a:pt x="346" y="160"/>
                </a:lnTo>
                <a:lnTo>
                  <a:pt x="346" y="162"/>
                </a:lnTo>
                <a:lnTo>
                  <a:pt x="346" y="162"/>
                </a:lnTo>
                <a:lnTo>
                  <a:pt x="346" y="162"/>
                </a:lnTo>
                <a:lnTo>
                  <a:pt x="346" y="162"/>
                </a:lnTo>
                <a:lnTo>
                  <a:pt x="346" y="162"/>
                </a:lnTo>
                <a:lnTo>
                  <a:pt x="346" y="162"/>
                </a:lnTo>
                <a:lnTo>
                  <a:pt x="344" y="166"/>
                </a:lnTo>
                <a:lnTo>
                  <a:pt x="344" y="166"/>
                </a:lnTo>
                <a:lnTo>
                  <a:pt x="344" y="166"/>
                </a:lnTo>
                <a:lnTo>
                  <a:pt x="344" y="166"/>
                </a:lnTo>
                <a:lnTo>
                  <a:pt x="342" y="168"/>
                </a:lnTo>
                <a:lnTo>
                  <a:pt x="342" y="168"/>
                </a:lnTo>
                <a:lnTo>
                  <a:pt x="340" y="170"/>
                </a:lnTo>
                <a:lnTo>
                  <a:pt x="340" y="170"/>
                </a:lnTo>
                <a:lnTo>
                  <a:pt x="338" y="172"/>
                </a:lnTo>
                <a:lnTo>
                  <a:pt x="338" y="172"/>
                </a:lnTo>
                <a:lnTo>
                  <a:pt x="334" y="174"/>
                </a:lnTo>
                <a:lnTo>
                  <a:pt x="334" y="174"/>
                </a:lnTo>
                <a:lnTo>
                  <a:pt x="322" y="180"/>
                </a:lnTo>
                <a:lnTo>
                  <a:pt x="308" y="184"/>
                </a:lnTo>
                <a:lnTo>
                  <a:pt x="290" y="186"/>
                </a:lnTo>
                <a:lnTo>
                  <a:pt x="272" y="188"/>
                </a:lnTo>
                <a:lnTo>
                  <a:pt x="272" y="188"/>
                </a:lnTo>
                <a:lnTo>
                  <a:pt x="252" y="186"/>
                </a:lnTo>
                <a:lnTo>
                  <a:pt x="236" y="184"/>
                </a:lnTo>
                <a:lnTo>
                  <a:pt x="220" y="180"/>
                </a:lnTo>
                <a:lnTo>
                  <a:pt x="210" y="174"/>
                </a:lnTo>
                <a:lnTo>
                  <a:pt x="210" y="174"/>
                </a:lnTo>
                <a:lnTo>
                  <a:pt x="208" y="174"/>
                </a:lnTo>
                <a:lnTo>
                  <a:pt x="208" y="174"/>
                </a:lnTo>
                <a:lnTo>
                  <a:pt x="208" y="174"/>
                </a:lnTo>
                <a:lnTo>
                  <a:pt x="200" y="168"/>
                </a:lnTo>
                <a:lnTo>
                  <a:pt x="200" y="168"/>
                </a:lnTo>
                <a:lnTo>
                  <a:pt x="200" y="166"/>
                </a:lnTo>
                <a:lnTo>
                  <a:pt x="200" y="166"/>
                </a:lnTo>
                <a:lnTo>
                  <a:pt x="198" y="164"/>
                </a:lnTo>
                <a:lnTo>
                  <a:pt x="198" y="164"/>
                </a:lnTo>
                <a:lnTo>
                  <a:pt x="196" y="160"/>
                </a:lnTo>
                <a:lnTo>
                  <a:pt x="196" y="160"/>
                </a:lnTo>
                <a:lnTo>
                  <a:pt x="198" y="154"/>
                </a:lnTo>
                <a:lnTo>
                  <a:pt x="202" y="148"/>
                </a:lnTo>
                <a:lnTo>
                  <a:pt x="202" y="148"/>
                </a:lnTo>
                <a:lnTo>
                  <a:pt x="214" y="156"/>
                </a:lnTo>
                <a:lnTo>
                  <a:pt x="230" y="162"/>
                </a:lnTo>
                <a:lnTo>
                  <a:pt x="248" y="166"/>
                </a:lnTo>
                <a:lnTo>
                  <a:pt x="272" y="166"/>
                </a:lnTo>
                <a:lnTo>
                  <a:pt x="272" y="166"/>
                </a:lnTo>
                <a:lnTo>
                  <a:pt x="294" y="166"/>
                </a:lnTo>
                <a:lnTo>
                  <a:pt x="314" y="162"/>
                </a:lnTo>
                <a:lnTo>
                  <a:pt x="330" y="156"/>
                </a:lnTo>
                <a:lnTo>
                  <a:pt x="342" y="148"/>
                </a:lnTo>
                <a:lnTo>
                  <a:pt x="342" y="148"/>
                </a:lnTo>
                <a:lnTo>
                  <a:pt x="346" y="154"/>
                </a:lnTo>
                <a:lnTo>
                  <a:pt x="346" y="160"/>
                </a:lnTo>
                <a:lnTo>
                  <a:pt x="346" y="160"/>
                </a:lnTo>
                <a:close/>
                <a:moveTo>
                  <a:pt x="346" y="128"/>
                </a:moveTo>
                <a:lnTo>
                  <a:pt x="346" y="128"/>
                </a:lnTo>
                <a:lnTo>
                  <a:pt x="348" y="128"/>
                </a:lnTo>
                <a:lnTo>
                  <a:pt x="346" y="128"/>
                </a:lnTo>
                <a:close/>
                <a:moveTo>
                  <a:pt x="196" y="28"/>
                </a:moveTo>
                <a:lnTo>
                  <a:pt x="196" y="28"/>
                </a:lnTo>
                <a:lnTo>
                  <a:pt x="198" y="24"/>
                </a:lnTo>
                <a:lnTo>
                  <a:pt x="202" y="18"/>
                </a:lnTo>
                <a:lnTo>
                  <a:pt x="210" y="14"/>
                </a:lnTo>
                <a:lnTo>
                  <a:pt x="218" y="8"/>
                </a:lnTo>
                <a:lnTo>
                  <a:pt x="230" y="6"/>
                </a:lnTo>
                <a:lnTo>
                  <a:pt x="242" y="2"/>
                </a:lnTo>
                <a:lnTo>
                  <a:pt x="272" y="0"/>
                </a:lnTo>
                <a:lnTo>
                  <a:pt x="272" y="0"/>
                </a:lnTo>
                <a:lnTo>
                  <a:pt x="300" y="2"/>
                </a:lnTo>
                <a:lnTo>
                  <a:pt x="314" y="6"/>
                </a:lnTo>
                <a:lnTo>
                  <a:pt x="324" y="8"/>
                </a:lnTo>
                <a:lnTo>
                  <a:pt x="334" y="14"/>
                </a:lnTo>
                <a:lnTo>
                  <a:pt x="340" y="18"/>
                </a:lnTo>
                <a:lnTo>
                  <a:pt x="344" y="24"/>
                </a:lnTo>
                <a:lnTo>
                  <a:pt x="346" y="28"/>
                </a:lnTo>
                <a:lnTo>
                  <a:pt x="346" y="28"/>
                </a:lnTo>
                <a:lnTo>
                  <a:pt x="346" y="34"/>
                </a:lnTo>
                <a:lnTo>
                  <a:pt x="344" y="38"/>
                </a:lnTo>
                <a:lnTo>
                  <a:pt x="334" y="44"/>
                </a:lnTo>
                <a:lnTo>
                  <a:pt x="334" y="44"/>
                </a:lnTo>
                <a:lnTo>
                  <a:pt x="322" y="50"/>
                </a:lnTo>
                <a:lnTo>
                  <a:pt x="308" y="54"/>
                </a:lnTo>
                <a:lnTo>
                  <a:pt x="290" y="56"/>
                </a:lnTo>
                <a:lnTo>
                  <a:pt x="272" y="58"/>
                </a:lnTo>
                <a:lnTo>
                  <a:pt x="272" y="58"/>
                </a:lnTo>
                <a:lnTo>
                  <a:pt x="252" y="56"/>
                </a:lnTo>
                <a:lnTo>
                  <a:pt x="236" y="54"/>
                </a:lnTo>
                <a:lnTo>
                  <a:pt x="220" y="50"/>
                </a:lnTo>
                <a:lnTo>
                  <a:pt x="210" y="44"/>
                </a:lnTo>
                <a:lnTo>
                  <a:pt x="210" y="44"/>
                </a:lnTo>
                <a:lnTo>
                  <a:pt x="200" y="38"/>
                </a:lnTo>
                <a:lnTo>
                  <a:pt x="198" y="34"/>
                </a:lnTo>
                <a:lnTo>
                  <a:pt x="196" y="28"/>
                </a:lnTo>
                <a:lnTo>
                  <a:pt x="196" y="28"/>
                </a:lnTo>
                <a:close/>
              </a:path>
            </a:pathLst>
          </a:custGeom>
          <a:solidFill>
            <a:schemeClr val="bg2"/>
          </a:solidFill>
          <a:ln>
            <a:noFill/>
          </a:ln>
        </p:spPr>
        <p:txBody>
          <a:bodyPr vert="horz" wrap="square" lIns="82938" tIns="41469" rIns="82938" bIns="41469" numCol="1" anchor="t" anchorCtr="0" compatLnSpc="1"/>
          <a:lstStyle/>
          <a:p>
            <a:endParaRPr lang="en-GB" sz="1815"/>
          </a:p>
        </p:txBody>
      </p:sp>
      <p:sp>
        <p:nvSpPr>
          <p:cNvPr id="91" name="Freeform 4842"/>
          <p:cNvSpPr>
            <a:spLocks noEditPoints="1"/>
          </p:cNvSpPr>
          <p:nvPr/>
        </p:nvSpPr>
        <p:spPr bwMode="auto">
          <a:xfrm>
            <a:off x="5635390" y="4521264"/>
            <a:ext cx="552513" cy="523813"/>
          </a:xfrm>
          <a:custGeom>
            <a:avLst/>
            <a:gdLst>
              <a:gd name="T0" fmla="*/ 52 w 308"/>
              <a:gd name="T1" fmla="*/ 4 h 292"/>
              <a:gd name="T2" fmla="*/ 244 w 308"/>
              <a:gd name="T3" fmla="*/ 0 h 292"/>
              <a:gd name="T4" fmla="*/ 308 w 308"/>
              <a:gd name="T5" fmla="*/ 68 h 292"/>
              <a:gd name="T6" fmla="*/ 304 w 308"/>
              <a:gd name="T7" fmla="*/ 266 h 292"/>
              <a:gd name="T8" fmla="*/ 248 w 308"/>
              <a:gd name="T9" fmla="*/ 292 h 292"/>
              <a:gd name="T10" fmla="*/ 16 w 308"/>
              <a:gd name="T11" fmla="*/ 292 h 292"/>
              <a:gd name="T12" fmla="*/ 4 w 308"/>
              <a:gd name="T13" fmla="*/ 266 h 292"/>
              <a:gd name="T14" fmla="*/ 0 w 308"/>
              <a:gd name="T15" fmla="*/ 68 h 292"/>
              <a:gd name="T16" fmla="*/ 16 w 308"/>
              <a:gd name="T17" fmla="*/ 52 h 292"/>
              <a:gd name="T18" fmla="*/ 304 w 308"/>
              <a:gd name="T19" fmla="*/ 56 h 292"/>
              <a:gd name="T20" fmla="*/ 166 w 308"/>
              <a:gd name="T21" fmla="*/ 162 h 292"/>
              <a:gd name="T22" fmla="*/ 154 w 308"/>
              <a:gd name="T23" fmla="*/ 124 h 292"/>
              <a:gd name="T24" fmla="*/ 114 w 308"/>
              <a:gd name="T25" fmla="*/ 98 h 292"/>
              <a:gd name="T26" fmla="*/ 74 w 308"/>
              <a:gd name="T27" fmla="*/ 100 h 292"/>
              <a:gd name="T28" fmla="*/ 40 w 308"/>
              <a:gd name="T29" fmla="*/ 136 h 292"/>
              <a:gd name="T30" fmla="*/ 36 w 308"/>
              <a:gd name="T31" fmla="*/ 174 h 292"/>
              <a:gd name="T32" fmla="*/ 64 w 308"/>
              <a:gd name="T33" fmla="*/ 216 h 292"/>
              <a:gd name="T34" fmla="*/ 100 w 308"/>
              <a:gd name="T35" fmla="*/ 228 h 292"/>
              <a:gd name="T36" fmla="*/ 146 w 308"/>
              <a:gd name="T37" fmla="*/ 208 h 292"/>
              <a:gd name="T38" fmla="*/ 166 w 308"/>
              <a:gd name="T39" fmla="*/ 162 h 292"/>
              <a:gd name="T40" fmla="*/ 268 w 308"/>
              <a:gd name="T41" fmla="*/ 110 h 292"/>
              <a:gd name="T42" fmla="*/ 244 w 308"/>
              <a:gd name="T43" fmla="*/ 96 h 292"/>
              <a:gd name="T44" fmla="*/ 218 w 308"/>
              <a:gd name="T45" fmla="*/ 120 h 292"/>
              <a:gd name="T46" fmla="*/ 226 w 308"/>
              <a:gd name="T47" fmla="*/ 140 h 292"/>
              <a:gd name="T48" fmla="*/ 232 w 308"/>
              <a:gd name="T49" fmla="*/ 222 h 292"/>
              <a:gd name="T50" fmla="*/ 244 w 308"/>
              <a:gd name="T51" fmla="*/ 230 h 292"/>
              <a:gd name="T52" fmla="*/ 256 w 308"/>
              <a:gd name="T53" fmla="*/ 218 h 292"/>
              <a:gd name="T54" fmla="*/ 266 w 308"/>
              <a:gd name="T55" fmla="*/ 134 h 292"/>
              <a:gd name="T56" fmla="*/ 142 w 308"/>
              <a:gd name="T57" fmla="*/ 168 h 292"/>
              <a:gd name="T58" fmla="*/ 140 w 308"/>
              <a:gd name="T59" fmla="*/ 192 h 292"/>
              <a:gd name="T60" fmla="*/ 124 w 308"/>
              <a:gd name="T61" fmla="*/ 186 h 292"/>
              <a:gd name="T62" fmla="*/ 130 w 308"/>
              <a:gd name="T63" fmla="*/ 202 h 292"/>
              <a:gd name="T64" fmla="*/ 108 w 308"/>
              <a:gd name="T65" fmla="*/ 204 h 292"/>
              <a:gd name="T66" fmla="*/ 100 w 308"/>
              <a:gd name="T67" fmla="*/ 196 h 292"/>
              <a:gd name="T68" fmla="*/ 92 w 308"/>
              <a:gd name="T69" fmla="*/ 212 h 292"/>
              <a:gd name="T70" fmla="*/ 76 w 308"/>
              <a:gd name="T71" fmla="*/ 196 h 292"/>
              <a:gd name="T72" fmla="*/ 70 w 308"/>
              <a:gd name="T73" fmla="*/ 184 h 292"/>
              <a:gd name="T74" fmla="*/ 54 w 308"/>
              <a:gd name="T75" fmla="*/ 180 h 292"/>
              <a:gd name="T76" fmla="*/ 64 w 308"/>
              <a:gd name="T77" fmla="*/ 166 h 292"/>
              <a:gd name="T78" fmla="*/ 58 w 308"/>
              <a:gd name="T79" fmla="*/ 154 h 292"/>
              <a:gd name="T80" fmla="*/ 60 w 308"/>
              <a:gd name="T81" fmla="*/ 132 h 292"/>
              <a:gd name="T82" fmla="*/ 70 w 308"/>
              <a:gd name="T83" fmla="*/ 140 h 292"/>
              <a:gd name="T84" fmla="*/ 76 w 308"/>
              <a:gd name="T85" fmla="*/ 126 h 292"/>
              <a:gd name="T86" fmla="*/ 92 w 308"/>
              <a:gd name="T87" fmla="*/ 112 h 292"/>
              <a:gd name="T88" fmla="*/ 100 w 308"/>
              <a:gd name="T89" fmla="*/ 128 h 292"/>
              <a:gd name="T90" fmla="*/ 108 w 308"/>
              <a:gd name="T91" fmla="*/ 112 h 292"/>
              <a:gd name="T92" fmla="*/ 124 w 308"/>
              <a:gd name="T93" fmla="*/ 126 h 292"/>
              <a:gd name="T94" fmla="*/ 124 w 308"/>
              <a:gd name="T95" fmla="*/ 138 h 292"/>
              <a:gd name="T96" fmla="*/ 140 w 308"/>
              <a:gd name="T97" fmla="*/ 130 h 292"/>
              <a:gd name="T98" fmla="*/ 142 w 308"/>
              <a:gd name="T99" fmla="*/ 154 h 292"/>
              <a:gd name="T100" fmla="*/ 134 w 308"/>
              <a:gd name="T101" fmla="*/ 162 h 292"/>
              <a:gd name="T102" fmla="*/ 120 w 308"/>
              <a:gd name="T103" fmla="*/ 162 h 292"/>
              <a:gd name="T104" fmla="*/ 108 w 308"/>
              <a:gd name="T105" fmla="*/ 142 h 292"/>
              <a:gd name="T106" fmla="*/ 86 w 308"/>
              <a:gd name="T107" fmla="*/ 146 h 292"/>
              <a:gd name="T108" fmla="*/ 82 w 308"/>
              <a:gd name="T109" fmla="*/ 170 h 292"/>
              <a:gd name="T110" fmla="*/ 100 w 308"/>
              <a:gd name="T111" fmla="*/ 182 h 292"/>
              <a:gd name="T112" fmla="*/ 120 w 308"/>
              <a:gd name="T113" fmla="*/ 162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08" h="292">
                <a:moveTo>
                  <a:pt x="290" y="32"/>
                </a:moveTo>
                <a:lnTo>
                  <a:pt x="18" y="32"/>
                </a:lnTo>
                <a:lnTo>
                  <a:pt x="52" y="4"/>
                </a:lnTo>
                <a:lnTo>
                  <a:pt x="52" y="4"/>
                </a:lnTo>
                <a:lnTo>
                  <a:pt x="58" y="0"/>
                </a:lnTo>
                <a:lnTo>
                  <a:pt x="64" y="0"/>
                </a:lnTo>
                <a:lnTo>
                  <a:pt x="244" y="0"/>
                </a:lnTo>
                <a:lnTo>
                  <a:pt x="244" y="0"/>
                </a:lnTo>
                <a:lnTo>
                  <a:pt x="250" y="0"/>
                </a:lnTo>
                <a:lnTo>
                  <a:pt x="256" y="4"/>
                </a:lnTo>
                <a:lnTo>
                  <a:pt x="290" y="32"/>
                </a:lnTo>
                <a:close/>
                <a:moveTo>
                  <a:pt x="308" y="68"/>
                </a:moveTo>
                <a:lnTo>
                  <a:pt x="308" y="256"/>
                </a:lnTo>
                <a:lnTo>
                  <a:pt x="308" y="256"/>
                </a:lnTo>
                <a:lnTo>
                  <a:pt x="308" y="262"/>
                </a:lnTo>
                <a:lnTo>
                  <a:pt x="304" y="266"/>
                </a:lnTo>
                <a:lnTo>
                  <a:pt x="298" y="270"/>
                </a:lnTo>
                <a:lnTo>
                  <a:pt x="292" y="272"/>
                </a:lnTo>
                <a:lnTo>
                  <a:pt x="292" y="292"/>
                </a:lnTo>
                <a:lnTo>
                  <a:pt x="248" y="292"/>
                </a:lnTo>
                <a:lnTo>
                  <a:pt x="248" y="272"/>
                </a:lnTo>
                <a:lnTo>
                  <a:pt x="60" y="272"/>
                </a:lnTo>
                <a:lnTo>
                  <a:pt x="60" y="292"/>
                </a:lnTo>
                <a:lnTo>
                  <a:pt x="16" y="292"/>
                </a:lnTo>
                <a:lnTo>
                  <a:pt x="16" y="272"/>
                </a:lnTo>
                <a:lnTo>
                  <a:pt x="16" y="272"/>
                </a:lnTo>
                <a:lnTo>
                  <a:pt x="10" y="270"/>
                </a:lnTo>
                <a:lnTo>
                  <a:pt x="4" y="266"/>
                </a:lnTo>
                <a:lnTo>
                  <a:pt x="0" y="262"/>
                </a:lnTo>
                <a:lnTo>
                  <a:pt x="0" y="256"/>
                </a:lnTo>
                <a:lnTo>
                  <a:pt x="0" y="68"/>
                </a:lnTo>
                <a:lnTo>
                  <a:pt x="0" y="68"/>
                </a:lnTo>
                <a:lnTo>
                  <a:pt x="0" y="62"/>
                </a:lnTo>
                <a:lnTo>
                  <a:pt x="4" y="56"/>
                </a:lnTo>
                <a:lnTo>
                  <a:pt x="10" y="52"/>
                </a:lnTo>
                <a:lnTo>
                  <a:pt x="16" y="52"/>
                </a:lnTo>
                <a:lnTo>
                  <a:pt x="292" y="52"/>
                </a:lnTo>
                <a:lnTo>
                  <a:pt x="292" y="52"/>
                </a:lnTo>
                <a:lnTo>
                  <a:pt x="298" y="52"/>
                </a:lnTo>
                <a:lnTo>
                  <a:pt x="304" y="56"/>
                </a:lnTo>
                <a:lnTo>
                  <a:pt x="308" y="62"/>
                </a:lnTo>
                <a:lnTo>
                  <a:pt x="308" y="68"/>
                </a:lnTo>
                <a:lnTo>
                  <a:pt x="308" y="68"/>
                </a:lnTo>
                <a:close/>
                <a:moveTo>
                  <a:pt x="166" y="162"/>
                </a:moveTo>
                <a:lnTo>
                  <a:pt x="166" y="162"/>
                </a:lnTo>
                <a:lnTo>
                  <a:pt x="164" y="148"/>
                </a:lnTo>
                <a:lnTo>
                  <a:pt x="160" y="136"/>
                </a:lnTo>
                <a:lnTo>
                  <a:pt x="154" y="124"/>
                </a:lnTo>
                <a:lnTo>
                  <a:pt x="146" y="114"/>
                </a:lnTo>
                <a:lnTo>
                  <a:pt x="136" y="106"/>
                </a:lnTo>
                <a:lnTo>
                  <a:pt x="126" y="100"/>
                </a:lnTo>
                <a:lnTo>
                  <a:pt x="114" y="98"/>
                </a:lnTo>
                <a:lnTo>
                  <a:pt x="100" y="96"/>
                </a:lnTo>
                <a:lnTo>
                  <a:pt x="100" y="96"/>
                </a:lnTo>
                <a:lnTo>
                  <a:pt x="86" y="98"/>
                </a:lnTo>
                <a:lnTo>
                  <a:pt x="74" y="100"/>
                </a:lnTo>
                <a:lnTo>
                  <a:pt x="64" y="106"/>
                </a:lnTo>
                <a:lnTo>
                  <a:pt x="54" y="114"/>
                </a:lnTo>
                <a:lnTo>
                  <a:pt x="46" y="124"/>
                </a:lnTo>
                <a:lnTo>
                  <a:pt x="40" y="136"/>
                </a:lnTo>
                <a:lnTo>
                  <a:pt x="36" y="148"/>
                </a:lnTo>
                <a:lnTo>
                  <a:pt x="34" y="162"/>
                </a:lnTo>
                <a:lnTo>
                  <a:pt x="34" y="162"/>
                </a:lnTo>
                <a:lnTo>
                  <a:pt x="36" y="174"/>
                </a:lnTo>
                <a:lnTo>
                  <a:pt x="40" y="186"/>
                </a:lnTo>
                <a:lnTo>
                  <a:pt x="46" y="198"/>
                </a:lnTo>
                <a:lnTo>
                  <a:pt x="54" y="208"/>
                </a:lnTo>
                <a:lnTo>
                  <a:pt x="64" y="216"/>
                </a:lnTo>
                <a:lnTo>
                  <a:pt x="74" y="222"/>
                </a:lnTo>
                <a:lnTo>
                  <a:pt x="86" y="226"/>
                </a:lnTo>
                <a:lnTo>
                  <a:pt x="100" y="228"/>
                </a:lnTo>
                <a:lnTo>
                  <a:pt x="100" y="228"/>
                </a:lnTo>
                <a:lnTo>
                  <a:pt x="114" y="226"/>
                </a:lnTo>
                <a:lnTo>
                  <a:pt x="126" y="222"/>
                </a:lnTo>
                <a:lnTo>
                  <a:pt x="136" y="216"/>
                </a:lnTo>
                <a:lnTo>
                  <a:pt x="146" y="208"/>
                </a:lnTo>
                <a:lnTo>
                  <a:pt x="154" y="198"/>
                </a:lnTo>
                <a:lnTo>
                  <a:pt x="160" y="186"/>
                </a:lnTo>
                <a:lnTo>
                  <a:pt x="164" y="174"/>
                </a:lnTo>
                <a:lnTo>
                  <a:pt x="166" y="162"/>
                </a:lnTo>
                <a:lnTo>
                  <a:pt x="166" y="162"/>
                </a:lnTo>
                <a:close/>
                <a:moveTo>
                  <a:pt x="270" y="120"/>
                </a:moveTo>
                <a:lnTo>
                  <a:pt x="270" y="120"/>
                </a:lnTo>
                <a:lnTo>
                  <a:pt x="268" y="110"/>
                </a:lnTo>
                <a:lnTo>
                  <a:pt x="262" y="102"/>
                </a:lnTo>
                <a:lnTo>
                  <a:pt x="254" y="98"/>
                </a:lnTo>
                <a:lnTo>
                  <a:pt x="244" y="96"/>
                </a:lnTo>
                <a:lnTo>
                  <a:pt x="244" y="96"/>
                </a:lnTo>
                <a:lnTo>
                  <a:pt x="234" y="98"/>
                </a:lnTo>
                <a:lnTo>
                  <a:pt x="226" y="102"/>
                </a:lnTo>
                <a:lnTo>
                  <a:pt x="220" y="110"/>
                </a:lnTo>
                <a:lnTo>
                  <a:pt x="218" y="120"/>
                </a:lnTo>
                <a:lnTo>
                  <a:pt x="218" y="120"/>
                </a:lnTo>
                <a:lnTo>
                  <a:pt x="220" y="128"/>
                </a:lnTo>
                <a:lnTo>
                  <a:pt x="222" y="134"/>
                </a:lnTo>
                <a:lnTo>
                  <a:pt x="226" y="140"/>
                </a:lnTo>
                <a:lnTo>
                  <a:pt x="232" y="144"/>
                </a:lnTo>
                <a:lnTo>
                  <a:pt x="232" y="218"/>
                </a:lnTo>
                <a:lnTo>
                  <a:pt x="232" y="218"/>
                </a:lnTo>
                <a:lnTo>
                  <a:pt x="232" y="222"/>
                </a:lnTo>
                <a:lnTo>
                  <a:pt x="236" y="226"/>
                </a:lnTo>
                <a:lnTo>
                  <a:pt x="240" y="228"/>
                </a:lnTo>
                <a:lnTo>
                  <a:pt x="244" y="230"/>
                </a:lnTo>
                <a:lnTo>
                  <a:pt x="244" y="230"/>
                </a:lnTo>
                <a:lnTo>
                  <a:pt x="248" y="228"/>
                </a:lnTo>
                <a:lnTo>
                  <a:pt x="252" y="226"/>
                </a:lnTo>
                <a:lnTo>
                  <a:pt x="256" y="222"/>
                </a:lnTo>
                <a:lnTo>
                  <a:pt x="256" y="218"/>
                </a:lnTo>
                <a:lnTo>
                  <a:pt x="256" y="144"/>
                </a:lnTo>
                <a:lnTo>
                  <a:pt x="256" y="144"/>
                </a:lnTo>
                <a:lnTo>
                  <a:pt x="262" y="140"/>
                </a:lnTo>
                <a:lnTo>
                  <a:pt x="266" y="134"/>
                </a:lnTo>
                <a:lnTo>
                  <a:pt x="268" y="128"/>
                </a:lnTo>
                <a:lnTo>
                  <a:pt x="270" y="120"/>
                </a:lnTo>
                <a:lnTo>
                  <a:pt x="270" y="120"/>
                </a:lnTo>
                <a:close/>
                <a:moveTo>
                  <a:pt x="142" y="168"/>
                </a:moveTo>
                <a:lnTo>
                  <a:pt x="150" y="168"/>
                </a:lnTo>
                <a:lnTo>
                  <a:pt x="150" y="168"/>
                </a:lnTo>
                <a:lnTo>
                  <a:pt x="146" y="180"/>
                </a:lnTo>
                <a:lnTo>
                  <a:pt x="140" y="192"/>
                </a:lnTo>
                <a:lnTo>
                  <a:pt x="134" y="186"/>
                </a:lnTo>
                <a:lnTo>
                  <a:pt x="134" y="186"/>
                </a:lnTo>
                <a:lnTo>
                  <a:pt x="130" y="184"/>
                </a:lnTo>
                <a:lnTo>
                  <a:pt x="124" y="186"/>
                </a:lnTo>
                <a:lnTo>
                  <a:pt x="124" y="186"/>
                </a:lnTo>
                <a:lnTo>
                  <a:pt x="122" y="190"/>
                </a:lnTo>
                <a:lnTo>
                  <a:pt x="124" y="196"/>
                </a:lnTo>
                <a:lnTo>
                  <a:pt x="130" y="202"/>
                </a:lnTo>
                <a:lnTo>
                  <a:pt x="130" y="202"/>
                </a:lnTo>
                <a:lnTo>
                  <a:pt x="120" y="208"/>
                </a:lnTo>
                <a:lnTo>
                  <a:pt x="108" y="212"/>
                </a:lnTo>
                <a:lnTo>
                  <a:pt x="108" y="204"/>
                </a:lnTo>
                <a:lnTo>
                  <a:pt x="108" y="204"/>
                </a:lnTo>
                <a:lnTo>
                  <a:pt x="106" y="198"/>
                </a:lnTo>
                <a:lnTo>
                  <a:pt x="100" y="196"/>
                </a:lnTo>
                <a:lnTo>
                  <a:pt x="100" y="196"/>
                </a:lnTo>
                <a:lnTo>
                  <a:pt x="94" y="198"/>
                </a:lnTo>
                <a:lnTo>
                  <a:pt x="92" y="204"/>
                </a:lnTo>
                <a:lnTo>
                  <a:pt x="92" y="212"/>
                </a:lnTo>
                <a:lnTo>
                  <a:pt x="92" y="212"/>
                </a:lnTo>
                <a:lnTo>
                  <a:pt x="80" y="208"/>
                </a:lnTo>
                <a:lnTo>
                  <a:pt x="70" y="202"/>
                </a:lnTo>
                <a:lnTo>
                  <a:pt x="76" y="196"/>
                </a:lnTo>
                <a:lnTo>
                  <a:pt x="76" y="196"/>
                </a:lnTo>
                <a:lnTo>
                  <a:pt x="78" y="190"/>
                </a:lnTo>
                <a:lnTo>
                  <a:pt x="76" y="186"/>
                </a:lnTo>
                <a:lnTo>
                  <a:pt x="76" y="186"/>
                </a:lnTo>
                <a:lnTo>
                  <a:pt x="70" y="184"/>
                </a:lnTo>
                <a:lnTo>
                  <a:pt x="66" y="186"/>
                </a:lnTo>
                <a:lnTo>
                  <a:pt x="60" y="192"/>
                </a:lnTo>
                <a:lnTo>
                  <a:pt x="60" y="192"/>
                </a:lnTo>
                <a:lnTo>
                  <a:pt x="54" y="180"/>
                </a:lnTo>
                <a:lnTo>
                  <a:pt x="50" y="168"/>
                </a:lnTo>
                <a:lnTo>
                  <a:pt x="58" y="168"/>
                </a:lnTo>
                <a:lnTo>
                  <a:pt x="58" y="168"/>
                </a:lnTo>
                <a:lnTo>
                  <a:pt x="64" y="166"/>
                </a:lnTo>
                <a:lnTo>
                  <a:pt x="66" y="162"/>
                </a:lnTo>
                <a:lnTo>
                  <a:pt x="66" y="162"/>
                </a:lnTo>
                <a:lnTo>
                  <a:pt x="64" y="156"/>
                </a:lnTo>
                <a:lnTo>
                  <a:pt x="58" y="154"/>
                </a:lnTo>
                <a:lnTo>
                  <a:pt x="50" y="154"/>
                </a:lnTo>
                <a:lnTo>
                  <a:pt x="50" y="154"/>
                </a:lnTo>
                <a:lnTo>
                  <a:pt x="54" y="142"/>
                </a:lnTo>
                <a:lnTo>
                  <a:pt x="60" y="132"/>
                </a:lnTo>
                <a:lnTo>
                  <a:pt x="66" y="138"/>
                </a:lnTo>
                <a:lnTo>
                  <a:pt x="66" y="138"/>
                </a:lnTo>
                <a:lnTo>
                  <a:pt x="70" y="140"/>
                </a:lnTo>
                <a:lnTo>
                  <a:pt x="70" y="140"/>
                </a:lnTo>
                <a:lnTo>
                  <a:pt x="76" y="138"/>
                </a:lnTo>
                <a:lnTo>
                  <a:pt x="76" y="138"/>
                </a:lnTo>
                <a:lnTo>
                  <a:pt x="78" y="132"/>
                </a:lnTo>
                <a:lnTo>
                  <a:pt x="76" y="126"/>
                </a:lnTo>
                <a:lnTo>
                  <a:pt x="70" y="120"/>
                </a:lnTo>
                <a:lnTo>
                  <a:pt x="70" y="120"/>
                </a:lnTo>
                <a:lnTo>
                  <a:pt x="80" y="114"/>
                </a:lnTo>
                <a:lnTo>
                  <a:pt x="92" y="112"/>
                </a:lnTo>
                <a:lnTo>
                  <a:pt x="92" y="120"/>
                </a:lnTo>
                <a:lnTo>
                  <a:pt x="92" y="120"/>
                </a:lnTo>
                <a:lnTo>
                  <a:pt x="94" y="124"/>
                </a:lnTo>
                <a:lnTo>
                  <a:pt x="100" y="128"/>
                </a:lnTo>
                <a:lnTo>
                  <a:pt x="100" y="128"/>
                </a:lnTo>
                <a:lnTo>
                  <a:pt x="106" y="124"/>
                </a:lnTo>
                <a:lnTo>
                  <a:pt x="108" y="120"/>
                </a:lnTo>
                <a:lnTo>
                  <a:pt x="108" y="112"/>
                </a:lnTo>
                <a:lnTo>
                  <a:pt x="108" y="112"/>
                </a:lnTo>
                <a:lnTo>
                  <a:pt x="120" y="114"/>
                </a:lnTo>
                <a:lnTo>
                  <a:pt x="130" y="120"/>
                </a:lnTo>
                <a:lnTo>
                  <a:pt x="124" y="126"/>
                </a:lnTo>
                <a:lnTo>
                  <a:pt x="124" y="126"/>
                </a:lnTo>
                <a:lnTo>
                  <a:pt x="122" y="132"/>
                </a:lnTo>
                <a:lnTo>
                  <a:pt x="124" y="138"/>
                </a:lnTo>
                <a:lnTo>
                  <a:pt x="124" y="138"/>
                </a:lnTo>
                <a:lnTo>
                  <a:pt x="130" y="140"/>
                </a:lnTo>
                <a:lnTo>
                  <a:pt x="130" y="140"/>
                </a:lnTo>
                <a:lnTo>
                  <a:pt x="134" y="138"/>
                </a:lnTo>
                <a:lnTo>
                  <a:pt x="140" y="130"/>
                </a:lnTo>
                <a:lnTo>
                  <a:pt x="140" y="130"/>
                </a:lnTo>
                <a:lnTo>
                  <a:pt x="146" y="142"/>
                </a:lnTo>
                <a:lnTo>
                  <a:pt x="150" y="154"/>
                </a:lnTo>
                <a:lnTo>
                  <a:pt x="142" y="154"/>
                </a:lnTo>
                <a:lnTo>
                  <a:pt x="142" y="154"/>
                </a:lnTo>
                <a:lnTo>
                  <a:pt x="136" y="156"/>
                </a:lnTo>
                <a:lnTo>
                  <a:pt x="134" y="162"/>
                </a:lnTo>
                <a:lnTo>
                  <a:pt x="134" y="162"/>
                </a:lnTo>
                <a:lnTo>
                  <a:pt x="136" y="166"/>
                </a:lnTo>
                <a:lnTo>
                  <a:pt x="142" y="168"/>
                </a:lnTo>
                <a:lnTo>
                  <a:pt x="142" y="168"/>
                </a:lnTo>
                <a:close/>
                <a:moveTo>
                  <a:pt x="120" y="162"/>
                </a:moveTo>
                <a:lnTo>
                  <a:pt x="120" y="162"/>
                </a:lnTo>
                <a:lnTo>
                  <a:pt x="118" y="154"/>
                </a:lnTo>
                <a:lnTo>
                  <a:pt x="114" y="146"/>
                </a:lnTo>
                <a:lnTo>
                  <a:pt x="108" y="142"/>
                </a:lnTo>
                <a:lnTo>
                  <a:pt x="100" y="140"/>
                </a:lnTo>
                <a:lnTo>
                  <a:pt x="100" y="140"/>
                </a:lnTo>
                <a:lnTo>
                  <a:pt x="92" y="142"/>
                </a:lnTo>
                <a:lnTo>
                  <a:pt x="86" y="146"/>
                </a:lnTo>
                <a:lnTo>
                  <a:pt x="82" y="154"/>
                </a:lnTo>
                <a:lnTo>
                  <a:pt x="80" y="162"/>
                </a:lnTo>
                <a:lnTo>
                  <a:pt x="80" y="162"/>
                </a:lnTo>
                <a:lnTo>
                  <a:pt x="82" y="170"/>
                </a:lnTo>
                <a:lnTo>
                  <a:pt x="86" y="176"/>
                </a:lnTo>
                <a:lnTo>
                  <a:pt x="92" y="180"/>
                </a:lnTo>
                <a:lnTo>
                  <a:pt x="100" y="182"/>
                </a:lnTo>
                <a:lnTo>
                  <a:pt x="100" y="182"/>
                </a:lnTo>
                <a:lnTo>
                  <a:pt x="108" y="180"/>
                </a:lnTo>
                <a:lnTo>
                  <a:pt x="114" y="176"/>
                </a:lnTo>
                <a:lnTo>
                  <a:pt x="118" y="170"/>
                </a:lnTo>
                <a:lnTo>
                  <a:pt x="120" y="162"/>
                </a:lnTo>
                <a:lnTo>
                  <a:pt x="120" y="162"/>
                </a:lnTo>
                <a:close/>
              </a:path>
            </a:pathLst>
          </a:custGeom>
          <a:solidFill>
            <a:schemeClr val="bg2"/>
          </a:solidFill>
          <a:ln>
            <a:noFill/>
          </a:ln>
        </p:spPr>
        <p:txBody>
          <a:bodyPr vert="horz" wrap="square" lIns="82938" tIns="41469" rIns="82938" bIns="41469" numCol="1" anchor="t" anchorCtr="0" compatLnSpc="1"/>
          <a:lstStyle/>
          <a:p>
            <a:endParaRPr lang="en-GB" sz="1815"/>
          </a:p>
        </p:txBody>
      </p:sp>
      <p:sp>
        <p:nvSpPr>
          <p:cNvPr id="92" name="Freeform 4829"/>
          <p:cNvSpPr>
            <a:spLocks noEditPoints="1"/>
          </p:cNvSpPr>
          <p:nvPr/>
        </p:nvSpPr>
        <p:spPr bwMode="auto">
          <a:xfrm>
            <a:off x="5604573" y="5438728"/>
            <a:ext cx="614148" cy="610830"/>
          </a:xfrm>
          <a:custGeom>
            <a:avLst/>
            <a:gdLst>
              <a:gd name="T0" fmla="*/ 360 w 370"/>
              <a:gd name="T1" fmla="*/ 158 h 368"/>
              <a:gd name="T2" fmla="*/ 322 w 370"/>
              <a:gd name="T3" fmla="*/ 174 h 368"/>
              <a:gd name="T4" fmla="*/ 304 w 370"/>
              <a:gd name="T5" fmla="*/ 164 h 368"/>
              <a:gd name="T6" fmla="*/ 322 w 370"/>
              <a:gd name="T7" fmla="*/ 132 h 368"/>
              <a:gd name="T8" fmla="*/ 284 w 370"/>
              <a:gd name="T9" fmla="*/ 114 h 368"/>
              <a:gd name="T10" fmla="*/ 328 w 370"/>
              <a:gd name="T11" fmla="*/ 86 h 368"/>
              <a:gd name="T12" fmla="*/ 358 w 370"/>
              <a:gd name="T13" fmla="*/ 102 h 368"/>
              <a:gd name="T14" fmla="*/ 370 w 370"/>
              <a:gd name="T15" fmla="*/ 134 h 368"/>
              <a:gd name="T16" fmla="*/ 46 w 370"/>
              <a:gd name="T17" fmla="*/ 238 h 368"/>
              <a:gd name="T18" fmla="*/ 34 w 370"/>
              <a:gd name="T19" fmla="*/ 230 h 368"/>
              <a:gd name="T20" fmla="*/ 6 w 370"/>
              <a:gd name="T21" fmla="*/ 246 h 368"/>
              <a:gd name="T22" fmla="*/ 2 w 370"/>
              <a:gd name="T23" fmla="*/ 272 h 368"/>
              <a:gd name="T24" fmla="*/ 22 w 370"/>
              <a:gd name="T25" fmla="*/ 296 h 368"/>
              <a:gd name="T26" fmla="*/ 48 w 370"/>
              <a:gd name="T27" fmla="*/ 296 h 368"/>
              <a:gd name="T28" fmla="*/ 58 w 370"/>
              <a:gd name="T29" fmla="*/ 264 h 368"/>
              <a:gd name="T30" fmla="*/ 68 w 370"/>
              <a:gd name="T31" fmla="*/ 234 h 368"/>
              <a:gd name="T32" fmla="*/ 64 w 370"/>
              <a:gd name="T33" fmla="*/ 248 h 368"/>
              <a:gd name="T34" fmla="*/ 78 w 370"/>
              <a:gd name="T35" fmla="*/ 250 h 368"/>
              <a:gd name="T36" fmla="*/ 128 w 370"/>
              <a:gd name="T37" fmla="*/ 196 h 368"/>
              <a:gd name="T38" fmla="*/ 298 w 370"/>
              <a:gd name="T39" fmla="*/ 128 h 368"/>
              <a:gd name="T40" fmla="*/ 284 w 370"/>
              <a:gd name="T41" fmla="*/ 152 h 368"/>
              <a:gd name="T42" fmla="*/ 306 w 370"/>
              <a:gd name="T43" fmla="*/ 140 h 368"/>
              <a:gd name="T44" fmla="*/ 160 w 370"/>
              <a:gd name="T45" fmla="*/ 114 h 368"/>
              <a:gd name="T46" fmla="*/ 168 w 370"/>
              <a:gd name="T47" fmla="*/ 132 h 368"/>
              <a:gd name="T48" fmla="*/ 176 w 370"/>
              <a:gd name="T49" fmla="*/ 126 h 368"/>
              <a:gd name="T50" fmla="*/ 170 w 370"/>
              <a:gd name="T51" fmla="*/ 58 h 368"/>
              <a:gd name="T52" fmla="*/ 154 w 370"/>
              <a:gd name="T53" fmla="*/ 18 h 368"/>
              <a:gd name="T54" fmla="*/ 112 w 370"/>
              <a:gd name="T55" fmla="*/ 0 h 368"/>
              <a:gd name="T56" fmla="*/ 64 w 370"/>
              <a:gd name="T57" fmla="*/ 26 h 368"/>
              <a:gd name="T58" fmla="*/ 56 w 370"/>
              <a:gd name="T59" fmla="*/ 70 h 368"/>
              <a:gd name="T60" fmla="*/ 90 w 370"/>
              <a:gd name="T61" fmla="*/ 112 h 368"/>
              <a:gd name="T62" fmla="*/ 134 w 370"/>
              <a:gd name="T63" fmla="*/ 112 h 368"/>
              <a:gd name="T64" fmla="*/ 170 w 370"/>
              <a:gd name="T65" fmla="*/ 70 h 368"/>
              <a:gd name="T66" fmla="*/ 230 w 370"/>
              <a:gd name="T67" fmla="*/ 206 h 368"/>
              <a:gd name="T68" fmla="*/ 260 w 370"/>
              <a:gd name="T69" fmla="*/ 202 h 368"/>
              <a:gd name="T70" fmla="*/ 270 w 370"/>
              <a:gd name="T71" fmla="*/ 150 h 368"/>
              <a:gd name="T72" fmla="*/ 230 w 370"/>
              <a:gd name="T73" fmla="*/ 100 h 368"/>
              <a:gd name="T74" fmla="*/ 182 w 370"/>
              <a:gd name="T75" fmla="*/ 98 h 368"/>
              <a:gd name="T76" fmla="*/ 192 w 370"/>
              <a:gd name="T77" fmla="*/ 134 h 368"/>
              <a:gd name="T78" fmla="*/ 168 w 370"/>
              <a:gd name="T79" fmla="*/ 148 h 368"/>
              <a:gd name="T80" fmla="*/ 142 w 370"/>
              <a:gd name="T81" fmla="*/ 132 h 368"/>
              <a:gd name="T82" fmla="*/ 140 w 370"/>
              <a:gd name="T83" fmla="*/ 190 h 368"/>
              <a:gd name="T84" fmla="*/ 190 w 370"/>
              <a:gd name="T85" fmla="*/ 230 h 368"/>
              <a:gd name="T86" fmla="*/ 206 w 370"/>
              <a:gd name="T87" fmla="*/ 224 h 368"/>
              <a:gd name="T88" fmla="*/ 238 w 370"/>
              <a:gd name="T89" fmla="*/ 272 h 368"/>
              <a:gd name="T90" fmla="*/ 242 w 370"/>
              <a:gd name="T91" fmla="*/ 228 h 368"/>
              <a:gd name="T92" fmla="*/ 228 w 370"/>
              <a:gd name="T93" fmla="*/ 222 h 368"/>
              <a:gd name="T94" fmla="*/ 238 w 370"/>
              <a:gd name="T95" fmla="*/ 272 h 368"/>
              <a:gd name="T96" fmla="*/ 306 w 370"/>
              <a:gd name="T97" fmla="*/ 298 h 368"/>
              <a:gd name="T98" fmla="*/ 270 w 370"/>
              <a:gd name="T99" fmla="*/ 280 h 368"/>
              <a:gd name="T100" fmla="*/ 238 w 370"/>
              <a:gd name="T101" fmla="*/ 292 h 368"/>
              <a:gd name="T102" fmla="*/ 226 w 370"/>
              <a:gd name="T103" fmla="*/ 324 h 368"/>
              <a:gd name="T104" fmla="*/ 244 w 370"/>
              <a:gd name="T105" fmla="*/ 360 h 368"/>
              <a:gd name="T106" fmla="*/ 278 w 370"/>
              <a:gd name="T107" fmla="*/ 366 h 368"/>
              <a:gd name="T108" fmla="*/ 310 w 370"/>
              <a:gd name="T109" fmla="*/ 340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70" h="368">
                <a:moveTo>
                  <a:pt x="370" y="134"/>
                </a:moveTo>
                <a:lnTo>
                  <a:pt x="370" y="134"/>
                </a:lnTo>
                <a:lnTo>
                  <a:pt x="368" y="142"/>
                </a:lnTo>
                <a:lnTo>
                  <a:pt x="366" y="150"/>
                </a:lnTo>
                <a:lnTo>
                  <a:pt x="360" y="158"/>
                </a:lnTo>
                <a:lnTo>
                  <a:pt x="354" y="164"/>
                </a:lnTo>
                <a:lnTo>
                  <a:pt x="348" y="168"/>
                </a:lnTo>
                <a:lnTo>
                  <a:pt x="340" y="172"/>
                </a:lnTo>
                <a:lnTo>
                  <a:pt x="332" y="174"/>
                </a:lnTo>
                <a:lnTo>
                  <a:pt x="322" y="174"/>
                </a:lnTo>
                <a:lnTo>
                  <a:pt x="322" y="174"/>
                </a:lnTo>
                <a:lnTo>
                  <a:pt x="310" y="172"/>
                </a:lnTo>
                <a:lnTo>
                  <a:pt x="298" y="166"/>
                </a:lnTo>
                <a:lnTo>
                  <a:pt x="304" y="164"/>
                </a:lnTo>
                <a:lnTo>
                  <a:pt x="304" y="164"/>
                </a:lnTo>
                <a:lnTo>
                  <a:pt x="312" y="160"/>
                </a:lnTo>
                <a:lnTo>
                  <a:pt x="320" y="152"/>
                </a:lnTo>
                <a:lnTo>
                  <a:pt x="322" y="142"/>
                </a:lnTo>
                <a:lnTo>
                  <a:pt x="322" y="132"/>
                </a:lnTo>
                <a:lnTo>
                  <a:pt x="322" y="132"/>
                </a:lnTo>
                <a:lnTo>
                  <a:pt x="318" y="122"/>
                </a:lnTo>
                <a:lnTo>
                  <a:pt x="310" y="116"/>
                </a:lnTo>
                <a:lnTo>
                  <a:pt x="300" y="112"/>
                </a:lnTo>
                <a:lnTo>
                  <a:pt x="290" y="112"/>
                </a:lnTo>
                <a:lnTo>
                  <a:pt x="284" y="114"/>
                </a:lnTo>
                <a:lnTo>
                  <a:pt x="284" y="114"/>
                </a:lnTo>
                <a:lnTo>
                  <a:pt x="292" y="102"/>
                </a:lnTo>
                <a:lnTo>
                  <a:pt x="302" y="94"/>
                </a:lnTo>
                <a:lnTo>
                  <a:pt x="314" y="88"/>
                </a:lnTo>
                <a:lnTo>
                  <a:pt x="328" y="86"/>
                </a:lnTo>
                <a:lnTo>
                  <a:pt x="328" y="86"/>
                </a:lnTo>
                <a:lnTo>
                  <a:pt x="338" y="88"/>
                </a:lnTo>
                <a:lnTo>
                  <a:pt x="346" y="90"/>
                </a:lnTo>
                <a:lnTo>
                  <a:pt x="352" y="96"/>
                </a:lnTo>
                <a:lnTo>
                  <a:pt x="358" y="102"/>
                </a:lnTo>
                <a:lnTo>
                  <a:pt x="364" y="108"/>
                </a:lnTo>
                <a:lnTo>
                  <a:pt x="368" y="116"/>
                </a:lnTo>
                <a:lnTo>
                  <a:pt x="370" y="124"/>
                </a:lnTo>
                <a:lnTo>
                  <a:pt x="370" y="134"/>
                </a:lnTo>
                <a:lnTo>
                  <a:pt x="370" y="134"/>
                </a:lnTo>
                <a:close/>
                <a:moveTo>
                  <a:pt x="50" y="256"/>
                </a:moveTo>
                <a:lnTo>
                  <a:pt x="50" y="256"/>
                </a:lnTo>
                <a:lnTo>
                  <a:pt x="48" y="250"/>
                </a:lnTo>
                <a:lnTo>
                  <a:pt x="46" y="244"/>
                </a:lnTo>
                <a:lnTo>
                  <a:pt x="46" y="238"/>
                </a:lnTo>
                <a:lnTo>
                  <a:pt x="48" y="234"/>
                </a:lnTo>
                <a:lnTo>
                  <a:pt x="48" y="234"/>
                </a:lnTo>
                <a:lnTo>
                  <a:pt x="42" y="232"/>
                </a:lnTo>
                <a:lnTo>
                  <a:pt x="34" y="230"/>
                </a:lnTo>
                <a:lnTo>
                  <a:pt x="34" y="230"/>
                </a:lnTo>
                <a:lnTo>
                  <a:pt x="28" y="232"/>
                </a:lnTo>
                <a:lnTo>
                  <a:pt x="22" y="234"/>
                </a:lnTo>
                <a:lnTo>
                  <a:pt x="16" y="236"/>
                </a:lnTo>
                <a:lnTo>
                  <a:pt x="10" y="240"/>
                </a:lnTo>
                <a:lnTo>
                  <a:pt x="6" y="246"/>
                </a:lnTo>
                <a:lnTo>
                  <a:pt x="4" y="252"/>
                </a:lnTo>
                <a:lnTo>
                  <a:pt x="2" y="258"/>
                </a:lnTo>
                <a:lnTo>
                  <a:pt x="0" y="264"/>
                </a:lnTo>
                <a:lnTo>
                  <a:pt x="0" y="264"/>
                </a:lnTo>
                <a:lnTo>
                  <a:pt x="2" y="272"/>
                </a:lnTo>
                <a:lnTo>
                  <a:pt x="4" y="278"/>
                </a:lnTo>
                <a:lnTo>
                  <a:pt x="6" y="284"/>
                </a:lnTo>
                <a:lnTo>
                  <a:pt x="10" y="288"/>
                </a:lnTo>
                <a:lnTo>
                  <a:pt x="16" y="292"/>
                </a:lnTo>
                <a:lnTo>
                  <a:pt x="22" y="296"/>
                </a:lnTo>
                <a:lnTo>
                  <a:pt x="28" y="298"/>
                </a:lnTo>
                <a:lnTo>
                  <a:pt x="34" y="298"/>
                </a:lnTo>
                <a:lnTo>
                  <a:pt x="34" y="298"/>
                </a:lnTo>
                <a:lnTo>
                  <a:pt x="42" y="298"/>
                </a:lnTo>
                <a:lnTo>
                  <a:pt x="48" y="296"/>
                </a:lnTo>
                <a:lnTo>
                  <a:pt x="58" y="290"/>
                </a:lnTo>
                <a:lnTo>
                  <a:pt x="64" y="280"/>
                </a:lnTo>
                <a:lnTo>
                  <a:pt x="68" y="268"/>
                </a:lnTo>
                <a:lnTo>
                  <a:pt x="68" y="268"/>
                </a:lnTo>
                <a:lnTo>
                  <a:pt x="58" y="264"/>
                </a:lnTo>
                <a:lnTo>
                  <a:pt x="54" y="260"/>
                </a:lnTo>
                <a:lnTo>
                  <a:pt x="50" y="256"/>
                </a:lnTo>
                <a:lnTo>
                  <a:pt x="50" y="256"/>
                </a:lnTo>
                <a:close/>
                <a:moveTo>
                  <a:pt x="128" y="196"/>
                </a:moveTo>
                <a:lnTo>
                  <a:pt x="68" y="234"/>
                </a:lnTo>
                <a:lnTo>
                  <a:pt x="68" y="234"/>
                </a:lnTo>
                <a:lnTo>
                  <a:pt x="64" y="236"/>
                </a:lnTo>
                <a:lnTo>
                  <a:pt x="62" y="240"/>
                </a:lnTo>
                <a:lnTo>
                  <a:pt x="62" y="244"/>
                </a:lnTo>
                <a:lnTo>
                  <a:pt x="64" y="248"/>
                </a:lnTo>
                <a:lnTo>
                  <a:pt x="64" y="248"/>
                </a:lnTo>
                <a:lnTo>
                  <a:pt x="68" y="250"/>
                </a:lnTo>
                <a:lnTo>
                  <a:pt x="72" y="252"/>
                </a:lnTo>
                <a:lnTo>
                  <a:pt x="72" y="252"/>
                </a:lnTo>
                <a:lnTo>
                  <a:pt x="78" y="250"/>
                </a:lnTo>
                <a:lnTo>
                  <a:pt x="138" y="214"/>
                </a:lnTo>
                <a:lnTo>
                  <a:pt x="138" y="214"/>
                </a:lnTo>
                <a:lnTo>
                  <a:pt x="134" y="206"/>
                </a:lnTo>
                <a:lnTo>
                  <a:pt x="128" y="196"/>
                </a:lnTo>
                <a:lnTo>
                  <a:pt x="128" y="196"/>
                </a:lnTo>
                <a:close/>
                <a:moveTo>
                  <a:pt x="306" y="136"/>
                </a:moveTo>
                <a:lnTo>
                  <a:pt x="306" y="136"/>
                </a:lnTo>
                <a:lnTo>
                  <a:pt x="304" y="132"/>
                </a:lnTo>
                <a:lnTo>
                  <a:pt x="302" y="130"/>
                </a:lnTo>
                <a:lnTo>
                  <a:pt x="298" y="128"/>
                </a:lnTo>
                <a:lnTo>
                  <a:pt x="294" y="128"/>
                </a:lnTo>
                <a:lnTo>
                  <a:pt x="280" y="132"/>
                </a:lnTo>
                <a:lnTo>
                  <a:pt x="280" y="132"/>
                </a:lnTo>
                <a:lnTo>
                  <a:pt x="282" y="142"/>
                </a:lnTo>
                <a:lnTo>
                  <a:pt x="284" y="152"/>
                </a:lnTo>
                <a:lnTo>
                  <a:pt x="298" y="148"/>
                </a:lnTo>
                <a:lnTo>
                  <a:pt x="298" y="148"/>
                </a:lnTo>
                <a:lnTo>
                  <a:pt x="302" y="146"/>
                </a:lnTo>
                <a:lnTo>
                  <a:pt x="304" y="144"/>
                </a:lnTo>
                <a:lnTo>
                  <a:pt x="306" y="140"/>
                </a:lnTo>
                <a:lnTo>
                  <a:pt x="306" y="136"/>
                </a:lnTo>
                <a:lnTo>
                  <a:pt x="306" y="136"/>
                </a:lnTo>
                <a:close/>
                <a:moveTo>
                  <a:pt x="168" y="108"/>
                </a:moveTo>
                <a:lnTo>
                  <a:pt x="168" y="108"/>
                </a:lnTo>
                <a:lnTo>
                  <a:pt x="160" y="114"/>
                </a:lnTo>
                <a:lnTo>
                  <a:pt x="152" y="120"/>
                </a:lnTo>
                <a:lnTo>
                  <a:pt x="160" y="130"/>
                </a:lnTo>
                <a:lnTo>
                  <a:pt x="160" y="130"/>
                </a:lnTo>
                <a:lnTo>
                  <a:pt x="164" y="132"/>
                </a:lnTo>
                <a:lnTo>
                  <a:pt x="168" y="132"/>
                </a:lnTo>
                <a:lnTo>
                  <a:pt x="168" y="132"/>
                </a:lnTo>
                <a:lnTo>
                  <a:pt x="172" y="132"/>
                </a:lnTo>
                <a:lnTo>
                  <a:pt x="174" y="130"/>
                </a:lnTo>
                <a:lnTo>
                  <a:pt x="174" y="130"/>
                </a:lnTo>
                <a:lnTo>
                  <a:pt x="176" y="126"/>
                </a:lnTo>
                <a:lnTo>
                  <a:pt x="178" y="124"/>
                </a:lnTo>
                <a:lnTo>
                  <a:pt x="178" y="120"/>
                </a:lnTo>
                <a:lnTo>
                  <a:pt x="176" y="116"/>
                </a:lnTo>
                <a:lnTo>
                  <a:pt x="168" y="108"/>
                </a:lnTo>
                <a:close/>
                <a:moveTo>
                  <a:pt x="170" y="58"/>
                </a:moveTo>
                <a:lnTo>
                  <a:pt x="170" y="58"/>
                </a:lnTo>
                <a:lnTo>
                  <a:pt x="170" y="46"/>
                </a:lnTo>
                <a:lnTo>
                  <a:pt x="166" y="36"/>
                </a:lnTo>
                <a:lnTo>
                  <a:pt x="160" y="26"/>
                </a:lnTo>
                <a:lnTo>
                  <a:pt x="154" y="18"/>
                </a:lnTo>
                <a:lnTo>
                  <a:pt x="144" y="10"/>
                </a:lnTo>
                <a:lnTo>
                  <a:pt x="134" y="4"/>
                </a:lnTo>
                <a:lnTo>
                  <a:pt x="124" y="2"/>
                </a:lnTo>
                <a:lnTo>
                  <a:pt x="112" y="0"/>
                </a:lnTo>
                <a:lnTo>
                  <a:pt x="112" y="0"/>
                </a:lnTo>
                <a:lnTo>
                  <a:pt x="100" y="2"/>
                </a:lnTo>
                <a:lnTo>
                  <a:pt x="90" y="4"/>
                </a:lnTo>
                <a:lnTo>
                  <a:pt x="80" y="10"/>
                </a:lnTo>
                <a:lnTo>
                  <a:pt x="72" y="18"/>
                </a:lnTo>
                <a:lnTo>
                  <a:pt x="64" y="26"/>
                </a:lnTo>
                <a:lnTo>
                  <a:pt x="58" y="36"/>
                </a:lnTo>
                <a:lnTo>
                  <a:pt x="56" y="46"/>
                </a:lnTo>
                <a:lnTo>
                  <a:pt x="54" y="58"/>
                </a:lnTo>
                <a:lnTo>
                  <a:pt x="54" y="58"/>
                </a:lnTo>
                <a:lnTo>
                  <a:pt x="56" y="70"/>
                </a:lnTo>
                <a:lnTo>
                  <a:pt x="58" y="80"/>
                </a:lnTo>
                <a:lnTo>
                  <a:pt x="64" y="90"/>
                </a:lnTo>
                <a:lnTo>
                  <a:pt x="72" y="100"/>
                </a:lnTo>
                <a:lnTo>
                  <a:pt x="80" y="106"/>
                </a:lnTo>
                <a:lnTo>
                  <a:pt x="90" y="112"/>
                </a:lnTo>
                <a:lnTo>
                  <a:pt x="100" y="116"/>
                </a:lnTo>
                <a:lnTo>
                  <a:pt x="112" y="116"/>
                </a:lnTo>
                <a:lnTo>
                  <a:pt x="112" y="116"/>
                </a:lnTo>
                <a:lnTo>
                  <a:pt x="124" y="116"/>
                </a:lnTo>
                <a:lnTo>
                  <a:pt x="134" y="112"/>
                </a:lnTo>
                <a:lnTo>
                  <a:pt x="144" y="106"/>
                </a:lnTo>
                <a:lnTo>
                  <a:pt x="154" y="100"/>
                </a:lnTo>
                <a:lnTo>
                  <a:pt x="160" y="90"/>
                </a:lnTo>
                <a:lnTo>
                  <a:pt x="166" y="80"/>
                </a:lnTo>
                <a:lnTo>
                  <a:pt x="170" y="70"/>
                </a:lnTo>
                <a:lnTo>
                  <a:pt x="170" y="58"/>
                </a:lnTo>
                <a:lnTo>
                  <a:pt x="170" y="58"/>
                </a:lnTo>
                <a:close/>
                <a:moveTo>
                  <a:pt x="222" y="208"/>
                </a:moveTo>
                <a:lnTo>
                  <a:pt x="222" y="208"/>
                </a:lnTo>
                <a:lnTo>
                  <a:pt x="230" y="206"/>
                </a:lnTo>
                <a:lnTo>
                  <a:pt x="238" y="206"/>
                </a:lnTo>
                <a:lnTo>
                  <a:pt x="244" y="208"/>
                </a:lnTo>
                <a:lnTo>
                  <a:pt x="250" y="214"/>
                </a:lnTo>
                <a:lnTo>
                  <a:pt x="250" y="214"/>
                </a:lnTo>
                <a:lnTo>
                  <a:pt x="260" y="202"/>
                </a:lnTo>
                <a:lnTo>
                  <a:pt x="266" y="190"/>
                </a:lnTo>
                <a:lnTo>
                  <a:pt x="270" y="178"/>
                </a:lnTo>
                <a:lnTo>
                  <a:pt x="272" y="164"/>
                </a:lnTo>
                <a:lnTo>
                  <a:pt x="272" y="164"/>
                </a:lnTo>
                <a:lnTo>
                  <a:pt x="270" y="150"/>
                </a:lnTo>
                <a:lnTo>
                  <a:pt x="266" y="136"/>
                </a:lnTo>
                <a:lnTo>
                  <a:pt x="260" y="124"/>
                </a:lnTo>
                <a:lnTo>
                  <a:pt x="252" y="114"/>
                </a:lnTo>
                <a:lnTo>
                  <a:pt x="242" y="106"/>
                </a:lnTo>
                <a:lnTo>
                  <a:pt x="230" y="100"/>
                </a:lnTo>
                <a:lnTo>
                  <a:pt x="218" y="96"/>
                </a:lnTo>
                <a:lnTo>
                  <a:pt x="204" y="94"/>
                </a:lnTo>
                <a:lnTo>
                  <a:pt x="204" y="94"/>
                </a:lnTo>
                <a:lnTo>
                  <a:pt x="192" y="96"/>
                </a:lnTo>
                <a:lnTo>
                  <a:pt x="182" y="98"/>
                </a:lnTo>
                <a:lnTo>
                  <a:pt x="188" y="106"/>
                </a:lnTo>
                <a:lnTo>
                  <a:pt x="188" y="106"/>
                </a:lnTo>
                <a:lnTo>
                  <a:pt x="194" y="114"/>
                </a:lnTo>
                <a:lnTo>
                  <a:pt x="194" y="124"/>
                </a:lnTo>
                <a:lnTo>
                  <a:pt x="192" y="134"/>
                </a:lnTo>
                <a:lnTo>
                  <a:pt x="186" y="142"/>
                </a:lnTo>
                <a:lnTo>
                  <a:pt x="186" y="142"/>
                </a:lnTo>
                <a:lnTo>
                  <a:pt x="176" y="148"/>
                </a:lnTo>
                <a:lnTo>
                  <a:pt x="168" y="148"/>
                </a:lnTo>
                <a:lnTo>
                  <a:pt x="168" y="148"/>
                </a:lnTo>
                <a:lnTo>
                  <a:pt x="158" y="146"/>
                </a:lnTo>
                <a:lnTo>
                  <a:pt x="152" y="144"/>
                </a:lnTo>
                <a:lnTo>
                  <a:pt x="148" y="140"/>
                </a:lnTo>
                <a:lnTo>
                  <a:pt x="142" y="132"/>
                </a:lnTo>
                <a:lnTo>
                  <a:pt x="142" y="132"/>
                </a:lnTo>
                <a:lnTo>
                  <a:pt x="136" y="148"/>
                </a:lnTo>
                <a:lnTo>
                  <a:pt x="134" y="164"/>
                </a:lnTo>
                <a:lnTo>
                  <a:pt x="134" y="164"/>
                </a:lnTo>
                <a:lnTo>
                  <a:pt x="136" y="176"/>
                </a:lnTo>
                <a:lnTo>
                  <a:pt x="140" y="190"/>
                </a:lnTo>
                <a:lnTo>
                  <a:pt x="146" y="202"/>
                </a:lnTo>
                <a:lnTo>
                  <a:pt x="154" y="212"/>
                </a:lnTo>
                <a:lnTo>
                  <a:pt x="164" y="220"/>
                </a:lnTo>
                <a:lnTo>
                  <a:pt x="176" y="226"/>
                </a:lnTo>
                <a:lnTo>
                  <a:pt x="190" y="230"/>
                </a:lnTo>
                <a:lnTo>
                  <a:pt x="204" y="232"/>
                </a:lnTo>
                <a:lnTo>
                  <a:pt x="204" y="232"/>
                </a:lnTo>
                <a:lnTo>
                  <a:pt x="206" y="232"/>
                </a:lnTo>
                <a:lnTo>
                  <a:pt x="206" y="232"/>
                </a:lnTo>
                <a:lnTo>
                  <a:pt x="206" y="224"/>
                </a:lnTo>
                <a:lnTo>
                  <a:pt x="210" y="218"/>
                </a:lnTo>
                <a:lnTo>
                  <a:pt x="214" y="212"/>
                </a:lnTo>
                <a:lnTo>
                  <a:pt x="222" y="208"/>
                </a:lnTo>
                <a:lnTo>
                  <a:pt x="222" y="208"/>
                </a:lnTo>
                <a:close/>
                <a:moveTo>
                  <a:pt x="238" y="272"/>
                </a:moveTo>
                <a:lnTo>
                  <a:pt x="238" y="272"/>
                </a:lnTo>
                <a:lnTo>
                  <a:pt x="246" y="268"/>
                </a:lnTo>
                <a:lnTo>
                  <a:pt x="256" y="264"/>
                </a:lnTo>
                <a:lnTo>
                  <a:pt x="242" y="228"/>
                </a:lnTo>
                <a:lnTo>
                  <a:pt x="242" y="228"/>
                </a:lnTo>
                <a:lnTo>
                  <a:pt x="238" y="224"/>
                </a:lnTo>
                <a:lnTo>
                  <a:pt x="236" y="222"/>
                </a:lnTo>
                <a:lnTo>
                  <a:pt x="232" y="222"/>
                </a:lnTo>
                <a:lnTo>
                  <a:pt x="228" y="222"/>
                </a:lnTo>
                <a:lnTo>
                  <a:pt x="228" y="222"/>
                </a:lnTo>
                <a:lnTo>
                  <a:pt x="224" y="224"/>
                </a:lnTo>
                <a:lnTo>
                  <a:pt x="222" y="228"/>
                </a:lnTo>
                <a:lnTo>
                  <a:pt x="222" y="232"/>
                </a:lnTo>
                <a:lnTo>
                  <a:pt x="222" y="236"/>
                </a:lnTo>
                <a:lnTo>
                  <a:pt x="238" y="272"/>
                </a:lnTo>
                <a:close/>
                <a:moveTo>
                  <a:pt x="314" y="324"/>
                </a:moveTo>
                <a:lnTo>
                  <a:pt x="314" y="324"/>
                </a:lnTo>
                <a:lnTo>
                  <a:pt x="312" y="314"/>
                </a:lnTo>
                <a:lnTo>
                  <a:pt x="310" y="306"/>
                </a:lnTo>
                <a:lnTo>
                  <a:pt x="306" y="298"/>
                </a:lnTo>
                <a:lnTo>
                  <a:pt x="300" y="292"/>
                </a:lnTo>
                <a:lnTo>
                  <a:pt x="294" y="286"/>
                </a:lnTo>
                <a:lnTo>
                  <a:pt x="286" y="282"/>
                </a:lnTo>
                <a:lnTo>
                  <a:pt x="278" y="280"/>
                </a:lnTo>
                <a:lnTo>
                  <a:pt x="270" y="280"/>
                </a:lnTo>
                <a:lnTo>
                  <a:pt x="270" y="280"/>
                </a:lnTo>
                <a:lnTo>
                  <a:pt x="260" y="280"/>
                </a:lnTo>
                <a:lnTo>
                  <a:pt x="252" y="282"/>
                </a:lnTo>
                <a:lnTo>
                  <a:pt x="244" y="286"/>
                </a:lnTo>
                <a:lnTo>
                  <a:pt x="238" y="292"/>
                </a:lnTo>
                <a:lnTo>
                  <a:pt x="234" y="298"/>
                </a:lnTo>
                <a:lnTo>
                  <a:pt x="230" y="306"/>
                </a:lnTo>
                <a:lnTo>
                  <a:pt x="226" y="314"/>
                </a:lnTo>
                <a:lnTo>
                  <a:pt x="226" y="324"/>
                </a:lnTo>
                <a:lnTo>
                  <a:pt x="226" y="324"/>
                </a:lnTo>
                <a:lnTo>
                  <a:pt x="226" y="332"/>
                </a:lnTo>
                <a:lnTo>
                  <a:pt x="230" y="340"/>
                </a:lnTo>
                <a:lnTo>
                  <a:pt x="234" y="348"/>
                </a:lnTo>
                <a:lnTo>
                  <a:pt x="238" y="354"/>
                </a:lnTo>
                <a:lnTo>
                  <a:pt x="244" y="360"/>
                </a:lnTo>
                <a:lnTo>
                  <a:pt x="252" y="364"/>
                </a:lnTo>
                <a:lnTo>
                  <a:pt x="260" y="366"/>
                </a:lnTo>
                <a:lnTo>
                  <a:pt x="270" y="368"/>
                </a:lnTo>
                <a:lnTo>
                  <a:pt x="270" y="368"/>
                </a:lnTo>
                <a:lnTo>
                  <a:pt x="278" y="366"/>
                </a:lnTo>
                <a:lnTo>
                  <a:pt x="286" y="364"/>
                </a:lnTo>
                <a:lnTo>
                  <a:pt x="294" y="360"/>
                </a:lnTo>
                <a:lnTo>
                  <a:pt x="300" y="354"/>
                </a:lnTo>
                <a:lnTo>
                  <a:pt x="306" y="348"/>
                </a:lnTo>
                <a:lnTo>
                  <a:pt x="310" y="340"/>
                </a:lnTo>
                <a:lnTo>
                  <a:pt x="312" y="332"/>
                </a:lnTo>
                <a:lnTo>
                  <a:pt x="314" y="324"/>
                </a:lnTo>
                <a:lnTo>
                  <a:pt x="314" y="324"/>
                </a:lnTo>
                <a:close/>
              </a:path>
            </a:pathLst>
          </a:custGeom>
          <a:solidFill>
            <a:schemeClr val="bg2"/>
          </a:solidFill>
          <a:ln>
            <a:noFill/>
          </a:ln>
        </p:spPr>
        <p:txBody>
          <a:bodyPr vert="horz" wrap="square" lIns="82938" tIns="41469" rIns="82938" bIns="41469" numCol="1" anchor="t" anchorCtr="0" compatLnSpc="1"/>
          <a:lstStyle/>
          <a:p>
            <a:endParaRPr lang="en-GB" sz="1815"/>
          </a:p>
        </p:txBody>
      </p:sp>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Maze</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5" name="Right Arrow 2"/>
          <p:cNvSpPr/>
          <p:nvPr/>
        </p:nvSpPr>
        <p:spPr bwMode="ltGray">
          <a:xfrm>
            <a:off x="2004998" y="3121898"/>
            <a:ext cx="1368152" cy="360000"/>
          </a:xfrm>
          <a:prstGeom prst="rightArrow">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腾讯体 W7" panose="020C08030202040F0204" pitchFamily="18" charset="-122"/>
              <a:ea typeface="腾讯体 W3" panose="020C04030202040F0204" pitchFamily="34" charset="-122"/>
              <a:cs typeface="腾讯体 W3" panose="020C04030202040F0204" pitchFamily="34" charset="-122"/>
            </a:endParaRPr>
          </a:p>
        </p:txBody>
      </p:sp>
      <p:sp>
        <p:nvSpPr>
          <p:cNvPr id="6" name="Right Arrow 59"/>
          <p:cNvSpPr/>
          <p:nvPr/>
        </p:nvSpPr>
        <p:spPr bwMode="ltGray">
          <a:xfrm>
            <a:off x="7765638" y="4327316"/>
            <a:ext cx="1368152" cy="360000"/>
          </a:xfrm>
          <a:prstGeom prst="rightArrow">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腾讯体 W7" panose="020C08030202040F0204" pitchFamily="18" charset="-122"/>
              <a:ea typeface="腾讯体 W3" panose="020C04030202040F0204" pitchFamily="34" charset="-122"/>
              <a:cs typeface="腾讯体 W3" panose="020C04030202040F0204" pitchFamily="34" charset="-122"/>
            </a:endParaRPr>
          </a:p>
        </p:txBody>
      </p:sp>
      <p:grpSp>
        <p:nvGrpSpPr>
          <p:cNvPr id="8" name="Group 3"/>
          <p:cNvGrpSpPr/>
          <p:nvPr/>
        </p:nvGrpSpPr>
        <p:grpSpPr>
          <a:xfrm>
            <a:off x="3659035" y="1615656"/>
            <a:ext cx="3982259" cy="4395043"/>
            <a:chOff x="3316770" y="2215096"/>
            <a:chExt cx="3982259" cy="4395043"/>
          </a:xfrm>
          <a:solidFill>
            <a:schemeClr val="bg1">
              <a:lumMod val="50000"/>
            </a:schemeClr>
          </a:solidFill>
        </p:grpSpPr>
        <p:sp>
          <p:nvSpPr>
            <p:cNvPr id="9" name="Freeform 58"/>
            <p:cNvSpPr/>
            <p:nvPr/>
          </p:nvSpPr>
          <p:spPr bwMode="auto">
            <a:xfrm>
              <a:off x="3316770" y="2215096"/>
              <a:ext cx="3982259" cy="2792799"/>
            </a:xfrm>
            <a:custGeom>
              <a:avLst/>
              <a:gdLst>
                <a:gd name="T0" fmla="*/ 0 w 1873"/>
                <a:gd name="T1" fmla="*/ 0 h 1441"/>
                <a:gd name="T2" fmla="*/ 1872 w 1873"/>
                <a:gd name="T3" fmla="*/ 0 h 1441"/>
                <a:gd name="T4" fmla="*/ 1872 w 1873"/>
                <a:gd name="T5" fmla="*/ 1440 h 1441"/>
                <a:gd name="T6" fmla="*/ 1728 w 1873"/>
                <a:gd name="T7" fmla="*/ 1440 h 1441"/>
                <a:gd name="T8" fmla="*/ 1728 w 1873"/>
                <a:gd name="T9" fmla="*/ 1296 h 1441"/>
                <a:gd name="T10" fmla="*/ 1440 w 1873"/>
                <a:gd name="T11" fmla="*/ 1296 h 1441"/>
                <a:gd name="T12" fmla="*/ 1440 w 1873"/>
                <a:gd name="T13" fmla="*/ 1152 h 1441"/>
                <a:gd name="T14" fmla="*/ 1728 w 1873"/>
                <a:gd name="T15" fmla="*/ 1152 h 1441"/>
                <a:gd name="T16" fmla="*/ 1728 w 1873"/>
                <a:gd name="T17" fmla="*/ 1008 h 1441"/>
                <a:gd name="T18" fmla="*/ 1584 w 1873"/>
                <a:gd name="T19" fmla="*/ 1008 h 1441"/>
                <a:gd name="T20" fmla="*/ 1584 w 1873"/>
                <a:gd name="T21" fmla="*/ 864 h 1441"/>
                <a:gd name="T22" fmla="*/ 1728 w 1873"/>
                <a:gd name="T23" fmla="*/ 864 h 1441"/>
                <a:gd name="T24" fmla="*/ 1728 w 1873"/>
                <a:gd name="T25" fmla="*/ 720 h 1441"/>
                <a:gd name="T26" fmla="*/ 1440 w 1873"/>
                <a:gd name="T27" fmla="*/ 720 h 1441"/>
                <a:gd name="T28" fmla="*/ 1440 w 1873"/>
                <a:gd name="T29" fmla="*/ 288 h 1441"/>
                <a:gd name="T30" fmla="*/ 1584 w 1873"/>
                <a:gd name="T31" fmla="*/ 288 h 1441"/>
                <a:gd name="T32" fmla="*/ 1584 w 1873"/>
                <a:gd name="T33" fmla="*/ 576 h 1441"/>
                <a:gd name="T34" fmla="*/ 1728 w 1873"/>
                <a:gd name="T35" fmla="*/ 576 h 1441"/>
                <a:gd name="T36" fmla="*/ 1728 w 1873"/>
                <a:gd name="T37" fmla="*/ 144 h 1441"/>
                <a:gd name="T38" fmla="*/ 1296 w 1873"/>
                <a:gd name="T39" fmla="*/ 144 h 1441"/>
                <a:gd name="T40" fmla="*/ 1296 w 1873"/>
                <a:gd name="T41" fmla="*/ 288 h 1441"/>
                <a:gd name="T42" fmla="*/ 1152 w 1873"/>
                <a:gd name="T43" fmla="*/ 288 h 1441"/>
                <a:gd name="T44" fmla="*/ 1152 w 1873"/>
                <a:gd name="T45" fmla="*/ 144 h 1441"/>
                <a:gd name="T46" fmla="*/ 144 w 1873"/>
                <a:gd name="T47" fmla="*/ 144 h 1441"/>
                <a:gd name="T48" fmla="*/ 144 w 1873"/>
                <a:gd name="T49" fmla="*/ 288 h 1441"/>
                <a:gd name="T50" fmla="*/ 432 w 1873"/>
                <a:gd name="T51" fmla="*/ 288 h 1441"/>
                <a:gd name="T52" fmla="*/ 432 w 1873"/>
                <a:gd name="T53" fmla="*/ 432 h 1441"/>
                <a:gd name="T54" fmla="*/ 144 w 1873"/>
                <a:gd name="T55" fmla="*/ 432 h 1441"/>
                <a:gd name="T56" fmla="*/ 144 w 1873"/>
                <a:gd name="T57" fmla="*/ 828 h 1441"/>
                <a:gd name="T58" fmla="*/ 0 w 1873"/>
                <a:gd name="T59" fmla="*/ 828 h 1441"/>
                <a:gd name="T60" fmla="*/ 0 w 1873"/>
                <a:gd name="T61" fmla="*/ 0 h 1441"/>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873"/>
                <a:gd name="T94" fmla="*/ 0 h 1441"/>
                <a:gd name="T95" fmla="*/ 1873 w 1873"/>
                <a:gd name="T96" fmla="*/ 1441 h 1441"/>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873" h="1441">
                  <a:moveTo>
                    <a:pt x="0" y="0"/>
                  </a:moveTo>
                  <a:lnTo>
                    <a:pt x="1872" y="0"/>
                  </a:lnTo>
                  <a:lnTo>
                    <a:pt x="1872" y="1440"/>
                  </a:lnTo>
                  <a:lnTo>
                    <a:pt x="1728" y="1440"/>
                  </a:lnTo>
                  <a:lnTo>
                    <a:pt x="1728" y="1296"/>
                  </a:lnTo>
                  <a:lnTo>
                    <a:pt x="1440" y="1296"/>
                  </a:lnTo>
                  <a:lnTo>
                    <a:pt x="1440" y="1152"/>
                  </a:lnTo>
                  <a:lnTo>
                    <a:pt x="1728" y="1152"/>
                  </a:lnTo>
                  <a:lnTo>
                    <a:pt x="1728" y="1008"/>
                  </a:lnTo>
                  <a:lnTo>
                    <a:pt x="1584" y="1008"/>
                  </a:lnTo>
                  <a:lnTo>
                    <a:pt x="1584" y="864"/>
                  </a:lnTo>
                  <a:lnTo>
                    <a:pt x="1728" y="864"/>
                  </a:lnTo>
                  <a:lnTo>
                    <a:pt x="1728" y="720"/>
                  </a:lnTo>
                  <a:lnTo>
                    <a:pt x="1440" y="720"/>
                  </a:lnTo>
                  <a:lnTo>
                    <a:pt x="1440" y="288"/>
                  </a:lnTo>
                  <a:lnTo>
                    <a:pt x="1584" y="288"/>
                  </a:lnTo>
                  <a:lnTo>
                    <a:pt x="1584" y="576"/>
                  </a:lnTo>
                  <a:lnTo>
                    <a:pt x="1728" y="576"/>
                  </a:lnTo>
                  <a:lnTo>
                    <a:pt x="1728" y="144"/>
                  </a:lnTo>
                  <a:lnTo>
                    <a:pt x="1296" y="144"/>
                  </a:lnTo>
                  <a:lnTo>
                    <a:pt x="1296" y="288"/>
                  </a:lnTo>
                  <a:lnTo>
                    <a:pt x="1152" y="288"/>
                  </a:lnTo>
                  <a:lnTo>
                    <a:pt x="1152" y="144"/>
                  </a:lnTo>
                  <a:lnTo>
                    <a:pt x="144" y="144"/>
                  </a:lnTo>
                  <a:lnTo>
                    <a:pt x="144" y="288"/>
                  </a:lnTo>
                  <a:lnTo>
                    <a:pt x="432" y="288"/>
                  </a:lnTo>
                  <a:lnTo>
                    <a:pt x="432" y="432"/>
                  </a:lnTo>
                  <a:lnTo>
                    <a:pt x="144" y="432"/>
                  </a:lnTo>
                  <a:lnTo>
                    <a:pt x="144" y="828"/>
                  </a:lnTo>
                  <a:lnTo>
                    <a:pt x="0" y="828"/>
                  </a:lnTo>
                  <a:lnTo>
                    <a:pt x="0" y="0"/>
                  </a:lnTo>
                  <a:close/>
                </a:path>
              </a:pathLst>
            </a:custGeom>
            <a:grpFill/>
            <a:ln w="6350" cap="flat">
              <a:noFill/>
              <a:prstDash val="solid"/>
              <a:round/>
            </a:ln>
          </p:spPr>
          <p:txBody>
            <a:bodyPr wrap="none" anchor="ctr">
              <a:spAutoFit/>
            </a:bodyPr>
            <a:lstStyle>
              <a:defPPr>
                <a:defRPr lang="en-US"/>
              </a:defPPr>
              <a:lvl1pPr algn="l" defTabSz="912495" rtl="0" fontAlgn="base">
                <a:spcBef>
                  <a:spcPct val="0"/>
                </a:spcBef>
                <a:spcAft>
                  <a:spcPct val="0"/>
                </a:spcAft>
                <a:defRPr sz="1800" kern="1200">
                  <a:solidFill>
                    <a:schemeClr val="tx1"/>
                  </a:solidFill>
                  <a:latin typeface="Arial" panose="020B0604020202020204" pitchFamily="34" charset="0"/>
                  <a:ea typeface="+mn-ea"/>
                  <a:cs typeface="+mn-cs"/>
                </a:defRPr>
              </a:lvl1pPr>
              <a:lvl2pPr marL="454660" indent="-67310" algn="l" defTabSz="912495" rtl="0" fontAlgn="base">
                <a:spcBef>
                  <a:spcPct val="0"/>
                </a:spcBef>
                <a:spcAft>
                  <a:spcPct val="0"/>
                </a:spcAft>
                <a:defRPr sz="1800" kern="1200">
                  <a:solidFill>
                    <a:schemeClr val="tx1"/>
                  </a:solidFill>
                  <a:latin typeface="Arial" panose="020B0604020202020204" pitchFamily="34" charset="0"/>
                  <a:ea typeface="+mn-ea"/>
                  <a:cs typeface="+mn-cs"/>
                </a:defRPr>
              </a:lvl2pPr>
              <a:lvl3pPr marL="912495" indent="-135890" algn="l" defTabSz="912495" rtl="0" fontAlgn="base">
                <a:spcBef>
                  <a:spcPct val="0"/>
                </a:spcBef>
                <a:spcAft>
                  <a:spcPct val="0"/>
                </a:spcAft>
                <a:defRPr sz="1800" kern="1200">
                  <a:solidFill>
                    <a:schemeClr val="tx1"/>
                  </a:solidFill>
                  <a:latin typeface="Arial" panose="020B0604020202020204" pitchFamily="34" charset="0"/>
                  <a:ea typeface="+mn-ea"/>
                  <a:cs typeface="+mn-cs"/>
                </a:defRPr>
              </a:lvl3pPr>
              <a:lvl4pPr marL="1370330" indent="-203835" algn="l" defTabSz="912495" rtl="0" fontAlgn="base">
                <a:spcBef>
                  <a:spcPct val="0"/>
                </a:spcBef>
                <a:spcAft>
                  <a:spcPct val="0"/>
                </a:spcAft>
                <a:defRPr sz="1800" kern="1200">
                  <a:solidFill>
                    <a:schemeClr val="tx1"/>
                  </a:solidFill>
                  <a:latin typeface="Arial" panose="020B0604020202020204" pitchFamily="34" charset="0"/>
                  <a:ea typeface="+mn-ea"/>
                  <a:cs typeface="+mn-cs"/>
                </a:defRPr>
              </a:lvl4pPr>
              <a:lvl5pPr marL="1826895" indent="-272415" algn="l" defTabSz="912495" rtl="0" fontAlgn="base">
                <a:spcBef>
                  <a:spcPct val="0"/>
                </a:spcBef>
                <a:spcAft>
                  <a:spcPct val="0"/>
                </a:spcAft>
                <a:defRPr sz="1800" kern="1200">
                  <a:solidFill>
                    <a:schemeClr val="tx1"/>
                  </a:solidFill>
                  <a:latin typeface="Arial" panose="020B0604020202020204" pitchFamily="34" charset="0"/>
                  <a:ea typeface="+mn-ea"/>
                  <a:cs typeface="+mn-cs"/>
                </a:defRPr>
              </a:lvl5pPr>
              <a:lvl6pPr marL="2099310" algn="l" defTabSz="839470" rtl="0" eaLnBrk="1" latinLnBrk="0" hangingPunct="1">
                <a:defRPr sz="1800" kern="1200">
                  <a:solidFill>
                    <a:schemeClr val="tx1"/>
                  </a:solidFill>
                  <a:latin typeface="Arial" panose="020B0604020202020204" pitchFamily="34" charset="0"/>
                  <a:ea typeface="+mn-ea"/>
                  <a:cs typeface="+mn-cs"/>
                </a:defRPr>
              </a:lvl6pPr>
              <a:lvl7pPr marL="2519045" algn="l" defTabSz="839470" rtl="0" eaLnBrk="1" latinLnBrk="0" hangingPunct="1">
                <a:defRPr sz="1800" kern="1200">
                  <a:solidFill>
                    <a:schemeClr val="tx1"/>
                  </a:solidFill>
                  <a:latin typeface="Arial" panose="020B0604020202020204" pitchFamily="34" charset="0"/>
                  <a:ea typeface="+mn-ea"/>
                  <a:cs typeface="+mn-cs"/>
                </a:defRPr>
              </a:lvl7pPr>
              <a:lvl8pPr marL="2938780" algn="l" defTabSz="839470" rtl="0" eaLnBrk="1" latinLnBrk="0" hangingPunct="1">
                <a:defRPr sz="1800" kern="1200">
                  <a:solidFill>
                    <a:schemeClr val="tx1"/>
                  </a:solidFill>
                  <a:latin typeface="Arial" panose="020B0604020202020204" pitchFamily="34" charset="0"/>
                  <a:ea typeface="+mn-ea"/>
                  <a:cs typeface="+mn-cs"/>
                </a:defRPr>
              </a:lvl8pPr>
              <a:lvl9pPr marL="3358515" algn="l" defTabSz="839470" rtl="0" eaLnBrk="1" latinLnBrk="0" hangingPunct="1">
                <a:defRPr sz="1800" kern="1200">
                  <a:solidFill>
                    <a:schemeClr val="tx1"/>
                  </a:solidFill>
                  <a:latin typeface="Arial" panose="020B0604020202020204" pitchFamily="34" charset="0"/>
                  <a:ea typeface="+mn-ea"/>
                  <a:cs typeface="+mn-cs"/>
                </a:defRPr>
              </a:lvl9pPr>
            </a:lstStyle>
            <a:p>
              <a:endParaRPr lang="en-AU">
                <a:latin typeface="腾讯体 W3" panose="020C04030202040F0204" pitchFamily="34" charset="-122"/>
                <a:ea typeface="腾讯体 W3" panose="020C04030202040F0204" pitchFamily="34" charset="-122"/>
                <a:cs typeface="腾讯体 W3" panose="020C04030202040F0204" pitchFamily="34" charset="-122"/>
              </a:endParaRPr>
            </a:p>
          </p:txBody>
        </p:sp>
        <p:sp>
          <p:nvSpPr>
            <p:cNvPr id="10" name="Freeform 60"/>
            <p:cNvSpPr/>
            <p:nvPr/>
          </p:nvSpPr>
          <p:spPr bwMode="auto">
            <a:xfrm>
              <a:off x="3930990" y="2771431"/>
              <a:ext cx="2448744" cy="1817360"/>
            </a:xfrm>
            <a:custGeom>
              <a:avLst/>
              <a:gdLst>
                <a:gd name="T0" fmla="*/ 288 w 1153"/>
                <a:gd name="T1" fmla="*/ 0 h 937"/>
                <a:gd name="T2" fmla="*/ 720 w 1153"/>
                <a:gd name="T3" fmla="*/ 0 h 937"/>
                <a:gd name="T4" fmla="*/ 720 w 1153"/>
                <a:gd name="T5" fmla="*/ 216 h 937"/>
                <a:gd name="T6" fmla="*/ 1008 w 1153"/>
                <a:gd name="T7" fmla="*/ 216 h 937"/>
                <a:gd name="T8" fmla="*/ 1008 w 1153"/>
                <a:gd name="T9" fmla="*/ 576 h 937"/>
                <a:gd name="T10" fmla="*/ 1152 w 1153"/>
                <a:gd name="T11" fmla="*/ 576 h 937"/>
                <a:gd name="T12" fmla="*/ 1152 w 1153"/>
                <a:gd name="T13" fmla="*/ 720 h 937"/>
                <a:gd name="T14" fmla="*/ 1008 w 1153"/>
                <a:gd name="T15" fmla="*/ 720 h 937"/>
                <a:gd name="T16" fmla="*/ 1008 w 1153"/>
                <a:gd name="T17" fmla="*/ 936 h 937"/>
                <a:gd name="T18" fmla="*/ 864 w 1153"/>
                <a:gd name="T19" fmla="*/ 936 h 937"/>
                <a:gd name="T20" fmla="*/ 864 w 1153"/>
                <a:gd name="T21" fmla="*/ 720 h 937"/>
                <a:gd name="T22" fmla="*/ 720 w 1153"/>
                <a:gd name="T23" fmla="*/ 720 h 937"/>
                <a:gd name="T24" fmla="*/ 720 w 1153"/>
                <a:gd name="T25" fmla="*/ 792 h 937"/>
                <a:gd name="T26" fmla="*/ 576 w 1153"/>
                <a:gd name="T27" fmla="*/ 792 h 937"/>
                <a:gd name="T28" fmla="*/ 576 w 1153"/>
                <a:gd name="T29" fmla="*/ 504 h 937"/>
                <a:gd name="T30" fmla="*/ 720 w 1153"/>
                <a:gd name="T31" fmla="*/ 504 h 937"/>
                <a:gd name="T32" fmla="*/ 720 w 1153"/>
                <a:gd name="T33" fmla="*/ 576 h 937"/>
                <a:gd name="T34" fmla="*/ 864 w 1153"/>
                <a:gd name="T35" fmla="*/ 576 h 937"/>
                <a:gd name="T36" fmla="*/ 864 w 1153"/>
                <a:gd name="T37" fmla="*/ 360 h 937"/>
                <a:gd name="T38" fmla="*/ 576 w 1153"/>
                <a:gd name="T39" fmla="*/ 360 h 937"/>
                <a:gd name="T40" fmla="*/ 576 w 1153"/>
                <a:gd name="T41" fmla="*/ 144 h 937"/>
                <a:gd name="T42" fmla="*/ 432 w 1153"/>
                <a:gd name="T43" fmla="*/ 144 h 937"/>
                <a:gd name="T44" fmla="*/ 432 w 1153"/>
                <a:gd name="T45" fmla="*/ 720 h 937"/>
                <a:gd name="T46" fmla="*/ 144 w 1153"/>
                <a:gd name="T47" fmla="*/ 720 h 937"/>
                <a:gd name="T48" fmla="*/ 144 w 1153"/>
                <a:gd name="T49" fmla="*/ 576 h 937"/>
                <a:gd name="T50" fmla="*/ 288 w 1153"/>
                <a:gd name="T51" fmla="*/ 576 h 937"/>
                <a:gd name="T52" fmla="*/ 288 w 1153"/>
                <a:gd name="T53" fmla="*/ 432 h 937"/>
                <a:gd name="T54" fmla="*/ 0 w 1153"/>
                <a:gd name="T55" fmla="*/ 432 h 937"/>
                <a:gd name="T56" fmla="*/ 0 w 1153"/>
                <a:gd name="T57" fmla="*/ 288 h 937"/>
                <a:gd name="T58" fmla="*/ 288 w 1153"/>
                <a:gd name="T59" fmla="*/ 288 h 937"/>
                <a:gd name="T60" fmla="*/ 288 w 1153"/>
                <a:gd name="T61" fmla="*/ 0 h 937"/>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153"/>
                <a:gd name="T94" fmla="*/ 0 h 937"/>
                <a:gd name="T95" fmla="*/ 1153 w 1153"/>
                <a:gd name="T96" fmla="*/ 937 h 937"/>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153" h="937">
                  <a:moveTo>
                    <a:pt x="288" y="0"/>
                  </a:moveTo>
                  <a:lnTo>
                    <a:pt x="720" y="0"/>
                  </a:lnTo>
                  <a:lnTo>
                    <a:pt x="720" y="216"/>
                  </a:lnTo>
                  <a:lnTo>
                    <a:pt x="1008" y="216"/>
                  </a:lnTo>
                  <a:lnTo>
                    <a:pt x="1008" y="576"/>
                  </a:lnTo>
                  <a:lnTo>
                    <a:pt x="1152" y="576"/>
                  </a:lnTo>
                  <a:lnTo>
                    <a:pt x="1152" y="720"/>
                  </a:lnTo>
                  <a:lnTo>
                    <a:pt x="1008" y="720"/>
                  </a:lnTo>
                  <a:lnTo>
                    <a:pt x="1008" y="936"/>
                  </a:lnTo>
                  <a:lnTo>
                    <a:pt x="864" y="936"/>
                  </a:lnTo>
                  <a:lnTo>
                    <a:pt x="864" y="720"/>
                  </a:lnTo>
                  <a:lnTo>
                    <a:pt x="720" y="720"/>
                  </a:lnTo>
                  <a:lnTo>
                    <a:pt x="720" y="792"/>
                  </a:lnTo>
                  <a:lnTo>
                    <a:pt x="576" y="792"/>
                  </a:lnTo>
                  <a:lnTo>
                    <a:pt x="576" y="504"/>
                  </a:lnTo>
                  <a:lnTo>
                    <a:pt x="720" y="504"/>
                  </a:lnTo>
                  <a:lnTo>
                    <a:pt x="720" y="576"/>
                  </a:lnTo>
                  <a:lnTo>
                    <a:pt x="864" y="576"/>
                  </a:lnTo>
                  <a:lnTo>
                    <a:pt x="864" y="360"/>
                  </a:lnTo>
                  <a:lnTo>
                    <a:pt x="576" y="360"/>
                  </a:lnTo>
                  <a:lnTo>
                    <a:pt x="576" y="144"/>
                  </a:lnTo>
                  <a:lnTo>
                    <a:pt x="432" y="144"/>
                  </a:lnTo>
                  <a:lnTo>
                    <a:pt x="432" y="720"/>
                  </a:lnTo>
                  <a:lnTo>
                    <a:pt x="144" y="720"/>
                  </a:lnTo>
                  <a:lnTo>
                    <a:pt x="144" y="576"/>
                  </a:lnTo>
                  <a:lnTo>
                    <a:pt x="288" y="576"/>
                  </a:lnTo>
                  <a:lnTo>
                    <a:pt x="288" y="432"/>
                  </a:lnTo>
                  <a:lnTo>
                    <a:pt x="0" y="432"/>
                  </a:lnTo>
                  <a:lnTo>
                    <a:pt x="0" y="288"/>
                  </a:lnTo>
                  <a:lnTo>
                    <a:pt x="288" y="288"/>
                  </a:lnTo>
                  <a:lnTo>
                    <a:pt x="288" y="0"/>
                  </a:lnTo>
                  <a:close/>
                </a:path>
              </a:pathLst>
            </a:custGeom>
            <a:grpFill/>
            <a:ln w="6350" cap="flat">
              <a:noFill/>
              <a:prstDash val="solid"/>
              <a:round/>
            </a:ln>
          </p:spPr>
          <p:txBody>
            <a:bodyPr wrap="none" anchor="ctr">
              <a:spAutoFit/>
            </a:bodyPr>
            <a:lstStyle>
              <a:defPPr>
                <a:defRPr lang="en-US"/>
              </a:defPPr>
              <a:lvl1pPr algn="l" defTabSz="912495" rtl="0" fontAlgn="base">
                <a:spcBef>
                  <a:spcPct val="0"/>
                </a:spcBef>
                <a:spcAft>
                  <a:spcPct val="0"/>
                </a:spcAft>
                <a:defRPr sz="1800" kern="1200">
                  <a:solidFill>
                    <a:schemeClr val="tx1"/>
                  </a:solidFill>
                  <a:latin typeface="Arial" panose="020B0604020202020204" pitchFamily="34" charset="0"/>
                  <a:ea typeface="+mn-ea"/>
                  <a:cs typeface="+mn-cs"/>
                </a:defRPr>
              </a:lvl1pPr>
              <a:lvl2pPr marL="454660" indent="-67310" algn="l" defTabSz="912495" rtl="0" fontAlgn="base">
                <a:spcBef>
                  <a:spcPct val="0"/>
                </a:spcBef>
                <a:spcAft>
                  <a:spcPct val="0"/>
                </a:spcAft>
                <a:defRPr sz="1800" kern="1200">
                  <a:solidFill>
                    <a:schemeClr val="tx1"/>
                  </a:solidFill>
                  <a:latin typeface="Arial" panose="020B0604020202020204" pitchFamily="34" charset="0"/>
                  <a:ea typeface="+mn-ea"/>
                  <a:cs typeface="+mn-cs"/>
                </a:defRPr>
              </a:lvl2pPr>
              <a:lvl3pPr marL="912495" indent="-135890" algn="l" defTabSz="912495" rtl="0" fontAlgn="base">
                <a:spcBef>
                  <a:spcPct val="0"/>
                </a:spcBef>
                <a:spcAft>
                  <a:spcPct val="0"/>
                </a:spcAft>
                <a:defRPr sz="1800" kern="1200">
                  <a:solidFill>
                    <a:schemeClr val="tx1"/>
                  </a:solidFill>
                  <a:latin typeface="Arial" panose="020B0604020202020204" pitchFamily="34" charset="0"/>
                  <a:ea typeface="+mn-ea"/>
                  <a:cs typeface="+mn-cs"/>
                </a:defRPr>
              </a:lvl3pPr>
              <a:lvl4pPr marL="1370330" indent="-203835" algn="l" defTabSz="912495" rtl="0" fontAlgn="base">
                <a:spcBef>
                  <a:spcPct val="0"/>
                </a:spcBef>
                <a:spcAft>
                  <a:spcPct val="0"/>
                </a:spcAft>
                <a:defRPr sz="1800" kern="1200">
                  <a:solidFill>
                    <a:schemeClr val="tx1"/>
                  </a:solidFill>
                  <a:latin typeface="Arial" panose="020B0604020202020204" pitchFamily="34" charset="0"/>
                  <a:ea typeface="+mn-ea"/>
                  <a:cs typeface="+mn-cs"/>
                </a:defRPr>
              </a:lvl4pPr>
              <a:lvl5pPr marL="1826895" indent="-272415" algn="l" defTabSz="912495" rtl="0" fontAlgn="base">
                <a:spcBef>
                  <a:spcPct val="0"/>
                </a:spcBef>
                <a:spcAft>
                  <a:spcPct val="0"/>
                </a:spcAft>
                <a:defRPr sz="1800" kern="1200">
                  <a:solidFill>
                    <a:schemeClr val="tx1"/>
                  </a:solidFill>
                  <a:latin typeface="Arial" panose="020B0604020202020204" pitchFamily="34" charset="0"/>
                  <a:ea typeface="+mn-ea"/>
                  <a:cs typeface="+mn-cs"/>
                </a:defRPr>
              </a:lvl5pPr>
              <a:lvl6pPr marL="2099310" algn="l" defTabSz="839470" rtl="0" eaLnBrk="1" latinLnBrk="0" hangingPunct="1">
                <a:defRPr sz="1800" kern="1200">
                  <a:solidFill>
                    <a:schemeClr val="tx1"/>
                  </a:solidFill>
                  <a:latin typeface="Arial" panose="020B0604020202020204" pitchFamily="34" charset="0"/>
                  <a:ea typeface="+mn-ea"/>
                  <a:cs typeface="+mn-cs"/>
                </a:defRPr>
              </a:lvl6pPr>
              <a:lvl7pPr marL="2519045" algn="l" defTabSz="839470" rtl="0" eaLnBrk="1" latinLnBrk="0" hangingPunct="1">
                <a:defRPr sz="1800" kern="1200">
                  <a:solidFill>
                    <a:schemeClr val="tx1"/>
                  </a:solidFill>
                  <a:latin typeface="Arial" panose="020B0604020202020204" pitchFamily="34" charset="0"/>
                  <a:ea typeface="+mn-ea"/>
                  <a:cs typeface="+mn-cs"/>
                </a:defRPr>
              </a:lvl7pPr>
              <a:lvl8pPr marL="2938780" algn="l" defTabSz="839470" rtl="0" eaLnBrk="1" latinLnBrk="0" hangingPunct="1">
                <a:defRPr sz="1800" kern="1200">
                  <a:solidFill>
                    <a:schemeClr val="tx1"/>
                  </a:solidFill>
                  <a:latin typeface="Arial" panose="020B0604020202020204" pitchFamily="34" charset="0"/>
                  <a:ea typeface="+mn-ea"/>
                  <a:cs typeface="+mn-cs"/>
                </a:defRPr>
              </a:lvl8pPr>
              <a:lvl9pPr marL="3358515" algn="l" defTabSz="839470" rtl="0" eaLnBrk="1" latinLnBrk="0" hangingPunct="1">
                <a:defRPr sz="1800" kern="1200">
                  <a:solidFill>
                    <a:schemeClr val="tx1"/>
                  </a:solidFill>
                  <a:latin typeface="Arial" panose="020B0604020202020204" pitchFamily="34" charset="0"/>
                  <a:ea typeface="+mn-ea"/>
                  <a:cs typeface="+mn-cs"/>
                </a:defRPr>
              </a:lvl9pPr>
            </a:lstStyle>
            <a:p>
              <a:endParaRPr lang="en-AU">
                <a:latin typeface="腾讯体 W3" panose="020C04030202040F0204" pitchFamily="34" charset="-122"/>
                <a:ea typeface="腾讯体 W3" panose="020C04030202040F0204" pitchFamily="34" charset="-122"/>
                <a:cs typeface="腾讯体 W3" panose="020C04030202040F0204" pitchFamily="34" charset="-122"/>
              </a:endParaRPr>
            </a:p>
          </p:txBody>
        </p:sp>
        <p:sp>
          <p:nvSpPr>
            <p:cNvPr id="11" name="Freeform 61"/>
            <p:cNvSpPr/>
            <p:nvPr/>
          </p:nvSpPr>
          <p:spPr bwMode="auto">
            <a:xfrm>
              <a:off x="3930990" y="4518321"/>
              <a:ext cx="1529448" cy="560043"/>
            </a:xfrm>
            <a:custGeom>
              <a:avLst/>
              <a:gdLst>
                <a:gd name="T0" fmla="*/ 0 w 721"/>
                <a:gd name="T1" fmla="*/ 0 h 289"/>
                <a:gd name="T2" fmla="*/ 720 w 721"/>
                <a:gd name="T3" fmla="*/ 0 h 289"/>
                <a:gd name="T4" fmla="*/ 720 w 721"/>
                <a:gd name="T5" fmla="*/ 288 h 289"/>
                <a:gd name="T6" fmla="*/ 576 w 721"/>
                <a:gd name="T7" fmla="*/ 288 h 289"/>
                <a:gd name="T8" fmla="*/ 576 w 721"/>
                <a:gd name="T9" fmla="*/ 144 h 289"/>
                <a:gd name="T10" fmla="*/ 0 w 721"/>
                <a:gd name="T11" fmla="*/ 144 h 289"/>
                <a:gd name="T12" fmla="*/ 0 w 721"/>
                <a:gd name="T13" fmla="*/ 0 h 289"/>
                <a:gd name="T14" fmla="*/ 0 60000 65536"/>
                <a:gd name="T15" fmla="*/ 0 60000 65536"/>
                <a:gd name="T16" fmla="*/ 0 60000 65536"/>
                <a:gd name="T17" fmla="*/ 0 60000 65536"/>
                <a:gd name="T18" fmla="*/ 0 60000 65536"/>
                <a:gd name="T19" fmla="*/ 0 60000 65536"/>
                <a:gd name="T20" fmla="*/ 0 60000 65536"/>
                <a:gd name="T21" fmla="*/ 0 w 721"/>
                <a:gd name="T22" fmla="*/ 0 h 289"/>
                <a:gd name="T23" fmla="*/ 721 w 721"/>
                <a:gd name="T24" fmla="*/ 289 h 289"/>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721" h="289">
                  <a:moveTo>
                    <a:pt x="0" y="0"/>
                  </a:moveTo>
                  <a:lnTo>
                    <a:pt x="720" y="0"/>
                  </a:lnTo>
                  <a:lnTo>
                    <a:pt x="720" y="288"/>
                  </a:lnTo>
                  <a:lnTo>
                    <a:pt x="576" y="288"/>
                  </a:lnTo>
                  <a:lnTo>
                    <a:pt x="576" y="144"/>
                  </a:lnTo>
                  <a:lnTo>
                    <a:pt x="0" y="144"/>
                  </a:lnTo>
                  <a:lnTo>
                    <a:pt x="0" y="0"/>
                  </a:lnTo>
                  <a:close/>
                </a:path>
              </a:pathLst>
            </a:custGeom>
            <a:grpFill/>
            <a:ln w="6350" cap="flat">
              <a:noFill/>
              <a:prstDash val="solid"/>
              <a:round/>
            </a:ln>
          </p:spPr>
          <p:txBody>
            <a:bodyPr wrap="none" anchor="ctr">
              <a:spAutoFit/>
            </a:bodyPr>
            <a:lstStyle>
              <a:defPPr>
                <a:defRPr lang="en-US"/>
              </a:defPPr>
              <a:lvl1pPr algn="l" defTabSz="912495" rtl="0" fontAlgn="base">
                <a:spcBef>
                  <a:spcPct val="0"/>
                </a:spcBef>
                <a:spcAft>
                  <a:spcPct val="0"/>
                </a:spcAft>
                <a:defRPr sz="1800" kern="1200">
                  <a:solidFill>
                    <a:schemeClr val="tx1"/>
                  </a:solidFill>
                  <a:latin typeface="Arial" panose="020B0604020202020204" pitchFamily="34" charset="0"/>
                  <a:ea typeface="+mn-ea"/>
                  <a:cs typeface="+mn-cs"/>
                </a:defRPr>
              </a:lvl1pPr>
              <a:lvl2pPr marL="454660" indent="-67310" algn="l" defTabSz="912495" rtl="0" fontAlgn="base">
                <a:spcBef>
                  <a:spcPct val="0"/>
                </a:spcBef>
                <a:spcAft>
                  <a:spcPct val="0"/>
                </a:spcAft>
                <a:defRPr sz="1800" kern="1200">
                  <a:solidFill>
                    <a:schemeClr val="tx1"/>
                  </a:solidFill>
                  <a:latin typeface="Arial" panose="020B0604020202020204" pitchFamily="34" charset="0"/>
                  <a:ea typeface="+mn-ea"/>
                  <a:cs typeface="+mn-cs"/>
                </a:defRPr>
              </a:lvl2pPr>
              <a:lvl3pPr marL="912495" indent="-135890" algn="l" defTabSz="912495" rtl="0" fontAlgn="base">
                <a:spcBef>
                  <a:spcPct val="0"/>
                </a:spcBef>
                <a:spcAft>
                  <a:spcPct val="0"/>
                </a:spcAft>
                <a:defRPr sz="1800" kern="1200">
                  <a:solidFill>
                    <a:schemeClr val="tx1"/>
                  </a:solidFill>
                  <a:latin typeface="Arial" panose="020B0604020202020204" pitchFamily="34" charset="0"/>
                  <a:ea typeface="+mn-ea"/>
                  <a:cs typeface="+mn-cs"/>
                </a:defRPr>
              </a:lvl3pPr>
              <a:lvl4pPr marL="1370330" indent="-203835" algn="l" defTabSz="912495" rtl="0" fontAlgn="base">
                <a:spcBef>
                  <a:spcPct val="0"/>
                </a:spcBef>
                <a:spcAft>
                  <a:spcPct val="0"/>
                </a:spcAft>
                <a:defRPr sz="1800" kern="1200">
                  <a:solidFill>
                    <a:schemeClr val="tx1"/>
                  </a:solidFill>
                  <a:latin typeface="Arial" panose="020B0604020202020204" pitchFamily="34" charset="0"/>
                  <a:ea typeface="+mn-ea"/>
                  <a:cs typeface="+mn-cs"/>
                </a:defRPr>
              </a:lvl4pPr>
              <a:lvl5pPr marL="1826895" indent="-272415" algn="l" defTabSz="912495" rtl="0" fontAlgn="base">
                <a:spcBef>
                  <a:spcPct val="0"/>
                </a:spcBef>
                <a:spcAft>
                  <a:spcPct val="0"/>
                </a:spcAft>
                <a:defRPr sz="1800" kern="1200">
                  <a:solidFill>
                    <a:schemeClr val="tx1"/>
                  </a:solidFill>
                  <a:latin typeface="Arial" panose="020B0604020202020204" pitchFamily="34" charset="0"/>
                  <a:ea typeface="+mn-ea"/>
                  <a:cs typeface="+mn-cs"/>
                </a:defRPr>
              </a:lvl5pPr>
              <a:lvl6pPr marL="2099310" algn="l" defTabSz="839470" rtl="0" eaLnBrk="1" latinLnBrk="0" hangingPunct="1">
                <a:defRPr sz="1800" kern="1200">
                  <a:solidFill>
                    <a:schemeClr val="tx1"/>
                  </a:solidFill>
                  <a:latin typeface="Arial" panose="020B0604020202020204" pitchFamily="34" charset="0"/>
                  <a:ea typeface="+mn-ea"/>
                  <a:cs typeface="+mn-cs"/>
                </a:defRPr>
              </a:lvl6pPr>
              <a:lvl7pPr marL="2519045" algn="l" defTabSz="839470" rtl="0" eaLnBrk="1" latinLnBrk="0" hangingPunct="1">
                <a:defRPr sz="1800" kern="1200">
                  <a:solidFill>
                    <a:schemeClr val="tx1"/>
                  </a:solidFill>
                  <a:latin typeface="Arial" panose="020B0604020202020204" pitchFamily="34" charset="0"/>
                  <a:ea typeface="+mn-ea"/>
                  <a:cs typeface="+mn-cs"/>
                </a:defRPr>
              </a:lvl7pPr>
              <a:lvl8pPr marL="2938780" algn="l" defTabSz="839470" rtl="0" eaLnBrk="1" latinLnBrk="0" hangingPunct="1">
                <a:defRPr sz="1800" kern="1200">
                  <a:solidFill>
                    <a:schemeClr val="tx1"/>
                  </a:solidFill>
                  <a:latin typeface="Arial" panose="020B0604020202020204" pitchFamily="34" charset="0"/>
                  <a:ea typeface="+mn-ea"/>
                  <a:cs typeface="+mn-cs"/>
                </a:defRPr>
              </a:lvl8pPr>
              <a:lvl9pPr marL="3358515" algn="l" defTabSz="839470" rtl="0" eaLnBrk="1" latinLnBrk="0" hangingPunct="1">
                <a:defRPr sz="1800" kern="1200">
                  <a:solidFill>
                    <a:schemeClr val="tx1"/>
                  </a:solidFill>
                  <a:latin typeface="Arial" panose="020B0604020202020204" pitchFamily="34" charset="0"/>
                  <a:ea typeface="+mn-ea"/>
                  <a:cs typeface="+mn-cs"/>
                </a:defRPr>
              </a:lvl9pPr>
            </a:lstStyle>
            <a:p>
              <a:endParaRPr lang="en-AU">
                <a:latin typeface="腾讯体 W3" panose="020C04030202040F0204" pitchFamily="34" charset="-122"/>
                <a:ea typeface="腾讯体 W3" panose="020C04030202040F0204" pitchFamily="34" charset="-122"/>
                <a:cs typeface="腾讯体 W3" panose="020C04030202040F0204" pitchFamily="34" charset="-122"/>
              </a:endParaRPr>
            </a:p>
          </p:txBody>
        </p:sp>
        <p:sp>
          <p:nvSpPr>
            <p:cNvPr id="12" name="Freeform 62"/>
            <p:cNvSpPr/>
            <p:nvPr/>
          </p:nvSpPr>
          <p:spPr bwMode="auto">
            <a:xfrm>
              <a:off x="3316770" y="4028747"/>
              <a:ext cx="3982259" cy="2581392"/>
            </a:xfrm>
            <a:custGeom>
              <a:avLst/>
              <a:gdLst>
                <a:gd name="T0" fmla="*/ 0 w 1873"/>
                <a:gd name="T1" fmla="*/ 0 h 1333"/>
                <a:gd name="T2" fmla="*/ 144 w 1873"/>
                <a:gd name="T3" fmla="*/ 0 h 1333"/>
                <a:gd name="T4" fmla="*/ 144 w 1873"/>
                <a:gd name="T5" fmla="*/ 612 h 1333"/>
                <a:gd name="T6" fmla="*/ 432 w 1873"/>
                <a:gd name="T7" fmla="*/ 612 h 1333"/>
                <a:gd name="T8" fmla="*/ 432 w 1873"/>
                <a:gd name="T9" fmla="*/ 756 h 1333"/>
                <a:gd name="T10" fmla="*/ 144 w 1873"/>
                <a:gd name="T11" fmla="*/ 756 h 1333"/>
                <a:gd name="T12" fmla="*/ 144 w 1873"/>
                <a:gd name="T13" fmla="*/ 1188 h 1333"/>
                <a:gd name="T14" fmla="*/ 864 w 1873"/>
                <a:gd name="T15" fmla="*/ 1188 h 1333"/>
                <a:gd name="T16" fmla="*/ 864 w 1873"/>
                <a:gd name="T17" fmla="*/ 828 h 1333"/>
                <a:gd name="T18" fmla="*/ 720 w 1873"/>
                <a:gd name="T19" fmla="*/ 828 h 1333"/>
                <a:gd name="T20" fmla="*/ 720 w 1873"/>
                <a:gd name="T21" fmla="*/ 1044 h 1333"/>
                <a:gd name="T22" fmla="*/ 288 w 1873"/>
                <a:gd name="T23" fmla="*/ 1044 h 1333"/>
                <a:gd name="T24" fmla="*/ 288 w 1873"/>
                <a:gd name="T25" fmla="*/ 900 h 1333"/>
                <a:gd name="T26" fmla="*/ 576 w 1873"/>
                <a:gd name="T27" fmla="*/ 900 h 1333"/>
                <a:gd name="T28" fmla="*/ 576 w 1873"/>
                <a:gd name="T29" fmla="*/ 540 h 1333"/>
                <a:gd name="T30" fmla="*/ 720 w 1873"/>
                <a:gd name="T31" fmla="*/ 540 h 1333"/>
                <a:gd name="T32" fmla="*/ 720 w 1873"/>
                <a:gd name="T33" fmla="*/ 684 h 1333"/>
                <a:gd name="T34" fmla="*/ 1008 w 1873"/>
                <a:gd name="T35" fmla="*/ 684 h 1333"/>
                <a:gd name="T36" fmla="*/ 1008 w 1873"/>
                <a:gd name="T37" fmla="*/ 900 h 1333"/>
                <a:gd name="T38" fmla="*/ 1152 w 1873"/>
                <a:gd name="T39" fmla="*/ 900 h 1333"/>
                <a:gd name="T40" fmla="*/ 1152 w 1873"/>
                <a:gd name="T41" fmla="*/ 396 h 1333"/>
                <a:gd name="T42" fmla="*/ 1296 w 1873"/>
                <a:gd name="T43" fmla="*/ 396 h 1333"/>
                <a:gd name="T44" fmla="*/ 1296 w 1873"/>
                <a:gd name="T45" fmla="*/ 540 h 1333"/>
                <a:gd name="T46" fmla="*/ 1440 w 1873"/>
                <a:gd name="T47" fmla="*/ 540 h 1333"/>
                <a:gd name="T48" fmla="*/ 1440 w 1873"/>
                <a:gd name="T49" fmla="*/ 684 h 1333"/>
                <a:gd name="T50" fmla="*/ 1296 w 1873"/>
                <a:gd name="T51" fmla="*/ 684 h 1333"/>
                <a:gd name="T52" fmla="*/ 1296 w 1873"/>
                <a:gd name="T53" fmla="*/ 1044 h 1333"/>
                <a:gd name="T54" fmla="*/ 1008 w 1873"/>
                <a:gd name="T55" fmla="*/ 1044 h 1333"/>
                <a:gd name="T56" fmla="*/ 1008 w 1873"/>
                <a:gd name="T57" fmla="*/ 1188 h 1333"/>
                <a:gd name="T58" fmla="*/ 1440 w 1873"/>
                <a:gd name="T59" fmla="*/ 1188 h 1333"/>
                <a:gd name="T60" fmla="*/ 1440 w 1873"/>
                <a:gd name="T61" fmla="*/ 1044 h 1333"/>
                <a:gd name="T62" fmla="*/ 1584 w 1873"/>
                <a:gd name="T63" fmla="*/ 1044 h 1333"/>
                <a:gd name="T64" fmla="*/ 1584 w 1873"/>
                <a:gd name="T65" fmla="*/ 1188 h 1333"/>
                <a:gd name="T66" fmla="*/ 1728 w 1873"/>
                <a:gd name="T67" fmla="*/ 1188 h 1333"/>
                <a:gd name="T68" fmla="*/ 1728 w 1873"/>
                <a:gd name="T69" fmla="*/ 900 h 1333"/>
                <a:gd name="T70" fmla="*/ 1440 w 1873"/>
                <a:gd name="T71" fmla="*/ 900 h 1333"/>
                <a:gd name="T72" fmla="*/ 1440 w 1873"/>
                <a:gd name="T73" fmla="*/ 756 h 1333"/>
                <a:gd name="T74" fmla="*/ 1728 w 1873"/>
                <a:gd name="T75" fmla="*/ 756 h 1333"/>
                <a:gd name="T76" fmla="*/ 1728 w 1873"/>
                <a:gd name="T77" fmla="*/ 612 h 1333"/>
                <a:gd name="T78" fmla="*/ 1872 w 1873"/>
                <a:gd name="T79" fmla="*/ 612 h 1333"/>
                <a:gd name="T80" fmla="*/ 1872 w 1873"/>
                <a:gd name="T81" fmla="*/ 1332 h 1333"/>
                <a:gd name="T82" fmla="*/ 0 w 1873"/>
                <a:gd name="T83" fmla="*/ 1332 h 1333"/>
                <a:gd name="T84" fmla="*/ 0 w 1873"/>
                <a:gd name="T85" fmla="*/ 0 h 1333"/>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1873"/>
                <a:gd name="T130" fmla="*/ 0 h 1333"/>
                <a:gd name="T131" fmla="*/ 1873 w 1873"/>
                <a:gd name="T132" fmla="*/ 1333 h 1333"/>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1873" h="1333">
                  <a:moveTo>
                    <a:pt x="0" y="0"/>
                  </a:moveTo>
                  <a:lnTo>
                    <a:pt x="144" y="0"/>
                  </a:lnTo>
                  <a:lnTo>
                    <a:pt x="144" y="612"/>
                  </a:lnTo>
                  <a:lnTo>
                    <a:pt x="432" y="612"/>
                  </a:lnTo>
                  <a:lnTo>
                    <a:pt x="432" y="756"/>
                  </a:lnTo>
                  <a:lnTo>
                    <a:pt x="144" y="756"/>
                  </a:lnTo>
                  <a:lnTo>
                    <a:pt x="144" y="1188"/>
                  </a:lnTo>
                  <a:lnTo>
                    <a:pt x="864" y="1188"/>
                  </a:lnTo>
                  <a:lnTo>
                    <a:pt x="864" y="828"/>
                  </a:lnTo>
                  <a:lnTo>
                    <a:pt x="720" y="828"/>
                  </a:lnTo>
                  <a:lnTo>
                    <a:pt x="720" y="1044"/>
                  </a:lnTo>
                  <a:lnTo>
                    <a:pt x="288" y="1044"/>
                  </a:lnTo>
                  <a:lnTo>
                    <a:pt x="288" y="900"/>
                  </a:lnTo>
                  <a:lnTo>
                    <a:pt x="576" y="900"/>
                  </a:lnTo>
                  <a:lnTo>
                    <a:pt x="576" y="540"/>
                  </a:lnTo>
                  <a:lnTo>
                    <a:pt x="720" y="540"/>
                  </a:lnTo>
                  <a:lnTo>
                    <a:pt x="720" y="684"/>
                  </a:lnTo>
                  <a:lnTo>
                    <a:pt x="1008" y="684"/>
                  </a:lnTo>
                  <a:lnTo>
                    <a:pt x="1008" y="900"/>
                  </a:lnTo>
                  <a:lnTo>
                    <a:pt x="1152" y="900"/>
                  </a:lnTo>
                  <a:lnTo>
                    <a:pt x="1152" y="396"/>
                  </a:lnTo>
                  <a:lnTo>
                    <a:pt x="1296" y="396"/>
                  </a:lnTo>
                  <a:lnTo>
                    <a:pt x="1296" y="540"/>
                  </a:lnTo>
                  <a:lnTo>
                    <a:pt x="1440" y="540"/>
                  </a:lnTo>
                  <a:lnTo>
                    <a:pt x="1440" y="684"/>
                  </a:lnTo>
                  <a:lnTo>
                    <a:pt x="1296" y="684"/>
                  </a:lnTo>
                  <a:lnTo>
                    <a:pt x="1296" y="1044"/>
                  </a:lnTo>
                  <a:lnTo>
                    <a:pt x="1008" y="1044"/>
                  </a:lnTo>
                  <a:lnTo>
                    <a:pt x="1008" y="1188"/>
                  </a:lnTo>
                  <a:lnTo>
                    <a:pt x="1440" y="1188"/>
                  </a:lnTo>
                  <a:lnTo>
                    <a:pt x="1440" y="1044"/>
                  </a:lnTo>
                  <a:lnTo>
                    <a:pt x="1584" y="1044"/>
                  </a:lnTo>
                  <a:lnTo>
                    <a:pt x="1584" y="1188"/>
                  </a:lnTo>
                  <a:lnTo>
                    <a:pt x="1728" y="1188"/>
                  </a:lnTo>
                  <a:lnTo>
                    <a:pt x="1728" y="900"/>
                  </a:lnTo>
                  <a:lnTo>
                    <a:pt x="1440" y="900"/>
                  </a:lnTo>
                  <a:lnTo>
                    <a:pt x="1440" y="756"/>
                  </a:lnTo>
                  <a:lnTo>
                    <a:pt x="1728" y="756"/>
                  </a:lnTo>
                  <a:lnTo>
                    <a:pt x="1728" y="612"/>
                  </a:lnTo>
                  <a:lnTo>
                    <a:pt x="1872" y="612"/>
                  </a:lnTo>
                  <a:lnTo>
                    <a:pt x="1872" y="1332"/>
                  </a:lnTo>
                  <a:lnTo>
                    <a:pt x="0" y="1332"/>
                  </a:lnTo>
                  <a:lnTo>
                    <a:pt x="0" y="0"/>
                  </a:lnTo>
                  <a:close/>
                </a:path>
              </a:pathLst>
            </a:custGeom>
            <a:grpFill/>
            <a:ln w="6350" cap="flat">
              <a:noFill/>
              <a:prstDash val="solid"/>
              <a:round/>
            </a:ln>
          </p:spPr>
          <p:txBody>
            <a:bodyPr wrap="none" anchor="ctr">
              <a:spAutoFit/>
            </a:bodyPr>
            <a:lstStyle>
              <a:defPPr>
                <a:defRPr lang="en-US"/>
              </a:defPPr>
              <a:lvl1pPr algn="l" defTabSz="912495" rtl="0" fontAlgn="base">
                <a:spcBef>
                  <a:spcPct val="0"/>
                </a:spcBef>
                <a:spcAft>
                  <a:spcPct val="0"/>
                </a:spcAft>
                <a:defRPr sz="1800" kern="1200">
                  <a:solidFill>
                    <a:schemeClr val="tx1"/>
                  </a:solidFill>
                  <a:latin typeface="Arial" panose="020B0604020202020204" pitchFamily="34" charset="0"/>
                  <a:ea typeface="+mn-ea"/>
                  <a:cs typeface="+mn-cs"/>
                </a:defRPr>
              </a:lvl1pPr>
              <a:lvl2pPr marL="454660" indent="-67310" algn="l" defTabSz="912495" rtl="0" fontAlgn="base">
                <a:spcBef>
                  <a:spcPct val="0"/>
                </a:spcBef>
                <a:spcAft>
                  <a:spcPct val="0"/>
                </a:spcAft>
                <a:defRPr sz="1800" kern="1200">
                  <a:solidFill>
                    <a:schemeClr val="tx1"/>
                  </a:solidFill>
                  <a:latin typeface="Arial" panose="020B0604020202020204" pitchFamily="34" charset="0"/>
                  <a:ea typeface="+mn-ea"/>
                  <a:cs typeface="+mn-cs"/>
                </a:defRPr>
              </a:lvl2pPr>
              <a:lvl3pPr marL="912495" indent="-135890" algn="l" defTabSz="912495" rtl="0" fontAlgn="base">
                <a:spcBef>
                  <a:spcPct val="0"/>
                </a:spcBef>
                <a:spcAft>
                  <a:spcPct val="0"/>
                </a:spcAft>
                <a:defRPr sz="1800" kern="1200">
                  <a:solidFill>
                    <a:schemeClr val="tx1"/>
                  </a:solidFill>
                  <a:latin typeface="Arial" panose="020B0604020202020204" pitchFamily="34" charset="0"/>
                  <a:ea typeface="+mn-ea"/>
                  <a:cs typeface="+mn-cs"/>
                </a:defRPr>
              </a:lvl3pPr>
              <a:lvl4pPr marL="1370330" indent="-203835" algn="l" defTabSz="912495" rtl="0" fontAlgn="base">
                <a:spcBef>
                  <a:spcPct val="0"/>
                </a:spcBef>
                <a:spcAft>
                  <a:spcPct val="0"/>
                </a:spcAft>
                <a:defRPr sz="1800" kern="1200">
                  <a:solidFill>
                    <a:schemeClr val="tx1"/>
                  </a:solidFill>
                  <a:latin typeface="Arial" panose="020B0604020202020204" pitchFamily="34" charset="0"/>
                  <a:ea typeface="+mn-ea"/>
                  <a:cs typeface="+mn-cs"/>
                </a:defRPr>
              </a:lvl4pPr>
              <a:lvl5pPr marL="1826895" indent="-272415" algn="l" defTabSz="912495" rtl="0" fontAlgn="base">
                <a:spcBef>
                  <a:spcPct val="0"/>
                </a:spcBef>
                <a:spcAft>
                  <a:spcPct val="0"/>
                </a:spcAft>
                <a:defRPr sz="1800" kern="1200">
                  <a:solidFill>
                    <a:schemeClr val="tx1"/>
                  </a:solidFill>
                  <a:latin typeface="Arial" panose="020B0604020202020204" pitchFamily="34" charset="0"/>
                  <a:ea typeface="+mn-ea"/>
                  <a:cs typeface="+mn-cs"/>
                </a:defRPr>
              </a:lvl5pPr>
              <a:lvl6pPr marL="2099310" algn="l" defTabSz="839470" rtl="0" eaLnBrk="1" latinLnBrk="0" hangingPunct="1">
                <a:defRPr sz="1800" kern="1200">
                  <a:solidFill>
                    <a:schemeClr val="tx1"/>
                  </a:solidFill>
                  <a:latin typeface="Arial" panose="020B0604020202020204" pitchFamily="34" charset="0"/>
                  <a:ea typeface="+mn-ea"/>
                  <a:cs typeface="+mn-cs"/>
                </a:defRPr>
              </a:lvl6pPr>
              <a:lvl7pPr marL="2519045" algn="l" defTabSz="839470" rtl="0" eaLnBrk="1" latinLnBrk="0" hangingPunct="1">
                <a:defRPr sz="1800" kern="1200">
                  <a:solidFill>
                    <a:schemeClr val="tx1"/>
                  </a:solidFill>
                  <a:latin typeface="Arial" panose="020B0604020202020204" pitchFamily="34" charset="0"/>
                  <a:ea typeface="+mn-ea"/>
                  <a:cs typeface="+mn-cs"/>
                </a:defRPr>
              </a:lvl7pPr>
              <a:lvl8pPr marL="2938780" algn="l" defTabSz="839470" rtl="0" eaLnBrk="1" latinLnBrk="0" hangingPunct="1">
                <a:defRPr sz="1800" kern="1200">
                  <a:solidFill>
                    <a:schemeClr val="tx1"/>
                  </a:solidFill>
                  <a:latin typeface="Arial" panose="020B0604020202020204" pitchFamily="34" charset="0"/>
                  <a:ea typeface="+mn-ea"/>
                  <a:cs typeface="+mn-cs"/>
                </a:defRPr>
              </a:lvl8pPr>
              <a:lvl9pPr marL="3358515" algn="l" defTabSz="839470" rtl="0" eaLnBrk="1" latinLnBrk="0" hangingPunct="1">
                <a:defRPr sz="1800" kern="1200">
                  <a:solidFill>
                    <a:schemeClr val="tx1"/>
                  </a:solidFill>
                  <a:latin typeface="Arial" panose="020B0604020202020204" pitchFamily="34" charset="0"/>
                  <a:ea typeface="+mn-ea"/>
                  <a:cs typeface="+mn-cs"/>
                </a:defRPr>
              </a:lvl9pPr>
            </a:lstStyle>
            <a:p>
              <a:endParaRPr lang="en-AU">
                <a:latin typeface="腾讯体 W3" panose="020C04030202040F0204" pitchFamily="34" charset="-122"/>
                <a:ea typeface="腾讯体 W3" panose="020C04030202040F0204" pitchFamily="34" charset="-122"/>
                <a:cs typeface="腾讯体 W3" panose="020C04030202040F0204" pitchFamily="34" charset="-122"/>
              </a:endParaRPr>
            </a:p>
          </p:txBody>
        </p:sp>
      </p:grpSp>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Linear flow</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27" name="AutoShape 5"/>
          <p:cNvSpPr>
            <a:spLocks noChangeArrowheads="1"/>
          </p:cNvSpPr>
          <p:nvPr/>
        </p:nvSpPr>
        <p:spPr bwMode="auto">
          <a:xfrm>
            <a:off x="5923602" y="1796309"/>
            <a:ext cx="4504616" cy="4234919"/>
          </a:xfrm>
          <a:prstGeom prst="rightArrow">
            <a:avLst>
              <a:gd name="adj1" fmla="val 68213"/>
              <a:gd name="adj2" fmla="val 35958"/>
            </a:avLst>
          </a:prstGeom>
          <a:solidFill>
            <a:srgbClr val="1450B8"/>
          </a:solidFill>
          <a:ln w="12700" cap="rnd">
            <a:noFill/>
            <a:miter lim="800000"/>
          </a:ln>
          <a:effectLst/>
        </p:spPr>
        <p:txBody>
          <a:bodyPr wrap="none" lIns="248816" rIns="41469" anchor="ctr" anchorCtr="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14300" indent="-114300" algn="l">
              <a:spcAft>
                <a:spcPts val="900"/>
              </a:spcAft>
            </a:pPr>
            <a:r>
              <a:rPr lang="en-US" sz="1090" b="1" dirty="0">
                <a:solidFill>
                  <a:schemeClr val="bg1"/>
                </a:solidFill>
                <a:latin typeface="+mj-lt"/>
              </a:rPr>
              <a:t>Text</a:t>
            </a:r>
            <a:endParaRPr lang="en-US" sz="1090" b="1" dirty="0">
              <a:solidFill>
                <a:schemeClr val="bg1"/>
              </a:solidFill>
              <a:latin typeface="+mj-lt"/>
            </a:endParaRPr>
          </a:p>
          <a:p>
            <a:pPr marL="228600" indent="-228600" algn="l">
              <a:spcAft>
                <a:spcPts val="900"/>
              </a:spcAft>
              <a:buClr>
                <a:schemeClr val="bg1"/>
              </a:buClr>
              <a:buFontTx/>
              <a:buChar char="•"/>
            </a:pPr>
            <a:r>
              <a:rPr lang="en-US" sz="1090" dirty="0">
                <a:solidFill>
                  <a:schemeClr val="bg1"/>
                </a:solidFill>
                <a:latin typeface="+mj-lt"/>
              </a:rPr>
              <a:t>Text</a:t>
            </a:r>
            <a:endParaRPr lang="en-US" sz="1090" dirty="0">
              <a:solidFill>
                <a:schemeClr val="bg1"/>
              </a:solidFill>
              <a:latin typeface="+mj-lt"/>
            </a:endParaRPr>
          </a:p>
          <a:p>
            <a:pPr marL="228600" indent="-228600" algn="l">
              <a:spcAft>
                <a:spcPts val="900"/>
              </a:spcAft>
              <a:buClr>
                <a:schemeClr val="bg1"/>
              </a:buClr>
              <a:buFontTx/>
              <a:buChar char="•"/>
            </a:pPr>
            <a:r>
              <a:rPr lang="en-US" sz="1090" dirty="0">
                <a:solidFill>
                  <a:schemeClr val="bg1"/>
                </a:solidFill>
                <a:latin typeface="+mj-lt"/>
              </a:rPr>
              <a:t>Text</a:t>
            </a:r>
            <a:endParaRPr lang="en-US" sz="1090" dirty="0">
              <a:solidFill>
                <a:schemeClr val="bg1"/>
              </a:solidFill>
              <a:latin typeface="+mj-lt"/>
            </a:endParaRPr>
          </a:p>
          <a:p>
            <a:pPr marL="228600" indent="-228600" algn="l">
              <a:spcAft>
                <a:spcPts val="900"/>
              </a:spcAft>
              <a:buClr>
                <a:schemeClr val="bg1"/>
              </a:buClr>
              <a:buFontTx/>
              <a:buChar char="•"/>
            </a:pPr>
            <a:r>
              <a:rPr lang="en-US" sz="1090" dirty="0">
                <a:solidFill>
                  <a:schemeClr val="bg1"/>
                </a:solidFill>
                <a:latin typeface="+mj-lt"/>
              </a:rPr>
              <a:t>Text</a:t>
            </a:r>
            <a:endParaRPr lang="en-US" sz="1090" dirty="0">
              <a:solidFill>
                <a:schemeClr val="bg1"/>
              </a:solidFill>
              <a:latin typeface="+mj-lt"/>
            </a:endParaRPr>
          </a:p>
        </p:txBody>
      </p:sp>
      <p:sp>
        <p:nvSpPr>
          <p:cNvPr id="28" name="Freeform 27"/>
          <p:cNvSpPr/>
          <p:nvPr/>
        </p:nvSpPr>
        <p:spPr bwMode="auto">
          <a:xfrm>
            <a:off x="1785317" y="4273452"/>
            <a:ext cx="5025059" cy="1127821"/>
          </a:xfrm>
          <a:custGeom>
            <a:avLst/>
            <a:gdLst/>
            <a:ahLst/>
            <a:cxnLst>
              <a:cxn ang="0">
                <a:pos x="1503" y="275"/>
              </a:cxn>
              <a:cxn ang="0">
                <a:pos x="1503" y="635"/>
              </a:cxn>
              <a:cxn ang="0">
                <a:pos x="1827" y="0"/>
              </a:cxn>
              <a:cxn ang="0">
                <a:pos x="0" y="0"/>
              </a:cxn>
              <a:cxn ang="0">
                <a:pos x="0" y="275"/>
              </a:cxn>
              <a:cxn ang="0">
                <a:pos x="1503" y="275"/>
              </a:cxn>
            </a:cxnLst>
            <a:rect l="0" t="0" r="r" b="b"/>
            <a:pathLst>
              <a:path w="1828" h="636">
                <a:moveTo>
                  <a:pt x="1503" y="275"/>
                </a:moveTo>
                <a:lnTo>
                  <a:pt x="1503" y="635"/>
                </a:lnTo>
                <a:lnTo>
                  <a:pt x="1827" y="0"/>
                </a:lnTo>
                <a:lnTo>
                  <a:pt x="0" y="0"/>
                </a:lnTo>
                <a:lnTo>
                  <a:pt x="0" y="275"/>
                </a:lnTo>
                <a:lnTo>
                  <a:pt x="1503" y="275"/>
                </a:lnTo>
              </a:path>
            </a:pathLst>
          </a:custGeom>
          <a:solidFill>
            <a:schemeClr val="accent3"/>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900"/>
              </a:spcAft>
            </a:pPr>
            <a:endParaRPr lang="en-US" sz="1090" dirty="0">
              <a:latin typeface="+mj-lt"/>
            </a:endParaRPr>
          </a:p>
        </p:txBody>
      </p:sp>
      <p:sp>
        <p:nvSpPr>
          <p:cNvPr id="29" name="Freeform 28"/>
          <p:cNvSpPr/>
          <p:nvPr/>
        </p:nvSpPr>
        <p:spPr bwMode="auto">
          <a:xfrm>
            <a:off x="1785317" y="2426264"/>
            <a:ext cx="5025059" cy="1123757"/>
          </a:xfrm>
          <a:custGeom>
            <a:avLst/>
            <a:gdLst/>
            <a:ahLst/>
            <a:cxnLst>
              <a:cxn ang="0">
                <a:pos x="1503" y="358"/>
              </a:cxn>
              <a:cxn ang="0">
                <a:pos x="1503" y="0"/>
              </a:cxn>
              <a:cxn ang="0">
                <a:pos x="1827" y="634"/>
              </a:cxn>
              <a:cxn ang="0">
                <a:pos x="0" y="634"/>
              </a:cxn>
              <a:cxn ang="0">
                <a:pos x="0" y="358"/>
              </a:cxn>
              <a:cxn ang="0">
                <a:pos x="1503" y="358"/>
              </a:cxn>
            </a:cxnLst>
            <a:rect l="0" t="0" r="r" b="b"/>
            <a:pathLst>
              <a:path w="1828" h="635">
                <a:moveTo>
                  <a:pt x="1503" y="358"/>
                </a:moveTo>
                <a:lnTo>
                  <a:pt x="1503" y="0"/>
                </a:lnTo>
                <a:lnTo>
                  <a:pt x="1827" y="634"/>
                </a:lnTo>
                <a:lnTo>
                  <a:pt x="0" y="634"/>
                </a:lnTo>
                <a:lnTo>
                  <a:pt x="0" y="358"/>
                </a:lnTo>
                <a:lnTo>
                  <a:pt x="1503" y="358"/>
                </a:lnTo>
              </a:path>
            </a:pathLst>
          </a:custGeom>
          <a:solidFill>
            <a:schemeClr val="accent4"/>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900"/>
              </a:spcAft>
            </a:pPr>
            <a:endParaRPr lang="en-US" sz="1090" dirty="0">
              <a:latin typeface="+mj-lt"/>
            </a:endParaRPr>
          </a:p>
        </p:txBody>
      </p:sp>
      <p:sp>
        <p:nvSpPr>
          <p:cNvPr id="30" name="Freeform 29"/>
          <p:cNvSpPr/>
          <p:nvPr/>
        </p:nvSpPr>
        <p:spPr bwMode="auto">
          <a:xfrm>
            <a:off x="1785317" y="3635370"/>
            <a:ext cx="5302967" cy="566959"/>
          </a:xfrm>
          <a:custGeom>
            <a:avLst/>
            <a:gdLst/>
            <a:ahLst/>
            <a:cxnLst>
              <a:cxn ang="0">
                <a:pos x="0" y="0"/>
              </a:cxn>
              <a:cxn ang="0">
                <a:pos x="1856" y="0"/>
              </a:cxn>
              <a:cxn ang="0">
                <a:pos x="1928" y="162"/>
              </a:cxn>
              <a:cxn ang="0">
                <a:pos x="1853" y="319"/>
              </a:cxn>
              <a:cxn ang="0">
                <a:pos x="0" y="318"/>
              </a:cxn>
              <a:cxn ang="0">
                <a:pos x="0" y="0"/>
              </a:cxn>
            </a:cxnLst>
            <a:rect l="0" t="0" r="r" b="b"/>
            <a:pathLst>
              <a:path w="1929" h="320">
                <a:moveTo>
                  <a:pt x="0" y="0"/>
                </a:moveTo>
                <a:lnTo>
                  <a:pt x="1856" y="0"/>
                </a:lnTo>
                <a:lnTo>
                  <a:pt x="1928" y="162"/>
                </a:lnTo>
                <a:lnTo>
                  <a:pt x="1853" y="319"/>
                </a:lnTo>
                <a:lnTo>
                  <a:pt x="0" y="318"/>
                </a:lnTo>
                <a:lnTo>
                  <a:pt x="0" y="0"/>
                </a:lnTo>
              </a:path>
            </a:pathLst>
          </a:custGeom>
          <a:solidFill>
            <a:schemeClr val="accent5"/>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900"/>
              </a:spcAft>
            </a:pPr>
            <a:endParaRPr lang="en-US" sz="1090" dirty="0">
              <a:latin typeface="+mj-lt"/>
            </a:endParaRPr>
          </a:p>
        </p:txBody>
      </p:sp>
      <p:sp>
        <p:nvSpPr>
          <p:cNvPr id="31" name="Rectangle 30"/>
          <p:cNvSpPr>
            <a:spLocks noChangeArrowheads="1"/>
          </p:cNvSpPr>
          <p:nvPr/>
        </p:nvSpPr>
        <p:spPr bwMode="auto">
          <a:xfrm>
            <a:off x="1785317" y="3058250"/>
            <a:ext cx="4029648" cy="491771"/>
          </a:xfrm>
          <a:prstGeom prst="rect">
            <a:avLst/>
          </a:prstGeom>
          <a:noFill/>
          <a:ln w="6350">
            <a:noFill/>
            <a:miter lim="800000"/>
          </a:ln>
          <a:effectLst/>
        </p:spPr>
        <p:txBody>
          <a:bodyPr lIns="41469" tIns="24881" rIns="41469" bIns="24881" anchor="ctr" anchorCtr="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defTabSz="885825">
              <a:spcAft>
                <a:spcPts val="900"/>
              </a:spcAft>
            </a:pPr>
            <a:r>
              <a:rPr lang="en-GB" sz="1090" b="1" dirty="0">
                <a:solidFill>
                  <a:schemeClr val="bg1"/>
                </a:solidFill>
                <a:latin typeface="+mj-lt"/>
              </a:rPr>
              <a:t>Text </a:t>
            </a:r>
            <a:endParaRPr lang="en-GB" sz="1090" b="1" dirty="0">
              <a:solidFill>
                <a:schemeClr val="bg1"/>
              </a:solidFill>
              <a:latin typeface="+mj-lt"/>
            </a:endParaRPr>
          </a:p>
        </p:txBody>
      </p:sp>
      <p:sp>
        <p:nvSpPr>
          <p:cNvPr id="32" name="Rectangle 31"/>
          <p:cNvSpPr>
            <a:spLocks noChangeArrowheads="1"/>
          </p:cNvSpPr>
          <p:nvPr/>
        </p:nvSpPr>
        <p:spPr bwMode="auto">
          <a:xfrm>
            <a:off x="1785317" y="3633338"/>
            <a:ext cx="4029648" cy="568991"/>
          </a:xfrm>
          <a:prstGeom prst="rect">
            <a:avLst/>
          </a:prstGeom>
          <a:noFill/>
          <a:ln w="6350">
            <a:noFill/>
            <a:miter lim="800000"/>
          </a:ln>
          <a:effectLst/>
        </p:spPr>
        <p:txBody>
          <a:bodyPr lIns="41469" tIns="24881" rIns="41469" bIns="24881" anchor="ctr" anchorCtr="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defTabSz="885825">
              <a:spcAft>
                <a:spcPts val="900"/>
              </a:spcAft>
            </a:pPr>
            <a:r>
              <a:rPr lang="en-GB" sz="1090" b="1" dirty="0">
                <a:solidFill>
                  <a:schemeClr val="bg1"/>
                </a:solidFill>
                <a:latin typeface="+mj-lt"/>
              </a:rPr>
              <a:t>Text </a:t>
            </a:r>
            <a:endParaRPr lang="en-GB" sz="1090" b="1" dirty="0">
              <a:solidFill>
                <a:schemeClr val="bg1"/>
              </a:solidFill>
              <a:latin typeface="+mj-lt"/>
            </a:endParaRPr>
          </a:p>
        </p:txBody>
      </p:sp>
      <p:sp>
        <p:nvSpPr>
          <p:cNvPr id="33" name="Rectangle 32"/>
          <p:cNvSpPr>
            <a:spLocks noChangeArrowheads="1"/>
          </p:cNvSpPr>
          <p:nvPr/>
        </p:nvSpPr>
        <p:spPr bwMode="auto">
          <a:xfrm>
            <a:off x="1785317" y="4273452"/>
            <a:ext cx="4029648" cy="479578"/>
          </a:xfrm>
          <a:prstGeom prst="rect">
            <a:avLst/>
          </a:prstGeom>
          <a:noFill/>
          <a:ln w="6350">
            <a:noFill/>
            <a:miter lim="800000"/>
          </a:ln>
          <a:effectLst/>
        </p:spPr>
        <p:txBody>
          <a:bodyPr lIns="41469" tIns="24881" rIns="41469" bIns="24881" anchor="ctr" anchorCtr="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defTabSz="885825">
              <a:spcAft>
                <a:spcPts val="900"/>
              </a:spcAft>
            </a:pPr>
            <a:r>
              <a:rPr lang="en-GB" sz="1090" b="1" dirty="0">
                <a:solidFill>
                  <a:schemeClr val="bg1"/>
                </a:solidFill>
                <a:latin typeface="+mj-lt"/>
              </a:rPr>
              <a:t>Text </a:t>
            </a:r>
            <a:endParaRPr lang="en-GB" sz="1090" b="1" dirty="0">
              <a:solidFill>
                <a:schemeClr val="bg1"/>
              </a:solidFill>
              <a:latin typeface="+mj-lt"/>
            </a:endParaRPr>
          </a:p>
        </p:txBody>
      </p:sp>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Linear flow</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5" name="Group 4"/>
          <p:cNvGrpSpPr/>
          <p:nvPr/>
        </p:nvGrpSpPr>
        <p:grpSpPr>
          <a:xfrm>
            <a:off x="2830331" y="2002850"/>
            <a:ext cx="6530249" cy="3688392"/>
            <a:chOff x="1746300" y="2208142"/>
            <a:chExt cx="7199600" cy="4066452"/>
          </a:xfrm>
        </p:grpSpPr>
        <p:sp>
          <p:nvSpPr>
            <p:cNvPr id="26" name="Freeform 9"/>
            <p:cNvSpPr/>
            <p:nvPr/>
          </p:nvSpPr>
          <p:spPr bwMode="auto">
            <a:xfrm flipV="1">
              <a:off x="1746300" y="4233466"/>
              <a:ext cx="7197840" cy="2041128"/>
            </a:xfrm>
            <a:custGeom>
              <a:avLst/>
              <a:gdLst>
                <a:gd name="T0" fmla="*/ 0 w 3789"/>
                <a:gd name="T1" fmla="*/ 0 h 1144"/>
                <a:gd name="T2" fmla="*/ 3075 w 3789"/>
                <a:gd name="T3" fmla="*/ 0 h 1144"/>
                <a:gd name="T4" fmla="*/ 3788 w 3789"/>
                <a:gd name="T5" fmla="*/ 1143 h 1144"/>
                <a:gd name="T6" fmla="*/ 16 w 3789"/>
                <a:gd name="T7" fmla="*/ 1143 h 1144"/>
                <a:gd name="T8" fmla="*/ 0 60000 65536"/>
                <a:gd name="T9" fmla="*/ 0 60000 65536"/>
                <a:gd name="T10" fmla="*/ 0 60000 65536"/>
                <a:gd name="T11" fmla="*/ 0 60000 65536"/>
                <a:gd name="T12" fmla="*/ 0 w 3789"/>
                <a:gd name="T13" fmla="*/ 0 h 1144"/>
                <a:gd name="T14" fmla="*/ 3789 w 3789"/>
                <a:gd name="T15" fmla="*/ 1144 h 1144"/>
                <a:gd name="connsiteX0" fmla="*/ 0 w 9997"/>
                <a:gd name="connsiteY0" fmla="*/ 0 h 9991"/>
                <a:gd name="connsiteX1" fmla="*/ 8116 w 9997"/>
                <a:gd name="connsiteY1" fmla="*/ 0 h 9991"/>
                <a:gd name="connsiteX2" fmla="*/ 9997 w 9997"/>
                <a:gd name="connsiteY2" fmla="*/ 9991 h 9991"/>
                <a:gd name="connsiteX3" fmla="*/ 0 w 9997"/>
                <a:gd name="connsiteY3" fmla="*/ 9954 h 9991"/>
              </a:gdLst>
              <a:ahLst/>
              <a:cxnLst>
                <a:cxn ang="0">
                  <a:pos x="connsiteX0" y="connsiteY0"/>
                </a:cxn>
                <a:cxn ang="0">
                  <a:pos x="connsiteX1" y="connsiteY1"/>
                </a:cxn>
                <a:cxn ang="0">
                  <a:pos x="connsiteX2" y="connsiteY2"/>
                </a:cxn>
                <a:cxn ang="0">
                  <a:pos x="connsiteX3" y="connsiteY3"/>
                </a:cxn>
              </a:cxnLst>
              <a:rect l="l" t="t" r="r" b="b"/>
              <a:pathLst>
                <a:path w="9997" h="9991">
                  <a:moveTo>
                    <a:pt x="0" y="0"/>
                  </a:moveTo>
                  <a:lnTo>
                    <a:pt x="8116" y="0"/>
                  </a:lnTo>
                  <a:lnTo>
                    <a:pt x="9997" y="9991"/>
                  </a:lnTo>
                  <a:lnTo>
                    <a:pt x="0" y="9954"/>
                  </a:lnTo>
                </a:path>
              </a:pathLst>
            </a:custGeom>
            <a:solidFill>
              <a:schemeClr val="accent3"/>
            </a:solidFill>
            <a:ln w="12700" cap="rnd" cmpd="sng">
              <a:solidFill>
                <a:schemeClr val="bg2"/>
              </a:solidFill>
              <a:prstDash val="solid"/>
              <a:round/>
              <a:headEnd type="none" w="sm" len="sm"/>
              <a:tailEnd type="none" w="sm" len="sm"/>
            </a:ln>
          </p:spPr>
          <p:txBody>
            <a:bodyPr/>
            <a:lstStyle/>
            <a:p>
              <a:pPr>
                <a:defRPr/>
              </a:pPr>
              <a:endParaRPr lang="en-GB" sz="1815"/>
            </a:p>
          </p:txBody>
        </p:sp>
        <p:sp>
          <p:nvSpPr>
            <p:cNvPr id="27" name="Freeform 10"/>
            <p:cNvSpPr/>
            <p:nvPr/>
          </p:nvSpPr>
          <p:spPr bwMode="auto">
            <a:xfrm flipV="1">
              <a:off x="1746300" y="4233466"/>
              <a:ext cx="6550034" cy="1302020"/>
            </a:xfrm>
            <a:custGeom>
              <a:avLst/>
              <a:gdLst>
                <a:gd name="T0" fmla="*/ 0 w 3447"/>
                <a:gd name="T1" fmla="*/ 0 h 728"/>
                <a:gd name="T2" fmla="*/ 2974 w 3447"/>
                <a:gd name="T3" fmla="*/ 0 h 728"/>
                <a:gd name="T4" fmla="*/ 3446 w 3447"/>
                <a:gd name="T5" fmla="*/ 727 h 728"/>
                <a:gd name="T6" fmla="*/ 0 w 3447"/>
                <a:gd name="T7" fmla="*/ 727 h 728"/>
                <a:gd name="T8" fmla="*/ 0 60000 65536"/>
                <a:gd name="T9" fmla="*/ 0 60000 65536"/>
                <a:gd name="T10" fmla="*/ 0 60000 65536"/>
                <a:gd name="T11" fmla="*/ 0 60000 65536"/>
                <a:gd name="T12" fmla="*/ 0 w 3447"/>
                <a:gd name="T13" fmla="*/ 0 h 728"/>
                <a:gd name="T14" fmla="*/ 3447 w 3447"/>
                <a:gd name="T15" fmla="*/ 728 h 728"/>
                <a:gd name="connsiteX0" fmla="*/ 0 w 9997"/>
                <a:gd name="connsiteY0" fmla="*/ 0 h 10015"/>
                <a:gd name="connsiteX1" fmla="*/ 8628 w 9997"/>
                <a:gd name="connsiteY1" fmla="*/ 0 h 10015"/>
                <a:gd name="connsiteX2" fmla="*/ 9997 w 9997"/>
                <a:gd name="connsiteY2" fmla="*/ 9986 h 10015"/>
                <a:gd name="connsiteX3" fmla="*/ 35 w 9997"/>
                <a:gd name="connsiteY3" fmla="*/ 10015 h 10015"/>
              </a:gdLst>
              <a:ahLst/>
              <a:cxnLst>
                <a:cxn ang="0">
                  <a:pos x="connsiteX0" y="connsiteY0"/>
                </a:cxn>
                <a:cxn ang="0">
                  <a:pos x="connsiteX1" y="connsiteY1"/>
                </a:cxn>
                <a:cxn ang="0">
                  <a:pos x="connsiteX2" y="connsiteY2"/>
                </a:cxn>
                <a:cxn ang="0">
                  <a:pos x="connsiteX3" y="connsiteY3"/>
                </a:cxn>
              </a:cxnLst>
              <a:rect l="l" t="t" r="r" b="b"/>
              <a:pathLst>
                <a:path w="9997" h="10015">
                  <a:moveTo>
                    <a:pt x="0" y="0"/>
                  </a:moveTo>
                  <a:lnTo>
                    <a:pt x="8628" y="0"/>
                  </a:lnTo>
                  <a:lnTo>
                    <a:pt x="9997" y="9986"/>
                  </a:lnTo>
                  <a:lnTo>
                    <a:pt x="35" y="10015"/>
                  </a:lnTo>
                </a:path>
              </a:pathLst>
            </a:custGeom>
            <a:solidFill>
              <a:schemeClr val="accent5"/>
            </a:solidFill>
            <a:ln w="12700" cap="rnd" cmpd="sng">
              <a:solidFill>
                <a:schemeClr val="bg2"/>
              </a:solidFill>
              <a:prstDash val="solid"/>
              <a:round/>
              <a:headEnd type="none" w="sm" len="sm"/>
              <a:tailEnd type="none" w="sm" len="sm"/>
            </a:ln>
          </p:spPr>
          <p:txBody>
            <a:bodyPr/>
            <a:lstStyle/>
            <a:p>
              <a:pPr>
                <a:defRPr/>
              </a:pPr>
              <a:endParaRPr lang="en-GB" sz="1815"/>
            </a:p>
          </p:txBody>
        </p:sp>
        <p:sp>
          <p:nvSpPr>
            <p:cNvPr id="28" name="Freeform 11"/>
            <p:cNvSpPr/>
            <p:nvPr/>
          </p:nvSpPr>
          <p:spPr bwMode="auto">
            <a:xfrm flipV="1">
              <a:off x="1746300" y="4233466"/>
              <a:ext cx="5868000" cy="650479"/>
            </a:xfrm>
            <a:custGeom>
              <a:avLst/>
              <a:gdLst>
                <a:gd name="T0" fmla="*/ 0 w 3111"/>
                <a:gd name="T1" fmla="*/ 0 h 361"/>
                <a:gd name="T2" fmla="*/ 2902 w 3111"/>
                <a:gd name="T3" fmla="*/ 0 h 361"/>
                <a:gd name="T4" fmla="*/ 3110 w 3111"/>
                <a:gd name="T5" fmla="*/ 360 h 361"/>
                <a:gd name="T6" fmla="*/ 9 w 3111"/>
                <a:gd name="T7" fmla="*/ 360 h 361"/>
                <a:gd name="T8" fmla="*/ 0 60000 65536"/>
                <a:gd name="T9" fmla="*/ 0 60000 65536"/>
                <a:gd name="T10" fmla="*/ 0 60000 65536"/>
                <a:gd name="T11" fmla="*/ 0 60000 65536"/>
                <a:gd name="T12" fmla="*/ 0 w 3111"/>
                <a:gd name="T13" fmla="*/ 0 h 361"/>
                <a:gd name="T14" fmla="*/ 3111 w 3111"/>
                <a:gd name="T15" fmla="*/ 361 h 361"/>
                <a:gd name="connsiteX0" fmla="*/ 3 w 10000"/>
                <a:gd name="connsiteY0" fmla="*/ 0 h 10090"/>
                <a:gd name="connsiteX1" fmla="*/ 9331 w 10000"/>
                <a:gd name="connsiteY1" fmla="*/ 0 h 10090"/>
                <a:gd name="connsiteX2" fmla="*/ 10000 w 10000"/>
                <a:gd name="connsiteY2" fmla="*/ 9972 h 10090"/>
                <a:gd name="connsiteX3" fmla="*/ 0 w 10000"/>
                <a:gd name="connsiteY3" fmla="*/ 10090 h 10090"/>
              </a:gdLst>
              <a:ahLst/>
              <a:cxnLst>
                <a:cxn ang="0">
                  <a:pos x="connsiteX0" y="connsiteY0"/>
                </a:cxn>
                <a:cxn ang="0">
                  <a:pos x="connsiteX1" y="connsiteY1"/>
                </a:cxn>
                <a:cxn ang="0">
                  <a:pos x="connsiteX2" y="connsiteY2"/>
                </a:cxn>
                <a:cxn ang="0">
                  <a:pos x="connsiteX3" y="connsiteY3"/>
                </a:cxn>
              </a:cxnLst>
              <a:rect l="l" t="t" r="r" b="b"/>
              <a:pathLst>
                <a:path w="10000" h="10090">
                  <a:moveTo>
                    <a:pt x="3" y="0"/>
                  </a:moveTo>
                  <a:lnTo>
                    <a:pt x="9331" y="0"/>
                  </a:lnTo>
                  <a:lnTo>
                    <a:pt x="10000" y="9972"/>
                  </a:lnTo>
                  <a:cubicBezTo>
                    <a:pt x="6677" y="9972"/>
                    <a:pt x="3323" y="10090"/>
                    <a:pt x="0" y="10090"/>
                  </a:cubicBezTo>
                </a:path>
              </a:pathLst>
            </a:custGeom>
            <a:solidFill>
              <a:schemeClr val="accent4"/>
            </a:solidFill>
            <a:ln w="12700" cap="rnd" cmpd="sng">
              <a:solidFill>
                <a:schemeClr val="bg2"/>
              </a:solidFill>
              <a:prstDash val="solid"/>
              <a:round/>
              <a:headEnd type="none" w="sm" len="sm"/>
              <a:tailEnd type="none" w="sm" len="sm"/>
            </a:ln>
          </p:spPr>
          <p:txBody>
            <a:bodyPr/>
            <a:lstStyle/>
            <a:p>
              <a:pPr>
                <a:defRPr/>
              </a:pPr>
              <a:endParaRPr lang="en-GB" sz="1815"/>
            </a:p>
          </p:txBody>
        </p:sp>
        <p:sp>
          <p:nvSpPr>
            <p:cNvPr id="22" name="Freeform 9"/>
            <p:cNvSpPr/>
            <p:nvPr/>
          </p:nvSpPr>
          <p:spPr bwMode="auto">
            <a:xfrm>
              <a:off x="1748060" y="2208142"/>
              <a:ext cx="7197840" cy="2041128"/>
            </a:xfrm>
            <a:custGeom>
              <a:avLst/>
              <a:gdLst>
                <a:gd name="T0" fmla="*/ 0 w 3789"/>
                <a:gd name="T1" fmla="*/ 0 h 1144"/>
                <a:gd name="T2" fmla="*/ 3075 w 3789"/>
                <a:gd name="T3" fmla="*/ 0 h 1144"/>
                <a:gd name="T4" fmla="*/ 3788 w 3789"/>
                <a:gd name="T5" fmla="*/ 1143 h 1144"/>
                <a:gd name="T6" fmla="*/ 16 w 3789"/>
                <a:gd name="T7" fmla="*/ 1143 h 1144"/>
                <a:gd name="T8" fmla="*/ 0 60000 65536"/>
                <a:gd name="T9" fmla="*/ 0 60000 65536"/>
                <a:gd name="T10" fmla="*/ 0 60000 65536"/>
                <a:gd name="T11" fmla="*/ 0 60000 65536"/>
                <a:gd name="T12" fmla="*/ 0 w 3789"/>
                <a:gd name="T13" fmla="*/ 0 h 1144"/>
                <a:gd name="T14" fmla="*/ 3789 w 3789"/>
                <a:gd name="T15" fmla="*/ 1144 h 1144"/>
                <a:gd name="connsiteX0" fmla="*/ 0 w 9997"/>
                <a:gd name="connsiteY0" fmla="*/ 0 h 9991"/>
                <a:gd name="connsiteX1" fmla="*/ 8116 w 9997"/>
                <a:gd name="connsiteY1" fmla="*/ 0 h 9991"/>
                <a:gd name="connsiteX2" fmla="*/ 9997 w 9997"/>
                <a:gd name="connsiteY2" fmla="*/ 9991 h 9991"/>
                <a:gd name="connsiteX3" fmla="*/ 0 w 9997"/>
                <a:gd name="connsiteY3" fmla="*/ 9954 h 9991"/>
              </a:gdLst>
              <a:ahLst/>
              <a:cxnLst>
                <a:cxn ang="0">
                  <a:pos x="connsiteX0" y="connsiteY0"/>
                </a:cxn>
                <a:cxn ang="0">
                  <a:pos x="connsiteX1" y="connsiteY1"/>
                </a:cxn>
                <a:cxn ang="0">
                  <a:pos x="connsiteX2" y="connsiteY2"/>
                </a:cxn>
                <a:cxn ang="0">
                  <a:pos x="connsiteX3" y="connsiteY3"/>
                </a:cxn>
              </a:cxnLst>
              <a:rect l="l" t="t" r="r" b="b"/>
              <a:pathLst>
                <a:path w="9997" h="9991">
                  <a:moveTo>
                    <a:pt x="0" y="0"/>
                  </a:moveTo>
                  <a:lnTo>
                    <a:pt x="8116" y="0"/>
                  </a:lnTo>
                  <a:lnTo>
                    <a:pt x="9997" y="9991"/>
                  </a:lnTo>
                  <a:lnTo>
                    <a:pt x="0" y="9954"/>
                  </a:lnTo>
                </a:path>
              </a:pathLst>
            </a:custGeom>
            <a:solidFill>
              <a:schemeClr val="accent3"/>
            </a:solidFill>
            <a:ln w="12700" cap="rnd" cmpd="sng">
              <a:solidFill>
                <a:schemeClr val="bg2"/>
              </a:solidFill>
              <a:prstDash val="solid"/>
              <a:round/>
              <a:headEnd type="none" w="sm" len="sm"/>
              <a:tailEnd type="none" w="sm" len="sm"/>
            </a:ln>
          </p:spPr>
          <p:txBody>
            <a:bodyPr/>
            <a:lstStyle/>
            <a:p>
              <a:pPr>
                <a:defRPr/>
              </a:pPr>
              <a:endParaRPr lang="en-GB" sz="1815"/>
            </a:p>
          </p:txBody>
        </p:sp>
        <p:sp>
          <p:nvSpPr>
            <p:cNvPr id="23" name="Freeform 10"/>
            <p:cNvSpPr/>
            <p:nvPr/>
          </p:nvSpPr>
          <p:spPr bwMode="auto">
            <a:xfrm>
              <a:off x="1748060" y="2947250"/>
              <a:ext cx="6550034" cy="1302020"/>
            </a:xfrm>
            <a:custGeom>
              <a:avLst/>
              <a:gdLst>
                <a:gd name="T0" fmla="*/ 0 w 3447"/>
                <a:gd name="T1" fmla="*/ 0 h 728"/>
                <a:gd name="T2" fmla="*/ 2974 w 3447"/>
                <a:gd name="T3" fmla="*/ 0 h 728"/>
                <a:gd name="T4" fmla="*/ 3446 w 3447"/>
                <a:gd name="T5" fmla="*/ 727 h 728"/>
                <a:gd name="T6" fmla="*/ 0 w 3447"/>
                <a:gd name="T7" fmla="*/ 727 h 728"/>
                <a:gd name="T8" fmla="*/ 0 60000 65536"/>
                <a:gd name="T9" fmla="*/ 0 60000 65536"/>
                <a:gd name="T10" fmla="*/ 0 60000 65536"/>
                <a:gd name="T11" fmla="*/ 0 60000 65536"/>
                <a:gd name="T12" fmla="*/ 0 w 3447"/>
                <a:gd name="T13" fmla="*/ 0 h 728"/>
                <a:gd name="T14" fmla="*/ 3447 w 3447"/>
                <a:gd name="T15" fmla="*/ 728 h 728"/>
                <a:gd name="connsiteX0" fmla="*/ 0 w 9997"/>
                <a:gd name="connsiteY0" fmla="*/ 0 h 10015"/>
                <a:gd name="connsiteX1" fmla="*/ 8628 w 9997"/>
                <a:gd name="connsiteY1" fmla="*/ 0 h 10015"/>
                <a:gd name="connsiteX2" fmla="*/ 9997 w 9997"/>
                <a:gd name="connsiteY2" fmla="*/ 9986 h 10015"/>
                <a:gd name="connsiteX3" fmla="*/ 35 w 9997"/>
                <a:gd name="connsiteY3" fmla="*/ 10015 h 10015"/>
              </a:gdLst>
              <a:ahLst/>
              <a:cxnLst>
                <a:cxn ang="0">
                  <a:pos x="connsiteX0" y="connsiteY0"/>
                </a:cxn>
                <a:cxn ang="0">
                  <a:pos x="connsiteX1" y="connsiteY1"/>
                </a:cxn>
                <a:cxn ang="0">
                  <a:pos x="connsiteX2" y="connsiteY2"/>
                </a:cxn>
                <a:cxn ang="0">
                  <a:pos x="connsiteX3" y="connsiteY3"/>
                </a:cxn>
              </a:cxnLst>
              <a:rect l="l" t="t" r="r" b="b"/>
              <a:pathLst>
                <a:path w="9997" h="10015">
                  <a:moveTo>
                    <a:pt x="0" y="0"/>
                  </a:moveTo>
                  <a:lnTo>
                    <a:pt x="8628" y="0"/>
                  </a:lnTo>
                  <a:lnTo>
                    <a:pt x="9997" y="9986"/>
                  </a:lnTo>
                  <a:lnTo>
                    <a:pt x="35" y="10015"/>
                  </a:lnTo>
                </a:path>
              </a:pathLst>
            </a:custGeom>
            <a:solidFill>
              <a:schemeClr val="accent5"/>
            </a:solidFill>
            <a:ln w="12700" cap="rnd" cmpd="sng">
              <a:solidFill>
                <a:schemeClr val="bg2"/>
              </a:solidFill>
              <a:prstDash val="solid"/>
              <a:round/>
              <a:headEnd type="none" w="sm" len="sm"/>
              <a:tailEnd type="none" w="sm" len="sm"/>
            </a:ln>
          </p:spPr>
          <p:txBody>
            <a:bodyPr/>
            <a:lstStyle/>
            <a:p>
              <a:pPr>
                <a:defRPr/>
              </a:pPr>
              <a:endParaRPr lang="en-GB" sz="1815"/>
            </a:p>
          </p:txBody>
        </p:sp>
        <p:sp>
          <p:nvSpPr>
            <p:cNvPr id="24" name="Freeform 11"/>
            <p:cNvSpPr/>
            <p:nvPr/>
          </p:nvSpPr>
          <p:spPr bwMode="auto">
            <a:xfrm>
              <a:off x="1746300" y="3598791"/>
              <a:ext cx="5868000" cy="650479"/>
            </a:xfrm>
            <a:custGeom>
              <a:avLst/>
              <a:gdLst>
                <a:gd name="T0" fmla="*/ 0 w 3111"/>
                <a:gd name="T1" fmla="*/ 0 h 361"/>
                <a:gd name="T2" fmla="*/ 2902 w 3111"/>
                <a:gd name="T3" fmla="*/ 0 h 361"/>
                <a:gd name="T4" fmla="*/ 3110 w 3111"/>
                <a:gd name="T5" fmla="*/ 360 h 361"/>
                <a:gd name="T6" fmla="*/ 9 w 3111"/>
                <a:gd name="T7" fmla="*/ 360 h 361"/>
                <a:gd name="T8" fmla="*/ 0 60000 65536"/>
                <a:gd name="T9" fmla="*/ 0 60000 65536"/>
                <a:gd name="T10" fmla="*/ 0 60000 65536"/>
                <a:gd name="T11" fmla="*/ 0 60000 65536"/>
                <a:gd name="T12" fmla="*/ 0 w 3111"/>
                <a:gd name="T13" fmla="*/ 0 h 361"/>
                <a:gd name="T14" fmla="*/ 3111 w 3111"/>
                <a:gd name="T15" fmla="*/ 361 h 361"/>
                <a:gd name="connsiteX0" fmla="*/ 3 w 10000"/>
                <a:gd name="connsiteY0" fmla="*/ 0 h 10090"/>
                <a:gd name="connsiteX1" fmla="*/ 9331 w 10000"/>
                <a:gd name="connsiteY1" fmla="*/ 0 h 10090"/>
                <a:gd name="connsiteX2" fmla="*/ 10000 w 10000"/>
                <a:gd name="connsiteY2" fmla="*/ 9972 h 10090"/>
                <a:gd name="connsiteX3" fmla="*/ 0 w 10000"/>
                <a:gd name="connsiteY3" fmla="*/ 10090 h 10090"/>
              </a:gdLst>
              <a:ahLst/>
              <a:cxnLst>
                <a:cxn ang="0">
                  <a:pos x="connsiteX0" y="connsiteY0"/>
                </a:cxn>
                <a:cxn ang="0">
                  <a:pos x="connsiteX1" y="connsiteY1"/>
                </a:cxn>
                <a:cxn ang="0">
                  <a:pos x="connsiteX2" y="connsiteY2"/>
                </a:cxn>
                <a:cxn ang="0">
                  <a:pos x="connsiteX3" y="connsiteY3"/>
                </a:cxn>
              </a:cxnLst>
              <a:rect l="l" t="t" r="r" b="b"/>
              <a:pathLst>
                <a:path w="10000" h="10090">
                  <a:moveTo>
                    <a:pt x="3" y="0"/>
                  </a:moveTo>
                  <a:lnTo>
                    <a:pt x="9331" y="0"/>
                  </a:lnTo>
                  <a:lnTo>
                    <a:pt x="10000" y="9972"/>
                  </a:lnTo>
                  <a:cubicBezTo>
                    <a:pt x="6677" y="9972"/>
                    <a:pt x="3323" y="10090"/>
                    <a:pt x="0" y="10090"/>
                  </a:cubicBezTo>
                </a:path>
              </a:pathLst>
            </a:custGeom>
            <a:solidFill>
              <a:schemeClr val="accent4"/>
            </a:solidFill>
            <a:ln w="12700" cap="rnd" cmpd="sng">
              <a:solidFill>
                <a:schemeClr val="bg2"/>
              </a:solidFill>
              <a:prstDash val="solid"/>
              <a:round/>
              <a:headEnd type="none" w="sm" len="sm"/>
              <a:tailEnd type="none" w="sm" len="sm"/>
            </a:ln>
          </p:spPr>
          <p:txBody>
            <a:bodyPr/>
            <a:lstStyle/>
            <a:p>
              <a:pPr>
                <a:defRPr/>
              </a:pPr>
              <a:endParaRPr lang="en-GB" sz="1815"/>
            </a:p>
          </p:txBody>
        </p:sp>
        <p:sp>
          <p:nvSpPr>
            <p:cNvPr id="13" name="Rectangle 12"/>
            <p:cNvSpPr>
              <a:spLocks noChangeArrowheads="1"/>
            </p:cNvSpPr>
            <p:nvPr/>
          </p:nvSpPr>
          <p:spPr bwMode="auto">
            <a:xfrm>
              <a:off x="2034332" y="2479848"/>
              <a:ext cx="4716000" cy="175022"/>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dirty="0">
                  <a:solidFill>
                    <a:schemeClr val="bg2"/>
                  </a:solidFill>
                  <a:latin typeface="+mj-lt"/>
                </a:rPr>
                <a:t>Text</a:t>
              </a:r>
              <a:endParaRPr lang="de-DE" sz="1090" b="1" dirty="0">
                <a:solidFill>
                  <a:schemeClr val="bg2"/>
                </a:solidFill>
                <a:latin typeface="+mj-lt"/>
              </a:endParaRPr>
            </a:p>
          </p:txBody>
        </p:sp>
        <p:sp>
          <p:nvSpPr>
            <p:cNvPr id="14" name="Rectangle 13"/>
            <p:cNvSpPr>
              <a:spLocks noChangeArrowheads="1"/>
            </p:cNvSpPr>
            <p:nvPr/>
          </p:nvSpPr>
          <p:spPr bwMode="auto">
            <a:xfrm>
              <a:off x="2034332" y="3176314"/>
              <a:ext cx="4716000" cy="175022"/>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a:solidFill>
                    <a:schemeClr val="bg2"/>
                  </a:solidFill>
                  <a:latin typeface="+mj-lt"/>
                </a:rPr>
                <a:t>Text</a:t>
              </a:r>
              <a:endParaRPr lang="de-DE" sz="1090" b="1">
                <a:solidFill>
                  <a:schemeClr val="bg2"/>
                </a:solidFill>
                <a:latin typeface="+mj-lt"/>
              </a:endParaRPr>
            </a:p>
          </p:txBody>
        </p:sp>
        <p:sp>
          <p:nvSpPr>
            <p:cNvPr id="15" name="Rectangle 14"/>
            <p:cNvSpPr>
              <a:spLocks noChangeArrowheads="1"/>
            </p:cNvSpPr>
            <p:nvPr/>
          </p:nvSpPr>
          <p:spPr bwMode="auto">
            <a:xfrm>
              <a:off x="2034332" y="3831706"/>
              <a:ext cx="4716000" cy="175022"/>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a:solidFill>
                    <a:schemeClr val="bg2"/>
                  </a:solidFill>
                  <a:latin typeface="+mj-lt"/>
                </a:rPr>
                <a:t>Text</a:t>
              </a:r>
              <a:endParaRPr lang="de-DE" sz="1090" b="1">
                <a:solidFill>
                  <a:schemeClr val="bg2"/>
                </a:solidFill>
                <a:latin typeface="+mj-lt"/>
              </a:endParaRPr>
            </a:p>
          </p:txBody>
        </p:sp>
        <p:sp>
          <p:nvSpPr>
            <p:cNvPr id="16" name="Rectangle 15"/>
            <p:cNvSpPr>
              <a:spLocks noChangeArrowheads="1"/>
            </p:cNvSpPr>
            <p:nvPr/>
          </p:nvSpPr>
          <p:spPr bwMode="auto">
            <a:xfrm>
              <a:off x="2034332" y="4462097"/>
              <a:ext cx="4716000" cy="175022"/>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a:solidFill>
                    <a:schemeClr val="bg2"/>
                  </a:solidFill>
                  <a:latin typeface="+mj-lt"/>
                </a:rPr>
                <a:t>Text</a:t>
              </a:r>
              <a:endParaRPr lang="de-DE" sz="1090" b="1">
                <a:solidFill>
                  <a:schemeClr val="bg2"/>
                </a:solidFill>
                <a:latin typeface="+mj-lt"/>
              </a:endParaRPr>
            </a:p>
          </p:txBody>
        </p:sp>
        <p:sp>
          <p:nvSpPr>
            <p:cNvPr id="17" name="Rectangle 16"/>
            <p:cNvSpPr>
              <a:spLocks noChangeArrowheads="1"/>
            </p:cNvSpPr>
            <p:nvPr/>
          </p:nvSpPr>
          <p:spPr bwMode="auto">
            <a:xfrm>
              <a:off x="2034332" y="5117489"/>
              <a:ext cx="4716000" cy="175022"/>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a:solidFill>
                    <a:schemeClr val="bg2"/>
                  </a:solidFill>
                  <a:latin typeface="+mj-lt"/>
                </a:rPr>
                <a:t>Text</a:t>
              </a:r>
              <a:endParaRPr lang="de-DE" sz="1090" b="1">
                <a:solidFill>
                  <a:schemeClr val="bg2"/>
                </a:solidFill>
                <a:latin typeface="+mj-lt"/>
              </a:endParaRPr>
            </a:p>
          </p:txBody>
        </p:sp>
        <p:sp>
          <p:nvSpPr>
            <p:cNvPr id="18" name="Rectangle 17"/>
            <p:cNvSpPr>
              <a:spLocks noChangeArrowheads="1"/>
            </p:cNvSpPr>
            <p:nvPr/>
          </p:nvSpPr>
          <p:spPr bwMode="auto">
            <a:xfrm>
              <a:off x="2034332" y="5817527"/>
              <a:ext cx="4716000" cy="175022"/>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dirty="0">
                  <a:solidFill>
                    <a:schemeClr val="bg2"/>
                  </a:solidFill>
                  <a:latin typeface="+mj-lt"/>
                </a:rPr>
                <a:t>Text</a:t>
              </a:r>
              <a:endParaRPr lang="de-DE" sz="1090" b="1" dirty="0">
                <a:solidFill>
                  <a:schemeClr val="bg2"/>
                </a:solidFill>
                <a:latin typeface="+mj-lt"/>
              </a:endParaRPr>
            </a:p>
          </p:txBody>
        </p:sp>
      </p:grpSp>
    </p:spTree>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Linear flow</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26" name="Rectangle 2"/>
          <p:cNvSpPr>
            <a:spLocks noChangeArrowheads="1"/>
          </p:cNvSpPr>
          <p:nvPr/>
        </p:nvSpPr>
        <p:spPr bwMode="auto">
          <a:xfrm>
            <a:off x="5050986" y="2393174"/>
            <a:ext cx="3349229" cy="1007937"/>
          </a:xfrm>
          <a:prstGeom prst="rect">
            <a:avLst/>
          </a:prstGeom>
          <a:solidFill>
            <a:schemeClr val="accent4"/>
          </a:solidFill>
          <a:ln w="12700">
            <a:solidFill>
              <a:schemeClr val="bg2"/>
            </a:solidFill>
            <a:miter lim="800000"/>
          </a:ln>
        </p:spPr>
        <p:txBody>
          <a:bodyPr wrap="none" anchor="ctr"/>
          <a:lstStyle/>
          <a:p>
            <a:pPr>
              <a:defRPr/>
            </a:pPr>
            <a:endParaRPr lang="en-US" sz="1815"/>
          </a:p>
        </p:txBody>
      </p:sp>
      <p:sp>
        <p:nvSpPr>
          <p:cNvPr id="27" name="Rectangle 3"/>
          <p:cNvSpPr>
            <a:spLocks noChangeArrowheads="1"/>
          </p:cNvSpPr>
          <p:nvPr/>
        </p:nvSpPr>
        <p:spPr bwMode="auto">
          <a:xfrm>
            <a:off x="5891533" y="3562380"/>
            <a:ext cx="3349229" cy="1007937"/>
          </a:xfrm>
          <a:prstGeom prst="rect">
            <a:avLst/>
          </a:prstGeom>
          <a:solidFill>
            <a:srgbClr val="1450B8"/>
          </a:solidFill>
          <a:ln w="12700">
            <a:solidFill>
              <a:schemeClr val="bg2"/>
            </a:solidFill>
            <a:miter lim="800000"/>
          </a:ln>
        </p:spPr>
        <p:txBody>
          <a:bodyPr wrap="none" anchor="ctr"/>
          <a:lstStyle/>
          <a:p>
            <a:pPr>
              <a:defRPr/>
            </a:pPr>
            <a:endParaRPr lang="en-US" sz="1815"/>
          </a:p>
        </p:txBody>
      </p:sp>
      <p:sp>
        <p:nvSpPr>
          <p:cNvPr id="28" name="Rectangle 4"/>
          <p:cNvSpPr>
            <a:spLocks noChangeArrowheads="1"/>
          </p:cNvSpPr>
          <p:nvPr/>
        </p:nvSpPr>
        <p:spPr bwMode="auto">
          <a:xfrm>
            <a:off x="6667644" y="4734466"/>
            <a:ext cx="3353548" cy="1007937"/>
          </a:xfrm>
          <a:prstGeom prst="rect">
            <a:avLst/>
          </a:prstGeom>
          <a:solidFill>
            <a:schemeClr val="accent1"/>
          </a:solidFill>
          <a:ln w="12700">
            <a:solidFill>
              <a:schemeClr val="bg2"/>
            </a:solidFill>
            <a:miter lim="800000"/>
          </a:ln>
        </p:spPr>
        <p:txBody>
          <a:bodyPr wrap="none" anchor="ctr"/>
          <a:lstStyle/>
          <a:p>
            <a:pPr>
              <a:defRPr/>
            </a:pPr>
            <a:endParaRPr lang="en-US" sz="1815"/>
          </a:p>
        </p:txBody>
      </p:sp>
      <p:sp>
        <p:nvSpPr>
          <p:cNvPr id="29" name="Freeform 5"/>
          <p:cNvSpPr/>
          <p:nvPr/>
        </p:nvSpPr>
        <p:spPr bwMode="auto">
          <a:xfrm>
            <a:off x="3957735" y="2393174"/>
            <a:ext cx="2802063" cy="3304592"/>
          </a:xfrm>
          <a:custGeom>
            <a:avLst/>
            <a:gdLst>
              <a:gd name="T0" fmla="*/ 0 w 1961"/>
              <a:gd name="T1" fmla="*/ 0 h 2281"/>
              <a:gd name="T2" fmla="*/ 948027922 w 1961"/>
              <a:gd name="T3" fmla="*/ 0 h 2281"/>
              <a:gd name="T4" fmla="*/ 948027922 w 1961"/>
              <a:gd name="T5" fmla="*/ 2147483647 h 2281"/>
              <a:gd name="T6" fmla="*/ 2147483647 w 1961"/>
              <a:gd name="T7" fmla="*/ 2147483647 h 2281"/>
              <a:gd name="T8" fmla="*/ 2147483647 w 1961"/>
              <a:gd name="T9" fmla="*/ 2147483647 h 2281"/>
              <a:gd name="T10" fmla="*/ 2147483647 w 1961"/>
              <a:gd name="T11" fmla="*/ 2147483647 h 2281"/>
              <a:gd name="T12" fmla="*/ 2147483647 w 1961"/>
              <a:gd name="T13" fmla="*/ 2147483647 h 2281"/>
              <a:gd name="T14" fmla="*/ 2147483647 w 1961"/>
              <a:gd name="T15" fmla="*/ 2147483647 h 2281"/>
              <a:gd name="T16" fmla="*/ 0 w 1961"/>
              <a:gd name="T17" fmla="*/ 2147483647 h 2281"/>
              <a:gd name="T18" fmla="*/ 0 w 1961"/>
              <a:gd name="T19" fmla="*/ 0 h 228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61"/>
              <a:gd name="T31" fmla="*/ 0 h 2281"/>
              <a:gd name="T32" fmla="*/ 1961 w 1961"/>
              <a:gd name="T33" fmla="*/ 2281 h 2281"/>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61" h="2281">
                <a:moveTo>
                  <a:pt x="0" y="0"/>
                </a:moveTo>
                <a:lnTo>
                  <a:pt x="382" y="0"/>
                </a:lnTo>
                <a:lnTo>
                  <a:pt x="382" y="1770"/>
                </a:lnTo>
                <a:lnTo>
                  <a:pt x="1673" y="1762"/>
                </a:lnTo>
                <a:lnTo>
                  <a:pt x="1673" y="1602"/>
                </a:lnTo>
                <a:lnTo>
                  <a:pt x="1960" y="1937"/>
                </a:lnTo>
                <a:lnTo>
                  <a:pt x="1673" y="2280"/>
                </a:lnTo>
                <a:lnTo>
                  <a:pt x="1673" y="2113"/>
                </a:lnTo>
                <a:lnTo>
                  <a:pt x="0" y="2113"/>
                </a:lnTo>
                <a:lnTo>
                  <a:pt x="0" y="0"/>
                </a:lnTo>
              </a:path>
            </a:pathLst>
          </a:custGeom>
          <a:solidFill>
            <a:schemeClr val="bg2"/>
          </a:solidFill>
          <a:ln w="12700" cap="rnd" cmpd="sng">
            <a:solidFill>
              <a:schemeClr val="tx2"/>
            </a:solidFill>
            <a:prstDash val="solid"/>
            <a:round/>
            <a:headEnd type="none" w="med" len="med"/>
            <a:tailEnd type="none" w="med" len="med"/>
          </a:ln>
        </p:spPr>
        <p:txBody>
          <a:bodyPr/>
          <a:lstStyle/>
          <a:p>
            <a:pPr>
              <a:defRPr/>
            </a:pPr>
            <a:endParaRPr lang="en-GB" sz="1815"/>
          </a:p>
        </p:txBody>
      </p:sp>
      <p:sp>
        <p:nvSpPr>
          <p:cNvPr id="30" name="Freeform 6"/>
          <p:cNvSpPr/>
          <p:nvPr/>
        </p:nvSpPr>
        <p:spPr bwMode="auto">
          <a:xfrm>
            <a:off x="3168665" y="2403254"/>
            <a:ext cx="2815022" cy="2168503"/>
          </a:xfrm>
          <a:custGeom>
            <a:avLst/>
            <a:gdLst>
              <a:gd name="T0" fmla="*/ 0 w 1969"/>
              <a:gd name="T1" fmla="*/ 0 h 1497"/>
              <a:gd name="T2" fmla="*/ 0 w 1969"/>
              <a:gd name="T3" fmla="*/ 0 h 1497"/>
              <a:gd name="T4" fmla="*/ 954027866 w 1969"/>
              <a:gd name="T5" fmla="*/ 0 h 1497"/>
              <a:gd name="T6" fmla="*/ 954027866 w 1969"/>
              <a:gd name="T7" fmla="*/ 2147483647 h 1497"/>
              <a:gd name="T8" fmla="*/ 2147483647 w 1969"/>
              <a:gd name="T9" fmla="*/ 2147483647 h 1497"/>
              <a:gd name="T10" fmla="*/ 2147483647 w 1969"/>
              <a:gd name="T11" fmla="*/ 2060844982 h 1497"/>
              <a:gd name="T12" fmla="*/ 2147483647 w 1969"/>
              <a:gd name="T13" fmla="*/ 2147483647 h 1497"/>
              <a:gd name="T14" fmla="*/ 2147483647 w 1969"/>
              <a:gd name="T15" fmla="*/ 2147483647 h 1497"/>
              <a:gd name="T16" fmla="*/ 2147483647 w 1969"/>
              <a:gd name="T17" fmla="*/ 2147483647 h 1497"/>
              <a:gd name="T18" fmla="*/ 0 w 1969"/>
              <a:gd name="T19" fmla="*/ 2147483647 h 1497"/>
              <a:gd name="T20" fmla="*/ 0 w 1969"/>
              <a:gd name="T21" fmla="*/ 0 h 14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969"/>
              <a:gd name="T34" fmla="*/ 0 h 1497"/>
              <a:gd name="T35" fmla="*/ 1969 w 1969"/>
              <a:gd name="T36" fmla="*/ 1497 h 149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969" h="1497">
                <a:moveTo>
                  <a:pt x="0" y="0"/>
                </a:moveTo>
                <a:lnTo>
                  <a:pt x="0" y="0"/>
                </a:lnTo>
                <a:lnTo>
                  <a:pt x="384" y="0"/>
                </a:lnTo>
                <a:lnTo>
                  <a:pt x="384" y="976"/>
                </a:lnTo>
                <a:lnTo>
                  <a:pt x="1680" y="976"/>
                </a:lnTo>
                <a:lnTo>
                  <a:pt x="1680" y="808"/>
                </a:lnTo>
                <a:lnTo>
                  <a:pt x="1968" y="1152"/>
                </a:lnTo>
                <a:lnTo>
                  <a:pt x="1680" y="1496"/>
                </a:lnTo>
                <a:lnTo>
                  <a:pt x="1680" y="1320"/>
                </a:lnTo>
                <a:lnTo>
                  <a:pt x="0" y="1320"/>
                </a:lnTo>
                <a:lnTo>
                  <a:pt x="0" y="0"/>
                </a:lnTo>
              </a:path>
            </a:pathLst>
          </a:custGeom>
          <a:solidFill>
            <a:schemeClr val="bg2"/>
          </a:solidFill>
          <a:ln w="12700" cap="rnd" cmpd="sng">
            <a:solidFill>
              <a:srgbClr val="1450B8"/>
            </a:solidFill>
            <a:prstDash val="solid"/>
            <a:round/>
            <a:headEnd type="none" w="med" len="med"/>
            <a:tailEnd type="none" w="med" len="med"/>
          </a:ln>
        </p:spPr>
        <p:txBody>
          <a:bodyPr/>
          <a:lstStyle/>
          <a:p>
            <a:pPr>
              <a:defRPr/>
            </a:pPr>
            <a:endParaRPr lang="en-GB" sz="1815"/>
          </a:p>
        </p:txBody>
      </p:sp>
      <p:sp>
        <p:nvSpPr>
          <p:cNvPr id="31" name="Freeform 7"/>
          <p:cNvSpPr/>
          <p:nvPr/>
        </p:nvSpPr>
        <p:spPr bwMode="auto">
          <a:xfrm>
            <a:off x="2356556" y="2403254"/>
            <a:ext cx="2815022" cy="999297"/>
          </a:xfrm>
          <a:custGeom>
            <a:avLst/>
            <a:gdLst>
              <a:gd name="T0" fmla="*/ 0 w 1969"/>
              <a:gd name="T1" fmla="*/ 0 h 689"/>
              <a:gd name="T2" fmla="*/ 0 w 1969"/>
              <a:gd name="T3" fmla="*/ 0 h 689"/>
              <a:gd name="T4" fmla="*/ 954027866 w 1969"/>
              <a:gd name="T5" fmla="*/ 0 h 689"/>
              <a:gd name="T6" fmla="*/ 954027866 w 1969"/>
              <a:gd name="T7" fmla="*/ 429552871 h 689"/>
              <a:gd name="T8" fmla="*/ 2147483647 w 1969"/>
              <a:gd name="T9" fmla="*/ 429552871 h 689"/>
              <a:gd name="T10" fmla="*/ 2147483647 w 1969"/>
              <a:gd name="T11" fmla="*/ 0 h 689"/>
              <a:gd name="T12" fmla="*/ 2147483647 w 1969"/>
              <a:gd name="T13" fmla="*/ 879562002 h 689"/>
              <a:gd name="T14" fmla="*/ 2147483647 w 1969"/>
              <a:gd name="T15" fmla="*/ 1759124004 h 689"/>
              <a:gd name="T16" fmla="*/ 2147483647 w 1969"/>
              <a:gd name="T17" fmla="*/ 1309116272 h 689"/>
              <a:gd name="T18" fmla="*/ 0 w 1969"/>
              <a:gd name="T19" fmla="*/ 1309116272 h 689"/>
              <a:gd name="T20" fmla="*/ 0 w 1969"/>
              <a:gd name="T21" fmla="*/ 0 h 68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969"/>
              <a:gd name="T34" fmla="*/ 0 h 689"/>
              <a:gd name="T35" fmla="*/ 1969 w 1969"/>
              <a:gd name="T36" fmla="*/ 689 h 689"/>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969" h="689">
                <a:moveTo>
                  <a:pt x="0" y="0"/>
                </a:moveTo>
                <a:lnTo>
                  <a:pt x="0" y="0"/>
                </a:lnTo>
                <a:lnTo>
                  <a:pt x="384" y="0"/>
                </a:lnTo>
                <a:lnTo>
                  <a:pt x="384" y="168"/>
                </a:lnTo>
                <a:lnTo>
                  <a:pt x="1680" y="168"/>
                </a:lnTo>
                <a:lnTo>
                  <a:pt x="1680" y="0"/>
                </a:lnTo>
                <a:lnTo>
                  <a:pt x="1968" y="344"/>
                </a:lnTo>
                <a:lnTo>
                  <a:pt x="1680" y="688"/>
                </a:lnTo>
                <a:lnTo>
                  <a:pt x="1680" y="512"/>
                </a:lnTo>
                <a:lnTo>
                  <a:pt x="0" y="512"/>
                </a:lnTo>
                <a:lnTo>
                  <a:pt x="0" y="0"/>
                </a:lnTo>
              </a:path>
            </a:pathLst>
          </a:custGeom>
          <a:solidFill>
            <a:schemeClr val="bg2"/>
          </a:solidFill>
          <a:ln w="12700" cap="rnd" cmpd="sng">
            <a:solidFill>
              <a:schemeClr val="accent4"/>
            </a:solidFill>
            <a:prstDash val="solid"/>
            <a:round/>
            <a:headEnd type="none" w="med" len="med"/>
            <a:tailEnd type="none" w="med" len="med"/>
          </a:ln>
        </p:spPr>
        <p:txBody>
          <a:bodyPr/>
          <a:lstStyle/>
          <a:p>
            <a:pPr>
              <a:defRPr/>
            </a:pPr>
            <a:endParaRPr lang="en-GB" sz="1815"/>
          </a:p>
        </p:txBody>
      </p:sp>
      <p:sp>
        <p:nvSpPr>
          <p:cNvPr id="32" name="Rectangle 8"/>
          <p:cNvSpPr>
            <a:spLocks noChangeArrowheads="1"/>
          </p:cNvSpPr>
          <p:nvPr/>
        </p:nvSpPr>
        <p:spPr bwMode="auto">
          <a:xfrm>
            <a:off x="2507746" y="2253503"/>
            <a:ext cx="261224" cy="261224"/>
          </a:xfrm>
          <a:prstGeom prst="rect">
            <a:avLst/>
          </a:prstGeom>
          <a:solidFill>
            <a:schemeClr val="accent4"/>
          </a:solidFill>
          <a:ln w="12700">
            <a:solidFill>
              <a:schemeClr val="bg2"/>
            </a:solidFill>
            <a:miter lim="800000"/>
          </a:ln>
        </p:spPr>
        <p:txBody>
          <a:bodyPr wrap="none" lIns="93631" tIns="32653" rIns="93631" bIns="45994" anchor="ctr"/>
          <a:lstStyle/>
          <a:p>
            <a:pPr algn="ctr" defTabSz="1043305" eaLnBrk="0" hangingPunct="0">
              <a:buSzTx/>
              <a:defRPr/>
            </a:pPr>
            <a:r>
              <a:rPr lang="en-US" sz="1270" b="1">
                <a:solidFill>
                  <a:schemeClr val="bg2"/>
                </a:solidFill>
                <a:latin typeface="+mj-lt"/>
              </a:rPr>
              <a:t>1</a:t>
            </a:r>
            <a:endParaRPr lang="en-US" sz="1270" b="1">
              <a:solidFill>
                <a:schemeClr val="bg2"/>
              </a:solidFill>
              <a:latin typeface="+mj-lt"/>
            </a:endParaRPr>
          </a:p>
        </p:txBody>
      </p:sp>
      <p:sp>
        <p:nvSpPr>
          <p:cNvPr id="33" name="Rectangle 9"/>
          <p:cNvSpPr>
            <a:spLocks noChangeArrowheads="1"/>
          </p:cNvSpPr>
          <p:nvPr/>
        </p:nvSpPr>
        <p:spPr bwMode="auto">
          <a:xfrm>
            <a:off x="3324175" y="2254942"/>
            <a:ext cx="261224" cy="261224"/>
          </a:xfrm>
          <a:prstGeom prst="rect">
            <a:avLst/>
          </a:prstGeom>
          <a:solidFill>
            <a:srgbClr val="1450B8"/>
          </a:solidFill>
          <a:ln w="12700">
            <a:solidFill>
              <a:schemeClr val="bg2"/>
            </a:solidFill>
            <a:miter lim="800000"/>
          </a:ln>
        </p:spPr>
        <p:txBody>
          <a:bodyPr wrap="none" lIns="93631" tIns="32653" rIns="93631" bIns="45994" anchor="ctr"/>
          <a:lstStyle/>
          <a:p>
            <a:pPr algn="ctr" defTabSz="1043305" eaLnBrk="0" hangingPunct="0">
              <a:buSzTx/>
              <a:defRPr/>
            </a:pPr>
            <a:r>
              <a:rPr lang="en-US" sz="1270" b="1">
                <a:solidFill>
                  <a:schemeClr val="bg2"/>
                </a:solidFill>
                <a:latin typeface="+mj-lt"/>
              </a:rPr>
              <a:t>2</a:t>
            </a:r>
            <a:endParaRPr lang="en-US" sz="1270" b="1">
              <a:solidFill>
                <a:schemeClr val="bg2"/>
              </a:solidFill>
              <a:latin typeface="+mj-lt"/>
            </a:endParaRPr>
          </a:p>
        </p:txBody>
      </p:sp>
      <p:sp>
        <p:nvSpPr>
          <p:cNvPr id="34" name="Rectangle 10"/>
          <p:cNvSpPr>
            <a:spLocks noChangeArrowheads="1"/>
          </p:cNvSpPr>
          <p:nvPr/>
        </p:nvSpPr>
        <p:spPr bwMode="auto">
          <a:xfrm>
            <a:off x="4104606" y="2253503"/>
            <a:ext cx="261224" cy="261224"/>
          </a:xfrm>
          <a:prstGeom prst="rect">
            <a:avLst/>
          </a:prstGeom>
          <a:solidFill>
            <a:schemeClr val="tx2"/>
          </a:solidFill>
          <a:ln w="12700">
            <a:solidFill>
              <a:schemeClr val="bg2"/>
            </a:solidFill>
            <a:miter lim="800000"/>
          </a:ln>
        </p:spPr>
        <p:txBody>
          <a:bodyPr wrap="none" lIns="93631" tIns="0" rIns="93631" bIns="45994" anchor="ctr"/>
          <a:lstStyle/>
          <a:p>
            <a:pPr algn="ctr" defTabSz="1043305" eaLnBrk="0" hangingPunct="0">
              <a:buSzTx/>
              <a:defRPr/>
            </a:pPr>
            <a:r>
              <a:rPr lang="en-US" sz="1090" b="1" dirty="0">
                <a:solidFill>
                  <a:schemeClr val="bg2"/>
                </a:solidFill>
                <a:latin typeface="+mj-lt"/>
              </a:rPr>
              <a:t>3</a:t>
            </a:r>
            <a:endParaRPr lang="en-US" sz="1090" b="1" dirty="0">
              <a:solidFill>
                <a:schemeClr val="bg2"/>
              </a:solidFill>
              <a:latin typeface="+mj-lt"/>
            </a:endParaRPr>
          </a:p>
        </p:txBody>
      </p:sp>
      <p:sp>
        <p:nvSpPr>
          <p:cNvPr id="14" name="Rectangle 13"/>
          <p:cNvSpPr>
            <a:spLocks noChangeArrowheads="1"/>
          </p:cNvSpPr>
          <p:nvPr/>
        </p:nvSpPr>
        <p:spPr bwMode="auto">
          <a:xfrm>
            <a:off x="5203439" y="2514943"/>
            <a:ext cx="2971429" cy="158750"/>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dirty="0">
                <a:solidFill>
                  <a:schemeClr val="bg2"/>
                </a:solidFill>
                <a:latin typeface="+mj-lt"/>
              </a:rPr>
              <a:t>Text</a:t>
            </a:r>
            <a:endParaRPr lang="de-DE" sz="1090" b="1" dirty="0">
              <a:solidFill>
                <a:schemeClr val="bg2"/>
              </a:solidFill>
              <a:latin typeface="+mj-lt"/>
            </a:endParaRPr>
          </a:p>
        </p:txBody>
      </p:sp>
      <p:sp>
        <p:nvSpPr>
          <p:cNvPr id="15" name="Rectangle 14"/>
          <p:cNvSpPr>
            <a:spLocks noChangeArrowheads="1"/>
          </p:cNvSpPr>
          <p:nvPr/>
        </p:nvSpPr>
        <p:spPr bwMode="auto">
          <a:xfrm>
            <a:off x="6052348" y="3695432"/>
            <a:ext cx="2971429" cy="158750"/>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dirty="0">
                <a:solidFill>
                  <a:schemeClr val="bg2"/>
                </a:solidFill>
                <a:latin typeface="+mj-lt"/>
              </a:rPr>
              <a:t>Text</a:t>
            </a:r>
            <a:endParaRPr lang="de-DE" sz="1090" b="1" dirty="0">
              <a:solidFill>
                <a:schemeClr val="bg2"/>
              </a:solidFill>
              <a:latin typeface="+mj-lt"/>
            </a:endParaRPr>
          </a:p>
        </p:txBody>
      </p:sp>
      <p:sp>
        <p:nvSpPr>
          <p:cNvPr id="16" name="Rectangle 15"/>
          <p:cNvSpPr>
            <a:spLocks noChangeArrowheads="1"/>
          </p:cNvSpPr>
          <p:nvPr/>
        </p:nvSpPr>
        <p:spPr bwMode="auto">
          <a:xfrm>
            <a:off x="6831013" y="4880775"/>
            <a:ext cx="2971429" cy="158750"/>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dirty="0">
                <a:solidFill>
                  <a:schemeClr val="bg2"/>
                </a:solidFill>
                <a:latin typeface="+mj-lt"/>
              </a:rPr>
              <a:t>Text</a:t>
            </a:r>
            <a:endParaRPr lang="de-DE" sz="1090" b="1" dirty="0">
              <a:solidFill>
                <a:schemeClr val="bg2"/>
              </a:solidFill>
              <a:latin typeface="+mj-lt"/>
            </a:endParaRPr>
          </a:p>
        </p:txBody>
      </p:sp>
    </p:spTree>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Linear flow</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5" name="Group 4"/>
          <p:cNvGrpSpPr/>
          <p:nvPr/>
        </p:nvGrpSpPr>
        <p:grpSpPr>
          <a:xfrm>
            <a:off x="1699212" y="1831219"/>
            <a:ext cx="4311091" cy="4406400"/>
            <a:chOff x="499241" y="2018919"/>
            <a:chExt cx="4752978" cy="4858056"/>
          </a:xfrm>
        </p:grpSpPr>
        <p:sp>
          <p:nvSpPr>
            <p:cNvPr id="17" name="Parallelogram 16"/>
            <p:cNvSpPr/>
            <p:nvPr/>
          </p:nvSpPr>
          <p:spPr bwMode="ltGray">
            <a:xfrm flipH="1">
              <a:off x="1075183" y="2018919"/>
              <a:ext cx="3888432" cy="4858056"/>
            </a:xfrm>
            <a:prstGeom prst="parallelogram">
              <a:avLst>
                <a:gd name="adj" fmla="val 77827"/>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8" name="Rectangle 2"/>
            <p:cNvSpPr/>
            <p:nvPr/>
          </p:nvSpPr>
          <p:spPr bwMode="ltGray">
            <a:xfrm>
              <a:off x="1519138" y="2736617"/>
              <a:ext cx="3733080" cy="722461"/>
            </a:xfrm>
            <a:custGeom>
              <a:avLst/>
              <a:gdLst>
                <a:gd name="connsiteX0" fmla="*/ 0 w 3744987"/>
                <a:gd name="connsiteY0" fmla="*/ 0 h 720080"/>
                <a:gd name="connsiteX1" fmla="*/ 3744987 w 3744987"/>
                <a:gd name="connsiteY1" fmla="*/ 0 h 720080"/>
                <a:gd name="connsiteX2" fmla="*/ 3744987 w 3744987"/>
                <a:gd name="connsiteY2" fmla="*/ 720080 h 720080"/>
                <a:gd name="connsiteX3" fmla="*/ 0 w 3744987"/>
                <a:gd name="connsiteY3" fmla="*/ 720080 h 720080"/>
                <a:gd name="connsiteX4" fmla="*/ 0 w 3744987"/>
                <a:gd name="connsiteY4" fmla="*/ 0 h 720080"/>
                <a:gd name="connsiteX0-1" fmla="*/ 0 w 3744987"/>
                <a:gd name="connsiteY0-2" fmla="*/ 0 h 720080"/>
                <a:gd name="connsiteX1-3" fmla="*/ 3744987 w 3744987"/>
                <a:gd name="connsiteY1-4" fmla="*/ 0 h 720080"/>
                <a:gd name="connsiteX2-5" fmla="*/ 3744987 w 3744987"/>
                <a:gd name="connsiteY2-6" fmla="*/ 720080 h 720080"/>
                <a:gd name="connsiteX3-7" fmla="*/ 467591 w 3744987"/>
                <a:gd name="connsiteY3-8" fmla="*/ 720080 h 720080"/>
                <a:gd name="connsiteX4-9" fmla="*/ 0 w 3744987"/>
                <a:gd name="connsiteY4-10" fmla="*/ 0 h 720080"/>
                <a:gd name="connsiteX0-11" fmla="*/ 0 w 3728318"/>
                <a:gd name="connsiteY0-12" fmla="*/ 2382 h 720080"/>
                <a:gd name="connsiteX1-13" fmla="*/ 3728318 w 3728318"/>
                <a:gd name="connsiteY1-14" fmla="*/ 0 h 720080"/>
                <a:gd name="connsiteX2-15" fmla="*/ 3728318 w 3728318"/>
                <a:gd name="connsiteY2-16" fmla="*/ 720080 h 720080"/>
                <a:gd name="connsiteX3-17" fmla="*/ 450922 w 3728318"/>
                <a:gd name="connsiteY3-18" fmla="*/ 720080 h 720080"/>
                <a:gd name="connsiteX4-19" fmla="*/ 0 w 3728318"/>
                <a:gd name="connsiteY4-20" fmla="*/ 2382 h 720080"/>
                <a:gd name="connsiteX0-21" fmla="*/ 0 w 3730699"/>
                <a:gd name="connsiteY0-22" fmla="*/ 2382 h 720080"/>
                <a:gd name="connsiteX1-23" fmla="*/ 3730699 w 3730699"/>
                <a:gd name="connsiteY1-24" fmla="*/ 0 h 720080"/>
                <a:gd name="connsiteX2-25" fmla="*/ 3730699 w 3730699"/>
                <a:gd name="connsiteY2-26" fmla="*/ 720080 h 720080"/>
                <a:gd name="connsiteX3-27" fmla="*/ 453303 w 3730699"/>
                <a:gd name="connsiteY3-28" fmla="*/ 720080 h 720080"/>
                <a:gd name="connsiteX4-29" fmla="*/ 0 w 3730699"/>
                <a:gd name="connsiteY4-30" fmla="*/ 2382 h 720080"/>
                <a:gd name="connsiteX0-31" fmla="*/ 0 w 3733080"/>
                <a:gd name="connsiteY0-32" fmla="*/ 0 h 722461"/>
                <a:gd name="connsiteX1-33" fmla="*/ 3733080 w 3733080"/>
                <a:gd name="connsiteY1-34" fmla="*/ 2381 h 722461"/>
                <a:gd name="connsiteX2-35" fmla="*/ 3733080 w 3733080"/>
                <a:gd name="connsiteY2-36" fmla="*/ 722461 h 722461"/>
                <a:gd name="connsiteX3-37" fmla="*/ 455684 w 3733080"/>
                <a:gd name="connsiteY3-38" fmla="*/ 722461 h 722461"/>
                <a:gd name="connsiteX4-39" fmla="*/ 0 w 3733080"/>
                <a:gd name="connsiteY4-40" fmla="*/ 0 h 722461"/>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733080" h="722461">
                  <a:moveTo>
                    <a:pt x="0" y="0"/>
                  </a:moveTo>
                  <a:lnTo>
                    <a:pt x="3733080" y="2381"/>
                  </a:lnTo>
                  <a:lnTo>
                    <a:pt x="3733080" y="722461"/>
                  </a:lnTo>
                  <a:lnTo>
                    <a:pt x="455684" y="722461"/>
                  </a:lnTo>
                  <a:lnTo>
                    <a:pt x="0" y="0"/>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9" name="Rectangle 2"/>
            <p:cNvSpPr/>
            <p:nvPr/>
          </p:nvSpPr>
          <p:spPr bwMode="ltGray">
            <a:xfrm flipH="1" flipV="1">
              <a:off x="499242" y="3534552"/>
              <a:ext cx="2830715" cy="723255"/>
            </a:xfrm>
            <a:custGeom>
              <a:avLst/>
              <a:gdLst>
                <a:gd name="connsiteX0" fmla="*/ 0 w 3744987"/>
                <a:gd name="connsiteY0" fmla="*/ 0 h 720080"/>
                <a:gd name="connsiteX1" fmla="*/ 3744987 w 3744987"/>
                <a:gd name="connsiteY1" fmla="*/ 0 h 720080"/>
                <a:gd name="connsiteX2" fmla="*/ 3744987 w 3744987"/>
                <a:gd name="connsiteY2" fmla="*/ 720080 h 720080"/>
                <a:gd name="connsiteX3" fmla="*/ 0 w 3744987"/>
                <a:gd name="connsiteY3" fmla="*/ 720080 h 720080"/>
                <a:gd name="connsiteX4" fmla="*/ 0 w 3744987"/>
                <a:gd name="connsiteY4" fmla="*/ 0 h 720080"/>
                <a:gd name="connsiteX0-1" fmla="*/ 0 w 3744987"/>
                <a:gd name="connsiteY0-2" fmla="*/ 0 h 720080"/>
                <a:gd name="connsiteX1-3" fmla="*/ 3744987 w 3744987"/>
                <a:gd name="connsiteY1-4" fmla="*/ 0 h 720080"/>
                <a:gd name="connsiteX2-5" fmla="*/ 3744987 w 3744987"/>
                <a:gd name="connsiteY2-6" fmla="*/ 720080 h 720080"/>
                <a:gd name="connsiteX3-7" fmla="*/ 467591 w 3744987"/>
                <a:gd name="connsiteY3-8" fmla="*/ 720080 h 720080"/>
                <a:gd name="connsiteX4-9" fmla="*/ 0 w 3744987"/>
                <a:gd name="connsiteY4-10" fmla="*/ 0 h 720080"/>
                <a:gd name="connsiteX0-11" fmla="*/ 0 w 3744987"/>
                <a:gd name="connsiteY0-12" fmla="*/ 0 h 730471"/>
                <a:gd name="connsiteX1-13" fmla="*/ 3744987 w 3744987"/>
                <a:gd name="connsiteY1-14" fmla="*/ 0 h 730471"/>
                <a:gd name="connsiteX2-15" fmla="*/ 3744987 w 3744987"/>
                <a:gd name="connsiteY2-16" fmla="*/ 720080 h 730471"/>
                <a:gd name="connsiteX3-17" fmla="*/ 563391 w 3744987"/>
                <a:gd name="connsiteY3-18" fmla="*/ 730471 h 730471"/>
                <a:gd name="connsiteX4-19" fmla="*/ 0 w 3744987"/>
                <a:gd name="connsiteY4-20" fmla="*/ 0 h 730471"/>
                <a:gd name="connsiteX0-21" fmla="*/ 0 w 3744987"/>
                <a:gd name="connsiteY0-22" fmla="*/ 0 h 733646"/>
                <a:gd name="connsiteX1-23" fmla="*/ 3744987 w 3744987"/>
                <a:gd name="connsiteY1-24" fmla="*/ 0 h 733646"/>
                <a:gd name="connsiteX2-25" fmla="*/ 3744987 w 3744987"/>
                <a:gd name="connsiteY2-26" fmla="*/ 720080 h 733646"/>
                <a:gd name="connsiteX3-27" fmla="*/ 605209 w 3744987"/>
                <a:gd name="connsiteY3-28" fmla="*/ 733646 h 733646"/>
                <a:gd name="connsiteX4-29" fmla="*/ 0 w 3744987"/>
                <a:gd name="connsiteY4-30" fmla="*/ 0 h 733646"/>
                <a:gd name="connsiteX0-31" fmla="*/ 0 w 3728260"/>
                <a:gd name="connsiteY0-32" fmla="*/ 0 h 736821"/>
                <a:gd name="connsiteX1-33" fmla="*/ 3728260 w 3728260"/>
                <a:gd name="connsiteY1-34" fmla="*/ 3175 h 736821"/>
                <a:gd name="connsiteX2-35" fmla="*/ 3728260 w 3728260"/>
                <a:gd name="connsiteY2-36" fmla="*/ 723255 h 736821"/>
                <a:gd name="connsiteX3-37" fmla="*/ 588482 w 3728260"/>
                <a:gd name="connsiteY3-38" fmla="*/ 736821 h 736821"/>
                <a:gd name="connsiteX4-39" fmla="*/ 0 w 3728260"/>
                <a:gd name="connsiteY4-40" fmla="*/ 0 h 736821"/>
                <a:gd name="connsiteX0-41" fmla="*/ 0 w 3728260"/>
                <a:gd name="connsiteY0-42" fmla="*/ 0 h 729678"/>
                <a:gd name="connsiteX1-43" fmla="*/ 3728260 w 3728260"/>
                <a:gd name="connsiteY1-44" fmla="*/ 3175 h 729678"/>
                <a:gd name="connsiteX2-45" fmla="*/ 3728260 w 3728260"/>
                <a:gd name="connsiteY2-46" fmla="*/ 723255 h 729678"/>
                <a:gd name="connsiteX3-47" fmla="*/ 585344 w 3728260"/>
                <a:gd name="connsiteY3-48" fmla="*/ 729678 h 729678"/>
                <a:gd name="connsiteX4-49" fmla="*/ 0 w 3728260"/>
                <a:gd name="connsiteY4-50" fmla="*/ 0 h 729678"/>
                <a:gd name="connsiteX0-51" fmla="*/ 0 w 3728260"/>
                <a:gd name="connsiteY0-52" fmla="*/ 0 h 724915"/>
                <a:gd name="connsiteX1-53" fmla="*/ 3728260 w 3728260"/>
                <a:gd name="connsiteY1-54" fmla="*/ 3175 h 724915"/>
                <a:gd name="connsiteX2-55" fmla="*/ 3728260 w 3728260"/>
                <a:gd name="connsiteY2-56" fmla="*/ 723255 h 724915"/>
                <a:gd name="connsiteX3-57" fmla="*/ 579072 w 3728260"/>
                <a:gd name="connsiteY3-58" fmla="*/ 724915 h 724915"/>
                <a:gd name="connsiteX4-59" fmla="*/ 0 w 3728260"/>
                <a:gd name="connsiteY4-60" fmla="*/ 0 h 724915"/>
                <a:gd name="connsiteX0-61" fmla="*/ 0 w 3728260"/>
                <a:gd name="connsiteY0-62" fmla="*/ 0 h 723255"/>
                <a:gd name="connsiteX1-63" fmla="*/ 3728260 w 3728260"/>
                <a:gd name="connsiteY1-64" fmla="*/ 3175 h 723255"/>
                <a:gd name="connsiteX2-65" fmla="*/ 3728260 w 3728260"/>
                <a:gd name="connsiteY2-66" fmla="*/ 723255 h 723255"/>
                <a:gd name="connsiteX3-67" fmla="*/ 588482 w 3728260"/>
                <a:gd name="connsiteY3-68" fmla="*/ 717772 h 723255"/>
                <a:gd name="connsiteX4-69" fmla="*/ 0 w 3728260"/>
                <a:gd name="connsiteY4-70" fmla="*/ 0 h 723255"/>
                <a:gd name="connsiteX0-71" fmla="*/ 0 w 3728260"/>
                <a:gd name="connsiteY0-72" fmla="*/ 0 h 724916"/>
                <a:gd name="connsiteX1-73" fmla="*/ 3728260 w 3728260"/>
                <a:gd name="connsiteY1-74" fmla="*/ 3175 h 724916"/>
                <a:gd name="connsiteX2-75" fmla="*/ 3728260 w 3728260"/>
                <a:gd name="connsiteY2-76" fmla="*/ 723255 h 724916"/>
                <a:gd name="connsiteX3-77" fmla="*/ 591618 w 3728260"/>
                <a:gd name="connsiteY3-78" fmla="*/ 724916 h 724916"/>
                <a:gd name="connsiteX4-79" fmla="*/ 0 w 3728260"/>
                <a:gd name="connsiteY4-80" fmla="*/ 0 h 724916"/>
                <a:gd name="connsiteX0-81" fmla="*/ 0 w 3728260"/>
                <a:gd name="connsiteY0-82" fmla="*/ 0 h 723255"/>
                <a:gd name="connsiteX1-83" fmla="*/ 3728260 w 3728260"/>
                <a:gd name="connsiteY1-84" fmla="*/ 3175 h 723255"/>
                <a:gd name="connsiteX2-85" fmla="*/ 3728260 w 3728260"/>
                <a:gd name="connsiteY2-86" fmla="*/ 723255 h 723255"/>
                <a:gd name="connsiteX3-87" fmla="*/ 594754 w 3728260"/>
                <a:gd name="connsiteY3-88" fmla="*/ 722535 h 723255"/>
                <a:gd name="connsiteX4-89" fmla="*/ 0 w 3728260"/>
                <a:gd name="connsiteY4-90" fmla="*/ 0 h 72325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728260" h="723255">
                  <a:moveTo>
                    <a:pt x="0" y="0"/>
                  </a:moveTo>
                  <a:lnTo>
                    <a:pt x="3728260" y="3175"/>
                  </a:lnTo>
                  <a:lnTo>
                    <a:pt x="3728260" y="723255"/>
                  </a:lnTo>
                  <a:lnTo>
                    <a:pt x="594754" y="722535"/>
                  </a:lnTo>
                  <a:lnTo>
                    <a:pt x="0" y="0"/>
                  </a:lnTo>
                  <a:close/>
                </a:path>
              </a:pathLst>
            </a:cu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20" name="Rectangle 2"/>
            <p:cNvSpPr/>
            <p:nvPr/>
          </p:nvSpPr>
          <p:spPr bwMode="ltGray">
            <a:xfrm>
              <a:off x="2513129" y="4319712"/>
              <a:ext cx="2739090" cy="723255"/>
            </a:xfrm>
            <a:custGeom>
              <a:avLst/>
              <a:gdLst>
                <a:gd name="connsiteX0" fmla="*/ 0 w 3744987"/>
                <a:gd name="connsiteY0" fmla="*/ 0 h 720080"/>
                <a:gd name="connsiteX1" fmla="*/ 3744987 w 3744987"/>
                <a:gd name="connsiteY1" fmla="*/ 0 h 720080"/>
                <a:gd name="connsiteX2" fmla="*/ 3744987 w 3744987"/>
                <a:gd name="connsiteY2" fmla="*/ 720080 h 720080"/>
                <a:gd name="connsiteX3" fmla="*/ 0 w 3744987"/>
                <a:gd name="connsiteY3" fmla="*/ 720080 h 720080"/>
                <a:gd name="connsiteX4" fmla="*/ 0 w 3744987"/>
                <a:gd name="connsiteY4" fmla="*/ 0 h 720080"/>
                <a:gd name="connsiteX0-1" fmla="*/ 0 w 3744987"/>
                <a:gd name="connsiteY0-2" fmla="*/ 0 h 720080"/>
                <a:gd name="connsiteX1-3" fmla="*/ 3744987 w 3744987"/>
                <a:gd name="connsiteY1-4" fmla="*/ 0 h 720080"/>
                <a:gd name="connsiteX2-5" fmla="*/ 3744987 w 3744987"/>
                <a:gd name="connsiteY2-6" fmla="*/ 720080 h 720080"/>
                <a:gd name="connsiteX3-7" fmla="*/ 467591 w 3744987"/>
                <a:gd name="connsiteY3-8" fmla="*/ 720080 h 720080"/>
                <a:gd name="connsiteX4-9" fmla="*/ 0 w 3744987"/>
                <a:gd name="connsiteY4-10" fmla="*/ 0 h 720080"/>
                <a:gd name="connsiteX0-11" fmla="*/ 0 w 3664286"/>
                <a:gd name="connsiteY0-12" fmla="*/ 0 h 720080"/>
                <a:gd name="connsiteX1-13" fmla="*/ 3664286 w 3664286"/>
                <a:gd name="connsiteY1-14" fmla="*/ 0 h 720080"/>
                <a:gd name="connsiteX2-15" fmla="*/ 3664286 w 3664286"/>
                <a:gd name="connsiteY2-16" fmla="*/ 720080 h 720080"/>
                <a:gd name="connsiteX3-17" fmla="*/ 386890 w 3664286"/>
                <a:gd name="connsiteY3-18" fmla="*/ 720080 h 720080"/>
                <a:gd name="connsiteX4-19" fmla="*/ 0 w 3664286"/>
                <a:gd name="connsiteY4-20" fmla="*/ 0 h 720080"/>
                <a:gd name="connsiteX0-21" fmla="*/ 0 w 3664286"/>
                <a:gd name="connsiteY0-22" fmla="*/ 0 h 723255"/>
                <a:gd name="connsiteX1-23" fmla="*/ 3664286 w 3664286"/>
                <a:gd name="connsiteY1-24" fmla="*/ 0 h 723255"/>
                <a:gd name="connsiteX2-25" fmla="*/ 3664286 w 3664286"/>
                <a:gd name="connsiteY2-26" fmla="*/ 720080 h 723255"/>
                <a:gd name="connsiteX3-27" fmla="*/ 595014 w 3664286"/>
                <a:gd name="connsiteY3-28" fmla="*/ 723255 h 723255"/>
                <a:gd name="connsiteX4-29" fmla="*/ 0 w 3664286"/>
                <a:gd name="connsiteY4-30" fmla="*/ 0 h 72325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664286" h="723255">
                  <a:moveTo>
                    <a:pt x="0" y="0"/>
                  </a:moveTo>
                  <a:lnTo>
                    <a:pt x="3664286" y="0"/>
                  </a:lnTo>
                  <a:lnTo>
                    <a:pt x="3664286" y="720080"/>
                  </a:lnTo>
                  <a:lnTo>
                    <a:pt x="595014" y="723255"/>
                  </a:lnTo>
                  <a:lnTo>
                    <a:pt x="0" y="0"/>
                  </a:lnTo>
                  <a:close/>
                </a:path>
              </a:pathLst>
            </a:cu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21" name="Rectangle 2"/>
            <p:cNvSpPr/>
            <p:nvPr/>
          </p:nvSpPr>
          <p:spPr bwMode="ltGray">
            <a:xfrm flipH="1" flipV="1">
              <a:off x="499241" y="5112016"/>
              <a:ext cx="3816697" cy="728091"/>
            </a:xfrm>
            <a:custGeom>
              <a:avLst/>
              <a:gdLst>
                <a:gd name="connsiteX0" fmla="*/ 0 w 3744987"/>
                <a:gd name="connsiteY0" fmla="*/ 0 h 720080"/>
                <a:gd name="connsiteX1" fmla="*/ 3744987 w 3744987"/>
                <a:gd name="connsiteY1" fmla="*/ 0 h 720080"/>
                <a:gd name="connsiteX2" fmla="*/ 3744987 w 3744987"/>
                <a:gd name="connsiteY2" fmla="*/ 720080 h 720080"/>
                <a:gd name="connsiteX3" fmla="*/ 0 w 3744987"/>
                <a:gd name="connsiteY3" fmla="*/ 720080 h 720080"/>
                <a:gd name="connsiteX4" fmla="*/ 0 w 3744987"/>
                <a:gd name="connsiteY4" fmla="*/ 0 h 720080"/>
                <a:gd name="connsiteX0-1" fmla="*/ 0 w 3744987"/>
                <a:gd name="connsiteY0-2" fmla="*/ 0 h 720080"/>
                <a:gd name="connsiteX1-3" fmla="*/ 3744987 w 3744987"/>
                <a:gd name="connsiteY1-4" fmla="*/ 0 h 720080"/>
                <a:gd name="connsiteX2-5" fmla="*/ 3744987 w 3744987"/>
                <a:gd name="connsiteY2-6" fmla="*/ 720080 h 720080"/>
                <a:gd name="connsiteX3-7" fmla="*/ 467591 w 3744987"/>
                <a:gd name="connsiteY3-8" fmla="*/ 720080 h 720080"/>
                <a:gd name="connsiteX4-9" fmla="*/ 0 w 3744987"/>
                <a:gd name="connsiteY4-10" fmla="*/ 0 h 720080"/>
                <a:gd name="connsiteX0-11" fmla="*/ 0 w 3744987"/>
                <a:gd name="connsiteY0-12" fmla="*/ 0 h 730471"/>
                <a:gd name="connsiteX1-13" fmla="*/ 3744987 w 3744987"/>
                <a:gd name="connsiteY1-14" fmla="*/ 0 h 730471"/>
                <a:gd name="connsiteX2-15" fmla="*/ 3744987 w 3744987"/>
                <a:gd name="connsiteY2-16" fmla="*/ 720080 h 730471"/>
                <a:gd name="connsiteX3-17" fmla="*/ 563391 w 3744987"/>
                <a:gd name="connsiteY3-18" fmla="*/ 730471 h 730471"/>
                <a:gd name="connsiteX4-19" fmla="*/ 0 w 3744987"/>
                <a:gd name="connsiteY4-20" fmla="*/ 0 h 730471"/>
                <a:gd name="connsiteX0-21" fmla="*/ 0 w 3744987"/>
                <a:gd name="connsiteY0-22" fmla="*/ 0 h 725709"/>
                <a:gd name="connsiteX1-23" fmla="*/ 3744987 w 3744987"/>
                <a:gd name="connsiteY1-24" fmla="*/ 0 h 725709"/>
                <a:gd name="connsiteX2-25" fmla="*/ 3744987 w 3744987"/>
                <a:gd name="connsiteY2-26" fmla="*/ 720080 h 725709"/>
                <a:gd name="connsiteX3-27" fmla="*/ 300553 w 3744987"/>
                <a:gd name="connsiteY3-28" fmla="*/ 725709 h 725709"/>
                <a:gd name="connsiteX4-29" fmla="*/ 0 w 3744987"/>
                <a:gd name="connsiteY4-30" fmla="*/ 0 h 725709"/>
                <a:gd name="connsiteX0-31" fmla="*/ 0 w 3900743"/>
                <a:gd name="connsiteY0-32" fmla="*/ 0 h 730472"/>
                <a:gd name="connsiteX1-33" fmla="*/ 3900743 w 3900743"/>
                <a:gd name="connsiteY1-34" fmla="*/ 4763 h 730472"/>
                <a:gd name="connsiteX2-35" fmla="*/ 3900743 w 3900743"/>
                <a:gd name="connsiteY2-36" fmla="*/ 724843 h 730472"/>
                <a:gd name="connsiteX3-37" fmla="*/ 456309 w 3900743"/>
                <a:gd name="connsiteY3-38" fmla="*/ 730472 h 730472"/>
                <a:gd name="connsiteX4-39" fmla="*/ 0 w 3900743"/>
                <a:gd name="connsiteY4-40" fmla="*/ 0 h 730472"/>
                <a:gd name="connsiteX0-41" fmla="*/ 0 w 3900743"/>
                <a:gd name="connsiteY0-42" fmla="*/ 0 h 730472"/>
                <a:gd name="connsiteX1-43" fmla="*/ 3900743 w 3900743"/>
                <a:gd name="connsiteY1-44" fmla="*/ 4763 h 730472"/>
                <a:gd name="connsiteX2-45" fmla="*/ 3900743 w 3900743"/>
                <a:gd name="connsiteY2-46" fmla="*/ 724843 h 730472"/>
                <a:gd name="connsiteX3-47" fmla="*/ 463609 w 3900743"/>
                <a:gd name="connsiteY3-48" fmla="*/ 730472 h 730472"/>
                <a:gd name="connsiteX4-49" fmla="*/ 0 w 3900743"/>
                <a:gd name="connsiteY4-50" fmla="*/ 0 h 730472"/>
                <a:gd name="connsiteX0-51" fmla="*/ 0 w 3900743"/>
                <a:gd name="connsiteY0-52" fmla="*/ 0 h 728091"/>
                <a:gd name="connsiteX1-53" fmla="*/ 3900743 w 3900743"/>
                <a:gd name="connsiteY1-54" fmla="*/ 4763 h 728091"/>
                <a:gd name="connsiteX2-55" fmla="*/ 3900743 w 3900743"/>
                <a:gd name="connsiteY2-56" fmla="*/ 724843 h 728091"/>
                <a:gd name="connsiteX3-57" fmla="*/ 461176 w 3900743"/>
                <a:gd name="connsiteY3-58" fmla="*/ 728091 h 728091"/>
                <a:gd name="connsiteX4-59" fmla="*/ 0 w 3900743"/>
                <a:gd name="connsiteY4-60" fmla="*/ 0 h 728091"/>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900743" h="728091">
                  <a:moveTo>
                    <a:pt x="0" y="0"/>
                  </a:moveTo>
                  <a:lnTo>
                    <a:pt x="3900743" y="4763"/>
                  </a:lnTo>
                  <a:lnTo>
                    <a:pt x="3900743" y="724843"/>
                  </a:lnTo>
                  <a:lnTo>
                    <a:pt x="461176" y="728091"/>
                  </a:lnTo>
                  <a:lnTo>
                    <a:pt x="0" y="0"/>
                  </a:lnTo>
                  <a:close/>
                </a:path>
              </a:pathLst>
            </a:cu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sp>
        <p:nvSpPr>
          <p:cNvPr id="22" name="TextBox 21"/>
          <p:cNvSpPr txBox="1"/>
          <p:nvPr/>
        </p:nvSpPr>
        <p:spPr>
          <a:xfrm>
            <a:off x="3005011" y="2503073"/>
            <a:ext cx="609081" cy="463095"/>
          </a:xfrm>
          <a:prstGeom prst="rect">
            <a:avLst/>
          </a:prstGeom>
          <a:noFill/>
        </p:spPr>
        <p:txBody>
          <a:bodyPr wrap="square" lIns="0" tIns="0" rIns="0" bIns="0" rtlCol="0">
            <a:noAutofit/>
          </a:bodyPr>
          <a:lstStyle/>
          <a:p>
            <a:pPr>
              <a:spcAft>
                <a:spcPts val="900"/>
              </a:spcAft>
            </a:pPr>
            <a:r>
              <a:rPr lang="en-GB" sz="2540" b="1" dirty="0" smtClean="0">
                <a:solidFill>
                  <a:schemeClr val="bg1"/>
                </a:solidFill>
                <a:latin typeface="腾讯体 W7" panose="020C08030202040F0204" pitchFamily="18" charset="-122"/>
              </a:rPr>
              <a:t>01</a:t>
            </a:r>
            <a:endParaRPr lang="en-GB" sz="2540" b="1" dirty="0" smtClean="0">
              <a:solidFill>
                <a:schemeClr val="bg1"/>
              </a:solidFill>
              <a:latin typeface="腾讯体 W7" panose="020C08030202040F0204" pitchFamily="18" charset="-122"/>
            </a:endParaRPr>
          </a:p>
        </p:txBody>
      </p:sp>
      <p:sp>
        <p:nvSpPr>
          <p:cNvPr id="23" name="TextBox 22"/>
          <p:cNvSpPr txBox="1"/>
          <p:nvPr/>
        </p:nvSpPr>
        <p:spPr>
          <a:xfrm>
            <a:off x="3405889" y="3228787"/>
            <a:ext cx="609081" cy="463095"/>
          </a:xfrm>
          <a:prstGeom prst="rect">
            <a:avLst/>
          </a:prstGeom>
          <a:noFill/>
        </p:spPr>
        <p:txBody>
          <a:bodyPr wrap="square" lIns="0" tIns="0" rIns="0" bIns="0" rtlCol="0">
            <a:noAutofit/>
          </a:bodyPr>
          <a:lstStyle/>
          <a:p>
            <a:pPr>
              <a:spcAft>
                <a:spcPts val="900"/>
              </a:spcAft>
            </a:pPr>
            <a:r>
              <a:rPr lang="en-GB" sz="2540" b="1" dirty="0" smtClean="0">
                <a:solidFill>
                  <a:schemeClr val="bg1"/>
                </a:solidFill>
                <a:latin typeface="腾讯体 W7" panose="020C08030202040F0204" pitchFamily="18" charset="-122"/>
              </a:rPr>
              <a:t>02</a:t>
            </a:r>
            <a:endParaRPr lang="en-GB" sz="2540" b="1" dirty="0" smtClean="0">
              <a:solidFill>
                <a:schemeClr val="bg1"/>
              </a:solidFill>
              <a:latin typeface="腾讯体 W7" panose="020C08030202040F0204" pitchFamily="18" charset="-122"/>
            </a:endParaRPr>
          </a:p>
        </p:txBody>
      </p:sp>
      <p:sp>
        <p:nvSpPr>
          <p:cNvPr id="24" name="TextBox 23"/>
          <p:cNvSpPr txBox="1"/>
          <p:nvPr/>
        </p:nvSpPr>
        <p:spPr>
          <a:xfrm>
            <a:off x="3854085" y="3954502"/>
            <a:ext cx="609081" cy="463095"/>
          </a:xfrm>
          <a:prstGeom prst="rect">
            <a:avLst/>
          </a:prstGeom>
          <a:noFill/>
        </p:spPr>
        <p:txBody>
          <a:bodyPr wrap="square" lIns="0" tIns="0" rIns="0" bIns="0" rtlCol="0">
            <a:noAutofit/>
          </a:bodyPr>
          <a:lstStyle/>
          <a:p>
            <a:pPr>
              <a:spcAft>
                <a:spcPts val="900"/>
              </a:spcAft>
            </a:pPr>
            <a:r>
              <a:rPr lang="en-GB" sz="2540" b="1" dirty="0" smtClean="0">
                <a:solidFill>
                  <a:schemeClr val="bg1"/>
                </a:solidFill>
                <a:latin typeface="腾讯体 W7" panose="020C08030202040F0204" pitchFamily="18" charset="-122"/>
              </a:rPr>
              <a:t>03</a:t>
            </a:r>
            <a:endParaRPr lang="en-GB" sz="2540" b="1" dirty="0" smtClean="0">
              <a:solidFill>
                <a:schemeClr val="bg1"/>
              </a:solidFill>
              <a:latin typeface="腾讯体 W7" panose="020C08030202040F0204" pitchFamily="18" charset="-122"/>
            </a:endParaRPr>
          </a:p>
        </p:txBody>
      </p:sp>
      <p:sp>
        <p:nvSpPr>
          <p:cNvPr id="25" name="TextBox 24"/>
          <p:cNvSpPr txBox="1"/>
          <p:nvPr/>
        </p:nvSpPr>
        <p:spPr>
          <a:xfrm>
            <a:off x="4311279" y="4706134"/>
            <a:ext cx="609081" cy="463095"/>
          </a:xfrm>
          <a:prstGeom prst="rect">
            <a:avLst/>
          </a:prstGeom>
          <a:noFill/>
        </p:spPr>
        <p:txBody>
          <a:bodyPr wrap="square" lIns="0" tIns="0" rIns="0" bIns="0" rtlCol="0">
            <a:noAutofit/>
          </a:bodyPr>
          <a:lstStyle/>
          <a:p>
            <a:pPr>
              <a:spcAft>
                <a:spcPts val="900"/>
              </a:spcAft>
            </a:pPr>
            <a:r>
              <a:rPr lang="en-GB" sz="2540" b="1" dirty="0" smtClean="0">
                <a:solidFill>
                  <a:schemeClr val="bg1"/>
                </a:solidFill>
                <a:latin typeface="腾讯体 W7" panose="020C08030202040F0204" pitchFamily="18" charset="-122"/>
              </a:rPr>
              <a:t>04</a:t>
            </a:r>
            <a:endParaRPr lang="en-GB" sz="2540" b="1" dirty="0" smtClean="0">
              <a:solidFill>
                <a:schemeClr val="bg1"/>
              </a:solidFill>
              <a:latin typeface="腾讯体 W7" panose="020C08030202040F0204" pitchFamily="18" charset="-122"/>
            </a:endParaRPr>
          </a:p>
        </p:txBody>
      </p:sp>
      <p:sp>
        <p:nvSpPr>
          <p:cNvPr id="35" name="TextBox 34"/>
          <p:cNvSpPr txBox="1"/>
          <p:nvPr/>
        </p:nvSpPr>
        <p:spPr>
          <a:xfrm>
            <a:off x="3508589" y="2632259"/>
            <a:ext cx="1913375" cy="457194"/>
          </a:xfrm>
          <a:prstGeom prst="rect">
            <a:avLst/>
          </a:prstGeom>
          <a:noFill/>
        </p:spPr>
        <p:txBody>
          <a:bodyPr wrap="square" lIns="0" tIns="0" rIns="0" bIns="0" rtlCol="0">
            <a:noAutofit/>
          </a:bodyPr>
          <a:lstStyle/>
          <a:p>
            <a:pPr>
              <a:spcAft>
                <a:spcPts val="900"/>
              </a:spcAft>
            </a:pPr>
            <a:r>
              <a:rPr lang="en-GB" sz="905" dirty="0" smtClean="0">
                <a:solidFill>
                  <a:schemeClr val="bg1"/>
                </a:solidFill>
                <a:latin typeface="腾讯体 W7" panose="020C08030202040F0204" pitchFamily="18" charset="-122"/>
              </a:rPr>
              <a:t>Text to </a:t>
            </a:r>
            <a:r>
              <a:rPr lang="en-GB" sz="905" dirty="0">
                <a:solidFill>
                  <a:schemeClr val="bg1"/>
                </a:solidFill>
                <a:latin typeface="腾讯体 W7" panose="020C08030202040F0204" pitchFamily="18" charset="-122"/>
              </a:rPr>
              <a:t>go here go </a:t>
            </a:r>
            <a:r>
              <a:rPr lang="en-GB" sz="905" dirty="0" smtClean="0">
                <a:solidFill>
                  <a:schemeClr val="bg1"/>
                </a:solidFill>
                <a:latin typeface="腾讯体 W7" panose="020C08030202040F0204" pitchFamily="18" charset="-122"/>
              </a:rPr>
              <a:t>here</a:t>
            </a:r>
            <a:r>
              <a:rPr lang="en-GB" sz="905" dirty="0">
                <a:solidFill>
                  <a:schemeClr val="bg1"/>
                </a:solidFill>
                <a:latin typeface="腾讯体 W7" panose="020C08030202040F0204" pitchFamily="18" charset="-122"/>
              </a:rPr>
              <a:t> 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a:t>
            </a:r>
            <a:endParaRPr lang="en-GB" sz="905" dirty="0">
              <a:solidFill>
                <a:schemeClr val="bg1"/>
              </a:solidFill>
              <a:latin typeface="腾讯体 W7" panose="020C08030202040F0204" pitchFamily="18" charset="-122"/>
            </a:endParaRPr>
          </a:p>
        </p:txBody>
      </p:sp>
      <p:sp>
        <p:nvSpPr>
          <p:cNvPr id="36" name="TextBox 35"/>
          <p:cNvSpPr txBox="1"/>
          <p:nvPr/>
        </p:nvSpPr>
        <p:spPr>
          <a:xfrm>
            <a:off x="1797976" y="3314776"/>
            <a:ext cx="1533959" cy="457194"/>
          </a:xfrm>
          <a:prstGeom prst="rect">
            <a:avLst/>
          </a:prstGeom>
          <a:noFill/>
        </p:spPr>
        <p:txBody>
          <a:bodyPr wrap="square" lIns="0" tIns="0" rIns="0" bIns="0" rtlCol="0">
            <a:noAutofit/>
          </a:bodyPr>
          <a:lstStyle/>
          <a:p>
            <a:pPr>
              <a:spcAft>
                <a:spcPts val="900"/>
              </a:spcAft>
            </a:pPr>
            <a:r>
              <a:rPr lang="en-GB" sz="905" dirty="0" smtClean="0">
                <a:solidFill>
                  <a:schemeClr val="bg1"/>
                </a:solidFill>
                <a:latin typeface="腾讯体 W7" panose="020C08030202040F0204" pitchFamily="18" charset="-122"/>
              </a:rPr>
              <a:t>Text to </a:t>
            </a:r>
            <a:r>
              <a:rPr lang="en-GB" sz="905" dirty="0">
                <a:solidFill>
                  <a:schemeClr val="bg1"/>
                </a:solidFill>
                <a:latin typeface="腾讯体 W7" panose="020C08030202040F0204" pitchFamily="18" charset="-122"/>
              </a:rPr>
              <a:t>go here go </a:t>
            </a:r>
            <a:r>
              <a:rPr lang="en-GB" sz="905" dirty="0" smtClean="0">
                <a:solidFill>
                  <a:schemeClr val="bg1"/>
                </a:solidFill>
                <a:latin typeface="腾讯体 W7" panose="020C08030202040F0204" pitchFamily="18" charset="-122"/>
              </a:rPr>
              <a:t>here</a:t>
            </a:r>
            <a:r>
              <a:rPr lang="en-GB" sz="905" dirty="0">
                <a:solidFill>
                  <a:schemeClr val="bg1"/>
                </a:solidFill>
                <a:latin typeface="腾讯体 W7" panose="020C08030202040F0204" pitchFamily="18" charset="-122"/>
              </a:rPr>
              <a:t> 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a:t>
            </a:r>
            <a:endParaRPr lang="en-GB" sz="905" dirty="0">
              <a:solidFill>
                <a:schemeClr val="bg1"/>
              </a:solidFill>
              <a:latin typeface="腾讯体 W7" panose="020C08030202040F0204" pitchFamily="18" charset="-122"/>
            </a:endParaRPr>
          </a:p>
        </p:txBody>
      </p:sp>
      <p:sp>
        <p:nvSpPr>
          <p:cNvPr id="37" name="TextBox 36"/>
          <p:cNvSpPr txBox="1"/>
          <p:nvPr/>
        </p:nvSpPr>
        <p:spPr>
          <a:xfrm>
            <a:off x="4389813" y="4057769"/>
            <a:ext cx="1533959" cy="457194"/>
          </a:xfrm>
          <a:prstGeom prst="rect">
            <a:avLst/>
          </a:prstGeom>
          <a:noFill/>
        </p:spPr>
        <p:txBody>
          <a:bodyPr wrap="square" lIns="0" tIns="0" rIns="0" bIns="0" rtlCol="0">
            <a:noAutofit/>
          </a:bodyPr>
          <a:lstStyle/>
          <a:p>
            <a:pPr>
              <a:spcAft>
                <a:spcPts val="900"/>
              </a:spcAft>
            </a:pPr>
            <a:r>
              <a:rPr lang="en-GB" sz="905" dirty="0" smtClean="0">
                <a:solidFill>
                  <a:schemeClr val="bg1"/>
                </a:solidFill>
                <a:latin typeface="腾讯体 W7" panose="020C08030202040F0204" pitchFamily="18" charset="-122"/>
              </a:rPr>
              <a:t>Text to </a:t>
            </a:r>
            <a:r>
              <a:rPr lang="en-GB" sz="905" dirty="0">
                <a:solidFill>
                  <a:schemeClr val="bg1"/>
                </a:solidFill>
                <a:latin typeface="腾讯体 W7" panose="020C08030202040F0204" pitchFamily="18" charset="-122"/>
              </a:rPr>
              <a:t>go here go </a:t>
            </a:r>
            <a:r>
              <a:rPr lang="en-GB" sz="905" dirty="0" smtClean="0">
                <a:solidFill>
                  <a:schemeClr val="bg1"/>
                </a:solidFill>
                <a:latin typeface="腾讯体 W7" panose="020C08030202040F0204" pitchFamily="18" charset="-122"/>
              </a:rPr>
              <a:t>here</a:t>
            </a:r>
            <a:r>
              <a:rPr lang="en-GB" sz="905" dirty="0">
                <a:solidFill>
                  <a:schemeClr val="bg1"/>
                </a:solidFill>
                <a:latin typeface="腾讯体 W7" panose="020C08030202040F0204" pitchFamily="18" charset="-122"/>
              </a:rPr>
              <a:t> 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a:t>
            </a:r>
            <a:endParaRPr lang="en-GB" sz="905" dirty="0">
              <a:solidFill>
                <a:schemeClr val="bg1"/>
              </a:solidFill>
              <a:latin typeface="腾讯体 W7" panose="020C08030202040F0204" pitchFamily="18" charset="-122"/>
            </a:endParaRPr>
          </a:p>
        </p:txBody>
      </p:sp>
      <p:sp>
        <p:nvSpPr>
          <p:cNvPr id="38" name="TextBox 37"/>
          <p:cNvSpPr txBox="1"/>
          <p:nvPr/>
        </p:nvSpPr>
        <p:spPr>
          <a:xfrm>
            <a:off x="1827720" y="4766204"/>
            <a:ext cx="2353290" cy="457194"/>
          </a:xfrm>
          <a:prstGeom prst="rect">
            <a:avLst/>
          </a:prstGeom>
          <a:noFill/>
        </p:spPr>
        <p:txBody>
          <a:bodyPr wrap="square" lIns="0" tIns="0" rIns="0" bIns="0" rtlCol="0">
            <a:noAutofit/>
          </a:bodyPr>
          <a:lstStyle/>
          <a:p>
            <a:pPr>
              <a:spcAft>
                <a:spcPts val="900"/>
              </a:spcAft>
            </a:pPr>
            <a:r>
              <a:rPr lang="en-GB" sz="905" dirty="0" smtClean="0">
                <a:solidFill>
                  <a:schemeClr val="bg1"/>
                </a:solidFill>
                <a:latin typeface="腾讯体 W7" panose="020C08030202040F0204" pitchFamily="18" charset="-122"/>
              </a:rPr>
              <a:t>Text to </a:t>
            </a:r>
            <a:r>
              <a:rPr lang="en-GB" sz="905" dirty="0">
                <a:solidFill>
                  <a:schemeClr val="bg1"/>
                </a:solidFill>
                <a:latin typeface="腾讯体 W7" panose="020C08030202040F0204" pitchFamily="18" charset="-122"/>
              </a:rPr>
              <a:t>go here go </a:t>
            </a:r>
            <a:r>
              <a:rPr lang="en-GB" sz="905" dirty="0" smtClean="0">
                <a:solidFill>
                  <a:schemeClr val="bg1"/>
                </a:solidFill>
                <a:latin typeface="腾讯体 W7" panose="020C08030202040F0204" pitchFamily="18" charset="-122"/>
              </a:rPr>
              <a:t>here</a:t>
            </a:r>
            <a:r>
              <a:rPr lang="en-GB" sz="905" dirty="0">
                <a:solidFill>
                  <a:schemeClr val="bg1"/>
                </a:solidFill>
                <a:latin typeface="腾讯体 W7" panose="020C08030202040F0204" pitchFamily="18" charset="-122"/>
              </a:rPr>
              <a:t> 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 </a:t>
            </a:r>
            <a:r>
              <a:rPr lang="en-GB" sz="905" dirty="0">
                <a:solidFill>
                  <a:schemeClr val="bg1"/>
                </a:solidFill>
                <a:latin typeface="腾讯体 W7" panose="020C08030202040F0204" pitchFamily="18" charset="-122"/>
              </a:rPr>
              <a:t>go </a:t>
            </a:r>
            <a:r>
              <a:rPr lang="en-GB" sz="905" dirty="0" smtClean="0">
                <a:solidFill>
                  <a:schemeClr val="bg1"/>
                </a:solidFill>
                <a:latin typeface="腾讯体 W7" panose="020C08030202040F0204" pitchFamily="18" charset="-122"/>
              </a:rPr>
              <a:t>here</a:t>
            </a:r>
            <a:endParaRPr lang="en-GB" sz="905" dirty="0">
              <a:solidFill>
                <a:schemeClr val="bg1"/>
              </a:solidFill>
              <a:latin typeface="腾讯体 W7" panose="020C08030202040F0204" pitchFamily="18" charset="-122"/>
            </a:endParaRPr>
          </a:p>
        </p:txBody>
      </p:sp>
      <p:grpSp>
        <p:nvGrpSpPr>
          <p:cNvPr id="3" name="Group 2"/>
          <p:cNvGrpSpPr/>
          <p:nvPr/>
        </p:nvGrpSpPr>
        <p:grpSpPr>
          <a:xfrm>
            <a:off x="6983137" y="2449443"/>
            <a:ext cx="3452083" cy="2939102"/>
            <a:chOff x="6324768" y="2700511"/>
            <a:chExt cx="3805921" cy="3240360"/>
          </a:xfrm>
        </p:grpSpPr>
        <p:sp>
          <p:nvSpPr>
            <p:cNvPr id="40" name="Rectangle 39"/>
            <p:cNvSpPr/>
            <p:nvPr/>
          </p:nvSpPr>
          <p:spPr bwMode="ltGray">
            <a:xfrm>
              <a:off x="6324768" y="2786273"/>
              <a:ext cx="3343396" cy="576064"/>
            </a:xfrm>
            <a:prstGeom prst="rect">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grpSp>
          <p:nvGrpSpPr>
            <p:cNvPr id="41" name="Group 40"/>
            <p:cNvGrpSpPr/>
            <p:nvPr/>
          </p:nvGrpSpPr>
          <p:grpSpPr>
            <a:xfrm>
              <a:off x="9383101" y="2700511"/>
              <a:ext cx="747588" cy="747588"/>
              <a:chOff x="3574183" y="1880915"/>
              <a:chExt cx="747588" cy="747588"/>
            </a:xfrm>
          </p:grpSpPr>
          <p:sp>
            <p:nvSpPr>
              <p:cNvPr id="42" name="Oval 41"/>
              <p:cNvSpPr/>
              <p:nvPr/>
            </p:nvSpPr>
            <p:spPr bwMode="ltGray">
              <a:xfrm>
                <a:off x="3574183" y="1880915"/>
                <a:ext cx="747588" cy="747588"/>
              </a:xfrm>
              <a:prstGeom prst="ellipse">
                <a:avLst/>
              </a:prstGeom>
              <a:solidFill>
                <a:schemeClr val="bg1"/>
              </a:solidFill>
              <a:ln w="3810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43" name="TextBox 42"/>
              <p:cNvSpPr txBox="1"/>
              <p:nvPr/>
            </p:nvSpPr>
            <p:spPr>
              <a:xfrm>
                <a:off x="3595254" y="1970906"/>
                <a:ext cx="696280" cy="307082"/>
              </a:xfrm>
              <a:prstGeom prst="rect">
                <a:avLst/>
              </a:prstGeom>
              <a:noFill/>
            </p:spPr>
            <p:txBody>
              <a:bodyPr wrap="square" lIns="0" tIns="0" rIns="0" bIns="0" rtlCol="0">
                <a:noAutofit/>
              </a:bodyPr>
              <a:lstStyle/>
              <a:p>
                <a:pPr algn="ctr">
                  <a:spcAft>
                    <a:spcPts val="900"/>
                  </a:spcAft>
                </a:pPr>
                <a:r>
                  <a:rPr lang="en-GB" sz="1815" b="1" dirty="0" smtClean="0">
                    <a:solidFill>
                      <a:schemeClr val="accent5"/>
                    </a:solidFill>
                    <a:latin typeface="+mj-lt"/>
                  </a:rPr>
                  <a:t>01</a:t>
                </a:r>
                <a:endParaRPr lang="en-GB" sz="1815" b="1" dirty="0" smtClean="0">
                  <a:solidFill>
                    <a:schemeClr val="accent5"/>
                  </a:solidFill>
                  <a:latin typeface="+mj-lt"/>
                </a:endParaRPr>
              </a:p>
            </p:txBody>
          </p:sp>
          <p:sp>
            <p:nvSpPr>
              <p:cNvPr id="44" name="TextBox 43"/>
              <p:cNvSpPr txBox="1"/>
              <p:nvPr/>
            </p:nvSpPr>
            <p:spPr>
              <a:xfrm>
                <a:off x="3595254" y="2266181"/>
                <a:ext cx="696280" cy="307082"/>
              </a:xfrm>
              <a:prstGeom prst="rect">
                <a:avLst/>
              </a:prstGeom>
              <a:noFill/>
            </p:spPr>
            <p:txBody>
              <a:bodyPr wrap="square" lIns="0" tIns="0" rIns="0" bIns="0" rtlCol="0">
                <a:noAutofit/>
              </a:bodyPr>
              <a:lstStyle/>
              <a:p>
                <a:pPr algn="ctr">
                  <a:spcAft>
                    <a:spcPts val="900"/>
                  </a:spcAft>
                </a:pPr>
                <a:r>
                  <a:rPr lang="en-GB" sz="815" dirty="0" smtClean="0">
                    <a:latin typeface="+mj-lt"/>
                  </a:rPr>
                  <a:t>Text here</a:t>
                </a:r>
                <a:endParaRPr lang="en-GB" sz="815" dirty="0" smtClean="0">
                  <a:latin typeface="+mj-lt"/>
                </a:endParaRPr>
              </a:p>
            </p:txBody>
          </p:sp>
        </p:grpSp>
        <p:sp>
          <p:nvSpPr>
            <p:cNvPr id="45" name="Rectangle 44"/>
            <p:cNvSpPr/>
            <p:nvPr/>
          </p:nvSpPr>
          <p:spPr bwMode="ltGray">
            <a:xfrm>
              <a:off x="6324768" y="3598858"/>
              <a:ext cx="2835510" cy="576064"/>
            </a:xfrm>
            <a:prstGeom prst="rect">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grpSp>
          <p:nvGrpSpPr>
            <p:cNvPr id="46" name="Group 45"/>
            <p:cNvGrpSpPr/>
            <p:nvPr/>
          </p:nvGrpSpPr>
          <p:grpSpPr>
            <a:xfrm>
              <a:off x="8978375" y="3513096"/>
              <a:ext cx="747588" cy="747588"/>
              <a:chOff x="3169457" y="2595035"/>
              <a:chExt cx="747588" cy="747588"/>
            </a:xfrm>
          </p:grpSpPr>
          <p:sp>
            <p:nvSpPr>
              <p:cNvPr id="47" name="Oval 46"/>
              <p:cNvSpPr/>
              <p:nvPr/>
            </p:nvSpPr>
            <p:spPr bwMode="ltGray">
              <a:xfrm>
                <a:off x="3169457" y="2595035"/>
                <a:ext cx="747588" cy="747588"/>
              </a:xfrm>
              <a:prstGeom prst="ellipse">
                <a:avLst/>
              </a:prstGeom>
              <a:solidFill>
                <a:schemeClr val="bg1"/>
              </a:solidFill>
              <a:ln w="3810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48" name="TextBox 47"/>
              <p:cNvSpPr txBox="1"/>
              <p:nvPr/>
            </p:nvSpPr>
            <p:spPr>
              <a:xfrm>
                <a:off x="3185679" y="2694551"/>
                <a:ext cx="696280" cy="307082"/>
              </a:xfrm>
              <a:prstGeom prst="rect">
                <a:avLst/>
              </a:prstGeom>
              <a:noFill/>
            </p:spPr>
            <p:txBody>
              <a:bodyPr wrap="square" lIns="0" tIns="0" rIns="0" bIns="0" rtlCol="0">
                <a:noAutofit/>
              </a:bodyPr>
              <a:lstStyle/>
              <a:p>
                <a:pPr algn="ctr">
                  <a:spcAft>
                    <a:spcPts val="900"/>
                  </a:spcAft>
                </a:pPr>
                <a:r>
                  <a:rPr lang="en-GB" sz="1815" b="1" dirty="0" smtClean="0">
                    <a:solidFill>
                      <a:schemeClr val="accent3"/>
                    </a:solidFill>
                    <a:latin typeface="+mj-lt"/>
                  </a:rPr>
                  <a:t>02</a:t>
                </a:r>
                <a:endParaRPr lang="en-GB" sz="1815" b="1" dirty="0" smtClean="0">
                  <a:solidFill>
                    <a:schemeClr val="accent3"/>
                  </a:solidFill>
                  <a:latin typeface="+mj-lt"/>
                </a:endParaRPr>
              </a:p>
            </p:txBody>
          </p:sp>
          <p:sp>
            <p:nvSpPr>
              <p:cNvPr id="49" name="TextBox 48"/>
              <p:cNvSpPr txBox="1"/>
              <p:nvPr/>
            </p:nvSpPr>
            <p:spPr>
              <a:xfrm>
                <a:off x="3185679" y="2989826"/>
                <a:ext cx="696280" cy="307082"/>
              </a:xfrm>
              <a:prstGeom prst="rect">
                <a:avLst/>
              </a:prstGeom>
              <a:noFill/>
            </p:spPr>
            <p:txBody>
              <a:bodyPr wrap="square" lIns="0" tIns="0" rIns="0" bIns="0" rtlCol="0">
                <a:noAutofit/>
              </a:bodyPr>
              <a:lstStyle/>
              <a:p>
                <a:pPr algn="ctr">
                  <a:spcAft>
                    <a:spcPts val="900"/>
                  </a:spcAft>
                </a:pPr>
                <a:r>
                  <a:rPr lang="en-GB" sz="815" dirty="0" smtClean="0">
                    <a:latin typeface="+mj-lt"/>
                  </a:rPr>
                  <a:t>Text here</a:t>
                </a:r>
                <a:endParaRPr lang="en-GB" sz="815" dirty="0" smtClean="0">
                  <a:latin typeface="+mj-lt"/>
                </a:endParaRPr>
              </a:p>
            </p:txBody>
          </p:sp>
        </p:grpSp>
        <p:sp>
          <p:nvSpPr>
            <p:cNvPr id="50" name="Rectangle 49"/>
            <p:cNvSpPr/>
            <p:nvPr/>
          </p:nvSpPr>
          <p:spPr bwMode="ltGray">
            <a:xfrm>
              <a:off x="6324768" y="4438951"/>
              <a:ext cx="3161926" cy="576064"/>
            </a:xfrm>
            <a:prstGeom prst="rect">
              <a:avLst/>
            </a:prstGeom>
            <a:solidFill>
              <a:schemeClr val="accent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grpSp>
          <p:nvGrpSpPr>
            <p:cNvPr id="51" name="Group 50"/>
            <p:cNvGrpSpPr/>
            <p:nvPr/>
          </p:nvGrpSpPr>
          <p:grpSpPr>
            <a:xfrm>
              <a:off x="9238490" y="4353189"/>
              <a:ext cx="747588" cy="747588"/>
              <a:chOff x="3429572" y="3383297"/>
              <a:chExt cx="747588" cy="747588"/>
            </a:xfrm>
          </p:grpSpPr>
          <p:sp>
            <p:nvSpPr>
              <p:cNvPr id="52" name="Oval 51"/>
              <p:cNvSpPr/>
              <p:nvPr/>
            </p:nvSpPr>
            <p:spPr bwMode="ltGray">
              <a:xfrm>
                <a:off x="3429572" y="3383297"/>
                <a:ext cx="747588" cy="747588"/>
              </a:xfrm>
              <a:prstGeom prst="ellipse">
                <a:avLst/>
              </a:prstGeom>
              <a:solidFill>
                <a:schemeClr val="bg1"/>
              </a:solidFill>
              <a:ln w="3810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53" name="TextBox 52"/>
              <p:cNvSpPr txBox="1"/>
              <p:nvPr/>
            </p:nvSpPr>
            <p:spPr>
              <a:xfrm>
                <a:off x="3452379" y="3501863"/>
                <a:ext cx="696280" cy="307082"/>
              </a:xfrm>
              <a:prstGeom prst="rect">
                <a:avLst/>
              </a:prstGeom>
              <a:noFill/>
            </p:spPr>
            <p:txBody>
              <a:bodyPr wrap="square" lIns="0" tIns="0" rIns="0" bIns="0" rtlCol="0">
                <a:noAutofit/>
              </a:bodyPr>
              <a:lstStyle/>
              <a:p>
                <a:pPr algn="ctr">
                  <a:spcAft>
                    <a:spcPts val="900"/>
                  </a:spcAft>
                </a:pPr>
                <a:r>
                  <a:rPr lang="en-GB" sz="1815" b="1" dirty="0" smtClean="0">
                    <a:solidFill>
                      <a:schemeClr val="tx2"/>
                    </a:solidFill>
                    <a:latin typeface="+mj-lt"/>
                  </a:rPr>
                  <a:t>03</a:t>
                </a:r>
                <a:endParaRPr lang="en-GB" sz="1815" b="1" dirty="0" smtClean="0">
                  <a:solidFill>
                    <a:schemeClr val="tx2"/>
                  </a:solidFill>
                  <a:latin typeface="+mj-lt"/>
                </a:endParaRPr>
              </a:p>
            </p:txBody>
          </p:sp>
          <p:sp>
            <p:nvSpPr>
              <p:cNvPr id="54" name="TextBox 53"/>
              <p:cNvSpPr txBox="1"/>
              <p:nvPr/>
            </p:nvSpPr>
            <p:spPr>
              <a:xfrm>
                <a:off x="3452379" y="3816188"/>
                <a:ext cx="696280" cy="307082"/>
              </a:xfrm>
              <a:prstGeom prst="rect">
                <a:avLst/>
              </a:prstGeom>
              <a:noFill/>
            </p:spPr>
            <p:txBody>
              <a:bodyPr wrap="square" lIns="0" tIns="0" rIns="0" bIns="0" rtlCol="0">
                <a:noAutofit/>
              </a:bodyPr>
              <a:lstStyle/>
              <a:p>
                <a:pPr algn="ctr">
                  <a:spcAft>
                    <a:spcPts val="900"/>
                  </a:spcAft>
                </a:pPr>
                <a:r>
                  <a:rPr lang="en-GB" sz="815" dirty="0" smtClean="0">
                    <a:latin typeface="+mj-lt"/>
                  </a:rPr>
                  <a:t>Text here</a:t>
                </a:r>
                <a:endParaRPr lang="en-GB" sz="815" dirty="0" smtClean="0">
                  <a:latin typeface="+mj-lt"/>
                </a:endParaRPr>
              </a:p>
            </p:txBody>
          </p:sp>
        </p:grpSp>
        <p:sp>
          <p:nvSpPr>
            <p:cNvPr id="55" name="Freeform 201"/>
            <p:cNvSpPr>
              <a:spLocks noEditPoints="1"/>
            </p:cNvSpPr>
            <p:nvPr/>
          </p:nvSpPr>
          <p:spPr bwMode="auto">
            <a:xfrm>
              <a:off x="6450384" y="2921905"/>
              <a:ext cx="428625" cy="304800"/>
            </a:xfrm>
            <a:custGeom>
              <a:avLst/>
              <a:gdLst>
                <a:gd name="T0" fmla="*/ 67 w 812"/>
                <a:gd name="T1" fmla="*/ 0 h 576"/>
                <a:gd name="T2" fmla="*/ 30 w 812"/>
                <a:gd name="T3" fmla="*/ 12 h 576"/>
                <a:gd name="T4" fmla="*/ 5 w 812"/>
                <a:gd name="T5" fmla="*/ 43 h 576"/>
                <a:gd name="T6" fmla="*/ 0 w 812"/>
                <a:gd name="T7" fmla="*/ 390 h 576"/>
                <a:gd name="T8" fmla="*/ 5 w 812"/>
                <a:gd name="T9" fmla="*/ 416 h 576"/>
                <a:gd name="T10" fmla="*/ 30 w 812"/>
                <a:gd name="T11" fmla="*/ 446 h 576"/>
                <a:gd name="T12" fmla="*/ 67 w 812"/>
                <a:gd name="T13" fmla="*/ 457 h 576"/>
                <a:gd name="T14" fmla="*/ 101 w 812"/>
                <a:gd name="T15" fmla="*/ 509 h 576"/>
                <a:gd name="T16" fmla="*/ 473 w 812"/>
                <a:gd name="T17" fmla="*/ 509 h 576"/>
                <a:gd name="T18" fmla="*/ 507 w 812"/>
                <a:gd name="T19" fmla="*/ 457 h 576"/>
                <a:gd name="T20" fmla="*/ 534 w 812"/>
                <a:gd name="T21" fmla="*/ 452 h 576"/>
                <a:gd name="T22" fmla="*/ 564 w 812"/>
                <a:gd name="T23" fmla="*/ 428 h 576"/>
                <a:gd name="T24" fmla="*/ 575 w 812"/>
                <a:gd name="T25" fmla="*/ 390 h 576"/>
                <a:gd name="T26" fmla="*/ 574 w 812"/>
                <a:gd name="T27" fmla="*/ 55 h 576"/>
                <a:gd name="T28" fmla="*/ 555 w 812"/>
                <a:gd name="T29" fmla="*/ 21 h 576"/>
                <a:gd name="T30" fmla="*/ 522 w 812"/>
                <a:gd name="T31" fmla="*/ 2 h 576"/>
                <a:gd name="T32" fmla="*/ 507 w 812"/>
                <a:gd name="T33" fmla="*/ 373 h 576"/>
                <a:gd name="T34" fmla="*/ 502 w 812"/>
                <a:gd name="T35" fmla="*/ 385 h 576"/>
                <a:gd name="T36" fmla="*/ 84 w 812"/>
                <a:gd name="T37" fmla="*/ 390 h 576"/>
                <a:gd name="T38" fmla="*/ 72 w 812"/>
                <a:gd name="T39" fmla="*/ 385 h 576"/>
                <a:gd name="T40" fmla="*/ 67 w 812"/>
                <a:gd name="T41" fmla="*/ 85 h 576"/>
                <a:gd name="T42" fmla="*/ 72 w 812"/>
                <a:gd name="T43" fmla="*/ 74 h 576"/>
                <a:gd name="T44" fmla="*/ 490 w 812"/>
                <a:gd name="T45" fmla="*/ 68 h 576"/>
                <a:gd name="T46" fmla="*/ 502 w 812"/>
                <a:gd name="T47" fmla="*/ 74 h 576"/>
                <a:gd name="T48" fmla="*/ 507 w 812"/>
                <a:gd name="T49" fmla="*/ 373 h 576"/>
                <a:gd name="T50" fmla="*/ 643 w 812"/>
                <a:gd name="T51" fmla="*/ 0 h 576"/>
                <a:gd name="T52" fmla="*/ 624 w 812"/>
                <a:gd name="T53" fmla="*/ 6 h 576"/>
                <a:gd name="T54" fmla="*/ 612 w 812"/>
                <a:gd name="T55" fmla="*/ 21 h 576"/>
                <a:gd name="T56" fmla="*/ 610 w 812"/>
                <a:gd name="T57" fmla="*/ 543 h 576"/>
                <a:gd name="T58" fmla="*/ 612 w 812"/>
                <a:gd name="T59" fmla="*/ 556 h 576"/>
                <a:gd name="T60" fmla="*/ 624 w 812"/>
                <a:gd name="T61" fmla="*/ 570 h 576"/>
                <a:gd name="T62" fmla="*/ 643 w 812"/>
                <a:gd name="T63" fmla="*/ 576 h 576"/>
                <a:gd name="T64" fmla="*/ 786 w 812"/>
                <a:gd name="T65" fmla="*/ 575 h 576"/>
                <a:gd name="T66" fmla="*/ 802 w 812"/>
                <a:gd name="T67" fmla="*/ 566 h 576"/>
                <a:gd name="T68" fmla="*/ 811 w 812"/>
                <a:gd name="T69" fmla="*/ 549 h 576"/>
                <a:gd name="T70" fmla="*/ 812 w 812"/>
                <a:gd name="T71" fmla="*/ 34 h 576"/>
                <a:gd name="T72" fmla="*/ 806 w 812"/>
                <a:gd name="T73" fmla="*/ 16 h 576"/>
                <a:gd name="T74" fmla="*/ 792 w 812"/>
                <a:gd name="T75" fmla="*/ 3 h 576"/>
                <a:gd name="T76" fmla="*/ 778 w 812"/>
                <a:gd name="T77" fmla="*/ 0 h 576"/>
                <a:gd name="T78" fmla="*/ 702 w 812"/>
                <a:gd name="T79" fmla="*/ 444 h 576"/>
                <a:gd name="T80" fmla="*/ 683 w 812"/>
                <a:gd name="T81" fmla="*/ 434 h 576"/>
                <a:gd name="T82" fmla="*/ 674 w 812"/>
                <a:gd name="T83" fmla="*/ 415 h 576"/>
                <a:gd name="T84" fmla="*/ 674 w 812"/>
                <a:gd name="T85" fmla="*/ 399 h 576"/>
                <a:gd name="T86" fmla="*/ 683 w 812"/>
                <a:gd name="T87" fmla="*/ 380 h 576"/>
                <a:gd name="T88" fmla="*/ 702 w 812"/>
                <a:gd name="T89" fmla="*/ 369 h 576"/>
                <a:gd name="T90" fmla="*/ 718 w 812"/>
                <a:gd name="T91" fmla="*/ 369 h 576"/>
                <a:gd name="T92" fmla="*/ 737 w 812"/>
                <a:gd name="T93" fmla="*/ 380 h 576"/>
                <a:gd name="T94" fmla="*/ 748 w 812"/>
                <a:gd name="T95" fmla="*/ 399 h 576"/>
                <a:gd name="T96" fmla="*/ 748 w 812"/>
                <a:gd name="T97" fmla="*/ 415 h 576"/>
                <a:gd name="T98" fmla="*/ 737 w 812"/>
                <a:gd name="T99" fmla="*/ 434 h 576"/>
                <a:gd name="T100" fmla="*/ 718 w 812"/>
                <a:gd name="T101" fmla="*/ 444 h 576"/>
                <a:gd name="T102" fmla="*/ 765 w 812"/>
                <a:gd name="T103" fmla="*/ 103 h 576"/>
                <a:gd name="T104" fmla="*/ 653 w 812"/>
                <a:gd name="T105" fmla="*/ 103 h 576"/>
                <a:gd name="T106" fmla="*/ 640 w 812"/>
                <a:gd name="T107" fmla="*/ 92 h 576"/>
                <a:gd name="T108" fmla="*/ 639 w 812"/>
                <a:gd name="T109" fmla="*/ 85 h 576"/>
                <a:gd name="T110" fmla="*/ 643 w 812"/>
                <a:gd name="T111" fmla="*/ 73 h 576"/>
                <a:gd name="T112" fmla="*/ 657 w 812"/>
                <a:gd name="T113" fmla="*/ 68 h 576"/>
                <a:gd name="T114" fmla="*/ 769 w 812"/>
                <a:gd name="T115" fmla="*/ 68 h 576"/>
                <a:gd name="T116" fmla="*/ 781 w 812"/>
                <a:gd name="T117" fmla="*/ 79 h 576"/>
                <a:gd name="T118" fmla="*/ 782 w 812"/>
                <a:gd name="T119" fmla="*/ 85 h 576"/>
                <a:gd name="T120" fmla="*/ 777 w 812"/>
                <a:gd name="T121" fmla="*/ 98 h 576"/>
                <a:gd name="T122" fmla="*/ 765 w 812"/>
                <a:gd name="T123" fmla="*/ 103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12" h="576">
                  <a:moveTo>
                    <a:pt x="507" y="0"/>
                  </a:moveTo>
                  <a:lnTo>
                    <a:pt x="67" y="0"/>
                  </a:lnTo>
                  <a:lnTo>
                    <a:pt x="67" y="0"/>
                  </a:lnTo>
                  <a:lnTo>
                    <a:pt x="54" y="2"/>
                  </a:lnTo>
                  <a:lnTo>
                    <a:pt x="41" y="6"/>
                  </a:lnTo>
                  <a:lnTo>
                    <a:pt x="30" y="12"/>
                  </a:lnTo>
                  <a:lnTo>
                    <a:pt x="19" y="21"/>
                  </a:lnTo>
                  <a:lnTo>
                    <a:pt x="12" y="31"/>
                  </a:lnTo>
                  <a:lnTo>
                    <a:pt x="5" y="43"/>
                  </a:lnTo>
                  <a:lnTo>
                    <a:pt x="1" y="55"/>
                  </a:lnTo>
                  <a:lnTo>
                    <a:pt x="0" y="68"/>
                  </a:lnTo>
                  <a:lnTo>
                    <a:pt x="0" y="390"/>
                  </a:lnTo>
                  <a:lnTo>
                    <a:pt x="0" y="390"/>
                  </a:lnTo>
                  <a:lnTo>
                    <a:pt x="1" y="404"/>
                  </a:lnTo>
                  <a:lnTo>
                    <a:pt x="5" y="416"/>
                  </a:lnTo>
                  <a:lnTo>
                    <a:pt x="12" y="428"/>
                  </a:lnTo>
                  <a:lnTo>
                    <a:pt x="19" y="438"/>
                  </a:lnTo>
                  <a:lnTo>
                    <a:pt x="30" y="446"/>
                  </a:lnTo>
                  <a:lnTo>
                    <a:pt x="41" y="452"/>
                  </a:lnTo>
                  <a:lnTo>
                    <a:pt x="54" y="456"/>
                  </a:lnTo>
                  <a:lnTo>
                    <a:pt x="67" y="457"/>
                  </a:lnTo>
                  <a:lnTo>
                    <a:pt x="237" y="457"/>
                  </a:lnTo>
                  <a:lnTo>
                    <a:pt x="237" y="509"/>
                  </a:lnTo>
                  <a:lnTo>
                    <a:pt x="101" y="509"/>
                  </a:lnTo>
                  <a:lnTo>
                    <a:pt x="101" y="576"/>
                  </a:lnTo>
                  <a:lnTo>
                    <a:pt x="473" y="576"/>
                  </a:lnTo>
                  <a:lnTo>
                    <a:pt x="473" y="509"/>
                  </a:lnTo>
                  <a:lnTo>
                    <a:pt x="339" y="509"/>
                  </a:lnTo>
                  <a:lnTo>
                    <a:pt x="339" y="457"/>
                  </a:lnTo>
                  <a:lnTo>
                    <a:pt x="507" y="457"/>
                  </a:lnTo>
                  <a:lnTo>
                    <a:pt x="507" y="457"/>
                  </a:lnTo>
                  <a:lnTo>
                    <a:pt x="522" y="456"/>
                  </a:lnTo>
                  <a:lnTo>
                    <a:pt x="534" y="452"/>
                  </a:lnTo>
                  <a:lnTo>
                    <a:pt x="546" y="446"/>
                  </a:lnTo>
                  <a:lnTo>
                    <a:pt x="555" y="438"/>
                  </a:lnTo>
                  <a:lnTo>
                    <a:pt x="564" y="428"/>
                  </a:lnTo>
                  <a:lnTo>
                    <a:pt x="570" y="416"/>
                  </a:lnTo>
                  <a:lnTo>
                    <a:pt x="574" y="404"/>
                  </a:lnTo>
                  <a:lnTo>
                    <a:pt x="575" y="390"/>
                  </a:lnTo>
                  <a:lnTo>
                    <a:pt x="575" y="68"/>
                  </a:lnTo>
                  <a:lnTo>
                    <a:pt x="575" y="68"/>
                  </a:lnTo>
                  <a:lnTo>
                    <a:pt x="574" y="55"/>
                  </a:lnTo>
                  <a:lnTo>
                    <a:pt x="570" y="43"/>
                  </a:lnTo>
                  <a:lnTo>
                    <a:pt x="564" y="31"/>
                  </a:lnTo>
                  <a:lnTo>
                    <a:pt x="555" y="21"/>
                  </a:lnTo>
                  <a:lnTo>
                    <a:pt x="546" y="12"/>
                  </a:lnTo>
                  <a:lnTo>
                    <a:pt x="534" y="6"/>
                  </a:lnTo>
                  <a:lnTo>
                    <a:pt x="522" y="2"/>
                  </a:lnTo>
                  <a:lnTo>
                    <a:pt x="507" y="0"/>
                  </a:lnTo>
                  <a:lnTo>
                    <a:pt x="507" y="0"/>
                  </a:lnTo>
                  <a:close/>
                  <a:moveTo>
                    <a:pt x="507" y="373"/>
                  </a:moveTo>
                  <a:lnTo>
                    <a:pt x="507" y="373"/>
                  </a:lnTo>
                  <a:lnTo>
                    <a:pt x="506" y="380"/>
                  </a:lnTo>
                  <a:lnTo>
                    <a:pt x="502" y="385"/>
                  </a:lnTo>
                  <a:lnTo>
                    <a:pt x="498" y="388"/>
                  </a:lnTo>
                  <a:lnTo>
                    <a:pt x="490" y="390"/>
                  </a:lnTo>
                  <a:lnTo>
                    <a:pt x="84" y="390"/>
                  </a:lnTo>
                  <a:lnTo>
                    <a:pt x="84" y="390"/>
                  </a:lnTo>
                  <a:lnTo>
                    <a:pt x="78" y="388"/>
                  </a:lnTo>
                  <a:lnTo>
                    <a:pt x="72" y="385"/>
                  </a:lnTo>
                  <a:lnTo>
                    <a:pt x="69" y="380"/>
                  </a:lnTo>
                  <a:lnTo>
                    <a:pt x="67" y="373"/>
                  </a:lnTo>
                  <a:lnTo>
                    <a:pt x="67" y="85"/>
                  </a:lnTo>
                  <a:lnTo>
                    <a:pt x="67" y="85"/>
                  </a:lnTo>
                  <a:lnTo>
                    <a:pt x="69" y="79"/>
                  </a:lnTo>
                  <a:lnTo>
                    <a:pt x="72" y="74"/>
                  </a:lnTo>
                  <a:lnTo>
                    <a:pt x="78" y="70"/>
                  </a:lnTo>
                  <a:lnTo>
                    <a:pt x="84" y="68"/>
                  </a:lnTo>
                  <a:lnTo>
                    <a:pt x="490" y="68"/>
                  </a:lnTo>
                  <a:lnTo>
                    <a:pt x="490" y="68"/>
                  </a:lnTo>
                  <a:lnTo>
                    <a:pt x="498" y="70"/>
                  </a:lnTo>
                  <a:lnTo>
                    <a:pt x="502" y="74"/>
                  </a:lnTo>
                  <a:lnTo>
                    <a:pt x="506" y="79"/>
                  </a:lnTo>
                  <a:lnTo>
                    <a:pt x="507" y="85"/>
                  </a:lnTo>
                  <a:lnTo>
                    <a:pt x="507" y="373"/>
                  </a:lnTo>
                  <a:close/>
                  <a:moveTo>
                    <a:pt x="778" y="0"/>
                  </a:moveTo>
                  <a:lnTo>
                    <a:pt x="643" y="0"/>
                  </a:lnTo>
                  <a:lnTo>
                    <a:pt x="643" y="0"/>
                  </a:lnTo>
                  <a:lnTo>
                    <a:pt x="636" y="2"/>
                  </a:lnTo>
                  <a:lnTo>
                    <a:pt x="630" y="3"/>
                  </a:lnTo>
                  <a:lnTo>
                    <a:pt x="624" y="6"/>
                  </a:lnTo>
                  <a:lnTo>
                    <a:pt x="619" y="11"/>
                  </a:lnTo>
                  <a:lnTo>
                    <a:pt x="614" y="16"/>
                  </a:lnTo>
                  <a:lnTo>
                    <a:pt x="612" y="21"/>
                  </a:lnTo>
                  <a:lnTo>
                    <a:pt x="610" y="28"/>
                  </a:lnTo>
                  <a:lnTo>
                    <a:pt x="610" y="34"/>
                  </a:lnTo>
                  <a:lnTo>
                    <a:pt x="610" y="543"/>
                  </a:lnTo>
                  <a:lnTo>
                    <a:pt x="610" y="543"/>
                  </a:lnTo>
                  <a:lnTo>
                    <a:pt x="610" y="549"/>
                  </a:lnTo>
                  <a:lnTo>
                    <a:pt x="612" y="556"/>
                  </a:lnTo>
                  <a:lnTo>
                    <a:pt x="614" y="561"/>
                  </a:lnTo>
                  <a:lnTo>
                    <a:pt x="619" y="566"/>
                  </a:lnTo>
                  <a:lnTo>
                    <a:pt x="624" y="570"/>
                  </a:lnTo>
                  <a:lnTo>
                    <a:pt x="630" y="574"/>
                  </a:lnTo>
                  <a:lnTo>
                    <a:pt x="636" y="575"/>
                  </a:lnTo>
                  <a:lnTo>
                    <a:pt x="643" y="576"/>
                  </a:lnTo>
                  <a:lnTo>
                    <a:pt x="778" y="576"/>
                  </a:lnTo>
                  <a:lnTo>
                    <a:pt x="778" y="576"/>
                  </a:lnTo>
                  <a:lnTo>
                    <a:pt x="786" y="575"/>
                  </a:lnTo>
                  <a:lnTo>
                    <a:pt x="792" y="574"/>
                  </a:lnTo>
                  <a:lnTo>
                    <a:pt x="798" y="570"/>
                  </a:lnTo>
                  <a:lnTo>
                    <a:pt x="802" y="566"/>
                  </a:lnTo>
                  <a:lnTo>
                    <a:pt x="806" y="561"/>
                  </a:lnTo>
                  <a:lnTo>
                    <a:pt x="810" y="556"/>
                  </a:lnTo>
                  <a:lnTo>
                    <a:pt x="811" y="549"/>
                  </a:lnTo>
                  <a:lnTo>
                    <a:pt x="812" y="543"/>
                  </a:lnTo>
                  <a:lnTo>
                    <a:pt x="812" y="34"/>
                  </a:lnTo>
                  <a:lnTo>
                    <a:pt x="812" y="34"/>
                  </a:lnTo>
                  <a:lnTo>
                    <a:pt x="811" y="28"/>
                  </a:lnTo>
                  <a:lnTo>
                    <a:pt x="810" y="21"/>
                  </a:lnTo>
                  <a:lnTo>
                    <a:pt x="806" y="16"/>
                  </a:lnTo>
                  <a:lnTo>
                    <a:pt x="802" y="11"/>
                  </a:lnTo>
                  <a:lnTo>
                    <a:pt x="798" y="6"/>
                  </a:lnTo>
                  <a:lnTo>
                    <a:pt x="792" y="3"/>
                  </a:lnTo>
                  <a:lnTo>
                    <a:pt x="786" y="2"/>
                  </a:lnTo>
                  <a:lnTo>
                    <a:pt x="778" y="0"/>
                  </a:lnTo>
                  <a:lnTo>
                    <a:pt x="778" y="0"/>
                  </a:lnTo>
                  <a:close/>
                  <a:moveTo>
                    <a:pt x="711" y="445"/>
                  </a:moveTo>
                  <a:lnTo>
                    <a:pt x="711" y="445"/>
                  </a:lnTo>
                  <a:lnTo>
                    <a:pt x="702" y="444"/>
                  </a:lnTo>
                  <a:lnTo>
                    <a:pt x="695" y="441"/>
                  </a:lnTo>
                  <a:lnTo>
                    <a:pt x="689" y="438"/>
                  </a:lnTo>
                  <a:lnTo>
                    <a:pt x="683" y="434"/>
                  </a:lnTo>
                  <a:lnTo>
                    <a:pt x="680" y="428"/>
                  </a:lnTo>
                  <a:lnTo>
                    <a:pt x="676" y="422"/>
                  </a:lnTo>
                  <a:lnTo>
                    <a:pt x="674" y="415"/>
                  </a:lnTo>
                  <a:lnTo>
                    <a:pt x="672" y="406"/>
                  </a:lnTo>
                  <a:lnTo>
                    <a:pt x="672" y="406"/>
                  </a:lnTo>
                  <a:lnTo>
                    <a:pt x="674" y="399"/>
                  </a:lnTo>
                  <a:lnTo>
                    <a:pt x="676" y="392"/>
                  </a:lnTo>
                  <a:lnTo>
                    <a:pt x="680" y="386"/>
                  </a:lnTo>
                  <a:lnTo>
                    <a:pt x="683" y="380"/>
                  </a:lnTo>
                  <a:lnTo>
                    <a:pt x="689" y="375"/>
                  </a:lnTo>
                  <a:lnTo>
                    <a:pt x="695" y="372"/>
                  </a:lnTo>
                  <a:lnTo>
                    <a:pt x="702" y="369"/>
                  </a:lnTo>
                  <a:lnTo>
                    <a:pt x="711" y="369"/>
                  </a:lnTo>
                  <a:lnTo>
                    <a:pt x="711" y="369"/>
                  </a:lnTo>
                  <a:lnTo>
                    <a:pt x="718" y="369"/>
                  </a:lnTo>
                  <a:lnTo>
                    <a:pt x="725" y="372"/>
                  </a:lnTo>
                  <a:lnTo>
                    <a:pt x="731" y="375"/>
                  </a:lnTo>
                  <a:lnTo>
                    <a:pt x="737" y="380"/>
                  </a:lnTo>
                  <a:lnTo>
                    <a:pt x="742" y="386"/>
                  </a:lnTo>
                  <a:lnTo>
                    <a:pt x="746" y="392"/>
                  </a:lnTo>
                  <a:lnTo>
                    <a:pt x="748" y="399"/>
                  </a:lnTo>
                  <a:lnTo>
                    <a:pt x="748" y="406"/>
                  </a:lnTo>
                  <a:lnTo>
                    <a:pt x="748" y="406"/>
                  </a:lnTo>
                  <a:lnTo>
                    <a:pt x="748" y="415"/>
                  </a:lnTo>
                  <a:lnTo>
                    <a:pt x="746" y="422"/>
                  </a:lnTo>
                  <a:lnTo>
                    <a:pt x="742" y="428"/>
                  </a:lnTo>
                  <a:lnTo>
                    <a:pt x="737" y="434"/>
                  </a:lnTo>
                  <a:lnTo>
                    <a:pt x="731" y="438"/>
                  </a:lnTo>
                  <a:lnTo>
                    <a:pt x="725" y="441"/>
                  </a:lnTo>
                  <a:lnTo>
                    <a:pt x="718" y="444"/>
                  </a:lnTo>
                  <a:lnTo>
                    <a:pt x="711" y="445"/>
                  </a:lnTo>
                  <a:lnTo>
                    <a:pt x="711" y="445"/>
                  </a:lnTo>
                  <a:close/>
                  <a:moveTo>
                    <a:pt x="765" y="103"/>
                  </a:moveTo>
                  <a:lnTo>
                    <a:pt x="657" y="103"/>
                  </a:lnTo>
                  <a:lnTo>
                    <a:pt x="657" y="103"/>
                  </a:lnTo>
                  <a:lnTo>
                    <a:pt x="653" y="103"/>
                  </a:lnTo>
                  <a:lnTo>
                    <a:pt x="649" y="102"/>
                  </a:lnTo>
                  <a:lnTo>
                    <a:pt x="643" y="98"/>
                  </a:lnTo>
                  <a:lnTo>
                    <a:pt x="640" y="92"/>
                  </a:lnTo>
                  <a:lnTo>
                    <a:pt x="639" y="90"/>
                  </a:lnTo>
                  <a:lnTo>
                    <a:pt x="639" y="85"/>
                  </a:lnTo>
                  <a:lnTo>
                    <a:pt x="639" y="85"/>
                  </a:lnTo>
                  <a:lnTo>
                    <a:pt x="639" y="81"/>
                  </a:lnTo>
                  <a:lnTo>
                    <a:pt x="640" y="79"/>
                  </a:lnTo>
                  <a:lnTo>
                    <a:pt x="643" y="73"/>
                  </a:lnTo>
                  <a:lnTo>
                    <a:pt x="649" y="69"/>
                  </a:lnTo>
                  <a:lnTo>
                    <a:pt x="653" y="68"/>
                  </a:lnTo>
                  <a:lnTo>
                    <a:pt x="657" y="68"/>
                  </a:lnTo>
                  <a:lnTo>
                    <a:pt x="765" y="68"/>
                  </a:lnTo>
                  <a:lnTo>
                    <a:pt x="765" y="68"/>
                  </a:lnTo>
                  <a:lnTo>
                    <a:pt x="769" y="68"/>
                  </a:lnTo>
                  <a:lnTo>
                    <a:pt x="771" y="69"/>
                  </a:lnTo>
                  <a:lnTo>
                    <a:pt x="777" y="73"/>
                  </a:lnTo>
                  <a:lnTo>
                    <a:pt x="781" y="79"/>
                  </a:lnTo>
                  <a:lnTo>
                    <a:pt x="782" y="81"/>
                  </a:lnTo>
                  <a:lnTo>
                    <a:pt x="782" y="85"/>
                  </a:lnTo>
                  <a:lnTo>
                    <a:pt x="782" y="85"/>
                  </a:lnTo>
                  <a:lnTo>
                    <a:pt x="782" y="90"/>
                  </a:lnTo>
                  <a:lnTo>
                    <a:pt x="781" y="92"/>
                  </a:lnTo>
                  <a:lnTo>
                    <a:pt x="777" y="98"/>
                  </a:lnTo>
                  <a:lnTo>
                    <a:pt x="771" y="102"/>
                  </a:lnTo>
                  <a:lnTo>
                    <a:pt x="769" y="103"/>
                  </a:lnTo>
                  <a:lnTo>
                    <a:pt x="765" y="103"/>
                  </a:lnTo>
                  <a:lnTo>
                    <a:pt x="765" y="103"/>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56" name="Freeform 206"/>
            <p:cNvSpPr>
              <a:spLocks noEditPoints="1"/>
            </p:cNvSpPr>
            <p:nvPr/>
          </p:nvSpPr>
          <p:spPr bwMode="auto">
            <a:xfrm>
              <a:off x="6450384" y="3674734"/>
              <a:ext cx="388938" cy="390525"/>
            </a:xfrm>
            <a:custGeom>
              <a:avLst/>
              <a:gdLst>
                <a:gd name="T0" fmla="*/ 272 w 736"/>
                <a:gd name="T1" fmla="*/ 192 h 738"/>
                <a:gd name="T2" fmla="*/ 183 w 736"/>
                <a:gd name="T3" fmla="*/ 290 h 738"/>
                <a:gd name="T4" fmla="*/ 171 w 736"/>
                <a:gd name="T5" fmla="*/ 410 h 738"/>
                <a:gd name="T6" fmla="*/ 241 w 736"/>
                <a:gd name="T7" fmla="*/ 524 h 738"/>
                <a:gd name="T8" fmla="*/ 368 w 736"/>
                <a:gd name="T9" fmla="*/ 570 h 738"/>
                <a:gd name="T10" fmla="*/ 480 w 736"/>
                <a:gd name="T11" fmla="*/ 535 h 738"/>
                <a:gd name="T12" fmla="*/ 559 w 736"/>
                <a:gd name="T13" fmla="*/ 429 h 738"/>
                <a:gd name="T14" fmla="*/ 559 w 736"/>
                <a:gd name="T15" fmla="*/ 309 h 738"/>
                <a:gd name="T16" fmla="*/ 480 w 736"/>
                <a:gd name="T17" fmla="*/ 203 h 738"/>
                <a:gd name="T18" fmla="*/ 368 w 736"/>
                <a:gd name="T19" fmla="*/ 168 h 738"/>
                <a:gd name="T20" fmla="*/ 319 w 736"/>
                <a:gd name="T21" fmla="*/ 460 h 738"/>
                <a:gd name="T22" fmla="*/ 272 w 736"/>
                <a:gd name="T23" fmla="*/ 410 h 738"/>
                <a:gd name="T24" fmla="*/ 266 w 736"/>
                <a:gd name="T25" fmla="*/ 347 h 738"/>
                <a:gd name="T26" fmla="*/ 302 w 736"/>
                <a:gd name="T27" fmla="*/ 288 h 738"/>
                <a:gd name="T28" fmla="*/ 368 w 736"/>
                <a:gd name="T29" fmla="*/ 264 h 738"/>
                <a:gd name="T30" fmla="*/ 427 w 736"/>
                <a:gd name="T31" fmla="*/ 282 h 738"/>
                <a:gd name="T32" fmla="*/ 468 w 736"/>
                <a:gd name="T33" fmla="*/ 337 h 738"/>
                <a:gd name="T34" fmla="*/ 468 w 736"/>
                <a:gd name="T35" fmla="*/ 400 h 738"/>
                <a:gd name="T36" fmla="*/ 427 w 736"/>
                <a:gd name="T37" fmla="*/ 456 h 738"/>
                <a:gd name="T38" fmla="*/ 368 w 736"/>
                <a:gd name="T39" fmla="*/ 474 h 738"/>
                <a:gd name="T40" fmla="*/ 19 w 736"/>
                <a:gd name="T41" fmla="*/ 19 h 738"/>
                <a:gd name="T42" fmla="*/ 1 w 736"/>
                <a:gd name="T43" fmla="*/ 685 h 738"/>
                <a:gd name="T44" fmla="*/ 67 w 736"/>
                <a:gd name="T45" fmla="*/ 738 h 738"/>
                <a:gd name="T46" fmla="*/ 724 w 736"/>
                <a:gd name="T47" fmla="*/ 707 h 738"/>
                <a:gd name="T48" fmla="*/ 731 w 736"/>
                <a:gd name="T49" fmla="*/ 41 h 738"/>
                <a:gd name="T50" fmla="*/ 668 w 736"/>
                <a:gd name="T51" fmla="*/ 0 h 738"/>
                <a:gd name="T52" fmla="*/ 131 w 736"/>
                <a:gd name="T53" fmla="*/ 80 h 738"/>
                <a:gd name="T54" fmla="*/ 131 w 736"/>
                <a:gd name="T55" fmla="*/ 122 h 738"/>
                <a:gd name="T56" fmla="*/ 93 w 736"/>
                <a:gd name="T57" fmla="*/ 137 h 738"/>
                <a:gd name="T58" fmla="*/ 63 w 736"/>
                <a:gd name="T59" fmla="*/ 100 h 738"/>
                <a:gd name="T60" fmla="*/ 85 w 736"/>
                <a:gd name="T61" fmla="*/ 66 h 738"/>
                <a:gd name="T62" fmla="*/ 85 w 736"/>
                <a:gd name="T63" fmla="*/ 671 h 738"/>
                <a:gd name="T64" fmla="*/ 63 w 736"/>
                <a:gd name="T65" fmla="*/ 638 h 738"/>
                <a:gd name="T66" fmla="*/ 93 w 736"/>
                <a:gd name="T67" fmla="*/ 600 h 738"/>
                <a:gd name="T68" fmla="*/ 131 w 736"/>
                <a:gd name="T69" fmla="*/ 616 h 738"/>
                <a:gd name="T70" fmla="*/ 131 w 736"/>
                <a:gd name="T71" fmla="*/ 658 h 738"/>
                <a:gd name="T72" fmla="*/ 368 w 736"/>
                <a:gd name="T73" fmla="*/ 641 h 738"/>
                <a:gd name="T74" fmla="*/ 216 w 736"/>
                <a:gd name="T75" fmla="*/ 594 h 738"/>
                <a:gd name="T76" fmla="*/ 108 w 736"/>
                <a:gd name="T77" fmla="*/ 450 h 738"/>
                <a:gd name="T78" fmla="*/ 108 w 736"/>
                <a:gd name="T79" fmla="*/ 288 h 738"/>
                <a:gd name="T80" fmla="*/ 216 w 736"/>
                <a:gd name="T81" fmla="*/ 143 h 738"/>
                <a:gd name="T82" fmla="*/ 368 w 736"/>
                <a:gd name="T83" fmla="*/ 96 h 738"/>
                <a:gd name="T84" fmla="*/ 541 w 736"/>
                <a:gd name="T85" fmla="*/ 159 h 738"/>
                <a:gd name="T86" fmla="*/ 634 w 736"/>
                <a:gd name="T87" fmla="*/ 313 h 738"/>
                <a:gd name="T88" fmla="*/ 618 w 736"/>
                <a:gd name="T89" fmla="*/ 475 h 738"/>
                <a:gd name="T90" fmla="*/ 498 w 736"/>
                <a:gd name="T91" fmla="*/ 609 h 738"/>
                <a:gd name="T92" fmla="*/ 636 w 736"/>
                <a:gd name="T93" fmla="*/ 675 h 738"/>
                <a:gd name="T94" fmla="*/ 601 w 736"/>
                <a:gd name="T95" fmla="*/ 652 h 738"/>
                <a:gd name="T96" fmla="*/ 608 w 736"/>
                <a:gd name="T97" fmla="*/ 610 h 738"/>
                <a:gd name="T98" fmla="*/ 650 w 736"/>
                <a:gd name="T99" fmla="*/ 603 h 738"/>
                <a:gd name="T100" fmla="*/ 673 w 736"/>
                <a:gd name="T101" fmla="*/ 638 h 738"/>
                <a:gd name="T102" fmla="*/ 643 w 736"/>
                <a:gd name="T103" fmla="*/ 674 h 738"/>
                <a:gd name="T104" fmla="*/ 614 w 736"/>
                <a:gd name="T105" fmla="*/ 131 h 738"/>
                <a:gd name="T106" fmla="*/ 599 w 736"/>
                <a:gd name="T107" fmla="*/ 93 h 738"/>
                <a:gd name="T108" fmla="*/ 636 w 736"/>
                <a:gd name="T109" fmla="*/ 63 h 738"/>
                <a:gd name="T110" fmla="*/ 670 w 736"/>
                <a:gd name="T111" fmla="*/ 86 h 738"/>
                <a:gd name="T112" fmla="*/ 662 w 736"/>
                <a:gd name="T113" fmla="*/ 128 h 7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36" h="738">
                  <a:moveTo>
                    <a:pt x="368" y="168"/>
                  </a:moveTo>
                  <a:lnTo>
                    <a:pt x="368" y="168"/>
                  </a:lnTo>
                  <a:lnTo>
                    <a:pt x="347" y="169"/>
                  </a:lnTo>
                  <a:lnTo>
                    <a:pt x="327" y="171"/>
                  </a:lnTo>
                  <a:lnTo>
                    <a:pt x="308" y="177"/>
                  </a:lnTo>
                  <a:lnTo>
                    <a:pt x="290" y="183"/>
                  </a:lnTo>
                  <a:lnTo>
                    <a:pt x="272" y="192"/>
                  </a:lnTo>
                  <a:lnTo>
                    <a:pt x="256" y="203"/>
                  </a:lnTo>
                  <a:lnTo>
                    <a:pt x="241" y="213"/>
                  </a:lnTo>
                  <a:lnTo>
                    <a:pt x="226" y="227"/>
                  </a:lnTo>
                  <a:lnTo>
                    <a:pt x="213" y="241"/>
                  </a:lnTo>
                  <a:lnTo>
                    <a:pt x="202" y="257"/>
                  </a:lnTo>
                  <a:lnTo>
                    <a:pt x="191" y="272"/>
                  </a:lnTo>
                  <a:lnTo>
                    <a:pt x="183" y="290"/>
                  </a:lnTo>
                  <a:lnTo>
                    <a:pt x="177" y="309"/>
                  </a:lnTo>
                  <a:lnTo>
                    <a:pt x="171" y="328"/>
                  </a:lnTo>
                  <a:lnTo>
                    <a:pt x="168" y="348"/>
                  </a:lnTo>
                  <a:lnTo>
                    <a:pt x="167" y="369"/>
                  </a:lnTo>
                  <a:lnTo>
                    <a:pt x="167" y="369"/>
                  </a:lnTo>
                  <a:lnTo>
                    <a:pt x="168" y="389"/>
                  </a:lnTo>
                  <a:lnTo>
                    <a:pt x="171" y="410"/>
                  </a:lnTo>
                  <a:lnTo>
                    <a:pt x="177" y="429"/>
                  </a:lnTo>
                  <a:lnTo>
                    <a:pt x="183" y="447"/>
                  </a:lnTo>
                  <a:lnTo>
                    <a:pt x="191" y="465"/>
                  </a:lnTo>
                  <a:lnTo>
                    <a:pt x="202" y="481"/>
                  </a:lnTo>
                  <a:lnTo>
                    <a:pt x="213" y="497"/>
                  </a:lnTo>
                  <a:lnTo>
                    <a:pt x="226" y="511"/>
                  </a:lnTo>
                  <a:lnTo>
                    <a:pt x="241" y="524"/>
                  </a:lnTo>
                  <a:lnTo>
                    <a:pt x="256" y="535"/>
                  </a:lnTo>
                  <a:lnTo>
                    <a:pt x="272" y="546"/>
                  </a:lnTo>
                  <a:lnTo>
                    <a:pt x="290" y="554"/>
                  </a:lnTo>
                  <a:lnTo>
                    <a:pt x="308" y="560"/>
                  </a:lnTo>
                  <a:lnTo>
                    <a:pt x="327" y="566"/>
                  </a:lnTo>
                  <a:lnTo>
                    <a:pt x="347" y="569"/>
                  </a:lnTo>
                  <a:lnTo>
                    <a:pt x="368" y="570"/>
                  </a:lnTo>
                  <a:lnTo>
                    <a:pt x="368" y="570"/>
                  </a:lnTo>
                  <a:lnTo>
                    <a:pt x="388" y="569"/>
                  </a:lnTo>
                  <a:lnTo>
                    <a:pt x="409" y="566"/>
                  </a:lnTo>
                  <a:lnTo>
                    <a:pt x="428" y="560"/>
                  </a:lnTo>
                  <a:lnTo>
                    <a:pt x="446" y="554"/>
                  </a:lnTo>
                  <a:lnTo>
                    <a:pt x="464" y="546"/>
                  </a:lnTo>
                  <a:lnTo>
                    <a:pt x="480" y="535"/>
                  </a:lnTo>
                  <a:lnTo>
                    <a:pt x="495" y="524"/>
                  </a:lnTo>
                  <a:lnTo>
                    <a:pt x="510" y="511"/>
                  </a:lnTo>
                  <a:lnTo>
                    <a:pt x="523" y="497"/>
                  </a:lnTo>
                  <a:lnTo>
                    <a:pt x="534" y="481"/>
                  </a:lnTo>
                  <a:lnTo>
                    <a:pt x="545" y="465"/>
                  </a:lnTo>
                  <a:lnTo>
                    <a:pt x="553" y="447"/>
                  </a:lnTo>
                  <a:lnTo>
                    <a:pt x="559" y="429"/>
                  </a:lnTo>
                  <a:lnTo>
                    <a:pt x="565" y="410"/>
                  </a:lnTo>
                  <a:lnTo>
                    <a:pt x="567" y="389"/>
                  </a:lnTo>
                  <a:lnTo>
                    <a:pt x="569" y="369"/>
                  </a:lnTo>
                  <a:lnTo>
                    <a:pt x="569" y="369"/>
                  </a:lnTo>
                  <a:lnTo>
                    <a:pt x="567" y="348"/>
                  </a:lnTo>
                  <a:lnTo>
                    <a:pt x="565" y="328"/>
                  </a:lnTo>
                  <a:lnTo>
                    <a:pt x="559" y="309"/>
                  </a:lnTo>
                  <a:lnTo>
                    <a:pt x="553" y="290"/>
                  </a:lnTo>
                  <a:lnTo>
                    <a:pt x="545" y="272"/>
                  </a:lnTo>
                  <a:lnTo>
                    <a:pt x="534" y="257"/>
                  </a:lnTo>
                  <a:lnTo>
                    <a:pt x="523" y="241"/>
                  </a:lnTo>
                  <a:lnTo>
                    <a:pt x="510" y="227"/>
                  </a:lnTo>
                  <a:lnTo>
                    <a:pt x="495" y="213"/>
                  </a:lnTo>
                  <a:lnTo>
                    <a:pt x="480" y="203"/>
                  </a:lnTo>
                  <a:lnTo>
                    <a:pt x="464" y="192"/>
                  </a:lnTo>
                  <a:lnTo>
                    <a:pt x="446" y="183"/>
                  </a:lnTo>
                  <a:lnTo>
                    <a:pt x="428" y="177"/>
                  </a:lnTo>
                  <a:lnTo>
                    <a:pt x="409" y="171"/>
                  </a:lnTo>
                  <a:lnTo>
                    <a:pt x="388" y="169"/>
                  </a:lnTo>
                  <a:lnTo>
                    <a:pt x="368" y="168"/>
                  </a:lnTo>
                  <a:lnTo>
                    <a:pt x="368" y="168"/>
                  </a:lnTo>
                  <a:close/>
                  <a:moveTo>
                    <a:pt x="368" y="474"/>
                  </a:moveTo>
                  <a:lnTo>
                    <a:pt x="368" y="474"/>
                  </a:lnTo>
                  <a:lnTo>
                    <a:pt x="357" y="472"/>
                  </a:lnTo>
                  <a:lnTo>
                    <a:pt x="346" y="471"/>
                  </a:lnTo>
                  <a:lnTo>
                    <a:pt x="337" y="469"/>
                  </a:lnTo>
                  <a:lnTo>
                    <a:pt x="327" y="465"/>
                  </a:lnTo>
                  <a:lnTo>
                    <a:pt x="319" y="460"/>
                  </a:lnTo>
                  <a:lnTo>
                    <a:pt x="309" y="456"/>
                  </a:lnTo>
                  <a:lnTo>
                    <a:pt x="302" y="450"/>
                  </a:lnTo>
                  <a:lnTo>
                    <a:pt x="295" y="442"/>
                  </a:lnTo>
                  <a:lnTo>
                    <a:pt x="287" y="435"/>
                  </a:lnTo>
                  <a:lnTo>
                    <a:pt x="281" y="428"/>
                  </a:lnTo>
                  <a:lnTo>
                    <a:pt x="277" y="418"/>
                  </a:lnTo>
                  <a:lnTo>
                    <a:pt x="272" y="410"/>
                  </a:lnTo>
                  <a:lnTo>
                    <a:pt x="268" y="400"/>
                  </a:lnTo>
                  <a:lnTo>
                    <a:pt x="266" y="390"/>
                  </a:lnTo>
                  <a:lnTo>
                    <a:pt x="265" y="380"/>
                  </a:lnTo>
                  <a:lnTo>
                    <a:pt x="263" y="369"/>
                  </a:lnTo>
                  <a:lnTo>
                    <a:pt x="263" y="369"/>
                  </a:lnTo>
                  <a:lnTo>
                    <a:pt x="265" y="358"/>
                  </a:lnTo>
                  <a:lnTo>
                    <a:pt x="266" y="347"/>
                  </a:lnTo>
                  <a:lnTo>
                    <a:pt x="268" y="337"/>
                  </a:lnTo>
                  <a:lnTo>
                    <a:pt x="272" y="328"/>
                  </a:lnTo>
                  <a:lnTo>
                    <a:pt x="277" y="319"/>
                  </a:lnTo>
                  <a:lnTo>
                    <a:pt x="281" y="310"/>
                  </a:lnTo>
                  <a:lnTo>
                    <a:pt x="287" y="303"/>
                  </a:lnTo>
                  <a:lnTo>
                    <a:pt x="295" y="295"/>
                  </a:lnTo>
                  <a:lnTo>
                    <a:pt x="302" y="288"/>
                  </a:lnTo>
                  <a:lnTo>
                    <a:pt x="309" y="282"/>
                  </a:lnTo>
                  <a:lnTo>
                    <a:pt x="319" y="277"/>
                  </a:lnTo>
                  <a:lnTo>
                    <a:pt x="327" y="272"/>
                  </a:lnTo>
                  <a:lnTo>
                    <a:pt x="337" y="269"/>
                  </a:lnTo>
                  <a:lnTo>
                    <a:pt x="346" y="266"/>
                  </a:lnTo>
                  <a:lnTo>
                    <a:pt x="357" y="265"/>
                  </a:lnTo>
                  <a:lnTo>
                    <a:pt x="368" y="264"/>
                  </a:lnTo>
                  <a:lnTo>
                    <a:pt x="368" y="264"/>
                  </a:lnTo>
                  <a:lnTo>
                    <a:pt x="379" y="265"/>
                  </a:lnTo>
                  <a:lnTo>
                    <a:pt x="390" y="266"/>
                  </a:lnTo>
                  <a:lnTo>
                    <a:pt x="399" y="269"/>
                  </a:lnTo>
                  <a:lnTo>
                    <a:pt x="409" y="272"/>
                  </a:lnTo>
                  <a:lnTo>
                    <a:pt x="417" y="277"/>
                  </a:lnTo>
                  <a:lnTo>
                    <a:pt x="427" y="282"/>
                  </a:lnTo>
                  <a:lnTo>
                    <a:pt x="434" y="288"/>
                  </a:lnTo>
                  <a:lnTo>
                    <a:pt x="441" y="295"/>
                  </a:lnTo>
                  <a:lnTo>
                    <a:pt x="448" y="303"/>
                  </a:lnTo>
                  <a:lnTo>
                    <a:pt x="454" y="310"/>
                  </a:lnTo>
                  <a:lnTo>
                    <a:pt x="459" y="319"/>
                  </a:lnTo>
                  <a:lnTo>
                    <a:pt x="464" y="328"/>
                  </a:lnTo>
                  <a:lnTo>
                    <a:pt x="468" y="337"/>
                  </a:lnTo>
                  <a:lnTo>
                    <a:pt x="470" y="347"/>
                  </a:lnTo>
                  <a:lnTo>
                    <a:pt x="471" y="358"/>
                  </a:lnTo>
                  <a:lnTo>
                    <a:pt x="472" y="369"/>
                  </a:lnTo>
                  <a:lnTo>
                    <a:pt x="472" y="369"/>
                  </a:lnTo>
                  <a:lnTo>
                    <a:pt x="471" y="380"/>
                  </a:lnTo>
                  <a:lnTo>
                    <a:pt x="470" y="390"/>
                  </a:lnTo>
                  <a:lnTo>
                    <a:pt x="468" y="400"/>
                  </a:lnTo>
                  <a:lnTo>
                    <a:pt x="464" y="410"/>
                  </a:lnTo>
                  <a:lnTo>
                    <a:pt x="459" y="418"/>
                  </a:lnTo>
                  <a:lnTo>
                    <a:pt x="454" y="428"/>
                  </a:lnTo>
                  <a:lnTo>
                    <a:pt x="448" y="435"/>
                  </a:lnTo>
                  <a:lnTo>
                    <a:pt x="441" y="442"/>
                  </a:lnTo>
                  <a:lnTo>
                    <a:pt x="434" y="450"/>
                  </a:lnTo>
                  <a:lnTo>
                    <a:pt x="427" y="456"/>
                  </a:lnTo>
                  <a:lnTo>
                    <a:pt x="417" y="460"/>
                  </a:lnTo>
                  <a:lnTo>
                    <a:pt x="409" y="465"/>
                  </a:lnTo>
                  <a:lnTo>
                    <a:pt x="399" y="469"/>
                  </a:lnTo>
                  <a:lnTo>
                    <a:pt x="390" y="471"/>
                  </a:lnTo>
                  <a:lnTo>
                    <a:pt x="379" y="472"/>
                  </a:lnTo>
                  <a:lnTo>
                    <a:pt x="368" y="474"/>
                  </a:lnTo>
                  <a:lnTo>
                    <a:pt x="368" y="474"/>
                  </a:lnTo>
                  <a:close/>
                  <a:moveTo>
                    <a:pt x="668" y="0"/>
                  </a:moveTo>
                  <a:lnTo>
                    <a:pt x="67" y="0"/>
                  </a:lnTo>
                  <a:lnTo>
                    <a:pt x="67" y="0"/>
                  </a:lnTo>
                  <a:lnTo>
                    <a:pt x="53" y="1"/>
                  </a:lnTo>
                  <a:lnTo>
                    <a:pt x="41" y="5"/>
                  </a:lnTo>
                  <a:lnTo>
                    <a:pt x="30" y="12"/>
                  </a:lnTo>
                  <a:lnTo>
                    <a:pt x="19" y="19"/>
                  </a:lnTo>
                  <a:lnTo>
                    <a:pt x="12" y="30"/>
                  </a:lnTo>
                  <a:lnTo>
                    <a:pt x="5" y="41"/>
                  </a:lnTo>
                  <a:lnTo>
                    <a:pt x="1" y="53"/>
                  </a:lnTo>
                  <a:lnTo>
                    <a:pt x="0" y="68"/>
                  </a:lnTo>
                  <a:lnTo>
                    <a:pt x="0" y="670"/>
                  </a:lnTo>
                  <a:lnTo>
                    <a:pt x="0" y="670"/>
                  </a:lnTo>
                  <a:lnTo>
                    <a:pt x="1" y="685"/>
                  </a:lnTo>
                  <a:lnTo>
                    <a:pt x="5" y="697"/>
                  </a:lnTo>
                  <a:lnTo>
                    <a:pt x="12" y="707"/>
                  </a:lnTo>
                  <a:lnTo>
                    <a:pt x="19" y="718"/>
                  </a:lnTo>
                  <a:lnTo>
                    <a:pt x="30" y="725"/>
                  </a:lnTo>
                  <a:lnTo>
                    <a:pt x="41" y="733"/>
                  </a:lnTo>
                  <a:lnTo>
                    <a:pt x="53" y="736"/>
                  </a:lnTo>
                  <a:lnTo>
                    <a:pt x="67" y="738"/>
                  </a:lnTo>
                  <a:lnTo>
                    <a:pt x="668" y="738"/>
                  </a:lnTo>
                  <a:lnTo>
                    <a:pt x="668" y="738"/>
                  </a:lnTo>
                  <a:lnTo>
                    <a:pt x="683" y="736"/>
                  </a:lnTo>
                  <a:lnTo>
                    <a:pt x="695" y="733"/>
                  </a:lnTo>
                  <a:lnTo>
                    <a:pt x="706" y="725"/>
                  </a:lnTo>
                  <a:lnTo>
                    <a:pt x="716" y="718"/>
                  </a:lnTo>
                  <a:lnTo>
                    <a:pt x="724" y="707"/>
                  </a:lnTo>
                  <a:lnTo>
                    <a:pt x="731" y="697"/>
                  </a:lnTo>
                  <a:lnTo>
                    <a:pt x="734" y="685"/>
                  </a:lnTo>
                  <a:lnTo>
                    <a:pt x="736" y="670"/>
                  </a:lnTo>
                  <a:lnTo>
                    <a:pt x="736" y="68"/>
                  </a:lnTo>
                  <a:lnTo>
                    <a:pt x="736" y="68"/>
                  </a:lnTo>
                  <a:lnTo>
                    <a:pt x="734" y="53"/>
                  </a:lnTo>
                  <a:lnTo>
                    <a:pt x="731" y="41"/>
                  </a:lnTo>
                  <a:lnTo>
                    <a:pt x="724" y="30"/>
                  </a:lnTo>
                  <a:lnTo>
                    <a:pt x="716" y="19"/>
                  </a:lnTo>
                  <a:lnTo>
                    <a:pt x="706" y="12"/>
                  </a:lnTo>
                  <a:lnTo>
                    <a:pt x="695" y="5"/>
                  </a:lnTo>
                  <a:lnTo>
                    <a:pt x="683" y="1"/>
                  </a:lnTo>
                  <a:lnTo>
                    <a:pt x="668" y="0"/>
                  </a:lnTo>
                  <a:lnTo>
                    <a:pt x="668" y="0"/>
                  </a:lnTo>
                  <a:close/>
                  <a:moveTo>
                    <a:pt x="100" y="63"/>
                  </a:moveTo>
                  <a:lnTo>
                    <a:pt x="100" y="63"/>
                  </a:lnTo>
                  <a:lnTo>
                    <a:pt x="108" y="64"/>
                  </a:lnTo>
                  <a:lnTo>
                    <a:pt x="116" y="66"/>
                  </a:lnTo>
                  <a:lnTo>
                    <a:pt x="122" y="70"/>
                  </a:lnTo>
                  <a:lnTo>
                    <a:pt x="128" y="74"/>
                  </a:lnTo>
                  <a:lnTo>
                    <a:pt x="131" y="80"/>
                  </a:lnTo>
                  <a:lnTo>
                    <a:pt x="135" y="86"/>
                  </a:lnTo>
                  <a:lnTo>
                    <a:pt x="137" y="93"/>
                  </a:lnTo>
                  <a:lnTo>
                    <a:pt x="138" y="100"/>
                  </a:lnTo>
                  <a:lnTo>
                    <a:pt x="138" y="100"/>
                  </a:lnTo>
                  <a:lnTo>
                    <a:pt x="137" y="109"/>
                  </a:lnTo>
                  <a:lnTo>
                    <a:pt x="135" y="116"/>
                  </a:lnTo>
                  <a:lnTo>
                    <a:pt x="131" y="122"/>
                  </a:lnTo>
                  <a:lnTo>
                    <a:pt x="128" y="128"/>
                  </a:lnTo>
                  <a:lnTo>
                    <a:pt x="122" y="131"/>
                  </a:lnTo>
                  <a:lnTo>
                    <a:pt x="116" y="135"/>
                  </a:lnTo>
                  <a:lnTo>
                    <a:pt x="108" y="137"/>
                  </a:lnTo>
                  <a:lnTo>
                    <a:pt x="100" y="139"/>
                  </a:lnTo>
                  <a:lnTo>
                    <a:pt x="100" y="139"/>
                  </a:lnTo>
                  <a:lnTo>
                    <a:pt x="93" y="137"/>
                  </a:lnTo>
                  <a:lnTo>
                    <a:pt x="85" y="135"/>
                  </a:lnTo>
                  <a:lnTo>
                    <a:pt x="79" y="131"/>
                  </a:lnTo>
                  <a:lnTo>
                    <a:pt x="73" y="128"/>
                  </a:lnTo>
                  <a:lnTo>
                    <a:pt x="70" y="122"/>
                  </a:lnTo>
                  <a:lnTo>
                    <a:pt x="66" y="116"/>
                  </a:lnTo>
                  <a:lnTo>
                    <a:pt x="64" y="109"/>
                  </a:lnTo>
                  <a:lnTo>
                    <a:pt x="63" y="100"/>
                  </a:lnTo>
                  <a:lnTo>
                    <a:pt x="63" y="100"/>
                  </a:lnTo>
                  <a:lnTo>
                    <a:pt x="64" y="93"/>
                  </a:lnTo>
                  <a:lnTo>
                    <a:pt x="66" y="86"/>
                  </a:lnTo>
                  <a:lnTo>
                    <a:pt x="70" y="80"/>
                  </a:lnTo>
                  <a:lnTo>
                    <a:pt x="73" y="74"/>
                  </a:lnTo>
                  <a:lnTo>
                    <a:pt x="79" y="70"/>
                  </a:lnTo>
                  <a:lnTo>
                    <a:pt x="85" y="66"/>
                  </a:lnTo>
                  <a:lnTo>
                    <a:pt x="93" y="64"/>
                  </a:lnTo>
                  <a:lnTo>
                    <a:pt x="100" y="63"/>
                  </a:lnTo>
                  <a:lnTo>
                    <a:pt x="100" y="63"/>
                  </a:lnTo>
                  <a:close/>
                  <a:moveTo>
                    <a:pt x="100" y="675"/>
                  </a:moveTo>
                  <a:lnTo>
                    <a:pt x="100" y="675"/>
                  </a:lnTo>
                  <a:lnTo>
                    <a:pt x="93" y="674"/>
                  </a:lnTo>
                  <a:lnTo>
                    <a:pt x="85" y="671"/>
                  </a:lnTo>
                  <a:lnTo>
                    <a:pt x="79" y="668"/>
                  </a:lnTo>
                  <a:lnTo>
                    <a:pt x="73" y="664"/>
                  </a:lnTo>
                  <a:lnTo>
                    <a:pt x="70" y="658"/>
                  </a:lnTo>
                  <a:lnTo>
                    <a:pt x="66" y="652"/>
                  </a:lnTo>
                  <a:lnTo>
                    <a:pt x="64" y="645"/>
                  </a:lnTo>
                  <a:lnTo>
                    <a:pt x="63" y="638"/>
                  </a:lnTo>
                  <a:lnTo>
                    <a:pt x="63" y="638"/>
                  </a:lnTo>
                  <a:lnTo>
                    <a:pt x="64" y="629"/>
                  </a:lnTo>
                  <a:lnTo>
                    <a:pt x="66" y="622"/>
                  </a:lnTo>
                  <a:lnTo>
                    <a:pt x="70" y="616"/>
                  </a:lnTo>
                  <a:lnTo>
                    <a:pt x="73" y="610"/>
                  </a:lnTo>
                  <a:lnTo>
                    <a:pt x="79" y="606"/>
                  </a:lnTo>
                  <a:lnTo>
                    <a:pt x="85" y="603"/>
                  </a:lnTo>
                  <a:lnTo>
                    <a:pt x="93" y="600"/>
                  </a:lnTo>
                  <a:lnTo>
                    <a:pt x="100" y="599"/>
                  </a:lnTo>
                  <a:lnTo>
                    <a:pt x="100" y="599"/>
                  </a:lnTo>
                  <a:lnTo>
                    <a:pt x="108" y="600"/>
                  </a:lnTo>
                  <a:lnTo>
                    <a:pt x="116" y="603"/>
                  </a:lnTo>
                  <a:lnTo>
                    <a:pt x="122" y="606"/>
                  </a:lnTo>
                  <a:lnTo>
                    <a:pt x="128" y="610"/>
                  </a:lnTo>
                  <a:lnTo>
                    <a:pt x="131" y="616"/>
                  </a:lnTo>
                  <a:lnTo>
                    <a:pt x="135" y="622"/>
                  </a:lnTo>
                  <a:lnTo>
                    <a:pt x="137" y="629"/>
                  </a:lnTo>
                  <a:lnTo>
                    <a:pt x="138" y="638"/>
                  </a:lnTo>
                  <a:lnTo>
                    <a:pt x="138" y="638"/>
                  </a:lnTo>
                  <a:lnTo>
                    <a:pt x="137" y="645"/>
                  </a:lnTo>
                  <a:lnTo>
                    <a:pt x="135" y="652"/>
                  </a:lnTo>
                  <a:lnTo>
                    <a:pt x="131" y="658"/>
                  </a:lnTo>
                  <a:lnTo>
                    <a:pt x="128" y="664"/>
                  </a:lnTo>
                  <a:lnTo>
                    <a:pt x="122" y="668"/>
                  </a:lnTo>
                  <a:lnTo>
                    <a:pt x="116" y="671"/>
                  </a:lnTo>
                  <a:lnTo>
                    <a:pt x="108" y="674"/>
                  </a:lnTo>
                  <a:lnTo>
                    <a:pt x="100" y="675"/>
                  </a:lnTo>
                  <a:lnTo>
                    <a:pt x="100" y="675"/>
                  </a:lnTo>
                  <a:close/>
                  <a:moveTo>
                    <a:pt x="368" y="641"/>
                  </a:moveTo>
                  <a:lnTo>
                    <a:pt x="368" y="641"/>
                  </a:lnTo>
                  <a:lnTo>
                    <a:pt x="340" y="640"/>
                  </a:lnTo>
                  <a:lnTo>
                    <a:pt x="313" y="635"/>
                  </a:lnTo>
                  <a:lnTo>
                    <a:pt x="287" y="629"/>
                  </a:lnTo>
                  <a:lnTo>
                    <a:pt x="262" y="619"/>
                  </a:lnTo>
                  <a:lnTo>
                    <a:pt x="238" y="609"/>
                  </a:lnTo>
                  <a:lnTo>
                    <a:pt x="216" y="594"/>
                  </a:lnTo>
                  <a:lnTo>
                    <a:pt x="195" y="578"/>
                  </a:lnTo>
                  <a:lnTo>
                    <a:pt x="176" y="562"/>
                  </a:lnTo>
                  <a:lnTo>
                    <a:pt x="159" y="542"/>
                  </a:lnTo>
                  <a:lnTo>
                    <a:pt x="143" y="521"/>
                  </a:lnTo>
                  <a:lnTo>
                    <a:pt x="129" y="499"/>
                  </a:lnTo>
                  <a:lnTo>
                    <a:pt x="118" y="475"/>
                  </a:lnTo>
                  <a:lnTo>
                    <a:pt x="108" y="450"/>
                  </a:lnTo>
                  <a:lnTo>
                    <a:pt x="102" y="424"/>
                  </a:lnTo>
                  <a:lnTo>
                    <a:pt x="97" y="397"/>
                  </a:lnTo>
                  <a:lnTo>
                    <a:pt x="96" y="369"/>
                  </a:lnTo>
                  <a:lnTo>
                    <a:pt x="96" y="369"/>
                  </a:lnTo>
                  <a:lnTo>
                    <a:pt x="97" y="341"/>
                  </a:lnTo>
                  <a:lnTo>
                    <a:pt x="102" y="313"/>
                  </a:lnTo>
                  <a:lnTo>
                    <a:pt x="108" y="288"/>
                  </a:lnTo>
                  <a:lnTo>
                    <a:pt x="118" y="263"/>
                  </a:lnTo>
                  <a:lnTo>
                    <a:pt x="129" y="239"/>
                  </a:lnTo>
                  <a:lnTo>
                    <a:pt x="143" y="217"/>
                  </a:lnTo>
                  <a:lnTo>
                    <a:pt x="159" y="195"/>
                  </a:lnTo>
                  <a:lnTo>
                    <a:pt x="176" y="176"/>
                  </a:lnTo>
                  <a:lnTo>
                    <a:pt x="195" y="159"/>
                  </a:lnTo>
                  <a:lnTo>
                    <a:pt x="216" y="143"/>
                  </a:lnTo>
                  <a:lnTo>
                    <a:pt x="238" y="129"/>
                  </a:lnTo>
                  <a:lnTo>
                    <a:pt x="262" y="118"/>
                  </a:lnTo>
                  <a:lnTo>
                    <a:pt x="287" y="109"/>
                  </a:lnTo>
                  <a:lnTo>
                    <a:pt x="313" y="103"/>
                  </a:lnTo>
                  <a:lnTo>
                    <a:pt x="340" y="98"/>
                  </a:lnTo>
                  <a:lnTo>
                    <a:pt x="368" y="96"/>
                  </a:lnTo>
                  <a:lnTo>
                    <a:pt x="368" y="96"/>
                  </a:lnTo>
                  <a:lnTo>
                    <a:pt x="396" y="98"/>
                  </a:lnTo>
                  <a:lnTo>
                    <a:pt x="423" y="103"/>
                  </a:lnTo>
                  <a:lnTo>
                    <a:pt x="448" y="109"/>
                  </a:lnTo>
                  <a:lnTo>
                    <a:pt x="474" y="118"/>
                  </a:lnTo>
                  <a:lnTo>
                    <a:pt x="498" y="129"/>
                  </a:lnTo>
                  <a:lnTo>
                    <a:pt x="519" y="143"/>
                  </a:lnTo>
                  <a:lnTo>
                    <a:pt x="541" y="159"/>
                  </a:lnTo>
                  <a:lnTo>
                    <a:pt x="560" y="176"/>
                  </a:lnTo>
                  <a:lnTo>
                    <a:pt x="577" y="195"/>
                  </a:lnTo>
                  <a:lnTo>
                    <a:pt x="593" y="217"/>
                  </a:lnTo>
                  <a:lnTo>
                    <a:pt x="607" y="239"/>
                  </a:lnTo>
                  <a:lnTo>
                    <a:pt x="618" y="263"/>
                  </a:lnTo>
                  <a:lnTo>
                    <a:pt x="628" y="288"/>
                  </a:lnTo>
                  <a:lnTo>
                    <a:pt x="634" y="313"/>
                  </a:lnTo>
                  <a:lnTo>
                    <a:pt x="638" y="341"/>
                  </a:lnTo>
                  <a:lnTo>
                    <a:pt x="640" y="369"/>
                  </a:lnTo>
                  <a:lnTo>
                    <a:pt x="640" y="369"/>
                  </a:lnTo>
                  <a:lnTo>
                    <a:pt x="638" y="397"/>
                  </a:lnTo>
                  <a:lnTo>
                    <a:pt x="634" y="424"/>
                  </a:lnTo>
                  <a:lnTo>
                    <a:pt x="628" y="450"/>
                  </a:lnTo>
                  <a:lnTo>
                    <a:pt x="618" y="475"/>
                  </a:lnTo>
                  <a:lnTo>
                    <a:pt x="607" y="499"/>
                  </a:lnTo>
                  <a:lnTo>
                    <a:pt x="593" y="521"/>
                  </a:lnTo>
                  <a:lnTo>
                    <a:pt x="577" y="542"/>
                  </a:lnTo>
                  <a:lnTo>
                    <a:pt x="560" y="562"/>
                  </a:lnTo>
                  <a:lnTo>
                    <a:pt x="541" y="578"/>
                  </a:lnTo>
                  <a:lnTo>
                    <a:pt x="519" y="594"/>
                  </a:lnTo>
                  <a:lnTo>
                    <a:pt x="498" y="609"/>
                  </a:lnTo>
                  <a:lnTo>
                    <a:pt x="474" y="619"/>
                  </a:lnTo>
                  <a:lnTo>
                    <a:pt x="448" y="629"/>
                  </a:lnTo>
                  <a:lnTo>
                    <a:pt x="423" y="635"/>
                  </a:lnTo>
                  <a:lnTo>
                    <a:pt x="396" y="640"/>
                  </a:lnTo>
                  <a:lnTo>
                    <a:pt x="368" y="641"/>
                  </a:lnTo>
                  <a:lnTo>
                    <a:pt x="368" y="641"/>
                  </a:lnTo>
                  <a:close/>
                  <a:moveTo>
                    <a:pt x="636" y="675"/>
                  </a:moveTo>
                  <a:lnTo>
                    <a:pt x="636" y="675"/>
                  </a:lnTo>
                  <a:lnTo>
                    <a:pt x="628" y="674"/>
                  </a:lnTo>
                  <a:lnTo>
                    <a:pt x="620" y="671"/>
                  </a:lnTo>
                  <a:lnTo>
                    <a:pt x="614" y="668"/>
                  </a:lnTo>
                  <a:lnTo>
                    <a:pt x="608" y="664"/>
                  </a:lnTo>
                  <a:lnTo>
                    <a:pt x="605" y="658"/>
                  </a:lnTo>
                  <a:lnTo>
                    <a:pt x="601" y="652"/>
                  </a:lnTo>
                  <a:lnTo>
                    <a:pt x="599" y="645"/>
                  </a:lnTo>
                  <a:lnTo>
                    <a:pt x="597" y="638"/>
                  </a:lnTo>
                  <a:lnTo>
                    <a:pt x="597" y="638"/>
                  </a:lnTo>
                  <a:lnTo>
                    <a:pt x="599" y="629"/>
                  </a:lnTo>
                  <a:lnTo>
                    <a:pt x="601" y="622"/>
                  </a:lnTo>
                  <a:lnTo>
                    <a:pt x="605" y="616"/>
                  </a:lnTo>
                  <a:lnTo>
                    <a:pt x="608" y="610"/>
                  </a:lnTo>
                  <a:lnTo>
                    <a:pt x="614" y="606"/>
                  </a:lnTo>
                  <a:lnTo>
                    <a:pt x="620" y="603"/>
                  </a:lnTo>
                  <a:lnTo>
                    <a:pt x="628" y="600"/>
                  </a:lnTo>
                  <a:lnTo>
                    <a:pt x="636" y="599"/>
                  </a:lnTo>
                  <a:lnTo>
                    <a:pt x="636" y="599"/>
                  </a:lnTo>
                  <a:lnTo>
                    <a:pt x="643" y="600"/>
                  </a:lnTo>
                  <a:lnTo>
                    <a:pt x="650" y="603"/>
                  </a:lnTo>
                  <a:lnTo>
                    <a:pt x="656" y="606"/>
                  </a:lnTo>
                  <a:lnTo>
                    <a:pt x="662" y="610"/>
                  </a:lnTo>
                  <a:lnTo>
                    <a:pt x="666" y="616"/>
                  </a:lnTo>
                  <a:lnTo>
                    <a:pt x="670" y="622"/>
                  </a:lnTo>
                  <a:lnTo>
                    <a:pt x="672" y="629"/>
                  </a:lnTo>
                  <a:lnTo>
                    <a:pt x="673" y="638"/>
                  </a:lnTo>
                  <a:lnTo>
                    <a:pt x="673" y="638"/>
                  </a:lnTo>
                  <a:lnTo>
                    <a:pt x="672" y="645"/>
                  </a:lnTo>
                  <a:lnTo>
                    <a:pt x="670" y="652"/>
                  </a:lnTo>
                  <a:lnTo>
                    <a:pt x="666" y="658"/>
                  </a:lnTo>
                  <a:lnTo>
                    <a:pt x="662" y="664"/>
                  </a:lnTo>
                  <a:lnTo>
                    <a:pt x="656" y="668"/>
                  </a:lnTo>
                  <a:lnTo>
                    <a:pt x="650" y="671"/>
                  </a:lnTo>
                  <a:lnTo>
                    <a:pt x="643" y="674"/>
                  </a:lnTo>
                  <a:lnTo>
                    <a:pt x="636" y="675"/>
                  </a:lnTo>
                  <a:lnTo>
                    <a:pt x="636" y="675"/>
                  </a:lnTo>
                  <a:close/>
                  <a:moveTo>
                    <a:pt x="636" y="139"/>
                  </a:moveTo>
                  <a:lnTo>
                    <a:pt x="636" y="139"/>
                  </a:lnTo>
                  <a:lnTo>
                    <a:pt x="628" y="137"/>
                  </a:lnTo>
                  <a:lnTo>
                    <a:pt x="620" y="135"/>
                  </a:lnTo>
                  <a:lnTo>
                    <a:pt x="614" y="131"/>
                  </a:lnTo>
                  <a:lnTo>
                    <a:pt x="608" y="128"/>
                  </a:lnTo>
                  <a:lnTo>
                    <a:pt x="605" y="122"/>
                  </a:lnTo>
                  <a:lnTo>
                    <a:pt x="601" y="116"/>
                  </a:lnTo>
                  <a:lnTo>
                    <a:pt x="599" y="109"/>
                  </a:lnTo>
                  <a:lnTo>
                    <a:pt x="597" y="100"/>
                  </a:lnTo>
                  <a:lnTo>
                    <a:pt x="597" y="100"/>
                  </a:lnTo>
                  <a:lnTo>
                    <a:pt x="599" y="93"/>
                  </a:lnTo>
                  <a:lnTo>
                    <a:pt x="601" y="86"/>
                  </a:lnTo>
                  <a:lnTo>
                    <a:pt x="605" y="80"/>
                  </a:lnTo>
                  <a:lnTo>
                    <a:pt x="608" y="74"/>
                  </a:lnTo>
                  <a:lnTo>
                    <a:pt x="614" y="70"/>
                  </a:lnTo>
                  <a:lnTo>
                    <a:pt x="620" y="66"/>
                  </a:lnTo>
                  <a:lnTo>
                    <a:pt x="628" y="64"/>
                  </a:lnTo>
                  <a:lnTo>
                    <a:pt x="636" y="63"/>
                  </a:lnTo>
                  <a:lnTo>
                    <a:pt x="636" y="63"/>
                  </a:lnTo>
                  <a:lnTo>
                    <a:pt x="643" y="64"/>
                  </a:lnTo>
                  <a:lnTo>
                    <a:pt x="650" y="66"/>
                  </a:lnTo>
                  <a:lnTo>
                    <a:pt x="656" y="70"/>
                  </a:lnTo>
                  <a:lnTo>
                    <a:pt x="662" y="74"/>
                  </a:lnTo>
                  <a:lnTo>
                    <a:pt x="666" y="80"/>
                  </a:lnTo>
                  <a:lnTo>
                    <a:pt x="670" y="86"/>
                  </a:lnTo>
                  <a:lnTo>
                    <a:pt x="672" y="93"/>
                  </a:lnTo>
                  <a:lnTo>
                    <a:pt x="673" y="100"/>
                  </a:lnTo>
                  <a:lnTo>
                    <a:pt x="673" y="100"/>
                  </a:lnTo>
                  <a:lnTo>
                    <a:pt x="672" y="109"/>
                  </a:lnTo>
                  <a:lnTo>
                    <a:pt x="670" y="116"/>
                  </a:lnTo>
                  <a:lnTo>
                    <a:pt x="666" y="122"/>
                  </a:lnTo>
                  <a:lnTo>
                    <a:pt x="662" y="128"/>
                  </a:lnTo>
                  <a:lnTo>
                    <a:pt x="656" y="131"/>
                  </a:lnTo>
                  <a:lnTo>
                    <a:pt x="650" y="135"/>
                  </a:lnTo>
                  <a:lnTo>
                    <a:pt x="643" y="137"/>
                  </a:lnTo>
                  <a:lnTo>
                    <a:pt x="636" y="139"/>
                  </a:lnTo>
                  <a:lnTo>
                    <a:pt x="636" y="139"/>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57" name="Freeform 211"/>
            <p:cNvSpPr>
              <a:spLocks noEditPoints="1"/>
            </p:cNvSpPr>
            <p:nvPr/>
          </p:nvSpPr>
          <p:spPr bwMode="auto">
            <a:xfrm>
              <a:off x="6524033" y="4515503"/>
              <a:ext cx="241640" cy="404813"/>
            </a:xfrm>
            <a:custGeom>
              <a:avLst/>
              <a:gdLst>
                <a:gd name="T0" fmla="*/ 223 w 512"/>
                <a:gd name="T1" fmla="*/ 95 h 766"/>
                <a:gd name="T2" fmla="*/ 159 w 512"/>
                <a:gd name="T3" fmla="*/ 95 h 766"/>
                <a:gd name="T4" fmla="*/ 159 w 512"/>
                <a:gd name="T5" fmla="*/ 160 h 766"/>
                <a:gd name="T6" fmla="*/ 223 w 512"/>
                <a:gd name="T7" fmla="*/ 160 h 766"/>
                <a:gd name="T8" fmla="*/ 223 w 512"/>
                <a:gd name="T9" fmla="*/ 95 h 766"/>
                <a:gd name="T10" fmla="*/ 352 w 512"/>
                <a:gd name="T11" fmla="*/ 95 h 766"/>
                <a:gd name="T12" fmla="*/ 287 w 512"/>
                <a:gd name="T13" fmla="*/ 95 h 766"/>
                <a:gd name="T14" fmla="*/ 287 w 512"/>
                <a:gd name="T15" fmla="*/ 160 h 766"/>
                <a:gd name="T16" fmla="*/ 352 w 512"/>
                <a:gd name="T17" fmla="*/ 160 h 766"/>
                <a:gd name="T18" fmla="*/ 352 w 512"/>
                <a:gd name="T19" fmla="*/ 95 h 766"/>
                <a:gd name="T20" fmla="*/ 448 w 512"/>
                <a:gd name="T21" fmla="*/ 223 h 766"/>
                <a:gd name="T22" fmla="*/ 448 w 512"/>
                <a:gd name="T23" fmla="*/ 0 h 766"/>
                <a:gd name="T24" fmla="*/ 63 w 512"/>
                <a:gd name="T25" fmla="*/ 0 h 766"/>
                <a:gd name="T26" fmla="*/ 63 w 512"/>
                <a:gd name="T27" fmla="*/ 223 h 766"/>
                <a:gd name="T28" fmla="*/ 63 w 512"/>
                <a:gd name="T29" fmla="*/ 223 h 766"/>
                <a:gd name="T30" fmla="*/ 50 w 512"/>
                <a:gd name="T31" fmla="*/ 224 h 766"/>
                <a:gd name="T32" fmla="*/ 39 w 512"/>
                <a:gd name="T33" fmla="*/ 228 h 766"/>
                <a:gd name="T34" fmla="*/ 27 w 512"/>
                <a:gd name="T35" fmla="*/ 234 h 766"/>
                <a:gd name="T36" fmla="*/ 19 w 512"/>
                <a:gd name="T37" fmla="*/ 241 h 766"/>
                <a:gd name="T38" fmla="*/ 10 w 512"/>
                <a:gd name="T39" fmla="*/ 251 h 766"/>
                <a:gd name="T40" fmla="*/ 4 w 512"/>
                <a:gd name="T41" fmla="*/ 262 h 766"/>
                <a:gd name="T42" fmla="*/ 1 w 512"/>
                <a:gd name="T43" fmla="*/ 274 h 766"/>
                <a:gd name="T44" fmla="*/ 0 w 512"/>
                <a:gd name="T45" fmla="*/ 287 h 766"/>
                <a:gd name="T46" fmla="*/ 0 w 512"/>
                <a:gd name="T47" fmla="*/ 703 h 766"/>
                <a:gd name="T48" fmla="*/ 0 w 512"/>
                <a:gd name="T49" fmla="*/ 703 h 766"/>
                <a:gd name="T50" fmla="*/ 1 w 512"/>
                <a:gd name="T51" fmla="*/ 716 h 766"/>
                <a:gd name="T52" fmla="*/ 4 w 512"/>
                <a:gd name="T53" fmla="*/ 728 h 766"/>
                <a:gd name="T54" fmla="*/ 10 w 512"/>
                <a:gd name="T55" fmla="*/ 739 h 766"/>
                <a:gd name="T56" fmla="*/ 19 w 512"/>
                <a:gd name="T57" fmla="*/ 748 h 766"/>
                <a:gd name="T58" fmla="*/ 27 w 512"/>
                <a:gd name="T59" fmla="*/ 756 h 766"/>
                <a:gd name="T60" fmla="*/ 39 w 512"/>
                <a:gd name="T61" fmla="*/ 762 h 766"/>
                <a:gd name="T62" fmla="*/ 50 w 512"/>
                <a:gd name="T63" fmla="*/ 765 h 766"/>
                <a:gd name="T64" fmla="*/ 63 w 512"/>
                <a:gd name="T65" fmla="*/ 766 h 766"/>
                <a:gd name="T66" fmla="*/ 448 w 512"/>
                <a:gd name="T67" fmla="*/ 766 h 766"/>
                <a:gd name="T68" fmla="*/ 448 w 512"/>
                <a:gd name="T69" fmla="*/ 766 h 766"/>
                <a:gd name="T70" fmla="*/ 460 w 512"/>
                <a:gd name="T71" fmla="*/ 765 h 766"/>
                <a:gd name="T72" fmla="*/ 472 w 512"/>
                <a:gd name="T73" fmla="*/ 762 h 766"/>
                <a:gd name="T74" fmla="*/ 483 w 512"/>
                <a:gd name="T75" fmla="*/ 756 h 766"/>
                <a:gd name="T76" fmla="*/ 492 w 512"/>
                <a:gd name="T77" fmla="*/ 748 h 766"/>
                <a:gd name="T78" fmla="*/ 501 w 512"/>
                <a:gd name="T79" fmla="*/ 739 h 766"/>
                <a:gd name="T80" fmla="*/ 507 w 512"/>
                <a:gd name="T81" fmla="*/ 728 h 766"/>
                <a:gd name="T82" fmla="*/ 510 w 512"/>
                <a:gd name="T83" fmla="*/ 716 h 766"/>
                <a:gd name="T84" fmla="*/ 512 w 512"/>
                <a:gd name="T85" fmla="*/ 703 h 766"/>
                <a:gd name="T86" fmla="*/ 512 w 512"/>
                <a:gd name="T87" fmla="*/ 287 h 766"/>
                <a:gd name="T88" fmla="*/ 512 w 512"/>
                <a:gd name="T89" fmla="*/ 287 h 766"/>
                <a:gd name="T90" fmla="*/ 510 w 512"/>
                <a:gd name="T91" fmla="*/ 274 h 766"/>
                <a:gd name="T92" fmla="*/ 507 w 512"/>
                <a:gd name="T93" fmla="*/ 262 h 766"/>
                <a:gd name="T94" fmla="*/ 501 w 512"/>
                <a:gd name="T95" fmla="*/ 251 h 766"/>
                <a:gd name="T96" fmla="*/ 492 w 512"/>
                <a:gd name="T97" fmla="*/ 241 h 766"/>
                <a:gd name="T98" fmla="*/ 483 w 512"/>
                <a:gd name="T99" fmla="*/ 234 h 766"/>
                <a:gd name="T100" fmla="*/ 472 w 512"/>
                <a:gd name="T101" fmla="*/ 228 h 766"/>
                <a:gd name="T102" fmla="*/ 460 w 512"/>
                <a:gd name="T103" fmla="*/ 224 h 766"/>
                <a:gd name="T104" fmla="*/ 448 w 512"/>
                <a:gd name="T105" fmla="*/ 223 h 766"/>
                <a:gd name="T106" fmla="*/ 448 w 512"/>
                <a:gd name="T107" fmla="*/ 223 h 766"/>
                <a:gd name="T108" fmla="*/ 400 w 512"/>
                <a:gd name="T109" fmla="*/ 223 h 766"/>
                <a:gd name="T110" fmla="*/ 111 w 512"/>
                <a:gd name="T111" fmla="*/ 223 h 766"/>
                <a:gd name="T112" fmla="*/ 111 w 512"/>
                <a:gd name="T113" fmla="*/ 47 h 766"/>
                <a:gd name="T114" fmla="*/ 400 w 512"/>
                <a:gd name="T115" fmla="*/ 47 h 766"/>
                <a:gd name="T116" fmla="*/ 400 w 512"/>
                <a:gd name="T117" fmla="*/ 223 h 7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12" h="766">
                  <a:moveTo>
                    <a:pt x="223" y="95"/>
                  </a:moveTo>
                  <a:lnTo>
                    <a:pt x="159" y="95"/>
                  </a:lnTo>
                  <a:lnTo>
                    <a:pt x="159" y="160"/>
                  </a:lnTo>
                  <a:lnTo>
                    <a:pt x="223" y="160"/>
                  </a:lnTo>
                  <a:lnTo>
                    <a:pt x="223" y="95"/>
                  </a:lnTo>
                  <a:close/>
                  <a:moveTo>
                    <a:pt x="352" y="95"/>
                  </a:moveTo>
                  <a:lnTo>
                    <a:pt x="287" y="95"/>
                  </a:lnTo>
                  <a:lnTo>
                    <a:pt x="287" y="160"/>
                  </a:lnTo>
                  <a:lnTo>
                    <a:pt x="352" y="160"/>
                  </a:lnTo>
                  <a:lnTo>
                    <a:pt x="352" y="95"/>
                  </a:lnTo>
                  <a:close/>
                  <a:moveTo>
                    <a:pt x="448" y="223"/>
                  </a:moveTo>
                  <a:lnTo>
                    <a:pt x="448" y="0"/>
                  </a:lnTo>
                  <a:lnTo>
                    <a:pt x="63" y="0"/>
                  </a:lnTo>
                  <a:lnTo>
                    <a:pt x="63" y="223"/>
                  </a:lnTo>
                  <a:lnTo>
                    <a:pt x="63" y="223"/>
                  </a:lnTo>
                  <a:lnTo>
                    <a:pt x="50" y="224"/>
                  </a:lnTo>
                  <a:lnTo>
                    <a:pt x="39" y="228"/>
                  </a:lnTo>
                  <a:lnTo>
                    <a:pt x="27" y="234"/>
                  </a:lnTo>
                  <a:lnTo>
                    <a:pt x="19" y="241"/>
                  </a:lnTo>
                  <a:lnTo>
                    <a:pt x="10" y="251"/>
                  </a:lnTo>
                  <a:lnTo>
                    <a:pt x="4" y="262"/>
                  </a:lnTo>
                  <a:lnTo>
                    <a:pt x="1" y="274"/>
                  </a:lnTo>
                  <a:lnTo>
                    <a:pt x="0" y="287"/>
                  </a:lnTo>
                  <a:lnTo>
                    <a:pt x="0" y="703"/>
                  </a:lnTo>
                  <a:lnTo>
                    <a:pt x="0" y="703"/>
                  </a:lnTo>
                  <a:lnTo>
                    <a:pt x="1" y="716"/>
                  </a:lnTo>
                  <a:lnTo>
                    <a:pt x="4" y="728"/>
                  </a:lnTo>
                  <a:lnTo>
                    <a:pt x="10" y="739"/>
                  </a:lnTo>
                  <a:lnTo>
                    <a:pt x="19" y="748"/>
                  </a:lnTo>
                  <a:lnTo>
                    <a:pt x="27" y="756"/>
                  </a:lnTo>
                  <a:lnTo>
                    <a:pt x="39" y="762"/>
                  </a:lnTo>
                  <a:lnTo>
                    <a:pt x="50" y="765"/>
                  </a:lnTo>
                  <a:lnTo>
                    <a:pt x="63" y="766"/>
                  </a:lnTo>
                  <a:lnTo>
                    <a:pt x="448" y="766"/>
                  </a:lnTo>
                  <a:lnTo>
                    <a:pt x="448" y="766"/>
                  </a:lnTo>
                  <a:lnTo>
                    <a:pt x="460" y="765"/>
                  </a:lnTo>
                  <a:lnTo>
                    <a:pt x="472" y="762"/>
                  </a:lnTo>
                  <a:lnTo>
                    <a:pt x="483" y="756"/>
                  </a:lnTo>
                  <a:lnTo>
                    <a:pt x="492" y="748"/>
                  </a:lnTo>
                  <a:lnTo>
                    <a:pt x="501" y="739"/>
                  </a:lnTo>
                  <a:lnTo>
                    <a:pt x="507" y="728"/>
                  </a:lnTo>
                  <a:lnTo>
                    <a:pt x="510" y="716"/>
                  </a:lnTo>
                  <a:lnTo>
                    <a:pt x="512" y="703"/>
                  </a:lnTo>
                  <a:lnTo>
                    <a:pt x="512" y="287"/>
                  </a:lnTo>
                  <a:lnTo>
                    <a:pt x="512" y="287"/>
                  </a:lnTo>
                  <a:lnTo>
                    <a:pt x="510" y="274"/>
                  </a:lnTo>
                  <a:lnTo>
                    <a:pt x="507" y="262"/>
                  </a:lnTo>
                  <a:lnTo>
                    <a:pt x="501" y="251"/>
                  </a:lnTo>
                  <a:lnTo>
                    <a:pt x="492" y="241"/>
                  </a:lnTo>
                  <a:lnTo>
                    <a:pt x="483" y="234"/>
                  </a:lnTo>
                  <a:lnTo>
                    <a:pt x="472" y="228"/>
                  </a:lnTo>
                  <a:lnTo>
                    <a:pt x="460" y="224"/>
                  </a:lnTo>
                  <a:lnTo>
                    <a:pt x="448" y="223"/>
                  </a:lnTo>
                  <a:lnTo>
                    <a:pt x="448" y="223"/>
                  </a:lnTo>
                  <a:close/>
                  <a:moveTo>
                    <a:pt x="400" y="223"/>
                  </a:moveTo>
                  <a:lnTo>
                    <a:pt x="111" y="223"/>
                  </a:lnTo>
                  <a:lnTo>
                    <a:pt x="111" y="47"/>
                  </a:lnTo>
                  <a:lnTo>
                    <a:pt x="400" y="47"/>
                  </a:lnTo>
                  <a:lnTo>
                    <a:pt x="400" y="223"/>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58" name="Rectangle 57"/>
            <p:cNvSpPr/>
            <p:nvPr/>
          </p:nvSpPr>
          <p:spPr bwMode="ltGray">
            <a:xfrm>
              <a:off x="6324768" y="5279045"/>
              <a:ext cx="2731624" cy="576064"/>
            </a:xfrm>
            <a:prstGeom prst="rect">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grpSp>
          <p:nvGrpSpPr>
            <p:cNvPr id="59" name="Group 58"/>
            <p:cNvGrpSpPr/>
            <p:nvPr/>
          </p:nvGrpSpPr>
          <p:grpSpPr>
            <a:xfrm>
              <a:off x="8895590" y="5193283"/>
              <a:ext cx="747588" cy="747588"/>
              <a:chOff x="3086672" y="4185171"/>
              <a:chExt cx="747588" cy="747588"/>
            </a:xfrm>
          </p:grpSpPr>
          <p:sp>
            <p:nvSpPr>
              <p:cNvPr id="60" name="Oval 59"/>
              <p:cNvSpPr/>
              <p:nvPr/>
            </p:nvSpPr>
            <p:spPr bwMode="ltGray">
              <a:xfrm>
                <a:off x="3086672" y="4185171"/>
                <a:ext cx="747588" cy="747588"/>
              </a:xfrm>
              <a:prstGeom prst="ellipse">
                <a:avLst/>
              </a:prstGeom>
              <a:solidFill>
                <a:schemeClr val="bg1"/>
              </a:solidFill>
              <a:ln w="3810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mj-lt"/>
                </a:endParaRPr>
              </a:p>
            </p:txBody>
          </p:sp>
          <p:sp>
            <p:nvSpPr>
              <p:cNvPr id="61" name="TextBox 60"/>
              <p:cNvSpPr txBox="1"/>
              <p:nvPr/>
            </p:nvSpPr>
            <p:spPr>
              <a:xfrm>
                <a:off x="3109479" y="4284687"/>
                <a:ext cx="696280" cy="307082"/>
              </a:xfrm>
              <a:prstGeom prst="rect">
                <a:avLst/>
              </a:prstGeom>
              <a:noFill/>
            </p:spPr>
            <p:txBody>
              <a:bodyPr wrap="square" lIns="0" tIns="0" rIns="0" bIns="0" rtlCol="0">
                <a:noAutofit/>
              </a:bodyPr>
              <a:lstStyle/>
              <a:p>
                <a:pPr algn="ctr">
                  <a:spcAft>
                    <a:spcPts val="900"/>
                  </a:spcAft>
                </a:pPr>
                <a:r>
                  <a:rPr lang="en-GB" sz="1815" b="1" dirty="0" smtClean="0">
                    <a:solidFill>
                      <a:srgbClr val="1450B8"/>
                    </a:solidFill>
                    <a:latin typeface="+mj-lt"/>
                  </a:rPr>
                  <a:t>04</a:t>
                </a:r>
                <a:endParaRPr lang="en-GB" sz="1815" b="1" dirty="0" smtClean="0">
                  <a:solidFill>
                    <a:srgbClr val="1450B8"/>
                  </a:solidFill>
                  <a:latin typeface="+mj-lt"/>
                </a:endParaRPr>
              </a:p>
            </p:txBody>
          </p:sp>
          <p:sp>
            <p:nvSpPr>
              <p:cNvPr id="62" name="TextBox 61"/>
              <p:cNvSpPr txBox="1"/>
              <p:nvPr/>
            </p:nvSpPr>
            <p:spPr>
              <a:xfrm>
                <a:off x="3109479" y="4599012"/>
                <a:ext cx="696280" cy="307082"/>
              </a:xfrm>
              <a:prstGeom prst="rect">
                <a:avLst/>
              </a:prstGeom>
              <a:noFill/>
            </p:spPr>
            <p:txBody>
              <a:bodyPr wrap="square" lIns="0" tIns="0" rIns="0" bIns="0" rtlCol="0">
                <a:noAutofit/>
              </a:bodyPr>
              <a:lstStyle/>
              <a:p>
                <a:pPr algn="ctr">
                  <a:spcAft>
                    <a:spcPts val="900"/>
                  </a:spcAft>
                </a:pPr>
                <a:r>
                  <a:rPr lang="en-GB" sz="815" dirty="0" smtClean="0">
                    <a:latin typeface="+mj-lt"/>
                  </a:rPr>
                  <a:t>Text here</a:t>
                </a:r>
                <a:endParaRPr lang="en-GB" sz="815" dirty="0" smtClean="0">
                  <a:latin typeface="+mj-lt"/>
                </a:endParaRPr>
              </a:p>
            </p:txBody>
          </p:sp>
        </p:grpSp>
        <p:sp>
          <p:nvSpPr>
            <p:cNvPr id="63" name="Freeform 8"/>
            <p:cNvSpPr>
              <a:spLocks noEditPoints="1"/>
            </p:cNvSpPr>
            <p:nvPr/>
          </p:nvSpPr>
          <p:spPr bwMode="auto">
            <a:xfrm>
              <a:off x="6479175" y="5411051"/>
              <a:ext cx="430212" cy="287338"/>
            </a:xfrm>
            <a:custGeom>
              <a:avLst/>
              <a:gdLst>
                <a:gd name="T0" fmla="*/ 747 w 1356"/>
                <a:gd name="T1" fmla="*/ 10 h 907"/>
                <a:gd name="T2" fmla="*/ 630 w 1356"/>
                <a:gd name="T3" fmla="*/ 1 h 907"/>
                <a:gd name="T4" fmla="*/ 574 w 1356"/>
                <a:gd name="T5" fmla="*/ 66 h 907"/>
                <a:gd name="T6" fmla="*/ 377 w 1356"/>
                <a:gd name="T7" fmla="*/ 100 h 907"/>
                <a:gd name="T8" fmla="*/ 187 w 1356"/>
                <a:gd name="T9" fmla="*/ 215 h 907"/>
                <a:gd name="T10" fmla="*/ 56 w 1356"/>
                <a:gd name="T11" fmla="*/ 391 h 907"/>
                <a:gd name="T12" fmla="*/ 0 w 1356"/>
                <a:gd name="T13" fmla="*/ 609 h 907"/>
                <a:gd name="T14" fmla="*/ 7 w 1356"/>
                <a:gd name="T15" fmla="*/ 829 h 907"/>
                <a:gd name="T16" fmla="*/ 50 w 1356"/>
                <a:gd name="T17" fmla="*/ 896 h 907"/>
                <a:gd name="T18" fmla="*/ 118 w 1356"/>
                <a:gd name="T19" fmla="*/ 904 h 907"/>
                <a:gd name="T20" fmla="*/ 284 w 1356"/>
                <a:gd name="T21" fmla="*/ 794 h 907"/>
                <a:gd name="T22" fmla="*/ 519 w 1356"/>
                <a:gd name="T23" fmla="*/ 629 h 907"/>
                <a:gd name="T24" fmla="*/ 678 w 1356"/>
                <a:gd name="T25" fmla="*/ 596 h 907"/>
                <a:gd name="T26" fmla="*/ 808 w 1356"/>
                <a:gd name="T27" fmla="*/ 618 h 907"/>
                <a:gd name="T28" fmla="*/ 1022 w 1356"/>
                <a:gd name="T29" fmla="*/ 752 h 907"/>
                <a:gd name="T30" fmla="*/ 1228 w 1356"/>
                <a:gd name="T31" fmla="*/ 901 h 907"/>
                <a:gd name="T32" fmla="*/ 1299 w 1356"/>
                <a:gd name="T33" fmla="*/ 899 h 907"/>
                <a:gd name="T34" fmla="*/ 1344 w 1356"/>
                <a:gd name="T35" fmla="*/ 841 h 907"/>
                <a:gd name="T36" fmla="*/ 1356 w 1356"/>
                <a:gd name="T37" fmla="*/ 639 h 907"/>
                <a:gd name="T38" fmla="*/ 1311 w 1356"/>
                <a:gd name="T39" fmla="*/ 416 h 907"/>
                <a:gd name="T40" fmla="*/ 1188 w 1356"/>
                <a:gd name="T41" fmla="*/ 233 h 907"/>
                <a:gd name="T42" fmla="*/ 1005 w 1356"/>
                <a:gd name="T43" fmla="*/ 111 h 907"/>
                <a:gd name="T44" fmla="*/ 782 w 1356"/>
                <a:gd name="T45" fmla="*/ 66 h 907"/>
                <a:gd name="T46" fmla="*/ 366 w 1356"/>
                <a:gd name="T47" fmla="*/ 515 h 907"/>
                <a:gd name="T48" fmla="*/ 338 w 1356"/>
                <a:gd name="T49" fmla="*/ 612 h 907"/>
                <a:gd name="T50" fmla="*/ 295 w 1356"/>
                <a:gd name="T51" fmla="*/ 606 h 907"/>
                <a:gd name="T52" fmla="*/ 265 w 1356"/>
                <a:gd name="T53" fmla="*/ 509 h 907"/>
                <a:gd name="T54" fmla="*/ 170 w 1356"/>
                <a:gd name="T55" fmla="*/ 478 h 907"/>
                <a:gd name="T56" fmla="*/ 143 w 1356"/>
                <a:gd name="T57" fmla="*/ 435 h 907"/>
                <a:gd name="T58" fmla="*/ 206 w 1356"/>
                <a:gd name="T59" fmla="*/ 394 h 907"/>
                <a:gd name="T60" fmla="*/ 274 w 1356"/>
                <a:gd name="T61" fmla="*/ 326 h 907"/>
                <a:gd name="T62" fmla="*/ 315 w 1356"/>
                <a:gd name="T63" fmla="*/ 263 h 907"/>
                <a:gd name="T64" fmla="*/ 358 w 1356"/>
                <a:gd name="T65" fmla="*/ 290 h 907"/>
                <a:gd name="T66" fmla="*/ 385 w 1356"/>
                <a:gd name="T67" fmla="*/ 388 h 907"/>
                <a:gd name="T68" fmla="*/ 487 w 1356"/>
                <a:gd name="T69" fmla="*/ 415 h 907"/>
                <a:gd name="T70" fmla="*/ 492 w 1356"/>
                <a:gd name="T71" fmla="*/ 458 h 907"/>
                <a:gd name="T72" fmla="*/ 908 w 1356"/>
                <a:gd name="T73" fmla="*/ 436 h 907"/>
                <a:gd name="T74" fmla="*/ 839 w 1356"/>
                <a:gd name="T75" fmla="*/ 457 h 907"/>
                <a:gd name="T76" fmla="*/ 805 w 1356"/>
                <a:gd name="T77" fmla="*/ 393 h 907"/>
                <a:gd name="T78" fmla="*/ 861 w 1356"/>
                <a:gd name="T79" fmla="*/ 348 h 907"/>
                <a:gd name="T80" fmla="*/ 917 w 1356"/>
                <a:gd name="T81" fmla="*/ 393 h 907"/>
                <a:gd name="T82" fmla="*/ 912 w 1356"/>
                <a:gd name="T83" fmla="*/ 230 h 907"/>
                <a:gd name="T84" fmla="*/ 983 w 1356"/>
                <a:gd name="T85" fmla="*/ 223 h 907"/>
                <a:gd name="T86" fmla="*/ 998 w 1356"/>
                <a:gd name="T87" fmla="*/ 302 h 907"/>
                <a:gd name="T88" fmla="*/ 930 w 1356"/>
                <a:gd name="T89" fmla="*/ 323 h 907"/>
                <a:gd name="T90" fmla="*/ 895 w 1356"/>
                <a:gd name="T91" fmla="*/ 259 h 907"/>
                <a:gd name="T92" fmla="*/ 1008 w 1356"/>
                <a:gd name="T93" fmla="*/ 541 h 907"/>
                <a:gd name="T94" fmla="*/ 939 w 1356"/>
                <a:gd name="T95" fmla="*/ 520 h 907"/>
                <a:gd name="T96" fmla="*/ 946 w 1356"/>
                <a:gd name="T97" fmla="*/ 448 h 907"/>
                <a:gd name="T98" fmla="*/ 1018 w 1356"/>
                <a:gd name="T99" fmla="*/ 442 h 907"/>
                <a:gd name="T100" fmla="*/ 1033 w 1356"/>
                <a:gd name="T101" fmla="*/ 521 h 907"/>
                <a:gd name="T102" fmla="*/ 1078 w 1356"/>
                <a:gd name="T103" fmla="*/ 412 h 907"/>
                <a:gd name="T104" fmla="*/ 1021 w 1356"/>
                <a:gd name="T105" fmla="*/ 365 h 907"/>
                <a:gd name="T106" fmla="*/ 1056 w 1356"/>
                <a:gd name="T107" fmla="*/ 302 h 907"/>
                <a:gd name="T108" fmla="*/ 1125 w 1356"/>
                <a:gd name="T109" fmla="*/ 324 h 907"/>
                <a:gd name="T110" fmla="*/ 1250 w 1356"/>
                <a:gd name="T111" fmla="*/ 471 h 907"/>
                <a:gd name="T112" fmla="*/ 1182 w 1356"/>
                <a:gd name="T113" fmla="*/ 492 h 907"/>
                <a:gd name="T114" fmla="*/ 1147 w 1356"/>
                <a:gd name="T115" fmla="*/ 428 h 907"/>
                <a:gd name="T116" fmla="*/ 1202 w 1356"/>
                <a:gd name="T117" fmla="*/ 382 h 907"/>
                <a:gd name="T118" fmla="*/ 1259 w 1356"/>
                <a:gd name="T119" fmla="*/ 428 h 9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356" h="907">
                  <a:moveTo>
                    <a:pt x="782" y="66"/>
                  </a:moveTo>
                  <a:lnTo>
                    <a:pt x="778" y="66"/>
                  </a:lnTo>
                  <a:lnTo>
                    <a:pt x="778" y="66"/>
                  </a:lnTo>
                  <a:lnTo>
                    <a:pt x="775" y="52"/>
                  </a:lnTo>
                  <a:lnTo>
                    <a:pt x="771" y="40"/>
                  </a:lnTo>
                  <a:lnTo>
                    <a:pt x="764" y="28"/>
                  </a:lnTo>
                  <a:lnTo>
                    <a:pt x="757" y="18"/>
                  </a:lnTo>
                  <a:lnTo>
                    <a:pt x="747" y="10"/>
                  </a:lnTo>
                  <a:lnTo>
                    <a:pt x="737" y="4"/>
                  </a:lnTo>
                  <a:lnTo>
                    <a:pt x="726" y="1"/>
                  </a:lnTo>
                  <a:lnTo>
                    <a:pt x="721" y="0"/>
                  </a:lnTo>
                  <a:lnTo>
                    <a:pt x="715" y="0"/>
                  </a:lnTo>
                  <a:lnTo>
                    <a:pt x="641" y="0"/>
                  </a:lnTo>
                  <a:lnTo>
                    <a:pt x="641" y="0"/>
                  </a:lnTo>
                  <a:lnTo>
                    <a:pt x="635" y="0"/>
                  </a:lnTo>
                  <a:lnTo>
                    <a:pt x="630" y="1"/>
                  </a:lnTo>
                  <a:lnTo>
                    <a:pt x="619" y="4"/>
                  </a:lnTo>
                  <a:lnTo>
                    <a:pt x="608" y="10"/>
                  </a:lnTo>
                  <a:lnTo>
                    <a:pt x="599" y="18"/>
                  </a:lnTo>
                  <a:lnTo>
                    <a:pt x="592" y="28"/>
                  </a:lnTo>
                  <a:lnTo>
                    <a:pt x="585" y="40"/>
                  </a:lnTo>
                  <a:lnTo>
                    <a:pt x="581" y="52"/>
                  </a:lnTo>
                  <a:lnTo>
                    <a:pt x="578" y="66"/>
                  </a:lnTo>
                  <a:lnTo>
                    <a:pt x="574" y="66"/>
                  </a:lnTo>
                  <a:lnTo>
                    <a:pt x="574" y="66"/>
                  </a:lnTo>
                  <a:lnTo>
                    <a:pt x="545" y="67"/>
                  </a:lnTo>
                  <a:lnTo>
                    <a:pt x="516" y="69"/>
                  </a:lnTo>
                  <a:lnTo>
                    <a:pt x="487" y="72"/>
                  </a:lnTo>
                  <a:lnTo>
                    <a:pt x="458" y="77"/>
                  </a:lnTo>
                  <a:lnTo>
                    <a:pt x="430" y="84"/>
                  </a:lnTo>
                  <a:lnTo>
                    <a:pt x="403" y="92"/>
                  </a:lnTo>
                  <a:lnTo>
                    <a:pt x="377" y="100"/>
                  </a:lnTo>
                  <a:lnTo>
                    <a:pt x="351" y="111"/>
                  </a:lnTo>
                  <a:lnTo>
                    <a:pt x="325" y="122"/>
                  </a:lnTo>
                  <a:lnTo>
                    <a:pt x="300" y="135"/>
                  </a:lnTo>
                  <a:lnTo>
                    <a:pt x="276" y="149"/>
                  </a:lnTo>
                  <a:lnTo>
                    <a:pt x="254" y="164"/>
                  </a:lnTo>
                  <a:lnTo>
                    <a:pt x="231" y="180"/>
                  </a:lnTo>
                  <a:lnTo>
                    <a:pt x="209" y="196"/>
                  </a:lnTo>
                  <a:lnTo>
                    <a:pt x="187" y="215"/>
                  </a:lnTo>
                  <a:lnTo>
                    <a:pt x="168" y="233"/>
                  </a:lnTo>
                  <a:lnTo>
                    <a:pt x="149" y="254"/>
                  </a:lnTo>
                  <a:lnTo>
                    <a:pt x="131" y="274"/>
                  </a:lnTo>
                  <a:lnTo>
                    <a:pt x="114" y="296"/>
                  </a:lnTo>
                  <a:lnTo>
                    <a:pt x="97" y="319"/>
                  </a:lnTo>
                  <a:lnTo>
                    <a:pt x="83" y="341"/>
                  </a:lnTo>
                  <a:lnTo>
                    <a:pt x="69" y="366"/>
                  </a:lnTo>
                  <a:lnTo>
                    <a:pt x="56" y="391"/>
                  </a:lnTo>
                  <a:lnTo>
                    <a:pt x="44" y="416"/>
                  </a:lnTo>
                  <a:lnTo>
                    <a:pt x="35" y="442"/>
                  </a:lnTo>
                  <a:lnTo>
                    <a:pt x="26" y="469"/>
                  </a:lnTo>
                  <a:lnTo>
                    <a:pt x="17" y="496"/>
                  </a:lnTo>
                  <a:lnTo>
                    <a:pt x="12" y="524"/>
                  </a:lnTo>
                  <a:lnTo>
                    <a:pt x="6" y="552"/>
                  </a:lnTo>
                  <a:lnTo>
                    <a:pt x="3" y="580"/>
                  </a:lnTo>
                  <a:lnTo>
                    <a:pt x="0" y="609"/>
                  </a:lnTo>
                  <a:lnTo>
                    <a:pt x="0" y="639"/>
                  </a:lnTo>
                  <a:lnTo>
                    <a:pt x="0" y="753"/>
                  </a:lnTo>
                  <a:lnTo>
                    <a:pt x="0" y="753"/>
                  </a:lnTo>
                  <a:lnTo>
                    <a:pt x="0" y="771"/>
                  </a:lnTo>
                  <a:lnTo>
                    <a:pt x="1" y="787"/>
                  </a:lnTo>
                  <a:lnTo>
                    <a:pt x="3" y="802"/>
                  </a:lnTo>
                  <a:lnTo>
                    <a:pt x="5" y="816"/>
                  </a:lnTo>
                  <a:lnTo>
                    <a:pt x="7" y="829"/>
                  </a:lnTo>
                  <a:lnTo>
                    <a:pt x="11" y="841"/>
                  </a:lnTo>
                  <a:lnTo>
                    <a:pt x="15" y="852"/>
                  </a:lnTo>
                  <a:lnTo>
                    <a:pt x="19" y="861"/>
                  </a:lnTo>
                  <a:lnTo>
                    <a:pt x="25" y="870"/>
                  </a:lnTo>
                  <a:lnTo>
                    <a:pt x="30" y="878"/>
                  </a:lnTo>
                  <a:lnTo>
                    <a:pt x="37" y="885"/>
                  </a:lnTo>
                  <a:lnTo>
                    <a:pt x="43" y="891"/>
                  </a:lnTo>
                  <a:lnTo>
                    <a:pt x="50" y="896"/>
                  </a:lnTo>
                  <a:lnTo>
                    <a:pt x="57" y="899"/>
                  </a:lnTo>
                  <a:lnTo>
                    <a:pt x="65" y="902"/>
                  </a:lnTo>
                  <a:lnTo>
                    <a:pt x="73" y="905"/>
                  </a:lnTo>
                  <a:lnTo>
                    <a:pt x="81" y="907"/>
                  </a:lnTo>
                  <a:lnTo>
                    <a:pt x="90" y="907"/>
                  </a:lnTo>
                  <a:lnTo>
                    <a:pt x="100" y="907"/>
                  </a:lnTo>
                  <a:lnTo>
                    <a:pt x="108" y="906"/>
                  </a:lnTo>
                  <a:lnTo>
                    <a:pt x="118" y="904"/>
                  </a:lnTo>
                  <a:lnTo>
                    <a:pt x="128" y="901"/>
                  </a:lnTo>
                  <a:lnTo>
                    <a:pt x="148" y="894"/>
                  </a:lnTo>
                  <a:lnTo>
                    <a:pt x="170" y="884"/>
                  </a:lnTo>
                  <a:lnTo>
                    <a:pt x="191" y="871"/>
                  </a:lnTo>
                  <a:lnTo>
                    <a:pt x="213" y="855"/>
                  </a:lnTo>
                  <a:lnTo>
                    <a:pt x="235" y="838"/>
                  </a:lnTo>
                  <a:lnTo>
                    <a:pt x="235" y="838"/>
                  </a:lnTo>
                  <a:lnTo>
                    <a:pt x="284" y="794"/>
                  </a:lnTo>
                  <a:lnTo>
                    <a:pt x="334" y="752"/>
                  </a:lnTo>
                  <a:lnTo>
                    <a:pt x="359" y="732"/>
                  </a:lnTo>
                  <a:lnTo>
                    <a:pt x="384" y="711"/>
                  </a:lnTo>
                  <a:lnTo>
                    <a:pt x="410" y="693"/>
                  </a:lnTo>
                  <a:lnTo>
                    <a:pt x="436" y="674"/>
                  </a:lnTo>
                  <a:lnTo>
                    <a:pt x="463" y="658"/>
                  </a:lnTo>
                  <a:lnTo>
                    <a:pt x="491" y="643"/>
                  </a:lnTo>
                  <a:lnTo>
                    <a:pt x="519" y="629"/>
                  </a:lnTo>
                  <a:lnTo>
                    <a:pt x="548" y="618"/>
                  </a:lnTo>
                  <a:lnTo>
                    <a:pt x="579" y="608"/>
                  </a:lnTo>
                  <a:lnTo>
                    <a:pt x="595" y="605"/>
                  </a:lnTo>
                  <a:lnTo>
                    <a:pt x="611" y="602"/>
                  </a:lnTo>
                  <a:lnTo>
                    <a:pt x="628" y="600"/>
                  </a:lnTo>
                  <a:lnTo>
                    <a:pt x="644" y="598"/>
                  </a:lnTo>
                  <a:lnTo>
                    <a:pt x="661" y="596"/>
                  </a:lnTo>
                  <a:lnTo>
                    <a:pt x="678" y="596"/>
                  </a:lnTo>
                  <a:lnTo>
                    <a:pt x="678" y="596"/>
                  </a:lnTo>
                  <a:lnTo>
                    <a:pt x="695" y="596"/>
                  </a:lnTo>
                  <a:lnTo>
                    <a:pt x="712" y="598"/>
                  </a:lnTo>
                  <a:lnTo>
                    <a:pt x="728" y="600"/>
                  </a:lnTo>
                  <a:lnTo>
                    <a:pt x="745" y="602"/>
                  </a:lnTo>
                  <a:lnTo>
                    <a:pt x="761" y="605"/>
                  </a:lnTo>
                  <a:lnTo>
                    <a:pt x="776" y="608"/>
                  </a:lnTo>
                  <a:lnTo>
                    <a:pt x="808" y="618"/>
                  </a:lnTo>
                  <a:lnTo>
                    <a:pt x="837" y="629"/>
                  </a:lnTo>
                  <a:lnTo>
                    <a:pt x="865" y="643"/>
                  </a:lnTo>
                  <a:lnTo>
                    <a:pt x="893" y="658"/>
                  </a:lnTo>
                  <a:lnTo>
                    <a:pt x="919" y="674"/>
                  </a:lnTo>
                  <a:lnTo>
                    <a:pt x="946" y="693"/>
                  </a:lnTo>
                  <a:lnTo>
                    <a:pt x="972" y="711"/>
                  </a:lnTo>
                  <a:lnTo>
                    <a:pt x="997" y="732"/>
                  </a:lnTo>
                  <a:lnTo>
                    <a:pt x="1022" y="752"/>
                  </a:lnTo>
                  <a:lnTo>
                    <a:pt x="1071" y="794"/>
                  </a:lnTo>
                  <a:lnTo>
                    <a:pt x="1121" y="838"/>
                  </a:lnTo>
                  <a:lnTo>
                    <a:pt x="1121" y="838"/>
                  </a:lnTo>
                  <a:lnTo>
                    <a:pt x="1143" y="855"/>
                  </a:lnTo>
                  <a:lnTo>
                    <a:pt x="1164" y="871"/>
                  </a:lnTo>
                  <a:lnTo>
                    <a:pt x="1186" y="884"/>
                  </a:lnTo>
                  <a:lnTo>
                    <a:pt x="1208" y="894"/>
                  </a:lnTo>
                  <a:lnTo>
                    <a:pt x="1228" y="901"/>
                  </a:lnTo>
                  <a:lnTo>
                    <a:pt x="1238" y="904"/>
                  </a:lnTo>
                  <a:lnTo>
                    <a:pt x="1248" y="906"/>
                  </a:lnTo>
                  <a:lnTo>
                    <a:pt x="1256" y="907"/>
                  </a:lnTo>
                  <a:lnTo>
                    <a:pt x="1266" y="907"/>
                  </a:lnTo>
                  <a:lnTo>
                    <a:pt x="1275" y="907"/>
                  </a:lnTo>
                  <a:lnTo>
                    <a:pt x="1283" y="905"/>
                  </a:lnTo>
                  <a:lnTo>
                    <a:pt x="1291" y="902"/>
                  </a:lnTo>
                  <a:lnTo>
                    <a:pt x="1299" y="899"/>
                  </a:lnTo>
                  <a:lnTo>
                    <a:pt x="1306" y="896"/>
                  </a:lnTo>
                  <a:lnTo>
                    <a:pt x="1313" y="891"/>
                  </a:lnTo>
                  <a:lnTo>
                    <a:pt x="1319" y="885"/>
                  </a:lnTo>
                  <a:lnTo>
                    <a:pt x="1326" y="878"/>
                  </a:lnTo>
                  <a:lnTo>
                    <a:pt x="1331" y="870"/>
                  </a:lnTo>
                  <a:lnTo>
                    <a:pt x="1337" y="861"/>
                  </a:lnTo>
                  <a:lnTo>
                    <a:pt x="1341" y="852"/>
                  </a:lnTo>
                  <a:lnTo>
                    <a:pt x="1344" y="841"/>
                  </a:lnTo>
                  <a:lnTo>
                    <a:pt x="1349" y="829"/>
                  </a:lnTo>
                  <a:lnTo>
                    <a:pt x="1351" y="816"/>
                  </a:lnTo>
                  <a:lnTo>
                    <a:pt x="1353" y="802"/>
                  </a:lnTo>
                  <a:lnTo>
                    <a:pt x="1355" y="787"/>
                  </a:lnTo>
                  <a:lnTo>
                    <a:pt x="1356" y="771"/>
                  </a:lnTo>
                  <a:lnTo>
                    <a:pt x="1356" y="753"/>
                  </a:lnTo>
                  <a:lnTo>
                    <a:pt x="1356" y="639"/>
                  </a:lnTo>
                  <a:lnTo>
                    <a:pt x="1356" y="639"/>
                  </a:lnTo>
                  <a:lnTo>
                    <a:pt x="1355" y="609"/>
                  </a:lnTo>
                  <a:lnTo>
                    <a:pt x="1353" y="580"/>
                  </a:lnTo>
                  <a:lnTo>
                    <a:pt x="1350" y="552"/>
                  </a:lnTo>
                  <a:lnTo>
                    <a:pt x="1344" y="524"/>
                  </a:lnTo>
                  <a:lnTo>
                    <a:pt x="1338" y="496"/>
                  </a:lnTo>
                  <a:lnTo>
                    <a:pt x="1330" y="469"/>
                  </a:lnTo>
                  <a:lnTo>
                    <a:pt x="1322" y="442"/>
                  </a:lnTo>
                  <a:lnTo>
                    <a:pt x="1311" y="416"/>
                  </a:lnTo>
                  <a:lnTo>
                    <a:pt x="1300" y="391"/>
                  </a:lnTo>
                  <a:lnTo>
                    <a:pt x="1287" y="366"/>
                  </a:lnTo>
                  <a:lnTo>
                    <a:pt x="1273" y="341"/>
                  </a:lnTo>
                  <a:lnTo>
                    <a:pt x="1259" y="319"/>
                  </a:lnTo>
                  <a:lnTo>
                    <a:pt x="1242" y="296"/>
                  </a:lnTo>
                  <a:lnTo>
                    <a:pt x="1225" y="274"/>
                  </a:lnTo>
                  <a:lnTo>
                    <a:pt x="1207" y="254"/>
                  </a:lnTo>
                  <a:lnTo>
                    <a:pt x="1188" y="233"/>
                  </a:lnTo>
                  <a:lnTo>
                    <a:pt x="1168" y="215"/>
                  </a:lnTo>
                  <a:lnTo>
                    <a:pt x="1147" y="196"/>
                  </a:lnTo>
                  <a:lnTo>
                    <a:pt x="1125" y="180"/>
                  </a:lnTo>
                  <a:lnTo>
                    <a:pt x="1103" y="164"/>
                  </a:lnTo>
                  <a:lnTo>
                    <a:pt x="1080" y="149"/>
                  </a:lnTo>
                  <a:lnTo>
                    <a:pt x="1056" y="135"/>
                  </a:lnTo>
                  <a:lnTo>
                    <a:pt x="1031" y="122"/>
                  </a:lnTo>
                  <a:lnTo>
                    <a:pt x="1005" y="111"/>
                  </a:lnTo>
                  <a:lnTo>
                    <a:pt x="979" y="100"/>
                  </a:lnTo>
                  <a:lnTo>
                    <a:pt x="953" y="92"/>
                  </a:lnTo>
                  <a:lnTo>
                    <a:pt x="925" y="84"/>
                  </a:lnTo>
                  <a:lnTo>
                    <a:pt x="898" y="77"/>
                  </a:lnTo>
                  <a:lnTo>
                    <a:pt x="869" y="72"/>
                  </a:lnTo>
                  <a:lnTo>
                    <a:pt x="840" y="69"/>
                  </a:lnTo>
                  <a:lnTo>
                    <a:pt x="811" y="67"/>
                  </a:lnTo>
                  <a:lnTo>
                    <a:pt x="782" y="66"/>
                  </a:lnTo>
                  <a:lnTo>
                    <a:pt x="782" y="66"/>
                  </a:lnTo>
                  <a:close/>
                  <a:moveTo>
                    <a:pt x="434" y="486"/>
                  </a:moveTo>
                  <a:lnTo>
                    <a:pt x="393" y="486"/>
                  </a:lnTo>
                  <a:lnTo>
                    <a:pt x="393" y="486"/>
                  </a:lnTo>
                  <a:lnTo>
                    <a:pt x="388" y="495"/>
                  </a:lnTo>
                  <a:lnTo>
                    <a:pt x="382" y="502"/>
                  </a:lnTo>
                  <a:lnTo>
                    <a:pt x="374" y="509"/>
                  </a:lnTo>
                  <a:lnTo>
                    <a:pt x="366" y="515"/>
                  </a:lnTo>
                  <a:lnTo>
                    <a:pt x="366" y="553"/>
                  </a:lnTo>
                  <a:lnTo>
                    <a:pt x="366" y="553"/>
                  </a:lnTo>
                  <a:lnTo>
                    <a:pt x="365" y="566"/>
                  </a:lnTo>
                  <a:lnTo>
                    <a:pt x="362" y="578"/>
                  </a:lnTo>
                  <a:lnTo>
                    <a:pt x="358" y="589"/>
                  </a:lnTo>
                  <a:lnTo>
                    <a:pt x="352" y="599"/>
                  </a:lnTo>
                  <a:lnTo>
                    <a:pt x="346" y="606"/>
                  </a:lnTo>
                  <a:lnTo>
                    <a:pt x="338" y="612"/>
                  </a:lnTo>
                  <a:lnTo>
                    <a:pt x="329" y="616"/>
                  </a:lnTo>
                  <a:lnTo>
                    <a:pt x="325" y="617"/>
                  </a:lnTo>
                  <a:lnTo>
                    <a:pt x="320" y="617"/>
                  </a:lnTo>
                  <a:lnTo>
                    <a:pt x="320" y="617"/>
                  </a:lnTo>
                  <a:lnTo>
                    <a:pt x="315" y="617"/>
                  </a:lnTo>
                  <a:lnTo>
                    <a:pt x="311" y="616"/>
                  </a:lnTo>
                  <a:lnTo>
                    <a:pt x="302" y="612"/>
                  </a:lnTo>
                  <a:lnTo>
                    <a:pt x="295" y="606"/>
                  </a:lnTo>
                  <a:lnTo>
                    <a:pt x="287" y="599"/>
                  </a:lnTo>
                  <a:lnTo>
                    <a:pt x="282" y="589"/>
                  </a:lnTo>
                  <a:lnTo>
                    <a:pt x="277" y="578"/>
                  </a:lnTo>
                  <a:lnTo>
                    <a:pt x="275" y="566"/>
                  </a:lnTo>
                  <a:lnTo>
                    <a:pt x="274" y="553"/>
                  </a:lnTo>
                  <a:lnTo>
                    <a:pt x="274" y="515"/>
                  </a:lnTo>
                  <a:lnTo>
                    <a:pt x="274" y="515"/>
                  </a:lnTo>
                  <a:lnTo>
                    <a:pt x="265" y="509"/>
                  </a:lnTo>
                  <a:lnTo>
                    <a:pt x="258" y="502"/>
                  </a:lnTo>
                  <a:lnTo>
                    <a:pt x="251" y="495"/>
                  </a:lnTo>
                  <a:lnTo>
                    <a:pt x="246" y="486"/>
                  </a:lnTo>
                  <a:lnTo>
                    <a:pt x="206" y="486"/>
                  </a:lnTo>
                  <a:lnTo>
                    <a:pt x="206" y="486"/>
                  </a:lnTo>
                  <a:lnTo>
                    <a:pt x="193" y="485"/>
                  </a:lnTo>
                  <a:lnTo>
                    <a:pt x="181" y="482"/>
                  </a:lnTo>
                  <a:lnTo>
                    <a:pt x="170" y="478"/>
                  </a:lnTo>
                  <a:lnTo>
                    <a:pt x="161" y="472"/>
                  </a:lnTo>
                  <a:lnTo>
                    <a:pt x="153" y="466"/>
                  </a:lnTo>
                  <a:lnTo>
                    <a:pt x="147" y="458"/>
                  </a:lnTo>
                  <a:lnTo>
                    <a:pt x="144" y="449"/>
                  </a:lnTo>
                  <a:lnTo>
                    <a:pt x="143" y="445"/>
                  </a:lnTo>
                  <a:lnTo>
                    <a:pt x="142" y="440"/>
                  </a:lnTo>
                  <a:lnTo>
                    <a:pt x="142" y="440"/>
                  </a:lnTo>
                  <a:lnTo>
                    <a:pt x="143" y="435"/>
                  </a:lnTo>
                  <a:lnTo>
                    <a:pt x="144" y="431"/>
                  </a:lnTo>
                  <a:lnTo>
                    <a:pt x="147" y="422"/>
                  </a:lnTo>
                  <a:lnTo>
                    <a:pt x="153" y="415"/>
                  </a:lnTo>
                  <a:lnTo>
                    <a:pt x="161" y="407"/>
                  </a:lnTo>
                  <a:lnTo>
                    <a:pt x="170" y="402"/>
                  </a:lnTo>
                  <a:lnTo>
                    <a:pt x="181" y="398"/>
                  </a:lnTo>
                  <a:lnTo>
                    <a:pt x="193" y="395"/>
                  </a:lnTo>
                  <a:lnTo>
                    <a:pt x="206" y="394"/>
                  </a:lnTo>
                  <a:lnTo>
                    <a:pt x="250" y="394"/>
                  </a:lnTo>
                  <a:lnTo>
                    <a:pt x="250" y="394"/>
                  </a:lnTo>
                  <a:lnTo>
                    <a:pt x="256" y="388"/>
                  </a:lnTo>
                  <a:lnTo>
                    <a:pt x="261" y="382"/>
                  </a:lnTo>
                  <a:lnTo>
                    <a:pt x="268" y="377"/>
                  </a:lnTo>
                  <a:lnTo>
                    <a:pt x="274" y="372"/>
                  </a:lnTo>
                  <a:lnTo>
                    <a:pt x="274" y="326"/>
                  </a:lnTo>
                  <a:lnTo>
                    <a:pt x="274" y="326"/>
                  </a:lnTo>
                  <a:lnTo>
                    <a:pt x="275" y="313"/>
                  </a:lnTo>
                  <a:lnTo>
                    <a:pt x="277" y="301"/>
                  </a:lnTo>
                  <a:lnTo>
                    <a:pt x="282" y="290"/>
                  </a:lnTo>
                  <a:lnTo>
                    <a:pt x="287" y="282"/>
                  </a:lnTo>
                  <a:lnTo>
                    <a:pt x="295" y="274"/>
                  </a:lnTo>
                  <a:lnTo>
                    <a:pt x="302" y="268"/>
                  </a:lnTo>
                  <a:lnTo>
                    <a:pt x="311" y="265"/>
                  </a:lnTo>
                  <a:lnTo>
                    <a:pt x="315" y="263"/>
                  </a:lnTo>
                  <a:lnTo>
                    <a:pt x="320" y="262"/>
                  </a:lnTo>
                  <a:lnTo>
                    <a:pt x="320" y="262"/>
                  </a:lnTo>
                  <a:lnTo>
                    <a:pt x="325" y="263"/>
                  </a:lnTo>
                  <a:lnTo>
                    <a:pt x="329" y="265"/>
                  </a:lnTo>
                  <a:lnTo>
                    <a:pt x="338" y="268"/>
                  </a:lnTo>
                  <a:lnTo>
                    <a:pt x="346" y="274"/>
                  </a:lnTo>
                  <a:lnTo>
                    <a:pt x="352" y="282"/>
                  </a:lnTo>
                  <a:lnTo>
                    <a:pt x="358" y="290"/>
                  </a:lnTo>
                  <a:lnTo>
                    <a:pt x="362" y="301"/>
                  </a:lnTo>
                  <a:lnTo>
                    <a:pt x="365" y="313"/>
                  </a:lnTo>
                  <a:lnTo>
                    <a:pt x="366" y="326"/>
                  </a:lnTo>
                  <a:lnTo>
                    <a:pt x="366" y="372"/>
                  </a:lnTo>
                  <a:lnTo>
                    <a:pt x="366" y="372"/>
                  </a:lnTo>
                  <a:lnTo>
                    <a:pt x="373" y="377"/>
                  </a:lnTo>
                  <a:lnTo>
                    <a:pt x="378" y="382"/>
                  </a:lnTo>
                  <a:lnTo>
                    <a:pt x="385" y="388"/>
                  </a:lnTo>
                  <a:lnTo>
                    <a:pt x="389" y="394"/>
                  </a:lnTo>
                  <a:lnTo>
                    <a:pt x="434" y="394"/>
                  </a:lnTo>
                  <a:lnTo>
                    <a:pt x="434" y="394"/>
                  </a:lnTo>
                  <a:lnTo>
                    <a:pt x="447" y="395"/>
                  </a:lnTo>
                  <a:lnTo>
                    <a:pt x="458" y="398"/>
                  </a:lnTo>
                  <a:lnTo>
                    <a:pt x="469" y="402"/>
                  </a:lnTo>
                  <a:lnTo>
                    <a:pt x="479" y="407"/>
                  </a:lnTo>
                  <a:lnTo>
                    <a:pt x="487" y="415"/>
                  </a:lnTo>
                  <a:lnTo>
                    <a:pt x="492" y="422"/>
                  </a:lnTo>
                  <a:lnTo>
                    <a:pt x="496" y="431"/>
                  </a:lnTo>
                  <a:lnTo>
                    <a:pt x="498" y="435"/>
                  </a:lnTo>
                  <a:lnTo>
                    <a:pt x="498" y="440"/>
                  </a:lnTo>
                  <a:lnTo>
                    <a:pt x="498" y="440"/>
                  </a:lnTo>
                  <a:lnTo>
                    <a:pt x="498" y="445"/>
                  </a:lnTo>
                  <a:lnTo>
                    <a:pt x="496" y="449"/>
                  </a:lnTo>
                  <a:lnTo>
                    <a:pt x="492" y="458"/>
                  </a:lnTo>
                  <a:lnTo>
                    <a:pt x="487" y="466"/>
                  </a:lnTo>
                  <a:lnTo>
                    <a:pt x="479" y="472"/>
                  </a:lnTo>
                  <a:lnTo>
                    <a:pt x="469" y="478"/>
                  </a:lnTo>
                  <a:lnTo>
                    <a:pt x="458" y="482"/>
                  </a:lnTo>
                  <a:lnTo>
                    <a:pt x="447" y="485"/>
                  </a:lnTo>
                  <a:lnTo>
                    <a:pt x="434" y="486"/>
                  </a:lnTo>
                  <a:lnTo>
                    <a:pt x="434" y="486"/>
                  </a:lnTo>
                  <a:close/>
                  <a:moveTo>
                    <a:pt x="908" y="436"/>
                  </a:moveTo>
                  <a:lnTo>
                    <a:pt x="908" y="436"/>
                  </a:lnTo>
                  <a:lnTo>
                    <a:pt x="901" y="445"/>
                  </a:lnTo>
                  <a:lnTo>
                    <a:pt x="892" y="452"/>
                  </a:lnTo>
                  <a:lnTo>
                    <a:pt x="882" y="457"/>
                  </a:lnTo>
                  <a:lnTo>
                    <a:pt x="872" y="460"/>
                  </a:lnTo>
                  <a:lnTo>
                    <a:pt x="861" y="461"/>
                  </a:lnTo>
                  <a:lnTo>
                    <a:pt x="850" y="460"/>
                  </a:lnTo>
                  <a:lnTo>
                    <a:pt x="839" y="457"/>
                  </a:lnTo>
                  <a:lnTo>
                    <a:pt x="829" y="452"/>
                  </a:lnTo>
                  <a:lnTo>
                    <a:pt x="829" y="452"/>
                  </a:lnTo>
                  <a:lnTo>
                    <a:pt x="821" y="444"/>
                  </a:lnTo>
                  <a:lnTo>
                    <a:pt x="813" y="435"/>
                  </a:lnTo>
                  <a:lnTo>
                    <a:pt x="809" y="426"/>
                  </a:lnTo>
                  <a:lnTo>
                    <a:pt x="805" y="416"/>
                  </a:lnTo>
                  <a:lnTo>
                    <a:pt x="804" y="405"/>
                  </a:lnTo>
                  <a:lnTo>
                    <a:pt x="805" y="393"/>
                  </a:lnTo>
                  <a:lnTo>
                    <a:pt x="809" y="383"/>
                  </a:lnTo>
                  <a:lnTo>
                    <a:pt x="814" y="373"/>
                  </a:lnTo>
                  <a:lnTo>
                    <a:pt x="814" y="373"/>
                  </a:lnTo>
                  <a:lnTo>
                    <a:pt x="822" y="364"/>
                  </a:lnTo>
                  <a:lnTo>
                    <a:pt x="830" y="358"/>
                  </a:lnTo>
                  <a:lnTo>
                    <a:pt x="840" y="352"/>
                  </a:lnTo>
                  <a:lnTo>
                    <a:pt x="850" y="349"/>
                  </a:lnTo>
                  <a:lnTo>
                    <a:pt x="861" y="348"/>
                  </a:lnTo>
                  <a:lnTo>
                    <a:pt x="872" y="349"/>
                  </a:lnTo>
                  <a:lnTo>
                    <a:pt x="882" y="352"/>
                  </a:lnTo>
                  <a:lnTo>
                    <a:pt x="892" y="358"/>
                  </a:lnTo>
                  <a:lnTo>
                    <a:pt x="892" y="358"/>
                  </a:lnTo>
                  <a:lnTo>
                    <a:pt x="902" y="365"/>
                  </a:lnTo>
                  <a:lnTo>
                    <a:pt x="908" y="374"/>
                  </a:lnTo>
                  <a:lnTo>
                    <a:pt x="914" y="383"/>
                  </a:lnTo>
                  <a:lnTo>
                    <a:pt x="917" y="393"/>
                  </a:lnTo>
                  <a:lnTo>
                    <a:pt x="918" y="405"/>
                  </a:lnTo>
                  <a:lnTo>
                    <a:pt x="917" y="416"/>
                  </a:lnTo>
                  <a:lnTo>
                    <a:pt x="914" y="426"/>
                  </a:lnTo>
                  <a:lnTo>
                    <a:pt x="908" y="436"/>
                  </a:lnTo>
                  <a:lnTo>
                    <a:pt x="908" y="436"/>
                  </a:lnTo>
                  <a:close/>
                  <a:moveTo>
                    <a:pt x="904" y="239"/>
                  </a:moveTo>
                  <a:lnTo>
                    <a:pt x="904" y="239"/>
                  </a:lnTo>
                  <a:lnTo>
                    <a:pt x="912" y="230"/>
                  </a:lnTo>
                  <a:lnTo>
                    <a:pt x="920" y="222"/>
                  </a:lnTo>
                  <a:lnTo>
                    <a:pt x="930" y="218"/>
                  </a:lnTo>
                  <a:lnTo>
                    <a:pt x="941" y="215"/>
                  </a:lnTo>
                  <a:lnTo>
                    <a:pt x="952" y="214"/>
                  </a:lnTo>
                  <a:lnTo>
                    <a:pt x="963" y="215"/>
                  </a:lnTo>
                  <a:lnTo>
                    <a:pt x="973" y="218"/>
                  </a:lnTo>
                  <a:lnTo>
                    <a:pt x="983" y="223"/>
                  </a:lnTo>
                  <a:lnTo>
                    <a:pt x="983" y="223"/>
                  </a:lnTo>
                  <a:lnTo>
                    <a:pt x="992" y="231"/>
                  </a:lnTo>
                  <a:lnTo>
                    <a:pt x="1000" y="240"/>
                  </a:lnTo>
                  <a:lnTo>
                    <a:pt x="1004" y="249"/>
                  </a:lnTo>
                  <a:lnTo>
                    <a:pt x="1007" y="259"/>
                  </a:lnTo>
                  <a:lnTo>
                    <a:pt x="1008" y="270"/>
                  </a:lnTo>
                  <a:lnTo>
                    <a:pt x="1007" y="281"/>
                  </a:lnTo>
                  <a:lnTo>
                    <a:pt x="1004" y="292"/>
                  </a:lnTo>
                  <a:lnTo>
                    <a:pt x="998" y="302"/>
                  </a:lnTo>
                  <a:lnTo>
                    <a:pt x="998" y="302"/>
                  </a:lnTo>
                  <a:lnTo>
                    <a:pt x="991" y="311"/>
                  </a:lnTo>
                  <a:lnTo>
                    <a:pt x="982" y="318"/>
                  </a:lnTo>
                  <a:lnTo>
                    <a:pt x="972" y="323"/>
                  </a:lnTo>
                  <a:lnTo>
                    <a:pt x="963" y="326"/>
                  </a:lnTo>
                  <a:lnTo>
                    <a:pt x="952" y="327"/>
                  </a:lnTo>
                  <a:lnTo>
                    <a:pt x="941" y="326"/>
                  </a:lnTo>
                  <a:lnTo>
                    <a:pt x="930" y="323"/>
                  </a:lnTo>
                  <a:lnTo>
                    <a:pt x="920" y="318"/>
                  </a:lnTo>
                  <a:lnTo>
                    <a:pt x="920" y="318"/>
                  </a:lnTo>
                  <a:lnTo>
                    <a:pt x="911" y="310"/>
                  </a:lnTo>
                  <a:lnTo>
                    <a:pt x="904" y="301"/>
                  </a:lnTo>
                  <a:lnTo>
                    <a:pt x="899" y="292"/>
                  </a:lnTo>
                  <a:lnTo>
                    <a:pt x="895" y="281"/>
                  </a:lnTo>
                  <a:lnTo>
                    <a:pt x="894" y="270"/>
                  </a:lnTo>
                  <a:lnTo>
                    <a:pt x="895" y="259"/>
                  </a:lnTo>
                  <a:lnTo>
                    <a:pt x="899" y="248"/>
                  </a:lnTo>
                  <a:lnTo>
                    <a:pt x="904" y="239"/>
                  </a:lnTo>
                  <a:lnTo>
                    <a:pt x="904" y="239"/>
                  </a:lnTo>
                  <a:close/>
                  <a:moveTo>
                    <a:pt x="1033" y="521"/>
                  </a:moveTo>
                  <a:lnTo>
                    <a:pt x="1033" y="521"/>
                  </a:lnTo>
                  <a:lnTo>
                    <a:pt x="1027" y="529"/>
                  </a:lnTo>
                  <a:lnTo>
                    <a:pt x="1018" y="536"/>
                  </a:lnTo>
                  <a:lnTo>
                    <a:pt x="1008" y="541"/>
                  </a:lnTo>
                  <a:lnTo>
                    <a:pt x="997" y="545"/>
                  </a:lnTo>
                  <a:lnTo>
                    <a:pt x="987" y="546"/>
                  </a:lnTo>
                  <a:lnTo>
                    <a:pt x="976" y="545"/>
                  </a:lnTo>
                  <a:lnTo>
                    <a:pt x="965" y="541"/>
                  </a:lnTo>
                  <a:lnTo>
                    <a:pt x="955" y="536"/>
                  </a:lnTo>
                  <a:lnTo>
                    <a:pt x="955" y="536"/>
                  </a:lnTo>
                  <a:lnTo>
                    <a:pt x="946" y="528"/>
                  </a:lnTo>
                  <a:lnTo>
                    <a:pt x="939" y="520"/>
                  </a:lnTo>
                  <a:lnTo>
                    <a:pt x="933" y="510"/>
                  </a:lnTo>
                  <a:lnTo>
                    <a:pt x="931" y="500"/>
                  </a:lnTo>
                  <a:lnTo>
                    <a:pt x="930" y="489"/>
                  </a:lnTo>
                  <a:lnTo>
                    <a:pt x="931" y="479"/>
                  </a:lnTo>
                  <a:lnTo>
                    <a:pt x="934" y="468"/>
                  </a:lnTo>
                  <a:lnTo>
                    <a:pt x="940" y="457"/>
                  </a:lnTo>
                  <a:lnTo>
                    <a:pt x="940" y="457"/>
                  </a:lnTo>
                  <a:lnTo>
                    <a:pt x="946" y="448"/>
                  </a:lnTo>
                  <a:lnTo>
                    <a:pt x="955" y="442"/>
                  </a:lnTo>
                  <a:lnTo>
                    <a:pt x="965" y="436"/>
                  </a:lnTo>
                  <a:lnTo>
                    <a:pt x="976" y="433"/>
                  </a:lnTo>
                  <a:lnTo>
                    <a:pt x="987" y="432"/>
                  </a:lnTo>
                  <a:lnTo>
                    <a:pt x="997" y="433"/>
                  </a:lnTo>
                  <a:lnTo>
                    <a:pt x="1008" y="436"/>
                  </a:lnTo>
                  <a:lnTo>
                    <a:pt x="1018" y="442"/>
                  </a:lnTo>
                  <a:lnTo>
                    <a:pt x="1018" y="442"/>
                  </a:lnTo>
                  <a:lnTo>
                    <a:pt x="1027" y="449"/>
                  </a:lnTo>
                  <a:lnTo>
                    <a:pt x="1034" y="458"/>
                  </a:lnTo>
                  <a:lnTo>
                    <a:pt x="1040" y="468"/>
                  </a:lnTo>
                  <a:lnTo>
                    <a:pt x="1042" y="479"/>
                  </a:lnTo>
                  <a:lnTo>
                    <a:pt x="1043" y="489"/>
                  </a:lnTo>
                  <a:lnTo>
                    <a:pt x="1042" y="500"/>
                  </a:lnTo>
                  <a:lnTo>
                    <a:pt x="1039" y="510"/>
                  </a:lnTo>
                  <a:lnTo>
                    <a:pt x="1033" y="521"/>
                  </a:lnTo>
                  <a:lnTo>
                    <a:pt x="1033" y="521"/>
                  </a:lnTo>
                  <a:close/>
                  <a:moveTo>
                    <a:pt x="1124" y="387"/>
                  </a:moveTo>
                  <a:lnTo>
                    <a:pt x="1124" y="387"/>
                  </a:lnTo>
                  <a:lnTo>
                    <a:pt x="1117" y="395"/>
                  </a:lnTo>
                  <a:lnTo>
                    <a:pt x="1108" y="402"/>
                  </a:lnTo>
                  <a:lnTo>
                    <a:pt x="1098" y="407"/>
                  </a:lnTo>
                  <a:lnTo>
                    <a:pt x="1088" y="410"/>
                  </a:lnTo>
                  <a:lnTo>
                    <a:pt x="1078" y="412"/>
                  </a:lnTo>
                  <a:lnTo>
                    <a:pt x="1067" y="410"/>
                  </a:lnTo>
                  <a:lnTo>
                    <a:pt x="1056" y="407"/>
                  </a:lnTo>
                  <a:lnTo>
                    <a:pt x="1045" y="402"/>
                  </a:lnTo>
                  <a:lnTo>
                    <a:pt x="1045" y="402"/>
                  </a:lnTo>
                  <a:lnTo>
                    <a:pt x="1036" y="394"/>
                  </a:lnTo>
                  <a:lnTo>
                    <a:pt x="1030" y="386"/>
                  </a:lnTo>
                  <a:lnTo>
                    <a:pt x="1024" y="376"/>
                  </a:lnTo>
                  <a:lnTo>
                    <a:pt x="1021" y="365"/>
                  </a:lnTo>
                  <a:lnTo>
                    <a:pt x="1020" y="354"/>
                  </a:lnTo>
                  <a:lnTo>
                    <a:pt x="1021" y="343"/>
                  </a:lnTo>
                  <a:lnTo>
                    <a:pt x="1024" y="334"/>
                  </a:lnTo>
                  <a:lnTo>
                    <a:pt x="1030" y="323"/>
                  </a:lnTo>
                  <a:lnTo>
                    <a:pt x="1030" y="323"/>
                  </a:lnTo>
                  <a:lnTo>
                    <a:pt x="1037" y="314"/>
                  </a:lnTo>
                  <a:lnTo>
                    <a:pt x="1046" y="308"/>
                  </a:lnTo>
                  <a:lnTo>
                    <a:pt x="1056" y="302"/>
                  </a:lnTo>
                  <a:lnTo>
                    <a:pt x="1067" y="299"/>
                  </a:lnTo>
                  <a:lnTo>
                    <a:pt x="1078" y="298"/>
                  </a:lnTo>
                  <a:lnTo>
                    <a:pt x="1088" y="299"/>
                  </a:lnTo>
                  <a:lnTo>
                    <a:pt x="1099" y="302"/>
                  </a:lnTo>
                  <a:lnTo>
                    <a:pt x="1109" y="308"/>
                  </a:lnTo>
                  <a:lnTo>
                    <a:pt x="1109" y="308"/>
                  </a:lnTo>
                  <a:lnTo>
                    <a:pt x="1118" y="315"/>
                  </a:lnTo>
                  <a:lnTo>
                    <a:pt x="1125" y="324"/>
                  </a:lnTo>
                  <a:lnTo>
                    <a:pt x="1130" y="334"/>
                  </a:lnTo>
                  <a:lnTo>
                    <a:pt x="1133" y="343"/>
                  </a:lnTo>
                  <a:lnTo>
                    <a:pt x="1134" y="354"/>
                  </a:lnTo>
                  <a:lnTo>
                    <a:pt x="1133" y="366"/>
                  </a:lnTo>
                  <a:lnTo>
                    <a:pt x="1130" y="376"/>
                  </a:lnTo>
                  <a:lnTo>
                    <a:pt x="1124" y="387"/>
                  </a:lnTo>
                  <a:lnTo>
                    <a:pt x="1124" y="387"/>
                  </a:lnTo>
                  <a:close/>
                  <a:moveTo>
                    <a:pt x="1250" y="471"/>
                  </a:moveTo>
                  <a:lnTo>
                    <a:pt x="1250" y="471"/>
                  </a:lnTo>
                  <a:lnTo>
                    <a:pt x="1242" y="480"/>
                  </a:lnTo>
                  <a:lnTo>
                    <a:pt x="1234" y="486"/>
                  </a:lnTo>
                  <a:lnTo>
                    <a:pt x="1224" y="492"/>
                  </a:lnTo>
                  <a:lnTo>
                    <a:pt x="1214" y="495"/>
                  </a:lnTo>
                  <a:lnTo>
                    <a:pt x="1203" y="496"/>
                  </a:lnTo>
                  <a:lnTo>
                    <a:pt x="1191" y="495"/>
                  </a:lnTo>
                  <a:lnTo>
                    <a:pt x="1182" y="492"/>
                  </a:lnTo>
                  <a:lnTo>
                    <a:pt x="1171" y="486"/>
                  </a:lnTo>
                  <a:lnTo>
                    <a:pt x="1171" y="486"/>
                  </a:lnTo>
                  <a:lnTo>
                    <a:pt x="1162" y="479"/>
                  </a:lnTo>
                  <a:lnTo>
                    <a:pt x="1156" y="470"/>
                  </a:lnTo>
                  <a:lnTo>
                    <a:pt x="1150" y="460"/>
                  </a:lnTo>
                  <a:lnTo>
                    <a:pt x="1147" y="451"/>
                  </a:lnTo>
                  <a:lnTo>
                    <a:pt x="1146" y="440"/>
                  </a:lnTo>
                  <a:lnTo>
                    <a:pt x="1147" y="428"/>
                  </a:lnTo>
                  <a:lnTo>
                    <a:pt x="1150" y="418"/>
                  </a:lnTo>
                  <a:lnTo>
                    <a:pt x="1156" y="407"/>
                  </a:lnTo>
                  <a:lnTo>
                    <a:pt x="1156" y="407"/>
                  </a:lnTo>
                  <a:lnTo>
                    <a:pt x="1163" y="399"/>
                  </a:lnTo>
                  <a:lnTo>
                    <a:pt x="1172" y="392"/>
                  </a:lnTo>
                  <a:lnTo>
                    <a:pt x="1182" y="387"/>
                  </a:lnTo>
                  <a:lnTo>
                    <a:pt x="1191" y="383"/>
                  </a:lnTo>
                  <a:lnTo>
                    <a:pt x="1202" y="382"/>
                  </a:lnTo>
                  <a:lnTo>
                    <a:pt x="1214" y="383"/>
                  </a:lnTo>
                  <a:lnTo>
                    <a:pt x="1224" y="387"/>
                  </a:lnTo>
                  <a:lnTo>
                    <a:pt x="1235" y="392"/>
                  </a:lnTo>
                  <a:lnTo>
                    <a:pt x="1235" y="392"/>
                  </a:lnTo>
                  <a:lnTo>
                    <a:pt x="1243" y="400"/>
                  </a:lnTo>
                  <a:lnTo>
                    <a:pt x="1250" y="408"/>
                  </a:lnTo>
                  <a:lnTo>
                    <a:pt x="1255" y="418"/>
                  </a:lnTo>
                  <a:lnTo>
                    <a:pt x="1259" y="428"/>
                  </a:lnTo>
                  <a:lnTo>
                    <a:pt x="1260" y="439"/>
                  </a:lnTo>
                  <a:lnTo>
                    <a:pt x="1259" y="451"/>
                  </a:lnTo>
                  <a:lnTo>
                    <a:pt x="1255" y="460"/>
                  </a:lnTo>
                  <a:lnTo>
                    <a:pt x="1250" y="471"/>
                  </a:lnTo>
                  <a:lnTo>
                    <a:pt x="1250" y="471"/>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64" name="TextBox 63"/>
            <p:cNvSpPr txBox="1"/>
            <p:nvPr/>
          </p:nvSpPr>
          <p:spPr>
            <a:xfrm>
              <a:off x="7021528" y="2907266"/>
              <a:ext cx="2192247" cy="307082"/>
            </a:xfrm>
            <a:prstGeom prst="rect">
              <a:avLst/>
            </a:prstGeom>
            <a:noFill/>
          </p:spPr>
          <p:txBody>
            <a:bodyPr wrap="square" lIns="0" tIns="0" rIns="0" bIns="0" rtlCol="0">
              <a:noAutofit/>
            </a:bodyPr>
            <a:lstStyle/>
            <a:p>
              <a:pPr>
                <a:spcAft>
                  <a:spcPts val="900"/>
                </a:spcAft>
              </a:pPr>
              <a:r>
                <a:rPr lang="en-GB" sz="815" dirty="0" smtClean="0">
                  <a:solidFill>
                    <a:schemeClr val="bg1"/>
                  </a:solidFill>
                  <a:latin typeface="+mj-lt"/>
                </a:rPr>
                <a:t>Text to </a:t>
              </a:r>
              <a:r>
                <a:rPr lang="en-GB" sz="815" dirty="0">
                  <a:solidFill>
                    <a:schemeClr val="bg1"/>
                  </a:solidFill>
                  <a:latin typeface="+mj-lt"/>
                </a:rPr>
                <a:t>go here 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a:t>
              </a:r>
              <a:r>
                <a:rPr lang="en-GB" sz="815" dirty="0">
                  <a:solidFill>
                    <a:schemeClr val="bg1"/>
                  </a:solidFill>
                  <a:latin typeface="+mj-lt"/>
                </a:rPr>
                <a:t> to go </a:t>
              </a:r>
              <a:r>
                <a:rPr lang="en-GB" sz="815" dirty="0" smtClean="0">
                  <a:solidFill>
                    <a:schemeClr val="bg1"/>
                  </a:solidFill>
                  <a:latin typeface="+mj-lt"/>
                </a:rPr>
                <a:t>here </a:t>
              </a:r>
              <a:endParaRPr lang="en-GB" sz="815" dirty="0" smtClean="0">
                <a:solidFill>
                  <a:schemeClr val="bg1"/>
                </a:solidFill>
                <a:latin typeface="+mj-lt"/>
              </a:endParaRPr>
            </a:p>
          </p:txBody>
        </p:sp>
        <p:sp>
          <p:nvSpPr>
            <p:cNvPr id="65" name="TextBox 64"/>
            <p:cNvSpPr txBox="1"/>
            <p:nvPr/>
          </p:nvSpPr>
          <p:spPr>
            <a:xfrm>
              <a:off x="7021529" y="3716455"/>
              <a:ext cx="1849348" cy="307082"/>
            </a:xfrm>
            <a:prstGeom prst="rect">
              <a:avLst/>
            </a:prstGeom>
            <a:noFill/>
          </p:spPr>
          <p:txBody>
            <a:bodyPr wrap="square" lIns="0" tIns="0" rIns="0" bIns="0" rtlCol="0">
              <a:noAutofit/>
            </a:bodyPr>
            <a:lstStyle/>
            <a:p>
              <a:pPr>
                <a:spcAft>
                  <a:spcPts val="900"/>
                </a:spcAft>
              </a:pPr>
              <a:r>
                <a:rPr lang="en-GB" sz="815" dirty="0" smtClean="0">
                  <a:solidFill>
                    <a:schemeClr val="bg1"/>
                  </a:solidFill>
                  <a:latin typeface="+mj-lt"/>
                </a:rPr>
                <a:t>Text to </a:t>
              </a:r>
              <a:r>
                <a:rPr lang="en-GB" sz="815" dirty="0">
                  <a:solidFill>
                    <a:schemeClr val="bg1"/>
                  </a:solidFill>
                  <a:latin typeface="+mj-lt"/>
                </a:rPr>
                <a:t>go here 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a:t>
              </a:r>
              <a:r>
                <a:rPr lang="en-GB" sz="815" dirty="0">
                  <a:solidFill>
                    <a:schemeClr val="bg1"/>
                  </a:solidFill>
                  <a:latin typeface="+mj-lt"/>
                </a:rPr>
                <a:t> </a:t>
              </a:r>
              <a:r>
                <a:rPr lang="en-GB" sz="815" dirty="0" smtClean="0">
                  <a:solidFill>
                    <a:schemeClr val="bg1"/>
                  </a:solidFill>
                  <a:latin typeface="+mj-lt"/>
                </a:rPr>
                <a:t>to</a:t>
              </a:r>
              <a:endParaRPr lang="en-GB" sz="815" dirty="0" smtClean="0">
                <a:solidFill>
                  <a:schemeClr val="bg1"/>
                </a:solidFill>
                <a:latin typeface="+mj-lt"/>
              </a:endParaRPr>
            </a:p>
          </p:txBody>
        </p:sp>
        <p:sp>
          <p:nvSpPr>
            <p:cNvPr id="66" name="TextBox 65"/>
            <p:cNvSpPr txBox="1"/>
            <p:nvPr/>
          </p:nvSpPr>
          <p:spPr>
            <a:xfrm>
              <a:off x="7021528" y="4564368"/>
              <a:ext cx="2192247" cy="307082"/>
            </a:xfrm>
            <a:prstGeom prst="rect">
              <a:avLst/>
            </a:prstGeom>
            <a:noFill/>
          </p:spPr>
          <p:txBody>
            <a:bodyPr wrap="square" lIns="0" tIns="0" rIns="0" bIns="0" rtlCol="0">
              <a:noAutofit/>
            </a:bodyPr>
            <a:lstStyle/>
            <a:p>
              <a:pPr>
                <a:spcAft>
                  <a:spcPts val="900"/>
                </a:spcAft>
              </a:pPr>
              <a:r>
                <a:rPr lang="en-GB" sz="815" dirty="0" smtClean="0">
                  <a:solidFill>
                    <a:schemeClr val="bg1"/>
                  </a:solidFill>
                  <a:latin typeface="+mj-lt"/>
                </a:rPr>
                <a:t>Text to </a:t>
              </a:r>
              <a:r>
                <a:rPr lang="en-GB" sz="815" dirty="0">
                  <a:solidFill>
                    <a:schemeClr val="bg1"/>
                  </a:solidFill>
                  <a:latin typeface="+mj-lt"/>
                </a:rPr>
                <a:t>go here 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a:t>
              </a:r>
              <a:r>
                <a:rPr lang="en-GB" sz="815" dirty="0">
                  <a:solidFill>
                    <a:schemeClr val="bg1"/>
                  </a:solidFill>
                  <a:latin typeface="+mj-lt"/>
                </a:rPr>
                <a:t> to go </a:t>
              </a:r>
              <a:r>
                <a:rPr lang="en-GB" sz="815" dirty="0" smtClean="0">
                  <a:solidFill>
                    <a:schemeClr val="bg1"/>
                  </a:solidFill>
                  <a:latin typeface="+mj-lt"/>
                </a:rPr>
                <a:t>here </a:t>
              </a:r>
              <a:endParaRPr lang="en-GB" sz="815" dirty="0" smtClean="0">
                <a:solidFill>
                  <a:schemeClr val="bg1"/>
                </a:solidFill>
                <a:latin typeface="+mj-lt"/>
              </a:endParaRPr>
            </a:p>
          </p:txBody>
        </p:sp>
        <p:sp>
          <p:nvSpPr>
            <p:cNvPr id="67" name="TextBox 66"/>
            <p:cNvSpPr txBox="1"/>
            <p:nvPr/>
          </p:nvSpPr>
          <p:spPr>
            <a:xfrm>
              <a:off x="7021529" y="5391992"/>
              <a:ext cx="1849348" cy="307082"/>
            </a:xfrm>
            <a:prstGeom prst="rect">
              <a:avLst/>
            </a:prstGeom>
            <a:noFill/>
          </p:spPr>
          <p:txBody>
            <a:bodyPr wrap="square" lIns="0" tIns="0" rIns="0" bIns="0" rtlCol="0">
              <a:noAutofit/>
            </a:bodyPr>
            <a:lstStyle/>
            <a:p>
              <a:pPr>
                <a:spcAft>
                  <a:spcPts val="900"/>
                </a:spcAft>
              </a:pPr>
              <a:r>
                <a:rPr lang="en-GB" sz="815" dirty="0" smtClean="0">
                  <a:solidFill>
                    <a:schemeClr val="bg1"/>
                  </a:solidFill>
                  <a:latin typeface="+mj-lt"/>
                </a:rPr>
                <a:t>Text to </a:t>
              </a:r>
              <a:r>
                <a:rPr lang="en-GB" sz="815" dirty="0">
                  <a:solidFill>
                    <a:schemeClr val="bg1"/>
                  </a:solidFill>
                  <a:latin typeface="+mj-lt"/>
                </a:rPr>
                <a:t>go here 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 </a:t>
              </a:r>
              <a:r>
                <a:rPr lang="en-GB" sz="815" dirty="0">
                  <a:solidFill>
                    <a:schemeClr val="bg1"/>
                  </a:solidFill>
                  <a:latin typeface="+mj-lt"/>
                </a:rPr>
                <a:t>to go </a:t>
              </a:r>
              <a:r>
                <a:rPr lang="en-GB" sz="815" dirty="0" smtClean="0">
                  <a:solidFill>
                    <a:schemeClr val="bg1"/>
                  </a:solidFill>
                  <a:latin typeface="+mj-lt"/>
                </a:rPr>
                <a:t>here</a:t>
              </a:r>
              <a:r>
                <a:rPr lang="en-GB" sz="815" dirty="0">
                  <a:solidFill>
                    <a:schemeClr val="bg1"/>
                  </a:solidFill>
                  <a:latin typeface="+mj-lt"/>
                </a:rPr>
                <a:t> </a:t>
              </a:r>
              <a:r>
                <a:rPr lang="en-GB" sz="815" dirty="0" smtClean="0">
                  <a:solidFill>
                    <a:schemeClr val="bg1"/>
                  </a:solidFill>
                  <a:latin typeface="+mj-lt"/>
                </a:rPr>
                <a:t>to</a:t>
              </a:r>
              <a:endParaRPr lang="en-GB" sz="815" dirty="0" smtClean="0">
                <a:solidFill>
                  <a:schemeClr val="bg1"/>
                </a:solidFill>
                <a:latin typeface="+mj-lt"/>
              </a:endParaRPr>
            </a:p>
          </p:txBody>
        </p:sp>
      </p:grpSp>
      <p:cxnSp>
        <p:nvCxnSpPr>
          <p:cNvPr id="4" name="Straight Connector 3"/>
          <p:cNvCxnSpPr/>
          <p:nvPr/>
        </p:nvCxnSpPr>
        <p:spPr>
          <a:xfrm>
            <a:off x="6487880" y="1815429"/>
            <a:ext cx="0" cy="4422190"/>
          </a:xfrm>
          <a:prstGeom prst="line">
            <a:avLst/>
          </a:prstGeom>
          <a:ln>
            <a:solidFill>
              <a:srgbClr val="1450B8"/>
            </a:solidFill>
            <a:prstDash val="sysDot"/>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Linear flow</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4" name="Flowchart: Manual Input 3"/>
          <p:cNvSpPr/>
          <p:nvPr/>
        </p:nvSpPr>
        <p:spPr bwMode="ltGray">
          <a:xfrm rot="16200000">
            <a:off x="4618743" y="294893"/>
            <a:ext cx="4180474" cy="7444562"/>
          </a:xfrm>
          <a:custGeom>
            <a:avLst/>
            <a:gdLst>
              <a:gd name="connsiteX0" fmla="*/ 0 w 10000"/>
              <a:gd name="connsiteY0" fmla="*/ 200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2000 h 10000"/>
              <a:gd name="connsiteX0-1" fmla="*/ 19 w 10000"/>
              <a:gd name="connsiteY0-2" fmla="*/ 8319 h 10000"/>
              <a:gd name="connsiteX1-3" fmla="*/ 10000 w 10000"/>
              <a:gd name="connsiteY1-4" fmla="*/ 0 h 10000"/>
              <a:gd name="connsiteX2-5" fmla="*/ 10000 w 10000"/>
              <a:gd name="connsiteY2-6" fmla="*/ 10000 h 10000"/>
              <a:gd name="connsiteX3-7" fmla="*/ 0 w 10000"/>
              <a:gd name="connsiteY3-8" fmla="*/ 10000 h 10000"/>
              <a:gd name="connsiteX4-9" fmla="*/ 19 w 10000"/>
              <a:gd name="connsiteY4-10" fmla="*/ 8319 h 10000"/>
              <a:gd name="connsiteX0-11" fmla="*/ 1 w 10001"/>
              <a:gd name="connsiteY0-12" fmla="*/ 8351 h 10000"/>
              <a:gd name="connsiteX1-13" fmla="*/ 10001 w 10001"/>
              <a:gd name="connsiteY1-14" fmla="*/ 0 h 10000"/>
              <a:gd name="connsiteX2-15" fmla="*/ 10001 w 10001"/>
              <a:gd name="connsiteY2-16" fmla="*/ 10000 h 10000"/>
              <a:gd name="connsiteX3-17" fmla="*/ 1 w 10001"/>
              <a:gd name="connsiteY3-18" fmla="*/ 10000 h 10000"/>
              <a:gd name="connsiteX4-19" fmla="*/ 1 w 10001"/>
              <a:gd name="connsiteY4-20" fmla="*/ 8351 h 100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0001" h="10000">
                <a:moveTo>
                  <a:pt x="1" y="8351"/>
                </a:moveTo>
                <a:lnTo>
                  <a:pt x="10001" y="0"/>
                </a:lnTo>
                <a:lnTo>
                  <a:pt x="10001" y="10000"/>
                </a:lnTo>
                <a:lnTo>
                  <a:pt x="1" y="10000"/>
                </a:lnTo>
                <a:cubicBezTo>
                  <a:pt x="7" y="9440"/>
                  <a:pt x="-5" y="8911"/>
                  <a:pt x="1" y="8351"/>
                </a:cubicBezTo>
                <a:close/>
              </a:path>
            </a:pathLst>
          </a:cu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3" name="Flowchart: Manual Input 3"/>
          <p:cNvSpPr/>
          <p:nvPr/>
        </p:nvSpPr>
        <p:spPr bwMode="ltGray">
          <a:xfrm rot="5400000">
            <a:off x="3392782" y="294893"/>
            <a:ext cx="4180474" cy="7444562"/>
          </a:xfrm>
          <a:custGeom>
            <a:avLst/>
            <a:gdLst>
              <a:gd name="connsiteX0" fmla="*/ 0 w 10000"/>
              <a:gd name="connsiteY0" fmla="*/ 200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2000 h 10000"/>
              <a:gd name="connsiteX0-1" fmla="*/ 19 w 10000"/>
              <a:gd name="connsiteY0-2" fmla="*/ 8319 h 10000"/>
              <a:gd name="connsiteX1-3" fmla="*/ 10000 w 10000"/>
              <a:gd name="connsiteY1-4" fmla="*/ 0 h 10000"/>
              <a:gd name="connsiteX2-5" fmla="*/ 10000 w 10000"/>
              <a:gd name="connsiteY2-6" fmla="*/ 10000 h 10000"/>
              <a:gd name="connsiteX3-7" fmla="*/ 0 w 10000"/>
              <a:gd name="connsiteY3-8" fmla="*/ 10000 h 10000"/>
              <a:gd name="connsiteX4-9" fmla="*/ 19 w 10000"/>
              <a:gd name="connsiteY4-10" fmla="*/ 8319 h 10000"/>
              <a:gd name="connsiteX0-11" fmla="*/ 1 w 10001"/>
              <a:gd name="connsiteY0-12" fmla="*/ 8351 h 10000"/>
              <a:gd name="connsiteX1-13" fmla="*/ 10001 w 10001"/>
              <a:gd name="connsiteY1-14" fmla="*/ 0 h 10000"/>
              <a:gd name="connsiteX2-15" fmla="*/ 10001 w 10001"/>
              <a:gd name="connsiteY2-16" fmla="*/ 10000 h 10000"/>
              <a:gd name="connsiteX3-17" fmla="*/ 1 w 10001"/>
              <a:gd name="connsiteY3-18" fmla="*/ 10000 h 10000"/>
              <a:gd name="connsiteX4-19" fmla="*/ 1 w 10001"/>
              <a:gd name="connsiteY4-20" fmla="*/ 8351 h 100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0001" h="10000">
                <a:moveTo>
                  <a:pt x="1" y="8351"/>
                </a:moveTo>
                <a:lnTo>
                  <a:pt x="10001" y="0"/>
                </a:lnTo>
                <a:lnTo>
                  <a:pt x="10001" y="10000"/>
                </a:lnTo>
                <a:lnTo>
                  <a:pt x="1" y="10000"/>
                </a:lnTo>
                <a:cubicBezTo>
                  <a:pt x="7" y="9440"/>
                  <a:pt x="-5" y="8911"/>
                  <a:pt x="1" y="8351"/>
                </a:cubicBezTo>
                <a:close/>
              </a:path>
            </a:pathLst>
          </a:custGeom>
          <a:solidFill>
            <a:schemeClr val="bg2"/>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6" name="Pentagon 5"/>
          <p:cNvSpPr/>
          <p:nvPr/>
        </p:nvSpPr>
        <p:spPr bwMode="ltGray">
          <a:xfrm>
            <a:off x="3483465" y="2384128"/>
            <a:ext cx="5551637" cy="1632653"/>
          </a:xfrm>
          <a:prstGeom prst="homePlat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6" name="Pentagon 15"/>
          <p:cNvSpPr/>
          <p:nvPr/>
        </p:nvSpPr>
        <p:spPr bwMode="ltGray">
          <a:xfrm rot="10800000">
            <a:off x="3352839" y="4011322"/>
            <a:ext cx="5551637" cy="1632653"/>
          </a:xfrm>
          <a:prstGeom prst="homePlat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21" name="Rectangle 10"/>
          <p:cNvSpPr>
            <a:spLocks noChangeArrowheads="1"/>
          </p:cNvSpPr>
          <p:nvPr/>
        </p:nvSpPr>
        <p:spPr bwMode="auto">
          <a:xfrm>
            <a:off x="1981257" y="3468948"/>
            <a:ext cx="2637457" cy="47434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smtClean="0">
                <a:solidFill>
                  <a:srgbClr val="1450B8"/>
                </a:solidFill>
                <a:latin typeface="腾讯体 W7" panose="020C08030202040F0204" pitchFamily="18" charset="-122"/>
                <a:cs typeface="腾讯体 W3" panose="020C04030202040F0204" pitchFamily="34" charset="-122"/>
              </a:rPr>
              <a:t>Heading</a:t>
            </a:r>
            <a:endParaRPr lang="en-GB" sz="725" b="1" kern="0" dirty="0" smtClean="0">
              <a:solidFill>
                <a:srgbClr val="1450B8"/>
              </a:solidFill>
              <a:latin typeface="腾讯体 W7" panose="020C08030202040F0204" pitchFamily="18" charset="-122"/>
              <a:cs typeface="腾讯体 W3" panose="020C04030202040F0204" pitchFamily="34" charset="-122"/>
            </a:endParaRPr>
          </a:p>
          <a:p>
            <a:pPr defTabSz="798830" eaLnBrk="0" hangingPunct="0">
              <a:spcAft>
                <a:spcPts val="200"/>
              </a:spcAft>
              <a:defRPr/>
            </a:pPr>
            <a:r>
              <a:rPr lang="en-GB" sz="725" kern="0" dirty="0" err="1" smtClean="0">
                <a:latin typeface="腾讯体 W7" panose="020C08030202040F0204" pitchFamily="18" charset="-122"/>
                <a:cs typeface="腾讯体 W3" panose="020C04030202040F0204" pitchFamily="34" charset="-122"/>
              </a:rPr>
              <a:t>Mauris</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consectetuer</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ullamcorper</a:t>
            </a:r>
            <a:r>
              <a:rPr lang="en-GB" sz="725" kern="0" dirty="0" smtClean="0">
                <a:latin typeface="腾讯体 W7" panose="020C08030202040F0204" pitchFamily="18" charset="-122"/>
                <a:cs typeface="腾讯体 W3" panose="020C04030202040F0204" pitchFamily="34" charset="-122"/>
              </a:rPr>
              <a:t> quam. </a:t>
            </a:r>
            <a:r>
              <a:rPr lang="en-GB" sz="725" kern="0" dirty="0" err="1" smtClean="0">
                <a:latin typeface="腾讯体 W7" panose="020C08030202040F0204" pitchFamily="18" charset="-122"/>
                <a:cs typeface="腾讯体 W3" panose="020C04030202040F0204" pitchFamily="34" charset="-122"/>
              </a:rPr>
              <a:t>Morbi</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tincidunt</a:t>
            </a:r>
            <a:r>
              <a:rPr lang="en-GB" sz="725" kern="0" dirty="0" smtClean="0">
                <a:latin typeface="腾讯体 W7" panose="020C08030202040F0204" pitchFamily="18" charset="-122"/>
                <a:cs typeface="腾讯体 W3" panose="020C04030202040F0204" pitchFamily="34" charset="-122"/>
              </a:rPr>
              <a:t> mi </a:t>
            </a:r>
            <a:r>
              <a:rPr lang="en-GB" sz="725" kern="0" dirty="0" err="1" smtClean="0">
                <a:latin typeface="腾讯体 W7" panose="020C08030202040F0204" pitchFamily="18" charset="-122"/>
                <a:cs typeface="腾讯体 W3" panose="020C04030202040F0204" pitchFamily="34" charset="-122"/>
              </a:rPr>
              <a:t>ut</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diam</a:t>
            </a:r>
            <a:r>
              <a:rPr lang="en-GB" sz="725" kern="0" dirty="0" smtClean="0">
                <a:latin typeface="腾讯体 W7" panose="020C08030202040F0204" pitchFamily="18" charset="-122"/>
                <a:cs typeface="腾讯体 W3" panose="020C04030202040F0204" pitchFamily="34" charset="-122"/>
              </a:rPr>
              <a:t> </a:t>
            </a:r>
            <a:r>
              <a:rPr lang="fr-FR" sz="725" kern="0" dirty="0" err="1" smtClean="0">
                <a:latin typeface="腾讯体 W7" panose="020C08030202040F0204" pitchFamily="18" charset="-122"/>
                <a:cs typeface="腾讯体 W3" panose="020C04030202040F0204" pitchFamily="34" charset="-122"/>
              </a:rPr>
              <a:t>ultricies</a:t>
            </a:r>
            <a:r>
              <a:rPr lang="fr-FR" sz="725" kern="0" dirty="0" smtClean="0">
                <a:latin typeface="腾讯体 W7" panose="020C08030202040F0204" pitchFamily="18" charset="-122"/>
                <a:cs typeface="腾讯体 W3" panose="020C04030202040F0204" pitchFamily="34" charset="-122"/>
              </a:rPr>
              <a:t> non, </a:t>
            </a:r>
            <a:r>
              <a:rPr lang="fr-FR" sz="725" kern="0" dirty="0" err="1" smtClean="0">
                <a:latin typeface="腾讯体 W7" panose="020C08030202040F0204" pitchFamily="18" charset="-122"/>
                <a:cs typeface="腾讯体 W3" panose="020C04030202040F0204" pitchFamily="34" charset="-122"/>
              </a:rPr>
              <a:t>hendrerit</a:t>
            </a:r>
            <a:r>
              <a:rPr lang="fr-FR" sz="725" kern="0" dirty="0" smtClean="0">
                <a:latin typeface="腾讯体 W7" panose="020C08030202040F0204" pitchFamily="18" charset="-122"/>
                <a:cs typeface="腾讯体 W3" panose="020C04030202040F0204" pitchFamily="34" charset="-122"/>
              </a:rPr>
              <a:t> </a:t>
            </a:r>
            <a:r>
              <a:rPr lang="fr-FR" sz="725" kern="0" dirty="0" err="1" smtClean="0">
                <a:latin typeface="腾讯体 W7" panose="020C08030202040F0204" pitchFamily="18" charset="-122"/>
                <a:cs typeface="腾讯体 W3" panose="020C04030202040F0204" pitchFamily="34" charset="-122"/>
              </a:rPr>
              <a:t>quis</a:t>
            </a:r>
            <a:r>
              <a:rPr lang="fr-FR" sz="725" kern="0" dirty="0" smtClean="0">
                <a:latin typeface="腾讯体 W7" panose="020C08030202040F0204" pitchFamily="18" charset="-122"/>
                <a:cs typeface="腾讯体 W3" panose="020C04030202040F0204" pitchFamily="34" charset="-122"/>
              </a:rPr>
              <a:t>, </a:t>
            </a:r>
            <a:r>
              <a:rPr lang="fr-FR" sz="725" kern="0" dirty="0" err="1" smtClean="0">
                <a:latin typeface="腾讯体 W7" panose="020C08030202040F0204" pitchFamily="18" charset="-122"/>
                <a:cs typeface="腾讯体 W3" panose="020C04030202040F0204" pitchFamily="34" charset="-122"/>
              </a:rPr>
              <a:t>pellentesque</a:t>
            </a:r>
            <a:r>
              <a:rPr lang="fr-FR" sz="725" kern="0" dirty="0" smtClean="0">
                <a:latin typeface="腾讯体 W7" panose="020C08030202040F0204" pitchFamily="18" charset="-122"/>
                <a:cs typeface="腾讯体 W3" panose="020C04030202040F0204" pitchFamily="34" charset="-122"/>
              </a:rPr>
              <a:t> a, </a:t>
            </a:r>
            <a:r>
              <a:rPr lang="fr-FR" sz="725" kern="0" dirty="0" err="1" smtClean="0">
                <a:latin typeface="腾讯体 W7" panose="020C08030202040F0204" pitchFamily="18" charset="-122"/>
                <a:cs typeface="腾讯体 W3" panose="020C04030202040F0204" pitchFamily="34" charset="-122"/>
              </a:rPr>
              <a:t>eros</a:t>
            </a:r>
            <a:r>
              <a:rPr lang="fr-FR" sz="725" kern="0" dirty="0" smtClean="0">
                <a:latin typeface="腾讯体 W7" panose="020C08030202040F0204" pitchFamily="18" charset="-122"/>
                <a:cs typeface="腾讯体 W3" panose="020C04030202040F0204" pitchFamily="34" charset="-122"/>
              </a:rPr>
              <a:t>. </a:t>
            </a:r>
            <a:endParaRPr lang="en-GB" sz="725" kern="0" dirty="0" smtClean="0">
              <a:latin typeface="腾讯体 W7" panose="020C08030202040F0204" pitchFamily="18" charset="-122"/>
              <a:cs typeface="腾讯体 W3" panose="020C04030202040F0204" pitchFamily="34" charset="-122"/>
            </a:endParaRPr>
          </a:p>
        </p:txBody>
      </p:sp>
      <p:sp>
        <p:nvSpPr>
          <p:cNvPr id="23" name="Rectangle 10"/>
          <p:cNvSpPr>
            <a:spLocks noChangeArrowheads="1"/>
          </p:cNvSpPr>
          <p:nvPr/>
        </p:nvSpPr>
        <p:spPr bwMode="auto">
          <a:xfrm>
            <a:off x="8316656" y="5133524"/>
            <a:ext cx="1959400" cy="474345"/>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725" b="1" kern="0" dirty="0" smtClean="0">
                <a:solidFill>
                  <a:schemeClr val="bg1"/>
                </a:solidFill>
                <a:latin typeface="腾讯体 W7" panose="020C08030202040F0204" pitchFamily="18" charset="-122"/>
                <a:cs typeface="腾讯体 W3" panose="020C04030202040F0204" pitchFamily="34" charset="-122"/>
              </a:rPr>
              <a:t>Heading</a:t>
            </a:r>
            <a:endParaRPr lang="en-GB" sz="725" b="1" kern="0" dirty="0" smtClean="0">
              <a:solidFill>
                <a:schemeClr val="bg1"/>
              </a:solidFill>
              <a:latin typeface="腾讯体 W7" panose="020C08030202040F0204" pitchFamily="18" charset="-122"/>
              <a:cs typeface="腾讯体 W3" panose="020C04030202040F0204" pitchFamily="34" charset="-122"/>
            </a:endParaRPr>
          </a:p>
          <a:p>
            <a:pPr algn="r" defTabSz="798830" eaLnBrk="0" hangingPunct="0">
              <a:spcAft>
                <a:spcPts val="200"/>
              </a:spcAft>
              <a:defRPr/>
            </a:pPr>
            <a:r>
              <a:rPr lang="en-GB" sz="725" kern="0" dirty="0" err="1" smtClean="0">
                <a:solidFill>
                  <a:schemeClr val="bg1"/>
                </a:solidFill>
                <a:latin typeface="腾讯体 W7" panose="020C08030202040F0204" pitchFamily="18" charset="-122"/>
                <a:cs typeface="腾讯体 W3" panose="020C04030202040F0204" pitchFamily="34" charset="-122"/>
              </a:rPr>
              <a:t>Mauris</a:t>
            </a:r>
            <a:r>
              <a:rPr lang="en-GB" sz="725" kern="0" dirty="0" smtClean="0">
                <a:solidFill>
                  <a:schemeClr val="bg1"/>
                </a:solidFill>
                <a:latin typeface="腾讯体 W7" panose="020C08030202040F0204" pitchFamily="18" charset="-122"/>
                <a:cs typeface="腾讯体 W3" panose="020C04030202040F0204" pitchFamily="34" charset="-122"/>
              </a:rPr>
              <a:t> </a:t>
            </a:r>
            <a:r>
              <a:rPr lang="en-GB" sz="725" kern="0" dirty="0" err="1" smtClean="0">
                <a:solidFill>
                  <a:schemeClr val="bg1"/>
                </a:solidFill>
                <a:latin typeface="腾讯体 W7" panose="020C08030202040F0204" pitchFamily="18" charset="-122"/>
                <a:cs typeface="腾讯体 W3" panose="020C04030202040F0204" pitchFamily="34" charset="-122"/>
              </a:rPr>
              <a:t>consectetuer</a:t>
            </a:r>
            <a:r>
              <a:rPr lang="en-GB" sz="725" kern="0" dirty="0" smtClean="0">
                <a:solidFill>
                  <a:schemeClr val="bg1"/>
                </a:solidFill>
                <a:latin typeface="腾讯体 W7" panose="020C08030202040F0204" pitchFamily="18" charset="-122"/>
                <a:cs typeface="腾讯体 W3" panose="020C04030202040F0204" pitchFamily="34" charset="-122"/>
              </a:rPr>
              <a:t> </a:t>
            </a:r>
            <a:r>
              <a:rPr lang="en-GB" sz="725" kern="0" dirty="0" err="1" smtClean="0">
                <a:solidFill>
                  <a:schemeClr val="bg1"/>
                </a:solidFill>
                <a:latin typeface="腾讯体 W7" panose="020C08030202040F0204" pitchFamily="18" charset="-122"/>
                <a:cs typeface="腾讯体 W3" panose="020C04030202040F0204" pitchFamily="34" charset="-122"/>
              </a:rPr>
              <a:t>ullamcorper</a:t>
            </a:r>
            <a:r>
              <a:rPr lang="en-GB" sz="725" kern="0" dirty="0" smtClean="0">
                <a:solidFill>
                  <a:schemeClr val="bg1"/>
                </a:solidFill>
                <a:latin typeface="腾讯体 W7" panose="020C08030202040F0204" pitchFamily="18" charset="-122"/>
                <a:cs typeface="腾讯体 W3" panose="020C04030202040F0204" pitchFamily="34" charset="-122"/>
              </a:rPr>
              <a:t> quam. </a:t>
            </a:r>
            <a:r>
              <a:rPr lang="en-GB" sz="725" kern="0" dirty="0" err="1" smtClean="0">
                <a:solidFill>
                  <a:schemeClr val="bg1"/>
                </a:solidFill>
                <a:latin typeface="腾讯体 W7" panose="020C08030202040F0204" pitchFamily="18" charset="-122"/>
                <a:cs typeface="腾讯体 W3" panose="020C04030202040F0204" pitchFamily="34" charset="-122"/>
              </a:rPr>
              <a:t>Morbi</a:t>
            </a:r>
            <a:r>
              <a:rPr lang="en-GB" sz="725" kern="0" dirty="0" smtClean="0">
                <a:solidFill>
                  <a:schemeClr val="bg1"/>
                </a:solidFill>
                <a:latin typeface="腾讯体 W7" panose="020C08030202040F0204" pitchFamily="18" charset="-122"/>
                <a:cs typeface="腾讯体 W3" panose="020C04030202040F0204" pitchFamily="34" charset="-122"/>
              </a:rPr>
              <a:t> </a:t>
            </a:r>
            <a:r>
              <a:rPr lang="en-GB" sz="725" kern="0" dirty="0" err="1" smtClean="0">
                <a:solidFill>
                  <a:schemeClr val="bg1"/>
                </a:solidFill>
                <a:latin typeface="腾讯体 W7" panose="020C08030202040F0204" pitchFamily="18" charset="-122"/>
                <a:cs typeface="腾讯体 W3" panose="020C04030202040F0204" pitchFamily="34" charset="-122"/>
              </a:rPr>
              <a:t>tincidunt</a:t>
            </a:r>
            <a:r>
              <a:rPr lang="en-GB" sz="725" kern="0" dirty="0" smtClean="0">
                <a:solidFill>
                  <a:schemeClr val="bg1"/>
                </a:solidFill>
                <a:latin typeface="腾讯体 W7" panose="020C08030202040F0204" pitchFamily="18" charset="-122"/>
                <a:cs typeface="腾讯体 W3" panose="020C04030202040F0204" pitchFamily="34" charset="-122"/>
              </a:rPr>
              <a:t> mi </a:t>
            </a:r>
            <a:r>
              <a:rPr lang="en-GB" sz="725" kern="0" dirty="0" err="1" smtClean="0">
                <a:solidFill>
                  <a:schemeClr val="bg1"/>
                </a:solidFill>
                <a:latin typeface="腾讯体 W7" panose="020C08030202040F0204" pitchFamily="18" charset="-122"/>
                <a:cs typeface="腾讯体 W3" panose="020C04030202040F0204" pitchFamily="34" charset="-122"/>
              </a:rPr>
              <a:t>ut</a:t>
            </a:r>
            <a:r>
              <a:rPr lang="en-GB" sz="725" kern="0" dirty="0" smtClean="0">
                <a:solidFill>
                  <a:schemeClr val="bg1"/>
                </a:solidFill>
                <a:latin typeface="腾讯体 W7" panose="020C08030202040F0204" pitchFamily="18" charset="-122"/>
                <a:cs typeface="腾讯体 W3" panose="020C04030202040F0204" pitchFamily="34" charset="-122"/>
              </a:rPr>
              <a:t> </a:t>
            </a:r>
            <a:r>
              <a:rPr lang="en-GB" sz="725" kern="0" dirty="0" err="1" smtClean="0">
                <a:solidFill>
                  <a:schemeClr val="bg1"/>
                </a:solidFill>
                <a:latin typeface="腾讯体 W7" panose="020C08030202040F0204" pitchFamily="18" charset="-122"/>
                <a:cs typeface="腾讯体 W3" panose="020C04030202040F0204" pitchFamily="34" charset="-122"/>
              </a:rPr>
              <a:t>diam</a:t>
            </a:r>
            <a:r>
              <a:rPr lang="en-GB" sz="725" kern="0" dirty="0" smtClean="0">
                <a:solidFill>
                  <a:schemeClr val="bg1"/>
                </a:solidFill>
                <a:latin typeface="腾讯体 W7" panose="020C08030202040F0204" pitchFamily="18" charset="-122"/>
                <a:cs typeface="腾讯体 W3" panose="020C04030202040F0204" pitchFamily="34" charset="-122"/>
              </a:rPr>
              <a:t> </a:t>
            </a:r>
            <a:r>
              <a:rPr lang="fr-FR" sz="725" kern="0" dirty="0" err="1" smtClean="0">
                <a:solidFill>
                  <a:schemeClr val="bg1"/>
                </a:solidFill>
                <a:latin typeface="腾讯体 W7" panose="020C08030202040F0204" pitchFamily="18" charset="-122"/>
                <a:cs typeface="腾讯体 W3" panose="020C04030202040F0204" pitchFamily="34" charset="-122"/>
              </a:rPr>
              <a:t>ultricies</a:t>
            </a:r>
            <a:r>
              <a:rPr lang="fr-FR" sz="725" kern="0" dirty="0" smtClean="0">
                <a:solidFill>
                  <a:schemeClr val="bg1"/>
                </a:solidFill>
                <a:latin typeface="腾讯体 W7" panose="020C08030202040F0204" pitchFamily="18" charset="-122"/>
                <a:cs typeface="腾讯体 W3" panose="020C04030202040F0204" pitchFamily="34" charset="-122"/>
              </a:rPr>
              <a:t> non, </a:t>
            </a:r>
            <a:r>
              <a:rPr lang="fr-FR" sz="725" kern="0" dirty="0" err="1" smtClean="0">
                <a:solidFill>
                  <a:schemeClr val="bg1"/>
                </a:solidFill>
                <a:latin typeface="腾讯体 W7" panose="020C08030202040F0204" pitchFamily="18" charset="-122"/>
                <a:cs typeface="腾讯体 W3" panose="020C04030202040F0204" pitchFamily="34" charset="-122"/>
              </a:rPr>
              <a:t>hendrerit</a:t>
            </a:r>
            <a:r>
              <a:rPr lang="fr-FR" sz="725" kern="0" dirty="0" smtClean="0">
                <a:solidFill>
                  <a:schemeClr val="bg1"/>
                </a:solidFill>
                <a:latin typeface="腾讯体 W7" panose="020C08030202040F0204" pitchFamily="18" charset="-122"/>
                <a:cs typeface="腾讯体 W3" panose="020C04030202040F0204" pitchFamily="34" charset="-122"/>
              </a:rPr>
              <a:t> </a:t>
            </a:r>
            <a:r>
              <a:rPr lang="fr-FR" sz="725" kern="0" dirty="0" err="1" smtClean="0">
                <a:solidFill>
                  <a:schemeClr val="bg1"/>
                </a:solidFill>
                <a:latin typeface="腾讯体 W7" panose="020C08030202040F0204" pitchFamily="18" charset="-122"/>
                <a:cs typeface="腾讯体 W3" panose="020C04030202040F0204" pitchFamily="34" charset="-122"/>
              </a:rPr>
              <a:t>quis</a:t>
            </a:r>
            <a:r>
              <a:rPr lang="fr-FR" sz="725" kern="0" dirty="0" smtClean="0">
                <a:solidFill>
                  <a:schemeClr val="bg1"/>
                </a:solidFill>
                <a:latin typeface="腾讯体 W7" panose="020C08030202040F0204" pitchFamily="18" charset="-122"/>
                <a:cs typeface="腾讯体 W3" panose="020C04030202040F0204" pitchFamily="34" charset="-122"/>
              </a:rPr>
              <a:t>, </a:t>
            </a:r>
            <a:r>
              <a:rPr lang="fr-FR" sz="725" kern="0" dirty="0" err="1" smtClean="0">
                <a:solidFill>
                  <a:schemeClr val="bg1"/>
                </a:solidFill>
                <a:latin typeface="腾讯体 W7" panose="020C08030202040F0204" pitchFamily="18" charset="-122"/>
                <a:cs typeface="腾讯体 W3" panose="020C04030202040F0204" pitchFamily="34" charset="-122"/>
              </a:rPr>
              <a:t>pellentesque</a:t>
            </a:r>
            <a:r>
              <a:rPr lang="fr-FR" sz="725" kern="0" dirty="0" smtClean="0">
                <a:solidFill>
                  <a:schemeClr val="bg1"/>
                </a:solidFill>
                <a:latin typeface="腾讯体 W7" panose="020C08030202040F0204" pitchFamily="18" charset="-122"/>
                <a:cs typeface="腾讯体 W3" panose="020C04030202040F0204" pitchFamily="34" charset="-122"/>
              </a:rPr>
              <a:t> a, </a:t>
            </a:r>
            <a:r>
              <a:rPr lang="fr-FR" sz="725" kern="0" dirty="0" err="1" smtClean="0">
                <a:solidFill>
                  <a:schemeClr val="bg1"/>
                </a:solidFill>
                <a:latin typeface="腾讯体 W7" panose="020C08030202040F0204" pitchFamily="18" charset="-122"/>
                <a:cs typeface="腾讯体 W3" panose="020C04030202040F0204" pitchFamily="34" charset="-122"/>
              </a:rPr>
              <a:t>eros</a:t>
            </a:r>
            <a:r>
              <a:rPr lang="fr-FR" sz="725" kern="0" dirty="0" smtClean="0">
                <a:solidFill>
                  <a:schemeClr val="bg1"/>
                </a:solidFill>
                <a:latin typeface="腾讯体 W7" panose="020C08030202040F0204" pitchFamily="18" charset="-122"/>
                <a:cs typeface="腾讯体 W3" panose="020C04030202040F0204" pitchFamily="34" charset="-122"/>
              </a:rPr>
              <a:t>. </a:t>
            </a:r>
            <a:endParaRPr lang="fr-FR" sz="725" kern="0" dirty="0" smtClean="0">
              <a:solidFill>
                <a:schemeClr val="bg1"/>
              </a:solidFill>
              <a:latin typeface="腾讯体 W7" panose="020C08030202040F0204" pitchFamily="18" charset="-122"/>
              <a:cs typeface="腾讯体 W3" panose="020C04030202040F0204" pitchFamily="34" charset="-122"/>
            </a:endParaRPr>
          </a:p>
        </p:txBody>
      </p:sp>
      <p:sp>
        <p:nvSpPr>
          <p:cNvPr id="26" name="Rectangle 10"/>
          <p:cNvSpPr>
            <a:spLocks noChangeArrowheads="1"/>
          </p:cNvSpPr>
          <p:nvPr/>
        </p:nvSpPr>
        <p:spPr bwMode="auto">
          <a:xfrm>
            <a:off x="5834746" y="3522446"/>
            <a:ext cx="692468" cy="50228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3265" b="1" kern="0" dirty="0" smtClean="0">
                <a:solidFill>
                  <a:srgbClr val="1450B8"/>
                </a:solidFill>
                <a:latin typeface="腾讯体 W7" panose="020C08030202040F0204" pitchFamily="18" charset="-122"/>
                <a:cs typeface="腾讯体 W3" panose="020C04030202040F0204" pitchFamily="34" charset="-122"/>
              </a:rPr>
              <a:t>01</a:t>
            </a:r>
            <a:endParaRPr lang="en-GB" sz="3265" kern="0" dirty="0" smtClean="0">
              <a:latin typeface="腾讯体 W7" panose="020C08030202040F0204" pitchFamily="18" charset="-122"/>
              <a:cs typeface="腾讯体 W3" panose="020C04030202040F0204" pitchFamily="34" charset="-122"/>
            </a:endParaRPr>
          </a:p>
        </p:txBody>
      </p:sp>
      <p:sp>
        <p:nvSpPr>
          <p:cNvPr id="34" name="Rectangle 10"/>
          <p:cNvSpPr>
            <a:spLocks noChangeArrowheads="1"/>
          </p:cNvSpPr>
          <p:nvPr/>
        </p:nvSpPr>
        <p:spPr bwMode="auto">
          <a:xfrm>
            <a:off x="7624187" y="5161398"/>
            <a:ext cx="692468" cy="50228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3265" b="1" kern="0" dirty="0" smtClean="0">
                <a:solidFill>
                  <a:schemeClr val="bg2"/>
                </a:solidFill>
                <a:latin typeface="腾讯体 W7" panose="020C08030202040F0204" pitchFamily="18" charset="-122"/>
                <a:cs typeface="腾讯体 W3" panose="020C04030202040F0204" pitchFamily="34" charset="-122"/>
              </a:rPr>
              <a:t>02</a:t>
            </a:r>
            <a:endParaRPr lang="en-GB" sz="3265" kern="0" dirty="0" smtClean="0">
              <a:solidFill>
                <a:schemeClr val="bg2"/>
              </a:solidFill>
              <a:latin typeface="腾讯体 W7" panose="020C08030202040F0204" pitchFamily="18" charset="-122"/>
              <a:cs typeface="腾讯体 W3" panose="020C04030202040F0204" pitchFamily="34" charset="-122"/>
            </a:endParaRPr>
          </a:p>
        </p:txBody>
      </p:sp>
      <p:grpSp>
        <p:nvGrpSpPr>
          <p:cNvPr id="39" name="Group 38"/>
          <p:cNvGrpSpPr/>
          <p:nvPr/>
        </p:nvGrpSpPr>
        <p:grpSpPr>
          <a:xfrm>
            <a:off x="7410564" y="4108803"/>
            <a:ext cx="1172123" cy="1019124"/>
            <a:chOff x="144463" y="144463"/>
            <a:chExt cx="7102475" cy="6175375"/>
          </a:xfrm>
          <a:solidFill>
            <a:schemeClr val="bg1"/>
          </a:solidFill>
        </p:grpSpPr>
        <p:sp>
          <p:nvSpPr>
            <p:cNvPr id="17" name="Freeform 8"/>
            <p:cNvSpPr>
              <a:spLocks noEditPoints="1"/>
            </p:cNvSpPr>
            <p:nvPr/>
          </p:nvSpPr>
          <p:spPr bwMode="auto">
            <a:xfrm>
              <a:off x="144463" y="144463"/>
              <a:ext cx="7102475" cy="6175375"/>
            </a:xfrm>
            <a:custGeom>
              <a:avLst/>
              <a:gdLst>
                <a:gd name="T0" fmla="*/ 368 w 4474"/>
                <a:gd name="T1" fmla="*/ 1998 h 3890"/>
                <a:gd name="T2" fmla="*/ 438 w 4474"/>
                <a:gd name="T3" fmla="*/ 2182 h 3890"/>
                <a:gd name="T4" fmla="*/ 394 w 4474"/>
                <a:gd name="T5" fmla="*/ 2098 h 3890"/>
                <a:gd name="T6" fmla="*/ 766 w 4474"/>
                <a:gd name="T7" fmla="*/ 1366 h 3890"/>
                <a:gd name="T8" fmla="*/ 1262 w 4474"/>
                <a:gd name="T9" fmla="*/ 1426 h 3890"/>
                <a:gd name="T10" fmla="*/ 1008 w 4474"/>
                <a:gd name="T11" fmla="*/ 1150 h 3890"/>
                <a:gd name="T12" fmla="*/ 1382 w 4474"/>
                <a:gd name="T13" fmla="*/ 1068 h 3890"/>
                <a:gd name="T14" fmla="*/ 1280 w 4474"/>
                <a:gd name="T15" fmla="*/ 1410 h 3890"/>
                <a:gd name="T16" fmla="*/ 324 w 4474"/>
                <a:gd name="T17" fmla="*/ 510 h 3890"/>
                <a:gd name="T18" fmla="*/ 714 w 4474"/>
                <a:gd name="T19" fmla="*/ 990 h 3890"/>
                <a:gd name="T20" fmla="*/ 996 w 4474"/>
                <a:gd name="T21" fmla="*/ 974 h 3890"/>
                <a:gd name="T22" fmla="*/ 934 w 4474"/>
                <a:gd name="T23" fmla="*/ 1112 h 3890"/>
                <a:gd name="T24" fmla="*/ 626 w 4474"/>
                <a:gd name="T25" fmla="*/ 990 h 3890"/>
                <a:gd name="T26" fmla="*/ 202 w 4474"/>
                <a:gd name="T27" fmla="*/ 702 h 3890"/>
                <a:gd name="T28" fmla="*/ 28 w 4474"/>
                <a:gd name="T29" fmla="*/ 710 h 3890"/>
                <a:gd name="T30" fmla="*/ 210 w 4474"/>
                <a:gd name="T31" fmla="*/ 1316 h 3890"/>
                <a:gd name="T32" fmla="*/ 430 w 4474"/>
                <a:gd name="T33" fmla="*/ 1296 h 3890"/>
                <a:gd name="T34" fmla="*/ 500 w 4474"/>
                <a:gd name="T35" fmla="*/ 1374 h 3890"/>
                <a:gd name="T36" fmla="*/ 252 w 4474"/>
                <a:gd name="T37" fmla="*/ 1950 h 3890"/>
                <a:gd name="T38" fmla="*/ 250 w 4474"/>
                <a:gd name="T39" fmla="*/ 2278 h 3890"/>
                <a:gd name="T40" fmla="*/ 632 w 4474"/>
                <a:gd name="T41" fmla="*/ 2342 h 3890"/>
                <a:gd name="T42" fmla="*/ 1216 w 4474"/>
                <a:gd name="T43" fmla="*/ 1970 h 3890"/>
                <a:gd name="T44" fmla="*/ 1496 w 4474"/>
                <a:gd name="T45" fmla="*/ 1908 h 3890"/>
                <a:gd name="T46" fmla="*/ 1604 w 4474"/>
                <a:gd name="T47" fmla="*/ 1874 h 3890"/>
                <a:gd name="T48" fmla="*/ 1440 w 4474"/>
                <a:gd name="T49" fmla="*/ 2574 h 3890"/>
                <a:gd name="T50" fmla="*/ 2096 w 4474"/>
                <a:gd name="T51" fmla="*/ 2812 h 3890"/>
                <a:gd name="T52" fmla="*/ 2266 w 4474"/>
                <a:gd name="T53" fmla="*/ 2556 h 3890"/>
                <a:gd name="T54" fmla="*/ 2086 w 4474"/>
                <a:gd name="T55" fmla="*/ 2558 h 3890"/>
                <a:gd name="T56" fmla="*/ 1956 w 4474"/>
                <a:gd name="T57" fmla="*/ 2464 h 3890"/>
                <a:gd name="T58" fmla="*/ 1888 w 4474"/>
                <a:gd name="T59" fmla="*/ 2276 h 3890"/>
                <a:gd name="T60" fmla="*/ 2486 w 4474"/>
                <a:gd name="T61" fmla="*/ 1718 h 3890"/>
                <a:gd name="T62" fmla="*/ 2538 w 4474"/>
                <a:gd name="T63" fmla="*/ 1786 h 3890"/>
                <a:gd name="T64" fmla="*/ 2344 w 4474"/>
                <a:gd name="T65" fmla="*/ 2344 h 3890"/>
                <a:gd name="T66" fmla="*/ 2734 w 4474"/>
                <a:gd name="T67" fmla="*/ 2290 h 3890"/>
                <a:gd name="T68" fmla="*/ 2802 w 4474"/>
                <a:gd name="T69" fmla="*/ 2854 h 3890"/>
                <a:gd name="T70" fmla="*/ 3424 w 4474"/>
                <a:gd name="T71" fmla="*/ 3054 h 3890"/>
                <a:gd name="T72" fmla="*/ 3210 w 4474"/>
                <a:gd name="T73" fmla="*/ 3600 h 3890"/>
                <a:gd name="T74" fmla="*/ 3406 w 4474"/>
                <a:gd name="T75" fmla="*/ 3880 h 3890"/>
                <a:gd name="T76" fmla="*/ 3554 w 4474"/>
                <a:gd name="T77" fmla="*/ 3552 h 3890"/>
                <a:gd name="T78" fmla="*/ 3608 w 4474"/>
                <a:gd name="T79" fmla="*/ 3372 h 3890"/>
                <a:gd name="T80" fmla="*/ 3904 w 4474"/>
                <a:gd name="T81" fmla="*/ 3588 h 3890"/>
                <a:gd name="T82" fmla="*/ 4234 w 4474"/>
                <a:gd name="T83" fmla="*/ 3680 h 3890"/>
                <a:gd name="T84" fmla="*/ 4162 w 4474"/>
                <a:gd name="T85" fmla="*/ 3378 h 3890"/>
                <a:gd name="T86" fmla="*/ 4102 w 4474"/>
                <a:gd name="T87" fmla="*/ 3308 h 3890"/>
                <a:gd name="T88" fmla="*/ 3928 w 4474"/>
                <a:gd name="T89" fmla="*/ 2738 h 3890"/>
                <a:gd name="T90" fmla="*/ 3816 w 4474"/>
                <a:gd name="T91" fmla="*/ 2662 h 3890"/>
                <a:gd name="T92" fmla="*/ 3970 w 4474"/>
                <a:gd name="T93" fmla="*/ 2108 h 3890"/>
                <a:gd name="T94" fmla="*/ 4396 w 4474"/>
                <a:gd name="T95" fmla="*/ 1926 h 3890"/>
                <a:gd name="T96" fmla="*/ 4322 w 4474"/>
                <a:gd name="T97" fmla="*/ 1354 h 3890"/>
                <a:gd name="T98" fmla="*/ 3906 w 4474"/>
                <a:gd name="T99" fmla="*/ 1236 h 3890"/>
                <a:gd name="T100" fmla="*/ 3376 w 4474"/>
                <a:gd name="T101" fmla="*/ 1022 h 3890"/>
                <a:gd name="T102" fmla="*/ 3382 w 4474"/>
                <a:gd name="T103" fmla="*/ 620 h 3890"/>
                <a:gd name="T104" fmla="*/ 2978 w 4474"/>
                <a:gd name="T105" fmla="*/ 574 h 3890"/>
                <a:gd name="T106" fmla="*/ 3170 w 4474"/>
                <a:gd name="T107" fmla="*/ 806 h 3890"/>
                <a:gd name="T108" fmla="*/ 3332 w 4474"/>
                <a:gd name="T109" fmla="*/ 1284 h 3890"/>
                <a:gd name="T110" fmla="*/ 4220 w 4474"/>
                <a:gd name="T111" fmla="*/ 1456 h 3890"/>
                <a:gd name="T112" fmla="*/ 4248 w 4474"/>
                <a:gd name="T113" fmla="*/ 1884 h 3890"/>
                <a:gd name="T114" fmla="*/ 3814 w 4474"/>
                <a:gd name="T115" fmla="*/ 1760 h 3890"/>
                <a:gd name="T116" fmla="*/ 2936 w 4474"/>
                <a:gd name="T117" fmla="*/ 1060 h 3890"/>
                <a:gd name="T118" fmla="*/ 2192 w 4474"/>
                <a:gd name="T119" fmla="*/ 308 h 3890"/>
                <a:gd name="T120" fmla="*/ 1094 w 4474"/>
                <a:gd name="T121" fmla="*/ 382 h 3890"/>
                <a:gd name="T122" fmla="*/ 382 w 4474"/>
                <a:gd name="T123" fmla="*/ 262 h 38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474" h="3890">
                  <a:moveTo>
                    <a:pt x="302" y="2178"/>
                  </a:moveTo>
                  <a:lnTo>
                    <a:pt x="302" y="2178"/>
                  </a:lnTo>
                  <a:lnTo>
                    <a:pt x="288" y="2176"/>
                  </a:lnTo>
                  <a:lnTo>
                    <a:pt x="276" y="2170"/>
                  </a:lnTo>
                  <a:lnTo>
                    <a:pt x="270" y="2166"/>
                  </a:lnTo>
                  <a:lnTo>
                    <a:pt x="264" y="2160"/>
                  </a:lnTo>
                  <a:lnTo>
                    <a:pt x="260" y="2152"/>
                  </a:lnTo>
                  <a:lnTo>
                    <a:pt x="256" y="2144"/>
                  </a:lnTo>
                  <a:lnTo>
                    <a:pt x="254" y="2136"/>
                  </a:lnTo>
                  <a:lnTo>
                    <a:pt x="254" y="2126"/>
                  </a:lnTo>
                  <a:lnTo>
                    <a:pt x="254" y="2116"/>
                  </a:lnTo>
                  <a:lnTo>
                    <a:pt x="258" y="2104"/>
                  </a:lnTo>
                  <a:lnTo>
                    <a:pt x="264" y="2090"/>
                  </a:lnTo>
                  <a:lnTo>
                    <a:pt x="272" y="2078"/>
                  </a:lnTo>
                  <a:lnTo>
                    <a:pt x="282" y="2062"/>
                  </a:lnTo>
                  <a:lnTo>
                    <a:pt x="298" y="2048"/>
                  </a:lnTo>
                  <a:lnTo>
                    <a:pt x="298" y="2048"/>
                  </a:lnTo>
                  <a:lnTo>
                    <a:pt x="314" y="2032"/>
                  </a:lnTo>
                  <a:lnTo>
                    <a:pt x="332" y="2018"/>
                  </a:lnTo>
                  <a:lnTo>
                    <a:pt x="350" y="2008"/>
                  </a:lnTo>
                  <a:lnTo>
                    <a:pt x="368" y="1998"/>
                  </a:lnTo>
                  <a:lnTo>
                    <a:pt x="384" y="1992"/>
                  </a:lnTo>
                  <a:lnTo>
                    <a:pt x="402" y="1986"/>
                  </a:lnTo>
                  <a:lnTo>
                    <a:pt x="420" y="1984"/>
                  </a:lnTo>
                  <a:lnTo>
                    <a:pt x="436" y="1982"/>
                  </a:lnTo>
                  <a:lnTo>
                    <a:pt x="436" y="1982"/>
                  </a:lnTo>
                  <a:lnTo>
                    <a:pt x="454" y="1984"/>
                  </a:lnTo>
                  <a:lnTo>
                    <a:pt x="470" y="1988"/>
                  </a:lnTo>
                  <a:lnTo>
                    <a:pt x="486" y="1994"/>
                  </a:lnTo>
                  <a:lnTo>
                    <a:pt x="498" y="2004"/>
                  </a:lnTo>
                  <a:lnTo>
                    <a:pt x="508" y="2016"/>
                  </a:lnTo>
                  <a:lnTo>
                    <a:pt x="516" y="2030"/>
                  </a:lnTo>
                  <a:lnTo>
                    <a:pt x="520" y="2046"/>
                  </a:lnTo>
                  <a:lnTo>
                    <a:pt x="520" y="2064"/>
                  </a:lnTo>
                  <a:lnTo>
                    <a:pt x="520" y="2064"/>
                  </a:lnTo>
                  <a:lnTo>
                    <a:pt x="518" y="2086"/>
                  </a:lnTo>
                  <a:lnTo>
                    <a:pt x="510" y="2106"/>
                  </a:lnTo>
                  <a:lnTo>
                    <a:pt x="500" y="2124"/>
                  </a:lnTo>
                  <a:lnTo>
                    <a:pt x="486" y="2140"/>
                  </a:lnTo>
                  <a:lnTo>
                    <a:pt x="470" y="2156"/>
                  </a:lnTo>
                  <a:lnTo>
                    <a:pt x="454" y="2170"/>
                  </a:lnTo>
                  <a:lnTo>
                    <a:pt x="438" y="2182"/>
                  </a:lnTo>
                  <a:lnTo>
                    <a:pt x="422" y="2192"/>
                  </a:lnTo>
                  <a:lnTo>
                    <a:pt x="422" y="2192"/>
                  </a:lnTo>
                  <a:lnTo>
                    <a:pt x="416" y="2192"/>
                  </a:lnTo>
                  <a:lnTo>
                    <a:pt x="416" y="2192"/>
                  </a:lnTo>
                  <a:lnTo>
                    <a:pt x="410" y="2192"/>
                  </a:lnTo>
                  <a:lnTo>
                    <a:pt x="406" y="2188"/>
                  </a:lnTo>
                  <a:lnTo>
                    <a:pt x="406" y="2184"/>
                  </a:lnTo>
                  <a:lnTo>
                    <a:pt x="406" y="2180"/>
                  </a:lnTo>
                  <a:lnTo>
                    <a:pt x="412" y="2166"/>
                  </a:lnTo>
                  <a:lnTo>
                    <a:pt x="422" y="2150"/>
                  </a:lnTo>
                  <a:lnTo>
                    <a:pt x="430" y="2134"/>
                  </a:lnTo>
                  <a:lnTo>
                    <a:pt x="434" y="2126"/>
                  </a:lnTo>
                  <a:lnTo>
                    <a:pt x="436" y="2118"/>
                  </a:lnTo>
                  <a:lnTo>
                    <a:pt x="436" y="2112"/>
                  </a:lnTo>
                  <a:lnTo>
                    <a:pt x="434" y="2106"/>
                  </a:lnTo>
                  <a:lnTo>
                    <a:pt x="428" y="2102"/>
                  </a:lnTo>
                  <a:lnTo>
                    <a:pt x="422" y="2098"/>
                  </a:lnTo>
                  <a:lnTo>
                    <a:pt x="422" y="2098"/>
                  </a:lnTo>
                  <a:lnTo>
                    <a:pt x="408" y="2096"/>
                  </a:lnTo>
                  <a:lnTo>
                    <a:pt x="408" y="2096"/>
                  </a:lnTo>
                  <a:lnTo>
                    <a:pt x="394" y="2098"/>
                  </a:lnTo>
                  <a:lnTo>
                    <a:pt x="380" y="2104"/>
                  </a:lnTo>
                  <a:lnTo>
                    <a:pt x="366" y="2114"/>
                  </a:lnTo>
                  <a:lnTo>
                    <a:pt x="354" y="2126"/>
                  </a:lnTo>
                  <a:lnTo>
                    <a:pt x="332" y="2150"/>
                  </a:lnTo>
                  <a:lnTo>
                    <a:pt x="314" y="2174"/>
                  </a:lnTo>
                  <a:lnTo>
                    <a:pt x="314" y="2174"/>
                  </a:lnTo>
                  <a:lnTo>
                    <a:pt x="310" y="2178"/>
                  </a:lnTo>
                  <a:lnTo>
                    <a:pt x="302" y="2178"/>
                  </a:lnTo>
                  <a:close/>
                  <a:moveTo>
                    <a:pt x="642" y="1620"/>
                  </a:moveTo>
                  <a:lnTo>
                    <a:pt x="642" y="1620"/>
                  </a:lnTo>
                  <a:lnTo>
                    <a:pt x="626" y="1620"/>
                  </a:lnTo>
                  <a:lnTo>
                    <a:pt x="612" y="1616"/>
                  </a:lnTo>
                  <a:lnTo>
                    <a:pt x="596" y="1612"/>
                  </a:lnTo>
                  <a:lnTo>
                    <a:pt x="580" y="1608"/>
                  </a:lnTo>
                  <a:lnTo>
                    <a:pt x="706" y="1320"/>
                  </a:lnTo>
                  <a:lnTo>
                    <a:pt x="706" y="1320"/>
                  </a:lnTo>
                  <a:lnTo>
                    <a:pt x="720" y="1326"/>
                  </a:lnTo>
                  <a:lnTo>
                    <a:pt x="734" y="1334"/>
                  </a:lnTo>
                  <a:lnTo>
                    <a:pt x="746" y="1344"/>
                  </a:lnTo>
                  <a:lnTo>
                    <a:pt x="756" y="1356"/>
                  </a:lnTo>
                  <a:lnTo>
                    <a:pt x="766" y="1366"/>
                  </a:lnTo>
                  <a:lnTo>
                    <a:pt x="776" y="1380"/>
                  </a:lnTo>
                  <a:lnTo>
                    <a:pt x="782" y="1392"/>
                  </a:lnTo>
                  <a:lnTo>
                    <a:pt x="788" y="1406"/>
                  </a:lnTo>
                  <a:lnTo>
                    <a:pt x="794" y="1420"/>
                  </a:lnTo>
                  <a:lnTo>
                    <a:pt x="798" y="1434"/>
                  </a:lnTo>
                  <a:lnTo>
                    <a:pt x="800" y="1450"/>
                  </a:lnTo>
                  <a:lnTo>
                    <a:pt x="800" y="1464"/>
                  </a:lnTo>
                  <a:lnTo>
                    <a:pt x="798" y="1480"/>
                  </a:lnTo>
                  <a:lnTo>
                    <a:pt x="796" y="1496"/>
                  </a:lnTo>
                  <a:lnTo>
                    <a:pt x="792" y="1510"/>
                  </a:lnTo>
                  <a:lnTo>
                    <a:pt x="786" y="1526"/>
                  </a:lnTo>
                  <a:lnTo>
                    <a:pt x="786" y="1526"/>
                  </a:lnTo>
                  <a:lnTo>
                    <a:pt x="776" y="1546"/>
                  </a:lnTo>
                  <a:lnTo>
                    <a:pt x="762" y="1566"/>
                  </a:lnTo>
                  <a:lnTo>
                    <a:pt x="746" y="1582"/>
                  </a:lnTo>
                  <a:lnTo>
                    <a:pt x="728" y="1596"/>
                  </a:lnTo>
                  <a:lnTo>
                    <a:pt x="708" y="1606"/>
                  </a:lnTo>
                  <a:lnTo>
                    <a:pt x="688" y="1614"/>
                  </a:lnTo>
                  <a:lnTo>
                    <a:pt x="666" y="1618"/>
                  </a:lnTo>
                  <a:lnTo>
                    <a:pt x="642" y="1620"/>
                  </a:lnTo>
                  <a:close/>
                  <a:moveTo>
                    <a:pt x="1262" y="1426"/>
                  </a:moveTo>
                  <a:lnTo>
                    <a:pt x="1262" y="1426"/>
                  </a:lnTo>
                  <a:lnTo>
                    <a:pt x="1254" y="1424"/>
                  </a:lnTo>
                  <a:lnTo>
                    <a:pt x="1244" y="1418"/>
                  </a:lnTo>
                  <a:lnTo>
                    <a:pt x="1238" y="1412"/>
                  </a:lnTo>
                  <a:lnTo>
                    <a:pt x="1236" y="1404"/>
                  </a:lnTo>
                  <a:lnTo>
                    <a:pt x="1236" y="1404"/>
                  </a:lnTo>
                  <a:lnTo>
                    <a:pt x="1222" y="1368"/>
                  </a:lnTo>
                  <a:lnTo>
                    <a:pt x="1208" y="1336"/>
                  </a:lnTo>
                  <a:lnTo>
                    <a:pt x="1192" y="1308"/>
                  </a:lnTo>
                  <a:lnTo>
                    <a:pt x="1174" y="1282"/>
                  </a:lnTo>
                  <a:lnTo>
                    <a:pt x="1156" y="1258"/>
                  </a:lnTo>
                  <a:lnTo>
                    <a:pt x="1136" y="1238"/>
                  </a:lnTo>
                  <a:lnTo>
                    <a:pt x="1116" y="1220"/>
                  </a:lnTo>
                  <a:lnTo>
                    <a:pt x="1098" y="1206"/>
                  </a:lnTo>
                  <a:lnTo>
                    <a:pt x="1080" y="1192"/>
                  </a:lnTo>
                  <a:lnTo>
                    <a:pt x="1062" y="1182"/>
                  </a:lnTo>
                  <a:lnTo>
                    <a:pt x="1032" y="1166"/>
                  </a:lnTo>
                  <a:lnTo>
                    <a:pt x="1012" y="1158"/>
                  </a:lnTo>
                  <a:lnTo>
                    <a:pt x="1006" y="1156"/>
                  </a:lnTo>
                  <a:lnTo>
                    <a:pt x="1006" y="1156"/>
                  </a:lnTo>
                  <a:lnTo>
                    <a:pt x="1008" y="1150"/>
                  </a:lnTo>
                  <a:lnTo>
                    <a:pt x="1020" y="1132"/>
                  </a:lnTo>
                  <a:lnTo>
                    <a:pt x="1038" y="1108"/>
                  </a:lnTo>
                  <a:lnTo>
                    <a:pt x="1052" y="1094"/>
                  </a:lnTo>
                  <a:lnTo>
                    <a:pt x="1068" y="1082"/>
                  </a:lnTo>
                  <a:lnTo>
                    <a:pt x="1086" y="1068"/>
                  </a:lnTo>
                  <a:lnTo>
                    <a:pt x="1106" y="1054"/>
                  </a:lnTo>
                  <a:lnTo>
                    <a:pt x="1130" y="1042"/>
                  </a:lnTo>
                  <a:lnTo>
                    <a:pt x="1156" y="1030"/>
                  </a:lnTo>
                  <a:lnTo>
                    <a:pt x="1186" y="1020"/>
                  </a:lnTo>
                  <a:lnTo>
                    <a:pt x="1220" y="1012"/>
                  </a:lnTo>
                  <a:lnTo>
                    <a:pt x="1256" y="1008"/>
                  </a:lnTo>
                  <a:lnTo>
                    <a:pt x="1296" y="1006"/>
                  </a:lnTo>
                  <a:lnTo>
                    <a:pt x="1296" y="1006"/>
                  </a:lnTo>
                  <a:lnTo>
                    <a:pt x="1322" y="1008"/>
                  </a:lnTo>
                  <a:lnTo>
                    <a:pt x="1348" y="1010"/>
                  </a:lnTo>
                  <a:lnTo>
                    <a:pt x="1378" y="1012"/>
                  </a:lnTo>
                  <a:lnTo>
                    <a:pt x="1408" y="1018"/>
                  </a:lnTo>
                  <a:lnTo>
                    <a:pt x="1408" y="1018"/>
                  </a:lnTo>
                  <a:lnTo>
                    <a:pt x="1404" y="1024"/>
                  </a:lnTo>
                  <a:lnTo>
                    <a:pt x="1396" y="1042"/>
                  </a:lnTo>
                  <a:lnTo>
                    <a:pt x="1382" y="1068"/>
                  </a:lnTo>
                  <a:lnTo>
                    <a:pt x="1360" y="1098"/>
                  </a:lnTo>
                  <a:lnTo>
                    <a:pt x="1348" y="1114"/>
                  </a:lnTo>
                  <a:lnTo>
                    <a:pt x="1332" y="1130"/>
                  </a:lnTo>
                  <a:lnTo>
                    <a:pt x="1316" y="1144"/>
                  </a:lnTo>
                  <a:lnTo>
                    <a:pt x="1298" y="1158"/>
                  </a:lnTo>
                  <a:lnTo>
                    <a:pt x="1276" y="1172"/>
                  </a:lnTo>
                  <a:lnTo>
                    <a:pt x="1254" y="1182"/>
                  </a:lnTo>
                  <a:lnTo>
                    <a:pt x="1228" y="1190"/>
                  </a:lnTo>
                  <a:lnTo>
                    <a:pt x="1200" y="1196"/>
                  </a:lnTo>
                  <a:lnTo>
                    <a:pt x="1200" y="1196"/>
                  </a:lnTo>
                  <a:lnTo>
                    <a:pt x="1228" y="1230"/>
                  </a:lnTo>
                  <a:lnTo>
                    <a:pt x="1244" y="1252"/>
                  </a:lnTo>
                  <a:lnTo>
                    <a:pt x="1256" y="1276"/>
                  </a:lnTo>
                  <a:lnTo>
                    <a:pt x="1268" y="1302"/>
                  </a:lnTo>
                  <a:lnTo>
                    <a:pt x="1278" y="1332"/>
                  </a:lnTo>
                  <a:lnTo>
                    <a:pt x="1280" y="1346"/>
                  </a:lnTo>
                  <a:lnTo>
                    <a:pt x="1282" y="1362"/>
                  </a:lnTo>
                  <a:lnTo>
                    <a:pt x="1282" y="1378"/>
                  </a:lnTo>
                  <a:lnTo>
                    <a:pt x="1282" y="1394"/>
                  </a:lnTo>
                  <a:lnTo>
                    <a:pt x="1282" y="1394"/>
                  </a:lnTo>
                  <a:lnTo>
                    <a:pt x="1280" y="1410"/>
                  </a:lnTo>
                  <a:lnTo>
                    <a:pt x="1276" y="1418"/>
                  </a:lnTo>
                  <a:lnTo>
                    <a:pt x="1270" y="1424"/>
                  </a:lnTo>
                  <a:lnTo>
                    <a:pt x="1262" y="1426"/>
                  </a:lnTo>
                  <a:close/>
                  <a:moveTo>
                    <a:pt x="302" y="0"/>
                  </a:moveTo>
                  <a:lnTo>
                    <a:pt x="302" y="0"/>
                  </a:lnTo>
                  <a:lnTo>
                    <a:pt x="282" y="34"/>
                  </a:lnTo>
                  <a:lnTo>
                    <a:pt x="266" y="70"/>
                  </a:lnTo>
                  <a:lnTo>
                    <a:pt x="252" y="110"/>
                  </a:lnTo>
                  <a:lnTo>
                    <a:pt x="242" y="150"/>
                  </a:lnTo>
                  <a:lnTo>
                    <a:pt x="238" y="194"/>
                  </a:lnTo>
                  <a:lnTo>
                    <a:pt x="236" y="240"/>
                  </a:lnTo>
                  <a:lnTo>
                    <a:pt x="240" y="286"/>
                  </a:lnTo>
                  <a:lnTo>
                    <a:pt x="244" y="310"/>
                  </a:lnTo>
                  <a:lnTo>
                    <a:pt x="248" y="334"/>
                  </a:lnTo>
                  <a:lnTo>
                    <a:pt x="256" y="358"/>
                  </a:lnTo>
                  <a:lnTo>
                    <a:pt x="262" y="384"/>
                  </a:lnTo>
                  <a:lnTo>
                    <a:pt x="272" y="408"/>
                  </a:lnTo>
                  <a:lnTo>
                    <a:pt x="282" y="434"/>
                  </a:lnTo>
                  <a:lnTo>
                    <a:pt x="294" y="460"/>
                  </a:lnTo>
                  <a:lnTo>
                    <a:pt x="308" y="484"/>
                  </a:lnTo>
                  <a:lnTo>
                    <a:pt x="324" y="510"/>
                  </a:lnTo>
                  <a:lnTo>
                    <a:pt x="340" y="536"/>
                  </a:lnTo>
                  <a:lnTo>
                    <a:pt x="358" y="560"/>
                  </a:lnTo>
                  <a:lnTo>
                    <a:pt x="378" y="586"/>
                  </a:lnTo>
                  <a:lnTo>
                    <a:pt x="400" y="612"/>
                  </a:lnTo>
                  <a:lnTo>
                    <a:pt x="424" y="638"/>
                  </a:lnTo>
                  <a:lnTo>
                    <a:pt x="448" y="662"/>
                  </a:lnTo>
                  <a:lnTo>
                    <a:pt x="476" y="688"/>
                  </a:lnTo>
                  <a:lnTo>
                    <a:pt x="504" y="712"/>
                  </a:lnTo>
                  <a:lnTo>
                    <a:pt x="536" y="736"/>
                  </a:lnTo>
                  <a:lnTo>
                    <a:pt x="536" y="736"/>
                  </a:lnTo>
                  <a:lnTo>
                    <a:pt x="576" y="768"/>
                  </a:lnTo>
                  <a:lnTo>
                    <a:pt x="608" y="800"/>
                  </a:lnTo>
                  <a:lnTo>
                    <a:pt x="636" y="828"/>
                  </a:lnTo>
                  <a:lnTo>
                    <a:pt x="660" y="856"/>
                  </a:lnTo>
                  <a:lnTo>
                    <a:pt x="678" y="880"/>
                  </a:lnTo>
                  <a:lnTo>
                    <a:pt x="692" y="904"/>
                  </a:lnTo>
                  <a:lnTo>
                    <a:pt x="702" y="926"/>
                  </a:lnTo>
                  <a:lnTo>
                    <a:pt x="708" y="944"/>
                  </a:lnTo>
                  <a:lnTo>
                    <a:pt x="712" y="962"/>
                  </a:lnTo>
                  <a:lnTo>
                    <a:pt x="714" y="976"/>
                  </a:lnTo>
                  <a:lnTo>
                    <a:pt x="714" y="990"/>
                  </a:lnTo>
                  <a:lnTo>
                    <a:pt x="714" y="1000"/>
                  </a:lnTo>
                  <a:lnTo>
                    <a:pt x="710" y="1014"/>
                  </a:lnTo>
                  <a:lnTo>
                    <a:pt x="708" y="1020"/>
                  </a:lnTo>
                  <a:lnTo>
                    <a:pt x="708" y="1020"/>
                  </a:lnTo>
                  <a:lnTo>
                    <a:pt x="722" y="1028"/>
                  </a:lnTo>
                  <a:lnTo>
                    <a:pt x="736" y="1036"/>
                  </a:lnTo>
                  <a:lnTo>
                    <a:pt x="750" y="1042"/>
                  </a:lnTo>
                  <a:lnTo>
                    <a:pt x="766" y="1046"/>
                  </a:lnTo>
                  <a:lnTo>
                    <a:pt x="798" y="1052"/>
                  </a:lnTo>
                  <a:lnTo>
                    <a:pt x="832" y="1054"/>
                  </a:lnTo>
                  <a:lnTo>
                    <a:pt x="832" y="1054"/>
                  </a:lnTo>
                  <a:lnTo>
                    <a:pt x="862" y="1052"/>
                  </a:lnTo>
                  <a:lnTo>
                    <a:pt x="890" y="1048"/>
                  </a:lnTo>
                  <a:lnTo>
                    <a:pt x="912" y="1044"/>
                  </a:lnTo>
                  <a:lnTo>
                    <a:pt x="928" y="1036"/>
                  </a:lnTo>
                  <a:lnTo>
                    <a:pt x="928" y="1036"/>
                  </a:lnTo>
                  <a:lnTo>
                    <a:pt x="946" y="1026"/>
                  </a:lnTo>
                  <a:lnTo>
                    <a:pt x="962" y="1014"/>
                  </a:lnTo>
                  <a:lnTo>
                    <a:pt x="976" y="1002"/>
                  </a:lnTo>
                  <a:lnTo>
                    <a:pt x="986" y="988"/>
                  </a:lnTo>
                  <a:lnTo>
                    <a:pt x="996" y="974"/>
                  </a:lnTo>
                  <a:lnTo>
                    <a:pt x="1004" y="962"/>
                  </a:lnTo>
                  <a:lnTo>
                    <a:pt x="1010" y="950"/>
                  </a:lnTo>
                  <a:lnTo>
                    <a:pt x="1012" y="940"/>
                  </a:lnTo>
                  <a:lnTo>
                    <a:pt x="1012" y="940"/>
                  </a:lnTo>
                  <a:lnTo>
                    <a:pt x="1018" y="942"/>
                  </a:lnTo>
                  <a:lnTo>
                    <a:pt x="1024" y="946"/>
                  </a:lnTo>
                  <a:lnTo>
                    <a:pt x="1026" y="952"/>
                  </a:lnTo>
                  <a:lnTo>
                    <a:pt x="1028" y="960"/>
                  </a:lnTo>
                  <a:lnTo>
                    <a:pt x="1028" y="970"/>
                  </a:lnTo>
                  <a:lnTo>
                    <a:pt x="1028" y="982"/>
                  </a:lnTo>
                  <a:lnTo>
                    <a:pt x="1026" y="996"/>
                  </a:lnTo>
                  <a:lnTo>
                    <a:pt x="1022" y="1008"/>
                  </a:lnTo>
                  <a:lnTo>
                    <a:pt x="1016" y="1022"/>
                  </a:lnTo>
                  <a:lnTo>
                    <a:pt x="1008" y="1038"/>
                  </a:lnTo>
                  <a:lnTo>
                    <a:pt x="1000" y="1052"/>
                  </a:lnTo>
                  <a:lnTo>
                    <a:pt x="990" y="1066"/>
                  </a:lnTo>
                  <a:lnTo>
                    <a:pt x="978" y="1078"/>
                  </a:lnTo>
                  <a:lnTo>
                    <a:pt x="966" y="1092"/>
                  </a:lnTo>
                  <a:lnTo>
                    <a:pt x="950" y="1102"/>
                  </a:lnTo>
                  <a:lnTo>
                    <a:pt x="934" y="1112"/>
                  </a:lnTo>
                  <a:lnTo>
                    <a:pt x="934" y="1112"/>
                  </a:lnTo>
                  <a:lnTo>
                    <a:pt x="916" y="1120"/>
                  </a:lnTo>
                  <a:lnTo>
                    <a:pt x="888" y="1126"/>
                  </a:lnTo>
                  <a:lnTo>
                    <a:pt x="850" y="1134"/>
                  </a:lnTo>
                  <a:lnTo>
                    <a:pt x="830" y="1136"/>
                  </a:lnTo>
                  <a:lnTo>
                    <a:pt x="808" y="1136"/>
                  </a:lnTo>
                  <a:lnTo>
                    <a:pt x="808" y="1136"/>
                  </a:lnTo>
                  <a:lnTo>
                    <a:pt x="784" y="1134"/>
                  </a:lnTo>
                  <a:lnTo>
                    <a:pt x="758" y="1132"/>
                  </a:lnTo>
                  <a:lnTo>
                    <a:pt x="732" y="1126"/>
                  </a:lnTo>
                  <a:lnTo>
                    <a:pt x="708" y="1116"/>
                  </a:lnTo>
                  <a:lnTo>
                    <a:pt x="684" y="1104"/>
                  </a:lnTo>
                  <a:lnTo>
                    <a:pt x="660" y="1086"/>
                  </a:lnTo>
                  <a:lnTo>
                    <a:pt x="650" y="1076"/>
                  </a:lnTo>
                  <a:lnTo>
                    <a:pt x="640" y="1064"/>
                  </a:lnTo>
                  <a:lnTo>
                    <a:pt x="632" y="1052"/>
                  </a:lnTo>
                  <a:lnTo>
                    <a:pt x="622" y="1038"/>
                  </a:lnTo>
                  <a:lnTo>
                    <a:pt x="622" y="1038"/>
                  </a:lnTo>
                  <a:lnTo>
                    <a:pt x="624" y="1034"/>
                  </a:lnTo>
                  <a:lnTo>
                    <a:pt x="626" y="1022"/>
                  </a:lnTo>
                  <a:lnTo>
                    <a:pt x="628" y="1002"/>
                  </a:lnTo>
                  <a:lnTo>
                    <a:pt x="626" y="990"/>
                  </a:lnTo>
                  <a:lnTo>
                    <a:pt x="622" y="976"/>
                  </a:lnTo>
                  <a:lnTo>
                    <a:pt x="618" y="960"/>
                  </a:lnTo>
                  <a:lnTo>
                    <a:pt x="608" y="940"/>
                  </a:lnTo>
                  <a:lnTo>
                    <a:pt x="598" y="920"/>
                  </a:lnTo>
                  <a:lnTo>
                    <a:pt x="584" y="900"/>
                  </a:lnTo>
                  <a:lnTo>
                    <a:pt x="566" y="876"/>
                  </a:lnTo>
                  <a:lnTo>
                    <a:pt x="542" y="850"/>
                  </a:lnTo>
                  <a:lnTo>
                    <a:pt x="516" y="824"/>
                  </a:lnTo>
                  <a:lnTo>
                    <a:pt x="484" y="796"/>
                  </a:lnTo>
                  <a:lnTo>
                    <a:pt x="484" y="796"/>
                  </a:lnTo>
                  <a:lnTo>
                    <a:pt x="454" y="818"/>
                  </a:lnTo>
                  <a:lnTo>
                    <a:pt x="426" y="844"/>
                  </a:lnTo>
                  <a:lnTo>
                    <a:pt x="426" y="844"/>
                  </a:lnTo>
                  <a:lnTo>
                    <a:pt x="374" y="812"/>
                  </a:lnTo>
                  <a:lnTo>
                    <a:pt x="324" y="786"/>
                  </a:lnTo>
                  <a:lnTo>
                    <a:pt x="324" y="786"/>
                  </a:lnTo>
                  <a:lnTo>
                    <a:pt x="300" y="772"/>
                  </a:lnTo>
                  <a:lnTo>
                    <a:pt x="278" y="760"/>
                  </a:lnTo>
                  <a:lnTo>
                    <a:pt x="258" y="746"/>
                  </a:lnTo>
                  <a:lnTo>
                    <a:pt x="238" y="732"/>
                  </a:lnTo>
                  <a:lnTo>
                    <a:pt x="202" y="702"/>
                  </a:lnTo>
                  <a:lnTo>
                    <a:pt x="172" y="670"/>
                  </a:lnTo>
                  <a:lnTo>
                    <a:pt x="146" y="636"/>
                  </a:lnTo>
                  <a:lnTo>
                    <a:pt x="124" y="604"/>
                  </a:lnTo>
                  <a:lnTo>
                    <a:pt x="104" y="570"/>
                  </a:lnTo>
                  <a:lnTo>
                    <a:pt x="90" y="538"/>
                  </a:lnTo>
                  <a:lnTo>
                    <a:pt x="78" y="508"/>
                  </a:lnTo>
                  <a:lnTo>
                    <a:pt x="68" y="480"/>
                  </a:lnTo>
                  <a:lnTo>
                    <a:pt x="60" y="454"/>
                  </a:lnTo>
                  <a:lnTo>
                    <a:pt x="54" y="432"/>
                  </a:lnTo>
                  <a:lnTo>
                    <a:pt x="50" y="398"/>
                  </a:lnTo>
                  <a:lnTo>
                    <a:pt x="48" y="388"/>
                  </a:lnTo>
                  <a:lnTo>
                    <a:pt x="48" y="388"/>
                  </a:lnTo>
                  <a:lnTo>
                    <a:pt x="32" y="416"/>
                  </a:lnTo>
                  <a:lnTo>
                    <a:pt x="20" y="446"/>
                  </a:lnTo>
                  <a:lnTo>
                    <a:pt x="10" y="480"/>
                  </a:lnTo>
                  <a:lnTo>
                    <a:pt x="4" y="514"/>
                  </a:lnTo>
                  <a:lnTo>
                    <a:pt x="0" y="550"/>
                  </a:lnTo>
                  <a:lnTo>
                    <a:pt x="0" y="588"/>
                  </a:lnTo>
                  <a:lnTo>
                    <a:pt x="6" y="628"/>
                  </a:lnTo>
                  <a:lnTo>
                    <a:pt x="14" y="668"/>
                  </a:lnTo>
                  <a:lnTo>
                    <a:pt x="28" y="710"/>
                  </a:lnTo>
                  <a:lnTo>
                    <a:pt x="44" y="750"/>
                  </a:lnTo>
                  <a:lnTo>
                    <a:pt x="68" y="792"/>
                  </a:lnTo>
                  <a:lnTo>
                    <a:pt x="96" y="834"/>
                  </a:lnTo>
                  <a:lnTo>
                    <a:pt x="130" y="876"/>
                  </a:lnTo>
                  <a:lnTo>
                    <a:pt x="168" y="916"/>
                  </a:lnTo>
                  <a:lnTo>
                    <a:pt x="214" y="956"/>
                  </a:lnTo>
                  <a:lnTo>
                    <a:pt x="266" y="996"/>
                  </a:lnTo>
                  <a:lnTo>
                    <a:pt x="266" y="996"/>
                  </a:lnTo>
                  <a:lnTo>
                    <a:pt x="282" y="1008"/>
                  </a:lnTo>
                  <a:lnTo>
                    <a:pt x="282" y="1008"/>
                  </a:lnTo>
                  <a:lnTo>
                    <a:pt x="264" y="1036"/>
                  </a:lnTo>
                  <a:lnTo>
                    <a:pt x="248" y="1066"/>
                  </a:lnTo>
                  <a:lnTo>
                    <a:pt x="234" y="1094"/>
                  </a:lnTo>
                  <a:lnTo>
                    <a:pt x="222" y="1124"/>
                  </a:lnTo>
                  <a:lnTo>
                    <a:pt x="212" y="1152"/>
                  </a:lnTo>
                  <a:lnTo>
                    <a:pt x="204" y="1180"/>
                  </a:lnTo>
                  <a:lnTo>
                    <a:pt x="200" y="1208"/>
                  </a:lnTo>
                  <a:lnTo>
                    <a:pt x="198" y="1236"/>
                  </a:lnTo>
                  <a:lnTo>
                    <a:pt x="198" y="1264"/>
                  </a:lnTo>
                  <a:lnTo>
                    <a:pt x="204" y="1290"/>
                  </a:lnTo>
                  <a:lnTo>
                    <a:pt x="210" y="1316"/>
                  </a:lnTo>
                  <a:lnTo>
                    <a:pt x="222" y="1342"/>
                  </a:lnTo>
                  <a:lnTo>
                    <a:pt x="236" y="1366"/>
                  </a:lnTo>
                  <a:lnTo>
                    <a:pt x="256" y="1388"/>
                  </a:lnTo>
                  <a:lnTo>
                    <a:pt x="278" y="1410"/>
                  </a:lnTo>
                  <a:lnTo>
                    <a:pt x="306" y="1430"/>
                  </a:lnTo>
                  <a:lnTo>
                    <a:pt x="306" y="1430"/>
                  </a:lnTo>
                  <a:lnTo>
                    <a:pt x="314" y="1394"/>
                  </a:lnTo>
                  <a:lnTo>
                    <a:pt x="332" y="1314"/>
                  </a:lnTo>
                  <a:lnTo>
                    <a:pt x="342" y="1272"/>
                  </a:lnTo>
                  <a:lnTo>
                    <a:pt x="354" y="1234"/>
                  </a:lnTo>
                  <a:lnTo>
                    <a:pt x="362" y="1208"/>
                  </a:lnTo>
                  <a:lnTo>
                    <a:pt x="366" y="1200"/>
                  </a:lnTo>
                  <a:lnTo>
                    <a:pt x="370" y="1198"/>
                  </a:lnTo>
                  <a:lnTo>
                    <a:pt x="370" y="1198"/>
                  </a:lnTo>
                  <a:lnTo>
                    <a:pt x="370" y="1198"/>
                  </a:lnTo>
                  <a:lnTo>
                    <a:pt x="370" y="1198"/>
                  </a:lnTo>
                  <a:lnTo>
                    <a:pt x="374" y="1200"/>
                  </a:lnTo>
                  <a:lnTo>
                    <a:pt x="378" y="1204"/>
                  </a:lnTo>
                  <a:lnTo>
                    <a:pt x="386" y="1216"/>
                  </a:lnTo>
                  <a:lnTo>
                    <a:pt x="408" y="1256"/>
                  </a:lnTo>
                  <a:lnTo>
                    <a:pt x="430" y="1296"/>
                  </a:lnTo>
                  <a:lnTo>
                    <a:pt x="438" y="1308"/>
                  </a:lnTo>
                  <a:lnTo>
                    <a:pt x="442" y="1312"/>
                  </a:lnTo>
                  <a:lnTo>
                    <a:pt x="446" y="1312"/>
                  </a:lnTo>
                  <a:lnTo>
                    <a:pt x="446" y="1312"/>
                  </a:lnTo>
                  <a:lnTo>
                    <a:pt x="448" y="1312"/>
                  </a:lnTo>
                  <a:lnTo>
                    <a:pt x="452" y="1308"/>
                  </a:lnTo>
                  <a:lnTo>
                    <a:pt x="460" y="1296"/>
                  </a:lnTo>
                  <a:lnTo>
                    <a:pt x="482" y="1262"/>
                  </a:lnTo>
                  <a:lnTo>
                    <a:pt x="502" y="1226"/>
                  </a:lnTo>
                  <a:lnTo>
                    <a:pt x="510" y="1216"/>
                  </a:lnTo>
                  <a:lnTo>
                    <a:pt x="514" y="1212"/>
                  </a:lnTo>
                  <a:lnTo>
                    <a:pt x="518" y="1212"/>
                  </a:lnTo>
                  <a:lnTo>
                    <a:pt x="518" y="1212"/>
                  </a:lnTo>
                  <a:lnTo>
                    <a:pt x="520" y="1214"/>
                  </a:lnTo>
                  <a:lnTo>
                    <a:pt x="520" y="1214"/>
                  </a:lnTo>
                  <a:lnTo>
                    <a:pt x="522" y="1224"/>
                  </a:lnTo>
                  <a:lnTo>
                    <a:pt x="522" y="1244"/>
                  </a:lnTo>
                  <a:lnTo>
                    <a:pt x="520" y="1272"/>
                  </a:lnTo>
                  <a:lnTo>
                    <a:pt x="516" y="1304"/>
                  </a:lnTo>
                  <a:lnTo>
                    <a:pt x="508" y="1338"/>
                  </a:lnTo>
                  <a:lnTo>
                    <a:pt x="500" y="1374"/>
                  </a:lnTo>
                  <a:lnTo>
                    <a:pt x="490" y="1406"/>
                  </a:lnTo>
                  <a:lnTo>
                    <a:pt x="478" y="1434"/>
                  </a:lnTo>
                  <a:lnTo>
                    <a:pt x="478" y="1434"/>
                  </a:lnTo>
                  <a:lnTo>
                    <a:pt x="476" y="1436"/>
                  </a:lnTo>
                  <a:lnTo>
                    <a:pt x="476" y="1436"/>
                  </a:lnTo>
                  <a:lnTo>
                    <a:pt x="472" y="1436"/>
                  </a:lnTo>
                  <a:lnTo>
                    <a:pt x="468" y="1432"/>
                  </a:lnTo>
                  <a:lnTo>
                    <a:pt x="456" y="1422"/>
                  </a:lnTo>
                  <a:lnTo>
                    <a:pt x="426" y="1392"/>
                  </a:lnTo>
                  <a:lnTo>
                    <a:pt x="390" y="1348"/>
                  </a:lnTo>
                  <a:lnTo>
                    <a:pt x="390" y="1348"/>
                  </a:lnTo>
                  <a:lnTo>
                    <a:pt x="378" y="1414"/>
                  </a:lnTo>
                  <a:lnTo>
                    <a:pt x="348" y="1570"/>
                  </a:lnTo>
                  <a:lnTo>
                    <a:pt x="328" y="1664"/>
                  </a:lnTo>
                  <a:lnTo>
                    <a:pt x="308" y="1758"/>
                  </a:lnTo>
                  <a:lnTo>
                    <a:pt x="286" y="1846"/>
                  </a:lnTo>
                  <a:lnTo>
                    <a:pt x="266" y="1918"/>
                  </a:lnTo>
                  <a:lnTo>
                    <a:pt x="266" y="1918"/>
                  </a:lnTo>
                  <a:lnTo>
                    <a:pt x="256" y="1948"/>
                  </a:lnTo>
                  <a:lnTo>
                    <a:pt x="256" y="1948"/>
                  </a:lnTo>
                  <a:lnTo>
                    <a:pt x="252" y="1950"/>
                  </a:lnTo>
                  <a:lnTo>
                    <a:pt x="252" y="1950"/>
                  </a:lnTo>
                  <a:lnTo>
                    <a:pt x="236" y="1968"/>
                  </a:lnTo>
                  <a:lnTo>
                    <a:pt x="222" y="1986"/>
                  </a:lnTo>
                  <a:lnTo>
                    <a:pt x="210" y="2004"/>
                  </a:lnTo>
                  <a:lnTo>
                    <a:pt x="198" y="2020"/>
                  </a:lnTo>
                  <a:lnTo>
                    <a:pt x="190" y="2036"/>
                  </a:lnTo>
                  <a:lnTo>
                    <a:pt x="182" y="2052"/>
                  </a:lnTo>
                  <a:lnTo>
                    <a:pt x="176" y="2068"/>
                  </a:lnTo>
                  <a:lnTo>
                    <a:pt x="172" y="2082"/>
                  </a:lnTo>
                  <a:lnTo>
                    <a:pt x="168" y="2110"/>
                  </a:lnTo>
                  <a:lnTo>
                    <a:pt x="168" y="2134"/>
                  </a:lnTo>
                  <a:lnTo>
                    <a:pt x="170" y="2158"/>
                  </a:lnTo>
                  <a:lnTo>
                    <a:pt x="178" y="2178"/>
                  </a:lnTo>
                  <a:lnTo>
                    <a:pt x="186" y="2196"/>
                  </a:lnTo>
                  <a:lnTo>
                    <a:pt x="196" y="2212"/>
                  </a:lnTo>
                  <a:lnTo>
                    <a:pt x="206" y="2226"/>
                  </a:lnTo>
                  <a:lnTo>
                    <a:pt x="216" y="2238"/>
                  </a:lnTo>
                  <a:lnTo>
                    <a:pt x="234" y="2254"/>
                  </a:lnTo>
                  <a:lnTo>
                    <a:pt x="242" y="2258"/>
                  </a:lnTo>
                  <a:lnTo>
                    <a:pt x="242" y="2258"/>
                  </a:lnTo>
                  <a:lnTo>
                    <a:pt x="250" y="2278"/>
                  </a:lnTo>
                  <a:lnTo>
                    <a:pt x="262" y="2294"/>
                  </a:lnTo>
                  <a:lnTo>
                    <a:pt x="276" y="2310"/>
                  </a:lnTo>
                  <a:lnTo>
                    <a:pt x="290" y="2322"/>
                  </a:lnTo>
                  <a:lnTo>
                    <a:pt x="306" y="2334"/>
                  </a:lnTo>
                  <a:lnTo>
                    <a:pt x="324" y="2342"/>
                  </a:lnTo>
                  <a:lnTo>
                    <a:pt x="342" y="2350"/>
                  </a:lnTo>
                  <a:lnTo>
                    <a:pt x="360" y="2356"/>
                  </a:lnTo>
                  <a:lnTo>
                    <a:pt x="396" y="2366"/>
                  </a:lnTo>
                  <a:lnTo>
                    <a:pt x="428" y="2372"/>
                  </a:lnTo>
                  <a:lnTo>
                    <a:pt x="454" y="2374"/>
                  </a:lnTo>
                  <a:lnTo>
                    <a:pt x="474" y="2376"/>
                  </a:lnTo>
                  <a:lnTo>
                    <a:pt x="474" y="2376"/>
                  </a:lnTo>
                  <a:lnTo>
                    <a:pt x="504" y="2376"/>
                  </a:lnTo>
                  <a:lnTo>
                    <a:pt x="504" y="2376"/>
                  </a:lnTo>
                  <a:lnTo>
                    <a:pt x="544" y="2374"/>
                  </a:lnTo>
                  <a:lnTo>
                    <a:pt x="562" y="2372"/>
                  </a:lnTo>
                  <a:lnTo>
                    <a:pt x="578" y="2368"/>
                  </a:lnTo>
                  <a:lnTo>
                    <a:pt x="592" y="2364"/>
                  </a:lnTo>
                  <a:lnTo>
                    <a:pt x="606" y="2358"/>
                  </a:lnTo>
                  <a:lnTo>
                    <a:pt x="618" y="2350"/>
                  </a:lnTo>
                  <a:lnTo>
                    <a:pt x="632" y="2342"/>
                  </a:lnTo>
                  <a:lnTo>
                    <a:pt x="644" y="2332"/>
                  </a:lnTo>
                  <a:lnTo>
                    <a:pt x="656" y="2320"/>
                  </a:lnTo>
                  <a:lnTo>
                    <a:pt x="680" y="2294"/>
                  </a:lnTo>
                  <a:lnTo>
                    <a:pt x="708" y="2258"/>
                  </a:lnTo>
                  <a:lnTo>
                    <a:pt x="738" y="2216"/>
                  </a:lnTo>
                  <a:lnTo>
                    <a:pt x="738" y="2216"/>
                  </a:lnTo>
                  <a:lnTo>
                    <a:pt x="760" y="2212"/>
                  </a:lnTo>
                  <a:lnTo>
                    <a:pt x="816" y="2200"/>
                  </a:lnTo>
                  <a:lnTo>
                    <a:pt x="854" y="2190"/>
                  </a:lnTo>
                  <a:lnTo>
                    <a:pt x="898" y="2176"/>
                  </a:lnTo>
                  <a:lnTo>
                    <a:pt x="944" y="2160"/>
                  </a:lnTo>
                  <a:lnTo>
                    <a:pt x="992" y="2140"/>
                  </a:lnTo>
                  <a:lnTo>
                    <a:pt x="1040" y="2116"/>
                  </a:lnTo>
                  <a:lnTo>
                    <a:pt x="1064" y="2102"/>
                  </a:lnTo>
                  <a:lnTo>
                    <a:pt x="1088" y="2088"/>
                  </a:lnTo>
                  <a:lnTo>
                    <a:pt x="1112" y="2072"/>
                  </a:lnTo>
                  <a:lnTo>
                    <a:pt x="1134" y="2054"/>
                  </a:lnTo>
                  <a:lnTo>
                    <a:pt x="1156" y="2036"/>
                  </a:lnTo>
                  <a:lnTo>
                    <a:pt x="1178" y="2016"/>
                  </a:lnTo>
                  <a:lnTo>
                    <a:pt x="1198" y="1994"/>
                  </a:lnTo>
                  <a:lnTo>
                    <a:pt x="1216" y="1970"/>
                  </a:lnTo>
                  <a:lnTo>
                    <a:pt x="1232" y="1946"/>
                  </a:lnTo>
                  <a:lnTo>
                    <a:pt x="1248" y="1920"/>
                  </a:lnTo>
                  <a:lnTo>
                    <a:pt x="1262" y="1892"/>
                  </a:lnTo>
                  <a:lnTo>
                    <a:pt x="1274" y="1864"/>
                  </a:lnTo>
                  <a:lnTo>
                    <a:pt x="1282" y="1832"/>
                  </a:lnTo>
                  <a:lnTo>
                    <a:pt x="1290" y="1800"/>
                  </a:lnTo>
                  <a:lnTo>
                    <a:pt x="1290" y="1800"/>
                  </a:lnTo>
                  <a:lnTo>
                    <a:pt x="1290" y="1798"/>
                  </a:lnTo>
                  <a:lnTo>
                    <a:pt x="1290" y="1798"/>
                  </a:lnTo>
                  <a:lnTo>
                    <a:pt x="1298" y="1802"/>
                  </a:lnTo>
                  <a:lnTo>
                    <a:pt x="1312" y="1812"/>
                  </a:lnTo>
                  <a:lnTo>
                    <a:pt x="1332" y="1826"/>
                  </a:lnTo>
                  <a:lnTo>
                    <a:pt x="1356" y="1846"/>
                  </a:lnTo>
                  <a:lnTo>
                    <a:pt x="1382" y="1870"/>
                  </a:lnTo>
                  <a:lnTo>
                    <a:pt x="1410" y="1900"/>
                  </a:lnTo>
                  <a:lnTo>
                    <a:pt x="1438" y="1932"/>
                  </a:lnTo>
                  <a:lnTo>
                    <a:pt x="1464" y="1968"/>
                  </a:lnTo>
                  <a:lnTo>
                    <a:pt x="1464" y="1968"/>
                  </a:lnTo>
                  <a:lnTo>
                    <a:pt x="1476" y="1952"/>
                  </a:lnTo>
                  <a:lnTo>
                    <a:pt x="1486" y="1930"/>
                  </a:lnTo>
                  <a:lnTo>
                    <a:pt x="1496" y="1908"/>
                  </a:lnTo>
                  <a:lnTo>
                    <a:pt x="1504" y="1882"/>
                  </a:lnTo>
                  <a:lnTo>
                    <a:pt x="1510" y="1852"/>
                  </a:lnTo>
                  <a:lnTo>
                    <a:pt x="1516" y="1818"/>
                  </a:lnTo>
                  <a:lnTo>
                    <a:pt x="1518" y="1782"/>
                  </a:lnTo>
                  <a:lnTo>
                    <a:pt x="1520" y="1740"/>
                  </a:lnTo>
                  <a:lnTo>
                    <a:pt x="1520" y="1740"/>
                  </a:lnTo>
                  <a:lnTo>
                    <a:pt x="1520" y="1732"/>
                  </a:lnTo>
                  <a:lnTo>
                    <a:pt x="1524" y="1724"/>
                  </a:lnTo>
                  <a:lnTo>
                    <a:pt x="1530" y="1718"/>
                  </a:lnTo>
                  <a:lnTo>
                    <a:pt x="1534" y="1716"/>
                  </a:lnTo>
                  <a:lnTo>
                    <a:pt x="1540" y="1714"/>
                  </a:lnTo>
                  <a:lnTo>
                    <a:pt x="1540" y="1714"/>
                  </a:lnTo>
                  <a:lnTo>
                    <a:pt x="1546" y="1716"/>
                  </a:lnTo>
                  <a:lnTo>
                    <a:pt x="1554" y="1720"/>
                  </a:lnTo>
                  <a:lnTo>
                    <a:pt x="1554" y="1720"/>
                  </a:lnTo>
                  <a:lnTo>
                    <a:pt x="1568" y="1738"/>
                  </a:lnTo>
                  <a:lnTo>
                    <a:pt x="1582" y="1760"/>
                  </a:lnTo>
                  <a:lnTo>
                    <a:pt x="1592" y="1786"/>
                  </a:lnTo>
                  <a:lnTo>
                    <a:pt x="1600" y="1812"/>
                  </a:lnTo>
                  <a:lnTo>
                    <a:pt x="1604" y="1842"/>
                  </a:lnTo>
                  <a:lnTo>
                    <a:pt x="1604" y="1874"/>
                  </a:lnTo>
                  <a:lnTo>
                    <a:pt x="1602" y="1908"/>
                  </a:lnTo>
                  <a:lnTo>
                    <a:pt x="1596" y="1946"/>
                  </a:lnTo>
                  <a:lnTo>
                    <a:pt x="1596" y="1946"/>
                  </a:lnTo>
                  <a:lnTo>
                    <a:pt x="1586" y="1984"/>
                  </a:lnTo>
                  <a:lnTo>
                    <a:pt x="1576" y="2022"/>
                  </a:lnTo>
                  <a:lnTo>
                    <a:pt x="1562" y="2062"/>
                  </a:lnTo>
                  <a:lnTo>
                    <a:pt x="1546" y="2104"/>
                  </a:lnTo>
                  <a:lnTo>
                    <a:pt x="1508" y="2196"/>
                  </a:lnTo>
                  <a:lnTo>
                    <a:pt x="1458" y="2302"/>
                  </a:lnTo>
                  <a:lnTo>
                    <a:pt x="1458" y="2302"/>
                  </a:lnTo>
                  <a:lnTo>
                    <a:pt x="1446" y="2330"/>
                  </a:lnTo>
                  <a:lnTo>
                    <a:pt x="1436" y="2358"/>
                  </a:lnTo>
                  <a:lnTo>
                    <a:pt x="1428" y="2386"/>
                  </a:lnTo>
                  <a:lnTo>
                    <a:pt x="1422" y="2412"/>
                  </a:lnTo>
                  <a:lnTo>
                    <a:pt x="1418" y="2438"/>
                  </a:lnTo>
                  <a:lnTo>
                    <a:pt x="1416" y="2464"/>
                  </a:lnTo>
                  <a:lnTo>
                    <a:pt x="1416" y="2488"/>
                  </a:lnTo>
                  <a:lnTo>
                    <a:pt x="1418" y="2512"/>
                  </a:lnTo>
                  <a:lnTo>
                    <a:pt x="1424" y="2534"/>
                  </a:lnTo>
                  <a:lnTo>
                    <a:pt x="1430" y="2554"/>
                  </a:lnTo>
                  <a:lnTo>
                    <a:pt x="1440" y="2574"/>
                  </a:lnTo>
                  <a:lnTo>
                    <a:pt x="1450" y="2592"/>
                  </a:lnTo>
                  <a:lnTo>
                    <a:pt x="1464" y="2610"/>
                  </a:lnTo>
                  <a:lnTo>
                    <a:pt x="1480" y="2624"/>
                  </a:lnTo>
                  <a:lnTo>
                    <a:pt x="1500" y="2638"/>
                  </a:lnTo>
                  <a:lnTo>
                    <a:pt x="1520" y="2650"/>
                  </a:lnTo>
                  <a:lnTo>
                    <a:pt x="1520" y="2650"/>
                  </a:lnTo>
                  <a:lnTo>
                    <a:pt x="1558" y="2668"/>
                  </a:lnTo>
                  <a:lnTo>
                    <a:pt x="1608" y="2690"/>
                  </a:lnTo>
                  <a:lnTo>
                    <a:pt x="1666" y="2710"/>
                  </a:lnTo>
                  <a:lnTo>
                    <a:pt x="1730" y="2732"/>
                  </a:lnTo>
                  <a:lnTo>
                    <a:pt x="1796" y="2752"/>
                  </a:lnTo>
                  <a:lnTo>
                    <a:pt x="1864" y="2768"/>
                  </a:lnTo>
                  <a:lnTo>
                    <a:pt x="1930" y="2782"/>
                  </a:lnTo>
                  <a:lnTo>
                    <a:pt x="1960" y="2786"/>
                  </a:lnTo>
                  <a:lnTo>
                    <a:pt x="1990" y="2790"/>
                  </a:lnTo>
                  <a:lnTo>
                    <a:pt x="1990" y="2790"/>
                  </a:lnTo>
                  <a:lnTo>
                    <a:pt x="1988" y="2796"/>
                  </a:lnTo>
                  <a:lnTo>
                    <a:pt x="1988" y="2796"/>
                  </a:lnTo>
                  <a:lnTo>
                    <a:pt x="2028" y="2804"/>
                  </a:lnTo>
                  <a:lnTo>
                    <a:pt x="2064" y="2810"/>
                  </a:lnTo>
                  <a:lnTo>
                    <a:pt x="2096" y="2812"/>
                  </a:lnTo>
                  <a:lnTo>
                    <a:pt x="2126" y="2814"/>
                  </a:lnTo>
                  <a:lnTo>
                    <a:pt x="2126" y="2814"/>
                  </a:lnTo>
                  <a:lnTo>
                    <a:pt x="2164" y="2812"/>
                  </a:lnTo>
                  <a:lnTo>
                    <a:pt x="2180" y="2810"/>
                  </a:lnTo>
                  <a:lnTo>
                    <a:pt x="2196" y="2806"/>
                  </a:lnTo>
                  <a:lnTo>
                    <a:pt x="2210" y="2800"/>
                  </a:lnTo>
                  <a:lnTo>
                    <a:pt x="2224" y="2796"/>
                  </a:lnTo>
                  <a:lnTo>
                    <a:pt x="2234" y="2790"/>
                  </a:lnTo>
                  <a:lnTo>
                    <a:pt x="2246" y="2782"/>
                  </a:lnTo>
                  <a:lnTo>
                    <a:pt x="2254" y="2774"/>
                  </a:lnTo>
                  <a:lnTo>
                    <a:pt x="2262" y="2766"/>
                  </a:lnTo>
                  <a:lnTo>
                    <a:pt x="2276" y="2748"/>
                  </a:lnTo>
                  <a:lnTo>
                    <a:pt x="2284" y="2728"/>
                  </a:lnTo>
                  <a:lnTo>
                    <a:pt x="2290" y="2708"/>
                  </a:lnTo>
                  <a:lnTo>
                    <a:pt x="2294" y="2686"/>
                  </a:lnTo>
                  <a:lnTo>
                    <a:pt x="2294" y="2662"/>
                  </a:lnTo>
                  <a:lnTo>
                    <a:pt x="2292" y="2640"/>
                  </a:lnTo>
                  <a:lnTo>
                    <a:pt x="2286" y="2618"/>
                  </a:lnTo>
                  <a:lnTo>
                    <a:pt x="2280" y="2596"/>
                  </a:lnTo>
                  <a:lnTo>
                    <a:pt x="2274" y="2574"/>
                  </a:lnTo>
                  <a:lnTo>
                    <a:pt x="2266" y="2556"/>
                  </a:lnTo>
                  <a:lnTo>
                    <a:pt x="2258" y="2540"/>
                  </a:lnTo>
                  <a:lnTo>
                    <a:pt x="2258" y="2540"/>
                  </a:lnTo>
                  <a:lnTo>
                    <a:pt x="2240" y="2512"/>
                  </a:lnTo>
                  <a:lnTo>
                    <a:pt x="2224" y="2488"/>
                  </a:lnTo>
                  <a:lnTo>
                    <a:pt x="2204" y="2466"/>
                  </a:lnTo>
                  <a:lnTo>
                    <a:pt x="2186" y="2450"/>
                  </a:lnTo>
                  <a:lnTo>
                    <a:pt x="2166" y="2436"/>
                  </a:lnTo>
                  <a:lnTo>
                    <a:pt x="2146" y="2426"/>
                  </a:lnTo>
                  <a:lnTo>
                    <a:pt x="2126" y="2420"/>
                  </a:lnTo>
                  <a:lnTo>
                    <a:pt x="2106" y="2418"/>
                  </a:lnTo>
                  <a:lnTo>
                    <a:pt x="2106" y="2418"/>
                  </a:lnTo>
                  <a:lnTo>
                    <a:pt x="2092" y="2420"/>
                  </a:lnTo>
                  <a:lnTo>
                    <a:pt x="2076" y="2424"/>
                  </a:lnTo>
                  <a:lnTo>
                    <a:pt x="2076" y="2424"/>
                  </a:lnTo>
                  <a:lnTo>
                    <a:pt x="2044" y="2434"/>
                  </a:lnTo>
                  <a:lnTo>
                    <a:pt x="2044" y="2434"/>
                  </a:lnTo>
                  <a:lnTo>
                    <a:pt x="2058" y="2462"/>
                  </a:lnTo>
                  <a:lnTo>
                    <a:pt x="2070" y="2488"/>
                  </a:lnTo>
                  <a:lnTo>
                    <a:pt x="2078" y="2512"/>
                  </a:lnTo>
                  <a:lnTo>
                    <a:pt x="2084" y="2536"/>
                  </a:lnTo>
                  <a:lnTo>
                    <a:pt x="2086" y="2558"/>
                  </a:lnTo>
                  <a:lnTo>
                    <a:pt x="2088" y="2576"/>
                  </a:lnTo>
                  <a:lnTo>
                    <a:pt x="2086" y="2594"/>
                  </a:lnTo>
                  <a:lnTo>
                    <a:pt x="2084" y="2610"/>
                  </a:lnTo>
                  <a:lnTo>
                    <a:pt x="2080" y="2624"/>
                  </a:lnTo>
                  <a:lnTo>
                    <a:pt x="2078" y="2636"/>
                  </a:lnTo>
                  <a:lnTo>
                    <a:pt x="2068" y="2656"/>
                  </a:lnTo>
                  <a:lnTo>
                    <a:pt x="2062" y="2668"/>
                  </a:lnTo>
                  <a:lnTo>
                    <a:pt x="2058" y="2672"/>
                  </a:lnTo>
                  <a:lnTo>
                    <a:pt x="2058" y="2672"/>
                  </a:lnTo>
                  <a:lnTo>
                    <a:pt x="2054" y="2636"/>
                  </a:lnTo>
                  <a:lnTo>
                    <a:pt x="2046" y="2606"/>
                  </a:lnTo>
                  <a:lnTo>
                    <a:pt x="2040" y="2580"/>
                  </a:lnTo>
                  <a:lnTo>
                    <a:pt x="2032" y="2556"/>
                  </a:lnTo>
                  <a:lnTo>
                    <a:pt x="2022" y="2536"/>
                  </a:lnTo>
                  <a:lnTo>
                    <a:pt x="2014" y="2518"/>
                  </a:lnTo>
                  <a:lnTo>
                    <a:pt x="2004" y="2504"/>
                  </a:lnTo>
                  <a:lnTo>
                    <a:pt x="1994" y="2492"/>
                  </a:lnTo>
                  <a:lnTo>
                    <a:pt x="1984" y="2482"/>
                  </a:lnTo>
                  <a:lnTo>
                    <a:pt x="1974" y="2474"/>
                  </a:lnTo>
                  <a:lnTo>
                    <a:pt x="1964" y="2468"/>
                  </a:lnTo>
                  <a:lnTo>
                    <a:pt x="1956" y="2464"/>
                  </a:lnTo>
                  <a:lnTo>
                    <a:pt x="1938" y="2458"/>
                  </a:lnTo>
                  <a:lnTo>
                    <a:pt x="1926" y="2458"/>
                  </a:lnTo>
                  <a:lnTo>
                    <a:pt x="1926" y="2458"/>
                  </a:lnTo>
                  <a:lnTo>
                    <a:pt x="1914" y="2458"/>
                  </a:lnTo>
                  <a:lnTo>
                    <a:pt x="1914" y="2458"/>
                  </a:lnTo>
                  <a:lnTo>
                    <a:pt x="1890" y="2458"/>
                  </a:lnTo>
                  <a:lnTo>
                    <a:pt x="1870" y="2454"/>
                  </a:lnTo>
                  <a:lnTo>
                    <a:pt x="1852" y="2450"/>
                  </a:lnTo>
                  <a:lnTo>
                    <a:pt x="1838" y="2446"/>
                  </a:lnTo>
                  <a:lnTo>
                    <a:pt x="1820" y="2440"/>
                  </a:lnTo>
                  <a:lnTo>
                    <a:pt x="1814" y="2436"/>
                  </a:lnTo>
                  <a:lnTo>
                    <a:pt x="1814" y="2436"/>
                  </a:lnTo>
                  <a:lnTo>
                    <a:pt x="1812" y="2422"/>
                  </a:lnTo>
                  <a:lnTo>
                    <a:pt x="1812" y="2408"/>
                  </a:lnTo>
                  <a:lnTo>
                    <a:pt x="1814" y="2394"/>
                  </a:lnTo>
                  <a:lnTo>
                    <a:pt x="1818" y="2380"/>
                  </a:lnTo>
                  <a:lnTo>
                    <a:pt x="1822" y="2366"/>
                  </a:lnTo>
                  <a:lnTo>
                    <a:pt x="1828" y="2352"/>
                  </a:lnTo>
                  <a:lnTo>
                    <a:pt x="1844" y="2326"/>
                  </a:lnTo>
                  <a:lnTo>
                    <a:pt x="1864" y="2300"/>
                  </a:lnTo>
                  <a:lnTo>
                    <a:pt x="1888" y="2276"/>
                  </a:lnTo>
                  <a:lnTo>
                    <a:pt x="1912" y="2254"/>
                  </a:lnTo>
                  <a:lnTo>
                    <a:pt x="1938" y="2232"/>
                  </a:lnTo>
                  <a:lnTo>
                    <a:pt x="1966" y="2212"/>
                  </a:lnTo>
                  <a:lnTo>
                    <a:pt x="1992" y="2194"/>
                  </a:lnTo>
                  <a:lnTo>
                    <a:pt x="2038" y="2166"/>
                  </a:lnTo>
                  <a:lnTo>
                    <a:pt x="2072" y="2148"/>
                  </a:lnTo>
                  <a:lnTo>
                    <a:pt x="2084" y="2142"/>
                  </a:lnTo>
                  <a:lnTo>
                    <a:pt x="2084" y="2142"/>
                  </a:lnTo>
                  <a:lnTo>
                    <a:pt x="2098" y="2134"/>
                  </a:lnTo>
                  <a:lnTo>
                    <a:pt x="2136" y="2110"/>
                  </a:lnTo>
                  <a:lnTo>
                    <a:pt x="2162" y="2092"/>
                  </a:lnTo>
                  <a:lnTo>
                    <a:pt x="2192" y="2072"/>
                  </a:lnTo>
                  <a:lnTo>
                    <a:pt x="2224" y="2046"/>
                  </a:lnTo>
                  <a:lnTo>
                    <a:pt x="2258" y="2016"/>
                  </a:lnTo>
                  <a:lnTo>
                    <a:pt x="2294" y="1982"/>
                  </a:lnTo>
                  <a:lnTo>
                    <a:pt x="2330" y="1944"/>
                  </a:lnTo>
                  <a:lnTo>
                    <a:pt x="2368" y="1900"/>
                  </a:lnTo>
                  <a:lnTo>
                    <a:pt x="2404" y="1854"/>
                  </a:lnTo>
                  <a:lnTo>
                    <a:pt x="2438" y="1802"/>
                  </a:lnTo>
                  <a:lnTo>
                    <a:pt x="2470" y="1748"/>
                  </a:lnTo>
                  <a:lnTo>
                    <a:pt x="2486" y="1718"/>
                  </a:lnTo>
                  <a:lnTo>
                    <a:pt x="2500" y="1688"/>
                  </a:lnTo>
                  <a:lnTo>
                    <a:pt x="2514" y="1656"/>
                  </a:lnTo>
                  <a:lnTo>
                    <a:pt x="2526" y="1622"/>
                  </a:lnTo>
                  <a:lnTo>
                    <a:pt x="2526" y="1622"/>
                  </a:lnTo>
                  <a:lnTo>
                    <a:pt x="2530" y="1610"/>
                  </a:lnTo>
                  <a:lnTo>
                    <a:pt x="2536" y="1600"/>
                  </a:lnTo>
                  <a:lnTo>
                    <a:pt x="2542" y="1596"/>
                  </a:lnTo>
                  <a:lnTo>
                    <a:pt x="2548" y="1594"/>
                  </a:lnTo>
                  <a:lnTo>
                    <a:pt x="2548" y="1594"/>
                  </a:lnTo>
                  <a:lnTo>
                    <a:pt x="2552" y="1594"/>
                  </a:lnTo>
                  <a:lnTo>
                    <a:pt x="2556" y="1596"/>
                  </a:lnTo>
                  <a:lnTo>
                    <a:pt x="2562" y="1604"/>
                  </a:lnTo>
                  <a:lnTo>
                    <a:pt x="2568" y="1614"/>
                  </a:lnTo>
                  <a:lnTo>
                    <a:pt x="2572" y="1630"/>
                  </a:lnTo>
                  <a:lnTo>
                    <a:pt x="2572" y="1648"/>
                  </a:lnTo>
                  <a:lnTo>
                    <a:pt x="2572" y="1668"/>
                  </a:lnTo>
                  <a:lnTo>
                    <a:pt x="2570" y="1692"/>
                  </a:lnTo>
                  <a:lnTo>
                    <a:pt x="2562" y="1716"/>
                  </a:lnTo>
                  <a:lnTo>
                    <a:pt x="2562" y="1716"/>
                  </a:lnTo>
                  <a:lnTo>
                    <a:pt x="2552" y="1752"/>
                  </a:lnTo>
                  <a:lnTo>
                    <a:pt x="2538" y="1786"/>
                  </a:lnTo>
                  <a:lnTo>
                    <a:pt x="2526" y="1818"/>
                  </a:lnTo>
                  <a:lnTo>
                    <a:pt x="2512" y="1850"/>
                  </a:lnTo>
                  <a:lnTo>
                    <a:pt x="2482" y="1906"/>
                  </a:lnTo>
                  <a:lnTo>
                    <a:pt x="2450" y="1958"/>
                  </a:lnTo>
                  <a:lnTo>
                    <a:pt x="2418" y="2004"/>
                  </a:lnTo>
                  <a:lnTo>
                    <a:pt x="2384" y="2044"/>
                  </a:lnTo>
                  <a:lnTo>
                    <a:pt x="2350" y="2080"/>
                  </a:lnTo>
                  <a:lnTo>
                    <a:pt x="2316" y="2110"/>
                  </a:lnTo>
                  <a:lnTo>
                    <a:pt x="2284" y="2138"/>
                  </a:lnTo>
                  <a:lnTo>
                    <a:pt x="2252" y="2162"/>
                  </a:lnTo>
                  <a:lnTo>
                    <a:pt x="2222" y="2182"/>
                  </a:lnTo>
                  <a:lnTo>
                    <a:pt x="2194" y="2200"/>
                  </a:lnTo>
                  <a:lnTo>
                    <a:pt x="2144" y="2228"/>
                  </a:lnTo>
                  <a:lnTo>
                    <a:pt x="2112" y="2248"/>
                  </a:lnTo>
                  <a:lnTo>
                    <a:pt x="2112" y="2248"/>
                  </a:lnTo>
                  <a:lnTo>
                    <a:pt x="2138" y="2254"/>
                  </a:lnTo>
                  <a:lnTo>
                    <a:pt x="2164" y="2262"/>
                  </a:lnTo>
                  <a:lnTo>
                    <a:pt x="2192" y="2272"/>
                  </a:lnTo>
                  <a:lnTo>
                    <a:pt x="2220" y="2282"/>
                  </a:lnTo>
                  <a:lnTo>
                    <a:pt x="2282" y="2310"/>
                  </a:lnTo>
                  <a:lnTo>
                    <a:pt x="2344" y="2344"/>
                  </a:lnTo>
                  <a:lnTo>
                    <a:pt x="2406" y="2384"/>
                  </a:lnTo>
                  <a:lnTo>
                    <a:pt x="2468" y="2428"/>
                  </a:lnTo>
                  <a:lnTo>
                    <a:pt x="2498" y="2452"/>
                  </a:lnTo>
                  <a:lnTo>
                    <a:pt x="2528" y="2476"/>
                  </a:lnTo>
                  <a:lnTo>
                    <a:pt x="2556" y="2502"/>
                  </a:lnTo>
                  <a:lnTo>
                    <a:pt x="2584" y="2528"/>
                  </a:lnTo>
                  <a:lnTo>
                    <a:pt x="2584" y="2528"/>
                  </a:lnTo>
                  <a:lnTo>
                    <a:pt x="2588" y="2506"/>
                  </a:lnTo>
                  <a:lnTo>
                    <a:pt x="2594" y="2482"/>
                  </a:lnTo>
                  <a:lnTo>
                    <a:pt x="2602" y="2460"/>
                  </a:lnTo>
                  <a:lnTo>
                    <a:pt x="2610" y="2438"/>
                  </a:lnTo>
                  <a:lnTo>
                    <a:pt x="2628" y="2398"/>
                  </a:lnTo>
                  <a:lnTo>
                    <a:pt x="2650" y="2362"/>
                  </a:lnTo>
                  <a:lnTo>
                    <a:pt x="2670" y="2332"/>
                  </a:lnTo>
                  <a:lnTo>
                    <a:pt x="2692" y="2308"/>
                  </a:lnTo>
                  <a:lnTo>
                    <a:pt x="2702" y="2300"/>
                  </a:lnTo>
                  <a:lnTo>
                    <a:pt x="2712" y="2294"/>
                  </a:lnTo>
                  <a:lnTo>
                    <a:pt x="2720" y="2290"/>
                  </a:lnTo>
                  <a:lnTo>
                    <a:pt x="2728" y="2288"/>
                  </a:lnTo>
                  <a:lnTo>
                    <a:pt x="2728" y="2288"/>
                  </a:lnTo>
                  <a:lnTo>
                    <a:pt x="2734" y="2290"/>
                  </a:lnTo>
                  <a:lnTo>
                    <a:pt x="2740" y="2292"/>
                  </a:lnTo>
                  <a:lnTo>
                    <a:pt x="2744" y="2296"/>
                  </a:lnTo>
                  <a:lnTo>
                    <a:pt x="2746" y="2304"/>
                  </a:lnTo>
                  <a:lnTo>
                    <a:pt x="2748" y="2312"/>
                  </a:lnTo>
                  <a:lnTo>
                    <a:pt x="2750" y="2322"/>
                  </a:lnTo>
                  <a:lnTo>
                    <a:pt x="2748" y="2350"/>
                  </a:lnTo>
                  <a:lnTo>
                    <a:pt x="2748" y="2350"/>
                  </a:lnTo>
                  <a:lnTo>
                    <a:pt x="2742" y="2404"/>
                  </a:lnTo>
                  <a:lnTo>
                    <a:pt x="2732" y="2464"/>
                  </a:lnTo>
                  <a:lnTo>
                    <a:pt x="2724" y="2528"/>
                  </a:lnTo>
                  <a:lnTo>
                    <a:pt x="2722" y="2560"/>
                  </a:lnTo>
                  <a:lnTo>
                    <a:pt x="2720" y="2594"/>
                  </a:lnTo>
                  <a:lnTo>
                    <a:pt x="2722" y="2628"/>
                  </a:lnTo>
                  <a:lnTo>
                    <a:pt x="2724" y="2660"/>
                  </a:lnTo>
                  <a:lnTo>
                    <a:pt x="2728" y="2694"/>
                  </a:lnTo>
                  <a:lnTo>
                    <a:pt x="2736" y="2728"/>
                  </a:lnTo>
                  <a:lnTo>
                    <a:pt x="2748" y="2760"/>
                  </a:lnTo>
                  <a:lnTo>
                    <a:pt x="2762" y="2792"/>
                  </a:lnTo>
                  <a:lnTo>
                    <a:pt x="2780" y="2824"/>
                  </a:lnTo>
                  <a:lnTo>
                    <a:pt x="2802" y="2854"/>
                  </a:lnTo>
                  <a:lnTo>
                    <a:pt x="2802" y="2854"/>
                  </a:lnTo>
                  <a:lnTo>
                    <a:pt x="2818" y="2874"/>
                  </a:lnTo>
                  <a:lnTo>
                    <a:pt x="2836" y="2894"/>
                  </a:lnTo>
                  <a:lnTo>
                    <a:pt x="2856" y="2910"/>
                  </a:lnTo>
                  <a:lnTo>
                    <a:pt x="2874" y="2926"/>
                  </a:lnTo>
                  <a:lnTo>
                    <a:pt x="2894" y="2940"/>
                  </a:lnTo>
                  <a:lnTo>
                    <a:pt x="2916" y="2952"/>
                  </a:lnTo>
                  <a:lnTo>
                    <a:pt x="2936" y="2964"/>
                  </a:lnTo>
                  <a:lnTo>
                    <a:pt x="2956" y="2976"/>
                  </a:lnTo>
                  <a:lnTo>
                    <a:pt x="3000" y="2992"/>
                  </a:lnTo>
                  <a:lnTo>
                    <a:pt x="3044" y="3006"/>
                  </a:lnTo>
                  <a:lnTo>
                    <a:pt x="3088" y="3016"/>
                  </a:lnTo>
                  <a:lnTo>
                    <a:pt x="3132" y="3024"/>
                  </a:lnTo>
                  <a:lnTo>
                    <a:pt x="3176" y="3030"/>
                  </a:lnTo>
                  <a:lnTo>
                    <a:pt x="3216" y="3034"/>
                  </a:lnTo>
                  <a:lnTo>
                    <a:pt x="3294" y="3038"/>
                  </a:lnTo>
                  <a:lnTo>
                    <a:pt x="3362" y="3040"/>
                  </a:lnTo>
                  <a:lnTo>
                    <a:pt x="3388" y="3044"/>
                  </a:lnTo>
                  <a:lnTo>
                    <a:pt x="3412" y="3048"/>
                  </a:lnTo>
                  <a:lnTo>
                    <a:pt x="3412" y="3048"/>
                  </a:lnTo>
                  <a:lnTo>
                    <a:pt x="3418" y="3050"/>
                  </a:lnTo>
                  <a:lnTo>
                    <a:pt x="3424" y="3054"/>
                  </a:lnTo>
                  <a:lnTo>
                    <a:pt x="3426" y="3060"/>
                  </a:lnTo>
                  <a:lnTo>
                    <a:pt x="3428" y="3066"/>
                  </a:lnTo>
                  <a:lnTo>
                    <a:pt x="3430" y="3074"/>
                  </a:lnTo>
                  <a:lnTo>
                    <a:pt x="3430" y="3084"/>
                  </a:lnTo>
                  <a:lnTo>
                    <a:pt x="3426" y="3108"/>
                  </a:lnTo>
                  <a:lnTo>
                    <a:pt x="3418" y="3134"/>
                  </a:lnTo>
                  <a:lnTo>
                    <a:pt x="3406" y="3164"/>
                  </a:lnTo>
                  <a:lnTo>
                    <a:pt x="3376" y="3230"/>
                  </a:lnTo>
                  <a:lnTo>
                    <a:pt x="3342" y="3300"/>
                  </a:lnTo>
                  <a:lnTo>
                    <a:pt x="3306" y="3370"/>
                  </a:lnTo>
                  <a:lnTo>
                    <a:pt x="3274" y="3434"/>
                  </a:lnTo>
                  <a:lnTo>
                    <a:pt x="3250" y="3486"/>
                  </a:lnTo>
                  <a:lnTo>
                    <a:pt x="3250" y="3486"/>
                  </a:lnTo>
                  <a:lnTo>
                    <a:pt x="3246" y="3496"/>
                  </a:lnTo>
                  <a:lnTo>
                    <a:pt x="3234" y="3522"/>
                  </a:lnTo>
                  <a:lnTo>
                    <a:pt x="3226" y="3540"/>
                  </a:lnTo>
                  <a:lnTo>
                    <a:pt x="3220" y="3558"/>
                  </a:lnTo>
                  <a:lnTo>
                    <a:pt x="3216" y="3580"/>
                  </a:lnTo>
                  <a:lnTo>
                    <a:pt x="3212" y="3600"/>
                  </a:lnTo>
                  <a:lnTo>
                    <a:pt x="3212" y="3600"/>
                  </a:lnTo>
                  <a:lnTo>
                    <a:pt x="3210" y="3600"/>
                  </a:lnTo>
                  <a:lnTo>
                    <a:pt x="3210" y="3600"/>
                  </a:lnTo>
                  <a:lnTo>
                    <a:pt x="3206" y="3640"/>
                  </a:lnTo>
                  <a:lnTo>
                    <a:pt x="3204" y="3678"/>
                  </a:lnTo>
                  <a:lnTo>
                    <a:pt x="3204" y="3712"/>
                  </a:lnTo>
                  <a:lnTo>
                    <a:pt x="3208" y="3742"/>
                  </a:lnTo>
                  <a:lnTo>
                    <a:pt x="3212" y="3768"/>
                  </a:lnTo>
                  <a:lnTo>
                    <a:pt x="3218" y="3792"/>
                  </a:lnTo>
                  <a:lnTo>
                    <a:pt x="3226" y="3812"/>
                  </a:lnTo>
                  <a:lnTo>
                    <a:pt x="3234" y="3830"/>
                  </a:lnTo>
                  <a:lnTo>
                    <a:pt x="3246" y="3846"/>
                  </a:lnTo>
                  <a:lnTo>
                    <a:pt x="3256" y="3858"/>
                  </a:lnTo>
                  <a:lnTo>
                    <a:pt x="3270" y="3868"/>
                  </a:lnTo>
                  <a:lnTo>
                    <a:pt x="3282" y="3878"/>
                  </a:lnTo>
                  <a:lnTo>
                    <a:pt x="3298" y="3884"/>
                  </a:lnTo>
                  <a:lnTo>
                    <a:pt x="3312" y="3888"/>
                  </a:lnTo>
                  <a:lnTo>
                    <a:pt x="3328" y="3890"/>
                  </a:lnTo>
                  <a:lnTo>
                    <a:pt x="3344" y="3890"/>
                  </a:lnTo>
                  <a:lnTo>
                    <a:pt x="3344" y="3890"/>
                  </a:lnTo>
                  <a:lnTo>
                    <a:pt x="3364" y="3890"/>
                  </a:lnTo>
                  <a:lnTo>
                    <a:pt x="3386" y="3886"/>
                  </a:lnTo>
                  <a:lnTo>
                    <a:pt x="3406" y="3880"/>
                  </a:lnTo>
                  <a:lnTo>
                    <a:pt x="3426" y="3874"/>
                  </a:lnTo>
                  <a:lnTo>
                    <a:pt x="3446" y="3866"/>
                  </a:lnTo>
                  <a:lnTo>
                    <a:pt x="3464" y="3856"/>
                  </a:lnTo>
                  <a:lnTo>
                    <a:pt x="3494" y="3838"/>
                  </a:lnTo>
                  <a:lnTo>
                    <a:pt x="3494" y="3838"/>
                  </a:lnTo>
                  <a:lnTo>
                    <a:pt x="3524" y="3814"/>
                  </a:lnTo>
                  <a:lnTo>
                    <a:pt x="3550" y="3788"/>
                  </a:lnTo>
                  <a:lnTo>
                    <a:pt x="3570" y="3764"/>
                  </a:lnTo>
                  <a:lnTo>
                    <a:pt x="3586" y="3738"/>
                  </a:lnTo>
                  <a:lnTo>
                    <a:pt x="3590" y="3726"/>
                  </a:lnTo>
                  <a:lnTo>
                    <a:pt x="3594" y="3712"/>
                  </a:lnTo>
                  <a:lnTo>
                    <a:pt x="3596" y="3700"/>
                  </a:lnTo>
                  <a:lnTo>
                    <a:pt x="3598" y="3688"/>
                  </a:lnTo>
                  <a:lnTo>
                    <a:pt x="3598" y="3676"/>
                  </a:lnTo>
                  <a:lnTo>
                    <a:pt x="3596" y="3666"/>
                  </a:lnTo>
                  <a:lnTo>
                    <a:pt x="3594" y="3654"/>
                  </a:lnTo>
                  <a:lnTo>
                    <a:pt x="3588" y="3644"/>
                  </a:lnTo>
                  <a:lnTo>
                    <a:pt x="3588" y="3644"/>
                  </a:lnTo>
                  <a:lnTo>
                    <a:pt x="3578" y="3622"/>
                  </a:lnTo>
                  <a:lnTo>
                    <a:pt x="3568" y="3598"/>
                  </a:lnTo>
                  <a:lnTo>
                    <a:pt x="3554" y="3552"/>
                  </a:lnTo>
                  <a:lnTo>
                    <a:pt x="3554" y="3552"/>
                  </a:lnTo>
                  <a:lnTo>
                    <a:pt x="3522" y="3564"/>
                  </a:lnTo>
                  <a:lnTo>
                    <a:pt x="3492" y="3574"/>
                  </a:lnTo>
                  <a:lnTo>
                    <a:pt x="3464" y="3582"/>
                  </a:lnTo>
                  <a:lnTo>
                    <a:pt x="3438" y="3588"/>
                  </a:lnTo>
                  <a:lnTo>
                    <a:pt x="3398" y="3592"/>
                  </a:lnTo>
                  <a:lnTo>
                    <a:pt x="3374" y="3594"/>
                  </a:lnTo>
                  <a:lnTo>
                    <a:pt x="3374" y="3594"/>
                  </a:lnTo>
                  <a:lnTo>
                    <a:pt x="3370" y="3594"/>
                  </a:lnTo>
                  <a:lnTo>
                    <a:pt x="3370" y="3594"/>
                  </a:lnTo>
                  <a:lnTo>
                    <a:pt x="3402" y="3582"/>
                  </a:lnTo>
                  <a:lnTo>
                    <a:pt x="3434" y="3570"/>
                  </a:lnTo>
                  <a:lnTo>
                    <a:pt x="3460" y="3554"/>
                  </a:lnTo>
                  <a:lnTo>
                    <a:pt x="3484" y="3538"/>
                  </a:lnTo>
                  <a:lnTo>
                    <a:pt x="3506" y="3522"/>
                  </a:lnTo>
                  <a:lnTo>
                    <a:pt x="3526" y="3504"/>
                  </a:lnTo>
                  <a:lnTo>
                    <a:pt x="3542" y="3486"/>
                  </a:lnTo>
                  <a:lnTo>
                    <a:pt x="3556" y="3468"/>
                  </a:lnTo>
                  <a:lnTo>
                    <a:pt x="3556" y="3468"/>
                  </a:lnTo>
                  <a:lnTo>
                    <a:pt x="3580" y="3422"/>
                  </a:lnTo>
                  <a:lnTo>
                    <a:pt x="3608" y="3372"/>
                  </a:lnTo>
                  <a:lnTo>
                    <a:pt x="3670" y="3272"/>
                  </a:lnTo>
                  <a:lnTo>
                    <a:pt x="3730" y="3174"/>
                  </a:lnTo>
                  <a:lnTo>
                    <a:pt x="3758" y="3130"/>
                  </a:lnTo>
                  <a:lnTo>
                    <a:pt x="3780" y="3088"/>
                  </a:lnTo>
                  <a:lnTo>
                    <a:pt x="3780" y="3088"/>
                  </a:lnTo>
                  <a:lnTo>
                    <a:pt x="3788" y="3102"/>
                  </a:lnTo>
                  <a:lnTo>
                    <a:pt x="3796" y="3116"/>
                  </a:lnTo>
                  <a:lnTo>
                    <a:pt x="3804" y="3136"/>
                  </a:lnTo>
                  <a:lnTo>
                    <a:pt x="3810" y="3158"/>
                  </a:lnTo>
                  <a:lnTo>
                    <a:pt x="3820" y="3208"/>
                  </a:lnTo>
                  <a:lnTo>
                    <a:pt x="3830" y="3262"/>
                  </a:lnTo>
                  <a:lnTo>
                    <a:pt x="3844" y="3378"/>
                  </a:lnTo>
                  <a:lnTo>
                    <a:pt x="3852" y="3428"/>
                  </a:lnTo>
                  <a:lnTo>
                    <a:pt x="3862" y="3474"/>
                  </a:lnTo>
                  <a:lnTo>
                    <a:pt x="3862" y="3474"/>
                  </a:lnTo>
                  <a:lnTo>
                    <a:pt x="3864" y="3484"/>
                  </a:lnTo>
                  <a:lnTo>
                    <a:pt x="3872" y="3512"/>
                  </a:lnTo>
                  <a:lnTo>
                    <a:pt x="3876" y="3530"/>
                  </a:lnTo>
                  <a:lnTo>
                    <a:pt x="3884" y="3550"/>
                  </a:lnTo>
                  <a:lnTo>
                    <a:pt x="3892" y="3570"/>
                  </a:lnTo>
                  <a:lnTo>
                    <a:pt x="3904" y="3588"/>
                  </a:lnTo>
                  <a:lnTo>
                    <a:pt x="3904" y="3588"/>
                  </a:lnTo>
                  <a:lnTo>
                    <a:pt x="3900" y="3588"/>
                  </a:lnTo>
                  <a:lnTo>
                    <a:pt x="3900" y="3588"/>
                  </a:lnTo>
                  <a:lnTo>
                    <a:pt x="3930" y="3634"/>
                  </a:lnTo>
                  <a:lnTo>
                    <a:pt x="3958" y="3672"/>
                  </a:lnTo>
                  <a:lnTo>
                    <a:pt x="3986" y="3702"/>
                  </a:lnTo>
                  <a:lnTo>
                    <a:pt x="4012" y="3726"/>
                  </a:lnTo>
                  <a:lnTo>
                    <a:pt x="4038" y="3744"/>
                  </a:lnTo>
                  <a:lnTo>
                    <a:pt x="4062" y="3756"/>
                  </a:lnTo>
                  <a:lnTo>
                    <a:pt x="4086" y="3762"/>
                  </a:lnTo>
                  <a:lnTo>
                    <a:pt x="4108" y="3764"/>
                  </a:lnTo>
                  <a:lnTo>
                    <a:pt x="4108" y="3764"/>
                  </a:lnTo>
                  <a:lnTo>
                    <a:pt x="4124" y="3764"/>
                  </a:lnTo>
                  <a:lnTo>
                    <a:pt x="4138" y="3760"/>
                  </a:lnTo>
                  <a:lnTo>
                    <a:pt x="4154" y="3754"/>
                  </a:lnTo>
                  <a:lnTo>
                    <a:pt x="4168" y="3748"/>
                  </a:lnTo>
                  <a:lnTo>
                    <a:pt x="4180" y="3740"/>
                  </a:lnTo>
                  <a:lnTo>
                    <a:pt x="4192" y="3730"/>
                  </a:lnTo>
                  <a:lnTo>
                    <a:pt x="4204" y="3718"/>
                  </a:lnTo>
                  <a:lnTo>
                    <a:pt x="4216" y="3706"/>
                  </a:lnTo>
                  <a:lnTo>
                    <a:pt x="4234" y="3680"/>
                  </a:lnTo>
                  <a:lnTo>
                    <a:pt x="4250" y="3654"/>
                  </a:lnTo>
                  <a:lnTo>
                    <a:pt x="4262" y="3626"/>
                  </a:lnTo>
                  <a:lnTo>
                    <a:pt x="4272" y="3602"/>
                  </a:lnTo>
                  <a:lnTo>
                    <a:pt x="4272" y="3602"/>
                  </a:lnTo>
                  <a:lnTo>
                    <a:pt x="4280" y="3564"/>
                  </a:lnTo>
                  <a:lnTo>
                    <a:pt x="4286" y="3528"/>
                  </a:lnTo>
                  <a:lnTo>
                    <a:pt x="4286" y="3496"/>
                  </a:lnTo>
                  <a:lnTo>
                    <a:pt x="4282" y="3466"/>
                  </a:lnTo>
                  <a:lnTo>
                    <a:pt x="4278" y="3454"/>
                  </a:lnTo>
                  <a:lnTo>
                    <a:pt x="4274" y="3442"/>
                  </a:lnTo>
                  <a:lnTo>
                    <a:pt x="4268" y="3430"/>
                  </a:lnTo>
                  <a:lnTo>
                    <a:pt x="4262" y="3420"/>
                  </a:lnTo>
                  <a:lnTo>
                    <a:pt x="4254" y="3410"/>
                  </a:lnTo>
                  <a:lnTo>
                    <a:pt x="4246" y="3402"/>
                  </a:lnTo>
                  <a:lnTo>
                    <a:pt x="4236" y="3396"/>
                  </a:lnTo>
                  <a:lnTo>
                    <a:pt x="4226" y="3390"/>
                  </a:lnTo>
                  <a:lnTo>
                    <a:pt x="4226" y="3390"/>
                  </a:lnTo>
                  <a:lnTo>
                    <a:pt x="4196" y="3374"/>
                  </a:lnTo>
                  <a:lnTo>
                    <a:pt x="4166" y="3356"/>
                  </a:lnTo>
                  <a:lnTo>
                    <a:pt x="4166" y="3356"/>
                  </a:lnTo>
                  <a:lnTo>
                    <a:pt x="4162" y="3378"/>
                  </a:lnTo>
                  <a:lnTo>
                    <a:pt x="4156" y="3400"/>
                  </a:lnTo>
                  <a:lnTo>
                    <a:pt x="4150" y="3420"/>
                  </a:lnTo>
                  <a:lnTo>
                    <a:pt x="4142" y="3440"/>
                  </a:lnTo>
                  <a:lnTo>
                    <a:pt x="4126" y="3474"/>
                  </a:lnTo>
                  <a:lnTo>
                    <a:pt x="4108" y="3502"/>
                  </a:lnTo>
                  <a:lnTo>
                    <a:pt x="4090" y="3524"/>
                  </a:lnTo>
                  <a:lnTo>
                    <a:pt x="4076" y="3540"/>
                  </a:lnTo>
                  <a:lnTo>
                    <a:pt x="4062" y="3552"/>
                  </a:lnTo>
                  <a:lnTo>
                    <a:pt x="4062" y="3552"/>
                  </a:lnTo>
                  <a:lnTo>
                    <a:pt x="4078" y="3520"/>
                  </a:lnTo>
                  <a:lnTo>
                    <a:pt x="4090" y="3488"/>
                  </a:lnTo>
                  <a:lnTo>
                    <a:pt x="4098" y="3456"/>
                  </a:lnTo>
                  <a:lnTo>
                    <a:pt x="4104" y="3426"/>
                  </a:lnTo>
                  <a:lnTo>
                    <a:pt x="4108" y="3396"/>
                  </a:lnTo>
                  <a:lnTo>
                    <a:pt x="4110" y="3366"/>
                  </a:lnTo>
                  <a:lnTo>
                    <a:pt x="4110" y="3340"/>
                  </a:lnTo>
                  <a:lnTo>
                    <a:pt x="4108" y="3316"/>
                  </a:lnTo>
                  <a:lnTo>
                    <a:pt x="4108" y="3316"/>
                  </a:lnTo>
                  <a:lnTo>
                    <a:pt x="4104" y="3310"/>
                  </a:lnTo>
                  <a:lnTo>
                    <a:pt x="4104" y="3310"/>
                  </a:lnTo>
                  <a:lnTo>
                    <a:pt x="4102" y="3308"/>
                  </a:lnTo>
                  <a:lnTo>
                    <a:pt x="4102" y="3308"/>
                  </a:lnTo>
                  <a:lnTo>
                    <a:pt x="4088" y="3260"/>
                  </a:lnTo>
                  <a:lnTo>
                    <a:pt x="4078" y="3210"/>
                  </a:lnTo>
                  <a:lnTo>
                    <a:pt x="4070" y="3160"/>
                  </a:lnTo>
                  <a:lnTo>
                    <a:pt x="4064" y="3110"/>
                  </a:lnTo>
                  <a:lnTo>
                    <a:pt x="4054" y="3012"/>
                  </a:lnTo>
                  <a:lnTo>
                    <a:pt x="4048" y="2920"/>
                  </a:lnTo>
                  <a:lnTo>
                    <a:pt x="4042" y="2878"/>
                  </a:lnTo>
                  <a:lnTo>
                    <a:pt x="4038" y="2840"/>
                  </a:lnTo>
                  <a:lnTo>
                    <a:pt x="4030" y="2806"/>
                  </a:lnTo>
                  <a:lnTo>
                    <a:pt x="4020" y="2776"/>
                  </a:lnTo>
                  <a:lnTo>
                    <a:pt x="4014" y="2762"/>
                  </a:lnTo>
                  <a:lnTo>
                    <a:pt x="4008" y="2750"/>
                  </a:lnTo>
                  <a:lnTo>
                    <a:pt x="4000" y="2740"/>
                  </a:lnTo>
                  <a:lnTo>
                    <a:pt x="3992" y="2732"/>
                  </a:lnTo>
                  <a:lnTo>
                    <a:pt x="3984" y="2724"/>
                  </a:lnTo>
                  <a:lnTo>
                    <a:pt x="3972" y="2720"/>
                  </a:lnTo>
                  <a:lnTo>
                    <a:pt x="3962" y="2716"/>
                  </a:lnTo>
                  <a:lnTo>
                    <a:pt x="3948" y="2714"/>
                  </a:lnTo>
                  <a:lnTo>
                    <a:pt x="3948" y="2714"/>
                  </a:lnTo>
                  <a:lnTo>
                    <a:pt x="3928" y="2738"/>
                  </a:lnTo>
                  <a:lnTo>
                    <a:pt x="3904" y="2764"/>
                  </a:lnTo>
                  <a:lnTo>
                    <a:pt x="3880" y="2788"/>
                  </a:lnTo>
                  <a:lnTo>
                    <a:pt x="3856" y="2814"/>
                  </a:lnTo>
                  <a:lnTo>
                    <a:pt x="3830" y="2836"/>
                  </a:lnTo>
                  <a:lnTo>
                    <a:pt x="3802" y="2860"/>
                  </a:lnTo>
                  <a:lnTo>
                    <a:pt x="3772" y="2880"/>
                  </a:lnTo>
                  <a:lnTo>
                    <a:pt x="3742" y="2902"/>
                  </a:lnTo>
                  <a:lnTo>
                    <a:pt x="3742" y="2902"/>
                  </a:lnTo>
                  <a:lnTo>
                    <a:pt x="3730" y="2890"/>
                  </a:lnTo>
                  <a:lnTo>
                    <a:pt x="3720" y="2880"/>
                  </a:lnTo>
                  <a:lnTo>
                    <a:pt x="3714" y="2870"/>
                  </a:lnTo>
                  <a:lnTo>
                    <a:pt x="3708" y="2860"/>
                  </a:lnTo>
                  <a:lnTo>
                    <a:pt x="3706" y="2850"/>
                  </a:lnTo>
                  <a:lnTo>
                    <a:pt x="3704" y="2840"/>
                  </a:lnTo>
                  <a:lnTo>
                    <a:pt x="3706" y="2828"/>
                  </a:lnTo>
                  <a:lnTo>
                    <a:pt x="3710" y="2816"/>
                  </a:lnTo>
                  <a:lnTo>
                    <a:pt x="3716" y="2804"/>
                  </a:lnTo>
                  <a:lnTo>
                    <a:pt x="3724" y="2788"/>
                  </a:lnTo>
                  <a:lnTo>
                    <a:pt x="3746" y="2756"/>
                  </a:lnTo>
                  <a:lnTo>
                    <a:pt x="3776" y="2714"/>
                  </a:lnTo>
                  <a:lnTo>
                    <a:pt x="3816" y="2662"/>
                  </a:lnTo>
                  <a:lnTo>
                    <a:pt x="3816" y="2662"/>
                  </a:lnTo>
                  <a:lnTo>
                    <a:pt x="3844" y="2628"/>
                  </a:lnTo>
                  <a:lnTo>
                    <a:pt x="3868" y="2592"/>
                  </a:lnTo>
                  <a:lnTo>
                    <a:pt x="3868" y="2592"/>
                  </a:lnTo>
                  <a:lnTo>
                    <a:pt x="3890" y="2562"/>
                  </a:lnTo>
                  <a:lnTo>
                    <a:pt x="3908" y="2532"/>
                  </a:lnTo>
                  <a:lnTo>
                    <a:pt x="3922" y="2504"/>
                  </a:lnTo>
                  <a:lnTo>
                    <a:pt x="3936" y="2474"/>
                  </a:lnTo>
                  <a:lnTo>
                    <a:pt x="3946" y="2446"/>
                  </a:lnTo>
                  <a:lnTo>
                    <a:pt x="3954" y="2418"/>
                  </a:lnTo>
                  <a:lnTo>
                    <a:pt x="3960" y="2390"/>
                  </a:lnTo>
                  <a:lnTo>
                    <a:pt x="3962" y="2362"/>
                  </a:lnTo>
                  <a:lnTo>
                    <a:pt x="3962" y="2362"/>
                  </a:lnTo>
                  <a:lnTo>
                    <a:pt x="3972" y="2310"/>
                  </a:lnTo>
                  <a:lnTo>
                    <a:pt x="3976" y="2262"/>
                  </a:lnTo>
                  <a:lnTo>
                    <a:pt x="3978" y="2218"/>
                  </a:lnTo>
                  <a:lnTo>
                    <a:pt x="3978" y="2180"/>
                  </a:lnTo>
                  <a:lnTo>
                    <a:pt x="3976" y="2150"/>
                  </a:lnTo>
                  <a:lnTo>
                    <a:pt x="3972" y="2126"/>
                  </a:lnTo>
                  <a:lnTo>
                    <a:pt x="3970" y="2108"/>
                  </a:lnTo>
                  <a:lnTo>
                    <a:pt x="3970" y="2108"/>
                  </a:lnTo>
                  <a:lnTo>
                    <a:pt x="3964" y="2064"/>
                  </a:lnTo>
                  <a:lnTo>
                    <a:pt x="3964" y="2064"/>
                  </a:lnTo>
                  <a:lnTo>
                    <a:pt x="4000" y="2076"/>
                  </a:lnTo>
                  <a:lnTo>
                    <a:pt x="4034" y="2082"/>
                  </a:lnTo>
                  <a:lnTo>
                    <a:pt x="4066" y="2088"/>
                  </a:lnTo>
                  <a:lnTo>
                    <a:pt x="4100" y="2090"/>
                  </a:lnTo>
                  <a:lnTo>
                    <a:pt x="4100" y="2090"/>
                  </a:lnTo>
                  <a:lnTo>
                    <a:pt x="4100" y="2090"/>
                  </a:lnTo>
                  <a:lnTo>
                    <a:pt x="4100" y="2090"/>
                  </a:lnTo>
                  <a:lnTo>
                    <a:pt x="4122" y="2088"/>
                  </a:lnTo>
                  <a:lnTo>
                    <a:pt x="4142" y="2086"/>
                  </a:lnTo>
                  <a:lnTo>
                    <a:pt x="4162" y="2084"/>
                  </a:lnTo>
                  <a:lnTo>
                    <a:pt x="4182" y="2080"/>
                  </a:lnTo>
                  <a:lnTo>
                    <a:pt x="4220" y="2068"/>
                  </a:lnTo>
                  <a:lnTo>
                    <a:pt x="4256" y="2052"/>
                  </a:lnTo>
                  <a:lnTo>
                    <a:pt x="4288" y="2032"/>
                  </a:lnTo>
                  <a:lnTo>
                    <a:pt x="4320" y="2010"/>
                  </a:lnTo>
                  <a:lnTo>
                    <a:pt x="4348" y="1984"/>
                  </a:lnTo>
                  <a:lnTo>
                    <a:pt x="4374" y="1958"/>
                  </a:lnTo>
                  <a:lnTo>
                    <a:pt x="4374" y="1958"/>
                  </a:lnTo>
                  <a:lnTo>
                    <a:pt x="4396" y="1926"/>
                  </a:lnTo>
                  <a:lnTo>
                    <a:pt x="4416" y="1894"/>
                  </a:lnTo>
                  <a:lnTo>
                    <a:pt x="4434" y="1862"/>
                  </a:lnTo>
                  <a:lnTo>
                    <a:pt x="4448" y="1826"/>
                  </a:lnTo>
                  <a:lnTo>
                    <a:pt x="4458" y="1790"/>
                  </a:lnTo>
                  <a:lnTo>
                    <a:pt x="4468" y="1752"/>
                  </a:lnTo>
                  <a:lnTo>
                    <a:pt x="4472" y="1714"/>
                  </a:lnTo>
                  <a:lnTo>
                    <a:pt x="4474" y="1676"/>
                  </a:lnTo>
                  <a:lnTo>
                    <a:pt x="4474" y="1676"/>
                  </a:lnTo>
                  <a:lnTo>
                    <a:pt x="4472" y="1634"/>
                  </a:lnTo>
                  <a:lnTo>
                    <a:pt x="4466" y="1594"/>
                  </a:lnTo>
                  <a:lnTo>
                    <a:pt x="4456" y="1554"/>
                  </a:lnTo>
                  <a:lnTo>
                    <a:pt x="4442" y="1514"/>
                  </a:lnTo>
                  <a:lnTo>
                    <a:pt x="4422" y="1474"/>
                  </a:lnTo>
                  <a:lnTo>
                    <a:pt x="4412" y="1456"/>
                  </a:lnTo>
                  <a:lnTo>
                    <a:pt x="4400" y="1438"/>
                  </a:lnTo>
                  <a:lnTo>
                    <a:pt x="4386" y="1420"/>
                  </a:lnTo>
                  <a:lnTo>
                    <a:pt x="4372" y="1402"/>
                  </a:lnTo>
                  <a:lnTo>
                    <a:pt x="4356" y="1386"/>
                  </a:lnTo>
                  <a:lnTo>
                    <a:pt x="4340" y="1370"/>
                  </a:lnTo>
                  <a:lnTo>
                    <a:pt x="4340" y="1370"/>
                  </a:lnTo>
                  <a:lnTo>
                    <a:pt x="4322" y="1354"/>
                  </a:lnTo>
                  <a:lnTo>
                    <a:pt x="4302" y="1340"/>
                  </a:lnTo>
                  <a:lnTo>
                    <a:pt x="4282" y="1326"/>
                  </a:lnTo>
                  <a:lnTo>
                    <a:pt x="4262" y="1314"/>
                  </a:lnTo>
                  <a:lnTo>
                    <a:pt x="4240" y="1302"/>
                  </a:lnTo>
                  <a:lnTo>
                    <a:pt x="4216" y="1290"/>
                  </a:lnTo>
                  <a:lnTo>
                    <a:pt x="4192" y="1280"/>
                  </a:lnTo>
                  <a:lnTo>
                    <a:pt x="4166" y="1272"/>
                  </a:lnTo>
                  <a:lnTo>
                    <a:pt x="4140" y="1264"/>
                  </a:lnTo>
                  <a:lnTo>
                    <a:pt x="4112" y="1256"/>
                  </a:lnTo>
                  <a:lnTo>
                    <a:pt x="4084" y="1250"/>
                  </a:lnTo>
                  <a:lnTo>
                    <a:pt x="4054" y="1244"/>
                  </a:lnTo>
                  <a:lnTo>
                    <a:pt x="4024" y="1240"/>
                  </a:lnTo>
                  <a:lnTo>
                    <a:pt x="3992" y="1238"/>
                  </a:lnTo>
                  <a:lnTo>
                    <a:pt x="3958" y="1236"/>
                  </a:lnTo>
                  <a:lnTo>
                    <a:pt x="3924" y="1236"/>
                  </a:lnTo>
                  <a:lnTo>
                    <a:pt x="3924" y="1236"/>
                  </a:lnTo>
                  <a:lnTo>
                    <a:pt x="3924" y="1236"/>
                  </a:lnTo>
                  <a:lnTo>
                    <a:pt x="3922" y="1236"/>
                  </a:lnTo>
                  <a:lnTo>
                    <a:pt x="3912" y="1236"/>
                  </a:lnTo>
                  <a:lnTo>
                    <a:pt x="3912" y="1236"/>
                  </a:lnTo>
                  <a:lnTo>
                    <a:pt x="3906" y="1236"/>
                  </a:lnTo>
                  <a:lnTo>
                    <a:pt x="3906" y="1236"/>
                  </a:lnTo>
                  <a:lnTo>
                    <a:pt x="3814" y="1234"/>
                  </a:lnTo>
                  <a:lnTo>
                    <a:pt x="3732" y="1232"/>
                  </a:lnTo>
                  <a:lnTo>
                    <a:pt x="3660" y="1226"/>
                  </a:lnTo>
                  <a:lnTo>
                    <a:pt x="3600" y="1220"/>
                  </a:lnTo>
                  <a:lnTo>
                    <a:pt x="3548" y="1212"/>
                  </a:lnTo>
                  <a:lnTo>
                    <a:pt x="3506" y="1202"/>
                  </a:lnTo>
                  <a:lnTo>
                    <a:pt x="3472" y="1192"/>
                  </a:lnTo>
                  <a:lnTo>
                    <a:pt x="3444" y="1182"/>
                  </a:lnTo>
                  <a:lnTo>
                    <a:pt x="3444" y="1182"/>
                  </a:lnTo>
                  <a:lnTo>
                    <a:pt x="3428" y="1174"/>
                  </a:lnTo>
                  <a:lnTo>
                    <a:pt x="3428" y="1174"/>
                  </a:lnTo>
                  <a:lnTo>
                    <a:pt x="3410" y="1156"/>
                  </a:lnTo>
                  <a:lnTo>
                    <a:pt x="3394" y="1136"/>
                  </a:lnTo>
                  <a:lnTo>
                    <a:pt x="3380" y="1114"/>
                  </a:lnTo>
                  <a:lnTo>
                    <a:pt x="3372" y="1090"/>
                  </a:lnTo>
                  <a:lnTo>
                    <a:pt x="3370" y="1066"/>
                  </a:lnTo>
                  <a:lnTo>
                    <a:pt x="3368" y="1056"/>
                  </a:lnTo>
                  <a:lnTo>
                    <a:pt x="3370" y="1044"/>
                  </a:lnTo>
                  <a:lnTo>
                    <a:pt x="3372" y="1032"/>
                  </a:lnTo>
                  <a:lnTo>
                    <a:pt x="3376" y="1022"/>
                  </a:lnTo>
                  <a:lnTo>
                    <a:pt x="3382" y="1012"/>
                  </a:lnTo>
                  <a:lnTo>
                    <a:pt x="3388" y="1002"/>
                  </a:lnTo>
                  <a:lnTo>
                    <a:pt x="3388" y="1002"/>
                  </a:lnTo>
                  <a:lnTo>
                    <a:pt x="3416" y="960"/>
                  </a:lnTo>
                  <a:lnTo>
                    <a:pt x="3428" y="940"/>
                  </a:lnTo>
                  <a:lnTo>
                    <a:pt x="3438" y="920"/>
                  </a:lnTo>
                  <a:lnTo>
                    <a:pt x="3446" y="902"/>
                  </a:lnTo>
                  <a:lnTo>
                    <a:pt x="3452" y="882"/>
                  </a:lnTo>
                  <a:lnTo>
                    <a:pt x="3456" y="862"/>
                  </a:lnTo>
                  <a:lnTo>
                    <a:pt x="3460" y="842"/>
                  </a:lnTo>
                  <a:lnTo>
                    <a:pt x="3460" y="822"/>
                  </a:lnTo>
                  <a:lnTo>
                    <a:pt x="3460" y="800"/>
                  </a:lnTo>
                  <a:lnTo>
                    <a:pt x="3456" y="778"/>
                  </a:lnTo>
                  <a:lnTo>
                    <a:pt x="3450" y="756"/>
                  </a:lnTo>
                  <a:lnTo>
                    <a:pt x="3442" y="732"/>
                  </a:lnTo>
                  <a:lnTo>
                    <a:pt x="3432" y="708"/>
                  </a:lnTo>
                  <a:lnTo>
                    <a:pt x="3420" y="682"/>
                  </a:lnTo>
                  <a:lnTo>
                    <a:pt x="3406" y="654"/>
                  </a:lnTo>
                  <a:lnTo>
                    <a:pt x="3406" y="654"/>
                  </a:lnTo>
                  <a:lnTo>
                    <a:pt x="3394" y="636"/>
                  </a:lnTo>
                  <a:lnTo>
                    <a:pt x="3382" y="620"/>
                  </a:lnTo>
                  <a:lnTo>
                    <a:pt x="3370" y="604"/>
                  </a:lnTo>
                  <a:lnTo>
                    <a:pt x="3358" y="590"/>
                  </a:lnTo>
                  <a:lnTo>
                    <a:pt x="3346" y="578"/>
                  </a:lnTo>
                  <a:lnTo>
                    <a:pt x="3332" y="566"/>
                  </a:lnTo>
                  <a:lnTo>
                    <a:pt x="3318" y="556"/>
                  </a:lnTo>
                  <a:lnTo>
                    <a:pt x="3302" y="546"/>
                  </a:lnTo>
                  <a:lnTo>
                    <a:pt x="3288" y="540"/>
                  </a:lnTo>
                  <a:lnTo>
                    <a:pt x="3272" y="532"/>
                  </a:lnTo>
                  <a:lnTo>
                    <a:pt x="3240" y="522"/>
                  </a:lnTo>
                  <a:lnTo>
                    <a:pt x="3206" y="516"/>
                  </a:lnTo>
                  <a:lnTo>
                    <a:pt x="3170" y="514"/>
                  </a:lnTo>
                  <a:lnTo>
                    <a:pt x="3170" y="514"/>
                  </a:lnTo>
                  <a:lnTo>
                    <a:pt x="3132" y="516"/>
                  </a:lnTo>
                  <a:lnTo>
                    <a:pt x="3092" y="522"/>
                  </a:lnTo>
                  <a:lnTo>
                    <a:pt x="3092" y="522"/>
                  </a:lnTo>
                  <a:lnTo>
                    <a:pt x="3070" y="526"/>
                  </a:lnTo>
                  <a:lnTo>
                    <a:pt x="3052" y="532"/>
                  </a:lnTo>
                  <a:lnTo>
                    <a:pt x="3036" y="538"/>
                  </a:lnTo>
                  <a:lnTo>
                    <a:pt x="3020" y="544"/>
                  </a:lnTo>
                  <a:lnTo>
                    <a:pt x="2996" y="560"/>
                  </a:lnTo>
                  <a:lnTo>
                    <a:pt x="2978" y="574"/>
                  </a:lnTo>
                  <a:lnTo>
                    <a:pt x="2964" y="588"/>
                  </a:lnTo>
                  <a:lnTo>
                    <a:pt x="2956" y="598"/>
                  </a:lnTo>
                  <a:lnTo>
                    <a:pt x="2952" y="610"/>
                  </a:lnTo>
                  <a:lnTo>
                    <a:pt x="2952" y="610"/>
                  </a:lnTo>
                  <a:lnTo>
                    <a:pt x="2980" y="606"/>
                  </a:lnTo>
                  <a:lnTo>
                    <a:pt x="3006" y="606"/>
                  </a:lnTo>
                  <a:lnTo>
                    <a:pt x="3006" y="606"/>
                  </a:lnTo>
                  <a:lnTo>
                    <a:pt x="3034" y="608"/>
                  </a:lnTo>
                  <a:lnTo>
                    <a:pt x="3058" y="612"/>
                  </a:lnTo>
                  <a:lnTo>
                    <a:pt x="3080" y="618"/>
                  </a:lnTo>
                  <a:lnTo>
                    <a:pt x="3098" y="626"/>
                  </a:lnTo>
                  <a:lnTo>
                    <a:pt x="3114" y="636"/>
                  </a:lnTo>
                  <a:lnTo>
                    <a:pt x="3126" y="648"/>
                  </a:lnTo>
                  <a:lnTo>
                    <a:pt x="3138" y="660"/>
                  </a:lnTo>
                  <a:lnTo>
                    <a:pt x="3146" y="674"/>
                  </a:lnTo>
                  <a:lnTo>
                    <a:pt x="3152" y="690"/>
                  </a:lnTo>
                  <a:lnTo>
                    <a:pt x="3158" y="706"/>
                  </a:lnTo>
                  <a:lnTo>
                    <a:pt x="3164" y="740"/>
                  </a:lnTo>
                  <a:lnTo>
                    <a:pt x="3168" y="774"/>
                  </a:lnTo>
                  <a:lnTo>
                    <a:pt x="3170" y="806"/>
                  </a:lnTo>
                  <a:lnTo>
                    <a:pt x="3170" y="806"/>
                  </a:lnTo>
                  <a:lnTo>
                    <a:pt x="3170" y="836"/>
                  </a:lnTo>
                  <a:lnTo>
                    <a:pt x="3168" y="882"/>
                  </a:lnTo>
                  <a:lnTo>
                    <a:pt x="3166" y="938"/>
                  </a:lnTo>
                  <a:lnTo>
                    <a:pt x="3166" y="968"/>
                  </a:lnTo>
                  <a:lnTo>
                    <a:pt x="3168" y="1000"/>
                  </a:lnTo>
                  <a:lnTo>
                    <a:pt x="3172" y="1032"/>
                  </a:lnTo>
                  <a:lnTo>
                    <a:pt x="3178" y="1064"/>
                  </a:lnTo>
                  <a:lnTo>
                    <a:pt x="3186" y="1096"/>
                  </a:lnTo>
                  <a:lnTo>
                    <a:pt x="3196" y="1128"/>
                  </a:lnTo>
                  <a:lnTo>
                    <a:pt x="3210" y="1158"/>
                  </a:lnTo>
                  <a:lnTo>
                    <a:pt x="3228" y="1184"/>
                  </a:lnTo>
                  <a:lnTo>
                    <a:pt x="3236" y="1198"/>
                  </a:lnTo>
                  <a:lnTo>
                    <a:pt x="3248" y="1210"/>
                  </a:lnTo>
                  <a:lnTo>
                    <a:pt x="3260" y="1222"/>
                  </a:lnTo>
                  <a:lnTo>
                    <a:pt x="3272" y="1232"/>
                  </a:lnTo>
                  <a:lnTo>
                    <a:pt x="3272" y="1232"/>
                  </a:lnTo>
                  <a:lnTo>
                    <a:pt x="3280" y="1240"/>
                  </a:lnTo>
                  <a:lnTo>
                    <a:pt x="3280" y="1240"/>
                  </a:lnTo>
                  <a:lnTo>
                    <a:pt x="3294" y="1254"/>
                  </a:lnTo>
                  <a:lnTo>
                    <a:pt x="3312" y="1270"/>
                  </a:lnTo>
                  <a:lnTo>
                    <a:pt x="3332" y="1284"/>
                  </a:lnTo>
                  <a:lnTo>
                    <a:pt x="3354" y="1298"/>
                  </a:lnTo>
                  <a:lnTo>
                    <a:pt x="3354" y="1298"/>
                  </a:lnTo>
                  <a:lnTo>
                    <a:pt x="3392" y="1316"/>
                  </a:lnTo>
                  <a:lnTo>
                    <a:pt x="3438" y="1332"/>
                  </a:lnTo>
                  <a:lnTo>
                    <a:pt x="3490" y="1346"/>
                  </a:lnTo>
                  <a:lnTo>
                    <a:pt x="3552" y="1358"/>
                  </a:lnTo>
                  <a:lnTo>
                    <a:pt x="3552" y="1358"/>
                  </a:lnTo>
                  <a:lnTo>
                    <a:pt x="3624" y="1366"/>
                  </a:lnTo>
                  <a:lnTo>
                    <a:pt x="3706" y="1374"/>
                  </a:lnTo>
                  <a:lnTo>
                    <a:pt x="3802" y="1378"/>
                  </a:lnTo>
                  <a:lnTo>
                    <a:pt x="3912" y="1378"/>
                  </a:lnTo>
                  <a:lnTo>
                    <a:pt x="3922" y="1378"/>
                  </a:lnTo>
                  <a:lnTo>
                    <a:pt x="3924" y="1378"/>
                  </a:lnTo>
                  <a:lnTo>
                    <a:pt x="3924" y="1378"/>
                  </a:lnTo>
                  <a:lnTo>
                    <a:pt x="3980" y="1380"/>
                  </a:lnTo>
                  <a:lnTo>
                    <a:pt x="4032" y="1386"/>
                  </a:lnTo>
                  <a:lnTo>
                    <a:pt x="4078" y="1396"/>
                  </a:lnTo>
                  <a:lnTo>
                    <a:pt x="4120" y="1406"/>
                  </a:lnTo>
                  <a:lnTo>
                    <a:pt x="4158" y="1422"/>
                  </a:lnTo>
                  <a:lnTo>
                    <a:pt x="4190" y="1438"/>
                  </a:lnTo>
                  <a:lnTo>
                    <a:pt x="4220" y="1456"/>
                  </a:lnTo>
                  <a:lnTo>
                    <a:pt x="4244" y="1476"/>
                  </a:lnTo>
                  <a:lnTo>
                    <a:pt x="4244" y="1476"/>
                  </a:lnTo>
                  <a:lnTo>
                    <a:pt x="4264" y="1498"/>
                  </a:lnTo>
                  <a:lnTo>
                    <a:pt x="4282" y="1520"/>
                  </a:lnTo>
                  <a:lnTo>
                    <a:pt x="4298" y="1544"/>
                  </a:lnTo>
                  <a:lnTo>
                    <a:pt x="4310" y="1568"/>
                  </a:lnTo>
                  <a:lnTo>
                    <a:pt x="4318" y="1594"/>
                  </a:lnTo>
                  <a:lnTo>
                    <a:pt x="4326" y="1622"/>
                  </a:lnTo>
                  <a:lnTo>
                    <a:pt x="4330" y="1648"/>
                  </a:lnTo>
                  <a:lnTo>
                    <a:pt x="4330" y="1676"/>
                  </a:lnTo>
                  <a:lnTo>
                    <a:pt x="4330" y="1676"/>
                  </a:lnTo>
                  <a:lnTo>
                    <a:pt x="4330" y="1702"/>
                  </a:lnTo>
                  <a:lnTo>
                    <a:pt x="4326" y="1728"/>
                  </a:lnTo>
                  <a:lnTo>
                    <a:pt x="4320" y="1754"/>
                  </a:lnTo>
                  <a:lnTo>
                    <a:pt x="4312" y="1778"/>
                  </a:lnTo>
                  <a:lnTo>
                    <a:pt x="4304" y="1802"/>
                  </a:lnTo>
                  <a:lnTo>
                    <a:pt x="4292" y="1824"/>
                  </a:lnTo>
                  <a:lnTo>
                    <a:pt x="4278" y="1846"/>
                  </a:lnTo>
                  <a:lnTo>
                    <a:pt x="4264" y="1866"/>
                  </a:lnTo>
                  <a:lnTo>
                    <a:pt x="4264" y="1866"/>
                  </a:lnTo>
                  <a:lnTo>
                    <a:pt x="4248" y="1884"/>
                  </a:lnTo>
                  <a:lnTo>
                    <a:pt x="4230" y="1900"/>
                  </a:lnTo>
                  <a:lnTo>
                    <a:pt x="4210" y="1912"/>
                  </a:lnTo>
                  <a:lnTo>
                    <a:pt x="4190" y="1924"/>
                  </a:lnTo>
                  <a:lnTo>
                    <a:pt x="4170" y="1934"/>
                  </a:lnTo>
                  <a:lnTo>
                    <a:pt x="4148" y="1940"/>
                  </a:lnTo>
                  <a:lnTo>
                    <a:pt x="4124" y="1944"/>
                  </a:lnTo>
                  <a:lnTo>
                    <a:pt x="4100" y="1946"/>
                  </a:lnTo>
                  <a:lnTo>
                    <a:pt x="4100" y="1946"/>
                  </a:lnTo>
                  <a:lnTo>
                    <a:pt x="4078" y="1944"/>
                  </a:lnTo>
                  <a:lnTo>
                    <a:pt x="4056" y="1942"/>
                  </a:lnTo>
                  <a:lnTo>
                    <a:pt x="4032" y="1936"/>
                  </a:lnTo>
                  <a:lnTo>
                    <a:pt x="4006" y="1928"/>
                  </a:lnTo>
                  <a:lnTo>
                    <a:pt x="3980" y="1916"/>
                  </a:lnTo>
                  <a:lnTo>
                    <a:pt x="3954" y="1902"/>
                  </a:lnTo>
                  <a:lnTo>
                    <a:pt x="3924" y="1884"/>
                  </a:lnTo>
                  <a:lnTo>
                    <a:pt x="3896" y="1862"/>
                  </a:lnTo>
                  <a:lnTo>
                    <a:pt x="3896" y="1862"/>
                  </a:lnTo>
                  <a:lnTo>
                    <a:pt x="3878" y="1836"/>
                  </a:lnTo>
                  <a:lnTo>
                    <a:pt x="3858" y="1808"/>
                  </a:lnTo>
                  <a:lnTo>
                    <a:pt x="3836" y="1784"/>
                  </a:lnTo>
                  <a:lnTo>
                    <a:pt x="3814" y="1760"/>
                  </a:lnTo>
                  <a:lnTo>
                    <a:pt x="3788" y="1736"/>
                  </a:lnTo>
                  <a:lnTo>
                    <a:pt x="3764" y="1714"/>
                  </a:lnTo>
                  <a:lnTo>
                    <a:pt x="3736" y="1694"/>
                  </a:lnTo>
                  <a:lnTo>
                    <a:pt x="3708" y="1674"/>
                  </a:lnTo>
                  <a:lnTo>
                    <a:pt x="3650" y="1636"/>
                  </a:lnTo>
                  <a:lnTo>
                    <a:pt x="3590" y="1598"/>
                  </a:lnTo>
                  <a:lnTo>
                    <a:pt x="3526" y="1564"/>
                  </a:lnTo>
                  <a:lnTo>
                    <a:pt x="3460" y="1530"/>
                  </a:lnTo>
                  <a:lnTo>
                    <a:pt x="3332" y="1460"/>
                  </a:lnTo>
                  <a:lnTo>
                    <a:pt x="3268" y="1424"/>
                  </a:lnTo>
                  <a:lnTo>
                    <a:pt x="3206" y="1384"/>
                  </a:lnTo>
                  <a:lnTo>
                    <a:pt x="3148" y="1344"/>
                  </a:lnTo>
                  <a:lnTo>
                    <a:pt x="3120" y="1322"/>
                  </a:lnTo>
                  <a:lnTo>
                    <a:pt x="3094" y="1298"/>
                  </a:lnTo>
                  <a:lnTo>
                    <a:pt x="3068" y="1274"/>
                  </a:lnTo>
                  <a:lnTo>
                    <a:pt x="3044" y="1250"/>
                  </a:lnTo>
                  <a:lnTo>
                    <a:pt x="3022" y="1224"/>
                  </a:lnTo>
                  <a:lnTo>
                    <a:pt x="3000" y="1196"/>
                  </a:lnTo>
                  <a:lnTo>
                    <a:pt x="3000" y="1196"/>
                  </a:lnTo>
                  <a:lnTo>
                    <a:pt x="2968" y="1126"/>
                  </a:lnTo>
                  <a:lnTo>
                    <a:pt x="2936" y="1060"/>
                  </a:lnTo>
                  <a:lnTo>
                    <a:pt x="2902" y="996"/>
                  </a:lnTo>
                  <a:lnTo>
                    <a:pt x="2868" y="938"/>
                  </a:lnTo>
                  <a:lnTo>
                    <a:pt x="2834" y="882"/>
                  </a:lnTo>
                  <a:lnTo>
                    <a:pt x="2800" y="828"/>
                  </a:lnTo>
                  <a:lnTo>
                    <a:pt x="2766" y="778"/>
                  </a:lnTo>
                  <a:lnTo>
                    <a:pt x="2732" y="732"/>
                  </a:lnTo>
                  <a:lnTo>
                    <a:pt x="2698" y="688"/>
                  </a:lnTo>
                  <a:lnTo>
                    <a:pt x="2662" y="646"/>
                  </a:lnTo>
                  <a:lnTo>
                    <a:pt x="2628" y="608"/>
                  </a:lnTo>
                  <a:lnTo>
                    <a:pt x="2594" y="572"/>
                  </a:lnTo>
                  <a:lnTo>
                    <a:pt x="2558" y="538"/>
                  </a:lnTo>
                  <a:lnTo>
                    <a:pt x="2524" y="508"/>
                  </a:lnTo>
                  <a:lnTo>
                    <a:pt x="2490" y="478"/>
                  </a:lnTo>
                  <a:lnTo>
                    <a:pt x="2456" y="452"/>
                  </a:lnTo>
                  <a:lnTo>
                    <a:pt x="2422" y="428"/>
                  </a:lnTo>
                  <a:lnTo>
                    <a:pt x="2388" y="406"/>
                  </a:lnTo>
                  <a:lnTo>
                    <a:pt x="2354" y="384"/>
                  </a:lnTo>
                  <a:lnTo>
                    <a:pt x="2320" y="366"/>
                  </a:lnTo>
                  <a:lnTo>
                    <a:pt x="2288" y="350"/>
                  </a:lnTo>
                  <a:lnTo>
                    <a:pt x="2256" y="334"/>
                  </a:lnTo>
                  <a:lnTo>
                    <a:pt x="2192" y="308"/>
                  </a:lnTo>
                  <a:lnTo>
                    <a:pt x="2130" y="286"/>
                  </a:lnTo>
                  <a:lnTo>
                    <a:pt x="2072" y="270"/>
                  </a:lnTo>
                  <a:lnTo>
                    <a:pt x="2016" y="258"/>
                  </a:lnTo>
                  <a:lnTo>
                    <a:pt x="1962" y="248"/>
                  </a:lnTo>
                  <a:lnTo>
                    <a:pt x="1962" y="248"/>
                  </a:lnTo>
                  <a:lnTo>
                    <a:pt x="1902" y="238"/>
                  </a:lnTo>
                  <a:lnTo>
                    <a:pt x="1836" y="230"/>
                  </a:lnTo>
                  <a:lnTo>
                    <a:pt x="1764" y="224"/>
                  </a:lnTo>
                  <a:lnTo>
                    <a:pt x="1686" y="222"/>
                  </a:lnTo>
                  <a:lnTo>
                    <a:pt x="1686" y="222"/>
                  </a:lnTo>
                  <a:lnTo>
                    <a:pt x="1640" y="224"/>
                  </a:lnTo>
                  <a:lnTo>
                    <a:pt x="1590" y="226"/>
                  </a:lnTo>
                  <a:lnTo>
                    <a:pt x="1540" y="230"/>
                  </a:lnTo>
                  <a:lnTo>
                    <a:pt x="1488" y="238"/>
                  </a:lnTo>
                  <a:lnTo>
                    <a:pt x="1436" y="248"/>
                  </a:lnTo>
                  <a:lnTo>
                    <a:pt x="1382" y="262"/>
                  </a:lnTo>
                  <a:lnTo>
                    <a:pt x="1326" y="278"/>
                  </a:lnTo>
                  <a:lnTo>
                    <a:pt x="1270" y="298"/>
                  </a:lnTo>
                  <a:lnTo>
                    <a:pt x="1212" y="322"/>
                  </a:lnTo>
                  <a:lnTo>
                    <a:pt x="1154" y="350"/>
                  </a:lnTo>
                  <a:lnTo>
                    <a:pt x="1094" y="382"/>
                  </a:lnTo>
                  <a:lnTo>
                    <a:pt x="1036" y="418"/>
                  </a:lnTo>
                  <a:lnTo>
                    <a:pt x="974" y="458"/>
                  </a:lnTo>
                  <a:lnTo>
                    <a:pt x="914" y="504"/>
                  </a:lnTo>
                  <a:lnTo>
                    <a:pt x="852" y="556"/>
                  </a:lnTo>
                  <a:lnTo>
                    <a:pt x="790" y="614"/>
                  </a:lnTo>
                  <a:lnTo>
                    <a:pt x="790" y="614"/>
                  </a:lnTo>
                  <a:lnTo>
                    <a:pt x="754" y="580"/>
                  </a:lnTo>
                  <a:lnTo>
                    <a:pt x="712" y="548"/>
                  </a:lnTo>
                  <a:lnTo>
                    <a:pt x="666" y="518"/>
                  </a:lnTo>
                  <a:lnTo>
                    <a:pt x="614" y="488"/>
                  </a:lnTo>
                  <a:lnTo>
                    <a:pt x="614" y="488"/>
                  </a:lnTo>
                  <a:lnTo>
                    <a:pt x="586" y="472"/>
                  </a:lnTo>
                  <a:lnTo>
                    <a:pt x="560" y="454"/>
                  </a:lnTo>
                  <a:lnTo>
                    <a:pt x="536" y="438"/>
                  </a:lnTo>
                  <a:lnTo>
                    <a:pt x="514" y="420"/>
                  </a:lnTo>
                  <a:lnTo>
                    <a:pt x="492" y="400"/>
                  </a:lnTo>
                  <a:lnTo>
                    <a:pt x="474" y="382"/>
                  </a:lnTo>
                  <a:lnTo>
                    <a:pt x="454" y="362"/>
                  </a:lnTo>
                  <a:lnTo>
                    <a:pt x="438" y="342"/>
                  </a:lnTo>
                  <a:lnTo>
                    <a:pt x="408" y="302"/>
                  </a:lnTo>
                  <a:lnTo>
                    <a:pt x="382" y="262"/>
                  </a:lnTo>
                  <a:lnTo>
                    <a:pt x="362" y="222"/>
                  </a:lnTo>
                  <a:lnTo>
                    <a:pt x="344" y="182"/>
                  </a:lnTo>
                  <a:lnTo>
                    <a:pt x="332" y="146"/>
                  </a:lnTo>
                  <a:lnTo>
                    <a:pt x="322" y="112"/>
                  </a:lnTo>
                  <a:lnTo>
                    <a:pt x="314" y="80"/>
                  </a:lnTo>
                  <a:lnTo>
                    <a:pt x="308" y="54"/>
                  </a:lnTo>
                  <a:lnTo>
                    <a:pt x="302" y="14"/>
                  </a:lnTo>
                  <a:lnTo>
                    <a:pt x="302"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37" name="Freeform 13"/>
            <p:cNvSpPr/>
            <p:nvPr/>
          </p:nvSpPr>
          <p:spPr bwMode="auto">
            <a:xfrm>
              <a:off x="1865313" y="3754438"/>
              <a:ext cx="1038225" cy="1355725"/>
            </a:xfrm>
            <a:custGeom>
              <a:avLst/>
              <a:gdLst>
                <a:gd name="T0" fmla="*/ 296 w 654"/>
                <a:gd name="T1" fmla="*/ 0 h 854"/>
                <a:gd name="T2" fmla="*/ 178 w 654"/>
                <a:gd name="T3" fmla="*/ 104 h 854"/>
                <a:gd name="T4" fmla="*/ 120 w 654"/>
                <a:gd name="T5" fmla="*/ 164 h 854"/>
                <a:gd name="T6" fmla="*/ 70 w 654"/>
                <a:gd name="T7" fmla="*/ 226 h 854"/>
                <a:gd name="T8" fmla="*/ 30 w 654"/>
                <a:gd name="T9" fmla="*/ 288 h 854"/>
                <a:gd name="T10" fmla="*/ 6 w 654"/>
                <a:gd name="T11" fmla="*/ 348 h 854"/>
                <a:gd name="T12" fmla="*/ 0 w 654"/>
                <a:gd name="T13" fmla="*/ 378 h 854"/>
                <a:gd name="T14" fmla="*/ 2 w 654"/>
                <a:gd name="T15" fmla="*/ 406 h 854"/>
                <a:gd name="T16" fmla="*/ 8 w 654"/>
                <a:gd name="T17" fmla="*/ 432 h 854"/>
                <a:gd name="T18" fmla="*/ 22 w 654"/>
                <a:gd name="T19" fmla="*/ 456 h 854"/>
                <a:gd name="T20" fmla="*/ 46 w 654"/>
                <a:gd name="T21" fmla="*/ 486 h 854"/>
                <a:gd name="T22" fmla="*/ 114 w 654"/>
                <a:gd name="T23" fmla="*/ 562 h 854"/>
                <a:gd name="T24" fmla="*/ 202 w 654"/>
                <a:gd name="T25" fmla="*/ 648 h 854"/>
                <a:gd name="T26" fmla="*/ 294 w 654"/>
                <a:gd name="T27" fmla="*/ 726 h 854"/>
                <a:gd name="T28" fmla="*/ 340 w 654"/>
                <a:gd name="T29" fmla="*/ 756 h 854"/>
                <a:gd name="T30" fmla="*/ 336 w 654"/>
                <a:gd name="T31" fmla="*/ 760 h 854"/>
                <a:gd name="T32" fmla="*/ 394 w 654"/>
                <a:gd name="T33" fmla="*/ 804 h 854"/>
                <a:gd name="T34" fmla="*/ 444 w 654"/>
                <a:gd name="T35" fmla="*/ 834 h 854"/>
                <a:gd name="T36" fmla="*/ 488 w 654"/>
                <a:gd name="T37" fmla="*/ 850 h 854"/>
                <a:gd name="T38" fmla="*/ 526 w 654"/>
                <a:gd name="T39" fmla="*/ 854 h 854"/>
                <a:gd name="T40" fmla="*/ 544 w 654"/>
                <a:gd name="T41" fmla="*/ 854 h 854"/>
                <a:gd name="T42" fmla="*/ 576 w 654"/>
                <a:gd name="T43" fmla="*/ 844 h 854"/>
                <a:gd name="T44" fmla="*/ 602 w 654"/>
                <a:gd name="T45" fmla="*/ 824 h 854"/>
                <a:gd name="T46" fmla="*/ 620 w 654"/>
                <a:gd name="T47" fmla="*/ 800 h 854"/>
                <a:gd name="T48" fmla="*/ 636 w 654"/>
                <a:gd name="T49" fmla="*/ 770 h 854"/>
                <a:gd name="T50" fmla="*/ 648 w 654"/>
                <a:gd name="T51" fmla="*/ 722 h 854"/>
                <a:gd name="T52" fmla="*/ 654 w 654"/>
                <a:gd name="T53" fmla="*/ 666 h 854"/>
                <a:gd name="T54" fmla="*/ 652 w 654"/>
                <a:gd name="T55" fmla="*/ 642 h 854"/>
                <a:gd name="T56" fmla="*/ 644 w 654"/>
                <a:gd name="T57" fmla="*/ 598 h 854"/>
                <a:gd name="T58" fmla="*/ 638 w 654"/>
                <a:gd name="T59" fmla="*/ 580 h 854"/>
                <a:gd name="T60" fmla="*/ 632 w 654"/>
                <a:gd name="T61" fmla="*/ 576 h 854"/>
                <a:gd name="T62" fmla="*/ 634 w 654"/>
                <a:gd name="T63" fmla="*/ 572 h 854"/>
                <a:gd name="T64" fmla="*/ 518 w 654"/>
                <a:gd name="T65" fmla="*/ 530 h 854"/>
                <a:gd name="T66" fmla="*/ 518 w 654"/>
                <a:gd name="T67" fmla="*/ 554 h 854"/>
                <a:gd name="T68" fmla="*/ 512 w 654"/>
                <a:gd name="T69" fmla="*/ 594 h 854"/>
                <a:gd name="T70" fmla="*/ 504 w 654"/>
                <a:gd name="T71" fmla="*/ 624 h 854"/>
                <a:gd name="T72" fmla="*/ 488 w 654"/>
                <a:gd name="T73" fmla="*/ 654 h 854"/>
                <a:gd name="T74" fmla="*/ 468 w 654"/>
                <a:gd name="T75" fmla="*/ 670 h 854"/>
                <a:gd name="T76" fmla="*/ 456 w 654"/>
                <a:gd name="T77" fmla="*/ 672 h 854"/>
                <a:gd name="T78" fmla="*/ 456 w 654"/>
                <a:gd name="T79" fmla="*/ 672 h 854"/>
                <a:gd name="T80" fmla="*/ 464 w 654"/>
                <a:gd name="T81" fmla="*/ 634 h 854"/>
                <a:gd name="T82" fmla="*/ 470 w 654"/>
                <a:gd name="T83" fmla="*/ 574 h 854"/>
                <a:gd name="T84" fmla="*/ 466 w 654"/>
                <a:gd name="T85" fmla="*/ 534 h 854"/>
                <a:gd name="T86" fmla="*/ 456 w 654"/>
                <a:gd name="T87" fmla="*/ 504 h 854"/>
                <a:gd name="T88" fmla="*/ 450 w 654"/>
                <a:gd name="T89" fmla="*/ 492 h 854"/>
                <a:gd name="T90" fmla="*/ 330 w 654"/>
                <a:gd name="T91" fmla="*/ 426 h 854"/>
                <a:gd name="T92" fmla="*/ 248 w 654"/>
                <a:gd name="T93" fmla="*/ 370 h 854"/>
                <a:gd name="T94" fmla="*/ 232 w 654"/>
                <a:gd name="T95" fmla="*/ 356 h 854"/>
                <a:gd name="T96" fmla="*/ 212 w 654"/>
                <a:gd name="T97" fmla="*/ 322 h 854"/>
                <a:gd name="T98" fmla="*/ 202 w 654"/>
                <a:gd name="T99" fmla="*/ 282 h 854"/>
                <a:gd name="T100" fmla="*/ 204 w 654"/>
                <a:gd name="T101" fmla="*/ 236 h 854"/>
                <a:gd name="T102" fmla="*/ 214 w 654"/>
                <a:gd name="T103" fmla="*/ 186 h 854"/>
                <a:gd name="T104" fmla="*/ 232 w 654"/>
                <a:gd name="T105" fmla="*/ 134 h 854"/>
                <a:gd name="T106" fmla="*/ 268 w 654"/>
                <a:gd name="T107" fmla="*/ 54 h 8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54" h="854">
                  <a:moveTo>
                    <a:pt x="296" y="0"/>
                  </a:moveTo>
                  <a:lnTo>
                    <a:pt x="296" y="0"/>
                  </a:lnTo>
                  <a:lnTo>
                    <a:pt x="238" y="48"/>
                  </a:lnTo>
                  <a:lnTo>
                    <a:pt x="178" y="104"/>
                  </a:lnTo>
                  <a:lnTo>
                    <a:pt x="148" y="134"/>
                  </a:lnTo>
                  <a:lnTo>
                    <a:pt x="120" y="164"/>
                  </a:lnTo>
                  <a:lnTo>
                    <a:pt x="94" y="196"/>
                  </a:lnTo>
                  <a:lnTo>
                    <a:pt x="70" y="226"/>
                  </a:lnTo>
                  <a:lnTo>
                    <a:pt x="48" y="258"/>
                  </a:lnTo>
                  <a:lnTo>
                    <a:pt x="30" y="288"/>
                  </a:lnTo>
                  <a:lnTo>
                    <a:pt x="16" y="320"/>
                  </a:lnTo>
                  <a:lnTo>
                    <a:pt x="6" y="348"/>
                  </a:lnTo>
                  <a:lnTo>
                    <a:pt x="2" y="364"/>
                  </a:lnTo>
                  <a:lnTo>
                    <a:pt x="0" y="378"/>
                  </a:lnTo>
                  <a:lnTo>
                    <a:pt x="0" y="392"/>
                  </a:lnTo>
                  <a:lnTo>
                    <a:pt x="2" y="406"/>
                  </a:lnTo>
                  <a:lnTo>
                    <a:pt x="4" y="418"/>
                  </a:lnTo>
                  <a:lnTo>
                    <a:pt x="8" y="432"/>
                  </a:lnTo>
                  <a:lnTo>
                    <a:pt x="14" y="444"/>
                  </a:lnTo>
                  <a:lnTo>
                    <a:pt x="22" y="456"/>
                  </a:lnTo>
                  <a:lnTo>
                    <a:pt x="22" y="456"/>
                  </a:lnTo>
                  <a:lnTo>
                    <a:pt x="46" y="486"/>
                  </a:lnTo>
                  <a:lnTo>
                    <a:pt x="76" y="522"/>
                  </a:lnTo>
                  <a:lnTo>
                    <a:pt x="114" y="562"/>
                  </a:lnTo>
                  <a:lnTo>
                    <a:pt x="156" y="606"/>
                  </a:lnTo>
                  <a:lnTo>
                    <a:pt x="202" y="648"/>
                  </a:lnTo>
                  <a:lnTo>
                    <a:pt x="248" y="688"/>
                  </a:lnTo>
                  <a:lnTo>
                    <a:pt x="294" y="726"/>
                  </a:lnTo>
                  <a:lnTo>
                    <a:pt x="340" y="756"/>
                  </a:lnTo>
                  <a:lnTo>
                    <a:pt x="340" y="756"/>
                  </a:lnTo>
                  <a:lnTo>
                    <a:pt x="336" y="760"/>
                  </a:lnTo>
                  <a:lnTo>
                    <a:pt x="336" y="760"/>
                  </a:lnTo>
                  <a:lnTo>
                    <a:pt x="366" y="784"/>
                  </a:lnTo>
                  <a:lnTo>
                    <a:pt x="394" y="804"/>
                  </a:lnTo>
                  <a:lnTo>
                    <a:pt x="420" y="820"/>
                  </a:lnTo>
                  <a:lnTo>
                    <a:pt x="444" y="834"/>
                  </a:lnTo>
                  <a:lnTo>
                    <a:pt x="468" y="842"/>
                  </a:lnTo>
                  <a:lnTo>
                    <a:pt x="488" y="850"/>
                  </a:lnTo>
                  <a:lnTo>
                    <a:pt x="508" y="854"/>
                  </a:lnTo>
                  <a:lnTo>
                    <a:pt x="526" y="854"/>
                  </a:lnTo>
                  <a:lnTo>
                    <a:pt x="526" y="854"/>
                  </a:lnTo>
                  <a:lnTo>
                    <a:pt x="544" y="854"/>
                  </a:lnTo>
                  <a:lnTo>
                    <a:pt x="562" y="850"/>
                  </a:lnTo>
                  <a:lnTo>
                    <a:pt x="576" y="844"/>
                  </a:lnTo>
                  <a:lnTo>
                    <a:pt x="590" y="834"/>
                  </a:lnTo>
                  <a:lnTo>
                    <a:pt x="602" y="824"/>
                  </a:lnTo>
                  <a:lnTo>
                    <a:pt x="612" y="812"/>
                  </a:lnTo>
                  <a:lnTo>
                    <a:pt x="620" y="800"/>
                  </a:lnTo>
                  <a:lnTo>
                    <a:pt x="628" y="784"/>
                  </a:lnTo>
                  <a:lnTo>
                    <a:pt x="636" y="770"/>
                  </a:lnTo>
                  <a:lnTo>
                    <a:pt x="640" y="754"/>
                  </a:lnTo>
                  <a:lnTo>
                    <a:pt x="648" y="722"/>
                  </a:lnTo>
                  <a:lnTo>
                    <a:pt x="652" y="692"/>
                  </a:lnTo>
                  <a:lnTo>
                    <a:pt x="654" y="666"/>
                  </a:lnTo>
                  <a:lnTo>
                    <a:pt x="654" y="666"/>
                  </a:lnTo>
                  <a:lnTo>
                    <a:pt x="652" y="642"/>
                  </a:lnTo>
                  <a:lnTo>
                    <a:pt x="648" y="620"/>
                  </a:lnTo>
                  <a:lnTo>
                    <a:pt x="644" y="598"/>
                  </a:lnTo>
                  <a:lnTo>
                    <a:pt x="638" y="580"/>
                  </a:lnTo>
                  <a:lnTo>
                    <a:pt x="638" y="580"/>
                  </a:lnTo>
                  <a:lnTo>
                    <a:pt x="632" y="576"/>
                  </a:lnTo>
                  <a:lnTo>
                    <a:pt x="632" y="576"/>
                  </a:lnTo>
                  <a:lnTo>
                    <a:pt x="634" y="572"/>
                  </a:lnTo>
                  <a:lnTo>
                    <a:pt x="634" y="572"/>
                  </a:lnTo>
                  <a:lnTo>
                    <a:pt x="578" y="554"/>
                  </a:lnTo>
                  <a:lnTo>
                    <a:pt x="518" y="530"/>
                  </a:lnTo>
                  <a:lnTo>
                    <a:pt x="518" y="530"/>
                  </a:lnTo>
                  <a:lnTo>
                    <a:pt x="518" y="554"/>
                  </a:lnTo>
                  <a:lnTo>
                    <a:pt x="514" y="576"/>
                  </a:lnTo>
                  <a:lnTo>
                    <a:pt x="512" y="594"/>
                  </a:lnTo>
                  <a:lnTo>
                    <a:pt x="508" y="610"/>
                  </a:lnTo>
                  <a:lnTo>
                    <a:pt x="504" y="624"/>
                  </a:lnTo>
                  <a:lnTo>
                    <a:pt x="498" y="636"/>
                  </a:lnTo>
                  <a:lnTo>
                    <a:pt x="488" y="654"/>
                  </a:lnTo>
                  <a:lnTo>
                    <a:pt x="476" y="664"/>
                  </a:lnTo>
                  <a:lnTo>
                    <a:pt x="468" y="670"/>
                  </a:lnTo>
                  <a:lnTo>
                    <a:pt x="460" y="672"/>
                  </a:lnTo>
                  <a:lnTo>
                    <a:pt x="456" y="672"/>
                  </a:lnTo>
                  <a:lnTo>
                    <a:pt x="456" y="672"/>
                  </a:lnTo>
                  <a:lnTo>
                    <a:pt x="456" y="672"/>
                  </a:lnTo>
                  <a:lnTo>
                    <a:pt x="456" y="672"/>
                  </a:lnTo>
                  <a:lnTo>
                    <a:pt x="464" y="634"/>
                  </a:lnTo>
                  <a:lnTo>
                    <a:pt x="470" y="602"/>
                  </a:lnTo>
                  <a:lnTo>
                    <a:pt x="470" y="574"/>
                  </a:lnTo>
                  <a:lnTo>
                    <a:pt x="470" y="552"/>
                  </a:lnTo>
                  <a:lnTo>
                    <a:pt x="466" y="534"/>
                  </a:lnTo>
                  <a:lnTo>
                    <a:pt x="462" y="518"/>
                  </a:lnTo>
                  <a:lnTo>
                    <a:pt x="456" y="504"/>
                  </a:lnTo>
                  <a:lnTo>
                    <a:pt x="450" y="492"/>
                  </a:lnTo>
                  <a:lnTo>
                    <a:pt x="450" y="492"/>
                  </a:lnTo>
                  <a:lnTo>
                    <a:pt x="386" y="458"/>
                  </a:lnTo>
                  <a:lnTo>
                    <a:pt x="330" y="426"/>
                  </a:lnTo>
                  <a:lnTo>
                    <a:pt x="284" y="396"/>
                  </a:lnTo>
                  <a:lnTo>
                    <a:pt x="248" y="370"/>
                  </a:lnTo>
                  <a:lnTo>
                    <a:pt x="248" y="370"/>
                  </a:lnTo>
                  <a:lnTo>
                    <a:pt x="232" y="356"/>
                  </a:lnTo>
                  <a:lnTo>
                    <a:pt x="220" y="340"/>
                  </a:lnTo>
                  <a:lnTo>
                    <a:pt x="212" y="322"/>
                  </a:lnTo>
                  <a:lnTo>
                    <a:pt x="206" y="302"/>
                  </a:lnTo>
                  <a:lnTo>
                    <a:pt x="202" y="282"/>
                  </a:lnTo>
                  <a:lnTo>
                    <a:pt x="202" y="258"/>
                  </a:lnTo>
                  <a:lnTo>
                    <a:pt x="204" y="236"/>
                  </a:lnTo>
                  <a:lnTo>
                    <a:pt x="208" y="212"/>
                  </a:lnTo>
                  <a:lnTo>
                    <a:pt x="214" y="186"/>
                  </a:lnTo>
                  <a:lnTo>
                    <a:pt x="222" y="160"/>
                  </a:lnTo>
                  <a:lnTo>
                    <a:pt x="232" y="134"/>
                  </a:lnTo>
                  <a:lnTo>
                    <a:pt x="242" y="108"/>
                  </a:lnTo>
                  <a:lnTo>
                    <a:pt x="268" y="54"/>
                  </a:lnTo>
                  <a:lnTo>
                    <a:pt x="296"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grpSp>
      <p:sp>
        <p:nvSpPr>
          <p:cNvPr id="42" name="Freeform 19"/>
          <p:cNvSpPr>
            <a:spLocks noEditPoints="1"/>
          </p:cNvSpPr>
          <p:nvPr/>
        </p:nvSpPr>
        <p:spPr bwMode="auto">
          <a:xfrm>
            <a:off x="1915944" y="2188190"/>
            <a:ext cx="1306268" cy="1160708"/>
          </a:xfrm>
          <a:custGeom>
            <a:avLst/>
            <a:gdLst>
              <a:gd name="T0" fmla="*/ 3908 w 4164"/>
              <a:gd name="T1" fmla="*/ 574 h 3700"/>
              <a:gd name="T2" fmla="*/ 4056 w 4164"/>
              <a:gd name="T3" fmla="*/ 408 h 3700"/>
              <a:gd name="T4" fmla="*/ 3894 w 4164"/>
              <a:gd name="T5" fmla="*/ 268 h 3700"/>
              <a:gd name="T6" fmla="*/ 3686 w 4164"/>
              <a:gd name="T7" fmla="*/ 248 h 3700"/>
              <a:gd name="T8" fmla="*/ 3104 w 4164"/>
              <a:gd name="T9" fmla="*/ 4 h 3700"/>
              <a:gd name="T10" fmla="*/ 2318 w 4164"/>
              <a:gd name="T11" fmla="*/ 350 h 3700"/>
              <a:gd name="T12" fmla="*/ 1584 w 4164"/>
              <a:gd name="T13" fmla="*/ 678 h 3700"/>
              <a:gd name="T14" fmla="*/ 978 w 4164"/>
              <a:gd name="T15" fmla="*/ 1338 h 3700"/>
              <a:gd name="T16" fmla="*/ 414 w 4164"/>
              <a:gd name="T17" fmla="*/ 1744 h 3700"/>
              <a:gd name="T18" fmla="*/ 204 w 4164"/>
              <a:gd name="T19" fmla="*/ 2126 h 3700"/>
              <a:gd name="T20" fmla="*/ 12 w 4164"/>
              <a:gd name="T21" fmla="*/ 2410 h 3700"/>
              <a:gd name="T22" fmla="*/ 192 w 4164"/>
              <a:gd name="T23" fmla="*/ 2876 h 3700"/>
              <a:gd name="T24" fmla="*/ 122 w 4164"/>
              <a:gd name="T25" fmla="*/ 3320 h 3700"/>
              <a:gd name="T26" fmla="*/ 442 w 4164"/>
              <a:gd name="T27" fmla="*/ 3674 h 3700"/>
              <a:gd name="T28" fmla="*/ 862 w 4164"/>
              <a:gd name="T29" fmla="*/ 3682 h 3700"/>
              <a:gd name="T30" fmla="*/ 714 w 4164"/>
              <a:gd name="T31" fmla="*/ 3356 h 3700"/>
              <a:gd name="T32" fmla="*/ 1080 w 4164"/>
              <a:gd name="T33" fmla="*/ 3182 h 3700"/>
              <a:gd name="T34" fmla="*/ 1496 w 4164"/>
              <a:gd name="T35" fmla="*/ 2766 h 3700"/>
              <a:gd name="T36" fmla="*/ 1648 w 4164"/>
              <a:gd name="T37" fmla="*/ 2704 h 3700"/>
              <a:gd name="T38" fmla="*/ 1198 w 4164"/>
              <a:gd name="T39" fmla="*/ 3218 h 3700"/>
              <a:gd name="T40" fmla="*/ 1202 w 4164"/>
              <a:gd name="T41" fmla="*/ 3470 h 3700"/>
              <a:gd name="T42" fmla="*/ 1770 w 4164"/>
              <a:gd name="T43" fmla="*/ 3564 h 3700"/>
              <a:gd name="T44" fmla="*/ 1772 w 4164"/>
              <a:gd name="T45" fmla="*/ 3316 h 3700"/>
              <a:gd name="T46" fmla="*/ 1644 w 4164"/>
              <a:gd name="T47" fmla="*/ 3126 h 3700"/>
              <a:gd name="T48" fmla="*/ 1924 w 4164"/>
              <a:gd name="T49" fmla="*/ 2692 h 3700"/>
              <a:gd name="T50" fmla="*/ 1440 w 4164"/>
              <a:gd name="T51" fmla="*/ 2180 h 3700"/>
              <a:gd name="T52" fmla="*/ 1422 w 4164"/>
              <a:gd name="T53" fmla="*/ 1774 h 3700"/>
              <a:gd name="T54" fmla="*/ 1504 w 4164"/>
              <a:gd name="T55" fmla="*/ 2034 h 3700"/>
              <a:gd name="T56" fmla="*/ 1968 w 4164"/>
              <a:gd name="T57" fmla="*/ 2536 h 3700"/>
              <a:gd name="T58" fmla="*/ 2330 w 4164"/>
              <a:gd name="T59" fmla="*/ 3222 h 3700"/>
              <a:gd name="T60" fmla="*/ 2718 w 4164"/>
              <a:gd name="T61" fmla="*/ 3490 h 3700"/>
              <a:gd name="T62" fmla="*/ 3136 w 4164"/>
              <a:gd name="T63" fmla="*/ 3466 h 3700"/>
              <a:gd name="T64" fmla="*/ 3196 w 4164"/>
              <a:gd name="T65" fmla="*/ 3268 h 3700"/>
              <a:gd name="T66" fmla="*/ 2976 w 4164"/>
              <a:gd name="T67" fmla="*/ 2984 h 3700"/>
              <a:gd name="T68" fmla="*/ 2854 w 4164"/>
              <a:gd name="T69" fmla="*/ 2524 h 3700"/>
              <a:gd name="T70" fmla="*/ 2672 w 4164"/>
              <a:gd name="T71" fmla="*/ 1890 h 3700"/>
              <a:gd name="T72" fmla="*/ 2728 w 4164"/>
              <a:gd name="T73" fmla="*/ 1654 h 3700"/>
              <a:gd name="T74" fmla="*/ 2764 w 4164"/>
              <a:gd name="T75" fmla="*/ 1968 h 3700"/>
              <a:gd name="T76" fmla="*/ 3298 w 4164"/>
              <a:gd name="T77" fmla="*/ 2280 h 3700"/>
              <a:gd name="T78" fmla="*/ 3098 w 4164"/>
              <a:gd name="T79" fmla="*/ 2408 h 3700"/>
              <a:gd name="T80" fmla="*/ 3120 w 4164"/>
              <a:gd name="T81" fmla="*/ 2736 h 3700"/>
              <a:gd name="T82" fmla="*/ 3406 w 4164"/>
              <a:gd name="T83" fmla="*/ 2850 h 3700"/>
              <a:gd name="T84" fmla="*/ 3922 w 4164"/>
              <a:gd name="T85" fmla="*/ 2564 h 3700"/>
              <a:gd name="T86" fmla="*/ 3928 w 4164"/>
              <a:gd name="T87" fmla="*/ 2134 h 3700"/>
              <a:gd name="T88" fmla="*/ 3278 w 4164"/>
              <a:gd name="T89" fmla="*/ 1632 h 3700"/>
              <a:gd name="T90" fmla="*/ 3330 w 4164"/>
              <a:gd name="T91" fmla="*/ 1496 h 3700"/>
              <a:gd name="T92" fmla="*/ 3644 w 4164"/>
              <a:gd name="T93" fmla="*/ 1756 h 3700"/>
              <a:gd name="T94" fmla="*/ 3946 w 4164"/>
              <a:gd name="T95" fmla="*/ 1646 h 3700"/>
              <a:gd name="T96" fmla="*/ 4156 w 4164"/>
              <a:gd name="T97" fmla="*/ 1418 h 3700"/>
              <a:gd name="T98" fmla="*/ 4002 w 4164"/>
              <a:gd name="T99" fmla="*/ 1070 h 3700"/>
              <a:gd name="T100" fmla="*/ 3094 w 4164"/>
              <a:gd name="T101" fmla="*/ 582 h 3700"/>
              <a:gd name="T102" fmla="*/ 3068 w 4164"/>
              <a:gd name="T103" fmla="*/ 376 h 3700"/>
              <a:gd name="T104" fmla="*/ 3212 w 4164"/>
              <a:gd name="T105" fmla="*/ 294 h 3700"/>
              <a:gd name="T106" fmla="*/ 3362 w 4164"/>
              <a:gd name="T107" fmla="*/ 538 h 3700"/>
              <a:gd name="T108" fmla="*/ 3410 w 4164"/>
              <a:gd name="T109" fmla="*/ 938 h 3700"/>
              <a:gd name="T110" fmla="*/ 3418 w 4164"/>
              <a:gd name="T111" fmla="*/ 758 h 3700"/>
              <a:gd name="T112" fmla="*/ 3480 w 4164"/>
              <a:gd name="T113" fmla="*/ 988 h 3700"/>
              <a:gd name="T114" fmla="*/ 3938 w 4164"/>
              <a:gd name="T115" fmla="*/ 1356 h 3700"/>
              <a:gd name="T116" fmla="*/ 3846 w 4164"/>
              <a:gd name="T117" fmla="*/ 1636 h 3700"/>
              <a:gd name="T118" fmla="*/ 3586 w 4164"/>
              <a:gd name="T119" fmla="*/ 1588 h 3700"/>
              <a:gd name="T120" fmla="*/ 3598 w 4164"/>
              <a:gd name="T121" fmla="*/ 1218 h 3700"/>
              <a:gd name="T122" fmla="*/ 3844 w 4164"/>
              <a:gd name="T123" fmla="*/ 1042 h 3700"/>
              <a:gd name="T124" fmla="*/ 4058 w 4164"/>
              <a:gd name="T125" fmla="*/ 1316 h 3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4164" h="3700">
                <a:moveTo>
                  <a:pt x="3954" y="1002"/>
                </a:moveTo>
                <a:lnTo>
                  <a:pt x="3954" y="1002"/>
                </a:lnTo>
                <a:lnTo>
                  <a:pt x="3950" y="958"/>
                </a:lnTo>
                <a:lnTo>
                  <a:pt x="3950" y="918"/>
                </a:lnTo>
                <a:lnTo>
                  <a:pt x="3952" y="880"/>
                </a:lnTo>
                <a:lnTo>
                  <a:pt x="3956" y="846"/>
                </a:lnTo>
                <a:lnTo>
                  <a:pt x="3960" y="810"/>
                </a:lnTo>
                <a:lnTo>
                  <a:pt x="3960" y="774"/>
                </a:lnTo>
                <a:lnTo>
                  <a:pt x="3958" y="736"/>
                </a:lnTo>
                <a:lnTo>
                  <a:pt x="3956" y="716"/>
                </a:lnTo>
                <a:lnTo>
                  <a:pt x="3952" y="694"/>
                </a:lnTo>
                <a:lnTo>
                  <a:pt x="3952" y="694"/>
                </a:lnTo>
                <a:lnTo>
                  <a:pt x="3930" y="632"/>
                </a:lnTo>
                <a:lnTo>
                  <a:pt x="3908" y="574"/>
                </a:lnTo>
                <a:lnTo>
                  <a:pt x="3908" y="574"/>
                </a:lnTo>
                <a:lnTo>
                  <a:pt x="3918" y="588"/>
                </a:lnTo>
                <a:lnTo>
                  <a:pt x="3918" y="588"/>
                </a:lnTo>
                <a:lnTo>
                  <a:pt x="3928" y="582"/>
                </a:lnTo>
                <a:lnTo>
                  <a:pt x="3954" y="564"/>
                </a:lnTo>
                <a:lnTo>
                  <a:pt x="3986" y="538"/>
                </a:lnTo>
                <a:lnTo>
                  <a:pt x="4002" y="522"/>
                </a:lnTo>
                <a:lnTo>
                  <a:pt x="4018" y="504"/>
                </a:lnTo>
                <a:lnTo>
                  <a:pt x="4034" y="486"/>
                </a:lnTo>
                <a:lnTo>
                  <a:pt x="4044" y="464"/>
                </a:lnTo>
                <a:lnTo>
                  <a:pt x="4052" y="442"/>
                </a:lnTo>
                <a:lnTo>
                  <a:pt x="4054" y="430"/>
                </a:lnTo>
                <a:lnTo>
                  <a:pt x="4056" y="420"/>
                </a:lnTo>
                <a:lnTo>
                  <a:pt x="4056" y="408"/>
                </a:lnTo>
                <a:lnTo>
                  <a:pt x="4054" y="396"/>
                </a:lnTo>
                <a:lnTo>
                  <a:pt x="4050" y="384"/>
                </a:lnTo>
                <a:lnTo>
                  <a:pt x="4044" y="372"/>
                </a:lnTo>
                <a:lnTo>
                  <a:pt x="4038" y="360"/>
                </a:lnTo>
                <a:lnTo>
                  <a:pt x="4030" y="346"/>
                </a:lnTo>
                <a:lnTo>
                  <a:pt x="4018" y="334"/>
                </a:lnTo>
                <a:lnTo>
                  <a:pt x="4004" y="322"/>
                </a:lnTo>
                <a:lnTo>
                  <a:pt x="4004" y="322"/>
                </a:lnTo>
                <a:lnTo>
                  <a:pt x="3984" y="306"/>
                </a:lnTo>
                <a:lnTo>
                  <a:pt x="3964" y="292"/>
                </a:lnTo>
                <a:lnTo>
                  <a:pt x="3946" y="282"/>
                </a:lnTo>
                <a:lnTo>
                  <a:pt x="3928" y="274"/>
                </a:lnTo>
                <a:lnTo>
                  <a:pt x="3910" y="270"/>
                </a:lnTo>
                <a:lnTo>
                  <a:pt x="3894" y="268"/>
                </a:lnTo>
                <a:lnTo>
                  <a:pt x="3878" y="270"/>
                </a:lnTo>
                <a:lnTo>
                  <a:pt x="3864" y="272"/>
                </a:lnTo>
                <a:lnTo>
                  <a:pt x="3850" y="276"/>
                </a:lnTo>
                <a:lnTo>
                  <a:pt x="3838" y="284"/>
                </a:lnTo>
                <a:lnTo>
                  <a:pt x="3824" y="292"/>
                </a:lnTo>
                <a:lnTo>
                  <a:pt x="3814" y="300"/>
                </a:lnTo>
                <a:lnTo>
                  <a:pt x="3802" y="312"/>
                </a:lnTo>
                <a:lnTo>
                  <a:pt x="3794" y="322"/>
                </a:lnTo>
                <a:lnTo>
                  <a:pt x="3776" y="346"/>
                </a:lnTo>
                <a:lnTo>
                  <a:pt x="3776" y="346"/>
                </a:lnTo>
                <a:lnTo>
                  <a:pt x="3754" y="320"/>
                </a:lnTo>
                <a:lnTo>
                  <a:pt x="3732" y="296"/>
                </a:lnTo>
                <a:lnTo>
                  <a:pt x="3710" y="272"/>
                </a:lnTo>
                <a:lnTo>
                  <a:pt x="3686" y="248"/>
                </a:lnTo>
                <a:lnTo>
                  <a:pt x="3640" y="208"/>
                </a:lnTo>
                <a:lnTo>
                  <a:pt x="3592" y="172"/>
                </a:lnTo>
                <a:lnTo>
                  <a:pt x="3544" y="140"/>
                </a:lnTo>
                <a:lnTo>
                  <a:pt x="3496" y="112"/>
                </a:lnTo>
                <a:lnTo>
                  <a:pt x="3448" y="90"/>
                </a:lnTo>
                <a:lnTo>
                  <a:pt x="3402" y="70"/>
                </a:lnTo>
                <a:lnTo>
                  <a:pt x="3356" y="54"/>
                </a:lnTo>
                <a:lnTo>
                  <a:pt x="3312" y="40"/>
                </a:lnTo>
                <a:lnTo>
                  <a:pt x="3268" y="28"/>
                </a:lnTo>
                <a:lnTo>
                  <a:pt x="3230" y="20"/>
                </a:lnTo>
                <a:lnTo>
                  <a:pt x="3192" y="14"/>
                </a:lnTo>
                <a:lnTo>
                  <a:pt x="3158" y="10"/>
                </a:lnTo>
                <a:lnTo>
                  <a:pt x="3104" y="4"/>
                </a:lnTo>
                <a:lnTo>
                  <a:pt x="3104" y="4"/>
                </a:lnTo>
                <a:lnTo>
                  <a:pt x="3040" y="0"/>
                </a:lnTo>
                <a:lnTo>
                  <a:pt x="2980" y="0"/>
                </a:lnTo>
                <a:lnTo>
                  <a:pt x="2922" y="6"/>
                </a:lnTo>
                <a:lnTo>
                  <a:pt x="2866" y="14"/>
                </a:lnTo>
                <a:lnTo>
                  <a:pt x="2810" y="28"/>
                </a:lnTo>
                <a:lnTo>
                  <a:pt x="2756" y="46"/>
                </a:lnTo>
                <a:lnTo>
                  <a:pt x="2704" y="68"/>
                </a:lnTo>
                <a:lnTo>
                  <a:pt x="2650" y="96"/>
                </a:lnTo>
                <a:lnTo>
                  <a:pt x="2598" y="128"/>
                </a:lnTo>
                <a:lnTo>
                  <a:pt x="2544" y="162"/>
                </a:lnTo>
                <a:lnTo>
                  <a:pt x="2490" y="204"/>
                </a:lnTo>
                <a:lnTo>
                  <a:pt x="2434" y="248"/>
                </a:lnTo>
                <a:lnTo>
                  <a:pt x="2378" y="296"/>
                </a:lnTo>
                <a:lnTo>
                  <a:pt x="2318" y="350"/>
                </a:lnTo>
                <a:lnTo>
                  <a:pt x="2256" y="408"/>
                </a:lnTo>
                <a:lnTo>
                  <a:pt x="2192" y="470"/>
                </a:lnTo>
                <a:lnTo>
                  <a:pt x="2192" y="470"/>
                </a:lnTo>
                <a:lnTo>
                  <a:pt x="2090" y="490"/>
                </a:lnTo>
                <a:lnTo>
                  <a:pt x="1994" y="512"/>
                </a:lnTo>
                <a:lnTo>
                  <a:pt x="1902" y="536"/>
                </a:lnTo>
                <a:lnTo>
                  <a:pt x="1860" y="550"/>
                </a:lnTo>
                <a:lnTo>
                  <a:pt x="1816" y="566"/>
                </a:lnTo>
                <a:lnTo>
                  <a:pt x="1776" y="582"/>
                </a:lnTo>
                <a:lnTo>
                  <a:pt x="1736" y="598"/>
                </a:lnTo>
                <a:lnTo>
                  <a:pt x="1696" y="616"/>
                </a:lnTo>
                <a:lnTo>
                  <a:pt x="1658" y="636"/>
                </a:lnTo>
                <a:lnTo>
                  <a:pt x="1620" y="656"/>
                </a:lnTo>
                <a:lnTo>
                  <a:pt x="1584" y="678"/>
                </a:lnTo>
                <a:lnTo>
                  <a:pt x="1548" y="702"/>
                </a:lnTo>
                <a:lnTo>
                  <a:pt x="1512" y="726"/>
                </a:lnTo>
                <a:lnTo>
                  <a:pt x="1478" y="752"/>
                </a:lnTo>
                <a:lnTo>
                  <a:pt x="1444" y="778"/>
                </a:lnTo>
                <a:lnTo>
                  <a:pt x="1410" y="808"/>
                </a:lnTo>
                <a:lnTo>
                  <a:pt x="1376" y="838"/>
                </a:lnTo>
                <a:lnTo>
                  <a:pt x="1344" y="870"/>
                </a:lnTo>
                <a:lnTo>
                  <a:pt x="1310" y="904"/>
                </a:lnTo>
                <a:lnTo>
                  <a:pt x="1278" y="938"/>
                </a:lnTo>
                <a:lnTo>
                  <a:pt x="1244" y="976"/>
                </a:lnTo>
                <a:lnTo>
                  <a:pt x="1180" y="1054"/>
                </a:lnTo>
                <a:lnTo>
                  <a:pt x="1114" y="1142"/>
                </a:lnTo>
                <a:lnTo>
                  <a:pt x="1046" y="1236"/>
                </a:lnTo>
                <a:lnTo>
                  <a:pt x="978" y="1338"/>
                </a:lnTo>
                <a:lnTo>
                  <a:pt x="978" y="1338"/>
                </a:lnTo>
                <a:lnTo>
                  <a:pt x="930" y="1358"/>
                </a:lnTo>
                <a:lnTo>
                  <a:pt x="884" y="1378"/>
                </a:lnTo>
                <a:lnTo>
                  <a:pt x="842" y="1400"/>
                </a:lnTo>
                <a:lnTo>
                  <a:pt x="802" y="1420"/>
                </a:lnTo>
                <a:lnTo>
                  <a:pt x="764" y="1442"/>
                </a:lnTo>
                <a:lnTo>
                  <a:pt x="728" y="1464"/>
                </a:lnTo>
                <a:lnTo>
                  <a:pt x="694" y="1486"/>
                </a:lnTo>
                <a:lnTo>
                  <a:pt x="662" y="1510"/>
                </a:lnTo>
                <a:lnTo>
                  <a:pt x="630" y="1534"/>
                </a:lnTo>
                <a:lnTo>
                  <a:pt x="600" y="1560"/>
                </a:lnTo>
                <a:lnTo>
                  <a:pt x="538" y="1614"/>
                </a:lnTo>
                <a:lnTo>
                  <a:pt x="478" y="1676"/>
                </a:lnTo>
                <a:lnTo>
                  <a:pt x="414" y="1744"/>
                </a:lnTo>
                <a:lnTo>
                  <a:pt x="414" y="1744"/>
                </a:lnTo>
                <a:lnTo>
                  <a:pt x="376" y="1792"/>
                </a:lnTo>
                <a:lnTo>
                  <a:pt x="344" y="1838"/>
                </a:lnTo>
                <a:lnTo>
                  <a:pt x="314" y="1886"/>
                </a:lnTo>
                <a:lnTo>
                  <a:pt x="288" y="1932"/>
                </a:lnTo>
                <a:lnTo>
                  <a:pt x="266" y="1978"/>
                </a:lnTo>
                <a:lnTo>
                  <a:pt x="246" y="2024"/>
                </a:lnTo>
                <a:lnTo>
                  <a:pt x="230" y="2070"/>
                </a:lnTo>
                <a:lnTo>
                  <a:pt x="216" y="2114"/>
                </a:lnTo>
                <a:lnTo>
                  <a:pt x="216" y="2114"/>
                </a:lnTo>
                <a:lnTo>
                  <a:pt x="214" y="2108"/>
                </a:lnTo>
                <a:lnTo>
                  <a:pt x="214" y="2108"/>
                </a:lnTo>
                <a:lnTo>
                  <a:pt x="210" y="2116"/>
                </a:lnTo>
                <a:lnTo>
                  <a:pt x="204" y="2126"/>
                </a:lnTo>
                <a:lnTo>
                  <a:pt x="180" y="2150"/>
                </a:lnTo>
                <a:lnTo>
                  <a:pt x="112" y="2214"/>
                </a:lnTo>
                <a:lnTo>
                  <a:pt x="74" y="2252"/>
                </a:lnTo>
                <a:lnTo>
                  <a:pt x="56" y="2272"/>
                </a:lnTo>
                <a:lnTo>
                  <a:pt x="40" y="2292"/>
                </a:lnTo>
                <a:lnTo>
                  <a:pt x="26" y="2312"/>
                </a:lnTo>
                <a:lnTo>
                  <a:pt x="14" y="2332"/>
                </a:lnTo>
                <a:lnTo>
                  <a:pt x="6" y="2352"/>
                </a:lnTo>
                <a:lnTo>
                  <a:pt x="0" y="2372"/>
                </a:lnTo>
                <a:lnTo>
                  <a:pt x="0" y="2372"/>
                </a:lnTo>
                <a:lnTo>
                  <a:pt x="0" y="2382"/>
                </a:lnTo>
                <a:lnTo>
                  <a:pt x="2" y="2392"/>
                </a:lnTo>
                <a:lnTo>
                  <a:pt x="6" y="2402"/>
                </a:lnTo>
                <a:lnTo>
                  <a:pt x="12" y="2410"/>
                </a:lnTo>
                <a:lnTo>
                  <a:pt x="20" y="2418"/>
                </a:lnTo>
                <a:lnTo>
                  <a:pt x="30" y="2424"/>
                </a:lnTo>
                <a:lnTo>
                  <a:pt x="42" y="2430"/>
                </a:lnTo>
                <a:lnTo>
                  <a:pt x="54" y="2434"/>
                </a:lnTo>
                <a:lnTo>
                  <a:pt x="84" y="2442"/>
                </a:lnTo>
                <a:lnTo>
                  <a:pt x="116" y="2446"/>
                </a:lnTo>
                <a:lnTo>
                  <a:pt x="150" y="2448"/>
                </a:lnTo>
                <a:lnTo>
                  <a:pt x="184" y="2446"/>
                </a:lnTo>
                <a:lnTo>
                  <a:pt x="184" y="2446"/>
                </a:lnTo>
                <a:lnTo>
                  <a:pt x="190" y="2534"/>
                </a:lnTo>
                <a:lnTo>
                  <a:pt x="200" y="2620"/>
                </a:lnTo>
                <a:lnTo>
                  <a:pt x="220" y="2782"/>
                </a:lnTo>
                <a:lnTo>
                  <a:pt x="220" y="2782"/>
                </a:lnTo>
                <a:lnTo>
                  <a:pt x="192" y="2876"/>
                </a:lnTo>
                <a:lnTo>
                  <a:pt x="168" y="2958"/>
                </a:lnTo>
                <a:lnTo>
                  <a:pt x="136" y="3080"/>
                </a:lnTo>
                <a:lnTo>
                  <a:pt x="118" y="3152"/>
                </a:lnTo>
                <a:lnTo>
                  <a:pt x="114" y="3174"/>
                </a:lnTo>
                <a:lnTo>
                  <a:pt x="114" y="3174"/>
                </a:lnTo>
                <a:lnTo>
                  <a:pt x="112" y="3178"/>
                </a:lnTo>
                <a:lnTo>
                  <a:pt x="108" y="3192"/>
                </a:lnTo>
                <a:lnTo>
                  <a:pt x="102" y="3214"/>
                </a:lnTo>
                <a:lnTo>
                  <a:pt x="102" y="3228"/>
                </a:lnTo>
                <a:lnTo>
                  <a:pt x="102" y="3242"/>
                </a:lnTo>
                <a:lnTo>
                  <a:pt x="104" y="3260"/>
                </a:lnTo>
                <a:lnTo>
                  <a:pt x="108" y="3278"/>
                </a:lnTo>
                <a:lnTo>
                  <a:pt x="114" y="3298"/>
                </a:lnTo>
                <a:lnTo>
                  <a:pt x="122" y="3320"/>
                </a:lnTo>
                <a:lnTo>
                  <a:pt x="134" y="3342"/>
                </a:lnTo>
                <a:lnTo>
                  <a:pt x="148" y="3368"/>
                </a:lnTo>
                <a:lnTo>
                  <a:pt x="166" y="3392"/>
                </a:lnTo>
                <a:lnTo>
                  <a:pt x="188" y="3420"/>
                </a:lnTo>
                <a:lnTo>
                  <a:pt x="188" y="3420"/>
                </a:lnTo>
                <a:lnTo>
                  <a:pt x="232" y="3470"/>
                </a:lnTo>
                <a:lnTo>
                  <a:pt x="270" y="3516"/>
                </a:lnTo>
                <a:lnTo>
                  <a:pt x="306" y="3560"/>
                </a:lnTo>
                <a:lnTo>
                  <a:pt x="340" y="3598"/>
                </a:lnTo>
                <a:lnTo>
                  <a:pt x="372" y="3630"/>
                </a:lnTo>
                <a:lnTo>
                  <a:pt x="388" y="3644"/>
                </a:lnTo>
                <a:lnTo>
                  <a:pt x="406" y="3656"/>
                </a:lnTo>
                <a:lnTo>
                  <a:pt x="424" y="3666"/>
                </a:lnTo>
                <a:lnTo>
                  <a:pt x="442" y="3674"/>
                </a:lnTo>
                <a:lnTo>
                  <a:pt x="462" y="3682"/>
                </a:lnTo>
                <a:lnTo>
                  <a:pt x="482" y="3686"/>
                </a:lnTo>
                <a:lnTo>
                  <a:pt x="482" y="3686"/>
                </a:lnTo>
                <a:lnTo>
                  <a:pt x="516" y="3692"/>
                </a:lnTo>
                <a:lnTo>
                  <a:pt x="558" y="3696"/>
                </a:lnTo>
                <a:lnTo>
                  <a:pt x="604" y="3698"/>
                </a:lnTo>
                <a:lnTo>
                  <a:pt x="652" y="3700"/>
                </a:lnTo>
                <a:lnTo>
                  <a:pt x="700" y="3698"/>
                </a:lnTo>
                <a:lnTo>
                  <a:pt x="746" y="3696"/>
                </a:lnTo>
                <a:lnTo>
                  <a:pt x="786" y="3692"/>
                </a:lnTo>
                <a:lnTo>
                  <a:pt x="820" y="3686"/>
                </a:lnTo>
                <a:lnTo>
                  <a:pt x="820" y="3686"/>
                </a:lnTo>
                <a:lnTo>
                  <a:pt x="840" y="3684"/>
                </a:lnTo>
                <a:lnTo>
                  <a:pt x="862" y="3682"/>
                </a:lnTo>
                <a:lnTo>
                  <a:pt x="906" y="3682"/>
                </a:lnTo>
                <a:lnTo>
                  <a:pt x="954" y="3686"/>
                </a:lnTo>
                <a:lnTo>
                  <a:pt x="954" y="3686"/>
                </a:lnTo>
                <a:lnTo>
                  <a:pt x="954" y="3672"/>
                </a:lnTo>
                <a:lnTo>
                  <a:pt x="950" y="3656"/>
                </a:lnTo>
                <a:lnTo>
                  <a:pt x="942" y="3634"/>
                </a:lnTo>
                <a:lnTo>
                  <a:pt x="930" y="3606"/>
                </a:lnTo>
                <a:lnTo>
                  <a:pt x="910" y="3574"/>
                </a:lnTo>
                <a:lnTo>
                  <a:pt x="884" y="3536"/>
                </a:lnTo>
                <a:lnTo>
                  <a:pt x="850" y="3494"/>
                </a:lnTo>
                <a:lnTo>
                  <a:pt x="850" y="3494"/>
                </a:lnTo>
                <a:lnTo>
                  <a:pt x="810" y="3452"/>
                </a:lnTo>
                <a:lnTo>
                  <a:pt x="774" y="3416"/>
                </a:lnTo>
                <a:lnTo>
                  <a:pt x="714" y="3356"/>
                </a:lnTo>
                <a:lnTo>
                  <a:pt x="672" y="3320"/>
                </a:lnTo>
                <a:lnTo>
                  <a:pt x="658" y="3308"/>
                </a:lnTo>
                <a:lnTo>
                  <a:pt x="658" y="3308"/>
                </a:lnTo>
                <a:lnTo>
                  <a:pt x="722" y="3294"/>
                </a:lnTo>
                <a:lnTo>
                  <a:pt x="778" y="3282"/>
                </a:lnTo>
                <a:lnTo>
                  <a:pt x="828" y="3270"/>
                </a:lnTo>
                <a:lnTo>
                  <a:pt x="872" y="3256"/>
                </a:lnTo>
                <a:lnTo>
                  <a:pt x="908" y="3244"/>
                </a:lnTo>
                <a:lnTo>
                  <a:pt x="940" y="3234"/>
                </a:lnTo>
                <a:lnTo>
                  <a:pt x="986" y="3214"/>
                </a:lnTo>
                <a:lnTo>
                  <a:pt x="986" y="3214"/>
                </a:lnTo>
                <a:lnTo>
                  <a:pt x="1016" y="3204"/>
                </a:lnTo>
                <a:lnTo>
                  <a:pt x="1048" y="3194"/>
                </a:lnTo>
                <a:lnTo>
                  <a:pt x="1080" y="3182"/>
                </a:lnTo>
                <a:lnTo>
                  <a:pt x="1112" y="3168"/>
                </a:lnTo>
                <a:lnTo>
                  <a:pt x="1146" y="3150"/>
                </a:lnTo>
                <a:lnTo>
                  <a:pt x="1178" y="3132"/>
                </a:lnTo>
                <a:lnTo>
                  <a:pt x="1212" y="3110"/>
                </a:lnTo>
                <a:lnTo>
                  <a:pt x="1246" y="3084"/>
                </a:lnTo>
                <a:lnTo>
                  <a:pt x="1278" y="3058"/>
                </a:lnTo>
                <a:lnTo>
                  <a:pt x="1312" y="3026"/>
                </a:lnTo>
                <a:lnTo>
                  <a:pt x="1344" y="2992"/>
                </a:lnTo>
                <a:lnTo>
                  <a:pt x="1376" y="2954"/>
                </a:lnTo>
                <a:lnTo>
                  <a:pt x="1408" y="2914"/>
                </a:lnTo>
                <a:lnTo>
                  <a:pt x="1438" y="2868"/>
                </a:lnTo>
                <a:lnTo>
                  <a:pt x="1468" y="2820"/>
                </a:lnTo>
                <a:lnTo>
                  <a:pt x="1496" y="2766"/>
                </a:lnTo>
                <a:lnTo>
                  <a:pt x="1496" y="2766"/>
                </a:lnTo>
                <a:lnTo>
                  <a:pt x="1512" y="2736"/>
                </a:lnTo>
                <a:lnTo>
                  <a:pt x="1522" y="2724"/>
                </a:lnTo>
                <a:lnTo>
                  <a:pt x="1532" y="2714"/>
                </a:lnTo>
                <a:lnTo>
                  <a:pt x="1542" y="2704"/>
                </a:lnTo>
                <a:lnTo>
                  <a:pt x="1550" y="2696"/>
                </a:lnTo>
                <a:lnTo>
                  <a:pt x="1562" y="2690"/>
                </a:lnTo>
                <a:lnTo>
                  <a:pt x="1572" y="2686"/>
                </a:lnTo>
                <a:lnTo>
                  <a:pt x="1592" y="2680"/>
                </a:lnTo>
                <a:lnTo>
                  <a:pt x="1616" y="2676"/>
                </a:lnTo>
                <a:lnTo>
                  <a:pt x="1638" y="2678"/>
                </a:lnTo>
                <a:lnTo>
                  <a:pt x="1662" y="2680"/>
                </a:lnTo>
                <a:lnTo>
                  <a:pt x="1662" y="2680"/>
                </a:lnTo>
                <a:lnTo>
                  <a:pt x="1656" y="2692"/>
                </a:lnTo>
                <a:lnTo>
                  <a:pt x="1648" y="2704"/>
                </a:lnTo>
                <a:lnTo>
                  <a:pt x="1648" y="2704"/>
                </a:lnTo>
                <a:lnTo>
                  <a:pt x="1614" y="2774"/>
                </a:lnTo>
                <a:lnTo>
                  <a:pt x="1578" y="2838"/>
                </a:lnTo>
                <a:lnTo>
                  <a:pt x="1542" y="2896"/>
                </a:lnTo>
                <a:lnTo>
                  <a:pt x="1506" y="2950"/>
                </a:lnTo>
                <a:lnTo>
                  <a:pt x="1470" y="2998"/>
                </a:lnTo>
                <a:lnTo>
                  <a:pt x="1434" y="3040"/>
                </a:lnTo>
                <a:lnTo>
                  <a:pt x="1398" y="3078"/>
                </a:lnTo>
                <a:lnTo>
                  <a:pt x="1364" y="3110"/>
                </a:lnTo>
                <a:lnTo>
                  <a:pt x="1328" y="3140"/>
                </a:lnTo>
                <a:lnTo>
                  <a:pt x="1294" y="3164"/>
                </a:lnTo>
                <a:lnTo>
                  <a:pt x="1262" y="3186"/>
                </a:lnTo>
                <a:lnTo>
                  <a:pt x="1228" y="3204"/>
                </a:lnTo>
                <a:lnTo>
                  <a:pt x="1198" y="3218"/>
                </a:lnTo>
                <a:lnTo>
                  <a:pt x="1168" y="3230"/>
                </a:lnTo>
                <a:lnTo>
                  <a:pt x="1138" y="3240"/>
                </a:lnTo>
                <a:lnTo>
                  <a:pt x="1110" y="3248"/>
                </a:lnTo>
                <a:lnTo>
                  <a:pt x="1110" y="3248"/>
                </a:lnTo>
                <a:lnTo>
                  <a:pt x="1112" y="3278"/>
                </a:lnTo>
                <a:lnTo>
                  <a:pt x="1114" y="3310"/>
                </a:lnTo>
                <a:lnTo>
                  <a:pt x="1118" y="3344"/>
                </a:lnTo>
                <a:lnTo>
                  <a:pt x="1126" y="3380"/>
                </a:lnTo>
                <a:lnTo>
                  <a:pt x="1126" y="3380"/>
                </a:lnTo>
                <a:lnTo>
                  <a:pt x="1134" y="3392"/>
                </a:lnTo>
                <a:lnTo>
                  <a:pt x="1148" y="3414"/>
                </a:lnTo>
                <a:lnTo>
                  <a:pt x="1172" y="3440"/>
                </a:lnTo>
                <a:lnTo>
                  <a:pt x="1186" y="3456"/>
                </a:lnTo>
                <a:lnTo>
                  <a:pt x="1202" y="3470"/>
                </a:lnTo>
                <a:lnTo>
                  <a:pt x="1220" y="3486"/>
                </a:lnTo>
                <a:lnTo>
                  <a:pt x="1240" y="3500"/>
                </a:lnTo>
                <a:lnTo>
                  <a:pt x="1262" y="3514"/>
                </a:lnTo>
                <a:lnTo>
                  <a:pt x="1286" y="3528"/>
                </a:lnTo>
                <a:lnTo>
                  <a:pt x="1312" y="3540"/>
                </a:lnTo>
                <a:lnTo>
                  <a:pt x="1340" y="3548"/>
                </a:lnTo>
                <a:lnTo>
                  <a:pt x="1372" y="3556"/>
                </a:lnTo>
                <a:lnTo>
                  <a:pt x="1404" y="3560"/>
                </a:lnTo>
                <a:lnTo>
                  <a:pt x="1404" y="3560"/>
                </a:lnTo>
                <a:lnTo>
                  <a:pt x="1472" y="3566"/>
                </a:lnTo>
                <a:lnTo>
                  <a:pt x="1552" y="3568"/>
                </a:lnTo>
                <a:lnTo>
                  <a:pt x="1648" y="3568"/>
                </a:lnTo>
                <a:lnTo>
                  <a:pt x="1770" y="3564"/>
                </a:lnTo>
                <a:lnTo>
                  <a:pt x="1770" y="3564"/>
                </a:lnTo>
                <a:lnTo>
                  <a:pt x="1832" y="3562"/>
                </a:lnTo>
                <a:lnTo>
                  <a:pt x="1864" y="3562"/>
                </a:lnTo>
                <a:lnTo>
                  <a:pt x="1876" y="3564"/>
                </a:lnTo>
                <a:lnTo>
                  <a:pt x="1878" y="3564"/>
                </a:lnTo>
                <a:lnTo>
                  <a:pt x="1878" y="3564"/>
                </a:lnTo>
                <a:lnTo>
                  <a:pt x="1880" y="3522"/>
                </a:lnTo>
                <a:lnTo>
                  <a:pt x="1876" y="3484"/>
                </a:lnTo>
                <a:lnTo>
                  <a:pt x="1870" y="3450"/>
                </a:lnTo>
                <a:lnTo>
                  <a:pt x="1860" y="3420"/>
                </a:lnTo>
                <a:lnTo>
                  <a:pt x="1846" y="3394"/>
                </a:lnTo>
                <a:lnTo>
                  <a:pt x="1830" y="3370"/>
                </a:lnTo>
                <a:lnTo>
                  <a:pt x="1812" y="3350"/>
                </a:lnTo>
                <a:lnTo>
                  <a:pt x="1792" y="3332"/>
                </a:lnTo>
                <a:lnTo>
                  <a:pt x="1772" y="3316"/>
                </a:lnTo>
                <a:lnTo>
                  <a:pt x="1750" y="3300"/>
                </a:lnTo>
                <a:lnTo>
                  <a:pt x="1706" y="3274"/>
                </a:lnTo>
                <a:lnTo>
                  <a:pt x="1664" y="3250"/>
                </a:lnTo>
                <a:lnTo>
                  <a:pt x="1644" y="3238"/>
                </a:lnTo>
                <a:lnTo>
                  <a:pt x="1628" y="3224"/>
                </a:lnTo>
                <a:lnTo>
                  <a:pt x="1628" y="3224"/>
                </a:lnTo>
                <a:lnTo>
                  <a:pt x="1622" y="3220"/>
                </a:lnTo>
                <a:lnTo>
                  <a:pt x="1620" y="3214"/>
                </a:lnTo>
                <a:lnTo>
                  <a:pt x="1616" y="3208"/>
                </a:lnTo>
                <a:lnTo>
                  <a:pt x="1616" y="3202"/>
                </a:lnTo>
                <a:lnTo>
                  <a:pt x="1618" y="3188"/>
                </a:lnTo>
                <a:lnTo>
                  <a:pt x="1622" y="3170"/>
                </a:lnTo>
                <a:lnTo>
                  <a:pt x="1632" y="3150"/>
                </a:lnTo>
                <a:lnTo>
                  <a:pt x="1644" y="3126"/>
                </a:lnTo>
                <a:lnTo>
                  <a:pt x="1674" y="3070"/>
                </a:lnTo>
                <a:lnTo>
                  <a:pt x="1710" y="3002"/>
                </a:lnTo>
                <a:lnTo>
                  <a:pt x="1730" y="2962"/>
                </a:lnTo>
                <a:lnTo>
                  <a:pt x="1748" y="2920"/>
                </a:lnTo>
                <a:lnTo>
                  <a:pt x="1766" y="2874"/>
                </a:lnTo>
                <a:lnTo>
                  <a:pt x="1784" y="2822"/>
                </a:lnTo>
                <a:lnTo>
                  <a:pt x="1800" y="2768"/>
                </a:lnTo>
                <a:lnTo>
                  <a:pt x="1814" y="2710"/>
                </a:lnTo>
                <a:lnTo>
                  <a:pt x="1814" y="2710"/>
                </a:lnTo>
                <a:lnTo>
                  <a:pt x="1844" y="2710"/>
                </a:lnTo>
                <a:lnTo>
                  <a:pt x="1876" y="2706"/>
                </a:lnTo>
                <a:lnTo>
                  <a:pt x="1892" y="2702"/>
                </a:lnTo>
                <a:lnTo>
                  <a:pt x="1908" y="2698"/>
                </a:lnTo>
                <a:lnTo>
                  <a:pt x="1924" y="2692"/>
                </a:lnTo>
                <a:lnTo>
                  <a:pt x="1942" y="2684"/>
                </a:lnTo>
                <a:lnTo>
                  <a:pt x="1942" y="2684"/>
                </a:lnTo>
                <a:lnTo>
                  <a:pt x="1826" y="2596"/>
                </a:lnTo>
                <a:lnTo>
                  <a:pt x="1720" y="2510"/>
                </a:lnTo>
                <a:lnTo>
                  <a:pt x="1672" y="2470"/>
                </a:lnTo>
                <a:lnTo>
                  <a:pt x="1626" y="2430"/>
                </a:lnTo>
                <a:lnTo>
                  <a:pt x="1586" y="2390"/>
                </a:lnTo>
                <a:lnTo>
                  <a:pt x="1550" y="2354"/>
                </a:lnTo>
                <a:lnTo>
                  <a:pt x="1550" y="2354"/>
                </a:lnTo>
                <a:lnTo>
                  <a:pt x="1522" y="2320"/>
                </a:lnTo>
                <a:lnTo>
                  <a:pt x="1496" y="2286"/>
                </a:lnTo>
                <a:lnTo>
                  <a:pt x="1474" y="2252"/>
                </a:lnTo>
                <a:lnTo>
                  <a:pt x="1456" y="2216"/>
                </a:lnTo>
                <a:lnTo>
                  <a:pt x="1440" y="2180"/>
                </a:lnTo>
                <a:lnTo>
                  <a:pt x="1426" y="2142"/>
                </a:lnTo>
                <a:lnTo>
                  <a:pt x="1416" y="2106"/>
                </a:lnTo>
                <a:lnTo>
                  <a:pt x="1406" y="2070"/>
                </a:lnTo>
                <a:lnTo>
                  <a:pt x="1400" y="2034"/>
                </a:lnTo>
                <a:lnTo>
                  <a:pt x="1396" y="1998"/>
                </a:lnTo>
                <a:lnTo>
                  <a:pt x="1394" y="1964"/>
                </a:lnTo>
                <a:lnTo>
                  <a:pt x="1394" y="1930"/>
                </a:lnTo>
                <a:lnTo>
                  <a:pt x="1394" y="1900"/>
                </a:lnTo>
                <a:lnTo>
                  <a:pt x="1398" y="1870"/>
                </a:lnTo>
                <a:lnTo>
                  <a:pt x="1402" y="1840"/>
                </a:lnTo>
                <a:lnTo>
                  <a:pt x="1408" y="1814"/>
                </a:lnTo>
                <a:lnTo>
                  <a:pt x="1408" y="1814"/>
                </a:lnTo>
                <a:lnTo>
                  <a:pt x="1414" y="1792"/>
                </a:lnTo>
                <a:lnTo>
                  <a:pt x="1422" y="1774"/>
                </a:lnTo>
                <a:lnTo>
                  <a:pt x="1432" y="1762"/>
                </a:lnTo>
                <a:lnTo>
                  <a:pt x="1442" y="1754"/>
                </a:lnTo>
                <a:lnTo>
                  <a:pt x="1452" y="1748"/>
                </a:lnTo>
                <a:lnTo>
                  <a:pt x="1460" y="1746"/>
                </a:lnTo>
                <a:lnTo>
                  <a:pt x="1470" y="1746"/>
                </a:lnTo>
                <a:lnTo>
                  <a:pt x="1478" y="1748"/>
                </a:lnTo>
                <a:lnTo>
                  <a:pt x="1478" y="1748"/>
                </a:lnTo>
                <a:lnTo>
                  <a:pt x="1476" y="1796"/>
                </a:lnTo>
                <a:lnTo>
                  <a:pt x="1476" y="1840"/>
                </a:lnTo>
                <a:lnTo>
                  <a:pt x="1478" y="1884"/>
                </a:lnTo>
                <a:lnTo>
                  <a:pt x="1480" y="1924"/>
                </a:lnTo>
                <a:lnTo>
                  <a:pt x="1486" y="1962"/>
                </a:lnTo>
                <a:lnTo>
                  <a:pt x="1494" y="2000"/>
                </a:lnTo>
                <a:lnTo>
                  <a:pt x="1504" y="2034"/>
                </a:lnTo>
                <a:lnTo>
                  <a:pt x="1516" y="2068"/>
                </a:lnTo>
                <a:lnTo>
                  <a:pt x="1530" y="2100"/>
                </a:lnTo>
                <a:lnTo>
                  <a:pt x="1546" y="2130"/>
                </a:lnTo>
                <a:lnTo>
                  <a:pt x="1562" y="2158"/>
                </a:lnTo>
                <a:lnTo>
                  <a:pt x="1580" y="2186"/>
                </a:lnTo>
                <a:lnTo>
                  <a:pt x="1600" y="2214"/>
                </a:lnTo>
                <a:lnTo>
                  <a:pt x="1622" y="2240"/>
                </a:lnTo>
                <a:lnTo>
                  <a:pt x="1644" y="2266"/>
                </a:lnTo>
                <a:lnTo>
                  <a:pt x="1668" y="2290"/>
                </a:lnTo>
                <a:lnTo>
                  <a:pt x="1720" y="2340"/>
                </a:lnTo>
                <a:lnTo>
                  <a:pt x="1778" y="2386"/>
                </a:lnTo>
                <a:lnTo>
                  <a:pt x="1838" y="2434"/>
                </a:lnTo>
                <a:lnTo>
                  <a:pt x="1902" y="2484"/>
                </a:lnTo>
                <a:lnTo>
                  <a:pt x="1968" y="2536"/>
                </a:lnTo>
                <a:lnTo>
                  <a:pt x="2038" y="2592"/>
                </a:lnTo>
                <a:lnTo>
                  <a:pt x="2110" y="2650"/>
                </a:lnTo>
                <a:lnTo>
                  <a:pt x="2182" y="2716"/>
                </a:lnTo>
                <a:lnTo>
                  <a:pt x="2182" y="2716"/>
                </a:lnTo>
                <a:lnTo>
                  <a:pt x="2190" y="2726"/>
                </a:lnTo>
                <a:lnTo>
                  <a:pt x="2198" y="2742"/>
                </a:lnTo>
                <a:lnTo>
                  <a:pt x="2206" y="2760"/>
                </a:lnTo>
                <a:lnTo>
                  <a:pt x="2214" y="2784"/>
                </a:lnTo>
                <a:lnTo>
                  <a:pt x="2232" y="2838"/>
                </a:lnTo>
                <a:lnTo>
                  <a:pt x="2250" y="2904"/>
                </a:lnTo>
                <a:lnTo>
                  <a:pt x="2286" y="3050"/>
                </a:lnTo>
                <a:lnTo>
                  <a:pt x="2320" y="3190"/>
                </a:lnTo>
                <a:lnTo>
                  <a:pt x="2320" y="3190"/>
                </a:lnTo>
                <a:lnTo>
                  <a:pt x="2330" y="3222"/>
                </a:lnTo>
                <a:lnTo>
                  <a:pt x="2336" y="3240"/>
                </a:lnTo>
                <a:lnTo>
                  <a:pt x="2346" y="3258"/>
                </a:lnTo>
                <a:lnTo>
                  <a:pt x="2356" y="3278"/>
                </a:lnTo>
                <a:lnTo>
                  <a:pt x="2370" y="3298"/>
                </a:lnTo>
                <a:lnTo>
                  <a:pt x="2386" y="3318"/>
                </a:lnTo>
                <a:lnTo>
                  <a:pt x="2406" y="3338"/>
                </a:lnTo>
                <a:lnTo>
                  <a:pt x="2428" y="3360"/>
                </a:lnTo>
                <a:lnTo>
                  <a:pt x="2454" y="3380"/>
                </a:lnTo>
                <a:lnTo>
                  <a:pt x="2486" y="3400"/>
                </a:lnTo>
                <a:lnTo>
                  <a:pt x="2522" y="3420"/>
                </a:lnTo>
                <a:lnTo>
                  <a:pt x="2562" y="3438"/>
                </a:lnTo>
                <a:lnTo>
                  <a:pt x="2608" y="3456"/>
                </a:lnTo>
                <a:lnTo>
                  <a:pt x="2660" y="3474"/>
                </a:lnTo>
                <a:lnTo>
                  <a:pt x="2718" y="3490"/>
                </a:lnTo>
                <a:lnTo>
                  <a:pt x="2718" y="3490"/>
                </a:lnTo>
                <a:lnTo>
                  <a:pt x="2746" y="3496"/>
                </a:lnTo>
                <a:lnTo>
                  <a:pt x="2774" y="3500"/>
                </a:lnTo>
                <a:lnTo>
                  <a:pt x="2802" y="3502"/>
                </a:lnTo>
                <a:lnTo>
                  <a:pt x="2830" y="3502"/>
                </a:lnTo>
                <a:lnTo>
                  <a:pt x="2858" y="3500"/>
                </a:lnTo>
                <a:lnTo>
                  <a:pt x="2884" y="3498"/>
                </a:lnTo>
                <a:lnTo>
                  <a:pt x="2936" y="3490"/>
                </a:lnTo>
                <a:lnTo>
                  <a:pt x="2984" y="3480"/>
                </a:lnTo>
                <a:lnTo>
                  <a:pt x="3028" y="3468"/>
                </a:lnTo>
                <a:lnTo>
                  <a:pt x="3070" y="3458"/>
                </a:lnTo>
                <a:lnTo>
                  <a:pt x="3106" y="3450"/>
                </a:lnTo>
                <a:lnTo>
                  <a:pt x="3106" y="3450"/>
                </a:lnTo>
                <a:lnTo>
                  <a:pt x="3136" y="3466"/>
                </a:lnTo>
                <a:lnTo>
                  <a:pt x="3160" y="3478"/>
                </a:lnTo>
                <a:lnTo>
                  <a:pt x="3182" y="3484"/>
                </a:lnTo>
                <a:lnTo>
                  <a:pt x="3198" y="3488"/>
                </a:lnTo>
                <a:lnTo>
                  <a:pt x="3210" y="3488"/>
                </a:lnTo>
                <a:lnTo>
                  <a:pt x="3220" y="3486"/>
                </a:lnTo>
                <a:lnTo>
                  <a:pt x="3226" y="3484"/>
                </a:lnTo>
                <a:lnTo>
                  <a:pt x="3226" y="3484"/>
                </a:lnTo>
                <a:lnTo>
                  <a:pt x="3226" y="3470"/>
                </a:lnTo>
                <a:lnTo>
                  <a:pt x="3226" y="3432"/>
                </a:lnTo>
                <a:lnTo>
                  <a:pt x="3224" y="3404"/>
                </a:lnTo>
                <a:lnTo>
                  <a:pt x="3220" y="3374"/>
                </a:lnTo>
                <a:lnTo>
                  <a:pt x="3214" y="3340"/>
                </a:lnTo>
                <a:lnTo>
                  <a:pt x="3206" y="3304"/>
                </a:lnTo>
                <a:lnTo>
                  <a:pt x="3196" y="3268"/>
                </a:lnTo>
                <a:lnTo>
                  <a:pt x="3182" y="3228"/>
                </a:lnTo>
                <a:lnTo>
                  <a:pt x="3166" y="3190"/>
                </a:lnTo>
                <a:lnTo>
                  <a:pt x="3144" y="3150"/>
                </a:lnTo>
                <a:lnTo>
                  <a:pt x="3120" y="3114"/>
                </a:lnTo>
                <a:lnTo>
                  <a:pt x="3104" y="3096"/>
                </a:lnTo>
                <a:lnTo>
                  <a:pt x="3088" y="3078"/>
                </a:lnTo>
                <a:lnTo>
                  <a:pt x="3072" y="3060"/>
                </a:lnTo>
                <a:lnTo>
                  <a:pt x="3054" y="3044"/>
                </a:lnTo>
                <a:lnTo>
                  <a:pt x="3034" y="3030"/>
                </a:lnTo>
                <a:lnTo>
                  <a:pt x="3012" y="3014"/>
                </a:lnTo>
                <a:lnTo>
                  <a:pt x="3012" y="3014"/>
                </a:lnTo>
                <a:lnTo>
                  <a:pt x="3000" y="3006"/>
                </a:lnTo>
                <a:lnTo>
                  <a:pt x="2988" y="2994"/>
                </a:lnTo>
                <a:lnTo>
                  <a:pt x="2976" y="2984"/>
                </a:lnTo>
                <a:lnTo>
                  <a:pt x="2966" y="2970"/>
                </a:lnTo>
                <a:lnTo>
                  <a:pt x="2958" y="2958"/>
                </a:lnTo>
                <a:lnTo>
                  <a:pt x="2950" y="2944"/>
                </a:lnTo>
                <a:lnTo>
                  <a:pt x="2936" y="2914"/>
                </a:lnTo>
                <a:lnTo>
                  <a:pt x="2926" y="2880"/>
                </a:lnTo>
                <a:lnTo>
                  <a:pt x="2916" y="2846"/>
                </a:lnTo>
                <a:lnTo>
                  <a:pt x="2910" y="2810"/>
                </a:lnTo>
                <a:lnTo>
                  <a:pt x="2906" y="2774"/>
                </a:lnTo>
                <a:lnTo>
                  <a:pt x="2898" y="2702"/>
                </a:lnTo>
                <a:lnTo>
                  <a:pt x="2890" y="2632"/>
                </a:lnTo>
                <a:lnTo>
                  <a:pt x="2884" y="2602"/>
                </a:lnTo>
                <a:lnTo>
                  <a:pt x="2876" y="2572"/>
                </a:lnTo>
                <a:lnTo>
                  <a:pt x="2866" y="2546"/>
                </a:lnTo>
                <a:lnTo>
                  <a:pt x="2854" y="2524"/>
                </a:lnTo>
                <a:lnTo>
                  <a:pt x="2854" y="2524"/>
                </a:lnTo>
                <a:lnTo>
                  <a:pt x="2804" y="2450"/>
                </a:lnTo>
                <a:lnTo>
                  <a:pt x="2756" y="2370"/>
                </a:lnTo>
                <a:lnTo>
                  <a:pt x="2708" y="2288"/>
                </a:lnTo>
                <a:lnTo>
                  <a:pt x="2664" y="2210"/>
                </a:lnTo>
                <a:lnTo>
                  <a:pt x="2596" y="2082"/>
                </a:lnTo>
                <a:lnTo>
                  <a:pt x="2570" y="2032"/>
                </a:lnTo>
                <a:lnTo>
                  <a:pt x="2570" y="2032"/>
                </a:lnTo>
                <a:lnTo>
                  <a:pt x="2596" y="2008"/>
                </a:lnTo>
                <a:lnTo>
                  <a:pt x="2616" y="1984"/>
                </a:lnTo>
                <a:lnTo>
                  <a:pt x="2636" y="1960"/>
                </a:lnTo>
                <a:lnTo>
                  <a:pt x="2650" y="1936"/>
                </a:lnTo>
                <a:lnTo>
                  <a:pt x="2662" y="1914"/>
                </a:lnTo>
                <a:lnTo>
                  <a:pt x="2672" y="1890"/>
                </a:lnTo>
                <a:lnTo>
                  <a:pt x="2680" y="1868"/>
                </a:lnTo>
                <a:lnTo>
                  <a:pt x="2686" y="1846"/>
                </a:lnTo>
                <a:lnTo>
                  <a:pt x="2692" y="1826"/>
                </a:lnTo>
                <a:lnTo>
                  <a:pt x="2694" y="1804"/>
                </a:lnTo>
                <a:lnTo>
                  <a:pt x="2698" y="1762"/>
                </a:lnTo>
                <a:lnTo>
                  <a:pt x="2700" y="1686"/>
                </a:lnTo>
                <a:lnTo>
                  <a:pt x="2700" y="1686"/>
                </a:lnTo>
                <a:lnTo>
                  <a:pt x="2702" y="1672"/>
                </a:lnTo>
                <a:lnTo>
                  <a:pt x="2704" y="1662"/>
                </a:lnTo>
                <a:lnTo>
                  <a:pt x="2708" y="1654"/>
                </a:lnTo>
                <a:lnTo>
                  <a:pt x="2712" y="1650"/>
                </a:lnTo>
                <a:lnTo>
                  <a:pt x="2716" y="1648"/>
                </a:lnTo>
                <a:lnTo>
                  <a:pt x="2722" y="1650"/>
                </a:lnTo>
                <a:lnTo>
                  <a:pt x="2728" y="1654"/>
                </a:lnTo>
                <a:lnTo>
                  <a:pt x="2734" y="1660"/>
                </a:lnTo>
                <a:lnTo>
                  <a:pt x="2746" y="1676"/>
                </a:lnTo>
                <a:lnTo>
                  <a:pt x="2758" y="1698"/>
                </a:lnTo>
                <a:lnTo>
                  <a:pt x="2768" y="1722"/>
                </a:lnTo>
                <a:lnTo>
                  <a:pt x="2776" y="1746"/>
                </a:lnTo>
                <a:lnTo>
                  <a:pt x="2776" y="1746"/>
                </a:lnTo>
                <a:lnTo>
                  <a:pt x="2780" y="1770"/>
                </a:lnTo>
                <a:lnTo>
                  <a:pt x="2784" y="1792"/>
                </a:lnTo>
                <a:lnTo>
                  <a:pt x="2786" y="1816"/>
                </a:lnTo>
                <a:lnTo>
                  <a:pt x="2786" y="1838"/>
                </a:lnTo>
                <a:lnTo>
                  <a:pt x="2786" y="1862"/>
                </a:lnTo>
                <a:lnTo>
                  <a:pt x="2784" y="1884"/>
                </a:lnTo>
                <a:lnTo>
                  <a:pt x="2776" y="1926"/>
                </a:lnTo>
                <a:lnTo>
                  <a:pt x="2764" y="1968"/>
                </a:lnTo>
                <a:lnTo>
                  <a:pt x="2748" y="2006"/>
                </a:lnTo>
                <a:lnTo>
                  <a:pt x="2732" y="2042"/>
                </a:lnTo>
                <a:lnTo>
                  <a:pt x="2714" y="2074"/>
                </a:lnTo>
                <a:lnTo>
                  <a:pt x="2714" y="2074"/>
                </a:lnTo>
                <a:lnTo>
                  <a:pt x="2748" y="2086"/>
                </a:lnTo>
                <a:lnTo>
                  <a:pt x="2822" y="2106"/>
                </a:lnTo>
                <a:lnTo>
                  <a:pt x="3034" y="2166"/>
                </a:lnTo>
                <a:lnTo>
                  <a:pt x="3240" y="2226"/>
                </a:lnTo>
                <a:lnTo>
                  <a:pt x="3308" y="2246"/>
                </a:lnTo>
                <a:lnTo>
                  <a:pt x="3334" y="2256"/>
                </a:lnTo>
                <a:lnTo>
                  <a:pt x="3334" y="2256"/>
                </a:lnTo>
                <a:lnTo>
                  <a:pt x="3330" y="2260"/>
                </a:lnTo>
                <a:lnTo>
                  <a:pt x="3324" y="2266"/>
                </a:lnTo>
                <a:lnTo>
                  <a:pt x="3298" y="2280"/>
                </a:lnTo>
                <a:lnTo>
                  <a:pt x="3262" y="2302"/>
                </a:lnTo>
                <a:lnTo>
                  <a:pt x="3244" y="2316"/>
                </a:lnTo>
                <a:lnTo>
                  <a:pt x="3224" y="2334"/>
                </a:lnTo>
                <a:lnTo>
                  <a:pt x="3224" y="2334"/>
                </a:lnTo>
                <a:lnTo>
                  <a:pt x="3198" y="2338"/>
                </a:lnTo>
                <a:lnTo>
                  <a:pt x="3176" y="2344"/>
                </a:lnTo>
                <a:lnTo>
                  <a:pt x="3154" y="2354"/>
                </a:lnTo>
                <a:lnTo>
                  <a:pt x="3134" y="2366"/>
                </a:lnTo>
                <a:lnTo>
                  <a:pt x="3118" y="2378"/>
                </a:lnTo>
                <a:lnTo>
                  <a:pt x="3106" y="2388"/>
                </a:lnTo>
                <a:lnTo>
                  <a:pt x="3098" y="2396"/>
                </a:lnTo>
                <a:lnTo>
                  <a:pt x="3094" y="2400"/>
                </a:lnTo>
                <a:lnTo>
                  <a:pt x="3094" y="2400"/>
                </a:lnTo>
                <a:lnTo>
                  <a:pt x="3098" y="2408"/>
                </a:lnTo>
                <a:lnTo>
                  <a:pt x="3106" y="2418"/>
                </a:lnTo>
                <a:lnTo>
                  <a:pt x="3144" y="2456"/>
                </a:lnTo>
                <a:lnTo>
                  <a:pt x="3144" y="2456"/>
                </a:lnTo>
                <a:lnTo>
                  <a:pt x="3134" y="2478"/>
                </a:lnTo>
                <a:lnTo>
                  <a:pt x="3124" y="2498"/>
                </a:lnTo>
                <a:lnTo>
                  <a:pt x="3116" y="2518"/>
                </a:lnTo>
                <a:lnTo>
                  <a:pt x="3108" y="2538"/>
                </a:lnTo>
                <a:lnTo>
                  <a:pt x="3104" y="2558"/>
                </a:lnTo>
                <a:lnTo>
                  <a:pt x="3100" y="2578"/>
                </a:lnTo>
                <a:lnTo>
                  <a:pt x="3096" y="2614"/>
                </a:lnTo>
                <a:lnTo>
                  <a:pt x="3098" y="2648"/>
                </a:lnTo>
                <a:lnTo>
                  <a:pt x="3102" y="2680"/>
                </a:lnTo>
                <a:lnTo>
                  <a:pt x="3110" y="2710"/>
                </a:lnTo>
                <a:lnTo>
                  <a:pt x="3120" y="2736"/>
                </a:lnTo>
                <a:lnTo>
                  <a:pt x="3132" y="2762"/>
                </a:lnTo>
                <a:lnTo>
                  <a:pt x="3144" y="2782"/>
                </a:lnTo>
                <a:lnTo>
                  <a:pt x="3156" y="2802"/>
                </a:lnTo>
                <a:lnTo>
                  <a:pt x="3168" y="2818"/>
                </a:lnTo>
                <a:lnTo>
                  <a:pt x="3188" y="2838"/>
                </a:lnTo>
                <a:lnTo>
                  <a:pt x="3196" y="2846"/>
                </a:lnTo>
                <a:lnTo>
                  <a:pt x="3196" y="2846"/>
                </a:lnTo>
                <a:lnTo>
                  <a:pt x="3208" y="2852"/>
                </a:lnTo>
                <a:lnTo>
                  <a:pt x="3222" y="2856"/>
                </a:lnTo>
                <a:lnTo>
                  <a:pt x="3252" y="2862"/>
                </a:lnTo>
                <a:lnTo>
                  <a:pt x="3286" y="2864"/>
                </a:lnTo>
                <a:lnTo>
                  <a:pt x="3324" y="2864"/>
                </a:lnTo>
                <a:lnTo>
                  <a:pt x="3364" y="2858"/>
                </a:lnTo>
                <a:lnTo>
                  <a:pt x="3406" y="2850"/>
                </a:lnTo>
                <a:lnTo>
                  <a:pt x="3452" y="2838"/>
                </a:lnTo>
                <a:lnTo>
                  <a:pt x="3498" y="2824"/>
                </a:lnTo>
                <a:lnTo>
                  <a:pt x="3546" y="2806"/>
                </a:lnTo>
                <a:lnTo>
                  <a:pt x="3596" y="2784"/>
                </a:lnTo>
                <a:lnTo>
                  <a:pt x="3646" y="2760"/>
                </a:lnTo>
                <a:lnTo>
                  <a:pt x="3694" y="2734"/>
                </a:lnTo>
                <a:lnTo>
                  <a:pt x="3744" y="2706"/>
                </a:lnTo>
                <a:lnTo>
                  <a:pt x="3790" y="2674"/>
                </a:lnTo>
                <a:lnTo>
                  <a:pt x="3838" y="2640"/>
                </a:lnTo>
                <a:lnTo>
                  <a:pt x="3882" y="2604"/>
                </a:lnTo>
                <a:lnTo>
                  <a:pt x="3882" y="2604"/>
                </a:lnTo>
                <a:lnTo>
                  <a:pt x="3896" y="2592"/>
                </a:lnTo>
                <a:lnTo>
                  <a:pt x="3910" y="2578"/>
                </a:lnTo>
                <a:lnTo>
                  <a:pt x="3922" y="2564"/>
                </a:lnTo>
                <a:lnTo>
                  <a:pt x="3932" y="2548"/>
                </a:lnTo>
                <a:lnTo>
                  <a:pt x="3942" y="2532"/>
                </a:lnTo>
                <a:lnTo>
                  <a:pt x="3950" y="2516"/>
                </a:lnTo>
                <a:lnTo>
                  <a:pt x="3962" y="2482"/>
                </a:lnTo>
                <a:lnTo>
                  <a:pt x="3972" y="2446"/>
                </a:lnTo>
                <a:lnTo>
                  <a:pt x="3978" y="2410"/>
                </a:lnTo>
                <a:lnTo>
                  <a:pt x="3980" y="2372"/>
                </a:lnTo>
                <a:lnTo>
                  <a:pt x="3980" y="2334"/>
                </a:lnTo>
                <a:lnTo>
                  <a:pt x="3976" y="2298"/>
                </a:lnTo>
                <a:lnTo>
                  <a:pt x="3970" y="2260"/>
                </a:lnTo>
                <a:lnTo>
                  <a:pt x="3962" y="2226"/>
                </a:lnTo>
                <a:lnTo>
                  <a:pt x="3952" y="2192"/>
                </a:lnTo>
                <a:lnTo>
                  <a:pt x="3940" y="2162"/>
                </a:lnTo>
                <a:lnTo>
                  <a:pt x="3928" y="2134"/>
                </a:lnTo>
                <a:lnTo>
                  <a:pt x="3912" y="2110"/>
                </a:lnTo>
                <a:lnTo>
                  <a:pt x="3898" y="2090"/>
                </a:lnTo>
                <a:lnTo>
                  <a:pt x="3898" y="2090"/>
                </a:lnTo>
                <a:lnTo>
                  <a:pt x="3894" y="2080"/>
                </a:lnTo>
                <a:lnTo>
                  <a:pt x="3884" y="2068"/>
                </a:lnTo>
                <a:lnTo>
                  <a:pt x="3874" y="2054"/>
                </a:lnTo>
                <a:lnTo>
                  <a:pt x="3860" y="2040"/>
                </a:lnTo>
                <a:lnTo>
                  <a:pt x="3824" y="2008"/>
                </a:lnTo>
                <a:lnTo>
                  <a:pt x="3778" y="1970"/>
                </a:lnTo>
                <a:lnTo>
                  <a:pt x="3726" y="1932"/>
                </a:lnTo>
                <a:lnTo>
                  <a:pt x="3668" y="1888"/>
                </a:lnTo>
                <a:lnTo>
                  <a:pt x="3540" y="1800"/>
                </a:lnTo>
                <a:lnTo>
                  <a:pt x="3406" y="1714"/>
                </a:lnTo>
                <a:lnTo>
                  <a:pt x="3278" y="1632"/>
                </a:lnTo>
                <a:lnTo>
                  <a:pt x="3096" y="1520"/>
                </a:lnTo>
                <a:lnTo>
                  <a:pt x="3096" y="1520"/>
                </a:lnTo>
                <a:lnTo>
                  <a:pt x="3112" y="1510"/>
                </a:lnTo>
                <a:lnTo>
                  <a:pt x="3130" y="1502"/>
                </a:lnTo>
                <a:lnTo>
                  <a:pt x="3146" y="1494"/>
                </a:lnTo>
                <a:lnTo>
                  <a:pt x="3164" y="1488"/>
                </a:lnTo>
                <a:lnTo>
                  <a:pt x="3182" y="1484"/>
                </a:lnTo>
                <a:lnTo>
                  <a:pt x="3202" y="1480"/>
                </a:lnTo>
                <a:lnTo>
                  <a:pt x="3220" y="1478"/>
                </a:lnTo>
                <a:lnTo>
                  <a:pt x="3242" y="1478"/>
                </a:lnTo>
                <a:lnTo>
                  <a:pt x="3262" y="1480"/>
                </a:lnTo>
                <a:lnTo>
                  <a:pt x="3284" y="1484"/>
                </a:lnTo>
                <a:lnTo>
                  <a:pt x="3306" y="1488"/>
                </a:lnTo>
                <a:lnTo>
                  <a:pt x="3330" y="1496"/>
                </a:lnTo>
                <a:lnTo>
                  <a:pt x="3354" y="1504"/>
                </a:lnTo>
                <a:lnTo>
                  <a:pt x="3380" y="1514"/>
                </a:lnTo>
                <a:lnTo>
                  <a:pt x="3406" y="1528"/>
                </a:lnTo>
                <a:lnTo>
                  <a:pt x="3432" y="1542"/>
                </a:lnTo>
                <a:lnTo>
                  <a:pt x="3432" y="1542"/>
                </a:lnTo>
                <a:lnTo>
                  <a:pt x="3446" y="1552"/>
                </a:lnTo>
                <a:lnTo>
                  <a:pt x="3460" y="1562"/>
                </a:lnTo>
                <a:lnTo>
                  <a:pt x="3488" y="1592"/>
                </a:lnTo>
                <a:lnTo>
                  <a:pt x="3516" y="1624"/>
                </a:lnTo>
                <a:lnTo>
                  <a:pt x="3542" y="1660"/>
                </a:lnTo>
                <a:lnTo>
                  <a:pt x="3582" y="1720"/>
                </a:lnTo>
                <a:lnTo>
                  <a:pt x="3598" y="1746"/>
                </a:lnTo>
                <a:lnTo>
                  <a:pt x="3598" y="1746"/>
                </a:lnTo>
                <a:lnTo>
                  <a:pt x="3644" y="1756"/>
                </a:lnTo>
                <a:lnTo>
                  <a:pt x="3686" y="1760"/>
                </a:lnTo>
                <a:lnTo>
                  <a:pt x="3726" y="1762"/>
                </a:lnTo>
                <a:lnTo>
                  <a:pt x="3760" y="1758"/>
                </a:lnTo>
                <a:lnTo>
                  <a:pt x="3792" y="1752"/>
                </a:lnTo>
                <a:lnTo>
                  <a:pt x="3820" y="1742"/>
                </a:lnTo>
                <a:lnTo>
                  <a:pt x="3846" y="1732"/>
                </a:lnTo>
                <a:lnTo>
                  <a:pt x="3868" y="1720"/>
                </a:lnTo>
                <a:lnTo>
                  <a:pt x="3886" y="1708"/>
                </a:lnTo>
                <a:lnTo>
                  <a:pt x="3904" y="1694"/>
                </a:lnTo>
                <a:lnTo>
                  <a:pt x="3916" y="1682"/>
                </a:lnTo>
                <a:lnTo>
                  <a:pt x="3928" y="1670"/>
                </a:lnTo>
                <a:lnTo>
                  <a:pt x="3940" y="1652"/>
                </a:lnTo>
                <a:lnTo>
                  <a:pt x="3946" y="1646"/>
                </a:lnTo>
                <a:lnTo>
                  <a:pt x="3946" y="1646"/>
                </a:lnTo>
                <a:lnTo>
                  <a:pt x="3954" y="1642"/>
                </a:lnTo>
                <a:lnTo>
                  <a:pt x="3978" y="1632"/>
                </a:lnTo>
                <a:lnTo>
                  <a:pt x="4012" y="1616"/>
                </a:lnTo>
                <a:lnTo>
                  <a:pt x="4030" y="1604"/>
                </a:lnTo>
                <a:lnTo>
                  <a:pt x="4050" y="1592"/>
                </a:lnTo>
                <a:lnTo>
                  <a:pt x="4068" y="1578"/>
                </a:lnTo>
                <a:lnTo>
                  <a:pt x="4088" y="1560"/>
                </a:lnTo>
                <a:lnTo>
                  <a:pt x="4106" y="1542"/>
                </a:lnTo>
                <a:lnTo>
                  <a:pt x="4122" y="1520"/>
                </a:lnTo>
                <a:lnTo>
                  <a:pt x="4136" y="1498"/>
                </a:lnTo>
                <a:lnTo>
                  <a:pt x="4146" y="1474"/>
                </a:lnTo>
                <a:lnTo>
                  <a:pt x="4154" y="1446"/>
                </a:lnTo>
                <a:lnTo>
                  <a:pt x="4156" y="1418"/>
                </a:lnTo>
                <a:lnTo>
                  <a:pt x="4156" y="1418"/>
                </a:lnTo>
                <a:lnTo>
                  <a:pt x="4160" y="1416"/>
                </a:lnTo>
                <a:lnTo>
                  <a:pt x="4162" y="1412"/>
                </a:lnTo>
                <a:lnTo>
                  <a:pt x="4164" y="1406"/>
                </a:lnTo>
                <a:lnTo>
                  <a:pt x="4164" y="1398"/>
                </a:lnTo>
                <a:lnTo>
                  <a:pt x="4164" y="1388"/>
                </a:lnTo>
                <a:lnTo>
                  <a:pt x="4162" y="1372"/>
                </a:lnTo>
                <a:lnTo>
                  <a:pt x="4158" y="1354"/>
                </a:lnTo>
                <a:lnTo>
                  <a:pt x="4150" y="1332"/>
                </a:lnTo>
                <a:lnTo>
                  <a:pt x="4138" y="1302"/>
                </a:lnTo>
                <a:lnTo>
                  <a:pt x="4122" y="1270"/>
                </a:lnTo>
                <a:lnTo>
                  <a:pt x="4100" y="1230"/>
                </a:lnTo>
                <a:lnTo>
                  <a:pt x="4074" y="1184"/>
                </a:lnTo>
                <a:lnTo>
                  <a:pt x="4040" y="1130"/>
                </a:lnTo>
                <a:lnTo>
                  <a:pt x="4002" y="1070"/>
                </a:lnTo>
                <a:lnTo>
                  <a:pt x="3954" y="1002"/>
                </a:lnTo>
                <a:lnTo>
                  <a:pt x="3954" y="1002"/>
                </a:lnTo>
                <a:close/>
                <a:moveTo>
                  <a:pt x="3110" y="646"/>
                </a:moveTo>
                <a:lnTo>
                  <a:pt x="3110" y="646"/>
                </a:lnTo>
                <a:lnTo>
                  <a:pt x="3104" y="650"/>
                </a:lnTo>
                <a:lnTo>
                  <a:pt x="3098" y="650"/>
                </a:lnTo>
                <a:lnTo>
                  <a:pt x="3094" y="648"/>
                </a:lnTo>
                <a:lnTo>
                  <a:pt x="3090" y="644"/>
                </a:lnTo>
                <a:lnTo>
                  <a:pt x="3086" y="638"/>
                </a:lnTo>
                <a:lnTo>
                  <a:pt x="3086" y="628"/>
                </a:lnTo>
                <a:lnTo>
                  <a:pt x="3084" y="618"/>
                </a:lnTo>
                <a:lnTo>
                  <a:pt x="3086" y="608"/>
                </a:lnTo>
                <a:lnTo>
                  <a:pt x="3088" y="594"/>
                </a:lnTo>
                <a:lnTo>
                  <a:pt x="3094" y="582"/>
                </a:lnTo>
                <a:lnTo>
                  <a:pt x="3100" y="568"/>
                </a:lnTo>
                <a:lnTo>
                  <a:pt x="3110" y="552"/>
                </a:lnTo>
                <a:lnTo>
                  <a:pt x="3120" y="538"/>
                </a:lnTo>
                <a:lnTo>
                  <a:pt x="3134" y="524"/>
                </a:lnTo>
                <a:lnTo>
                  <a:pt x="3150" y="512"/>
                </a:lnTo>
                <a:lnTo>
                  <a:pt x="3170" y="500"/>
                </a:lnTo>
                <a:lnTo>
                  <a:pt x="3170" y="500"/>
                </a:lnTo>
                <a:lnTo>
                  <a:pt x="3134" y="470"/>
                </a:lnTo>
                <a:lnTo>
                  <a:pt x="3108" y="444"/>
                </a:lnTo>
                <a:lnTo>
                  <a:pt x="3088" y="420"/>
                </a:lnTo>
                <a:lnTo>
                  <a:pt x="3080" y="408"/>
                </a:lnTo>
                <a:lnTo>
                  <a:pt x="3076" y="396"/>
                </a:lnTo>
                <a:lnTo>
                  <a:pt x="3072" y="386"/>
                </a:lnTo>
                <a:lnTo>
                  <a:pt x="3068" y="376"/>
                </a:lnTo>
                <a:lnTo>
                  <a:pt x="3068" y="366"/>
                </a:lnTo>
                <a:lnTo>
                  <a:pt x="3068" y="356"/>
                </a:lnTo>
                <a:lnTo>
                  <a:pt x="3070" y="338"/>
                </a:lnTo>
                <a:lnTo>
                  <a:pt x="3078" y="322"/>
                </a:lnTo>
                <a:lnTo>
                  <a:pt x="3088" y="310"/>
                </a:lnTo>
                <a:lnTo>
                  <a:pt x="3100" y="298"/>
                </a:lnTo>
                <a:lnTo>
                  <a:pt x="3114" y="288"/>
                </a:lnTo>
                <a:lnTo>
                  <a:pt x="3128" y="282"/>
                </a:lnTo>
                <a:lnTo>
                  <a:pt x="3142" y="278"/>
                </a:lnTo>
                <a:lnTo>
                  <a:pt x="3154" y="274"/>
                </a:lnTo>
                <a:lnTo>
                  <a:pt x="3166" y="274"/>
                </a:lnTo>
                <a:lnTo>
                  <a:pt x="3176" y="276"/>
                </a:lnTo>
                <a:lnTo>
                  <a:pt x="3176" y="276"/>
                </a:lnTo>
                <a:lnTo>
                  <a:pt x="3212" y="294"/>
                </a:lnTo>
                <a:lnTo>
                  <a:pt x="3242" y="314"/>
                </a:lnTo>
                <a:lnTo>
                  <a:pt x="3270" y="334"/>
                </a:lnTo>
                <a:lnTo>
                  <a:pt x="3294" y="356"/>
                </a:lnTo>
                <a:lnTo>
                  <a:pt x="3314" y="378"/>
                </a:lnTo>
                <a:lnTo>
                  <a:pt x="3332" y="398"/>
                </a:lnTo>
                <a:lnTo>
                  <a:pt x="3346" y="420"/>
                </a:lnTo>
                <a:lnTo>
                  <a:pt x="3358" y="440"/>
                </a:lnTo>
                <a:lnTo>
                  <a:pt x="3368" y="460"/>
                </a:lnTo>
                <a:lnTo>
                  <a:pt x="3376" y="478"/>
                </a:lnTo>
                <a:lnTo>
                  <a:pt x="3384" y="508"/>
                </a:lnTo>
                <a:lnTo>
                  <a:pt x="3388" y="528"/>
                </a:lnTo>
                <a:lnTo>
                  <a:pt x="3390" y="536"/>
                </a:lnTo>
                <a:lnTo>
                  <a:pt x="3390" y="536"/>
                </a:lnTo>
                <a:lnTo>
                  <a:pt x="3362" y="538"/>
                </a:lnTo>
                <a:lnTo>
                  <a:pt x="3330" y="544"/>
                </a:lnTo>
                <a:lnTo>
                  <a:pt x="3292" y="554"/>
                </a:lnTo>
                <a:lnTo>
                  <a:pt x="3248" y="568"/>
                </a:lnTo>
                <a:lnTo>
                  <a:pt x="3224" y="576"/>
                </a:lnTo>
                <a:lnTo>
                  <a:pt x="3200" y="588"/>
                </a:lnTo>
                <a:lnTo>
                  <a:pt x="3176" y="600"/>
                </a:lnTo>
                <a:lnTo>
                  <a:pt x="3154" y="612"/>
                </a:lnTo>
                <a:lnTo>
                  <a:pt x="3132" y="628"/>
                </a:lnTo>
                <a:lnTo>
                  <a:pt x="3110" y="646"/>
                </a:lnTo>
                <a:lnTo>
                  <a:pt x="3110" y="646"/>
                </a:lnTo>
                <a:close/>
                <a:moveTo>
                  <a:pt x="3430" y="960"/>
                </a:moveTo>
                <a:lnTo>
                  <a:pt x="3430" y="960"/>
                </a:lnTo>
                <a:lnTo>
                  <a:pt x="3420" y="948"/>
                </a:lnTo>
                <a:lnTo>
                  <a:pt x="3410" y="938"/>
                </a:lnTo>
                <a:lnTo>
                  <a:pt x="3402" y="926"/>
                </a:lnTo>
                <a:lnTo>
                  <a:pt x="3396" y="914"/>
                </a:lnTo>
                <a:lnTo>
                  <a:pt x="3390" y="902"/>
                </a:lnTo>
                <a:lnTo>
                  <a:pt x="3386" y="888"/>
                </a:lnTo>
                <a:lnTo>
                  <a:pt x="3384" y="876"/>
                </a:lnTo>
                <a:lnTo>
                  <a:pt x="3382" y="862"/>
                </a:lnTo>
                <a:lnTo>
                  <a:pt x="3382" y="848"/>
                </a:lnTo>
                <a:lnTo>
                  <a:pt x="3384" y="834"/>
                </a:lnTo>
                <a:lnTo>
                  <a:pt x="3386" y="822"/>
                </a:lnTo>
                <a:lnTo>
                  <a:pt x="3390" y="808"/>
                </a:lnTo>
                <a:lnTo>
                  <a:pt x="3394" y="794"/>
                </a:lnTo>
                <a:lnTo>
                  <a:pt x="3400" y="782"/>
                </a:lnTo>
                <a:lnTo>
                  <a:pt x="3408" y="770"/>
                </a:lnTo>
                <a:lnTo>
                  <a:pt x="3418" y="758"/>
                </a:lnTo>
                <a:lnTo>
                  <a:pt x="3630" y="946"/>
                </a:lnTo>
                <a:lnTo>
                  <a:pt x="3630" y="946"/>
                </a:lnTo>
                <a:lnTo>
                  <a:pt x="3620" y="956"/>
                </a:lnTo>
                <a:lnTo>
                  <a:pt x="3610" y="966"/>
                </a:lnTo>
                <a:lnTo>
                  <a:pt x="3598" y="974"/>
                </a:lnTo>
                <a:lnTo>
                  <a:pt x="3586" y="980"/>
                </a:lnTo>
                <a:lnTo>
                  <a:pt x="3574" y="986"/>
                </a:lnTo>
                <a:lnTo>
                  <a:pt x="3560" y="990"/>
                </a:lnTo>
                <a:lnTo>
                  <a:pt x="3546" y="992"/>
                </a:lnTo>
                <a:lnTo>
                  <a:pt x="3534" y="994"/>
                </a:lnTo>
                <a:lnTo>
                  <a:pt x="3520" y="994"/>
                </a:lnTo>
                <a:lnTo>
                  <a:pt x="3506" y="994"/>
                </a:lnTo>
                <a:lnTo>
                  <a:pt x="3492" y="990"/>
                </a:lnTo>
                <a:lnTo>
                  <a:pt x="3480" y="988"/>
                </a:lnTo>
                <a:lnTo>
                  <a:pt x="3466" y="982"/>
                </a:lnTo>
                <a:lnTo>
                  <a:pt x="3454" y="976"/>
                </a:lnTo>
                <a:lnTo>
                  <a:pt x="3442" y="968"/>
                </a:lnTo>
                <a:lnTo>
                  <a:pt x="3430" y="960"/>
                </a:lnTo>
                <a:lnTo>
                  <a:pt x="3430" y="960"/>
                </a:lnTo>
                <a:close/>
                <a:moveTo>
                  <a:pt x="4042" y="1356"/>
                </a:moveTo>
                <a:lnTo>
                  <a:pt x="4042" y="1356"/>
                </a:lnTo>
                <a:lnTo>
                  <a:pt x="4026" y="1350"/>
                </a:lnTo>
                <a:lnTo>
                  <a:pt x="4010" y="1346"/>
                </a:lnTo>
                <a:lnTo>
                  <a:pt x="3994" y="1344"/>
                </a:lnTo>
                <a:lnTo>
                  <a:pt x="3980" y="1344"/>
                </a:lnTo>
                <a:lnTo>
                  <a:pt x="3964" y="1346"/>
                </a:lnTo>
                <a:lnTo>
                  <a:pt x="3950" y="1350"/>
                </a:lnTo>
                <a:lnTo>
                  <a:pt x="3938" y="1356"/>
                </a:lnTo>
                <a:lnTo>
                  <a:pt x="3928" y="1362"/>
                </a:lnTo>
                <a:lnTo>
                  <a:pt x="3928" y="1362"/>
                </a:lnTo>
                <a:lnTo>
                  <a:pt x="3920" y="1370"/>
                </a:lnTo>
                <a:lnTo>
                  <a:pt x="3912" y="1380"/>
                </a:lnTo>
                <a:lnTo>
                  <a:pt x="3906" y="1394"/>
                </a:lnTo>
                <a:lnTo>
                  <a:pt x="3902" y="1412"/>
                </a:lnTo>
                <a:lnTo>
                  <a:pt x="3894" y="1450"/>
                </a:lnTo>
                <a:lnTo>
                  <a:pt x="3890" y="1494"/>
                </a:lnTo>
                <a:lnTo>
                  <a:pt x="3888" y="1536"/>
                </a:lnTo>
                <a:lnTo>
                  <a:pt x="3886" y="1572"/>
                </a:lnTo>
                <a:lnTo>
                  <a:pt x="3886" y="1606"/>
                </a:lnTo>
                <a:lnTo>
                  <a:pt x="3886" y="1606"/>
                </a:lnTo>
                <a:lnTo>
                  <a:pt x="3868" y="1620"/>
                </a:lnTo>
                <a:lnTo>
                  <a:pt x="3846" y="1636"/>
                </a:lnTo>
                <a:lnTo>
                  <a:pt x="3818" y="1650"/>
                </a:lnTo>
                <a:lnTo>
                  <a:pt x="3802" y="1658"/>
                </a:lnTo>
                <a:lnTo>
                  <a:pt x="3784" y="1664"/>
                </a:lnTo>
                <a:lnTo>
                  <a:pt x="3766" y="1668"/>
                </a:lnTo>
                <a:lnTo>
                  <a:pt x="3748" y="1670"/>
                </a:lnTo>
                <a:lnTo>
                  <a:pt x="3728" y="1672"/>
                </a:lnTo>
                <a:lnTo>
                  <a:pt x="3710" y="1670"/>
                </a:lnTo>
                <a:lnTo>
                  <a:pt x="3690" y="1664"/>
                </a:lnTo>
                <a:lnTo>
                  <a:pt x="3670" y="1656"/>
                </a:lnTo>
                <a:lnTo>
                  <a:pt x="3670" y="1656"/>
                </a:lnTo>
                <a:lnTo>
                  <a:pt x="3654" y="1646"/>
                </a:lnTo>
                <a:lnTo>
                  <a:pt x="3638" y="1636"/>
                </a:lnTo>
                <a:lnTo>
                  <a:pt x="3610" y="1614"/>
                </a:lnTo>
                <a:lnTo>
                  <a:pt x="3586" y="1588"/>
                </a:lnTo>
                <a:lnTo>
                  <a:pt x="3568" y="1562"/>
                </a:lnTo>
                <a:lnTo>
                  <a:pt x="3552" y="1536"/>
                </a:lnTo>
                <a:lnTo>
                  <a:pt x="3540" y="1512"/>
                </a:lnTo>
                <a:lnTo>
                  <a:pt x="3534" y="1492"/>
                </a:lnTo>
                <a:lnTo>
                  <a:pt x="3532" y="1474"/>
                </a:lnTo>
                <a:lnTo>
                  <a:pt x="3532" y="1474"/>
                </a:lnTo>
                <a:lnTo>
                  <a:pt x="3532" y="1450"/>
                </a:lnTo>
                <a:lnTo>
                  <a:pt x="3534" y="1424"/>
                </a:lnTo>
                <a:lnTo>
                  <a:pt x="3538" y="1396"/>
                </a:lnTo>
                <a:lnTo>
                  <a:pt x="3544" y="1364"/>
                </a:lnTo>
                <a:lnTo>
                  <a:pt x="3554" y="1332"/>
                </a:lnTo>
                <a:lnTo>
                  <a:pt x="3564" y="1296"/>
                </a:lnTo>
                <a:lnTo>
                  <a:pt x="3580" y="1258"/>
                </a:lnTo>
                <a:lnTo>
                  <a:pt x="3598" y="1218"/>
                </a:lnTo>
                <a:lnTo>
                  <a:pt x="3598" y="1218"/>
                </a:lnTo>
                <a:lnTo>
                  <a:pt x="3622" y="1174"/>
                </a:lnTo>
                <a:lnTo>
                  <a:pt x="3646" y="1138"/>
                </a:lnTo>
                <a:lnTo>
                  <a:pt x="3668" y="1108"/>
                </a:lnTo>
                <a:lnTo>
                  <a:pt x="3692" y="1084"/>
                </a:lnTo>
                <a:lnTo>
                  <a:pt x="3712" y="1066"/>
                </a:lnTo>
                <a:lnTo>
                  <a:pt x="3734" y="1052"/>
                </a:lnTo>
                <a:lnTo>
                  <a:pt x="3754" y="1042"/>
                </a:lnTo>
                <a:lnTo>
                  <a:pt x="3772" y="1038"/>
                </a:lnTo>
                <a:lnTo>
                  <a:pt x="3788" y="1034"/>
                </a:lnTo>
                <a:lnTo>
                  <a:pt x="3804" y="1034"/>
                </a:lnTo>
                <a:lnTo>
                  <a:pt x="3818" y="1034"/>
                </a:lnTo>
                <a:lnTo>
                  <a:pt x="3828" y="1036"/>
                </a:lnTo>
                <a:lnTo>
                  <a:pt x="3844" y="1042"/>
                </a:lnTo>
                <a:lnTo>
                  <a:pt x="3850" y="1046"/>
                </a:lnTo>
                <a:lnTo>
                  <a:pt x="3850" y="1046"/>
                </a:lnTo>
                <a:lnTo>
                  <a:pt x="3860" y="1046"/>
                </a:lnTo>
                <a:lnTo>
                  <a:pt x="3870" y="1050"/>
                </a:lnTo>
                <a:lnTo>
                  <a:pt x="3880" y="1056"/>
                </a:lnTo>
                <a:lnTo>
                  <a:pt x="3892" y="1064"/>
                </a:lnTo>
                <a:lnTo>
                  <a:pt x="3914" y="1086"/>
                </a:lnTo>
                <a:lnTo>
                  <a:pt x="3940" y="1116"/>
                </a:lnTo>
                <a:lnTo>
                  <a:pt x="3966" y="1154"/>
                </a:lnTo>
                <a:lnTo>
                  <a:pt x="3994" y="1198"/>
                </a:lnTo>
                <a:lnTo>
                  <a:pt x="4024" y="1250"/>
                </a:lnTo>
                <a:lnTo>
                  <a:pt x="4056" y="1308"/>
                </a:lnTo>
                <a:lnTo>
                  <a:pt x="4056" y="1308"/>
                </a:lnTo>
                <a:lnTo>
                  <a:pt x="4058" y="1316"/>
                </a:lnTo>
                <a:lnTo>
                  <a:pt x="4060" y="1324"/>
                </a:lnTo>
                <a:lnTo>
                  <a:pt x="4060" y="1334"/>
                </a:lnTo>
                <a:lnTo>
                  <a:pt x="4058" y="1342"/>
                </a:lnTo>
                <a:lnTo>
                  <a:pt x="4056" y="1348"/>
                </a:lnTo>
                <a:lnTo>
                  <a:pt x="4052" y="1354"/>
                </a:lnTo>
                <a:lnTo>
                  <a:pt x="4048" y="1356"/>
                </a:lnTo>
                <a:lnTo>
                  <a:pt x="4042" y="1356"/>
                </a:lnTo>
                <a:lnTo>
                  <a:pt x="4042" y="1356"/>
                </a:lnTo>
                <a:close/>
              </a:path>
            </a:pathLst>
          </a:custGeom>
          <a:solidFill>
            <a:schemeClr val="bg2">
              <a:lumMod val="10000"/>
            </a:schemeClr>
          </a:solidFill>
          <a:ln>
            <a:noFill/>
          </a:ln>
        </p:spPr>
        <p:txBody>
          <a:bodyPr vert="horz" wrap="square" lIns="82938" tIns="41469" rIns="82938" bIns="41469" numCol="1" anchor="t" anchorCtr="0" compatLnSpc="1"/>
          <a:lstStyle/>
          <a:p>
            <a:endParaRPr lang="en-GB" sz="1815"/>
          </a:p>
        </p:txBody>
      </p:sp>
      <p:sp>
        <p:nvSpPr>
          <p:cNvPr id="45" name="Right Arrow 44"/>
          <p:cNvSpPr/>
          <p:nvPr/>
        </p:nvSpPr>
        <p:spPr bwMode="ltGray">
          <a:xfrm>
            <a:off x="4264840" y="2643275"/>
            <a:ext cx="4381644" cy="1114358"/>
          </a:xfrm>
          <a:custGeom>
            <a:avLst/>
            <a:gdLst>
              <a:gd name="connsiteX0" fmla="*/ 0 w 4947445"/>
              <a:gd name="connsiteY0" fmla="*/ 157676 h 1228580"/>
              <a:gd name="connsiteX1" fmla="*/ 4333155 w 4947445"/>
              <a:gd name="connsiteY1" fmla="*/ 157676 h 1228580"/>
              <a:gd name="connsiteX2" fmla="*/ 4333155 w 4947445"/>
              <a:gd name="connsiteY2" fmla="*/ 0 h 1228580"/>
              <a:gd name="connsiteX3" fmla="*/ 4947445 w 4947445"/>
              <a:gd name="connsiteY3" fmla="*/ 614290 h 1228580"/>
              <a:gd name="connsiteX4" fmla="*/ 4333155 w 4947445"/>
              <a:gd name="connsiteY4" fmla="*/ 1228580 h 1228580"/>
              <a:gd name="connsiteX5" fmla="*/ 4333155 w 4947445"/>
              <a:gd name="connsiteY5" fmla="*/ 1070904 h 1228580"/>
              <a:gd name="connsiteX6" fmla="*/ 0 w 4947445"/>
              <a:gd name="connsiteY6" fmla="*/ 1070904 h 1228580"/>
              <a:gd name="connsiteX7" fmla="*/ 0 w 4947445"/>
              <a:gd name="connsiteY7" fmla="*/ 157676 h 1228580"/>
              <a:gd name="connsiteX0-1" fmla="*/ 126206 w 4947445"/>
              <a:gd name="connsiteY0-2" fmla="*/ 160058 h 1228580"/>
              <a:gd name="connsiteX1-3" fmla="*/ 4333155 w 4947445"/>
              <a:gd name="connsiteY1-4" fmla="*/ 157676 h 1228580"/>
              <a:gd name="connsiteX2-5" fmla="*/ 4333155 w 4947445"/>
              <a:gd name="connsiteY2-6" fmla="*/ 0 h 1228580"/>
              <a:gd name="connsiteX3-7" fmla="*/ 4947445 w 4947445"/>
              <a:gd name="connsiteY3-8" fmla="*/ 614290 h 1228580"/>
              <a:gd name="connsiteX4-9" fmla="*/ 4333155 w 4947445"/>
              <a:gd name="connsiteY4-10" fmla="*/ 1228580 h 1228580"/>
              <a:gd name="connsiteX5-11" fmla="*/ 4333155 w 4947445"/>
              <a:gd name="connsiteY5-12" fmla="*/ 1070904 h 1228580"/>
              <a:gd name="connsiteX6-13" fmla="*/ 0 w 4947445"/>
              <a:gd name="connsiteY6-14" fmla="*/ 1070904 h 1228580"/>
              <a:gd name="connsiteX7-15" fmla="*/ 126206 w 4947445"/>
              <a:gd name="connsiteY7-16" fmla="*/ 160058 h 1228580"/>
              <a:gd name="connsiteX0-17" fmla="*/ 0 w 4821239"/>
              <a:gd name="connsiteY0-18" fmla="*/ 160058 h 1228580"/>
              <a:gd name="connsiteX1-19" fmla="*/ 4206949 w 4821239"/>
              <a:gd name="connsiteY1-20" fmla="*/ 157676 h 1228580"/>
              <a:gd name="connsiteX2-21" fmla="*/ 4206949 w 4821239"/>
              <a:gd name="connsiteY2-22" fmla="*/ 0 h 1228580"/>
              <a:gd name="connsiteX3-23" fmla="*/ 4821239 w 4821239"/>
              <a:gd name="connsiteY3-24" fmla="*/ 614290 h 1228580"/>
              <a:gd name="connsiteX4-25" fmla="*/ 4206949 w 4821239"/>
              <a:gd name="connsiteY4-26" fmla="*/ 1228580 h 1228580"/>
              <a:gd name="connsiteX5-27" fmla="*/ 4206949 w 4821239"/>
              <a:gd name="connsiteY5-28" fmla="*/ 1070904 h 1228580"/>
              <a:gd name="connsiteX6-29" fmla="*/ 1345406 w 4821239"/>
              <a:gd name="connsiteY6-30" fmla="*/ 1070904 h 1228580"/>
              <a:gd name="connsiteX7-31" fmla="*/ 0 w 4821239"/>
              <a:gd name="connsiteY7-32" fmla="*/ 160058 h 1228580"/>
              <a:gd name="connsiteX0-33" fmla="*/ 0 w 4833145"/>
              <a:gd name="connsiteY0-34" fmla="*/ 160058 h 1228580"/>
              <a:gd name="connsiteX1-35" fmla="*/ 4218855 w 4833145"/>
              <a:gd name="connsiteY1-36" fmla="*/ 157676 h 1228580"/>
              <a:gd name="connsiteX2-37" fmla="*/ 4218855 w 4833145"/>
              <a:gd name="connsiteY2-38" fmla="*/ 0 h 1228580"/>
              <a:gd name="connsiteX3-39" fmla="*/ 4833145 w 4833145"/>
              <a:gd name="connsiteY3-40" fmla="*/ 614290 h 1228580"/>
              <a:gd name="connsiteX4-41" fmla="*/ 4218855 w 4833145"/>
              <a:gd name="connsiteY4-42" fmla="*/ 1228580 h 1228580"/>
              <a:gd name="connsiteX5-43" fmla="*/ 4218855 w 4833145"/>
              <a:gd name="connsiteY5-44" fmla="*/ 1070904 h 1228580"/>
              <a:gd name="connsiteX6-45" fmla="*/ 1357312 w 4833145"/>
              <a:gd name="connsiteY6-46" fmla="*/ 1070904 h 1228580"/>
              <a:gd name="connsiteX7-47" fmla="*/ 0 w 4833145"/>
              <a:gd name="connsiteY7-48" fmla="*/ 160058 h 1228580"/>
              <a:gd name="connsiteX0-49" fmla="*/ 0 w 4830763"/>
              <a:gd name="connsiteY0-50" fmla="*/ 157677 h 1228580"/>
              <a:gd name="connsiteX1-51" fmla="*/ 4216473 w 4830763"/>
              <a:gd name="connsiteY1-52" fmla="*/ 157676 h 1228580"/>
              <a:gd name="connsiteX2-53" fmla="*/ 4216473 w 4830763"/>
              <a:gd name="connsiteY2-54" fmla="*/ 0 h 1228580"/>
              <a:gd name="connsiteX3-55" fmla="*/ 4830763 w 4830763"/>
              <a:gd name="connsiteY3-56" fmla="*/ 614290 h 1228580"/>
              <a:gd name="connsiteX4-57" fmla="*/ 4216473 w 4830763"/>
              <a:gd name="connsiteY4-58" fmla="*/ 1228580 h 1228580"/>
              <a:gd name="connsiteX5-59" fmla="*/ 4216473 w 4830763"/>
              <a:gd name="connsiteY5-60" fmla="*/ 1070904 h 1228580"/>
              <a:gd name="connsiteX6-61" fmla="*/ 1354930 w 4830763"/>
              <a:gd name="connsiteY6-62" fmla="*/ 1070904 h 1228580"/>
              <a:gd name="connsiteX7-63" fmla="*/ 0 w 4830763"/>
              <a:gd name="connsiteY7-64" fmla="*/ 157677 h 122858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4830763" h="1228580">
                <a:moveTo>
                  <a:pt x="0" y="157677"/>
                </a:moveTo>
                <a:lnTo>
                  <a:pt x="4216473" y="157676"/>
                </a:lnTo>
                <a:lnTo>
                  <a:pt x="4216473" y="0"/>
                </a:lnTo>
                <a:lnTo>
                  <a:pt x="4830763" y="614290"/>
                </a:lnTo>
                <a:lnTo>
                  <a:pt x="4216473" y="1228580"/>
                </a:lnTo>
                <a:lnTo>
                  <a:pt x="4216473" y="1070904"/>
                </a:lnTo>
                <a:lnTo>
                  <a:pt x="1354930" y="1070904"/>
                </a:lnTo>
                <a:lnTo>
                  <a:pt x="0" y="157677"/>
                </a:lnTo>
                <a:close/>
              </a:path>
            </a:pathLst>
          </a:cu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48" name="Right Arrow 47"/>
          <p:cNvSpPr/>
          <p:nvPr/>
        </p:nvSpPr>
        <p:spPr bwMode="ltGray">
          <a:xfrm rot="10800000">
            <a:off x="3744718" y="4270469"/>
            <a:ext cx="4189417" cy="1114358"/>
          </a:xfrm>
          <a:custGeom>
            <a:avLst/>
            <a:gdLst>
              <a:gd name="connsiteX0" fmla="*/ 0 w 4947445"/>
              <a:gd name="connsiteY0" fmla="*/ 157676 h 1228580"/>
              <a:gd name="connsiteX1" fmla="*/ 4333155 w 4947445"/>
              <a:gd name="connsiteY1" fmla="*/ 157676 h 1228580"/>
              <a:gd name="connsiteX2" fmla="*/ 4333155 w 4947445"/>
              <a:gd name="connsiteY2" fmla="*/ 0 h 1228580"/>
              <a:gd name="connsiteX3" fmla="*/ 4947445 w 4947445"/>
              <a:gd name="connsiteY3" fmla="*/ 614290 h 1228580"/>
              <a:gd name="connsiteX4" fmla="*/ 4333155 w 4947445"/>
              <a:gd name="connsiteY4" fmla="*/ 1228580 h 1228580"/>
              <a:gd name="connsiteX5" fmla="*/ 4333155 w 4947445"/>
              <a:gd name="connsiteY5" fmla="*/ 1070904 h 1228580"/>
              <a:gd name="connsiteX6" fmla="*/ 0 w 4947445"/>
              <a:gd name="connsiteY6" fmla="*/ 1070904 h 1228580"/>
              <a:gd name="connsiteX7" fmla="*/ 0 w 4947445"/>
              <a:gd name="connsiteY7" fmla="*/ 157676 h 1228580"/>
              <a:gd name="connsiteX0-1" fmla="*/ 328613 w 4947445"/>
              <a:gd name="connsiteY0-2" fmla="*/ 157676 h 1228580"/>
              <a:gd name="connsiteX1-3" fmla="*/ 4333155 w 4947445"/>
              <a:gd name="connsiteY1-4" fmla="*/ 157676 h 1228580"/>
              <a:gd name="connsiteX2-5" fmla="*/ 4333155 w 4947445"/>
              <a:gd name="connsiteY2-6" fmla="*/ 0 h 1228580"/>
              <a:gd name="connsiteX3-7" fmla="*/ 4947445 w 4947445"/>
              <a:gd name="connsiteY3-8" fmla="*/ 614290 h 1228580"/>
              <a:gd name="connsiteX4-9" fmla="*/ 4333155 w 4947445"/>
              <a:gd name="connsiteY4-10" fmla="*/ 1228580 h 1228580"/>
              <a:gd name="connsiteX5-11" fmla="*/ 4333155 w 4947445"/>
              <a:gd name="connsiteY5-12" fmla="*/ 1070904 h 1228580"/>
              <a:gd name="connsiteX6-13" fmla="*/ 0 w 4947445"/>
              <a:gd name="connsiteY6-14" fmla="*/ 1070904 h 1228580"/>
              <a:gd name="connsiteX7-15" fmla="*/ 328613 w 4947445"/>
              <a:gd name="connsiteY7-16" fmla="*/ 157676 h 1228580"/>
              <a:gd name="connsiteX0-17" fmla="*/ 0 w 4618832"/>
              <a:gd name="connsiteY0-18" fmla="*/ 157676 h 1228580"/>
              <a:gd name="connsiteX1-19" fmla="*/ 4004542 w 4618832"/>
              <a:gd name="connsiteY1-20" fmla="*/ 157676 h 1228580"/>
              <a:gd name="connsiteX2-21" fmla="*/ 4004542 w 4618832"/>
              <a:gd name="connsiteY2-22" fmla="*/ 0 h 1228580"/>
              <a:gd name="connsiteX3-23" fmla="*/ 4618832 w 4618832"/>
              <a:gd name="connsiteY3-24" fmla="*/ 614290 h 1228580"/>
              <a:gd name="connsiteX4-25" fmla="*/ 4004542 w 4618832"/>
              <a:gd name="connsiteY4-26" fmla="*/ 1228580 h 1228580"/>
              <a:gd name="connsiteX5-27" fmla="*/ 4004542 w 4618832"/>
              <a:gd name="connsiteY5-28" fmla="*/ 1070904 h 1228580"/>
              <a:gd name="connsiteX6-29" fmla="*/ 1359693 w 4618832"/>
              <a:gd name="connsiteY6-30" fmla="*/ 1070904 h 1228580"/>
              <a:gd name="connsiteX7-31" fmla="*/ 0 w 4618832"/>
              <a:gd name="connsiteY7-32" fmla="*/ 157676 h 122858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4618832" h="1228580">
                <a:moveTo>
                  <a:pt x="0" y="157676"/>
                </a:moveTo>
                <a:lnTo>
                  <a:pt x="4004542" y="157676"/>
                </a:lnTo>
                <a:lnTo>
                  <a:pt x="4004542" y="0"/>
                </a:lnTo>
                <a:lnTo>
                  <a:pt x="4618832" y="614290"/>
                </a:lnTo>
                <a:lnTo>
                  <a:pt x="4004542" y="1228580"/>
                </a:lnTo>
                <a:lnTo>
                  <a:pt x="4004542" y="1070904"/>
                </a:lnTo>
                <a:lnTo>
                  <a:pt x="1359693" y="1070904"/>
                </a:lnTo>
                <a:lnTo>
                  <a:pt x="0" y="157676"/>
                </a:lnTo>
                <a:close/>
              </a:path>
            </a:pathLst>
          </a:cu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49" name="Rectangle 10"/>
          <p:cNvSpPr>
            <a:spLocks noChangeArrowheads="1"/>
          </p:cNvSpPr>
          <p:nvPr/>
        </p:nvSpPr>
        <p:spPr bwMode="auto">
          <a:xfrm>
            <a:off x="5582984" y="2959220"/>
            <a:ext cx="1959400" cy="47434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smtClean="0">
                <a:solidFill>
                  <a:schemeClr val="bg1"/>
                </a:solidFill>
                <a:latin typeface="腾讯体 W7" panose="020C08030202040F0204" pitchFamily="18" charset="-122"/>
                <a:cs typeface="腾讯体 W3" panose="020C04030202040F0204" pitchFamily="34" charset="-122"/>
              </a:rPr>
              <a:t>Heading</a:t>
            </a:r>
            <a:endParaRPr lang="en-GB" sz="725" b="1" kern="0" dirty="0" smtClean="0">
              <a:solidFill>
                <a:schemeClr val="bg1"/>
              </a:solidFill>
              <a:latin typeface="腾讯体 W7" panose="020C08030202040F0204" pitchFamily="18" charset="-122"/>
              <a:cs typeface="腾讯体 W3" panose="020C04030202040F0204" pitchFamily="34" charset="-122"/>
            </a:endParaRPr>
          </a:p>
          <a:p>
            <a:pPr defTabSz="798830" eaLnBrk="0" hangingPunct="0">
              <a:spcAft>
                <a:spcPts val="200"/>
              </a:spcAft>
              <a:defRPr/>
            </a:pPr>
            <a:r>
              <a:rPr lang="en-GB" sz="725" kern="0" dirty="0" err="1" smtClean="0">
                <a:solidFill>
                  <a:schemeClr val="bg1"/>
                </a:solidFill>
                <a:latin typeface="腾讯体 W7" panose="020C08030202040F0204" pitchFamily="18" charset="-122"/>
                <a:cs typeface="腾讯体 W3" panose="020C04030202040F0204" pitchFamily="34" charset="-122"/>
              </a:rPr>
              <a:t>Mauris</a:t>
            </a:r>
            <a:r>
              <a:rPr lang="en-GB" sz="725" kern="0" dirty="0" smtClean="0">
                <a:solidFill>
                  <a:schemeClr val="bg1"/>
                </a:solidFill>
                <a:latin typeface="腾讯体 W7" panose="020C08030202040F0204" pitchFamily="18" charset="-122"/>
                <a:cs typeface="腾讯体 W3" panose="020C04030202040F0204" pitchFamily="34" charset="-122"/>
              </a:rPr>
              <a:t> </a:t>
            </a:r>
            <a:r>
              <a:rPr lang="en-GB" sz="725" kern="0" dirty="0" err="1" smtClean="0">
                <a:solidFill>
                  <a:schemeClr val="bg1"/>
                </a:solidFill>
                <a:latin typeface="腾讯体 W7" panose="020C08030202040F0204" pitchFamily="18" charset="-122"/>
                <a:cs typeface="腾讯体 W3" panose="020C04030202040F0204" pitchFamily="34" charset="-122"/>
              </a:rPr>
              <a:t>consectetuer</a:t>
            </a:r>
            <a:r>
              <a:rPr lang="en-GB" sz="725" kern="0" dirty="0" smtClean="0">
                <a:solidFill>
                  <a:schemeClr val="bg1"/>
                </a:solidFill>
                <a:latin typeface="腾讯体 W7" panose="020C08030202040F0204" pitchFamily="18" charset="-122"/>
                <a:cs typeface="腾讯体 W3" panose="020C04030202040F0204" pitchFamily="34" charset="-122"/>
              </a:rPr>
              <a:t> </a:t>
            </a:r>
            <a:r>
              <a:rPr lang="en-GB" sz="725" kern="0" dirty="0" err="1" smtClean="0">
                <a:solidFill>
                  <a:schemeClr val="bg1"/>
                </a:solidFill>
                <a:latin typeface="腾讯体 W7" panose="020C08030202040F0204" pitchFamily="18" charset="-122"/>
                <a:cs typeface="腾讯体 W3" panose="020C04030202040F0204" pitchFamily="34" charset="-122"/>
              </a:rPr>
              <a:t>ullamcorper</a:t>
            </a:r>
            <a:r>
              <a:rPr lang="en-GB" sz="725" kern="0" dirty="0" smtClean="0">
                <a:solidFill>
                  <a:schemeClr val="bg1"/>
                </a:solidFill>
                <a:latin typeface="腾讯体 W7" panose="020C08030202040F0204" pitchFamily="18" charset="-122"/>
                <a:cs typeface="腾讯体 W3" panose="020C04030202040F0204" pitchFamily="34" charset="-122"/>
              </a:rPr>
              <a:t> quam. </a:t>
            </a:r>
            <a:r>
              <a:rPr lang="en-GB" sz="725" kern="0" dirty="0" err="1" smtClean="0">
                <a:solidFill>
                  <a:schemeClr val="bg1"/>
                </a:solidFill>
                <a:latin typeface="腾讯体 W7" panose="020C08030202040F0204" pitchFamily="18" charset="-122"/>
                <a:cs typeface="腾讯体 W3" panose="020C04030202040F0204" pitchFamily="34" charset="-122"/>
              </a:rPr>
              <a:t>Morbi</a:t>
            </a:r>
            <a:r>
              <a:rPr lang="en-GB" sz="725" kern="0" dirty="0" smtClean="0">
                <a:solidFill>
                  <a:schemeClr val="bg1"/>
                </a:solidFill>
                <a:latin typeface="腾讯体 W7" panose="020C08030202040F0204" pitchFamily="18" charset="-122"/>
                <a:cs typeface="腾讯体 W3" panose="020C04030202040F0204" pitchFamily="34" charset="-122"/>
              </a:rPr>
              <a:t> </a:t>
            </a:r>
            <a:r>
              <a:rPr lang="en-GB" sz="725" kern="0" dirty="0" err="1" smtClean="0">
                <a:solidFill>
                  <a:schemeClr val="bg1"/>
                </a:solidFill>
                <a:latin typeface="腾讯体 W7" panose="020C08030202040F0204" pitchFamily="18" charset="-122"/>
                <a:cs typeface="腾讯体 W3" panose="020C04030202040F0204" pitchFamily="34" charset="-122"/>
              </a:rPr>
              <a:t>tincidunt</a:t>
            </a:r>
            <a:r>
              <a:rPr lang="en-GB" sz="725" kern="0" dirty="0" smtClean="0">
                <a:solidFill>
                  <a:schemeClr val="bg1"/>
                </a:solidFill>
                <a:latin typeface="腾讯体 W7" panose="020C08030202040F0204" pitchFamily="18" charset="-122"/>
                <a:cs typeface="腾讯体 W3" panose="020C04030202040F0204" pitchFamily="34" charset="-122"/>
              </a:rPr>
              <a:t> mi </a:t>
            </a:r>
            <a:r>
              <a:rPr lang="en-GB" sz="725" kern="0" dirty="0" err="1" smtClean="0">
                <a:solidFill>
                  <a:schemeClr val="bg1"/>
                </a:solidFill>
                <a:latin typeface="腾讯体 W7" panose="020C08030202040F0204" pitchFamily="18" charset="-122"/>
                <a:cs typeface="腾讯体 W3" panose="020C04030202040F0204" pitchFamily="34" charset="-122"/>
              </a:rPr>
              <a:t>ut</a:t>
            </a:r>
            <a:r>
              <a:rPr lang="en-GB" sz="725" kern="0" dirty="0" smtClean="0">
                <a:solidFill>
                  <a:schemeClr val="bg1"/>
                </a:solidFill>
                <a:latin typeface="腾讯体 W7" panose="020C08030202040F0204" pitchFamily="18" charset="-122"/>
                <a:cs typeface="腾讯体 W3" panose="020C04030202040F0204" pitchFamily="34" charset="-122"/>
              </a:rPr>
              <a:t> </a:t>
            </a:r>
            <a:r>
              <a:rPr lang="en-GB" sz="725" kern="0" dirty="0" err="1" smtClean="0">
                <a:solidFill>
                  <a:schemeClr val="bg1"/>
                </a:solidFill>
                <a:latin typeface="腾讯体 W7" panose="020C08030202040F0204" pitchFamily="18" charset="-122"/>
                <a:cs typeface="腾讯体 W3" panose="020C04030202040F0204" pitchFamily="34" charset="-122"/>
              </a:rPr>
              <a:t>diam</a:t>
            </a:r>
            <a:r>
              <a:rPr lang="en-GB" sz="725" kern="0" dirty="0" smtClean="0">
                <a:solidFill>
                  <a:schemeClr val="bg1"/>
                </a:solidFill>
                <a:latin typeface="腾讯体 W7" panose="020C08030202040F0204" pitchFamily="18" charset="-122"/>
                <a:cs typeface="腾讯体 W3" panose="020C04030202040F0204" pitchFamily="34" charset="-122"/>
              </a:rPr>
              <a:t> </a:t>
            </a:r>
            <a:r>
              <a:rPr lang="fr-FR" sz="725" kern="0" dirty="0" err="1" smtClean="0">
                <a:solidFill>
                  <a:schemeClr val="bg1"/>
                </a:solidFill>
                <a:latin typeface="腾讯体 W7" panose="020C08030202040F0204" pitchFamily="18" charset="-122"/>
                <a:cs typeface="腾讯体 W3" panose="020C04030202040F0204" pitchFamily="34" charset="-122"/>
              </a:rPr>
              <a:t>ultricies</a:t>
            </a:r>
            <a:r>
              <a:rPr lang="fr-FR" sz="725" kern="0" dirty="0" smtClean="0">
                <a:solidFill>
                  <a:schemeClr val="bg1"/>
                </a:solidFill>
                <a:latin typeface="腾讯体 W7" panose="020C08030202040F0204" pitchFamily="18" charset="-122"/>
                <a:cs typeface="腾讯体 W3" panose="020C04030202040F0204" pitchFamily="34" charset="-122"/>
              </a:rPr>
              <a:t> non, </a:t>
            </a:r>
            <a:r>
              <a:rPr lang="fr-FR" sz="725" kern="0" dirty="0" err="1" smtClean="0">
                <a:solidFill>
                  <a:schemeClr val="bg1"/>
                </a:solidFill>
                <a:latin typeface="腾讯体 W7" panose="020C08030202040F0204" pitchFamily="18" charset="-122"/>
                <a:cs typeface="腾讯体 W3" panose="020C04030202040F0204" pitchFamily="34" charset="-122"/>
              </a:rPr>
              <a:t>hendrerit</a:t>
            </a:r>
            <a:r>
              <a:rPr lang="fr-FR" sz="725" kern="0" dirty="0" smtClean="0">
                <a:solidFill>
                  <a:schemeClr val="bg1"/>
                </a:solidFill>
                <a:latin typeface="腾讯体 W7" panose="020C08030202040F0204" pitchFamily="18" charset="-122"/>
                <a:cs typeface="腾讯体 W3" panose="020C04030202040F0204" pitchFamily="34" charset="-122"/>
              </a:rPr>
              <a:t> </a:t>
            </a:r>
            <a:r>
              <a:rPr lang="fr-FR" sz="725" kern="0" dirty="0" err="1" smtClean="0">
                <a:solidFill>
                  <a:schemeClr val="bg1"/>
                </a:solidFill>
                <a:latin typeface="腾讯体 W7" panose="020C08030202040F0204" pitchFamily="18" charset="-122"/>
                <a:cs typeface="腾讯体 W3" panose="020C04030202040F0204" pitchFamily="34" charset="-122"/>
              </a:rPr>
              <a:t>quis</a:t>
            </a:r>
            <a:r>
              <a:rPr lang="fr-FR" sz="725" kern="0" dirty="0" smtClean="0">
                <a:solidFill>
                  <a:schemeClr val="bg1"/>
                </a:solidFill>
                <a:latin typeface="腾讯体 W7" panose="020C08030202040F0204" pitchFamily="18" charset="-122"/>
                <a:cs typeface="腾讯体 W3" panose="020C04030202040F0204" pitchFamily="34" charset="-122"/>
              </a:rPr>
              <a:t>, </a:t>
            </a:r>
            <a:r>
              <a:rPr lang="fr-FR" sz="725" kern="0" dirty="0" err="1" smtClean="0">
                <a:solidFill>
                  <a:schemeClr val="bg1"/>
                </a:solidFill>
                <a:latin typeface="腾讯体 W7" panose="020C08030202040F0204" pitchFamily="18" charset="-122"/>
                <a:cs typeface="腾讯体 W3" panose="020C04030202040F0204" pitchFamily="34" charset="-122"/>
              </a:rPr>
              <a:t>pellentesque</a:t>
            </a:r>
            <a:r>
              <a:rPr lang="fr-FR" sz="725" kern="0" dirty="0" smtClean="0">
                <a:solidFill>
                  <a:schemeClr val="bg1"/>
                </a:solidFill>
                <a:latin typeface="腾讯体 W7" panose="020C08030202040F0204" pitchFamily="18" charset="-122"/>
                <a:cs typeface="腾讯体 W3" panose="020C04030202040F0204" pitchFamily="34" charset="-122"/>
              </a:rPr>
              <a:t> a, </a:t>
            </a:r>
            <a:r>
              <a:rPr lang="fr-FR" sz="725" kern="0" dirty="0" err="1" smtClean="0">
                <a:solidFill>
                  <a:schemeClr val="bg1"/>
                </a:solidFill>
                <a:latin typeface="腾讯体 W7" panose="020C08030202040F0204" pitchFamily="18" charset="-122"/>
                <a:cs typeface="腾讯体 W3" panose="020C04030202040F0204" pitchFamily="34" charset="-122"/>
              </a:rPr>
              <a:t>eros</a:t>
            </a:r>
            <a:r>
              <a:rPr lang="fr-FR" sz="725" kern="0" dirty="0" smtClean="0">
                <a:solidFill>
                  <a:schemeClr val="bg1"/>
                </a:solidFill>
                <a:latin typeface="腾讯体 W7" panose="020C08030202040F0204" pitchFamily="18" charset="-122"/>
                <a:cs typeface="腾讯体 W3" panose="020C04030202040F0204" pitchFamily="34" charset="-122"/>
              </a:rPr>
              <a:t>. </a:t>
            </a:r>
            <a:endParaRPr lang="fr-FR" sz="725" kern="0" dirty="0" smtClean="0">
              <a:solidFill>
                <a:schemeClr val="bg1"/>
              </a:solidFill>
              <a:latin typeface="腾讯体 W7" panose="020C08030202040F0204" pitchFamily="18" charset="-122"/>
              <a:cs typeface="腾讯体 W3" panose="020C04030202040F0204" pitchFamily="34" charset="-122"/>
            </a:endParaRPr>
          </a:p>
        </p:txBody>
      </p:sp>
      <p:sp>
        <p:nvSpPr>
          <p:cNvPr id="50" name="Rectangle 10"/>
          <p:cNvSpPr>
            <a:spLocks noChangeArrowheads="1"/>
          </p:cNvSpPr>
          <p:nvPr/>
        </p:nvSpPr>
        <p:spPr bwMode="auto">
          <a:xfrm>
            <a:off x="4773947" y="4592686"/>
            <a:ext cx="1959400" cy="47434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smtClean="0">
                <a:solidFill>
                  <a:srgbClr val="1450B8"/>
                </a:solidFill>
                <a:latin typeface="腾讯体 W7" panose="020C08030202040F0204" pitchFamily="18" charset="-122"/>
                <a:cs typeface="腾讯体 W3" panose="020C04030202040F0204" pitchFamily="34" charset="-122"/>
              </a:rPr>
              <a:t>Heading</a:t>
            </a:r>
            <a:endParaRPr lang="en-GB" sz="725" b="1" kern="0" dirty="0" smtClean="0">
              <a:solidFill>
                <a:srgbClr val="1450B8"/>
              </a:solidFill>
              <a:latin typeface="腾讯体 W7" panose="020C08030202040F0204" pitchFamily="18" charset="-122"/>
              <a:cs typeface="腾讯体 W3" panose="020C04030202040F0204" pitchFamily="34" charset="-122"/>
            </a:endParaRPr>
          </a:p>
          <a:p>
            <a:pPr defTabSz="798830" eaLnBrk="0" hangingPunct="0">
              <a:spcAft>
                <a:spcPts val="200"/>
              </a:spcAft>
              <a:defRPr/>
            </a:pPr>
            <a:r>
              <a:rPr lang="en-GB" sz="725" kern="0" dirty="0" err="1" smtClean="0">
                <a:latin typeface="腾讯体 W7" panose="020C08030202040F0204" pitchFamily="18" charset="-122"/>
                <a:cs typeface="腾讯体 W3" panose="020C04030202040F0204" pitchFamily="34" charset="-122"/>
              </a:rPr>
              <a:t>Mauris</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consectetuer</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ullamcorper</a:t>
            </a:r>
            <a:r>
              <a:rPr lang="en-GB" sz="725" kern="0" dirty="0" smtClean="0">
                <a:latin typeface="腾讯体 W7" panose="020C08030202040F0204" pitchFamily="18" charset="-122"/>
                <a:cs typeface="腾讯体 W3" panose="020C04030202040F0204" pitchFamily="34" charset="-122"/>
              </a:rPr>
              <a:t> quam. </a:t>
            </a:r>
            <a:r>
              <a:rPr lang="en-GB" sz="725" kern="0" dirty="0" err="1" smtClean="0">
                <a:latin typeface="腾讯体 W7" panose="020C08030202040F0204" pitchFamily="18" charset="-122"/>
                <a:cs typeface="腾讯体 W3" panose="020C04030202040F0204" pitchFamily="34" charset="-122"/>
              </a:rPr>
              <a:t>Morbi</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tincidunt</a:t>
            </a:r>
            <a:r>
              <a:rPr lang="en-GB" sz="725" kern="0" dirty="0" smtClean="0">
                <a:latin typeface="腾讯体 W7" panose="020C08030202040F0204" pitchFamily="18" charset="-122"/>
                <a:cs typeface="腾讯体 W3" panose="020C04030202040F0204" pitchFamily="34" charset="-122"/>
              </a:rPr>
              <a:t> mi </a:t>
            </a:r>
            <a:r>
              <a:rPr lang="en-GB" sz="725" kern="0" dirty="0" err="1" smtClean="0">
                <a:latin typeface="腾讯体 W7" panose="020C08030202040F0204" pitchFamily="18" charset="-122"/>
                <a:cs typeface="腾讯体 W3" panose="020C04030202040F0204" pitchFamily="34" charset="-122"/>
              </a:rPr>
              <a:t>ut</a:t>
            </a:r>
            <a:r>
              <a:rPr lang="en-GB" sz="725" kern="0" dirty="0" smtClean="0">
                <a:latin typeface="腾讯体 W7" panose="020C08030202040F0204" pitchFamily="18" charset="-122"/>
                <a:cs typeface="腾讯体 W3" panose="020C04030202040F0204" pitchFamily="34" charset="-122"/>
              </a:rPr>
              <a:t> </a:t>
            </a:r>
            <a:r>
              <a:rPr lang="en-GB" sz="725" kern="0" dirty="0" err="1" smtClean="0">
                <a:latin typeface="腾讯体 W7" panose="020C08030202040F0204" pitchFamily="18" charset="-122"/>
                <a:cs typeface="腾讯体 W3" panose="020C04030202040F0204" pitchFamily="34" charset="-122"/>
              </a:rPr>
              <a:t>diam</a:t>
            </a:r>
            <a:r>
              <a:rPr lang="en-GB" sz="725" kern="0" dirty="0" smtClean="0">
                <a:latin typeface="腾讯体 W7" panose="020C08030202040F0204" pitchFamily="18" charset="-122"/>
                <a:cs typeface="腾讯体 W3" panose="020C04030202040F0204" pitchFamily="34" charset="-122"/>
              </a:rPr>
              <a:t> </a:t>
            </a:r>
            <a:r>
              <a:rPr lang="fr-FR" sz="725" kern="0" dirty="0" err="1" smtClean="0">
                <a:latin typeface="腾讯体 W7" panose="020C08030202040F0204" pitchFamily="18" charset="-122"/>
                <a:cs typeface="腾讯体 W3" panose="020C04030202040F0204" pitchFamily="34" charset="-122"/>
              </a:rPr>
              <a:t>ultricies</a:t>
            </a:r>
            <a:r>
              <a:rPr lang="fr-FR" sz="725" kern="0" dirty="0" smtClean="0">
                <a:latin typeface="腾讯体 W7" panose="020C08030202040F0204" pitchFamily="18" charset="-122"/>
                <a:cs typeface="腾讯体 W3" panose="020C04030202040F0204" pitchFamily="34" charset="-122"/>
              </a:rPr>
              <a:t> non, </a:t>
            </a:r>
            <a:r>
              <a:rPr lang="fr-FR" sz="725" kern="0" dirty="0" err="1" smtClean="0">
                <a:latin typeface="腾讯体 W7" panose="020C08030202040F0204" pitchFamily="18" charset="-122"/>
                <a:cs typeface="腾讯体 W3" panose="020C04030202040F0204" pitchFamily="34" charset="-122"/>
              </a:rPr>
              <a:t>hendrerit</a:t>
            </a:r>
            <a:r>
              <a:rPr lang="fr-FR" sz="725" kern="0" dirty="0" smtClean="0">
                <a:latin typeface="腾讯体 W7" panose="020C08030202040F0204" pitchFamily="18" charset="-122"/>
                <a:cs typeface="腾讯体 W3" panose="020C04030202040F0204" pitchFamily="34" charset="-122"/>
              </a:rPr>
              <a:t> </a:t>
            </a:r>
            <a:r>
              <a:rPr lang="fr-FR" sz="725" kern="0" dirty="0" err="1" smtClean="0">
                <a:latin typeface="腾讯体 W7" panose="020C08030202040F0204" pitchFamily="18" charset="-122"/>
                <a:cs typeface="腾讯体 W3" panose="020C04030202040F0204" pitchFamily="34" charset="-122"/>
              </a:rPr>
              <a:t>quis</a:t>
            </a:r>
            <a:r>
              <a:rPr lang="fr-FR" sz="725" kern="0" dirty="0" smtClean="0">
                <a:latin typeface="腾讯体 W7" panose="020C08030202040F0204" pitchFamily="18" charset="-122"/>
                <a:cs typeface="腾讯体 W3" panose="020C04030202040F0204" pitchFamily="34" charset="-122"/>
              </a:rPr>
              <a:t>, </a:t>
            </a:r>
            <a:r>
              <a:rPr lang="fr-FR" sz="725" kern="0" dirty="0" err="1" smtClean="0">
                <a:latin typeface="腾讯体 W7" panose="020C08030202040F0204" pitchFamily="18" charset="-122"/>
                <a:cs typeface="腾讯体 W3" panose="020C04030202040F0204" pitchFamily="34" charset="-122"/>
              </a:rPr>
              <a:t>pellentesque</a:t>
            </a:r>
            <a:r>
              <a:rPr lang="fr-FR" sz="725" kern="0" dirty="0" smtClean="0">
                <a:latin typeface="腾讯体 W7" panose="020C08030202040F0204" pitchFamily="18" charset="-122"/>
                <a:cs typeface="腾讯体 W3" panose="020C04030202040F0204" pitchFamily="34" charset="-122"/>
              </a:rPr>
              <a:t> a, </a:t>
            </a:r>
            <a:r>
              <a:rPr lang="fr-FR" sz="725" kern="0" dirty="0" err="1" smtClean="0">
                <a:latin typeface="腾讯体 W7" panose="020C08030202040F0204" pitchFamily="18" charset="-122"/>
                <a:cs typeface="腾讯体 W3" panose="020C04030202040F0204" pitchFamily="34" charset="-122"/>
              </a:rPr>
              <a:t>eros</a:t>
            </a:r>
            <a:r>
              <a:rPr lang="fr-FR" sz="725" kern="0" dirty="0" smtClean="0">
                <a:latin typeface="腾讯体 W7" panose="020C08030202040F0204" pitchFamily="18" charset="-122"/>
                <a:cs typeface="腾讯体 W3" panose="020C04030202040F0204" pitchFamily="34" charset="-122"/>
              </a:rPr>
              <a:t>. </a:t>
            </a:r>
            <a:endParaRPr lang="fr-FR" sz="725" kern="0" dirty="0" smtClean="0">
              <a:latin typeface="腾讯体 W7" panose="020C08030202040F0204" pitchFamily="18" charset="-122"/>
              <a:cs typeface="腾讯体 W3" panose="020C04030202040F0204" pitchFamily="34" charset="-122"/>
            </a:endParaRPr>
          </a:p>
        </p:txBody>
      </p:sp>
      <p:grpSp>
        <p:nvGrpSpPr>
          <p:cNvPr id="51" name="Group 50"/>
          <p:cNvGrpSpPr/>
          <p:nvPr/>
        </p:nvGrpSpPr>
        <p:grpSpPr>
          <a:xfrm>
            <a:off x="7724404" y="3044352"/>
            <a:ext cx="560353" cy="287123"/>
            <a:chOff x="790744" y="4997613"/>
            <a:chExt cx="576263" cy="295275"/>
          </a:xfrm>
        </p:grpSpPr>
        <p:grpSp>
          <p:nvGrpSpPr>
            <p:cNvPr id="52" name="Group 51"/>
            <p:cNvGrpSpPr/>
            <p:nvPr/>
          </p:nvGrpSpPr>
          <p:grpSpPr>
            <a:xfrm>
              <a:off x="790744" y="4997613"/>
              <a:ext cx="576263" cy="295275"/>
              <a:chOff x="777764" y="4562525"/>
              <a:chExt cx="576263" cy="295275"/>
            </a:xfrm>
          </p:grpSpPr>
          <p:sp>
            <p:nvSpPr>
              <p:cNvPr id="54" name="Freeform 130"/>
              <p:cNvSpPr>
                <a:spLocks noEditPoints="1"/>
              </p:cNvSpPr>
              <p:nvPr/>
            </p:nvSpPr>
            <p:spPr bwMode="auto">
              <a:xfrm>
                <a:off x="777764" y="4562525"/>
                <a:ext cx="576263" cy="295275"/>
              </a:xfrm>
              <a:custGeom>
                <a:avLst/>
                <a:gdLst/>
                <a:ahLst/>
                <a:cxnLst>
                  <a:cxn ang="0">
                    <a:pos x="0" y="0"/>
                  </a:cxn>
                  <a:cxn ang="0">
                    <a:pos x="0" y="186"/>
                  </a:cxn>
                  <a:cxn ang="0">
                    <a:pos x="363" y="186"/>
                  </a:cxn>
                  <a:cxn ang="0">
                    <a:pos x="363" y="0"/>
                  </a:cxn>
                  <a:cxn ang="0">
                    <a:pos x="0" y="0"/>
                  </a:cxn>
                  <a:cxn ang="0">
                    <a:pos x="346" y="169"/>
                  </a:cxn>
                  <a:cxn ang="0">
                    <a:pos x="16" y="169"/>
                  </a:cxn>
                  <a:cxn ang="0">
                    <a:pos x="16" y="13"/>
                  </a:cxn>
                  <a:cxn ang="0">
                    <a:pos x="346" y="13"/>
                  </a:cxn>
                  <a:cxn ang="0">
                    <a:pos x="346" y="169"/>
                  </a:cxn>
                </a:cxnLst>
                <a:rect l="0" t="0" r="r" b="b"/>
                <a:pathLst>
                  <a:path w="363" h="186">
                    <a:moveTo>
                      <a:pt x="0" y="0"/>
                    </a:moveTo>
                    <a:lnTo>
                      <a:pt x="0" y="186"/>
                    </a:lnTo>
                    <a:lnTo>
                      <a:pt x="363" y="186"/>
                    </a:lnTo>
                    <a:lnTo>
                      <a:pt x="363" y="0"/>
                    </a:lnTo>
                    <a:lnTo>
                      <a:pt x="0" y="0"/>
                    </a:lnTo>
                    <a:close/>
                    <a:moveTo>
                      <a:pt x="346" y="169"/>
                    </a:moveTo>
                    <a:lnTo>
                      <a:pt x="16" y="169"/>
                    </a:lnTo>
                    <a:lnTo>
                      <a:pt x="16" y="13"/>
                    </a:lnTo>
                    <a:lnTo>
                      <a:pt x="346" y="13"/>
                    </a:lnTo>
                    <a:lnTo>
                      <a:pt x="346" y="169"/>
                    </a:lnTo>
                    <a:close/>
                  </a:path>
                </a:pathLst>
              </a:custGeom>
              <a:solidFill>
                <a:schemeClr val="bg1"/>
              </a:solidFill>
              <a:ln w="9525">
                <a:noFill/>
                <a:round/>
              </a:ln>
            </p:spPr>
            <p:txBody>
              <a:bodyPr vert="horz" wrap="square" lIns="82938" tIns="41469" rIns="82938" bIns="41469" numCol="1" anchor="t" anchorCtr="0" compatLnSpc="1"/>
              <a:lstStyle/>
              <a:p>
                <a:endParaRPr lang="en-GB" sz="1815"/>
              </a:p>
            </p:txBody>
          </p:sp>
          <p:sp>
            <p:nvSpPr>
              <p:cNvPr id="55" name="Freeform 132"/>
              <p:cNvSpPr>
                <a:spLocks noEditPoints="1"/>
              </p:cNvSpPr>
              <p:nvPr/>
            </p:nvSpPr>
            <p:spPr bwMode="auto">
              <a:xfrm>
                <a:off x="1133364" y="4606975"/>
                <a:ext cx="173038" cy="201613"/>
              </a:xfrm>
              <a:custGeom>
                <a:avLst/>
                <a:gdLst/>
                <a:ahLst/>
                <a:cxnLst>
                  <a:cxn ang="0">
                    <a:pos x="31" y="53"/>
                  </a:cxn>
                  <a:cxn ang="0">
                    <a:pos x="4" y="104"/>
                  </a:cxn>
                  <a:cxn ang="0">
                    <a:pos x="73" y="104"/>
                  </a:cxn>
                  <a:cxn ang="0">
                    <a:pos x="73" y="104"/>
                  </a:cxn>
                  <a:cxn ang="0">
                    <a:pos x="88" y="89"/>
                  </a:cxn>
                  <a:cxn ang="0">
                    <a:pos x="89" y="89"/>
                  </a:cxn>
                  <a:cxn ang="0">
                    <a:pos x="89" y="17"/>
                  </a:cxn>
                  <a:cxn ang="0">
                    <a:pos x="88" y="17"/>
                  </a:cxn>
                  <a:cxn ang="0">
                    <a:pos x="73" y="2"/>
                  </a:cxn>
                  <a:cxn ang="0">
                    <a:pos x="73" y="0"/>
                  </a:cxn>
                  <a:cxn ang="0">
                    <a:pos x="0" y="0"/>
                  </a:cxn>
                  <a:cxn ang="0">
                    <a:pos x="31" y="53"/>
                  </a:cxn>
                  <a:cxn ang="0">
                    <a:pos x="58" y="43"/>
                  </a:cxn>
                  <a:cxn ang="0">
                    <a:pos x="68" y="53"/>
                  </a:cxn>
                  <a:cxn ang="0">
                    <a:pos x="58" y="63"/>
                  </a:cxn>
                  <a:cxn ang="0">
                    <a:pos x="48" y="53"/>
                  </a:cxn>
                  <a:cxn ang="0">
                    <a:pos x="58" y="43"/>
                  </a:cxn>
                </a:cxnLst>
                <a:rect l="0" t="0" r="r" b="b"/>
                <a:pathLst>
                  <a:path w="89" h="104">
                    <a:moveTo>
                      <a:pt x="31" y="53"/>
                    </a:moveTo>
                    <a:cubicBezTo>
                      <a:pt x="31" y="75"/>
                      <a:pt x="20" y="93"/>
                      <a:pt x="4" y="104"/>
                    </a:cubicBezTo>
                    <a:cubicBezTo>
                      <a:pt x="73" y="104"/>
                      <a:pt x="73" y="104"/>
                      <a:pt x="73" y="104"/>
                    </a:cubicBezTo>
                    <a:cubicBezTo>
                      <a:pt x="73" y="104"/>
                      <a:pt x="73" y="104"/>
                      <a:pt x="73" y="104"/>
                    </a:cubicBezTo>
                    <a:cubicBezTo>
                      <a:pt x="73" y="96"/>
                      <a:pt x="80" y="89"/>
                      <a:pt x="88" y="89"/>
                    </a:cubicBezTo>
                    <a:cubicBezTo>
                      <a:pt x="88" y="89"/>
                      <a:pt x="89" y="89"/>
                      <a:pt x="89" y="89"/>
                    </a:cubicBezTo>
                    <a:cubicBezTo>
                      <a:pt x="89" y="17"/>
                      <a:pt x="89" y="17"/>
                      <a:pt x="89" y="17"/>
                    </a:cubicBezTo>
                    <a:cubicBezTo>
                      <a:pt x="89" y="17"/>
                      <a:pt x="88" y="17"/>
                      <a:pt x="88" y="17"/>
                    </a:cubicBezTo>
                    <a:cubicBezTo>
                      <a:pt x="80" y="17"/>
                      <a:pt x="73" y="11"/>
                      <a:pt x="73" y="2"/>
                    </a:cubicBezTo>
                    <a:cubicBezTo>
                      <a:pt x="73" y="1"/>
                      <a:pt x="73" y="1"/>
                      <a:pt x="73" y="0"/>
                    </a:cubicBezTo>
                    <a:cubicBezTo>
                      <a:pt x="0" y="0"/>
                      <a:pt x="0" y="0"/>
                      <a:pt x="0" y="0"/>
                    </a:cubicBezTo>
                    <a:cubicBezTo>
                      <a:pt x="19" y="10"/>
                      <a:pt x="31" y="30"/>
                      <a:pt x="31" y="53"/>
                    </a:cubicBezTo>
                    <a:close/>
                    <a:moveTo>
                      <a:pt x="58" y="43"/>
                    </a:moveTo>
                    <a:cubicBezTo>
                      <a:pt x="63" y="43"/>
                      <a:pt x="68" y="48"/>
                      <a:pt x="68" y="53"/>
                    </a:cubicBezTo>
                    <a:cubicBezTo>
                      <a:pt x="68" y="59"/>
                      <a:pt x="63" y="63"/>
                      <a:pt x="58" y="63"/>
                    </a:cubicBezTo>
                    <a:cubicBezTo>
                      <a:pt x="52" y="63"/>
                      <a:pt x="48" y="59"/>
                      <a:pt x="48" y="53"/>
                    </a:cubicBezTo>
                    <a:cubicBezTo>
                      <a:pt x="48" y="48"/>
                      <a:pt x="52" y="43"/>
                      <a:pt x="58" y="43"/>
                    </a:cubicBezTo>
                    <a:close/>
                  </a:path>
                </a:pathLst>
              </a:custGeom>
              <a:solidFill>
                <a:schemeClr val="bg1"/>
              </a:solidFill>
              <a:ln w="9525">
                <a:noFill/>
                <a:round/>
              </a:ln>
            </p:spPr>
            <p:txBody>
              <a:bodyPr vert="horz" wrap="square" lIns="82938" tIns="41469" rIns="82938" bIns="41469" numCol="1" anchor="t" anchorCtr="0" compatLnSpc="1"/>
              <a:lstStyle/>
              <a:p>
                <a:endParaRPr lang="en-GB" sz="1815"/>
              </a:p>
            </p:txBody>
          </p:sp>
          <p:sp>
            <p:nvSpPr>
              <p:cNvPr id="56" name="Freeform 133"/>
              <p:cNvSpPr>
                <a:spLocks noEditPoints="1"/>
              </p:cNvSpPr>
              <p:nvPr/>
            </p:nvSpPr>
            <p:spPr bwMode="auto">
              <a:xfrm>
                <a:off x="825389" y="4606975"/>
                <a:ext cx="192088" cy="201613"/>
              </a:xfrm>
              <a:custGeom>
                <a:avLst/>
                <a:gdLst/>
                <a:ahLst/>
                <a:cxnLst>
                  <a:cxn ang="0">
                    <a:pos x="15" y="104"/>
                  </a:cxn>
                  <a:cxn ang="0">
                    <a:pos x="15" y="104"/>
                  </a:cxn>
                  <a:cxn ang="0">
                    <a:pos x="95" y="104"/>
                  </a:cxn>
                  <a:cxn ang="0">
                    <a:pos x="67" y="53"/>
                  </a:cxn>
                  <a:cxn ang="0">
                    <a:pos x="99" y="0"/>
                  </a:cxn>
                  <a:cxn ang="0">
                    <a:pos x="15" y="0"/>
                  </a:cxn>
                  <a:cxn ang="0">
                    <a:pos x="15" y="2"/>
                  </a:cxn>
                  <a:cxn ang="0">
                    <a:pos x="0" y="17"/>
                  </a:cxn>
                  <a:cxn ang="0">
                    <a:pos x="0" y="17"/>
                  </a:cxn>
                  <a:cxn ang="0">
                    <a:pos x="0" y="89"/>
                  </a:cxn>
                  <a:cxn ang="0">
                    <a:pos x="0" y="89"/>
                  </a:cxn>
                  <a:cxn ang="0">
                    <a:pos x="15" y="104"/>
                  </a:cxn>
                  <a:cxn ang="0">
                    <a:pos x="31" y="43"/>
                  </a:cxn>
                  <a:cxn ang="0">
                    <a:pos x="41" y="53"/>
                  </a:cxn>
                  <a:cxn ang="0">
                    <a:pos x="31" y="63"/>
                  </a:cxn>
                  <a:cxn ang="0">
                    <a:pos x="21" y="53"/>
                  </a:cxn>
                  <a:cxn ang="0">
                    <a:pos x="31" y="43"/>
                  </a:cxn>
                </a:cxnLst>
                <a:rect l="0" t="0" r="r" b="b"/>
                <a:pathLst>
                  <a:path w="99" h="104">
                    <a:moveTo>
                      <a:pt x="15" y="104"/>
                    </a:moveTo>
                    <a:cubicBezTo>
                      <a:pt x="15" y="104"/>
                      <a:pt x="15" y="104"/>
                      <a:pt x="15" y="104"/>
                    </a:cubicBezTo>
                    <a:cubicBezTo>
                      <a:pt x="95" y="104"/>
                      <a:pt x="95" y="104"/>
                      <a:pt x="95" y="104"/>
                    </a:cubicBezTo>
                    <a:cubicBezTo>
                      <a:pt x="78" y="93"/>
                      <a:pt x="67" y="75"/>
                      <a:pt x="67" y="53"/>
                    </a:cubicBezTo>
                    <a:cubicBezTo>
                      <a:pt x="67" y="30"/>
                      <a:pt x="80" y="10"/>
                      <a:pt x="99" y="0"/>
                    </a:cubicBezTo>
                    <a:cubicBezTo>
                      <a:pt x="15" y="0"/>
                      <a:pt x="15" y="0"/>
                      <a:pt x="15" y="0"/>
                    </a:cubicBezTo>
                    <a:cubicBezTo>
                      <a:pt x="15" y="1"/>
                      <a:pt x="15" y="1"/>
                      <a:pt x="15" y="2"/>
                    </a:cubicBezTo>
                    <a:cubicBezTo>
                      <a:pt x="15" y="11"/>
                      <a:pt x="9" y="17"/>
                      <a:pt x="0" y="17"/>
                    </a:cubicBezTo>
                    <a:cubicBezTo>
                      <a:pt x="0" y="17"/>
                      <a:pt x="0" y="17"/>
                      <a:pt x="0" y="17"/>
                    </a:cubicBezTo>
                    <a:cubicBezTo>
                      <a:pt x="0" y="89"/>
                      <a:pt x="0" y="89"/>
                      <a:pt x="0" y="89"/>
                    </a:cubicBezTo>
                    <a:cubicBezTo>
                      <a:pt x="0" y="89"/>
                      <a:pt x="0" y="89"/>
                      <a:pt x="0" y="89"/>
                    </a:cubicBezTo>
                    <a:cubicBezTo>
                      <a:pt x="9" y="89"/>
                      <a:pt x="15" y="96"/>
                      <a:pt x="15" y="104"/>
                    </a:cubicBezTo>
                    <a:close/>
                    <a:moveTo>
                      <a:pt x="31" y="43"/>
                    </a:moveTo>
                    <a:cubicBezTo>
                      <a:pt x="36" y="43"/>
                      <a:pt x="41" y="48"/>
                      <a:pt x="41" y="53"/>
                    </a:cubicBezTo>
                    <a:cubicBezTo>
                      <a:pt x="41" y="59"/>
                      <a:pt x="36" y="63"/>
                      <a:pt x="31" y="63"/>
                    </a:cubicBezTo>
                    <a:cubicBezTo>
                      <a:pt x="25" y="63"/>
                      <a:pt x="21" y="59"/>
                      <a:pt x="21" y="53"/>
                    </a:cubicBezTo>
                    <a:cubicBezTo>
                      <a:pt x="21" y="48"/>
                      <a:pt x="25" y="43"/>
                      <a:pt x="31" y="43"/>
                    </a:cubicBezTo>
                    <a:close/>
                  </a:path>
                </a:pathLst>
              </a:custGeom>
              <a:solidFill>
                <a:schemeClr val="bg1"/>
              </a:solidFill>
              <a:ln w="9525">
                <a:noFill/>
                <a:round/>
              </a:ln>
            </p:spPr>
            <p:txBody>
              <a:bodyPr vert="horz" wrap="square" lIns="82938" tIns="41469" rIns="82938" bIns="41469" numCol="1" anchor="t" anchorCtr="0" compatLnSpc="1"/>
              <a:lstStyle/>
              <a:p>
                <a:endParaRPr lang="en-GB" sz="1815"/>
              </a:p>
            </p:txBody>
          </p:sp>
        </p:grpSp>
        <p:sp>
          <p:nvSpPr>
            <p:cNvPr id="53" name="Rectangle 60"/>
            <p:cNvSpPr>
              <a:spLocks noChangeArrowheads="1"/>
            </p:cNvSpPr>
            <p:nvPr/>
          </p:nvSpPr>
          <p:spPr bwMode="auto">
            <a:xfrm>
              <a:off x="992857" y="5011900"/>
              <a:ext cx="183899" cy="252000"/>
            </a:xfrm>
            <a:prstGeom prst="rect">
              <a:avLst/>
            </a:prstGeom>
            <a:noFill/>
            <a:ln w="6350">
              <a:noFill/>
              <a:miter lim="800000"/>
              <a:headEnd type="none" w="sm" len="sm"/>
              <a:tailEnd type="none" w="sm" len="sm"/>
            </a:ln>
            <a:effectLst/>
          </p:spPr>
          <p:txBody>
            <a:bodyPr lIns="48979" tIns="48979" rIns="48979" bIns="48979" anchor="ctr"/>
            <a:lstStyle/>
            <a:p>
              <a:pPr algn="ctr" defTabSz="762000" eaLnBrk="0" hangingPunct="0"/>
              <a:r>
                <a:rPr lang="en-GB" sz="1270" b="1" dirty="0">
                  <a:solidFill>
                    <a:schemeClr val="bg1"/>
                  </a:solidFill>
                </a:rPr>
                <a:t>£</a:t>
              </a:r>
              <a:endParaRPr lang="en-GB" sz="1270" dirty="0">
                <a:solidFill>
                  <a:schemeClr val="bg1"/>
                </a:solidFill>
              </a:endParaRPr>
            </a:p>
          </p:txBody>
        </p:sp>
      </p:grpSp>
      <p:grpSp>
        <p:nvGrpSpPr>
          <p:cNvPr id="67" name="Group 84"/>
          <p:cNvGrpSpPr>
            <a:grpSpLocks noChangeAspect="1"/>
          </p:cNvGrpSpPr>
          <p:nvPr/>
        </p:nvGrpSpPr>
        <p:grpSpPr bwMode="auto">
          <a:xfrm>
            <a:off x="4095209" y="4557572"/>
            <a:ext cx="391880" cy="522995"/>
            <a:chOff x="3106" y="1570"/>
            <a:chExt cx="534" cy="713"/>
          </a:xfrm>
          <a:solidFill>
            <a:srgbClr val="1450B8"/>
          </a:solidFill>
        </p:grpSpPr>
        <p:sp>
          <p:nvSpPr>
            <p:cNvPr id="68" name="Freeform 85"/>
            <p:cNvSpPr>
              <a:spLocks noChangeAspect="1"/>
            </p:cNvSpPr>
            <p:nvPr/>
          </p:nvSpPr>
          <p:spPr bwMode="auto">
            <a:xfrm>
              <a:off x="3106" y="1737"/>
              <a:ext cx="534" cy="546"/>
            </a:xfrm>
            <a:custGeom>
              <a:avLst/>
              <a:gdLst>
                <a:gd name="T0" fmla="*/ 198 w 1068"/>
                <a:gd name="T1" fmla="*/ 36 h 1092"/>
                <a:gd name="T2" fmla="*/ 223 w 1068"/>
                <a:gd name="T3" fmla="*/ 75 h 1092"/>
                <a:gd name="T4" fmla="*/ 238 w 1068"/>
                <a:gd name="T5" fmla="*/ 111 h 1092"/>
                <a:gd name="T6" fmla="*/ 247 w 1068"/>
                <a:gd name="T7" fmla="*/ 141 h 1092"/>
                <a:gd name="T8" fmla="*/ 251 w 1068"/>
                <a:gd name="T9" fmla="*/ 160 h 1092"/>
                <a:gd name="T10" fmla="*/ 250 w 1068"/>
                <a:gd name="T11" fmla="*/ 182 h 1092"/>
                <a:gd name="T12" fmla="*/ 235 w 1068"/>
                <a:gd name="T13" fmla="*/ 219 h 1092"/>
                <a:gd name="T14" fmla="*/ 209 w 1068"/>
                <a:gd name="T15" fmla="*/ 241 h 1092"/>
                <a:gd name="T16" fmla="*/ 180 w 1068"/>
                <a:gd name="T17" fmla="*/ 253 h 1092"/>
                <a:gd name="T18" fmla="*/ 155 w 1068"/>
                <a:gd name="T19" fmla="*/ 258 h 1092"/>
                <a:gd name="T20" fmla="*/ 144 w 1068"/>
                <a:gd name="T21" fmla="*/ 258 h 1092"/>
                <a:gd name="T22" fmla="*/ 119 w 1068"/>
                <a:gd name="T23" fmla="*/ 257 h 1092"/>
                <a:gd name="T24" fmla="*/ 97 w 1068"/>
                <a:gd name="T25" fmla="*/ 253 h 1092"/>
                <a:gd name="T26" fmla="*/ 77 w 1068"/>
                <a:gd name="T27" fmla="*/ 247 h 1092"/>
                <a:gd name="T28" fmla="*/ 60 w 1068"/>
                <a:gd name="T29" fmla="*/ 238 h 1092"/>
                <a:gd name="T30" fmla="*/ 45 w 1068"/>
                <a:gd name="T31" fmla="*/ 227 h 1092"/>
                <a:gd name="T32" fmla="*/ 25 w 1068"/>
                <a:gd name="T33" fmla="*/ 203 h 1092"/>
                <a:gd name="T34" fmla="*/ 17 w 1068"/>
                <a:gd name="T35" fmla="*/ 176 h 1092"/>
                <a:gd name="T36" fmla="*/ 14 w 1068"/>
                <a:gd name="T37" fmla="*/ 164 h 1092"/>
                <a:gd name="T38" fmla="*/ 25 w 1068"/>
                <a:gd name="T39" fmla="*/ 118 h 1092"/>
                <a:gd name="T40" fmla="*/ 45 w 1068"/>
                <a:gd name="T41" fmla="*/ 79 h 1092"/>
                <a:gd name="T42" fmla="*/ 70 w 1068"/>
                <a:gd name="T43" fmla="*/ 47 h 1092"/>
                <a:gd name="T44" fmla="*/ 92 w 1068"/>
                <a:gd name="T45" fmla="*/ 24 h 1092"/>
                <a:gd name="T46" fmla="*/ 105 w 1068"/>
                <a:gd name="T47" fmla="*/ 13 h 1092"/>
                <a:gd name="T48" fmla="*/ 96 w 1068"/>
                <a:gd name="T49" fmla="*/ 2 h 1092"/>
                <a:gd name="T50" fmla="*/ 81 w 1068"/>
                <a:gd name="T51" fmla="*/ 14 h 1092"/>
                <a:gd name="T52" fmla="*/ 58 w 1068"/>
                <a:gd name="T53" fmla="*/ 38 h 1092"/>
                <a:gd name="T54" fmla="*/ 33 w 1068"/>
                <a:gd name="T55" fmla="*/ 72 h 1092"/>
                <a:gd name="T56" fmla="*/ 10 w 1068"/>
                <a:gd name="T57" fmla="*/ 114 h 1092"/>
                <a:gd name="T58" fmla="*/ 0 w 1068"/>
                <a:gd name="T59" fmla="*/ 163 h 1092"/>
                <a:gd name="T60" fmla="*/ 1 w 1068"/>
                <a:gd name="T61" fmla="*/ 178 h 1092"/>
                <a:gd name="T62" fmla="*/ 12 w 1068"/>
                <a:gd name="T63" fmla="*/ 210 h 1092"/>
                <a:gd name="T64" fmla="*/ 35 w 1068"/>
                <a:gd name="T65" fmla="*/ 238 h 1092"/>
                <a:gd name="T66" fmla="*/ 51 w 1068"/>
                <a:gd name="T67" fmla="*/ 251 h 1092"/>
                <a:gd name="T68" fmla="*/ 71 w 1068"/>
                <a:gd name="T69" fmla="*/ 261 h 1092"/>
                <a:gd name="T70" fmla="*/ 92 w 1068"/>
                <a:gd name="T71" fmla="*/ 268 h 1092"/>
                <a:gd name="T72" fmla="*/ 117 w 1068"/>
                <a:gd name="T73" fmla="*/ 272 h 1092"/>
                <a:gd name="T74" fmla="*/ 144 w 1068"/>
                <a:gd name="T75" fmla="*/ 273 h 1092"/>
                <a:gd name="T76" fmla="*/ 156 w 1068"/>
                <a:gd name="T77" fmla="*/ 273 h 1092"/>
                <a:gd name="T78" fmla="*/ 183 w 1068"/>
                <a:gd name="T79" fmla="*/ 268 h 1092"/>
                <a:gd name="T80" fmla="*/ 217 w 1068"/>
                <a:gd name="T81" fmla="*/ 254 h 1092"/>
                <a:gd name="T82" fmla="*/ 247 w 1068"/>
                <a:gd name="T83" fmla="*/ 228 h 1092"/>
                <a:gd name="T84" fmla="*/ 266 w 1068"/>
                <a:gd name="T85" fmla="*/ 185 h 1092"/>
                <a:gd name="T86" fmla="*/ 267 w 1068"/>
                <a:gd name="T87" fmla="*/ 165 h 1092"/>
                <a:gd name="T88" fmla="*/ 266 w 1068"/>
                <a:gd name="T89" fmla="*/ 154 h 1092"/>
                <a:gd name="T90" fmla="*/ 261 w 1068"/>
                <a:gd name="T91" fmla="*/ 131 h 1092"/>
                <a:gd name="T92" fmla="*/ 249 w 1068"/>
                <a:gd name="T93" fmla="*/ 96 h 1092"/>
                <a:gd name="T94" fmla="*/ 229 w 1068"/>
                <a:gd name="T95" fmla="*/ 55 h 1092"/>
                <a:gd name="T96" fmla="*/ 198 w 1068"/>
                <a:gd name="T97" fmla="*/ 13 h 1092"/>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068"/>
                <a:gd name="T148" fmla="*/ 0 h 1092"/>
                <a:gd name="T149" fmla="*/ 1068 w 1068"/>
                <a:gd name="T150" fmla="*/ 1092 h 1092"/>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068" h="1092">
                  <a:moveTo>
                    <a:pt x="701" y="41"/>
                  </a:moveTo>
                  <a:lnTo>
                    <a:pt x="749" y="92"/>
                  </a:lnTo>
                  <a:lnTo>
                    <a:pt x="792" y="144"/>
                  </a:lnTo>
                  <a:lnTo>
                    <a:pt x="830" y="196"/>
                  </a:lnTo>
                  <a:lnTo>
                    <a:pt x="863" y="248"/>
                  </a:lnTo>
                  <a:lnTo>
                    <a:pt x="892" y="300"/>
                  </a:lnTo>
                  <a:lnTo>
                    <a:pt x="916" y="349"/>
                  </a:lnTo>
                  <a:lnTo>
                    <a:pt x="938" y="399"/>
                  </a:lnTo>
                  <a:lnTo>
                    <a:pt x="955" y="445"/>
                  </a:lnTo>
                  <a:lnTo>
                    <a:pt x="969" y="489"/>
                  </a:lnTo>
                  <a:lnTo>
                    <a:pt x="982" y="528"/>
                  </a:lnTo>
                  <a:lnTo>
                    <a:pt x="991" y="565"/>
                  </a:lnTo>
                  <a:lnTo>
                    <a:pt x="997" y="596"/>
                  </a:lnTo>
                  <a:lnTo>
                    <a:pt x="1002" y="622"/>
                  </a:lnTo>
                  <a:lnTo>
                    <a:pt x="1006" y="642"/>
                  </a:lnTo>
                  <a:lnTo>
                    <a:pt x="1007" y="657"/>
                  </a:lnTo>
                  <a:lnTo>
                    <a:pt x="1008" y="664"/>
                  </a:lnTo>
                  <a:lnTo>
                    <a:pt x="1002" y="728"/>
                  </a:lnTo>
                  <a:lnTo>
                    <a:pt x="989" y="786"/>
                  </a:lnTo>
                  <a:lnTo>
                    <a:pt x="968" y="835"/>
                  </a:lnTo>
                  <a:lnTo>
                    <a:pt x="940" y="877"/>
                  </a:lnTo>
                  <a:lnTo>
                    <a:pt x="909" y="913"/>
                  </a:lnTo>
                  <a:lnTo>
                    <a:pt x="873" y="943"/>
                  </a:lnTo>
                  <a:lnTo>
                    <a:pt x="837" y="967"/>
                  </a:lnTo>
                  <a:lnTo>
                    <a:pt x="797" y="986"/>
                  </a:lnTo>
                  <a:lnTo>
                    <a:pt x="758" y="1002"/>
                  </a:lnTo>
                  <a:lnTo>
                    <a:pt x="720" y="1013"/>
                  </a:lnTo>
                  <a:lnTo>
                    <a:pt x="685" y="1021"/>
                  </a:lnTo>
                  <a:lnTo>
                    <a:pt x="652" y="1027"/>
                  </a:lnTo>
                  <a:lnTo>
                    <a:pt x="623" y="1030"/>
                  </a:lnTo>
                  <a:lnTo>
                    <a:pt x="602" y="1031"/>
                  </a:lnTo>
                  <a:lnTo>
                    <a:pt x="587" y="1032"/>
                  </a:lnTo>
                  <a:lnTo>
                    <a:pt x="579" y="1032"/>
                  </a:lnTo>
                  <a:lnTo>
                    <a:pt x="544" y="1032"/>
                  </a:lnTo>
                  <a:lnTo>
                    <a:pt x="512" y="1030"/>
                  </a:lnTo>
                  <a:lnTo>
                    <a:pt x="479" y="1028"/>
                  </a:lnTo>
                  <a:lnTo>
                    <a:pt x="448" y="1024"/>
                  </a:lnTo>
                  <a:lnTo>
                    <a:pt x="418" y="1019"/>
                  </a:lnTo>
                  <a:lnTo>
                    <a:pt x="390" y="1013"/>
                  </a:lnTo>
                  <a:lnTo>
                    <a:pt x="362" y="1006"/>
                  </a:lnTo>
                  <a:lnTo>
                    <a:pt x="335" y="998"/>
                  </a:lnTo>
                  <a:lnTo>
                    <a:pt x="310" y="989"/>
                  </a:lnTo>
                  <a:lnTo>
                    <a:pt x="286" y="978"/>
                  </a:lnTo>
                  <a:lnTo>
                    <a:pt x="263" y="968"/>
                  </a:lnTo>
                  <a:lnTo>
                    <a:pt x="241" y="955"/>
                  </a:lnTo>
                  <a:lnTo>
                    <a:pt x="219" y="941"/>
                  </a:lnTo>
                  <a:lnTo>
                    <a:pt x="200" y="928"/>
                  </a:lnTo>
                  <a:lnTo>
                    <a:pt x="181" y="911"/>
                  </a:lnTo>
                  <a:lnTo>
                    <a:pt x="164" y="895"/>
                  </a:lnTo>
                  <a:lnTo>
                    <a:pt x="129" y="855"/>
                  </a:lnTo>
                  <a:lnTo>
                    <a:pt x="103" y="813"/>
                  </a:lnTo>
                  <a:lnTo>
                    <a:pt x="84" y="774"/>
                  </a:lnTo>
                  <a:lnTo>
                    <a:pt x="72" y="737"/>
                  </a:lnTo>
                  <a:lnTo>
                    <a:pt x="65" y="705"/>
                  </a:lnTo>
                  <a:lnTo>
                    <a:pt x="60" y="680"/>
                  </a:lnTo>
                  <a:lnTo>
                    <a:pt x="59" y="663"/>
                  </a:lnTo>
                  <a:lnTo>
                    <a:pt x="59" y="657"/>
                  </a:lnTo>
                  <a:lnTo>
                    <a:pt x="66" y="595"/>
                  </a:lnTo>
                  <a:lnTo>
                    <a:pt x="80" y="533"/>
                  </a:lnTo>
                  <a:lnTo>
                    <a:pt x="101" y="475"/>
                  </a:lnTo>
                  <a:lnTo>
                    <a:pt x="125" y="419"/>
                  </a:lnTo>
                  <a:lnTo>
                    <a:pt x="152" y="366"/>
                  </a:lnTo>
                  <a:lnTo>
                    <a:pt x="183" y="316"/>
                  </a:lnTo>
                  <a:lnTo>
                    <a:pt x="216" y="270"/>
                  </a:lnTo>
                  <a:lnTo>
                    <a:pt x="249" y="227"/>
                  </a:lnTo>
                  <a:lnTo>
                    <a:pt x="283" y="188"/>
                  </a:lnTo>
                  <a:lnTo>
                    <a:pt x="314" y="154"/>
                  </a:lnTo>
                  <a:lnTo>
                    <a:pt x="344" y="123"/>
                  </a:lnTo>
                  <a:lnTo>
                    <a:pt x="371" y="99"/>
                  </a:lnTo>
                  <a:lnTo>
                    <a:pt x="393" y="78"/>
                  </a:lnTo>
                  <a:lnTo>
                    <a:pt x="412" y="63"/>
                  </a:lnTo>
                  <a:lnTo>
                    <a:pt x="423" y="54"/>
                  </a:lnTo>
                  <a:lnTo>
                    <a:pt x="428" y="51"/>
                  </a:lnTo>
                  <a:lnTo>
                    <a:pt x="391" y="3"/>
                  </a:lnTo>
                  <a:lnTo>
                    <a:pt x="384" y="8"/>
                  </a:lnTo>
                  <a:lnTo>
                    <a:pt x="370" y="20"/>
                  </a:lnTo>
                  <a:lnTo>
                    <a:pt x="350" y="37"/>
                  </a:lnTo>
                  <a:lnTo>
                    <a:pt x="326" y="59"/>
                  </a:lnTo>
                  <a:lnTo>
                    <a:pt x="297" y="85"/>
                  </a:lnTo>
                  <a:lnTo>
                    <a:pt x="266" y="117"/>
                  </a:lnTo>
                  <a:lnTo>
                    <a:pt x="233" y="154"/>
                  </a:lnTo>
                  <a:lnTo>
                    <a:pt x="197" y="196"/>
                  </a:lnTo>
                  <a:lnTo>
                    <a:pt x="163" y="241"/>
                  </a:lnTo>
                  <a:lnTo>
                    <a:pt x="129" y="290"/>
                  </a:lnTo>
                  <a:lnTo>
                    <a:pt x="97" y="343"/>
                  </a:lnTo>
                  <a:lnTo>
                    <a:pt x="68" y="400"/>
                  </a:lnTo>
                  <a:lnTo>
                    <a:pt x="43" y="459"/>
                  </a:lnTo>
                  <a:lnTo>
                    <a:pt x="22" y="522"/>
                  </a:lnTo>
                  <a:lnTo>
                    <a:pt x="8" y="586"/>
                  </a:lnTo>
                  <a:lnTo>
                    <a:pt x="0" y="654"/>
                  </a:lnTo>
                  <a:lnTo>
                    <a:pt x="0" y="664"/>
                  </a:lnTo>
                  <a:lnTo>
                    <a:pt x="1" y="684"/>
                  </a:lnTo>
                  <a:lnTo>
                    <a:pt x="6" y="714"/>
                  </a:lnTo>
                  <a:lnTo>
                    <a:pt x="15" y="752"/>
                  </a:lnTo>
                  <a:lnTo>
                    <a:pt x="29" y="795"/>
                  </a:lnTo>
                  <a:lnTo>
                    <a:pt x="50" y="841"/>
                  </a:lnTo>
                  <a:lnTo>
                    <a:pt x="80" y="890"/>
                  </a:lnTo>
                  <a:lnTo>
                    <a:pt x="120" y="937"/>
                  </a:lnTo>
                  <a:lnTo>
                    <a:pt x="140" y="955"/>
                  </a:lnTo>
                  <a:lnTo>
                    <a:pt x="160" y="974"/>
                  </a:lnTo>
                  <a:lnTo>
                    <a:pt x="183" y="990"/>
                  </a:lnTo>
                  <a:lnTo>
                    <a:pt x="206" y="1005"/>
                  </a:lnTo>
                  <a:lnTo>
                    <a:pt x="231" y="1019"/>
                  </a:lnTo>
                  <a:lnTo>
                    <a:pt x="257" y="1031"/>
                  </a:lnTo>
                  <a:lnTo>
                    <a:pt x="284" y="1043"/>
                  </a:lnTo>
                  <a:lnTo>
                    <a:pt x="311" y="1053"/>
                  </a:lnTo>
                  <a:lnTo>
                    <a:pt x="341" y="1062"/>
                  </a:lnTo>
                  <a:lnTo>
                    <a:pt x="371" y="1070"/>
                  </a:lnTo>
                  <a:lnTo>
                    <a:pt x="403" y="1077"/>
                  </a:lnTo>
                  <a:lnTo>
                    <a:pt x="436" y="1083"/>
                  </a:lnTo>
                  <a:lnTo>
                    <a:pt x="470" y="1087"/>
                  </a:lnTo>
                  <a:lnTo>
                    <a:pt x="505" y="1090"/>
                  </a:lnTo>
                  <a:lnTo>
                    <a:pt x="542" y="1091"/>
                  </a:lnTo>
                  <a:lnTo>
                    <a:pt x="579" y="1092"/>
                  </a:lnTo>
                  <a:lnTo>
                    <a:pt x="584" y="1092"/>
                  </a:lnTo>
                  <a:lnTo>
                    <a:pt x="600" y="1091"/>
                  </a:lnTo>
                  <a:lnTo>
                    <a:pt x="625" y="1090"/>
                  </a:lnTo>
                  <a:lnTo>
                    <a:pt x="656" y="1085"/>
                  </a:lnTo>
                  <a:lnTo>
                    <a:pt x="693" y="1080"/>
                  </a:lnTo>
                  <a:lnTo>
                    <a:pt x="733" y="1070"/>
                  </a:lnTo>
                  <a:lnTo>
                    <a:pt x="777" y="1057"/>
                  </a:lnTo>
                  <a:lnTo>
                    <a:pt x="822" y="1039"/>
                  </a:lnTo>
                  <a:lnTo>
                    <a:pt x="868" y="1017"/>
                  </a:lnTo>
                  <a:lnTo>
                    <a:pt x="911" y="989"/>
                  </a:lnTo>
                  <a:lnTo>
                    <a:pt x="952" y="954"/>
                  </a:lnTo>
                  <a:lnTo>
                    <a:pt x="989" y="913"/>
                  </a:lnTo>
                  <a:lnTo>
                    <a:pt x="1021" y="863"/>
                  </a:lnTo>
                  <a:lnTo>
                    <a:pt x="1045" y="805"/>
                  </a:lnTo>
                  <a:lnTo>
                    <a:pt x="1061" y="740"/>
                  </a:lnTo>
                  <a:lnTo>
                    <a:pt x="1068" y="664"/>
                  </a:lnTo>
                  <a:lnTo>
                    <a:pt x="1068" y="661"/>
                  </a:lnTo>
                  <a:lnTo>
                    <a:pt x="1068" y="660"/>
                  </a:lnTo>
                  <a:lnTo>
                    <a:pt x="1067" y="653"/>
                  </a:lnTo>
                  <a:lnTo>
                    <a:pt x="1066" y="639"/>
                  </a:lnTo>
                  <a:lnTo>
                    <a:pt x="1062" y="619"/>
                  </a:lnTo>
                  <a:lnTo>
                    <a:pt x="1058" y="591"/>
                  </a:lnTo>
                  <a:lnTo>
                    <a:pt x="1051" y="559"/>
                  </a:lnTo>
                  <a:lnTo>
                    <a:pt x="1042" y="521"/>
                  </a:lnTo>
                  <a:lnTo>
                    <a:pt x="1030" y="478"/>
                  </a:lnTo>
                  <a:lnTo>
                    <a:pt x="1015" y="432"/>
                  </a:lnTo>
                  <a:lnTo>
                    <a:pt x="997" y="384"/>
                  </a:lnTo>
                  <a:lnTo>
                    <a:pt x="975" y="332"/>
                  </a:lnTo>
                  <a:lnTo>
                    <a:pt x="948" y="278"/>
                  </a:lnTo>
                  <a:lnTo>
                    <a:pt x="917" y="222"/>
                  </a:lnTo>
                  <a:lnTo>
                    <a:pt x="881" y="167"/>
                  </a:lnTo>
                  <a:lnTo>
                    <a:pt x="841" y="111"/>
                  </a:lnTo>
                  <a:lnTo>
                    <a:pt x="795" y="54"/>
                  </a:lnTo>
                  <a:lnTo>
                    <a:pt x="743" y="0"/>
                  </a:lnTo>
                  <a:lnTo>
                    <a:pt x="701" y="41"/>
                  </a:lnTo>
                  <a:close/>
                </a:path>
              </a:pathLst>
            </a:custGeom>
            <a:grpFill/>
            <a:ln w="9525">
              <a:no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69" name="Freeform 86"/>
            <p:cNvSpPr>
              <a:spLocks noChangeAspect="1"/>
            </p:cNvSpPr>
            <p:nvPr/>
          </p:nvSpPr>
          <p:spPr bwMode="auto">
            <a:xfrm>
              <a:off x="3279" y="1729"/>
              <a:ext cx="222" cy="45"/>
            </a:xfrm>
            <a:custGeom>
              <a:avLst/>
              <a:gdLst>
                <a:gd name="T0" fmla="*/ 102 w 443"/>
                <a:gd name="T1" fmla="*/ 1 h 90"/>
                <a:gd name="T2" fmla="*/ 91 w 443"/>
                <a:gd name="T3" fmla="*/ 3 h 90"/>
                <a:gd name="T4" fmla="*/ 81 w 443"/>
                <a:gd name="T5" fmla="*/ 5 h 90"/>
                <a:gd name="T6" fmla="*/ 71 w 443"/>
                <a:gd name="T7" fmla="*/ 6 h 90"/>
                <a:gd name="T8" fmla="*/ 63 w 443"/>
                <a:gd name="T9" fmla="*/ 7 h 90"/>
                <a:gd name="T10" fmla="*/ 54 w 443"/>
                <a:gd name="T11" fmla="*/ 7 h 90"/>
                <a:gd name="T12" fmla="*/ 47 w 443"/>
                <a:gd name="T13" fmla="*/ 7 h 90"/>
                <a:gd name="T14" fmla="*/ 40 w 443"/>
                <a:gd name="T15" fmla="*/ 7 h 90"/>
                <a:gd name="T16" fmla="*/ 34 w 443"/>
                <a:gd name="T17" fmla="*/ 6 h 90"/>
                <a:gd name="T18" fmla="*/ 29 w 443"/>
                <a:gd name="T19" fmla="*/ 6 h 90"/>
                <a:gd name="T20" fmla="*/ 24 w 443"/>
                <a:gd name="T21" fmla="*/ 5 h 90"/>
                <a:gd name="T22" fmla="*/ 20 w 443"/>
                <a:gd name="T23" fmla="*/ 4 h 90"/>
                <a:gd name="T24" fmla="*/ 17 w 443"/>
                <a:gd name="T25" fmla="*/ 3 h 90"/>
                <a:gd name="T26" fmla="*/ 14 w 443"/>
                <a:gd name="T27" fmla="*/ 3 h 90"/>
                <a:gd name="T28" fmla="*/ 12 w 443"/>
                <a:gd name="T29" fmla="*/ 1 h 90"/>
                <a:gd name="T30" fmla="*/ 11 w 443"/>
                <a:gd name="T31" fmla="*/ 1 h 90"/>
                <a:gd name="T32" fmla="*/ 11 w 443"/>
                <a:gd name="T33" fmla="*/ 1 h 90"/>
                <a:gd name="T34" fmla="*/ 10 w 443"/>
                <a:gd name="T35" fmla="*/ 1 h 90"/>
                <a:gd name="T36" fmla="*/ 8 w 443"/>
                <a:gd name="T37" fmla="*/ 0 h 90"/>
                <a:gd name="T38" fmla="*/ 7 w 443"/>
                <a:gd name="T39" fmla="*/ 0 h 90"/>
                <a:gd name="T40" fmla="*/ 6 w 443"/>
                <a:gd name="T41" fmla="*/ 1 h 90"/>
                <a:gd name="T42" fmla="*/ 4 w 443"/>
                <a:gd name="T43" fmla="*/ 1 h 90"/>
                <a:gd name="T44" fmla="*/ 3 w 443"/>
                <a:gd name="T45" fmla="*/ 1 h 90"/>
                <a:gd name="T46" fmla="*/ 2 w 443"/>
                <a:gd name="T47" fmla="*/ 3 h 90"/>
                <a:gd name="T48" fmla="*/ 1 w 443"/>
                <a:gd name="T49" fmla="*/ 4 h 90"/>
                <a:gd name="T50" fmla="*/ 0 w 443"/>
                <a:gd name="T51" fmla="*/ 6 h 90"/>
                <a:gd name="T52" fmla="*/ 1 w 443"/>
                <a:gd name="T53" fmla="*/ 10 h 90"/>
                <a:gd name="T54" fmla="*/ 2 w 443"/>
                <a:gd name="T55" fmla="*/ 12 h 90"/>
                <a:gd name="T56" fmla="*/ 4 w 443"/>
                <a:gd name="T57" fmla="*/ 14 h 90"/>
                <a:gd name="T58" fmla="*/ 5 w 443"/>
                <a:gd name="T59" fmla="*/ 14 h 90"/>
                <a:gd name="T60" fmla="*/ 6 w 443"/>
                <a:gd name="T61" fmla="*/ 15 h 90"/>
                <a:gd name="T62" fmla="*/ 8 w 443"/>
                <a:gd name="T63" fmla="*/ 15 h 90"/>
                <a:gd name="T64" fmla="*/ 11 w 443"/>
                <a:gd name="T65" fmla="*/ 17 h 90"/>
                <a:gd name="T66" fmla="*/ 15 w 443"/>
                <a:gd name="T67" fmla="*/ 18 h 90"/>
                <a:gd name="T68" fmla="*/ 20 w 443"/>
                <a:gd name="T69" fmla="*/ 19 h 90"/>
                <a:gd name="T70" fmla="*/ 25 w 443"/>
                <a:gd name="T71" fmla="*/ 20 h 90"/>
                <a:gd name="T72" fmla="*/ 31 w 443"/>
                <a:gd name="T73" fmla="*/ 21 h 90"/>
                <a:gd name="T74" fmla="*/ 37 w 443"/>
                <a:gd name="T75" fmla="*/ 22 h 90"/>
                <a:gd name="T76" fmla="*/ 45 w 443"/>
                <a:gd name="T77" fmla="*/ 23 h 90"/>
                <a:gd name="T78" fmla="*/ 53 w 443"/>
                <a:gd name="T79" fmla="*/ 23 h 90"/>
                <a:gd name="T80" fmla="*/ 62 w 443"/>
                <a:gd name="T81" fmla="*/ 22 h 90"/>
                <a:gd name="T82" fmla="*/ 72 w 443"/>
                <a:gd name="T83" fmla="*/ 21 h 90"/>
                <a:gd name="T84" fmla="*/ 82 w 443"/>
                <a:gd name="T85" fmla="*/ 20 h 90"/>
                <a:gd name="T86" fmla="*/ 94 w 443"/>
                <a:gd name="T87" fmla="*/ 18 h 90"/>
                <a:gd name="T88" fmla="*/ 106 w 443"/>
                <a:gd name="T89" fmla="*/ 14 h 90"/>
                <a:gd name="T90" fmla="*/ 108 w 443"/>
                <a:gd name="T91" fmla="*/ 13 h 90"/>
                <a:gd name="T92" fmla="*/ 110 w 443"/>
                <a:gd name="T93" fmla="*/ 11 h 90"/>
                <a:gd name="T94" fmla="*/ 111 w 443"/>
                <a:gd name="T95" fmla="*/ 9 h 90"/>
                <a:gd name="T96" fmla="*/ 111 w 443"/>
                <a:gd name="T97" fmla="*/ 6 h 90"/>
                <a:gd name="T98" fmla="*/ 111 w 443"/>
                <a:gd name="T99" fmla="*/ 4 h 90"/>
                <a:gd name="T100" fmla="*/ 110 w 443"/>
                <a:gd name="T101" fmla="*/ 3 h 90"/>
                <a:gd name="T102" fmla="*/ 109 w 443"/>
                <a:gd name="T103" fmla="*/ 1 h 90"/>
                <a:gd name="T104" fmla="*/ 108 w 443"/>
                <a:gd name="T105" fmla="*/ 1 h 90"/>
                <a:gd name="T106" fmla="*/ 106 w 443"/>
                <a:gd name="T107" fmla="*/ 1 h 90"/>
                <a:gd name="T108" fmla="*/ 105 w 443"/>
                <a:gd name="T109" fmla="*/ 0 h 90"/>
                <a:gd name="T110" fmla="*/ 103 w 443"/>
                <a:gd name="T111" fmla="*/ 0 h 90"/>
                <a:gd name="T112" fmla="*/ 102 w 443"/>
                <a:gd name="T113" fmla="*/ 1 h 9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443"/>
                <a:gd name="T172" fmla="*/ 0 h 90"/>
                <a:gd name="T173" fmla="*/ 443 w 443"/>
                <a:gd name="T174" fmla="*/ 90 h 90"/>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443" h="90">
                  <a:moveTo>
                    <a:pt x="406" y="1"/>
                  </a:moveTo>
                  <a:lnTo>
                    <a:pt x="363" y="11"/>
                  </a:lnTo>
                  <a:lnTo>
                    <a:pt x="322" y="19"/>
                  </a:lnTo>
                  <a:lnTo>
                    <a:pt x="284" y="25"/>
                  </a:lnTo>
                  <a:lnTo>
                    <a:pt x="249" y="29"/>
                  </a:lnTo>
                  <a:lnTo>
                    <a:pt x="216" y="30"/>
                  </a:lnTo>
                  <a:lnTo>
                    <a:pt x="186" y="30"/>
                  </a:lnTo>
                  <a:lnTo>
                    <a:pt x="159" y="29"/>
                  </a:lnTo>
                  <a:lnTo>
                    <a:pt x="135" y="26"/>
                  </a:lnTo>
                  <a:lnTo>
                    <a:pt x="114" y="23"/>
                  </a:lnTo>
                  <a:lnTo>
                    <a:pt x="95" y="19"/>
                  </a:lnTo>
                  <a:lnTo>
                    <a:pt x="79" y="16"/>
                  </a:lnTo>
                  <a:lnTo>
                    <a:pt x="67" y="11"/>
                  </a:lnTo>
                  <a:lnTo>
                    <a:pt x="56" y="9"/>
                  </a:lnTo>
                  <a:lnTo>
                    <a:pt x="48" y="6"/>
                  </a:lnTo>
                  <a:lnTo>
                    <a:pt x="44" y="4"/>
                  </a:lnTo>
                  <a:lnTo>
                    <a:pt x="42" y="3"/>
                  </a:lnTo>
                  <a:lnTo>
                    <a:pt x="37" y="1"/>
                  </a:lnTo>
                  <a:lnTo>
                    <a:pt x="31" y="0"/>
                  </a:lnTo>
                  <a:lnTo>
                    <a:pt x="26" y="0"/>
                  </a:lnTo>
                  <a:lnTo>
                    <a:pt x="21" y="1"/>
                  </a:lnTo>
                  <a:lnTo>
                    <a:pt x="15" y="3"/>
                  </a:lnTo>
                  <a:lnTo>
                    <a:pt x="10" y="7"/>
                  </a:lnTo>
                  <a:lnTo>
                    <a:pt x="7" y="11"/>
                  </a:lnTo>
                  <a:lnTo>
                    <a:pt x="3" y="16"/>
                  </a:lnTo>
                  <a:lnTo>
                    <a:pt x="0" y="27"/>
                  </a:lnTo>
                  <a:lnTo>
                    <a:pt x="1" y="38"/>
                  </a:lnTo>
                  <a:lnTo>
                    <a:pt x="6" y="48"/>
                  </a:lnTo>
                  <a:lnTo>
                    <a:pt x="15" y="56"/>
                  </a:lnTo>
                  <a:lnTo>
                    <a:pt x="17" y="57"/>
                  </a:lnTo>
                  <a:lnTo>
                    <a:pt x="23" y="60"/>
                  </a:lnTo>
                  <a:lnTo>
                    <a:pt x="32" y="63"/>
                  </a:lnTo>
                  <a:lnTo>
                    <a:pt x="44" y="68"/>
                  </a:lnTo>
                  <a:lnTo>
                    <a:pt x="59" y="71"/>
                  </a:lnTo>
                  <a:lnTo>
                    <a:pt x="77" y="76"/>
                  </a:lnTo>
                  <a:lnTo>
                    <a:pt x="98" y="80"/>
                  </a:lnTo>
                  <a:lnTo>
                    <a:pt x="122" y="84"/>
                  </a:lnTo>
                  <a:lnTo>
                    <a:pt x="148" y="87"/>
                  </a:lnTo>
                  <a:lnTo>
                    <a:pt x="178" y="89"/>
                  </a:lnTo>
                  <a:lnTo>
                    <a:pt x="212" y="90"/>
                  </a:lnTo>
                  <a:lnTo>
                    <a:pt x="248" y="87"/>
                  </a:lnTo>
                  <a:lnTo>
                    <a:pt x="287" y="84"/>
                  </a:lnTo>
                  <a:lnTo>
                    <a:pt x="328" y="78"/>
                  </a:lnTo>
                  <a:lnTo>
                    <a:pt x="373" y="70"/>
                  </a:lnTo>
                  <a:lnTo>
                    <a:pt x="421" y="59"/>
                  </a:lnTo>
                  <a:lnTo>
                    <a:pt x="432" y="53"/>
                  </a:lnTo>
                  <a:lnTo>
                    <a:pt x="440" y="45"/>
                  </a:lnTo>
                  <a:lnTo>
                    <a:pt x="443" y="33"/>
                  </a:lnTo>
                  <a:lnTo>
                    <a:pt x="443" y="22"/>
                  </a:lnTo>
                  <a:lnTo>
                    <a:pt x="441" y="16"/>
                  </a:lnTo>
                  <a:lnTo>
                    <a:pt x="438" y="11"/>
                  </a:lnTo>
                  <a:lnTo>
                    <a:pt x="434" y="7"/>
                  </a:lnTo>
                  <a:lnTo>
                    <a:pt x="430" y="3"/>
                  </a:lnTo>
                  <a:lnTo>
                    <a:pt x="424" y="1"/>
                  </a:lnTo>
                  <a:lnTo>
                    <a:pt x="418" y="0"/>
                  </a:lnTo>
                  <a:lnTo>
                    <a:pt x="412" y="0"/>
                  </a:lnTo>
                  <a:lnTo>
                    <a:pt x="406" y="1"/>
                  </a:lnTo>
                  <a:close/>
                </a:path>
              </a:pathLst>
            </a:custGeom>
            <a:grpFill/>
            <a:ln w="9525">
              <a:no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70" name="Freeform 87"/>
            <p:cNvSpPr>
              <a:spLocks noChangeAspect="1"/>
            </p:cNvSpPr>
            <p:nvPr/>
          </p:nvSpPr>
          <p:spPr bwMode="auto">
            <a:xfrm>
              <a:off x="3190" y="1570"/>
              <a:ext cx="436" cy="180"/>
            </a:xfrm>
            <a:custGeom>
              <a:avLst/>
              <a:gdLst>
                <a:gd name="T0" fmla="*/ 70 w 872"/>
                <a:gd name="T1" fmla="*/ 14 h 359"/>
                <a:gd name="T2" fmla="*/ 67 w 872"/>
                <a:gd name="T3" fmla="*/ 14 h 359"/>
                <a:gd name="T4" fmla="*/ 61 w 872"/>
                <a:gd name="T5" fmla="*/ 13 h 359"/>
                <a:gd name="T6" fmla="*/ 56 w 872"/>
                <a:gd name="T7" fmla="*/ 11 h 359"/>
                <a:gd name="T8" fmla="*/ 50 w 872"/>
                <a:gd name="T9" fmla="*/ 8 h 359"/>
                <a:gd name="T10" fmla="*/ 36 w 872"/>
                <a:gd name="T11" fmla="*/ 6 h 359"/>
                <a:gd name="T12" fmla="*/ 18 w 872"/>
                <a:gd name="T13" fmla="*/ 8 h 359"/>
                <a:gd name="T14" fmla="*/ 9 w 872"/>
                <a:gd name="T15" fmla="*/ 13 h 359"/>
                <a:gd name="T16" fmla="*/ 10 w 872"/>
                <a:gd name="T17" fmla="*/ 26 h 359"/>
                <a:gd name="T18" fmla="*/ 38 w 872"/>
                <a:gd name="T19" fmla="*/ 54 h 359"/>
                <a:gd name="T20" fmla="*/ 48 w 872"/>
                <a:gd name="T21" fmla="*/ 82 h 359"/>
                <a:gd name="T22" fmla="*/ 63 w 872"/>
                <a:gd name="T23" fmla="*/ 90 h 359"/>
                <a:gd name="T24" fmla="*/ 61 w 872"/>
                <a:gd name="T25" fmla="*/ 74 h 359"/>
                <a:gd name="T26" fmla="*/ 49 w 872"/>
                <a:gd name="T27" fmla="*/ 42 h 359"/>
                <a:gd name="T28" fmla="*/ 31 w 872"/>
                <a:gd name="T29" fmla="*/ 21 h 359"/>
                <a:gd name="T30" fmla="*/ 35 w 872"/>
                <a:gd name="T31" fmla="*/ 21 h 359"/>
                <a:gd name="T32" fmla="*/ 40 w 872"/>
                <a:gd name="T33" fmla="*/ 21 h 359"/>
                <a:gd name="T34" fmla="*/ 46 w 872"/>
                <a:gd name="T35" fmla="*/ 23 h 359"/>
                <a:gd name="T36" fmla="*/ 52 w 872"/>
                <a:gd name="T37" fmla="*/ 25 h 359"/>
                <a:gd name="T38" fmla="*/ 56 w 872"/>
                <a:gd name="T39" fmla="*/ 26 h 359"/>
                <a:gd name="T40" fmla="*/ 65 w 872"/>
                <a:gd name="T41" fmla="*/ 29 h 359"/>
                <a:gd name="T42" fmla="*/ 74 w 872"/>
                <a:gd name="T43" fmla="*/ 28 h 359"/>
                <a:gd name="T44" fmla="*/ 85 w 872"/>
                <a:gd name="T45" fmla="*/ 21 h 359"/>
                <a:gd name="T46" fmla="*/ 101 w 872"/>
                <a:gd name="T47" fmla="*/ 16 h 359"/>
                <a:gd name="T48" fmla="*/ 117 w 872"/>
                <a:gd name="T49" fmla="*/ 18 h 359"/>
                <a:gd name="T50" fmla="*/ 133 w 872"/>
                <a:gd name="T51" fmla="*/ 31 h 359"/>
                <a:gd name="T52" fmla="*/ 149 w 872"/>
                <a:gd name="T53" fmla="*/ 33 h 359"/>
                <a:gd name="T54" fmla="*/ 163 w 872"/>
                <a:gd name="T55" fmla="*/ 29 h 359"/>
                <a:gd name="T56" fmla="*/ 150 w 872"/>
                <a:gd name="T57" fmla="*/ 46 h 359"/>
                <a:gd name="T58" fmla="*/ 141 w 872"/>
                <a:gd name="T59" fmla="*/ 67 h 359"/>
                <a:gd name="T60" fmla="*/ 152 w 872"/>
                <a:gd name="T61" fmla="*/ 85 h 359"/>
                <a:gd name="T62" fmla="*/ 167 w 872"/>
                <a:gd name="T63" fmla="*/ 47 h 359"/>
                <a:gd name="T64" fmla="*/ 188 w 872"/>
                <a:gd name="T65" fmla="*/ 26 h 359"/>
                <a:gd name="T66" fmla="*/ 218 w 872"/>
                <a:gd name="T67" fmla="*/ 6 h 359"/>
                <a:gd name="T68" fmla="*/ 186 w 872"/>
                <a:gd name="T69" fmla="*/ 8 h 359"/>
                <a:gd name="T70" fmla="*/ 177 w 872"/>
                <a:gd name="T71" fmla="*/ 9 h 359"/>
                <a:gd name="T72" fmla="*/ 166 w 872"/>
                <a:gd name="T73" fmla="*/ 11 h 359"/>
                <a:gd name="T74" fmla="*/ 153 w 872"/>
                <a:gd name="T75" fmla="*/ 17 h 359"/>
                <a:gd name="T76" fmla="*/ 143 w 872"/>
                <a:gd name="T77" fmla="*/ 18 h 359"/>
                <a:gd name="T78" fmla="*/ 134 w 872"/>
                <a:gd name="T79" fmla="*/ 13 h 359"/>
                <a:gd name="T80" fmla="*/ 123 w 872"/>
                <a:gd name="T81" fmla="*/ 5 h 359"/>
                <a:gd name="T82" fmla="*/ 111 w 872"/>
                <a:gd name="T83" fmla="*/ 1 h 359"/>
                <a:gd name="T84" fmla="*/ 100 w 872"/>
                <a:gd name="T85" fmla="*/ 1 h 359"/>
                <a:gd name="T86" fmla="*/ 88 w 872"/>
                <a:gd name="T87" fmla="*/ 4 h 359"/>
                <a:gd name="T88" fmla="*/ 76 w 872"/>
                <a:gd name="T89" fmla="*/ 9 h 359"/>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872"/>
                <a:gd name="T136" fmla="*/ 0 h 359"/>
                <a:gd name="T137" fmla="*/ 872 w 872"/>
                <a:gd name="T138" fmla="*/ 359 h 359"/>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872" h="359">
                  <a:moveTo>
                    <a:pt x="289" y="45"/>
                  </a:moveTo>
                  <a:lnTo>
                    <a:pt x="283" y="49"/>
                  </a:lnTo>
                  <a:lnTo>
                    <a:pt x="278" y="53"/>
                  </a:lnTo>
                  <a:lnTo>
                    <a:pt x="273" y="55"/>
                  </a:lnTo>
                  <a:lnTo>
                    <a:pt x="270" y="55"/>
                  </a:lnTo>
                  <a:lnTo>
                    <a:pt x="265" y="55"/>
                  </a:lnTo>
                  <a:lnTo>
                    <a:pt x="261" y="54"/>
                  </a:lnTo>
                  <a:lnTo>
                    <a:pt x="255" y="53"/>
                  </a:lnTo>
                  <a:lnTo>
                    <a:pt x="247" y="49"/>
                  </a:lnTo>
                  <a:lnTo>
                    <a:pt x="241" y="47"/>
                  </a:lnTo>
                  <a:lnTo>
                    <a:pt x="234" y="44"/>
                  </a:lnTo>
                  <a:lnTo>
                    <a:pt x="227" y="41"/>
                  </a:lnTo>
                  <a:lnTo>
                    <a:pt x="219" y="38"/>
                  </a:lnTo>
                  <a:lnTo>
                    <a:pt x="210" y="34"/>
                  </a:lnTo>
                  <a:lnTo>
                    <a:pt x="200" y="32"/>
                  </a:lnTo>
                  <a:lnTo>
                    <a:pt x="188" y="29"/>
                  </a:lnTo>
                  <a:lnTo>
                    <a:pt x="177" y="26"/>
                  </a:lnTo>
                  <a:lnTo>
                    <a:pt x="143" y="23"/>
                  </a:lnTo>
                  <a:lnTo>
                    <a:pt x="114" y="23"/>
                  </a:lnTo>
                  <a:lnTo>
                    <a:pt x="90" y="26"/>
                  </a:lnTo>
                  <a:lnTo>
                    <a:pt x="69" y="31"/>
                  </a:lnTo>
                  <a:lnTo>
                    <a:pt x="53" y="38"/>
                  </a:lnTo>
                  <a:lnTo>
                    <a:pt x="42" y="45"/>
                  </a:lnTo>
                  <a:lnTo>
                    <a:pt x="34" y="49"/>
                  </a:lnTo>
                  <a:lnTo>
                    <a:pt x="30" y="53"/>
                  </a:lnTo>
                  <a:lnTo>
                    <a:pt x="0" y="82"/>
                  </a:lnTo>
                  <a:lnTo>
                    <a:pt x="37" y="101"/>
                  </a:lnTo>
                  <a:lnTo>
                    <a:pt x="87" y="135"/>
                  </a:lnTo>
                  <a:lnTo>
                    <a:pt x="125" y="174"/>
                  </a:lnTo>
                  <a:lnTo>
                    <a:pt x="152" y="215"/>
                  </a:lnTo>
                  <a:lnTo>
                    <a:pt x="172" y="257"/>
                  </a:lnTo>
                  <a:lnTo>
                    <a:pt x="183" y="295"/>
                  </a:lnTo>
                  <a:lnTo>
                    <a:pt x="189" y="327"/>
                  </a:lnTo>
                  <a:lnTo>
                    <a:pt x="193" y="349"/>
                  </a:lnTo>
                  <a:lnTo>
                    <a:pt x="193" y="359"/>
                  </a:lnTo>
                  <a:lnTo>
                    <a:pt x="253" y="358"/>
                  </a:lnTo>
                  <a:lnTo>
                    <a:pt x="253" y="348"/>
                  </a:lnTo>
                  <a:lnTo>
                    <a:pt x="250" y="326"/>
                  </a:lnTo>
                  <a:lnTo>
                    <a:pt x="245" y="295"/>
                  </a:lnTo>
                  <a:lnTo>
                    <a:pt x="234" y="257"/>
                  </a:lnTo>
                  <a:lnTo>
                    <a:pt x="218" y="213"/>
                  </a:lnTo>
                  <a:lnTo>
                    <a:pt x="194" y="168"/>
                  </a:lnTo>
                  <a:lnTo>
                    <a:pt x="160" y="124"/>
                  </a:lnTo>
                  <a:lnTo>
                    <a:pt x="118" y="83"/>
                  </a:lnTo>
                  <a:lnTo>
                    <a:pt x="124" y="83"/>
                  </a:lnTo>
                  <a:lnTo>
                    <a:pt x="128" y="82"/>
                  </a:lnTo>
                  <a:lnTo>
                    <a:pt x="134" y="82"/>
                  </a:lnTo>
                  <a:lnTo>
                    <a:pt x="140" y="82"/>
                  </a:lnTo>
                  <a:lnTo>
                    <a:pt x="145" y="83"/>
                  </a:lnTo>
                  <a:lnTo>
                    <a:pt x="152" y="83"/>
                  </a:lnTo>
                  <a:lnTo>
                    <a:pt x="158" y="84"/>
                  </a:lnTo>
                  <a:lnTo>
                    <a:pt x="165" y="85"/>
                  </a:lnTo>
                  <a:lnTo>
                    <a:pt x="175" y="87"/>
                  </a:lnTo>
                  <a:lnTo>
                    <a:pt x="183" y="90"/>
                  </a:lnTo>
                  <a:lnTo>
                    <a:pt x="193" y="92"/>
                  </a:lnTo>
                  <a:lnTo>
                    <a:pt x="200" y="94"/>
                  </a:lnTo>
                  <a:lnTo>
                    <a:pt x="207" y="97"/>
                  </a:lnTo>
                  <a:lnTo>
                    <a:pt x="212" y="99"/>
                  </a:lnTo>
                  <a:lnTo>
                    <a:pt x="218" y="101"/>
                  </a:lnTo>
                  <a:lnTo>
                    <a:pt x="224" y="104"/>
                  </a:lnTo>
                  <a:lnTo>
                    <a:pt x="236" y="108"/>
                  </a:lnTo>
                  <a:lnTo>
                    <a:pt x="247" y="112"/>
                  </a:lnTo>
                  <a:lnTo>
                    <a:pt x="258" y="115"/>
                  </a:lnTo>
                  <a:lnTo>
                    <a:pt x="270" y="115"/>
                  </a:lnTo>
                  <a:lnTo>
                    <a:pt x="281" y="114"/>
                  </a:lnTo>
                  <a:lnTo>
                    <a:pt x="294" y="109"/>
                  </a:lnTo>
                  <a:lnTo>
                    <a:pt x="309" y="104"/>
                  </a:lnTo>
                  <a:lnTo>
                    <a:pt x="324" y="93"/>
                  </a:lnTo>
                  <a:lnTo>
                    <a:pt x="340" y="83"/>
                  </a:lnTo>
                  <a:lnTo>
                    <a:pt x="360" y="74"/>
                  </a:lnTo>
                  <a:lnTo>
                    <a:pt x="380" y="66"/>
                  </a:lnTo>
                  <a:lnTo>
                    <a:pt x="403" y="61"/>
                  </a:lnTo>
                  <a:lnTo>
                    <a:pt x="427" y="60"/>
                  </a:lnTo>
                  <a:lnTo>
                    <a:pt x="450" y="63"/>
                  </a:lnTo>
                  <a:lnTo>
                    <a:pt x="470" y="72"/>
                  </a:lnTo>
                  <a:lnTo>
                    <a:pt x="490" y="89"/>
                  </a:lnTo>
                  <a:lnTo>
                    <a:pt x="511" y="108"/>
                  </a:lnTo>
                  <a:lnTo>
                    <a:pt x="531" y="122"/>
                  </a:lnTo>
                  <a:lnTo>
                    <a:pt x="553" y="130"/>
                  </a:lnTo>
                  <a:lnTo>
                    <a:pt x="575" y="132"/>
                  </a:lnTo>
                  <a:lnTo>
                    <a:pt x="595" y="131"/>
                  </a:lnTo>
                  <a:lnTo>
                    <a:pt x="614" y="128"/>
                  </a:lnTo>
                  <a:lnTo>
                    <a:pt x="633" y="122"/>
                  </a:lnTo>
                  <a:lnTo>
                    <a:pt x="649" y="115"/>
                  </a:lnTo>
                  <a:lnTo>
                    <a:pt x="632" y="135"/>
                  </a:lnTo>
                  <a:lnTo>
                    <a:pt x="615" y="158"/>
                  </a:lnTo>
                  <a:lnTo>
                    <a:pt x="599" y="181"/>
                  </a:lnTo>
                  <a:lnTo>
                    <a:pt x="585" y="207"/>
                  </a:lnTo>
                  <a:lnTo>
                    <a:pt x="572" y="236"/>
                  </a:lnTo>
                  <a:lnTo>
                    <a:pt x="561" y="266"/>
                  </a:lnTo>
                  <a:lnTo>
                    <a:pt x="552" y="297"/>
                  </a:lnTo>
                  <a:lnTo>
                    <a:pt x="546" y="332"/>
                  </a:lnTo>
                  <a:lnTo>
                    <a:pt x="606" y="339"/>
                  </a:lnTo>
                  <a:lnTo>
                    <a:pt x="619" y="282"/>
                  </a:lnTo>
                  <a:lnTo>
                    <a:pt x="640" y="232"/>
                  </a:lnTo>
                  <a:lnTo>
                    <a:pt x="667" y="188"/>
                  </a:lnTo>
                  <a:lnTo>
                    <a:pt x="697" y="152"/>
                  </a:lnTo>
                  <a:lnTo>
                    <a:pt x="726" y="123"/>
                  </a:lnTo>
                  <a:lnTo>
                    <a:pt x="750" y="101"/>
                  </a:lnTo>
                  <a:lnTo>
                    <a:pt x="767" y="89"/>
                  </a:lnTo>
                  <a:lnTo>
                    <a:pt x="774" y="84"/>
                  </a:lnTo>
                  <a:lnTo>
                    <a:pt x="872" y="24"/>
                  </a:lnTo>
                  <a:lnTo>
                    <a:pt x="757" y="29"/>
                  </a:lnTo>
                  <a:lnTo>
                    <a:pt x="752" y="29"/>
                  </a:lnTo>
                  <a:lnTo>
                    <a:pt x="744" y="30"/>
                  </a:lnTo>
                  <a:lnTo>
                    <a:pt x="734" y="31"/>
                  </a:lnTo>
                  <a:lnTo>
                    <a:pt x="720" y="32"/>
                  </a:lnTo>
                  <a:lnTo>
                    <a:pt x="706" y="34"/>
                  </a:lnTo>
                  <a:lnTo>
                    <a:pt x="691" y="37"/>
                  </a:lnTo>
                  <a:lnTo>
                    <a:pt x="676" y="40"/>
                  </a:lnTo>
                  <a:lnTo>
                    <a:pt x="663" y="44"/>
                  </a:lnTo>
                  <a:lnTo>
                    <a:pt x="640" y="54"/>
                  </a:lnTo>
                  <a:lnTo>
                    <a:pt x="625" y="61"/>
                  </a:lnTo>
                  <a:lnTo>
                    <a:pt x="610" y="67"/>
                  </a:lnTo>
                  <a:lnTo>
                    <a:pt x="596" y="70"/>
                  </a:lnTo>
                  <a:lnTo>
                    <a:pt x="582" y="72"/>
                  </a:lnTo>
                  <a:lnTo>
                    <a:pt x="569" y="71"/>
                  </a:lnTo>
                  <a:lnTo>
                    <a:pt x="558" y="68"/>
                  </a:lnTo>
                  <a:lnTo>
                    <a:pt x="545" y="61"/>
                  </a:lnTo>
                  <a:lnTo>
                    <a:pt x="534" y="49"/>
                  </a:lnTo>
                  <a:lnTo>
                    <a:pt x="521" y="37"/>
                  </a:lnTo>
                  <a:lnTo>
                    <a:pt x="507" y="25"/>
                  </a:lnTo>
                  <a:lnTo>
                    <a:pt x="493" y="17"/>
                  </a:lnTo>
                  <a:lnTo>
                    <a:pt x="478" y="10"/>
                  </a:lnTo>
                  <a:lnTo>
                    <a:pt x="462" y="5"/>
                  </a:lnTo>
                  <a:lnTo>
                    <a:pt x="447" y="1"/>
                  </a:lnTo>
                  <a:lnTo>
                    <a:pt x="431" y="0"/>
                  </a:lnTo>
                  <a:lnTo>
                    <a:pt x="415" y="0"/>
                  </a:lnTo>
                  <a:lnTo>
                    <a:pt x="398" y="1"/>
                  </a:lnTo>
                  <a:lnTo>
                    <a:pt x="382" y="3"/>
                  </a:lnTo>
                  <a:lnTo>
                    <a:pt x="365" y="8"/>
                  </a:lnTo>
                  <a:lnTo>
                    <a:pt x="349" y="13"/>
                  </a:lnTo>
                  <a:lnTo>
                    <a:pt x="333" y="19"/>
                  </a:lnTo>
                  <a:lnTo>
                    <a:pt x="318" y="28"/>
                  </a:lnTo>
                  <a:lnTo>
                    <a:pt x="303" y="36"/>
                  </a:lnTo>
                  <a:lnTo>
                    <a:pt x="289" y="45"/>
                  </a:lnTo>
                  <a:close/>
                </a:path>
              </a:pathLst>
            </a:custGeom>
            <a:grpFill/>
            <a:ln w="9525">
              <a:no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71" name="Freeform 94"/>
            <p:cNvSpPr>
              <a:spLocks noChangeAspect="1"/>
            </p:cNvSpPr>
            <p:nvPr/>
          </p:nvSpPr>
          <p:spPr bwMode="auto">
            <a:xfrm>
              <a:off x="3273" y="1886"/>
              <a:ext cx="210" cy="254"/>
            </a:xfrm>
            <a:custGeom>
              <a:avLst/>
              <a:gdLst>
                <a:gd name="T0" fmla="*/ 201 w 98"/>
                <a:gd name="T1" fmla="*/ 237 h 118"/>
                <a:gd name="T2" fmla="*/ 313 w 98"/>
                <a:gd name="T3" fmla="*/ 237 h 118"/>
                <a:gd name="T4" fmla="*/ 313 w 98"/>
                <a:gd name="T5" fmla="*/ 321 h 118"/>
                <a:gd name="T6" fmla="*/ 216 w 98"/>
                <a:gd name="T7" fmla="*/ 321 h 118"/>
                <a:gd name="T8" fmla="*/ 206 w 98"/>
                <a:gd name="T9" fmla="*/ 375 h 118"/>
                <a:gd name="T10" fmla="*/ 180 w 98"/>
                <a:gd name="T11" fmla="*/ 418 h 118"/>
                <a:gd name="T12" fmla="*/ 216 w 98"/>
                <a:gd name="T13" fmla="*/ 413 h 118"/>
                <a:gd name="T14" fmla="*/ 261 w 98"/>
                <a:gd name="T15" fmla="*/ 418 h 118"/>
                <a:gd name="T16" fmla="*/ 326 w 98"/>
                <a:gd name="T17" fmla="*/ 426 h 118"/>
                <a:gd name="T18" fmla="*/ 362 w 98"/>
                <a:gd name="T19" fmla="*/ 422 h 118"/>
                <a:gd name="T20" fmla="*/ 399 w 98"/>
                <a:gd name="T21" fmla="*/ 407 h 118"/>
                <a:gd name="T22" fmla="*/ 450 w 98"/>
                <a:gd name="T23" fmla="*/ 519 h 118"/>
                <a:gd name="T24" fmla="*/ 386 w 98"/>
                <a:gd name="T25" fmla="*/ 542 h 118"/>
                <a:gd name="T26" fmla="*/ 330 w 98"/>
                <a:gd name="T27" fmla="*/ 547 h 118"/>
                <a:gd name="T28" fmla="*/ 253 w 98"/>
                <a:gd name="T29" fmla="*/ 538 h 118"/>
                <a:gd name="T30" fmla="*/ 180 w 98"/>
                <a:gd name="T31" fmla="*/ 519 h 118"/>
                <a:gd name="T32" fmla="*/ 152 w 98"/>
                <a:gd name="T33" fmla="*/ 514 h 118"/>
                <a:gd name="T34" fmla="*/ 51 w 98"/>
                <a:gd name="T35" fmla="*/ 547 h 118"/>
                <a:gd name="T36" fmla="*/ 0 w 98"/>
                <a:gd name="T37" fmla="*/ 446 h 118"/>
                <a:gd name="T38" fmla="*/ 77 w 98"/>
                <a:gd name="T39" fmla="*/ 338 h 118"/>
                <a:gd name="T40" fmla="*/ 77 w 98"/>
                <a:gd name="T41" fmla="*/ 321 h 118"/>
                <a:gd name="T42" fmla="*/ 0 w 98"/>
                <a:gd name="T43" fmla="*/ 321 h 118"/>
                <a:gd name="T44" fmla="*/ 0 w 98"/>
                <a:gd name="T45" fmla="*/ 237 h 118"/>
                <a:gd name="T46" fmla="*/ 56 w 98"/>
                <a:gd name="T47" fmla="*/ 237 h 118"/>
                <a:gd name="T48" fmla="*/ 41 w 98"/>
                <a:gd name="T49" fmla="*/ 181 h 118"/>
                <a:gd name="T50" fmla="*/ 36 w 98"/>
                <a:gd name="T51" fmla="*/ 149 h 118"/>
                <a:gd name="T52" fmla="*/ 60 w 98"/>
                <a:gd name="T53" fmla="*/ 69 h 118"/>
                <a:gd name="T54" fmla="*/ 124 w 98"/>
                <a:gd name="T55" fmla="*/ 19 h 118"/>
                <a:gd name="T56" fmla="*/ 229 w 98"/>
                <a:gd name="T57" fmla="*/ 0 h 118"/>
                <a:gd name="T58" fmla="*/ 326 w 98"/>
                <a:gd name="T59" fmla="*/ 13 h 118"/>
                <a:gd name="T60" fmla="*/ 390 w 98"/>
                <a:gd name="T61" fmla="*/ 60 h 118"/>
                <a:gd name="T62" fmla="*/ 422 w 98"/>
                <a:gd name="T63" fmla="*/ 140 h 118"/>
                <a:gd name="T64" fmla="*/ 285 w 98"/>
                <a:gd name="T65" fmla="*/ 161 h 118"/>
                <a:gd name="T66" fmla="*/ 261 w 98"/>
                <a:gd name="T67" fmla="*/ 108 h 118"/>
                <a:gd name="T68" fmla="*/ 229 w 98"/>
                <a:gd name="T69" fmla="*/ 97 h 118"/>
                <a:gd name="T70" fmla="*/ 197 w 98"/>
                <a:gd name="T71" fmla="*/ 112 h 118"/>
                <a:gd name="T72" fmla="*/ 184 w 98"/>
                <a:gd name="T73" fmla="*/ 149 h 118"/>
                <a:gd name="T74" fmla="*/ 189 w 98"/>
                <a:gd name="T75" fmla="*/ 177 h 118"/>
                <a:gd name="T76" fmla="*/ 201 w 98"/>
                <a:gd name="T77" fmla="*/ 237 h 11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98"/>
                <a:gd name="T118" fmla="*/ 0 h 118"/>
                <a:gd name="T119" fmla="*/ 98 w 98"/>
                <a:gd name="T120" fmla="*/ 118 h 11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98" h="118">
                  <a:moveTo>
                    <a:pt x="44" y="51"/>
                  </a:moveTo>
                  <a:cubicBezTo>
                    <a:pt x="68" y="51"/>
                    <a:pt x="68" y="51"/>
                    <a:pt x="68" y="51"/>
                  </a:cubicBezTo>
                  <a:cubicBezTo>
                    <a:pt x="68" y="69"/>
                    <a:pt x="68" y="69"/>
                    <a:pt x="68" y="69"/>
                  </a:cubicBezTo>
                  <a:cubicBezTo>
                    <a:pt x="47" y="69"/>
                    <a:pt x="47" y="69"/>
                    <a:pt x="47" y="69"/>
                  </a:cubicBezTo>
                  <a:cubicBezTo>
                    <a:pt x="47" y="74"/>
                    <a:pt x="46" y="78"/>
                    <a:pt x="45" y="81"/>
                  </a:cubicBezTo>
                  <a:cubicBezTo>
                    <a:pt x="44" y="84"/>
                    <a:pt x="42" y="87"/>
                    <a:pt x="39" y="90"/>
                  </a:cubicBezTo>
                  <a:cubicBezTo>
                    <a:pt x="42" y="89"/>
                    <a:pt x="45" y="89"/>
                    <a:pt x="47" y="89"/>
                  </a:cubicBezTo>
                  <a:cubicBezTo>
                    <a:pt x="49" y="89"/>
                    <a:pt x="53" y="89"/>
                    <a:pt x="57" y="90"/>
                  </a:cubicBezTo>
                  <a:cubicBezTo>
                    <a:pt x="63" y="92"/>
                    <a:pt x="68" y="92"/>
                    <a:pt x="71" y="92"/>
                  </a:cubicBezTo>
                  <a:cubicBezTo>
                    <a:pt x="74" y="92"/>
                    <a:pt x="77" y="92"/>
                    <a:pt x="79" y="91"/>
                  </a:cubicBezTo>
                  <a:cubicBezTo>
                    <a:pt x="81" y="91"/>
                    <a:pt x="84" y="90"/>
                    <a:pt x="87" y="88"/>
                  </a:cubicBezTo>
                  <a:cubicBezTo>
                    <a:pt x="98" y="112"/>
                    <a:pt x="98" y="112"/>
                    <a:pt x="98" y="112"/>
                  </a:cubicBezTo>
                  <a:cubicBezTo>
                    <a:pt x="93" y="114"/>
                    <a:pt x="88" y="116"/>
                    <a:pt x="84" y="117"/>
                  </a:cubicBezTo>
                  <a:cubicBezTo>
                    <a:pt x="80" y="118"/>
                    <a:pt x="76" y="118"/>
                    <a:pt x="72" y="118"/>
                  </a:cubicBezTo>
                  <a:cubicBezTo>
                    <a:pt x="67" y="118"/>
                    <a:pt x="61" y="118"/>
                    <a:pt x="55" y="116"/>
                  </a:cubicBezTo>
                  <a:cubicBezTo>
                    <a:pt x="46" y="114"/>
                    <a:pt x="41" y="112"/>
                    <a:pt x="39" y="112"/>
                  </a:cubicBezTo>
                  <a:cubicBezTo>
                    <a:pt x="37" y="112"/>
                    <a:pt x="35" y="111"/>
                    <a:pt x="33" y="111"/>
                  </a:cubicBezTo>
                  <a:cubicBezTo>
                    <a:pt x="26" y="111"/>
                    <a:pt x="19" y="114"/>
                    <a:pt x="11" y="118"/>
                  </a:cubicBezTo>
                  <a:cubicBezTo>
                    <a:pt x="0" y="96"/>
                    <a:pt x="0" y="96"/>
                    <a:pt x="0" y="96"/>
                  </a:cubicBezTo>
                  <a:cubicBezTo>
                    <a:pt x="11" y="88"/>
                    <a:pt x="17" y="81"/>
                    <a:pt x="17" y="73"/>
                  </a:cubicBezTo>
                  <a:cubicBezTo>
                    <a:pt x="17" y="72"/>
                    <a:pt x="17" y="71"/>
                    <a:pt x="17" y="69"/>
                  </a:cubicBezTo>
                  <a:cubicBezTo>
                    <a:pt x="0" y="69"/>
                    <a:pt x="0" y="69"/>
                    <a:pt x="0" y="69"/>
                  </a:cubicBezTo>
                  <a:cubicBezTo>
                    <a:pt x="0" y="51"/>
                    <a:pt x="0" y="51"/>
                    <a:pt x="0" y="51"/>
                  </a:cubicBezTo>
                  <a:cubicBezTo>
                    <a:pt x="12" y="51"/>
                    <a:pt x="12" y="51"/>
                    <a:pt x="12" y="51"/>
                  </a:cubicBezTo>
                  <a:cubicBezTo>
                    <a:pt x="10" y="44"/>
                    <a:pt x="9" y="40"/>
                    <a:pt x="9" y="39"/>
                  </a:cubicBezTo>
                  <a:cubicBezTo>
                    <a:pt x="8" y="37"/>
                    <a:pt x="8" y="35"/>
                    <a:pt x="8" y="32"/>
                  </a:cubicBezTo>
                  <a:cubicBezTo>
                    <a:pt x="8" y="26"/>
                    <a:pt x="10" y="20"/>
                    <a:pt x="13" y="15"/>
                  </a:cubicBezTo>
                  <a:cubicBezTo>
                    <a:pt x="17" y="10"/>
                    <a:pt x="21" y="6"/>
                    <a:pt x="27" y="4"/>
                  </a:cubicBezTo>
                  <a:cubicBezTo>
                    <a:pt x="33" y="1"/>
                    <a:pt x="40" y="0"/>
                    <a:pt x="50" y="0"/>
                  </a:cubicBezTo>
                  <a:cubicBezTo>
                    <a:pt x="59" y="0"/>
                    <a:pt x="66" y="1"/>
                    <a:pt x="71" y="3"/>
                  </a:cubicBezTo>
                  <a:cubicBezTo>
                    <a:pt x="77" y="5"/>
                    <a:pt x="81" y="8"/>
                    <a:pt x="85" y="13"/>
                  </a:cubicBezTo>
                  <a:cubicBezTo>
                    <a:pt x="88" y="18"/>
                    <a:pt x="91" y="23"/>
                    <a:pt x="92" y="30"/>
                  </a:cubicBezTo>
                  <a:cubicBezTo>
                    <a:pt x="62" y="35"/>
                    <a:pt x="62" y="35"/>
                    <a:pt x="62" y="35"/>
                  </a:cubicBezTo>
                  <a:cubicBezTo>
                    <a:pt x="61" y="29"/>
                    <a:pt x="59" y="25"/>
                    <a:pt x="57" y="23"/>
                  </a:cubicBezTo>
                  <a:cubicBezTo>
                    <a:pt x="55" y="22"/>
                    <a:pt x="53" y="21"/>
                    <a:pt x="50" y="21"/>
                  </a:cubicBezTo>
                  <a:cubicBezTo>
                    <a:pt x="47" y="21"/>
                    <a:pt x="45" y="22"/>
                    <a:pt x="43" y="24"/>
                  </a:cubicBezTo>
                  <a:cubicBezTo>
                    <a:pt x="41" y="26"/>
                    <a:pt x="40" y="29"/>
                    <a:pt x="40" y="32"/>
                  </a:cubicBezTo>
                  <a:cubicBezTo>
                    <a:pt x="40" y="34"/>
                    <a:pt x="40" y="36"/>
                    <a:pt x="41" y="38"/>
                  </a:cubicBezTo>
                  <a:cubicBezTo>
                    <a:pt x="41" y="40"/>
                    <a:pt x="42" y="44"/>
                    <a:pt x="44" y="51"/>
                  </a:cubicBezTo>
                  <a:close/>
                </a:path>
              </a:pathLst>
            </a:custGeom>
            <a:grpFill/>
            <a:ln w="9525">
              <a:no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grpSp>
      <p:sp>
        <p:nvSpPr>
          <p:cNvPr id="72" name="7-Point Star 71"/>
          <p:cNvSpPr/>
          <p:nvPr/>
        </p:nvSpPr>
        <p:spPr bwMode="ltGray">
          <a:xfrm>
            <a:off x="9557609" y="269849"/>
            <a:ext cx="1208936" cy="1142857"/>
          </a:xfrm>
          <a:prstGeom prst="star7">
            <a:avLst>
              <a:gd name="adj" fmla="val 28414"/>
              <a:gd name="hf" fmla="val 102572"/>
              <a:gd name="vf" fmla="val 105210"/>
            </a:avLst>
          </a:prstGeom>
          <a:solidFill>
            <a:schemeClr val="accent2"/>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tIns="65306" rtlCol="0" anchor="ctr"/>
          <a:lstStyle/>
          <a:p>
            <a:pPr algn="ctr"/>
            <a:r>
              <a:rPr lang="en-GB" sz="1450" b="1" dirty="0" smtClean="0">
                <a:solidFill>
                  <a:schemeClr val="bg1"/>
                </a:solidFill>
                <a:latin typeface="腾讯体 W7" panose="020C08030202040F0204" pitchFamily="18" charset="-122"/>
              </a:rPr>
              <a:t>New</a:t>
            </a:r>
            <a:br>
              <a:rPr lang="en-GB" sz="1450" b="1" dirty="0" smtClean="0">
                <a:solidFill>
                  <a:schemeClr val="bg1"/>
                </a:solidFill>
                <a:latin typeface="腾讯体 W7" panose="020C08030202040F0204" pitchFamily="18" charset="-122"/>
              </a:rPr>
            </a:br>
            <a:r>
              <a:rPr lang="en-GB" sz="1450" b="1" dirty="0" smtClean="0">
                <a:solidFill>
                  <a:schemeClr val="bg1"/>
                </a:solidFill>
                <a:latin typeface="腾讯体 W7" panose="020C08030202040F0204" pitchFamily="18" charset="-122"/>
              </a:rPr>
              <a:t>slide</a:t>
            </a:r>
            <a:endParaRPr lang="en-GB" sz="1450" b="1" dirty="0" smtClean="0">
              <a:solidFill>
                <a:schemeClr val="bg1"/>
              </a:solidFill>
              <a:latin typeface="腾讯体 W7" panose="020C08030202040F0204" pitchFamily="18" charset="-122"/>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Linear flow</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3" name="Group 2"/>
          <p:cNvGrpSpPr/>
          <p:nvPr/>
        </p:nvGrpSpPr>
        <p:grpSpPr>
          <a:xfrm>
            <a:off x="1760740" y="1730996"/>
            <a:ext cx="3058512" cy="4506623"/>
            <a:chOff x="567076" y="1908423"/>
            <a:chExt cx="3372010" cy="4968552"/>
          </a:xfrm>
        </p:grpSpPr>
        <p:sp>
          <p:nvSpPr>
            <p:cNvPr id="6" name="Freeform 9"/>
            <p:cNvSpPr/>
            <p:nvPr/>
          </p:nvSpPr>
          <p:spPr bwMode="auto">
            <a:xfrm>
              <a:off x="567076" y="1908423"/>
              <a:ext cx="3372010" cy="1486981"/>
            </a:xfrm>
            <a:custGeom>
              <a:avLst/>
              <a:gdLst>
                <a:gd name="T0" fmla="*/ 3294 w 3846"/>
                <a:gd name="T1" fmla="*/ 446 h 1696"/>
                <a:gd name="T2" fmla="*/ 2736 w 3846"/>
                <a:gd name="T3" fmla="*/ 0 h 1696"/>
                <a:gd name="T4" fmla="*/ 2736 w 3846"/>
                <a:gd name="T5" fmla="*/ 438 h 1696"/>
                <a:gd name="T6" fmla="*/ 96 w 3846"/>
                <a:gd name="T7" fmla="*/ 438 h 1696"/>
                <a:gd name="T8" fmla="*/ 96 w 3846"/>
                <a:gd name="T9" fmla="*/ 438 h 1696"/>
                <a:gd name="T10" fmla="*/ 78 w 3846"/>
                <a:gd name="T11" fmla="*/ 440 h 1696"/>
                <a:gd name="T12" fmla="*/ 60 w 3846"/>
                <a:gd name="T13" fmla="*/ 446 h 1696"/>
                <a:gd name="T14" fmla="*/ 44 w 3846"/>
                <a:gd name="T15" fmla="*/ 454 h 1696"/>
                <a:gd name="T16" fmla="*/ 28 w 3846"/>
                <a:gd name="T17" fmla="*/ 466 h 1696"/>
                <a:gd name="T18" fmla="*/ 18 w 3846"/>
                <a:gd name="T19" fmla="*/ 480 h 1696"/>
                <a:gd name="T20" fmla="*/ 8 w 3846"/>
                <a:gd name="T21" fmla="*/ 496 h 1696"/>
                <a:gd name="T22" fmla="*/ 2 w 3846"/>
                <a:gd name="T23" fmla="*/ 514 h 1696"/>
                <a:gd name="T24" fmla="*/ 0 w 3846"/>
                <a:gd name="T25" fmla="*/ 534 h 1696"/>
                <a:gd name="T26" fmla="*/ 0 w 3846"/>
                <a:gd name="T27" fmla="*/ 1044 h 1696"/>
                <a:gd name="T28" fmla="*/ 0 w 3846"/>
                <a:gd name="T29" fmla="*/ 1156 h 1696"/>
                <a:gd name="T30" fmla="*/ 0 w 3846"/>
                <a:gd name="T31" fmla="*/ 1156 h 1696"/>
                <a:gd name="T32" fmla="*/ 0 w 3846"/>
                <a:gd name="T33" fmla="*/ 1256 h 1696"/>
                <a:gd name="T34" fmla="*/ 558 w 3846"/>
                <a:gd name="T35" fmla="*/ 1696 h 1696"/>
                <a:gd name="T36" fmla="*/ 1106 w 3846"/>
                <a:gd name="T37" fmla="*/ 1252 h 1696"/>
                <a:gd name="T38" fmla="*/ 3750 w 3846"/>
                <a:gd name="T39" fmla="*/ 1252 h 1696"/>
                <a:gd name="T40" fmla="*/ 3750 w 3846"/>
                <a:gd name="T41" fmla="*/ 1252 h 1696"/>
                <a:gd name="T42" fmla="*/ 3770 w 3846"/>
                <a:gd name="T43" fmla="*/ 1250 h 1696"/>
                <a:gd name="T44" fmla="*/ 3788 w 3846"/>
                <a:gd name="T45" fmla="*/ 1244 h 1696"/>
                <a:gd name="T46" fmla="*/ 3804 w 3846"/>
                <a:gd name="T47" fmla="*/ 1236 h 1696"/>
                <a:gd name="T48" fmla="*/ 3818 w 3846"/>
                <a:gd name="T49" fmla="*/ 1224 h 1696"/>
                <a:gd name="T50" fmla="*/ 3830 w 3846"/>
                <a:gd name="T51" fmla="*/ 1210 h 1696"/>
                <a:gd name="T52" fmla="*/ 3838 w 3846"/>
                <a:gd name="T53" fmla="*/ 1192 h 1696"/>
                <a:gd name="T54" fmla="*/ 3844 w 3846"/>
                <a:gd name="T55" fmla="*/ 1174 h 1696"/>
                <a:gd name="T56" fmla="*/ 3846 w 3846"/>
                <a:gd name="T57" fmla="*/ 1156 h 1696"/>
                <a:gd name="T58" fmla="*/ 3846 w 3846"/>
                <a:gd name="T59" fmla="*/ 674 h 1696"/>
                <a:gd name="T60" fmla="*/ 3846 w 3846"/>
                <a:gd name="T61" fmla="*/ 572 h 1696"/>
                <a:gd name="T62" fmla="*/ 3846 w 3846"/>
                <a:gd name="T63" fmla="*/ 534 h 1696"/>
                <a:gd name="T64" fmla="*/ 3846 w 3846"/>
                <a:gd name="T65" fmla="*/ 0 h 1696"/>
                <a:gd name="T66" fmla="*/ 3294 w 3846"/>
                <a:gd name="T67" fmla="*/ 446 h 1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846" h="1696">
                  <a:moveTo>
                    <a:pt x="3294" y="446"/>
                  </a:moveTo>
                  <a:lnTo>
                    <a:pt x="2736" y="0"/>
                  </a:lnTo>
                  <a:lnTo>
                    <a:pt x="2736" y="438"/>
                  </a:lnTo>
                  <a:lnTo>
                    <a:pt x="96" y="438"/>
                  </a:lnTo>
                  <a:lnTo>
                    <a:pt x="96" y="438"/>
                  </a:lnTo>
                  <a:lnTo>
                    <a:pt x="78" y="440"/>
                  </a:lnTo>
                  <a:lnTo>
                    <a:pt x="60" y="446"/>
                  </a:lnTo>
                  <a:lnTo>
                    <a:pt x="44" y="454"/>
                  </a:lnTo>
                  <a:lnTo>
                    <a:pt x="28" y="466"/>
                  </a:lnTo>
                  <a:lnTo>
                    <a:pt x="18" y="480"/>
                  </a:lnTo>
                  <a:lnTo>
                    <a:pt x="8" y="496"/>
                  </a:lnTo>
                  <a:lnTo>
                    <a:pt x="2" y="514"/>
                  </a:lnTo>
                  <a:lnTo>
                    <a:pt x="0" y="534"/>
                  </a:lnTo>
                  <a:lnTo>
                    <a:pt x="0" y="1044"/>
                  </a:lnTo>
                  <a:lnTo>
                    <a:pt x="0" y="1156"/>
                  </a:lnTo>
                  <a:lnTo>
                    <a:pt x="0" y="1156"/>
                  </a:lnTo>
                  <a:lnTo>
                    <a:pt x="0" y="1256"/>
                  </a:lnTo>
                  <a:lnTo>
                    <a:pt x="558" y="1696"/>
                  </a:lnTo>
                  <a:lnTo>
                    <a:pt x="1106" y="1252"/>
                  </a:lnTo>
                  <a:lnTo>
                    <a:pt x="3750" y="1252"/>
                  </a:lnTo>
                  <a:lnTo>
                    <a:pt x="3750" y="1252"/>
                  </a:lnTo>
                  <a:lnTo>
                    <a:pt x="3770" y="1250"/>
                  </a:lnTo>
                  <a:lnTo>
                    <a:pt x="3788" y="1244"/>
                  </a:lnTo>
                  <a:lnTo>
                    <a:pt x="3804" y="1236"/>
                  </a:lnTo>
                  <a:lnTo>
                    <a:pt x="3818" y="1224"/>
                  </a:lnTo>
                  <a:lnTo>
                    <a:pt x="3830" y="1210"/>
                  </a:lnTo>
                  <a:lnTo>
                    <a:pt x="3838" y="1192"/>
                  </a:lnTo>
                  <a:lnTo>
                    <a:pt x="3844" y="1174"/>
                  </a:lnTo>
                  <a:lnTo>
                    <a:pt x="3846" y="1156"/>
                  </a:lnTo>
                  <a:lnTo>
                    <a:pt x="3846" y="674"/>
                  </a:lnTo>
                  <a:lnTo>
                    <a:pt x="3846" y="572"/>
                  </a:lnTo>
                  <a:lnTo>
                    <a:pt x="3846" y="534"/>
                  </a:lnTo>
                  <a:lnTo>
                    <a:pt x="3846" y="0"/>
                  </a:lnTo>
                  <a:lnTo>
                    <a:pt x="3294" y="446"/>
                  </a:lnTo>
                  <a:close/>
                </a:path>
              </a:pathLst>
            </a:custGeom>
            <a:solidFill>
              <a:schemeClr val="accent3"/>
            </a:solidFill>
            <a:ln w="12700">
              <a:noFill/>
              <a:prstDash val="solid"/>
              <a:round/>
            </a:ln>
          </p:spPr>
          <p:txBody>
            <a:bodyPr vert="horz" wrap="square" lIns="82938" tIns="41469" rIns="82938" bIns="41469" numCol="1" anchor="t" anchorCtr="0" compatLnSpc="1"/>
            <a:lstStyle/>
            <a:p>
              <a:endParaRPr lang="en-GB" sz="1815" dirty="0"/>
            </a:p>
          </p:txBody>
        </p:sp>
        <p:sp>
          <p:nvSpPr>
            <p:cNvPr id="35" name="Freeform 9"/>
            <p:cNvSpPr/>
            <p:nvPr/>
          </p:nvSpPr>
          <p:spPr bwMode="auto">
            <a:xfrm>
              <a:off x="567076" y="4227067"/>
              <a:ext cx="3372010" cy="1486981"/>
            </a:xfrm>
            <a:custGeom>
              <a:avLst/>
              <a:gdLst>
                <a:gd name="T0" fmla="*/ 3294 w 3846"/>
                <a:gd name="T1" fmla="*/ 446 h 1696"/>
                <a:gd name="T2" fmla="*/ 2736 w 3846"/>
                <a:gd name="T3" fmla="*/ 0 h 1696"/>
                <a:gd name="T4" fmla="*/ 2736 w 3846"/>
                <a:gd name="T5" fmla="*/ 438 h 1696"/>
                <a:gd name="T6" fmla="*/ 96 w 3846"/>
                <a:gd name="T7" fmla="*/ 438 h 1696"/>
                <a:gd name="T8" fmla="*/ 96 w 3846"/>
                <a:gd name="T9" fmla="*/ 438 h 1696"/>
                <a:gd name="T10" fmla="*/ 78 w 3846"/>
                <a:gd name="T11" fmla="*/ 440 h 1696"/>
                <a:gd name="T12" fmla="*/ 60 w 3846"/>
                <a:gd name="T13" fmla="*/ 446 h 1696"/>
                <a:gd name="T14" fmla="*/ 44 w 3846"/>
                <a:gd name="T15" fmla="*/ 454 h 1696"/>
                <a:gd name="T16" fmla="*/ 28 w 3846"/>
                <a:gd name="T17" fmla="*/ 466 h 1696"/>
                <a:gd name="T18" fmla="*/ 18 w 3846"/>
                <a:gd name="T19" fmla="*/ 480 h 1696"/>
                <a:gd name="T20" fmla="*/ 8 w 3846"/>
                <a:gd name="T21" fmla="*/ 496 h 1696"/>
                <a:gd name="T22" fmla="*/ 2 w 3846"/>
                <a:gd name="T23" fmla="*/ 514 h 1696"/>
                <a:gd name="T24" fmla="*/ 0 w 3846"/>
                <a:gd name="T25" fmla="*/ 534 h 1696"/>
                <a:gd name="T26" fmla="*/ 0 w 3846"/>
                <a:gd name="T27" fmla="*/ 1044 h 1696"/>
                <a:gd name="T28" fmla="*/ 0 w 3846"/>
                <a:gd name="T29" fmla="*/ 1156 h 1696"/>
                <a:gd name="T30" fmla="*/ 0 w 3846"/>
                <a:gd name="T31" fmla="*/ 1156 h 1696"/>
                <a:gd name="T32" fmla="*/ 0 w 3846"/>
                <a:gd name="T33" fmla="*/ 1256 h 1696"/>
                <a:gd name="T34" fmla="*/ 558 w 3846"/>
                <a:gd name="T35" fmla="*/ 1696 h 1696"/>
                <a:gd name="T36" fmla="*/ 1106 w 3846"/>
                <a:gd name="T37" fmla="*/ 1252 h 1696"/>
                <a:gd name="T38" fmla="*/ 3750 w 3846"/>
                <a:gd name="T39" fmla="*/ 1252 h 1696"/>
                <a:gd name="T40" fmla="*/ 3750 w 3846"/>
                <a:gd name="T41" fmla="*/ 1252 h 1696"/>
                <a:gd name="T42" fmla="*/ 3770 w 3846"/>
                <a:gd name="T43" fmla="*/ 1250 h 1696"/>
                <a:gd name="T44" fmla="*/ 3788 w 3846"/>
                <a:gd name="T45" fmla="*/ 1244 h 1696"/>
                <a:gd name="T46" fmla="*/ 3804 w 3846"/>
                <a:gd name="T47" fmla="*/ 1236 h 1696"/>
                <a:gd name="T48" fmla="*/ 3818 w 3846"/>
                <a:gd name="T49" fmla="*/ 1224 h 1696"/>
                <a:gd name="T50" fmla="*/ 3830 w 3846"/>
                <a:gd name="T51" fmla="*/ 1210 h 1696"/>
                <a:gd name="T52" fmla="*/ 3838 w 3846"/>
                <a:gd name="T53" fmla="*/ 1192 h 1696"/>
                <a:gd name="T54" fmla="*/ 3844 w 3846"/>
                <a:gd name="T55" fmla="*/ 1174 h 1696"/>
                <a:gd name="T56" fmla="*/ 3846 w 3846"/>
                <a:gd name="T57" fmla="*/ 1156 h 1696"/>
                <a:gd name="T58" fmla="*/ 3846 w 3846"/>
                <a:gd name="T59" fmla="*/ 674 h 1696"/>
                <a:gd name="T60" fmla="*/ 3846 w 3846"/>
                <a:gd name="T61" fmla="*/ 572 h 1696"/>
                <a:gd name="T62" fmla="*/ 3846 w 3846"/>
                <a:gd name="T63" fmla="*/ 534 h 1696"/>
                <a:gd name="T64" fmla="*/ 3846 w 3846"/>
                <a:gd name="T65" fmla="*/ 0 h 1696"/>
                <a:gd name="T66" fmla="*/ 3294 w 3846"/>
                <a:gd name="T67" fmla="*/ 446 h 1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846" h="1696">
                  <a:moveTo>
                    <a:pt x="3294" y="446"/>
                  </a:moveTo>
                  <a:lnTo>
                    <a:pt x="2736" y="0"/>
                  </a:lnTo>
                  <a:lnTo>
                    <a:pt x="2736" y="438"/>
                  </a:lnTo>
                  <a:lnTo>
                    <a:pt x="96" y="438"/>
                  </a:lnTo>
                  <a:lnTo>
                    <a:pt x="96" y="438"/>
                  </a:lnTo>
                  <a:lnTo>
                    <a:pt x="78" y="440"/>
                  </a:lnTo>
                  <a:lnTo>
                    <a:pt x="60" y="446"/>
                  </a:lnTo>
                  <a:lnTo>
                    <a:pt x="44" y="454"/>
                  </a:lnTo>
                  <a:lnTo>
                    <a:pt x="28" y="466"/>
                  </a:lnTo>
                  <a:lnTo>
                    <a:pt x="18" y="480"/>
                  </a:lnTo>
                  <a:lnTo>
                    <a:pt x="8" y="496"/>
                  </a:lnTo>
                  <a:lnTo>
                    <a:pt x="2" y="514"/>
                  </a:lnTo>
                  <a:lnTo>
                    <a:pt x="0" y="534"/>
                  </a:lnTo>
                  <a:lnTo>
                    <a:pt x="0" y="1044"/>
                  </a:lnTo>
                  <a:lnTo>
                    <a:pt x="0" y="1156"/>
                  </a:lnTo>
                  <a:lnTo>
                    <a:pt x="0" y="1156"/>
                  </a:lnTo>
                  <a:lnTo>
                    <a:pt x="0" y="1256"/>
                  </a:lnTo>
                  <a:lnTo>
                    <a:pt x="558" y="1696"/>
                  </a:lnTo>
                  <a:lnTo>
                    <a:pt x="1106" y="1252"/>
                  </a:lnTo>
                  <a:lnTo>
                    <a:pt x="3750" y="1252"/>
                  </a:lnTo>
                  <a:lnTo>
                    <a:pt x="3750" y="1252"/>
                  </a:lnTo>
                  <a:lnTo>
                    <a:pt x="3770" y="1250"/>
                  </a:lnTo>
                  <a:lnTo>
                    <a:pt x="3788" y="1244"/>
                  </a:lnTo>
                  <a:lnTo>
                    <a:pt x="3804" y="1236"/>
                  </a:lnTo>
                  <a:lnTo>
                    <a:pt x="3818" y="1224"/>
                  </a:lnTo>
                  <a:lnTo>
                    <a:pt x="3830" y="1210"/>
                  </a:lnTo>
                  <a:lnTo>
                    <a:pt x="3838" y="1192"/>
                  </a:lnTo>
                  <a:lnTo>
                    <a:pt x="3844" y="1174"/>
                  </a:lnTo>
                  <a:lnTo>
                    <a:pt x="3846" y="1156"/>
                  </a:lnTo>
                  <a:lnTo>
                    <a:pt x="3846" y="674"/>
                  </a:lnTo>
                  <a:lnTo>
                    <a:pt x="3846" y="572"/>
                  </a:lnTo>
                  <a:lnTo>
                    <a:pt x="3846" y="534"/>
                  </a:lnTo>
                  <a:lnTo>
                    <a:pt x="3846" y="0"/>
                  </a:lnTo>
                  <a:lnTo>
                    <a:pt x="3294" y="446"/>
                  </a:lnTo>
                  <a:close/>
                </a:path>
              </a:pathLst>
            </a:custGeom>
            <a:solidFill>
              <a:schemeClr val="accent1"/>
            </a:solidFill>
            <a:ln w="12700">
              <a:noFill/>
              <a:prstDash val="solid"/>
              <a:round/>
            </a:ln>
          </p:spPr>
          <p:txBody>
            <a:bodyPr vert="horz" wrap="square" lIns="82938" tIns="41469" rIns="82938" bIns="41469" numCol="1" anchor="t" anchorCtr="0" compatLnSpc="1"/>
            <a:lstStyle/>
            <a:p>
              <a:endParaRPr lang="en-GB" sz="1815"/>
            </a:p>
          </p:txBody>
        </p:sp>
        <p:sp>
          <p:nvSpPr>
            <p:cNvPr id="36" name="Freeform 9"/>
            <p:cNvSpPr/>
            <p:nvPr/>
          </p:nvSpPr>
          <p:spPr bwMode="auto">
            <a:xfrm flipH="1">
              <a:off x="567076" y="3071350"/>
              <a:ext cx="3372010" cy="1486981"/>
            </a:xfrm>
            <a:custGeom>
              <a:avLst/>
              <a:gdLst>
                <a:gd name="T0" fmla="*/ 3294 w 3846"/>
                <a:gd name="T1" fmla="*/ 446 h 1696"/>
                <a:gd name="T2" fmla="*/ 2736 w 3846"/>
                <a:gd name="T3" fmla="*/ 0 h 1696"/>
                <a:gd name="T4" fmla="*/ 2736 w 3846"/>
                <a:gd name="T5" fmla="*/ 438 h 1696"/>
                <a:gd name="T6" fmla="*/ 96 w 3846"/>
                <a:gd name="T7" fmla="*/ 438 h 1696"/>
                <a:gd name="T8" fmla="*/ 96 w 3846"/>
                <a:gd name="T9" fmla="*/ 438 h 1696"/>
                <a:gd name="T10" fmla="*/ 78 w 3846"/>
                <a:gd name="T11" fmla="*/ 440 h 1696"/>
                <a:gd name="T12" fmla="*/ 60 w 3846"/>
                <a:gd name="T13" fmla="*/ 446 h 1696"/>
                <a:gd name="T14" fmla="*/ 44 w 3846"/>
                <a:gd name="T15" fmla="*/ 454 h 1696"/>
                <a:gd name="T16" fmla="*/ 28 w 3846"/>
                <a:gd name="T17" fmla="*/ 466 h 1696"/>
                <a:gd name="T18" fmla="*/ 18 w 3846"/>
                <a:gd name="T19" fmla="*/ 480 h 1696"/>
                <a:gd name="T20" fmla="*/ 8 w 3846"/>
                <a:gd name="T21" fmla="*/ 496 h 1696"/>
                <a:gd name="T22" fmla="*/ 2 w 3846"/>
                <a:gd name="T23" fmla="*/ 514 h 1696"/>
                <a:gd name="T24" fmla="*/ 0 w 3846"/>
                <a:gd name="T25" fmla="*/ 534 h 1696"/>
                <a:gd name="T26" fmla="*/ 0 w 3846"/>
                <a:gd name="T27" fmla="*/ 1044 h 1696"/>
                <a:gd name="T28" fmla="*/ 0 w 3846"/>
                <a:gd name="T29" fmla="*/ 1156 h 1696"/>
                <a:gd name="T30" fmla="*/ 0 w 3846"/>
                <a:gd name="T31" fmla="*/ 1156 h 1696"/>
                <a:gd name="T32" fmla="*/ 0 w 3846"/>
                <a:gd name="T33" fmla="*/ 1256 h 1696"/>
                <a:gd name="T34" fmla="*/ 558 w 3846"/>
                <a:gd name="T35" fmla="*/ 1696 h 1696"/>
                <a:gd name="T36" fmla="*/ 1106 w 3846"/>
                <a:gd name="T37" fmla="*/ 1252 h 1696"/>
                <a:gd name="T38" fmla="*/ 3750 w 3846"/>
                <a:gd name="T39" fmla="*/ 1252 h 1696"/>
                <a:gd name="T40" fmla="*/ 3750 w 3846"/>
                <a:gd name="T41" fmla="*/ 1252 h 1696"/>
                <a:gd name="T42" fmla="*/ 3770 w 3846"/>
                <a:gd name="T43" fmla="*/ 1250 h 1696"/>
                <a:gd name="T44" fmla="*/ 3788 w 3846"/>
                <a:gd name="T45" fmla="*/ 1244 h 1696"/>
                <a:gd name="T46" fmla="*/ 3804 w 3846"/>
                <a:gd name="T47" fmla="*/ 1236 h 1696"/>
                <a:gd name="T48" fmla="*/ 3818 w 3846"/>
                <a:gd name="T49" fmla="*/ 1224 h 1696"/>
                <a:gd name="T50" fmla="*/ 3830 w 3846"/>
                <a:gd name="T51" fmla="*/ 1210 h 1696"/>
                <a:gd name="T52" fmla="*/ 3838 w 3846"/>
                <a:gd name="T53" fmla="*/ 1192 h 1696"/>
                <a:gd name="T54" fmla="*/ 3844 w 3846"/>
                <a:gd name="T55" fmla="*/ 1174 h 1696"/>
                <a:gd name="T56" fmla="*/ 3846 w 3846"/>
                <a:gd name="T57" fmla="*/ 1156 h 1696"/>
                <a:gd name="T58" fmla="*/ 3846 w 3846"/>
                <a:gd name="T59" fmla="*/ 674 h 1696"/>
                <a:gd name="T60" fmla="*/ 3846 w 3846"/>
                <a:gd name="T61" fmla="*/ 572 h 1696"/>
                <a:gd name="T62" fmla="*/ 3846 w 3846"/>
                <a:gd name="T63" fmla="*/ 534 h 1696"/>
                <a:gd name="T64" fmla="*/ 3846 w 3846"/>
                <a:gd name="T65" fmla="*/ 0 h 1696"/>
                <a:gd name="T66" fmla="*/ 3294 w 3846"/>
                <a:gd name="T67" fmla="*/ 446 h 1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846" h="1696">
                  <a:moveTo>
                    <a:pt x="3294" y="446"/>
                  </a:moveTo>
                  <a:lnTo>
                    <a:pt x="2736" y="0"/>
                  </a:lnTo>
                  <a:lnTo>
                    <a:pt x="2736" y="438"/>
                  </a:lnTo>
                  <a:lnTo>
                    <a:pt x="96" y="438"/>
                  </a:lnTo>
                  <a:lnTo>
                    <a:pt x="96" y="438"/>
                  </a:lnTo>
                  <a:lnTo>
                    <a:pt x="78" y="440"/>
                  </a:lnTo>
                  <a:lnTo>
                    <a:pt x="60" y="446"/>
                  </a:lnTo>
                  <a:lnTo>
                    <a:pt x="44" y="454"/>
                  </a:lnTo>
                  <a:lnTo>
                    <a:pt x="28" y="466"/>
                  </a:lnTo>
                  <a:lnTo>
                    <a:pt x="18" y="480"/>
                  </a:lnTo>
                  <a:lnTo>
                    <a:pt x="8" y="496"/>
                  </a:lnTo>
                  <a:lnTo>
                    <a:pt x="2" y="514"/>
                  </a:lnTo>
                  <a:lnTo>
                    <a:pt x="0" y="534"/>
                  </a:lnTo>
                  <a:lnTo>
                    <a:pt x="0" y="1044"/>
                  </a:lnTo>
                  <a:lnTo>
                    <a:pt x="0" y="1156"/>
                  </a:lnTo>
                  <a:lnTo>
                    <a:pt x="0" y="1156"/>
                  </a:lnTo>
                  <a:lnTo>
                    <a:pt x="0" y="1256"/>
                  </a:lnTo>
                  <a:lnTo>
                    <a:pt x="558" y="1696"/>
                  </a:lnTo>
                  <a:lnTo>
                    <a:pt x="1106" y="1252"/>
                  </a:lnTo>
                  <a:lnTo>
                    <a:pt x="3750" y="1252"/>
                  </a:lnTo>
                  <a:lnTo>
                    <a:pt x="3750" y="1252"/>
                  </a:lnTo>
                  <a:lnTo>
                    <a:pt x="3770" y="1250"/>
                  </a:lnTo>
                  <a:lnTo>
                    <a:pt x="3788" y="1244"/>
                  </a:lnTo>
                  <a:lnTo>
                    <a:pt x="3804" y="1236"/>
                  </a:lnTo>
                  <a:lnTo>
                    <a:pt x="3818" y="1224"/>
                  </a:lnTo>
                  <a:lnTo>
                    <a:pt x="3830" y="1210"/>
                  </a:lnTo>
                  <a:lnTo>
                    <a:pt x="3838" y="1192"/>
                  </a:lnTo>
                  <a:lnTo>
                    <a:pt x="3844" y="1174"/>
                  </a:lnTo>
                  <a:lnTo>
                    <a:pt x="3846" y="1156"/>
                  </a:lnTo>
                  <a:lnTo>
                    <a:pt x="3846" y="674"/>
                  </a:lnTo>
                  <a:lnTo>
                    <a:pt x="3846" y="572"/>
                  </a:lnTo>
                  <a:lnTo>
                    <a:pt x="3846" y="534"/>
                  </a:lnTo>
                  <a:lnTo>
                    <a:pt x="3846" y="0"/>
                  </a:lnTo>
                  <a:lnTo>
                    <a:pt x="3294" y="446"/>
                  </a:lnTo>
                  <a:close/>
                </a:path>
              </a:pathLst>
            </a:custGeom>
            <a:solidFill>
              <a:schemeClr val="accent5"/>
            </a:solidFill>
            <a:ln w="12700">
              <a:noFill/>
              <a:prstDash val="solid"/>
              <a:round/>
            </a:ln>
          </p:spPr>
          <p:txBody>
            <a:bodyPr vert="horz" wrap="square" lIns="82938" tIns="41469" rIns="82938" bIns="41469" numCol="1" anchor="t" anchorCtr="0" compatLnSpc="1"/>
            <a:lstStyle/>
            <a:p>
              <a:endParaRPr lang="en-GB" sz="1815"/>
            </a:p>
          </p:txBody>
        </p:sp>
        <p:sp>
          <p:nvSpPr>
            <p:cNvPr id="37" name="Freeform 9"/>
            <p:cNvSpPr/>
            <p:nvPr/>
          </p:nvSpPr>
          <p:spPr bwMode="auto">
            <a:xfrm flipH="1">
              <a:off x="567076" y="5389994"/>
              <a:ext cx="3372010" cy="1486981"/>
            </a:xfrm>
            <a:custGeom>
              <a:avLst/>
              <a:gdLst>
                <a:gd name="T0" fmla="*/ 3294 w 3846"/>
                <a:gd name="T1" fmla="*/ 446 h 1696"/>
                <a:gd name="T2" fmla="*/ 2736 w 3846"/>
                <a:gd name="T3" fmla="*/ 0 h 1696"/>
                <a:gd name="T4" fmla="*/ 2736 w 3846"/>
                <a:gd name="T5" fmla="*/ 438 h 1696"/>
                <a:gd name="T6" fmla="*/ 96 w 3846"/>
                <a:gd name="T7" fmla="*/ 438 h 1696"/>
                <a:gd name="T8" fmla="*/ 96 w 3846"/>
                <a:gd name="T9" fmla="*/ 438 h 1696"/>
                <a:gd name="T10" fmla="*/ 78 w 3846"/>
                <a:gd name="T11" fmla="*/ 440 h 1696"/>
                <a:gd name="T12" fmla="*/ 60 w 3846"/>
                <a:gd name="T13" fmla="*/ 446 h 1696"/>
                <a:gd name="T14" fmla="*/ 44 w 3846"/>
                <a:gd name="T15" fmla="*/ 454 h 1696"/>
                <a:gd name="T16" fmla="*/ 28 w 3846"/>
                <a:gd name="T17" fmla="*/ 466 h 1696"/>
                <a:gd name="T18" fmla="*/ 18 w 3846"/>
                <a:gd name="T19" fmla="*/ 480 h 1696"/>
                <a:gd name="T20" fmla="*/ 8 w 3846"/>
                <a:gd name="T21" fmla="*/ 496 h 1696"/>
                <a:gd name="T22" fmla="*/ 2 w 3846"/>
                <a:gd name="T23" fmla="*/ 514 h 1696"/>
                <a:gd name="T24" fmla="*/ 0 w 3846"/>
                <a:gd name="T25" fmla="*/ 534 h 1696"/>
                <a:gd name="T26" fmla="*/ 0 w 3846"/>
                <a:gd name="T27" fmla="*/ 1044 h 1696"/>
                <a:gd name="T28" fmla="*/ 0 w 3846"/>
                <a:gd name="T29" fmla="*/ 1156 h 1696"/>
                <a:gd name="T30" fmla="*/ 0 w 3846"/>
                <a:gd name="T31" fmla="*/ 1156 h 1696"/>
                <a:gd name="T32" fmla="*/ 0 w 3846"/>
                <a:gd name="T33" fmla="*/ 1256 h 1696"/>
                <a:gd name="T34" fmla="*/ 558 w 3846"/>
                <a:gd name="T35" fmla="*/ 1696 h 1696"/>
                <a:gd name="T36" fmla="*/ 1106 w 3846"/>
                <a:gd name="T37" fmla="*/ 1252 h 1696"/>
                <a:gd name="T38" fmla="*/ 3750 w 3846"/>
                <a:gd name="T39" fmla="*/ 1252 h 1696"/>
                <a:gd name="T40" fmla="*/ 3750 w 3846"/>
                <a:gd name="T41" fmla="*/ 1252 h 1696"/>
                <a:gd name="T42" fmla="*/ 3770 w 3846"/>
                <a:gd name="T43" fmla="*/ 1250 h 1696"/>
                <a:gd name="T44" fmla="*/ 3788 w 3846"/>
                <a:gd name="T45" fmla="*/ 1244 h 1696"/>
                <a:gd name="T46" fmla="*/ 3804 w 3846"/>
                <a:gd name="T47" fmla="*/ 1236 h 1696"/>
                <a:gd name="T48" fmla="*/ 3818 w 3846"/>
                <a:gd name="T49" fmla="*/ 1224 h 1696"/>
                <a:gd name="T50" fmla="*/ 3830 w 3846"/>
                <a:gd name="T51" fmla="*/ 1210 h 1696"/>
                <a:gd name="T52" fmla="*/ 3838 w 3846"/>
                <a:gd name="T53" fmla="*/ 1192 h 1696"/>
                <a:gd name="T54" fmla="*/ 3844 w 3846"/>
                <a:gd name="T55" fmla="*/ 1174 h 1696"/>
                <a:gd name="T56" fmla="*/ 3846 w 3846"/>
                <a:gd name="T57" fmla="*/ 1156 h 1696"/>
                <a:gd name="T58" fmla="*/ 3846 w 3846"/>
                <a:gd name="T59" fmla="*/ 674 h 1696"/>
                <a:gd name="T60" fmla="*/ 3846 w 3846"/>
                <a:gd name="T61" fmla="*/ 572 h 1696"/>
                <a:gd name="T62" fmla="*/ 3846 w 3846"/>
                <a:gd name="T63" fmla="*/ 534 h 1696"/>
                <a:gd name="T64" fmla="*/ 3846 w 3846"/>
                <a:gd name="T65" fmla="*/ 0 h 1696"/>
                <a:gd name="T66" fmla="*/ 3294 w 3846"/>
                <a:gd name="T67" fmla="*/ 446 h 1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846" h="1696">
                  <a:moveTo>
                    <a:pt x="3294" y="446"/>
                  </a:moveTo>
                  <a:lnTo>
                    <a:pt x="2736" y="0"/>
                  </a:lnTo>
                  <a:lnTo>
                    <a:pt x="2736" y="438"/>
                  </a:lnTo>
                  <a:lnTo>
                    <a:pt x="96" y="438"/>
                  </a:lnTo>
                  <a:lnTo>
                    <a:pt x="96" y="438"/>
                  </a:lnTo>
                  <a:lnTo>
                    <a:pt x="78" y="440"/>
                  </a:lnTo>
                  <a:lnTo>
                    <a:pt x="60" y="446"/>
                  </a:lnTo>
                  <a:lnTo>
                    <a:pt x="44" y="454"/>
                  </a:lnTo>
                  <a:lnTo>
                    <a:pt x="28" y="466"/>
                  </a:lnTo>
                  <a:lnTo>
                    <a:pt x="18" y="480"/>
                  </a:lnTo>
                  <a:lnTo>
                    <a:pt x="8" y="496"/>
                  </a:lnTo>
                  <a:lnTo>
                    <a:pt x="2" y="514"/>
                  </a:lnTo>
                  <a:lnTo>
                    <a:pt x="0" y="534"/>
                  </a:lnTo>
                  <a:lnTo>
                    <a:pt x="0" y="1044"/>
                  </a:lnTo>
                  <a:lnTo>
                    <a:pt x="0" y="1156"/>
                  </a:lnTo>
                  <a:lnTo>
                    <a:pt x="0" y="1156"/>
                  </a:lnTo>
                  <a:lnTo>
                    <a:pt x="0" y="1256"/>
                  </a:lnTo>
                  <a:lnTo>
                    <a:pt x="558" y="1696"/>
                  </a:lnTo>
                  <a:lnTo>
                    <a:pt x="1106" y="1252"/>
                  </a:lnTo>
                  <a:lnTo>
                    <a:pt x="3750" y="1252"/>
                  </a:lnTo>
                  <a:lnTo>
                    <a:pt x="3750" y="1252"/>
                  </a:lnTo>
                  <a:lnTo>
                    <a:pt x="3770" y="1250"/>
                  </a:lnTo>
                  <a:lnTo>
                    <a:pt x="3788" y="1244"/>
                  </a:lnTo>
                  <a:lnTo>
                    <a:pt x="3804" y="1236"/>
                  </a:lnTo>
                  <a:lnTo>
                    <a:pt x="3818" y="1224"/>
                  </a:lnTo>
                  <a:lnTo>
                    <a:pt x="3830" y="1210"/>
                  </a:lnTo>
                  <a:lnTo>
                    <a:pt x="3838" y="1192"/>
                  </a:lnTo>
                  <a:lnTo>
                    <a:pt x="3844" y="1174"/>
                  </a:lnTo>
                  <a:lnTo>
                    <a:pt x="3846" y="1156"/>
                  </a:lnTo>
                  <a:lnTo>
                    <a:pt x="3846" y="674"/>
                  </a:lnTo>
                  <a:lnTo>
                    <a:pt x="3846" y="572"/>
                  </a:lnTo>
                  <a:lnTo>
                    <a:pt x="3846" y="534"/>
                  </a:lnTo>
                  <a:lnTo>
                    <a:pt x="3846" y="0"/>
                  </a:lnTo>
                  <a:lnTo>
                    <a:pt x="3294" y="446"/>
                  </a:lnTo>
                  <a:close/>
                </a:path>
              </a:pathLst>
            </a:custGeom>
            <a:solidFill>
              <a:srgbClr val="1450B8"/>
            </a:solidFill>
            <a:ln w="12700">
              <a:noFill/>
              <a:prstDash val="solid"/>
              <a:round/>
            </a:ln>
          </p:spPr>
          <p:txBody>
            <a:bodyPr vert="horz" wrap="square" lIns="82938" tIns="41469" rIns="82938" bIns="41469" numCol="1" anchor="t" anchorCtr="0" compatLnSpc="1"/>
            <a:lstStyle/>
            <a:p>
              <a:endParaRPr lang="en-GB" sz="1815"/>
            </a:p>
          </p:txBody>
        </p:sp>
        <p:sp>
          <p:nvSpPr>
            <p:cNvPr id="9" name="Oval 8"/>
            <p:cNvSpPr/>
            <p:nvPr/>
          </p:nvSpPr>
          <p:spPr bwMode="ltGray">
            <a:xfrm>
              <a:off x="751287" y="2467054"/>
              <a:ext cx="611119" cy="611119"/>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38" name="Oval 37"/>
            <p:cNvSpPr/>
            <p:nvPr/>
          </p:nvSpPr>
          <p:spPr bwMode="ltGray">
            <a:xfrm>
              <a:off x="3151405" y="3583075"/>
              <a:ext cx="611119" cy="611119"/>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39" name="Oval 38"/>
            <p:cNvSpPr/>
            <p:nvPr/>
          </p:nvSpPr>
          <p:spPr bwMode="ltGray">
            <a:xfrm>
              <a:off x="751287" y="4804737"/>
              <a:ext cx="611119" cy="611119"/>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40" name="Oval 39"/>
            <p:cNvSpPr/>
            <p:nvPr/>
          </p:nvSpPr>
          <p:spPr bwMode="ltGray">
            <a:xfrm>
              <a:off x="3151405" y="5936660"/>
              <a:ext cx="611119" cy="611119"/>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10" name="TextBox 9"/>
            <p:cNvSpPr txBox="1"/>
            <p:nvPr/>
          </p:nvSpPr>
          <p:spPr>
            <a:xfrm>
              <a:off x="1890316" y="2491743"/>
              <a:ext cx="914400" cy="352784"/>
            </a:xfrm>
            <a:prstGeom prst="rect">
              <a:avLst/>
            </a:prstGeom>
            <a:noFill/>
          </p:spPr>
          <p:txBody>
            <a:bodyPr wrap="none" lIns="0" tIns="0" rIns="0" bIns="0" rtlCol="0">
              <a:noAutofit/>
            </a:bodyPr>
            <a:lstStyle/>
            <a:p>
              <a:pPr algn="ctr">
                <a:spcAft>
                  <a:spcPts val="900"/>
                </a:spcAft>
              </a:pPr>
              <a:r>
                <a:rPr lang="en-GB" sz="1815" dirty="0" smtClean="0">
                  <a:solidFill>
                    <a:schemeClr val="bg2"/>
                  </a:solidFill>
                  <a:latin typeface="腾讯体 W7" panose="020C08030202040F0204" pitchFamily="18" charset="-122"/>
                </a:rPr>
                <a:t>Step 1</a:t>
              </a:r>
              <a:endParaRPr lang="en-GB" sz="1815" dirty="0" smtClean="0">
                <a:solidFill>
                  <a:schemeClr val="bg2"/>
                </a:solidFill>
                <a:latin typeface="腾讯体 W7" panose="020C08030202040F0204" pitchFamily="18" charset="-122"/>
              </a:endParaRPr>
            </a:p>
          </p:txBody>
        </p:sp>
        <p:sp>
          <p:nvSpPr>
            <p:cNvPr id="41" name="TextBox 40"/>
            <p:cNvSpPr txBox="1"/>
            <p:nvPr/>
          </p:nvSpPr>
          <p:spPr>
            <a:xfrm>
              <a:off x="1890316" y="3628779"/>
              <a:ext cx="914400" cy="352784"/>
            </a:xfrm>
            <a:prstGeom prst="rect">
              <a:avLst/>
            </a:prstGeom>
            <a:noFill/>
          </p:spPr>
          <p:txBody>
            <a:bodyPr wrap="none" lIns="0" tIns="0" rIns="0" bIns="0" rtlCol="0">
              <a:noAutofit/>
            </a:bodyPr>
            <a:lstStyle/>
            <a:p>
              <a:pPr algn="ctr">
                <a:spcAft>
                  <a:spcPts val="900"/>
                </a:spcAft>
              </a:pPr>
              <a:r>
                <a:rPr lang="en-GB" sz="1815" dirty="0" smtClean="0">
                  <a:solidFill>
                    <a:schemeClr val="bg2"/>
                  </a:solidFill>
                  <a:latin typeface="腾讯体 W7" panose="020C08030202040F0204" pitchFamily="18" charset="-122"/>
                </a:rPr>
                <a:t>Step 2</a:t>
              </a:r>
              <a:endParaRPr lang="en-GB" sz="1815" dirty="0" smtClean="0">
                <a:solidFill>
                  <a:schemeClr val="bg2"/>
                </a:solidFill>
                <a:latin typeface="腾讯体 W7" panose="020C08030202040F0204" pitchFamily="18" charset="-122"/>
              </a:endParaRPr>
            </a:p>
          </p:txBody>
        </p:sp>
        <p:sp>
          <p:nvSpPr>
            <p:cNvPr id="42" name="TextBox 41"/>
            <p:cNvSpPr txBox="1"/>
            <p:nvPr/>
          </p:nvSpPr>
          <p:spPr>
            <a:xfrm>
              <a:off x="1890316" y="4805572"/>
              <a:ext cx="914400" cy="352784"/>
            </a:xfrm>
            <a:prstGeom prst="rect">
              <a:avLst/>
            </a:prstGeom>
            <a:noFill/>
          </p:spPr>
          <p:txBody>
            <a:bodyPr wrap="none" lIns="0" tIns="0" rIns="0" bIns="0" rtlCol="0">
              <a:noAutofit/>
            </a:bodyPr>
            <a:lstStyle/>
            <a:p>
              <a:pPr algn="ctr">
                <a:spcAft>
                  <a:spcPts val="900"/>
                </a:spcAft>
              </a:pPr>
              <a:r>
                <a:rPr lang="en-GB" sz="1815" dirty="0" smtClean="0">
                  <a:solidFill>
                    <a:schemeClr val="bg2"/>
                  </a:solidFill>
                  <a:latin typeface="腾讯体 W7" panose="020C08030202040F0204" pitchFamily="18" charset="-122"/>
                </a:rPr>
                <a:t>Step 3</a:t>
              </a:r>
              <a:endParaRPr lang="en-GB" sz="1815" dirty="0" smtClean="0">
                <a:solidFill>
                  <a:schemeClr val="bg2"/>
                </a:solidFill>
                <a:latin typeface="腾讯体 W7" panose="020C08030202040F0204" pitchFamily="18" charset="-122"/>
              </a:endParaRPr>
            </a:p>
          </p:txBody>
        </p:sp>
        <p:sp>
          <p:nvSpPr>
            <p:cNvPr id="43" name="TextBox 42"/>
            <p:cNvSpPr txBox="1"/>
            <p:nvPr/>
          </p:nvSpPr>
          <p:spPr>
            <a:xfrm>
              <a:off x="1890316" y="5950560"/>
              <a:ext cx="914400" cy="352784"/>
            </a:xfrm>
            <a:prstGeom prst="rect">
              <a:avLst/>
            </a:prstGeom>
            <a:noFill/>
          </p:spPr>
          <p:txBody>
            <a:bodyPr wrap="none" lIns="0" tIns="0" rIns="0" bIns="0" rtlCol="0">
              <a:noAutofit/>
            </a:bodyPr>
            <a:lstStyle/>
            <a:p>
              <a:pPr algn="ctr">
                <a:spcAft>
                  <a:spcPts val="900"/>
                </a:spcAft>
              </a:pPr>
              <a:r>
                <a:rPr lang="en-GB" sz="1815" dirty="0" smtClean="0">
                  <a:solidFill>
                    <a:schemeClr val="bg2"/>
                  </a:solidFill>
                  <a:latin typeface="腾讯体 W7" panose="020C08030202040F0204" pitchFamily="18" charset="-122"/>
                </a:rPr>
                <a:t>Step 4</a:t>
              </a:r>
              <a:endParaRPr lang="en-GB" sz="1815" dirty="0" smtClean="0">
                <a:solidFill>
                  <a:schemeClr val="bg2"/>
                </a:solidFill>
                <a:latin typeface="腾讯体 W7" panose="020C08030202040F0204" pitchFamily="18" charset="-122"/>
              </a:endParaRPr>
            </a:p>
          </p:txBody>
        </p:sp>
        <p:sp>
          <p:nvSpPr>
            <p:cNvPr id="44" name="Freeform 4843"/>
            <p:cNvSpPr>
              <a:spLocks noEditPoints="1"/>
            </p:cNvSpPr>
            <p:nvPr/>
          </p:nvSpPr>
          <p:spPr bwMode="auto">
            <a:xfrm>
              <a:off x="805830" y="2544810"/>
              <a:ext cx="502032" cy="487410"/>
            </a:xfrm>
            <a:custGeom>
              <a:avLst/>
              <a:gdLst>
                <a:gd name="T0" fmla="*/ 376 w 412"/>
                <a:gd name="T1" fmla="*/ 96 h 400"/>
                <a:gd name="T2" fmla="*/ 382 w 412"/>
                <a:gd name="T3" fmla="*/ 126 h 400"/>
                <a:gd name="T4" fmla="*/ 356 w 412"/>
                <a:gd name="T5" fmla="*/ 144 h 400"/>
                <a:gd name="T6" fmla="*/ 328 w 412"/>
                <a:gd name="T7" fmla="*/ 116 h 400"/>
                <a:gd name="T8" fmla="*/ 344 w 412"/>
                <a:gd name="T9" fmla="*/ 90 h 400"/>
                <a:gd name="T10" fmla="*/ 374 w 412"/>
                <a:gd name="T11" fmla="*/ 156 h 400"/>
                <a:gd name="T12" fmla="*/ 320 w 412"/>
                <a:gd name="T13" fmla="*/ 156 h 400"/>
                <a:gd name="T14" fmla="*/ 314 w 412"/>
                <a:gd name="T15" fmla="*/ 204 h 400"/>
                <a:gd name="T16" fmla="*/ 370 w 412"/>
                <a:gd name="T17" fmla="*/ 268 h 400"/>
                <a:gd name="T18" fmla="*/ 404 w 412"/>
                <a:gd name="T19" fmla="*/ 246 h 400"/>
                <a:gd name="T20" fmla="*/ 410 w 412"/>
                <a:gd name="T21" fmla="*/ 166 h 400"/>
                <a:gd name="T22" fmla="*/ 398 w 412"/>
                <a:gd name="T23" fmla="*/ 156 h 400"/>
                <a:gd name="T24" fmla="*/ 98 w 412"/>
                <a:gd name="T25" fmla="*/ 156 h 400"/>
                <a:gd name="T26" fmla="*/ 56 w 412"/>
                <a:gd name="T27" fmla="*/ 182 h 400"/>
                <a:gd name="T28" fmla="*/ 14 w 412"/>
                <a:gd name="T29" fmla="*/ 156 h 400"/>
                <a:gd name="T30" fmla="*/ 2 w 412"/>
                <a:gd name="T31" fmla="*/ 166 h 400"/>
                <a:gd name="T32" fmla="*/ 8 w 412"/>
                <a:gd name="T33" fmla="*/ 246 h 400"/>
                <a:gd name="T34" fmla="*/ 42 w 412"/>
                <a:gd name="T35" fmla="*/ 268 h 400"/>
                <a:gd name="T36" fmla="*/ 98 w 412"/>
                <a:gd name="T37" fmla="*/ 204 h 400"/>
                <a:gd name="T38" fmla="*/ 172 w 412"/>
                <a:gd name="T39" fmla="*/ 50 h 400"/>
                <a:gd name="T40" fmla="*/ 192 w 412"/>
                <a:gd name="T41" fmla="*/ 68 h 400"/>
                <a:gd name="T42" fmla="*/ 214 w 412"/>
                <a:gd name="T43" fmla="*/ 70 h 400"/>
                <a:gd name="T44" fmla="*/ 236 w 412"/>
                <a:gd name="T45" fmla="*/ 56 h 400"/>
                <a:gd name="T46" fmla="*/ 242 w 412"/>
                <a:gd name="T47" fmla="*/ 36 h 400"/>
                <a:gd name="T48" fmla="*/ 232 w 412"/>
                <a:gd name="T49" fmla="*/ 10 h 400"/>
                <a:gd name="T50" fmla="*/ 206 w 412"/>
                <a:gd name="T51" fmla="*/ 0 h 400"/>
                <a:gd name="T52" fmla="*/ 186 w 412"/>
                <a:gd name="T53" fmla="*/ 6 h 400"/>
                <a:gd name="T54" fmla="*/ 170 w 412"/>
                <a:gd name="T55" fmla="*/ 28 h 400"/>
                <a:gd name="T56" fmla="*/ 206 w 412"/>
                <a:gd name="T57" fmla="*/ 400 h 400"/>
                <a:gd name="T58" fmla="*/ 296 w 412"/>
                <a:gd name="T59" fmla="*/ 378 h 400"/>
                <a:gd name="T60" fmla="*/ 366 w 412"/>
                <a:gd name="T61" fmla="*/ 322 h 400"/>
                <a:gd name="T62" fmla="*/ 320 w 412"/>
                <a:gd name="T63" fmla="*/ 250 h 400"/>
                <a:gd name="T64" fmla="*/ 244 w 412"/>
                <a:gd name="T65" fmla="*/ 200 h 400"/>
                <a:gd name="T66" fmla="*/ 206 w 412"/>
                <a:gd name="T67" fmla="*/ 194 h 400"/>
                <a:gd name="T68" fmla="*/ 158 w 412"/>
                <a:gd name="T69" fmla="*/ 234 h 400"/>
                <a:gd name="T70" fmla="*/ 140 w 412"/>
                <a:gd name="T71" fmla="*/ 262 h 400"/>
                <a:gd name="T72" fmla="*/ 118 w 412"/>
                <a:gd name="T73" fmla="*/ 262 h 400"/>
                <a:gd name="T74" fmla="*/ 100 w 412"/>
                <a:gd name="T75" fmla="*/ 244 h 400"/>
                <a:gd name="T76" fmla="*/ 46 w 412"/>
                <a:gd name="T77" fmla="*/ 322 h 400"/>
                <a:gd name="T78" fmla="*/ 96 w 412"/>
                <a:gd name="T79" fmla="*/ 368 h 400"/>
                <a:gd name="T80" fmla="*/ 182 w 412"/>
                <a:gd name="T81" fmla="*/ 398 h 400"/>
                <a:gd name="T82" fmla="*/ 28 w 412"/>
                <a:gd name="T83" fmla="*/ 116 h 400"/>
                <a:gd name="T84" fmla="*/ 56 w 412"/>
                <a:gd name="T85" fmla="*/ 144 h 400"/>
                <a:gd name="T86" fmla="*/ 82 w 412"/>
                <a:gd name="T87" fmla="*/ 126 h 400"/>
                <a:gd name="T88" fmla="*/ 76 w 412"/>
                <a:gd name="T89" fmla="*/ 96 h 400"/>
                <a:gd name="T90" fmla="*/ 46 w 412"/>
                <a:gd name="T91" fmla="*/ 90 h 400"/>
                <a:gd name="T92" fmla="*/ 28 w 412"/>
                <a:gd name="T93" fmla="*/ 116 h 400"/>
                <a:gd name="T94" fmla="*/ 300 w 412"/>
                <a:gd name="T95" fmla="*/ 116 h 400"/>
                <a:gd name="T96" fmla="*/ 298 w 412"/>
                <a:gd name="T97" fmla="*/ 102 h 400"/>
                <a:gd name="T98" fmla="*/ 268 w 412"/>
                <a:gd name="T99" fmla="*/ 82 h 400"/>
                <a:gd name="T100" fmla="*/ 144 w 412"/>
                <a:gd name="T101" fmla="*/ 82 h 400"/>
                <a:gd name="T102" fmla="*/ 122 w 412"/>
                <a:gd name="T103" fmla="*/ 92 h 400"/>
                <a:gd name="T104" fmla="*/ 112 w 412"/>
                <a:gd name="T105" fmla="*/ 116 h 400"/>
                <a:gd name="T106" fmla="*/ 114 w 412"/>
                <a:gd name="T107" fmla="*/ 240 h 400"/>
                <a:gd name="T108" fmla="*/ 128 w 412"/>
                <a:gd name="T109" fmla="*/ 248 h 400"/>
                <a:gd name="T110" fmla="*/ 144 w 412"/>
                <a:gd name="T111" fmla="*/ 234 h 400"/>
                <a:gd name="T112" fmla="*/ 154 w 412"/>
                <a:gd name="T113" fmla="*/ 140 h 400"/>
                <a:gd name="T114" fmla="*/ 158 w 412"/>
                <a:gd name="T115" fmla="*/ 170 h 400"/>
                <a:gd name="T116" fmla="*/ 230 w 412"/>
                <a:gd name="T117" fmla="*/ 164 h 400"/>
                <a:gd name="T118" fmla="*/ 254 w 412"/>
                <a:gd name="T119" fmla="*/ 150 h 400"/>
                <a:gd name="T120" fmla="*/ 268 w 412"/>
                <a:gd name="T121" fmla="*/ 176 h 400"/>
                <a:gd name="T122" fmla="*/ 300 w 412"/>
                <a:gd name="T123" fmla="*/ 192 h 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12" h="400">
                  <a:moveTo>
                    <a:pt x="356" y="88"/>
                  </a:moveTo>
                  <a:lnTo>
                    <a:pt x="356" y="88"/>
                  </a:lnTo>
                  <a:lnTo>
                    <a:pt x="366" y="90"/>
                  </a:lnTo>
                  <a:lnTo>
                    <a:pt x="376" y="96"/>
                  </a:lnTo>
                  <a:lnTo>
                    <a:pt x="382" y="104"/>
                  </a:lnTo>
                  <a:lnTo>
                    <a:pt x="384" y="116"/>
                  </a:lnTo>
                  <a:lnTo>
                    <a:pt x="384" y="116"/>
                  </a:lnTo>
                  <a:lnTo>
                    <a:pt x="382" y="126"/>
                  </a:lnTo>
                  <a:lnTo>
                    <a:pt x="376" y="136"/>
                  </a:lnTo>
                  <a:lnTo>
                    <a:pt x="366" y="142"/>
                  </a:lnTo>
                  <a:lnTo>
                    <a:pt x="356" y="144"/>
                  </a:lnTo>
                  <a:lnTo>
                    <a:pt x="356" y="144"/>
                  </a:lnTo>
                  <a:lnTo>
                    <a:pt x="344" y="142"/>
                  </a:lnTo>
                  <a:lnTo>
                    <a:pt x="336" y="136"/>
                  </a:lnTo>
                  <a:lnTo>
                    <a:pt x="330" y="126"/>
                  </a:lnTo>
                  <a:lnTo>
                    <a:pt x="328" y="116"/>
                  </a:lnTo>
                  <a:lnTo>
                    <a:pt x="328" y="116"/>
                  </a:lnTo>
                  <a:lnTo>
                    <a:pt x="330" y="104"/>
                  </a:lnTo>
                  <a:lnTo>
                    <a:pt x="336" y="96"/>
                  </a:lnTo>
                  <a:lnTo>
                    <a:pt x="344" y="90"/>
                  </a:lnTo>
                  <a:lnTo>
                    <a:pt x="356" y="88"/>
                  </a:lnTo>
                  <a:lnTo>
                    <a:pt x="356" y="88"/>
                  </a:lnTo>
                  <a:close/>
                  <a:moveTo>
                    <a:pt x="392" y="156"/>
                  </a:moveTo>
                  <a:lnTo>
                    <a:pt x="374" y="156"/>
                  </a:lnTo>
                  <a:lnTo>
                    <a:pt x="356" y="182"/>
                  </a:lnTo>
                  <a:lnTo>
                    <a:pt x="338" y="156"/>
                  </a:lnTo>
                  <a:lnTo>
                    <a:pt x="320" y="156"/>
                  </a:lnTo>
                  <a:lnTo>
                    <a:pt x="320" y="156"/>
                  </a:lnTo>
                  <a:lnTo>
                    <a:pt x="314" y="156"/>
                  </a:lnTo>
                  <a:lnTo>
                    <a:pt x="314" y="156"/>
                  </a:lnTo>
                  <a:lnTo>
                    <a:pt x="314" y="158"/>
                  </a:lnTo>
                  <a:lnTo>
                    <a:pt x="314" y="204"/>
                  </a:lnTo>
                  <a:lnTo>
                    <a:pt x="314" y="204"/>
                  </a:lnTo>
                  <a:lnTo>
                    <a:pt x="336" y="224"/>
                  </a:lnTo>
                  <a:lnTo>
                    <a:pt x="354" y="244"/>
                  </a:lnTo>
                  <a:lnTo>
                    <a:pt x="370" y="268"/>
                  </a:lnTo>
                  <a:lnTo>
                    <a:pt x="386" y="294"/>
                  </a:lnTo>
                  <a:lnTo>
                    <a:pt x="386" y="294"/>
                  </a:lnTo>
                  <a:lnTo>
                    <a:pt x="396" y="270"/>
                  </a:lnTo>
                  <a:lnTo>
                    <a:pt x="404" y="246"/>
                  </a:lnTo>
                  <a:lnTo>
                    <a:pt x="410" y="220"/>
                  </a:lnTo>
                  <a:lnTo>
                    <a:pt x="412" y="194"/>
                  </a:lnTo>
                  <a:lnTo>
                    <a:pt x="412" y="194"/>
                  </a:lnTo>
                  <a:lnTo>
                    <a:pt x="410" y="166"/>
                  </a:lnTo>
                  <a:lnTo>
                    <a:pt x="410" y="166"/>
                  </a:lnTo>
                  <a:lnTo>
                    <a:pt x="406" y="162"/>
                  </a:lnTo>
                  <a:lnTo>
                    <a:pt x="402" y="158"/>
                  </a:lnTo>
                  <a:lnTo>
                    <a:pt x="398" y="156"/>
                  </a:lnTo>
                  <a:lnTo>
                    <a:pt x="392" y="156"/>
                  </a:lnTo>
                  <a:lnTo>
                    <a:pt x="392" y="156"/>
                  </a:lnTo>
                  <a:close/>
                  <a:moveTo>
                    <a:pt x="98" y="204"/>
                  </a:moveTo>
                  <a:lnTo>
                    <a:pt x="98" y="156"/>
                  </a:lnTo>
                  <a:lnTo>
                    <a:pt x="98" y="156"/>
                  </a:lnTo>
                  <a:lnTo>
                    <a:pt x="92" y="156"/>
                  </a:lnTo>
                  <a:lnTo>
                    <a:pt x="74" y="156"/>
                  </a:lnTo>
                  <a:lnTo>
                    <a:pt x="56" y="182"/>
                  </a:lnTo>
                  <a:lnTo>
                    <a:pt x="38" y="156"/>
                  </a:lnTo>
                  <a:lnTo>
                    <a:pt x="20" y="156"/>
                  </a:lnTo>
                  <a:lnTo>
                    <a:pt x="20" y="156"/>
                  </a:lnTo>
                  <a:lnTo>
                    <a:pt x="14" y="156"/>
                  </a:lnTo>
                  <a:lnTo>
                    <a:pt x="10" y="158"/>
                  </a:lnTo>
                  <a:lnTo>
                    <a:pt x="6" y="162"/>
                  </a:lnTo>
                  <a:lnTo>
                    <a:pt x="2" y="166"/>
                  </a:lnTo>
                  <a:lnTo>
                    <a:pt x="2" y="166"/>
                  </a:lnTo>
                  <a:lnTo>
                    <a:pt x="0" y="194"/>
                  </a:lnTo>
                  <a:lnTo>
                    <a:pt x="0" y="194"/>
                  </a:lnTo>
                  <a:lnTo>
                    <a:pt x="2" y="220"/>
                  </a:lnTo>
                  <a:lnTo>
                    <a:pt x="8" y="246"/>
                  </a:lnTo>
                  <a:lnTo>
                    <a:pt x="16" y="270"/>
                  </a:lnTo>
                  <a:lnTo>
                    <a:pt x="26" y="294"/>
                  </a:lnTo>
                  <a:lnTo>
                    <a:pt x="26" y="294"/>
                  </a:lnTo>
                  <a:lnTo>
                    <a:pt x="42" y="268"/>
                  </a:lnTo>
                  <a:lnTo>
                    <a:pt x="58" y="244"/>
                  </a:lnTo>
                  <a:lnTo>
                    <a:pt x="76" y="224"/>
                  </a:lnTo>
                  <a:lnTo>
                    <a:pt x="98" y="204"/>
                  </a:lnTo>
                  <a:lnTo>
                    <a:pt x="98" y="204"/>
                  </a:lnTo>
                  <a:close/>
                  <a:moveTo>
                    <a:pt x="170" y="36"/>
                  </a:moveTo>
                  <a:lnTo>
                    <a:pt x="170" y="36"/>
                  </a:lnTo>
                  <a:lnTo>
                    <a:pt x="170" y="42"/>
                  </a:lnTo>
                  <a:lnTo>
                    <a:pt x="172" y="50"/>
                  </a:lnTo>
                  <a:lnTo>
                    <a:pt x="176" y="56"/>
                  </a:lnTo>
                  <a:lnTo>
                    <a:pt x="180" y="60"/>
                  </a:lnTo>
                  <a:lnTo>
                    <a:pt x="186" y="66"/>
                  </a:lnTo>
                  <a:lnTo>
                    <a:pt x="192" y="68"/>
                  </a:lnTo>
                  <a:lnTo>
                    <a:pt x="198" y="70"/>
                  </a:lnTo>
                  <a:lnTo>
                    <a:pt x="206" y="72"/>
                  </a:lnTo>
                  <a:lnTo>
                    <a:pt x="206" y="72"/>
                  </a:lnTo>
                  <a:lnTo>
                    <a:pt x="214" y="70"/>
                  </a:lnTo>
                  <a:lnTo>
                    <a:pt x="220" y="68"/>
                  </a:lnTo>
                  <a:lnTo>
                    <a:pt x="226" y="66"/>
                  </a:lnTo>
                  <a:lnTo>
                    <a:pt x="232" y="60"/>
                  </a:lnTo>
                  <a:lnTo>
                    <a:pt x="236" y="56"/>
                  </a:lnTo>
                  <a:lnTo>
                    <a:pt x="240" y="50"/>
                  </a:lnTo>
                  <a:lnTo>
                    <a:pt x="242" y="42"/>
                  </a:lnTo>
                  <a:lnTo>
                    <a:pt x="242" y="36"/>
                  </a:lnTo>
                  <a:lnTo>
                    <a:pt x="242" y="36"/>
                  </a:lnTo>
                  <a:lnTo>
                    <a:pt x="242" y="28"/>
                  </a:lnTo>
                  <a:lnTo>
                    <a:pt x="240" y="22"/>
                  </a:lnTo>
                  <a:lnTo>
                    <a:pt x="236" y="16"/>
                  </a:lnTo>
                  <a:lnTo>
                    <a:pt x="232" y="10"/>
                  </a:lnTo>
                  <a:lnTo>
                    <a:pt x="226" y="6"/>
                  </a:lnTo>
                  <a:lnTo>
                    <a:pt x="220" y="2"/>
                  </a:lnTo>
                  <a:lnTo>
                    <a:pt x="214" y="0"/>
                  </a:lnTo>
                  <a:lnTo>
                    <a:pt x="206" y="0"/>
                  </a:lnTo>
                  <a:lnTo>
                    <a:pt x="206" y="0"/>
                  </a:lnTo>
                  <a:lnTo>
                    <a:pt x="198" y="0"/>
                  </a:lnTo>
                  <a:lnTo>
                    <a:pt x="192" y="2"/>
                  </a:lnTo>
                  <a:lnTo>
                    <a:pt x="186" y="6"/>
                  </a:lnTo>
                  <a:lnTo>
                    <a:pt x="180" y="10"/>
                  </a:lnTo>
                  <a:lnTo>
                    <a:pt x="176" y="16"/>
                  </a:lnTo>
                  <a:lnTo>
                    <a:pt x="172" y="22"/>
                  </a:lnTo>
                  <a:lnTo>
                    <a:pt x="170" y="28"/>
                  </a:lnTo>
                  <a:lnTo>
                    <a:pt x="170" y="36"/>
                  </a:lnTo>
                  <a:lnTo>
                    <a:pt x="170" y="36"/>
                  </a:lnTo>
                  <a:close/>
                  <a:moveTo>
                    <a:pt x="206" y="400"/>
                  </a:moveTo>
                  <a:lnTo>
                    <a:pt x="206" y="400"/>
                  </a:lnTo>
                  <a:lnTo>
                    <a:pt x="230" y="398"/>
                  </a:lnTo>
                  <a:lnTo>
                    <a:pt x="254" y="394"/>
                  </a:lnTo>
                  <a:lnTo>
                    <a:pt x="276" y="388"/>
                  </a:lnTo>
                  <a:lnTo>
                    <a:pt x="296" y="378"/>
                  </a:lnTo>
                  <a:lnTo>
                    <a:pt x="316" y="368"/>
                  </a:lnTo>
                  <a:lnTo>
                    <a:pt x="334" y="354"/>
                  </a:lnTo>
                  <a:lnTo>
                    <a:pt x="352" y="338"/>
                  </a:lnTo>
                  <a:lnTo>
                    <a:pt x="366" y="322"/>
                  </a:lnTo>
                  <a:lnTo>
                    <a:pt x="366" y="322"/>
                  </a:lnTo>
                  <a:lnTo>
                    <a:pt x="352" y="296"/>
                  </a:lnTo>
                  <a:lnTo>
                    <a:pt x="336" y="272"/>
                  </a:lnTo>
                  <a:lnTo>
                    <a:pt x="320" y="250"/>
                  </a:lnTo>
                  <a:lnTo>
                    <a:pt x="300" y="232"/>
                  </a:lnTo>
                  <a:lnTo>
                    <a:pt x="280" y="216"/>
                  </a:lnTo>
                  <a:lnTo>
                    <a:pt x="256" y="204"/>
                  </a:lnTo>
                  <a:lnTo>
                    <a:pt x="244" y="200"/>
                  </a:lnTo>
                  <a:lnTo>
                    <a:pt x="232" y="196"/>
                  </a:lnTo>
                  <a:lnTo>
                    <a:pt x="220" y="194"/>
                  </a:lnTo>
                  <a:lnTo>
                    <a:pt x="206" y="194"/>
                  </a:lnTo>
                  <a:lnTo>
                    <a:pt x="206" y="194"/>
                  </a:lnTo>
                  <a:lnTo>
                    <a:pt x="182" y="196"/>
                  </a:lnTo>
                  <a:lnTo>
                    <a:pt x="158" y="202"/>
                  </a:lnTo>
                  <a:lnTo>
                    <a:pt x="158" y="234"/>
                  </a:lnTo>
                  <a:lnTo>
                    <a:pt x="158" y="234"/>
                  </a:lnTo>
                  <a:lnTo>
                    <a:pt x="158" y="240"/>
                  </a:lnTo>
                  <a:lnTo>
                    <a:pt x="156" y="244"/>
                  </a:lnTo>
                  <a:lnTo>
                    <a:pt x="150" y="254"/>
                  </a:lnTo>
                  <a:lnTo>
                    <a:pt x="140" y="262"/>
                  </a:lnTo>
                  <a:lnTo>
                    <a:pt x="134" y="264"/>
                  </a:lnTo>
                  <a:lnTo>
                    <a:pt x="128" y="264"/>
                  </a:lnTo>
                  <a:lnTo>
                    <a:pt x="128" y="264"/>
                  </a:lnTo>
                  <a:lnTo>
                    <a:pt x="118" y="262"/>
                  </a:lnTo>
                  <a:lnTo>
                    <a:pt x="110" y="258"/>
                  </a:lnTo>
                  <a:lnTo>
                    <a:pt x="104" y="252"/>
                  </a:lnTo>
                  <a:lnTo>
                    <a:pt x="100" y="244"/>
                  </a:lnTo>
                  <a:lnTo>
                    <a:pt x="100" y="244"/>
                  </a:lnTo>
                  <a:lnTo>
                    <a:pt x="84" y="260"/>
                  </a:lnTo>
                  <a:lnTo>
                    <a:pt x="70" y="280"/>
                  </a:lnTo>
                  <a:lnTo>
                    <a:pt x="58" y="300"/>
                  </a:lnTo>
                  <a:lnTo>
                    <a:pt x="46" y="322"/>
                  </a:lnTo>
                  <a:lnTo>
                    <a:pt x="46" y="322"/>
                  </a:lnTo>
                  <a:lnTo>
                    <a:pt x="60" y="338"/>
                  </a:lnTo>
                  <a:lnTo>
                    <a:pt x="78" y="354"/>
                  </a:lnTo>
                  <a:lnTo>
                    <a:pt x="96" y="368"/>
                  </a:lnTo>
                  <a:lnTo>
                    <a:pt x="116" y="378"/>
                  </a:lnTo>
                  <a:lnTo>
                    <a:pt x="136" y="388"/>
                  </a:lnTo>
                  <a:lnTo>
                    <a:pt x="158" y="394"/>
                  </a:lnTo>
                  <a:lnTo>
                    <a:pt x="182" y="398"/>
                  </a:lnTo>
                  <a:lnTo>
                    <a:pt x="206" y="400"/>
                  </a:lnTo>
                  <a:lnTo>
                    <a:pt x="206" y="400"/>
                  </a:lnTo>
                  <a:close/>
                  <a:moveTo>
                    <a:pt x="28" y="116"/>
                  </a:moveTo>
                  <a:lnTo>
                    <a:pt x="28" y="116"/>
                  </a:lnTo>
                  <a:lnTo>
                    <a:pt x="30" y="126"/>
                  </a:lnTo>
                  <a:lnTo>
                    <a:pt x="36" y="136"/>
                  </a:lnTo>
                  <a:lnTo>
                    <a:pt x="46" y="142"/>
                  </a:lnTo>
                  <a:lnTo>
                    <a:pt x="56" y="144"/>
                  </a:lnTo>
                  <a:lnTo>
                    <a:pt x="56" y="144"/>
                  </a:lnTo>
                  <a:lnTo>
                    <a:pt x="68" y="142"/>
                  </a:lnTo>
                  <a:lnTo>
                    <a:pt x="76" y="136"/>
                  </a:lnTo>
                  <a:lnTo>
                    <a:pt x="82" y="126"/>
                  </a:lnTo>
                  <a:lnTo>
                    <a:pt x="84" y="116"/>
                  </a:lnTo>
                  <a:lnTo>
                    <a:pt x="84" y="116"/>
                  </a:lnTo>
                  <a:lnTo>
                    <a:pt x="82" y="104"/>
                  </a:lnTo>
                  <a:lnTo>
                    <a:pt x="76" y="96"/>
                  </a:lnTo>
                  <a:lnTo>
                    <a:pt x="68" y="90"/>
                  </a:lnTo>
                  <a:lnTo>
                    <a:pt x="56" y="88"/>
                  </a:lnTo>
                  <a:lnTo>
                    <a:pt x="56" y="88"/>
                  </a:lnTo>
                  <a:lnTo>
                    <a:pt x="46" y="90"/>
                  </a:lnTo>
                  <a:lnTo>
                    <a:pt x="36" y="96"/>
                  </a:lnTo>
                  <a:lnTo>
                    <a:pt x="30" y="104"/>
                  </a:lnTo>
                  <a:lnTo>
                    <a:pt x="28" y="116"/>
                  </a:lnTo>
                  <a:lnTo>
                    <a:pt x="28" y="116"/>
                  </a:lnTo>
                  <a:close/>
                  <a:moveTo>
                    <a:pt x="300" y="192"/>
                  </a:moveTo>
                  <a:lnTo>
                    <a:pt x="300" y="116"/>
                  </a:lnTo>
                  <a:lnTo>
                    <a:pt x="300" y="116"/>
                  </a:lnTo>
                  <a:lnTo>
                    <a:pt x="300" y="116"/>
                  </a:lnTo>
                  <a:lnTo>
                    <a:pt x="300" y="114"/>
                  </a:lnTo>
                  <a:lnTo>
                    <a:pt x="300" y="114"/>
                  </a:lnTo>
                  <a:lnTo>
                    <a:pt x="300" y="108"/>
                  </a:lnTo>
                  <a:lnTo>
                    <a:pt x="298" y="102"/>
                  </a:lnTo>
                  <a:lnTo>
                    <a:pt x="290" y="92"/>
                  </a:lnTo>
                  <a:lnTo>
                    <a:pt x="280" y="84"/>
                  </a:lnTo>
                  <a:lnTo>
                    <a:pt x="274" y="82"/>
                  </a:lnTo>
                  <a:lnTo>
                    <a:pt x="268" y="82"/>
                  </a:lnTo>
                  <a:lnTo>
                    <a:pt x="232" y="82"/>
                  </a:lnTo>
                  <a:lnTo>
                    <a:pt x="206" y="116"/>
                  </a:lnTo>
                  <a:lnTo>
                    <a:pt x="180" y="82"/>
                  </a:lnTo>
                  <a:lnTo>
                    <a:pt x="144" y="82"/>
                  </a:lnTo>
                  <a:lnTo>
                    <a:pt x="144" y="82"/>
                  </a:lnTo>
                  <a:lnTo>
                    <a:pt x="138" y="82"/>
                  </a:lnTo>
                  <a:lnTo>
                    <a:pt x="132" y="84"/>
                  </a:lnTo>
                  <a:lnTo>
                    <a:pt x="122" y="92"/>
                  </a:lnTo>
                  <a:lnTo>
                    <a:pt x="114" y="102"/>
                  </a:lnTo>
                  <a:lnTo>
                    <a:pt x="112" y="108"/>
                  </a:lnTo>
                  <a:lnTo>
                    <a:pt x="112" y="114"/>
                  </a:lnTo>
                  <a:lnTo>
                    <a:pt x="112" y="116"/>
                  </a:lnTo>
                  <a:lnTo>
                    <a:pt x="112" y="130"/>
                  </a:lnTo>
                  <a:lnTo>
                    <a:pt x="112" y="234"/>
                  </a:lnTo>
                  <a:lnTo>
                    <a:pt x="112" y="234"/>
                  </a:lnTo>
                  <a:lnTo>
                    <a:pt x="114" y="240"/>
                  </a:lnTo>
                  <a:lnTo>
                    <a:pt x="116" y="244"/>
                  </a:lnTo>
                  <a:lnTo>
                    <a:pt x="122" y="248"/>
                  </a:lnTo>
                  <a:lnTo>
                    <a:pt x="128" y="248"/>
                  </a:lnTo>
                  <a:lnTo>
                    <a:pt x="128" y="248"/>
                  </a:lnTo>
                  <a:lnTo>
                    <a:pt x="134" y="248"/>
                  </a:lnTo>
                  <a:lnTo>
                    <a:pt x="138" y="244"/>
                  </a:lnTo>
                  <a:lnTo>
                    <a:pt x="142" y="240"/>
                  </a:lnTo>
                  <a:lnTo>
                    <a:pt x="144" y="234"/>
                  </a:lnTo>
                  <a:lnTo>
                    <a:pt x="144" y="130"/>
                  </a:lnTo>
                  <a:lnTo>
                    <a:pt x="144" y="130"/>
                  </a:lnTo>
                  <a:lnTo>
                    <a:pt x="150" y="134"/>
                  </a:lnTo>
                  <a:lnTo>
                    <a:pt x="154" y="140"/>
                  </a:lnTo>
                  <a:lnTo>
                    <a:pt x="158" y="148"/>
                  </a:lnTo>
                  <a:lnTo>
                    <a:pt x="158" y="156"/>
                  </a:lnTo>
                  <a:lnTo>
                    <a:pt x="158" y="170"/>
                  </a:lnTo>
                  <a:lnTo>
                    <a:pt x="158" y="170"/>
                  </a:lnTo>
                  <a:lnTo>
                    <a:pt x="182" y="164"/>
                  </a:lnTo>
                  <a:lnTo>
                    <a:pt x="206" y="162"/>
                  </a:lnTo>
                  <a:lnTo>
                    <a:pt x="206" y="162"/>
                  </a:lnTo>
                  <a:lnTo>
                    <a:pt x="230" y="164"/>
                  </a:lnTo>
                  <a:lnTo>
                    <a:pt x="254" y="170"/>
                  </a:lnTo>
                  <a:lnTo>
                    <a:pt x="254" y="158"/>
                  </a:lnTo>
                  <a:lnTo>
                    <a:pt x="254" y="158"/>
                  </a:lnTo>
                  <a:lnTo>
                    <a:pt x="254" y="150"/>
                  </a:lnTo>
                  <a:lnTo>
                    <a:pt x="258" y="142"/>
                  </a:lnTo>
                  <a:lnTo>
                    <a:pt x="262" y="136"/>
                  </a:lnTo>
                  <a:lnTo>
                    <a:pt x="268" y="132"/>
                  </a:lnTo>
                  <a:lnTo>
                    <a:pt x="268" y="176"/>
                  </a:lnTo>
                  <a:lnTo>
                    <a:pt x="268" y="176"/>
                  </a:lnTo>
                  <a:lnTo>
                    <a:pt x="284" y="184"/>
                  </a:lnTo>
                  <a:lnTo>
                    <a:pt x="300" y="192"/>
                  </a:lnTo>
                  <a:lnTo>
                    <a:pt x="300" y="192"/>
                  </a:lnTo>
                  <a:close/>
                </a:path>
              </a:pathLst>
            </a:custGeom>
            <a:solidFill>
              <a:schemeClr val="accent3"/>
            </a:solidFill>
            <a:ln>
              <a:noFill/>
            </a:ln>
          </p:spPr>
          <p:txBody>
            <a:bodyPr vert="horz" wrap="square" lIns="82938" tIns="41469" rIns="82938" bIns="41469" numCol="1" anchor="t" anchorCtr="0" compatLnSpc="1"/>
            <a:lstStyle/>
            <a:p>
              <a:endParaRPr lang="en-GB" sz="1815"/>
            </a:p>
          </p:txBody>
        </p:sp>
        <p:sp>
          <p:nvSpPr>
            <p:cNvPr id="45" name="Freeform 4831"/>
            <p:cNvSpPr>
              <a:spLocks noEditPoints="1"/>
            </p:cNvSpPr>
            <p:nvPr/>
          </p:nvSpPr>
          <p:spPr bwMode="auto">
            <a:xfrm>
              <a:off x="3205168" y="3784301"/>
              <a:ext cx="501699" cy="270719"/>
            </a:xfrm>
            <a:custGeom>
              <a:avLst/>
              <a:gdLst>
                <a:gd name="T0" fmla="*/ 300 w 404"/>
                <a:gd name="T1" fmla="*/ 166 h 218"/>
                <a:gd name="T2" fmla="*/ 288 w 404"/>
                <a:gd name="T3" fmla="*/ 172 h 218"/>
                <a:gd name="T4" fmla="*/ 272 w 404"/>
                <a:gd name="T5" fmla="*/ 184 h 218"/>
                <a:gd name="T6" fmla="*/ 252 w 404"/>
                <a:gd name="T7" fmla="*/ 170 h 218"/>
                <a:gd name="T8" fmla="*/ 244 w 404"/>
                <a:gd name="T9" fmla="*/ 186 h 218"/>
                <a:gd name="T10" fmla="*/ 232 w 404"/>
                <a:gd name="T11" fmla="*/ 188 h 218"/>
                <a:gd name="T12" fmla="*/ 226 w 404"/>
                <a:gd name="T13" fmla="*/ 188 h 218"/>
                <a:gd name="T14" fmla="*/ 216 w 404"/>
                <a:gd name="T15" fmla="*/ 166 h 218"/>
                <a:gd name="T16" fmla="*/ 192 w 404"/>
                <a:gd name="T17" fmla="*/ 154 h 218"/>
                <a:gd name="T18" fmla="*/ 178 w 404"/>
                <a:gd name="T19" fmla="*/ 142 h 218"/>
                <a:gd name="T20" fmla="*/ 160 w 404"/>
                <a:gd name="T21" fmla="*/ 138 h 218"/>
                <a:gd name="T22" fmla="*/ 134 w 404"/>
                <a:gd name="T23" fmla="*/ 120 h 218"/>
                <a:gd name="T24" fmla="*/ 106 w 404"/>
                <a:gd name="T25" fmla="*/ 136 h 218"/>
                <a:gd name="T26" fmla="*/ 74 w 404"/>
                <a:gd name="T27" fmla="*/ 124 h 218"/>
                <a:gd name="T28" fmla="*/ 94 w 404"/>
                <a:gd name="T29" fmla="*/ 42 h 218"/>
                <a:gd name="T30" fmla="*/ 138 w 404"/>
                <a:gd name="T31" fmla="*/ 38 h 218"/>
                <a:gd name="T32" fmla="*/ 134 w 404"/>
                <a:gd name="T33" fmla="*/ 66 h 218"/>
                <a:gd name="T34" fmla="*/ 150 w 404"/>
                <a:gd name="T35" fmla="*/ 88 h 218"/>
                <a:gd name="T36" fmla="*/ 178 w 404"/>
                <a:gd name="T37" fmla="*/ 92 h 218"/>
                <a:gd name="T38" fmla="*/ 288 w 404"/>
                <a:gd name="T39" fmla="*/ 92 h 218"/>
                <a:gd name="T40" fmla="*/ 294 w 404"/>
                <a:gd name="T41" fmla="*/ 100 h 218"/>
                <a:gd name="T42" fmla="*/ 320 w 404"/>
                <a:gd name="T43" fmla="*/ 144 h 218"/>
                <a:gd name="T44" fmla="*/ 134 w 404"/>
                <a:gd name="T45" fmla="*/ 132 h 218"/>
                <a:gd name="T46" fmla="*/ 118 w 404"/>
                <a:gd name="T47" fmla="*/ 142 h 218"/>
                <a:gd name="T48" fmla="*/ 102 w 404"/>
                <a:gd name="T49" fmla="*/ 190 h 218"/>
                <a:gd name="T50" fmla="*/ 118 w 404"/>
                <a:gd name="T51" fmla="*/ 198 h 218"/>
                <a:gd name="T52" fmla="*/ 130 w 404"/>
                <a:gd name="T53" fmla="*/ 204 h 218"/>
                <a:gd name="T54" fmla="*/ 146 w 404"/>
                <a:gd name="T55" fmla="*/ 214 h 218"/>
                <a:gd name="T56" fmla="*/ 162 w 404"/>
                <a:gd name="T57" fmla="*/ 204 h 218"/>
                <a:gd name="T58" fmla="*/ 174 w 404"/>
                <a:gd name="T59" fmla="*/ 216 h 218"/>
                <a:gd name="T60" fmla="*/ 188 w 404"/>
                <a:gd name="T61" fmla="*/ 218 h 218"/>
                <a:gd name="T62" fmla="*/ 208 w 404"/>
                <a:gd name="T63" fmla="*/ 194 h 218"/>
                <a:gd name="T64" fmla="*/ 202 w 404"/>
                <a:gd name="T65" fmla="*/ 168 h 218"/>
                <a:gd name="T66" fmla="*/ 182 w 404"/>
                <a:gd name="T67" fmla="*/ 170 h 218"/>
                <a:gd name="T68" fmla="*/ 172 w 404"/>
                <a:gd name="T69" fmla="*/ 152 h 218"/>
                <a:gd name="T70" fmla="*/ 156 w 404"/>
                <a:gd name="T71" fmla="*/ 150 h 218"/>
                <a:gd name="T72" fmla="*/ 146 w 404"/>
                <a:gd name="T73" fmla="*/ 138 h 218"/>
                <a:gd name="T74" fmla="*/ 378 w 404"/>
                <a:gd name="T75" fmla="*/ 0 h 218"/>
                <a:gd name="T76" fmla="*/ 394 w 404"/>
                <a:gd name="T77" fmla="*/ 160 h 218"/>
                <a:gd name="T78" fmla="*/ 402 w 404"/>
                <a:gd name="T79" fmla="*/ 70 h 218"/>
                <a:gd name="T80" fmla="*/ 26 w 404"/>
                <a:gd name="T81" fmla="*/ 0 h 218"/>
                <a:gd name="T82" fmla="*/ 0 w 404"/>
                <a:gd name="T83" fmla="*/ 96 h 218"/>
                <a:gd name="T84" fmla="*/ 18 w 404"/>
                <a:gd name="T85" fmla="*/ 178 h 218"/>
                <a:gd name="T86" fmla="*/ 96 w 404"/>
                <a:gd name="T87" fmla="*/ 154 h 218"/>
                <a:gd name="T88" fmla="*/ 68 w 404"/>
                <a:gd name="T89" fmla="*/ 142 h 218"/>
                <a:gd name="T90" fmla="*/ 74 w 404"/>
                <a:gd name="T91" fmla="*/ 170 h 218"/>
                <a:gd name="T92" fmla="*/ 88 w 404"/>
                <a:gd name="T93" fmla="*/ 172 h 218"/>
                <a:gd name="T94" fmla="*/ 306 w 404"/>
                <a:gd name="T95" fmla="*/ 34 h 218"/>
                <a:gd name="T96" fmla="*/ 230 w 404"/>
                <a:gd name="T97" fmla="*/ 8 h 218"/>
                <a:gd name="T98" fmla="*/ 192 w 404"/>
                <a:gd name="T99" fmla="*/ 2 h 218"/>
                <a:gd name="T100" fmla="*/ 190 w 404"/>
                <a:gd name="T101" fmla="*/ 0 h 218"/>
                <a:gd name="T102" fmla="*/ 182 w 404"/>
                <a:gd name="T103" fmla="*/ 2 h 218"/>
                <a:gd name="T104" fmla="*/ 148 w 404"/>
                <a:gd name="T105" fmla="*/ 44 h 218"/>
                <a:gd name="T106" fmla="*/ 156 w 404"/>
                <a:gd name="T107" fmla="*/ 78 h 218"/>
                <a:gd name="T108" fmla="*/ 180 w 404"/>
                <a:gd name="T109" fmla="*/ 78 h 218"/>
                <a:gd name="T110" fmla="*/ 292 w 404"/>
                <a:gd name="T111" fmla="*/ 82 h 218"/>
                <a:gd name="T112" fmla="*/ 304 w 404"/>
                <a:gd name="T113" fmla="*/ 94 h 218"/>
                <a:gd name="T114" fmla="*/ 328 w 404"/>
                <a:gd name="T115" fmla="*/ 116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04" h="218">
                  <a:moveTo>
                    <a:pt x="310" y="162"/>
                  </a:moveTo>
                  <a:lnTo>
                    <a:pt x="310" y="162"/>
                  </a:lnTo>
                  <a:lnTo>
                    <a:pt x="306" y="164"/>
                  </a:lnTo>
                  <a:lnTo>
                    <a:pt x="300" y="166"/>
                  </a:lnTo>
                  <a:lnTo>
                    <a:pt x="300" y="166"/>
                  </a:lnTo>
                  <a:lnTo>
                    <a:pt x="296" y="164"/>
                  </a:lnTo>
                  <a:lnTo>
                    <a:pt x="290" y="162"/>
                  </a:lnTo>
                  <a:lnTo>
                    <a:pt x="290" y="162"/>
                  </a:lnTo>
                  <a:lnTo>
                    <a:pt x="290" y="168"/>
                  </a:lnTo>
                  <a:lnTo>
                    <a:pt x="288" y="172"/>
                  </a:lnTo>
                  <a:lnTo>
                    <a:pt x="286" y="176"/>
                  </a:lnTo>
                  <a:lnTo>
                    <a:pt x="282" y="180"/>
                  </a:lnTo>
                  <a:lnTo>
                    <a:pt x="282" y="180"/>
                  </a:lnTo>
                  <a:lnTo>
                    <a:pt x="276" y="182"/>
                  </a:lnTo>
                  <a:lnTo>
                    <a:pt x="272" y="184"/>
                  </a:lnTo>
                  <a:lnTo>
                    <a:pt x="272" y="184"/>
                  </a:lnTo>
                  <a:lnTo>
                    <a:pt x="262" y="180"/>
                  </a:lnTo>
                  <a:lnTo>
                    <a:pt x="258" y="178"/>
                  </a:lnTo>
                  <a:lnTo>
                    <a:pt x="256" y="174"/>
                  </a:lnTo>
                  <a:lnTo>
                    <a:pt x="252" y="170"/>
                  </a:lnTo>
                  <a:lnTo>
                    <a:pt x="252" y="170"/>
                  </a:lnTo>
                  <a:lnTo>
                    <a:pt x="250" y="178"/>
                  </a:lnTo>
                  <a:lnTo>
                    <a:pt x="248" y="182"/>
                  </a:lnTo>
                  <a:lnTo>
                    <a:pt x="244" y="186"/>
                  </a:lnTo>
                  <a:lnTo>
                    <a:pt x="244" y="186"/>
                  </a:lnTo>
                  <a:lnTo>
                    <a:pt x="238" y="188"/>
                  </a:lnTo>
                  <a:lnTo>
                    <a:pt x="234" y="188"/>
                  </a:lnTo>
                  <a:lnTo>
                    <a:pt x="234" y="188"/>
                  </a:lnTo>
                  <a:lnTo>
                    <a:pt x="232" y="188"/>
                  </a:lnTo>
                  <a:lnTo>
                    <a:pt x="232" y="188"/>
                  </a:lnTo>
                  <a:lnTo>
                    <a:pt x="230" y="188"/>
                  </a:lnTo>
                  <a:lnTo>
                    <a:pt x="230" y="188"/>
                  </a:lnTo>
                  <a:lnTo>
                    <a:pt x="228" y="188"/>
                  </a:lnTo>
                  <a:lnTo>
                    <a:pt x="228" y="188"/>
                  </a:lnTo>
                  <a:lnTo>
                    <a:pt x="226" y="188"/>
                  </a:lnTo>
                  <a:lnTo>
                    <a:pt x="222" y="188"/>
                  </a:lnTo>
                  <a:lnTo>
                    <a:pt x="222" y="188"/>
                  </a:lnTo>
                  <a:lnTo>
                    <a:pt x="222" y="176"/>
                  </a:lnTo>
                  <a:lnTo>
                    <a:pt x="222" y="176"/>
                  </a:lnTo>
                  <a:lnTo>
                    <a:pt x="216" y="166"/>
                  </a:lnTo>
                  <a:lnTo>
                    <a:pt x="208" y="158"/>
                  </a:lnTo>
                  <a:lnTo>
                    <a:pt x="208" y="158"/>
                  </a:lnTo>
                  <a:lnTo>
                    <a:pt x="200" y="156"/>
                  </a:lnTo>
                  <a:lnTo>
                    <a:pt x="192" y="154"/>
                  </a:lnTo>
                  <a:lnTo>
                    <a:pt x="192" y="154"/>
                  </a:lnTo>
                  <a:lnTo>
                    <a:pt x="190" y="154"/>
                  </a:lnTo>
                  <a:lnTo>
                    <a:pt x="190" y="154"/>
                  </a:lnTo>
                  <a:lnTo>
                    <a:pt x="186" y="146"/>
                  </a:lnTo>
                  <a:lnTo>
                    <a:pt x="178" y="142"/>
                  </a:lnTo>
                  <a:lnTo>
                    <a:pt x="178" y="142"/>
                  </a:lnTo>
                  <a:lnTo>
                    <a:pt x="170" y="138"/>
                  </a:lnTo>
                  <a:lnTo>
                    <a:pt x="162" y="138"/>
                  </a:lnTo>
                  <a:lnTo>
                    <a:pt x="162" y="138"/>
                  </a:lnTo>
                  <a:lnTo>
                    <a:pt x="160" y="138"/>
                  </a:lnTo>
                  <a:lnTo>
                    <a:pt x="160" y="138"/>
                  </a:lnTo>
                  <a:lnTo>
                    <a:pt x="156" y="130"/>
                  </a:lnTo>
                  <a:lnTo>
                    <a:pt x="148" y="124"/>
                  </a:lnTo>
                  <a:lnTo>
                    <a:pt x="148" y="124"/>
                  </a:lnTo>
                  <a:lnTo>
                    <a:pt x="142" y="122"/>
                  </a:lnTo>
                  <a:lnTo>
                    <a:pt x="134" y="120"/>
                  </a:lnTo>
                  <a:lnTo>
                    <a:pt x="134" y="120"/>
                  </a:lnTo>
                  <a:lnTo>
                    <a:pt x="126" y="122"/>
                  </a:lnTo>
                  <a:lnTo>
                    <a:pt x="118" y="124"/>
                  </a:lnTo>
                  <a:lnTo>
                    <a:pt x="112" y="130"/>
                  </a:lnTo>
                  <a:lnTo>
                    <a:pt x="106" y="136"/>
                  </a:lnTo>
                  <a:lnTo>
                    <a:pt x="102" y="144"/>
                  </a:lnTo>
                  <a:lnTo>
                    <a:pt x="80" y="132"/>
                  </a:lnTo>
                  <a:lnTo>
                    <a:pt x="80" y="132"/>
                  </a:lnTo>
                  <a:lnTo>
                    <a:pt x="76" y="128"/>
                  </a:lnTo>
                  <a:lnTo>
                    <a:pt x="74" y="124"/>
                  </a:lnTo>
                  <a:lnTo>
                    <a:pt x="72" y="120"/>
                  </a:lnTo>
                  <a:lnTo>
                    <a:pt x="74" y="114"/>
                  </a:lnTo>
                  <a:lnTo>
                    <a:pt x="92" y="46"/>
                  </a:lnTo>
                  <a:lnTo>
                    <a:pt x="92" y="46"/>
                  </a:lnTo>
                  <a:lnTo>
                    <a:pt x="94" y="42"/>
                  </a:lnTo>
                  <a:lnTo>
                    <a:pt x="98" y="38"/>
                  </a:lnTo>
                  <a:lnTo>
                    <a:pt x="102" y="36"/>
                  </a:lnTo>
                  <a:lnTo>
                    <a:pt x="106" y="36"/>
                  </a:lnTo>
                  <a:lnTo>
                    <a:pt x="140" y="34"/>
                  </a:lnTo>
                  <a:lnTo>
                    <a:pt x="138" y="38"/>
                  </a:lnTo>
                  <a:lnTo>
                    <a:pt x="138" y="38"/>
                  </a:lnTo>
                  <a:lnTo>
                    <a:pt x="134" y="46"/>
                  </a:lnTo>
                  <a:lnTo>
                    <a:pt x="132" y="52"/>
                  </a:lnTo>
                  <a:lnTo>
                    <a:pt x="132" y="60"/>
                  </a:lnTo>
                  <a:lnTo>
                    <a:pt x="134" y="66"/>
                  </a:lnTo>
                  <a:lnTo>
                    <a:pt x="134" y="66"/>
                  </a:lnTo>
                  <a:lnTo>
                    <a:pt x="136" y="72"/>
                  </a:lnTo>
                  <a:lnTo>
                    <a:pt x="140" y="78"/>
                  </a:lnTo>
                  <a:lnTo>
                    <a:pt x="144" y="84"/>
                  </a:lnTo>
                  <a:lnTo>
                    <a:pt x="150" y="88"/>
                  </a:lnTo>
                  <a:lnTo>
                    <a:pt x="150" y="88"/>
                  </a:lnTo>
                  <a:lnTo>
                    <a:pt x="158" y="92"/>
                  </a:lnTo>
                  <a:lnTo>
                    <a:pt x="168" y="92"/>
                  </a:lnTo>
                  <a:lnTo>
                    <a:pt x="168" y="92"/>
                  </a:lnTo>
                  <a:lnTo>
                    <a:pt x="178" y="92"/>
                  </a:lnTo>
                  <a:lnTo>
                    <a:pt x="186" y="88"/>
                  </a:lnTo>
                  <a:lnTo>
                    <a:pt x="194" y="82"/>
                  </a:lnTo>
                  <a:lnTo>
                    <a:pt x="198" y="74"/>
                  </a:lnTo>
                  <a:lnTo>
                    <a:pt x="212" y="52"/>
                  </a:lnTo>
                  <a:lnTo>
                    <a:pt x="288" y="92"/>
                  </a:lnTo>
                  <a:lnTo>
                    <a:pt x="288" y="92"/>
                  </a:lnTo>
                  <a:lnTo>
                    <a:pt x="290" y="94"/>
                  </a:lnTo>
                  <a:lnTo>
                    <a:pt x="294" y="98"/>
                  </a:lnTo>
                  <a:lnTo>
                    <a:pt x="294" y="98"/>
                  </a:lnTo>
                  <a:lnTo>
                    <a:pt x="294" y="100"/>
                  </a:lnTo>
                  <a:lnTo>
                    <a:pt x="294" y="100"/>
                  </a:lnTo>
                  <a:lnTo>
                    <a:pt x="296" y="100"/>
                  </a:lnTo>
                  <a:lnTo>
                    <a:pt x="318" y="136"/>
                  </a:lnTo>
                  <a:lnTo>
                    <a:pt x="318" y="136"/>
                  </a:lnTo>
                  <a:lnTo>
                    <a:pt x="320" y="144"/>
                  </a:lnTo>
                  <a:lnTo>
                    <a:pt x="320" y="150"/>
                  </a:lnTo>
                  <a:lnTo>
                    <a:pt x="316" y="158"/>
                  </a:lnTo>
                  <a:lnTo>
                    <a:pt x="310" y="162"/>
                  </a:lnTo>
                  <a:lnTo>
                    <a:pt x="310" y="162"/>
                  </a:lnTo>
                  <a:close/>
                  <a:moveTo>
                    <a:pt x="134" y="132"/>
                  </a:moveTo>
                  <a:lnTo>
                    <a:pt x="134" y="132"/>
                  </a:lnTo>
                  <a:lnTo>
                    <a:pt x="128" y="132"/>
                  </a:lnTo>
                  <a:lnTo>
                    <a:pt x="124" y="134"/>
                  </a:lnTo>
                  <a:lnTo>
                    <a:pt x="120" y="138"/>
                  </a:lnTo>
                  <a:lnTo>
                    <a:pt x="118" y="142"/>
                  </a:lnTo>
                  <a:lnTo>
                    <a:pt x="102" y="170"/>
                  </a:lnTo>
                  <a:lnTo>
                    <a:pt x="102" y="170"/>
                  </a:lnTo>
                  <a:lnTo>
                    <a:pt x="98" y="176"/>
                  </a:lnTo>
                  <a:lnTo>
                    <a:pt x="100" y="184"/>
                  </a:lnTo>
                  <a:lnTo>
                    <a:pt x="102" y="190"/>
                  </a:lnTo>
                  <a:lnTo>
                    <a:pt x="108" y="194"/>
                  </a:lnTo>
                  <a:lnTo>
                    <a:pt x="108" y="194"/>
                  </a:lnTo>
                  <a:lnTo>
                    <a:pt x="112" y="196"/>
                  </a:lnTo>
                  <a:lnTo>
                    <a:pt x="118" y="198"/>
                  </a:lnTo>
                  <a:lnTo>
                    <a:pt x="118" y="198"/>
                  </a:lnTo>
                  <a:lnTo>
                    <a:pt x="122" y="196"/>
                  </a:lnTo>
                  <a:lnTo>
                    <a:pt x="128" y="194"/>
                  </a:lnTo>
                  <a:lnTo>
                    <a:pt x="128" y="194"/>
                  </a:lnTo>
                  <a:lnTo>
                    <a:pt x="128" y="198"/>
                  </a:lnTo>
                  <a:lnTo>
                    <a:pt x="130" y="204"/>
                  </a:lnTo>
                  <a:lnTo>
                    <a:pt x="132" y="208"/>
                  </a:lnTo>
                  <a:lnTo>
                    <a:pt x="138" y="212"/>
                  </a:lnTo>
                  <a:lnTo>
                    <a:pt x="138" y="212"/>
                  </a:lnTo>
                  <a:lnTo>
                    <a:pt x="142" y="214"/>
                  </a:lnTo>
                  <a:lnTo>
                    <a:pt x="146" y="214"/>
                  </a:lnTo>
                  <a:lnTo>
                    <a:pt x="146" y="214"/>
                  </a:lnTo>
                  <a:lnTo>
                    <a:pt x="152" y="214"/>
                  </a:lnTo>
                  <a:lnTo>
                    <a:pt x="156" y="212"/>
                  </a:lnTo>
                  <a:lnTo>
                    <a:pt x="160" y="208"/>
                  </a:lnTo>
                  <a:lnTo>
                    <a:pt x="162" y="204"/>
                  </a:lnTo>
                  <a:lnTo>
                    <a:pt x="166" y="200"/>
                  </a:lnTo>
                  <a:lnTo>
                    <a:pt x="166" y="200"/>
                  </a:lnTo>
                  <a:lnTo>
                    <a:pt x="168" y="208"/>
                  </a:lnTo>
                  <a:lnTo>
                    <a:pt x="170" y="212"/>
                  </a:lnTo>
                  <a:lnTo>
                    <a:pt x="174" y="216"/>
                  </a:lnTo>
                  <a:lnTo>
                    <a:pt x="174" y="216"/>
                  </a:lnTo>
                  <a:lnTo>
                    <a:pt x="178" y="218"/>
                  </a:lnTo>
                  <a:lnTo>
                    <a:pt x="184" y="218"/>
                  </a:lnTo>
                  <a:lnTo>
                    <a:pt x="184" y="218"/>
                  </a:lnTo>
                  <a:lnTo>
                    <a:pt x="188" y="218"/>
                  </a:lnTo>
                  <a:lnTo>
                    <a:pt x="192" y="216"/>
                  </a:lnTo>
                  <a:lnTo>
                    <a:pt x="196" y="212"/>
                  </a:lnTo>
                  <a:lnTo>
                    <a:pt x="200" y="208"/>
                  </a:lnTo>
                  <a:lnTo>
                    <a:pt x="208" y="194"/>
                  </a:lnTo>
                  <a:lnTo>
                    <a:pt x="208" y="194"/>
                  </a:lnTo>
                  <a:lnTo>
                    <a:pt x="210" y="188"/>
                  </a:lnTo>
                  <a:lnTo>
                    <a:pt x="210" y="180"/>
                  </a:lnTo>
                  <a:lnTo>
                    <a:pt x="206" y="174"/>
                  </a:lnTo>
                  <a:lnTo>
                    <a:pt x="202" y="168"/>
                  </a:lnTo>
                  <a:lnTo>
                    <a:pt x="202" y="168"/>
                  </a:lnTo>
                  <a:lnTo>
                    <a:pt x="196" y="166"/>
                  </a:lnTo>
                  <a:lnTo>
                    <a:pt x="192" y="166"/>
                  </a:lnTo>
                  <a:lnTo>
                    <a:pt x="192" y="166"/>
                  </a:lnTo>
                  <a:lnTo>
                    <a:pt x="186" y="168"/>
                  </a:lnTo>
                  <a:lnTo>
                    <a:pt x="182" y="170"/>
                  </a:lnTo>
                  <a:lnTo>
                    <a:pt x="182" y="170"/>
                  </a:lnTo>
                  <a:lnTo>
                    <a:pt x="180" y="164"/>
                  </a:lnTo>
                  <a:lnTo>
                    <a:pt x="180" y="160"/>
                  </a:lnTo>
                  <a:lnTo>
                    <a:pt x="176" y="156"/>
                  </a:lnTo>
                  <a:lnTo>
                    <a:pt x="172" y="152"/>
                  </a:lnTo>
                  <a:lnTo>
                    <a:pt x="172" y="152"/>
                  </a:lnTo>
                  <a:lnTo>
                    <a:pt x="168" y="150"/>
                  </a:lnTo>
                  <a:lnTo>
                    <a:pt x="162" y="150"/>
                  </a:lnTo>
                  <a:lnTo>
                    <a:pt x="162" y="150"/>
                  </a:lnTo>
                  <a:lnTo>
                    <a:pt x="156" y="150"/>
                  </a:lnTo>
                  <a:lnTo>
                    <a:pt x="152" y="152"/>
                  </a:lnTo>
                  <a:lnTo>
                    <a:pt x="152" y="152"/>
                  </a:lnTo>
                  <a:lnTo>
                    <a:pt x="152" y="148"/>
                  </a:lnTo>
                  <a:lnTo>
                    <a:pt x="150" y="142"/>
                  </a:lnTo>
                  <a:lnTo>
                    <a:pt x="146" y="138"/>
                  </a:lnTo>
                  <a:lnTo>
                    <a:pt x="142" y="134"/>
                  </a:lnTo>
                  <a:lnTo>
                    <a:pt x="142" y="134"/>
                  </a:lnTo>
                  <a:lnTo>
                    <a:pt x="138" y="132"/>
                  </a:lnTo>
                  <a:lnTo>
                    <a:pt x="134" y="132"/>
                  </a:lnTo>
                  <a:close/>
                  <a:moveTo>
                    <a:pt x="378" y="0"/>
                  </a:moveTo>
                  <a:lnTo>
                    <a:pt x="316" y="18"/>
                  </a:lnTo>
                  <a:lnTo>
                    <a:pt x="366" y="184"/>
                  </a:lnTo>
                  <a:lnTo>
                    <a:pt x="386" y="178"/>
                  </a:lnTo>
                  <a:lnTo>
                    <a:pt x="386" y="178"/>
                  </a:lnTo>
                  <a:lnTo>
                    <a:pt x="394" y="160"/>
                  </a:lnTo>
                  <a:lnTo>
                    <a:pt x="398" y="140"/>
                  </a:lnTo>
                  <a:lnTo>
                    <a:pt x="402" y="118"/>
                  </a:lnTo>
                  <a:lnTo>
                    <a:pt x="404" y="96"/>
                  </a:lnTo>
                  <a:lnTo>
                    <a:pt x="404" y="96"/>
                  </a:lnTo>
                  <a:lnTo>
                    <a:pt x="402" y="70"/>
                  </a:lnTo>
                  <a:lnTo>
                    <a:pt x="398" y="46"/>
                  </a:lnTo>
                  <a:lnTo>
                    <a:pt x="390" y="22"/>
                  </a:lnTo>
                  <a:lnTo>
                    <a:pt x="378" y="0"/>
                  </a:lnTo>
                  <a:lnTo>
                    <a:pt x="378" y="0"/>
                  </a:lnTo>
                  <a:close/>
                  <a:moveTo>
                    <a:pt x="26" y="0"/>
                  </a:moveTo>
                  <a:lnTo>
                    <a:pt x="26" y="0"/>
                  </a:lnTo>
                  <a:lnTo>
                    <a:pt x="14" y="22"/>
                  </a:lnTo>
                  <a:lnTo>
                    <a:pt x="6" y="46"/>
                  </a:lnTo>
                  <a:lnTo>
                    <a:pt x="2" y="70"/>
                  </a:lnTo>
                  <a:lnTo>
                    <a:pt x="0" y="96"/>
                  </a:lnTo>
                  <a:lnTo>
                    <a:pt x="0" y="96"/>
                  </a:lnTo>
                  <a:lnTo>
                    <a:pt x="2" y="118"/>
                  </a:lnTo>
                  <a:lnTo>
                    <a:pt x="6" y="140"/>
                  </a:lnTo>
                  <a:lnTo>
                    <a:pt x="10" y="160"/>
                  </a:lnTo>
                  <a:lnTo>
                    <a:pt x="18" y="178"/>
                  </a:lnTo>
                  <a:lnTo>
                    <a:pt x="40" y="184"/>
                  </a:lnTo>
                  <a:lnTo>
                    <a:pt x="88" y="18"/>
                  </a:lnTo>
                  <a:lnTo>
                    <a:pt x="26" y="0"/>
                  </a:lnTo>
                  <a:close/>
                  <a:moveTo>
                    <a:pt x="90" y="164"/>
                  </a:moveTo>
                  <a:lnTo>
                    <a:pt x="96" y="154"/>
                  </a:lnTo>
                  <a:lnTo>
                    <a:pt x="74" y="142"/>
                  </a:lnTo>
                  <a:lnTo>
                    <a:pt x="74" y="142"/>
                  </a:lnTo>
                  <a:lnTo>
                    <a:pt x="70" y="138"/>
                  </a:lnTo>
                  <a:lnTo>
                    <a:pt x="68" y="142"/>
                  </a:lnTo>
                  <a:lnTo>
                    <a:pt x="68" y="142"/>
                  </a:lnTo>
                  <a:lnTo>
                    <a:pt x="64" y="150"/>
                  </a:lnTo>
                  <a:lnTo>
                    <a:pt x="66" y="158"/>
                  </a:lnTo>
                  <a:lnTo>
                    <a:pt x="68" y="164"/>
                  </a:lnTo>
                  <a:lnTo>
                    <a:pt x="74" y="170"/>
                  </a:lnTo>
                  <a:lnTo>
                    <a:pt x="74" y="170"/>
                  </a:lnTo>
                  <a:lnTo>
                    <a:pt x="80" y="172"/>
                  </a:lnTo>
                  <a:lnTo>
                    <a:pt x="84" y="172"/>
                  </a:lnTo>
                  <a:lnTo>
                    <a:pt x="84" y="172"/>
                  </a:lnTo>
                  <a:lnTo>
                    <a:pt x="88" y="172"/>
                  </a:lnTo>
                  <a:lnTo>
                    <a:pt x="88" y="172"/>
                  </a:lnTo>
                  <a:lnTo>
                    <a:pt x="90" y="164"/>
                  </a:lnTo>
                  <a:lnTo>
                    <a:pt x="90" y="164"/>
                  </a:lnTo>
                  <a:close/>
                  <a:moveTo>
                    <a:pt x="328" y="106"/>
                  </a:moveTo>
                  <a:lnTo>
                    <a:pt x="306" y="34"/>
                  </a:lnTo>
                  <a:lnTo>
                    <a:pt x="306" y="34"/>
                  </a:lnTo>
                  <a:lnTo>
                    <a:pt x="304" y="30"/>
                  </a:lnTo>
                  <a:lnTo>
                    <a:pt x="300" y="26"/>
                  </a:lnTo>
                  <a:lnTo>
                    <a:pt x="296" y="24"/>
                  </a:lnTo>
                  <a:lnTo>
                    <a:pt x="292" y="22"/>
                  </a:lnTo>
                  <a:lnTo>
                    <a:pt x="230" y="8"/>
                  </a:lnTo>
                  <a:lnTo>
                    <a:pt x="230" y="8"/>
                  </a:lnTo>
                  <a:lnTo>
                    <a:pt x="230" y="8"/>
                  </a:lnTo>
                  <a:lnTo>
                    <a:pt x="194" y="2"/>
                  </a:lnTo>
                  <a:lnTo>
                    <a:pt x="194" y="2"/>
                  </a:lnTo>
                  <a:lnTo>
                    <a:pt x="192" y="2"/>
                  </a:lnTo>
                  <a:lnTo>
                    <a:pt x="192" y="2"/>
                  </a:lnTo>
                  <a:lnTo>
                    <a:pt x="192" y="2"/>
                  </a:lnTo>
                  <a:lnTo>
                    <a:pt x="192" y="2"/>
                  </a:lnTo>
                  <a:lnTo>
                    <a:pt x="192" y="0"/>
                  </a:lnTo>
                  <a:lnTo>
                    <a:pt x="190" y="0"/>
                  </a:lnTo>
                  <a:lnTo>
                    <a:pt x="190" y="0"/>
                  </a:lnTo>
                  <a:lnTo>
                    <a:pt x="190" y="0"/>
                  </a:lnTo>
                  <a:lnTo>
                    <a:pt x="188" y="0"/>
                  </a:lnTo>
                  <a:lnTo>
                    <a:pt x="188" y="0"/>
                  </a:lnTo>
                  <a:lnTo>
                    <a:pt x="182" y="2"/>
                  </a:lnTo>
                  <a:lnTo>
                    <a:pt x="176" y="4"/>
                  </a:lnTo>
                  <a:lnTo>
                    <a:pt x="170" y="8"/>
                  </a:lnTo>
                  <a:lnTo>
                    <a:pt x="166" y="12"/>
                  </a:lnTo>
                  <a:lnTo>
                    <a:pt x="148" y="44"/>
                  </a:lnTo>
                  <a:lnTo>
                    <a:pt x="148" y="44"/>
                  </a:lnTo>
                  <a:lnTo>
                    <a:pt x="144" y="54"/>
                  </a:lnTo>
                  <a:lnTo>
                    <a:pt x="146" y="62"/>
                  </a:lnTo>
                  <a:lnTo>
                    <a:pt x="150" y="72"/>
                  </a:lnTo>
                  <a:lnTo>
                    <a:pt x="156" y="78"/>
                  </a:lnTo>
                  <a:lnTo>
                    <a:pt x="156" y="78"/>
                  </a:lnTo>
                  <a:lnTo>
                    <a:pt x="162" y="80"/>
                  </a:lnTo>
                  <a:lnTo>
                    <a:pt x="168" y="80"/>
                  </a:lnTo>
                  <a:lnTo>
                    <a:pt x="168" y="80"/>
                  </a:lnTo>
                  <a:lnTo>
                    <a:pt x="174" y="80"/>
                  </a:lnTo>
                  <a:lnTo>
                    <a:pt x="180" y="78"/>
                  </a:lnTo>
                  <a:lnTo>
                    <a:pt x="184" y="74"/>
                  </a:lnTo>
                  <a:lnTo>
                    <a:pt x="188" y="68"/>
                  </a:lnTo>
                  <a:lnTo>
                    <a:pt x="208" y="36"/>
                  </a:lnTo>
                  <a:lnTo>
                    <a:pt x="292" y="82"/>
                  </a:lnTo>
                  <a:lnTo>
                    <a:pt x="292" y="82"/>
                  </a:lnTo>
                  <a:lnTo>
                    <a:pt x="298" y="86"/>
                  </a:lnTo>
                  <a:lnTo>
                    <a:pt x="304" y="90"/>
                  </a:lnTo>
                  <a:lnTo>
                    <a:pt x="304" y="90"/>
                  </a:lnTo>
                  <a:lnTo>
                    <a:pt x="304" y="94"/>
                  </a:lnTo>
                  <a:lnTo>
                    <a:pt x="304" y="94"/>
                  </a:lnTo>
                  <a:lnTo>
                    <a:pt x="306" y="94"/>
                  </a:lnTo>
                  <a:lnTo>
                    <a:pt x="324" y="124"/>
                  </a:lnTo>
                  <a:lnTo>
                    <a:pt x="324" y="124"/>
                  </a:lnTo>
                  <a:lnTo>
                    <a:pt x="326" y="120"/>
                  </a:lnTo>
                  <a:lnTo>
                    <a:pt x="328" y="116"/>
                  </a:lnTo>
                  <a:lnTo>
                    <a:pt x="330" y="110"/>
                  </a:lnTo>
                  <a:lnTo>
                    <a:pt x="328" y="106"/>
                  </a:lnTo>
                  <a:lnTo>
                    <a:pt x="328" y="106"/>
                  </a:lnTo>
                  <a:close/>
                </a:path>
              </a:pathLst>
            </a:custGeom>
            <a:solidFill>
              <a:schemeClr val="accent5"/>
            </a:solidFill>
            <a:ln>
              <a:noFill/>
            </a:ln>
          </p:spPr>
          <p:txBody>
            <a:bodyPr vert="horz" wrap="square" lIns="82938" tIns="41469" rIns="82938" bIns="41469" numCol="1" anchor="t" anchorCtr="0" compatLnSpc="1"/>
            <a:lstStyle/>
            <a:p>
              <a:endParaRPr lang="en-GB" sz="1815"/>
            </a:p>
          </p:txBody>
        </p:sp>
        <p:sp>
          <p:nvSpPr>
            <p:cNvPr id="47" name="Freeform 4995"/>
            <p:cNvSpPr>
              <a:spLocks noEditPoints="1"/>
            </p:cNvSpPr>
            <p:nvPr/>
          </p:nvSpPr>
          <p:spPr bwMode="auto">
            <a:xfrm>
              <a:off x="886327" y="4873369"/>
              <a:ext cx="407068" cy="457951"/>
            </a:xfrm>
            <a:custGeom>
              <a:avLst/>
              <a:gdLst>
                <a:gd name="T0" fmla="*/ 54 w 336"/>
                <a:gd name="T1" fmla="*/ 152 h 378"/>
                <a:gd name="T2" fmla="*/ 62 w 336"/>
                <a:gd name="T3" fmla="*/ 142 h 378"/>
                <a:gd name="T4" fmla="*/ 86 w 336"/>
                <a:gd name="T5" fmla="*/ 122 h 378"/>
                <a:gd name="T6" fmla="*/ 42 w 336"/>
                <a:gd name="T7" fmla="*/ 228 h 378"/>
                <a:gd name="T8" fmla="*/ 94 w 336"/>
                <a:gd name="T9" fmla="*/ 250 h 378"/>
                <a:gd name="T10" fmla="*/ 162 w 336"/>
                <a:gd name="T11" fmla="*/ 160 h 378"/>
                <a:gd name="T12" fmla="*/ 200 w 336"/>
                <a:gd name="T13" fmla="*/ 80 h 378"/>
                <a:gd name="T14" fmla="*/ 162 w 336"/>
                <a:gd name="T15" fmla="*/ 22 h 378"/>
                <a:gd name="T16" fmla="*/ 154 w 336"/>
                <a:gd name="T17" fmla="*/ 8 h 378"/>
                <a:gd name="T18" fmla="*/ 122 w 336"/>
                <a:gd name="T19" fmla="*/ 8 h 378"/>
                <a:gd name="T20" fmla="*/ 104 w 336"/>
                <a:gd name="T21" fmla="*/ 40 h 378"/>
                <a:gd name="T22" fmla="*/ 84 w 336"/>
                <a:gd name="T23" fmla="*/ 98 h 378"/>
                <a:gd name="T24" fmla="*/ 56 w 336"/>
                <a:gd name="T25" fmla="*/ 128 h 378"/>
                <a:gd name="T26" fmla="*/ 50 w 336"/>
                <a:gd name="T27" fmla="*/ 126 h 378"/>
                <a:gd name="T28" fmla="*/ 36 w 336"/>
                <a:gd name="T29" fmla="*/ 134 h 378"/>
                <a:gd name="T30" fmla="*/ 42 w 336"/>
                <a:gd name="T31" fmla="*/ 152 h 378"/>
                <a:gd name="T32" fmla="*/ 162 w 336"/>
                <a:gd name="T33" fmla="*/ 46 h 378"/>
                <a:gd name="T34" fmla="*/ 168 w 336"/>
                <a:gd name="T35" fmla="*/ 54 h 378"/>
                <a:gd name="T36" fmla="*/ 116 w 336"/>
                <a:gd name="T37" fmla="*/ 134 h 378"/>
                <a:gd name="T38" fmla="*/ 74 w 336"/>
                <a:gd name="T39" fmla="*/ 216 h 378"/>
                <a:gd name="T40" fmla="*/ 68 w 336"/>
                <a:gd name="T41" fmla="*/ 220 h 378"/>
                <a:gd name="T42" fmla="*/ 62 w 336"/>
                <a:gd name="T43" fmla="*/ 212 h 378"/>
                <a:gd name="T44" fmla="*/ 106 w 336"/>
                <a:gd name="T45" fmla="*/ 128 h 378"/>
                <a:gd name="T46" fmla="*/ 158 w 336"/>
                <a:gd name="T47" fmla="*/ 48 h 378"/>
                <a:gd name="T48" fmla="*/ 124 w 336"/>
                <a:gd name="T49" fmla="*/ 28 h 378"/>
                <a:gd name="T50" fmla="*/ 134 w 336"/>
                <a:gd name="T51" fmla="*/ 20 h 378"/>
                <a:gd name="T52" fmla="*/ 148 w 336"/>
                <a:gd name="T53" fmla="*/ 26 h 378"/>
                <a:gd name="T54" fmla="*/ 128 w 336"/>
                <a:gd name="T55" fmla="*/ 58 h 378"/>
                <a:gd name="T56" fmla="*/ 120 w 336"/>
                <a:gd name="T57" fmla="*/ 44 h 378"/>
                <a:gd name="T58" fmla="*/ 34 w 336"/>
                <a:gd name="T59" fmla="*/ 262 h 378"/>
                <a:gd name="T60" fmla="*/ 64 w 336"/>
                <a:gd name="T61" fmla="*/ 280 h 378"/>
                <a:gd name="T62" fmla="*/ 170 w 336"/>
                <a:gd name="T63" fmla="*/ 12 h 378"/>
                <a:gd name="T64" fmla="*/ 194 w 336"/>
                <a:gd name="T65" fmla="*/ 0 h 378"/>
                <a:gd name="T66" fmla="*/ 214 w 336"/>
                <a:gd name="T67" fmla="*/ 18 h 378"/>
                <a:gd name="T68" fmla="*/ 336 w 336"/>
                <a:gd name="T69" fmla="*/ 212 h 378"/>
                <a:gd name="T70" fmla="*/ 330 w 336"/>
                <a:gd name="T71" fmla="*/ 222 h 378"/>
                <a:gd name="T72" fmla="*/ 264 w 336"/>
                <a:gd name="T73" fmla="*/ 226 h 378"/>
                <a:gd name="T74" fmla="*/ 196 w 336"/>
                <a:gd name="T75" fmla="*/ 246 h 378"/>
                <a:gd name="T76" fmla="*/ 188 w 336"/>
                <a:gd name="T77" fmla="*/ 264 h 378"/>
                <a:gd name="T78" fmla="*/ 212 w 336"/>
                <a:gd name="T79" fmla="*/ 284 h 378"/>
                <a:gd name="T80" fmla="*/ 228 w 336"/>
                <a:gd name="T81" fmla="*/ 314 h 378"/>
                <a:gd name="T82" fmla="*/ 214 w 336"/>
                <a:gd name="T83" fmla="*/ 342 h 378"/>
                <a:gd name="T84" fmla="*/ 142 w 336"/>
                <a:gd name="T85" fmla="*/ 368 h 378"/>
                <a:gd name="T86" fmla="*/ 44 w 336"/>
                <a:gd name="T87" fmla="*/ 378 h 378"/>
                <a:gd name="T88" fmla="*/ 2 w 336"/>
                <a:gd name="T89" fmla="*/ 376 h 378"/>
                <a:gd name="T90" fmla="*/ 0 w 336"/>
                <a:gd name="T91" fmla="*/ 364 h 378"/>
                <a:gd name="T92" fmla="*/ 10 w 336"/>
                <a:gd name="T93" fmla="*/ 358 h 378"/>
                <a:gd name="T94" fmla="*/ 156 w 336"/>
                <a:gd name="T95" fmla="*/ 344 h 378"/>
                <a:gd name="T96" fmla="*/ 208 w 336"/>
                <a:gd name="T97" fmla="*/ 318 h 378"/>
                <a:gd name="T98" fmla="*/ 204 w 336"/>
                <a:gd name="T99" fmla="*/ 304 h 378"/>
                <a:gd name="T100" fmla="*/ 176 w 336"/>
                <a:gd name="T101" fmla="*/ 282 h 378"/>
                <a:gd name="T102" fmla="*/ 168 w 336"/>
                <a:gd name="T103" fmla="*/ 260 h 378"/>
                <a:gd name="T104" fmla="*/ 186 w 336"/>
                <a:gd name="T105" fmla="*/ 228 h 378"/>
                <a:gd name="T106" fmla="*/ 254 w 336"/>
                <a:gd name="T107" fmla="*/ 206 h 378"/>
                <a:gd name="T108" fmla="*/ 330 w 336"/>
                <a:gd name="T109" fmla="*/ 202 h 378"/>
                <a:gd name="T110" fmla="*/ 336 w 336"/>
                <a:gd name="T111" fmla="*/ 212 h 378"/>
                <a:gd name="T112" fmla="*/ 10 w 336"/>
                <a:gd name="T113" fmla="*/ 270 h 378"/>
                <a:gd name="T114" fmla="*/ 40 w 336"/>
                <a:gd name="T115" fmla="*/ 274 h 378"/>
                <a:gd name="T116" fmla="*/ 26 w 336"/>
                <a:gd name="T117" fmla="*/ 310 h 378"/>
                <a:gd name="T118" fmla="*/ 32 w 336"/>
                <a:gd name="T119" fmla="*/ 310 h 378"/>
                <a:gd name="T120" fmla="*/ 58 w 336"/>
                <a:gd name="T121" fmla="*/ 286 h 378"/>
                <a:gd name="T122" fmla="*/ 68 w 336"/>
                <a:gd name="T123" fmla="*/ 304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36" h="378">
                  <a:moveTo>
                    <a:pt x="42" y="152"/>
                  </a:moveTo>
                  <a:lnTo>
                    <a:pt x="42" y="152"/>
                  </a:lnTo>
                  <a:lnTo>
                    <a:pt x="48" y="154"/>
                  </a:lnTo>
                  <a:lnTo>
                    <a:pt x="54" y="152"/>
                  </a:lnTo>
                  <a:lnTo>
                    <a:pt x="58" y="150"/>
                  </a:lnTo>
                  <a:lnTo>
                    <a:pt x="62" y="146"/>
                  </a:lnTo>
                  <a:lnTo>
                    <a:pt x="62" y="146"/>
                  </a:lnTo>
                  <a:lnTo>
                    <a:pt x="62" y="142"/>
                  </a:lnTo>
                  <a:lnTo>
                    <a:pt x="62" y="142"/>
                  </a:lnTo>
                  <a:lnTo>
                    <a:pt x="74" y="134"/>
                  </a:lnTo>
                  <a:lnTo>
                    <a:pt x="86" y="122"/>
                  </a:lnTo>
                  <a:lnTo>
                    <a:pt x="86" y="122"/>
                  </a:lnTo>
                  <a:lnTo>
                    <a:pt x="64" y="166"/>
                  </a:lnTo>
                  <a:lnTo>
                    <a:pt x="50" y="200"/>
                  </a:lnTo>
                  <a:lnTo>
                    <a:pt x="44" y="220"/>
                  </a:lnTo>
                  <a:lnTo>
                    <a:pt x="42" y="228"/>
                  </a:lnTo>
                  <a:lnTo>
                    <a:pt x="66" y="242"/>
                  </a:lnTo>
                  <a:lnTo>
                    <a:pt x="88" y="256"/>
                  </a:lnTo>
                  <a:lnTo>
                    <a:pt x="88" y="256"/>
                  </a:lnTo>
                  <a:lnTo>
                    <a:pt x="94" y="250"/>
                  </a:lnTo>
                  <a:lnTo>
                    <a:pt x="110" y="232"/>
                  </a:lnTo>
                  <a:lnTo>
                    <a:pt x="134" y="202"/>
                  </a:lnTo>
                  <a:lnTo>
                    <a:pt x="148" y="182"/>
                  </a:lnTo>
                  <a:lnTo>
                    <a:pt x="162" y="160"/>
                  </a:lnTo>
                  <a:lnTo>
                    <a:pt x="162" y="160"/>
                  </a:lnTo>
                  <a:lnTo>
                    <a:pt x="174" y="136"/>
                  </a:lnTo>
                  <a:lnTo>
                    <a:pt x="184" y="114"/>
                  </a:lnTo>
                  <a:lnTo>
                    <a:pt x="200" y="80"/>
                  </a:lnTo>
                  <a:lnTo>
                    <a:pt x="206" y="56"/>
                  </a:lnTo>
                  <a:lnTo>
                    <a:pt x="208" y="48"/>
                  </a:lnTo>
                  <a:lnTo>
                    <a:pt x="184" y="34"/>
                  </a:lnTo>
                  <a:lnTo>
                    <a:pt x="162" y="22"/>
                  </a:lnTo>
                  <a:lnTo>
                    <a:pt x="162" y="22"/>
                  </a:lnTo>
                  <a:lnTo>
                    <a:pt x="160" y="14"/>
                  </a:lnTo>
                  <a:lnTo>
                    <a:pt x="154" y="8"/>
                  </a:lnTo>
                  <a:lnTo>
                    <a:pt x="154" y="8"/>
                  </a:lnTo>
                  <a:lnTo>
                    <a:pt x="146" y="4"/>
                  </a:lnTo>
                  <a:lnTo>
                    <a:pt x="138" y="4"/>
                  </a:lnTo>
                  <a:lnTo>
                    <a:pt x="130" y="4"/>
                  </a:lnTo>
                  <a:lnTo>
                    <a:pt x="122" y="8"/>
                  </a:lnTo>
                  <a:lnTo>
                    <a:pt x="122" y="8"/>
                  </a:lnTo>
                  <a:lnTo>
                    <a:pt x="116" y="14"/>
                  </a:lnTo>
                  <a:lnTo>
                    <a:pt x="110" y="20"/>
                  </a:lnTo>
                  <a:lnTo>
                    <a:pt x="104" y="40"/>
                  </a:lnTo>
                  <a:lnTo>
                    <a:pt x="104" y="40"/>
                  </a:lnTo>
                  <a:lnTo>
                    <a:pt x="98" y="64"/>
                  </a:lnTo>
                  <a:lnTo>
                    <a:pt x="92" y="80"/>
                  </a:lnTo>
                  <a:lnTo>
                    <a:pt x="84" y="98"/>
                  </a:lnTo>
                  <a:lnTo>
                    <a:pt x="84" y="98"/>
                  </a:lnTo>
                  <a:lnTo>
                    <a:pt x="78" y="108"/>
                  </a:lnTo>
                  <a:lnTo>
                    <a:pt x="70" y="116"/>
                  </a:lnTo>
                  <a:lnTo>
                    <a:pt x="56" y="128"/>
                  </a:lnTo>
                  <a:lnTo>
                    <a:pt x="56" y="128"/>
                  </a:lnTo>
                  <a:lnTo>
                    <a:pt x="54" y="126"/>
                  </a:lnTo>
                  <a:lnTo>
                    <a:pt x="54" y="126"/>
                  </a:lnTo>
                  <a:lnTo>
                    <a:pt x="50" y="126"/>
                  </a:lnTo>
                  <a:lnTo>
                    <a:pt x="44" y="126"/>
                  </a:lnTo>
                  <a:lnTo>
                    <a:pt x="40" y="128"/>
                  </a:lnTo>
                  <a:lnTo>
                    <a:pt x="36" y="134"/>
                  </a:lnTo>
                  <a:lnTo>
                    <a:pt x="36" y="134"/>
                  </a:lnTo>
                  <a:lnTo>
                    <a:pt x="34" y="138"/>
                  </a:lnTo>
                  <a:lnTo>
                    <a:pt x="36" y="144"/>
                  </a:lnTo>
                  <a:lnTo>
                    <a:pt x="38" y="148"/>
                  </a:lnTo>
                  <a:lnTo>
                    <a:pt x="42" y="152"/>
                  </a:lnTo>
                  <a:lnTo>
                    <a:pt x="42" y="152"/>
                  </a:lnTo>
                  <a:close/>
                  <a:moveTo>
                    <a:pt x="158" y="48"/>
                  </a:moveTo>
                  <a:lnTo>
                    <a:pt x="158" y="48"/>
                  </a:lnTo>
                  <a:lnTo>
                    <a:pt x="162" y="46"/>
                  </a:lnTo>
                  <a:lnTo>
                    <a:pt x="166" y="46"/>
                  </a:lnTo>
                  <a:lnTo>
                    <a:pt x="166" y="46"/>
                  </a:lnTo>
                  <a:lnTo>
                    <a:pt x="168" y="50"/>
                  </a:lnTo>
                  <a:lnTo>
                    <a:pt x="168" y="54"/>
                  </a:lnTo>
                  <a:lnTo>
                    <a:pt x="168" y="54"/>
                  </a:lnTo>
                  <a:lnTo>
                    <a:pt x="152" y="76"/>
                  </a:lnTo>
                  <a:lnTo>
                    <a:pt x="136" y="100"/>
                  </a:lnTo>
                  <a:lnTo>
                    <a:pt x="116" y="134"/>
                  </a:lnTo>
                  <a:lnTo>
                    <a:pt x="116" y="134"/>
                  </a:lnTo>
                  <a:lnTo>
                    <a:pt x="96" y="168"/>
                  </a:lnTo>
                  <a:lnTo>
                    <a:pt x="84" y="194"/>
                  </a:lnTo>
                  <a:lnTo>
                    <a:pt x="74" y="216"/>
                  </a:lnTo>
                  <a:lnTo>
                    <a:pt x="74" y="216"/>
                  </a:lnTo>
                  <a:lnTo>
                    <a:pt x="72" y="220"/>
                  </a:lnTo>
                  <a:lnTo>
                    <a:pt x="68" y="220"/>
                  </a:lnTo>
                  <a:lnTo>
                    <a:pt x="68" y="220"/>
                  </a:lnTo>
                  <a:lnTo>
                    <a:pt x="66" y="220"/>
                  </a:lnTo>
                  <a:lnTo>
                    <a:pt x="66" y="220"/>
                  </a:lnTo>
                  <a:lnTo>
                    <a:pt x="64" y="218"/>
                  </a:lnTo>
                  <a:lnTo>
                    <a:pt x="62" y="212"/>
                  </a:lnTo>
                  <a:lnTo>
                    <a:pt x="62" y="212"/>
                  </a:lnTo>
                  <a:lnTo>
                    <a:pt x="74" y="188"/>
                  </a:lnTo>
                  <a:lnTo>
                    <a:pt x="86" y="162"/>
                  </a:lnTo>
                  <a:lnTo>
                    <a:pt x="106" y="128"/>
                  </a:lnTo>
                  <a:lnTo>
                    <a:pt x="106" y="128"/>
                  </a:lnTo>
                  <a:lnTo>
                    <a:pt x="126" y="92"/>
                  </a:lnTo>
                  <a:lnTo>
                    <a:pt x="142" y="68"/>
                  </a:lnTo>
                  <a:lnTo>
                    <a:pt x="158" y="48"/>
                  </a:lnTo>
                  <a:lnTo>
                    <a:pt x="158" y="48"/>
                  </a:lnTo>
                  <a:close/>
                  <a:moveTo>
                    <a:pt x="120" y="44"/>
                  </a:moveTo>
                  <a:lnTo>
                    <a:pt x="120" y="44"/>
                  </a:lnTo>
                  <a:lnTo>
                    <a:pt x="124" y="28"/>
                  </a:lnTo>
                  <a:lnTo>
                    <a:pt x="128" y="24"/>
                  </a:lnTo>
                  <a:lnTo>
                    <a:pt x="130" y="20"/>
                  </a:lnTo>
                  <a:lnTo>
                    <a:pt x="130" y="20"/>
                  </a:lnTo>
                  <a:lnTo>
                    <a:pt x="134" y="20"/>
                  </a:lnTo>
                  <a:lnTo>
                    <a:pt x="138" y="20"/>
                  </a:lnTo>
                  <a:lnTo>
                    <a:pt x="144" y="22"/>
                  </a:lnTo>
                  <a:lnTo>
                    <a:pt x="144" y="22"/>
                  </a:lnTo>
                  <a:lnTo>
                    <a:pt x="148" y="26"/>
                  </a:lnTo>
                  <a:lnTo>
                    <a:pt x="148" y="30"/>
                  </a:lnTo>
                  <a:lnTo>
                    <a:pt x="148" y="34"/>
                  </a:lnTo>
                  <a:lnTo>
                    <a:pt x="148" y="34"/>
                  </a:lnTo>
                  <a:lnTo>
                    <a:pt x="128" y="58"/>
                  </a:lnTo>
                  <a:lnTo>
                    <a:pt x="104" y="94"/>
                  </a:lnTo>
                  <a:lnTo>
                    <a:pt x="104" y="94"/>
                  </a:lnTo>
                  <a:lnTo>
                    <a:pt x="114" y="66"/>
                  </a:lnTo>
                  <a:lnTo>
                    <a:pt x="120" y="44"/>
                  </a:lnTo>
                  <a:lnTo>
                    <a:pt x="120" y="44"/>
                  </a:lnTo>
                  <a:close/>
                  <a:moveTo>
                    <a:pt x="50" y="270"/>
                  </a:moveTo>
                  <a:lnTo>
                    <a:pt x="50" y="270"/>
                  </a:lnTo>
                  <a:lnTo>
                    <a:pt x="34" y="262"/>
                  </a:lnTo>
                  <a:lnTo>
                    <a:pt x="38" y="240"/>
                  </a:lnTo>
                  <a:lnTo>
                    <a:pt x="80" y="264"/>
                  </a:lnTo>
                  <a:lnTo>
                    <a:pt x="64" y="280"/>
                  </a:lnTo>
                  <a:lnTo>
                    <a:pt x="64" y="280"/>
                  </a:lnTo>
                  <a:lnTo>
                    <a:pt x="50" y="270"/>
                  </a:lnTo>
                  <a:lnTo>
                    <a:pt x="50" y="270"/>
                  </a:lnTo>
                  <a:close/>
                  <a:moveTo>
                    <a:pt x="212" y="36"/>
                  </a:moveTo>
                  <a:lnTo>
                    <a:pt x="170" y="12"/>
                  </a:lnTo>
                  <a:lnTo>
                    <a:pt x="170" y="12"/>
                  </a:lnTo>
                  <a:lnTo>
                    <a:pt x="176" y="4"/>
                  </a:lnTo>
                  <a:lnTo>
                    <a:pt x="184" y="0"/>
                  </a:lnTo>
                  <a:lnTo>
                    <a:pt x="194" y="0"/>
                  </a:lnTo>
                  <a:lnTo>
                    <a:pt x="204" y="2"/>
                  </a:lnTo>
                  <a:lnTo>
                    <a:pt x="204" y="2"/>
                  </a:lnTo>
                  <a:lnTo>
                    <a:pt x="210" y="8"/>
                  </a:lnTo>
                  <a:lnTo>
                    <a:pt x="214" y="18"/>
                  </a:lnTo>
                  <a:lnTo>
                    <a:pt x="216" y="26"/>
                  </a:lnTo>
                  <a:lnTo>
                    <a:pt x="212" y="36"/>
                  </a:lnTo>
                  <a:lnTo>
                    <a:pt x="212" y="36"/>
                  </a:lnTo>
                  <a:close/>
                  <a:moveTo>
                    <a:pt x="336" y="212"/>
                  </a:moveTo>
                  <a:lnTo>
                    <a:pt x="336" y="212"/>
                  </a:lnTo>
                  <a:lnTo>
                    <a:pt x="334" y="216"/>
                  </a:lnTo>
                  <a:lnTo>
                    <a:pt x="332" y="218"/>
                  </a:lnTo>
                  <a:lnTo>
                    <a:pt x="330" y="222"/>
                  </a:lnTo>
                  <a:lnTo>
                    <a:pt x="326" y="222"/>
                  </a:lnTo>
                  <a:lnTo>
                    <a:pt x="326" y="222"/>
                  </a:lnTo>
                  <a:lnTo>
                    <a:pt x="292" y="222"/>
                  </a:lnTo>
                  <a:lnTo>
                    <a:pt x="264" y="226"/>
                  </a:lnTo>
                  <a:lnTo>
                    <a:pt x="240" y="228"/>
                  </a:lnTo>
                  <a:lnTo>
                    <a:pt x="220" y="234"/>
                  </a:lnTo>
                  <a:lnTo>
                    <a:pt x="206" y="240"/>
                  </a:lnTo>
                  <a:lnTo>
                    <a:pt x="196" y="246"/>
                  </a:lnTo>
                  <a:lnTo>
                    <a:pt x="190" y="252"/>
                  </a:lnTo>
                  <a:lnTo>
                    <a:pt x="188" y="260"/>
                  </a:lnTo>
                  <a:lnTo>
                    <a:pt x="188" y="260"/>
                  </a:lnTo>
                  <a:lnTo>
                    <a:pt x="188" y="264"/>
                  </a:lnTo>
                  <a:lnTo>
                    <a:pt x="192" y="270"/>
                  </a:lnTo>
                  <a:lnTo>
                    <a:pt x="204" y="278"/>
                  </a:lnTo>
                  <a:lnTo>
                    <a:pt x="204" y="278"/>
                  </a:lnTo>
                  <a:lnTo>
                    <a:pt x="212" y="284"/>
                  </a:lnTo>
                  <a:lnTo>
                    <a:pt x="220" y="292"/>
                  </a:lnTo>
                  <a:lnTo>
                    <a:pt x="226" y="302"/>
                  </a:lnTo>
                  <a:lnTo>
                    <a:pt x="228" y="308"/>
                  </a:lnTo>
                  <a:lnTo>
                    <a:pt x="228" y="314"/>
                  </a:lnTo>
                  <a:lnTo>
                    <a:pt x="228" y="314"/>
                  </a:lnTo>
                  <a:lnTo>
                    <a:pt x="228" y="324"/>
                  </a:lnTo>
                  <a:lnTo>
                    <a:pt x="222" y="334"/>
                  </a:lnTo>
                  <a:lnTo>
                    <a:pt x="214" y="342"/>
                  </a:lnTo>
                  <a:lnTo>
                    <a:pt x="200" y="350"/>
                  </a:lnTo>
                  <a:lnTo>
                    <a:pt x="184" y="356"/>
                  </a:lnTo>
                  <a:lnTo>
                    <a:pt x="166" y="362"/>
                  </a:lnTo>
                  <a:lnTo>
                    <a:pt x="142" y="368"/>
                  </a:lnTo>
                  <a:lnTo>
                    <a:pt x="116" y="372"/>
                  </a:lnTo>
                  <a:lnTo>
                    <a:pt x="116" y="372"/>
                  </a:lnTo>
                  <a:lnTo>
                    <a:pt x="78" y="376"/>
                  </a:lnTo>
                  <a:lnTo>
                    <a:pt x="44" y="378"/>
                  </a:lnTo>
                  <a:lnTo>
                    <a:pt x="10" y="378"/>
                  </a:lnTo>
                  <a:lnTo>
                    <a:pt x="10" y="378"/>
                  </a:lnTo>
                  <a:lnTo>
                    <a:pt x="6" y="378"/>
                  </a:lnTo>
                  <a:lnTo>
                    <a:pt x="2" y="376"/>
                  </a:lnTo>
                  <a:lnTo>
                    <a:pt x="0" y="372"/>
                  </a:lnTo>
                  <a:lnTo>
                    <a:pt x="0" y="368"/>
                  </a:lnTo>
                  <a:lnTo>
                    <a:pt x="0" y="368"/>
                  </a:lnTo>
                  <a:lnTo>
                    <a:pt x="0" y="364"/>
                  </a:lnTo>
                  <a:lnTo>
                    <a:pt x="2" y="362"/>
                  </a:lnTo>
                  <a:lnTo>
                    <a:pt x="6" y="360"/>
                  </a:lnTo>
                  <a:lnTo>
                    <a:pt x="10" y="358"/>
                  </a:lnTo>
                  <a:lnTo>
                    <a:pt x="10" y="358"/>
                  </a:lnTo>
                  <a:lnTo>
                    <a:pt x="54" y="358"/>
                  </a:lnTo>
                  <a:lnTo>
                    <a:pt x="92" y="354"/>
                  </a:lnTo>
                  <a:lnTo>
                    <a:pt x="126" y="350"/>
                  </a:lnTo>
                  <a:lnTo>
                    <a:pt x="156" y="344"/>
                  </a:lnTo>
                  <a:lnTo>
                    <a:pt x="178" y="338"/>
                  </a:lnTo>
                  <a:lnTo>
                    <a:pt x="194" y="330"/>
                  </a:lnTo>
                  <a:lnTo>
                    <a:pt x="206" y="322"/>
                  </a:lnTo>
                  <a:lnTo>
                    <a:pt x="208" y="318"/>
                  </a:lnTo>
                  <a:lnTo>
                    <a:pt x="208" y="314"/>
                  </a:lnTo>
                  <a:lnTo>
                    <a:pt x="208" y="314"/>
                  </a:lnTo>
                  <a:lnTo>
                    <a:pt x="208" y="310"/>
                  </a:lnTo>
                  <a:lnTo>
                    <a:pt x="204" y="304"/>
                  </a:lnTo>
                  <a:lnTo>
                    <a:pt x="192" y="294"/>
                  </a:lnTo>
                  <a:lnTo>
                    <a:pt x="192" y="294"/>
                  </a:lnTo>
                  <a:lnTo>
                    <a:pt x="184" y="288"/>
                  </a:lnTo>
                  <a:lnTo>
                    <a:pt x="176" y="282"/>
                  </a:lnTo>
                  <a:lnTo>
                    <a:pt x="170" y="272"/>
                  </a:lnTo>
                  <a:lnTo>
                    <a:pt x="168" y="266"/>
                  </a:lnTo>
                  <a:lnTo>
                    <a:pt x="168" y="260"/>
                  </a:lnTo>
                  <a:lnTo>
                    <a:pt x="168" y="260"/>
                  </a:lnTo>
                  <a:lnTo>
                    <a:pt x="168" y="250"/>
                  </a:lnTo>
                  <a:lnTo>
                    <a:pt x="172" y="242"/>
                  </a:lnTo>
                  <a:lnTo>
                    <a:pt x="178" y="234"/>
                  </a:lnTo>
                  <a:lnTo>
                    <a:pt x="186" y="228"/>
                  </a:lnTo>
                  <a:lnTo>
                    <a:pt x="194" y="224"/>
                  </a:lnTo>
                  <a:lnTo>
                    <a:pt x="204" y="218"/>
                  </a:lnTo>
                  <a:lnTo>
                    <a:pt x="228" y="212"/>
                  </a:lnTo>
                  <a:lnTo>
                    <a:pt x="254" y="206"/>
                  </a:lnTo>
                  <a:lnTo>
                    <a:pt x="280" y="204"/>
                  </a:lnTo>
                  <a:lnTo>
                    <a:pt x="326" y="202"/>
                  </a:lnTo>
                  <a:lnTo>
                    <a:pt x="326" y="202"/>
                  </a:lnTo>
                  <a:lnTo>
                    <a:pt x="330" y="202"/>
                  </a:lnTo>
                  <a:lnTo>
                    <a:pt x="332" y="204"/>
                  </a:lnTo>
                  <a:lnTo>
                    <a:pt x="334" y="208"/>
                  </a:lnTo>
                  <a:lnTo>
                    <a:pt x="336" y="212"/>
                  </a:lnTo>
                  <a:lnTo>
                    <a:pt x="336" y="212"/>
                  </a:lnTo>
                  <a:close/>
                  <a:moveTo>
                    <a:pt x="68" y="304"/>
                  </a:moveTo>
                  <a:lnTo>
                    <a:pt x="10" y="338"/>
                  </a:lnTo>
                  <a:lnTo>
                    <a:pt x="10" y="270"/>
                  </a:lnTo>
                  <a:lnTo>
                    <a:pt x="10" y="270"/>
                  </a:lnTo>
                  <a:lnTo>
                    <a:pt x="16" y="268"/>
                  </a:lnTo>
                  <a:lnTo>
                    <a:pt x="22" y="270"/>
                  </a:lnTo>
                  <a:lnTo>
                    <a:pt x="30" y="270"/>
                  </a:lnTo>
                  <a:lnTo>
                    <a:pt x="40" y="274"/>
                  </a:lnTo>
                  <a:lnTo>
                    <a:pt x="24" y="302"/>
                  </a:lnTo>
                  <a:lnTo>
                    <a:pt x="24" y="302"/>
                  </a:lnTo>
                  <a:lnTo>
                    <a:pt x="22" y="308"/>
                  </a:lnTo>
                  <a:lnTo>
                    <a:pt x="26" y="310"/>
                  </a:lnTo>
                  <a:lnTo>
                    <a:pt x="26" y="310"/>
                  </a:lnTo>
                  <a:lnTo>
                    <a:pt x="28" y="312"/>
                  </a:lnTo>
                  <a:lnTo>
                    <a:pt x="28" y="312"/>
                  </a:lnTo>
                  <a:lnTo>
                    <a:pt x="32" y="310"/>
                  </a:lnTo>
                  <a:lnTo>
                    <a:pt x="34" y="308"/>
                  </a:lnTo>
                  <a:lnTo>
                    <a:pt x="50" y="280"/>
                  </a:lnTo>
                  <a:lnTo>
                    <a:pt x="50" y="280"/>
                  </a:lnTo>
                  <a:lnTo>
                    <a:pt x="58" y="286"/>
                  </a:lnTo>
                  <a:lnTo>
                    <a:pt x="64" y="292"/>
                  </a:lnTo>
                  <a:lnTo>
                    <a:pt x="66" y="298"/>
                  </a:lnTo>
                  <a:lnTo>
                    <a:pt x="68" y="304"/>
                  </a:lnTo>
                  <a:lnTo>
                    <a:pt x="68" y="304"/>
                  </a:lnTo>
                  <a:close/>
                </a:path>
              </a:pathLst>
            </a:custGeom>
            <a:solidFill>
              <a:schemeClr val="tx2"/>
            </a:solidFill>
            <a:ln>
              <a:noFill/>
            </a:ln>
          </p:spPr>
          <p:txBody>
            <a:bodyPr vert="horz" wrap="square" lIns="82938" tIns="41469" rIns="82938" bIns="41469" numCol="1" anchor="t" anchorCtr="0" compatLnSpc="1"/>
            <a:lstStyle/>
            <a:p>
              <a:endParaRPr lang="en-GB" sz="1815"/>
            </a:p>
          </p:txBody>
        </p:sp>
        <p:sp>
          <p:nvSpPr>
            <p:cNvPr id="48" name="Freeform 4915"/>
            <p:cNvSpPr>
              <a:spLocks noEditPoints="1"/>
            </p:cNvSpPr>
            <p:nvPr/>
          </p:nvSpPr>
          <p:spPr bwMode="auto">
            <a:xfrm>
              <a:off x="3232917" y="6065392"/>
              <a:ext cx="448094" cy="385457"/>
            </a:xfrm>
            <a:custGeom>
              <a:avLst/>
              <a:gdLst>
                <a:gd name="T0" fmla="*/ 160 w 372"/>
                <a:gd name="T1" fmla="*/ 242 h 320"/>
                <a:gd name="T2" fmla="*/ 166 w 372"/>
                <a:gd name="T3" fmla="*/ 226 h 320"/>
                <a:gd name="T4" fmla="*/ 210 w 372"/>
                <a:gd name="T5" fmla="*/ 228 h 320"/>
                <a:gd name="T6" fmla="*/ 210 w 372"/>
                <a:gd name="T7" fmla="*/ 246 h 320"/>
                <a:gd name="T8" fmla="*/ 98 w 372"/>
                <a:gd name="T9" fmla="*/ 320 h 320"/>
                <a:gd name="T10" fmla="*/ 372 w 372"/>
                <a:gd name="T11" fmla="*/ 54 h 320"/>
                <a:gd name="T12" fmla="*/ 356 w 372"/>
                <a:gd name="T13" fmla="*/ 92 h 320"/>
                <a:gd name="T14" fmla="*/ 308 w 372"/>
                <a:gd name="T15" fmla="*/ 118 h 320"/>
                <a:gd name="T16" fmla="*/ 266 w 372"/>
                <a:gd name="T17" fmla="*/ 144 h 320"/>
                <a:gd name="T18" fmla="*/ 280 w 372"/>
                <a:gd name="T19" fmla="*/ 154 h 320"/>
                <a:gd name="T20" fmla="*/ 292 w 372"/>
                <a:gd name="T21" fmla="*/ 158 h 320"/>
                <a:gd name="T22" fmla="*/ 288 w 372"/>
                <a:gd name="T23" fmla="*/ 170 h 320"/>
                <a:gd name="T24" fmla="*/ 266 w 372"/>
                <a:gd name="T25" fmla="*/ 172 h 320"/>
                <a:gd name="T26" fmla="*/ 240 w 372"/>
                <a:gd name="T27" fmla="*/ 184 h 320"/>
                <a:gd name="T28" fmla="*/ 196 w 372"/>
                <a:gd name="T29" fmla="*/ 212 h 320"/>
                <a:gd name="T30" fmla="*/ 158 w 372"/>
                <a:gd name="T31" fmla="*/ 206 h 320"/>
                <a:gd name="T32" fmla="*/ 118 w 372"/>
                <a:gd name="T33" fmla="*/ 162 h 320"/>
                <a:gd name="T34" fmla="*/ 98 w 372"/>
                <a:gd name="T35" fmla="*/ 172 h 320"/>
                <a:gd name="T36" fmla="*/ 80 w 372"/>
                <a:gd name="T37" fmla="*/ 164 h 320"/>
                <a:gd name="T38" fmla="*/ 84 w 372"/>
                <a:gd name="T39" fmla="*/ 154 h 320"/>
                <a:gd name="T40" fmla="*/ 104 w 372"/>
                <a:gd name="T41" fmla="*/ 154 h 320"/>
                <a:gd name="T42" fmla="*/ 104 w 372"/>
                <a:gd name="T43" fmla="*/ 140 h 320"/>
                <a:gd name="T44" fmla="*/ 42 w 372"/>
                <a:gd name="T45" fmla="*/ 110 h 320"/>
                <a:gd name="T46" fmla="*/ 4 w 372"/>
                <a:gd name="T47" fmla="*/ 78 h 320"/>
                <a:gd name="T48" fmla="*/ 0 w 372"/>
                <a:gd name="T49" fmla="*/ 46 h 320"/>
                <a:gd name="T50" fmla="*/ 24 w 372"/>
                <a:gd name="T51" fmla="*/ 18 h 320"/>
                <a:gd name="T52" fmla="*/ 66 w 372"/>
                <a:gd name="T53" fmla="*/ 24 h 320"/>
                <a:gd name="T54" fmla="*/ 292 w 372"/>
                <a:gd name="T55" fmla="*/ 0 h 320"/>
                <a:gd name="T56" fmla="*/ 306 w 372"/>
                <a:gd name="T57" fmla="*/ 24 h 320"/>
                <a:gd name="T58" fmla="*/ 348 w 372"/>
                <a:gd name="T59" fmla="*/ 18 h 320"/>
                <a:gd name="T60" fmla="*/ 372 w 372"/>
                <a:gd name="T61" fmla="*/ 46 h 320"/>
                <a:gd name="T62" fmla="*/ 88 w 372"/>
                <a:gd name="T63" fmla="*/ 86 h 320"/>
                <a:gd name="T64" fmla="*/ 74 w 372"/>
                <a:gd name="T65" fmla="*/ 80 h 320"/>
                <a:gd name="T66" fmla="*/ 62 w 372"/>
                <a:gd name="T67" fmla="*/ 80 h 320"/>
                <a:gd name="T68" fmla="*/ 62 w 372"/>
                <a:gd name="T69" fmla="*/ 68 h 320"/>
                <a:gd name="T70" fmla="*/ 60 w 372"/>
                <a:gd name="T71" fmla="*/ 38 h 320"/>
                <a:gd name="T72" fmla="*/ 22 w 372"/>
                <a:gd name="T73" fmla="*/ 38 h 320"/>
                <a:gd name="T74" fmla="*/ 20 w 372"/>
                <a:gd name="T75" fmla="*/ 74 h 320"/>
                <a:gd name="T76" fmla="*/ 70 w 372"/>
                <a:gd name="T77" fmla="*/ 104 h 320"/>
                <a:gd name="T78" fmla="*/ 272 w 372"/>
                <a:gd name="T79" fmla="*/ 26 h 320"/>
                <a:gd name="T80" fmla="*/ 234 w 372"/>
                <a:gd name="T81" fmla="*/ 20 h 320"/>
                <a:gd name="T82" fmla="*/ 226 w 372"/>
                <a:gd name="T83" fmla="*/ 28 h 320"/>
                <a:gd name="T84" fmla="*/ 234 w 372"/>
                <a:gd name="T85" fmla="*/ 36 h 320"/>
                <a:gd name="T86" fmla="*/ 240 w 372"/>
                <a:gd name="T87" fmla="*/ 112 h 320"/>
                <a:gd name="T88" fmla="*/ 192 w 372"/>
                <a:gd name="T89" fmla="*/ 176 h 320"/>
                <a:gd name="T90" fmla="*/ 186 w 372"/>
                <a:gd name="T91" fmla="*/ 186 h 320"/>
                <a:gd name="T92" fmla="*/ 196 w 372"/>
                <a:gd name="T93" fmla="*/ 192 h 320"/>
                <a:gd name="T94" fmla="*/ 236 w 372"/>
                <a:gd name="T95" fmla="*/ 158 h 320"/>
                <a:gd name="T96" fmla="*/ 272 w 372"/>
                <a:gd name="T97" fmla="*/ 28 h 320"/>
                <a:gd name="T98" fmla="*/ 350 w 372"/>
                <a:gd name="T99" fmla="*/ 38 h 320"/>
                <a:gd name="T100" fmla="*/ 312 w 372"/>
                <a:gd name="T101" fmla="*/ 38 h 320"/>
                <a:gd name="T102" fmla="*/ 310 w 372"/>
                <a:gd name="T103" fmla="*/ 68 h 320"/>
                <a:gd name="T104" fmla="*/ 310 w 372"/>
                <a:gd name="T105" fmla="*/ 80 h 320"/>
                <a:gd name="T106" fmla="*/ 298 w 372"/>
                <a:gd name="T107" fmla="*/ 80 h 320"/>
                <a:gd name="T108" fmla="*/ 284 w 372"/>
                <a:gd name="T109" fmla="*/ 86 h 320"/>
                <a:gd name="T110" fmla="*/ 322 w 372"/>
                <a:gd name="T111" fmla="*/ 96 h 320"/>
                <a:gd name="T112" fmla="*/ 356 w 372"/>
                <a:gd name="T113" fmla="*/ 54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2" h="320">
                  <a:moveTo>
                    <a:pt x="170" y="250"/>
                  </a:moveTo>
                  <a:lnTo>
                    <a:pt x="170" y="250"/>
                  </a:lnTo>
                  <a:lnTo>
                    <a:pt x="166" y="248"/>
                  </a:lnTo>
                  <a:lnTo>
                    <a:pt x="162" y="246"/>
                  </a:lnTo>
                  <a:lnTo>
                    <a:pt x="160" y="242"/>
                  </a:lnTo>
                  <a:lnTo>
                    <a:pt x="158" y="238"/>
                  </a:lnTo>
                  <a:lnTo>
                    <a:pt x="158" y="238"/>
                  </a:lnTo>
                  <a:lnTo>
                    <a:pt x="160" y="232"/>
                  </a:lnTo>
                  <a:lnTo>
                    <a:pt x="162" y="228"/>
                  </a:lnTo>
                  <a:lnTo>
                    <a:pt x="166" y="226"/>
                  </a:lnTo>
                  <a:lnTo>
                    <a:pt x="170" y="226"/>
                  </a:lnTo>
                  <a:lnTo>
                    <a:pt x="202" y="226"/>
                  </a:lnTo>
                  <a:lnTo>
                    <a:pt x="202" y="226"/>
                  </a:lnTo>
                  <a:lnTo>
                    <a:pt x="206" y="226"/>
                  </a:lnTo>
                  <a:lnTo>
                    <a:pt x="210" y="228"/>
                  </a:lnTo>
                  <a:lnTo>
                    <a:pt x="212" y="232"/>
                  </a:lnTo>
                  <a:lnTo>
                    <a:pt x="214" y="238"/>
                  </a:lnTo>
                  <a:lnTo>
                    <a:pt x="214" y="238"/>
                  </a:lnTo>
                  <a:lnTo>
                    <a:pt x="212" y="242"/>
                  </a:lnTo>
                  <a:lnTo>
                    <a:pt x="210" y="246"/>
                  </a:lnTo>
                  <a:lnTo>
                    <a:pt x="206" y="248"/>
                  </a:lnTo>
                  <a:lnTo>
                    <a:pt x="202" y="250"/>
                  </a:lnTo>
                  <a:lnTo>
                    <a:pt x="170" y="250"/>
                  </a:lnTo>
                  <a:close/>
                  <a:moveTo>
                    <a:pt x="130" y="264"/>
                  </a:moveTo>
                  <a:lnTo>
                    <a:pt x="98" y="320"/>
                  </a:lnTo>
                  <a:lnTo>
                    <a:pt x="274" y="320"/>
                  </a:lnTo>
                  <a:lnTo>
                    <a:pt x="242" y="264"/>
                  </a:lnTo>
                  <a:lnTo>
                    <a:pt x="130" y="264"/>
                  </a:lnTo>
                  <a:close/>
                  <a:moveTo>
                    <a:pt x="372" y="54"/>
                  </a:moveTo>
                  <a:lnTo>
                    <a:pt x="372" y="54"/>
                  </a:lnTo>
                  <a:lnTo>
                    <a:pt x="372" y="64"/>
                  </a:lnTo>
                  <a:lnTo>
                    <a:pt x="370" y="72"/>
                  </a:lnTo>
                  <a:lnTo>
                    <a:pt x="368" y="78"/>
                  </a:lnTo>
                  <a:lnTo>
                    <a:pt x="362" y="86"/>
                  </a:lnTo>
                  <a:lnTo>
                    <a:pt x="356" y="92"/>
                  </a:lnTo>
                  <a:lnTo>
                    <a:pt x="350" y="98"/>
                  </a:lnTo>
                  <a:lnTo>
                    <a:pt x="330" y="110"/>
                  </a:lnTo>
                  <a:lnTo>
                    <a:pt x="330" y="110"/>
                  </a:lnTo>
                  <a:lnTo>
                    <a:pt x="308" y="118"/>
                  </a:lnTo>
                  <a:lnTo>
                    <a:pt x="308" y="118"/>
                  </a:lnTo>
                  <a:lnTo>
                    <a:pt x="282" y="130"/>
                  </a:lnTo>
                  <a:lnTo>
                    <a:pt x="272" y="136"/>
                  </a:lnTo>
                  <a:lnTo>
                    <a:pt x="268" y="140"/>
                  </a:lnTo>
                  <a:lnTo>
                    <a:pt x="266" y="144"/>
                  </a:lnTo>
                  <a:lnTo>
                    <a:pt x="266" y="144"/>
                  </a:lnTo>
                  <a:lnTo>
                    <a:pt x="266" y="150"/>
                  </a:lnTo>
                  <a:lnTo>
                    <a:pt x="268" y="154"/>
                  </a:lnTo>
                  <a:lnTo>
                    <a:pt x="268" y="154"/>
                  </a:lnTo>
                  <a:lnTo>
                    <a:pt x="274" y="156"/>
                  </a:lnTo>
                  <a:lnTo>
                    <a:pt x="280" y="154"/>
                  </a:lnTo>
                  <a:lnTo>
                    <a:pt x="280" y="154"/>
                  </a:lnTo>
                  <a:lnTo>
                    <a:pt x="284" y="154"/>
                  </a:lnTo>
                  <a:lnTo>
                    <a:pt x="288" y="154"/>
                  </a:lnTo>
                  <a:lnTo>
                    <a:pt x="290" y="156"/>
                  </a:lnTo>
                  <a:lnTo>
                    <a:pt x="292" y="158"/>
                  </a:lnTo>
                  <a:lnTo>
                    <a:pt x="292" y="158"/>
                  </a:lnTo>
                  <a:lnTo>
                    <a:pt x="292" y="162"/>
                  </a:lnTo>
                  <a:lnTo>
                    <a:pt x="292" y="164"/>
                  </a:lnTo>
                  <a:lnTo>
                    <a:pt x="290" y="168"/>
                  </a:lnTo>
                  <a:lnTo>
                    <a:pt x="288" y="170"/>
                  </a:lnTo>
                  <a:lnTo>
                    <a:pt x="288" y="170"/>
                  </a:lnTo>
                  <a:lnTo>
                    <a:pt x="282" y="172"/>
                  </a:lnTo>
                  <a:lnTo>
                    <a:pt x="274" y="172"/>
                  </a:lnTo>
                  <a:lnTo>
                    <a:pt x="274" y="172"/>
                  </a:lnTo>
                  <a:lnTo>
                    <a:pt x="266" y="172"/>
                  </a:lnTo>
                  <a:lnTo>
                    <a:pt x="258" y="166"/>
                  </a:lnTo>
                  <a:lnTo>
                    <a:pt x="258" y="166"/>
                  </a:lnTo>
                  <a:lnTo>
                    <a:pt x="254" y="162"/>
                  </a:lnTo>
                  <a:lnTo>
                    <a:pt x="254" y="162"/>
                  </a:lnTo>
                  <a:lnTo>
                    <a:pt x="240" y="184"/>
                  </a:lnTo>
                  <a:lnTo>
                    <a:pt x="232" y="192"/>
                  </a:lnTo>
                  <a:lnTo>
                    <a:pt x="224" y="200"/>
                  </a:lnTo>
                  <a:lnTo>
                    <a:pt x="214" y="206"/>
                  </a:lnTo>
                  <a:lnTo>
                    <a:pt x="206" y="210"/>
                  </a:lnTo>
                  <a:lnTo>
                    <a:pt x="196" y="212"/>
                  </a:lnTo>
                  <a:lnTo>
                    <a:pt x="186" y="212"/>
                  </a:lnTo>
                  <a:lnTo>
                    <a:pt x="186" y="212"/>
                  </a:lnTo>
                  <a:lnTo>
                    <a:pt x="176" y="212"/>
                  </a:lnTo>
                  <a:lnTo>
                    <a:pt x="166" y="210"/>
                  </a:lnTo>
                  <a:lnTo>
                    <a:pt x="158" y="206"/>
                  </a:lnTo>
                  <a:lnTo>
                    <a:pt x="148" y="200"/>
                  </a:lnTo>
                  <a:lnTo>
                    <a:pt x="140" y="192"/>
                  </a:lnTo>
                  <a:lnTo>
                    <a:pt x="132" y="184"/>
                  </a:lnTo>
                  <a:lnTo>
                    <a:pt x="118" y="162"/>
                  </a:lnTo>
                  <a:lnTo>
                    <a:pt x="118" y="162"/>
                  </a:lnTo>
                  <a:lnTo>
                    <a:pt x="114" y="166"/>
                  </a:lnTo>
                  <a:lnTo>
                    <a:pt x="114" y="166"/>
                  </a:lnTo>
                  <a:lnTo>
                    <a:pt x="106" y="172"/>
                  </a:lnTo>
                  <a:lnTo>
                    <a:pt x="98" y="172"/>
                  </a:lnTo>
                  <a:lnTo>
                    <a:pt x="98" y="172"/>
                  </a:lnTo>
                  <a:lnTo>
                    <a:pt x="90" y="172"/>
                  </a:lnTo>
                  <a:lnTo>
                    <a:pt x="84" y="170"/>
                  </a:lnTo>
                  <a:lnTo>
                    <a:pt x="84" y="170"/>
                  </a:lnTo>
                  <a:lnTo>
                    <a:pt x="82" y="168"/>
                  </a:lnTo>
                  <a:lnTo>
                    <a:pt x="80" y="164"/>
                  </a:lnTo>
                  <a:lnTo>
                    <a:pt x="80" y="162"/>
                  </a:lnTo>
                  <a:lnTo>
                    <a:pt x="80" y="158"/>
                  </a:lnTo>
                  <a:lnTo>
                    <a:pt x="80" y="158"/>
                  </a:lnTo>
                  <a:lnTo>
                    <a:pt x="82" y="156"/>
                  </a:lnTo>
                  <a:lnTo>
                    <a:pt x="84" y="154"/>
                  </a:lnTo>
                  <a:lnTo>
                    <a:pt x="88" y="154"/>
                  </a:lnTo>
                  <a:lnTo>
                    <a:pt x="92" y="154"/>
                  </a:lnTo>
                  <a:lnTo>
                    <a:pt x="92" y="154"/>
                  </a:lnTo>
                  <a:lnTo>
                    <a:pt x="98" y="156"/>
                  </a:lnTo>
                  <a:lnTo>
                    <a:pt x="104" y="154"/>
                  </a:lnTo>
                  <a:lnTo>
                    <a:pt x="104" y="154"/>
                  </a:lnTo>
                  <a:lnTo>
                    <a:pt x="106" y="150"/>
                  </a:lnTo>
                  <a:lnTo>
                    <a:pt x="106" y="144"/>
                  </a:lnTo>
                  <a:lnTo>
                    <a:pt x="106" y="144"/>
                  </a:lnTo>
                  <a:lnTo>
                    <a:pt x="104" y="140"/>
                  </a:lnTo>
                  <a:lnTo>
                    <a:pt x="100" y="136"/>
                  </a:lnTo>
                  <a:lnTo>
                    <a:pt x="90" y="130"/>
                  </a:lnTo>
                  <a:lnTo>
                    <a:pt x="64" y="118"/>
                  </a:lnTo>
                  <a:lnTo>
                    <a:pt x="64" y="118"/>
                  </a:lnTo>
                  <a:lnTo>
                    <a:pt x="42" y="110"/>
                  </a:lnTo>
                  <a:lnTo>
                    <a:pt x="42" y="110"/>
                  </a:lnTo>
                  <a:lnTo>
                    <a:pt x="22" y="98"/>
                  </a:lnTo>
                  <a:lnTo>
                    <a:pt x="16" y="92"/>
                  </a:lnTo>
                  <a:lnTo>
                    <a:pt x="10" y="86"/>
                  </a:lnTo>
                  <a:lnTo>
                    <a:pt x="4" y="78"/>
                  </a:lnTo>
                  <a:lnTo>
                    <a:pt x="2" y="72"/>
                  </a:lnTo>
                  <a:lnTo>
                    <a:pt x="0" y="64"/>
                  </a:lnTo>
                  <a:lnTo>
                    <a:pt x="0" y="54"/>
                  </a:lnTo>
                  <a:lnTo>
                    <a:pt x="0" y="54"/>
                  </a:lnTo>
                  <a:lnTo>
                    <a:pt x="0" y="46"/>
                  </a:lnTo>
                  <a:lnTo>
                    <a:pt x="2" y="40"/>
                  </a:lnTo>
                  <a:lnTo>
                    <a:pt x="6" y="32"/>
                  </a:lnTo>
                  <a:lnTo>
                    <a:pt x="12" y="26"/>
                  </a:lnTo>
                  <a:lnTo>
                    <a:pt x="18" y="22"/>
                  </a:lnTo>
                  <a:lnTo>
                    <a:pt x="24" y="18"/>
                  </a:lnTo>
                  <a:lnTo>
                    <a:pt x="32" y="16"/>
                  </a:lnTo>
                  <a:lnTo>
                    <a:pt x="42" y="14"/>
                  </a:lnTo>
                  <a:lnTo>
                    <a:pt x="42" y="14"/>
                  </a:lnTo>
                  <a:lnTo>
                    <a:pt x="54" y="18"/>
                  </a:lnTo>
                  <a:lnTo>
                    <a:pt x="66" y="24"/>
                  </a:lnTo>
                  <a:lnTo>
                    <a:pt x="76" y="32"/>
                  </a:lnTo>
                  <a:lnTo>
                    <a:pt x="82" y="44"/>
                  </a:lnTo>
                  <a:lnTo>
                    <a:pt x="82" y="44"/>
                  </a:lnTo>
                  <a:lnTo>
                    <a:pt x="80" y="0"/>
                  </a:lnTo>
                  <a:lnTo>
                    <a:pt x="292" y="0"/>
                  </a:lnTo>
                  <a:lnTo>
                    <a:pt x="292" y="0"/>
                  </a:lnTo>
                  <a:lnTo>
                    <a:pt x="290" y="44"/>
                  </a:lnTo>
                  <a:lnTo>
                    <a:pt x="290" y="44"/>
                  </a:lnTo>
                  <a:lnTo>
                    <a:pt x="296" y="32"/>
                  </a:lnTo>
                  <a:lnTo>
                    <a:pt x="306" y="24"/>
                  </a:lnTo>
                  <a:lnTo>
                    <a:pt x="318" y="18"/>
                  </a:lnTo>
                  <a:lnTo>
                    <a:pt x="330" y="14"/>
                  </a:lnTo>
                  <a:lnTo>
                    <a:pt x="330" y="14"/>
                  </a:lnTo>
                  <a:lnTo>
                    <a:pt x="340" y="16"/>
                  </a:lnTo>
                  <a:lnTo>
                    <a:pt x="348" y="18"/>
                  </a:lnTo>
                  <a:lnTo>
                    <a:pt x="354" y="22"/>
                  </a:lnTo>
                  <a:lnTo>
                    <a:pt x="360" y="26"/>
                  </a:lnTo>
                  <a:lnTo>
                    <a:pt x="366" y="32"/>
                  </a:lnTo>
                  <a:lnTo>
                    <a:pt x="370" y="40"/>
                  </a:lnTo>
                  <a:lnTo>
                    <a:pt x="372" y="46"/>
                  </a:lnTo>
                  <a:lnTo>
                    <a:pt x="372" y="54"/>
                  </a:lnTo>
                  <a:lnTo>
                    <a:pt x="372" y="54"/>
                  </a:lnTo>
                  <a:close/>
                  <a:moveTo>
                    <a:pt x="96" y="114"/>
                  </a:moveTo>
                  <a:lnTo>
                    <a:pt x="96" y="114"/>
                  </a:lnTo>
                  <a:lnTo>
                    <a:pt x="88" y="86"/>
                  </a:lnTo>
                  <a:lnTo>
                    <a:pt x="82" y="56"/>
                  </a:lnTo>
                  <a:lnTo>
                    <a:pt x="82" y="56"/>
                  </a:lnTo>
                  <a:lnTo>
                    <a:pt x="80" y="68"/>
                  </a:lnTo>
                  <a:lnTo>
                    <a:pt x="74" y="80"/>
                  </a:lnTo>
                  <a:lnTo>
                    <a:pt x="74" y="80"/>
                  </a:lnTo>
                  <a:lnTo>
                    <a:pt x="72" y="82"/>
                  </a:lnTo>
                  <a:lnTo>
                    <a:pt x="68" y="82"/>
                  </a:lnTo>
                  <a:lnTo>
                    <a:pt x="66" y="82"/>
                  </a:lnTo>
                  <a:lnTo>
                    <a:pt x="62" y="80"/>
                  </a:lnTo>
                  <a:lnTo>
                    <a:pt x="62" y="80"/>
                  </a:lnTo>
                  <a:lnTo>
                    <a:pt x="60" y="78"/>
                  </a:lnTo>
                  <a:lnTo>
                    <a:pt x="60" y="74"/>
                  </a:lnTo>
                  <a:lnTo>
                    <a:pt x="60" y="72"/>
                  </a:lnTo>
                  <a:lnTo>
                    <a:pt x="62" y="68"/>
                  </a:lnTo>
                  <a:lnTo>
                    <a:pt x="62" y="68"/>
                  </a:lnTo>
                  <a:lnTo>
                    <a:pt x="66" y="62"/>
                  </a:lnTo>
                  <a:lnTo>
                    <a:pt x="66" y="54"/>
                  </a:lnTo>
                  <a:lnTo>
                    <a:pt x="66" y="54"/>
                  </a:lnTo>
                  <a:lnTo>
                    <a:pt x="64" y="46"/>
                  </a:lnTo>
                  <a:lnTo>
                    <a:pt x="60" y="38"/>
                  </a:lnTo>
                  <a:lnTo>
                    <a:pt x="52" y="32"/>
                  </a:lnTo>
                  <a:lnTo>
                    <a:pt x="42" y="30"/>
                  </a:lnTo>
                  <a:lnTo>
                    <a:pt x="42" y="30"/>
                  </a:lnTo>
                  <a:lnTo>
                    <a:pt x="32" y="32"/>
                  </a:lnTo>
                  <a:lnTo>
                    <a:pt x="22" y="38"/>
                  </a:lnTo>
                  <a:lnTo>
                    <a:pt x="18" y="46"/>
                  </a:lnTo>
                  <a:lnTo>
                    <a:pt x="16" y="54"/>
                  </a:lnTo>
                  <a:lnTo>
                    <a:pt x="16" y="54"/>
                  </a:lnTo>
                  <a:lnTo>
                    <a:pt x="16" y="64"/>
                  </a:lnTo>
                  <a:lnTo>
                    <a:pt x="20" y="74"/>
                  </a:lnTo>
                  <a:lnTo>
                    <a:pt x="32" y="84"/>
                  </a:lnTo>
                  <a:lnTo>
                    <a:pt x="50" y="96"/>
                  </a:lnTo>
                  <a:lnTo>
                    <a:pt x="50" y="96"/>
                  </a:lnTo>
                  <a:lnTo>
                    <a:pt x="70" y="104"/>
                  </a:lnTo>
                  <a:lnTo>
                    <a:pt x="70" y="104"/>
                  </a:lnTo>
                  <a:lnTo>
                    <a:pt x="96" y="114"/>
                  </a:lnTo>
                  <a:lnTo>
                    <a:pt x="96" y="114"/>
                  </a:lnTo>
                  <a:close/>
                  <a:moveTo>
                    <a:pt x="272" y="28"/>
                  </a:moveTo>
                  <a:lnTo>
                    <a:pt x="272" y="28"/>
                  </a:lnTo>
                  <a:lnTo>
                    <a:pt x="272" y="26"/>
                  </a:lnTo>
                  <a:lnTo>
                    <a:pt x="270" y="22"/>
                  </a:lnTo>
                  <a:lnTo>
                    <a:pt x="270" y="22"/>
                  </a:lnTo>
                  <a:lnTo>
                    <a:pt x="268" y="20"/>
                  </a:lnTo>
                  <a:lnTo>
                    <a:pt x="264" y="20"/>
                  </a:lnTo>
                  <a:lnTo>
                    <a:pt x="234" y="20"/>
                  </a:lnTo>
                  <a:lnTo>
                    <a:pt x="234" y="20"/>
                  </a:lnTo>
                  <a:lnTo>
                    <a:pt x="230" y="20"/>
                  </a:lnTo>
                  <a:lnTo>
                    <a:pt x="228" y="22"/>
                  </a:lnTo>
                  <a:lnTo>
                    <a:pt x="226" y="24"/>
                  </a:lnTo>
                  <a:lnTo>
                    <a:pt x="226" y="28"/>
                  </a:lnTo>
                  <a:lnTo>
                    <a:pt x="226" y="28"/>
                  </a:lnTo>
                  <a:lnTo>
                    <a:pt x="226" y="32"/>
                  </a:lnTo>
                  <a:lnTo>
                    <a:pt x="228" y="34"/>
                  </a:lnTo>
                  <a:lnTo>
                    <a:pt x="230" y="36"/>
                  </a:lnTo>
                  <a:lnTo>
                    <a:pt x="234" y="36"/>
                  </a:lnTo>
                  <a:lnTo>
                    <a:pt x="256" y="36"/>
                  </a:lnTo>
                  <a:lnTo>
                    <a:pt x="256" y="36"/>
                  </a:lnTo>
                  <a:lnTo>
                    <a:pt x="252" y="64"/>
                  </a:lnTo>
                  <a:lnTo>
                    <a:pt x="246" y="90"/>
                  </a:lnTo>
                  <a:lnTo>
                    <a:pt x="240" y="112"/>
                  </a:lnTo>
                  <a:lnTo>
                    <a:pt x="232" y="132"/>
                  </a:lnTo>
                  <a:lnTo>
                    <a:pt x="222" y="150"/>
                  </a:lnTo>
                  <a:lnTo>
                    <a:pt x="212" y="162"/>
                  </a:lnTo>
                  <a:lnTo>
                    <a:pt x="202" y="172"/>
                  </a:lnTo>
                  <a:lnTo>
                    <a:pt x="192" y="176"/>
                  </a:lnTo>
                  <a:lnTo>
                    <a:pt x="192" y="176"/>
                  </a:lnTo>
                  <a:lnTo>
                    <a:pt x="190" y="178"/>
                  </a:lnTo>
                  <a:lnTo>
                    <a:pt x="188" y="180"/>
                  </a:lnTo>
                  <a:lnTo>
                    <a:pt x="186" y="184"/>
                  </a:lnTo>
                  <a:lnTo>
                    <a:pt x="186" y="186"/>
                  </a:lnTo>
                  <a:lnTo>
                    <a:pt x="186" y="186"/>
                  </a:lnTo>
                  <a:lnTo>
                    <a:pt x="190" y="190"/>
                  </a:lnTo>
                  <a:lnTo>
                    <a:pt x="194" y="192"/>
                  </a:lnTo>
                  <a:lnTo>
                    <a:pt x="194" y="192"/>
                  </a:lnTo>
                  <a:lnTo>
                    <a:pt x="196" y="192"/>
                  </a:lnTo>
                  <a:lnTo>
                    <a:pt x="196" y="192"/>
                  </a:lnTo>
                  <a:lnTo>
                    <a:pt x="204" y="190"/>
                  </a:lnTo>
                  <a:lnTo>
                    <a:pt x="210" y="186"/>
                  </a:lnTo>
                  <a:lnTo>
                    <a:pt x="224" y="174"/>
                  </a:lnTo>
                  <a:lnTo>
                    <a:pt x="236" y="158"/>
                  </a:lnTo>
                  <a:lnTo>
                    <a:pt x="248" y="138"/>
                  </a:lnTo>
                  <a:lnTo>
                    <a:pt x="256" y="114"/>
                  </a:lnTo>
                  <a:lnTo>
                    <a:pt x="264" y="88"/>
                  </a:lnTo>
                  <a:lnTo>
                    <a:pt x="270" y="58"/>
                  </a:lnTo>
                  <a:lnTo>
                    <a:pt x="272" y="28"/>
                  </a:lnTo>
                  <a:lnTo>
                    <a:pt x="272" y="28"/>
                  </a:lnTo>
                  <a:close/>
                  <a:moveTo>
                    <a:pt x="356" y="54"/>
                  </a:moveTo>
                  <a:lnTo>
                    <a:pt x="356" y="54"/>
                  </a:lnTo>
                  <a:lnTo>
                    <a:pt x="354" y="46"/>
                  </a:lnTo>
                  <a:lnTo>
                    <a:pt x="350" y="38"/>
                  </a:lnTo>
                  <a:lnTo>
                    <a:pt x="340" y="32"/>
                  </a:lnTo>
                  <a:lnTo>
                    <a:pt x="330" y="30"/>
                  </a:lnTo>
                  <a:lnTo>
                    <a:pt x="330" y="30"/>
                  </a:lnTo>
                  <a:lnTo>
                    <a:pt x="320" y="32"/>
                  </a:lnTo>
                  <a:lnTo>
                    <a:pt x="312" y="38"/>
                  </a:lnTo>
                  <a:lnTo>
                    <a:pt x="308" y="46"/>
                  </a:lnTo>
                  <a:lnTo>
                    <a:pt x="306" y="54"/>
                  </a:lnTo>
                  <a:lnTo>
                    <a:pt x="306" y="54"/>
                  </a:lnTo>
                  <a:lnTo>
                    <a:pt x="306" y="62"/>
                  </a:lnTo>
                  <a:lnTo>
                    <a:pt x="310" y="68"/>
                  </a:lnTo>
                  <a:lnTo>
                    <a:pt x="310" y="68"/>
                  </a:lnTo>
                  <a:lnTo>
                    <a:pt x="312" y="72"/>
                  </a:lnTo>
                  <a:lnTo>
                    <a:pt x="312" y="74"/>
                  </a:lnTo>
                  <a:lnTo>
                    <a:pt x="312" y="78"/>
                  </a:lnTo>
                  <a:lnTo>
                    <a:pt x="310" y="80"/>
                  </a:lnTo>
                  <a:lnTo>
                    <a:pt x="310" y="80"/>
                  </a:lnTo>
                  <a:lnTo>
                    <a:pt x="306" y="82"/>
                  </a:lnTo>
                  <a:lnTo>
                    <a:pt x="304" y="82"/>
                  </a:lnTo>
                  <a:lnTo>
                    <a:pt x="300" y="82"/>
                  </a:lnTo>
                  <a:lnTo>
                    <a:pt x="298" y="80"/>
                  </a:lnTo>
                  <a:lnTo>
                    <a:pt x="298" y="80"/>
                  </a:lnTo>
                  <a:lnTo>
                    <a:pt x="292" y="68"/>
                  </a:lnTo>
                  <a:lnTo>
                    <a:pt x="290" y="56"/>
                  </a:lnTo>
                  <a:lnTo>
                    <a:pt x="290" y="56"/>
                  </a:lnTo>
                  <a:lnTo>
                    <a:pt x="284" y="86"/>
                  </a:lnTo>
                  <a:lnTo>
                    <a:pt x="276" y="114"/>
                  </a:lnTo>
                  <a:lnTo>
                    <a:pt x="276" y="114"/>
                  </a:lnTo>
                  <a:lnTo>
                    <a:pt x="302" y="104"/>
                  </a:lnTo>
                  <a:lnTo>
                    <a:pt x="302" y="104"/>
                  </a:lnTo>
                  <a:lnTo>
                    <a:pt x="322" y="96"/>
                  </a:lnTo>
                  <a:lnTo>
                    <a:pt x="322" y="96"/>
                  </a:lnTo>
                  <a:lnTo>
                    <a:pt x="340" y="84"/>
                  </a:lnTo>
                  <a:lnTo>
                    <a:pt x="352" y="74"/>
                  </a:lnTo>
                  <a:lnTo>
                    <a:pt x="356" y="64"/>
                  </a:lnTo>
                  <a:lnTo>
                    <a:pt x="356" y="54"/>
                  </a:lnTo>
                  <a:lnTo>
                    <a:pt x="356" y="54"/>
                  </a:lnTo>
                  <a:close/>
                </a:path>
              </a:pathLst>
            </a:custGeom>
            <a:solidFill>
              <a:srgbClr val="1450B8"/>
            </a:solidFill>
            <a:ln>
              <a:noFill/>
            </a:ln>
          </p:spPr>
          <p:txBody>
            <a:bodyPr vert="horz" wrap="square" lIns="82938" tIns="41469" rIns="82938" bIns="41469" numCol="1" anchor="t" anchorCtr="0" compatLnSpc="1"/>
            <a:lstStyle/>
            <a:p>
              <a:endParaRPr lang="en-GB" sz="1815"/>
            </a:p>
          </p:txBody>
        </p:sp>
      </p:grpSp>
      <p:cxnSp>
        <p:nvCxnSpPr>
          <p:cNvPr id="12" name="Straight Connector 11"/>
          <p:cNvCxnSpPr/>
          <p:nvPr/>
        </p:nvCxnSpPr>
        <p:spPr>
          <a:xfrm>
            <a:off x="4920359" y="2057563"/>
            <a:ext cx="5510903"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4920359" y="3124949"/>
            <a:ext cx="5510903" cy="0"/>
          </a:xfrm>
          <a:prstGeom prst="line">
            <a:avLst/>
          </a:prstGeom>
          <a:ln>
            <a:solidFill>
              <a:schemeClr val="accent4">
                <a:lumMod val="7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a:off x="4920359" y="4163487"/>
            <a:ext cx="5510903" cy="0"/>
          </a:xfrm>
          <a:prstGeom prst="line">
            <a:avLst/>
          </a:prstGeom>
          <a:ln>
            <a:solidFill>
              <a:srgbClr val="1450B8"/>
            </a:solidFill>
            <a:prstDash val="dash"/>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a:off x="4920359" y="5245297"/>
            <a:ext cx="5510903" cy="0"/>
          </a:xfrm>
          <a:prstGeom prst="line">
            <a:avLst/>
          </a:prstGeom>
          <a:ln>
            <a:solidFill>
              <a:schemeClr val="accent1"/>
            </a:solidFill>
            <a:prstDash val="dash"/>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920359" y="2061263"/>
            <a:ext cx="5510902" cy="870585"/>
          </a:xfrm>
          <a:prstGeom prst="rect">
            <a:avLst/>
          </a:prstGeom>
        </p:spPr>
        <p:txBody>
          <a:bodyPr wrap="square">
            <a:spAutoFit/>
          </a:bodyPr>
          <a:lstStyle/>
          <a:p>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r>
              <a:rPr lang="en-GB" sz="1270" dirty="0" err="1">
                <a:solidFill>
                  <a:srgbClr val="000000"/>
                </a:solidFill>
                <a:latin typeface="腾讯体 W7" panose="020C08030202040F0204" pitchFamily="18" charset="-122"/>
              </a:rPr>
              <a:t>Morbi</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tincidunt</a:t>
            </a:r>
            <a:r>
              <a:rPr lang="en-GB" sz="1270" dirty="0">
                <a:solidFill>
                  <a:srgbClr val="000000"/>
                </a:solidFill>
                <a:latin typeface="腾讯体 W7" panose="020C08030202040F0204" pitchFamily="18" charset="-122"/>
              </a:rPr>
              <a:t> mi </a:t>
            </a:r>
            <a:r>
              <a:rPr lang="en-GB" sz="1270" dirty="0" err="1">
                <a:solidFill>
                  <a:srgbClr val="000000"/>
                </a:solidFill>
                <a:latin typeface="腾讯体 W7" panose="020C08030202040F0204" pitchFamily="18" charset="-122"/>
              </a:rPr>
              <a:t>ut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diam</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ultricies</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hendrerit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pellentesque</a:t>
            </a:r>
            <a:r>
              <a:rPr lang="en-GB" sz="1270" dirty="0">
                <a:solidFill>
                  <a:srgbClr val="000000"/>
                </a:solidFill>
                <a:latin typeface="腾讯体 W7" panose="020C08030202040F0204" pitchFamily="18" charset="-122"/>
              </a:rPr>
              <a:t> a, </a:t>
            </a:r>
            <a:r>
              <a:rPr lang="en-GB" sz="1270" dirty="0" err="1">
                <a:solidFill>
                  <a:srgbClr val="000000"/>
                </a:solidFill>
                <a:latin typeface="腾讯体 W7" panose="020C08030202040F0204" pitchFamily="18" charset="-122"/>
              </a:rPr>
              <a:t>eros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Aenean</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massa</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varius</a:t>
            </a:r>
            <a:r>
              <a:rPr lang="en-GB" sz="1270" dirty="0">
                <a:solidFill>
                  <a:srgbClr val="000000"/>
                </a:solidFill>
                <a:latin typeface="腾讯体 W7" panose="020C08030202040F0204" pitchFamily="18" charset="-122"/>
              </a:rPr>
              <a:t> tempus.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endParaRPr lang="en-GB" sz="1270" dirty="0">
              <a:solidFill>
                <a:srgbClr val="000000"/>
              </a:solidFill>
              <a:latin typeface="腾讯体 W7" panose="020C08030202040F0204" pitchFamily="18" charset="-122"/>
            </a:endParaRPr>
          </a:p>
        </p:txBody>
      </p:sp>
      <p:sp>
        <p:nvSpPr>
          <p:cNvPr id="52" name="Rectangle 51"/>
          <p:cNvSpPr/>
          <p:nvPr/>
        </p:nvSpPr>
        <p:spPr>
          <a:xfrm>
            <a:off x="4920359" y="3128649"/>
            <a:ext cx="5510902" cy="870585"/>
          </a:xfrm>
          <a:prstGeom prst="rect">
            <a:avLst/>
          </a:prstGeom>
        </p:spPr>
        <p:txBody>
          <a:bodyPr wrap="square">
            <a:spAutoFit/>
          </a:bodyPr>
          <a:lstStyle/>
          <a:p>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r>
              <a:rPr lang="en-GB" sz="1270" dirty="0" err="1">
                <a:solidFill>
                  <a:srgbClr val="000000"/>
                </a:solidFill>
                <a:latin typeface="腾讯体 W7" panose="020C08030202040F0204" pitchFamily="18" charset="-122"/>
              </a:rPr>
              <a:t>Morbi</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tincidunt</a:t>
            </a:r>
            <a:r>
              <a:rPr lang="en-GB" sz="1270" dirty="0">
                <a:solidFill>
                  <a:srgbClr val="000000"/>
                </a:solidFill>
                <a:latin typeface="腾讯体 W7" panose="020C08030202040F0204" pitchFamily="18" charset="-122"/>
              </a:rPr>
              <a:t> mi </a:t>
            </a:r>
            <a:r>
              <a:rPr lang="en-GB" sz="1270" dirty="0" err="1">
                <a:solidFill>
                  <a:srgbClr val="000000"/>
                </a:solidFill>
                <a:latin typeface="腾讯体 W7" panose="020C08030202040F0204" pitchFamily="18" charset="-122"/>
              </a:rPr>
              <a:t>ut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diam</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ultricies</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hendrerit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pellentesque</a:t>
            </a:r>
            <a:r>
              <a:rPr lang="en-GB" sz="1270" dirty="0">
                <a:solidFill>
                  <a:srgbClr val="000000"/>
                </a:solidFill>
                <a:latin typeface="腾讯体 W7" panose="020C08030202040F0204" pitchFamily="18" charset="-122"/>
              </a:rPr>
              <a:t> a, </a:t>
            </a:r>
            <a:r>
              <a:rPr lang="en-GB" sz="1270" dirty="0" err="1">
                <a:solidFill>
                  <a:srgbClr val="000000"/>
                </a:solidFill>
                <a:latin typeface="腾讯体 W7" panose="020C08030202040F0204" pitchFamily="18" charset="-122"/>
              </a:rPr>
              <a:t>eros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Aenean</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massa</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varius</a:t>
            </a:r>
            <a:r>
              <a:rPr lang="en-GB" sz="1270" dirty="0">
                <a:solidFill>
                  <a:srgbClr val="000000"/>
                </a:solidFill>
                <a:latin typeface="腾讯体 W7" panose="020C08030202040F0204" pitchFamily="18" charset="-122"/>
              </a:rPr>
              <a:t> tempus.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endParaRPr lang="en-GB" sz="1270" dirty="0">
              <a:solidFill>
                <a:srgbClr val="000000"/>
              </a:solidFill>
              <a:latin typeface="腾讯体 W7" panose="020C08030202040F0204" pitchFamily="18" charset="-122"/>
            </a:endParaRPr>
          </a:p>
        </p:txBody>
      </p:sp>
      <p:sp>
        <p:nvSpPr>
          <p:cNvPr id="53" name="Rectangle 52"/>
          <p:cNvSpPr/>
          <p:nvPr/>
        </p:nvSpPr>
        <p:spPr>
          <a:xfrm>
            <a:off x="4920359" y="4167186"/>
            <a:ext cx="5510902" cy="870585"/>
          </a:xfrm>
          <a:prstGeom prst="rect">
            <a:avLst/>
          </a:prstGeom>
        </p:spPr>
        <p:txBody>
          <a:bodyPr wrap="square">
            <a:spAutoFit/>
          </a:bodyPr>
          <a:lstStyle/>
          <a:p>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r>
              <a:rPr lang="en-GB" sz="1270" dirty="0" err="1">
                <a:solidFill>
                  <a:srgbClr val="000000"/>
                </a:solidFill>
                <a:latin typeface="腾讯体 W7" panose="020C08030202040F0204" pitchFamily="18" charset="-122"/>
              </a:rPr>
              <a:t>Morbi</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tincidunt</a:t>
            </a:r>
            <a:r>
              <a:rPr lang="en-GB" sz="1270" dirty="0">
                <a:solidFill>
                  <a:srgbClr val="000000"/>
                </a:solidFill>
                <a:latin typeface="腾讯体 W7" panose="020C08030202040F0204" pitchFamily="18" charset="-122"/>
              </a:rPr>
              <a:t> mi </a:t>
            </a:r>
            <a:r>
              <a:rPr lang="en-GB" sz="1270" dirty="0" err="1">
                <a:solidFill>
                  <a:srgbClr val="000000"/>
                </a:solidFill>
                <a:latin typeface="腾讯体 W7" panose="020C08030202040F0204" pitchFamily="18" charset="-122"/>
              </a:rPr>
              <a:t>ut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diam</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ultricies</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hendrerit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pellentesque</a:t>
            </a:r>
            <a:r>
              <a:rPr lang="en-GB" sz="1270" dirty="0">
                <a:solidFill>
                  <a:srgbClr val="000000"/>
                </a:solidFill>
                <a:latin typeface="腾讯体 W7" panose="020C08030202040F0204" pitchFamily="18" charset="-122"/>
              </a:rPr>
              <a:t> a, </a:t>
            </a:r>
            <a:r>
              <a:rPr lang="en-GB" sz="1270" dirty="0" err="1">
                <a:solidFill>
                  <a:srgbClr val="000000"/>
                </a:solidFill>
                <a:latin typeface="腾讯体 W7" panose="020C08030202040F0204" pitchFamily="18" charset="-122"/>
              </a:rPr>
              <a:t>eros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Aenean</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massa</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varius</a:t>
            </a:r>
            <a:r>
              <a:rPr lang="en-GB" sz="1270" dirty="0">
                <a:solidFill>
                  <a:srgbClr val="000000"/>
                </a:solidFill>
                <a:latin typeface="腾讯体 W7" panose="020C08030202040F0204" pitchFamily="18" charset="-122"/>
              </a:rPr>
              <a:t> tempus.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endParaRPr lang="en-GB" sz="1270" dirty="0">
              <a:solidFill>
                <a:srgbClr val="000000"/>
              </a:solidFill>
              <a:latin typeface="腾讯体 W7" panose="020C08030202040F0204" pitchFamily="18" charset="-122"/>
            </a:endParaRPr>
          </a:p>
        </p:txBody>
      </p:sp>
      <p:sp>
        <p:nvSpPr>
          <p:cNvPr id="54" name="Rectangle 53"/>
          <p:cNvSpPr/>
          <p:nvPr/>
        </p:nvSpPr>
        <p:spPr>
          <a:xfrm>
            <a:off x="4920359" y="5248996"/>
            <a:ext cx="5510902" cy="870585"/>
          </a:xfrm>
          <a:prstGeom prst="rect">
            <a:avLst/>
          </a:prstGeom>
        </p:spPr>
        <p:txBody>
          <a:bodyPr wrap="square">
            <a:spAutoFit/>
          </a:bodyPr>
          <a:lstStyle/>
          <a:p>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r>
              <a:rPr lang="en-GB" sz="1270" dirty="0" err="1">
                <a:solidFill>
                  <a:srgbClr val="000000"/>
                </a:solidFill>
                <a:latin typeface="腾讯体 W7" panose="020C08030202040F0204" pitchFamily="18" charset="-122"/>
              </a:rPr>
              <a:t>Morbi</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tincidunt</a:t>
            </a:r>
            <a:r>
              <a:rPr lang="en-GB" sz="1270" dirty="0">
                <a:solidFill>
                  <a:srgbClr val="000000"/>
                </a:solidFill>
                <a:latin typeface="腾讯体 W7" panose="020C08030202040F0204" pitchFamily="18" charset="-122"/>
              </a:rPr>
              <a:t> mi </a:t>
            </a:r>
            <a:r>
              <a:rPr lang="en-GB" sz="1270" dirty="0" err="1">
                <a:solidFill>
                  <a:srgbClr val="000000"/>
                </a:solidFill>
                <a:latin typeface="腾讯体 W7" panose="020C08030202040F0204" pitchFamily="18" charset="-122"/>
              </a:rPr>
              <a:t>ut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diam</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ultricies</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hendrerit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pellentesque</a:t>
            </a:r>
            <a:r>
              <a:rPr lang="en-GB" sz="1270" dirty="0">
                <a:solidFill>
                  <a:srgbClr val="000000"/>
                </a:solidFill>
                <a:latin typeface="腾讯体 W7" panose="020C08030202040F0204" pitchFamily="18" charset="-122"/>
              </a:rPr>
              <a:t> a, </a:t>
            </a:r>
            <a:r>
              <a:rPr lang="en-GB" sz="1270" dirty="0" err="1">
                <a:solidFill>
                  <a:srgbClr val="000000"/>
                </a:solidFill>
                <a:latin typeface="腾讯体 W7" panose="020C08030202040F0204" pitchFamily="18" charset="-122"/>
              </a:rPr>
              <a:t>eros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Aenean</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massa</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varius</a:t>
            </a:r>
            <a:r>
              <a:rPr lang="en-GB" sz="1270" dirty="0">
                <a:solidFill>
                  <a:srgbClr val="000000"/>
                </a:solidFill>
                <a:latin typeface="腾讯体 W7" panose="020C08030202040F0204" pitchFamily="18" charset="-122"/>
              </a:rPr>
              <a:t> tempus.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endParaRPr lang="en-GB" sz="1270" dirty="0">
              <a:solidFill>
                <a:srgbClr val="000000"/>
              </a:solidFill>
              <a:latin typeface="腾讯体 W7" panose="020C08030202040F0204" pitchFamily="18" charset="-122"/>
            </a:endParaRPr>
          </a:p>
        </p:txBody>
      </p:sp>
    </p:spTree>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Linear flow</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68" name="Rectangle 67"/>
          <p:cNvSpPr/>
          <p:nvPr/>
        </p:nvSpPr>
        <p:spPr>
          <a:xfrm>
            <a:off x="4776015" y="3250326"/>
            <a:ext cx="3049228" cy="1129068"/>
          </a:xfrm>
          <a:prstGeom prst="rect">
            <a:avLst/>
          </a:prstGeom>
          <a:solidFill>
            <a:srgbClr val="E5EFFF"/>
          </a:solidFill>
          <a:ln w="25400" cap="flat" cmpd="sng" algn="ctr">
            <a:noFill/>
            <a:prstDash val="solid"/>
          </a:ln>
          <a:effectLst/>
        </p:spPr>
        <p:txBody>
          <a:bodyPr lIns="48979" tIns="48979" rIns="48979" bIns="48979" rtlCol="0" anchor="ctr"/>
          <a:lstStyle/>
          <a:p>
            <a:pPr marL="0" marR="0" lvl="0" indent="0" algn="ctr" defTabSz="1040765" eaLnBrk="1" fontAlgn="base" latinLnBrk="0" hangingPunct="1">
              <a:lnSpc>
                <a:spcPct val="100000"/>
              </a:lnSpc>
              <a:spcBef>
                <a:spcPct val="0"/>
              </a:spcBef>
              <a:spcAft>
                <a:spcPct val="0"/>
              </a:spcAft>
              <a:buClrTx/>
              <a:buSzTx/>
              <a:buFontTx/>
              <a:buNone/>
              <a:defRPr/>
            </a:pPr>
            <a:r>
              <a:rPr kumimoji="0" lang="en-US" sz="1635" b="1" i="0" u="none" strike="noStrike" kern="0" cap="none" spc="0" normalizeH="0" baseline="0" noProof="0" dirty="0" smtClean="0">
                <a:ln>
                  <a:noFill/>
                </a:ln>
                <a:solidFill>
                  <a:srgbClr val="1450B8"/>
                </a:solidFill>
                <a:effectLst/>
                <a:uLnTx/>
                <a:uFillTx/>
                <a:latin typeface="腾讯体 W7" panose="020C08030202040F0204" pitchFamily="18" charset="-122"/>
                <a:ea typeface="+mn-ea"/>
                <a:cs typeface="+mn-cs"/>
              </a:rPr>
              <a:t>xxx</a:t>
            </a:r>
            <a:endParaRPr kumimoji="0" lang="en-US" sz="1635" b="1" i="0" u="none" strike="noStrike" kern="0" cap="none" spc="0" normalizeH="0" baseline="0" noProof="0" dirty="0" smtClean="0">
              <a:ln>
                <a:noFill/>
              </a:ln>
              <a:solidFill>
                <a:srgbClr val="1450B8"/>
              </a:solidFill>
              <a:effectLst/>
              <a:uLnTx/>
              <a:uFillTx/>
              <a:latin typeface="腾讯体 W7" panose="020C08030202040F0204" pitchFamily="18" charset="-122"/>
              <a:ea typeface="+mn-ea"/>
              <a:cs typeface="+mn-cs"/>
            </a:endParaRPr>
          </a:p>
        </p:txBody>
      </p:sp>
      <p:grpSp>
        <p:nvGrpSpPr>
          <p:cNvPr id="69" name="Group 68"/>
          <p:cNvGrpSpPr/>
          <p:nvPr/>
        </p:nvGrpSpPr>
        <p:grpSpPr>
          <a:xfrm rot="10800000">
            <a:off x="4922506" y="4100228"/>
            <a:ext cx="2887375" cy="1822287"/>
            <a:chOff x="3402220" y="5930433"/>
            <a:chExt cx="2827718" cy="1709392"/>
          </a:xfrm>
          <a:solidFill>
            <a:schemeClr val="accent5"/>
          </a:solidFill>
        </p:grpSpPr>
        <p:sp>
          <p:nvSpPr>
            <p:cNvPr id="70" name="Freeform 69"/>
            <p:cNvSpPr/>
            <p:nvPr/>
          </p:nvSpPr>
          <p:spPr bwMode="auto">
            <a:xfrm rot="5400000">
              <a:off x="3024677" y="6307977"/>
              <a:ext cx="1393779" cy="638693"/>
            </a:xfrm>
            <a:custGeom>
              <a:avLst/>
              <a:gdLst/>
              <a:ahLst/>
              <a:cxnLst>
                <a:cxn ang="0">
                  <a:pos x="1503" y="275"/>
                </a:cxn>
                <a:cxn ang="0">
                  <a:pos x="1503" y="635"/>
                </a:cxn>
                <a:cxn ang="0">
                  <a:pos x="1827" y="0"/>
                </a:cxn>
                <a:cxn ang="0">
                  <a:pos x="0" y="0"/>
                </a:cxn>
                <a:cxn ang="0">
                  <a:pos x="0" y="275"/>
                </a:cxn>
                <a:cxn ang="0">
                  <a:pos x="1503" y="275"/>
                </a:cxn>
              </a:cxnLst>
              <a:rect l="0" t="0" r="r" b="b"/>
              <a:pathLst>
                <a:path w="1828" h="636">
                  <a:moveTo>
                    <a:pt x="1503" y="275"/>
                  </a:moveTo>
                  <a:lnTo>
                    <a:pt x="1503" y="635"/>
                  </a:lnTo>
                  <a:lnTo>
                    <a:pt x="1827" y="0"/>
                  </a:lnTo>
                  <a:lnTo>
                    <a:pt x="0" y="0"/>
                  </a:lnTo>
                  <a:lnTo>
                    <a:pt x="0" y="275"/>
                  </a:lnTo>
                  <a:lnTo>
                    <a:pt x="1503" y="275"/>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71" name="Freeform 70"/>
            <p:cNvSpPr/>
            <p:nvPr/>
          </p:nvSpPr>
          <p:spPr bwMode="auto">
            <a:xfrm rot="5400000">
              <a:off x="5214852" y="6309127"/>
              <a:ext cx="1393779" cy="636392"/>
            </a:xfrm>
            <a:custGeom>
              <a:avLst/>
              <a:gdLst/>
              <a:ahLst/>
              <a:cxnLst>
                <a:cxn ang="0">
                  <a:pos x="1503" y="358"/>
                </a:cxn>
                <a:cxn ang="0">
                  <a:pos x="1503" y="0"/>
                </a:cxn>
                <a:cxn ang="0">
                  <a:pos x="1827" y="634"/>
                </a:cxn>
                <a:cxn ang="0">
                  <a:pos x="0" y="634"/>
                </a:cxn>
                <a:cxn ang="0">
                  <a:pos x="0" y="358"/>
                </a:cxn>
                <a:cxn ang="0">
                  <a:pos x="1503" y="358"/>
                </a:cxn>
              </a:cxnLst>
              <a:rect l="0" t="0" r="r" b="b"/>
              <a:pathLst>
                <a:path w="1828" h="635">
                  <a:moveTo>
                    <a:pt x="1503" y="358"/>
                  </a:moveTo>
                  <a:lnTo>
                    <a:pt x="1503" y="0"/>
                  </a:lnTo>
                  <a:lnTo>
                    <a:pt x="1827" y="634"/>
                  </a:lnTo>
                  <a:lnTo>
                    <a:pt x="0" y="634"/>
                  </a:lnTo>
                  <a:lnTo>
                    <a:pt x="0" y="358"/>
                  </a:lnTo>
                  <a:lnTo>
                    <a:pt x="1503" y="358"/>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72" name="Freeform 71"/>
            <p:cNvSpPr/>
            <p:nvPr/>
          </p:nvSpPr>
          <p:spPr bwMode="auto">
            <a:xfrm rot="5400000">
              <a:off x="3478414" y="6542653"/>
              <a:ext cx="1545138" cy="322101"/>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73" name="Freeform 72"/>
            <p:cNvSpPr/>
            <p:nvPr/>
          </p:nvSpPr>
          <p:spPr bwMode="auto">
            <a:xfrm rot="16200000" flipH="1">
              <a:off x="4602548" y="6542653"/>
              <a:ext cx="1545138" cy="322101"/>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74" name="Freeform 73"/>
            <p:cNvSpPr/>
            <p:nvPr/>
          </p:nvSpPr>
          <p:spPr bwMode="auto">
            <a:xfrm rot="5400000">
              <a:off x="3773234" y="6624079"/>
              <a:ext cx="1709390" cy="322101"/>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75" name="Freeform 74"/>
            <p:cNvSpPr/>
            <p:nvPr/>
          </p:nvSpPr>
          <p:spPr bwMode="auto">
            <a:xfrm rot="16200000" flipH="1">
              <a:off x="4153123" y="6624079"/>
              <a:ext cx="1709390" cy="322101"/>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grpSp>
      <p:sp>
        <p:nvSpPr>
          <p:cNvPr id="77" name="Content Placeholder 16"/>
          <p:cNvSpPr txBox="1"/>
          <p:nvPr/>
        </p:nvSpPr>
        <p:spPr bwMode="auto">
          <a:xfrm>
            <a:off x="2373137" y="3663619"/>
            <a:ext cx="829389" cy="340314"/>
          </a:xfrm>
          <a:prstGeom prst="rect">
            <a:avLst/>
          </a:prstGeom>
          <a:noFill/>
          <a:ln w="0">
            <a:noFill/>
            <a:miter lim="800000"/>
          </a:ln>
        </p:spPr>
        <p:txBody>
          <a:bodyPr lIns="65285" tIns="65285" rIns="65285" bIns="65285" anchor="ctr"/>
          <a:lstStyle/>
          <a:p>
            <a:pPr defTabSz="1042670">
              <a:spcAft>
                <a:spcPts val="600"/>
              </a:spcAft>
              <a:defRPr/>
            </a:pPr>
            <a:r>
              <a:rPr lang="en-US" sz="950" b="1" dirty="0" smtClean="0">
                <a:solidFill>
                  <a:srgbClr val="2972F4"/>
                </a:solidFill>
                <a:latin typeface="腾讯体 W7" panose="020C08030202040F0204" pitchFamily="18" charset="-122"/>
              </a:rPr>
              <a:t>xxx</a:t>
            </a:r>
            <a:endParaRPr lang="en-US" sz="950" b="1" dirty="0">
              <a:solidFill>
                <a:srgbClr val="2972F4"/>
              </a:solidFill>
              <a:latin typeface="腾讯体 W7" panose="020C08030202040F0204" pitchFamily="18" charset="-122"/>
            </a:endParaRPr>
          </a:p>
        </p:txBody>
      </p:sp>
      <p:grpSp>
        <p:nvGrpSpPr>
          <p:cNvPr id="78" name="Group 77"/>
          <p:cNvGrpSpPr/>
          <p:nvPr/>
        </p:nvGrpSpPr>
        <p:grpSpPr>
          <a:xfrm>
            <a:off x="3208752" y="3204247"/>
            <a:ext cx="1776354" cy="1271217"/>
            <a:chOff x="3355088" y="3911403"/>
            <a:chExt cx="2275895" cy="1401517"/>
          </a:xfrm>
          <a:solidFill>
            <a:schemeClr val="accent4"/>
          </a:solidFill>
        </p:grpSpPr>
        <p:sp>
          <p:nvSpPr>
            <p:cNvPr id="79" name="Freeform 78"/>
            <p:cNvSpPr/>
            <p:nvPr/>
          </p:nvSpPr>
          <p:spPr bwMode="auto">
            <a:xfrm>
              <a:off x="3355088" y="4787234"/>
              <a:ext cx="2155598" cy="525686"/>
            </a:xfrm>
            <a:custGeom>
              <a:avLst/>
              <a:gdLst/>
              <a:ahLst/>
              <a:cxnLst>
                <a:cxn ang="0">
                  <a:pos x="1503" y="275"/>
                </a:cxn>
                <a:cxn ang="0">
                  <a:pos x="1503" y="635"/>
                </a:cxn>
                <a:cxn ang="0">
                  <a:pos x="1827" y="0"/>
                </a:cxn>
                <a:cxn ang="0">
                  <a:pos x="0" y="0"/>
                </a:cxn>
                <a:cxn ang="0">
                  <a:pos x="0" y="275"/>
                </a:cxn>
                <a:cxn ang="0">
                  <a:pos x="1503" y="275"/>
                </a:cxn>
              </a:cxnLst>
              <a:rect l="0" t="0" r="r" b="b"/>
              <a:pathLst>
                <a:path w="1828" h="636">
                  <a:moveTo>
                    <a:pt x="1503" y="275"/>
                  </a:moveTo>
                  <a:lnTo>
                    <a:pt x="1503" y="635"/>
                  </a:lnTo>
                  <a:lnTo>
                    <a:pt x="1827" y="0"/>
                  </a:lnTo>
                  <a:lnTo>
                    <a:pt x="0" y="0"/>
                  </a:lnTo>
                  <a:lnTo>
                    <a:pt x="0" y="275"/>
                  </a:lnTo>
                  <a:lnTo>
                    <a:pt x="1503" y="275"/>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80" name="Freeform 79"/>
            <p:cNvSpPr/>
            <p:nvPr/>
          </p:nvSpPr>
          <p:spPr bwMode="auto">
            <a:xfrm>
              <a:off x="3355088" y="3911403"/>
              <a:ext cx="2155598" cy="523792"/>
            </a:xfrm>
            <a:custGeom>
              <a:avLst/>
              <a:gdLst/>
              <a:ahLst/>
              <a:cxnLst>
                <a:cxn ang="0">
                  <a:pos x="1503" y="358"/>
                </a:cxn>
                <a:cxn ang="0">
                  <a:pos x="1503" y="0"/>
                </a:cxn>
                <a:cxn ang="0">
                  <a:pos x="1827" y="634"/>
                </a:cxn>
                <a:cxn ang="0">
                  <a:pos x="0" y="634"/>
                </a:cxn>
                <a:cxn ang="0">
                  <a:pos x="0" y="358"/>
                </a:cxn>
                <a:cxn ang="0">
                  <a:pos x="1503" y="358"/>
                </a:cxn>
              </a:cxnLst>
              <a:rect l="0" t="0" r="r" b="b"/>
              <a:pathLst>
                <a:path w="1828" h="635">
                  <a:moveTo>
                    <a:pt x="1503" y="358"/>
                  </a:moveTo>
                  <a:lnTo>
                    <a:pt x="1503" y="0"/>
                  </a:lnTo>
                  <a:lnTo>
                    <a:pt x="1827" y="634"/>
                  </a:lnTo>
                  <a:lnTo>
                    <a:pt x="0" y="634"/>
                  </a:lnTo>
                  <a:lnTo>
                    <a:pt x="0" y="358"/>
                  </a:lnTo>
                  <a:lnTo>
                    <a:pt x="1503" y="358"/>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81" name="Freeform 80"/>
            <p:cNvSpPr/>
            <p:nvPr/>
          </p:nvSpPr>
          <p:spPr bwMode="auto">
            <a:xfrm>
              <a:off x="3356172" y="4474976"/>
              <a:ext cx="2274811" cy="264264"/>
            </a:xfrm>
            <a:custGeom>
              <a:avLst/>
              <a:gdLst/>
              <a:ahLst/>
              <a:cxnLst>
                <a:cxn ang="0">
                  <a:pos x="0" y="0"/>
                </a:cxn>
                <a:cxn ang="0">
                  <a:pos x="1856" y="0"/>
                </a:cxn>
                <a:cxn ang="0">
                  <a:pos x="1928" y="162"/>
                </a:cxn>
                <a:cxn ang="0">
                  <a:pos x="1853" y="319"/>
                </a:cxn>
                <a:cxn ang="0">
                  <a:pos x="0" y="318"/>
                </a:cxn>
                <a:cxn ang="0">
                  <a:pos x="0" y="0"/>
                </a:cxn>
              </a:cxnLst>
              <a:rect l="0" t="0" r="r" b="b"/>
              <a:pathLst>
                <a:path w="1929" h="320">
                  <a:moveTo>
                    <a:pt x="0" y="0"/>
                  </a:moveTo>
                  <a:lnTo>
                    <a:pt x="1856" y="0"/>
                  </a:lnTo>
                  <a:lnTo>
                    <a:pt x="1928" y="162"/>
                  </a:lnTo>
                  <a:lnTo>
                    <a:pt x="1853" y="319"/>
                  </a:lnTo>
                  <a:lnTo>
                    <a:pt x="0" y="318"/>
                  </a:lnTo>
                  <a:lnTo>
                    <a:pt x="0" y="0"/>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82" name="Content Placeholder 16"/>
            <p:cNvSpPr txBox="1"/>
            <p:nvPr/>
          </p:nvSpPr>
          <p:spPr bwMode="auto">
            <a:xfrm>
              <a:off x="3363326" y="4226009"/>
              <a:ext cx="1748537" cy="192709"/>
            </a:xfrm>
            <a:prstGeom prst="rect">
              <a:avLst/>
            </a:prstGeom>
            <a:grpFill/>
            <a:ln w="0">
              <a:noFill/>
              <a:miter lim="800000"/>
            </a:ln>
          </p:spPr>
          <p:txBody>
            <a:bodyPr lIns="65285" tIns="65285" rIns="65285" bIns="65285" anchor="ctr"/>
            <a:lstStyle/>
            <a:p>
              <a:pPr marL="0" marR="0" lvl="0" indent="0" algn="ctr" defTabSz="1042670" eaLnBrk="1" fontAlgn="auto" latinLnBrk="0" hangingPunct="1">
                <a:lnSpc>
                  <a:spcPct val="100000"/>
                </a:lnSpc>
                <a:spcBef>
                  <a:spcPts val="0"/>
                </a:spcBef>
                <a:spcAft>
                  <a:spcPts val="600"/>
                </a:spcAft>
                <a:buClrTx/>
                <a:buSzTx/>
                <a:buFontTx/>
                <a:buNone/>
                <a:defRPr/>
              </a:pPr>
              <a:r>
                <a:rPr kumimoji="0" lang="en-US" sz="950" b="1" i="0" u="none" strike="noStrike" kern="0" cap="none" spc="0" normalizeH="0" baseline="0" noProof="0" dirty="0" smtClean="0">
                  <a:ln>
                    <a:noFill/>
                  </a:ln>
                  <a:solidFill>
                    <a:srgbClr val="FFFFFF"/>
                  </a:solidFill>
                  <a:effectLst/>
                  <a:uLnTx/>
                  <a:uFillTx/>
                  <a:latin typeface="腾讯体 W7" panose="020C08030202040F0204" pitchFamily="18" charset="-122"/>
                </a:rPr>
                <a:t>xxx</a:t>
              </a:r>
              <a:endParaRPr kumimoji="0" lang="en-US" sz="950" b="1" i="0" u="none" strike="noStrike" kern="0" cap="none" spc="0" normalizeH="0" baseline="0" noProof="0" dirty="0">
                <a:ln>
                  <a:noFill/>
                </a:ln>
                <a:solidFill>
                  <a:srgbClr val="FFFFFF"/>
                </a:solidFill>
                <a:effectLst/>
                <a:uLnTx/>
                <a:uFillTx/>
                <a:latin typeface="腾讯体 W7" panose="020C08030202040F0204" pitchFamily="18" charset="-122"/>
              </a:endParaRPr>
            </a:p>
          </p:txBody>
        </p:sp>
        <p:sp>
          <p:nvSpPr>
            <p:cNvPr id="83" name="Content Placeholder 16"/>
            <p:cNvSpPr txBox="1"/>
            <p:nvPr/>
          </p:nvSpPr>
          <p:spPr bwMode="auto">
            <a:xfrm>
              <a:off x="3363326" y="4477344"/>
              <a:ext cx="1748537" cy="261896"/>
            </a:xfrm>
            <a:prstGeom prst="rect">
              <a:avLst/>
            </a:prstGeom>
            <a:grpFill/>
            <a:ln w="0">
              <a:noFill/>
              <a:miter lim="800000"/>
            </a:ln>
          </p:spPr>
          <p:txBody>
            <a:bodyPr lIns="65285" tIns="65285" rIns="65285" bIns="65285" anchor="ctr"/>
            <a:lstStyle/>
            <a:p>
              <a:pPr marL="0" marR="0" lvl="0" indent="0" algn="ctr" defTabSz="1042670" eaLnBrk="1" fontAlgn="auto" latinLnBrk="0" hangingPunct="1">
                <a:lnSpc>
                  <a:spcPct val="100000"/>
                </a:lnSpc>
                <a:spcBef>
                  <a:spcPts val="0"/>
                </a:spcBef>
                <a:spcAft>
                  <a:spcPts val="600"/>
                </a:spcAft>
                <a:buClrTx/>
                <a:buSzTx/>
                <a:buFontTx/>
                <a:buNone/>
                <a:defRPr/>
              </a:pPr>
              <a:r>
                <a:rPr kumimoji="0" lang="en-US" sz="950" b="1" i="0" u="none" strike="noStrike" kern="0" cap="none" spc="0" normalizeH="0" baseline="0" noProof="0" dirty="0" smtClean="0">
                  <a:ln>
                    <a:noFill/>
                  </a:ln>
                  <a:solidFill>
                    <a:srgbClr val="FFFFFF"/>
                  </a:solidFill>
                  <a:effectLst/>
                  <a:uLnTx/>
                  <a:uFillTx/>
                  <a:latin typeface="腾讯体 W7" panose="020C08030202040F0204" pitchFamily="18" charset="-122"/>
                </a:rPr>
                <a:t>xxx</a:t>
              </a:r>
              <a:endParaRPr kumimoji="0" lang="en-US" sz="950" b="1" i="0" u="none" strike="noStrike" kern="0" cap="none" spc="0" normalizeH="0" baseline="0" noProof="0" dirty="0">
                <a:ln>
                  <a:noFill/>
                </a:ln>
                <a:solidFill>
                  <a:srgbClr val="FFFFFF"/>
                </a:solidFill>
                <a:effectLst/>
                <a:uLnTx/>
                <a:uFillTx/>
                <a:latin typeface="腾讯体 W7" panose="020C08030202040F0204" pitchFamily="18" charset="-122"/>
              </a:endParaRPr>
            </a:p>
          </p:txBody>
        </p:sp>
        <p:sp>
          <p:nvSpPr>
            <p:cNvPr id="84" name="Content Placeholder 16"/>
            <p:cNvSpPr txBox="1"/>
            <p:nvPr/>
          </p:nvSpPr>
          <p:spPr bwMode="auto">
            <a:xfrm>
              <a:off x="3363326" y="4798094"/>
              <a:ext cx="1748537" cy="194265"/>
            </a:xfrm>
            <a:prstGeom prst="rect">
              <a:avLst/>
            </a:prstGeom>
            <a:grpFill/>
            <a:ln w="0">
              <a:noFill/>
              <a:miter lim="800000"/>
            </a:ln>
          </p:spPr>
          <p:txBody>
            <a:bodyPr lIns="65285" tIns="65285" rIns="65285" bIns="65285" anchor="ctr"/>
            <a:lstStyle/>
            <a:p>
              <a:pPr marL="0" marR="0" lvl="0" indent="0" algn="ctr" defTabSz="1042670" eaLnBrk="1" fontAlgn="auto" latinLnBrk="0" hangingPunct="1">
                <a:lnSpc>
                  <a:spcPct val="100000"/>
                </a:lnSpc>
                <a:spcBef>
                  <a:spcPts val="0"/>
                </a:spcBef>
                <a:spcAft>
                  <a:spcPts val="600"/>
                </a:spcAft>
                <a:buClrTx/>
                <a:buSzTx/>
                <a:buFontTx/>
                <a:buNone/>
                <a:defRPr/>
              </a:pPr>
              <a:r>
                <a:rPr kumimoji="0" lang="en-US" sz="950" b="1" i="0" u="none" strike="noStrike" kern="0" cap="none" spc="0" normalizeH="0" baseline="0" noProof="0" dirty="0" smtClean="0">
                  <a:ln>
                    <a:noFill/>
                  </a:ln>
                  <a:solidFill>
                    <a:srgbClr val="FFFFFF"/>
                  </a:solidFill>
                  <a:effectLst/>
                  <a:uLnTx/>
                  <a:uFillTx/>
                  <a:latin typeface="腾讯体 W7" panose="020C08030202040F0204" pitchFamily="18" charset="-122"/>
                </a:rPr>
                <a:t>xxx</a:t>
              </a:r>
              <a:endParaRPr kumimoji="0" lang="en-US" sz="950" b="1" i="0" u="none" strike="noStrike" kern="0" cap="none" spc="0" normalizeH="0" baseline="0" noProof="0" dirty="0">
                <a:ln>
                  <a:noFill/>
                </a:ln>
                <a:solidFill>
                  <a:srgbClr val="FFFFFF"/>
                </a:solidFill>
                <a:effectLst/>
                <a:uLnTx/>
                <a:uFillTx/>
                <a:latin typeface="腾讯体 W7" panose="020C08030202040F0204" pitchFamily="18" charset="-122"/>
              </a:endParaRPr>
            </a:p>
          </p:txBody>
        </p:sp>
      </p:grpSp>
      <p:cxnSp>
        <p:nvCxnSpPr>
          <p:cNvPr id="85" name="Straight Connector 84"/>
          <p:cNvCxnSpPr/>
          <p:nvPr/>
        </p:nvCxnSpPr>
        <p:spPr>
          <a:xfrm flipH="1">
            <a:off x="2382031" y="3424515"/>
            <a:ext cx="2155102" cy="0"/>
          </a:xfrm>
          <a:prstGeom prst="line">
            <a:avLst/>
          </a:prstGeom>
          <a:noFill/>
          <a:ln w="9525" cap="flat" cmpd="sng" algn="ctr">
            <a:solidFill>
              <a:srgbClr val="2972F4"/>
            </a:solidFill>
            <a:prstDash val="sysDot"/>
          </a:ln>
          <a:effectLst/>
        </p:spPr>
      </p:cxnSp>
      <p:cxnSp>
        <p:nvCxnSpPr>
          <p:cNvPr id="86" name="Straight Connector 85"/>
          <p:cNvCxnSpPr/>
          <p:nvPr/>
        </p:nvCxnSpPr>
        <p:spPr>
          <a:xfrm flipH="1">
            <a:off x="2382031" y="4250788"/>
            <a:ext cx="2155102" cy="0"/>
          </a:xfrm>
          <a:prstGeom prst="line">
            <a:avLst/>
          </a:prstGeom>
          <a:noFill/>
          <a:ln w="9525" cap="flat" cmpd="sng" algn="ctr">
            <a:solidFill>
              <a:srgbClr val="2972F4"/>
            </a:solidFill>
            <a:prstDash val="sysDot"/>
          </a:ln>
          <a:effectLst/>
        </p:spPr>
      </p:cxnSp>
      <p:sp>
        <p:nvSpPr>
          <p:cNvPr id="87" name="Content Placeholder 16"/>
          <p:cNvSpPr txBox="1"/>
          <p:nvPr/>
        </p:nvSpPr>
        <p:spPr bwMode="auto">
          <a:xfrm rot="16200000">
            <a:off x="4768577" y="5159410"/>
            <a:ext cx="1310023" cy="189737"/>
          </a:xfrm>
          <a:prstGeom prst="rect">
            <a:avLst/>
          </a:prstGeom>
          <a:noFill/>
          <a:ln w="0">
            <a:noFill/>
            <a:miter lim="800000"/>
          </a:ln>
        </p:spPr>
        <p:txBody>
          <a:bodyPr lIns="65285" tIns="65285" rIns="65285" bIns="65285" anchor="ctr"/>
          <a:lstStyle/>
          <a:p>
            <a:pP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
        <p:nvSpPr>
          <p:cNvPr id="88" name="Content Placeholder 16"/>
          <p:cNvSpPr txBox="1"/>
          <p:nvPr/>
        </p:nvSpPr>
        <p:spPr bwMode="auto">
          <a:xfrm rot="16200000">
            <a:off x="5058384" y="5050564"/>
            <a:ext cx="1479906" cy="237547"/>
          </a:xfrm>
          <a:prstGeom prst="rect">
            <a:avLst/>
          </a:prstGeom>
          <a:noFill/>
          <a:ln w="0">
            <a:noFill/>
            <a:miter lim="800000"/>
          </a:ln>
        </p:spPr>
        <p:txBody>
          <a:bodyPr lIns="65285" tIns="65285" rIns="65285" bIns="65285" anchor="ctr"/>
          <a:lstStyle/>
          <a:p>
            <a:pP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
        <p:nvSpPr>
          <p:cNvPr id="89" name="Content Placeholder 16"/>
          <p:cNvSpPr txBox="1"/>
          <p:nvPr/>
        </p:nvSpPr>
        <p:spPr bwMode="auto">
          <a:xfrm rot="16200000">
            <a:off x="5353247" y="4965921"/>
            <a:ext cx="1645093" cy="257006"/>
          </a:xfrm>
          <a:prstGeom prst="rect">
            <a:avLst/>
          </a:prstGeom>
          <a:noFill/>
          <a:ln w="0">
            <a:noFill/>
            <a:miter lim="800000"/>
          </a:ln>
        </p:spPr>
        <p:txBody>
          <a:bodyPr lIns="65285" tIns="65285" rIns="65285" bIns="65285" anchor="ctr"/>
          <a:lstStyle/>
          <a:p>
            <a:pP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
        <p:nvSpPr>
          <p:cNvPr id="90" name="Content Placeholder 16"/>
          <p:cNvSpPr txBox="1"/>
          <p:nvPr/>
        </p:nvSpPr>
        <p:spPr bwMode="auto">
          <a:xfrm rot="16200000">
            <a:off x="5746312" y="5003186"/>
            <a:ext cx="1637414" cy="174795"/>
          </a:xfrm>
          <a:prstGeom prst="rect">
            <a:avLst/>
          </a:prstGeom>
          <a:noFill/>
          <a:ln w="0">
            <a:noFill/>
            <a:miter lim="800000"/>
          </a:ln>
        </p:spPr>
        <p:txBody>
          <a:bodyPr lIns="65285" tIns="65285" rIns="65285" bIns="65285" anchor="ctr"/>
          <a:lstStyle/>
          <a:p>
            <a:pP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
        <p:nvSpPr>
          <p:cNvPr id="91" name="Content Placeholder 16"/>
          <p:cNvSpPr txBox="1"/>
          <p:nvPr/>
        </p:nvSpPr>
        <p:spPr bwMode="auto">
          <a:xfrm rot="16200000">
            <a:off x="6310179" y="5153455"/>
            <a:ext cx="1274124" cy="237547"/>
          </a:xfrm>
          <a:prstGeom prst="rect">
            <a:avLst/>
          </a:prstGeom>
          <a:noFill/>
          <a:ln w="0">
            <a:noFill/>
            <a:miter lim="800000"/>
          </a:ln>
        </p:spPr>
        <p:txBody>
          <a:bodyPr lIns="65285" tIns="65285" rIns="65285" bIns="65285" anchor="ctr"/>
          <a:lstStyle/>
          <a:p>
            <a:pP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
        <p:nvSpPr>
          <p:cNvPr id="92" name="Content Placeholder 16"/>
          <p:cNvSpPr txBox="1"/>
          <p:nvPr/>
        </p:nvSpPr>
        <p:spPr bwMode="auto">
          <a:xfrm rot="16200000">
            <a:off x="6670274" y="5184126"/>
            <a:ext cx="1274124" cy="176204"/>
          </a:xfrm>
          <a:prstGeom prst="rect">
            <a:avLst/>
          </a:prstGeom>
          <a:noFill/>
          <a:ln w="0">
            <a:noFill/>
            <a:miter lim="800000"/>
          </a:ln>
        </p:spPr>
        <p:txBody>
          <a:bodyPr lIns="65285" tIns="65285" rIns="65285" bIns="65285" anchor="ctr"/>
          <a:lstStyle/>
          <a:p>
            <a:pP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
        <p:nvSpPr>
          <p:cNvPr id="93" name="Content Placeholder 16"/>
          <p:cNvSpPr txBox="1"/>
          <p:nvPr/>
        </p:nvSpPr>
        <p:spPr bwMode="auto">
          <a:xfrm>
            <a:off x="5608925" y="5965976"/>
            <a:ext cx="1603006" cy="170157"/>
          </a:xfrm>
          <a:prstGeom prst="rect">
            <a:avLst/>
          </a:prstGeom>
          <a:noFill/>
          <a:ln w="0">
            <a:noFill/>
            <a:miter lim="800000"/>
          </a:ln>
        </p:spPr>
        <p:txBody>
          <a:bodyPr lIns="65285" tIns="65285" rIns="65285" bIns="65285" anchor="ctr"/>
          <a:lstStyle/>
          <a:p>
            <a:pPr algn="ctr" defTabSz="1042670">
              <a:spcAft>
                <a:spcPts val="600"/>
              </a:spcAft>
              <a:defRPr/>
            </a:pPr>
            <a:r>
              <a:rPr lang="en-US" sz="950" b="1" dirty="0" smtClean="0">
                <a:solidFill>
                  <a:srgbClr val="2972F4">
                    <a:lumMod val="50000"/>
                  </a:srgbClr>
                </a:solidFill>
                <a:latin typeface="腾讯体 W7" panose="020C08030202040F0204" pitchFamily="18" charset="-122"/>
              </a:rPr>
              <a:t>xxx</a:t>
            </a:r>
            <a:endParaRPr lang="en-US" sz="950" b="1" dirty="0">
              <a:solidFill>
                <a:srgbClr val="2972F4">
                  <a:lumMod val="50000"/>
                </a:srgbClr>
              </a:solidFill>
              <a:latin typeface="腾讯体 W7" panose="020C08030202040F0204" pitchFamily="18" charset="-122"/>
            </a:endParaRPr>
          </a:p>
        </p:txBody>
      </p:sp>
      <p:cxnSp>
        <p:nvCxnSpPr>
          <p:cNvPr id="94" name="Straight Connector 93"/>
          <p:cNvCxnSpPr/>
          <p:nvPr/>
        </p:nvCxnSpPr>
        <p:spPr>
          <a:xfrm>
            <a:off x="5235212" y="4760544"/>
            <a:ext cx="0" cy="1404082"/>
          </a:xfrm>
          <a:prstGeom prst="line">
            <a:avLst/>
          </a:prstGeom>
          <a:noFill/>
          <a:ln w="9525" cap="flat" cmpd="sng" algn="ctr">
            <a:solidFill>
              <a:srgbClr val="2972F4">
                <a:lumMod val="50000"/>
              </a:srgbClr>
            </a:solidFill>
            <a:prstDash val="sysDot"/>
          </a:ln>
          <a:effectLst/>
        </p:spPr>
      </p:cxnSp>
      <p:cxnSp>
        <p:nvCxnSpPr>
          <p:cNvPr id="95" name="Straight Connector 94"/>
          <p:cNvCxnSpPr/>
          <p:nvPr/>
        </p:nvCxnSpPr>
        <p:spPr>
          <a:xfrm>
            <a:off x="7494839" y="4760544"/>
            <a:ext cx="0" cy="1404082"/>
          </a:xfrm>
          <a:prstGeom prst="line">
            <a:avLst/>
          </a:prstGeom>
          <a:noFill/>
          <a:ln w="9525" cap="flat" cmpd="sng" algn="ctr">
            <a:solidFill>
              <a:srgbClr val="2972F4">
                <a:lumMod val="50000"/>
              </a:srgbClr>
            </a:solidFill>
            <a:prstDash val="sysDot"/>
          </a:ln>
          <a:effectLst/>
        </p:spPr>
      </p:cxnSp>
      <p:cxnSp>
        <p:nvCxnSpPr>
          <p:cNvPr id="96" name="Straight Connector 95"/>
          <p:cNvCxnSpPr/>
          <p:nvPr/>
        </p:nvCxnSpPr>
        <p:spPr>
          <a:xfrm>
            <a:off x="2382031" y="3424515"/>
            <a:ext cx="0" cy="819931"/>
          </a:xfrm>
          <a:prstGeom prst="line">
            <a:avLst/>
          </a:prstGeom>
          <a:noFill/>
          <a:ln w="9525" cap="flat" cmpd="sng" algn="ctr">
            <a:solidFill>
              <a:srgbClr val="2972F4"/>
            </a:solidFill>
            <a:prstDash val="sysDot"/>
          </a:ln>
          <a:effectLst/>
        </p:spPr>
      </p:cxnSp>
      <p:cxnSp>
        <p:nvCxnSpPr>
          <p:cNvPr id="99" name="Straight Connector 98"/>
          <p:cNvCxnSpPr/>
          <p:nvPr/>
        </p:nvCxnSpPr>
        <p:spPr>
          <a:xfrm flipH="1" flipV="1">
            <a:off x="5235212" y="6172306"/>
            <a:ext cx="2259627" cy="0"/>
          </a:xfrm>
          <a:prstGeom prst="line">
            <a:avLst/>
          </a:prstGeom>
          <a:noFill/>
          <a:ln w="9525" cap="flat" cmpd="sng" algn="ctr">
            <a:solidFill>
              <a:srgbClr val="2972F4">
                <a:lumMod val="50000"/>
              </a:srgbClr>
            </a:solidFill>
            <a:prstDash val="sysDot"/>
          </a:ln>
          <a:effectLst/>
        </p:spPr>
      </p:cxnSp>
      <p:sp>
        <p:nvSpPr>
          <p:cNvPr id="100" name="Content Placeholder 16"/>
          <p:cNvSpPr txBox="1"/>
          <p:nvPr/>
        </p:nvSpPr>
        <p:spPr bwMode="auto">
          <a:xfrm>
            <a:off x="5174484" y="1720648"/>
            <a:ext cx="2369105" cy="170157"/>
          </a:xfrm>
          <a:prstGeom prst="rect">
            <a:avLst/>
          </a:prstGeom>
          <a:noFill/>
          <a:ln w="0">
            <a:noFill/>
            <a:miter lim="800000"/>
          </a:ln>
        </p:spPr>
        <p:txBody>
          <a:bodyPr lIns="65285" tIns="65285" rIns="65285" bIns="65285" anchor="ctr"/>
          <a:lstStyle/>
          <a:p>
            <a:pPr algn="ctr" defTabSz="1042670">
              <a:spcAft>
                <a:spcPts val="600"/>
              </a:spcAft>
              <a:defRPr/>
            </a:pPr>
            <a:r>
              <a:rPr lang="en-US" sz="950" b="1" dirty="0" smtClean="0">
                <a:solidFill>
                  <a:srgbClr val="1450B8"/>
                </a:solidFill>
                <a:latin typeface="腾讯体 W7" panose="020C08030202040F0204" pitchFamily="18" charset="-122"/>
              </a:rPr>
              <a:t>xxx</a:t>
            </a:r>
            <a:endParaRPr lang="en-US" sz="950" b="1" dirty="0">
              <a:solidFill>
                <a:srgbClr val="1450B8"/>
              </a:solidFill>
              <a:latin typeface="腾讯体 W7" panose="020C08030202040F0204" pitchFamily="18" charset="-122"/>
            </a:endParaRPr>
          </a:p>
        </p:txBody>
      </p:sp>
      <p:cxnSp>
        <p:nvCxnSpPr>
          <p:cNvPr id="101" name="Straight Connector 100"/>
          <p:cNvCxnSpPr/>
          <p:nvPr/>
        </p:nvCxnSpPr>
        <p:spPr>
          <a:xfrm rot="10800000">
            <a:off x="7543589" y="1671105"/>
            <a:ext cx="0" cy="1240816"/>
          </a:xfrm>
          <a:prstGeom prst="line">
            <a:avLst/>
          </a:prstGeom>
          <a:noFill/>
          <a:ln w="9525" cap="flat" cmpd="sng" algn="ctr">
            <a:solidFill>
              <a:srgbClr val="1450B8"/>
            </a:solidFill>
            <a:prstDash val="sysDot"/>
          </a:ln>
          <a:effectLst/>
        </p:spPr>
      </p:cxnSp>
      <p:cxnSp>
        <p:nvCxnSpPr>
          <p:cNvPr id="102" name="Straight Connector 101"/>
          <p:cNvCxnSpPr/>
          <p:nvPr/>
        </p:nvCxnSpPr>
        <p:spPr>
          <a:xfrm rot="10800000">
            <a:off x="5156172" y="1671105"/>
            <a:ext cx="0" cy="1240816"/>
          </a:xfrm>
          <a:prstGeom prst="line">
            <a:avLst/>
          </a:prstGeom>
          <a:noFill/>
          <a:ln w="9525" cap="flat" cmpd="sng" algn="ctr">
            <a:solidFill>
              <a:srgbClr val="1450B8"/>
            </a:solidFill>
            <a:prstDash val="sysDot"/>
          </a:ln>
          <a:effectLst/>
        </p:spPr>
      </p:cxnSp>
      <p:cxnSp>
        <p:nvCxnSpPr>
          <p:cNvPr id="103" name="Straight Connector 102"/>
          <p:cNvCxnSpPr/>
          <p:nvPr/>
        </p:nvCxnSpPr>
        <p:spPr>
          <a:xfrm rot="10800000" flipH="1">
            <a:off x="5174484" y="1668908"/>
            <a:ext cx="2369105" cy="0"/>
          </a:xfrm>
          <a:prstGeom prst="line">
            <a:avLst/>
          </a:prstGeom>
          <a:noFill/>
          <a:ln w="9525" cap="flat" cmpd="sng" algn="ctr">
            <a:solidFill>
              <a:srgbClr val="1450B8"/>
            </a:solidFill>
            <a:prstDash val="sysDot"/>
          </a:ln>
          <a:effectLst/>
        </p:spPr>
      </p:cxnSp>
      <p:sp>
        <p:nvSpPr>
          <p:cNvPr id="104" name="Freeform 103"/>
          <p:cNvSpPr/>
          <p:nvPr/>
        </p:nvSpPr>
        <p:spPr bwMode="auto">
          <a:xfrm rot="5400000">
            <a:off x="4547373" y="2232697"/>
            <a:ext cx="1264199" cy="652168"/>
          </a:xfrm>
          <a:custGeom>
            <a:avLst/>
            <a:gdLst/>
            <a:ahLst/>
            <a:cxnLst>
              <a:cxn ang="0">
                <a:pos x="1503" y="275"/>
              </a:cxn>
              <a:cxn ang="0">
                <a:pos x="1503" y="635"/>
              </a:cxn>
              <a:cxn ang="0">
                <a:pos x="1827" y="0"/>
              </a:cxn>
              <a:cxn ang="0">
                <a:pos x="0" y="0"/>
              </a:cxn>
              <a:cxn ang="0">
                <a:pos x="0" y="275"/>
              </a:cxn>
              <a:cxn ang="0">
                <a:pos x="1503" y="275"/>
              </a:cxn>
            </a:cxnLst>
            <a:rect l="0" t="0" r="r" b="b"/>
            <a:pathLst>
              <a:path w="1828" h="636">
                <a:moveTo>
                  <a:pt x="1503" y="275"/>
                </a:moveTo>
                <a:lnTo>
                  <a:pt x="1503" y="635"/>
                </a:lnTo>
                <a:lnTo>
                  <a:pt x="1827" y="0"/>
                </a:lnTo>
                <a:lnTo>
                  <a:pt x="0" y="0"/>
                </a:lnTo>
                <a:lnTo>
                  <a:pt x="0" y="275"/>
                </a:lnTo>
                <a:lnTo>
                  <a:pt x="1503" y="275"/>
                </a:lnTo>
              </a:path>
            </a:pathLst>
          </a:custGeom>
          <a:solidFill>
            <a:schemeClr val="accent1"/>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105" name="Freeform 104"/>
          <p:cNvSpPr/>
          <p:nvPr/>
        </p:nvSpPr>
        <p:spPr bwMode="auto">
          <a:xfrm rot="5400000">
            <a:off x="6904531" y="2270167"/>
            <a:ext cx="1264199" cy="577226"/>
          </a:xfrm>
          <a:custGeom>
            <a:avLst/>
            <a:gdLst/>
            <a:ahLst/>
            <a:cxnLst>
              <a:cxn ang="0">
                <a:pos x="1503" y="358"/>
              </a:cxn>
              <a:cxn ang="0">
                <a:pos x="1503" y="0"/>
              </a:cxn>
              <a:cxn ang="0">
                <a:pos x="1827" y="634"/>
              </a:cxn>
              <a:cxn ang="0">
                <a:pos x="0" y="634"/>
              </a:cxn>
              <a:cxn ang="0">
                <a:pos x="0" y="358"/>
              </a:cxn>
              <a:cxn ang="0">
                <a:pos x="1503" y="358"/>
              </a:cxn>
            </a:cxnLst>
            <a:rect l="0" t="0" r="r" b="b"/>
            <a:pathLst>
              <a:path w="1828" h="635">
                <a:moveTo>
                  <a:pt x="1503" y="358"/>
                </a:moveTo>
                <a:lnTo>
                  <a:pt x="1503" y="0"/>
                </a:lnTo>
                <a:lnTo>
                  <a:pt x="1827" y="634"/>
                </a:lnTo>
                <a:lnTo>
                  <a:pt x="0" y="634"/>
                </a:lnTo>
                <a:lnTo>
                  <a:pt x="0" y="358"/>
                </a:lnTo>
                <a:lnTo>
                  <a:pt x="1503" y="358"/>
                </a:lnTo>
              </a:path>
            </a:pathLst>
          </a:custGeom>
          <a:solidFill>
            <a:schemeClr val="accent1"/>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106" name="Freeform 105"/>
          <p:cNvSpPr/>
          <p:nvPr/>
        </p:nvSpPr>
        <p:spPr bwMode="auto">
          <a:xfrm rot="5400000">
            <a:off x="4991618" y="2481982"/>
            <a:ext cx="1401486" cy="292155"/>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solidFill>
            <a:schemeClr val="accent1"/>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107" name="Content Placeholder 16"/>
          <p:cNvSpPr txBox="1"/>
          <p:nvPr/>
        </p:nvSpPr>
        <p:spPr bwMode="auto">
          <a:xfrm rot="16200000">
            <a:off x="6859624" y="2338062"/>
            <a:ext cx="1025468" cy="212368"/>
          </a:xfrm>
          <a:prstGeom prst="rect">
            <a:avLst/>
          </a:prstGeom>
          <a:solidFill>
            <a:srgbClr val="1450B8"/>
          </a:solidFill>
          <a:ln w="0">
            <a:noFill/>
            <a:miter lim="800000"/>
          </a:ln>
        </p:spPr>
        <p:txBody>
          <a:bodyPr lIns="65285" tIns="65285" rIns="65285" bIns="65285" anchor="ctr"/>
          <a:lstStyle/>
          <a:p>
            <a:pPr marL="0" marR="0" lvl="0" indent="0" algn="r" defTabSz="1042670" eaLnBrk="1" fontAlgn="auto" latinLnBrk="0" hangingPunct="1">
              <a:lnSpc>
                <a:spcPct val="100000"/>
              </a:lnSpc>
              <a:spcBef>
                <a:spcPts val="0"/>
              </a:spcBef>
              <a:spcAft>
                <a:spcPts val="600"/>
              </a:spcAft>
              <a:buClrTx/>
              <a:buSzTx/>
              <a:buFontTx/>
              <a:buNone/>
              <a:defRPr/>
            </a:pPr>
            <a:r>
              <a:rPr kumimoji="0" lang="en-US" sz="950" b="1" i="0" u="none" strike="noStrike" kern="0" cap="none" spc="0" normalizeH="0" baseline="0" noProof="0" dirty="0" smtClean="0">
                <a:ln>
                  <a:noFill/>
                </a:ln>
                <a:solidFill>
                  <a:srgbClr val="FFFFFF"/>
                </a:solidFill>
                <a:effectLst/>
                <a:uLnTx/>
                <a:uFillTx/>
                <a:latin typeface="腾讯体 W7" panose="020C08030202040F0204" pitchFamily="18" charset="-122"/>
              </a:rPr>
              <a:t>xxx</a:t>
            </a:r>
            <a:endParaRPr kumimoji="0" lang="en-US" sz="950" b="1" i="0" u="none" strike="noStrike" kern="0" cap="none" spc="0" normalizeH="0" baseline="0" noProof="0" dirty="0">
              <a:ln>
                <a:noFill/>
              </a:ln>
              <a:solidFill>
                <a:srgbClr val="FFFFFF"/>
              </a:solidFill>
              <a:effectLst/>
              <a:uLnTx/>
              <a:uFillTx/>
              <a:latin typeface="腾讯体 W7" panose="020C08030202040F0204" pitchFamily="18" charset="-122"/>
            </a:endParaRPr>
          </a:p>
        </p:txBody>
      </p:sp>
      <p:sp>
        <p:nvSpPr>
          <p:cNvPr id="108" name="Content Placeholder 16"/>
          <p:cNvSpPr txBox="1"/>
          <p:nvPr/>
        </p:nvSpPr>
        <p:spPr bwMode="auto">
          <a:xfrm rot="16200000">
            <a:off x="5030189" y="2446704"/>
            <a:ext cx="1318998" cy="288613"/>
          </a:xfrm>
          <a:prstGeom prst="rect">
            <a:avLst/>
          </a:prstGeom>
          <a:noFill/>
          <a:ln w="0">
            <a:noFill/>
            <a:miter lim="800000"/>
          </a:ln>
        </p:spPr>
        <p:txBody>
          <a:bodyPr lIns="65285" tIns="65285" rIns="65285" bIns="65285" anchor="ctr"/>
          <a:lstStyle/>
          <a:p>
            <a:pPr algn="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
        <p:nvSpPr>
          <p:cNvPr id="109" name="Content Placeholder 16"/>
          <p:cNvSpPr txBox="1"/>
          <p:nvPr/>
        </p:nvSpPr>
        <p:spPr bwMode="auto">
          <a:xfrm rot="16200000">
            <a:off x="4769389" y="2414854"/>
            <a:ext cx="1180766" cy="214083"/>
          </a:xfrm>
          <a:prstGeom prst="rect">
            <a:avLst/>
          </a:prstGeom>
          <a:noFill/>
          <a:ln w="0">
            <a:noFill/>
            <a:miter lim="800000"/>
          </a:ln>
        </p:spPr>
        <p:txBody>
          <a:bodyPr lIns="65285" tIns="65285" rIns="65285" bIns="65285" anchor="ctr"/>
          <a:lstStyle/>
          <a:p>
            <a:pPr algn="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
        <p:nvSpPr>
          <p:cNvPr id="110" name="Freeform 109"/>
          <p:cNvSpPr/>
          <p:nvPr/>
        </p:nvSpPr>
        <p:spPr bwMode="auto">
          <a:xfrm rot="16200000" flipH="1">
            <a:off x="6349153" y="2481982"/>
            <a:ext cx="1401486" cy="292155"/>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solidFill>
            <a:schemeClr val="accent1"/>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111" name="Content Placeholder 16"/>
          <p:cNvSpPr txBox="1"/>
          <p:nvPr/>
        </p:nvSpPr>
        <p:spPr bwMode="auto">
          <a:xfrm rot="16200000">
            <a:off x="6534487" y="2299939"/>
            <a:ext cx="1025468" cy="288613"/>
          </a:xfrm>
          <a:prstGeom prst="rect">
            <a:avLst/>
          </a:prstGeom>
          <a:noFill/>
          <a:ln w="0">
            <a:noFill/>
            <a:miter lim="800000"/>
          </a:ln>
        </p:spPr>
        <p:txBody>
          <a:bodyPr lIns="65285" tIns="65285" rIns="65285" bIns="65285" anchor="ctr"/>
          <a:lstStyle/>
          <a:p>
            <a:pPr algn="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
        <p:nvSpPr>
          <p:cNvPr id="112" name="Freeform 111"/>
          <p:cNvSpPr/>
          <p:nvPr/>
        </p:nvSpPr>
        <p:spPr bwMode="auto">
          <a:xfrm rot="5400000">
            <a:off x="5562930" y="2597350"/>
            <a:ext cx="1622897" cy="291223"/>
          </a:xfrm>
          <a:custGeom>
            <a:avLst/>
            <a:gdLst/>
            <a:ahLst/>
            <a:cxnLst>
              <a:cxn ang="0">
                <a:pos x="0" y="0"/>
              </a:cxn>
              <a:cxn ang="0">
                <a:pos x="1856" y="0"/>
              </a:cxn>
              <a:cxn ang="0">
                <a:pos x="1928" y="162"/>
              </a:cxn>
              <a:cxn ang="0">
                <a:pos x="1853" y="319"/>
              </a:cxn>
              <a:cxn ang="0">
                <a:pos x="0" y="318"/>
              </a:cxn>
              <a:cxn ang="0">
                <a:pos x="0" y="0"/>
              </a:cxn>
            </a:cxnLst>
            <a:rect l="0" t="0" r="r" b="b"/>
            <a:pathLst>
              <a:path w="1929" h="320">
                <a:moveTo>
                  <a:pt x="0" y="0"/>
                </a:moveTo>
                <a:lnTo>
                  <a:pt x="1856" y="0"/>
                </a:lnTo>
                <a:lnTo>
                  <a:pt x="1928" y="162"/>
                </a:lnTo>
                <a:lnTo>
                  <a:pt x="1853" y="319"/>
                </a:lnTo>
                <a:lnTo>
                  <a:pt x="0" y="318"/>
                </a:lnTo>
                <a:lnTo>
                  <a:pt x="0" y="0"/>
                </a:lnTo>
              </a:path>
            </a:pathLst>
          </a:custGeom>
          <a:solidFill>
            <a:schemeClr val="tx2"/>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113" name="Content Placeholder 16"/>
          <p:cNvSpPr txBox="1"/>
          <p:nvPr/>
        </p:nvSpPr>
        <p:spPr bwMode="auto">
          <a:xfrm rot="16200000">
            <a:off x="5564237" y="2598654"/>
            <a:ext cx="1622898" cy="288613"/>
          </a:xfrm>
          <a:prstGeom prst="rect">
            <a:avLst/>
          </a:prstGeom>
          <a:noFill/>
          <a:ln w="0">
            <a:noFill/>
            <a:miter lim="800000"/>
          </a:ln>
        </p:spPr>
        <p:txBody>
          <a:bodyPr lIns="65285" tIns="65285" rIns="65285" bIns="65285" anchor="ctr"/>
          <a:lstStyle/>
          <a:p>
            <a:pPr algn="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
        <p:nvSpPr>
          <p:cNvPr id="114" name="Freeform 113"/>
          <p:cNvSpPr/>
          <p:nvPr/>
        </p:nvSpPr>
        <p:spPr bwMode="auto">
          <a:xfrm rot="5400000">
            <a:off x="5259029" y="2555838"/>
            <a:ext cx="1550467" cy="292155"/>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solidFill>
            <a:schemeClr val="accent1"/>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115" name="Content Placeholder 16"/>
          <p:cNvSpPr txBox="1"/>
          <p:nvPr/>
        </p:nvSpPr>
        <p:spPr bwMode="auto">
          <a:xfrm rot="16200000">
            <a:off x="5306904" y="2511890"/>
            <a:ext cx="1449371" cy="288613"/>
          </a:xfrm>
          <a:prstGeom prst="rect">
            <a:avLst/>
          </a:prstGeom>
          <a:noFill/>
          <a:ln w="0">
            <a:noFill/>
            <a:miter lim="800000"/>
          </a:ln>
        </p:spPr>
        <p:txBody>
          <a:bodyPr lIns="65285" tIns="65285" rIns="65285" bIns="65285" anchor="ctr"/>
          <a:lstStyle/>
          <a:p>
            <a:pPr algn="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
        <p:nvSpPr>
          <p:cNvPr id="116" name="Freeform 115"/>
          <p:cNvSpPr/>
          <p:nvPr/>
        </p:nvSpPr>
        <p:spPr bwMode="auto">
          <a:xfrm rot="16200000" flipH="1">
            <a:off x="5941511" y="2555838"/>
            <a:ext cx="1550467" cy="292155"/>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solidFill>
            <a:schemeClr val="accent1"/>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117" name="Content Placeholder 16"/>
          <p:cNvSpPr txBox="1"/>
          <p:nvPr/>
        </p:nvSpPr>
        <p:spPr bwMode="auto">
          <a:xfrm rot="16200000">
            <a:off x="6015425" y="2485850"/>
            <a:ext cx="1397291" cy="288613"/>
          </a:xfrm>
          <a:prstGeom prst="rect">
            <a:avLst/>
          </a:prstGeom>
          <a:noFill/>
          <a:ln w="0">
            <a:noFill/>
            <a:miter lim="800000"/>
          </a:ln>
        </p:spPr>
        <p:txBody>
          <a:bodyPr lIns="65285" tIns="65285" rIns="65285" bIns="65285" anchor="ctr"/>
          <a:lstStyle/>
          <a:p>
            <a:pPr algn="r" defTabSz="1042670">
              <a:spcAft>
                <a:spcPts val="600"/>
              </a:spcAft>
              <a:defRPr/>
            </a:pPr>
            <a:r>
              <a:rPr lang="en-US" sz="950" b="1" dirty="0" smtClean="0">
                <a:solidFill>
                  <a:srgbClr val="FFFFFF"/>
                </a:solidFill>
                <a:latin typeface="腾讯体 W7" panose="020C08030202040F0204" pitchFamily="18" charset="-122"/>
              </a:rPr>
              <a:t>xxx</a:t>
            </a:r>
            <a:endParaRPr lang="en-US" sz="950" b="1" dirty="0">
              <a:solidFill>
                <a:srgbClr val="FFFFFF"/>
              </a:solidFill>
              <a:latin typeface="腾讯体 W7" panose="020C08030202040F0204" pitchFamily="18" charset="-122"/>
            </a:endParaRPr>
          </a:p>
        </p:txBody>
      </p:sp>
    </p:spTree>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List</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10" name="Group 9"/>
          <p:cNvGrpSpPr/>
          <p:nvPr/>
        </p:nvGrpSpPr>
        <p:grpSpPr>
          <a:xfrm>
            <a:off x="1748914" y="1829434"/>
            <a:ext cx="5514853" cy="1093245"/>
            <a:chOff x="554038" y="2016951"/>
            <a:chExt cx="6080125" cy="1205303"/>
          </a:xfrm>
        </p:grpSpPr>
        <p:grpSp>
          <p:nvGrpSpPr>
            <p:cNvPr id="8" name="Group 7"/>
            <p:cNvGrpSpPr/>
            <p:nvPr/>
          </p:nvGrpSpPr>
          <p:grpSpPr>
            <a:xfrm>
              <a:off x="554038" y="2023640"/>
              <a:ext cx="6080125" cy="1198163"/>
              <a:chOff x="554038" y="1908175"/>
              <a:chExt cx="6080125" cy="1308100"/>
            </a:xfrm>
          </p:grpSpPr>
          <p:sp>
            <p:nvSpPr>
              <p:cNvPr id="5" name="Freeform 6"/>
              <p:cNvSpPr/>
              <p:nvPr/>
            </p:nvSpPr>
            <p:spPr bwMode="auto">
              <a:xfrm>
                <a:off x="554038" y="2003425"/>
                <a:ext cx="2022475" cy="1212850"/>
              </a:xfrm>
              <a:custGeom>
                <a:avLst/>
                <a:gdLst>
                  <a:gd name="T0" fmla="*/ 632 w 1274"/>
                  <a:gd name="T1" fmla="*/ 0 h 764"/>
                  <a:gd name="T2" fmla="*/ 632 w 1274"/>
                  <a:gd name="T3" fmla="*/ 0 h 764"/>
                  <a:gd name="T4" fmla="*/ 664 w 1274"/>
                  <a:gd name="T5" fmla="*/ 2 h 764"/>
                  <a:gd name="T6" fmla="*/ 696 w 1274"/>
                  <a:gd name="T7" fmla="*/ 6 h 764"/>
                  <a:gd name="T8" fmla="*/ 726 w 1274"/>
                  <a:gd name="T9" fmla="*/ 14 h 764"/>
                  <a:gd name="T10" fmla="*/ 756 w 1274"/>
                  <a:gd name="T11" fmla="*/ 24 h 764"/>
                  <a:gd name="T12" fmla="*/ 784 w 1274"/>
                  <a:gd name="T13" fmla="*/ 36 h 764"/>
                  <a:gd name="T14" fmla="*/ 810 w 1274"/>
                  <a:gd name="T15" fmla="*/ 52 h 764"/>
                  <a:gd name="T16" fmla="*/ 838 w 1274"/>
                  <a:gd name="T17" fmla="*/ 70 h 764"/>
                  <a:gd name="T18" fmla="*/ 864 w 1274"/>
                  <a:gd name="T19" fmla="*/ 90 h 764"/>
                  <a:gd name="T20" fmla="*/ 890 w 1274"/>
                  <a:gd name="T21" fmla="*/ 114 h 764"/>
                  <a:gd name="T22" fmla="*/ 916 w 1274"/>
                  <a:gd name="T23" fmla="*/ 138 h 764"/>
                  <a:gd name="T24" fmla="*/ 970 w 1274"/>
                  <a:gd name="T25" fmla="*/ 194 h 764"/>
                  <a:gd name="T26" fmla="*/ 1026 w 1274"/>
                  <a:gd name="T27" fmla="*/ 256 h 764"/>
                  <a:gd name="T28" fmla="*/ 1088 w 1274"/>
                  <a:gd name="T29" fmla="*/ 326 h 764"/>
                  <a:gd name="T30" fmla="*/ 1088 w 1274"/>
                  <a:gd name="T31" fmla="*/ 326 h 764"/>
                  <a:gd name="T32" fmla="*/ 1106 w 1274"/>
                  <a:gd name="T33" fmla="*/ 342 h 764"/>
                  <a:gd name="T34" fmla="*/ 1122 w 1274"/>
                  <a:gd name="T35" fmla="*/ 352 h 764"/>
                  <a:gd name="T36" fmla="*/ 1138 w 1274"/>
                  <a:gd name="T37" fmla="*/ 358 h 764"/>
                  <a:gd name="T38" fmla="*/ 1156 w 1274"/>
                  <a:gd name="T39" fmla="*/ 360 h 764"/>
                  <a:gd name="T40" fmla="*/ 1172 w 1274"/>
                  <a:gd name="T41" fmla="*/ 358 h 764"/>
                  <a:gd name="T42" fmla="*/ 1186 w 1274"/>
                  <a:gd name="T43" fmla="*/ 354 h 764"/>
                  <a:gd name="T44" fmla="*/ 1202 w 1274"/>
                  <a:gd name="T45" fmla="*/ 346 h 764"/>
                  <a:gd name="T46" fmla="*/ 1216 w 1274"/>
                  <a:gd name="T47" fmla="*/ 338 h 764"/>
                  <a:gd name="T48" fmla="*/ 1228 w 1274"/>
                  <a:gd name="T49" fmla="*/ 328 h 764"/>
                  <a:gd name="T50" fmla="*/ 1240 w 1274"/>
                  <a:gd name="T51" fmla="*/ 316 h 764"/>
                  <a:gd name="T52" fmla="*/ 1258 w 1274"/>
                  <a:gd name="T53" fmla="*/ 296 h 764"/>
                  <a:gd name="T54" fmla="*/ 1270 w 1274"/>
                  <a:gd name="T55" fmla="*/ 280 h 764"/>
                  <a:gd name="T56" fmla="*/ 1274 w 1274"/>
                  <a:gd name="T57" fmla="*/ 274 h 764"/>
                  <a:gd name="T58" fmla="*/ 1274 w 1274"/>
                  <a:gd name="T59" fmla="*/ 274 h 764"/>
                  <a:gd name="T60" fmla="*/ 1074 w 1274"/>
                  <a:gd name="T61" fmla="*/ 476 h 764"/>
                  <a:gd name="T62" fmla="*/ 1074 w 1274"/>
                  <a:gd name="T63" fmla="*/ 476 h 764"/>
                  <a:gd name="T64" fmla="*/ 984 w 1274"/>
                  <a:gd name="T65" fmla="*/ 566 h 764"/>
                  <a:gd name="T66" fmla="*/ 934 w 1274"/>
                  <a:gd name="T67" fmla="*/ 614 h 764"/>
                  <a:gd name="T68" fmla="*/ 908 w 1274"/>
                  <a:gd name="T69" fmla="*/ 638 h 764"/>
                  <a:gd name="T70" fmla="*/ 882 w 1274"/>
                  <a:gd name="T71" fmla="*/ 660 h 764"/>
                  <a:gd name="T72" fmla="*/ 854 w 1274"/>
                  <a:gd name="T73" fmla="*/ 680 h 764"/>
                  <a:gd name="T74" fmla="*/ 826 w 1274"/>
                  <a:gd name="T75" fmla="*/ 700 h 764"/>
                  <a:gd name="T76" fmla="*/ 796 w 1274"/>
                  <a:gd name="T77" fmla="*/ 716 h 764"/>
                  <a:gd name="T78" fmla="*/ 766 w 1274"/>
                  <a:gd name="T79" fmla="*/ 732 h 764"/>
                  <a:gd name="T80" fmla="*/ 734 w 1274"/>
                  <a:gd name="T81" fmla="*/ 744 h 764"/>
                  <a:gd name="T82" fmla="*/ 700 w 1274"/>
                  <a:gd name="T83" fmla="*/ 754 h 764"/>
                  <a:gd name="T84" fmla="*/ 666 w 1274"/>
                  <a:gd name="T85" fmla="*/ 762 h 764"/>
                  <a:gd name="T86" fmla="*/ 632 w 1274"/>
                  <a:gd name="T87" fmla="*/ 764 h 764"/>
                  <a:gd name="T88" fmla="*/ 632 w 1274"/>
                  <a:gd name="T89" fmla="*/ 764 h 764"/>
                  <a:gd name="T90" fmla="*/ 302 w 1274"/>
                  <a:gd name="T91" fmla="*/ 764 h 764"/>
                  <a:gd name="T92" fmla="*/ 0 w 1274"/>
                  <a:gd name="T93" fmla="*/ 764 h 764"/>
                  <a:gd name="T94" fmla="*/ 0 w 1274"/>
                  <a:gd name="T95" fmla="*/ 0 h 764"/>
                  <a:gd name="T96" fmla="*/ 0 w 1274"/>
                  <a:gd name="T97" fmla="*/ 0 h 764"/>
                  <a:gd name="T98" fmla="*/ 632 w 1274"/>
                  <a:gd name="T99" fmla="*/ 0 h 764"/>
                  <a:gd name="T100" fmla="*/ 632 w 1274"/>
                  <a:gd name="T101"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74" h="764">
                    <a:moveTo>
                      <a:pt x="632" y="0"/>
                    </a:moveTo>
                    <a:lnTo>
                      <a:pt x="632" y="0"/>
                    </a:lnTo>
                    <a:lnTo>
                      <a:pt x="664" y="2"/>
                    </a:lnTo>
                    <a:lnTo>
                      <a:pt x="696" y="6"/>
                    </a:lnTo>
                    <a:lnTo>
                      <a:pt x="726" y="14"/>
                    </a:lnTo>
                    <a:lnTo>
                      <a:pt x="756" y="24"/>
                    </a:lnTo>
                    <a:lnTo>
                      <a:pt x="784" y="36"/>
                    </a:lnTo>
                    <a:lnTo>
                      <a:pt x="810" y="52"/>
                    </a:lnTo>
                    <a:lnTo>
                      <a:pt x="838" y="70"/>
                    </a:lnTo>
                    <a:lnTo>
                      <a:pt x="864" y="90"/>
                    </a:lnTo>
                    <a:lnTo>
                      <a:pt x="890" y="114"/>
                    </a:lnTo>
                    <a:lnTo>
                      <a:pt x="916" y="138"/>
                    </a:lnTo>
                    <a:lnTo>
                      <a:pt x="970" y="194"/>
                    </a:lnTo>
                    <a:lnTo>
                      <a:pt x="1026" y="256"/>
                    </a:lnTo>
                    <a:lnTo>
                      <a:pt x="1088" y="326"/>
                    </a:lnTo>
                    <a:lnTo>
                      <a:pt x="1088" y="326"/>
                    </a:lnTo>
                    <a:lnTo>
                      <a:pt x="1106" y="342"/>
                    </a:lnTo>
                    <a:lnTo>
                      <a:pt x="1122" y="352"/>
                    </a:lnTo>
                    <a:lnTo>
                      <a:pt x="1138" y="358"/>
                    </a:lnTo>
                    <a:lnTo>
                      <a:pt x="1156" y="360"/>
                    </a:lnTo>
                    <a:lnTo>
                      <a:pt x="1172" y="358"/>
                    </a:lnTo>
                    <a:lnTo>
                      <a:pt x="1186" y="354"/>
                    </a:lnTo>
                    <a:lnTo>
                      <a:pt x="1202" y="346"/>
                    </a:lnTo>
                    <a:lnTo>
                      <a:pt x="1216" y="338"/>
                    </a:lnTo>
                    <a:lnTo>
                      <a:pt x="1228" y="328"/>
                    </a:lnTo>
                    <a:lnTo>
                      <a:pt x="1240" y="316"/>
                    </a:lnTo>
                    <a:lnTo>
                      <a:pt x="1258" y="296"/>
                    </a:lnTo>
                    <a:lnTo>
                      <a:pt x="1270" y="280"/>
                    </a:lnTo>
                    <a:lnTo>
                      <a:pt x="1274" y="274"/>
                    </a:lnTo>
                    <a:lnTo>
                      <a:pt x="1274" y="274"/>
                    </a:lnTo>
                    <a:lnTo>
                      <a:pt x="1074" y="476"/>
                    </a:lnTo>
                    <a:lnTo>
                      <a:pt x="1074" y="476"/>
                    </a:lnTo>
                    <a:lnTo>
                      <a:pt x="984" y="566"/>
                    </a:lnTo>
                    <a:lnTo>
                      <a:pt x="934" y="614"/>
                    </a:lnTo>
                    <a:lnTo>
                      <a:pt x="908" y="638"/>
                    </a:lnTo>
                    <a:lnTo>
                      <a:pt x="882" y="660"/>
                    </a:lnTo>
                    <a:lnTo>
                      <a:pt x="854" y="680"/>
                    </a:lnTo>
                    <a:lnTo>
                      <a:pt x="826" y="700"/>
                    </a:lnTo>
                    <a:lnTo>
                      <a:pt x="796" y="716"/>
                    </a:lnTo>
                    <a:lnTo>
                      <a:pt x="766" y="732"/>
                    </a:lnTo>
                    <a:lnTo>
                      <a:pt x="734" y="744"/>
                    </a:lnTo>
                    <a:lnTo>
                      <a:pt x="700" y="754"/>
                    </a:lnTo>
                    <a:lnTo>
                      <a:pt x="666" y="762"/>
                    </a:lnTo>
                    <a:lnTo>
                      <a:pt x="632" y="764"/>
                    </a:lnTo>
                    <a:lnTo>
                      <a:pt x="632" y="764"/>
                    </a:lnTo>
                    <a:lnTo>
                      <a:pt x="302" y="764"/>
                    </a:lnTo>
                    <a:lnTo>
                      <a:pt x="0" y="764"/>
                    </a:lnTo>
                    <a:lnTo>
                      <a:pt x="0" y="0"/>
                    </a:lnTo>
                    <a:lnTo>
                      <a:pt x="0" y="0"/>
                    </a:lnTo>
                    <a:lnTo>
                      <a:pt x="632" y="0"/>
                    </a:lnTo>
                    <a:lnTo>
                      <a:pt x="632" y="0"/>
                    </a:lnTo>
                    <a:close/>
                  </a:path>
                </a:pathLst>
              </a:custGeom>
              <a:solidFill>
                <a:schemeClr val="bg2"/>
              </a:solidFill>
              <a:ln>
                <a:solidFill>
                  <a:schemeClr val="tx2"/>
                </a:solidFill>
              </a:ln>
            </p:spPr>
            <p:txBody>
              <a:bodyPr vert="horz" wrap="square" lIns="82938" tIns="41469" rIns="82938" bIns="41469" numCol="1" anchor="t" anchorCtr="0" compatLnSpc="1"/>
              <a:lstStyle/>
              <a:p>
                <a:endParaRPr lang="en-GB" sz="1815"/>
              </a:p>
            </p:txBody>
          </p:sp>
          <p:sp>
            <p:nvSpPr>
              <p:cNvPr id="6" name="Freeform 7"/>
              <p:cNvSpPr/>
              <p:nvPr/>
            </p:nvSpPr>
            <p:spPr bwMode="auto">
              <a:xfrm>
                <a:off x="1919288" y="1908175"/>
                <a:ext cx="4714875" cy="1212850"/>
              </a:xfrm>
              <a:custGeom>
                <a:avLst/>
                <a:gdLst>
                  <a:gd name="T0" fmla="*/ 852 w 2970"/>
                  <a:gd name="T1" fmla="*/ 0 h 764"/>
                  <a:gd name="T2" fmla="*/ 852 w 2970"/>
                  <a:gd name="T3" fmla="*/ 0 h 764"/>
                  <a:gd name="T4" fmla="*/ 818 w 2970"/>
                  <a:gd name="T5" fmla="*/ 2 h 764"/>
                  <a:gd name="T6" fmla="*/ 784 w 2970"/>
                  <a:gd name="T7" fmla="*/ 8 h 764"/>
                  <a:gd name="T8" fmla="*/ 750 w 2970"/>
                  <a:gd name="T9" fmla="*/ 18 h 764"/>
                  <a:gd name="T10" fmla="*/ 716 w 2970"/>
                  <a:gd name="T11" fmla="*/ 32 h 764"/>
                  <a:gd name="T12" fmla="*/ 684 w 2970"/>
                  <a:gd name="T13" fmla="*/ 48 h 764"/>
                  <a:gd name="T14" fmla="*/ 652 w 2970"/>
                  <a:gd name="T15" fmla="*/ 66 h 764"/>
                  <a:gd name="T16" fmla="*/ 620 w 2970"/>
                  <a:gd name="T17" fmla="*/ 88 h 764"/>
                  <a:gd name="T18" fmla="*/ 588 w 2970"/>
                  <a:gd name="T19" fmla="*/ 110 h 764"/>
                  <a:gd name="T20" fmla="*/ 558 w 2970"/>
                  <a:gd name="T21" fmla="*/ 134 h 764"/>
                  <a:gd name="T22" fmla="*/ 528 w 2970"/>
                  <a:gd name="T23" fmla="*/ 162 h 764"/>
                  <a:gd name="T24" fmla="*/ 500 w 2970"/>
                  <a:gd name="T25" fmla="*/ 188 h 764"/>
                  <a:gd name="T26" fmla="*/ 472 w 2970"/>
                  <a:gd name="T27" fmla="*/ 216 h 764"/>
                  <a:gd name="T28" fmla="*/ 418 w 2970"/>
                  <a:gd name="T29" fmla="*/ 274 h 764"/>
                  <a:gd name="T30" fmla="*/ 370 w 2970"/>
                  <a:gd name="T31" fmla="*/ 330 h 764"/>
                  <a:gd name="T32" fmla="*/ 370 w 2970"/>
                  <a:gd name="T33" fmla="*/ 330 h 764"/>
                  <a:gd name="T34" fmla="*/ 220 w 2970"/>
                  <a:gd name="T35" fmla="*/ 498 h 764"/>
                  <a:gd name="T36" fmla="*/ 104 w 2970"/>
                  <a:gd name="T37" fmla="*/ 626 h 764"/>
                  <a:gd name="T38" fmla="*/ 26 w 2970"/>
                  <a:gd name="T39" fmla="*/ 708 h 764"/>
                  <a:gd name="T40" fmla="*/ 0 w 2970"/>
                  <a:gd name="T41" fmla="*/ 736 h 764"/>
                  <a:gd name="T42" fmla="*/ 0 w 2970"/>
                  <a:gd name="T43" fmla="*/ 736 h 764"/>
                  <a:gd name="T44" fmla="*/ 392 w 2970"/>
                  <a:gd name="T45" fmla="*/ 456 h 764"/>
                  <a:gd name="T46" fmla="*/ 392 w 2970"/>
                  <a:gd name="T47" fmla="*/ 456 h 764"/>
                  <a:gd name="T48" fmla="*/ 430 w 2970"/>
                  <a:gd name="T49" fmla="*/ 500 h 764"/>
                  <a:gd name="T50" fmla="*/ 474 w 2970"/>
                  <a:gd name="T51" fmla="*/ 548 h 764"/>
                  <a:gd name="T52" fmla="*/ 528 w 2970"/>
                  <a:gd name="T53" fmla="*/ 600 h 764"/>
                  <a:gd name="T54" fmla="*/ 556 w 2970"/>
                  <a:gd name="T55" fmla="*/ 624 h 764"/>
                  <a:gd name="T56" fmla="*/ 586 w 2970"/>
                  <a:gd name="T57" fmla="*/ 650 h 764"/>
                  <a:gd name="T58" fmla="*/ 616 w 2970"/>
                  <a:gd name="T59" fmla="*/ 672 h 764"/>
                  <a:gd name="T60" fmla="*/ 648 w 2970"/>
                  <a:gd name="T61" fmla="*/ 694 h 764"/>
                  <a:gd name="T62" fmla="*/ 682 w 2970"/>
                  <a:gd name="T63" fmla="*/ 714 h 764"/>
                  <a:gd name="T64" fmla="*/ 714 w 2970"/>
                  <a:gd name="T65" fmla="*/ 732 h 764"/>
                  <a:gd name="T66" fmla="*/ 748 w 2970"/>
                  <a:gd name="T67" fmla="*/ 746 h 764"/>
                  <a:gd name="T68" fmla="*/ 782 w 2970"/>
                  <a:gd name="T69" fmla="*/ 756 h 764"/>
                  <a:gd name="T70" fmla="*/ 818 w 2970"/>
                  <a:gd name="T71" fmla="*/ 762 h 764"/>
                  <a:gd name="T72" fmla="*/ 852 w 2970"/>
                  <a:gd name="T73" fmla="*/ 764 h 764"/>
                  <a:gd name="T74" fmla="*/ 852 w 2970"/>
                  <a:gd name="T75" fmla="*/ 764 h 764"/>
                  <a:gd name="T76" fmla="*/ 2970 w 2970"/>
                  <a:gd name="T77" fmla="*/ 764 h 764"/>
                  <a:gd name="T78" fmla="*/ 2970 w 2970"/>
                  <a:gd name="T79" fmla="*/ 0 h 764"/>
                  <a:gd name="T80" fmla="*/ 2970 w 2970"/>
                  <a:gd name="T81" fmla="*/ 0 h 764"/>
                  <a:gd name="T82" fmla="*/ 852 w 2970"/>
                  <a:gd name="T83" fmla="*/ 0 h 764"/>
                  <a:gd name="T84" fmla="*/ 852 w 2970"/>
                  <a:gd name="T85"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970" h="764">
                    <a:moveTo>
                      <a:pt x="852" y="0"/>
                    </a:moveTo>
                    <a:lnTo>
                      <a:pt x="852" y="0"/>
                    </a:lnTo>
                    <a:lnTo>
                      <a:pt x="818" y="2"/>
                    </a:lnTo>
                    <a:lnTo>
                      <a:pt x="784" y="8"/>
                    </a:lnTo>
                    <a:lnTo>
                      <a:pt x="750" y="18"/>
                    </a:lnTo>
                    <a:lnTo>
                      <a:pt x="716" y="32"/>
                    </a:lnTo>
                    <a:lnTo>
                      <a:pt x="684" y="48"/>
                    </a:lnTo>
                    <a:lnTo>
                      <a:pt x="652" y="66"/>
                    </a:lnTo>
                    <a:lnTo>
                      <a:pt x="620" y="88"/>
                    </a:lnTo>
                    <a:lnTo>
                      <a:pt x="588" y="110"/>
                    </a:lnTo>
                    <a:lnTo>
                      <a:pt x="558" y="134"/>
                    </a:lnTo>
                    <a:lnTo>
                      <a:pt x="528" y="162"/>
                    </a:lnTo>
                    <a:lnTo>
                      <a:pt x="500" y="188"/>
                    </a:lnTo>
                    <a:lnTo>
                      <a:pt x="472" y="216"/>
                    </a:lnTo>
                    <a:lnTo>
                      <a:pt x="418" y="274"/>
                    </a:lnTo>
                    <a:lnTo>
                      <a:pt x="370" y="330"/>
                    </a:lnTo>
                    <a:lnTo>
                      <a:pt x="370" y="330"/>
                    </a:lnTo>
                    <a:lnTo>
                      <a:pt x="220" y="498"/>
                    </a:lnTo>
                    <a:lnTo>
                      <a:pt x="104" y="626"/>
                    </a:lnTo>
                    <a:lnTo>
                      <a:pt x="26" y="708"/>
                    </a:lnTo>
                    <a:lnTo>
                      <a:pt x="0" y="736"/>
                    </a:lnTo>
                    <a:lnTo>
                      <a:pt x="0" y="736"/>
                    </a:lnTo>
                    <a:lnTo>
                      <a:pt x="392" y="456"/>
                    </a:lnTo>
                    <a:lnTo>
                      <a:pt x="392" y="456"/>
                    </a:lnTo>
                    <a:lnTo>
                      <a:pt x="430" y="500"/>
                    </a:lnTo>
                    <a:lnTo>
                      <a:pt x="474" y="548"/>
                    </a:lnTo>
                    <a:lnTo>
                      <a:pt x="528" y="600"/>
                    </a:lnTo>
                    <a:lnTo>
                      <a:pt x="556" y="624"/>
                    </a:lnTo>
                    <a:lnTo>
                      <a:pt x="586" y="650"/>
                    </a:lnTo>
                    <a:lnTo>
                      <a:pt x="616" y="672"/>
                    </a:lnTo>
                    <a:lnTo>
                      <a:pt x="648" y="694"/>
                    </a:lnTo>
                    <a:lnTo>
                      <a:pt x="682" y="714"/>
                    </a:lnTo>
                    <a:lnTo>
                      <a:pt x="714" y="732"/>
                    </a:lnTo>
                    <a:lnTo>
                      <a:pt x="748" y="746"/>
                    </a:lnTo>
                    <a:lnTo>
                      <a:pt x="782" y="756"/>
                    </a:lnTo>
                    <a:lnTo>
                      <a:pt x="818" y="762"/>
                    </a:lnTo>
                    <a:lnTo>
                      <a:pt x="852" y="764"/>
                    </a:lnTo>
                    <a:lnTo>
                      <a:pt x="852" y="764"/>
                    </a:lnTo>
                    <a:lnTo>
                      <a:pt x="2970" y="764"/>
                    </a:lnTo>
                    <a:lnTo>
                      <a:pt x="2970" y="0"/>
                    </a:lnTo>
                    <a:lnTo>
                      <a:pt x="2970" y="0"/>
                    </a:lnTo>
                    <a:lnTo>
                      <a:pt x="852" y="0"/>
                    </a:lnTo>
                    <a:lnTo>
                      <a:pt x="852" y="0"/>
                    </a:lnTo>
                    <a:close/>
                  </a:path>
                </a:pathLst>
              </a:custGeom>
              <a:solidFill>
                <a:schemeClr val="tx2"/>
              </a:solidFill>
              <a:ln>
                <a:solidFill>
                  <a:schemeClr val="tx2"/>
                </a:solidFill>
              </a:ln>
            </p:spPr>
            <p:txBody>
              <a:bodyPr vert="horz" wrap="square" lIns="82938" tIns="41469" rIns="82938" bIns="41469" numCol="1" anchor="t" anchorCtr="0" compatLnSpc="1"/>
              <a:lstStyle/>
              <a:p>
                <a:endParaRPr lang="en-GB" sz="1815"/>
              </a:p>
            </p:txBody>
          </p:sp>
        </p:grpSp>
        <p:sp>
          <p:nvSpPr>
            <p:cNvPr id="66" name="Rectangle 65"/>
            <p:cNvSpPr/>
            <p:nvPr/>
          </p:nvSpPr>
          <p:spPr>
            <a:xfrm>
              <a:off x="3186460" y="2112615"/>
              <a:ext cx="3384376" cy="1109639"/>
            </a:xfrm>
            <a:prstGeom prst="rect">
              <a:avLst/>
            </a:prstGeom>
          </p:spPr>
          <p:txBody>
            <a:bodyPr wrap="square">
              <a:spAutoFit/>
            </a:bodyPr>
            <a:lstStyle/>
            <a:p>
              <a:pPr>
                <a:spcAft>
                  <a:spcPts val="600"/>
                </a:spcAft>
              </a:pPr>
              <a:r>
                <a:rPr lang="en-GB" sz="905" b="1" dirty="0" smtClean="0">
                  <a:solidFill>
                    <a:schemeClr val="bg2"/>
                  </a:solidFill>
                  <a:latin typeface="腾讯体 W7" panose="020C08030202040F0204" pitchFamily="18" charset="-122"/>
                </a:rPr>
                <a:t>Option 1</a:t>
              </a:r>
              <a:endParaRPr lang="en-GB" sz="905" b="1" dirty="0" smtClean="0">
                <a:solidFill>
                  <a:schemeClr val="bg2"/>
                </a:solidFill>
                <a:latin typeface="腾讯体 W7" panose="020C08030202040F0204" pitchFamily="18" charset="-122"/>
              </a:endParaRPr>
            </a:p>
            <a:p>
              <a:r>
                <a:rPr lang="en-GB" sz="905" dirty="0" err="1" smtClean="0">
                  <a:solidFill>
                    <a:schemeClr val="bg2"/>
                  </a:solidFill>
                  <a:latin typeface="腾讯体 W7" panose="020C08030202040F0204" pitchFamily="18" charset="-122"/>
                </a:rPr>
                <a:t>Mauris</a:t>
              </a:r>
              <a:r>
                <a:rPr lang="en-GB" sz="905" dirty="0" smtClean="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endParaRPr lang="en-GB" sz="905" dirty="0">
                <a:solidFill>
                  <a:schemeClr val="bg2"/>
                </a:solidFill>
                <a:latin typeface="腾讯体 W7" panose="020C08030202040F0204" pitchFamily="18" charset="-122"/>
              </a:endParaRPr>
            </a:p>
          </p:txBody>
        </p:sp>
        <p:sp>
          <p:nvSpPr>
            <p:cNvPr id="98" name="Rectangle 97"/>
            <p:cNvSpPr/>
            <p:nvPr/>
          </p:nvSpPr>
          <p:spPr>
            <a:xfrm>
              <a:off x="666180" y="2769066"/>
              <a:ext cx="1152128" cy="346543"/>
            </a:xfrm>
            <a:prstGeom prst="rect">
              <a:avLst/>
            </a:prstGeom>
          </p:spPr>
          <p:txBody>
            <a:bodyPr wrap="square">
              <a:spAutoFit/>
            </a:bodyPr>
            <a:lstStyle/>
            <a:p>
              <a:r>
                <a:rPr lang="en-GB" sz="1450" b="1" dirty="0" smtClean="0">
                  <a:solidFill>
                    <a:schemeClr val="tx2"/>
                  </a:solidFill>
                  <a:latin typeface="腾讯体 W7" panose="020C08030202040F0204" pitchFamily="18" charset="-122"/>
                </a:rPr>
                <a:t>Options</a:t>
              </a:r>
              <a:endParaRPr lang="en-GB" sz="1450" dirty="0">
                <a:solidFill>
                  <a:schemeClr val="tx2"/>
                </a:solidFill>
                <a:latin typeface="腾讯体 W7" panose="020C08030202040F0204" pitchFamily="18" charset="-122"/>
              </a:endParaRPr>
            </a:p>
          </p:txBody>
        </p:sp>
        <p:sp>
          <p:nvSpPr>
            <p:cNvPr id="118" name="Rectangle 117"/>
            <p:cNvSpPr/>
            <p:nvPr/>
          </p:nvSpPr>
          <p:spPr>
            <a:xfrm>
              <a:off x="594172" y="2016951"/>
              <a:ext cx="1152128" cy="1022828"/>
            </a:xfrm>
            <a:prstGeom prst="rect">
              <a:avLst/>
            </a:prstGeom>
          </p:spPr>
          <p:txBody>
            <a:bodyPr wrap="square">
              <a:spAutoFit/>
            </a:bodyPr>
            <a:lstStyle/>
            <a:p>
              <a:r>
                <a:rPr lang="en-GB" sz="5440" b="1" dirty="0" smtClean="0">
                  <a:solidFill>
                    <a:schemeClr val="tx2"/>
                  </a:solidFill>
                  <a:latin typeface="腾讯体 W7" panose="020C08030202040F0204" pitchFamily="18" charset="-122"/>
                </a:rPr>
                <a:t>01</a:t>
              </a:r>
              <a:endParaRPr lang="en-GB" sz="5440" dirty="0">
                <a:solidFill>
                  <a:schemeClr val="tx2"/>
                </a:solidFill>
                <a:latin typeface="腾讯体 W7" panose="020C08030202040F0204" pitchFamily="18" charset="-122"/>
              </a:endParaRPr>
            </a:p>
          </p:txBody>
        </p:sp>
      </p:grpSp>
      <p:grpSp>
        <p:nvGrpSpPr>
          <p:cNvPr id="11" name="Group 10"/>
          <p:cNvGrpSpPr/>
          <p:nvPr/>
        </p:nvGrpSpPr>
        <p:grpSpPr>
          <a:xfrm>
            <a:off x="1748914" y="2906637"/>
            <a:ext cx="5514853" cy="1115548"/>
            <a:chOff x="554038" y="3247769"/>
            <a:chExt cx="6080125" cy="1229892"/>
          </a:xfrm>
        </p:grpSpPr>
        <p:grpSp>
          <p:nvGrpSpPr>
            <p:cNvPr id="57" name="Group 56"/>
            <p:cNvGrpSpPr/>
            <p:nvPr/>
          </p:nvGrpSpPr>
          <p:grpSpPr>
            <a:xfrm>
              <a:off x="554038" y="3276575"/>
              <a:ext cx="6080125" cy="1198163"/>
              <a:chOff x="554038" y="1908175"/>
              <a:chExt cx="6080125" cy="1308100"/>
            </a:xfrm>
          </p:grpSpPr>
          <p:sp>
            <p:nvSpPr>
              <p:cNvPr id="58" name="Freeform 6"/>
              <p:cNvSpPr/>
              <p:nvPr/>
            </p:nvSpPr>
            <p:spPr bwMode="auto">
              <a:xfrm>
                <a:off x="554038" y="2003425"/>
                <a:ext cx="2022475" cy="1212850"/>
              </a:xfrm>
              <a:custGeom>
                <a:avLst/>
                <a:gdLst>
                  <a:gd name="T0" fmla="*/ 632 w 1274"/>
                  <a:gd name="T1" fmla="*/ 0 h 764"/>
                  <a:gd name="T2" fmla="*/ 632 w 1274"/>
                  <a:gd name="T3" fmla="*/ 0 h 764"/>
                  <a:gd name="T4" fmla="*/ 664 w 1274"/>
                  <a:gd name="T5" fmla="*/ 2 h 764"/>
                  <a:gd name="T6" fmla="*/ 696 w 1274"/>
                  <a:gd name="T7" fmla="*/ 6 h 764"/>
                  <a:gd name="T8" fmla="*/ 726 w 1274"/>
                  <a:gd name="T9" fmla="*/ 14 h 764"/>
                  <a:gd name="T10" fmla="*/ 756 w 1274"/>
                  <a:gd name="T11" fmla="*/ 24 h 764"/>
                  <a:gd name="T12" fmla="*/ 784 w 1274"/>
                  <a:gd name="T13" fmla="*/ 36 h 764"/>
                  <a:gd name="T14" fmla="*/ 810 w 1274"/>
                  <a:gd name="T15" fmla="*/ 52 h 764"/>
                  <a:gd name="T16" fmla="*/ 838 w 1274"/>
                  <a:gd name="T17" fmla="*/ 70 h 764"/>
                  <a:gd name="T18" fmla="*/ 864 w 1274"/>
                  <a:gd name="T19" fmla="*/ 90 h 764"/>
                  <a:gd name="T20" fmla="*/ 890 w 1274"/>
                  <a:gd name="T21" fmla="*/ 114 h 764"/>
                  <a:gd name="T22" fmla="*/ 916 w 1274"/>
                  <a:gd name="T23" fmla="*/ 138 h 764"/>
                  <a:gd name="T24" fmla="*/ 970 w 1274"/>
                  <a:gd name="T25" fmla="*/ 194 h 764"/>
                  <a:gd name="T26" fmla="*/ 1026 w 1274"/>
                  <a:gd name="T27" fmla="*/ 256 h 764"/>
                  <a:gd name="T28" fmla="*/ 1088 w 1274"/>
                  <a:gd name="T29" fmla="*/ 326 h 764"/>
                  <a:gd name="T30" fmla="*/ 1088 w 1274"/>
                  <a:gd name="T31" fmla="*/ 326 h 764"/>
                  <a:gd name="T32" fmla="*/ 1106 w 1274"/>
                  <a:gd name="T33" fmla="*/ 342 h 764"/>
                  <a:gd name="T34" fmla="*/ 1122 w 1274"/>
                  <a:gd name="T35" fmla="*/ 352 h 764"/>
                  <a:gd name="T36" fmla="*/ 1138 w 1274"/>
                  <a:gd name="T37" fmla="*/ 358 h 764"/>
                  <a:gd name="T38" fmla="*/ 1156 w 1274"/>
                  <a:gd name="T39" fmla="*/ 360 h 764"/>
                  <a:gd name="T40" fmla="*/ 1172 w 1274"/>
                  <a:gd name="T41" fmla="*/ 358 h 764"/>
                  <a:gd name="T42" fmla="*/ 1186 w 1274"/>
                  <a:gd name="T43" fmla="*/ 354 h 764"/>
                  <a:gd name="T44" fmla="*/ 1202 w 1274"/>
                  <a:gd name="T45" fmla="*/ 346 h 764"/>
                  <a:gd name="T46" fmla="*/ 1216 w 1274"/>
                  <a:gd name="T47" fmla="*/ 338 h 764"/>
                  <a:gd name="T48" fmla="*/ 1228 w 1274"/>
                  <a:gd name="T49" fmla="*/ 328 h 764"/>
                  <a:gd name="T50" fmla="*/ 1240 w 1274"/>
                  <a:gd name="T51" fmla="*/ 316 h 764"/>
                  <a:gd name="T52" fmla="*/ 1258 w 1274"/>
                  <a:gd name="T53" fmla="*/ 296 h 764"/>
                  <a:gd name="T54" fmla="*/ 1270 w 1274"/>
                  <a:gd name="T55" fmla="*/ 280 h 764"/>
                  <a:gd name="T56" fmla="*/ 1274 w 1274"/>
                  <a:gd name="T57" fmla="*/ 274 h 764"/>
                  <a:gd name="T58" fmla="*/ 1274 w 1274"/>
                  <a:gd name="T59" fmla="*/ 274 h 764"/>
                  <a:gd name="T60" fmla="*/ 1074 w 1274"/>
                  <a:gd name="T61" fmla="*/ 476 h 764"/>
                  <a:gd name="T62" fmla="*/ 1074 w 1274"/>
                  <a:gd name="T63" fmla="*/ 476 h 764"/>
                  <a:gd name="T64" fmla="*/ 984 w 1274"/>
                  <a:gd name="T65" fmla="*/ 566 h 764"/>
                  <a:gd name="T66" fmla="*/ 934 w 1274"/>
                  <a:gd name="T67" fmla="*/ 614 h 764"/>
                  <a:gd name="T68" fmla="*/ 908 w 1274"/>
                  <a:gd name="T69" fmla="*/ 638 h 764"/>
                  <a:gd name="T70" fmla="*/ 882 w 1274"/>
                  <a:gd name="T71" fmla="*/ 660 h 764"/>
                  <a:gd name="T72" fmla="*/ 854 w 1274"/>
                  <a:gd name="T73" fmla="*/ 680 h 764"/>
                  <a:gd name="T74" fmla="*/ 826 w 1274"/>
                  <a:gd name="T75" fmla="*/ 700 h 764"/>
                  <a:gd name="T76" fmla="*/ 796 w 1274"/>
                  <a:gd name="T77" fmla="*/ 716 h 764"/>
                  <a:gd name="T78" fmla="*/ 766 w 1274"/>
                  <a:gd name="T79" fmla="*/ 732 h 764"/>
                  <a:gd name="T80" fmla="*/ 734 w 1274"/>
                  <a:gd name="T81" fmla="*/ 744 h 764"/>
                  <a:gd name="T82" fmla="*/ 700 w 1274"/>
                  <a:gd name="T83" fmla="*/ 754 h 764"/>
                  <a:gd name="T84" fmla="*/ 666 w 1274"/>
                  <a:gd name="T85" fmla="*/ 762 h 764"/>
                  <a:gd name="T86" fmla="*/ 632 w 1274"/>
                  <a:gd name="T87" fmla="*/ 764 h 764"/>
                  <a:gd name="T88" fmla="*/ 632 w 1274"/>
                  <a:gd name="T89" fmla="*/ 764 h 764"/>
                  <a:gd name="T90" fmla="*/ 302 w 1274"/>
                  <a:gd name="T91" fmla="*/ 764 h 764"/>
                  <a:gd name="T92" fmla="*/ 0 w 1274"/>
                  <a:gd name="T93" fmla="*/ 764 h 764"/>
                  <a:gd name="T94" fmla="*/ 0 w 1274"/>
                  <a:gd name="T95" fmla="*/ 0 h 764"/>
                  <a:gd name="T96" fmla="*/ 0 w 1274"/>
                  <a:gd name="T97" fmla="*/ 0 h 764"/>
                  <a:gd name="T98" fmla="*/ 632 w 1274"/>
                  <a:gd name="T99" fmla="*/ 0 h 764"/>
                  <a:gd name="T100" fmla="*/ 632 w 1274"/>
                  <a:gd name="T101"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74" h="764">
                    <a:moveTo>
                      <a:pt x="632" y="0"/>
                    </a:moveTo>
                    <a:lnTo>
                      <a:pt x="632" y="0"/>
                    </a:lnTo>
                    <a:lnTo>
                      <a:pt x="664" y="2"/>
                    </a:lnTo>
                    <a:lnTo>
                      <a:pt x="696" y="6"/>
                    </a:lnTo>
                    <a:lnTo>
                      <a:pt x="726" y="14"/>
                    </a:lnTo>
                    <a:lnTo>
                      <a:pt x="756" y="24"/>
                    </a:lnTo>
                    <a:lnTo>
                      <a:pt x="784" y="36"/>
                    </a:lnTo>
                    <a:lnTo>
                      <a:pt x="810" y="52"/>
                    </a:lnTo>
                    <a:lnTo>
                      <a:pt x="838" y="70"/>
                    </a:lnTo>
                    <a:lnTo>
                      <a:pt x="864" y="90"/>
                    </a:lnTo>
                    <a:lnTo>
                      <a:pt x="890" y="114"/>
                    </a:lnTo>
                    <a:lnTo>
                      <a:pt x="916" y="138"/>
                    </a:lnTo>
                    <a:lnTo>
                      <a:pt x="970" y="194"/>
                    </a:lnTo>
                    <a:lnTo>
                      <a:pt x="1026" y="256"/>
                    </a:lnTo>
                    <a:lnTo>
                      <a:pt x="1088" y="326"/>
                    </a:lnTo>
                    <a:lnTo>
                      <a:pt x="1088" y="326"/>
                    </a:lnTo>
                    <a:lnTo>
                      <a:pt x="1106" y="342"/>
                    </a:lnTo>
                    <a:lnTo>
                      <a:pt x="1122" y="352"/>
                    </a:lnTo>
                    <a:lnTo>
                      <a:pt x="1138" y="358"/>
                    </a:lnTo>
                    <a:lnTo>
                      <a:pt x="1156" y="360"/>
                    </a:lnTo>
                    <a:lnTo>
                      <a:pt x="1172" y="358"/>
                    </a:lnTo>
                    <a:lnTo>
                      <a:pt x="1186" y="354"/>
                    </a:lnTo>
                    <a:lnTo>
                      <a:pt x="1202" y="346"/>
                    </a:lnTo>
                    <a:lnTo>
                      <a:pt x="1216" y="338"/>
                    </a:lnTo>
                    <a:lnTo>
                      <a:pt x="1228" y="328"/>
                    </a:lnTo>
                    <a:lnTo>
                      <a:pt x="1240" y="316"/>
                    </a:lnTo>
                    <a:lnTo>
                      <a:pt x="1258" y="296"/>
                    </a:lnTo>
                    <a:lnTo>
                      <a:pt x="1270" y="280"/>
                    </a:lnTo>
                    <a:lnTo>
                      <a:pt x="1274" y="274"/>
                    </a:lnTo>
                    <a:lnTo>
                      <a:pt x="1274" y="274"/>
                    </a:lnTo>
                    <a:lnTo>
                      <a:pt x="1074" y="476"/>
                    </a:lnTo>
                    <a:lnTo>
                      <a:pt x="1074" y="476"/>
                    </a:lnTo>
                    <a:lnTo>
                      <a:pt x="984" y="566"/>
                    </a:lnTo>
                    <a:lnTo>
                      <a:pt x="934" y="614"/>
                    </a:lnTo>
                    <a:lnTo>
                      <a:pt x="908" y="638"/>
                    </a:lnTo>
                    <a:lnTo>
                      <a:pt x="882" y="660"/>
                    </a:lnTo>
                    <a:lnTo>
                      <a:pt x="854" y="680"/>
                    </a:lnTo>
                    <a:lnTo>
                      <a:pt x="826" y="700"/>
                    </a:lnTo>
                    <a:lnTo>
                      <a:pt x="796" y="716"/>
                    </a:lnTo>
                    <a:lnTo>
                      <a:pt x="766" y="732"/>
                    </a:lnTo>
                    <a:lnTo>
                      <a:pt x="734" y="744"/>
                    </a:lnTo>
                    <a:lnTo>
                      <a:pt x="700" y="754"/>
                    </a:lnTo>
                    <a:lnTo>
                      <a:pt x="666" y="762"/>
                    </a:lnTo>
                    <a:lnTo>
                      <a:pt x="632" y="764"/>
                    </a:lnTo>
                    <a:lnTo>
                      <a:pt x="632" y="764"/>
                    </a:lnTo>
                    <a:lnTo>
                      <a:pt x="302" y="764"/>
                    </a:lnTo>
                    <a:lnTo>
                      <a:pt x="0" y="764"/>
                    </a:lnTo>
                    <a:lnTo>
                      <a:pt x="0" y="0"/>
                    </a:lnTo>
                    <a:lnTo>
                      <a:pt x="0" y="0"/>
                    </a:lnTo>
                    <a:lnTo>
                      <a:pt x="632" y="0"/>
                    </a:lnTo>
                    <a:lnTo>
                      <a:pt x="632" y="0"/>
                    </a:lnTo>
                    <a:close/>
                  </a:path>
                </a:pathLst>
              </a:custGeom>
              <a:solidFill>
                <a:schemeClr val="bg2"/>
              </a:solidFill>
              <a:ln>
                <a:solidFill>
                  <a:srgbClr val="1450B8"/>
                </a:solidFill>
              </a:ln>
            </p:spPr>
            <p:txBody>
              <a:bodyPr vert="horz" wrap="square" lIns="82938" tIns="41469" rIns="82938" bIns="41469" numCol="1" anchor="t" anchorCtr="0" compatLnSpc="1"/>
              <a:lstStyle/>
              <a:p>
                <a:endParaRPr lang="en-GB" sz="1815"/>
              </a:p>
            </p:txBody>
          </p:sp>
          <p:sp>
            <p:nvSpPr>
              <p:cNvPr id="59" name="Freeform 7"/>
              <p:cNvSpPr/>
              <p:nvPr/>
            </p:nvSpPr>
            <p:spPr bwMode="auto">
              <a:xfrm>
                <a:off x="1919288" y="1908175"/>
                <a:ext cx="4714875" cy="1212850"/>
              </a:xfrm>
              <a:custGeom>
                <a:avLst/>
                <a:gdLst>
                  <a:gd name="T0" fmla="*/ 852 w 2970"/>
                  <a:gd name="T1" fmla="*/ 0 h 764"/>
                  <a:gd name="T2" fmla="*/ 852 w 2970"/>
                  <a:gd name="T3" fmla="*/ 0 h 764"/>
                  <a:gd name="T4" fmla="*/ 818 w 2970"/>
                  <a:gd name="T5" fmla="*/ 2 h 764"/>
                  <a:gd name="T6" fmla="*/ 784 w 2970"/>
                  <a:gd name="T7" fmla="*/ 8 h 764"/>
                  <a:gd name="T8" fmla="*/ 750 w 2970"/>
                  <a:gd name="T9" fmla="*/ 18 h 764"/>
                  <a:gd name="T10" fmla="*/ 716 w 2970"/>
                  <a:gd name="T11" fmla="*/ 32 h 764"/>
                  <a:gd name="T12" fmla="*/ 684 w 2970"/>
                  <a:gd name="T13" fmla="*/ 48 h 764"/>
                  <a:gd name="T14" fmla="*/ 652 w 2970"/>
                  <a:gd name="T15" fmla="*/ 66 h 764"/>
                  <a:gd name="T16" fmla="*/ 620 w 2970"/>
                  <a:gd name="T17" fmla="*/ 88 h 764"/>
                  <a:gd name="T18" fmla="*/ 588 w 2970"/>
                  <a:gd name="T19" fmla="*/ 110 h 764"/>
                  <a:gd name="T20" fmla="*/ 558 w 2970"/>
                  <a:gd name="T21" fmla="*/ 134 h 764"/>
                  <a:gd name="T22" fmla="*/ 528 w 2970"/>
                  <a:gd name="T23" fmla="*/ 162 h 764"/>
                  <a:gd name="T24" fmla="*/ 500 w 2970"/>
                  <a:gd name="T25" fmla="*/ 188 h 764"/>
                  <a:gd name="T26" fmla="*/ 472 w 2970"/>
                  <a:gd name="T27" fmla="*/ 216 h 764"/>
                  <a:gd name="T28" fmla="*/ 418 w 2970"/>
                  <a:gd name="T29" fmla="*/ 274 h 764"/>
                  <a:gd name="T30" fmla="*/ 370 w 2970"/>
                  <a:gd name="T31" fmla="*/ 330 h 764"/>
                  <a:gd name="T32" fmla="*/ 370 w 2970"/>
                  <a:gd name="T33" fmla="*/ 330 h 764"/>
                  <a:gd name="T34" fmla="*/ 220 w 2970"/>
                  <a:gd name="T35" fmla="*/ 498 h 764"/>
                  <a:gd name="T36" fmla="*/ 104 w 2970"/>
                  <a:gd name="T37" fmla="*/ 626 h 764"/>
                  <a:gd name="T38" fmla="*/ 26 w 2970"/>
                  <a:gd name="T39" fmla="*/ 708 h 764"/>
                  <a:gd name="T40" fmla="*/ 0 w 2970"/>
                  <a:gd name="T41" fmla="*/ 736 h 764"/>
                  <a:gd name="T42" fmla="*/ 0 w 2970"/>
                  <a:gd name="T43" fmla="*/ 736 h 764"/>
                  <a:gd name="T44" fmla="*/ 392 w 2970"/>
                  <a:gd name="T45" fmla="*/ 456 h 764"/>
                  <a:gd name="T46" fmla="*/ 392 w 2970"/>
                  <a:gd name="T47" fmla="*/ 456 h 764"/>
                  <a:gd name="T48" fmla="*/ 430 w 2970"/>
                  <a:gd name="T49" fmla="*/ 500 h 764"/>
                  <a:gd name="T50" fmla="*/ 474 w 2970"/>
                  <a:gd name="T51" fmla="*/ 548 h 764"/>
                  <a:gd name="T52" fmla="*/ 528 w 2970"/>
                  <a:gd name="T53" fmla="*/ 600 h 764"/>
                  <a:gd name="T54" fmla="*/ 556 w 2970"/>
                  <a:gd name="T55" fmla="*/ 624 h 764"/>
                  <a:gd name="T56" fmla="*/ 586 w 2970"/>
                  <a:gd name="T57" fmla="*/ 650 h 764"/>
                  <a:gd name="T58" fmla="*/ 616 w 2970"/>
                  <a:gd name="T59" fmla="*/ 672 h 764"/>
                  <a:gd name="T60" fmla="*/ 648 w 2970"/>
                  <a:gd name="T61" fmla="*/ 694 h 764"/>
                  <a:gd name="T62" fmla="*/ 682 w 2970"/>
                  <a:gd name="T63" fmla="*/ 714 h 764"/>
                  <a:gd name="T64" fmla="*/ 714 w 2970"/>
                  <a:gd name="T65" fmla="*/ 732 h 764"/>
                  <a:gd name="T66" fmla="*/ 748 w 2970"/>
                  <a:gd name="T67" fmla="*/ 746 h 764"/>
                  <a:gd name="T68" fmla="*/ 782 w 2970"/>
                  <a:gd name="T69" fmla="*/ 756 h 764"/>
                  <a:gd name="T70" fmla="*/ 818 w 2970"/>
                  <a:gd name="T71" fmla="*/ 762 h 764"/>
                  <a:gd name="T72" fmla="*/ 852 w 2970"/>
                  <a:gd name="T73" fmla="*/ 764 h 764"/>
                  <a:gd name="T74" fmla="*/ 852 w 2970"/>
                  <a:gd name="T75" fmla="*/ 764 h 764"/>
                  <a:gd name="T76" fmla="*/ 2970 w 2970"/>
                  <a:gd name="T77" fmla="*/ 764 h 764"/>
                  <a:gd name="T78" fmla="*/ 2970 w 2970"/>
                  <a:gd name="T79" fmla="*/ 0 h 764"/>
                  <a:gd name="T80" fmla="*/ 2970 w 2970"/>
                  <a:gd name="T81" fmla="*/ 0 h 764"/>
                  <a:gd name="T82" fmla="*/ 852 w 2970"/>
                  <a:gd name="T83" fmla="*/ 0 h 764"/>
                  <a:gd name="T84" fmla="*/ 852 w 2970"/>
                  <a:gd name="T85"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970" h="764">
                    <a:moveTo>
                      <a:pt x="852" y="0"/>
                    </a:moveTo>
                    <a:lnTo>
                      <a:pt x="852" y="0"/>
                    </a:lnTo>
                    <a:lnTo>
                      <a:pt x="818" y="2"/>
                    </a:lnTo>
                    <a:lnTo>
                      <a:pt x="784" y="8"/>
                    </a:lnTo>
                    <a:lnTo>
                      <a:pt x="750" y="18"/>
                    </a:lnTo>
                    <a:lnTo>
                      <a:pt x="716" y="32"/>
                    </a:lnTo>
                    <a:lnTo>
                      <a:pt x="684" y="48"/>
                    </a:lnTo>
                    <a:lnTo>
                      <a:pt x="652" y="66"/>
                    </a:lnTo>
                    <a:lnTo>
                      <a:pt x="620" y="88"/>
                    </a:lnTo>
                    <a:lnTo>
                      <a:pt x="588" y="110"/>
                    </a:lnTo>
                    <a:lnTo>
                      <a:pt x="558" y="134"/>
                    </a:lnTo>
                    <a:lnTo>
                      <a:pt x="528" y="162"/>
                    </a:lnTo>
                    <a:lnTo>
                      <a:pt x="500" y="188"/>
                    </a:lnTo>
                    <a:lnTo>
                      <a:pt x="472" y="216"/>
                    </a:lnTo>
                    <a:lnTo>
                      <a:pt x="418" y="274"/>
                    </a:lnTo>
                    <a:lnTo>
                      <a:pt x="370" y="330"/>
                    </a:lnTo>
                    <a:lnTo>
                      <a:pt x="370" y="330"/>
                    </a:lnTo>
                    <a:lnTo>
                      <a:pt x="220" y="498"/>
                    </a:lnTo>
                    <a:lnTo>
                      <a:pt x="104" y="626"/>
                    </a:lnTo>
                    <a:lnTo>
                      <a:pt x="26" y="708"/>
                    </a:lnTo>
                    <a:lnTo>
                      <a:pt x="0" y="736"/>
                    </a:lnTo>
                    <a:lnTo>
                      <a:pt x="0" y="736"/>
                    </a:lnTo>
                    <a:lnTo>
                      <a:pt x="392" y="456"/>
                    </a:lnTo>
                    <a:lnTo>
                      <a:pt x="392" y="456"/>
                    </a:lnTo>
                    <a:lnTo>
                      <a:pt x="430" y="500"/>
                    </a:lnTo>
                    <a:lnTo>
                      <a:pt x="474" y="548"/>
                    </a:lnTo>
                    <a:lnTo>
                      <a:pt x="528" y="600"/>
                    </a:lnTo>
                    <a:lnTo>
                      <a:pt x="556" y="624"/>
                    </a:lnTo>
                    <a:lnTo>
                      <a:pt x="586" y="650"/>
                    </a:lnTo>
                    <a:lnTo>
                      <a:pt x="616" y="672"/>
                    </a:lnTo>
                    <a:lnTo>
                      <a:pt x="648" y="694"/>
                    </a:lnTo>
                    <a:lnTo>
                      <a:pt x="682" y="714"/>
                    </a:lnTo>
                    <a:lnTo>
                      <a:pt x="714" y="732"/>
                    </a:lnTo>
                    <a:lnTo>
                      <a:pt x="748" y="746"/>
                    </a:lnTo>
                    <a:lnTo>
                      <a:pt x="782" y="756"/>
                    </a:lnTo>
                    <a:lnTo>
                      <a:pt x="818" y="762"/>
                    </a:lnTo>
                    <a:lnTo>
                      <a:pt x="852" y="764"/>
                    </a:lnTo>
                    <a:lnTo>
                      <a:pt x="852" y="764"/>
                    </a:lnTo>
                    <a:lnTo>
                      <a:pt x="2970" y="764"/>
                    </a:lnTo>
                    <a:lnTo>
                      <a:pt x="2970" y="0"/>
                    </a:lnTo>
                    <a:lnTo>
                      <a:pt x="2970" y="0"/>
                    </a:lnTo>
                    <a:lnTo>
                      <a:pt x="852" y="0"/>
                    </a:lnTo>
                    <a:lnTo>
                      <a:pt x="852" y="0"/>
                    </a:lnTo>
                    <a:close/>
                  </a:path>
                </a:pathLst>
              </a:custGeom>
              <a:solidFill>
                <a:srgbClr val="1450B8"/>
              </a:solidFill>
              <a:ln>
                <a:solidFill>
                  <a:srgbClr val="1450B8"/>
                </a:solidFill>
              </a:ln>
            </p:spPr>
            <p:txBody>
              <a:bodyPr vert="horz" wrap="square" lIns="82938" tIns="41469" rIns="82938" bIns="41469" numCol="1" anchor="t" anchorCtr="0" compatLnSpc="1"/>
              <a:lstStyle/>
              <a:p>
                <a:endParaRPr lang="en-GB" sz="1815"/>
              </a:p>
            </p:txBody>
          </p:sp>
        </p:grpSp>
        <p:sp>
          <p:nvSpPr>
            <p:cNvPr id="67" name="Rectangle 66"/>
            <p:cNvSpPr/>
            <p:nvPr/>
          </p:nvSpPr>
          <p:spPr>
            <a:xfrm>
              <a:off x="3186460" y="3368022"/>
              <a:ext cx="3384376" cy="1109639"/>
            </a:xfrm>
            <a:prstGeom prst="rect">
              <a:avLst/>
            </a:prstGeom>
          </p:spPr>
          <p:txBody>
            <a:bodyPr wrap="square">
              <a:spAutoFit/>
            </a:bodyPr>
            <a:lstStyle/>
            <a:p>
              <a:pPr>
                <a:spcAft>
                  <a:spcPts val="600"/>
                </a:spcAft>
              </a:pPr>
              <a:r>
                <a:rPr lang="en-GB" sz="905" b="1" dirty="0" smtClean="0">
                  <a:solidFill>
                    <a:schemeClr val="bg2"/>
                  </a:solidFill>
                  <a:latin typeface="腾讯体 W7" panose="020C08030202040F0204" pitchFamily="18" charset="-122"/>
                </a:rPr>
                <a:t>Option 1</a:t>
              </a:r>
              <a:endParaRPr lang="en-GB" sz="905" b="1" dirty="0" smtClean="0">
                <a:solidFill>
                  <a:schemeClr val="bg2"/>
                </a:solidFill>
                <a:latin typeface="腾讯体 W7" panose="020C08030202040F0204" pitchFamily="18" charset="-122"/>
              </a:endParaRPr>
            </a:p>
            <a:p>
              <a:r>
                <a:rPr lang="en-GB" sz="905" dirty="0" err="1" smtClean="0">
                  <a:solidFill>
                    <a:schemeClr val="bg2"/>
                  </a:solidFill>
                  <a:latin typeface="腾讯体 W7" panose="020C08030202040F0204" pitchFamily="18" charset="-122"/>
                </a:rPr>
                <a:t>Mauris</a:t>
              </a:r>
              <a:r>
                <a:rPr lang="en-GB" sz="905" dirty="0" smtClean="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endParaRPr lang="en-GB" sz="905" dirty="0">
                <a:solidFill>
                  <a:schemeClr val="bg2"/>
                </a:solidFill>
                <a:latin typeface="腾讯体 W7" panose="020C08030202040F0204" pitchFamily="18" charset="-122"/>
              </a:endParaRPr>
            </a:p>
          </p:txBody>
        </p:sp>
        <p:sp>
          <p:nvSpPr>
            <p:cNvPr id="119" name="Rectangle 118"/>
            <p:cNvSpPr/>
            <p:nvPr/>
          </p:nvSpPr>
          <p:spPr>
            <a:xfrm>
              <a:off x="666180" y="3999884"/>
              <a:ext cx="1152128" cy="346543"/>
            </a:xfrm>
            <a:prstGeom prst="rect">
              <a:avLst/>
            </a:prstGeom>
          </p:spPr>
          <p:txBody>
            <a:bodyPr wrap="square">
              <a:spAutoFit/>
            </a:bodyPr>
            <a:lstStyle/>
            <a:p>
              <a:r>
                <a:rPr lang="en-GB" sz="1450" b="1" dirty="0" smtClean="0">
                  <a:solidFill>
                    <a:srgbClr val="1450B8"/>
                  </a:solidFill>
                  <a:latin typeface="腾讯体 W7" panose="020C08030202040F0204" pitchFamily="18" charset="-122"/>
                </a:rPr>
                <a:t>Options</a:t>
              </a:r>
              <a:endParaRPr lang="en-GB" sz="1450" dirty="0">
                <a:solidFill>
                  <a:srgbClr val="1450B8"/>
                </a:solidFill>
                <a:latin typeface="腾讯体 W7" panose="020C08030202040F0204" pitchFamily="18" charset="-122"/>
              </a:endParaRPr>
            </a:p>
          </p:txBody>
        </p:sp>
        <p:sp>
          <p:nvSpPr>
            <p:cNvPr id="120" name="Rectangle 119"/>
            <p:cNvSpPr/>
            <p:nvPr/>
          </p:nvSpPr>
          <p:spPr>
            <a:xfrm>
              <a:off x="594172" y="3247769"/>
              <a:ext cx="1224136" cy="1022828"/>
            </a:xfrm>
            <a:prstGeom prst="rect">
              <a:avLst/>
            </a:prstGeom>
          </p:spPr>
          <p:txBody>
            <a:bodyPr wrap="square">
              <a:spAutoFit/>
            </a:bodyPr>
            <a:lstStyle/>
            <a:p>
              <a:r>
                <a:rPr lang="en-GB" sz="5440" b="1" dirty="0" smtClean="0">
                  <a:solidFill>
                    <a:srgbClr val="1450B8"/>
                  </a:solidFill>
                  <a:latin typeface="腾讯体 W7" panose="020C08030202040F0204" pitchFamily="18" charset="-122"/>
                </a:rPr>
                <a:t>02</a:t>
              </a:r>
              <a:endParaRPr lang="en-GB" sz="5440" dirty="0">
                <a:solidFill>
                  <a:srgbClr val="1450B8"/>
                </a:solidFill>
                <a:latin typeface="腾讯体 W7" panose="020C08030202040F0204" pitchFamily="18" charset="-122"/>
              </a:endParaRPr>
            </a:p>
          </p:txBody>
        </p:sp>
      </p:grpSp>
      <p:grpSp>
        <p:nvGrpSpPr>
          <p:cNvPr id="12" name="Group 11"/>
          <p:cNvGrpSpPr/>
          <p:nvPr/>
        </p:nvGrpSpPr>
        <p:grpSpPr>
          <a:xfrm>
            <a:off x="1748914" y="4001489"/>
            <a:ext cx="5514853" cy="1120199"/>
            <a:chOff x="554038" y="4428957"/>
            <a:chExt cx="6080125" cy="1235019"/>
          </a:xfrm>
        </p:grpSpPr>
        <p:grpSp>
          <p:nvGrpSpPr>
            <p:cNvPr id="60" name="Group 59"/>
            <p:cNvGrpSpPr/>
            <p:nvPr/>
          </p:nvGrpSpPr>
          <p:grpSpPr>
            <a:xfrm>
              <a:off x="554038" y="4460421"/>
              <a:ext cx="6080125" cy="1198163"/>
              <a:chOff x="554038" y="1908175"/>
              <a:chExt cx="6080125" cy="1308100"/>
            </a:xfrm>
          </p:grpSpPr>
          <p:sp>
            <p:nvSpPr>
              <p:cNvPr id="61" name="Freeform 6"/>
              <p:cNvSpPr/>
              <p:nvPr/>
            </p:nvSpPr>
            <p:spPr bwMode="auto">
              <a:xfrm>
                <a:off x="554038" y="2003425"/>
                <a:ext cx="2022475" cy="1212850"/>
              </a:xfrm>
              <a:custGeom>
                <a:avLst/>
                <a:gdLst>
                  <a:gd name="T0" fmla="*/ 632 w 1274"/>
                  <a:gd name="T1" fmla="*/ 0 h 764"/>
                  <a:gd name="T2" fmla="*/ 632 w 1274"/>
                  <a:gd name="T3" fmla="*/ 0 h 764"/>
                  <a:gd name="T4" fmla="*/ 664 w 1274"/>
                  <a:gd name="T5" fmla="*/ 2 h 764"/>
                  <a:gd name="T6" fmla="*/ 696 w 1274"/>
                  <a:gd name="T7" fmla="*/ 6 h 764"/>
                  <a:gd name="T8" fmla="*/ 726 w 1274"/>
                  <a:gd name="T9" fmla="*/ 14 h 764"/>
                  <a:gd name="T10" fmla="*/ 756 w 1274"/>
                  <a:gd name="T11" fmla="*/ 24 h 764"/>
                  <a:gd name="T12" fmla="*/ 784 w 1274"/>
                  <a:gd name="T13" fmla="*/ 36 h 764"/>
                  <a:gd name="T14" fmla="*/ 810 w 1274"/>
                  <a:gd name="T15" fmla="*/ 52 h 764"/>
                  <a:gd name="T16" fmla="*/ 838 w 1274"/>
                  <a:gd name="T17" fmla="*/ 70 h 764"/>
                  <a:gd name="T18" fmla="*/ 864 w 1274"/>
                  <a:gd name="T19" fmla="*/ 90 h 764"/>
                  <a:gd name="T20" fmla="*/ 890 w 1274"/>
                  <a:gd name="T21" fmla="*/ 114 h 764"/>
                  <a:gd name="T22" fmla="*/ 916 w 1274"/>
                  <a:gd name="T23" fmla="*/ 138 h 764"/>
                  <a:gd name="T24" fmla="*/ 970 w 1274"/>
                  <a:gd name="T25" fmla="*/ 194 h 764"/>
                  <a:gd name="T26" fmla="*/ 1026 w 1274"/>
                  <a:gd name="T27" fmla="*/ 256 h 764"/>
                  <a:gd name="T28" fmla="*/ 1088 w 1274"/>
                  <a:gd name="T29" fmla="*/ 326 h 764"/>
                  <a:gd name="T30" fmla="*/ 1088 w 1274"/>
                  <a:gd name="T31" fmla="*/ 326 h 764"/>
                  <a:gd name="T32" fmla="*/ 1106 w 1274"/>
                  <a:gd name="T33" fmla="*/ 342 h 764"/>
                  <a:gd name="T34" fmla="*/ 1122 w 1274"/>
                  <a:gd name="T35" fmla="*/ 352 h 764"/>
                  <a:gd name="T36" fmla="*/ 1138 w 1274"/>
                  <a:gd name="T37" fmla="*/ 358 h 764"/>
                  <a:gd name="T38" fmla="*/ 1156 w 1274"/>
                  <a:gd name="T39" fmla="*/ 360 h 764"/>
                  <a:gd name="T40" fmla="*/ 1172 w 1274"/>
                  <a:gd name="T41" fmla="*/ 358 h 764"/>
                  <a:gd name="T42" fmla="*/ 1186 w 1274"/>
                  <a:gd name="T43" fmla="*/ 354 h 764"/>
                  <a:gd name="T44" fmla="*/ 1202 w 1274"/>
                  <a:gd name="T45" fmla="*/ 346 h 764"/>
                  <a:gd name="T46" fmla="*/ 1216 w 1274"/>
                  <a:gd name="T47" fmla="*/ 338 h 764"/>
                  <a:gd name="T48" fmla="*/ 1228 w 1274"/>
                  <a:gd name="T49" fmla="*/ 328 h 764"/>
                  <a:gd name="T50" fmla="*/ 1240 w 1274"/>
                  <a:gd name="T51" fmla="*/ 316 h 764"/>
                  <a:gd name="T52" fmla="*/ 1258 w 1274"/>
                  <a:gd name="T53" fmla="*/ 296 h 764"/>
                  <a:gd name="T54" fmla="*/ 1270 w 1274"/>
                  <a:gd name="T55" fmla="*/ 280 h 764"/>
                  <a:gd name="T56" fmla="*/ 1274 w 1274"/>
                  <a:gd name="T57" fmla="*/ 274 h 764"/>
                  <a:gd name="T58" fmla="*/ 1274 w 1274"/>
                  <a:gd name="T59" fmla="*/ 274 h 764"/>
                  <a:gd name="T60" fmla="*/ 1074 w 1274"/>
                  <a:gd name="T61" fmla="*/ 476 h 764"/>
                  <a:gd name="T62" fmla="*/ 1074 w 1274"/>
                  <a:gd name="T63" fmla="*/ 476 h 764"/>
                  <a:gd name="T64" fmla="*/ 984 w 1274"/>
                  <a:gd name="T65" fmla="*/ 566 h 764"/>
                  <a:gd name="T66" fmla="*/ 934 w 1274"/>
                  <a:gd name="T67" fmla="*/ 614 h 764"/>
                  <a:gd name="T68" fmla="*/ 908 w 1274"/>
                  <a:gd name="T69" fmla="*/ 638 h 764"/>
                  <a:gd name="T70" fmla="*/ 882 w 1274"/>
                  <a:gd name="T71" fmla="*/ 660 h 764"/>
                  <a:gd name="T72" fmla="*/ 854 w 1274"/>
                  <a:gd name="T73" fmla="*/ 680 h 764"/>
                  <a:gd name="T74" fmla="*/ 826 w 1274"/>
                  <a:gd name="T75" fmla="*/ 700 h 764"/>
                  <a:gd name="T76" fmla="*/ 796 w 1274"/>
                  <a:gd name="T77" fmla="*/ 716 h 764"/>
                  <a:gd name="T78" fmla="*/ 766 w 1274"/>
                  <a:gd name="T79" fmla="*/ 732 h 764"/>
                  <a:gd name="T80" fmla="*/ 734 w 1274"/>
                  <a:gd name="T81" fmla="*/ 744 h 764"/>
                  <a:gd name="T82" fmla="*/ 700 w 1274"/>
                  <a:gd name="T83" fmla="*/ 754 h 764"/>
                  <a:gd name="T84" fmla="*/ 666 w 1274"/>
                  <a:gd name="T85" fmla="*/ 762 h 764"/>
                  <a:gd name="T86" fmla="*/ 632 w 1274"/>
                  <a:gd name="T87" fmla="*/ 764 h 764"/>
                  <a:gd name="T88" fmla="*/ 632 w 1274"/>
                  <a:gd name="T89" fmla="*/ 764 h 764"/>
                  <a:gd name="T90" fmla="*/ 302 w 1274"/>
                  <a:gd name="T91" fmla="*/ 764 h 764"/>
                  <a:gd name="T92" fmla="*/ 0 w 1274"/>
                  <a:gd name="T93" fmla="*/ 764 h 764"/>
                  <a:gd name="T94" fmla="*/ 0 w 1274"/>
                  <a:gd name="T95" fmla="*/ 0 h 764"/>
                  <a:gd name="T96" fmla="*/ 0 w 1274"/>
                  <a:gd name="T97" fmla="*/ 0 h 764"/>
                  <a:gd name="T98" fmla="*/ 632 w 1274"/>
                  <a:gd name="T99" fmla="*/ 0 h 764"/>
                  <a:gd name="T100" fmla="*/ 632 w 1274"/>
                  <a:gd name="T101"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74" h="764">
                    <a:moveTo>
                      <a:pt x="632" y="0"/>
                    </a:moveTo>
                    <a:lnTo>
                      <a:pt x="632" y="0"/>
                    </a:lnTo>
                    <a:lnTo>
                      <a:pt x="664" y="2"/>
                    </a:lnTo>
                    <a:lnTo>
                      <a:pt x="696" y="6"/>
                    </a:lnTo>
                    <a:lnTo>
                      <a:pt x="726" y="14"/>
                    </a:lnTo>
                    <a:lnTo>
                      <a:pt x="756" y="24"/>
                    </a:lnTo>
                    <a:lnTo>
                      <a:pt x="784" y="36"/>
                    </a:lnTo>
                    <a:lnTo>
                      <a:pt x="810" y="52"/>
                    </a:lnTo>
                    <a:lnTo>
                      <a:pt x="838" y="70"/>
                    </a:lnTo>
                    <a:lnTo>
                      <a:pt x="864" y="90"/>
                    </a:lnTo>
                    <a:lnTo>
                      <a:pt x="890" y="114"/>
                    </a:lnTo>
                    <a:lnTo>
                      <a:pt x="916" y="138"/>
                    </a:lnTo>
                    <a:lnTo>
                      <a:pt x="970" y="194"/>
                    </a:lnTo>
                    <a:lnTo>
                      <a:pt x="1026" y="256"/>
                    </a:lnTo>
                    <a:lnTo>
                      <a:pt x="1088" y="326"/>
                    </a:lnTo>
                    <a:lnTo>
                      <a:pt x="1088" y="326"/>
                    </a:lnTo>
                    <a:lnTo>
                      <a:pt x="1106" y="342"/>
                    </a:lnTo>
                    <a:lnTo>
                      <a:pt x="1122" y="352"/>
                    </a:lnTo>
                    <a:lnTo>
                      <a:pt x="1138" y="358"/>
                    </a:lnTo>
                    <a:lnTo>
                      <a:pt x="1156" y="360"/>
                    </a:lnTo>
                    <a:lnTo>
                      <a:pt x="1172" y="358"/>
                    </a:lnTo>
                    <a:lnTo>
                      <a:pt x="1186" y="354"/>
                    </a:lnTo>
                    <a:lnTo>
                      <a:pt x="1202" y="346"/>
                    </a:lnTo>
                    <a:lnTo>
                      <a:pt x="1216" y="338"/>
                    </a:lnTo>
                    <a:lnTo>
                      <a:pt x="1228" y="328"/>
                    </a:lnTo>
                    <a:lnTo>
                      <a:pt x="1240" y="316"/>
                    </a:lnTo>
                    <a:lnTo>
                      <a:pt x="1258" y="296"/>
                    </a:lnTo>
                    <a:lnTo>
                      <a:pt x="1270" y="280"/>
                    </a:lnTo>
                    <a:lnTo>
                      <a:pt x="1274" y="274"/>
                    </a:lnTo>
                    <a:lnTo>
                      <a:pt x="1274" y="274"/>
                    </a:lnTo>
                    <a:lnTo>
                      <a:pt x="1074" y="476"/>
                    </a:lnTo>
                    <a:lnTo>
                      <a:pt x="1074" y="476"/>
                    </a:lnTo>
                    <a:lnTo>
                      <a:pt x="984" y="566"/>
                    </a:lnTo>
                    <a:lnTo>
                      <a:pt x="934" y="614"/>
                    </a:lnTo>
                    <a:lnTo>
                      <a:pt x="908" y="638"/>
                    </a:lnTo>
                    <a:lnTo>
                      <a:pt x="882" y="660"/>
                    </a:lnTo>
                    <a:lnTo>
                      <a:pt x="854" y="680"/>
                    </a:lnTo>
                    <a:lnTo>
                      <a:pt x="826" y="700"/>
                    </a:lnTo>
                    <a:lnTo>
                      <a:pt x="796" y="716"/>
                    </a:lnTo>
                    <a:lnTo>
                      <a:pt x="766" y="732"/>
                    </a:lnTo>
                    <a:lnTo>
                      <a:pt x="734" y="744"/>
                    </a:lnTo>
                    <a:lnTo>
                      <a:pt x="700" y="754"/>
                    </a:lnTo>
                    <a:lnTo>
                      <a:pt x="666" y="762"/>
                    </a:lnTo>
                    <a:lnTo>
                      <a:pt x="632" y="764"/>
                    </a:lnTo>
                    <a:lnTo>
                      <a:pt x="632" y="764"/>
                    </a:lnTo>
                    <a:lnTo>
                      <a:pt x="302" y="764"/>
                    </a:lnTo>
                    <a:lnTo>
                      <a:pt x="0" y="764"/>
                    </a:lnTo>
                    <a:lnTo>
                      <a:pt x="0" y="0"/>
                    </a:lnTo>
                    <a:lnTo>
                      <a:pt x="0" y="0"/>
                    </a:lnTo>
                    <a:lnTo>
                      <a:pt x="632" y="0"/>
                    </a:lnTo>
                    <a:lnTo>
                      <a:pt x="632" y="0"/>
                    </a:lnTo>
                    <a:close/>
                  </a:path>
                </a:pathLst>
              </a:custGeom>
              <a:solidFill>
                <a:schemeClr val="bg2"/>
              </a:solidFill>
              <a:ln>
                <a:solidFill>
                  <a:schemeClr val="accent4"/>
                </a:solidFill>
              </a:ln>
            </p:spPr>
            <p:txBody>
              <a:bodyPr vert="horz" wrap="square" lIns="82938" tIns="41469" rIns="82938" bIns="41469" numCol="1" anchor="t" anchorCtr="0" compatLnSpc="1"/>
              <a:lstStyle/>
              <a:p>
                <a:endParaRPr lang="en-GB" sz="1815"/>
              </a:p>
            </p:txBody>
          </p:sp>
          <p:sp>
            <p:nvSpPr>
              <p:cNvPr id="62" name="Freeform 7"/>
              <p:cNvSpPr/>
              <p:nvPr/>
            </p:nvSpPr>
            <p:spPr bwMode="auto">
              <a:xfrm>
                <a:off x="1919288" y="1908175"/>
                <a:ext cx="4714875" cy="1212850"/>
              </a:xfrm>
              <a:custGeom>
                <a:avLst/>
                <a:gdLst>
                  <a:gd name="T0" fmla="*/ 852 w 2970"/>
                  <a:gd name="T1" fmla="*/ 0 h 764"/>
                  <a:gd name="T2" fmla="*/ 852 w 2970"/>
                  <a:gd name="T3" fmla="*/ 0 h 764"/>
                  <a:gd name="T4" fmla="*/ 818 w 2970"/>
                  <a:gd name="T5" fmla="*/ 2 h 764"/>
                  <a:gd name="T6" fmla="*/ 784 w 2970"/>
                  <a:gd name="T7" fmla="*/ 8 h 764"/>
                  <a:gd name="T8" fmla="*/ 750 w 2970"/>
                  <a:gd name="T9" fmla="*/ 18 h 764"/>
                  <a:gd name="T10" fmla="*/ 716 w 2970"/>
                  <a:gd name="T11" fmla="*/ 32 h 764"/>
                  <a:gd name="T12" fmla="*/ 684 w 2970"/>
                  <a:gd name="T13" fmla="*/ 48 h 764"/>
                  <a:gd name="T14" fmla="*/ 652 w 2970"/>
                  <a:gd name="T15" fmla="*/ 66 h 764"/>
                  <a:gd name="T16" fmla="*/ 620 w 2970"/>
                  <a:gd name="T17" fmla="*/ 88 h 764"/>
                  <a:gd name="T18" fmla="*/ 588 w 2970"/>
                  <a:gd name="T19" fmla="*/ 110 h 764"/>
                  <a:gd name="T20" fmla="*/ 558 w 2970"/>
                  <a:gd name="T21" fmla="*/ 134 h 764"/>
                  <a:gd name="T22" fmla="*/ 528 w 2970"/>
                  <a:gd name="T23" fmla="*/ 162 h 764"/>
                  <a:gd name="T24" fmla="*/ 500 w 2970"/>
                  <a:gd name="T25" fmla="*/ 188 h 764"/>
                  <a:gd name="T26" fmla="*/ 472 w 2970"/>
                  <a:gd name="T27" fmla="*/ 216 h 764"/>
                  <a:gd name="T28" fmla="*/ 418 w 2970"/>
                  <a:gd name="T29" fmla="*/ 274 h 764"/>
                  <a:gd name="T30" fmla="*/ 370 w 2970"/>
                  <a:gd name="T31" fmla="*/ 330 h 764"/>
                  <a:gd name="T32" fmla="*/ 370 w 2970"/>
                  <a:gd name="T33" fmla="*/ 330 h 764"/>
                  <a:gd name="T34" fmla="*/ 220 w 2970"/>
                  <a:gd name="T35" fmla="*/ 498 h 764"/>
                  <a:gd name="T36" fmla="*/ 104 w 2970"/>
                  <a:gd name="T37" fmla="*/ 626 h 764"/>
                  <a:gd name="T38" fmla="*/ 26 w 2970"/>
                  <a:gd name="T39" fmla="*/ 708 h 764"/>
                  <a:gd name="T40" fmla="*/ 0 w 2970"/>
                  <a:gd name="T41" fmla="*/ 736 h 764"/>
                  <a:gd name="T42" fmla="*/ 0 w 2970"/>
                  <a:gd name="T43" fmla="*/ 736 h 764"/>
                  <a:gd name="T44" fmla="*/ 392 w 2970"/>
                  <a:gd name="T45" fmla="*/ 456 h 764"/>
                  <a:gd name="T46" fmla="*/ 392 w 2970"/>
                  <a:gd name="T47" fmla="*/ 456 h 764"/>
                  <a:gd name="T48" fmla="*/ 430 w 2970"/>
                  <a:gd name="T49" fmla="*/ 500 h 764"/>
                  <a:gd name="T50" fmla="*/ 474 w 2970"/>
                  <a:gd name="T51" fmla="*/ 548 h 764"/>
                  <a:gd name="T52" fmla="*/ 528 w 2970"/>
                  <a:gd name="T53" fmla="*/ 600 h 764"/>
                  <a:gd name="T54" fmla="*/ 556 w 2970"/>
                  <a:gd name="T55" fmla="*/ 624 h 764"/>
                  <a:gd name="T56" fmla="*/ 586 w 2970"/>
                  <a:gd name="T57" fmla="*/ 650 h 764"/>
                  <a:gd name="T58" fmla="*/ 616 w 2970"/>
                  <a:gd name="T59" fmla="*/ 672 h 764"/>
                  <a:gd name="T60" fmla="*/ 648 w 2970"/>
                  <a:gd name="T61" fmla="*/ 694 h 764"/>
                  <a:gd name="T62" fmla="*/ 682 w 2970"/>
                  <a:gd name="T63" fmla="*/ 714 h 764"/>
                  <a:gd name="T64" fmla="*/ 714 w 2970"/>
                  <a:gd name="T65" fmla="*/ 732 h 764"/>
                  <a:gd name="T66" fmla="*/ 748 w 2970"/>
                  <a:gd name="T67" fmla="*/ 746 h 764"/>
                  <a:gd name="T68" fmla="*/ 782 w 2970"/>
                  <a:gd name="T69" fmla="*/ 756 h 764"/>
                  <a:gd name="T70" fmla="*/ 818 w 2970"/>
                  <a:gd name="T71" fmla="*/ 762 h 764"/>
                  <a:gd name="T72" fmla="*/ 852 w 2970"/>
                  <a:gd name="T73" fmla="*/ 764 h 764"/>
                  <a:gd name="T74" fmla="*/ 852 w 2970"/>
                  <a:gd name="T75" fmla="*/ 764 h 764"/>
                  <a:gd name="T76" fmla="*/ 2970 w 2970"/>
                  <a:gd name="T77" fmla="*/ 764 h 764"/>
                  <a:gd name="T78" fmla="*/ 2970 w 2970"/>
                  <a:gd name="T79" fmla="*/ 0 h 764"/>
                  <a:gd name="T80" fmla="*/ 2970 w 2970"/>
                  <a:gd name="T81" fmla="*/ 0 h 764"/>
                  <a:gd name="T82" fmla="*/ 852 w 2970"/>
                  <a:gd name="T83" fmla="*/ 0 h 764"/>
                  <a:gd name="T84" fmla="*/ 852 w 2970"/>
                  <a:gd name="T85"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970" h="764">
                    <a:moveTo>
                      <a:pt x="852" y="0"/>
                    </a:moveTo>
                    <a:lnTo>
                      <a:pt x="852" y="0"/>
                    </a:lnTo>
                    <a:lnTo>
                      <a:pt x="818" y="2"/>
                    </a:lnTo>
                    <a:lnTo>
                      <a:pt x="784" y="8"/>
                    </a:lnTo>
                    <a:lnTo>
                      <a:pt x="750" y="18"/>
                    </a:lnTo>
                    <a:lnTo>
                      <a:pt x="716" y="32"/>
                    </a:lnTo>
                    <a:lnTo>
                      <a:pt x="684" y="48"/>
                    </a:lnTo>
                    <a:lnTo>
                      <a:pt x="652" y="66"/>
                    </a:lnTo>
                    <a:lnTo>
                      <a:pt x="620" y="88"/>
                    </a:lnTo>
                    <a:lnTo>
                      <a:pt x="588" y="110"/>
                    </a:lnTo>
                    <a:lnTo>
                      <a:pt x="558" y="134"/>
                    </a:lnTo>
                    <a:lnTo>
                      <a:pt x="528" y="162"/>
                    </a:lnTo>
                    <a:lnTo>
                      <a:pt x="500" y="188"/>
                    </a:lnTo>
                    <a:lnTo>
                      <a:pt x="472" y="216"/>
                    </a:lnTo>
                    <a:lnTo>
                      <a:pt x="418" y="274"/>
                    </a:lnTo>
                    <a:lnTo>
                      <a:pt x="370" y="330"/>
                    </a:lnTo>
                    <a:lnTo>
                      <a:pt x="370" y="330"/>
                    </a:lnTo>
                    <a:lnTo>
                      <a:pt x="220" y="498"/>
                    </a:lnTo>
                    <a:lnTo>
                      <a:pt x="104" y="626"/>
                    </a:lnTo>
                    <a:lnTo>
                      <a:pt x="26" y="708"/>
                    </a:lnTo>
                    <a:lnTo>
                      <a:pt x="0" y="736"/>
                    </a:lnTo>
                    <a:lnTo>
                      <a:pt x="0" y="736"/>
                    </a:lnTo>
                    <a:lnTo>
                      <a:pt x="392" y="456"/>
                    </a:lnTo>
                    <a:lnTo>
                      <a:pt x="392" y="456"/>
                    </a:lnTo>
                    <a:lnTo>
                      <a:pt x="430" y="500"/>
                    </a:lnTo>
                    <a:lnTo>
                      <a:pt x="474" y="548"/>
                    </a:lnTo>
                    <a:lnTo>
                      <a:pt x="528" y="600"/>
                    </a:lnTo>
                    <a:lnTo>
                      <a:pt x="556" y="624"/>
                    </a:lnTo>
                    <a:lnTo>
                      <a:pt x="586" y="650"/>
                    </a:lnTo>
                    <a:lnTo>
                      <a:pt x="616" y="672"/>
                    </a:lnTo>
                    <a:lnTo>
                      <a:pt x="648" y="694"/>
                    </a:lnTo>
                    <a:lnTo>
                      <a:pt x="682" y="714"/>
                    </a:lnTo>
                    <a:lnTo>
                      <a:pt x="714" y="732"/>
                    </a:lnTo>
                    <a:lnTo>
                      <a:pt x="748" y="746"/>
                    </a:lnTo>
                    <a:lnTo>
                      <a:pt x="782" y="756"/>
                    </a:lnTo>
                    <a:lnTo>
                      <a:pt x="818" y="762"/>
                    </a:lnTo>
                    <a:lnTo>
                      <a:pt x="852" y="764"/>
                    </a:lnTo>
                    <a:lnTo>
                      <a:pt x="852" y="764"/>
                    </a:lnTo>
                    <a:lnTo>
                      <a:pt x="2970" y="764"/>
                    </a:lnTo>
                    <a:lnTo>
                      <a:pt x="2970" y="0"/>
                    </a:lnTo>
                    <a:lnTo>
                      <a:pt x="2970" y="0"/>
                    </a:lnTo>
                    <a:lnTo>
                      <a:pt x="852" y="0"/>
                    </a:lnTo>
                    <a:lnTo>
                      <a:pt x="852" y="0"/>
                    </a:lnTo>
                    <a:close/>
                  </a:path>
                </a:pathLst>
              </a:custGeom>
              <a:solidFill>
                <a:schemeClr val="accent4"/>
              </a:solidFill>
              <a:ln>
                <a:solidFill>
                  <a:schemeClr val="accent4"/>
                </a:solidFill>
              </a:ln>
            </p:spPr>
            <p:txBody>
              <a:bodyPr vert="horz" wrap="square" lIns="82938" tIns="41469" rIns="82938" bIns="41469" numCol="1" anchor="t" anchorCtr="0" compatLnSpc="1"/>
              <a:lstStyle/>
              <a:p>
                <a:endParaRPr lang="en-GB" sz="1815"/>
              </a:p>
            </p:txBody>
          </p:sp>
        </p:grpSp>
        <p:sp>
          <p:nvSpPr>
            <p:cNvPr id="76" name="Rectangle 75"/>
            <p:cNvSpPr/>
            <p:nvPr/>
          </p:nvSpPr>
          <p:spPr>
            <a:xfrm>
              <a:off x="3186460" y="4554337"/>
              <a:ext cx="3384376" cy="1109639"/>
            </a:xfrm>
            <a:prstGeom prst="rect">
              <a:avLst/>
            </a:prstGeom>
          </p:spPr>
          <p:txBody>
            <a:bodyPr wrap="square">
              <a:spAutoFit/>
            </a:bodyPr>
            <a:lstStyle/>
            <a:p>
              <a:pPr>
                <a:spcAft>
                  <a:spcPts val="600"/>
                </a:spcAft>
              </a:pPr>
              <a:r>
                <a:rPr lang="en-GB" sz="905" b="1" dirty="0" smtClean="0">
                  <a:solidFill>
                    <a:schemeClr val="bg2"/>
                  </a:solidFill>
                  <a:latin typeface="腾讯体 W7" panose="020C08030202040F0204" pitchFamily="18" charset="-122"/>
                </a:rPr>
                <a:t>Option 1</a:t>
              </a:r>
              <a:endParaRPr lang="en-GB" sz="905" b="1" dirty="0" smtClean="0">
                <a:solidFill>
                  <a:schemeClr val="bg2"/>
                </a:solidFill>
                <a:latin typeface="腾讯体 W7" panose="020C08030202040F0204" pitchFamily="18" charset="-122"/>
              </a:endParaRPr>
            </a:p>
            <a:p>
              <a:r>
                <a:rPr lang="en-GB" sz="905" dirty="0" err="1" smtClean="0">
                  <a:solidFill>
                    <a:schemeClr val="bg2"/>
                  </a:solidFill>
                  <a:latin typeface="腾讯体 W7" panose="020C08030202040F0204" pitchFamily="18" charset="-122"/>
                </a:rPr>
                <a:t>Mauris</a:t>
              </a:r>
              <a:r>
                <a:rPr lang="en-GB" sz="905" dirty="0" smtClean="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endParaRPr lang="en-GB" sz="905" dirty="0">
                <a:solidFill>
                  <a:schemeClr val="bg2"/>
                </a:solidFill>
                <a:latin typeface="腾讯体 W7" panose="020C08030202040F0204" pitchFamily="18" charset="-122"/>
              </a:endParaRPr>
            </a:p>
          </p:txBody>
        </p:sp>
        <p:sp>
          <p:nvSpPr>
            <p:cNvPr id="123" name="Rectangle 122"/>
            <p:cNvSpPr/>
            <p:nvPr/>
          </p:nvSpPr>
          <p:spPr>
            <a:xfrm>
              <a:off x="666180" y="5181072"/>
              <a:ext cx="1152128" cy="346543"/>
            </a:xfrm>
            <a:prstGeom prst="rect">
              <a:avLst/>
            </a:prstGeom>
          </p:spPr>
          <p:txBody>
            <a:bodyPr wrap="square">
              <a:spAutoFit/>
            </a:bodyPr>
            <a:lstStyle/>
            <a:p>
              <a:r>
                <a:rPr lang="en-GB" sz="1450" b="1" dirty="0" smtClean="0">
                  <a:solidFill>
                    <a:schemeClr val="accent4"/>
                  </a:solidFill>
                  <a:latin typeface="腾讯体 W7" panose="020C08030202040F0204" pitchFamily="18" charset="-122"/>
                </a:rPr>
                <a:t>Options</a:t>
              </a:r>
              <a:endParaRPr lang="en-GB" sz="1450" dirty="0">
                <a:solidFill>
                  <a:schemeClr val="accent4"/>
                </a:solidFill>
                <a:latin typeface="腾讯体 W7" panose="020C08030202040F0204" pitchFamily="18" charset="-122"/>
              </a:endParaRPr>
            </a:p>
          </p:txBody>
        </p:sp>
        <p:sp>
          <p:nvSpPr>
            <p:cNvPr id="124" name="Rectangle 123"/>
            <p:cNvSpPr/>
            <p:nvPr/>
          </p:nvSpPr>
          <p:spPr>
            <a:xfrm>
              <a:off x="594172" y="4428957"/>
              <a:ext cx="662558" cy="1022828"/>
            </a:xfrm>
            <a:prstGeom prst="rect">
              <a:avLst/>
            </a:prstGeom>
          </p:spPr>
          <p:txBody>
            <a:bodyPr wrap="square">
              <a:spAutoFit/>
            </a:bodyPr>
            <a:lstStyle/>
            <a:p>
              <a:r>
                <a:rPr lang="en-GB" sz="5440" b="1" dirty="0" smtClean="0">
                  <a:solidFill>
                    <a:schemeClr val="accent4"/>
                  </a:solidFill>
                  <a:latin typeface="腾讯体 W7" panose="020C08030202040F0204" pitchFamily="18" charset="-122"/>
                </a:rPr>
                <a:t>0</a:t>
              </a:r>
              <a:endParaRPr lang="en-GB" sz="5440" dirty="0">
                <a:solidFill>
                  <a:schemeClr val="accent4"/>
                </a:solidFill>
                <a:latin typeface="腾讯体 W7" panose="020C08030202040F0204" pitchFamily="18" charset="-122"/>
              </a:endParaRPr>
            </a:p>
          </p:txBody>
        </p:sp>
        <p:sp>
          <p:nvSpPr>
            <p:cNvPr id="127" name="Rectangle 126"/>
            <p:cNvSpPr/>
            <p:nvPr/>
          </p:nvSpPr>
          <p:spPr>
            <a:xfrm>
              <a:off x="1154052" y="4463428"/>
              <a:ext cx="592248" cy="870209"/>
            </a:xfrm>
            <a:prstGeom prst="rect">
              <a:avLst/>
            </a:prstGeom>
          </p:spPr>
          <p:txBody>
            <a:bodyPr wrap="square">
              <a:spAutoFit/>
            </a:bodyPr>
            <a:lstStyle/>
            <a:p>
              <a:r>
                <a:rPr lang="en-GB" sz="4535" b="1" dirty="0" smtClean="0">
                  <a:solidFill>
                    <a:schemeClr val="accent4"/>
                  </a:solidFill>
                  <a:latin typeface="腾讯体 W7" panose="020C08030202040F0204" pitchFamily="18" charset="-122"/>
                </a:rPr>
                <a:t>3</a:t>
              </a:r>
              <a:endParaRPr lang="en-GB" sz="4535" dirty="0">
                <a:solidFill>
                  <a:schemeClr val="accent4"/>
                </a:solidFill>
                <a:latin typeface="腾讯体 W7" panose="020C08030202040F0204" pitchFamily="18" charset="-122"/>
              </a:endParaRPr>
            </a:p>
          </p:txBody>
        </p:sp>
      </p:grpSp>
      <p:grpSp>
        <p:nvGrpSpPr>
          <p:cNvPr id="13" name="Group 12"/>
          <p:cNvGrpSpPr/>
          <p:nvPr/>
        </p:nvGrpSpPr>
        <p:grpSpPr>
          <a:xfrm>
            <a:off x="1748914" y="5105273"/>
            <a:ext cx="5514853" cy="1110431"/>
            <a:chOff x="554038" y="5654536"/>
            <a:chExt cx="6080125" cy="1224250"/>
          </a:xfrm>
        </p:grpSpPr>
        <p:grpSp>
          <p:nvGrpSpPr>
            <p:cNvPr id="63" name="Group 62"/>
            <p:cNvGrpSpPr/>
            <p:nvPr/>
          </p:nvGrpSpPr>
          <p:grpSpPr>
            <a:xfrm>
              <a:off x="554038" y="5678812"/>
              <a:ext cx="6080125" cy="1198163"/>
              <a:chOff x="554038" y="1908175"/>
              <a:chExt cx="6080125" cy="1308100"/>
            </a:xfrm>
          </p:grpSpPr>
          <p:sp>
            <p:nvSpPr>
              <p:cNvPr id="64" name="Freeform 6"/>
              <p:cNvSpPr/>
              <p:nvPr/>
            </p:nvSpPr>
            <p:spPr bwMode="auto">
              <a:xfrm>
                <a:off x="554038" y="2003425"/>
                <a:ext cx="2022475" cy="1212850"/>
              </a:xfrm>
              <a:custGeom>
                <a:avLst/>
                <a:gdLst>
                  <a:gd name="T0" fmla="*/ 632 w 1274"/>
                  <a:gd name="T1" fmla="*/ 0 h 764"/>
                  <a:gd name="T2" fmla="*/ 632 w 1274"/>
                  <a:gd name="T3" fmla="*/ 0 h 764"/>
                  <a:gd name="T4" fmla="*/ 664 w 1274"/>
                  <a:gd name="T5" fmla="*/ 2 h 764"/>
                  <a:gd name="T6" fmla="*/ 696 w 1274"/>
                  <a:gd name="T7" fmla="*/ 6 h 764"/>
                  <a:gd name="T8" fmla="*/ 726 w 1274"/>
                  <a:gd name="T9" fmla="*/ 14 h 764"/>
                  <a:gd name="T10" fmla="*/ 756 w 1274"/>
                  <a:gd name="T11" fmla="*/ 24 h 764"/>
                  <a:gd name="T12" fmla="*/ 784 w 1274"/>
                  <a:gd name="T13" fmla="*/ 36 h 764"/>
                  <a:gd name="T14" fmla="*/ 810 w 1274"/>
                  <a:gd name="T15" fmla="*/ 52 h 764"/>
                  <a:gd name="T16" fmla="*/ 838 w 1274"/>
                  <a:gd name="T17" fmla="*/ 70 h 764"/>
                  <a:gd name="T18" fmla="*/ 864 w 1274"/>
                  <a:gd name="T19" fmla="*/ 90 h 764"/>
                  <a:gd name="T20" fmla="*/ 890 w 1274"/>
                  <a:gd name="T21" fmla="*/ 114 h 764"/>
                  <a:gd name="T22" fmla="*/ 916 w 1274"/>
                  <a:gd name="T23" fmla="*/ 138 h 764"/>
                  <a:gd name="T24" fmla="*/ 970 w 1274"/>
                  <a:gd name="T25" fmla="*/ 194 h 764"/>
                  <a:gd name="T26" fmla="*/ 1026 w 1274"/>
                  <a:gd name="T27" fmla="*/ 256 h 764"/>
                  <a:gd name="T28" fmla="*/ 1088 w 1274"/>
                  <a:gd name="T29" fmla="*/ 326 h 764"/>
                  <a:gd name="T30" fmla="*/ 1088 w 1274"/>
                  <a:gd name="T31" fmla="*/ 326 h 764"/>
                  <a:gd name="T32" fmla="*/ 1106 w 1274"/>
                  <a:gd name="T33" fmla="*/ 342 h 764"/>
                  <a:gd name="T34" fmla="*/ 1122 w 1274"/>
                  <a:gd name="T35" fmla="*/ 352 h 764"/>
                  <a:gd name="T36" fmla="*/ 1138 w 1274"/>
                  <a:gd name="T37" fmla="*/ 358 h 764"/>
                  <a:gd name="T38" fmla="*/ 1156 w 1274"/>
                  <a:gd name="T39" fmla="*/ 360 h 764"/>
                  <a:gd name="T40" fmla="*/ 1172 w 1274"/>
                  <a:gd name="T41" fmla="*/ 358 h 764"/>
                  <a:gd name="T42" fmla="*/ 1186 w 1274"/>
                  <a:gd name="T43" fmla="*/ 354 h 764"/>
                  <a:gd name="T44" fmla="*/ 1202 w 1274"/>
                  <a:gd name="T45" fmla="*/ 346 h 764"/>
                  <a:gd name="T46" fmla="*/ 1216 w 1274"/>
                  <a:gd name="T47" fmla="*/ 338 h 764"/>
                  <a:gd name="T48" fmla="*/ 1228 w 1274"/>
                  <a:gd name="T49" fmla="*/ 328 h 764"/>
                  <a:gd name="T50" fmla="*/ 1240 w 1274"/>
                  <a:gd name="T51" fmla="*/ 316 h 764"/>
                  <a:gd name="T52" fmla="*/ 1258 w 1274"/>
                  <a:gd name="T53" fmla="*/ 296 h 764"/>
                  <a:gd name="T54" fmla="*/ 1270 w 1274"/>
                  <a:gd name="T55" fmla="*/ 280 h 764"/>
                  <a:gd name="T56" fmla="*/ 1274 w 1274"/>
                  <a:gd name="T57" fmla="*/ 274 h 764"/>
                  <a:gd name="T58" fmla="*/ 1274 w 1274"/>
                  <a:gd name="T59" fmla="*/ 274 h 764"/>
                  <a:gd name="T60" fmla="*/ 1074 w 1274"/>
                  <a:gd name="T61" fmla="*/ 476 h 764"/>
                  <a:gd name="T62" fmla="*/ 1074 w 1274"/>
                  <a:gd name="T63" fmla="*/ 476 h 764"/>
                  <a:gd name="T64" fmla="*/ 984 w 1274"/>
                  <a:gd name="T65" fmla="*/ 566 h 764"/>
                  <a:gd name="T66" fmla="*/ 934 w 1274"/>
                  <a:gd name="T67" fmla="*/ 614 h 764"/>
                  <a:gd name="T68" fmla="*/ 908 w 1274"/>
                  <a:gd name="T69" fmla="*/ 638 h 764"/>
                  <a:gd name="T70" fmla="*/ 882 w 1274"/>
                  <a:gd name="T71" fmla="*/ 660 h 764"/>
                  <a:gd name="T72" fmla="*/ 854 w 1274"/>
                  <a:gd name="T73" fmla="*/ 680 h 764"/>
                  <a:gd name="T74" fmla="*/ 826 w 1274"/>
                  <a:gd name="T75" fmla="*/ 700 h 764"/>
                  <a:gd name="T76" fmla="*/ 796 w 1274"/>
                  <a:gd name="T77" fmla="*/ 716 h 764"/>
                  <a:gd name="T78" fmla="*/ 766 w 1274"/>
                  <a:gd name="T79" fmla="*/ 732 h 764"/>
                  <a:gd name="T80" fmla="*/ 734 w 1274"/>
                  <a:gd name="T81" fmla="*/ 744 h 764"/>
                  <a:gd name="T82" fmla="*/ 700 w 1274"/>
                  <a:gd name="T83" fmla="*/ 754 h 764"/>
                  <a:gd name="T84" fmla="*/ 666 w 1274"/>
                  <a:gd name="T85" fmla="*/ 762 h 764"/>
                  <a:gd name="T86" fmla="*/ 632 w 1274"/>
                  <a:gd name="T87" fmla="*/ 764 h 764"/>
                  <a:gd name="T88" fmla="*/ 632 w 1274"/>
                  <a:gd name="T89" fmla="*/ 764 h 764"/>
                  <a:gd name="T90" fmla="*/ 302 w 1274"/>
                  <a:gd name="T91" fmla="*/ 764 h 764"/>
                  <a:gd name="T92" fmla="*/ 0 w 1274"/>
                  <a:gd name="T93" fmla="*/ 764 h 764"/>
                  <a:gd name="T94" fmla="*/ 0 w 1274"/>
                  <a:gd name="T95" fmla="*/ 0 h 764"/>
                  <a:gd name="T96" fmla="*/ 0 w 1274"/>
                  <a:gd name="T97" fmla="*/ 0 h 764"/>
                  <a:gd name="T98" fmla="*/ 632 w 1274"/>
                  <a:gd name="T99" fmla="*/ 0 h 764"/>
                  <a:gd name="T100" fmla="*/ 632 w 1274"/>
                  <a:gd name="T101"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74" h="764">
                    <a:moveTo>
                      <a:pt x="632" y="0"/>
                    </a:moveTo>
                    <a:lnTo>
                      <a:pt x="632" y="0"/>
                    </a:lnTo>
                    <a:lnTo>
                      <a:pt x="664" y="2"/>
                    </a:lnTo>
                    <a:lnTo>
                      <a:pt x="696" y="6"/>
                    </a:lnTo>
                    <a:lnTo>
                      <a:pt x="726" y="14"/>
                    </a:lnTo>
                    <a:lnTo>
                      <a:pt x="756" y="24"/>
                    </a:lnTo>
                    <a:lnTo>
                      <a:pt x="784" y="36"/>
                    </a:lnTo>
                    <a:lnTo>
                      <a:pt x="810" y="52"/>
                    </a:lnTo>
                    <a:lnTo>
                      <a:pt x="838" y="70"/>
                    </a:lnTo>
                    <a:lnTo>
                      <a:pt x="864" y="90"/>
                    </a:lnTo>
                    <a:lnTo>
                      <a:pt x="890" y="114"/>
                    </a:lnTo>
                    <a:lnTo>
                      <a:pt x="916" y="138"/>
                    </a:lnTo>
                    <a:lnTo>
                      <a:pt x="970" y="194"/>
                    </a:lnTo>
                    <a:lnTo>
                      <a:pt x="1026" y="256"/>
                    </a:lnTo>
                    <a:lnTo>
                      <a:pt x="1088" y="326"/>
                    </a:lnTo>
                    <a:lnTo>
                      <a:pt x="1088" y="326"/>
                    </a:lnTo>
                    <a:lnTo>
                      <a:pt x="1106" y="342"/>
                    </a:lnTo>
                    <a:lnTo>
                      <a:pt x="1122" y="352"/>
                    </a:lnTo>
                    <a:lnTo>
                      <a:pt x="1138" y="358"/>
                    </a:lnTo>
                    <a:lnTo>
                      <a:pt x="1156" y="360"/>
                    </a:lnTo>
                    <a:lnTo>
                      <a:pt x="1172" y="358"/>
                    </a:lnTo>
                    <a:lnTo>
                      <a:pt x="1186" y="354"/>
                    </a:lnTo>
                    <a:lnTo>
                      <a:pt x="1202" y="346"/>
                    </a:lnTo>
                    <a:lnTo>
                      <a:pt x="1216" y="338"/>
                    </a:lnTo>
                    <a:lnTo>
                      <a:pt x="1228" y="328"/>
                    </a:lnTo>
                    <a:lnTo>
                      <a:pt x="1240" y="316"/>
                    </a:lnTo>
                    <a:lnTo>
                      <a:pt x="1258" y="296"/>
                    </a:lnTo>
                    <a:lnTo>
                      <a:pt x="1270" y="280"/>
                    </a:lnTo>
                    <a:lnTo>
                      <a:pt x="1274" y="274"/>
                    </a:lnTo>
                    <a:lnTo>
                      <a:pt x="1274" y="274"/>
                    </a:lnTo>
                    <a:lnTo>
                      <a:pt x="1074" y="476"/>
                    </a:lnTo>
                    <a:lnTo>
                      <a:pt x="1074" y="476"/>
                    </a:lnTo>
                    <a:lnTo>
                      <a:pt x="984" y="566"/>
                    </a:lnTo>
                    <a:lnTo>
                      <a:pt x="934" y="614"/>
                    </a:lnTo>
                    <a:lnTo>
                      <a:pt x="908" y="638"/>
                    </a:lnTo>
                    <a:lnTo>
                      <a:pt x="882" y="660"/>
                    </a:lnTo>
                    <a:lnTo>
                      <a:pt x="854" y="680"/>
                    </a:lnTo>
                    <a:lnTo>
                      <a:pt x="826" y="700"/>
                    </a:lnTo>
                    <a:lnTo>
                      <a:pt x="796" y="716"/>
                    </a:lnTo>
                    <a:lnTo>
                      <a:pt x="766" y="732"/>
                    </a:lnTo>
                    <a:lnTo>
                      <a:pt x="734" y="744"/>
                    </a:lnTo>
                    <a:lnTo>
                      <a:pt x="700" y="754"/>
                    </a:lnTo>
                    <a:lnTo>
                      <a:pt x="666" y="762"/>
                    </a:lnTo>
                    <a:lnTo>
                      <a:pt x="632" y="764"/>
                    </a:lnTo>
                    <a:lnTo>
                      <a:pt x="632" y="764"/>
                    </a:lnTo>
                    <a:lnTo>
                      <a:pt x="302" y="764"/>
                    </a:lnTo>
                    <a:lnTo>
                      <a:pt x="0" y="764"/>
                    </a:lnTo>
                    <a:lnTo>
                      <a:pt x="0" y="0"/>
                    </a:lnTo>
                    <a:lnTo>
                      <a:pt x="0" y="0"/>
                    </a:lnTo>
                    <a:lnTo>
                      <a:pt x="632" y="0"/>
                    </a:lnTo>
                    <a:lnTo>
                      <a:pt x="632" y="0"/>
                    </a:lnTo>
                    <a:close/>
                  </a:path>
                </a:pathLst>
              </a:custGeom>
              <a:solidFill>
                <a:schemeClr val="bg2"/>
              </a:solidFill>
              <a:ln>
                <a:solidFill>
                  <a:schemeClr val="accent5"/>
                </a:solidFill>
              </a:ln>
            </p:spPr>
            <p:txBody>
              <a:bodyPr vert="horz" wrap="square" lIns="82938" tIns="41469" rIns="82938" bIns="41469" numCol="1" anchor="t" anchorCtr="0" compatLnSpc="1"/>
              <a:lstStyle/>
              <a:p>
                <a:endParaRPr lang="en-GB" sz="1815"/>
              </a:p>
            </p:txBody>
          </p:sp>
          <p:sp>
            <p:nvSpPr>
              <p:cNvPr id="65" name="Freeform 7"/>
              <p:cNvSpPr/>
              <p:nvPr/>
            </p:nvSpPr>
            <p:spPr bwMode="auto">
              <a:xfrm>
                <a:off x="1919288" y="1908175"/>
                <a:ext cx="4714875" cy="1212850"/>
              </a:xfrm>
              <a:custGeom>
                <a:avLst/>
                <a:gdLst>
                  <a:gd name="T0" fmla="*/ 852 w 2970"/>
                  <a:gd name="T1" fmla="*/ 0 h 764"/>
                  <a:gd name="T2" fmla="*/ 852 w 2970"/>
                  <a:gd name="T3" fmla="*/ 0 h 764"/>
                  <a:gd name="T4" fmla="*/ 818 w 2970"/>
                  <a:gd name="T5" fmla="*/ 2 h 764"/>
                  <a:gd name="T6" fmla="*/ 784 w 2970"/>
                  <a:gd name="T7" fmla="*/ 8 h 764"/>
                  <a:gd name="T8" fmla="*/ 750 w 2970"/>
                  <a:gd name="T9" fmla="*/ 18 h 764"/>
                  <a:gd name="T10" fmla="*/ 716 w 2970"/>
                  <a:gd name="T11" fmla="*/ 32 h 764"/>
                  <a:gd name="T12" fmla="*/ 684 w 2970"/>
                  <a:gd name="T13" fmla="*/ 48 h 764"/>
                  <a:gd name="T14" fmla="*/ 652 w 2970"/>
                  <a:gd name="T15" fmla="*/ 66 h 764"/>
                  <a:gd name="T16" fmla="*/ 620 w 2970"/>
                  <a:gd name="T17" fmla="*/ 88 h 764"/>
                  <a:gd name="T18" fmla="*/ 588 w 2970"/>
                  <a:gd name="T19" fmla="*/ 110 h 764"/>
                  <a:gd name="T20" fmla="*/ 558 w 2970"/>
                  <a:gd name="T21" fmla="*/ 134 h 764"/>
                  <a:gd name="T22" fmla="*/ 528 w 2970"/>
                  <a:gd name="T23" fmla="*/ 162 h 764"/>
                  <a:gd name="T24" fmla="*/ 500 w 2970"/>
                  <a:gd name="T25" fmla="*/ 188 h 764"/>
                  <a:gd name="T26" fmla="*/ 472 w 2970"/>
                  <a:gd name="T27" fmla="*/ 216 h 764"/>
                  <a:gd name="T28" fmla="*/ 418 w 2970"/>
                  <a:gd name="T29" fmla="*/ 274 h 764"/>
                  <a:gd name="T30" fmla="*/ 370 w 2970"/>
                  <a:gd name="T31" fmla="*/ 330 h 764"/>
                  <a:gd name="T32" fmla="*/ 370 w 2970"/>
                  <a:gd name="T33" fmla="*/ 330 h 764"/>
                  <a:gd name="T34" fmla="*/ 220 w 2970"/>
                  <a:gd name="T35" fmla="*/ 498 h 764"/>
                  <a:gd name="T36" fmla="*/ 104 w 2970"/>
                  <a:gd name="T37" fmla="*/ 626 h 764"/>
                  <a:gd name="T38" fmla="*/ 26 w 2970"/>
                  <a:gd name="T39" fmla="*/ 708 h 764"/>
                  <a:gd name="T40" fmla="*/ 0 w 2970"/>
                  <a:gd name="T41" fmla="*/ 736 h 764"/>
                  <a:gd name="T42" fmla="*/ 0 w 2970"/>
                  <a:gd name="T43" fmla="*/ 736 h 764"/>
                  <a:gd name="T44" fmla="*/ 392 w 2970"/>
                  <a:gd name="T45" fmla="*/ 456 h 764"/>
                  <a:gd name="T46" fmla="*/ 392 w 2970"/>
                  <a:gd name="T47" fmla="*/ 456 h 764"/>
                  <a:gd name="T48" fmla="*/ 430 w 2970"/>
                  <a:gd name="T49" fmla="*/ 500 h 764"/>
                  <a:gd name="T50" fmla="*/ 474 w 2970"/>
                  <a:gd name="T51" fmla="*/ 548 h 764"/>
                  <a:gd name="T52" fmla="*/ 528 w 2970"/>
                  <a:gd name="T53" fmla="*/ 600 h 764"/>
                  <a:gd name="T54" fmla="*/ 556 w 2970"/>
                  <a:gd name="T55" fmla="*/ 624 h 764"/>
                  <a:gd name="T56" fmla="*/ 586 w 2970"/>
                  <a:gd name="T57" fmla="*/ 650 h 764"/>
                  <a:gd name="T58" fmla="*/ 616 w 2970"/>
                  <a:gd name="T59" fmla="*/ 672 h 764"/>
                  <a:gd name="T60" fmla="*/ 648 w 2970"/>
                  <a:gd name="T61" fmla="*/ 694 h 764"/>
                  <a:gd name="T62" fmla="*/ 682 w 2970"/>
                  <a:gd name="T63" fmla="*/ 714 h 764"/>
                  <a:gd name="T64" fmla="*/ 714 w 2970"/>
                  <a:gd name="T65" fmla="*/ 732 h 764"/>
                  <a:gd name="T66" fmla="*/ 748 w 2970"/>
                  <a:gd name="T67" fmla="*/ 746 h 764"/>
                  <a:gd name="T68" fmla="*/ 782 w 2970"/>
                  <a:gd name="T69" fmla="*/ 756 h 764"/>
                  <a:gd name="T70" fmla="*/ 818 w 2970"/>
                  <a:gd name="T71" fmla="*/ 762 h 764"/>
                  <a:gd name="T72" fmla="*/ 852 w 2970"/>
                  <a:gd name="T73" fmla="*/ 764 h 764"/>
                  <a:gd name="T74" fmla="*/ 852 w 2970"/>
                  <a:gd name="T75" fmla="*/ 764 h 764"/>
                  <a:gd name="T76" fmla="*/ 2970 w 2970"/>
                  <a:gd name="T77" fmla="*/ 764 h 764"/>
                  <a:gd name="T78" fmla="*/ 2970 w 2970"/>
                  <a:gd name="T79" fmla="*/ 0 h 764"/>
                  <a:gd name="T80" fmla="*/ 2970 w 2970"/>
                  <a:gd name="T81" fmla="*/ 0 h 764"/>
                  <a:gd name="T82" fmla="*/ 852 w 2970"/>
                  <a:gd name="T83" fmla="*/ 0 h 764"/>
                  <a:gd name="T84" fmla="*/ 852 w 2970"/>
                  <a:gd name="T85"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970" h="764">
                    <a:moveTo>
                      <a:pt x="852" y="0"/>
                    </a:moveTo>
                    <a:lnTo>
                      <a:pt x="852" y="0"/>
                    </a:lnTo>
                    <a:lnTo>
                      <a:pt x="818" y="2"/>
                    </a:lnTo>
                    <a:lnTo>
                      <a:pt x="784" y="8"/>
                    </a:lnTo>
                    <a:lnTo>
                      <a:pt x="750" y="18"/>
                    </a:lnTo>
                    <a:lnTo>
                      <a:pt x="716" y="32"/>
                    </a:lnTo>
                    <a:lnTo>
                      <a:pt x="684" y="48"/>
                    </a:lnTo>
                    <a:lnTo>
                      <a:pt x="652" y="66"/>
                    </a:lnTo>
                    <a:lnTo>
                      <a:pt x="620" y="88"/>
                    </a:lnTo>
                    <a:lnTo>
                      <a:pt x="588" y="110"/>
                    </a:lnTo>
                    <a:lnTo>
                      <a:pt x="558" y="134"/>
                    </a:lnTo>
                    <a:lnTo>
                      <a:pt x="528" y="162"/>
                    </a:lnTo>
                    <a:lnTo>
                      <a:pt x="500" y="188"/>
                    </a:lnTo>
                    <a:lnTo>
                      <a:pt x="472" y="216"/>
                    </a:lnTo>
                    <a:lnTo>
                      <a:pt x="418" y="274"/>
                    </a:lnTo>
                    <a:lnTo>
                      <a:pt x="370" y="330"/>
                    </a:lnTo>
                    <a:lnTo>
                      <a:pt x="370" y="330"/>
                    </a:lnTo>
                    <a:lnTo>
                      <a:pt x="220" y="498"/>
                    </a:lnTo>
                    <a:lnTo>
                      <a:pt x="104" y="626"/>
                    </a:lnTo>
                    <a:lnTo>
                      <a:pt x="26" y="708"/>
                    </a:lnTo>
                    <a:lnTo>
                      <a:pt x="0" y="736"/>
                    </a:lnTo>
                    <a:lnTo>
                      <a:pt x="0" y="736"/>
                    </a:lnTo>
                    <a:lnTo>
                      <a:pt x="392" y="456"/>
                    </a:lnTo>
                    <a:lnTo>
                      <a:pt x="392" y="456"/>
                    </a:lnTo>
                    <a:lnTo>
                      <a:pt x="430" y="500"/>
                    </a:lnTo>
                    <a:lnTo>
                      <a:pt x="474" y="548"/>
                    </a:lnTo>
                    <a:lnTo>
                      <a:pt x="528" y="600"/>
                    </a:lnTo>
                    <a:lnTo>
                      <a:pt x="556" y="624"/>
                    </a:lnTo>
                    <a:lnTo>
                      <a:pt x="586" y="650"/>
                    </a:lnTo>
                    <a:lnTo>
                      <a:pt x="616" y="672"/>
                    </a:lnTo>
                    <a:lnTo>
                      <a:pt x="648" y="694"/>
                    </a:lnTo>
                    <a:lnTo>
                      <a:pt x="682" y="714"/>
                    </a:lnTo>
                    <a:lnTo>
                      <a:pt x="714" y="732"/>
                    </a:lnTo>
                    <a:lnTo>
                      <a:pt x="748" y="746"/>
                    </a:lnTo>
                    <a:lnTo>
                      <a:pt x="782" y="756"/>
                    </a:lnTo>
                    <a:lnTo>
                      <a:pt x="818" y="762"/>
                    </a:lnTo>
                    <a:lnTo>
                      <a:pt x="852" y="764"/>
                    </a:lnTo>
                    <a:lnTo>
                      <a:pt x="852" y="764"/>
                    </a:lnTo>
                    <a:lnTo>
                      <a:pt x="2970" y="764"/>
                    </a:lnTo>
                    <a:lnTo>
                      <a:pt x="2970" y="0"/>
                    </a:lnTo>
                    <a:lnTo>
                      <a:pt x="2970" y="0"/>
                    </a:lnTo>
                    <a:lnTo>
                      <a:pt x="852" y="0"/>
                    </a:lnTo>
                    <a:lnTo>
                      <a:pt x="852" y="0"/>
                    </a:lnTo>
                    <a:close/>
                  </a:path>
                </a:pathLst>
              </a:custGeom>
              <a:solidFill>
                <a:schemeClr val="accent5"/>
              </a:solidFill>
              <a:ln>
                <a:solidFill>
                  <a:schemeClr val="accent5"/>
                </a:solidFill>
              </a:ln>
            </p:spPr>
            <p:txBody>
              <a:bodyPr vert="horz" wrap="square" lIns="82938" tIns="41469" rIns="82938" bIns="41469" numCol="1" anchor="t" anchorCtr="0" compatLnSpc="1"/>
              <a:lstStyle/>
              <a:p>
                <a:endParaRPr lang="en-GB" sz="1815"/>
              </a:p>
            </p:txBody>
          </p:sp>
        </p:grpSp>
        <p:sp>
          <p:nvSpPr>
            <p:cNvPr id="97" name="Rectangle 96"/>
            <p:cNvSpPr/>
            <p:nvPr/>
          </p:nvSpPr>
          <p:spPr>
            <a:xfrm>
              <a:off x="3186460" y="5769147"/>
              <a:ext cx="3384376" cy="1109639"/>
            </a:xfrm>
            <a:prstGeom prst="rect">
              <a:avLst/>
            </a:prstGeom>
          </p:spPr>
          <p:txBody>
            <a:bodyPr wrap="square">
              <a:spAutoFit/>
            </a:bodyPr>
            <a:lstStyle/>
            <a:p>
              <a:pPr>
                <a:spcAft>
                  <a:spcPts val="600"/>
                </a:spcAft>
              </a:pPr>
              <a:r>
                <a:rPr lang="en-GB" sz="905" b="1" dirty="0" smtClean="0">
                  <a:solidFill>
                    <a:schemeClr val="bg2"/>
                  </a:solidFill>
                  <a:latin typeface="腾讯体 W7" panose="020C08030202040F0204" pitchFamily="18" charset="-122"/>
                </a:rPr>
                <a:t>Option 1</a:t>
              </a:r>
              <a:endParaRPr lang="en-GB" sz="905" b="1" dirty="0" smtClean="0">
                <a:solidFill>
                  <a:schemeClr val="bg2"/>
                </a:solidFill>
                <a:latin typeface="腾讯体 W7" panose="020C08030202040F0204" pitchFamily="18" charset="-122"/>
              </a:endParaRPr>
            </a:p>
            <a:p>
              <a:r>
                <a:rPr lang="en-GB" sz="905" dirty="0" err="1" smtClean="0">
                  <a:solidFill>
                    <a:schemeClr val="bg2"/>
                  </a:solidFill>
                  <a:latin typeface="腾讯体 W7" panose="020C08030202040F0204" pitchFamily="18" charset="-122"/>
                </a:rPr>
                <a:t>Mauris</a:t>
              </a:r>
              <a:r>
                <a:rPr lang="en-GB" sz="905" dirty="0" smtClean="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endParaRPr lang="en-GB" sz="905" dirty="0">
                <a:solidFill>
                  <a:schemeClr val="bg2"/>
                </a:solidFill>
                <a:latin typeface="腾讯体 W7" panose="020C08030202040F0204" pitchFamily="18" charset="-122"/>
              </a:endParaRPr>
            </a:p>
          </p:txBody>
        </p:sp>
        <p:sp>
          <p:nvSpPr>
            <p:cNvPr id="125" name="Rectangle 124"/>
            <p:cNvSpPr/>
            <p:nvPr/>
          </p:nvSpPr>
          <p:spPr>
            <a:xfrm>
              <a:off x="666180" y="6406651"/>
              <a:ext cx="1152128" cy="346543"/>
            </a:xfrm>
            <a:prstGeom prst="rect">
              <a:avLst/>
            </a:prstGeom>
          </p:spPr>
          <p:txBody>
            <a:bodyPr wrap="square">
              <a:spAutoFit/>
            </a:bodyPr>
            <a:lstStyle/>
            <a:p>
              <a:r>
                <a:rPr lang="en-GB" sz="1450" b="1" dirty="0" smtClean="0">
                  <a:solidFill>
                    <a:schemeClr val="accent5"/>
                  </a:solidFill>
                  <a:latin typeface="腾讯体 W7" panose="020C08030202040F0204" pitchFamily="18" charset="-122"/>
                </a:rPr>
                <a:t>Options</a:t>
              </a:r>
              <a:endParaRPr lang="en-GB" sz="1450" dirty="0">
                <a:solidFill>
                  <a:schemeClr val="accent5"/>
                </a:solidFill>
                <a:latin typeface="腾讯体 W7" panose="020C08030202040F0204" pitchFamily="18" charset="-122"/>
              </a:endParaRPr>
            </a:p>
          </p:txBody>
        </p:sp>
        <p:sp>
          <p:nvSpPr>
            <p:cNvPr id="126" name="Rectangle 125"/>
            <p:cNvSpPr/>
            <p:nvPr/>
          </p:nvSpPr>
          <p:spPr>
            <a:xfrm>
              <a:off x="594172" y="5654536"/>
              <a:ext cx="662558" cy="1022828"/>
            </a:xfrm>
            <a:prstGeom prst="rect">
              <a:avLst/>
            </a:prstGeom>
          </p:spPr>
          <p:txBody>
            <a:bodyPr wrap="square">
              <a:spAutoFit/>
            </a:bodyPr>
            <a:lstStyle/>
            <a:p>
              <a:r>
                <a:rPr lang="en-GB" sz="5440" b="1" dirty="0" smtClean="0">
                  <a:solidFill>
                    <a:schemeClr val="accent5"/>
                  </a:solidFill>
                  <a:latin typeface="腾讯体 W7" panose="020C08030202040F0204" pitchFamily="18" charset="-122"/>
                </a:rPr>
                <a:t>0</a:t>
              </a:r>
              <a:endParaRPr lang="en-GB" sz="5440" dirty="0">
                <a:solidFill>
                  <a:schemeClr val="accent5"/>
                </a:solidFill>
                <a:latin typeface="腾讯体 W7" panose="020C08030202040F0204" pitchFamily="18" charset="-122"/>
              </a:endParaRPr>
            </a:p>
          </p:txBody>
        </p:sp>
        <p:sp>
          <p:nvSpPr>
            <p:cNvPr id="128" name="Rectangle 127"/>
            <p:cNvSpPr/>
            <p:nvPr/>
          </p:nvSpPr>
          <p:spPr>
            <a:xfrm>
              <a:off x="1154052" y="5689006"/>
              <a:ext cx="612068" cy="870209"/>
            </a:xfrm>
            <a:prstGeom prst="rect">
              <a:avLst/>
            </a:prstGeom>
          </p:spPr>
          <p:txBody>
            <a:bodyPr wrap="square">
              <a:spAutoFit/>
            </a:bodyPr>
            <a:lstStyle/>
            <a:p>
              <a:r>
                <a:rPr lang="en-GB" sz="4535" b="1" dirty="0" smtClean="0">
                  <a:solidFill>
                    <a:schemeClr val="accent5"/>
                  </a:solidFill>
                  <a:latin typeface="腾讯体 W7" panose="020C08030202040F0204" pitchFamily="18" charset="-122"/>
                </a:rPr>
                <a:t>4</a:t>
              </a:r>
              <a:endParaRPr lang="en-GB" sz="4535" dirty="0">
                <a:solidFill>
                  <a:schemeClr val="accent5"/>
                </a:solidFill>
                <a:latin typeface="腾讯体 W7" panose="020C08030202040F0204" pitchFamily="18" charset="-122"/>
              </a:endParaRPr>
            </a:p>
          </p:txBody>
        </p:sp>
      </p:grpSp>
    </p:spTree>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Process charts</a:t>
            </a:r>
            <a:br>
              <a:rPr lang="en-GB" smtClean="0"/>
            </a:br>
            <a:br>
              <a:rPr lang="en-GB" smtClean="0"/>
            </a:br>
            <a:endParaRPr lang="en-GB" b="0" i="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57" name="Line 4"/>
          <p:cNvSpPr>
            <a:spLocks noChangeShapeType="1"/>
          </p:cNvSpPr>
          <p:nvPr>
            <p:custDataLst>
              <p:tags r:id="rId1"/>
            </p:custDataLst>
          </p:nvPr>
        </p:nvSpPr>
        <p:spPr bwMode="auto">
          <a:xfrm flipH="1" flipV="1">
            <a:off x="5875311" y="3668321"/>
            <a:ext cx="0" cy="1485027"/>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58" name="Line 5"/>
          <p:cNvSpPr>
            <a:spLocks noChangeShapeType="1"/>
          </p:cNvSpPr>
          <p:nvPr>
            <p:custDataLst>
              <p:tags r:id="rId2"/>
            </p:custDataLst>
          </p:nvPr>
        </p:nvSpPr>
        <p:spPr bwMode="auto">
          <a:xfrm flipH="1" flipV="1">
            <a:off x="6306132" y="3668320"/>
            <a:ext cx="0" cy="1148855"/>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59" name="Line 6"/>
          <p:cNvSpPr>
            <a:spLocks noChangeShapeType="1"/>
          </p:cNvSpPr>
          <p:nvPr>
            <p:custDataLst>
              <p:tags r:id="rId3"/>
            </p:custDataLst>
          </p:nvPr>
        </p:nvSpPr>
        <p:spPr bwMode="auto">
          <a:xfrm flipH="1" flipV="1">
            <a:off x="6736952" y="3668321"/>
            <a:ext cx="0" cy="753937"/>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60" name="Line 7"/>
          <p:cNvSpPr>
            <a:spLocks noChangeShapeType="1"/>
          </p:cNvSpPr>
          <p:nvPr>
            <p:custDataLst>
              <p:tags r:id="rId4"/>
            </p:custDataLst>
          </p:nvPr>
        </p:nvSpPr>
        <p:spPr bwMode="auto">
          <a:xfrm flipH="1" flipV="1">
            <a:off x="7167773" y="3668320"/>
            <a:ext cx="0" cy="37044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61" name="Line 8"/>
          <p:cNvSpPr>
            <a:spLocks noChangeShapeType="1"/>
          </p:cNvSpPr>
          <p:nvPr>
            <p:custDataLst>
              <p:tags r:id="rId5"/>
            </p:custDataLst>
          </p:nvPr>
        </p:nvSpPr>
        <p:spPr bwMode="auto">
          <a:xfrm>
            <a:off x="7988235" y="4112196"/>
            <a:ext cx="688997"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62" name="Line 9"/>
          <p:cNvSpPr>
            <a:spLocks noChangeShapeType="1"/>
          </p:cNvSpPr>
          <p:nvPr>
            <p:custDataLst>
              <p:tags r:id="rId6"/>
            </p:custDataLst>
          </p:nvPr>
        </p:nvSpPr>
        <p:spPr bwMode="auto">
          <a:xfrm>
            <a:off x="7562165" y="4482636"/>
            <a:ext cx="1115066"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63" name="Line 10"/>
          <p:cNvSpPr>
            <a:spLocks noChangeShapeType="1"/>
          </p:cNvSpPr>
          <p:nvPr>
            <p:custDataLst>
              <p:tags r:id="rId7"/>
            </p:custDataLst>
          </p:nvPr>
        </p:nvSpPr>
        <p:spPr bwMode="auto">
          <a:xfrm>
            <a:off x="7118673" y="4853077"/>
            <a:ext cx="1558558"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64" name="Line 11"/>
          <p:cNvSpPr>
            <a:spLocks noChangeShapeType="1"/>
          </p:cNvSpPr>
          <p:nvPr>
            <p:custDataLst>
              <p:tags r:id="rId8"/>
            </p:custDataLst>
          </p:nvPr>
        </p:nvSpPr>
        <p:spPr bwMode="auto">
          <a:xfrm>
            <a:off x="6703692" y="5221886"/>
            <a:ext cx="1973539"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65" name="Line 12"/>
          <p:cNvSpPr>
            <a:spLocks noChangeShapeType="1"/>
          </p:cNvSpPr>
          <p:nvPr>
            <p:custDataLst>
              <p:tags r:id="rId9"/>
            </p:custDataLst>
          </p:nvPr>
        </p:nvSpPr>
        <p:spPr bwMode="auto">
          <a:xfrm>
            <a:off x="6266536" y="5592326"/>
            <a:ext cx="2410697"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66" name="Rectangle 13"/>
          <p:cNvSpPr>
            <a:spLocks noChangeArrowheads="1"/>
          </p:cNvSpPr>
          <p:nvPr>
            <p:custDataLst>
              <p:tags r:id="rId10"/>
            </p:custDataLst>
          </p:nvPr>
        </p:nvSpPr>
        <p:spPr bwMode="auto">
          <a:xfrm flipH="1">
            <a:off x="7481386" y="4159522"/>
            <a:ext cx="1292463" cy="264367"/>
          </a:xfrm>
          <a:prstGeom prst="rect">
            <a:avLst/>
          </a:prstGeom>
          <a:noFill/>
          <a:ln w="9525">
            <a:noFill/>
            <a:miter lim="800000"/>
          </a:ln>
          <a:effectLst/>
        </p:spPr>
        <p:txBody>
          <a:bodyPr lIns="88214" tIns="44107" rIns="88214" bIns="44107"/>
          <a:lstStyle/>
          <a:p>
            <a:pPr marL="1905" lvl="1" indent="120015" algn="r">
              <a:spcBef>
                <a:spcPct val="50000"/>
              </a:spcBef>
              <a:spcAft>
                <a:spcPct val="50000"/>
              </a:spcAft>
              <a:buClr>
                <a:schemeClr val="tx2">
                  <a:lumMod val="75000"/>
                </a:schemeClr>
              </a:buClr>
            </a:pPr>
            <a:r>
              <a:rPr lang="en-GB" sz="1090" b="1" dirty="0" smtClean="0">
                <a:latin typeface="+mj-lt"/>
              </a:rPr>
              <a:t>Text</a:t>
            </a:r>
            <a:endParaRPr lang="en-GB" sz="1090" b="1" dirty="0">
              <a:latin typeface="+mj-lt"/>
            </a:endParaRPr>
          </a:p>
        </p:txBody>
      </p:sp>
      <p:sp>
        <p:nvSpPr>
          <p:cNvPr id="67" name="Rectangle 14"/>
          <p:cNvSpPr>
            <a:spLocks noChangeArrowheads="1"/>
          </p:cNvSpPr>
          <p:nvPr>
            <p:custDataLst>
              <p:tags r:id="rId11"/>
            </p:custDataLst>
          </p:nvPr>
        </p:nvSpPr>
        <p:spPr bwMode="auto">
          <a:xfrm flipH="1">
            <a:off x="7025223" y="4533226"/>
            <a:ext cx="1748626" cy="264367"/>
          </a:xfrm>
          <a:prstGeom prst="rect">
            <a:avLst/>
          </a:prstGeom>
          <a:noFill/>
          <a:ln w="9525">
            <a:noFill/>
            <a:miter lim="800000"/>
          </a:ln>
          <a:effectLst/>
        </p:spPr>
        <p:txBody>
          <a:bodyPr lIns="88214" tIns="44107" rIns="88214" bIns="44107"/>
          <a:lstStyle/>
          <a:p>
            <a:pPr marL="1905" lvl="1" indent="120015" algn="r">
              <a:spcBef>
                <a:spcPct val="50000"/>
              </a:spcBef>
              <a:spcAft>
                <a:spcPct val="50000"/>
              </a:spcAft>
              <a:buClr>
                <a:schemeClr val="tx2">
                  <a:lumMod val="75000"/>
                </a:schemeClr>
              </a:buClr>
            </a:pPr>
            <a:r>
              <a:rPr lang="en-GB" sz="1090" b="1" dirty="0" smtClean="0">
                <a:latin typeface="+mj-lt"/>
              </a:rPr>
              <a:t>Text</a:t>
            </a:r>
            <a:endParaRPr lang="en-GB" sz="1090" b="1" dirty="0">
              <a:latin typeface="+mj-lt"/>
            </a:endParaRPr>
          </a:p>
        </p:txBody>
      </p:sp>
      <p:sp>
        <p:nvSpPr>
          <p:cNvPr id="68" name="Rectangle 15"/>
          <p:cNvSpPr>
            <a:spLocks noChangeArrowheads="1"/>
          </p:cNvSpPr>
          <p:nvPr>
            <p:custDataLst>
              <p:tags r:id="rId12"/>
            </p:custDataLst>
          </p:nvPr>
        </p:nvSpPr>
        <p:spPr bwMode="auto">
          <a:xfrm flipH="1">
            <a:off x="6645087" y="4903667"/>
            <a:ext cx="2128762" cy="264367"/>
          </a:xfrm>
          <a:prstGeom prst="rect">
            <a:avLst/>
          </a:prstGeom>
          <a:noFill/>
          <a:ln w="9525">
            <a:noFill/>
            <a:miter lim="800000"/>
          </a:ln>
          <a:effectLst/>
        </p:spPr>
        <p:txBody>
          <a:bodyPr lIns="88214" tIns="44107" rIns="88214" bIns="44107"/>
          <a:lstStyle/>
          <a:p>
            <a:pPr marL="1905" lvl="1" indent="120015" algn="r">
              <a:spcBef>
                <a:spcPct val="50000"/>
              </a:spcBef>
              <a:spcAft>
                <a:spcPct val="50000"/>
              </a:spcAft>
              <a:buClr>
                <a:schemeClr val="tx2">
                  <a:lumMod val="75000"/>
                </a:schemeClr>
              </a:buClr>
            </a:pPr>
            <a:r>
              <a:rPr lang="en-GB" sz="1090" b="1" dirty="0" smtClean="0">
                <a:latin typeface="+mj-lt"/>
              </a:rPr>
              <a:t>Text</a:t>
            </a:r>
            <a:endParaRPr lang="en-GB" sz="1090" b="1" dirty="0">
              <a:latin typeface="+mj-lt"/>
            </a:endParaRPr>
          </a:p>
        </p:txBody>
      </p:sp>
      <p:sp>
        <p:nvSpPr>
          <p:cNvPr id="69" name="Rectangle 16"/>
          <p:cNvSpPr>
            <a:spLocks noChangeArrowheads="1"/>
          </p:cNvSpPr>
          <p:nvPr>
            <p:custDataLst>
              <p:tags r:id="rId13"/>
            </p:custDataLst>
          </p:nvPr>
        </p:nvSpPr>
        <p:spPr bwMode="auto">
          <a:xfrm flipH="1">
            <a:off x="6264951" y="5272475"/>
            <a:ext cx="2508898" cy="264367"/>
          </a:xfrm>
          <a:prstGeom prst="rect">
            <a:avLst/>
          </a:prstGeom>
          <a:noFill/>
          <a:ln w="9525">
            <a:noFill/>
            <a:miter lim="800000"/>
          </a:ln>
          <a:effectLst/>
        </p:spPr>
        <p:txBody>
          <a:bodyPr lIns="88214" tIns="44107" rIns="88214" bIns="44107"/>
          <a:lstStyle/>
          <a:p>
            <a:pPr marL="1905" lvl="1" indent="120015" algn="r">
              <a:spcBef>
                <a:spcPct val="50000"/>
              </a:spcBef>
              <a:spcAft>
                <a:spcPct val="50000"/>
              </a:spcAft>
              <a:buClr>
                <a:schemeClr val="tx2">
                  <a:lumMod val="75000"/>
                </a:schemeClr>
              </a:buClr>
            </a:pPr>
            <a:r>
              <a:rPr lang="en-GB" sz="1090" b="1" dirty="0" smtClean="0">
                <a:latin typeface="+mj-lt"/>
              </a:rPr>
              <a:t>Text</a:t>
            </a:r>
            <a:endParaRPr lang="en-GB" sz="1090" b="1" dirty="0">
              <a:latin typeface="+mj-lt"/>
            </a:endParaRPr>
          </a:p>
        </p:txBody>
      </p:sp>
      <p:sp>
        <p:nvSpPr>
          <p:cNvPr id="70" name="Arc 17"/>
          <p:cNvSpPr/>
          <p:nvPr>
            <p:custDataLst>
              <p:tags r:id="rId14"/>
            </p:custDataLst>
          </p:nvPr>
        </p:nvSpPr>
        <p:spPr bwMode="auto">
          <a:xfrm flipH="1">
            <a:off x="7600180" y="3668320"/>
            <a:ext cx="397558"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71" name="Arc 18"/>
          <p:cNvSpPr/>
          <p:nvPr>
            <p:custDataLst>
              <p:tags r:id="rId15"/>
            </p:custDataLst>
          </p:nvPr>
        </p:nvSpPr>
        <p:spPr bwMode="auto">
          <a:xfrm flipH="1">
            <a:off x="7167774" y="4038760"/>
            <a:ext cx="397559"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72" name="Arc 19"/>
          <p:cNvSpPr/>
          <p:nvPr>
            <p:custDataLst>
              <p:tags r:id="rId16"/>
            </p:custDataLst>
          </p:nvPr>
        </p:nvSpPr>
        <p:spPr bwMode="auto">
          <a:xfrm flipH="1">
            <a:off x="6736952" y="4409201"/>
            <a:ext cx="397559"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73" name="Arc 20"/>
          <p:cNvSpPr/>
          <p:nvPr>
            <p:custDataLst>
              <p:tags r:id="rId17"/>
            </p:custDataLst>
          </p:nvPr>
        </p:nvSpPr>
        <p:spPr bwMode="auto">
          <a:xfrm flipH="1">
            <a:off x="6306132" y="4778010"/>
            <a:ext cx="397559"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74" name="Arc 21"/>
          <p:cNvSpPr/>
          <p:nvPr>
            <p:custDataLst>
              <p:tags r:id="rId18"/>
            </p:custDataLst>
          </p:nvPr>
        </p:nvSpPr>
        <p:spPr bwMode="auto">
          <a:xfrm flipH="1">
            <a:off x="5875312" y="5148450"/>
            <a:ext cx="397559"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75" name="Line 23"/>
          <p:cNvSpPr>
            <a:spLocks noChangeShapeType="1"/>
          </p:cNvSpPr>
          <p:nvPr>
            <p:custDataLst>
              <p:tags r:id="rId19"/>
            </p:custDataLst>
          </p:nvPr>
        </p:nvSpPr>
        <p:spPr bwMode="auto">
          <a:xfrm flipV="1">
            <a:off x="5444490" y="3668320"/>
            <a:ext cx="0" cy="1148855"/>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76" name="Line 24"/>
          <p:cNvSpPr>
            <a:spLocks noChangeShapeType="1"/>
          </p:cNvSpPr>
          <p:nvPr>
            <p:custDataLst>
              <p:tags r:id="rId20"/>
            </p:custDataLst>
          </p:nvPr>
        </p:nvSpPr>
        <p:spPr bwMode="auto">
          <a:xfrm flipV="1">
            <a:off x="5013669" y="3668321"/>
            <a:ext cx="0" cy="753937"/>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77" name="Line 25"/>
          <p:cNvSpPr>
            <a:spLocks noChangeShapeType="1"/>
          </p:cNvSpPr>
          <p:nvPr>
            <p:custDataLst>
              <p:tags r:id="rId21"/>
            </p:custDataLst>
          </p:nvPr>
        </p:nvSpPr>
        <p:spPr bwMode="auto">
          <a:xfrm flipV="1">
            <a:off x="4582848" y="3668320"/>
            <a:ext cx="0" cy="37044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78" name="Line 26"/>
          <p:cNvSpPr>
            <a:spLocks noChangeShapeType="1"/>
          </p:cNvSpPr>
          <p:nvPr>
            <p:custDataLst>
              <p:tags r:id="rId22"/>
            </p:custDataLst>
          </p:nvPr>
        </p:nvSpPr>
        <p:spPr bwMode="auto">
          <a:xfrm flipH="1">
            <a:off x="3073392" y="4112196"/>
            <a:ext cx="688996"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79" name="Line 27"/>
          <p:cNvSpPr>
            <a:spLocks noChangeShapeType="1"/>
          </p:cNvSpPr>
          <p:nvPr>
            <p:custDataLst>
              <p:tags r:id="rId23"/>
            </p:custDataLst>
          </p:nvPr>
        </p:nvSpPr>
        <p:spPr bwMode="auto">
          <a:xfrm flipH="1">
            <a:off x="3073392" y="4482636"/>
            <a:ext cx="1115066"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80" name="Line 28"/>
          <p:cNvSpPr>
            <a:spLocks noChangeShapeType="1"/>
          </p:cNvSpPr>
          <p:nvPr>
            <p:custDataLst>
              <p:tags r:id="rId24"/>
            </p:custDataLst>
          </p:nvPr>
        </p:nvSpPr>
        <p:spPr bwMode="auto">
          <a:xfrm flipH="1">
            <a:off x="3073392" y="4853077"/>
            <a:ext cx="1558558"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81" name="Line 29"/>
          <p:cNvSpPr>
            <a:spLocks noChangeShapeType="1"/>
          </p:cNvSpPr>
          <p:nvPr>
            <p:custDataLst>
              <p:tags r:id="rId25"/>
            </p:custDataLst>
          </p:nvPr>
        </p:nvSpPr>
        <p:spPr bwMode="auto">
          <a:xfrm flipH="1">
            <a:off x="3073392" y="5221886"/>
            <a:ext cx="1973539"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82" name="Line 30"/>
          <p:cNvSpPr>
            <a:spLocks noChangeShapeType="1"/>
          </p:cNvSpPr>
          <p:nvPr>
            <p:custDataLst>
              <p:tags r:id="rId26"/>
            </p:custDataLst>
          </p:nvPr>
        </p:nvSpPr>
        <p:spPr bwMode="auto">
          <a:xfrm flipH="1">
            <a:off x="3073393" y="5592326"/>
            <a:ext cx="2410697"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83" name="Rectangle 31"/>
          <p:cNvSpPr>
            <a:spLocks noChangeArrowheads="1"/>
          </p:cNvSpPr>
          <p:nvPr>
            <p:custDataLst>
              <p:tags r:id="rId27"/>
            </p:custDataLst>
          </p:nvPr>
        </p:nvSpPr>
        <p:spPr bwMode="auto">
          <a:xfrm>
            <a:off x="2976773" y="4159522"/>
            <a:ext cx="1292463" cy="264367"/>
          </a:xfrm>
          <a:prstGeom prst="rect">
            <a:avLst/>
          </a:prstGeom>
          <a:noFill/>
          <a:ln w="9525">
            <a:noFill/>
            <a:miter lim="800000"/>
          </a:ln>
          <a:effectLst/>
        </p:spPr>
        <p:txBody>
          <a:bodyPr lIns="88214" tIns="44107" rIns="88214" bIns="44107"/>
          <a:lstStyle/>
          <a:p>
            <a:pPr marL="1905" lvl="1" indent="-1905">
              <a:spcBef>
                <a:spcPct val="50000"/>
              </a:spcBef>
              <a:spcAft>
                <a:spcPct val="50000"/>
              </a:spcAft>
              <a:buClr>
                <a:schemeClr val="tx2">
                  <a:lumMod val="75000"/>
                </a:schemeClr>
              </a:buClr>
            </a:pPr>
            <a:r>
              <a:rPr lang="en-GB" sz="1090" b="1" dirty="0" smtClean="0">
                <a:latin typeface="+mj-lt"/>
              </a:rPr>
              <a:t>Text</a:t>
            </a:r>
            <a:endParaRPr lang="en-GB" sz="1090" b="1" dirty="0">
              <a:latin typeface="+mj-lt"/>
            </a:endParaRPr>
          </a:p>
        </p:txBody>
      </p:sp>
      <p:sp>
        <p:nvSpPr>
          <p:cNvPr id="84" name="Rectangle 32"/>
          <p:cNvSpPr>
            <a:spLocks noChangeArrowheads="1"/>
          </p:cNvSpPr>
          <p:nvPr>
            <p:custDataLst>
              <p:tags r:id="rId28"/>
            </p:custDataLst>
          </p:nvPr>
        </p:nvSpPr>
        <p:spPr bwMode="auto">
          <a:xfrm>
            <a:off x="2976773" y="4533226"/>
            <a:ext cx="1748626" cy="264367"/>
          </a:xfrm>
          <a:prstGeom prst="rect">
            <a:avLst/>
          </a:prstGeom>
          <a:noFill/>
          <a:ln w="9525">
            <a:noFill/>
            <a:miter lim="800000"/>
          </a:ln>
          <a:effectLst/>
        </p:spPr>
        <p:txBody>
          <a:bodyPr lIns="88214" tIns="44107" rIns="88214" bIns="44107"/>
          <a:lstStyle/>
          <a:p>
            <a:pPr marL="1905" lvl="1" indent="-1905">
              <a:spcBef>
                <a:spcPct val="50000"/>
              </a:spcBef>
              <a:spcAft>
                <a:spcPct val="50000"/>
              </a:spcAft>
              <a:buClr>
                <a:schemeClr val="tx2">
                  <a:lumMod val="75000"/>
                </a:schemeClr>
              </a:buClr>
            </a:pPr>
            <a:r>
              <a:rPr lang="en-GB" sz="1090" b="1" dirty="0" smtClean="0">
                <a:latin typeface="+mj-lt"/>
              </a:rPr>
              <a:t>Text</a:t>
            </a:r>
            <a:endParaRPr lang="en-GB" sz="1090" b="1" dirty="0">
              <a:latin typeface="+mj-lt"/>
            </a:endParaRPr>
          </a:p>
        </p:txBody>
      </p:sp>
      <p:sp>
        <p:nvSpPr>
          <p:cNvPr id="85" name="Rectangle 33"/>
          <p:cNvSpPr>
            <a:spLocks noChangeArrowheads="1"/>
          </p:cNvSpPr>
          <p:nvPr>
            <p:custDataLst>
              <p:tags r:id="rId29"/>
            </p:custDataLst>
          </p:nvPr>
        </p:nvSpPr>
        <p:spPr bwMode="auto">
          <a:xfrm>
            <a:off x="2976773" y="4903667"/>
            <a:ext cx="2128762" cy="264367"/>
          </a:xfrm>
          <a:prstGeom prst="rect">
            <a:avLst/>
          </a:prstGeom>
          <a:noFill/>
          <a:ln w="9525">
            <a:noFill/>
            <a:miter lim="800000"/>
          </a:ln>
          <a:effectLst/>
        </p:spPr>
        <p:txBody>
          <a:bodyPr lIns="88214" tIns="44107" rIns="88214" bIns="44107"/>
          <a:lstStyle/>
          <a:p>
            <a:pPr marL="1905" lvl="1" indent="-1905">
              <a:spcBef>
                <a:spcPct val="50000"/>
              </a:spcBef>
              <a:spcAft>
                <a:spcPct val="50000"/>
              </a:spcAft>
              <a:buClr>
                <a:schemeClr val="tx2">
                  <a:lumMod val="75000"/>
                </a:schemeClr>
              </a:buClr>
            </a:pPr>
            <a:r>
              <a:rPr lang="en-GB" sz="1090" b="1" dirty="0" smtClean="0">
                <a:latin typeface="+mj-lt"/>
              </a:rPr>
              <a:t>Text</a:t>
            </a:r>
            <a:endParaRPr lang="en-GB" sz="1090" b="1" dirty="0">
              <a:latin typeface="+mj-lt"/>
            </a:endParaRPr>
          </a:p>
        </p:txBody>
      </p:sp>
      <p:sp>
        <p:nvSpPr>
          <p:cNvPr id="86" name="Rectangle 34"/>
          <p:cNvSpPr>
            <a:spLocks noChangeArrowheads="1"/>
          </p:cNvSpPr>
          <p:nvPr>
            <p:custDataLst>
              <p:tags r:id="rId30"/>
            </p:custDataLst>
          </p:nvPr>
        </p:nvSpPr>
        <p:spPr bwMode="auto">
          <a:xfrm>
            <a:off x="2976773" y="5272475"/>
            <a:ext cx="2508898" cy="264367"/>
          </a:xfrm>
          <a:prstGeom prst="rect">
            <a:avLst/>
          </a:prstGeom>
          <a:noFill/>
          <a:ln w="9525">
            <a:noFill/>
            <a:miter lim="800000"/>
          </a:ln>
          <a:effectLst/>
        </p:spPr>
        <p:txBody>
          <a:bodyPr lIns="88214" tIns="44107" rIns="88214" bIns="44107"/>
          <a:lstStyle/>
          <a:p>
            <a:pPr marL="1905" lvl="1" indent="-1905">
              <a:spcBef>
                <a:spcPct val="50000"/>
              </a:spcBef>
              <a:spcAft>
                <a:spcPct val="50000"/>
              </a:spcAft>
              <a:buClr>
                <a:schemeClr val="tx2">
                  <a:lumMod val="75000"/>
                </a:schemeClr>
              </a:buClr>
            </a:pPr>
            <a:r>
              <a:rPr lang="en-GB" sz="1090" b="1" dirty="0" smtClean="0">
                <a:latin typeface="+mj-lt"/>
              </a:rPr>
              <a:t>Text</a:t>
            </a:r>
            <a:endParaRPr lang="en-GB" sz="1090" b="1" dirty="0">
              <a:latin typeface="+mj-lt"/>
            </a:endParaRPr>
          </a:p>
        </p:txBody>
      </p:sp>
      <p:sp>
        <p:nvSpPr>
          <p:cNvPr id="87" name="Arc 35"/>
          <p:cNvSpPr/>
          <p:nvPr>
            <p:custDataLst>
              <p:tags r:id="rId31"/>
            </p:custDataLst>
          </p:nvPr>
        </p:nvSpPr>
        <p:spPr bwMode="auto">
          <a:xfrm>
            <a:off x="3752885" y="3668320"/>
            <a:ext cx="397559"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88" name="Arc 36"/>
          <p:cNvSpPr/>
          <p:nvPr>
            <p:custDataLst>
              <p:tags r:id="rId32"/>
            </p:custDataLst>
          </p:nvPr>
        </p:nvSpPr>
        <p:spPr bwMode="auto">
          <a:xfrm>
            <a:off x="4185290" y="4038760"/>
            <a:ext cx="397558"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89" name="Arc 37"/>
          <p:cNvSpPr/>
          <p:nvPr>
            <p:custDataLst>
              <p:tags r:id="rId33"/>
            </p:custDataLst>
          </p:nvPr>
        </p:nvSpPr>
        <p:spPr bwMode="auto">
          <a:xfrm>
            <a:off x="4616111" y="4409201"/>
            <a:ext cx="397558"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90" name="Arc 38"/>
          <p:cNvSpPr/>
          <p:nvPr>
            <p:custDataLst>
              <p:tags r:id="rId34"/>
            </p:custDataLst>
          </p:nvPr>
        </p:nvSpPr>
        <p:spPr bwMode="auto">
          <a:xfrm>
            <a:off x="5046932" y="4778010"/>
            <a:ext cx="397558"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91" name="Arc 39"/>
          <p:cNvSpPr/>
          <p:nvPr>
            <p:custDataLst>
              <p:tags r:id="rId35"/>
            </p:custDataLst>
          </p:nvPr>
        </p:nvSpPr>
        <p:spPr bwMode="auto">
          <a:xfrm>
            <a:off x="5477752" y="5148450"/>
            <a:ext cx="397558"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92" name="Freeform 40"/>
          <p:cNvSpPr/>
          <p:nvPr>
            <p:custDataLst>
              <p:tags r:id="rId36"/>
            </p:custDataLst>
          </p:nvPr>
        </p:nvSpPr>
        <p:spPr bwMode="auto">
          <a:xfrm>
            <a:off x="3792483" y="2188190"/>
            <a:ext cx="4165657" cy="1480132"/>
          </a:xfrm>
          <a:custGeom>
            <a:avLst/>
            <a:gdLst/>
            <a:ahLst/>
            <a:cxnLst>
              <a:cxn ang="0">
                <a:pos x="226" y="907"/>
              </a:cxn>
              <a:cxn ang="0">
                <a:pos x="226" y="408"/>
              </a:cxn>
              <a:cxn ang="0">
                <a:pos x="0" y="408"/>
              </a:cxn>
              <a:cxn ang="0">
                <a:pos x="1315" y="0"/>
              </a:cxn>
              <a:cxn ang="0">
                <a:pos x="2630" y="408"/>
              </a:cxn>
              <a:cxn ang="0">
                <a:pos x="2404" y="408"/>
              </a:cxn>
              <a:cxn ang="0">
                <a:pos x="2404" y="907"/>
              </a:cxn>
            </a:cxnLst>
            <a:rect l="0" t="0" r="r" b="b"/>
            <a:pathLst>
              <a:path w="2630" h="907">
                <a:moveTo>
                  <a:pt x="226" y="907"/>
                </a:moveTo>
                <a:lnTo>
                  <a:pt x="226" y="408"/>
                </a:lnTo>
                <a:lnTo>
                  <a:pt x="0" y="408"/>
                </a:lnTo>
                <a:lnTo>
                  <a:pt x="1315" y="0"/>
                </a:lnTo>
                <a:lnTo>
                  <a:pt x="2630" y="408"/>
                </a:lnTo>
                <a:lnTo>
                  <a:pt x="2404" y="408"/>
                </a:lnTo>
                <a:lnTo>
                  <a:pt x="2404" y="907"/>
                </a:lnTo>
              </a:path>
            </a:pathLst>
          </a:custGeom>
          <a:solidFill>
            <a:schemeClr val="hlink"/>
          </a:solidFill>
          <a:ln w="9525" cap="flat" cmpd="sng">
            <a:noFill/>
            <a:prstDash val="solid"/>
            <a:round/>
          </a:ln>
          <a:effectLst/>
        </p:spPr>
        <p:txBody>
          <a:bodyPr wrap="none" lIns="86824" tIns="45148" rIns="86824" bIns="45148" anchor="ctr"/>
          <a:lstStyle/>
          <a:p>
            <a:endParaRPr lang="en-GB" sz="1815">
              <a:latin typeface="+mj-lt"/>
            </a:endParaRPr>
          </a:p>
        </p:txBody>
      </p:sp>
      <p:sp>
        <p:nvSpPr>
          <p:cNvPr id="93" name="Rectangle 22"/>
          <p:cNvSpPr>
            <a:spLocks noChangeArrowheads="1"/>
          </p:cNvSpPr>
          <p:nvPr>
            <p:custDataLst>
              <p:tags r:id="rId37"/>
            </p:custDataLst>
          </p:nvPr>
        </p:nvSpPr>
        <p:spPr bwMode="auto">
          <a:xfrm>
            <a:off x="4798259" y="2798520"/>
            <a:ext cx="2154104" cy="264367"/>
          </a:xfrm>
          <a:prstGeom prst="rect">
            <a:avLst/>
          </a:prstGeom>
          <a:noFill/>
          <a:ln w="9525">
            <a:noFill/>
            <a:miter lim="800000"/>
          </a:ln>
          <a:effectLst/>
        </p:spPr>
        <p:txBody>
          <a:bodyPr lIns="88214" tIns="44107" rIns="88214" bIns="44107"/>
          <a:lstStyle/>
          <a:p>
            <a:pPr marL="1905" lvl="1" indent="-1905" algn="ctr">
              <a:spcBef>
                <a:spcPct val="50000"/>
              </a:spcBef>
              <a:spcAft>
                <a:spcPct val="50000"/>
              </a:spcAft>
              <a:buClr>
                <a:schemeClr val="accent2"/>
              </a:buClr>
            </a:pPr>
            <a:r>
              <a:rPr lang="en-GB" sz="1270" b="1" dirty="0" smtClean="0">
                <a:solidFill>
                  <a:schemeClr val="bg1"/>
                </a:solidFill>
                <a:latin typeface="+mj-lt"/>
              </a:rPr>
              <a:t>Text</a:t>
            </a:r>
            <a:endParaRPr lang="en-GB" sz="1270" b="1" dirty="0">
              <a:solidFill>
                <a:schemeClr val="bg1"/>
              </a:solidFill>
              <a:latin typeface="+mj-lt"/>
            </a:endParaRPr>
          </a:p>
        </p:txBody>
      </p:sp>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Trapezoid 39"/>
          <p:cNvSpPr/>
          <p:nvPr/>
        </p:nvSpPr>
        <p:spPr bwMode="ltGray">
          <a:xfrm>
            <a:off x="6189459" y="1042592"/>
            <a:ext cx="1387528" cy="374610"/>
          </a:xfrm>
          <a:prstGeom prst="trapezoid">
            <a:avLst>
              <a:gd name="adj" fmla="val 67373"/>
            </a:avLst>
          </a:prstGeom>
          <a:solidFill>
            <a:schemeClr val="accent5"/>
          </a:solidFill>
          <a:ln w="3175"/>
        </p:spPr>
        <p:style>
          <a:lnRef idx="2">
            <a:schemeClr val="accent1">
              <a:shade val="50000"/>
            </a:schemeClr>
          </a:lnRef>
          <a:fillRef idx="1">
            <a:schemeClr val="accent1"/>
          </a:fillRef>
          <a:effectRef idx="0">
            <a:schemeClr val="accent1"/>
          </a:effectRef>
          <a:fontRef idx="minor">
            <a:schemeClr val="lt1"/>
          </a:fontRef>
        </p:style>
        <p:txBody>
          <a:bodyPr lIns="94585" tIns="47292" rIns="94585" bIns="47292" rtlCol="0" anchor="ctr"/>
          <a:lstStyle/>
          <a:p>
            <a:pPr algn="ctr"/>
            <a:r>
              <a:rPr lang="en-US" sz="1270" b="1" dirty="0">
                <a:solidFill>
                  <a:srgbClr val="FFFFFF"/>
                </a:solidFill>
              </a:rPr>
              <a:t>Issue</a:t>
            </a:r>
            <a:endParaRPr lang="en-US" sz="1270" b="1" dirty="0">
              <a:solidFill>
                <a:srgbClr val="FFFFFF"/>
              </a:solidFill>
            </a:endParaRPr>
          </a:p>
        </p:txBody>
      </p:sp>
      <p:sp>
        <p:nvSpPr>
          <p:cNvPr id="41" name="Title 1"/>
          <p:cNvSpPr>
            <a:spLocks noGrp="1"/>
          </p:cNvSpPr>
          <p:nvPr>
            <p:ph type="title"/>
          </p:nvPr>
        </p:nvSpPr>
        <p:spPr>
          <a:xfrm>
            <a:off x="1812174" y="686236"/>
            <a:ext cx="3475557" cy="609535"/>
          </a:xfrm>
        </p:spPr>
        <p:txBody>
          <a:bodyPr/>
          <a:lstStyle/>
          <a:p>
            <a:r>
              <a:rPr lang="en-US" dirty="0" smtClean="0"/>
              <a:t>Issue–action–impact</a:t>
            </a:r>
            <a:br>
              <a:rPr lang="en-US" dirty="0" smtClean="0"/>
            </a:br>
            <a:r>
              <a:rPr lang="en-US" dirty="0" smtClean="0"/>
              <a:t>Version 1</a:t>
            </a:r>
            <a:endParaRPr lang="en-US" dirty="0"/>
          </a:p>
        </p:txBody>
      </p:sp>
      <p:sp>
        <p:nvSpPr>
          <p:cNvPr id="43" name="Slide Number Placeholder 6"/>
          <p:cNvSpPr>
            <a:spLocks noGrp="1"/>
          </p:cNvSpPr>
          <p:nvPr>
            <p:ph type="sldNum" sz="quarter" idx="4"/>
          </p:nvPr>
        </p:nvSpPr>
        <p:spPr>
          <a:xfrm>
            <a:off x="8763291" y="6476820"/>
            <a:ext cx="1619771" cy="152384"/>
          </a:xfrm>
        </p:spPr>
        <p:txBody>
          <a:bodyPr/>
          <a:lstStyle/>
          <a:p>
            <a:fld id="{9EBD5762-3BDC-484D-9503-7EA6D5A9A8CE}" type="slidenum">
              <a:rPr lang="en-US" sz="905" smtClean="0">
                <a:solidFill>
                  <a:srgbClr val="000000"/>
                </a:solidFill>
              </a:rPr>
            </a:fld>
            <a:endParaRPr lang="en-US" sz="905" dirty="0">
              <a:solidFill>
                <a:srgbClr val="000000"/>
              </a:solidFill>
            </a:endParaRPr>
          </a:p>
        </p:txBody>
      </p:sp>
      <p:sp>
        <p:nvSpPr>
          <p:cNvPr id="45" name="Freeform 44"/>
          <p:cNvSpPr/>
          <p:nvPr/>
        </p:nvSpPr>
        <p:spPr>
          <a:xfrm>
            <a:off x="3108980" y="1416467"/>
            <a:ext cx="7252964" cy="1456413"/>
          </a:xfrm>
          <a:custGeom>
            <a:avLst/>
            <a:gdLst>
              <a:gd name="connsiteX0" fmla="*/ 0 w 6837770"/>
              <a:gd name="connsiteY0" fmla="*/ 1456567 h 1456567"/>
              <a:gd name="connsiteX1" fmla="*/ 1480842 w 6837770"/>
              <a:gd name="connsiteY1" fmla="*/ 0 h 1456567"/>
              <a:gd name="connsiteX2" fmla="*/ 6837770 w 6837770"/>
              <a:gd name="connsiteY2" fmla="*/ 0 h 1456567"/>
            </a:gdLst>
            <a:ahLst/>
            <a:cxnLst>
              <a:cxn ang="0">
                <a:pos x="connsiteX0" y="connsiteY0"/>
              </a:cxn>
              <a:cxn ang="0">
                <a:pos x="connsiteX1" y="connsiteY1"/>
              </a:cxn>
              <a:cxn ang="0">
                <a:pos x="connsiteX2" y="connsiteY2"/>
              </a:cxn>
            </a:cxnLst>
            <a:rect l="l" t="t" r="r" b="b"/>
            <a:pathLst>
              <a:path w="6837770" h="1456567">
                <a:moveTo>
                  <a:pt x="0" y="1456567"/>
                </a:moveTo>
                <a:lnTo>
                  <a:pt x="1480842" y="0"/>
                </a:lnTo>
                <a:lnTo>
                  <a:pt x="6837770" y="0"/>
                </a:lnTo>
              </a:path>
            </a:pathLst>
          </a:cu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txBody>
          <a:bodyPr lIns="94585" tIns="47292" rIns="94585" bIns="47292" rtlCol="0" anchor="ctr"/>
          <a:lstStyle/>
          <a:p>
            <a:pPr algn="ctr"/>
            <a:endParaRPr lang="en-US" sz="1815" dirty="0">
              <a:solidFill>
                <a:srgbClr val="000000"/>
              </a:solidFill>
            </a:endParaRPr>
          </a:p>
        </p:txBody>
      </p:sp>
      <p:sp>
        <p:nvSpPr>
          <p:cNvPr id="46" name="Freeform 45"/>
          <p:cNvSpPr/>
          <p:nvPr/>
        </p:nvSpPr>
        <p:spPr>
          <a:xfrm rot="10800000" flipH="1">
            <a:off x="3115508" y="4639449"/>
            <a:ext cx="7252964" cy="1456413"/>
          </a:xfrm>
          <a:custGeom>
            <a:avLst/>
            <a:gdLst>
              <a:gd name="connsiteX0" fmla="*/ 0 w 6837770"/>
              <a:gd name="connsiteY0" fmla="*/ 1456567 h 1456567"/>
              <a:gd name="connsiteX1" fmla="*/ 1480842 w 6837770"/>
              <a:gd name="connsiteY1" fmla="*/ 0 h 1456567"/>
              <a:gd name="connsiteX2" fmla="*/ 6837770 w 6837770"/>
              <a:gd name="connsiteY2" fmla="*/ 0 h 1456567"/>
            </a:gdLst>
            <a:ahLst/>
            <a:cxnLst>
              <a:cxn ang="0">
                <a:pos x="connsiteX0" y="connsiteY0"/>
              </a:cxn>
              <a:cxn ang="0">
                <a:pos x="connsiteX1" y="connsiteY1"/>
              </a:cxn>
              <a:cxn ang="0">
                <a:pos x="connsiteX2" y="connsiteY2"/>
              </a:cxn>
            </a:cxnLst>
            <a:rect l="l" t="t" r="r" b="b"/>
            <a:pathLst>
              <a:path w="6837770" h="1456567">
                <a:moveTo>
                  <a:pt x="0" y="1456567"/>
                </a:moveTo>
                <a:lnTo>
                  <a:pt x="1480842" y="0"/>
                </a:lnTo>
                <a:lnTo>
                  <a:pt x="6837770" y="0"/>
                </a:lnTo>
              </a:path>
            </a:pathLst>
          </a:cu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txBody>
          <a:bodyPr lIns="94585" tIns="47292" rIns="94585" bIns="47292" rtlCol="0" anchor="ctr"/>
          <a:lstStyle/>
          <a:p>
            <a:pPr algn="ctr"/>
            <a:endParaRPr lang="en-US" sz="1815" dirty="0">
              <a:solidFill>
                <a:srgbClr val="000000"/>
              </a:solidFill>
            </a:endParaRPr>
          </a:p>
        </p:txBody>
      </p:sp>
      <p:sp>
        <p:nvSpPr>
          <p:cNvPr id="47" name="Freeform 46"/>
          <p:cNvSpPr/>
          <p:nvPr/>
        </p:nvSpPr>
        <p:spPr>
          <a:xfrm>
            <a:off x="3105404" y="2578336"/>
            <a:ext cx="7252964" cy="927000"/>
          </a:xfrm>
          <a:custGeom>
            <a:avLst/>
            <a:gdLst>
              <a:gd name="connsiteX0" fmla="*/ 0 w 6837770"/>
              <a:gd name="connsiteY0" fmla="*/ 1456567 h 1456567"/>
              <a:gd name="connsiteX1" fmla="*/ 1480842 w 6837770"/>
              <a:gd name="connsiteY1" fmla="*/ 0 h 1456567"/>
              <a:gd name="connsiteX2" fmla="*/ 6837770 w 6837770"/>
              <a:gd name="connsiteY2" fmla="*/ 0 h 1456567"/>
              <a:gd name="connsiteX0-1" fmla="*/ 0 w 6837770"/>
              <a:gd name="connsiteY0-2" fmla="*/ 1456567 h 1456567"/>
              <a:gd name="connsiteX1-3" fmla="*/ 1658642 w 6837770"/>
              <a:gd name="connsiteY1-4" fmla="*/ 0 h 1456567"/>
              <a:gd name="connsiteX2-5" fmla="*/ 6837770 w 6837770"/>
              <a:gd name="connsiteY2-6" fmla="*/ 0 h 1456567"/>
            </a:gdLst>
            <a:ahLst/>
            <a:cxnLst>
              <a:cxn ang="0">
                <a:pos x="connsiteX0-1" y="connsiteY0-2"/>
              </a:cxn>
              <a:cxn ang="0">
                <a:pos x="connsiteX1-3" y="connsiteY1-4"/>
              </a:cxn>
              <a:cxn ang="0">
                <a:pos x="connsiteX2-5" y="connsiteY2-6"/>
              </a:cxn>
            </a:cxnLst>
            <a:rect l="l" t="t" r="r" b="b"/>
            <a:pathLst>
              <a:path w="6837770" h="1456567">
                <a:moveTo>
                  <a:pt x="0" y="1456567"/>
                </a:moveTo>
                <a:lnTo>
                  <a:pt x="1658642" y="0"/>
                </a:lnTo>
                <a:lnTo>
                  <a:pt x="6837770" y="0"/>
                </a:lnTo>
              </a:path>
            </a:pathLst>
          </a:cu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txBody>
          <a:bodyPr lIns="94585" tIns="47292" rIns="94585" bIns="47292" rtlCol="0" anchor="ctr"/>
          <a:lstStyle/>
          <a:p>
            <a:pPr algn="ctr"/>
            <a:endParaRPr lang="en-US" sz="1815" dirty="0">
              <a:solidFill>
                <a:srgbClr val="000000"/>
              </a:solidFill>
            </a:endParaRPr>
          </a:p>
        </p:txBody>
      </p:sp>
      <p:sp>
        <p:nvSpPr>
          <p:cNvPr id="48" name="Freeform 47"/>
          <p:cNvSpPr/>
          <p:nvPr/>
        </p:nvSpPr>
        <p:spPr>
          <a:xfrm flipV="1">
            <a:off x="3105404" y="3981538"/>
            <a:ext cx="7252964" cy="927000"/>
          </a:xfrm>
          <a:custGeom>
            <a:avLst/>
            <a:gdLst>
              <a:gd name="connsiteX0" fmla="*/ 0 w 6837770"/>
              <a:gd name="connsiteY0" fmla="*/ 1456567 h 1456567"/>
              <a:gd name="connsiteX1" fmla="*/ 1480842 w 6837770"/>
              <a:gd name="connsiteY1" fmla="*/ 0 h 1456567"/>
              <a:gd name="connsiteX2" fmla="*/ 6837770 w 6837770"/>
              <a:gd name="connsiteY2" fmla="*/ 0 h 1456567"/>
              <a:gd name="connsiteX0-1" fmla="*/ 0 w 6837770"/>
              <a:gd name="connsiteY0-2" fmla="*/ 1456567 h 1456567"/>
              <a:gd name="connsiteX1-3" fmla="*/ 1658642 w 6837770"/>
              <a:gd name="connsiteY1-4" fmla="*/ 0 h 1456567"/>
              <a:gd name="connsiteX2-5" fmla="*/ 6837770 w 6837770"/>
              <a:gd name="connsiteY2-6" fmla="*/ 0 h 1456567"/>
            </a:gdLst>
            <a:ahLst/>
            <a:cxnLst>
              <a:cxn ang="0">
                <a:pos x="connsiteX0-1" y="connsiteY0-2"/>
              </a:cxn>
              <a:cxn ang="0">
                <a:pos x="connsiteX1-3" y="connsiteY1-4"/>
              </a:cxn>
              <a:cxn ang="0">
                <a:pos x="connsiteX2-5" y="connsiteY2-6"/>
              </a:cxn>
            </a:cxnLst>
            <a:rect l="l" t="t" r="r" b="b"/>
            <a:pathLst>
              <a:path w="6837770" h="1456567">
                <a:moveTo>
                  <a:pt x="0" y="1456567"/>
                </a:moveTo>
                <a:lnTo>
                  <a:pt x="1658642" y="0"/>
                </a:lnTo>
                <a:lnTo>
                  <a:pt x="6837770" y="0"/>
                </a:lnTo>
              </a:path>
            </a:pathLst>
          </a:cu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txBody>
          <a:bodyPr lIns="94585" tIns="47292" rIns="94585" bIns="47292" rtlCol="0" anchor="ctr"/>
          <a:lstStyle/>
          <a:p>
            <a:pPr algn="ctr"/>
            <a:endParaRPr lang="en-US" sz="1815" dirty="0">
              <a:solidFill>
                <a:srgbClr val="000000"/>
              </a:solidFill>
            </a:endParaRPr>
          </a:p>
        </p:txBody>
      </p:sp>
      <p:cxnSp>
        <p:nvCxnSpPr>
          <p:cNvPr id="49" name="Straight Connector 48"/>
          <p:cNvCxnSpPr/>
          <p:nvPr/>
        </p:nvCxnSpPr>
        <p:spPr>
          <a:xfrm flipH="1">
            <a:off x="3105407" y="3733912"/>
            <a:ext cx="7274422" cy="0"/>
          </a:xfrm>
          <a:prstGeom prst="line">
            <a:avLst/>
          </a:pr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50" name="Group 49"/>
          <p:cNvGrpSpPr/>
          <p:nvPr/>
        </p:nvGrpSpPr>
        <p:grpSpPr>
          <a:xfrm>
            <a:off x="6174305" y="1410059"/>
            <a:ext cx="4198790" cy="4673103"/>
            <a:chOff x="4645819" y="1384300"/>
            <a:chExt cx="3958431" cy="4699000"/>
          </a:xfrm>
        </p:grpSpPr>
        <p:cxnSp>
          <p:nvCxnSpPr>
            <p:cNvPr id="51" name="Straight Connector 50"/>
            <p:cNvCxnSpPr/>
            <p:nvPr/>
          </p:nvCxnSpPr>
          <p:spPr>
            <a:xfrm flipV="1">
              <a:off x="8604250" y="1384300"/>
              <a:ext cx="0" cy="4699000"/>
            </a:xfrm>
            <a:prstGeom prst="line">
              <a:avLst/>
            </a:pr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flipV="1">
              <a:off x="7279481" y="1384300"/>
              <a:ext cx="0" cy="4699000"/>
            </a:xfrm>
            <a:prstGeom prst="line">
              <a:avLst/>
            </a:pr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V="1">
              <a:off x="5965031" y="1384300"/>
              <a:ext cx="0" cy="4699000"/>
            </a:xfrm>
            <a:prstGeom prst="line">
              <a:avLst/>
            </a:pr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a:xfrm flipV="1">
              <a:off x="4645819" y="1384300"/>
              <a:ext cx="0" cy="4699000"/>
            </a:xfrm>
            <a:prstGeom prst="line">
              <a:avLst/>
            </a:pr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55" name="Oval 54"/>
          <p:cNvSpPr/>
          <p:nvPr/>
        </p:nvSpPr>
        <p:spPr bwMode="ltGray">
          <a:xfrm>
            <a:off x="1680830" y="2648180"/>
            <a:ext cx="2263154" cy="2133373"/>
          </a:xfrm>
          <a:prstGeom prst="ellipse">
            <a:avLst/>
          </a:prstGeom>
          <a:solidFill>
            <a:schemeClr val="accent5"/>
          </a:solidFill>
          <a:ln w="3175"/>
        </p:spPr>
        <p:style>
          <a:lnRef idx="2">
            <a:schemeClr val="accent1">
              <a:shade val="50000"/>
            </a:schemeClr>
          </a:lnRef>
          <a:fillRef idx="1">
            <a:schemeClr val="accent1"/>
          </a:fillRef>
          <a:effectRef idx="0">
            <a:schemeClr val="accent1"/>
          </a:effectRef>
          <a:fontRef idx="minor">
            <a:schemeClr val="lt1"/>
          </a:fontRef>
        </p:style>
        <p:txBody>
          <a:bodyPr lIns="94585" tIns="47292" rIns="94585" bIns="47292" rtlCol="0" anchor="ctr"/>
          <a:lstStyle/>
          <a:p>
            <a:pPr algn="ctr"/>
            <a:r>
              <a:rPr lang="en-US" sz="1815" dirty="0">
                <a:solidFill>
                  <a:srgbClr val="FFFFFF"/>
                </a:solidFill>
              </a:rPr>
              <a:t>Client</a:t>
            </a:r>
            <a:endParaRPr lang="en-US" sz="1815" dirty="0">
              <a:solidFill>
                <a:srgbClr val="FFFFFF"/>
              </a:solidFill>
            </a:endParaRPr>
          </a:p>
        </p:txBody>
      </p:sp>
      <p:sp>
        <p:nvSpPr>
          <p:cNvPr id="56" name="Trapezoid 55"/>
          <p:cNvSpPr/>
          <p:nvPr/>
        </p:nvSpPr>
        <p:spPr bwMode="ltGray">
          <a:xfrm>
            <a:off x="7581195" y="1042592"/>
            <a:ext cx="1387528" cy="374610"/>
          </a:xfrm>
          <a:prstGeom prst="trapezoid">
            <a:avLst>
              <a:gd name="adj" fmla="val 67373"/>
            </a:avLst>
          </a:prstGeom>
          <a:solidFill>
            <a:schemeClr val="accent4"/>
          </a:solidFill>
          <a:ln w="3175"/>
        </p:spPr>
        <p:style>
          <a:lnRef idx="2">
            <a:schemeClr val="accent1">
              <a:shade val="50000"/>
            </a:schemeClr>
          </a:lnRef>
          <a:fillRef idx="1">
            <a:schemeClr val="accent1"/>
          </a:fillRef>
          <a:effectRef idx="0">
            <a:schemeClr val="accent1"/>
          </a:effectRef>
          <a:fontRef idx="minor">
            <a:schemeClr val="lt1"/>
          </a:fontRef>
        </p:style>
        <p:txBody>
          <a:bodyPr lIns="94585" tIns="47292" rIns="94585" bIns="47292" rtlCol="0" anchor="ctr"/>
          <a:lstStyle/>
          <a:p>
            <a:pPr algn="ctr"/>
            <a:r>
              <a:rPr lang="en-US" sz="1270" b="1" dirty="0">
                <a:solidFill>
                  <a:srgbClr val="FFFFFF"/>
                </a:solidFill>
              </a:rPr>
              <a:t>Action</a:t>
            </a:r>
            <a:endParaRPr lang="en-US" sz="1270" b="1" dirty="0">
              <a:solidFill>
                <a:srgbClr val="FFFFFF"/>
              </a:solidFill>
            </a:endParaRPr>
          </a:p>
        </p:txBody>
      </p:sp>
      <p:sp>
        <p:nvSpPr>
          <p:cNvPr id="57" name="Trapezoid 56"/>
          <p:cNvSpPr/>
          <p:nvPr/>
        </p:nvSpPr>
        <p:spPr bwMode="ltGray">
          <a:xfrm>
            <a:off x="8988088" y="1042592"/>
            <a:ext cx="1387528" cy="374610"/>
          </a:xfrm>
          <a:prstGeom prst="trapezoid">
            <a:avLst>
              <a:gd name="adj" fmla="val 67373"/>
            </a:avLst>
          </a:prstGeom>
          <a:solidFill>
            <a:schemeClr val="accent3"/>
          </a:solidFill>
          <a:ln w="3175"/>
        </p:spPr>
        <p:style>
          <a:lnRef idx="2">
            <a:schemeClr val="accent1">
              <a:shade val="50000"/>
            </a:schemeClr>
          </a:lnRef>
          <a:fillRef idx="1">
            <a:schemeClr val="accent1"/>
          </a:fillRef>
          <a:effectRef idx="0">
            <a:schemeClr val="accent1"/>
          </a:effectRef>
          <a:fontRef idx="minor">
            <a:schemeClr val="lt1"/>
          </a:fontRef>
        </p:style>
        <p:txBody>
          <a:bodyPr lIns="94585" tIns="47292" rIns="94585" bIns="47292" rtlCol="0" anchor="ctr"/>
          <a:lstStyle/>
          <a:p>
            <a:pPr algn="ctr"/>
            <a:r>
              <a:rPr lang="en-US" sz="1270" b="1" dirty="0">
                <a:solidFill>
                  <a:srgbClr val="FFFFFF"/>
                </a:solidFill>
              </a:rPr>
              <a:t>Impact</a:t>
            </a:r>
            <a:endParaRPr lang="en-US" sz="1270" b="1" dirty="0">
              <a:solidFill>
                <a:srgbClr val="FFFFFF"/>
              </a:solidFill>
            </a:endParaRPr>
          </a:p>
        </p:txBody>
      </p:sp>
      <p:sp>
        <p:nvSpPr>
          <p:cNvPr id="58" name="TextBox 57"/>
          <p:cNvSpPr txBox="1"/>
          <p:nvPr/>
        </p:nvSpPr>
        <p:spPr>
          <a:xfrm>
            <a:off x="5126077" y="1533873"/>
            <a:ext cx="889096" cy="876207"/>
          </a:xfrm>
          <a:prstGeom prst="rect">
            <a:avLst/>
          </a:prstGeom>
          <a:noFill/>
        </p:spPr>
        <p:txBody>
          <a:bodyPr wrap="square" lIns="0" tIns="0" rIns="0" bIns="0" rtlCol="0" anchor="ctr" anchorCtr="0">
            <a:noAutofit/>
          </a:bodyPr>
          <a:lstStyle/>
          <a:p>
            <a:pPr indent="-313055">
              <a:spcAft>
                <a:spcPts val="1025"/>
              </a:spcAft>
            </a:pPr>
            <a:r>
              <a:rPr lang="en-US" sz="1635" b="1" dirty="0">
                <a:solidFill>
                  <a:srgbClr val="1450B8"/>
                </a:solidFill>
              </a:rPr>
              <a:t>Issue 1</a:t>
            </a:r>
            <a:endParaRPr lang="en-US" sz="1635" b="1" dirty="0">
              <a:solidFill>
                <a:srgbClr val="1450B8"/>
              </a:solidFill>
            </a:endParaRPr>
          </a:p>
        </p:txBody>
      </p:sp>
      <p:sp>
        <p:nvSpPr>
          <p:cNvPr id="59" name="TextBox 58"/>
          <p:cNvSpPr txBox="1"/>
          <p:nvPr/>
        </p:nvSpPr>
        <p:spPr>
          <a:xfrm>
            <a:off x="5126077" y="2705322"/>
            <a:ext cx="889096" cy="876207"/>
          </a:xfrm>
          <a:prstGeom prst="rect">
            <a:avLst/>
          </a:prstGeom>
          <a:noFill/>
        </p:spPr>
        <p:txBody>
          <a:bodyPr wrap="square" lIns="0" tIns="0" rIns="0" bIns="0" rtlCol="0" anchor="ctr" anchorCtr="0">
            <a:noAutofit/>
          </a:bodyPr>
          <a:lstStyle/>
          <a:p>
            <a:pPr indent="-313055">
              <a:spcAft>
                <a:spcPts val="1025"/>
              </a:spcAft>
            </a:pPr>
            <a:r>
              <a:rPr lang="en-US" sz="1635" b="1" dirty="0">
                <a:solidFill>
                  <a:srgbClr val="1450B8"/>
                </a:solidFill>
              </a:rPr>
              <a:t>Issue 2</a:t>
            </a:r>
            <a:endParaRPr lang="en-US" sz="1635" b="1" dirty="0">
              <a:solidFill>
                <a:srgbClr val="1450B8"/>
              </a:solidFill>
            </a:endParaRPr>
          </a:p>
        </p:txBody>
      </p:sp>
      <p:sp>
        <p:nvSpPr>
          <p:cNvPr id="60" name="TextBox 59"/>
          <p:cNvSpPr txBox="1"/>
          <p:nvPr/>
        </p:nvSpPr>
        <p:spPr>
          <a:xfrm>
            <a:off x="5126077" y="3857726"/>
            <a:ext cx="889096" cy="876207"/>
          </a:xfrm>
          <a:prstGeom prst="rect">
            <a:avLst/>
          </a:prstGeom>
          <a:noFill/>
        </p:spPr>
        <p:txBody>
          <a:bodyPr wrap="square" lIns="0" tIns="0" rIns="0" bIns="0" rtlCol="0" anchor="ctr" anchorCtr="0">
            <a:noAutofit/>
          </a:bodyPr>
          <a:lstStyle/>
          <a:p>
            <a:pPr indent="-313055">
              <a:spcAft>
                <a:spcPts val="1025"/>
              </a:spcAft>
            </a:pPr>
            <a:r>
              <a:rPr lang="en-US" sz="1635" b="1" dirty="0">
                <a:solidFill>
                  <a:srgbClr val="1450B8"/>
                </a:solidFill>
              </a:rPr>
              <a:t>Issue 3</a:t>
            </a:r>
            <a:endParaRPr lang="en-US" sz="1635" b="1" dirty="0">
              <a:solidFill>
                <a:srgbClr val="1450B8"/>
              </a:solidFill>
            </a:endParaRPr>
          </a:p>
        </p:txBody>
      </p:sp>
      <p:sp>
        <p:nvSpPr>
          <p:cNvPr id="61" name="TextBox 60"/>
          <p:cNvSpPr txBox="1"/>
          <p:nvPr/>
        </p:nvSpPr>
        <p:spPr>
          <a:xfrm>
            <a:off x="5126077" y="5048223"/>
            <a:ext cx="889096" cy="876207"/>
          </a:xfrm>
          <a:prstGeom prst="rect">
            <a:avLst/>
          </a:prstGeom>
          <a:noFill/>
        </p:spPr>
        <p:txBody>
          <a:bodyPr wrap="square" lIns="0" tIns="0" rIns="0" bIns="0" rtlCol="0" anchor="ctr" anchorCtr="0">
            <a:noAutofit/>
          </a:bodyPr>
          <a:lstStyle/>
          <a:p>
            <a:pPr indent="-313055">
              <a:spcAft>
                <a:spcPts val="1025"/>
              </a:spcAft>
            </a:pPr>
            <a:r>
              <a:rPr lang="en-US" sz="1635" b="1" dirty="0">
                <a:solidFill>
                  <a:srgbClr val="1450B8"/>
                </a:solidFill>
              </a:rPr>
              <a:t>Issue 4</a:t>
            </a:r>
            <a:endParaRPr lang="en-US" sz="1635" b="1" dirty="0">
              <a:solidFill>
                <a:srgbClr val="1450B8"/>
              </a:solidFill>
            </a:endParaRPr>
          </a:p>
        </p:txBody>
      </p:sp>
      <p:sp>
        <p:nvSpPr>
          <p:cNvPr id="62" name="TextBox 61"/>
          <p:cNvSpPr txBox="1"/>
          <p:nvPr/>
        </p:nvSpPr>
        <p:spPr>
          <a:xfrm>
            <a:off x="6308173" y="1533873"/>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issue</a:t>
            </a:r>
            <a:endParaRPr lang="en-US" sz="1000" dirty="0">
              <a:solidFill>
                <a:srgbClr val="2972F4"/>
              </a:solidFill>
            </a:endParaRPr>
          </a:p>
        </p:txBody>
      </p:sp>
      <p:sp>
        <p:nvSpPr>
          <p:cNvPr id="63" name="TextBox 62"/>
          <p:cNvSpPr txBox="1"/>
          <p:nvPr/>
        </p:nvSpPr>
        <p:spPr>
          <a:xfrm>
            <a:off x="7692334" y="1533873"/>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action</a:t>
            </a:r>
            <a:endParaRPr lang="en-US" sz="1000" dirty="0">
              <a:solidFill>
                <a:srgbClr val="2972F4"/>
              </a:solidFill>
            </a:endParaRPr>
          </a:p>
        </p:txBody>
      </p:sp>
      <p:sp>
        <p:nvSpPr>
          <p:cNvPr id="64" name="TextBox 63"/>
          <p:cNvSpPr txBox="1"/>
          <p:nvPr/>
        </p:nvSpPr>
        <p:spPr>
          <a:xfrm>
            <a:off x="9106803" y="1533873"/>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impact</a:t>
            </a:r>
            <a:endParaRPr lang="en-US" sz="1000" dirty="0">
              <a:solidFill>
                <a:srgbClr val="2972F4"/>
              </a:solidFill>
            </a:endParaRPr>
          </a:p>
        </p:txBody>
      </p:sp>
      <p:sp>
        <p:nvSpPr>
          <p:cNvPr id="65" name="TextBox 64"/>
          <p:cNvSpPr txBox="1"/>
          <p:nvPr/>
        </p:nvSpPr>
        <p:spPr>
          <a:xfrm>
            <a:off x="6308173" y="2714845"/>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issue</a:t>
            </a:r>
            <a:endParaRPr lang="en-US" sz="1000" dirty="0">
              <a:solidFill>
                <a:srgbClr val="2972F4"/>
              </a:solidFill>
            </a:endParaRPr>
          </a:p>
        </p:txBody>
      </p:sp>
      <p:sp>
        <p:nvSpPr>
          <p:cNvPr id="66" name="TextBox 65"/>
          <p:cNvSpPr txBox="1"/>
          <p:nvPr/>
        </p:nvSpPr>
        <p:spPr>
          <a:xfrm>
            <a:off x="7692334" y="2714845"/>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action</a:t>
            </a:r>
            <a:endParaRPr lang="en-US" sz="1000" dirty="0">
              <a:solidFill>
                <a:srgbClr val="2972F4"/>
              </a:solidFill>
            </a:endParaRPr>
          </a:p>
        </p:txBody>
      </p:sp>
      <p:sp>
        <p:nvSpPr>
          <p:cNvPr id="67" name="TextBox 66"/>
          <p:cNvSpPr txBox="1"/>
          <p:nvPr/>
        </p:nvSpPr>
        <p:spPr>
          <a:xfrm>
            <a:off x="9106803" y="2714845"/>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impact</a:t>
            </a:r>
            <a:endParaRPr lang="en-US" sz="1000" dirty="0">
              <a:solidFill>
                <a:srgbClr val="2972F4"/>
              </a:solidFill>
            </a:endParaRPr>
          </a:p>
        </p:txBody>
      </p:sp>
      <p:sp>
        <p:nvSpPr>
          <p:cNvPr id="68" name="TextBox 67"/>
          <p:cNvSpPr txBox="1"/>
          <p:nvPr/>
        </p:nvSpPr>
        <p:spPr>
          <a:xfrm>
            <a:off x="6308173" y="3876772"/>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issue</a:t>
            </a:r>
            <a:endParaRPr lang="en-US" sz="1000" dirty="0">
              <a:solidFill>
                <a:srgbClr val="2972F4"/>
              </a:solidFill>
            </a:endParaRPr>
          </a:p>
        </p:txBody>
      </p:sp>
      <p:sp>
        <p:nvSpPr>
          <p:cNvPr id="69" name="TextBox 68"/>
          <p:cNvSpPr txBox="1"/>
          <p:nvPr/>
        </p:nvSpPr>
        <p:spPr>
          <a:xfrm>
            <a:off x="7692334" y="3876772"/>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action</a:t>
            </a:r>
            <a:endParaRPr lang="en-US" sz="1000" dirty="0">
              <a:solidFill>
                <a:srgbClr val="2972F4"/>
              </a:solidFill>
            </a:endParaRPr>
          </a:p>
        </p:txBody>
      </p:sp>
      <p:sp>
        <p:nvSpPr>
          <p:cNvPr id="70" name="TextBox 69"/>
          <p:cNvSpPr txBox="1"/>
          <p:nvPr/>
        </p:nvSpPr>
        <p:spPr>
          <a:xfrm>
            <a:off x="9106803" y="3876772"/>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impact</a:t>
            </a:r>
            <a:endParaRPr lang="en-US" sz="1000" dirty="0">
              <a:solidFill>
                <a:srgbClr val="2972F4"/>
              </a:solidFill>
            </a:endParaRPr>
          </a:p>
        </p:txBody>
      </p:sp>
      <p:sp>
        <p:nvSpPr>
          <p:cNvPr id="71" name="TextBox 70"/>
          <p:cNvSpPr txBox="1"/>
          <p:nvPr/>
        </p:nvSpPr>
        <p:spPr>
          <a:xfrm>
            <a:off x="6308173" y="5038698"/>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issue</a:t>
            </a:r>
            <a:endParaRPr lang="en-US" sz="1000" dirty="0">
              <a:solidFill>
                <a:srgbClr val="2972F4"/>
              </a:solidFill>
            </a:endParaRPr>
          </a:p>
        </p:txBody>
      </p:sp>
      <p:sp>
        <p:nvSpPr>
          <p:cNvPr id="72" name="TextBox 71"/>
          <p:cNvSpPr txBox="1"/>
          <p:nvPr/>
        </p:nvSpPr>
        <p:spPr>
          <a:xfrm>
            <a:off x="7692334" y="5038698"/>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action</a:t>
            </a:r>
            <a:endParaRPr lang="en-US" sz="1000" dirty="0">
              <a:solidFill>
                <a:srgbClr val="2972F4"/>
              </a:solidFill>
            </a:endParaRPr>
          </a:p>
        </p:txBody>
      </p:sp>
      <p:sp>
        <p:nvSpPr>
          <p:cNvPr id="73" name="TextBox 72"/>
          <p:cNvSpPr txBox="1"/>
          <p:nvPr/>
        </p:nvSpPr>
        <p:spPr>
          <a:xfrm>
            <a:off x="9106803" y="5038698"/>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impact</a:t>
            </a:r>
            <a:endParaRPr lang="en-US" sz="1000" dirty="0">
              <a:solidFill>
                <a:srgbClr val="2972F4"/>
              </a:solidFil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0376" y="620203"/>
            <a:ext cx="8670523" cy="806858"/>
          </a:xfrm>
        </p:spPr>
        <p:txBody>
          <a:bodyPr/>
          <a:lstStyle/>
          <a:p>
            <a:r>
              <a:rPr lang="en-US" dirty="0" smtClean="0"/>
              <a:t>Risk management</a:t>
            </a:r>
            <a:endParaRPr lang="en-US" dirty="0"/>
          </a:p>
        </p:txBody>
      </p:sp>
      <p:sp>
        <p:nvSpPr>
          <p:cNvPr id="4" name="Slide Number Placeholder 3"/>
          <p:cNvSpPr>
            <a:spLocks noGrp="1"/>
          </p:cNvSpPr>
          <p:nvPr>
            <p:ph type="sldNum" sz="quarter" idx="4"/>
          </p:nvPr>
        </p:nvSpPr>
        <p:spPr/>
        <p:txBody>
          <a:bodyPr/>
          <a:lstStyle/>
          <a:p>
            <a:fld id="{9EBD5762-3BDC-484D-9503-7EA6D5A9A8CE}" type="slidenum">
              <a:rPr lang="en-US" sz="905" smtClean="0">
                <a:solidFill>
                  <a:srgbClr val="000000"/>
                </a:solidFill>
              </a:rPr>
            </a:fld>
            <a:endParaRPr lang="en-US" sz="905" dirty="0">
              <a:solidFill>
                <a:srgbClr val="000000"/>
              </a:solidFill>
            </a:endParaRPr>
          </a:p>
        </p:txBody>
      </p:sp>
      <p:sp>
        <p:nvSpPr>
          <p:cNvPr id="65" name="Content Placeholder 2"/>
          <p:cNvSpPr>
            <a:spLocks noGrp="1"/>
          </p:cNvSpPr>
          <p:nvPr>
            <p:ph sz="quarter" idx="4294967295"/>
          </p:nvPr>
        </p:nvSpPr>
        <p:spPr>
          <a:xfrm>
            <a:off x="1812176" y="1143388"/>
            <a:ext cx="8549344" cy="304767"/>
          </a:xfrm>
          <a:prstGeom prst="rect">
            <a:avLst/>
          </a:prstGeom>
        </p:spPr>
        <p:txBody>
          <a:bodyPr/>
          <a:lstStyle/>
          <a:p>
            <a:r>
              <a:rPr lang="en-US" dirty="0" smtClean="0"/>
              <a:t>Here are redesigns of a common graphic from our old brand that is often used and re-used but now looks out of place within our firm’s current visual vocabulary.</a:t>
            </a:r>
            <a:endParaRPr lang="en-US" dirty="0"/>
          </a:p>
        </p:txBody>
      </p:sp>
      <p:grpSp>
        <p:nvGrpSpPr>
          <p:cNvPr id="44" name="Group 43"/>
          <p:cNvGrpSpPr/>
          <p:nvPr/>
        </p:nvGrpSpPr>
        <p:grpSpPr>
          <a:xfrm>
            <a:off x="1782433" y="1799944"/>
            <a:ext cx="5049184" cy="1360578"/>
            <a:chOff x="505362" y="1907510"/>
            <a:chExt cx="4760144" cy="1360722"/>
          </a:xfrm>
        </p:grpSpPr>
        <p:cxnSp>
          <p:nvCxnSpPr>
            <p:cNvPr id="8" name="Straight Connector 7"/>
            <p:cNvCxnSpPr>
              <a:stCxn id="6" idx="6"/>
              <a:endCxn id="7" idx="2"/>
            </p:cNvCxnSpPr>
            <p:nvPr/>
          </p:nvCxnSpPr>
          <p:spPr>
            <a:xfrm>
              <a:off x="1202076" y="2596463"/>
              <a:ext cx="3366716" cy="5137"/>
            </a:xfrm>
            <a:prstGeom prst="line">
              <a:avLst/>
            </a:prstGeom>
            <a:noFill/>
            <a:ln w="19050" cap="flat">
              <a:solidFill>
                <a:srgbClr val="808B9E"/>
              </a:solidFill>
              <a:prstDash val="sysDot"/>
              <a:miter lim="800000"/>
              <a:headEnd type="none" w="med" len="med"/>
              <a:tailEnd type="triangle" w="med" len="med"/>
            </a:ln>
          </p:spPr>
        </p:cxnSp>
        <p:grpSp>
          <p:nvGrpSpPr>
            <p:cNvPr id="14" name="Group 13"/>
            <p:cNvGrpSpPr/>
            <p:nvPr/>
          </p:nvGrpSpPr>
          <p:grpSpPr>
            <a:xfrm>
              <a:off x="1981200" y="2043933"/>
              <a:ext cx="403820" cy="358999"/>
              <a:chOff x="1286279" y="2043933"/>
              <a:chExt cx="403820" cy="358999"/>
            </a:xfrm>
          </p:grpSpPr>
          <p:sp>
            <p:nvSpPr>
              <p:cNvPr id="12" name="TextBox 11"/>
              <p:cNvSpPr txBox="1"/>
              <p:nvPr/>
            </p:nvSpPr>
            <p:spPr>
              <a:xfrm>
                <a:off x="1286279" y="2234004"/>
                <a:ext cx="403820" cy="168928"/>
              </a:xfrm>
              <a:prstGeom prst="rect">
                <a:avLst/>
              </a:prstGeom>
              <a:noFill/>
            </p:spPr>
            <p:txBody>
              <a:bodyPr wrap="square" lIns="0" tIns="0" rIns="0" bIns="0" rtlCol="0">
                <a:spAutoFit/>
              </a:bodyPr>
              <a:lstStyle/>
              <a:p>
                <a:pPr algn="ctr" defTabSz="1042670">
                  <a:spcAft>
                    <a:spcPts val="340"/>
                  </a:spcAft>
                  <a:defRPr/>
                </a:pPr>
                <a:r>
                  <a:rPr lang="en-US" sz="545" b="1" dirty="0">
                    <a:solidFill>
                      <a:srgbClr val="1450B8"/>
                    </a:solidFill>
                    <a:latin typeface="腾讯体 W3" panose="020C04030202040F0204" pitchFamily="34" charset="-122"/>
                  </a:rPr>
                  <a:t>Internal</a:t>
                </a:r>
                <a:br>
                  <a:rPr lang="en-US" sz="545" b="1" dirty="0">
                    <a:solidFill>
                      <a:srgbClr val="1450B8"/>
                    </a:solidFill>
                    <a:latin typeface="腾讯体 W3" panose="020C04030202040F0204" pitchFamily="34" charset="-122"/>
                  </a:rPr>
                </a:br>
                <a:r>
                  <a:rPr lang="en-US" sz="545" b="1" dirty="0">
                    <a:solidFill>
                      <a:srgbClr val="1450B8"/>
                    </a:solidFill>
                    <a:latin typeface="腾讯体 W3" panose="020C04030202040F0204" pitchFamily="34" charset="-122"/>
                  </a:rPr>
                  <a:t>controls</a:t>
                </a:r>
                <a:endParaRPr lang="en-US" sz="545" b="1" dirty="0">
                  <a:solidFill>
                    <a:srgbClr val="1450B8"/>
                  </a:solidFill>
                  <a:latin typeface="腾讯体 W3" panose="020C04030202040F0204" pitchFamily="34" charset="-122"/>
                </a:endParaRPr>
              </a:p>
            </p:txBody>
          </p:sp>
          <p:sp>
            <p:nvSpPr>
              <p:cNvPr id="13" name="Oval 12"/>
              <p:cNvSpPr/>
              <p:nvPr/>
            </p:nvSpPr>
            <p:spPr bwMode="ltGray">
              <a:xfrm>
                <a:off x="1415958" y="2043933"/>
                <a:ext cx="144463" cy="144463"/>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1450B8"/>
                  </a:solidFill>
                  <a:latin typeface="腾讯体 W7" panose="020C08030202040F0204" pitchFamily="18" charset="-122"/>
                </a:endParaRPr>
              </a:p>
            </p:txBody>
          </p:sp>
        </p:grpSp>
        <p:grpSp>
          <p:nvGrpSpPr>
            <p:cNvPr id="15" name="Group 14"/>
            <p:cNvGrpSpPr/>
            <p:nvPr/>
          </p:nvGrpSpPr>
          <p:grpSpPr>
            <a:xfrm>
              <a:off x="1282557" y="2043933"/>
              <a:ext cx="403820" cy="274535"/>
              <a:chOff x="1286279" y="2043933"/>
              <a:chExt cx="403820" cy="274535"/>
            </a:xfrm>
          </p:grpSpPr>
          <p:sp>
            <p:nvSpPr>
              <p:cNvPr id="16" name="TextBox 15"/>
              <p:cNvSpPr txBox="1"/>
              <p:nvPr/>
            </p:nvSpPr>
            <p:spPr>
              <a:xfrm>
                <a:off x="1286279" y="2234004"/>
                <a:ext cx="403820" cy="84464"/>
              </a:xfrm>
              <a:prstGeom prst="rect">
                <a:avLst/>
              </a:prstGeom>
              <a:noFill/>
            </p:spPr>
            <p:txBody>
              <a:bodyPr wrap="square" lIns="0" tIns="0" rIns="0" bIns="0" rtlCol="0">
                <a:spAutoFit/>
              </a:bodyPr>
              <a:lstStyle/>
              <a:p>
                <a:pPr algn="ctr" defTabSz="1042670">
                  <a:spcAft>
                    <a:spcPts val="340"/>
                  </a:spcAft>
                  <a:defRPr/>
                </a:pPr>
                <a:r>
                  <a:rPr lang="en-US" sz="545" b="1" dirty="0">
                    <a:solidFill>
                      <a:srgbClr val="1450B8"/>
                    </a:solidFill>
                    <a:latin typeface="腾讯体 W3" panose="020C04030202040F0204" pitchFamily="34" charset="-122"/>
                  </a:rPr>
                  <a:t>Transactions</a:t>
                </a:r>
                <a:endParaRPr lang="en-US" sz="545" b="1" dirty="0">
                  <a:solidFill>
                    <a:srgbClr val="1450B8"/>
                  </a:solidFill>
                  <a:latin typeface="腾讯体 W3" panose="020C04030202040F0204" pitchFamily="34" charset="-122"/>
                </a:endParaRPr>
              </a:p>
            </p:txBody>
          </p:sp>
          <p:sp>
            <p:nvSpPr>
              <p:cNvPr id="17" name="Oval 16"/>
              <p:cNvSpPr/>
              <p:nvPr/>
            </p:nvSpPr>
            <p:spPr bwMode="ltGray">
              <a:xfrm>
                <a:off x="1415958" y="2043933"/>
                <a:ext cx="144463" cy="144463"/>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1450B8"/>
                  </a:solidFill>
                  <a:latin typeface="腾讯体 W7" panose="020C08030202040F0204" pitchFamily="18" charset="-122"/>
                </a:endParaRPr>
              </a:p>
            </p:txBody>
          </p:sp>
        </p:grpSp>
        <p:grpSp>
          <p:nvGrpSpPr>
            <p:cNvPr id="18" name="Group 17"/>
            <p:cNvGrpSpPr/>
            <p:nvPr/>
          </p:nvGrpSpPr>
          <p:grpSpPr>
            <a:xfrm>
              <a:off x="2649020" y="2043933"/>
              <a:ext cx="403820" cy="358999"/>
              <a:chOff x="1286279" y="2043933"/>
              <a:chExt cx="403820" cy="358999"/>
            </a:xfrm>
          </p:grpSpPr>
          <p:sp>
            <p:nvSpPr>
              <p:cNvPr id="19" name="TextBox 18"/>
              <p:cNvSpPr txBox="1"/>
              <p:nvPr/>
            </p:nvSpPr>
            <p:spPr>
              <a:xfrm>
                <a:off x="1286279" y="2234004"/>
                <a:ext cx="403820" cy="168928"/>
              </a:xfrm>
              <a:prstGeom prst="rect">
                <a:avLst/>
              </a:prstGeom>
              <a:noFill/>
            </p:spPr>
            <p:txBody>
              <a:bodyPr wrap="square" lIns="0" tIns="0" rIns="0" bIns="0" rtlCol="0">
                <a:spAutoFit/>
              </a:bodyPr>
              <a:lstStyle/>
              <a:p>
                <a:pPr algn="ctr" defTabSz="1042670">
                  <a:spcAft>
                    <a:spcPts val="340"/>
                  </a:spcAft>
                  <a:defRPr/>
                </a:pPr>
                <a:r>
                  <a:rPr lang="en-US" sz="545" b="1" dirty="0">
                    <a:solidFill>
                      <a:srgbClr val="1450B8"/>
                    </a:solidFill>
                    <a:latin typeface="腾讯体 W3" panose="020C04030202040F0204" pitchFamily="34" charset="-122"/>
                  </a:rPr>
                  <a:t>GRC</a:t>
                </a:r>
                <a:br>
                  <a:rPr lang="en-US" sz="545" b="1" dirty="0">
                    <a:solidFill>
                      <a:srgbClr val="1450B8"/>
                    </a:solidFill>
                    <a:latin typeface="腾讯体 W3" panose="020C04030202040F0204" pitchFamily="34" charset="-122"/>
                  </a:rPr>
                </a:br>
                <a:r>
                  <a:rPr lang="en-US" sz="545" b="1" dirty="0">
                    <a:solidFill>
                      <a:srgbClr val="1450B8"/>
                    </a:solidFill>
                    <a:latin typeface="腾讯体 W3" panose="020C04030202040F0204" pitchFamily="34" charset="-122"/>
                  </a:rPr>
                  <a:t>assurance</a:t>
                </a:r>
                <a:endParaRPr lang="en-US" sz="545" b="1" dirty="0">
                  <a:solidFill>
                    <a:srgbClr val="1450B8"/>
                  </a:solidFill>
                  <a:latin typeface="腾讯体 W3" panose="020C04030202040F0204" pitchFamily="34" charset="-122"/>
                </a:endParaRPr>
              </a:p>
            </p:txBody>
          </p:sp>
          <p:sp>
            <p:nvSpPr>
              <p:cNvPr id="20" name="Oval 19"/>
              <p:cNvSpPr/>
              <p:nvPr/>
            </p:nvSpPr>
            <p:spPr bwMode="ltGray">
              <a:xfrm>
                <a:off x="1415958" y="2043933"/>
                <a:ext cx="144463" cy="144463"/>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1450B8"/>
                  </a:solidFill>
                  <a:latin typeface="腾讯体 W7" panose="020C08030202040F0204" pitchFamily="18" charset="-122"/>
                </a:endParaRPr>
              </a:p>
            </p:txBody>
          </p:sp>
        </p:grpSp>
        <p:grpSp>
          <p:nvGrpSpPr>
            <p:cNvPr id="21" name="Group 20"/>
            <p:cNvGrpSpPr/>
            <p:nvPr/>
          </p:nvGrpSpPr>
          <p:grpSpPr>
            <a:xfrm>
              <a:off x="3332252" y="2043933"/>
              <a:ext cx="403820" cy="443463"/>
              <a:chOff x="1286279" y="2043933"/>
              <a:chExt cx="403820" cy="443463"/>
            </a:xfrm>
          </p:grpSpPr>
          <p:sp>
            <p:nvSpPr>
              <p:cNvPr id="22" name="TextBox 21"/>
              <p:cNvSpPr txBox="1"/>
              <p:nvPr/>
            </p:nvSpPr>
            <p:spPr>
              <a:xfrm>
                <a:off x="1286279" y="2234004"/>
                <a:ext cx="403820" cy="253392"/>
              </a:xfrm>
              <a:prstGeom prst="rect">
                <a:avLst/>
              </a:prstGeom>
              <a:noFill/>
            </p:spPr>
            <p:txBody>
              <a:bodyPr wrap="square" lIns="0" tIns="0" rIns="0" bIns="0" rtlCol="0">
                <a:spAutoFit/>
              </a:bodyPr>
              <a:lstStyle/>
              <a:p>
                <a:pPr algn="ctr" defTabSz="1042670">
                  <a:spcAft>
                    <a:spcPts val="340"/>
                  </a:spcAft>
                  <a:defRPr/>
                </a:pPr>
                <a:r>
                  <a:rPr lang="en-US" sz="545" b="1" dirty="0">
                    <a:solidFill>
                      <a:srgbClr val="1450B8"/>
                    </a:solidFill>
                    <a:latin typeface="腾讯体 W3" panose="020C04030202040F0204" pitchFamily="34" charset="-122"/>
                  </a:rPr>
                  <a:t>GRC improvement</a:t>
                </a:r>
                <a:endParaRPr lang="en-US" sz="545" b="1" dirty="0">
                  <a:solidFill>
                    <a:srgbClr val="1450B8"/>
                  </a:solidFill>
                  <a:latin typeface="腾讯体 W3" panose="020C04030202040F0204" pitchFamily="34" charset="-122"/>
                </a:endParaRPr>
              </a:p>
            </p:txBody>
          </p:sp>
          <p:sp>
            <p:nvSpPr>
              <p:cNvPr id="23" name="Oval 22"/>
              <p:cNvSpPr/>
              <p:nvPr/>
            </p:nvSpPr>
            <p:spPr bwMode="ltGray">
              <a:xfrm>
                <a:off x="1415958" y="2043933"/>
                <a:ext cx="144463" cy="144463"/>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1450B8"/>
                  </a:solidFill>
                  <a:latin typeface="腾讯体 W7" panose="020C08030202040F0204" pitchFamily="18" charset="-122"/>
                </a:endParaRPr>
              </a:p>
            </p:txBody>
          </p:sp>
        </p:grpSp>
        <p:grpSp>
          <p:nvGrpSpPr>
            <p:cNvPr id="24" name="Group 23"/>
            <p:cNvGrpSpPr/>
            <p:nvPr/>
          </p:nvGrpSpPr>
          <p:grpSpPr>
            <a:xfrm>
              <a:off x="3994935" y="2043933"/>
              <a:ext cx="403820" cy="528562"/>
              <a:chOff x="1286279" y="2043933"/>
              <a:chExt cx="403820" cy="528562"/>
            </a:xfrm>
          </p:grpSpPr>
          <p:sp>
            <p:nvSpPr>
              <p:cNvPr id="25" name="TextBox 24"/>
              <p:cNvSpPr txBox="1"/>
              <p:nvPr/>
            </p:nvSpPr>
            <p:spPr>
              <a:xfrm>
                <a:off x="1286279" y="2234004"/>
                <a:ext cx="403820" cy="338491"/>
              </a:xfrm>
              <a:prstGeom prst="rect">
                <a:avLst/>
              </a:prstGeom>
              <a:noFill/>
            </p:spPr>
            <p:txBody>
              <a:bodyPr wrap="square" lIns="0" tIns="0" rIns="0" bIns="0" rtlCol="0">
                <a:spAutoFit/>
              </a:bodyPr>
              <a:lstStyle/>
              <a:p>
                <a:pPr algn="ctr" defTabSz="1042670">
                  <a:spcAft>
                    <a:spcPts val="340"/>
                  </a:spcAft>
                  <a:defRPr/>
                </a:pPr>
                <a:r>
                  <a:rPr lang="en-US" sz="545" b="1" dirty="0">
                    <a:solidFill>
                      <a:srgbClr val="1450B8"/>
                    </a:solidFill>
                    <a:latin typeface="腾讯体 W3" panose="020C04030202040F0204" pitchFamily="34" charset="-122"/>
                  </a:rPr>
                  <a:t>Performance improvement</a:t>
                </a:r>
                <a:endParaRPr lang="en-US" sz="545" b="1" dirty="0">
                  <a:solidFill>
                    <a:srgbClr val="1450B8"/>
                  </a:solidFill>
                  <a:latin typeface="腾讯体 W3" panose="020C04030202040F0204" pitchFamily="34" charset="-122"/>
                </a:endParaRPr>
              </a:p>
            </p:txBody>
          </p:sp>
          <p:sp>
            <p:nvSpPr>
              <p:cNvPr id="26" name="Oval 25"/>
              <p:cNvSpPr/>
              <p:nvPr/>
            </p:nvSpPr>
            <p:spPr bwMode="ltGray">
              <a:xfrm>
                <a:off x="1415958" y="2043933"/>
                <a:ext cx="144463" cy="144463"/>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1450B8"/>
                  </a:solidFill>
                  <a:latin typeface="腾讯体 W7" panose="020C08030202040F0204" pitchFamily="18" charset="-122"/>
                </a:endParaRPr>
              </a:p>
            </p:txBody>
          </p:sp>
        </p:grpSp>
        <p:sp>
          <p:nvSpPr>
            <p:cNvPr id="27" name="TextBox 26"/>
            <p:cNvSpPr txBox="1"/>
            <p:nvPr/>
          </p:nvSpPr>
          <p:spPr>
            <a:xfrm>
              <a:off x="1260297" y="1907510"/>
              <a:ext cx="387925" cy="97800"/>
            </a:xfrm>
            <a:prstGeom prst="rect">
              <a:avLst/>
            </a:prstGeom>
            <a:noFill/>
          </p:spPr>
          <p:txBody>
            <a:bodyPr wrap="none" lIns="0" tIns="0" rIns="0" bIns="0" rtlCol="0">
              <a:spAutoFit/>
            </a:bodyPr>
            <a:lstStyle/>
            <a:p>
              <a:pPr defTabSz="1042670">
                <a:spcAft>
                  <a:spcPts val="340"/>
                </a:spcAft>
                <a:defRPr/>
              </a:pPr>
              <a:r>
                <a:rPr lang="en-US" sz="635" b="1" dirty="0">
                  <a:solidFill>
                    <a:srgbClr val="000000"/>
                  </a:solidFill>
                  <a:latin typeface="腾讯体 W3" panose="020C04030202040F0204" pitchFamily="34" charset="-122"/>
                </a:rPr>
                <a:t>Functional</a:t>
              </a:r>
              <a:endParaRPr lang="en-US" sz="635" dirty="0">
                <a:solidFill>
                  <a:srgbClr val="000000"/>
                </a:solidFill>
                <a:latin typeface="腾讯体 W3" panose="020C04030202040F0204" pitchFamily="34" charset="-122"/>
              </a:endParaRPr>
            </a:p>
          </p:txBody>
        </p:sp>
        <p:grpSp>
          <p:nvGrpSpPr>
            <p:cNvPr id="28" name="Group 27"/>
            <p:cNvGrpSpPr/>
            <p:nvPr/>
          </p:nvGrpSpPr>
          <p:grpSpPr>
            <a:xfrm>
              <a:off x="1981200" y="2824769"/>
              <a:ext cx="403820" cy="358999"/>
              <a:chOff x="1286279" y="2043933"/>
              <a:chExt cx="403820" cy="358999"/>
            </a:xfrm>
          </p:grpSpPr>
          <p:sp>
            <p:nvSpPr>
              <p:cNvPr id="29" name="TextBox 28"/>
              <p:cNvSpPr txBox="1"/>
              <p:nvPr/>
            </p:nvSpPr>
            <p:spPr>
              <a:xfrm>
                <a:off x="1286279" y="2234004"/>
                <a:ext cx="403820" cy="168928"/>
              </a:xfrm>
              <a:prstGeom prst="rect">
                <a:avLst/>
              </a:prstGeom>
              <a:noFill/>
            </p:spPr>
            <p:txBody>
              <a:bodyPr wrap="square" lIns="0" tIns="0" rIns="0" bIns="0" rtlCol="0">
                <a:spAutoFit/>
              </a:bodyPr>
              <a:lstStyle/>
              <a:p>
                <a:pPr algn="ctr" defTabSz="1042670">
                  <a:spcAft>
                    <a:spcPts val="340"/>
                  </a:spcAft>
                  <a:defRPr/>
                </a:pPr>
                <a:r>
                  <a:rPr lang="en-US" sz="545" b="1" dirty="0">
                    <a:solidFill>
                      <a:srgbClr val="00A3F5"/>
                    </a:solidFill>
                    <a:latin typeface="腾讯体 W3" panose="020C04030202040F0204" pitchFamily="34" charset="-122"/>
                  </a:rPr>
                  <a:t>Compliance</a:t>
                </a:r>
                <a:br>
                  <a:rPr lang="en-US" sz="545" b="1" dirty="0">
                    <a:solidFill>
                      <a:srgbClr val="00A3F5"/>
                    </a:solidFill>
                    <a:latin typeface="腾讯体 W3" panose="020C04030202040F0204" pitchFamily="34" charset="-122"/>
                  </a:rPr>
                </a:br>
                <a:r>
                  <a:rPr lang="en-US" sz="545" b="1" dirty="0">
                    <a:solidFill>
                      <a:srgbClr val="00A3F5"/>
                    </a:solidFill>
                    <a:latin typeface="腾讯体 W3" panose="020C04030202040F0204" pitchFamily="34" charset="-122"/>
                  </a:rPr>
                  <a:t>auditor</a:t>
                </a:r>
                <a:endParaRPr lang="en-US" sz="545" b="1" dirty="0">
                  <a:solidFill>
                    <a:srgbClr val="00A3F5"/>
                  </a:solidFill>
                  <a:latin typeface="腾讯体 W3" panose="020C04030202040F0204" pitchFamily="34" charset="-122"/>
                </a:endParaRPr>
              </a:p>
            </p:txBody>
          </p:sp>
          <p:sp>
            <p:nvSpPr>
              <p:cNvPr id="30" name="Oval 29"/>
              <p:cNvSpPr/>
              <p:nvPr/>
            </p:nvSpPr>
            <p:spPr bwMode="ltGray">
              <a:xfrm>
                <a:off x="1415958" y="2043933"/>
                <a:ext cx="144463" cy="144463"/>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00A3F5"/>
                  </a:solidFill>
                  <a:latin typeface="腾讯体 W7" panose="020C08030202040F0204" pitchFamily="18" charset="-122"/>
                </a:endParaRPr>
              </a:p>
            </p:txBody>
          </p:sp>
        </p:grpSp>
        <p:grpSp>
          <p:nvGrpSpPr>
            <p:cNvPr id="31" name="Group 30"/>
            <p:cNvGrpSpPr/>
            <p:nvPr/>
          </p:nvGrpSpPr>
          <p:grpSpPr>
            <a:xfrm>
              <a:off x="1282557" y="2824769"/>
              <a:ext cx="403820" cy="358999"/>
              <a:chOff x="1286279" y="2043933"/>
              <a:chExt cx="403820" cy="358999"/>
            </a:xfrm>
          </p:grpSpPr>
          <p:sp>
            <p:nvSpPr>
              <p:cNvPr id="32" name="TextBox 31"/>
              <p:cNvSpPr txBox="1"/>
              <p:nvPr/>
            </p:nvSpPr>
            <p:spPr>
              <a:xfrm>
                <a:off x="1286279" y="2234004"/>
                <a:ext cx="403820" cy="168928"/>
              </a:xfrm>
              <a:prstGeom prst="rect">
                <a:avLst/>
              </a:prstGeom>
              <a:noFill/>
            </p:spPr>
            <p:txBody>
              <a:bodyPr wrap="square" lIns="0" tIns="0" rIns="0" bIns="0" rtlCol="0">
                <a:spAutoFit/>
              </a:bodyPr>
              <a:lstStyle/>
              <a:p>
                <a:pPr algn="ctr" defTabSz="1042670">
                  <a:spcAft>
                    <a:spcPts val="340"/>
                  </a:spcAft>
                  <a:defRPr/>
                </a:pPr>
                <a:r>
                  <a:rPr lang="en-US" sz="545" b="1" dirty="0">
                    <a:solidFill>
                      <a:srgbClr val="00A3F5"/>
                    </a:solidFill>
                    <a:latin typeface="腾讯体 W3" panose="020C04030202040F0204" pitchFamily="34" charset="-122"/>
                  </a:rPr>
                  <a:t>Financial</a:t>
                </a:r>
                <a:br>
                  <a:rPr lang="en-US" sz="545" b="1" dirty="0">
                    <a:solidFill>
                      <a:srgbClr val="00A3F5"/>
                    </a:solidFill>
                    <a:latin typeface="腾讯体 W3" panose="020C04030202040F0204" pitchFamily="34" charset="-122"/>
                  </a:rPr>
                </a:br>
                <a:r>
                  <a:rPr lang="en-US" sz="545" b="1" dirty="0">
                    <a:solidFill>
                      <a:srgbClr val="00A3F5"/>
                    </a:solidFill>
                    <a:latin typeface="腾讯体 W3" panose="020C04030202040F0204" pitchFamily="34" charset="-122"/>
                  </a:rPr>
                  <a:t>auditor</a:t>
                </a:r>
                <a:endParaRPr lang="en-US" sz="545" b="1" dirty="0">
                  <a:solidFill>
                    <a:srgbClr val="00A3F5"/>
                  </a:solidFill>
                  <a:latin typeface="腾讯体 W3" panose="020C04030202040F0204" pitchFamily="34" charset="-122"/>
                </a:endParaRPr>
              </a:p>
            </p:txBody>
          </p:sp>
          <p:sp>
            <p:nvSpPr>
              <p:cNvPr id="33" name="Oval 32"/>
              <p:cNvSpPr/>
              <p:nvPr/>
            </p:nvSpPr>
            <p:spPr bwMode="ltGray">
              <a:xfrm>
                <a:off x="1415958" y="2043933"/>
                <a:ext cx="144463" cy="144463"/>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00A3F5"/>
                  </a:solidFill>
                  <a:latin typeface="腾讯体 W7" panose="020C08030202040F0204" pitchFamily="18" charset="-122"/>
                </a:endParaRPr>
              </a:p>
            </p:txBody>
          </p:sp>
        </p:grpSp>
        <p:grpSp>
          <p:nvGrpSpPr>
            <p:cNvPr id="34" name="Group 33"/>
            <p:cNvGrpSpPr/>
            <p:nvPr/>
          </p:nvGrpSpPr>
          <p:grpSpPr>
            <a:xfrm>
              <a:off x="2649020" y="2824769"/>
              <a:ext cx="403820" cy="358999"/>
              <a:chOff x="1286279" y="2043933"/>
              <a:chExt cx="403820" cy="358999"/>
            </a:xfrm>
          </p:grpSpPr>
          <p:sp>
            <p:nvSpPr>
              <p:cNvPr id="35" name="TextBox 34"/>
              <p:cNvSpPr txBox="1"/>
              <p:nvPr/>
            </p:nvSpPr>
            <p:spPr>
              <a:xfrm>
                <a:off x="1286279" y="2234004"/>
                <a:ext cx="403820" cy="168928"/>
              </a:xfrm>
              <a:prstGeom prst="rect">
                <a:avLst/>
              </a:prstGeom>
              <a:noFill/>
            </p:spPr>
            <p:txBody>
              <a:bodyPr wrap="square" lIns="0" tIns="0" rIns="0" bIns="0" rtlCol="0">
                <a:spAutoFit/>
              </a:bodyPr>
              <a:lstStyle/>
              <a:p>
                <a:pPr algn="ctr" defTabSz="1042670">
                  <a:spcAft>
                    <a:spcPts val="340"/>
                  </a:spcAft>
                  <a:defRPr/>
                </a:pPr>
                <a:r>
                  <a:rPr lang="en-US" sz="545" b="1" dirty="0">
                    <a:solidFill>
                      <a:srgbClr val="00A3F5"/>
                    </a:solidFill>
                    <a:latin typeface="腾讯体 W3" panose="020C04030202040F0204" pitchFamily="34" charset="-122"/>
                  </a:rPr>
                  <a:t>Business</a:t>
                </a:r>
                <a:br>
                  <a:rPr lang="en-US" sz="545" b="1" dirty="0">
                    <a:solidFill>
                      <a:srgbClr val="00A3F5"/>
                    </a:solidFill>
                    <a:latin typeface="腾讯体 W3" panose="020C04030202040F0204" pitchFamily="34" charset="-122"/>
                  </a:rPr>
                </a:br>
                <a:r>
                  <a:rPr lang="en-US" sz="545" b="1" dirty="0">
                    <a:solidFill>
                      <a:srgbClr val="00A3F5"/>
                    </a:solidFill>
                    <a:latin typeface="腾讯体 W3" panose="020C04030202040F0204" pitchFamily="34" charset="-122"/>
                  </a:rPr>
                  <a:t>auditor</a:t>
                </a:r>
                <a:endParaRPr lang="en-US" sz="545" b="1" dirty="0">
                  <a:solidFill>
                    <a:srgbClr val="00A3F5"/>
                  </a:solidFill>
                  <a:latin typeface="腾讯体 W3" panose="020C04030202040F0204" pitchFamily="34" charset="-122"/>
                </a:endParaRPr>
              </a:p>
            </p:txBody>
          </p:sp>
          <p:sp>
            <p:nvSpPr>
              <p:cNvPr id="36" name="Oval 35"/>
              <p:cNvSpPr/>
              <p:nvPr/>
            </p:nvSpPr>
            <p:spPr bwMode="ltGray">
              <a:xfrm>
                <a:off x="1415958" y="2043933"/>
                <a:ext cx="144463" cy="144463"/>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00A3F5"/>
                  </a:solidFill>
                  <a:latin typeface="腾讯体 W7" panose="020C08030202040F0204" pitchFamily="18" charset="-122"/>
                </a:endParaRPr>
              </a:p>
            </p:txBody>
          </p:sp>
        </p:grpSp>
        <p:grpSp>
          <p:nvGrpSpPr>
            <p:cNvPr id="37" name="Group 36"/>
            <p:cNvGrpSpPr/>
            <p:nvPr/>
          </p:nvGrpSpPr>
          <p:grpSpPr>
            <a:xfrm>
              <a:off x="3292867" y="2824769"/>
              <a:ext cx="488023" cy="443463"/>
              <a:chOff x="1246894" y="2043933"/>
              <a:chExt cx="488023" cy="443463"/>
            </a:xfrm>
          </p:grpSpPr>
          <p:sp>
            <p:nvSpPr>
              <p:cNvPr id="38" name="TextBox 37"/>
              <p:cNvSpPr txBox="1"/>
              <p:nvPr/>
            </p:nvSpPr>
            <p:spPr>
              <a:xfrm>
                <a:off x="1246894" y="2234004"/>
                <a:ext cx="488023" cy="253392"/>
              </a:xfrm>
              <a:prstGeom prst="rect">
                <a:avLst/>
              </a:prstGeom>
              <a:noFill/>
            </p:spPr>
            <p:txBody>
              <a:bodyPr wrap="square" lIns="0" tIns="0" rIns="0" bIns="0" rtlCol="0">
                <a:spAutoFit/>
              </a:bodyPr>
              <a:lstStyle/>
              <a:p>
                <a:pPr algn="ctr" defTabSz="1042670">
                  <a:spcAft>
                    <a:spcPts val="340"/>
                  </a:spcAft>
                  <a:defRPr/>
                </a:pPr>
                <a:r>
                  <a:rPr lang="en-US" sz="545" b="1" dirty="0">
                    <a:solidFill>
                      <a:srgbClr val="00A3F5"/>
                    </a:solidFill>
                    <a:latin typeface="腾讯体 W3" panose="020C04030202040F0204" pitchFamily="34" charset="-122"/>
                  </a:rPr>
                  <a:t>Business</a:t>
                </a:r>
                <a:br>
                  <a:rPr lang="en-US" sz="545" b="1" dirty="0">
                    <a:solidFill>
                      <a:srgbClr val="00A3F5"/>
                    </a:solidFill>
                    <a:latin typeface="腾讯体 W3" panose="020C04030202040F0204" pitchFamily="34" charset="-122"/>
                  </a:rPr>
                </a:br>
                <a:r>
                  <a:rPr lang="en-US" sz="545" b="1" dirty="0">
                    <a:solidFill>
                      <a:srgbClr val="00A3F5"/>
                    </a:solidFill>
                    <a:latin typeface="腾讯体 W3" panose="020C04030202040F0204" pitchFamily="34" charset="-122"/>
                  </a:rPr>
                  <a:t>enhancement</a:t>
                </a:r>
                <a:br>
                  <a:rPr lang="en-US" sz="545" b="1" dirty="0">
                    <a:solidFill>
                      <a:srgbClr val="00A3F5"/>
                    </a:solidFill>
                    <a:latin typeface="腾讯体 W3" panose="020C04030202040F0204" pitchFamily="34" charset="-122"/>
                  </a:rPr>
                </a:br>
                <a:r>
                  <a:rPr lang="en-US" sz="545" b="1" dirty="0">
                    <a:solidFill>
                      <a:srgbClr val="00A3F5"/>
                    </a:solidFill>
                    <a:latin typeface="腾讯体 W3" panose="020C04030202040F0204" pitchFamily="34" charset="-122"/>
                  </a:rPr>
                  <a:t>efficiency</a:t>
                </a:r>
                <a:endParaRPr lang="en-US" sz="545" b="1" dirty="0">
                  <a:solidFill>
                    <a:srgbClr val="00A3F5"/>
                  </a:solidFill>
                  <a:latin typeface="腾讯体 W3" panose="020C04030202040F0204" pitchFamily="34" charset="-122"/>
                </a:endParaRPr>
              </a:p>
            </p:txBody>
          </p:sp>
          <p:sp>
            <p:nvSpPr>
              <p:cNvPr id="39" name="Oval 38"/>
              <p:cNvSpPr/>
              <p:nvPr/>
            </p:nvSpPr>
            <p:spPr bwMode="ltGray">
              <a:xfrm>
                <a:off x="1415958" y="2043933"/>
                <a:ext cx="144463" cy="144463"/>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00A3F5"/>
                  </a:solidFill>
                  <a:latin typeface="腾讯体 W7" panose="020C08030202040F0204" pitchFamily="18" charset="-122"/>
                </a:endParaRPr>
              </a:p>
            </p:txBody>
          </p:sp>
        </p:grpSp>
        <p:grpSp>
          <p:nvGrpSpPr>
            <p:cNvPr id="40" name="Group 39"/>
            <p:cNvGrpSpPr/>
            <p:nvPr/>
          </p:nvGrpSpPr>
          <p:grpSpPr>
            <a:xfrm>
              <a:off x="3994935" y="2824769"/>
              <a:ext cx="403820" cy="358999"/>
              <a:chOff x="1286279" y="2043933"/>
              <a:chExt cx="403820" cy="358999"/>
            </a:xfrm>
          </p:grpSpPr>
          <p:sp>
            <p:nvSpPr>
              <p:cNvPr id="41" name="TextBox 40"/>
              <p:cNvSpPr txBox="1"/>
              <p:nvPr/>
            </p:nvSpPr>
            <p:spPr>
              <a:xfrm>
                <a:off x="1286279" y="2234004"/>
                <a:ext cx="403820" cy="168928"/>
              </a:xfrm>
              <a:prstGeom prst="rect">
                <a:avLst/>
              </a:prstGeom>
              <a:noFill/>
            </p:spPr>
            <p:txBody>
              <a:bodyPr wrap="square" lIns="0" tIns="0" rIns="0" bIns="0" rtlCol="0">
                <a:spAutoFit/>
              </a:bodyPr>
              <a:lstStyle/>
              <a:p>
                <a:pPr algn="ctr" defTabSz="1042670">
                  <a:spcAft>
                    <a:spcPts val="340"/>
                  </a:spcAft>
                  <a:defRPr/>
                </a:pPr>
                <a:r>
                  <a:rPr lang="en-US" sz="545" b="1" dirty="0">
                    <a:solidFill>
                      <a:srgbClr val="00A3F5"/>
                    </a:solidFill>
                    <a:latin typeface="腾讯体 W3" panose="020C04030202040F0204" pitchFamily="34" charset="-122"/>
                  </a:rPr>
                  <a:t>Risk</a:t>
                </a:r>
                <a:br>
                  <a:rPr lang="en-US" sz="545" b="1" dirty="0">
                    <a:solidFill>
                      <a:srgbClr val="00A3F5"/>
                    </a:solidFill>
                    <a:latin typeface="腾讯体 W3" panose="020C04030202040F0204" pitchFamily="34" charset="-122"/>
                  </a:rPr>
                </a:br>
                <a:r>
                  <a:rPr lang="en-US" sz="545" b="1" dirty="0">
                    <a:solidFill>
                      <a:srgbClr val="00A3F5"/>
                    </a:solidFill>
                    <a:latin typeface="腾讯体 W3" panose="020C04030202040F0204" pitchFamily="34" charset="-122"/>
                  </a:rPr>
                  <a:t>consultant</a:t>
                </a:r>
                <a:endParaRPr lang="en-US" sz="545" b="1" dirty="0">
                  <a:solidFill>
                    <a:srgbClr val="00A3F5"/>
                  </a:solidFill>
                  <a:latin typeface="腾讯体 W3" panose="020C04030202040F0204" pitchFamily="34" charset="-122"/>
                </a:endParaRPr>
              </a:p>
            </p:txBody>
          </p:sp>
          <p:sp>
            <p:nvSpPr>
              <p:cNvPr id="42" name="Oval 41"/>
              <p:cNvSpPr/>
              <p:nvPr/>
            </p:nvSpPr>
            <p:spPr bwMode="ltGray">
              <a:xfrm>
                <a:off x="1415958" y="2043933"/>
                <a:ext cx="144463" cy="144463"/>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00A3F5"/>
                  </a:solidFill>
                  <a:latin typeface="腾讯体 W7" panose="020C08030202040F0204" pitchFamily="18" charset="-122"/>
                </a:endParaRPr>
              </a:p>
            </p:txBody>
          </p:sp>
        </p:grpSp>
        <p:sp>
          <p:nvSpPr>
            <p:cNvPr id="43" name="TextBox 42"/>
            <p:cNvSpPr txBox="1"/>
            <p:nvPr/>
          </p:nvSpPr>
          <p:spPr>
            <a:xfrm>
              <a:off x="1260297" y="2688346"/>
              <a:ext cx="325067" cy="97800"/>
            </a:xfrm>
            <a:prstGeom prst="rect">
              <a:avLst/>
            </a:prstGeom>
            <a:noFill/>
          </p:spPr>
          <p:txBody>
            <a:bodyPr wrap="none" lIns="0" tIns="0" rIns="0" bIns="0" rtlCol="0">
              <a:spAutoFit/>
            </a:bodyPr>
            <a:lstStyle/>
            <a:p>
              <a:pPr defTabSz="1042670">
                <a:spcAft>
                  <a:spcPts val="340"/>
                </a:spcAft>
                <a:defRPr/>
              </a:pPr>
              <a:r>
                <a:rPr lang="en-US" sz="635" b="1" dirty="0">
                  <a:solidFill>
                    <a:srgbClr val="000000"/>
                  </a:solidFill>
                  <a:latin typeface="腾讯体 W3" panose="020C04030202040F0204" pitchFamily="34" charset="-122"/>
                </a:rPr>
                <a:t>Required</a:t>
              </a:r>
              <a:endParaRPr lang="en-US" sz="635" dirty="0">
                <a:solidFill>
                  <a:srgbClr val="000000"/>
                </a:solidFill>
                <a:latin typeface="腾讯体 W3" panose="020C04030202040F0204" pitchFamily="34" charset="-122"/>
              </a:endParaRPr>
            </a:p>
          </p:txBody>
        </p:sp>
        <p:sp>
          <p:nvSpPr>
            <p:cNvPr id="6" name="Oval 5"/>
            <p:cNvSpPr/>
            <p:nvPr/>
          </p:nvSpPr>
          <p:spPr bwMode="ltGray">
            <a:xfrm>
              <a:off x="505362" y="2248106"/>
              <a:ext cx="696714" cy="696714"/>
            </a:xfrm>
            <a:prstGeom prst="ellipse">
              <a:avLst/>
            </a:prstGeom>
            <a:solidFill>
              <a:schemeClr val="bg1"/>
            </a:solid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defTabSz="1042670"/>
              <a:r>
                <a:rPr lang="en-US" sz="725" b="1" dirty="0">
                  <a:solidFill>
                    <a:srgbClr val="1450B8"/>
                  </a:solidFill>
                </a:rPr>
                <a:t>Internal</a:t>
              </a:r>
              <a:br>
                <a:rPr lang="en-US" sz="725" b="1" dirty="0">
                  <a:solidFill>
                    <a:srgbClr val="1450B8"/>
                  </a:solidFill>
                </a:rPr>
              </a:br>
              <a:r>
                <a:rPr lang="en-US" sz="725" b="1" dirty="0">
                  <a:solidFill>
                    <a:srgbClr val="1450B8"/>
                  </a:solidFill>
                </a:rPr>
                <a:t>control </a:t>
              </a:r>
              <a:br>
                <a:rPr lang="en-US" sz="725" b="1" dirty="0">
                  <a:solidFill>
                    <a:srgbClr val="1450B8"/>
                  </a:solidFill>
                </a:rPr>
              </a:br>
              <a:r>
                <a:rPr lang="en-US" sz="725" b="1" dirty="0">
                  <a:solidFill>
                    <a:srgbClr val="1450B8"/>
                  </a:solidFill>
                </a:rPr>
                <a:t>management</a:t>
              </a:r>
              <a:endParaRPr lang="en-US" sz="725" b="1" dirty="0">
                <a:solidFill>
                  <a:srgbClr val="1450B8"/>
                </a:solidFill>
              </a:endParaRPr>
            </a:p>
          </p:txBody>
        </p:sp>
        <p:sp>
          <p:nvSpPr>
            <p:cNvPr id="7" name="Oval 6"/>
            <p:cNvSpPr/>
            <p:nvPr/>
          </p:nvSpPr>
          <p:spPr bwMode="ltGray">
            <a:xfrm>
              <a:off x="4568792" y="2253243"/>
              <a:ext cx="696714" cy="696714"/>
            </a:xfrm>
            <a:prstGeom prst="ellipse">
              <a:avLst/>
            </a:prstGeom>
            <a:solidFill>
              <a:schemeClr val="bg1"/>
            </a:solid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defTabSz="1042670"/>
              <a:r>
                <a:rPr lang="en-US" sz="725" b="1" dirty="0">
                  <a:solidFill>
                    <a:srgbClr val="1450B8"/>
                  </a:solidFill>
                </a:rPr>
                <a:t>Enterprise</a:t>
              </a:r>
              <a:br>
                <a:rPr lang="en-US" sz="725" b="1" dirty="0">
                  <a:solidFill>
                    <a:srgbClr val="1450B8"/>
                  </a:solidFill>
                </a:rPr>
              </a:br>
              <a:r>
                <a:rPr lang="en-US" sz="725" b="1" dirty="0">
                  <a:solidFill>
                    <a:srgbClr val="1450B8"/>
                  </a:solidFill>
                </a:rPr>
                <a:t>risk</a:t>
              </a:r>
              <a:br>
                <a:rPr lang="en-US" sz="725" b="1" dirty="0">
                  <a:solidFill>
                    <a:srgbClr val="1450B8"/>
                  </a:solidFill>
                </a:rPr>
              </a:br>
              <a:r>
                <a:rPr lang="en-US" sz="725" b="1" dirty="0">
                  <a:solidFill>
                    <a:srgbClr val="1450B8"/>
                  </a:solidFill>
                </a:rPr>
                <a:t>management</a:t>
              </a:r>
              <a:endParaRPr lang="en-US" sz="725" b="1" dirty="0">
                <a:solidFill>
                  <a:srgbClr val="1450B8"/>
                </a:solidFill>
              </a:endParaRPr>
            </a:p>
          </p:txBody>
        </p:sp>
      </p:grpSp>
      <p:grpSp>
        <p:nvGrpSpPr>
          <p:cNvPr id="81" name="Group 80"/>
          <p:cNvGrpSpPr/>
          <p:nvPr/>
        </p:nvGrpSpPr>
        <p:grpSpPr>
          <a:xfrm>
            <a:off x="5087937" y="3632038"/>
            <a:ext cx="5270828" cy="2547720"/>
            <a:chOff x="2856216" y="3750067"/>
            <a:chExt cx="4969100" cy="2547991"/>
          </a:xfrm>
        </p:grpSpPr>
        <p:sp>
          <p:nvSpPr>
            <p:cNvPr id="101" name="Rectangle 100"/>
            <p:cNvSpPr/>
            <p:nvPr/>
          </p:nvSpPr>
          <p:spPr bwMode="ltGray">
            <a:xfrm>
              <a:off x="2856216" y="3755204"/>
              <a:ext cx="4962418" cy="2537718"/>
            </a:xfrm>
            <a:prstGeom prst="rect">
              <a:avLst/>
            </a:prstGeom>
            <a:solidFill>
              <a:schemeClr val="bg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FFFFFF"/>
                </a:solidFill>
                <a:latin typeface="腾讯体 W7" panose="020C08030202040F0204" pitchFamily="18" charset="-122"/>
              </a:endParaRPr>
            </a:p>
          </p:txBody>
        </p:sp>
        <p:cxnSp>
          <p:nvCxnSpPr>
            <p:cNvPr id="116" name="Straight Connector 115"/>
            <p:cNvCxnSpPr/>
            <p:nvPr/>
          </p:nvCxnSpPr>
          <p:spPr>
            <a:xfrm>
              <a:off x="6251825" y="3750067"/>
              <a:ext cx="5137" cy="2547991"/>
            </a:xfrm>
            <a:prstGeom prst="line">
              <a:avLst/>
            </a:prstGeom>
            <a:noFill/>
            <a:ln w="6350" cap="flat">
              <a:solidFill>
                <a:srgbClr val="808B9E"/>
              </a:solidFill>
              <a:prstDash val="solid"/>
              <a:miter lim="800000"/>
              <a:headEnd type="none" w="med" len="med"/>
              <a:tailEnd type="none" w="med" len="med"/>
            </a:ln>
          </p:spPr>
        </p:cxnSp>
        <p:cxnSp>
          <p:nvCxnSpPr>
            <p:cNvPr id="46" name="Straight Connector 45"/>
            <p:cNvCxnSpPr>
              <a:stCxn id="59" idx="6"/>
              <a:endCxn id="60" idx="2"/>
            </p:cNvCxnSpPr>
            <p:nvPr/>
          </p:nvCxnSpPr>
          <p:spPr>
            <a:xfrm>
              <a:off x="3631913" y="4933836"/>
              <a:ext cx="3366716" cy="5137"/>
            </a:xfrm>
            <a:prstGeom prst="line">
              <a:avLst/>
            </a:prstGeom>
            <a:noFill/>
            <a:ln w="19050" cap="flat">
              <a:solidFill>
                <a:srgbClr val="808B9E"/>
              </a:solidFill>
              <a:prstDash val="sysDot"/>
              <a:miter lim="800000"/>
              <a:headEnd type="none" w="med" len="med"/>
              <a:tailEnd type="triangle" w="med" len="med"/>
            </a:ln>
          </p:spPr>
        </p:cxnSp>
        <p:sp>
          <p:nvSpPr>
            <p:cNvPr id="80" name="TextBox 79"/>
            <p:cNvSpPr txBox="1"/>
            <p:nvPr/>
          </p:nvSpPr>
          <p:spPr>
            <a:xfrm>
              <a:off x="4322421" y="4432676"/>
              <a:ext cx="566792" cy="195601"/>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Control</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remediation</a:t>
              </a:r>
              <a:endParaRPr lang="en-US" sz="635" b="1" dirty="0">
                <a:solidFill>
                  <a:srgbClr val="1450B8"/>
                </a:solidFill>
                <a:latin typeface="腾讯体 W3" panose="020C04030202040F0204" pitchFamily="34" charset="-122"/>
              </a:endParaRPr>
            </a:p>
          </p:txBody>
        </p:sp>
        <p:sp>
          <p:nvSpPr>
            <p:cNvPr id="78" name="TextBox 77"/>
            <p:cNvSpPr txBox="1"/>
            <p:nvPr/>
          </p:nvSpPr>
          <p:spPr>
            <a:xfrm>
              <a:off x="3647325" y="4432676"/>
              <a:ext cx="616449" cy="97800"/>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Transactions</a:t>
              </a:r>
              <a:endParaRPr lang="en-US" sz="635" b="1" dirty="0">
                <a:solidFill>
                  <a:srgbClr val="1450B8"/>
                </a:solidFill>
                <a:latin typeface="腾讯体 W3" panose="020C04030202040F0204" pitchFamily="34" charset="-122"/>
              </a:endParaRPr>
            </a:p>
          </p:txBody>
        </p:sp>
        <p:sp>
          <p:nvSpPr>
            <p:cNvPr id="76" name="TextBox 75"/>
            <p:cNvSpPr txBox="1"/>
            <p:nvPr/>
          </p:nvSpPr>
          <p:spPr>
            <a:xfrm>
              <a:off x="4947860" y="4432676"/>
              <a:ext cx="551381" cy="195601"/>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Process</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improvement</a:t>
              </a:r>
              <a:endParaRPr lang="en-US" sz="635" b="1" dirty="0">
                <a:solidFill>
                  <a:srgbClr val="1450B8"/>
                </a:solidFill>
                <a:latin typeface="腾讯体 W3" panose="020C04030202040F0204" pitchFamily="34" charset="-122"/>
              </a:endParaRPr>
            </a:p>
          </p:txBody>
        </p:sp>
        <p:sp>
          <p:nvSpPr>
            <p:cNvPr id="74" name="TextBox 73"/>
            <p:cNvSpPr txBox="1"/>
            <p:nvPr/>
          </p:nvSpPr>
          <p:spPr>
            <a:xfrm>
              <a:off x="5557888" y="4432676"/>
              <a:ext cx="623300" cy="294036"/>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Collaboration</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with</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management</a:t>
              </a:r>
              <a:endParaRPr lang="en-US" sz="635" b="1" dirty="0">
                <a:solidFill>
                  <a:srgbClr val="1450B8"/>
                </a:solidFill>
                <a:latin typeface="腾讯体 W3" panose="020C04030202040F0204" pitchFamily="34" charset="-122"/>
              </a:endParaRPr>
            </a:p>
          </p:txBody>
        </p:sp>
        <p:sp>
          <p:nvSpPr>
            <p:cNvPr id="72" name="TextBox 71"/>
            <p:cNvSpPr txBox="1"/>
            <p:nvPr/>
          </p:nvSpPr>
          <p:spPr>
            <a:xfrm>
              <a:off x="6239836" y="4432676"/>
              <a:ext cx="731180" cy="294036"/>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Enabling</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risk &amp; control</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self-assessment</a:t>
              </a:r>
              <a:endParaRPr lang="en-US" sz="635" b="1" dirty="0">
                <a:solidFill>
                  <a:srgbClr val="1450B8"/>
                </a:solidFill>
                <a:latin typeface="腾讯体 W3" panose="020C04030202040F0204" pitchFamily="34" charset="-122"/>
              </a:endParaRPr>
            </a:p>
          </p:txBody>
        </p:sp>
        <p:sp>
          <p:nvSpPr>
            <p:cNvPr id="52" name="TextBox 51"/>
            <p:cNvSpPr txBox="1"/>
            <p:nvPr/>
          </p:nvSpPr>
          <p:spPr>
            <a:xfrm>
              <a:off x="4951390" y="4090769"/>
              <a:ext cx="818354" cy="111772"/>
            </a:xfrm>
            <a:prstGeom prst="rect">
              <a:avLst/>
            </a:prstGeom>
            <a:noFill/>
          </p:spPr>
          <p:txBody>
            <a:bodyPr wrap="none" lIns="0" tIns="0" rIns="0" bIns="0" rtlCol="0">
              <a:spAutoFit/>
            </a:bodyPr>
            <a:lstStyle/>
            <a:p>
              <a:pPr defTabSz="1042670">
                <a:spcAft>
                  <a:spcPts val="340"/>
                </a:spcAft>
                <a:defRPr/>
              </a:pPr>
              <a:r>
                <a:rPr lang="en-US" sz="725" b="1" dirty="0">
                  <a:solidFill>
                    <a:srgbClr val="1450B8"/>
                  </a:solidFill>
                  <a:latin typeface="腾讯体 W3" panose="020C04030202040F0204" pitchFamily="34" charset="-122"/>
                </a:rPr>
                <a:t>Internal audit focus</a:t>
              </a:r>
              <a:endParaRPr lang="en-US" sz="725" dirty="0">
                <a:solidFill>
                  <a:srgbClr val="1450B8"/>
                </a:solidFill>
                <a:latin typeface="腾讯体 W3" panose="020C04030202040F0204" pitchFamily="34" charset="-122"/>
              </a:endParaRPr>
            </a:p>
          </p:txBody>
        </p:sp>
        <p:sp>
          <p:nvSpPr>
            <p:cNvPr id="70" name="TextBox 69"/>
            <p:cNvSpPr txBox="1"/>
            <p:nvPr/>
          </p:nvSpPr>
          <p:spPr>
            <a:xfrm>
              <a:off x="4308990" y="5167278"/>
              <a:ext cx="505147" cy="195601"/>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Fraud detection</a:t>
              </a:r>
              <a:endParaRPr lang="en-US" sz="635" b="1" dirty="0">
                <a:solidFill>
                  <a:srgbClr val="1450B8"/>
                </a:solidFill>
                <a:latin typeface="腾讯体 W3" panose="020C04030202040F0204" pitchFamily="34" charset="-122"/>
              </a:endParaRPr>
            </a:p>
          </p:txBody>
        </p:sp>
        <p:sp>
          <p:nvSpPr>
            <p:cNvPr id="68" name="TextBox 67"/>
            <p:cNvSpPr txBox="1"/>
            <p:nvPr/>
          </p:nvSpPr>
          <p:spPr>
            <a:xfrm>
              <a:off x="3704475" y="5167278"/>
              <a:ext cx="419653" cy="294036"/>
            </a:xfrm>
            <a:prstGeom prst="rect">
              <a:avLst/>
            </a:prstGeom>
            <a:noFill/>
          </p:spPr>
          <p:txBody>
            <a:bodyPr wrap="non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Financial</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compliance</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auditing</a:t>
              </a:r>
              <a:endParaRPr lang="en-US" sz="635" b="1" dirty="0">
                <a:solidFill>
                  <a:srgbClr val="1450B8"/>
                </a:solidFill>
                <a:latin typeface="腾讯体 W3" panose="020C04030202040F0204" pitchFamily="34" charset="-122"/>
              </a:endParaRPr>
            </a:p>
          </p:txBody>
        </p:sp>
        <p:sp>
          <p:nvSpPr>
            <p:cNvPr id="66" name="TextBox 65"/>
            <p:cNvSpPr txBox="1"/>
            <p:nvPr/>
          </p:nvSpPr>
          <p:spPr>
            <a:xfrm>
              <a:off x="4997226" y="5167278"/>
              <a:ext cx="403820" cy="391837"/>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Process</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analysis &amp;</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best practices</a:t>
              </a:r>
              <a:endParaRPr lang="en-US" sz="635" b="1" dirty="0">
                <a:solidFill>
                  <a:srgbClr val="1450B8"/>
                </a:solidFill>
                <a:latin typeface="腾讯体 W3" panose="020C04030202040F0204" pitchFamily="34" charset="-122"/>
              </a:endParaRPr>
            </a:p>
          </p:txBody>
        </p:sp>
        <p:sp>
          <p:nvSpPr>
            <p:cNvPr id="63" name="TextBox 62"/>
            <p:cNvSpPr txBox="1"/>
            <p:nvPr/>
          </p:nvSpPr>
          <p:spPr>
            <a:xfrm>
              <a:off x="5584135" y="5167278"/>
              <a:ext cx="657548" cy="195601"/>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Risk</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consulting</a:t>
              </a:r>
              <a:endParaRPr lang="en-US" sz="635" b="1" dirty="0">
                <a:solidFill>
                  <a:srgbClr val="1450B8"/>
                </a:solidFill>
                <a:latin typeface="腾讯体 W3" panose="020C04030202040F0204" pitchFamily="34" charset="-122"/>
              </a:endParaRPr>
            </a:p>
          </p:txBody>
        </p:sp>
        <p:sp>
          <p:nvSpPr>
            <p:cNvPr id="61" name="TextBox 60"/>
            <p:cNvSpPr txBox="1"/>
            <p:nvPr/>
          </p:nvSpPr>
          <p:spPr>
            <a:xfrm>
              <a:off x="6424772" y="5167278"/>
              <a:ext cx="403820" cy="195601"/>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Facilitation</a:t>
              </a:r>
              <a:endParaRPr lang="en-US" sz="635" b="1" dirty="0">
                <a:solidFill>
                  <a:srgbClr val="1450B8"/>
                </a:solidFill>
                <a:latin typeface="腾讯体 W3" panose="020C04030202040F0204" pitchFamily="34" charset="-122"/>
              </a:endParaRPr>
            </a:p>
          </p:txBody>
        </p:sp>
        <p:sp>
          <p:nvSpPr>
            <p:cNvPr id="58" name="TextBox 57"/>
            <p:cNvSpPr txBox="1"/>
            <p:nvPr/>
          </p:nvSpPr>
          <p:spPr>
            <a:xfrm>
              <a:off x="4901696" y="5739773"/>
              <a:ext cx="963227" cy="111772"/>
            </a:xfrm>
            <a:prstGeom prst="rect">
              <a:avLst/>
            </a:prstGeom>
            <a:noFill/>
          </p:spPr>
          <p:txBody>
            <a:bodyPr wrap="none" lIns="0" tIns="0" rIns="0" bIns="0" rtlCol="0">
              <a:spAutoFit/>
            </a:bodyPr>
            <a:lstStyle/>
            <a:p>
              <a:pPr defTabSz="1042670">
                <a:spcAft>
                  <a:spcPts val="340"/>
                </a:spcAft>
                <a:defRPr/>
              </a:pPr>
              <a:r>
                <a:rPr lang="en-US" sz="725" b="1" dirty="0">
                  <a:solidFill>
                    <a:srgbClr val="1450B8"/>
                  </a:solidFill>
                  <a:latin typeface="腾讯体 W3" panose="020C04030202040F0204" pitchFamily="34" charset="-122"/>
                </a:rPr>
                <a:t>Internal audit skill sets</a:t>
              </a:r>
              <a:endParaRPr lang="en-US" sz="725" dirty="0">
                <a:solidFill>
                  <a:srgbClr val="1450B8"/>
                </a:solidFill>
                <a:latin typeface="腾讯体 W3" panose="020C04030202040F0204" pitchFamily="34" charset="-122"/>
              </a:endParaRPr>
            </a:p>
          </p:txBody>
        </p:sp>
        <p:sp>
          <p:nvSpPr>
            <p:cNvPr id="59" name="Oval 58"/>
            <p:cNvSpPr/>
            <p:nvPr/>
          </p:nvSpPr>
          <p:spPr bwMode="ltGray">
            <a:xfrm>
              <a:off x="2935199" y="4585479"/>
              <a:ext cx="696714" cy="696714"/>
            </a:xfrm>
            <a:prstGeom prst="ellipse">
              <a:avLst/>
            </a:prstGeom>
            <a:solidFill>
              <a:schemeClr val="tx2"/>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defTabSz="1042670"/>
              <a:r>
                <a:rPr lang="en-US" sz="725" b="1" dirty="0">
                  <a:solidFill>
                    <a:srgbClr val="FFFFFF"/>
                  </a:solidFill>
                </a:rPr>
                <a:t>Limited</a:t>
              </a:r>
              <a:endParaRPr lang="en-US" sz="725" b="1" dirty="0">
                <a:solidFill>
                  <a:srgbClr val="FFFFFF"/>
                </a:solidFill>
              </a:endParaRPr>
            </a:p>
          </p:txBody>
        </p:sp>
        <p:sp>
          <p:nvSpPr>
            <p:cNvPr id="60" name="Oval 59"/>
            <p:cNvSpPr/>
            <p:nvPr/>
          </p:nvSpPr>
          <p:spPr bwMode="ltGray">
            <a:xfrm>
              <a:off x="6998629" y="4590616"/>
              <a:ext cx="696714" cy="696714"/>
            </a:xfrm>
            <a:prstGeom prst="ellipse">
              <a:avLst/>
            </a:prstGeom>
            <a:solidFill>
              <a:schemeClr val="accent4"/>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defTabSz="1042670"/>
              <a:r>
                <a:rPr lang="en-US" sz="725" b="1" dirty="0">
                  <a:solidFill>
                    <a:srgbClr val="FFFFFF"/>
                  </a:solidFill>
                </a:rPr>
                <a:t>Comprehensive</a:t>
              </a:r>
              <a:endParaRPr lang="en-US" sz="725" b="1" dirty="0">
                <a:solidFill>
                  <a:srgbClr val="FFFFFF"/>
                </a:solidFill>
              </a:endParaRPr>
            </a:p>
          </p:txBody>
        </p:sp>
        <p:sp>
          <p:nvSpPr>
            <p:cNvPr id="93" name="Oval 92"/>
            <p:cNvSpPr/>
            <p:nvPr/>
          </p:nvSpPr>
          <p:spPr bwMode="ltGray">
            <a:xfrm>
              <a:off x="4580669" y="4839130"/>
              <a:ext cx="1469204" cy="179798"/>
            </a:xfrm>
            <a:prstGeom prst="ellipse">
              <a:avLst/>
            </a:prstGeom>
            <a:solidFill>
              <a:schemeClr val="bg2">
                <a:lumMod val="6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defTabSz="1042670"/>
              <a:r>
                <a:rPr lang="en-US" sz="725" b="1" dirty="0">
                  <a:solidFill>
                    <a:srgbClr val="FFFFFF"/>
                  </a:solidFill>
                </a:rPr>
                <a:t>Relative risk coverage</a:t>
              </a:r>
              <a:endParaRPr lang="en-US" sz="725" b="1" dirty="0">
                <a:solidFill>
                  <a:srgbClr val="FFFFFF"/>
                </a:solidFill>
              </a:endParaRPr>
            </a:p>
          </p:txBody>
        </p:sp>
        <p:cxnSp>
          <p:nvCxnSpPr>
            <p:cNvPr id="95" name="Elbow Connector 94"/>
            <p:cNvCxnSpPr>
              <a:stCxn id="59" idx="0"/>
              <a:endCxn id="60" idx="0"/>
            </p:cNvCxnSpPr>
            <p:nvPr/>
          </p:nvCxnSpPr>
          <p:spPr>
            <a:xfrm rot="16200000" flipH="1">
              <a:off x="5312702" y="2556332"/>
              <a:ext cx="5137" cy="4063430"/>
            </a:xfrm>
            <a:prstGeom prst="bentConnector3">
              <a:avLst>
                <a:gd name="adj1" fmla="val -6550090"/>
              </a:avLst>
            </a:prstGeom>
            <a:noFill/>
            <a:ln w="19050" cap="flat">
              <a:solidFill>
                <a:schemeClr val="accent3"/>
              </a:solidFill>
              <a:prstDash val="sysDot"/>
              <a:miter lim="800000"/>
              <a:headEnd type="none" w="med" len="med"/>
              <a:tailEnd type="triangle" w="med" len="med"/>
            </a:ln>
          </p:spPr>
        </p:cxnSp>
        <p:cxnSp>
          <p:nvCxnSpPr>
            <p:cNvPr id="99" name="Elbow Connector 98"/>
            <p:cNvCxnSpPr>
              <a:stCxn id="59" idx="4"/>
              <a:endCxn id="60" idx="4"/>
            </p:cNvCxnSpPr>
            <p:nvPr/>
          </p:nvCxnSpPr>
          <p:spPr>
            <a:xfrm rot="16200000" flipH="1">
              <a:off x="5312703" y="3253046"/>
              <a:ext cx="5137" cy="4063430"/>
            </a:xfrm>
            <a:prstGeom prst="bentConnector3">
              <a:avLst>
                <a:gd name="adj1" fmla="val 7750129"/>
              </a:avLst>
            </a:prstGeom>
            <a:noFill/>
            <a:ln w="19050" cap="flat">
              <a:solidFill>
                <a:schemeClr val="accent5"/>
              </a:solidFill>
              <a:prstDash val="sysDot"/>
              <a:miter lim="800000"/>
              <a:headEnd type="none" w="med" len="med"/>
              <a:tailEnd type="triangle" w="med" len="med"/>
            </a:ln>
          </p:spPr>
        </p:cxnSp>
        <p:sp>
          <p:nvSpPr>
            <p:cNvPr id="103" name="TextBox 102"/>
            <p:cNvSpPr txBox="1"/>
            <p:nvPr/>
          </p:nvSpPr>
          <p:spPr>
            <a:xfrm>
              <a:off x="2971800" y="3873298"/>
              <a:ext cx="463355" cy="97800"/>
            </a:xfrm>
            <a:prstGeom prst="rect">
              <a:avLst/>
            </a:prstGeom>
            <a:noFill/>
          </p:spPr>
          <p:txBody>
            <a:bodyPr wrap="none" lIns="41463" tIns="0" rIns="41463" bIns="0" rtlCol="0">
              <a:spAutoFit/>
            </a:bodyPr>
            <a:lstStyle/>
            <a:p>
              <a:pPr defTabSz="1042670">
                <a:spcAft>
                  <a:spcPts val="340"/>
                </a:spcAft>
                <a:defRPr/>
              </a:pPr>
              <a:r>
                <a:rPr lang="en-US" sz="635" b="1" dirty="0">
                  <a:solidFill>
                    <a:srgbClr val="000000"/>
                  </a:solidFill>
                  <a:latin typeface="腾讯体 W3" panose="020C04030202040F0204" pitchFamily="34" charset="-122"/>
                </a:rPr>
                <a:t>Assurance</a:t>
              </a:r>
              <a:endParaRPr lang="en-US" sz="635" dirty="0">
                <a:solidFill>
                  <a:srgbClr val="000000"/>
                </a:solidFill>
                <a:latin typeface="腾讯体 W3" panose="020C04030202040F0204" pitchFamily="34" charset="-122"/>
              </a:endParaRPr>
            </a:p>
          </p:txBody>
        </p:sp>
        <p:sp>
          <p:nvSpPr>
            <p:cNvPr id="104" name="TextBox 103"/>
            <p:cNvSpPr txBox="1"/>
            <p:nvPr/>
          </p:nvSpPr>
          <p:spPr>
            <a:xfrm>
              <a:off x="5112157" y="3873298"/>
              <a:ext cx="417857" cy="97800"/>
            </a:xfrm>
            <a:prstGeom prst="rect">
              <a:avLst/>
            </a:prstGeom>
            <a:noFill/>
          </p:spPr>
          <p:txBody>
            <a:bodyPr wrap="none" lIns="41463" tIns="0" rIns="41463" bIns="0" rtlCol="0">
              <a:spAutoFit/>
            </a:bodyPr>
            <a:lstStyle/>
            <a:p>
              <a:pPr defTabSz="1042670">
                <a:spcAft>
                  <a:spcPts val="340"/>
                </a:spcAft>
                <a:defRPr/>
              </a:pPr>
              <a:r>
                <a:rPr lang="en-US" sz="635" b="1" dirty="0">
                  <a:solidFill>
                    <a:srgbClr val="000000"/>
                  </a:solidFill>
                  <a:latin typeface="腾讯体 W3" panose="020C04030202040F0204" pitchFamily="34" charset="-122"/>
                </a:rPr>
                <a:t>Balanced</a:t>
              </a:r>
              <a:endParaRPr lang="en-US" sz="635" dirty="0">
                <a:solidFill>
                  <a:srgbClr val="000000"/>
                </a:solidFill>
                <a:latin typeface="腾讯体 W3" panose="020C04030202040F0204" pitchFamily="34" charset="-122"/>
              </a:endParaRPr>
            </a:p>
          </p:txBody>
        </p:sp>
        <p:sp>
          <p:nvSpPr>
            <p:cNvPr id="105" name="TextBox 104"/>
            <p:cNvSpPr txBox="1"/>
            <p:nvPr/>
          </p:nvSpPr>
          <p:spPr>
            <a:xfrm>
              <a:off x="7199615" y="3873298"/>
              <a:ext cx="469940" cy="97800"/>
            </a:xfrm>
            <a:prstGeom prst="rect">
              <a:avLst/>
            </a:prstGeom>
            <a:noFill/>
          </p:spPr>
          <p:txBody>
            <a:bodyPr wrap="none" lIns="41463" tIns="0" rIns="41463" bIns="0" rtlCol="0">
              <a:spAutoFit/>
            </a:bodyPr>
            <a:lstStyle/>
            <a:p>
              <a:pPr defTabSz="1042670">
                <a:spcAft>
                  <a:spcPts val="340"/>
                </a:spcAft>
                <a:defRPr/>
              </a:pPr>
              <a:r>
                <a:rPr lang="en-US" sz="635" b="1" dirty="0">
                  <a:solidFill>
                    <a:srgbClr val="000000"/>
                  </a:solidFill>
                  <a:latin typeface="腾讯体 W3" panose="020C04030202040F0204" pitchFamily="34" charset="-122"/>
                </a:rPr>
                <a:t>Consulting</a:t>
              </a:r>
              <a:endParaRPr lang="en-US" sz="635" dirty="0">
                <a:solidFill>
                  <a:srgbClr val="000000"/>
                </a:solidFill>
                <a:latin typeface="腾讯体 W3" panose="020C04030202040F0204" pitchFamily="34" charset="-122"/>
              </a:endParaRPr>
            </a:p>
          </p:txBody>
        </p:sp>
        <p:cxnSp>
          <p:nvCxnSpPr>
            <p:cNvPr id="107" name="Straight Arrow Connector 106"/>
            <p:cNvCxnSpPr>
              <a:stCxn id="103" idx="3"/>
              <a:endCxn id="104" idx="1"/>
            </p:cNvCxnSpPr>
            <p:nvPr/>
          </p:nvCxnSpPr>
          <p:spPr>
            <a:xfrm>
              <a:off x="3435360" y="3922150"/>
              <a:ext cx="1676817" cy="0"/>
            </a:xfrm>
            <a:prstGeom prst="straightConnector1">
              <a:avLst/>
            </a:prstGeom>
            <a:noFill/>
            <a:ln w="12700" cap="flat">
              <a:solidFill>
                <a:srgbClr val="808B9E"/>
              </a:solidFill>
              <a:prstDash val="sysDot"/>
              <a:miter lim="800000"/>
              <a:headEnd type="none" w="med" len="med"/>
              <a:tailEnd type="triangle" w="med" len="med"/>
            </a:ln>
          </p:spPr>
        </p:cxnSp>
        <p:cxnSp>
          <p:nvCxnSpPr>
            <p:cNvPr id="109" name="Straight Arrow Connector 108"/>
            <p:cNvCxnSpPr>
              <a:stCxn id="104" idx="3"/>
              <a:endCxn id="105" idx="1"/>
            </p:cNvCxnSpPr>
            <p:nvPr/>
          </p:nvCxnSpPr>
          <p:spPr>
            <a:xfrm>
              <a:off x="5529796" y="3922150"/>
              <a:ext cx="1669634" cy="0"/>
            </a:xfrm>
            <a:prstGeom prst="straightConnector1">
              <a:avLst/>
            </a:prstGeom>
            <a:noFill/>
            <a:ln w="12700" cap="flat">
              <a:solidFill>
                <a:srgbClr val="808B9E"/>
              </a:solidFill>
              <a:prstDash val="sysDot"/>
              <a:miter lim="800000"/>
              <a:headEnd type="none" w="med" len="med"/>
              <a:tailEnd type="triangle" w="med" len="med"/>
            </a:ln>
          </p:spPr>
        </p:cxnSp>
        <p:sp>
          <p:nvSpPr>
            <p:cNvPr id="111" name="TextBox 110"/>
            <p:cNvSpPr txBox="1"/>
            <p:nvPr/>
          </p:nvSpPr>
          <p:spPr>
            <a:xfrm>
              <a:off x="6745010" y="5989776"/>
              <a:ext cx="575302" cy="195601"/>
            </a:xfrm>
            <a:prstGeom prst="rect">
              <a:avLst/>
            </a:prstGeom>
            <a:noFill/>
          </p:spPr>
          <p:txBody>
            <a:bodyPr wrap="none" lIns="41463" tIns="0" rIns="41463" bIns="0" rtlCol="0">
              <a:spAutoFit/>
            </a:bodyPr>
            <a:lstStyle/>
            <a:p>
              <a:pPr algn="ctr" defTabSz="1042670">
                <a:spcAft>
                  <a:spcPts val="340"/>
                </a:spcAft>
                <a:defRPr/>
              </a:pPr>
              <a:r>
                <a:rPr lang="en-US" sz="635" b="1" dirty="0">
                  <a:solidFill>
                    <a:srgbClr val="000000"/>
                  </a:solidFill>
                  <a:latin typeface="腾讯体 W3" panose="020C04030202040F0204" pitchFamily="34" charset="-122"/>
                </a:rPr>
                <a:t>For future</a:t>
              </a:r>
              <a:br>
                <a:rPr lang="en-US" sz="635" b="1" dirty="0">
                  <a:solidFill>
                    <a:srgbClr val="000000"/>
                  </a:solidFill>
                  <a:latin typeface="腾讯体 W3" panose="020C04030202040F0204" pitchFamily="34" charset="-122"/>
                </a:rPr>
              </a:br>
              <a:r>
                <a:rPr lang="en-US" sz="635" b="1" dirty="0">
                  <a:solidFill>
                    <a:srgbClr val="000000"/>
                  </a:solidFill>
                  <a:latin typeface="腾讯体 W3" panose="020C04030202040F0204" pitchFamily="34" charset="-122"/>
                </a:rPr>
                <a:t>consideration</a:t>
              </a:r>
              <a:endParaRPr lang="en-US" sz="635" dirty="0">
                <a:solidFill>
                  <a:srgbClr val="000000"/>
                </a:solidFill>
                <a:latin typeface="腾讯体 W3" panose="020C04030202040F0204" pitchFamily="34" charset="-122"/>
              </a:endParaRPr>
            </a:p>
          </p:txBody>
        </p:sp>
        <p:sp>
          <p:nvSpPr>
            <p:cNvPr id="112" name="TextBox 111"/>
            <p:cNvSpPr txBox="1"/>
            <p:nvPr/>
          </p:nvSpPr>
          <p:spPr>
            <a:xfrm>
              <a:off x="4188543" y="5989776"/>
              <a:ext cx="730951" cy="195601"/>
            </a:xfrm>
            <a:prstGeom prst="rect">
              <a:avLst/>
            </a:prstGeom>
            <a:noFill/>
          </p:spPr>
          <p:txBody>
            <a:bodyPr wrap="none" lIns="41463" tIns="0" rIns="41463" bIns="0" rtlCol="0">
              <a:spAutoFit/>
            </a:bodyPr>
            <a:lstStyle/>
            <a:p>
              <a:pPr algn="ctr" defTabSz="1042670">
                <a:spcAft>
                  <a:spcPts val="340"/>
                </a:spcAft>
                <a:defRPr/>
              </a:pPr>
              <a:r>
                <a:rPr lang="en-US" sz="635" b="1" dirty="0">
                  <a:solidFill>
                    <a:srgbClr val="000000"/>
                  </a:solidFill>
                  <a:latin typeface="腾讯体 W3" panose="020C04030202040F0204" pitchFamily="34" charset="-122"/>
                </a:rPr>
                <a:t>Anticipated range</a:t>
              </a:r>
              <a:br>
                <a:rPr lang="en-US" sz="635" b="1" dirty="0">
                  <a:solidFill>
                    <a:srgbClr val="000000"/>
                  </a:solidFill>
                  <a:latin typeface="腾讯体 W3" panose="020C04030202040F0204" pitchFamily="34" charset="-122"/>
                </a:rPr>
              </a:br>
              <a:r>
                <a:rPr lang="en-US" sz="635" b="1" dirty="0">
                  <a:solidFill>
                    <a:srgbClr val="000000"/>
                  </a:solidFill>
                  <a:latin typeface="腾讯体 W3" panose="020C04030202040F0204" pitchFamily="34" charset="-122"/>
                </a:rPr>
                <a:t>of initial coverage</a:t>
              </a:r>
              <a:endParaRPr lang="en-US" sz="635" dirty="0">
                <a:solidFill>
                  <a:srgbClr val="000000"/>
                </a:solidFill>
                <a:latin typeface="腾讯体 W3" panose="020C04030202040F0204" pitchFamily="34" charset="-122"/>
              </a:endParaRPr>
            </a:p>
          </p:txBody>
        </p:sp>
        <p:cxnSp>
          <p:nvCxnSpPr>
            <p:cNvPr id="119" name="Straight Arrow Connector 118"/>
            <p:cNvCxnSpPr>
              <a:stCxn id="111" idx="1"/>
            </p:cNvCxnSpPr>
            <p:nvPr/>
          </p:nvCxnSpPr>
          <p:spPr>
            <a:xfrm flipH="1" flipV="1">
              <a:off x="6249682" y="6077167"/>
              <a:ext cx="495008" cy="10312"/>
            </a:xfrm>
            <a:prstGeom prst="straightConnector1">
              <a:avLst/>
            </a:prstGeom>
            <a:noFill/>
            <a:ln w="12700" cap="flat">
              <a:solidFill>
                <a:srgbClr val="808B9E"/>
              </a:solidFill>
              <a:prstDash val="sysDot"/>
              <a:miter lim="800000"/>
              <a:headEnd type="none" w="med" len="med"/>
              <a:tailEnd type="triangle" w="med" len="med"/>
            </a:ln>
          </p:spPr>
        </p:cxnSp>
        <p:cxnSp>
          <p:nvCxnSpPr>
            <p:cNvPr id="121" name="Straight Arrow Connector 120"/>
            <p:cNvCxnSpPr>
              <a:stCxn id="111" idx="3"/>
            </p:cNvCxnSpPr>
            <p:nvPr/>
          </p:nvCxnSpPr>
          <p:spPr>
            <a:xfrm flipV="1">
              <a:off x="7320034" y="6087441"/>
              <a:ext cx="505282" cy="38"/>
            </a:xfrm>
            <a:prstGeom prst="straightConnector1">
              <a:avLst/>
            </a:prstGeom>
            <a:noFill/>
            <a:ln w="12700" cap="flat">
              <a:solidFill>
                <a:srgbClr val="808B9E"/>
              </a:solidFill>
              <a:prstDash val="sysDot"/>
              <a:miter lim="800000"/>
              <a:headEnd type="none" w="med" len="med"/>
              <a:tailEnd type="triangle" w="med" len="med"/>
            </a:ln>
          </p:spPr>
        </p:cxnSp>
        <p:cxnSp>
          <p:nvCxnSpPr>
            <p:cNvPr id="123" name="Straight Arrow Connector 122"/>
            <p:cNvCxnSpPr/>
            <p:nvPr/>
          </p:nvCxnSpPr>
          <p:spPr>
            <a:xfrm>
              <a:off x="4926398" y="6071835"/>
              <a:ext cx="1330564" cy="10468"/>
            </a:xfrm>
            <a:prstGeom prst="straightConnector1">
              <a:avLst/>
            </a:prstGeom>
            <a:noFill/>
            <a:ln w="12700" cap="flat">
              <a:solidFill>
                <a:srgbClr val="808B9E"/>
              </a:solidFill>
              <a:prstDash val="sysDot"/>
              <a:miter lim="800000"/>
              <a:headEnd type="none" w="med" len="med"/>
              <a:tailEnd type="triangle" w="med" len="med"/>
            </a:ln>
          </p:spPr>
        </p:cxnSp>
        <p:cxnSp>
          <p:nvCxnSpPr>
            <p:cNvPr id="125" name="Straight Arrow Connector 124"/>
            <p:cNvCxnSpPr>
              <a:stCxn id="112" idx="1"/>
            </p:cNvCxnSpPr>
            <p:nvPr/>
          </p:nvCxnSpPr>
          <p:spPr>
            <a:xfrm flipH="1" flipV="1">
              <a:off x="2858017" y="6077167"/>
              <a:ext cx="1330768" cy="10312"/>
            </a:xfrm>
            <a:prstGeom prst="straightConnector1">
              <a:avLst/>
            </a:prstGeom>
            <a:noFill/>
            <a:ln w="12700" cap="flat">
              <a:solidFill>
                <a:srgbClr val="808B9E"/>
              </a:solidFill>
              <a:prstDash val="sysDot"/>
              <a:miter lim="800000"/>
              <a:headEnd type="none" w="med" len="med"/>
              <a:tailEnd type="triangle" w="med" len="med"/>
            </a:ln>
          </p:spPr>
        </p:cxnSp>
      </p:gr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Process charts</a:t>
            </a:r>
            <a:br>
              <a:rPr lang="en-GB" dirty="0" smtClean="0"/>
            </a:br>
            <a:r>
              <a:rPr lang="en-GB" b="0" i="0" dirty="0" smtClean="0"/>
              <a:t>Scale</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24" name="Group 23"/>
          <p:cNvGrpSpPr/>
          <p:nvPr/>
        </p:nvGrpSpPr>
        <p:grpSpPr>
          <a:xfrm>
            <a:off x="1760739" y="1992251"/>
            <a:ext cx="2251647" cy="3182141"/>
            <a:chOff x="567075" y="2196457"/>
            <a:chExt cx="3178175" cy="4491556"/>
          </a:xfrm>
        </p:grpSpPr>
        <p:sp>
          <p:nvSpPr>
            <p:cNvPr id="21" name="Freeform 11"/>
            <p:cNvSpPr/>
            <p:nvPr/>
          </p:nvSpPr>
          <p:spPr bwMode="auto">
            <a:xfrm>
              <a:off x="567075" y="2196457"/>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solidFill>
              <a:srgbClr val="E5EFFF"/>
            </a:solidFill>
            <a:ln>
              <a:noFill/>
            </a:ln>
          </p:spPr>
          <p:txBody>
            <a:bodyPr vert="horz" wrap="square" lIns="82938" tIns="41469" rIns="82938" bIns="41469" numCol="1" anchor="t" anchorCtr="0" compatLnSpc="1"/>
            <a:lstStyle/>
            <a:p>
              <a:endParaRPr lang="en-GB" sz="2175"/>
            </a:p>
          </p:txBody>
        </p:sp>
        <p:sp>
          <p:nvSpPr>
            <p:cNvPr id="138" name="Freeform 11"/>
            <p:cNvSpPr/>
            <p:nvPr/>
          </p:nvSpPr>
          <p:spPr bwMode="auto">
            <a:xfrm>
              <a:off x="567075" y="3114558"/>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solidFill>
              <a:srgbClr val="E5EFFF"/>
            </a:solidFill>
            <a:ln>
              <a:noFill/>
            </a:ln>
          </p:spPr>
          <p:txBody>
            <a:bodyPr vert="horz" wrap="square" lIns="82938" tIns="41469" rIns="82938" bIns="41469" numCol="1" anchor="t" anchorCtr="0" compatLnSpc="1"/>
            <a:lstStyle/>
            <a:p>
              <a:endParaRPr lang="en-GB" sz="2175"/>
            </a:p>
          </p:txBody>
        </p:sp>
        <p:sp>
          <p:nvSpPr>
            <p:cNvPr id="139" name="Freeform 11"/>
            <p:cNvSpPr/>
            <p:nvPr/>
          </p:nvSpPr>
          <p:spPr bwMode="auto">
            <a:xfrm>
              <a:off x="567075" y="4032659"/>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solidFill>
              <a:srgbClr val="E5EFFF"/>
            </a:solidFill>
            <a:ln>
              <a:noFill/>
            </a:ln>
          </p:spPr>
          <p:txBody>
            <a:bodyPr vert="horz" wrap="square" lIns="82938" tIns="41469" rIns="82938" bIns="41469" numCol="1" anchor="t" anchorCtr="0" compatLnSpc="1"/>
            <a:lstStyle/>
            <a:p>
              <a:endParaRPr lang="en-GB" sz="2175"/>
            </a:p>
          </p:txBody>
        </p:sp>
        <p:sp>
          <p:nvSpPr>
            <p:cNvPr id="140" name="Freeform 11"/>
            <p:cNvSpPr/>
            <p:nvPr/>
          </p:nvSpPr>
          <p:spPr bwMode="auto">
            <a:xfrm>
              <a:off x="567075" y="4950760"/>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solidFill>
              <a:srgbClr val="E5EFFF"/>
            </a:solidFill>
            <a:ln>
              <a:noFill/>
            </a:ln>
          </p:spPr>
          <p:txBody>
            <a:bodyPr vert="horz" wrap="square" lIns="82938" tIns="41469" rIns="82938" bIns="41469" numCol="1" anchor="t" anchorCtr="0" compatLnSpc="1"/>
            <a:lstStyle/>
            <a:p>
              <a:endParaRPr lang="en-GB" sz="2175"/>
            </a:p>
          </p:txBody>
        </p:sp>
        <p:sp>
          <p:nvSpPr>
            <p:cNvPr id="141" name="Freeform 11"/>
            <p:cNvSpPr/>
            <p:nvPr/>
          </p:nvSpPr>
          <p:spPr bwMode="auto">
            <a:xfrm>
              <a:off x="567075" y="5868863"/>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solidFill>
              <a:srgbClr val="E5EFFF"/>
            </a:solidFill>
            <a:ln>
              <a:noFill/>
            </a:ln>
          </p:spPr>
          <p:txBody>
            <a:bodyPr vert="horz" wrap="square" lIns="82938" tIns="41469" rIns="82938" bIns="41469" numCol="1" anchor="t" anchorCtr="0" compatLnSpc="1"/>
            <a:lstStyle/>
            <a:p>
              <a:endParaRPr lang="en-GB" sz="2175"/>
            </a:p>
          </p:txBody>
        </p:sp>
        <p:sp>
          <p:nvSpPr>
            <p:cNvPr id="193" name="Oval 192"/>
            <p:cNvSpPr/>
            <p:nvPr/>
          </p:nvSpPr>
          <p:spPr bwMode="ltGray">
            <a:xfrm>
              <a:off x="623041" y="2261600"/>
              <a:ext cx="688864" cy="688864"/>
            </a:xfrm>
            <a:prstGeom prst="ellipse">
              <a:avLst/>
            </a:prstGeom>
            <a:solidFill>
              <a:schemeClr val="accent3"/>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chemeClr val="bg2"/>
                  </a:solidFill>
                  <a:latin typeface="+mj-lt"/>
                </a:rPr>
                <a:t>1</a:t>
              </a:r>
              <a:endParaRPr lang="en-US" sz="2175" b="1" dirty="0" smtClean="0">
                <a:solidFill>
                  <a:schemeClr val="bg2"/>
                </a:solidFill>
                <a:latin typeface="+mj-lt"/>
              </a:endParaRPr>
            </a:p>
          </p:txBody>
        </p:sp>
        <p:sp>
          <p:nvSpPr>
            <p:cNvPr id="194" name="Oval 193"/>
            <p:cNvSpPr/>
            <p:nvPr/>
          </p:nvSpPr>
          <p:spPr bwMode="ltGray">
            <a:xfrm>
              <a:off x="1223168"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2</a:t>
              </a:r>
              <a:endParaRPr lang="en-US" sz="2175" b="1" dirty="0" smtClean="0">
                <a:solidFill>
                  <a:srgbClr val="1450B8"/>
                </a:solidFill>
                <a:latin typeface="+mj-lt"/>
              </a:endParaRPr>
            </a:p>
          </p:txBody>
        </p:sp>
        <p:sp>
          <p:nvSpPr>
            <p:cNvPr id="195" name="Oval 194"/>
            <p:cNvSpPr/>
            <p:nvPr/>
          </p:nvSpPr>
          <p:spPr bwMode="ltGray">
            <a:xfrm>
              <a:off x="1815274"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3</a:t>
              </a:r>
              <a:endParaRPr lang="en-US" sz="1815" b="1" dirty="0" smtClean="0">
                <a:solidFill>
                  <a:srgbClr val="1450B8"/>
                </a:solidFill>
                <a:latin typeface="+mj-lt"/>
              </a:endParaRPr>
            </a:p>
          </p:txBody>
        </p:sp>
        <p:sp>
          <p:nvSpPr>
            <p:cNvPr id="196" name="Oval 195"/>
            <p:cNvSpPr/>
            <p:nvPr/>
          </p:nvSpPr>
          <p:spPr bwMode="ltGray">
            <a:xfrm>
              <a:off x="2399502"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4</a:t>
              </a:r>
              <a:endParaRPr lang="en-US" sz="1815" b="1" dirty="0" smtClean="0">
                <a:solidFill>
                  <a:srgbClr val="1450B8"/>
                </a:solidFill>
                <a:latin typeface="+mj-lt"/>
              </a:endParaRPr>
            </a:p>
          </p:txBody>
        </p:sp>
        <p:sp>
          <p:nvSpPr>
            <p:cNvPr id="197" name="Oval 196"/>
            <p:cNvSpPr/>
            <p:nvPr/>
          </p:nvSpPr>
          <p:spPr bwMode="ltGray">
            <a:xfrm>
              <a:off x="2991284"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5</a:t>
              </a:r>
              <a:endParaRPr lang="en-US" sz="1815" b="1" dirty="0" smtClean="0">
                <a:solidFill>
                  <a:srgbClr val="1450B8"/>
                </a:solidFill>
                <a:latin typeface="+mj-lt"/>
              </a:endParaRPr>
            </a:p>
          </p:txBody>
        </p:sp>
        <p:sp>
          <p:nvSpPr>
            <p:cNvPr id="198" name="Oval 197"/>
            <p:cNvSpPr/>
            <p:nvPr/>
          </p:nvSpPr>
          <p:spPr bwMode="ltGray">
            <a:xfrm>
              <a:off x="623041"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1</a:t>
              </a:r>
              <a:endParaRPr lang="en-US" sz="2175" b="1" dirty="0" smtClean="0">
                <a:solidFill>
                  <a:srgbClr val="1450B8"/>
                </a:solidFill>
                <a:latin typeface="+mj-lt"/>
              </a:endParaRPr>
            </a:p>
          </p:txBody>
        </p:sp>
        <p:sp>
          <p:nvSpPr>
            <p:cNvPr id="199" name="Oval 198"/>
            <p:cNvSpPr/>
            <p:nvPr/>
          </p:nvSpPr>
          <p:spPr bwMode="ltGray">
            <a:xfrm>
              <a:off x="1223168" y="3179701"/>
              <a:ext cx="688864" cy="688864"/>
            </a:xfrm>
            <a:prstGeom prst="ellipse">
              <a:avLst/>
            </a:prstGeom>
            <a:solidFill>
              <a:schemeClr val="accent5"/>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chemeClr val="bg2"/>
                  </a:solidFill>
                  <a:latin typeface="+mj-lt"/>
                </a:rPr>
                <a:t>2</a:t>
              </a:r>
              <a:endParaRPr lang="en-US" sz="2175" b="1" dirty="0" smtClean="0">
                <a:solidFill>
                  <a:schemeClr val="bg2"/>
                </a:solidFill>
                <a:latin typeface="+mj-lt"/>
              </a:endParaRPr>
            </a:p>
          </p:txBody>
        </p:sp>
        <p:sp>
          <p:nvSpPr>
            <p:cNvPr id="200" name="Oval 199"/>
            <p:cNvSpPr/>
            <p:nvPr/>
          </p:nvSpPr>
          <p:spPr bwMode="ltGray">
            <a:xfrm>
              <a:off x="1815274"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3</a:t>
              </a:r>
              <a:endParaRPr lang="en-US" sz="1815" b="1" dirty="0" smtClean="0">
                <a:solidFill>
                  <a:srgbClr val="1450B8"/>
                </a:solidFill>
                <a:latin typeface="+mj-lt"/>
              </a:endParaRPr>
            </a:p>
          </p:txBody>
        </p:sp>
        <p:sp>
          <p:nvSpPr>
            <p:cNvPr id="201" name="Oval 200"/>
            <p:cNvSpPr/>
            <p:nvPr/>
          </p:nvSpPr>
          <p:spPr bwMode="ltGray">
            <a:xfrm>
              <a:off x="2399502"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4</a:t>
              </a:r>
              <a:endParaRPr lang="en-US" sz="1815" b="1" dirty="0" smtClean="0">
                <a:solidFill>
                  <a:srgbClr val="1450B8"/>
                </a:solidFill>
                <a:latin typeface="+mj-lt"/>
              </a:endParaRPr>
            </a:p>
          </p:txBody>
        </p:sp>
        <p:sp>
          <p:nvSpPr>
            <p:cNvPr id="202" name="Oval 201"/>
            <p:cNvSpPr/>
            <p:nvPr/>
          </p:nvSpPr>
          <p:spPr bwMode="ltGray">
            <a:xfrm>
              <a:off x="2991284"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5</a:t>
              </a:r>
              <a:endParaRPr lang="en-US" sz="1815" b="1" dirty="0" smtClean="0">
                <a:solidFill>
                  <a:srgbClr val="1450B8"/>
                </a:solidFill>
                <a:latin typeface="+mj-lt"/>
              </a:endParaRPr>
            </a:p>
          </p:txBody>
        </p:sp>
        <p:sp>
          <p:nvSpPr>
            <p:cNvPr id="203" name="Oval 202"/>
            <p:cNvSpPr/>
            <p:nvPr/>
          </p:nvSpPr>
          <p:spPr bwMode="ltGray">
            <a:xfrm>
              <a:off x="623041"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1</a:t>
              </a:r>
              <a:endParaRPr lang="en-US" sz="2175" b="1" dirty="0" smtClean="0">
                <a:solidFill>
                  <a:srgbClr val="1450B8"/>
                </a:solidFill>
                <a:latin typeface="+mj-lt"/>
              </a:endParaRPr>
            </a:p>
          </p:txBody>
        </p:sp>
        <p:sp>
          <p:nvSpPr>
            <p:cNvPr id="204" name="Oval 203"/>
            <p:cNvSpPr/>
            <p:nvPr/>
          </p:nvSpPr>
          <p:spPr bwMode="ltGray">
            <a:xfrm>
              <a:off x="1223168"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2</a:t>
              </a:r>
              <a:endParaRPr lang="en-US" sz="2175" b="1" dirty="0" smtClean="0">
                <a:solidFill>
                  <a:srgbClr val="1450B8"/>
                </a:solidFill>
                <a:latin typeface="+mj-lt"/>
              </a:endParaRPr>
            </a:p>
          </p:txBody>
        </p:sp>
        <p:sp>
          <p:nvSpPr>
            <p:cNvPr id="205" name="Oval 204"/>
            <p:cNvSpPr/>
            <p:nvPr/>
          </p:nvSpPr>
          <p:spPr bwMode="ltGray">
            <a:xfrm>
              <a:off x="1815274" y="4097802"/>
              <a:ext cx="688864" cy="688864"/>
            </a:xfrm>
            <a:prstGeom prst="ellipse">
              <a:avLst/>
            </a:prstGeom>
            <a:solidFill>
              <a:schemeClr val="accent4"/>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chemeClr val="bg2"/>
                  </a:solidFill>
                  <a:latin typeface="+mj-lt"/>
                </a:rPr>
                <a:t>3</a:t>
              </a:r>
              <a:endParaRPr lang="en-US" sz="1815" b="1" dirty="0" smtClean="0">
                <a:solidFill>
                  <a:schemeClr val="bg2"/>
                </a:solidFill>
                <a:latin typeface="+mj-lt"/>
              </a:endParaRPr>
            </a:p>
          </p:txBody>
        </p:sp>
        <p:sp>
          <p:nvSpPr>
            <p:cNvPr id="206" name="Oval 205"/>
            <p:cNvSpPr/>
            <p:nvPr/>
          </p:nvSpPr>
          <p:spPr bwMode="ltGray">
            <a:xfrm>
              <a:off x="2399502"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4</a:t>
              </a:r>
              <a:endParaRPr lang="en-US" sz="1815" b="1" dirty="0" smtClean="0">
                <a:solidFill>
                  <a:srgbClr val="1450B8"/>
                </a:solidFill>
                <a:latin typeface="+mj-lt"/>
              </a:endParaRPr>
            </a:p>
          </p:txBody>
        </p:sp>
        <p:sp>
          <p:nvSpPr>
            <p:cNvPr id="207" name="Oval 206"/>
            <p:cNvSpPr/>
            <p:nvPr/>
          </p:nvSpPr>
          <p:spPr bwMode="ltGray">
            <a:xfrm>
              <a:off x="2991284"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5</a:t>
              </a:r>
              <a:endParaRPr lang="en-US" sz="1815" b="1" dirty="0" smtClean="0">
                <a:solidFill>
                  <a:srgbClr val="1450B8"/>
                </a:solidFill>
                <a:latin typeface="+mj-lt"/>
              </a:endParaRPr>
            </a:p>
          </p:txBody>
        </p:sp>
        <p:sp>
          <p:nvSpPr>
            <p:cNvPr id="208" name="Oval 207"/>
            <p:cNvSpPr/>
            <p:nvPr/>
          </p:nvSpPr>
          <p:spPr bwMode="ltGray">
            <a:xfrm>
              <a:off x="623041"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1</a:t>
              </a:r>
              <a:endParaRPr lang="en-US" sz="2175" b="1" dirty="0" smtClean="0">
                <a:solidFill>
                  <a:srgbClr val="1450B8"/>
                </a:solidFill>
                <a:latin typeface="+mj-lt"/>
              </a:endParaRPr>
            </a:p>
          </p:txBody>
        </p:sp>
        <p:sp>
          <p:nvSpPr>
            <p:cNvPr id="209" name="Oval 208"/>
            <p:cNvSpPr/>
            <p:nvPr/>
          </p:nvSpPr>
          <p:spPr bwMode="ltGray">
            <a:xfrm>
              <a:off x="1223168"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2</a:t>
              </a:r>
              <a:endParaRPr lang="en-US" sz="2175" b="1" dirty="0" smtClean="0">
                <a:solidFill>
                  <a:srgbClr val="1450B8"/>
                </a:solidFill>
                <a:latin typeface="+mj-lt"/>
              </a:endParaRPr>
            </a:p>
          </p:txBody>
        </p:sp>
        <p:sp>
          <p:nvSpPr>
            <p:cNvPr id="210" name="Oval 209"/>
            <p:cNvSpPr/>
            <p:nvPr/>
          </p:nvSpPr>
          <p:spPr bwMode="ltGray">
            <a:xfrm>
              <a:off x="1815274"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3</a:t>
              </a:r>
              <a:endParaRPr lang="en-US" sz="1815" b="1" dirty="0" smtClean="0">
                <a:solidFill>
                  <a:srgbClr val="1450B8"/>
                </a:solidFill>
                <a:latin typeface="+mj-lt"/>
              </a:endParaRPr>
            </a:p>
          </p:txBody>
        </p:sp>
        <p:sp>
          <p:nvSpPr>
            <p:cNvPr id="211" name="Oval 210"/>
            <p:cNvSpPr/>
            <p:nvPr/>
          </p:nvSpPr>
          <p:spPr bwMode="ltGray">
            <a:xfrm>
              <a:off x="2399502" y="5015903"/>
              <a:ext cx="688864" cy="688864"/>
            </a:xfrm>
            <a:prstGeom prst="ellipse">
              <a:avLst/>
            </a:prstGeom>
            <a:solidFill>
              <a:srgbClr val="1450B8"/>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chemeClr val="bg2"/>
                  </a:solidFill>
                  <a:latin typeface="+mj-lt"/>
                </a:rPr>
                <a:t>4</a:t>
              </a:r>
              <a:endParaRPr lang="en-US" sz="1815" b="1" dirty="0" smtClean="0">
                <a:solidFill>
                  <a:schemeClr val="bg2"/>
                </a:solidFill>
                <a:latin typeface="+mj-lt"/>
              </a:endParaRPr>
            </a:p>
          </p:txBody>
        </p:sp>
        <p:sp>
          <p:nvSpPr>
            <p:cNvPr id="212" name="Oval 211"/>
            <p:cNvSpPr/>
            <p:nvPr/>
          </p:nvSpPr>
          <p:spPr bwMode="ltGray">
            <a:xfrm>
              <a:off x="2991284"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5</a:t>
              </a:r>
              <a:endParaRPr lang="en-US" sz="1815" b="1" dirty="0" smtClean="0">
                <a:solidFill>
                  <a:srgbClr val="1450B8"/>
                </a:solidFill>
                <a:latin typeface="+mj-lt"/>
              </a:endParaRPr>
            </a:p>
          </p:txBody>
        </p:sp>
        <p:sp>
          <p:nvSpPr>
            <p:cNvPr id="213" name="Oval 212"/>
            <p:cNvSpPr/>
            <p:nvPr/>
          </p:nvSpPr>
          <p:spPr bwMode="ltGray">
            <a:xfrm>
              <a:off x="623041"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1</a:t>
              </a:r>
              <a:endParaRPr lang="en-US" sz="2175" b="1" dirty="0" smtClean="0">
                <a:solidFill>
                  <a:srgbClr val="1450B8"/>
                </a:solidFill>
                <a:latin typeface="+mj-lt"/>
              </a:endParaRPr>
            </a:p>
          </p:txBody>
        </p:sp>
        <p:sp>
          <p:nvSpPr>
            <p:cNvPr id="214" name="Oval 213"/>
            <p:cNvSpPr/>
            <p:nvPr/>
          </p:nvSpPr>
          <p:spPr bwMode="ltGray">
            <a:xfrm>
              <a:off x="1223168"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2</a:t>
              </a:r>
              <a:endParaRPr lang="en-US" sz="2175" b="1" dirty="0" smtClean="0">
                <a:solidFill>
                  <a:srgbClr val="1450B8"/>
                </a:solidFill>
                <a:latin typeface="+mj-lt"/>
              </a:endParaRPr>
            </a:p>
          </p:txBody>
        </p:sp>
        <p:sp>
          <p:nvSpPr>
            <p:cNvPr id="215" name="Oval 214"/>
            <p:cNvSpPr/>
            <p:nvPr/>
          </p:nvSpPr>
          <p:spPr bwMode="ltGray">
            <a:xfrm>
              <a:off x="1815274"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3</a:t>
              </a:r>
              <a:endParaRPr lang="en-US" sz="1815" b="1" dirty="0" smtClean="0">
                <a:solidFill>
                  <a:srgbClr val="1450B8"/>
                </a:solidFill>
                <a:latin typeface="+mj-lt"/>
              </a:endParaRPr>
            </a:p>
          </p:txBody>
        </p:sp>
        <p:sp>
          <p:nvSpPr>
            <p:cNvPr id="216" name="Oval 215"/>
            <p:cNvSpPr/>
            <p:nvPr/>
          </p:nvSpPr>
          <p:spPr bwMode="ltGray">
            <a:xfrm>
              <a:off x="2399502"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4</a:t>
              </a:r>
              <a:endParaRPr lang="en-US" sz="1815" b="1" dirty="0" smtClean="0">
                <a:solidFill>
                  <a:srgbClr val="1450B8"/>
                </a:solidFill>
                <a:latin typeface="+mj-lt"/>
              </a:endParaRPr>
            </a:p>
          </p:txBody>
        </p:sp>
        <p:sp>
          <p:nvSpPr>
            <p:cNvPr id="217" name="Oval 216"/>
            <p:cNvSpPr/>
            <p:nvPr/>
          </p:nvSpPr>
          <p:spPr bwMode="ltGray">
            <a:xfrm>
              <a:off x="2991284" y="5934006"/>
              <a:ext cx="688864" cy="688864"/>
            </a:xfrm>
            <a:prstGeom prst="ellipse">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chemeClr val="bg2"/>
                  </a:solidFill>
                  <a:latin typeface="+mj-lt"/>
                </a:rPr>
                <a:t>5</a:t>
              </a:r>
              <a:endParaRPr lang="en-US" sz="1815" b="1" dirty="0" smtClean="0">
                <a:solidFill>
                  <a:schemeClr val="bg2"/>
                </a:solidFill>
                <a:latin typeface="+mj-lt"/>
              </a:endParaRPr>
            </a:p>
          </p:txBody>
        </p:sp>
      </p:grpSp>
      <p:grpSp>
        <p:nvGrpSpPr>
          <p:cNvPr id="253" name="Group 252"/>
          <p:cNvGrpSpPr/>
          <p:nvPr/>
        </p:nvGrpSpPr>
        <p:grpSpPr>
          <a:xfrm>
            <a:off x="4463166" y="1992251"/>
            <a:ext cx="2251647" cy="3182141"/>
            <a:chOff x="4559411" y="2196457"/>
            <a:chExt cx="3178175" cy="4491556"/>
          </a:xfrm>
        </p:grpSpPr>
        <p:sp>
          <p:nvSpPr>
            <p:cNvPr id="223" name="Freeform 11"/>
            <p:cNvSpPr/>
            <p:nvPr/>
          </p:nvSpPr>
          <p:spPr bwMode="auto">
            <a:xfrm>
              <a:off x="4559411" y="2196457"/>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noFill/>
            <a:ln>
              <a:solidFill>
                <a:srgbClr val="1450B8"/>
              </a:solidFill>
              <a:prstDash val="sysDot"/>
            </a:ln>
          </p:spPr>
          <p:txBody>
            <a:bodyPr vert="horz" wrap="square" lIns="82938" tIns="41469" rIns="82938" bIns="41469" numCol="1" anchor="t" anchorCtr="0" compatLnSpc="1"/>
            <a:lstStyle/>
            <a:p>
              <a:endParaRPr lang="en-GB" sz="2175"/>
            </a:p>
          </p:txBody>
        </p:sp>
        <p:sp>
          <p:nvSpPr>
            <p:cNvPr id="224" name="Freeform 11"/>
            <p:cNvSpPr/>
            <p:nvPr/>
          </p:nvSpPr>
          <p:spPr bwMode="auto">
            <a:xfrm>
              <a:off x="4559411" y="3114558"/>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noFill/>
            <a:ln>
              <a:solidFill>
                <a:srgbClr val="1450B8"/>
              </a:solidFill>
              <a:prstDash val="sysDot"/>
            </a:ln>
          </p:spPr>
          <p:txBody>
            <a:bodyPr vert="horz" wrap="square" lIns="82938" tIns="41469" rIns="82938" bIns="41469" numCol="1" anchor="t" anchorCtr="0" compatLnSpc="1"/>
            <a:lstStyle/>
            <a:p>
              <a:endParaRPr lang="en-GB" sz="2175"/>
            </a:p>
          </p:txBody>
        </p:sp>
        <p:sp>
          <p:nvSpPr>
            <p:cNvPr id="225" name="Freeform 11"/>
            <p:cNvSpPr/>
            <p:nvPr/>
          </p:nvSpPr>
          <p:spPr bwMode="auto">
            <a:xfrm>
              <a:off x="4559411" y="4032659"/>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noFill/>
            <a:ln>
              <a:solidFill>
                <a:srgbClr val="1450B8"/>
              </a:solidFill>
              <a:prstDash val="sysDot"/>
            </a:ln>
          </p:spPr>
          <p:txBody>
            <a:bodyPr vert="horz" wrap="square" lIns="82938" tIns="41469" rIns="82938" bIns="41469" numCol="1" anchor="t" anchorCtr="0" compatLnSpc="1"/>
            <a:lstStyle/>
            <a:p>
              <a:endParaRPr lang="en-GB" sz="2175"/>
            </a:p>
          </p:txBody>
        </p:sp>
        <p:sp>
          <p:nvSpPr>
            <p:cNvPr id="226" name="Freeform 11"/>
            <p:cNvSpPr/>
            <p:nvPr/>
          </p:nvSpPr>
          <p:spPr bwMode="auto">
            <a:xfrm>
              <a:off x="4559411" y="4950760"/>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noFill/>
            <a:ln>
              <a:solidFill>
                <a:srgbClr val="1450B8"/>
              </a:solidFill>
              <a:prstDash val="sysDot"/>
            </a:ln>
          </p:spPr>
          <p:txBody>
            <a:bodyPr vert="horz" wrap="square" lIns="82938" tIns="41469" rIns="82938" bIns="41469" numCol="1" anchor="t" anchorCtr="0" compatLnSpc="1"/>
            <a:lstStyle/>
            <a:p>
              <a:endParaRPr lang="en-GB" sz="2175"/>
            </a:p>
          </p:txBody>
        </p:sp>
        <p:sp>
          <p:nvSpPr>
            <p:cNvPr id="227" name="Freeform 11"/>
            <p:cNvSpPr/>
            <p:nvPr/>
          </p:nvSpPr>
          <p:spPr bwMode="auto">
            <a:xfrm>
              <a:off x="4559411" y="5868863"/>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noFill/>
            <a:ln>
              <a:solidFill>
                <a:srgbClr val="1450B8"/>
              </a:solidFill>
              <a:prstDash val="sysDot"/>
            </a:ln>
          </p:spPr>
          <p:txBody>
            <a:bodyPr vert="horz" wrap="square" lIns="82938" tIns="41469" rIns="82938" bIns="41469" numCol="1" anchor="t" anchorCtr="0" compatLnSpc="1"/>
            <a:lstStyle/>
            <a:p>
              <a:endParaRPr lang="en-GB" sz="2175"/>
            </a:p>
          </p:txBody>
        </p:sp>
        <p:sp>
          <p:nvSpPr>
            <p:cNvPr id="228" name="Oval 227"/>
            <p:cNvSpPr/>
            <p:nvPr/>
          </p:nvSpPr>
          <p:spPr bwMode="ltGray">
            <a:xfrm>
              <a:off x="4615377" y="2261600"/>
              <a:ext cx="688864" cy="688864"/>
            </a:xfrm>
            <a:prstGeom prst="ellipse">
              <a:avLst/>
            </a:prstGeom>
            <a:solidFill>
              <a:schemeClr val="accent3"/>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chemeClr val="bg2"/>
                  </a:solidFill>
                  <a:latin typeface="+mj-lt"/>
                </a:rPr>
                <a:t>1</a:t>
              </a:r>
              <a:endParaRPr lang="en-US" sz="2175" b="1" dirty="0" smtClean="0">
                <a:solidFill>
                  <a:schemeClr val="bg2"/>
                </a:solidFill>
                <a:latin typeface="+mj-lt"/>
              </a:endParaRPr>
            </a:p>
          </p:txBody>
        </p:sp>
        <p:sp>
          <p:nvSpPr>
            <p:cNvPr id="229" name="Oval 228"/>
            <p:cNvSpPr/>
            <p:nvPr/>
          </p:nvSpPr>
          <p:spPr bwMode="ltGray">
            <a:xfrm>
              <a:off x="5215504"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2</a:t>
              </a:r>
              <a:endParaRPr lang="en-US" sz="2175" b="1" dirty="0" smtClean="0">
                <a:solidFill>
                  <a:srgbClr val="1450B8"/>
                </a:solidFill>
                <a:latin typeface="+mj-lt"/>
              </a:endParaRPr>
            </a:p>
          </p:txBody>
        </p:sp>
        <p:sp>
          <p:nvSpPr>
            <p:cNvPr id="230" name="Oval 229"/>
            <p:cNvSpPr/>
            <p:nvPr/>
          </p:nvSpPr>
          <p:spPr bwMode="ltGray">
            <a:xfrm>
              <a:off x="5807610"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3</a:t>
              </a:r>
              <a:endParaRPr lang="en-US" sz="1815" b="1" dirty="0" smtClean="0">
                <a:solidFill>
                  <a:srgbClr val="1450B8"/>
                </a:solidFill>
                <a:latin typeface="+mj-lt"/>
              </a:endParaRPr>
            </a:p>
          </p:txBody>
        </p:sp>
        <p:sp>
          <p:nvSpPr>
            <p:cNvPr id="231" name="Oval 230"/>
            <p:cNvSpPr/>
            <p:nvPr/>
          </p:nvSpPr>
          <p:spPr bwMode="ltGray">
            <a:xfrm>
              <a:off x="6391838"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4</a:t>
              </a:r>
              <a:endParaRPr lang="en-US" sz="1815" b="1" dirty="0" smtClean="0">
                <a:solidFill>
                  <a:srgbClr val="1450B8"/>
                </a:solidFill>
                <a:latin typeface="+mj-lt"/>
              </a:endParaRPr>
            </a:p>
          </p:txBody>
        </p:sp>
        <p:sp>
          <p:nvSpPr>
            <p:cNvPr id="232" name="Oval 231"/>
            <p:cNvSpPr/>
            <p:nvPr/>
          </p:nvSpPr>
          <p:spPr bwMode="ltGray">
            <a:xfrm>
              <a:off x="6983620"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5</a:t>
              </a:r>
              <a:endParaRPr lang="en-US" sz="1815" b="1" dirty="0" smtClean="0">
                <a:solidFill>
                  <a:srgbClr val="1450B8"/>
                </a:solidFill>
                <a:latin typeface="+mj-lt"/>
              </a:endParaRPr>
            </a:p>
          </p:txBody>
        </p:sp>
        <p:sp>
          <p:nvSpPr>
            <p:cNvPr id="233" name="Oval 232"/>
            <p:cNvSpPr/>
            <p:nvPr/>
          </p:nvSpPr>
          <p:spPr bwMode="ltGray">
            <a:xfrm>
              <a:off x="4615377"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1</a:t>
              </a:r>
              <a:endParaRPr lang="en-US" sz="2175" b="1" dirty="0" smtClean="0">
                <a:solidFill>
                  <a:srgbClr val="1450B8"/>
                </a:solidFill>
                <a:latin typeface="+mj-lt"/>
              </a:endParaRPr>
            </a:p>
          </p:txBody>
        </p:sp>
        <p:sp>
          <p:nvSpPr>
            <p:cNvPr id="234" name="Oval 233"/>
            <p:cNvSpPr/>
            <p:nvPr/>
          </p:nvSpPr>
          <p:spPr bwMode="ltGray">
            <a:xfrm>
              <a:off x="5215504" y="3179701"/>
              <a:ext cx="688864" cy="688864"/>
            </a:xfrm>
            <a:prstGeom prst="ellipse">
              <a:avLst/>
            </a:prstGeom>
            <a:solidFill>
              <a:schemeClr val="accent5"/>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chemeClr val="bg2"/>
                  </a:solidFill>
                  <a:latin typeface="+mj-lt"/>
                </a:rPr>
                <a:t>2</a:t>
              </a:r>
              <a:endParaRPr lang="en-US" sz="2175" b="1" dirty="0" smtClean="0">
                <a:solidFill>
                  <a:schemeClr val="bg2"/>
                </a:solidFill>
                <a:latin typeface="+mj-lt"/>
              </a:endParaRPr>
            </a:p>
          </p:txBody>
        </p:sp>
        <p:sp>
          <p:nvSpPr>
            <p:cNvPr id="235" name="Oval 234"/>
            <p:cNvSpPr/>
            <p:nvPr/>
          </p:nvSpPr>
          <p:spPr bwMode="ltGray">
            <a:xfrm>
              <a:off x="5807610"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3</a:t>
              </a:r>
              <a:endParaRPr lang="en-US" sz="1815" b="1" dirty="0" smtClean="0">
                <a:solidFill>
                  <a:srgbClr val="1450B8"/>
                </a:solidFill>
                <a:latin typeface="+mj-lt"/>
              </a:endParaRPr>
            </a:p>
          </p:txBody>
        </p:sp>
        <p:sp>
          <p:nvSpPr>
            <p:cNvPr id="236" name="Oval 235"/>
            <p:cNvSpPr/>
            <p:nvPr/>
          </p:nvSpPr>
          <p:spPr bwMode="ltGray">
            <a:xfrm>
              <a:off x="6391838"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4</a:t>
              </a:r>
              <a:endParaRPr lang="en-US" sz="1815" b="1" dirty="0" smtClean="0">
                <a:solidFill>
                  <a:srgbClr val="1450B8"/>
                </a:solidFill>
                <a:latin typeface="+mj-lt"/>
              </a:endParaRPr>
            </a:p>
          </p:txBody>
        </p:sp>
        <p:sp>
          <p:nvSpPr>
            <p:cNvPr id="237" name="Oval 236"/>
            <p:cNvSpPr/>
            <p:nvPr/>
          </p:nvSpPr>
          <p:spPr bwMode="ltGray">
            <a:xfrm>
              <a:off x="6983620"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5</a:t>
              </a:r>
              <a:endParaRPr lang="en-US" sz="1815" b="1" dirty="0" smtClean="0">
                <a:solidFill>
                  <a:srgbClr val="1450B8"/>
                </a:solidFill>
                <a:latin typeface="+mj-lt"/>
              </a:endParaRPr>
            </a:p>
          </p:txBody>
        </p:sp>
        <p:sp>
          <p:nvSpPr>
            <p:cNvPr id="238" name="Oval 237"/>
            <p:cNvSpPr/>
            <p:nvPr/>
          </p:nvSpPr>
          <p:spPr bwMode="ltGray">
            <a:xfrm>
              <a:off x="4615377"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1</a:t>
              </a:r>
              <a:endParaRPr lang="en-US" sz="2175" b="1" dirty="0" smtClean="0">
                <a:solidFill>
                  <a:srgbClr val="1450B8"/>
                </a:solidFill>
                <a:latin typeface="+mj-lt"/>
              </a:endParaRPr>
            </a:p>
          </p:txBody>
        </p:sp>
        <p:sp>
          <p:nvSpPr>
            <p:cNvPr id="239" name="Oval 238"/>
            <p:cNvSpPr/>
            <p:nvPr/>
          </p:nvSpPr>
          <p:spPr bwMode="ltGray">
            <a:xfrm>
              <a:off x="5215504"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2</a:t>
              </a:r>
              <a:endParaRPr lang="en-US" sz="2175" b="1" dirty="0" smtClean="0">
                <a:solidFill>
                  <a:srgbClr val="1450B8"/>
                </a:solidFill>
                <a:latin typeface="+mj-lt"/>
              </a:endParaRPr>
            </a:p>
          </p:txBody>
        </p:sp>
        <p:sp>
          <p:nvSpPr>
            <p:cNvPr id="240" name="Oval 239"/>
            <p:cNvSpPr/>
            <p:nvPr/>
          </p:nvSpPr>
          <p:spPr bwMode="ltGray">
            <a:xfrm>
              <a:off x="5807610" y="4097802"/>
              <a:ext cx="688864" cy="688864"/>
            </a:xfrm>
            <a:prstGeom prst="ellipse">
              <a:avLst/>
            </a:prstGeom>
            <a:solidFill>
              <a:schemeClr val="accent4"/>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chemeClr val="bg2"/>
                  </a:solidFill>
                  <a:latin typeface="+mj-lt"/>
                </a:rPr>
                <a:t>3</a:t>
              </a:r>
              <a:endParaRPr lang="en-US" sz="1815" b="1" dirty="0" smtClean="0">
                <a:solidFill>
                  <a:schemeClr val="bg2"/>
                </a:solidFill>
                <a:latin typeface="+mj-lt"/>
              </a:endParaRPr>
            </a:p>
          </p:txBody>
        </p:sp>
        <p:sp>
          <p:nvSpPr>
            <p:cNvPr id="241" name="Oval 240"/>
            <p:cNvSpPr/>
            <p:nvPr/>
          </p:nvSpPr>
          <p:spPr bwMode="ltGray">
            <a:xfrm>
              <a:off x="6391838"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4</a:t>
              </a:r>
              <a:endParaRPr lang="en-US" sz="1815" b="1" dirty="0" smtClean="0">
                <a:solidFill>
                  <a:srgbClr val="1450B8"/>
                </a:solidFill>
                <a:latin typeface="+mj-lt"/>
              </a:endParaRPr>
            </a:p>
          </p:txBody>
        </p:sp>
        <p:sp>
          <p:nvSpPr>
            <p:cNvPr id="242" name="Oval 241"/>
            <p:cNvSpPr/>
            <p:nvPr/>
          </p:nvSpPr>
          <p:spPr bwMode="ltGray">
            <a:xfrm>
              <a:off x="6983620"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5</a:t>
              </a:r>
              <a:endParaRPr lang="en-US" sz="1815" b="1" dirty="0" smtClean="0">
                <a:solidFill>
                  <a:srgbClr val="1450B8"/>
                </a:solidFill>
                <a:latin typeface="+mj-lt"/>
              </a:endParaRPr>
            </a:p>
          </p:txBody>
        </p:sp>
        <p:sp>
          <p:nvSpPr>
            <p:cNvPr id="243" name="Oval 242"/>
            <p:cNvSpPr/>
            <p:nvPr/>
          </p:nvSpPr>
          <p:spPr bwMode="ltGray">
            <a:xfrm>
              <a:off x="4615377"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1</a:t>
              </a:r>
              <a:endParaRPr lang="en-US" sz="2175" b="1" dirty="0" smtClean="0">
                <a:solidFill>
                  <a:srgbClr val="1450B8"/>
                </a:solidFill>
                <a:latin typeface="+mj-lt"/>
              </a:endParaRPr>
            </a:p>
          </p:txBody>
        </p:sp>
        <p:sp>
          <p:nvSpPr>
            <p:cNvPr id="244" name="Oval 243"/>
            <p:cNvSpPr/>
            <p:nvPr/>
          </p:nvSpPr>
          <p:spPr bwMode="ltGray">
            <a:xfrm>
              <a:off x="5215504"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2</a:t>
              </a:r>
              <a:endParaRPr lang="en-US" sz="2175" b="1" dirty="0" smtClean="0">
                <a:solidFill>
                  <a:srgbClr val="1450B8"/>
                </a:solidFill>
                <a:latin typeface="+mj-lt"/>
              </a:endParaRPr>
            </a:p>
          </p:txBody>
        </p:sp>
        <p:sp>
          <p:nvSpPr>
            <p:cNvPr id="245" name="Oval 244"/>
            <p:cNvSpPr/>
            <p:nvPr/>
          </p:nvSpPr>
          <p:spPr bwMode="ltGray">
            <a:xfrm>
              <a:off x="5807610"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3</a:t>
              </a:r>
              <a:endParaRPr lang="en-US" sz="1815" b="1" dirty="0" smtClean="0">
                <a:solidFill>
                  <a:srgbClr val="1450B8"/>
                </a:solidFill>
                <a:latin typeface="+mj-lt"/>
              </a:endParaRPr>
            </a:p>
          </p:txBody>
        </p:sp>
        <p:sp>
          <p:nvSpPr>
            <p:cNvPr id="246" name="Oval 245"/>
            <p:cNvSpPr/>
            <p:nvPr/>
          </p:nvSpPr>
          <p:spPr bwMode="ltGray">
            <a:xfrm>
              <a:off x="6391838" y="5015903"/>
              <a:ext cx="688864" cy="688864"/>
            </a:xfrm>
            <a:prstGeom prst="ellipse">
              <a:avLst/>
            </a:prstGeom>
            <a:solidFill>
              <a:srgbClr val="1450B8"/>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chemeClr val="bg2"/>
                  </a:solidFill>
                  <a:latin typeface="+mj-lt"/>
                </a:rPr>
                <a:t>4</a:t>
              </a:r>
              <a:endParaRPr lang="en-US" sz="1815" b="1" dirty="0" smtClean="0">
                <a:solidFill>
                  <a:schemeClr val="bg2"/>
                </a:solidFill>
                <a:latin typeface="+mj-lt"/>
              </a:endParaRPr>
            </a:p>
          </p:txBody>
        </p:sp>
        <p:sp>
          <p:nvSpPr>
            <p:cNvPr id="247" name="Oval 246"/>
            <p:cNvSpPr/>
            <p:nvPr/>
          </p:nvSpPr>
          <p:spPr bwMode="ltGray">
            <a:xfrm>
              <a:off x="6983620"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5</a:t>
              </a:r>
              <a:endParaRPr lang="en-US" sz="1815" b="1" dirty="0" smtClean="0">
                <a:solidFill>
                  <a:srgbClr val="1450B8"/>
                </a:solidFill>
                <a:latin typeface="+mj-lt"/>
              </a:endParaRPr>
            </a:p>
          </p:txBody>
        </p:sp>
        <p:sp>
          <p:nvSpPr>
            <p:cNvPr id="248" name="Oval 247"/>
            <p:cNvSpPr/>
            <p:nvPr/>
          </p:nvSpPr>
          <p:spPr bwMode="ltGray">
            <a:xfrm>
              <a:off x="4615377"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1</a:t>
              </a:r>
              <a:endParaRPr lang="en-US" sz="2175" b="1" dirty="0" smtClean="0">
                <a:solidFill>
                  <a:srgbClr val="1450B8"/>
                </a:solidFill>
                <a:latin typeface="+mj-lt"/>
              </a:endParaRPr>
            </a:p>
          </p:txBody>
        </p:sp>
        <p:sp>
          <p:nvSpPr>
            <p:cNvPr id="249" name="Oval 248"/>
            <p:cNvSpPr/>
            <p:nvPr/>
          </p:nvSpPr>
          <p:spPr bwMode="ltGray">
            <a:xfrm>
              <a:off x="5215504"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smtClean="0">
                  <a:solidFill>
                    <a:srgbClr val="1450B8"/>
                  </a:solidFill>
                  <a:latin typeface="+mj-lt"/>
                </a:rPr>
                <a:t>2</a:t>
              </a:r>
              <a:endParaRPr lang="en-US" sz="2175" b="1" dirty="0" smtClean="0">
                <a:solidFill>
                  <a:srgbClr val="1450B8"/>
                </a:solidFill>
                <a:latin typeface="+mj-lt"/>
              </a:endParaRPr>
            </a:p>
          </p:txBody>
        </p:sp>
        <p:sp>
          <p:nvSpPr>
            <p:cNvPr id="250" name="Oval 249"/>
            <p:cNvSpPr/>
            <p:nvPr/>
          </p:nvSpPr>
          <p:spPr bwMode="ltGray">
            <a:xfrm>
              <a:off x="5807610"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3</a:t>
              </a:r>
              <a:endParaRPr lang="en-US" sz="1815" b="1" dirty="0" smtClean="0">
                <a:solidFill>
                  <a:srgbClr val="1450B8"/>
                </a:solidFill>
                <a:latin typeface="+mj-lt"/>
              </a:endParaRPr>
            </a:p>
          </p:txBody>
        </p:sp>
        <p:sp>
          <p:nvSpPr>
            <p:cNvPr id="251" name="Oval 250"/>
            <p:cNvSpPr/>
            <p:nvPr/>
          </p:nvSpPr>
          <p:spPr bwMode="ltGray">
            <a:xfrm>
              <a:off x="6391838"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rgbClr val="1450B8"/>
                  </a:solidFill>
                  <a:latin typeface="+mj-lt"/>
                </a:rPr>
                <a:t>4</a:t>
              </a:r>
              <a:endParaRPr lang="en-US" sz="1815" b="1" dirty="0" smtClean="0">
                <a:solidFill>
                  <a:srgbClr val="1450B8"/>
                </a:solidFill>
                <a:latin typeface="+mj-lt"/>
              </a:endParaRPr>
            </a:p>
          </p:txBody>
        </p:sp>
        <p:sp>
          <p:nvSpPr>
            <p:cNvPr id="252" name="Oval 251"/>
            <p:cNvSpPr/>
            <p:nvPr/>
          </p:nvSpPr>
          <p:spPr bwMode="ltGray">
            <a:xfrm>
              <a:off x="6983620" y="5934006"/>
              <a:ext cx="688864" cy="688864"/>
            </a:xfrm>
            <a:prstGeom prst="ellipse">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smtClean="0">
                  <a:solidFill>
                    <a:schemeClr val="bg2"/>
                  </a:solidFill>
                  <a:latin typeface="+mj-lt"/>
                </a:rPr>
                <a:t>5</a:t>
              </a:r>
              <a:endParaRPr lang="en-US" sz="1815" b="1" dirty="0" smtClean="0">
                <a:solidFill>
                  <a:schemeClr val="bg2"/>
                </a:solidFill>
                <a:latin typeface="+mj-lt"/>
              </a:endParaRPr>
            </a:p>
          </p:txBody>
        </p:sp>
      </p:grpSp>
      <p:cxnSp>
        <p:nvCxnSpPr>
          <p:cNvPr id="262" name="Straight Connector 261"/>
          <p:cNvCxnSpPr>
            <a:endCxn id="261" idx="2"/>
          </p:cNvCxnSpPr>
          <p:nvPr/>
        </p:nvCxnSpPr>
        <p:spPr>
          <a:xfrm>
            <a:off x="8842037" y="2429365"/>
            <a:ext cx="1204743" cy="1"/>
          </a:xfrm>
          <a:prstGeom prst="line">
            <a:avLst/>
          </a:prstGeom>
          <a:ln w="19050">
            <a:solidFill>
              <a:srgbClr val="1450B8"/>
            </a:solidFill>
          </a:ln>
        </p:spPr>
        <p:style>
          <a:lnRef idx="1">
            <a:schemeClr val="accent1"/>
          </a:lnRef>
          <a:fillRef idx="0">
            <a:schemeClr val="accent1"/>
          </a:fillRef>
          <a:effectRef idx="0">
            <a:schemeClr val="accent1"/>
          </a:effectRef>
          <a:fontRef idx="minor">
            <a:schemeClr val="tx1"/>
          </a:fontRef>
        </p:style>
      </p:cxnSp>
      <p:sp>
        <p:nvSpPr>
          <p:cNvPr id="259" name="Oval 258"/>
          <p:cNvSpPr/>
          <p:nvPr/>
        </p:nvSpPr>
        <p:spPr bwMode="ltGray">
          <a:xfrm>
            <a:off x="8994491" y="2321031"/>
            <a:ext cx="216668" cy="216668"/>
          </a:xfrm>
          <a:prstGeom prst="ellipse">
            <a:avLst/>
          </a:prstGeom>
          <a:solidFill>
            <a:srgbClr val="E5EFFF"/>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smtClean="0">
              <a:solidFill>
                <a:schemeClr val="bg2"/>
              </a:solidFill>
              <a:latin typeface="+mj-lt"/>
            </a:endParaRPr>
          </a:p>
        </p:txBody>
      </p:sp>
      <p:sp>
        <p:nvSpPr>
          <p:cNvPr id="260" name="Oval 259"/>
          <p:cNvSpPr/>
          <p:nvPr/>
        </p:nvSpPr>
        <p:spPr bwMode="ltGray">
          <a:xfrm>
            <a:off x="9536976" y="2321031"/>
            <a:ext cx="216668" cy="216668"/>
          </a:xfrm>
          <a:prstGeom prst="ellipse">
            <a:avLst/>
          </a:prstGeom>
          <a:solidFill>
            <a:srgbClr val="E5EFFF"/>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smtClean="0">
              <a:solidFill>
                <a:schemeClr val="bg2"/>
              </a:solidFill>
              <a:latin typeface="+mj-lt"/>
            </a:endParaRPr>
          </a:p>
        </p:txBody>
      </p:sp>
      <p:sp>
        <p:nvSpPr>
          <p:cNvPr id="261" name="Oval 260"/>
          <p:cNvSpPr/>
          <p:nvPr/>
        </p:nvSpPr>
        <p:spPr bwMode="ltGray">
          <a:xfrm>
            <a:off x="10046780" y="2321031"/>
            <a:ext cx="216668" cy="216668"/>
          </a:xfrm>
          <a:prstGeom prst="ellipse">
            <a:avLst/>
          </a:prstGeom>
          <a:solidFill>
            <a:schemeClr val="accent4"/>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smtClean="0">
              <a:solidFill>
                <a:schemeClr val="bg2"/>
              </a:solidFill>
              <a:latin typeface="+mj-lt"/>
            </a:endParaRPr>
          </a:p>
        </p:txBody>
      </p:sp>
      <p:cxnSp>
        <p:nvCxnSpPr>
          <p:cNvPr id="264" name="Straight Connector 263"/>
          <p:cNvCxnSpPr>
            <a:endCxn id="268" idx="2"/>
          </p:cNvCxnSpPr>
          <p:nvPr/>
        </p:nvCxnSpPr>
        <p:spPr>
          <a:xfrm>
            <a:off x="8842037" y="2707138"/>
            <a:ext cx="1204743" cy="1"/>
          </a:xfrm>
          <a:prstGeom prst="line">
            <a:avLst/>
          </a:prstGeom>
          <a:ln w="19050">
            <a:solidFill>
              <a:srgbClr val="1450B8"/>
            </a:solidFill>
          </a:ln>
        </p:spPr>
        <p:style>
          <a:lnRef idx="1">
            <a:schemeClr val="accent1"/>
          </a:lnRef>
          <a:fillRef idx="0">
            <a:schemeClr val="accent1"/>
          </a:fillRef>
          <a:effectRef idx="0">
            <a:schemeClr val="accent1"/>
          </a:effectRef>
          <a:fontRef idx="minor">
            <a:schemeClr val="tx1"/>
          </a:fontRef>
        </p:style>
      </p:cxnSp>
      <p:sp>
        <p:nvSpPr>
          <p:cNvPr id="266" name="Oval 265"/>
          <p:cNvSpPr/>
          <p:nvPr/>
        </p:nvSpPr>
        <p:spPr bwMode="ltGray">
          <a:xfrm>
            <a:off x="8994491" y="2598805"/>
            <a:ext cx="216668" cy="216668"/>
          </a:xfrm>
          <a:prstGeom prst="ellipse">
            <a:avLst/>
          </a:prstGeom>
          <a:solidFill>
            <a:schemeClr val="accent4"/>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smtClean="0">
              <a:solidFill>
                <a:schemeClr val="bg2"/>
              </a:solidFill>
              <a:latin typeface="+mj-lt"/>
            </a:endParaRPr>
          </a:p>
        </p:txBody>
      </p:sp>
      <p:sp>
        <p:nvSpPr>
          <p:cNvPr id="267" name="Oval 266"/>
          <p:cNvSpPr/>
          <p:nvPr/>
        </p:nvSpPr>
        <p:spPr bwMode="ltGray">
          <a:xfrm>
            <a:off x="9536976" y="2598805"/>
            <a:ext cx="216668" cy="216668"/>
          </a:xfrm>
          <a:prstGeom prst="ellipse">
            <a:avLst/>
          </a:prstGeom>
          <a:solidFill>
            <a:srgbClr val="E5EFFF"/>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smtClean="0">
              <a:solidFill>
                <a:schemeClr val="bg2"/>
              </a:solidFill>
              <a:latin typeface="+mj-lt"/>
            </a:endParaRPr>
          </a:p>
        </p:txBody>
      </p:sp>
      <p:sp>
        <p:nvSpPr>
          <p:cNvPr id="268" name="Oval 267"/>
          <p:cNvSpPr/>
          <p:nvPr/>
        </p:nvSpPr>
        <p:spPr bwMode="ltGray">
          <a:xfrm>
            <a:off x="10046780" y="2598805"/>
            <a:ext cx="216668" cy="216668"/>
          </a:xfrm>
          <a:prstGeom prst="ellipse">
            <a:avLst/>
          </a:prstGeom>
          <a:solidFill>
            <a:srgbClr val="E5EFFF"/>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smtClean="0">
              <a:solidFill>
                <a:schemeClr val="bg2"/>
              </a:solidFill>
              <a:latin typeface="+mj-lt"/>
            </a:endParaRPr>
          </a:p>
        </p:txBody>
      </p:sp>
      <p:cxnSp>
        <p:nvCxnSpPr>
          <p:cNvPr id="269" name="Straight Connector 268"/>
          <p:cNvCxnSpPr>
            <a:endCxn id="273" idx="2"/>
          </p:cNvCxnSpPr>
          <p:nvPr/>
        </p:nvCxnSpPr>
        <p:spPr>
          <a:xfrm>
            <a:off x="8842037" y="2991372"/>
            <a:ext cx="1204743" cy="1"/>
          </a:xfrm>
          <a:prstGeom prst="line">
            <a:avLst/>
          </a:prstGeom>
          <a:ln w="19050">
            <a:solidFill>
              <a:srgbClr val="1450B8"/>
            </a:solidFill>
          </a:ln>
        </p:spPr>
        <p:style>
          <a:lnRef idx="1">
            <a:schemeClr val="accent1"/>
          </a:lnRef>
          <a:fillRef idx="0">
            <a:schemeClr val="accent1"/>
          </a:fillRef>
          <a:effectRef idx="0">
            <a:schemeClr val="accent1"/>
          </a:effectRef>
          <a:fontRef idx="minor">
            <a:schemeClr val="tx1"/>
          </a:fontRef>
        </p:style>
      </p:cxnSp>
      <p:sp>
        <p:nvSpPr>
          <p:cNvPr id="271" name="Oval 270"/>
          <p:cNvSpPr/>
          <p:nvPr/>
        </p:nvSpPr>
        <p:spPr bwMode="ltGray">
          <a:xfrm>
            <a:off x="8994491" y="2883039"/>
            <a:ext cx="216668" cy="216668"/>
          </a:xfrm>
          <a:prstGeom prst="ellipse">
            <a:avLst/>
          </a:prstGeom>
          <a:solidFill>
            <a:srgbClr val="E5EFFF"/>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smtClean="0">
              <a:solidFill>
                <a:schemeClr val="bg2"/>
              </a:solidFill>
              <a:latin typeface="+mj-lt"/>
            </a:endParaRPr>
          </a:p>
        </p:txBody>
      </p:sp>
      <p:sp>
        <p:nvSpPr>
          <p:cNvPr id="272" name="Oval 271"/>
          <p:cNvSpPr/>
          <p:nvPr/>
        </p:nvSpPr>
        <p:spPr bwMode="ltGray">
          <a:xfrm>
            <a:off x="9536976" y="2883039"/>
            <a:ext cx="216668" cy="216668"/>
          </a:xfrm>
          <a:prstGeom prst="ellipse">
            <a:avLst/>
          </a:prstGeom>
          <a:solidFill>
            <a:schemeClr val="accent4"/>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smtClean="0">
              <a:solidFill>
                <a:schemeClr val="bg2"/>
              </a:solidFill>
              <a:latin typeface="+mj-lt"/>
            </a:endParaRPr>
          </a:p>
        </p:txBody>
      </p:sp>
      <p:sp>
        <p:nvSpPr>
          <p:cNvPr id="273" name="Oval 272"/>
          <p:cNvSpPr/>
          <p:nvPr/>
        </p:nvSpPr>
        <p:spPr bwMode="ltGray">
          <a:xfrm>
            <a:off x="10046780" y="2883039"/>
            <a:ext cx="216668" cy="216668"/>
          </a:xfrm>
          <a:prstGeom prst="ellipse">
            <a:avLst/>
          </a:prstGeom>
          <a:solidFill>
            <a:srgbClr val="E5EFFF"/>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smtClean="0">
              <a:solidFill>
                <a:schemeClr val="bg2"/>
              </a:solidFill>
              <a:latin typeface="+mj-lt"/>
            </a:endParaRPr>
          </a:p>
        </p:txBody>
      </p:sp>
      <p:sp>
        <p:nvSpPr>
          <p:cNvPr id="277" name="TextBox 276"/>
          <p:cNvSpPr txBox="1"/>
          <p:nvPr/>
        </p:nvSpPr>
        <p:spPr>
          <a:xfrm>
            <a:off x="8384844" y="2293704"/>
            <a:ext cx="544182" cy="234814"/>
          </a:xfrm>
          <a:prstGeom prst="rect">
            <a:avLst/>
          </a:prstGeom>
          <a:noFill/>
        </p:spPr>
        <p:txBody>
          <a:bodyPr wrap="none" lIns="0" tIns="0" rIns="0" bIns="0" rtlCol="0" anchor="ctr">
            <a:noAutofit/>
          </a:bodyPr>
          <a:lstStyle/>
          <a:p>
            <a:pPr>
              <a:spcAft>
                <a:spcPts val="900"/>
              </a:spcAft>
            </a:pPr>
            <a:r>
              <a:rPr lang="en-GB" sz="905" b="1" dirty="0" smtClean="0">
                <a:solidFill>
                  <a:schemeClr val="accent4"/>
                </a:solidFill>
                <a:latin typeface="腾讯体 W7" panose="020C08030202040F0204" pitchFamily="18" charset="-122"/>
              </a:rPr>
              <a:t>Item 1</a:t>
            </a:r>
            <a:endParaRPr lang="en-GB" sz="905" b="1" dirty="0" smtClean="0">
              <a:solidFill>
                <a:schemeClr val="accent4"/>
              </a:solidFill>
              <a:latin typeface="腾讯体 W7" panose="020C08030202040F0204" pitchFamily="18" charset="-122"/>
            </a:endParaRPr>
          </a:p>
        </p:txBody>
      </p:sp>
      <p:sp>
        <p:nvSpPr>
          <p:cNvPr id="279" name="TextBox 278"/>
          <p:cNvSpPr txBox="1"/>
          <p:nvPr/>
        </p:nvSpPr>
        <p:spPr>
          <a:xfrm>
            <a:off x="8384844" y="2579299"/>
            <a:ext cx="544182" cy="234814"/>
          </a:xfrm>
          <a:prstGeom prst="rect">
            <a:avLst/>
          </a:prstGeom>
          <a:noFill/>
        </p:spPr>
        <p:txBody>
          <a:bodyPr wrap="none" lIns="0" tIns="0" rIns="0" bIns="0" rtlCol="0" anchor="ctr">
            <a:noAutofit/>
          </a:bodyPr>
          <a:lstStyle/>
          <a:p>
            <a:pPr>
              <a:spcAft>
                <a:spcPts val="900"/>
              </a:spcAft>
            </a:pPr>
            <a:r>
              <a:rPr lang="en-GB" sz="905" b="1" dirty="0" smtClean="0">
                <a:solidFill>
                  <a:schemeClr val="accent4"/>
                </a:solidFill>
                <a:latin typeface="腾讯体 W7" panose="020C08030202040F0204" pitchFamily="18" charset="-122"/>
              </a:rPr>
              <a:t>Item 2</a:t>
            </a:r>
            <a:endParaRPr lang="en-GB" sz="905" b="1" dirty="0" smtClean="0">
              <a:solidFill>
                <a:schemeClr val="accent4"/>
              </a:solidFill>
              <a:latin typeface="腾讯体 W7" panose="020C08030202040F0204" pitchFamily="18" charset="-122"/>
            </a:endParaRPr>
          </a:p>
        </p:txBody>
      </p:sp>
      <p:sp>
        <p:nvSpPr>
          <p:cNvPr id="280" name="TextBox 279"/>
          <p:cNvSpPr txBox="1"/>
          <p:nvPr/>
        </p:nvSpPr>
        <p:spPr>
          <a:xfrm>
            <a:off x="8384844" y="2864893"/>
            <a:ext cx="544182" cy="234814"/>
          </a:xfrm>
          <a:prstGeom prst="rect">
            <a:avLst/>
          </a:prstGeom>
          <a:noFill/>
        </p:spPr>
        <p:txBody>
          <a:bodyPr wrap="none" lIns="0" tIns="0" rIns="0" bIns="0" rtlCol="0" anchor="ctr">
            <a:noAutofit/>
          </a:bodyPr>
          <a:lstStyle/>
          <a:p>
            <a:pPr>
              <a:spcAft>
                <a:spcPts val="900"/>
              </a:spcAft>
            </a:pPr>
            <a:r>
              <a:rPr lang="en-GB" sz="905" b="1" dirty="0" smtClean="0">
                <a:solidFill>
                  <a:schemeClr val="accent4"/>
                </a:solidFill>
                <a:latin typeface="腾讯体 W7" panose="020C08030202040F0204" pitchFamily="18" charset="-122"/>
              </a:rPr>
              <a:t>Item 3</a:t>
            </a:r>
            <a:endParaRPr lang="en-GB" sz="905" b="1" dirty="0" smtClean="0">
              <a:solidFill>
                <a:schemeClr val="accent4"/>
              </a:solidFill>
              <a:latin typeface="腾讯体 W7" panose="020C08030202040F0204" pitchFamily="18" charset="-122"/>
            </a:endParaRPr>
          </a:p>
        </p:txBody>
      </p:sp>
      <p:sp>
        <p:nvSpPr>
          <p:cNvPr id="281" name="TextBox 280"/>
          <p:cNvSpPr txBox="1"/>
          <p:nvPr/>
        </p:nvSpPr>
        <p:spPr>
          <a:xfrm>
            <a:off x="8842038" y="1989380"/>
            <a:ext cx="496036" cy="234814"/>
          </a:xfrm>
          <a:prstGeom prst="rect">
            <a:avLst/>
          </a:prstGeom>
          <a:noFill/>
        </p:spPr>
        <p:txBody>
          <a:bodyPr wrap="none" lIns="0" tIns="0" rIns="0" bIns="0" rtlCol="0" anchor="ctr">
            <a:noAutofit/>
          </a:bodyPr>
          <a:lstStyle/>
          <a:p>
            <a:pPr algn="ctr">
              <a:spcAft>
                <a:spcPts val="900"/>
              </a:spcAft>
            </a:pPr>
            <a:r>
              <a:rPr lang="en-GB" sz="905" b="1" dirty="0" smtClean="0">
                <a:solidFill>
                  <a:srgbClr val="1450B8"/>
                </a:solidFill>
                <a:latin typeface="腾讯体 W7" panose="020C08030202040F0204" pitchFamily="18" charset="-122"/>
              </a:rPr>
              <a:t>Strong</a:t>
            </a:r>
            <a:endParaRPr lang="en-GB" sz="905" b="1" dirty="0" smtClean="0">
              <a:solidFill>
                <a:srgbClr val="1450B8"/>
              </a:solidFill>
              <a:latin typeface="腾讯体 W7" panose="020C08030202040F0204" pitchFamily="18" charset="-122"/>
            </a:endParaRPr>
          </a:p>
        </p:txBody>
      </p:sp>
      <p:sp>
        <p:nvSpPr>
          <p:cNvPr id="282" name="TextBox 281"/>
          <p:cNvSpPr txBox="1"/>
          <p:nvPr/>
        </p:nvSpPr>
        <p:spPr>
          <a:xfrm>
            <a:off x="9396947" y="1989380"/>
            <a:ext cx="496036" cy="234814"/>
          </a:xfrm>
          <a:prstGeom prst="rect">
            <a:avLst/>
          </a:prstGeom>
          <a:noFill/>
        </p:spPr>
        <p:txBody>
          <a:bodyPr wrap="none" lIns="0" tIns="0" rIns="0" bIns="0" rtlCol="0" anchor="ctr">
            <a:noAutofit/>
          </a:bodyPr>
          <a:lstStyle/>
          <a:p>
            <a:pPr algn="ctr">
              <a:spcAft>
                <a:spcPts val="900"/>
              </a:spcAft>
            </a:pPr>
            <a:r>
              <a:rPr lang="en-GB" sz="905" b="1" dirty="0" smtClean="0">
                <a:solidFill>
                  <a:srgbClr val="1450B8"/>
                </a:solidFill>
                <a:latin typeface="腾讯体 W7" panose="020C08030202040F0204" pitchFamily="18" charset="-122"/>
              </a:rPr>
              <a:t>Average</a:t>
            </a:r>
            <a:endParaRPr lang="en-GB" sz="905" b="1" dirty="0" smtClean="0">
              <a:solidFill>
                <a:srgbClr val="1450B8"/>
              </a:solidFill>
              <a:latin typeface="腾讯体 W7" panose="020C08030202040F0204" pitchFamily="18" charset="-122"/>
            </a:endParaRPr>
          </a:p>
        </p:txBody>
      </p:sp>
      <p:sp>
        <p:nvSpPr>
          <p:cNvPr id="285" name="TextBox 284"/>
          <p:cNvSpPr txBox="1"/>
          <p:nvPr/>
        </p:nvSpPr>
        <p:spPr>
          <a:xfrm>
            <a:off x="9887052" y="1989380"/>
            <a:ext cx="496036" cy="234814"/>
          </a:xfrm>
          <a:prstGeom prst="rect">
            <a:avLst/>
          </a:prstGeom>
          <a:noFill/>
        </p:spPr>
        <p:txBody>
          <a:bodyPr wrap="none" lIns="0" tIns="0" rIns="0" bIns="0" rtlCol="0" anchor="ctr">
            <a:noAutofit/>
          </a:bodyPr>
          <a:lstStyle/>
          <a:p>
            <a:pPr algn="ctr">
              <a:spcAft>
                <a:spcPts val="900"/>
              </a:spcAft>
            </a:pPr>
            <a:r>
              <a:rPr lang="en-GB" sz="905" b="1" dirty="0" smtClean="0">
                <a:solidFill>
                  <a:srgbClr val="1450B8"/>
                </a:solidFill>
                <a:latin typeface="腾讯体 W7" panose="020C08030202040F0204" pitchFamily="18" charset="-122"/>
              </a:rPr>
              <a:t>Weak</a:t>
            </a:r>
            <a:endParaRPr lang="en-GB" sz="905" b="1" dirty="0" smtClean="0">
              <a:solidFill>
                <a:srgbClr val="1450B8"/>
              </a:solidFill>
              <a:latin typeface="腾讯体 W7" panose="020C08030202040F0204" pitchFamily="18" charset="-122"/>
            </a:endParaRPr>
          </a:p>
        </p:txBody>
      </p:sp>
    </p:spTree>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Process charts</a:t>
            </a:r>
            <a:br>
              <a:rPr lang="en-GB" smtClean="0"/>
            </a:br>
            <a:br>
              <a:rPr lang="en-GB" smtClean="0"/>
            </a:br>
            <a:endParaRPr lang="en-GB" b="0" i="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3" name="Group 56"/>
          <p:cNvGrpSpPr/>
          <p:nvPr/>
        </p:nvGrpSpPr>
        <p:grpSpPr>
          <a:xfrm>
            <a:off x="1729039" y="2384130"/>
            <a:ext cx="8742958" cy="3135042"/>
            <a:chOff x="1933814" y="2988543"/>
            <a:chExt cx="6509230" cy="2334074"/>
          </a:xfrm>
        </p:grpSpPr>
        <p:sp>
          <p:nvSpPr>
            <p:cNvPr id="22" name="Line 47"/>
            <p:cNvSpPr>
              <a:spLocks noChangeShapeType="1"/>
            </p:cNvSpPr>
            <p:nvPr/>
          </p:nvSpPr>
          <p:spPr bwMode="blackWhite">
            <a:xfrm flipV="1">
              <a:off x="3495721" y="3468816"/>
              <a:ext cx="1160631" cy="678886"/>
            </a:xfrm>
            <a:prstGeom prst="line">
              <a:avLst/>
            </a:prstGeom>
            <a:noFill/>
            <a:ln w="57150">
              <a:solidFill>
                <a:srgbClr val="1450B8"/>
              </a:solidFill>
              <a:round/>
            </a:ln>
          </p:spPr>
          <p:txBody>
            <a:bodyPr wrap="none" lIns="61259" tIns="0" rIns="62513" bIns="0"/>
            <a:lstStyle/>
            <a:p>
              <a:endParaRPr lang="en-GB" sz="1090"/>
            </a:p>
          </p:txBody>
        </p:sp>
        <p:sp>
          <p:nvSpPr>
            <p:cNvPr id="23" name="Line 48"/>
            <p:cNvSpPr>
              <a:spLocks noChangeShapeType="1"/>
            </p:cNvSpPr>
            <p:nvPr/>
          </p:nvSpPr>
          <p:spPr bwMode="blackWhite">
            <a:xfrm>
              <a:off x="4736121" y="3468817"/>
              <a:ext cx="3275824" cy="0"/>
            </a:xfrm>
            <a:prstGeom prst="line">
              <a:avLst/>
            </a:prstGeom>
            <a:noFill/>
            <a:ln w="57150">
              <a:solidFill>
                <a:srgbClr val="1450B8"/>
              </a:solidFill>
              <a:round/>
            </a:ln>
          </p:spPr>
          <p:txBody>
            <a:bodyPr wrap="none" lIns="61259" tIns="0" rIns="62513" bIns="0"/>
            <a:lstStyle/>
            <a:p>
              <a:endParaRPr lang="en-GB" sz="1090"/>
            </a:p>
          </p:txBody>
        </p:sp>
        <p:sp>
          <p:nvSpPr>
            <p:cNvPr id="24" name="Line 49"/>
            <p:cNvSpPr>
              <a:spLocks noChangeShapeType="1"/>
            </p:cNvSpPr>
            <p:nvPr/>
          </p:nvSpPr>
          <p:spPr bwMode="blackWhite">
            <a:xfrm>
              <a:off x="4736120" y="4835496"/>
              <a:ext cx="2529989" cy="0"/>
            </a:xfrm>
            <a:prstGeom prst="line">
              <a:avLst/>
            </a:prstGeom>
            <a:noFill/>
            <a:ln w="57150">
              <a:solidFill>
                <a:srgbClr val="1450B8"/>
              </a:solidFill>
              <a:round/>
            </a:ln>
          </p:spPr>
          <p:txBody>
            <a:bodyPr wrap="none" lIns="61259" tIns="0" rIns="62513" bIns="0"/>
            <a:lstStyle/>
            <a:p>
              <a:endParaRPr lang="en-GB" sz="1090"/>
            </a:p>
          </p:txBody>
        </p:sp>
        <p:sp>
          <p:nvSpPr>
            <p:cNvPr id="25" name="Line 50"/>
            <p:cNvSpPr>
              <a:spLocks noChangeShapeType="1"/>
            </p:cNvSpPr>
            <p:nvPr/>
          </p:nvSpPr>
          <p:spPr bwMode="blackWhite">
            <a:xfrm>
              <a:off x="3495721" y="4147703"/>
              <a:ext cx="1160631" cy="687792"/>
            </a:xfrm>
            <a:prstGeom prst="line">
              <a:avLst/>
            </a:prstGeom>
            <a:noFill/>
            <a:ln w="57150">
              <a:solidFill>
                <a:srgbClr val="1450B8"/>
              </a:solidFill>
              <a:round/>
            </a:ln>
          </p:spPr>
          <p:txBody>
            <a:bodyPr wrap="none" lIns="61259" tIns="0" rIns="62513" bIns="0"/>
            <a:lstStyle/>
            <a:p>
              <a:endParaRPr lang="en-GB" sz="1090"/>
            </a:p>
          </p:txBody>
        </p:sp>
        <p:sp>
          <p:nvSpPr>
            <p:cNvPr id="26" name="Oval 53"/>
            <p:cNvSpPr>
              <a:spLocks noChangeArrowheads="1"/>
            </p:cNvSpPr>
            <p:nvPr/>
          </p:nvSpPr>
          <p:spPr bwMode="blackWhite">
            <a:xfrm>
              <a:off x="4656352" y="4718267"/>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27" name="Oval 54"/>
            <p:cNvSpPr>
              <a:spLocks noChangeArrowheads="1"/>
            </p:cNvSpPr>
            <p:nvPr/>
          </p:nvSpPr>
          <p:spPr bwMode="blackWhite">
            <a:xfrm>
              <a:off x="4656352" y="3348619"/>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28" name="Oval 55"/>
            <p:cNvSpPr>
              <a:spLocks noChangeArrowheads="1"/>
            </p:cNvSpPr>
            <p:nvPr/>
          </p:nvSpPr>
          <p:spPr bwMode="blackWhite">
            <a:xfrm>
              <a:off x="5466667" y="4718267"/>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29" name="Oval 56"/>
            <p:cNvSpPr>
              <a:spLocks noChangeArrowheads="1"/>
            </p:cNvSpPr>
            <p:nvPr/>
          </p:nvSpPr>
          <p:spPr bwMode="blackWhite">
            <a:xfrm>
              <a:off x="5466667" y="3348619"/>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30" name="Oval 57"/>
            <p:cNvSpPr>
              <a:spLocks noChangeArrowheads="1"/>
            </p:cNvSpPr>
            <p:nvPr/>
          </p:nvSpPr>
          <p:spPr bwMode="blackWhite">
            <a:xfrm>
              <a:off x="6276981" y="4718267"/>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31" name="Oval 58"/>
            <p:cNvSpPr>
              <a:spLocks noChangeArrowheads="1"/>
            </p:cNvSpPr>
            <p:nvPr/>
          </p:nvSpPr>
          <p:spPr bwMode="blackWhite">
            <a:xfrm>
              <a:off x="6276981" y="3348619"/>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32" name="Oval 59"/>
            <p:cNvSpPr>
              <a:spLocks noChangeArrowheads="1"/>
            </p:cNvSpPr>
            <p:nvPr/>
          </p:nvSpPr>
          <p:spPr bwMode="blackWhite">
            <a:xfrm>
              <a:off x="7087295" y="4718267"/>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33" name="Oval 60"/>
            <p:cNvSpPr>
              <a:spLocks noChangeArrowheads="1"/>
            </p:cNvSpPr>
            <p:nvPr/>
          </p:nvSpPr>
          <p:spPr bwMode="blackWhite">
            <a:xfrm>
              <a:off x="7087295" y="3348619"/>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34" name="Oval 61"/>
            <p:cNvSpPr>
              <a:spLocks noChangeArrowheads="1"/>
            </p:cNvSpPr>
            <p:nvPr/>
          </p:nvSpPr>
          <p:spPr bwMode="blackWhite">
            <a:xfrm>
              <a:off x="7897610" y="3348619"/>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35" name="Text Box 63"/>
            <p:cNvSpPr txBox="1">
              <a:spLocks noChangeArrowheads="1"/>
            </p:cNvSpPr>
            <p:nvPr/>
          </p:nvSpPr>
          <p:spPr bwMode="blackWhite">
            <a:xfrm>
              <a:off x="4365549" y="5025698"/>
              <a:ext cx="835512" cy="296919"/>
            </a:xfrm>
            <a:prstGeom prst="rect">
              <a:avLst/>
            </a:prstGeom>
            <a:noFill/>
            <a:ln w="9525">
              <a:noFill/>
              <a:miter lim="800000"/>
            </a:ln>
          </p:spPr>
          <p:txBody>
            <a:bodyPr lIns="0" tIns="0" rIns="0" bIns="0"/>
            <a:lstStyle/>
            <a:p>
              <a:pPr algn="ctr" defTabSz="893445">
                <a:spcBef>
                  <a:spcPct val="0"/>
                </a:spcBef>
                <a:spcAft>
                  <a:spcPct val="0"/>
                </a:spcAft>
              </a:pPr>
              <a:r>
                <a:rPr lang="en-GB" sz="1090">
                  <a:solidFill>
                    <a:srgbClr val="24272E"/>
                  </a:solidFill>
                  <a:latin typeface="+mj-lt"/>
                </a:rPr>
                <a:t>Value</a:t>
              </a:r>
              <a:br>
                <a:rPr lang="en-GB" sz="1090">
                  <a:solidFill>
                    <a:srgbClr val="24272E"/>
                  </a:solidFill>
                  <a:latin typeface="+mj-lt"/>
                </a:rPr>
              </a:br>
              <a:r>
                <a:rPr lang="en-GB" sz="1090">
                  <a:solidFill>
                    <a:srgbClr val="24272E"/>
                  </a:solidFill>
                  <a:latin typeface="+mj-lt"/>
                </a:rPr>
                <a:t>protection</a:t>
              </a:r>
              <a:endParaRPr lang="en-GB" sz="1090">
                <a:solidFill>
                  <a:srgbClr val="24272E"/>
                </a:solidFill>
                <a:latin typeface="+mj-lt"/>
              </a:endParaRPr>
            </a:p>
          </p:txBody>
        </p:sp>
        <p:sp>
          <p:nvSpPr>
            <p:cNvPr id="36" name="Text Box 64"/>
            <p:cNvSpPr txBox="1">
              <a:spLocks noChangeArrowheads="1"/>
            </p:cNvSpPr>
            <p:nvPr/>
          </p:nvSpPr>
          <p:spPr bwMode="blackWhite">
            <a:xfrm>
              <a:off x="5174263" y="5025698"/>
              <a:ext cx="835512" cy="296919"/>
            </a:xfrm>
            <a:prstGeom prst="rect">
              <a:avLst/>
            </a:prstGeom>
            <a:noFill/>
            <a:ln w="9525">
              <a:noFill/>
              <a:miter lim="800000"/>
            </a:ln>
          </p:spPr>
          <p:txBody>
            <a:bodyPr lIns="0" tIns="0" rIns="0" bIns="0"/>
            <a:lstStyle/>
            <a:p>
              <a:pPr algn="ctr" defTabSz="893445">
                <a:spcBef>
                  <a:spcPct val="0"/>
                </a:spcBef>
                <a:spcAft>
                  <a:spcPct val="0"/>
                </a:spcAft>
              </a:pPr>
              <a:r>
                <a:rPr lang="en-GB" sz="1090">
                  <a:solidFill>
                    <a:srgbClr val="24272E"/>
                  </a:solidFill>
                  <a:latin typeface="+mj-lt"/>
                </a:rPr>
                <a:t>Plan and</a:t>
              </a:r>
              <a:br>
                <a:rPr lang="en-GB" sz="1090">
                  <a:solidFill>
                    <a:srgbClr val="24272E"/>
                  </a:solidFill>
                  <a:latin typeface="+mj-lt"/>
                </a:rPr>
              </a:br>
              <a:r>
                <a:rPr lang="en-GB" sz="1090">
                  <a:solidFill>
                    <a:srgbClr val="24272E"/>
                  </a:solidFill>
                  <a:latin typeface="+mj-lt"/>
                </a:rPr>
                <a:t>scope</a:t>
              </a:r>
              <a:endParaRPr lang="en-GB" sz="1090">
                <a:solidFill>
                  <a:srgbClr val="24272E"/>
                </a:solidFill>
                <a:latin typeface="+mj-lt"/>
              </a:endParaRPr>
            </a:p>
          </p:txBody>
        </p:sp>
        <p:sp>
          <p:nvSpPr>
            <p:cNvPr id="37" name="Text Box 65"/>
            <p:cNvSpPr txBox="1">
              <a:spLocks noChangeArrowheads="1"/>
            </p:cNvSpPr>
            <p:nvPr/>
          </p:nvSpPr>
          <p:spPr bwMode="blackWhite">
            <a:xfrm>
              <a:off x="5982978" y="5025698"/>
              <a:ext cx="835512" cy="296919"/>
            </a:xfrm>
            <a:prstGeom prst="rect">
              <a:avLst/>
            </a:prstGeom>
            <a:noFill/>
            <a:ln w="9525">
              <a:noFill/>
              <a:miter lim="800000"/>
            </a:ln>
          </p:spPr>
          <p:txBody>
            <a:bodyPr lIns="0" tIns="0" rIns="0" bIns="0"/>
            <a:lstStyle/>
            <a:p>
              <a:pPr algn="ctr" defTabSz="893445">
                <a:spcBef>
                  <a:spcPct val="0"/>
                </a:spcBef>
                <a:spcAft>
                  <a:spcPct val="0"/>
                </a:spcAft>
              </a:pPr>
              <a:r>
                <a:rPr lang="en-GB" sz="1090">
                  <a:solidFill>
                    <a:srgbClr val="24272E"/>
                  </a:solidFill>
                  <a:latin typeface="+mj-lt"/>
                </a:rPr>
                <a:t>Execute</a:t>
              </a:r>
              <a:endParaRPr lang="en-GB" sz="1090">
                <a:solidFill>
                  <a:srgbClr val="24272E"/>
                </a:solidFill>
                <a:latin typeface="+mj-lt"/>
              </a:endParaRPr>
            </a:p>
          </p:txBody>
        </p:sp>
        <p:sp>
          <p:nvSpPr>
            <p:cNvPr id="38" name="Text Box 66"/>
            <p:cNvSpPr txBox="1">
              <a:spLocks noChangeArrowheads="1"/>
            </p:cNvSpPr>
            <p:nvPr/>
          </p:nvSpPr>
          <p:spPr bwMode="blackWhite">
            <a:xfrm>
              <a:off x="6791693" y="5025698"/>
              <a:ext cx="835512" cy="296919"/>
            </a:xfrm>
            <a:prstGeom prst="rect">
              <a:avLst/>
            </a:prstGeom>
            <a:noFill/>
            <a:ln w="9525">
              <a:noFill/>
              <a:miter lim="800000"/>
            </a:ln>
          </p:spPr>
          <p:txBody>
            <a:bodyPr lIns="0" tIns="0" rIns="0" bIns="0"/>
            <a:lstStyle/>
            <a:p>
              <a:pPr algn="ctr" defTabSz="893445">
                <a:spcBef>
                  <a:spcPct val="0"/>
                </a:spcBef>
                <a:spcAft>
                  <a:spcPct val="0"/>
                </a:spcAft>
              </a:pPr>
              <a:r>
                <a:rPr lang="en-GB" sz="1090">
                  <a:solidFill>
                    <a:srgbClr val="24272E"/>
                  </a:solidFill>
                  <a:latin typeface="+mj-lt"/>
                </a:rPr>
                <a:t>Finalise</a:t>
              </a:r>
              <a:endParaRPr lang="en-GB" sz="1090">
                <a:solidFill>
                  <a:srgbClr val="24272E"/>
                </a:solidFill>
                <a:latin typeface="+mj-lt"/>
              </a:endParaRPr>
            </a:p>
          </p:txBody>
        </p:sp>
        <p:sp>
          <p:nvSpPr>
            <p:cNvPr id="39" name="Text Box 67"/>
            <p:cNvSpPr txBox="1">
              <a:spLocks noChangeArrowheads="1"/>
            </p:cNvSpPr>
            <p:nvPr/>
          </p:nvSpPr>
          <p:spPr bwMode="blackWhite">
            <a:xfrm>
              <a:off x="4367901" y="2988543"/>
              <a:ext cx="835512" cy="296919"/>
            </a:xfrm>
            <a:prstGeom prst="rect">
              <a:avLst/>
            </a:prstGeom>
            <a:noFill/>
            <a:ln w="9525">
              <a:noFill/>
              <a:miter lim="800000"/>
            </a:ln>
          </p:spPr>
          <p:txBody>
            <a:bodyPr lIns="0" tIns="0" rIns="0" bIns="0" anchor="b"/>
            <a:lstStyle/>
            <a:p>
              <a:pPr algn="ctr" defTabSz="893445">
                <a:spcBef>
                  <a:spcPct val="0"/>
                </a:spcBef>
                <a:spcAft>
                  <a:spcPct val="0"/>
                </a:spcAft>
              </a:pPr>
              <a:r>
                <a:rPr lang="en-GB" sz="1090">
                  <a:solidFill>
                    <a:srgbClr val="24272E"/>
                  </a:solidFill>
                  <a:latin typeface="+mj-lt"/>
                </a:rPr>
                <a:t>Value </a:t>
              </a:r>
              <a:br>
                <a:rPr lang="en-GB" sz="1090">
                  <a:solidFill>
                    <a:srgbClr val="24272E"/>
                  </a:solidFill>
                  <a:latin typeface="+mj-lt"/>
                </a:rPr>
              </a:br>
              <a:r>
                <a:rPr lang="en-GB" sz="1090">
                  <a:solidFill>
                    <a:srgbClr val="24272E"/>
                  </a:solidFill>
                  <a:latin typeface="+mj-lt"/>
                </a:rPr>
                <a:t>enhancement</a:t>
              </a:r>
              <a:endParaRPr lang="en-GB" sz="1090">
                <a:solidFill>
                  <a:srgbClr val="24272E"/>
                </a:solidFill>
                <a:latin typeface="+mj-lt"/>
              </a:endParaRPr>
            </a:p>
          </p:txBody>
        </p:sp>
        <p:sp>
          <p:nvSpPr>
            <p:cNvPr id="40" name="Text Box 68"/>
            <p:cNvSpPr txBox="1">
              <a:spLocks noChangeArrowheads="1"/>
            </p:cNvSpPr>
            <p:nvPr/>
          </p:nvSpPr>
          <p:spPr bwMode="blackWhite">
            <a:xfrm>
              <a:off x="5177809" y="2988543"/>
              <a:ext cx="835512" cy="296919"/>
            </a:xfrm>
            <a:prstGeom prst="rect">
              <a:avLst/>
            </a:prstGeom>
            <a:noFill/>
            <a:ln w="9525">
              <a:noFill/>
              <a:miter lim="800000"/>
            </a:ln>
          </p:spPr>
          <p:txBody>
            <a:bodyPr lIns="0" tIns="0" rIns="0" bIns="0" anchor="b"/>
            <a:lstStyle/>
            <a:p>
              <a:pPr algn="ctr" defTabSz="893445">
                <a:spcBef>
                  <a:spcPct val="0"/>
                </a:spcBef>
                <a:spcAft>
                  <a:spcPct val="0"/>
                </a:spcAft>
              </a:pPr>
              <a:r>
                <a:rPr lang="en-GB" sz="1090">
                  <a:solidFill>
                    <a:srgbClr val="24272E"/>
                  </a:solidFill>
                  <a:latin typeface="+mj-lt"/>
                </a:rPr>
                <a:t>Define</a:t>
              </a:r>
              <a:endParaRPr lang="en-GB" sz="1090">
                <a:solidFill>
                  <a:srgbClr val="24272E"/>
                </a:solidFill>
                <a:latin typeface="+mj-lt"/>
              </a:endParaRPr>
            </a:p>
          </p:txBody>
        </p:sp>
        <p:sp>
          <p:nvSpPr>
            <p:cNvPr id="41" name="Text Box 69"/>
            <p:cNvSpPr txBox="1">
              <a:spLocks noChangeArrowheads="1"/>
            </p:cNvSpPr>
            <p:nvPr/>
          </p:nvSpPr>
          <p:spPr bwMode="blackWhite">
            <a:xfrm>
              <a:off x="5987717" y="2988543"/>
              <a:ext cx="835512" cy="296919"/>
            </a:xfrm>
            <a:prstGeom prst="rect">
              <a:avLst/>
            </a:prstGeom>
            <a:noFill/>
            <a:ln w="9525">
              <a:noFill/>
              <a:miter lim="800000"/>
            </a:ln>
          </p:spPr>
          <p:txBody>
            <a:bodyPr lIns="0" tIns="0" rIns="0" bIns="0" anchor="b"/>
            <a:lstStyle/>
            <a:p>
              <a:pPr algn="ctr" defTabSz="893445">
                <a:spcBef>
                  <a:spcPct val="0"/>
                </a:spcBef>
                <a:spcAft>
                  <a:spcPct val="0"/>
                </a:spcAft>
              </a:pPr>
              <a:r>
                <a:rPr lang="en-GB" sz="1090">
                  <a:solidFill>
                    <a:srgbClr val="24272E"/>
                  </a:solidFill>
                  <a:latin typeface="+mj-lt"/>
                </a:rPr>
                <a:t>Assess</a:t>
              </a:r>
              <a:endParaRPr lang="en-GB" sz="1090">
                <a:solidFill>
                  <a:srgbClr val="24272E"/>
                </a:solidFill>
                <a:latin typeface="+mj-lt"/>
              </a:endParaRPr>
            </a:p>
          </p:txBody>
        </p:sp>
        <p:sp>
          <p:nvSpPr>
            <p:cNvPr id="42" name="Text Box 70"/>
            <p:cNvSpPr txBox="1">
              <a:spLocks noChangeArrowheads="1"/>
            </p:cNvSpPr>
            <p:nvPr/>
          </p:nvSpPr>
          <p:spPr bwMode="blackWhite">
            <a:xfrm>
              <a:off x="6797625" y="2988543"/>
              <a:ext cx="835512" cy="296919"/>
            </a:xfrm>
            <a:prstGeom prst="rect">
              <a:avLst/>
            </a:prstGeom>
            <a:noFill/>
            <a:ln w="9525">
              <a:noFill/>
              <a:miter lim="800000"/>
            </a:ln>
          </p:spPr>
          <p:txBody>
            <a:bodyPr lIns="0" tIns="0" rIns="0" bIns="0" anchor="b"/>
            <a:lstStyle/>
            <a:p>
              <a:pPr algn="ctr" defTabSz="893445">
                <a:spcBef>
                  <a:spcPct val="0"/>
                </a:spcBef>
                <a:spcAft>
                  <a:spcPct val="0"/>
                </a:spcAft>
              </a:pPr>
              <a:r>
                <a:rPr lang="en-GB" sz="1090">
                  <a:solidFill>
                    <a:srgbClr val="24272E"/>
                  </a:solidFill>
                  <a:latin typeface="+mj-lt"/>
                </a:rPr>
                <a:t>Analyse</a:t>
              </a:r>
              <a:endParaRPr lang="en-GB" sz="1090">
                <a:solidFill>
                  <a:srgbClr val="24272E"/>
                </a:solidFill>
                <a:latin typeface="+mj-lt"/>
              </a:endParaRPr>
            </a:p>
          </p:txBody>
        </p:sp>
        <p:sp>
          <p:nvSpPr>
            <p:cNvPr id="43" name="Text Box 71"/>
            <p:cNvSpPr txBox="1">
              <a:spLocks noChangeArrowheads="1"/>
            </p:cNvSpPr>
            <p:nvPr/>
          </p:nvSpPr>
          <p:spPr bwMode="blackWhite">
            <a:xfrm>
              <a:off x="7607532" y="2988543"/>
              <a:ext cx="835512" cy="296919"/>
            </a:xfrm>
            <a:prstGeom prst="rect">
              <a:avLst/>
            </a:prstGeom>
            <a:noFill/>
            <a:ln w="9525">
              <a:noFill/>
              <a:miter lim="800000"/>
            </a:ln>
          </p:spPr>
          <p:txBody>
            <a:bodyPr lIns="0" tIns="0" rIns="0" bIns="0" anchor="b"/>
            <a:lstStyle/>
            <a:p>
              <a:pPr algn="ctr" defTabSz="893445">
                <a:spcBef>
                  <a:spcPct val="0"/>
                </a:spcBef>
                <a:spcAft>
                  <a:spcPct val="0"/>
                </a:spcAft>
              </a:pPr>
              <a:r>
                <a:rPr lang="en-GB" sz="1090">
                  <a:solidFill>
                    <a:srgbClr val="24272E"/>
                  </a:solidFill>
                  <a:latin typeface="+mj-lt"/>
                </a:rPr>
                <a:t>Design</a:t>
              </a:r>
              <a:endParaRPr lang="en-GB" sz="1090">
                <a:solidFill>
                  <a:srgbClr val="24272E"/>
                </a:solidFill>
                <a:latin typeface="+mj-lt"/>
              </a:endParaRPr>
            </a:p>
          </p:txBody>
        </p:sp>
        <p:sp>
          <p:nvSpPr>
            <p:cNvPr id="44" name="Text Box 72"/>
            <p:cNvSpPr txBox="1">
              <a:spLocks noChangeArrowheads="1"/>
            </p:cNvSpPr>
            <p:nvPr/>
          </p:nvSpPr>
          <p:spPr bwMode="blackWhite">
            <a:xfrm>
              <a:off x="1933814" y="4340829"/>
              <a:ext cx="742298" cy="296919"/>
            </a:xfrm>
            <a:prstGeom prst="rect">
              <a:avLst/>
            </a:prstGeom>
            <a:noFill/>
            <a:ln w="9525">
              <a:noFill/>
              <a:miter lim="800000"/>
            </a:ln>
          </p:spPr>
          <p:txBody>
            <a:bodyPr wrap="none" lIns="0" tIns="0" rIns="0" bIns="0"/>
            <a:lstStyle/>
            <a:p>
              <a:pPr algn="ctr" defTabSz="893445">
                <a:spcBef>
                  <a:spcPct val="0"/>
                </a:spcBef>
                <a:spcAft>
                  <a:spcPct val="0"/>
                </a:spcAft>
              </a:pPr>
              <a:r>
                <a:rPr lang="en-GB" sz="1090">
                  <a:solidFill>
                    <a:srgbClr val="24272E"/>
                  </a:solidFill>
                  <a:latin typeface="+mj-lt"/>
                </a:rPr>
                <a:t>Understand</a:t>
              </a:r>
              <a:br>
                <a:rPr lang="en-GB" sz="1090">
                  <a:solidFill>
                    <a:srgbClr val="24272E"/>
                  </a:solidFill>
                  <a:latin typeface="+mj-lt"/>
                </a:rPr>
              </a:br>
              <a:r>
                <a:rPr lang="en-GB" sz="1090">
                  <a:solidFill>
                    <a:srgbClr val="24272E"/>
                  </a:solidFill>
                  <a:latin typeface="+mj-lt"/>
                </a:rPr>
                <a:t>the business</a:t>
              </a:r>
              <a:endParaRPr lang="en-GB" sz="1090">
                <a:solidFill>
                  <a:srgbClr val="24272E"/>
                </a:solidFill>
                <a:latin typeface="+mj-lt"/>
              </a:endParaRPr>
            </a:p>
          </p:txBody>
        </p:sp>
        <p:sp>
          <p:nvSpPr>
            <p:cNvPr id="45" name="Text Box 73"/>
            <p:cNvSpPr txBox="1">
              <a:spLocks noChangeArrowheads="1"/>
            </p:cNvSpPr>
            <p:nvPr/>
          </p:nvSpPr>
          <p:spPr bwMode="blackWhite">
            <a:xfrm>
              <a:off x="3150991" y="4340829"/>
              <a:ext cx="742298" cy="296919"/>
            </a:xfrm>
            <a:prstGeom prst="rect">
              <a:avLst/>
            </a:prstGeom>
            <a:noFill/>
            <a:ln w="9525">
              <a:noFill/>
              <a:miter lim="800000"/>
            </a:ln>
          </p:spPr>
          <p:txBody>
            <a:bodyPr wrap="none" lIns="0" tIns="0" rIns="0" bIns="0"/>
            <a:lstStyle/>
            <a:p>
              <a:pPr algn="ctr" defTabSz="893445">
                <a:spcBef>
                  <a:spcPct val="0"/>
                </a:spcBef>
                <a:spcAft>
                  <a:spcPct val="0"/>
                </a:spcAft>
              </a:pPr>
              <a:r>
                <a:rPr lang="en-GB" sz="1090">
                  <a:solidFill>
                    <a:srgbClr val="24272E"/>
                  </a:solidFill>
                  <a:latin typeface="+mj-lt"/>
                </a:rPr>
                <a:t>Determine</a:t>
              </a:r>
              <a:br>
                <a:rPr lang="en-GB" sz="1090">
                  <a:solidFill>
                    <a:srgbClr val="24272E"/>
                  </a:solidFill>
                  <a:latin typeface="+mj-lt"/>
                </a:rPr>
              </a:br>
              <a:r>
                <a:rPr lang="en-GB" sz="1090">
                  <a:solidFill>
                    <a:srgbClr val="24272E"/>
                  </a:solidFill>
                  <a:latin typeface="+mj-lt"/>
                </a:rPr>
                <a:t>approach</a:t>
              </a:r>
              <a:endParaRPr lang="en-GB" sz="1090">
                <a:solidFill>
                  <a:srgbClr val="24272E"/>
                </a:solidFill>
                <a:latin typeface="+mj-lt"/>
              </a:endParaRPr>
            </a:p>
          </p:txBody>
        </p:sp>
        <p:sp>
          <p:nvSpPr>
            <p:cNvPr id="46" name="AutoShape 75"/>
            <p:cNvSpPr>
              <a:spLocks noChangeArrowheads="1"/>
            </p:cNvSpPr>
            <p:nvPr/>
          </p:nvSpPr>
          <p:spPr bwMode="blackWhite">
            <a:xfrm rot="5400000">
              <a:off x="5086791" y="3390069"/>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47" name="AutoShape 76"/>
            <p:cNvSpPr>
              <a:spLocks noChangeArrowheads="1"/>
            </p:cNvSpPr>
            <p:nvPr/>
          </p:nvSpPr>
          <p:spPr bwMode="blackWhite">
            <a:xfrm rot="5400000">
              <a:off x="5897105" y="3390069"/>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48" name="AutoShape 77"/>
            <p:cNvSpPr>
              <a:spLocks noChangeArrowheads="1"/>
            </p:cNvSpPr>
            <p:nvPr/>
          </p:nvSpPr>
          <p:spPr bwMode="blackWhite">
            <a:xfrm rot="5400000">
              <a:off x="6707420" y="3390069"/>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49" name="AutoShape 78"/>
            <p:cNvSpPr>
              <a:spLocks noChangeArrowheads="1"/>
            </p:cNvSpPr>
            <p:nvPr/>
          </p:nvSpPr>
          <p:spPr bwMode="blackWhite">
            <a:xfrm rot="5400000">
              <a:off x="7517734" y="3390069"/>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50" name="AutoShape 79"/>
            <p:cNvSpPr>
              <a:spLocks noChangeArrowheads="1"/>
            </p:cNvSpPr>
            <p:nvPr/>
          </p:nvSpPr>
          <p:spPr bwMode="blackWhite">
            <a:xfrm rot="5400000">
              <a:off x="5086791" y="4758232"/>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51" name="AutoShape 80"/>
            <p:cNvSpPr>
              <a:spLocks noChangeArrowheads="1"/>
            </p:cNvSpPr>
            <p:nvPr/>
          </p:nvSpPr>
          <p:spPr bwMode="blackWhite">
            <a:xfrm rot="5400000">
              <a:off x="5897105" y="4758232"/>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52" name="AutoShape 81"/>
            <p:cNvSpPr>
              <a:spLocks noChangeArrowheads="1"/>
            </p:cNvSpPr>
            <p:nvPr/>
          </p:nvSpPr>
          <p:spPr bwMode="blackWhite">
            <a:xfrm rot="5400000">
              <a:off x="6707420" y="4758232"/>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53" name="Line 51"/>
            <p:cNvSpPr>
              <a:spLocks noChangeShapeType="1"/>
            </p:cNvSpPr>
            <p:nvPr/>
          </p:nvSpPr>
          <p:spPr bwMode="blackWhite">
            <a:xfrm>
              <a:off x="2268617" y="4147703"/>
              <a:ext cx="1217799" cy="0"/>
            </a:xfrm>
            <a:prstGeom prst="line">
              <a:avLst/>
            </a:prstGeom>
            <a:noFill/>
            <a:ln w="57150">
              <a:solidFill>
                <a:srgbClr val="1450B8"/>
              </a:solidFill>
              <a:round/>
            </a:ln>
          </p:spPr>
          <p:txBody>
            <a:bodyPr wrap="none" lIns="61259" tIns="0" rIns="62513" bIns="0"/>
            <a:lstStyle/>
            <a:p>
              <a:endParaRPr lang="en-GB" sz="1090"/>
            </a:p>
          </p:txBody>
        </p:sp>
        <p:sp>
          <p:nvSpPr>
            <p:cNvPr id="54" name="AutoShape 74"/>
            <p:cNvSpPr>
              <a:spLocks noChangeArrowheads="1"/>
            </p:cNvSpPr>
            <p:nvPr/>
          </p:nvSpPr>
          <p:spPr bwMode="blackWhite">
            <a:xfrm rot="5400000">
              <a:off x="2805301" y="4070440"/>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55" name="Oval 52"/>
            <p:cNvSpPr>
              <a:spLocks noChangeArrowheads="1"/>
            </p:cNvSpPr>
            <p:nvPr/>
          </p:nvSpPr>
          <p:spPr bwMode="blackWhite">
            <a:xfrm>
              <a:off x="3394681" y="4033443"/>
              <a:ext cx="237535" cy="237535"/>
            </a:xfrm>
            <a:prstGeom prst="ellipse">
              <a:avLst/>
            </a:prstGeom>
            <a:solidFill>
              <a:srgbClr val="1450B8"/>
            </a:solidFill>
            <a:ln w="28575">
              <a:solidFill>
                <a:srgbClr val="1450B8"/>
              </a:solidFill>
              <a:round/>
            </a:ln>
          </p:spPr>
          <p:txBody>
            <a:bodyPr wrap="none" lIns="61259" tIns="0" rIns="62513" bIns="0" anchor="ctr"/>
            <a:lstStyle/>
            <a:p>
              <a:endParaRPr lang="en-US" sz="1090"/>
            </a:p>
          </p:txBody>
        </p:sp>
        <p:sp>
          <p:nvSpPr>
            <p:cNvPr id="56" name="Oval 62"/>
            <p:cNvSpPr>
              <a:spLocks noChangeArrowheads="1"/>
            </p:cNvSpPr>
            <p:nvPr/>
          </p:nvSpPr>
          <p:spPr bwMode="blackWhite">
            <a:xfrm>
              <a:off x="2182200" y="4033443"/>
              <a:ext cx="237535" cy="237535"/>
            </a:xfrm>
            <a:prstGeom prst="ellipse">
              <a:avLst/>
            </a:prstGeom>
            <a:solidFill>
              <a:srgbClr val="1450B8"/>
            </a:solidFill>
            <a:ln w="28575">
              <a:solidFill>
                <a:srgbClr val="1450B8"/>
              </a:solidFill>
              <a:round/>
            </a:ln>
          </p:spPr>
          <p:txBody>
            <a:bodyPr wrap="none" lIns="61259" tIns="0" rIns="62513" bIns="0" anchor="ctr"/>
            <a:lstStyle/>
            <a:p>
              <a:endParaRPr lang="en-US" sz="1090"/>
            </a:p>
          </p:txBody>
        </p:sp>
      </p:grpSp>
    </p:spTree>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Process charts</a:t>
            </a:r>
            <a:br>
              <a:rPr lang="en-GB" smtClean="0"/>
            </a:br>
            <a:br>
              <a:rPr lang="en-GB" smtClean="0"/>
            </a:br>
            <a:endParaRPr lang="en-GB" b="0" i="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108" name="Circular Arrow 107"/>
          <p:cNvSpPr/>
          <p:nvPr/>
        </p:nvSpPr>
        <p:spPr>
          <a:xfrm>
            <a:off x="4639345" y="1085047"/>
            <a:ext cx="2542945" cy="2543332"/>
          </a:xfrm>
          <a:prstGeom prst="circularArrow">
            <a:avLst>
              <a:gd name="adj1" fmla="val 10980"/>
              <a:gd name="adj2" fmla="val 1142322"/>
              <a:gd name="adj3" fmla="val 4500000"/>
              <a:gd name="adj4" fmla="val 10800000"/>
              <a:gd name="adj5" fmla="val 12500"/>
            </a:avLst>
          </a:prstGeom>
          <a:solidFill>
            <a:schemeClr val="tx2"/>
          </a:solidFill>
          <a:effectLst/>
        </p:spPr>
        <p:style>
          <a:lnRef idx="0">
            <a:schemeClr val="lt1">
              <a:hueOff val="0"/>
              <a:satOff val="0"/>
              <a:lumOff val="0"/>
              <a:alphaOff val="0"/>
            </a:schemeClr>
          </a:lnRef>
          <a:fillRef idx="3">
            <a:schemeClr val="accent2">
              <a:hueOff val="0"/>
              <a:satOff val="0"/>
              <a:lumOff val="0"/>
              <a:alphaOff val="0"/>
            </a:schemeClr>
          </a:fillRef>
          <a:effectRef idx="2">
            <a:schemeClr val="accent2">
              <a:hueOff val="0"/>
              <a:satOff val="0"/>
              <a:lumOff val="0"/>
              <a:alphaOff val="0"/>
            </a:schemeClr>
          </a:effectRef>
          <a:fontRef idx="minor">
            <a:schemeClr val="lt1"/>
          </a:fontRef>
        </p:style>
      </p:sp>
      <p:sp>
        <p:nvSpPr>
          <p:cNvPr id="127" name="Rectangle 126"/>
          <p:cNvSpPr/>
          <p:nvPr/>
        </p:nvSpPr>
        <p:spPr>
          <a:xfrm>
            <a:off x="7248082" y="1843185"/>
            <a:ext cx="1525767" cy="1017544"/>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128" name="Rectangle 127"/>
          <p:cNvSpPr/>
          <p:nvPr/>
        </p:nvSpPr>
        <p:spPr>
          <a:xfrm>
            <a:off x="7248082" y="1843185"/>
            <a:ext cx="1525767" cy="1017544"/>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2671" tIns="12671" rIns="12671" bIns="12671" numCol="1" spcCol="1270" anchor="ctr" anchorCtr="0">
            <a:noAutofit/>
          </a:bodyPr>
          <a:lstStyle/>
          <a:p>
            <a:pPr marL="171450" lvl="1" indent="-171450" algn="l" defTabSz="755650">
              <a:lnSpc>
                <a:spcPct val="90000"/>
              </a:lnSpc>
              <a:spcBef>
                <a:spcPct val="0"/>
              </a:spcBef>
              <a:spcAft>
                <a:spcPct val="15000"/>
              </a:spcAft>
              <a:buChar char="•"/>
            </a:pPr>
            <a:r>
              <a:rPr lang="en-US" sz="1270" kern="1200" dirty="0" smtClean="0">
                <a:latin typeface="+mj-lt"/>
              </a:rPr>
              <a:t>Task description</a:t>
            </a:r>
            <a:endParaRPr lang="en-US" sz="1270" kern="1200" dirty="0">
              <a:latin typeface="+mj-lt"/>
            </a:endParaRPr>
          </a:p>
          <a:p>
            <a:pPr marL="171450" lvl="1" indent="-171450" algn="l" defTabSz="755650">
              <a:lnSpc>
                <a:spcPct val="90000"/>
              </a:lnSpc>
              <a:spcBef>
                <a:spcPct val="0"/>
              </a:spcBef>
              <a:spcAft>
                <a:spcPct val="15000"/>
              </a:spcAft>
              <a:buChar char="•"/>
            </a:pPr>
            <a:r>
              <a:rPr lang="en-US" sz="1270" kern="1200" dirty="0" smtClean="0">
                <a:latin typeface="+mj-lt"/>
              </a:rPr>
              <a:t>Task description</a:t>
            </a:r>
            <a:endParaRPr lang="en-US" sz="1270" kern="1200" dirty="0">
              <a:latin typeface="+mj-lt"/>
            </a:endParaRPr>
          </a:p>
          <a:p>
            <a:pPr marL="171450" lvl="1" indent="-171450" algn="l" defTabSz="755650">
              <a:lnSpc>
                <a:spcPct val="90000"/>
              </a:lnSpc>
              <a:spcBef>
                <a:spcPct val="0"/>
              </a:spcBef>
              <a:spcAft>
                <a:spcPct val="15000"/>
              </a:spcAft>
              <a:buChar char="•"/>
            </a:pPr>
            <a:r>
              <a:rPr lang="en-US" sz="1270" kern="1200" dirty="0" smtClean="0">
                <a:latin typeface="+mj-lt"/>
              </a:rPr>
              <a:t>Task description</a:t>
            </a:r>
            <a:endParaRPr lang="en-US" sz="1270" kern="1200" dirty="0">
              <a:latin typeface="+mj-lt"/>
            </a:endParaRPr>
          </a:p>
        </p:txBody>
      </p:sp>
      <p:sp>
        <p:nvSpPr>
          <p:cNvPr id="125" name="Rectangle 124"/>
          <p:cNvSpPr/>
          <p:nvPr/>
        </p:nvSpPr>
        <p:spPr>
          <a:xfrm>
            <a:off x="5201420" y="2003266"/>
            <a:ext cx="1413066" cy="706364"/>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126" name="Rectangle 125"/>
          <p:cNvSpPr/>
          <p:nvPr/>
        </p:nvSpPr>
        <p:spPr>
          <a:xfrm>
            <a:off x="5201420" y="2003266"/>
            <a:ext cx="1413066" cy="706364"/>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4975" tIns="14975" rIns="14975" bIns="14975" numCol="1" spcCol="1270" anchor="ctr" anchorCtr="0">
            <a:noAutofit/>
          </a:bodyPr>
          <a:lstStyle/>
          <a:p>
            <a:pPr lvl="0" algn="ctr" defTabSz="1155700">
              <a:lnSpc>
                <a:spcPct val="90000"/>
              </a:lnSpc>
              <a:spcBef>
                <a:spcPct val="0"/>
              </a:spcBef>
              <a:spcAft>
                <a:spcPct val="35000"/>
              </a:spcAft>
            </a:pPr>
            <a:r>
              <a:rPr lang="en-US" sz="1815" b="1" kern="1200" dirty="0" smtClean="0">
                <a:solidFill>
                  <a:schemeClr val="tx2"/>
                </a:solidFill>
                <a:latin typeface="+mj-lt"/>
              </a:rPr>
              <a:t>Step 1</a:t>
            </a:r>
            <a:br>
              <a:rPr lang="en-US" sz="1815" b="1" kern="1200" dirty="0" smtClean="0">
                <a:solidFill>
                  <a:schemeClr val="tx2"/>
                </a:solidFill>
                <a:latin typeface="+mj-lt"/>
              </a:rPr>
            </a:br>
            <a:r>
              <a:rPr lang="en-US" sz="1815" b="1" kern="1200" dirty="0" smtClean="0">
                <a:solidFill>
                  <a:schemeClr val="tx2"/>
                </a:solidFill>
                <a:latin typeface="+mj-lt"/>
              </a:rPr>
              <a:t>Title</a:t>
            </a:r>
            <a:endParaRPr lang="en-US" sz="1815" b="1" kern="1200" dirty="0">
              <a:solidFill>
                <a:schemeClr val="tx2"/>
              </a:solidFill>
              <a:latin typeface="+mj-lt"/>
            </a:endParaRPr>
          </a:p>
        </p:txBody>
      </p:sp>
      <p:sp>
        <p:nvSpPr>
          <p:cNvPr id="111" name="Shape 110"/>
          <p:cNvSpPr/>
          <p:nvPr/>
        </p:nvSpPr>
        <p:spPr>
          <a:xfrm>
            <a:off x="3933051" y="2546379"/>
            <a:ext cx="2542945" cy="2543332"/>
          </a:xfrm>
          <a:prstGeom prst="leftCircularArrow">
            <a:avLst>
              <a:gd name="adj1" fmla="val 10980"/>
              <a:gd name="adj2" fmla="val 1142322"/>
              <a:gd name="adj3" fmla="val 6300000"/>
              <a:gd name="adj4" fmla="val 18900000"/>
              <a:gd name="adj5" fmla="val 12500"/>
            </a:avLst>
          </a:prstGeom>
          <a:solidFill>
            <a:schemeClr val="accent5"/>
          </a:solidFill>
          <a:effectLst/>
        </p:spPr>
        <p:style>
          <a:lnRef idx="0">
            <a:schemeClr val="lt1">
              <a:hueOff val="0"/>
              <a:satOff val="0"/>
              <a:lumOff val="0"/>
              <a:alphaOff val="0"/>
            </a:schemeClr>
          </a:lnRef>
          <a:fillRef idx="3">
            <a:schemeClr val="accent3">
              <a:hueOff val="0"/>
              <a:satOff val="0"/>
              <a:lumOff val="0"/>
              <a:alphaOff val="0"/>
            </a:schemeClr>
          </a:fillRef>
          <a:effectRef idx="2">
            <a:schemeClr val="accent3">
              <a:hueOff val="0"/>
              <a:satOff val="0"/>
              <a:lumOff val="0"/>
              <a:alphaOff val="0"/>
            </a:schemeClr>
          </a:effectRef>
          <a:fontRef idx="minor">
            <a:schemeClr val="lt1"/>
          </a:fontRef>
        </p:style>
      </p:sp>
      <p:sp>
        <p:nvSpPr>
          <p:cNvPr id="123" name="Rectangle 122"/>
          <p:cNvSpPr/>
          <p:nvPr/>
        </p:nvSpPr>
        <p:spPr>
          <a:xfrm>
            <a:off x="6541310" y="3312971"/>
            <a:ext cx="1525767" cy="1017544"/>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124" name="Rectangle 123"/>
          <p:cNvSpPr/>
          <p:nvPr/>
        </p:nvSpPr>
        <p:spPr>
          <a:xfrm>
            <a:off x="6541310" y="3312971"/>
            <a:ext cx="1525767" cy="1017544"/>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2671" tIns="12671" rIns="12671" bIns="12671" numCol="1" spcCol="1270" anchor="ctr" anchorCtr="0">
            <a:noAutofit/>
          </a:bodyPr>
          <a:lstStyle/>
          <a:p>
            <a:pPr marL="171450" lvl="1" indent="-171450" algn="l" defTabSz="755650">
              <a:lnSpc>
                <a:spcPct val="90000"/>
              </a:lnSpc>
              <a:spcBef>
                <a:spcPct val="0"/>
              </a:spcBef>
              <a:spcAft>
                <a:spcPct val="15000"/>
              </a:spcAft>
              <a:buChar char="•"/>
            </a:pPr>
            <a:r>
              <a:rPr lang="en-US" sz="1270" kern="1200" dirty="0" smtClean="0">
                <a:latin typeface="+mj-lt"/>
              </a:rPr>
              <a:t>Task description</a:t>
            </a:r>
            <a:endParaRPr lang="en-US" sz="1270" kern="1200" dirty="0">
              <a:latin typeface="+mj-lt"/>
            </a:endParaRPr>
          </a:p>
          <a:p>
            <a:pPr marL="171450" lvl="1" indent="-171450" algn="l" defTabSz="755650">
              <a:lnSpc>
                <a:spcPct val="90000"/>
              </a:lnSpc>
              <a:spcBef>
                <a:spcPct val="0"/>
              </a:spcBef>
              <a:spcAft>
                <a:spcPct val="15000"/>
              </a:spcAft>
              <a:buChar char="•"/>
            </a:pPr>
            <a:r>
              <a:rPr lang="en-US" sz="1270" kern="1200" dirty="0" smtClean="0">
                <a:latin typeface="+mj-lt"/>
              </a:rPr>
              <a:t>Task description</a:t>
            </a:r>
            <a:endParaRPr lang="en-US" sz="1270" kern="1200" dirty="0">
              <a:latin typeface="+mj-lt"/>
            </a:endParaRPr>
          </a:p>
          <a:p>
            <a:pPr marL="171450" lvl="1" indent="-171450" algn="l" defTabSz="755650">
              <a:lnSpc>
                <a:spcPct val="90000"/>
              </a:lnSpc>
              <a:spcBef>
                <a:spcPct val="0"/>
              </a:spcBef>
              <a:spcAft>
                <a:spcPct val="15000"/>
              </a:spcAft>
              <a:buChar char="•"/>
            </a:pPr>
            <a:r>
              <a:rPr lang="en-US" sz="1270" kern="1200" dirty="0" smtClean="0">
                <a:latin typeface="+mj-lt"/>
              </a:rPr>
              <a:t>Task description</a:t>
            </a:r>
            <a:endParaRPr lang="en-US" sz="1270" kern="1200" dirty="0">
              <a:latin typeface="+mj-lt"/>
            </a:endParaRPr>
          </a:p>
        </p:txBody>
      </p:sp>
      <p:sp>
        <p:nvSpPr>
          <p:cNvPr id="121" name="Rectangle 120"/>
          <p:cNvSpPr/>
          <p:nvPr/>
        </p:nvSpPr>
        <p:spPr>
          <a:xfrm>
            <a:off x="4497991" y="3473053"/>
            <a:ext cx="1413066" cy="706364"/>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122" name="Rectangle 121"/>
          <p:cNvSpPr/>
          <p:nvPr/>
        </p:nvSpPr>
        <p:spPr>
          <a:xfrm>
            <a:off x="4497991" y="3473053"/>
            <a:ext cx="1413066" cy="706364"/>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4975" tIns="14975" rIns="14975" bIns="14975" numCol="1" spcCol="1270" anchor="ctr" anchorCtr="0">
            <a:noAutofit/>
          </a:bodyPr>
          <a:lstStyle/>
          <a:p>
            <a:pPr lvl="0" algn="ctr" defTabSz="1155700">
              <a:lnSpc>
                <a:spcPct val="90000"/>
              </a:lnSpc>
              <a:spcBef>
                <a:spcPct val="0"/>
              </a:spcBef>
              <a:spcAft>
                <a:spcPct val="35000"/>
              </a:spcAft>
            </a:pPr>
            <a:r>
              <a:rPr lang="en-US" sz="1815" b="1" kern="1200" dirty="0" smtClean="0">
                <a:solidFill>
                  <a:schemeClr val="accent5"/>
                </a:solidFill>
                <a:latin typeface="+mj-lt"/>
              </a:rPr>
              <a:t>Step 2</a:t>
            </a:r>
            <a:br>
              <a:rPr lang="en-US" sz="1815" b="1" kern="1200" dirty="0" smtClean="0">
                <a:solidFill>
                  <a:schemeClr val="accent5"/>
                </a:solidFill>
                <a:latin typeface="+mj-lt"/>
              </a:rPr>
            </a:br>
            <a:r>
              <a:rPr lang="en-US" sz="1815" b="1" kern="1200" dirty="0" smtClean="0">
                <a:solidFill>
                  <a:schemeClr val="accent5"/>
                </a:solidFill>
                <a:latin typeface="+mj-lt"/>
              </a:rPr>
              <a:t>Title</a:t>
            </a:r>
            <a:endParaRPr lang="en-US" sz="1815" b="1" kern="1200" dirty="0">
              <a:solidFill>
                <a:schemeClr val="accent5"/>
              </a:solidFill>
              <a:latin typeface="+mj-lt"/>
            </a:endParaRPr>
          </a:p>
        </p:txBody>
      </p:sp>
      <p:sp>
        <p:nvSpPr>
          <p:cNvPr id="114" name="Block Arc 113"/>
          <p:cNvSpPr/>
          <p:nvPr/>
        </p:nvSpPr>
        <p:spPr>
          <a:xfrm>
            <a:off x="4820336" y="4182587"/>
            <a:ext cx="2184784" cy="2185659"/>
          </a:xfrm>
          <a:prstGeom prst="blockArc">
            <a:avLst>
              <a:gd name="adj1" fmla="val 13500000"/>
              <a:gd name="adj2" fmla="val 10800000"/>
              <a:gd name="adj3" fmla="val 12740"/>
            </a:avLst>
          </a:prstGeom>
          <a:solidFill>
            <a:schemeClr val="accent3"/>
          </a:solidFill>
          <a:effectLst/>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sp>
      <p:sp>
        <p:nvSpPr>
          <p:cNvPr id="119" name="Rectangle 118"/>
          <p:cNvSpPr/>
          <p:nvPr/>
        </p:nvSpPr>
        <p:spPr>
          <a:xfrm>
            <a:off x="7248082" y="4782229"/>
            <a:ext cx="1525767" cy="1017544"/>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120" name="Rectangle 119"/>
          <p:cNvSpPr/>
          <p:nvPr/>
        </p:nvSpPr>
        <p:spPr>
          <a:xfrm>
            <a:off x="7248082" y="4782229"/>
            <a:ext cx="1525767" cy="1017544"/>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2671" tIns="12671" rIns="12671" bIns="12671" numCol="1" spcCol="1270" anchor="ctr" anchorCtr="0">
            <a:noAutofit/>
          </a:bodyPr>
          <a:lstStyle/>
          <a:p>
            <a:pPr marL="171450" lvl="1" indent="-171450" algn="l" defTabSz="755650">
              <a:lnSpc>
                <a:spcPct val="90000"/>
              </a:lnSpc>
              <a:spcBef>
                <a:spcPct val="0"/>
              </a:spcBef>
              <a:spcAft>
                <a:spcPct val="15000"/>
              </a:spcAft>
              <a:buChar char="•"/>
            </a:pPr>
            <a:r>
              <a:rPr lang="en-US" sz="1270" kern="1200" dirty="0" smtClean="0">
                <a:latin typeface="+mj-lt"/>
              </a:rPr>
              <a:t>Task description</a:t>
            </a:r>
            <a:endParaRPr lang="en-US" sz="1270" kern="1200" dirty="0">
              <a:latin typeface="+mj-lt"/>
            </a:endParaRPr>
          </a:p>
          <a:p>
            <a:pPr marL="171450" lvl="1" indent="-171450" algn="l" defTabSz="755650">
              <a:lnSpc>
                <a:spcPct val="90000"/>
              </a:lnSpc>
              <a:spcBef>
                <a:spcPct val="0"/>
              </a:spcBef>
              <a:spcAft>
                <a:spcPct val="15000"/>
              </a:spcAft>
              <a:buChar char="•"/>
            </a:pPr>
            <a:r>
              <a:rPr lang="en-US" sz="1270" kern="1200" dirty="0" smtClean="0">
                <a:latin typeface="+mj-lt"/>
              </a:rPr>
              <a:t>Task description</a:t>
            </a:r>
            <a:endParaRPr lang="en-US" sz="1270" kern="1200" dirty="0">
              <a:latin typeface="+mj-lt"/>
            </a:endParaRPr>
          </a:p>
          <a:p>
            <a:pPr marL="171450" lvl="1" indent="-171450" algn="l" defTabSz="755650">
              <a:lnSpc>
                <a:spcPct val="90000"/>
              </a:lnSpc>
              <a:spcBef>
                <a:spcPct val="0"/>
              </a:spcBef>
              <a:spcAft>
                <a:spcPct val="15000"/>
              </a:spcAft>
              <a:buChar char="•"/>
            </a:pPr>
            <a:r>
              <a:rPr lang="en-US" sz="1270" kern="1200" dirty="0" smtClean="0">
                <a:latin typeface="+mj-lt"/>
              </a:rPr>
              <a:t>Task description</a:t>
            </a:r>
            <a:endParaRPr lang="en-US" sz="1270" kern="1200" dirty="0">
              <a:latin typeface="+mj-lt"/>
            </a:endParaRPr>
          </a:p>
        </p:txBody>
      </p:sp>
      <p:sp>
        <p:nvSpPr>
          <p:cNvPr id="117" name="Rectangle 116"/>
          <p:cNvSpPr/>
          <p:nvPr/>
        </p:nvSpPr>
        <p:spPr>
          <a:xfrm>
            <a:off x="5204763" y="4944952"/>
            <a:ext cx="1413066" cy="706364"/>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sp>
      <p:sp>
        <p:nvSpPr>
          <p:cNvPr id="118" name="Rectangle 117"/>
          <p:cNvSpPr/>
          <p:nvPr/>
        </p:nvSpPr>
        <p:spPr>
          <a:xfrm>
            <a:off x="5204763" y="4944952"/>
            <a:ext cx="1413066" cy="706364"/>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4975" tIns="14975" rIns="14975" bIns="14975" numCol="1" spcCol="1270" anchor="ctr" anchorCtr="0">
            <a:noAutofit/>
          </a:bodyPr>
          <a:lstStyle/>
          <a:p>
            <a:pPr lvl="0" algn="ctr" defTabSz="1155700">
              <a:lnSpc>
                <a:spcPct val="90000"/>
              </a:lnSpc>
              <a:spcBef>
                <a:spcPct val="0"/>
              </a:spcBef>
              <a:spcAft>
                <a:spcPct val="35000"/>
              </a:spcAft>
            </a:pPr>
            <a:r>
              <a:rPr lang="en-US" sz="1815" b="1" kern="1200" dirty="0" smtClean="0">
                <a:solidFill>
                  <a:schemeClr val="accent3"/>
                </a:solidFill>
                <a:latin typeface="+mj-lt"/>
              </a:rPr>
              <a:t>Step 3</a:t>
            </a:r>
            <a:br>
              <a:rPr lang="en-US" sz="1815" b="1" kern="1200" dirty="0" smtClean="0">
                <a:solidFill>
                  <a:schemeClr val="accent3"/>
                </a:solidFill>
                <a:latin typeface="+mj-lt"/>
              </a:rPr>
            </a:br>
            <a:r>
              <a:rPr lang="en-US" sz="1815" b="1" kern="1200" dirty="0" smtClean="0">
                <a:solidFill>
                  <a:schemeClr val="accent3"/>
                </a:solidFill>
                <a:latin typeface="+mj-lt"/>
              </a:rPr>
              <a:t>Title</a:t>
            </a:r>
            <a:endParaRPr lang="en-US" sz="1815" b="1" kern="1200" dirty="0">
              <a:solidFill>
                <a:schemeClr val="accent3"/>
              </a:solidFill>
              <a:latin typeface="+mj-lt"/>
            </a:endParaRPr>
          </a:p>
        </p:txBody>
      </p:sp>
    </p:spTree>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mtClean="0"/>
              <a:t>Process charts</a:t>
            </a:r>
            <a:br>
              <a:rPr lang="en-GB" smtClean="0"/>
            </a:br>
            <a:br>
              <a:rPr lang="en-GB" smtClean="0"/>
            </a:br>
            <a:endParaRPr lang="en-GB" b="0" i="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3" name="Group 2"/>
          <p:cNvGrpSpPr/>
          <p:nvPr/>
        </p:nvGrpSpPr>
        <p:grpSpPr>
          <a:xfrm>
            <a:off x="1730194" y="2298708"/>
            <a:ext cx="8701068" cy="2959215"/>
            <a:chOff x="533399" y="2534326"/>
            <a:chExt cx="9592927" cy="3262535"/>
          </a:xfrm>
        </p:grpSpPr>
        <p:sp>
          <p:nvSpPr>
            <p:cNvPr id="68" name="Parallelogram 67"/>
            <p:cNvSpPr/>
            <p:nvPr/>
          </p:nvSpPr>
          <p:spPr bwMode="ltGray">
            <a:xfrm flipH="1">
              <a:off x="3767394" y="3708623"/>
              <a:ext cx="3163482" cy="1266197"/>
            </a:xfrm>
            <a:prstGeom prst="parallelogram">
              <a:avLst>
                <a:gd name="adj" fmla="val 109748"/>
              </a:avLst>
            </a:prstGeom>
            <a:solidFill>
              <a:srgbClr val="808B9E"/>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nvGrpSpPr>
            <p:cNvPr id="57" name="Group 56"/>
            <p:cNvGrpSpPr/>
            <p:nvPr/>
          </p:nvGrpSpPr>
          <p:grpSpPr>
            <a:xfrm>
              <a:off x="533399" y="2534326"/>
              <a:ext cx="9592927" cy="3262535"/>
              <a:chOff x="2567721" y="2484438"/>
              <a:chExt cx="7536717" cy="2747039"/>
            </a:xfrm>
          </p:grpSpPr>
          <p:grpSp>
            <p:nvGrpSpPr>
              <p:cNvPr id="58" name="Group 18"/>
              <p:cNvGrpSpPr/>
              <p:nvPr/>
            </p:nvGrpSpPr>
            <p:grpSpPr bwMode="auto">
              <a:xfrm>
                <a:off x="2567721" y="3753514"/>
                <a:ext cx="3508375" cy="1477963"/>
                <a:chOff x="2409" y="3486"/>
                <a:chExt cx="2178" cy="931"/>
              </a:xfrm>
              <a:solidFill>
                <a:srgbClr val="808B9E">
                  <a:lumMod val="20000"/>
                  <a:lumOff val="80000"/>
                </a:srgbClr>
              </a:solidFill>
            </p:grpSpPr>
            <p:sp>
              <p:nvSpPr>
                <p:cNvPr id="65" name="Freeform 15"/>
                <p:cNvSpPr/>
                <p:nvPr/>
              </p:nvSpPr>
              <p:spPr bwMode="auto">
                <a:xfrm>
                  <a:off x="2409" y="3486"/>
                  <a:ext cx="1837" cy="495"/>
                </a:xfrm>
                <a:custGeom>
                  <a:avLst/>
                  <a:gdLst/>
                  <a:ahLst/>
                  <a:cxnLst>
                    <a:cxn ang="0">
                      <a:pos x="0" y="384"/>
                    </a:cxn>
                    <a:cxn ang="0">
                      <a:pos x="1382" y="384"/>
                    </a:cxn>
                    <a:cxn ang="0">
                      <a:pos x="1719" y="40"/>
                    </a:cxn>
                    <a:cxn ang="0">
                      <a:pos x="1673" y="0"/>
                    </a:cxn>
                    <a:cxn ang="0">
                      <a:pos x="1837" y="0"/>
                    </a:cxn>
                    <a:cxn ang="0">
                      <a:pos x="1837" y="160"/>
                    </a:cxn>
                    <a:cxn ang="0">
                      <a:pos x="1786" y="103"/>
                    </a:cxn>
                    <a:cxn ang="0">
                      <a:pos x="1405" y="494"/>
                    </a:cxn>
                    <a:cxn ang="0">
                      <a:pos x="0" y="495"/>
                    </a:cxn>
                    <a:cxn ang="0">
                      <a:pos x="0" y="384"/>
                    </a:cxn>
                  </a:cxnLst>
                  <a:rect l="0" t="0" r="r" b="b"/>
                  <a:pathLst>
                    <a:path w="1837" h="495">
                      <a:moveTo>
                        <a:pt x="0" y="384"/>
                      </a:moveTo>
                      <a:lnTo>
                        <a:pt x="1382" y="384"/>
                      </a:lnTo>
                      <a:lnTo>
                        <a:pt x="1719" y="40"/>
                      </a:lnTo>
                      <a:lnTo>
                        <a:pt x="1673" y="0"/>
                      </a:lnTo>
                      <a:lnTo>
                        <a:pt x="1837" y="0"/>
                      </a:lnTo>
                      <a:lnTo>
                        <a:pt x="1837" y="160"/>
                      </a:lnTo>
                      <a:lnTo>
                        <a:pt x="1786" y="103"/>
                      </a:lnTo>
                      <a:lnTo>
                        <a:pt x="1405" y="494"/>
                      </a:lnTo>
                      <a:lnTo>
                        <a:pt x="0" y="495"/>
                      </a:lnTo>
                      <a:lnTo>
                        <a:pt x="0" y="384"/>
                      </a:lnTo>
                      <a:close/>
                    </a:path>
                  </a:pathLst>
                </a:custGeom>
                <a:solidFill>
                  <a:schemeClr val="accent5"/>
                </a:solidFill>
                <a:ln w="9525">
                  <a:noFill/>
                  <a:round/>
                </a:ln>
              </p:spPr>
              <p:txBody>
                <a:bodyPr/>
                <a:lstStyle/>
                <a:p>
                  <a:pPr marL="0" marR="0" lvl="0" indent="0" defTabSz="914400" eaLnBrk="1" fontAlgn="auto" latinLnBrk="0" hangingPunct="1">
                    <a:lnSpc>
                      <a:spcPct val="100000"/>
                    </a:lnSpc>
                    <a:spcAft>
                      <a:spcPts val="400"/>
                    </a:spcAft>
                    <a:buClrTx/>
                    <a:buSzTx/>
                    <a:buFontTx/>
                    <a:buNone/>
                    <a:defRPr/>
                  </a:pPr>
                  <a:endParaRPr kumimoji="0" lang="en-US" sz="1090" i="0"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endParaRPr>
                </a:p>
              </p:txBody>
            </p:sp>
            <p:sp>
              <p:nvSpPr>
                <p:cNvPr id="66" name="Freeform 16"/>
                <p:cNvSpPr/>
                <p:nvPr/>
              </p:nvSpPr>
              <p:spPr bwMode="auto">
                <a:xfrm>
                  <a:off x="2412" y="3648"/>
                  <a:ext cx="1991" cy="552"/>
                </a:xfrm>
                <a:custGeom>
                  <a:avLst/>
                  <a:gdLst/>
                  <a:ahLst/>
                  <a:cxnLst>
                    <a:cxn ang="0">
                      <a:pos x="0" y="450"/>
                    </a:cxn>
                    <a:cxn ang="0">
                      <a:pos x="1474" y="447"/>
                    </a:cxn>
                    <a:cxn ang="0">
                      <a:pos x="1872" y="40"/>
                    </a:cxn>
                    <a:cxn ang="0">
                      <a:pos x="1833" y="0"/>
                    </a:cxn>
                    <a:cxn ang="0">
                      <a:pos x="1991" y="0"/>
                    </a:cxn>
                    <a:cxn ang="0">
                      <a:pos x="1991" y="160"/>
                    </a:cxn>
                    <a:cxn ang="0">
                      <a:pos x="1940" y="109"/>
                    </a:cxn>
                    <a:cxn ang="0">
                      <a:pos x="1502" y="551"/>
                    </a:cxn>
                    <a:cxn ang="0">
                      <a:pos x="0" y="552"/>
                    </a:cxn>
                    <a:cxn ang="0">
                      <a:pos x="0" y="450"/>
                    </a:cxn>
                  </a:cxnLst>
                  <a:rect l="0" t="0" r="r" b="b"/>
                  <a:pathLst>
                    <a:path w="1991" h="552">
                      <a:moveTo>
                        <a:pt x="0" y="450"/>
                      </a:moveTo>
                      <a:lnTo>
                        <a:pt x="1474" y="447"/>
                      </a:lnTo>
                      <a:lnTo>
                        <a:pt x="1872" y="40"/>
                      </a:lnTo>
                      <a:lnTo>
                        <a:pt x="1833" y="0"/>
                      </a:lnTo>
                      <a:lnTo>
                        <a:pt x="1991" y="0"/>
                      </a:lnTo>
                      <a:lnTo>
                        <a:pt x="1991" y="160"/>
                      </a:lnTo>
                      <a:lnTo>
                        <a:pt x="1940" y="109"/>
                      </a:lnTo>
                      <a:lnTo>
                        <a:pt x="1502" y="551"/>
                      </a:lnTo>
                      <a:lnTo>
                        <a:pt x="0" y="552"/>
                      </a:lnTo>
                      <a:lnTo>
                        <a:pt x="0" y="450"/>
                      </a:lnTo>
                      <a:close/>
                    </a:path>
                  </a:pathLst>
                </a:custGeom>
                <a:solidFill>
                  <a:schemeClr val="accent5"/>
                </a:solidFill>
                <a:ln w="9525">
                  <a:noFill/>
                  <a:round/>
                </a:ln>
              </p:spPr>
              <p:txBody>
                <a:bodyPr/>
                <a:lstStyle/>
                <a:p>
                  <a:pPr marL="0" marR="0" lvl="0" indent="0" defTabSz="914400" eaLnBrk="1" fontAlgn="auto" latinLnBrk="0" hangingPunct="1">
                    <a:lnSpc>
                      <a:spcPct val="100000"/>
                    </a:lnSpc>
                    <a:spcAft>
                      <a:spcPts val="400"/>
                    </a:spcAft>
                    <a:buClrTx/>
                    <a:buSzTx/>
                    <a:buFontTx/>
                    <a:buNone/>
                    <a:defRPr/>
                  </a:pPr>
                  <a:endParaRPr kumimoji="0" lang="en-US" sz="1090" i="0"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endParaRPr>
                </a:p>
              </p:txBody>
            </p:sp>
            <p:sp>
              <p:nvSpPr>
                <p:cNvPr id="67" name="Freeform 17"/>
                <p:cNvSpPr/>
                <p:nvPr/>
              </p:nvSpPr>
              <p:spPr bwMode="auto">
                <a:xfrm>
                  <a:off x="2409" y="3816"/>
                  <a:ext cx="2178" cy="601"/>
                </a:xfrm>
                <a:custGeom>
                  <a:avLst/>
                  <a:gdLst/>
                  <a:ahLst/>
                  <a:cxnLst>
                    <a:cxn ang="0">
                      <a:pos x="0" y="486"/>
                    </a:cxn>
                    <a:cxn ang="0">
                      <a:pos x="1575" y="487"/>
                    </a:cxn>
                    <a:cxn ang="0">
                      <a:pos x="2040" y="44"/>
                    </a:cxn>
                    <a:cxn ang="0">
                      <a:pos x="1994" y="0"/>
                    </a:cxn>
                    <a:cxn ang="0">
                      <a:pos x="2178" y="0"/>
                    </a:cxn>
                    <a:cxn ang="0">
                      <a:pos x="2178" y="175"/>
                    </a:cxn>
                    <a:cxn ang="0">
                      <a:pos x="2118" y="119"/>
                    </a:cxn>
                    <a:cxn ang="0">
                      <a:pos x="1607" y="601"/>
                    </a:cxn>
                    <a:cxn ang="0">
                      <a:pos x="0" y="600"/>
                    </a:cxn>
                    <a:cxn ang="0">
                      <a:pos x="0" y="486"/>
                    </a:cxn>
                  </a:cxnLst>
                  <a:rect l="0" t="0" r="r" b="b"/>
                  <a:pathLst>
                    <a:path w="2178" h="601">
                      <a:moveTo>
                        <a:pt x="0" y="486"/>
                      </a:moveTo>
                      <a:lnTo>
                        <a:pt x="1575" y="487"/>
                      </a:lnTo>
                      <a:lnTo>
                        <a:pt x="2040" y="44"/>
                      </a:lnTo>
                      <a:lnTo>
                        <a:pt x="1994" y="0"/>
                      </a:lnTo>
                      <a:lnTo>
                        <a:pt x="2178" y="0"/>
                      </a:lnTo>
                      <a:lnTo>
                        <a:pt x="2178" y="175"/>
                      </a:lnTo>
                      <a:lnTo>
                        <a:pt x="2118" y="119"/>
                      </a:lnTo>
                      <a:lnTo>
                        <a:pt x="1607" y="601"/>
                      </a:lnTo>
                      <a:lnTo>
                        <a:pt x="0" y="600"/>
                      </a:lnTo>
                      <a:lnTo>
                        <a:pt x="0" y="486"/>
                      </a:lnTo>
                      <a:close/>
                    </a:path>
                  </a:pathLst>
                </a:custGeom>
                <a:solidFill>
                  <a:schemeClr val="accent5"/>
                </a:solidFill>
                <a:ln w="9525">
                  <a:noFill/>
                  <a:round/>
                </a:ln>
              </p:spPr>
              <p:txBody>
                <a:bodyPr/>
                <a:lstStyle/>
                <a:p>
                  <a:pPr marL="0" marR="0" lvl="0" indent="0" defTabSz="914400" eaLnBrk="1" fontAlgn="auto" latinLnBrk="0" hangingPunct="1">
                    <a:lnSpc>
                      <a:spcPct val="100000"/>
                    </a:lnSpc>
                    <a:spcAft>
                      <a:spcPts val="400"/>
                    </a:spcAft>
                    <a:buClrTx/>
                    <a:buSzTx/>
                    <a:buFontTx/>
                    <a:buNone/>
                    <a:defRPr/>
                  </a:pPr>
                  <a:endParaRPr kumimoji="0" lang="en-US" sz="1090" i="0"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endParaRPr>
                </a:p>
              </p:txBody>
            </p:sp>
          </p:grpSp>
          <p:grpSp>
            <p:nvGrpSpPr>
              <p:cNvPr id="59" name="Group 19"/>
              <p:cNvGrpSpPr/>
              <p:nvPr/>
            </p:nvGrpSpPr>
            <p:grpSpPr bwMode="auto">
              <a:xfrm rot="10800000">
                <a:off x="6596063" y="2767013"/>
                <a:ext cx="3508375" cy="1477962"/>
                <a:chOff x="2409" y="3486"/>
                <a:chExt cx="2178" cy="931"/>
              </a:xfrm>
            </p:grpSpPr>
            <p:sp>
              <p:nvSpPr>
                <p:cNvPr id="62" name="Freeform 20"/>
                <p:cNvSpPr/>
                <p:nvPr/>
              </p:nvSpPr>
              <p:spPr bwMode="auto">
                <a:xfrm>
                  <a:off x="2409" y="3486"/>
                  <a:ext cx="1837" cy="495"/>
                </a:xfrm>
                <a:custGeom>
                  <a:avLst/>
                  <a:gdLst/>
                  <a:ahLst/>
                  <a:cxnLst>
                    <a:cxn ang="0">
                      <a:pos x="0" y="384"/>
                    </a:cxn>
                    <a:cxn ang="0">
                      <a:pos x="1382" y="384"/>
                    </a:cxn>
                    <a:cxn ang="0">
                      <a:pos x="1719" y="40"/>
                    </a:cxn>
                    <a:cxn ang="0">
                      <a:pos x="1673" y="0"/>
                    </a:cxn>
                    <a:cxn ang="0">
                      <a:pos x="1837" y="0"/>
                    </a:cxn>
                    <a:cxn ang="0">
                      <a:pos x="1837" y="160"/>
                    </a:cxn>
                    <a:cxn ang="0">
                      <a:pos x="1786" y="103"/>
                    </a:cxn>
                    <a:cxn ang="0">
                      <a:pos x="1405" y="494"/>
                    </a:cxn>
                    <a:cxn ang="0">
                      <a:pos x="0" y="495"/>
                    </a:cxn>
                    <a:cxn ang="0">
                      <a:pos x="0" y="384"/>
                    </a:cxn>
                  </a:cxnLst>
                  <a:rect l="0" t="0" r="r" b="b"/>
                  <a:pathLst>
                    <a:path w="1837" h="495">
                      <a:moveTo>
                        <a:pt x="0" y="384"/>
                      </a:moveTo>
                      <a:lnTo>
                        <a:pt x="1382" y="384"/>
                      </a:lnTo>
                      <a:lnTo>
                        <a:pt x="1719" y="40"/>
                      </a:lnTo>
                      <a:lnTo>
                        <a:pt x="1673" y="0"/>
                      </a:lnTo>
                      <a:lnTo>
                        <a:pt x="1837" y="0"/>
                      </a:lnTo>
                      <a:lnTo>
                        <a:pt x="1837" y="160"/>
                      </a:lnTo>
                      <a:lnTo>
                        <a:pt x="1786" y="103"/>
                      </a:lnTo>
                      <a:lnTo>
                        <a:pt x="1405" y="494"/>
                      </a:lnTo>
                      <a:lnTo>
                        <a:pt x="0" y="495"/>
                      </a:lnTo>
                      <a:lnTo>
                        <a:pt x="0" y="384"/>
                      </a:lnTo>
                      <a:close/>
                    </a:path>
                  </a:pathLst>
                </a:custGeom>
                <a:solidFill>
                  <a:srgbClr val="1450B8"/>
                </a:solidFill>
                <a:ln w="9525">
                  <a:noFill/>
                  <a:round/>
                </a:ln>
              </p:spPr>
              <p:txBody>
                <a:bodyPr/>
                <a:lstStyle/>
                <a:p>
                  <a:pPr marL="0" marR="0" lvl="0" indent="0" defTabSz="914400" eaLnBrk="1" fontAlgn="auto" latinLnBrk="0" hangingPunct="1">
                    <a:lnSpc>
                      <a:spcPct val="100000"/>
                    </a:lnSpc>
                    <a:spcAft>
                      <a:spcPts val="400"/>
                    </a:spcAft>
                    <a:buClrTx/>
                    <a:buSzTx/>
                    <a:buFontTx/>
                    <a:buNone/>
                    <a:defRPr/>
                  </a:pPr>
                  <a:endParaRPr kumimoji="0" lang="en-US" sz="1090" i="0"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endParaRPr>
                </a:p>
              </p:txBody>
            </p:sp>
            <p:sp>
              <p:nvSpPr>
                <p:cNvPr id="63" name="Freeform 21"/>
                <p:cNvSpPr/>
                <p:nvPr/>
              </p:nvSpPr>
              <p:spPr bwMode="auto">
                <a:xfrm>
                  <a:off x="2412" y="3648"/>
                  <a:ext cx="1991" cy="552"/>
                </a:xfrm>
                <a:custGeom>
                  <a:avLst/>
                  <a:gdLst/>
                  <a:ahLst/>
                  <a:cxnLst>
                    <a:cxn ang="0">
                      <a:pos x="0" y="450"/>
                    </a:cxn>
                    <a:cxn ang="0">
                      <a:pos x="1474" y="447"/>
                    </a:cxn>
                    <a:cxn ang="0">
                      <a:pos x="1872" y="40"/>
                    </a:cxn>
                    <a:cxn ang="0">
                      <a:pos x="1833" y="0"/>
                    </a:cxn>
                    <a:cxn ang="0">
                      <a:pos x="1991" y="0"/>
                    </a:cxn>
                    <a:cxn ang="0">
                      <a:pos x="1991" y="160"/>
                    </a:cxn>
                    <a:cxn ang="0">
                      <a:pos x="1940" y="109"/>
                    </a:cxn>
                    <a:cxn ang="0">
                      <a:pos x="1502" y="551"/>
                    </a:cxn>
                    <a:cxn ang="0">
                      <a:pos x="0" y="552"/>
                    </a:cxn>
                    <a:cxn ang="0">
                      <a:pos x="0" y="450"/>
                    </a:cxn>
                  </a:cxnLst>
                  <a:rect l="0" t="0" r="r" b="b"/>
                  <a:pathLst>
                    <a:path w="1991" h="552">
                      <a:moveTo>
                        <a:pt x="0" y="450"/>
                      </a:moveTo>
                      <a:lnTo>
                        <a:pt x="1474" y="447"/>
                      </a:lnTo>
                      <a:lnTo>
                        <a:pt x="1872" y="40"/>
                      </a:lnTo>
                      <a:lnTo>
                        <a:pt x="1833" y="0"/>
                      </a:lnTo>
                      <a:lnTo>
                        <a:pt x="1991" y="0"/>
                      </a:lnTo>
                      <a:lnTo>
                        <a:pt x="1991" y="160"/>
                      </a:lnTo>
                      <a:lnTo>
                        <a:pt x="1940" y="109"/>
                      </a:lnTo>
                      <a:lnTo>
                        <a:pt x="1502" y="551"/>
                      </a:lnTo>
                      <a:lnTo>
                        <a:pt x="0" y="552"/>
                      </a:lnTo>
                      <a:lnTo>
                        <a:pt x="0" y="450"/>
                      </a:lnTo>
                      <a:close/>
                    </a:path>
                  </a:pathLst>
                </a:custGeom>
                <a:solidFill>
                  <a:srgbClr val="1450B8"/>
                </a:solidFill>
                <a:ln w="9525">
                  <a:noFill/>
                  <a:round/>
                </a:ln>
              </p:spPr>
              <p:txBody>
                <a:bodyPr/>
                <a:lstStyle/>
                <a:p>
                  <a:pPr marL="0" marR="0" lvl="0" indent="0" defTabSz="914400" eaLnBrk="1" fontAlgn="auto" latinLnBrk="0" hangingPunct="1">
                    <a:lnSpc>
                      <a:spcPct val="100000"/>
                    </a:lnSpc>
                    <a:spcAft>
                      <a:spcPts val="400"/>
                    </a:spcAft>
                    <a:buClrTx/>
                    <a:buSzTx/>
                    <a:buFontTx/>
                    <a:buNone/>
                    <a:defRPr/>
                  </a:pPr>
                  <a:endParaRPr kumimoji="0" lang="en-US" sz="1090" i="0"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endParaRPr>
                </a:p>
              </p:txBody>
            </p:sp>
            <p:sp>
              <p:nvSpPr>
                <p:cNvPr id="64" name="Freeform 22"/>
                <p:cNvSpPr/>
                <p:nvPr/>
              </p:nvSpPr>
              <p:spPr bwMode="auto">
                <a:xfrm>
                  <a:off x="2409" y="3816"/>
                  <a:ext cx="2178" cy="601"/>
                </a:xfrm>
                <a:custGeom>
                  <a:avLst/>
                  <a:gdLst/>
                  <a:ahLst/>
                  <a:cxnLst>
                    <a:cxn ang="0">
                      <a:pos x="0" y="486"/>
                    </a:cxn>
                    <a:cxn ang="0">
                      <a:pos x="1575" y="487"/>
                    </a:cxn>
                    <a:cxn ang="0">
                      <a:pos x="2040" y="44"/>
                    </a:cxn>
                    <a:cxn ang="0">
                      <a:pos x="1994" y="0"/>
                    </a:cxn>
                    <a:cxn ang="0">
                      <a:pos x="2178" y="0"/>
                    </a:cxn>
                    <a:cxn ang="0">
                      <a:pos x="2178" y="175"/>
                    </a:cxn>
                    <a:cxn ang="0">
                      <a:pos x="2118" y="119"/>
                    </a:cxn>
                    <a:cxn ang="0">
                      <a:pos x="1607" y="601"/>
                    </a:cxn>
                    <a:cxn ang="0">
                      <a:pos x="0" y="600"/>
                    </a:cxn>
                    <a:cxn ang="0">
                      <a:pos x="0" y="486"/>
                    </a:cxn>
                  </a:cxnLst>
                  <a:rect l="0" t="0" r="r" b="b"/>
                  <a:pathLst>
                    <a:path w="2178" h="601">
                      <a:moveTo>
                        <a:pt x="0" y="486"/>
                      </a:moveTo>
                      <a:lnTo>
                        <a:pt x="1575" y="487"/>
                      </a:lnTo>
                      <a:lnTo>
                        <a:pt x="2040" y="44"/>
                      </a:lnTo>
                      <a:lnTo>
                        <a:pt x="1994" y="0"/>
                      </a:lnTo>
                      <a:lnTo>
                        <a:pt x="2178" y="0"/>
                      </a:lnTo>
                      <a:lnTo>
                        <a:pt x="2178" y="175"/>
                      </a:lnTo>
                      <a:lnTo>
                        <a:pt x="2118" y="119"/>
                      </a:lnTo>
                      <a:lnTo>
                        <a:pt x="1607" y="601"/>
                      </a:lnTo>
                      <a:lnTo>
                        <a:pt x="0" y="600"/>
                      </a:lnTo>
                      <a:lnTo>
                        <a:pt x="0" y="486"/>
                      </a:lnTo>
                      <a:close/>
                    </a:path>
                  </a:pathLst>
                </a:custGeom>
                <a:solidFill>
                  <a:srgbClr val="1450B8"/>
                </a:solidFill>
                <a:ln w="9525">
                  <a:noFill/>
                  <a:round/>
                </a:ln>
              </p:spPr>
              <p:txBody>
                <a:bodyPr/>
                <a:lstStyle/>
                <a:p>
                  <a:pPr marL="0" marR="0" lvl="0" indent="0" defTabSz="914400" eaLnBrk="1" fontAlgn="auto" latinLnBrk="0" hangingPunct="1">
                    <a:lnSpc>
                      <a:spcPct val="100000"/>
                    </a:lnSpc>
                    <a:spcAft>
                      <a:spcPts val="400"/>
                    </a:spcAft>
                    <a:buClrTx/>
                    <a:buSzTx/>
                    <a:buFontTx/>
                    <a:buNone/>
                    <a:defRPr/>
                  </a:pPr>
                  <a:endParaRPr kumimoji="0" lang="en-US" sz="1090" i="0"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endParaRPr>
                </a:p>
              </p:txBody>
            </p:sp>
          </p:grpSp>
          <p:sp>
            <p:nvSpPr>
              <p:cNvPr id="60" name="Text Box 11"/>
              <p:cNvSpPr txBox="1">
                <a:spLocks noChangeArrowheads="1"/>
              </p:cNvSpPr>
              <p:nvPr/>
            </p:nvSpPr>
            <p:spPr bwMode="auto">
              <a:xfrm>
                <a:off x="2567721" y="4075113"/>
                <a:ext cx="2127250" cy="155031"/>
              </a:xfrm>
              <a:prstGeom prst="rect">
                <a:avLst/>
              </a:prstGeom>
              <a:noFill/>
              <a:ln w="9525" algn="ctr">
                <a:noFill/>
                <a:miter lim="800000"/>
              </a:ln>
              <a:effectLst/>
            </p:spPr>
            <p:txBody>
              <a:bodyPr lIns="0" tIns="0" rIns="0" bIns="0">
                <a:spAutoFit/>
              </a:bodyPr>
              <a:lstStyle/>
              <a:p>
                <a:pPr marL="184150" marR="0" lvl="0" indent="-184150" defTabSz="995680" eaLnBrk="1" fontAlgn="auto" latinLnBrk="0" hangingPunct="1">
                  <a:lnSpc>
                    <a:spcPct val="100000"/>
                  </a:lnSpc>
                  <a:spcAft>
                    <a:spcPts val="400"/>
                  </a:spcAft>
                  <a:buClrTx/>
                  <a:buSzTx/>
                  <a:buFont typeface="EYInterstate" pitchFamily="2" charset="0"/>
                  <a:buNone/>
                  <a:defRPr/>
                </a:pPr>
                <a:r>
                  <a:rPr kumimoji="0" lang="en-GB" sz="1090" b="1"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rPr>
                  <a:t>Text</a:t>
                </a:r>
                <a:endParaRPr kumimoji="0" lang="en-GB" sz="1090" b="1"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endParaRPr>
              </a:p>
            </p:txBody>
          </p:sp>
          <p:sp>
            <p:nvSpPr>
              <p:cNvPr id="61" name="Text Box 11"/>
              <p:cNvSpPr txBox="1">
                <a:spLocks noChangeArrowheads="1"/>
              </p:cNvSpPr>
              <p:nvPr/>
            </p:nvSpPr>
            <p:spPr bwMode="auto">
              <a:xfrm>
                <a:off x="7975600" y="2484438"/>
                <a:ext cx="2127250" cy="155031"/>
              </a:xfrm>
              <a:prstGeom prst="rect">
                <a:avLst/>
              </a:prstGeom>
              <a:noFill/>
              <a:ln w="9525" algn="ctr">
                <a:noFill/>
                <a:miter lim="800000"/>
              </a:ln>
              <a:effectLst/>
            </p:spPr>
            <p:txBody>
              <a:bodyPr lIns="0" tIns="0" rIns="0" bIns="0">
                <a:spAutoFit/>
              </a:bodyPr>
              <a:lstStyle/>
              <a:p>
                <a:pPr marL="184150" marR="0" lvl="0" indent="-184150" algn="r" defTabSz="995680" eaLnBrk="1" fontAlgn="auto" latinLnBrk="0" hangingPunct="1">
                  <a:lnSpc>
                    <a:spcPct val="100000"/>
                  </a:lnSpc>
                  <a:spcAft>
                    <a:spcPts val="400"/>
                  </a:spcAft>
                  <a:buClrTx/>
                  <a:buSzTx/>
                  <a:buFont typeface="EYInterstate" pitchFamily="2" charset="0"/>
                  <a:buNone/>
                  <a:defRPr/>
                </a:pPr>
                <a:r>
                  <a:rPr kumimoji="0" lang="en-GB" sz="1090" b="1"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rPr>
                  <a:t>Text</a:t>
                </a:r>
                <a:endParaRPr kumimoji="0" lang="en-GB" sz="1090" b="1"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endParaRPr>
              </a:p>
            </p:txBody>
          </p:sp>
        </p:grpSp>
      </p:grpSp>
    </p:spTree>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 name="AutoShape 4"/>
          <p:cNvSpPr>
            <a:spLocks noChangeArrowheads="1"/>
          </p:cNvSpPr>
          <p:nvPr/>
        </p:nvSpPr>
        <p:spPr bwMode="auto">
          <a:xfrm rot="16200000" flipV="1">
            <a:off x="6769322" y="3614135"/>
            <a:ext cx="1240953" cy="495515"/>
          </a:xfrm>
          <a:prstGeom prst="upArrow">
            <a:avLst>
              <a:gd name="adj1" fmla="val 45825"/>
              <a:gd name="adj2" fmla="val 62102"/>
            </a:avLst>
          </a:prstGeom>
          <a:solidFill>
            <a:schemeClr val="tx2"/>
          </a:solidFill>
          <a:ln w="6350">
            <a:noFill/>
            <a:miter lim="800000"/>
            <a:headEnd type="none" w="sm" len="sm"/>
            <a:tailEnd type="none" w="sm" len="sm"/>
          </a:ln>
        </p:spPr>
        <p:txBody>
          <a:bodyPr wrap="none"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US" sz="1635" b="0" i="0" u="none" strike="noStrike" kern="0" cap="none" spc="0" normalizeH="0" baseline="0" noProof="0" smtClean="0">
              <a:ln>
                <a:noFill/>
              </a:ln>
              <a:solidFill>
                <a:sysClr val="windowText" lastClr="000000"/>
              </a:solidFill>
              <a:effectLst/>
              <a:uLnTx/>
              <a:uFillTx/>
              <a:latin typeface="+mj-lt"/>
            </a:endParaRPr>
          </a:p>
        </p:txBody>
      </p:sp>
      <p:sp>
        <p:nvSpPr>
          <p:cNvPr id="23" name="Oval 22"/>
          <p:cNvSpPr/>
          <p:nvPr/>
        </p:nvSpPr>
        <p:spPr bwMode="gray">
          <a:xfrm>
            <a:off x="6948467" y="3455772"/>
            <a:ext cx="262185" cy="812239"/>
          </a:xfrm>
          <a:prstGeom prst="ellipse">
            <a:avLst/>
          </a:prstGeom>
          <a:solidFill>
            <a:schemeClr val="bg2"/>
          </a:solidFill>
          <a:ln w="9525">
            <a:noFill/>
            <a:round/>
          </a:ln>
        </p:spPr>
        <p:txBody>
          <a:bodyPr rtlCol="0" anchor="ctr"/>
          <a:lstStyle/>
          <a:p>
            <a:pPr algn="ctr"/>
            <a:endParaRPr lang="en-GB" sz="1815"/>
          </a:p>
        </p:txBody>
      </p:sp>
      <p:sp>
        <p:nvSpPr>
          <p:cNvPr id="2" name="Title 1"/>
          <p:cNvSpPr>
            <a:spLocks noGrp="1"/>
          </p:cNvSpPr>
          <p:nvPr>
            <p:ph type="title"/>
          </p:nvPr>
        </p:nvSpPr>
        <p:spPr/>
        <p:txBody>
          <a:bodyPr/>
          <a:lstStyle/>
          <a:p>
            <a:r>
              <a:rPr lang="en-GB" dirty="0" smtClean="0"/>
              <a:t>Process charts</a:t>
            </a:r>
            <a:br>
              <a:rPr lang="en-GB" dirty="0" smtClean="0"/>
            </a:br>
            <a:r>
              <a:rPr lang="en-GB" b="0" i="0" dirty="0" smtClean="0"/>
              <a:t>Funnel</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320" name="Freeform 6"/>
          <p:cNvSpPr/>
          <p:nvPr/>
        </p:nvSpPr>
        <p:spPr bwMode="auto">
          <a:xfrm>
            <a:off x="3744718" y="1926777"/>
            <a:ext cx="3407290" cy="3834003"/>
          </a:xfrm>
          <a:custGeom>
            <a:avLst/>
            <a:gdLst>
              <a:gd name="connsiteX0" fmla="*/ 0 w 9995"/>
              <a:gd name="connsiteY0" fmla="*/ 9773 h 9773"/>
              <a:gd name="connsiteX1" fmla="*/ 4325 w 9995"/>
              <a:gd name="connsiteY1" fmla="*/ 6957 h 9773"/>
              <a:gd name="connsiteX2" fmla="*/ 8898 w 9995"/>
              <a:gd name="connsiteY2" fmla="*/ 6957 h 9773"/>
              <a:gd name="connsiteX3" fmla="*/ 9995 w 9995"/>
              <a:gd name="connsiteY3" fmla="*/ 4621 h 9773"/>
              <a:gd name="connsiteX4" fmla="*/ 8898 w 9995"/>
              <a:gd name="connsiteY4" fmla="*/ 2254 h 9773"/>
              <a:gd name="connsiteX5" fmla="*/ 3814 w 9995"/>
              <a:gd name="connsiteY5" fmla="*/ 2254 h 9773"/>
              <a:gd name="connsiteX6" fmla="*/ 247 w 9995"/>
              <a:gd name="connsiteY6" fmla="*/ 0 h 9773"/>
              <a:gd name="connsiteX0-1" fmla="*/ 0 w 10000"/>
              <a:gd name="connsiteY0-2" fmla="*/ 10841 h 10841"/>
              <a:gd name="connsiteX1-3" fmla="*/ 4327 w 10000"/>
              <a:gd name="connsiteY1-4" fmla="*/ 7960 h 10841"/>
              <a:gd name="connsiteX2-5" fmla="*/ 8902 w 10000"/>
              <a:gd name="connsiteY2-6" fmla="*/ 7960 h 10841"/>
              <a:gd name="connsiteX3-7" fmla="*/ 10000 w 10000"/>
              <a:gd name="connsiteY3-8" fmla="*/ 5569 h 10841"/>
              <a:gd name="connsiteX4-9" fmla="*/ 8902 w 10000"/>
              <a:gd name="connsiteY4-10" fmla="*/ 3147 h 10841"/>
              <a:gd name="connsiteX5-11" fmla="*/ 3816 w 10000"/>
              <a:gd name="connsiteY5-12" fmla="*/ 3147 h 10841"/>
              <a:gd name="connsiteX6-13" fmla="*/ 2 w 10000"/>
              <a:gd name="connsiteY6-14" fmla="*/ 0 h 10841"/>
              <a:gd name="connsiteX0-15" fmla="*/ 0 w 10000"/>
              <a:gd name="connsiteY0-16" fmla="*/ 10841 h 10841"/>
              <a:gd name="connsiteX1-17" fmla="*/ 4327 w 10000"/>
              <a:gd name="connsiteY1-18" fmla="*/ 7960 h 10841"/>
              <a:gd name="connsiteX2-19" fmla="*/ 8902 w 10000"/>
              <a:gd name="connsiteY2-20" fmla="*/ 7960 h 10841"/>
              <a:gd name="connsiteX3-21" fmla="*/ 10000 w 10000"/>
              <a:gd name="connsiteY3-22" fmla="*/ 5569 h 10841"/>
              <a:gd name="connsiteX4-23" fmla="*/ 8902 w 10000"/>
              <a:gd name="connsiteY4-24" fmla="*/ 3147 h 10841"/>
              <a:gd name="connsiteX5-25" fmla="*/ 4396 w 10000"/>
              <a:gd name="connsiteY5-26" fmla="*/ 3024 h 10841"/>
              <a:gd name="connsiteX6-27" fmla="*/ 2 w 10000"/>
              <a:gd name="connsiteY6-28" fmla="*/ 0 h 10841"/>
              <a:gd name="connsiteX0-29" fmla="*/ 0 w 10000"/>
              <a:gd name="connsiteY0-30" fmla="*/ 10718 h 10718"/>
              <a:gd name="connsiteX1-31" fmla="*/ 4327 w 10000"/>
              <a:gd name="connsiteY1-32" fmla="*/ 7837 h 10718"/>
              <a:gd name="connsiteX2-33" fmla="*/ 8902 w 10000"/>
              <a:gd name="connsiteY2-34" fmla="*/ 7837 h 10718"/>
              <a:gd name="connsiteX3-35" fmla="*/ 10000 w 10000"/>
              <a:gd name="connsiteY3-36" fmla="*/ 5446 h 10718"/>
              <a:gd name="connsiteX4-37" fmla="*/ 8902 w 10000"/>
              <a:gd name="connsiteY4-38" fmla="*/ 3024 h 10718"/>
              <a:gd name="connsiteX5-39" fmla="*/ 4396 w 10000"/>
              <a:gd name="connsiteY5-40" fmla="*/ 2901 h 10718"/>
              <a:gd name="connsiteX6-41" fmla="*/ 47 w 10000"/>
              <a:gd name="connsiteY6-42" fmla="*/ 0 h 10718"/>
              <a:gd name="connsiteX0-43" fmla="*/ 0 w 10000"/>
              <a:gd name="connsiteY0-44" fmla="*/ 10718 h 10718"/>
              <a:gd name="connsiteX1-45" fmla="*/ 4327 w 10000"/>
              <a:gd name="connsiteY1-46" fmla="*/ 7837 h 10718"/>
              <a:gd name="connsiteX2-47" fmla="*/ 8902 w 10000"/>
              <a:gd name="connsiteY2-48" fmla="*/ 7837 h 10718"/>
              <a:gd name="connsiteX3-49" fmla="*/ 10000 w 10000"/>
              <a:gd name="connsiteY3-50" fmla="*/ 5446 h 10718"/>
              <a:gd name="connsiteX4-51" fmla="*/ 8902 w 10000"/>
              <a:gd name="connsiteY4-52" fmla="*/ 3024 h 10718"/>
              <a:gd name="connsiteX5-53" fmla="*/ 4374 w 10000"/>
              <a:gd name="connsiteY5-54" fmla="*/ 2880 h 10718"/>
              <a:gd name="connsiteX6-55" fmla="*/ 47 w 10000"/>
              <a:gd name="connsiteY6-56" fmla="*/ 0 h 10718"/>
              <a:gd name="connsiteX0-57" fmla="*/ 0 w 10245"/>
              <a:gd name="connsiteY0-58" fmla="*/ 10718 h 10718"/>
              <a:gd name="connsiteX1-59" fmla="*/ 4327 w 10245"/>
              <a:gd name="connsiteY1-60" fmla="*/ 7837 h 10718"/>
              <a:gd name="connsiteX2-61" fmla="*/ 8902 w 10245"/>
              <a:gd name="connsiteY2-62" fmla="*/ 7837 h 10718"/>
              <a:gd name="connsiteX3-63" fmla="*/ 10000 w 10245"/>
              <a:gd name="connsiteY3-64" fmla="*/ 5446 h 10718"/>
              <a:gd name="connsiteX4-65" fmla="*/ 9705 w 10245"/>
              <a:gd name="connsiteY4-66" fmla="*/ 3701 h 10718"/>
              <a:gd name="connsiteX5-67" fmla="*/ 4374 w 10245"/>
              <a:gd name="connsiteY5-68" fmla="*/ 2880 h 10718"/>
              <a:gd name="connsiteX6-69" fmla="*/ 47 w 10245"/>
              <a:gd name="connsiteY6-70" fmla="*/ 0 h 10718"/>
              <a:gd name="connsiteX0-71" fmla="*/ 0 w 10203"/>
              <a:gd name="connsiteY0-72" fmla="*/ 10718 h 10718"/>
              <a:gd name="connsiteX1-73" fmla="*/ 4327 w 10203"/>
              <a:gd name="connsiteY1-74" fmla="*/ 7837 h 10718"/>
              <a:gd name="connsiteX2-75" fmla="*/ 9660 w 10203"/>
              <a:gd name="connsiteY2-76" fmla="*/ 7037 h 10718"/>
              <a:gd name="connsiteX3-77" fmla="*/ 10000 w 10203"/>
              <a:gd name="connsiteY3-78" fmla="*/ 5446 h 10718"/>
              <a:gd name="connsiteX4-79" fmla="*/ 9705 w 10203"/>
              <a:gd name="connsiteY4-80" fmla="*/ 3701 h 10718"/>
              <a:gd name="connsiteX5-81" fmla="*/ 4374 w 10203"/>
              <a:gd name="connsiteY5-82" fmla="*/ 2880 h 10718"/>
              <a:gd name="connsiteX6-83" fmla="*/ 47 w 10203"/>
              <a:gd name="connsiteY6-84" fmla="*/ 0 h 10718"/>
              <a:gd name="connsiteX0-85" fmla="*/ 0 w 10349"/>
              <a:gd name="connsiteY0-86" fmla="*/ 10718 h 10718"/>
              <a:gd name="connsiteX1-87" fmla="*/ 4327 w 10349"/>
              <a:gd name="connsiteY1-88" fmla="*/ 7837 h 10718"/>
              <a:gd name="connsiteX2-89" fmla="*/ 9660 w 10349"/>
              <a:gd name="connsiteY2-90" fmla="*/ 7037 h 10718"/>
              <a:gd name="connsiteX3-91" fmla="*/ 9705 w 10349"/>
              <a:gd name="connsiteY3-92" fmla="*/ 3701 h 10718"/>
              <a:gd name="connsiteX4-93" fmla="*/ 4374 w 10349"/>
              <a:gd name="connsiteY4-94" fmla="*/ 2880 h 10718"/>
              <a:gd name="connsiteX5-95" fmla="*/ 47 w 10349"/>
              <a:gd name="connsiteY5-96" fmla="*/ 0 h 1071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10349" h="10718">
                <a:moveTo>
                  <a:pt x="0" y="10718"/>
                </a:moveTo>
                <a:lnTo>
                  <a:pt x="4327" y="7837"/>
                </a:lnTo>
                <a:lnTo>
                  <a:pt x="9660" y="7037"/>
                </a:lnTo>
                <a:cubicBezTo>
                  <a:pt x="10556" y="6348"/>
                  <a:pt x="10586" y="4394"/>
                  <a:pt x="9705" y="3701"/>
                </a:cubicBezTo>
                <a:lnTo>
                  <a:pt x="4374" y="2880"/>
                </a:lnTo>
                <a:lnTo>
                  <a:pt x="47" y="0"/>
                </a:lnTo>
              </a:path>
            </a:pathLst>
          </a:custGeom>
          <a:noFill/>
          <a:ln w="12700" cap="flat" cmpd="sng">
            <a:solidFill>
              <a:srgbClr val="1450B8"/>
            </a:solidFill>
            <a:prstDash val="solid"/>
            <a:round/>
            <a:headEnd type="none" w="sm" len="sm"/>
            <a:tailEnd type="none" w="sm" len="sm"/>
          </a:ln>
          <a:effectLst/>
        </p:spPr>
        <p:txBody>
          <a:bodyPr wrap="square" lIns="114285" tIns="42448" rIns="81632" bIns="42448" anchor="ctr">
            <a:noAutofit/>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latin typeface="+mj-lt"/>
            </a:endParaRPr>
          </a:p>
        </p:txBody>
      </p:sp>
      <p:grpSp>
        <p:nvGrpSpPr>
          <p:cNvPr id="5" name="Group 4"/>
          <p:cNvGrpSpPr/>
          <p:nvPr/>
        </p:nvGrpSpPr>
        <p:grpSpPr>
          <a:xfrm>
            <a:off x="8129399" y="2651680"/>
            <a:ext cx="2342598" cy="3070379"/>
            <a:chOff x="7340543" y="3313633"/>
            <a:chExt cx="2582714" cy="3385093"/>
          </a:xfrm>
        </p:grpSpPr>
        <p:sp>
          <p:nvSpPr>
            <p:cNvPr id="324" name="Rectangle 10"/>
            <p:cNvSpPr>
              <a:spLocks noChangeArrowheads="1"/>
            </p:cNvSpPr>
            <p:nvPr/>
          </p:nvSpPr>
          <p:spPr bwMode="auto">
            <a:xfrm>
              <a:off x="7340543" y="3313633"/>
              <a:ext cx="2582713" cy="1835150"/>
            </a:xfrm>
            <a:prstGeom prst="rect">
              <a:avLst/>
            </a:prstGeom>
            <a:solidFill>
              <a:srgbClr val="FFFFFF"/>
            </a:solidFill>
            <a:ln w="6350">
              <a:noFill/>
              <a:miter lim="800000"/>
            </a:ln>
          </p:spPr>
          <p:txBody>
            <a:bodyPr lIns="48979" tIns="81632" rIns="81632" bIns="81632"/>
            <a:lstStyle/>
            <a:p>
              <a:pPr marR="0" lvl="0" defTabSz="762000" eaLnBrk="0" fontAlgn="auto" latinLnBrk="0" hangingPunct="0">
                <a:lnSpc>
                  <a:spcPct val="100000"/>
                </a:lnSpc>
                <a:spcBef>
                  <a:spcPct val="40000"/>
                </a:spcBef>
                <a:spcAft>
                  <a:spcPts val="0"/>
                </a:spcAft>
                <a:buClr>
                  <a:schemeClr val="tx2"/>
                </a:buClr>
                <a:buSzPct val="85000"/>
                <a:tabLst>
                  <a:tab pos="1590675" algn="l"/>
                  <a:tab pos="2047875" algn="r"/>
                </a:tabLst>
                <a:defRPr/>
              </a:pPr>
              <a:r>
                <a:rPr kumimoji="0" lang="en-GB" sz="1090" b="1" i="0" u="none" strike="noStrike" kern="0" cap="none" spc="0" normalizeH="0" baseline="0" noProof="0" dirty="0" smtClean="0">
                  <a:ln>
                    <a:noFill/>
                  </a:ln>
                  <a:solidFill>
                    <a:schemeClr val="accent1"/>
                  </a:solidFill>
                  <a:effectLst/>
                  <a:uLnTx/>
                  <a:uFillTx/>
                  <a:latin typeface="+mj-lt"/>
                </a:rPr>
                <a:t>Xxx</a:t>
              </a:r>
              <a:endParaRPr kumimoji="0" lang="en-GB" sz="1090" b="1" i="0" u="none" strike="noStrike" kern="0" cap="none" spc="0" normalizeH="0" baseline="0" noProof="0" dirty="0" smtClean="0">
                <a:ln>
                  <a:noFill/>
                </a:ln>
                <a:solidFill>
                  <a:schemeClr val="accent1"/>
                </a:solidFill>
                <a:effectLst/>
                <a:uLnTx/>
                <a:uFillTx/>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smtClean="0">
                  <a:ln>
                    <a:noFill/>
                  </a:ln>
                  <a:solidFill>
                    <a:sysClr val="windowText" lastClr="000000"/>
                  </a:solidFill>
                  <a:effectLst/>
                  <a:uLnTx/>
                  <a:uFillTx/>
                  <a:latin typeface="+mj-lt"/>
                </a:rPr>
                <a:t>Xxx</a:t>
              </a:r>
              <a:endParaRPr kumimoji="0" lang="en-GB" sz="815" b="0" i="0" u="none" strike="noStrike" kern="0" cap="none" spc="0" normalizeH="0" baseline="0" noProof="0" dirty="0" smtClean="0">
                <a:ln>
                  <a:noFill/>
                </a:ln>
                <a:solidFill>
                  <a:sysClr val="windowText" lastClr="000000"/>
                </a:solidFill>
                <a:effectLst/>
                <a:uLnTx/>
                <a:uFillTx/>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smtClean="0">
                  <a:ln>
                    <a:noFill/>
                  </a:ln>
                  <a:solidFill>
                    <a:sysClr val="windowText" lastClr="000000"/>
                  </a:solidFill>
                  <a:effectLst/>
                  <a:uLnTx/>
                  <a:uFillTx/>
                  <a:latin typeface="+mj-lt"/>
                </a:rPr>
                <a:t>Xxx</a:t>
              </a:r>
              <a:endParaRPr kumimoji="0" lang="en-GB" sz="815" b="0" i="0" u="none" strike="noStrike" kern="0" cap="none" spc="0" normalizeH="0" baseline="0" noProof="0" dirty="0" smtClean="0">
                <a:ln>
                  <a:noFill/>
                </a:ln>
                <a:solidFill>
                  <a:sysClr val="windowText" lastClr="000000"/>
                </a:solidFill>
                <a:effectLst/>
                <a:uLnTx/>
                <a:uFillTx/>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smtClean="0">
                  <a:ln>
                    <a:noFill/>
                  </a:ln>
                  <a:solidFill>
                    <a:sysClr val="windowText" lastClr="000000"/>
                  </a:solidFill>
                  <a:effectLst/>
                  <a:uLnTx/>
                  <a:uFillTx/>
                  <a:latin typeface="+mj-lt"/>
                </a:rPr>
                <a:t>Xxx</a:t>
              </a:r>
              <a:endParaRPr kumimoji="0" lang="en-GB" sz="815" b="0" i="0" u="none" strike="noStrike" kern="0" cap="none" spc="0" normalizeH="0" baseline="0" noProof="0" dirty="0" smtClean="0">
                <a:ln>
                  <a:noFill/>
                </a:ln>
                <a:solidFill>
                  <a:sysClr val="windowText" lastClr="000000"/>
                </a:solidFill>
                <a:effectLst/>
                <a:uLnTx/>
                <a:uFillTx/>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smtClean="0">
                  <a:ln>
                    <a:noFill/>
                  </a:ln>
                  <a:solidFill>
                    <a:sysClr val="windowText" lastClr="000000"/>
                  </a:solidFill>
                  <a:effectLst/>
                  <a:uLnTx/>
                  <a:uFillTx/>
                  <a:latin typeface="+mj-lt"/>
                </a:rPr>
                <a:t>Xxx</a:t>
              </a:r>
              <a:endParaRPr kumimoji="0" lang="en-GB" sz="815" b="0" i="0" u="none" strike="noStrike" kern="0" cap="none" spc="0" normalizeH="0" baseline="0" noProof="0" dirty="0" smtClean="0">
                <a:ln>
                  <a:noFill/>
                </a:ln>
                <a:solidFill>
                  <a:sysClr val="windowText" lastClr="000000"/>
                </a:solidFill>
                <a:effectLst/>
                <a:uLnTx/>
                <a:uFillTx/>
                <a:latin typeface="+mj-lt"/>
              </a:endParaRPr>
            </a:p>
          </p:txBody>
        </p:sp>
        <p:sp>
          <p:nvSpPr>
            <p:cNvPr id="326" name="Rectangle 12"/>
            <p:cNvSpPr>
              <a:spLocks noChangeArrowheads="1"/>
            </p:cNvSpPr>
            <p:nvPr/>
          </p:nvSpPr>
          <p:spPr bwMode="auto">
            <a:xfrm>
              <a:off x="7340544" y="5329119"/>
              <a:ext cx="2582713" cy="1369607"/>
            </a:xfrm>
            <a:prstGeom prst="rect">
              <a:avLst/>
            </a:prstGeom>
            <a:solidFill>
              <a:srgbClr val="FFFFFF"/>
            </a:solidFill>
            <a:ln w="6350">
              <a:noFill/>
              <a:miter lim="800000"/>
            </a:ln>
          </p:spPr>
          <p:txBody>
            <a:bodyPr lIns="48979" tIns="81632" rIns="81632" bIns="81632"/>
            <a:lstStyle/>
            <a:p>
              <a:pPr defTabSz="762000" eaLnBrk="0" hangingPunct="0">
                <a:spcBef>
                  <a:spcPct val="40000"/>
                </a:spcBef>
                <a:buClr>
                  <a:schemeClr val="tx2"/>
                </a:buClr>
                <a:buSzPct val="85000"/>
                <a:tabLst>
                  <a:tab pos="1590675" algn="l"/>
                  <a:tab pos="2047875" algn="r"/>
                </a:tabLst>
              </a:pPr>
              <a:r>
                <a:rPr lang="en-GB" sz="1270" b="1" kern="0" dirty="0" smtClean="0">
                  <a:solidFill>
                    <a:schemeClr val="accent1"/>
                  </a:solidFill>
                  <a:latin typeface="+mj-lt"/>
                </a:rPr>
                <a:t>Xxx</a:t>
              </a:r>
              <a:endParaRPr lang="en-GB" sz="1270" b="1" kern="0" dirty="0" smtClean="0">
                <a:solidFill>
                  <a:schemeClr val="accent1"/>
                </a:solidFill>
                <a:latin typeface="+mj-lt"/>
              </a:endParaRP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p:txBody>
        </p:sp>
      </p:grpSp>
      <p:sp>
        <p:nvSpPr>
          <p:cNvPr id="327" name="Rectangle 13"/>
          <p:cNvSpPr>
            <a:spLocks noChangeArrowheads="1"/>
          </p:cNvSpPr>
          <p:nvPr/>
        </p:nvSpPr>
        <p:spPr bwMode="auto">
          <a:xfrm>
            <a:off x="4032689" y="3151318"/>
            <a:ext cx="2808475" cy="1388153"/>
          </a:xfrm>
          <a:prstGeom prst="rect">
            <a:avLst/>
          </a:prstGeom>
          <a:noFill/>
          <a:ln w="6350">
            <a:noFill/>
            <a:miter lim="800000"/>
          </a:ln>
        </p:spPr>
        <p:txBody>
          <a:bodyPr lIns="114285" tIns="81632" rIns="81632" bIns="81632"/>
          <a:lstStyle/>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p:txBody>
      </p:sp>
      <p:sp>
        <p:nvSpPr>
          <p:cNvPr id="329" name="Rectangle 15"/>
          <p:cNvSpPr>
            <a:spLocks noChangeArrowheads="1"/>
          </p:cNvSpPr>
          <p:nvPr/>
        </p:nvSpPr>
        <p:spPr bwMode="auto">
          <a:xfrm>
            <a:off x="1720004" y="2225802"/>
            <a:ext cx="621030" cy="335280"/>
          </a:xfrm>
          <a:prstGeom prst="rect">
            <a:avLst/>
          </a:prstGeom>
          <a:noFill/>
          <a:ln w="6350">
            <a:noFill/>
            <a:miter lim="800000"/>
            <a:headEnd type="none" w="sm" len="sm"/>
            <a:tailEnd type="none" w="sm" len="sm"/>
          </a:ln>
        </p:spPr>
        <p:txBody>
          <a:bodyPr wrap="none" lIns="114285" tIns="42448" rIns="81632" bIns="42448">
            <a:spAutoFit/>
          </a:bodyPr>
          <a:lstStyle/>
          <a:p>
            <a:pPr marL="0" marR="0" lvl="0" indent="0" defTabSz="762000" eaLnBrk="0" fontAlgn="auto" latinLnBrk="0" hangingPunct="0">
              <a:lnSpc>
                <a:spcPct val="100000"/>
              </a:lnSpc>
              <a:spcBef>
                <a:spcPts val="0"/>
              </a:spcBef>
              <a:spcAft>
                <a:spcPts val="0"/>
              </a:spcAft>
              <a:buClrTx/>
              <a:buSzTx/>
              <a:buFontTx/>
              <a:buNone/>
              <a:defRPr/>
            </a:pPr>
            <a:r>
              <a:rPr kumimoji="0" lang="en-GB" sz="1635" b="1" u="none" strike="noStrike" kern="0" cap="none" spc="0" normalizeH="0" baseline="0" noProof="0" dirty="0" smtClean="0">
                <a:ln>
                  <a:noFill/>
                </a:ln>
                <a:solidFill>
                  <a:schemeClr val="tx2"/>
                </a:solidFill>
                <a:effectLst/>
                <a:uLnTx/>
                <a:uFillTx/>
                <a:latin typeface="+mj-lt"/>
              </a:rPr>
              <a:t>Text</a:t>
            </a:r>
            <a:endParaRPr kumimoji="0" lang="en-GB" sz="1635" b="1" u="none" strike="noStrike" kern="0" cap="none" spc="0" normalizeH="0" baseline="0" noProof="0" dirty="0" smtClean="0">
              <a:ln>
                <a:noFill/>
              </a:ln>
              <a:solidFill>
                <a:schemeClr val="tx2"/>
              </a:solidFill>
              <a:effectLst/>
              <a:uLnTx/>
              <a:uFillTx/>
              <a:latin typeface="+mj-lt"/>
            </a:endParaRPr>
          </a:p>
        </p:txBody>
      </p:sp>
      <p:sp>
        <p:nvSpPr>
          <p:cNvPr id="330" name="Rectangle 16"/>
          <p:cNvSpPr>
            <a:spLocks noChangeArrowheads="1"/>
          </p:cNvSpPr>
          <p:nvPr/>
        </p:nvSpPr>
        <p:spPr bwMode="auto">
          <a:xfrm>
            <a:off x="1799198" y="3085429"/>
            <a:ext cx="1892041" cy="326859"/>
          </a:xfrm>
          <a:prstGeom prst="rect">
            <a:avLst/>
          </a:prstGeom>
          <a:solidFill>
            <a:schemeClr val="tx2"/>
          </a:solidFill>
          <a:ln w="6350">
            <a:solidFill>
              <a:schemeClr val="accent1"/>
            </a:solidFill>
            <a:miter lim="800000"/>
          </a:ln>
        </p:spPr>
        <p:txBody>
          <a:bodyPr lIns="48979" tIns="48979" rIns="48979" bIns="48979" anchor="ctr" anchorCtr="0"/>
          <a:lstStyle/>
          <a:p>
            <a:pPr marL="0" marR="0" lvl="0" indent="0"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solidFill>
                  <a:schemeClr val="bg2"/>
                </a:solidFill>
                <a:effectLst/>
                <a:uLnTx/>
                <a:uFillTx/>
                <a:latin typeface="+mj-lt"/>
              </a:rPr>
              <a:t>xxx</a:t>
            </a:r>
            <a:endParaRPr kumimoji="0" lang="en-US" sz="815" b="1" i="0" u="none" strike="noStrike" kern="0" cap="none" spc="0" normalizeH="0" baseline="0" noProof="0" dirty="0" smtClean="0">
              <a:ln>
                <a:noFill/>
              </a:ln>
              <a:solidFill>
                <a:schemeClr val="bg2"/>
              </a:solidFill>
              <a:effectLst/>
              <a:uLnTx/>
              <a:uFillTx/>
              <a:latin typeface="+mj-lt"/>
            </a:endParaRPr>
          </a:p>
        </p:txBody>
      </p:sp>
      <p:sp>
        <p:nvSpPr>
          <p:cNvPr id="331" name="Rectangle 17"/>
          <p:cNvSpPr>
            <a:spLocks noChangeArrowheads="1"/>
          </p:cNvSpPr>
          <p:nvPr/>
        </p:nvSpPr>
        <p:spPr bwMode="auto">
          <a:xfrm>
            <a:off x="1799198" y="2585780"/>
            <a:ext cx="1892041" cy="326860"/>
          </a:xfrm>
          <a:prstGeom prst="rect">
            <a:avLst/>
          </a:prstGeom>
          <a:solidFill>
            <a:schemeClr val="tx2"/>
          </a:solidFill>
          <a:ln w="6350">
            <a:solidFill>
              <a:schemeClr val="accent1"/>
            </a:solidFill>
            <a:miter lim="800000"/>
          </a:ln>
        </p:spPr>
        <p:txBody>
          <a:bodyPr lIns="48979" tIns="48979" rIns="48979" bIns="48979" anchor="ctr" anchorCtr="0"/>
          <a:lstStyle/>
          <a:p>
            <a:pPr marL="0" marR="0" lvl="0" indent="0"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US" sz="815" b="1" i="0" u="none" strike="noStrike" kern="0" cap="none" spc="0" normalizeH="0" baseline="0" noProof="0" dirty="0" err="1" smtClean="0">
                <a:ln>
                  <a:noFill/>
                </a:ln>
                <a:solidFill>
                  <a:schemeClr val="bg2"/>
                </a:solidFill>
                <a:effectLst/>
                <a:uLnTx/>
                <a:uFillTx/>
                <a:latin typeface="+mj-lt"/>
              </a:rPr>
              <a:t>xxxx</a:t>
            </a:r>
            <a:endParaRPr kumimoji="0" lang="en-US" sz="815" b="1" i="0" u="none" strike="noStrike" kern="0" cap="none" spc="0" normalizeH="0" baseline="0" noProof="0" dirty="0" smtClean="0">
              <a:ln>
                <a:noFill/>
              </a:ln>
              <a:solidFill>
                <a:schemeClr val="bg2"/>
              </a:solidFill>
              <a:effectLst/>
              <a:uLnTx/>
              <a:uFillTx/>
              <a:latin typeface="+mj-lt"/>
            </a:endParaRPr>
          </a:p>
        </p:txBody>
      </p:sp>
      <p:sp>
        <p:nvSpPr>
          <p:cNvPr id="332" name="Rectangle 18"/>
          <p:cNvSpPr>
            <a:spLocks noChangeArrowheads="1"/>
          </p:cNvSpPr>
          <p:nvPr/>
        </p:nvSpPr>
        <p:spPr bwMode="auto">
          <a:xfrm>
            <a:off x="1799198" y="4086165"/>
            <a:ext cx="1892041" cy="326860"/>
          </a:xfrm>
          <a:prstGeom prst="rect">
            <a:avLst/>
          </a:prstGeom>
          <a:solidFill>
            <a:schemeClr val="tx2"/>
          </a:solidFill>
          <a:ln w="6350">
            <a:solidFill>
              <a:schemeClr val="accent1"/>
            </a:solidFill>
            <a:miter lim="800000"/>
          </a:ln>
        </p:spPr>
        <p:txBody>
          <a:bodyPr lIns="48979" tIns="48979" rIns="48979" bIns="48979" anchor="ctr" anchorCtr="0"/>
          <a:lstStyle/>
          <a:p>
            <a:pPr marL="0" marR="0" lvl="0" indent="0"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solidFill>
                  <a:schemeClr val="bg2"/>
                </a:solidFill>
                <a:effectLst/>
                <a:uLnTx/>
                <a:uFillTx/>
                <a:latin typeface="+mj-lt"/>
              </a:rPr>
              <a:t>xxx</a:t>
            </a:r>
            <a:endParaRPr kumimoji="0" lang="en-US" sz="815" b="1" i="0" u="none" strike="noStrike" kern="0" cap="none" spc="0" normalizeH="0" baseline="0" noProof="0" dirty="0" smtClean="0">
              <a:ln>
                <a:noFill/>
              </a:ln>
              <a:solidFill>
                <a:schemeClr val="bg2"/>
              </a:solidFill>
              <a:effectLst/>
              <a:uLnTx/>
              <a:uFillTx/>
              <a:latin typeface="+mj-lt"/>
            </a:endParaRPr>
          </a:p>
        </p:txBody>
      </p:sp>
      <p:sp>
        <p:nvSpPr>
          <p:cNvPr id="333" name="Rectangle 19"/>
          <p:cNvSpPr>
            <a:spLocks noChangeArrowheads="1"/>
          </p:cNvSpPr>
          <p:nvPr/>
        </p:nvSpPr>
        <p:spPr bwMode="auto">
          <a:xfrm>
            <a:off x="1799198" y="3586517"/>
            <a:ext cx="1892041" cy="326859"/>
          </a:xfrm>
          <a:prstGeom prst="rect">
            <a:avLst/>
          </a:prstGeom>
          <a:solidFill>
            <a:schemeClr val="tx2"/>
          </a:solidFill>
          <a:ln w="6350">
            <a:solidFill>
              <a:schemeClr val="accent1"/>
            </a:solidFill>
            <a:miter lim="800000"/>
          </a:ln>
        </p:spPr>
        <p:txBody>
          <a:bodyPr lIns="48979" tIns="48979" rIns="48979" bIns="48979" anchor="ctr" anchorCtr="0"/>
          <a:lstStyle/>
          <a:p>
            <a:pPr marL="0" marR="0" lvl="0" indent="0"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solidFill>
                  <a:schemeClr val="bg2"/>
                </a:solidFill>
                <a:effectLst/>
                <a:uLnTx/>
                <a:uFillTx/>
                <a:latin typeface="+mj-lt"/>
              </a:rPr>
              <a:t>xxx</a:t>
            </a:r>
            <a:endParaRPr kumimoji="0" lang="en-US" sz="815" b="1" i="0" u="none" strike="noStrike" kern="0" cap="none" spc="0" normalizeH="0" baseline="0" noProof="0" dirty="0" smtClean="0">
              <a:ln>
                <a:noFill/>
              </a:ln>
              <a:solidFill>
                <a:schemeClr val="bg2"/>
              </a:solidFill>
              <a:effectLst/>
              <a:uLnTx/>
              <a:uFillTx/>
              <a:latin typeface="+mj-lt"/>
            </a:endParaRPr>
          </a:p>
        </p:txBody>
      </p:sp>
      <p:sp>
        <p:nvSpPr>
          <p:cNvPr id="334" name="Rectangle 20"/>
          <p:cNvSpPr>
            <a:spLocks noChangeArrowheads="1"/>
          </p:cNvSpPr>
          <p:nvPr/>
        </p:nvSpPr>
        <p:spPr bwMode="auto">
          <a:xfrm>
            <a:off x="1799198" y="4587254"/>
            <a:ext cx="1892041" cy="326860"/>
          </a:xfrm>
          <a:prstGeom prst="rect">
            <a:avLst/>
          </a:prstGeom>
          <a:solidFill>
            <a:schemeClr val="tx2"/>
          </a:solidFill>
          <a:ln w="6350">
            <a:solidFill>
              <a:schemeClr val="accent1"/>
            </a:solidFill>
            <a:miter lim="800000"/>
          </a:ln>
        </p:spPr>
        <p:txBody>
          <a:bodyPr lIns="48979" tIns="48979" rIns="48979" bIns="48979" anchor="ctr" anchorCtr="0"/>
          <a:lstStyle/>
          <a:p>
            <a:pPr marL="0" marR="0" lvl="0" indent="0"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solidFill>
                  <a:schemeClr val="bg2"/>
                </a:solidFill>
                <a:effectLst/>
                <a:uLnTx/>
                <a:uFillTx/>
                <a:latin typeface="+mj-lt"/>
              </a:rPr>
              <a:t>xxx</a:t>
            </a:r>
            <a:endParaRPr kumimoji="0" lang="en-US" sz="815" b="1" i="0" u="none" strike="noStrike" kern="0" cap="none" spc="0" normalizeH="0" baseline="0" noProof="0" dirty="0" smtClean="0">
              <a:ln>
                <a:noFill/>
              </a:ln>
              <a:solidFill>
                <a:schemeClr val="bg2"/>
              </a:solidFill>
              <a:effectLst/>
              <a:uLnTx/>
              <a:uFillTx/>
              <a:latin typeface="+mj-lt"/>
            </a:endParaRPr>
          </a:p>
        </p:txBody>
      </p:sp>
      <p:sp>
        <p:nvSpPr>
          <p:cNvPr id="335" name="Rectangle 21"/>
          <p:cNvSpPr>
            <a:spLocks noChangeArrowheads="1"/>
          </p:cNvSpPr>
          <p:nvPr/>
        </p:nvSpPr>
        <p:spPr bwMode="auto">
          <a:xfrm>
            <a:off x="1799198" y="5088342"/>
            <a:ext cx="1892041" cy="326860"/>
          </a:xfrm>
          <a:prstGeom prst="rect">
            <a:avLst/>
          </a:prstGeom>
          <a:solidFill>
            <a:schemeClr val="tx2"/>
          </a:solidFill>
          <a:ln w="6350">
            <a:solidFill>
              <a:schemeClr val="accent1"/>
            </a:solidFill>
            <a:miter lim="800000"/>
          </a:ln>
        </p:spPr>
        <p:txBody>
          <a:bodyPr lIns="48979" tIns="48979" rIns="48979" bIns="48979" anchor="ctr" anchorCtr="0"/>
          <a:lstStyle/>
          <a:p>
            <a:pPr marL="0" marR="0" lvl="0" indent="0"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solidFill>
                  <a:schemeClr val="bg2"/>
                </a:solidFill>
                <a:effectLst/>
                <a:uLnTx/>
                <a:uFillTx/>
                <a:latin typeface="+mj-lt"/>
              </a:rPr>
              <a:t>xxx</a:t>
            </a:r>
            <a:endParaRPr kumimoji="0" lang="en-US" sz="815" b="1" i="0" u="none" strike="noStrike" kern="0" cap="none" spc="0" normalizeH="0" baseline="0" noProof="0" dirty="0" smtClean="0">
              <a:ln>
                <a:noFill/>
              </a:ln>
              <a:solidFill>
                <a:schemeClr val="bg2"/>
              </a:solidFill>
              <a:effectLst/>
              <a:uLnTx/>
              <a:uFillTx/>
              <a:latin typeface="+mj-lt"/>
            </a:endParaRPr>
          </a:p>
        </p:txBody>
      </p:sp>
      <p:sp>
        <p:nvSpPr>
          <p:cNvPr id="6" name="TextBox 5"/>
          <p:cNvSpPr txBox="1"/>
          <p:nvPr/>
        </p:nvSpPr>
        <p:spPr>
          <a:xfrm>
            <a:off x="8129398" y="2291703"/>
            <a:ext cx="2045017" cy="294077"/>
          </a:xfrm>
          <a:prstGeom prst="rect">
            <a:avLst/>
          </a:prstGeom>
          <a:noFill/>
        </p:spPr>
        <p:txBody>
          <a:bodyPr wrap="square" lIns="0" tIns="0" rIns="0" bIns="0" rtlCol="0">
            <a:noAutofit/>
          </a:bodyPr>
          <a:lstStyle/>
          <a:p>
            <a:pPr>
              <a:spcAft>
                <a:spcPts val="900"/>
              </a:spcAft>
            </a:pPr>
            <a:r>
              <a:rPr lang="en-GB" sz="1815" b="1" dirty="0" smtClean="0">
                <a:solidFill>
                  <a:schemeClr val="accent1"/>
                </a:solidFill>
                <a:latin typeface="腾讯体 W7" panose="020C08030202040F0204" pitchFamily="18" charset="-122"/>
              </a:rPr>
              <a:t>Heading/Title</a:t>
            </a:r>
            <a:endParaRPr lang="en-GB" sz="1815" b="1" dirty="0" smtClean="0">
              <a:solidFill>
                <a:schemeClr val="accent1"/>
              </a:solidFill>
              <a:latin typeface="腾讯体 W7" panose="020C08030202040F0204" pitchFamily="18" charset="-122"/>
            </a:endParaRPr>
          </a:p>
        </p:txBody>
      </p:sp>
    </p:spTree>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60739" y="1008571"/>
            <a:ext cx="2441174" cy="806858"/>
          </a:xfrm>
        </p:spPr>
        <p:txBody>
          <a:bodyPr/>
          <a:lstStyle/>
          <a:p>
            <a:r>
              <a:rPr lang="en-GB" dirty="0"/>
              <a:t>Process charts</a:t>
            </a:r>
            <a:br>
              <a:rPr lang="en-GB" dirty="0"/>
            </a:br>
            <a:r>
              <a:rPr lang="en-GB" b="0" i="0" dirty="0" smtClean="0"/>
              <a:t>Monopoly board</a:t>
            </a:r>
            <a:endParaRPr lang="en-GB" dirty="0" smtClean="0"/>
          </a:p>
        </p:txBody>
      </p:sp>
      <p:sp>
        <p:nvSpPr>
          <p:cNvPr id="7" name="Slide Number Placeholder 6"/>
          <p:cNvSpPr>
            <a:spLocks noGrp="1"/>
          </p:cNvSpPr>
          <p:nvPr>
            <p:ph type="sldNum" sz="quarter" idx="4"/>
          </p:nvPr>
        </p:nvSpPr>
        <p:spPr>
          <a:xfrm>
            <a:off x="9378315" y="6383655"/>
            <a:ext cx="2167255" cy="138430"/>
          </a:xfrm>
        </p:spPr>
        <p:txBody>
          <a:bodyPr/>
          <a:lstStyle/>
          <a:p>
            <a:fld id="{FEBD7F86-1881-4698-8703-FB80B0800997}" type="slidenum">
              <a:rPr lang="en-GB" sz="905" smtClean="0"/>
            </a:fld>
            <a:endParaRPr lang="en-GB" sz="905"/>
          </a:p>
        </p:txBody>
      </p:sp>
      <p:sp>
        <p:nvSpPr>
          <p:cNvPr id="83" name="Rectangle 4"/>
          <p:cNvSpPr>
            <a:spLocks noChangeArrowheads="1"/>
          </p:cNvSpPr>
          <p:nvPr/>
        </p:nvSpPr>
        <p:spPr bwMode="auto">
          <a:xfrm>
            <a:off x="1760738" y="1796309"/>
            <a:ext cx="2114607" cy="195940"/>
          </a:xfrm>
          <a:prstGeom prst="rect">
            <a:avLst/>
          </a:prstGeom>
          <a:noFill/>
          <a:ln w="3175">
            <a:noFill/>
            <a:miter lim="800000"/>
          </a:ln>
        </p:spPr>
        <p:txBody>
          <a:bodyPr lIns="0" tIns="0" rIns="0" bIns="0"/>
          <a:lstStyle/>
          <a:p>
            <a:pPr defTabSz="1043305" eaLnBrk="0" hangingPunct="0">
              <a:buSzTx/>
            </a:pPr>
            <a:r>
              <a:rPr lang="en-US" sz="725" dirty="0" smtClean="0">
                <a:solidFill>
                  <a:schemeClr val="tx1"/>
                </a:solidFill>
                <a:latin typeface="+mj-lt"/>
              </a:rPr>
              <a:t>Originally printed on A3 card and cut to square</a:t>
            </a:r>
            <a:endParaRPr lang="en-US" sz="725" dirty="0">
              <a:solidFill>
                <a:schemeClr val="tx1"/>
              </a:solidFill>
              <a:latin typeface="+mj-lt"/>
            </a:endParaRPr>
          </a:p>
        </p:txBody>
      </p:sp>
      <p:grpSp>
        <p:nvGrpSpPr>
          <p:cNvPr id="5" name="组合 4"/>
          <p:cNvGrpSpPr/>
          <p:nvPr/>
        </p:nvGrpSpPr>
        <p:grpSpPr>
          <a:xfrm>
            <a:off x="4202430" y="107950"/>
            <a:ext cx="6605270" cy="6355715"/>
            <a:chOff x="6618" y="170"/>
            <a:chExt cx="10402" cy="10009"/>
          </a:xfrm>
        </p:grpSpPr>
        <p:sp>
          <p:nvSpPr>
            <p:cNvPr id="14" name="AutoShape 70"/>
            <p:cNvSpPr>
              <a:spLocks noChangeAspect="1" noChangeArrowheads="1"/>
            </p:cNvSpPr>
            <p:nvPr/>
          </p:nvSpPr>
          <p:spPr bwMode="auto">
            <a:xfrm flipH="1" flipV="1">
              <a:off x="7255" y="7173"/>
              <a:ext cx="3391" cy="2795"/>
            </a:xfrm>
            <a:custGeom>
              <a:avLst/>
              <a:gdLst>
                <a:gd name="T0" fmla="*/ 0 w 21600"/>
                <a:gd name="T1" fmla="*/ 0 h 21600"/>
                <a:gd name="T2" fmla="*/ 0 w 21600"/>
                <a:gd name="T3" fmla="*/ 0 h 21600"/>
                <a:gd name="T4" fmla="*/ 0 w 21600"/>
                <a:gd name="T5" fmla="*/ 0 h 21600"/>
                <a:gd name="T6" fmla="*/ 0 w 21600"/>
                <a:gd name="T7" fmla="*/ 0 h 21600"/>
                <a:gd name="T8" fmla="*/ 0 w 21600"/>
                <a:gd name="T9" fmla="*/ 0 h 21600"/>
                <a:gd name="T10" fmla="*/ 0 w 21600"/>
                <a:gd name="T11" fmla="*/ 0 h 21600"/>
                <a:gd name="T12" fmla="*/ 0 60000 65536"/>
                <a:gd name="T13" fmla="*/ 0 60000 65536"/>
                <a:gd name="T14" fmla="*/ 0 60000 65536"/>
                <a:gd name="T15" fmla="*/ 0 60000 65536"/>
                <a:gd name="T16" fmla="*/ 0 60000 65536"/>
                <a:gd name="T17" fmla="*/ 0 60000 65536"/>
                <a:gd name="T18" fmla="*/ 3171 w 21600"/>
                <a:gd name="T19" fmla="*/ 3171 h 21600"/>
                <a:gd name="T20" fmla="*/ 18429 w 21600"/>
                <a:gd name="T21" fmla="*/ 18429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6200" y="10800"/>
                  </a:moveTo>
                  <a:cubicBezTo>
                    <a:pt x="16200" y="7817"/>
                    <a:pt x="13782" y="5400"/>
                    <a:pt x="10800" y="5400"/>
                  </a:cubicBezTo>
                  <a:cubicBezTo>
                    <a:pt x="10792" y="5399"/>
                    <a:pt x="10785" y="5400"/>
                    <a:pt x="10778" y="5400"/>
                  </a:cubicBezTo>
                  <a:lnTo>
                    <a:pt x="10757" y="0"/>
                  </a:lnTo>
                  <a:cubicBezTo>
                    <a:pt x="10771" y="0"/>
                    <a:pt x="10785" y="-1"/>
                    <a:pt x="10800" y="0"/>
                  </a:cubicBezTo>
                  <a:cubicBezTo>
                    <a:pt x="16764" y="0"/>
                    <a:pt x="21599" y="4835"/>
                    <a:pt x="21600" y="10799"/>
                  </a:cubicBezTo>
                  <a:lnTo>
                    <a:pt x="21600" y="10800"/>
                  </a:lnTo>
                  <a:lnTo>
                    <a:pt x="24300" y="10800"/>
                  </a:lnTo>
                  <a:lnTo>
                    <a:pt x="18900" y="16200"/>
                  </a:lnTo>
                  <a:lnTo>
                    <a:pt x="13500" y="10800"/>
                  </a:lnTo>
                  <a:lnTo>
                    <a:pt x="16200" y="10800"/>
                  </a:lnTo>
                  <a:close/>
                </a:path>
              </a:pathLst>
            </a:custGeom>
            <a:solidFill>
              <a:srgbClr val="E5EFFF"/>
            </a:solidFill>
            <a:ln w="12699">
              <a:noFill/>
              <a:miter lim="800000"/>
              <a:headEnd type="none" w="sm" len="sm"/>
              <a:tailEnd type="none" w="sm" len="sm"/>
            </a:ln>
          </p:spPr>
          <p:txBody>
            <a:bodyPr wrap="none"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820" b="0" i="0" u="none" strike="noStrike" kern="0" cap="none" spc="0" normalizeH="0" baseline="0" noProof="0" dirty="0" smtClean="0">
                <a:ln>
                  <a:noFill/>
                </a:ln>
                <a:solidFill>
                  <a:sysClr val="windowText" lastClr="000000"/>
                </a:solidFill>
                <a:effectLst/>
                <a:uLnTx/>
                <a:uFillTx/>
              </a:endParaRPr>
            </a:p>
          </p:txBody>
        </p:sp>
        <p:sp>
          <p:nvSpPr>
            <p:cNvPr id="15" name="AutoShape 70"/>
            <p:cNvSpPr>
              <a:spLocks noChangeAspect="1" noChangeArrowheads="1"/>
            </p:cNvSpPr>
            <p:nvPr/>
          </p:nvSpPr>
          <p:spPr bwMode="auto">
            <a:xfrm rot="5400000" flipH="1" flipV="1">
              <a:off x="6733" y="984"/>
              <a:ext cx="3263" cy="2904"/>
            </a:xfrm>
            <a:custGeom>
              <a:avLst/>
              <a:gdLst>
                <a:gd name="T0" fmla="*/ 0 w 21600"/>
                <a:gd name="T1" fmla="*/ 0 h 21600"/>
                <a:gd name="T2" fmla="*/ 0 w 21600"/>
                <a:gd name="T3" fmla="*/ 0 h 21600"/>
                <a:gd name="T4" fmla="*/ 0 w 21600"/>
                <a:gd name="T5" fmla="*/ 0 h 21600"/>
                <a:gd name="T6" fmla="*/ 0 w 21600"/>
                <a:gd name="T7" fmla="*/ 0 h 21600"/>
                <a:gd name="T8" fmla="*/ 0 w 21600"/>
                <a:gd name="T9" fmla="*/ 0 h 21600"/>
                <a:gd name="T10" fmla="*/ 0 w 21600"/>
                <a:gd name="T11" fmla="*/ 0 h 21600"/>
                <a:gd name="T12" fmla="*/ 0 60000 65536"/>
                <a:gd name="T13" fmla="*/ 0 60000 65536"/>
                <a:gd name="T14" fmla="*/ 0 60000 65536"/>
                <a:gd name="T15" fmla="*/ 0 60000 65536"/>
                <a:gd name="T16" fmla="*/ 0 60000 65536"/>
                <a:gd name="T17" fmla="*/ 0 60000 65536"/>
                <a:gd name="T18" fmla="*/ 3171 w 21600"/>
                <a:gd name="T19" fmla="*/ 3171 h 21600"/>
                <a:gd name="T20" fmla="*/ 18429 w 21600"/>
                <a:gd name="T21" fmla="*/ 18429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6200" y="10800"/>
                  </a:moveTo>
                  <a:cubicBezTo>
                    <a:pt x="16200" y="7817"/>
                    <a:pt x="13782" y="5400"/>
                    <a:pt x="10800" y="5400"/>
                  </a:cubicBezTo>
                  <a:cubicBezTo>
                    <a:pt x="10792" y="5399"/>
                    <a:pt x="10785" y="5400"/>
                    <a:pt x="10778" y="5400"/>
                  </a:cubicBezTo>
                  <a:lnTo>
                    <a:pt x="10757" y="0"/>
                  </a:lnTo>
                  <a:cubicBezTo>
                    <a:pt x="10771" y="0"/>
                    <a:pt x="10785" y="-1"/>
                    <a:pt x="10800" y="0"/>
                  </a:cubicBezTo>
                  <a:cubicBezTo>
                    <a:pt x="16764" y="0"/>
                    <a:pt x="21599" y="4835"/>
                    <a:pt x="21600" y="10799"/>
                  </a:cubicBezTo>
                  <a:lnTo>
                    <a:pt x="21600" y="10800"/>
                  </a:lnTo>
                  <a:lnTo>
                    <a:pt x="24300" y="10800"/>
                  </a:lnTo>
                  <a:lnTo>
                    <a:pt x="18900" y="16200"/>
                  </a:lnTo>
                  <a:lnTo>
                    <a:pt x="13500" y="10800"/>
                  </a:lnTo>
                  <a:lnTo>
                    <a:pt x="16200" y="10800"/>
                  </a:lnTo>
                  <a:close/>
                </a:path>
              </a:pathLst>
            </a:custGeom>
            <a:solidFill>
              <a:srgbClr val="E5EFFF"/>
            </a:solidFill>
            <a:ln w="12699">
              <a:noFill/>
              <a:miter lim="800000"/>
              <a:headEnd type="none" w="sm" len="sm"/>
              <a:tailEnd type="none" w="sm" len="sm"/>
            </a:ln>
          </p:spPr>
          <p:txBody>
            <a:bodyPr wrap="none"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820" b="0" i="0" u="none" strike="noStrike" kern="0" cap="none" spc="0" normalizeH="0" baseline="0" noProof="0" dirty="0" smtClean="0">
                <a:ln>
                  <a:noFill/>
                </a:ln>
                <a:solidFill>
                  <a:sysClr val="windowText" lastClr="000000"/>
                </a:solidFill>
                <a:effectLst/>
                <a:uLnTx/>
                <a:uFillTx/>
              </a:endParaRPr>
            </a:p>
          </p:txBody>
        </p:sp>
        <p:sp>
          <p:nvSpPr>
            <p:cNvPr id="16" name="AutoShape 70"/>
            <p:cNvSpPr>
              <a:spLocks noChangeAspect="1" noChangeArrowheads="1"/>
            </p:cNvSpPr>
            <p:nvPr/>
          </p:nvSpPr>
          <p:spPr bwMode="auto">
            <a:xfrm rot="10800000" flipH="1" flipV="1">
              <a:off x="12992" y="452"/>
              <a:ext cx="3391" cy="2795"/>
            </a:xfrm>
            <a:custGeom>
              <a:avLst/>
              <a:gdLst>
                <a:gd name="T0" fmla="*/ 0 w 21600"/>
                <a:gd name="T1" fmla="*/ 0 h 21600"/>
                <a:gd name="T2" fmla="*/ 0 w 21600"/>
                <a:gd name="T3" fmla="*/ 0 h 21600"/>
                <a:gd name="T4" fmla="*/ 0 w 21600"/>
                <a:gd name="T5" fmla="*/ 0 h 21600"/>
                <a:gd name="T6" fmla="*/ 0 w 21600"/>
                <a:gd name="T7" fmla="*/ 0 h 21600"/>
                <a:gd name="T8" fmla="*/ 0 w 21600"/>
                <a:gd name="T9" fmla="*/ 0 h 21600"/>
                <a:gd name="T10" fmla="*/ 0 w 21600"/>
                <a:gd name="T11" fmla="*/ 0 h 21600"/>
                <a:gd name="T12" fmla="*/ 0 60000 65536"/>
                <a:gd name="T13" fmla="*/ 0 60000 65536"/>
                <a:gd name="T14" fmla="*/ 0 60000 65536"/>
                <a:gd name="T15" fmla="*/ 0 60000 65536"/>
                <a:gd name="T16" fmla="*/ 0 60000 65536"/>
                <a:gd name="T17" fmla="*/ 0 60000 65536"/>
                <a:gd name="T18" fmla="*/ 3171 w 21600"/>
                <a:gd name="T19" fmla="*/ 3171 h 21600"/>
                <a:gd name="T20" fmla="*/ 18429 w 21600"/>
                <a:gd name="T21" fmla="*/ 18429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6200" y="10800"/>
                  </a:moveTo>
                  <a:cubicBezTo>
                    <a:pt x="16200" y="7817"/>
                    <a:pt x="13782" y="5400"/>
                    <a:pt x="10800" y="5400"/>
                  </a:cubicBezTo>
                  <a:cubicBezTo>
                    <a:pt x="10792" y="5399"/>
                    <a:pt x="10785" y="5400"/>
                    <a:pt x="10778" y="5400"/>
                  </a:cubicBezTo>
                  <a:lnTo>
                    <a:pt x="10757" y="0"/>
                  </a:lnTo>
                  <a:cubicBezTo>
                    <a:pt x="10771" y="0"/>
                    <a:pt x="10785" y="-1"/>
                    <a:pt x="10800" y="0"/>
                  </a:cubicBezTo>
                  <a:cubicBezTo>
                    <a:pt x="16764" y="0"/>
                    <a:pt x="21599" y="4835"/>
                    <a:pt x="21600" y="10799"/>
                  </a:cubicBezTo>
                  <a:lnTo>
                    <a:pt x="21600" y="10800"/>
                  </a:lnTo>
                  <a:lnTo>
                    <a:pt x="24300" y="10800"/>
                  </a:lnTo>
                  <a:lnTo>
                    <a:pt x="18900" y="16200"/>
                  </a:lnTo>
                  <a:lnTo>
                    <a:pt x="13500" y="10800"/>
                  </a:lnTo>
                  <a:lnTo>
                    <a:pt x="16200" y="10800"/>
                  </a:lnTo>
                  <a:close/>
                </a:path>
              </a:pathLst>
            </a:custGeom>
            <a:solidFill>
              <a:srgbClr val="E5EFFF"/>
            </a:solidFill>
            <a:ln w="12699">
              <a:noFill/>
              <a:miter lim="800000"/>
              <a:headEnd type="none" w="sm" len="sm"/>
              <a:tailEnd type="none" w="sm" len="sm"/>
            </a:ln>
          </p:spPr>
          <p:txBody>
            <a:bodyPr wrap="none"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820" b="0" i="0" u="none" strike="noStrike" kern="0" cap="none" spc="0" normalizeH="0" baseline="0" noProof="0" dirty="0" smtClean="0">
                <a:ln>
                  <a:noFill/>
                </a:ln>
                <a:solidFill>
                  <a:sysClr val="windowText" lastClr="000000"/>
                </a:solidFill>
                <a:effectLst/>
                <a:uLnTx/>
                <a:uFillTx/>
              </a:endParaRPr>
            </a:p>
          </p:txBody>
        </p:sp>
        <p:grpSp>
          <p:nvGrpSpPr>
            <p:cNvPr id="17" name="Group 16"/>
            <p:cNvGrpSpPr/>
            <p:nvPr/>
          </p:nvGrpSpPr>
          <p:grpSpPr>
            <a:xfrm rot="10800000">
              <a:off x="6618" y="2742"/>
              <a:ext cx="2565" cy="1551"/>
              <a:chOff x="8036176" y="2862701"/>
              <a:chExt cx="2135060" cy="1584000"/>
            </a:xfrm>
            <a:solidFill>
              <a:schemeClr val="bg2"/>
            </a:solidFill>
          </p:grpSpPr>
          <p:sp>
            <p:nvSpPr>
              <p:cNvPr id="79" name="Rectangle 78"/>
              <p:cNvSpPr/>
              <p:nvPr/>
            </p:nvSpPr>
            <p:spPr bwMode="ltGray">
              <a:xfrm rot="16200000">
                <a:off x="7568212" y="3330665"/>
                <a:ext cx="1584000" cy="648072"/>
              </a:xfrm>
              <a:prstGeom prst="rect">
                <a:avLst/>
              </a:prstGeom>
              <a:grpFill/>
              <a:ln w="3175">
                <a:solidFill>
                  <a:schemeClr val="accent3"/>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1400" dirty="0" smtClean="0">
                    <a:solidFill>
                      <a:schemeClr val="tx1"/>
                    </a:solidFill>
                    <a:latin typeface="腾讯体 W7" panose="020C08030202040F0204" pitchFamily="18" charset="-122"/>
                  </a:rPr>
                  <a:t>xxx</a:t>
                </a:r>
                <a:endParaRPr lang="en-GB" sz="1400" dirty="0" smtClean="0">
                  <a:solidFill>
                    <a:schemeClr val="tx1"/>
                  </a:solidFill>
                  <a:latin typeface="腾讯体 W7" panose="020C08030202040F0204" pitchFamily="18" charset="-122"/>
                </a:endParaRPr>
              </a:p>
            </p:txBody>
          </p:sp>
          <p:sp>
            <p:nvSpPr>
              <p:cNvPr id="80" name="Rectangle 79"/>
              <p:cNvSpPr/>
              <p:nvPr/>
            </p:nvSpPr>
            <p:spPr bwMode="ltGray">
              <a:xfrm rot="16200000">
                <a:off x="8311706" y="3330665"/>
                <a:ext cx="1584000" cy="648072"/>
              </a:xfrm>
              <a:prstGeom prst="rect">
                <a:avLst/>
              </a:prstGeom>
              <a:grpFill/>
              <a:ln w="3175">
                <a:solidFill>
                  <a:schemeClr val="accent3"/>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1400" dirty="0" smtClean="0">
                    <a:solidFill>
                      <a:schemeClr val="tx1"/>
                    </a:solidFill>
                    <a:latin typeface="腾讯体 W7" panose="020C08030202040F0204" pitchFamily="18" charset="-122"/>
                  </a:rPr>
                  <a:t>xxx</a:t>
                </a:r>
                <a:endParaRPr lang="en-GB" sz="1400" dirty="0" smtClean="0">
                  <a:solidFill>
                    <a:schemeClr val="tx1"/>
                  </a:solidFill>
                  <a:latin typeface="腾讯体 W7" panose="020C08030202040F0204" pitchFamily="18" charset="-122"/>
                </a:endParaRPr>
              </a:p>
            </p:txBody>
          </p:sp>
          <p:sp>
            <p:nvSpPr>
              <p:cNvPr id="81" name="Rectangle 80"/>
              <p:cNvSpPr/>
              <p:nvPr/>
            </p:nvSpPr>
            <p:spPr bwMode="ltGray">
              <a:xfrm rot="16200000">
                <a:off x="9055200" y="3330665"/>
                <a:ext cx="1584000" cy="648072"/>
              </a:xfrm>
              <a:prstGeom prst="rect">
                <a:avLst/>
              </a:prstGeom>
              <a:grpFill/>
              <a:ln w="3175">
                <a:solidFill>
                  <a:schemeClr val="accent3"/>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1400" dirty="0" smtClean="0">
                    <a:solidFill>
                      <a:schemeClr val="tx1"/>
                    </a:solidFill>
                    <a:latin typeface="腾讯体 W7" panose="020C08030202040F0204" pitchFamily="18" charset="-122"/>
                  </a:rPr>
                  <a:t>xxx</a:t>
                </a:r>
                <a:endParaRPr lang="en-GB" sz="1400" dirty="0" smtClean="0">
                  <a:solidFill>
                    <a:schemeClr val="tx1"/>
                  </a:solidFill>
                  <a:latin typeface="腾讯体 W7" panose="020C08030202040F0204" pitchFamily="18" charset="-122"/>
                </a:endParaRPr>
              </a:p>
            </p:txBody>
          </p:sp>
        </p:grpSp>
        <p:grpSp>
          <p:nvGrpSpPr>
            <p:cNvPr id="18" name="Group 17"/>
            <p:cNvGrpSpPr/>
            <p:nvPr/>
          </p:nvGrpSpPr>
          <p:grpSpPr>
            <a:xfrm rot="10800000">
              <a:off x="12736" y="170"/>
              <a:ext cx="1611" cy="2467"/>
              <a:chOff x="2771556" y="7938988"/>
              <a:chExt cx="1584000" cy="2520281"/>
            </a:xfrm>
          </p:grpSpPr>
          <p:sp>
            <p:nvSpPr>
              <p:cNvPr id="77" name="Rectangle 76"/>
              <p:cNvSpPr/>
              <p:nvPr/>
            </p:nvSpPr>
            <p:spPr bwMode="ltGray">
              <a:xfrm>
                <a:off x="2771556" y="8659068"/>
                <a:ext cx="1584000" cy="1800201"/>
              </a:xfrm>
              <a:prstGeom prst="rect">
                <a:avLst/>
              </a:prstGeom>
              <a:solidFill>
                <a:schemeClr val="bg2"/>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consectetuer</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ullamcorper</a:t>
                </a:r>
                <a:r>
                  <a:rPr lang="en-GB" sz="640" dirty="0">
                    <a:solidFill>
                      <a:schemeClr val="tx1"/>
                    </a:solidFill>
                    <a:latin typeface="腾讯体 W7" panose="020C08030202040F0204" pitchFamily="18" charset="-122"/>
                  </a:rPr>
                  <a:t> quam. </a:t>
                </a:r>
                <a:r>
                  <a:rPr lang="en-GB" sz="640" dirty="0" err="1">
                    <a:solidFill>
                      <a:schemeClr val="tx1"/>
                    </a:solidFill>
                    <a:latin typeface="腾讯体 W7" panose="020C08030202040F0204" pitchFamily="18" charset="-122"/>
                  </a:rPr>
                  <a:t>Morbi</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tincidunt</a:t>
                </a:r>
                <a:r>
                  <a:rPr lang="en-GB" sz="640" dirty="0">
                    <a:solidFill>
                      <a:schemeClr val="tx1"/>
                    </a:solidFill>
                    <a:latin typeface="腾讯体 W7" panose="020C08030202040F0204" pitchFamily="18" charset="-122"/>
                  </a:rPr>
                  <a:t> mi </a:t>
                </a:r>
                <a:r>
                  <a:rPr lang="en-GB" sz="640" dirty="0" err="1">
                    <a:solidFill>
                      <a:schemeClr val="tx1"/>
                    </a:solidFill>
                    <a:latin typeface="腾讯体 W7" panose="020C08030202040F0204" pitchFamily="18" charset="-122"/>
                  </a:rPr>
                  <a:t>ut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diam</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ultricies</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hendrerit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pellentesque</a:t>
                </a:r>
                <a:r>
                  <a:rPr lang="en-GB" sz="640" dirty="0">
                    <a:solidFill>
                      <a:schemeClr val="tx1"/>
                    </a:solidFill>
                    <a:latin typeface="腾讯体 W7" panose="020C08030202040F0204" pitchFamily="18" charset="-122"/>
                  </a:rPr>
                  <a:t> a, </a:t>
                </a:r>
                <a:r>
                  <a:rPr lang="en-GB" sz="640" dirty="0" err="1">
                    <a:solidFill>
                      <a:schemeClr val="tx1"/>
                    </a:solidFill>
                    <a:latin typeface="腾讯体 W7" panose="020C08030202040F0204" pitchFamily="18" charset="-122"/>
                  </a:rPr>
                  <a:t>eros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Aenean</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massa</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varius</a:t>
                </a:r>
                <a:r>
                  <a:rPr lang="en-GB" sz="640" dirty="0">
                    <a:solidFill>
                      <a:schemeClr val="tx1"/>
                    </a:solidFill>
                    <a:latin typeface="腾讯体 W7" panose="020C08030202040F0204" pitchFamily="18" charset="-122"/>
                  </a:rPr>
                  <a:t> tempus. </a:t>
                </a:r>
                <a:endParaRPr lang="en-GB" sz="640" dirty="0">
                  <a:solidFill>
                    <a:schemeClr val="tx1"/>
                  </a:solidFill>
                  <a:latin typeface="腾讯体 W7" panose="020C08030202040F0204" pitchFamily="18" charset="-122"/>
                </a:endParaRPr>
              </a:p>
            </p:txBody>
          </p:sp>
          <p:sp>
            <p:nvSpPr>
              <p:cNvPr id="78" name="Rectangle 77"/>
              <p:cNvSpPr/>
              <p:nvPr/>
            </p:nvSpPr>
            <p:spPr bwMode="ltGray">
              <a:xfrm>
                <a:off x="2771556" y="7938988"/>
                <a:ext cx="1584000" cy="766800"/>
              </a:xfrm>
              <a:prstGeom prst="rect">
                <a:avLst/>
              </a:prstGeom>
              <a:solidFill>
                <a:schemeClr val="accent5"/>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GB" sz="1400" b="1" dirty="0" smtClean="0">
                    <a:solidFill>
                      <a:schemeClr val="bg1"/>
                    </a:solidFill>
                    <a:latin typeface="腾讯体 W7" panose="020C08030202040F0204" pitchFamily="18" charset="-122"/>
                  </a:rPr>
                  <a:t>8. xxx</a:t>
                </a:r>
                <a:endParaRPr lang="en-GB" sz="1400" b="1" dirty="0" smtClean="0">
                  <a:solidFill>
                    <a:schemeClr val="bg1"/>
                  </a:solidFill>
                  <a:latin typeface="腾讯体 W7" panose="020C08030202040F0204" pitchFamily="18" charset="-122"/>
                </a:endParaRPr>
              </a:p>
            </p:txBody>
          </p:sp>
        </p:grpSp>
        <p:grpSp>
          <p:nvGrpSpPr>
            <p:cNvPr id="19" name="Group 18"/>
            <p:cNvGrpSpPr/>
            <p:nvPr/>
          </p:nvGrpSpPr>
          <p:grpSpPr>
            <a:xfrm rot="10800000">
              <a:off x="11014" y="170"/>
              <a:ext cx="1611" cy="2467"/>
              <a:chOff x="4487556" y="7938988"/>
              <a:chExt cx="1584000" cy="2520282"/>
            </a:xfrm>
          </p:grpSpPr>
          <p:sp>
            <p:nvSpPr>
              <p:cNvPr id="75" name="Rectangle 74"/>
              <p:cNvSpPr/>
              <p:nvPr/>
            </p:nvSpPr>
            <p:spPr bwMode="ltGray">
              <a:xfrm>
                <a:off x="4487556" y="8659068"/>
                <a:ext cx="1584000" cy="1800202"/>
              </a:xfrm>
              <a:prstGeom prst="rect">
                <a:avLst/>
              </a:prstGeom>
              <a:solidFill>
                <a:schemeClr val="bg2"/>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consectetuer</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ullamcorper</a:t>
                </a:r>
                <a:r>
                  <a:rPr lang="en-GB" sz="640" dirty="0">
                    <a:solidFill>
                      <a:schemeClr val="tx1"/>
                    </a:solidFill>
                    <a:latin typeface="腾讯体 W7" panose="020C08030202040F0204" pitchFamily="18" charset="-122"/>
                  </a:rPr>
                  <a:t> quam. </a:t>
                </a:r>
                <a:r>
                  <a:rPr lang="en-GB" sz="640" dirty="0" err="1">
                    <a:solidFill>
                      <a:schemeClr val="tx1"/>
                    </a:solidFill>
                    <a:latin typeface="腾讯体 W7" panose="020C08030202040F0204" pitchFamily="18" charset="-122"/>
                  </a:rPr>
                  <a:t>Morbi</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tincidunt</a:t>
                </a:r>
                <a:r>
                  <a:rPr lang="en-GB" sz="640" dirty="0">
                    <a:solidFill>
                      <a:schemeClr val="tx1"/>
                    </a:solidFill>
                    <a:latin typeface="腾讯体 W7" panose="020C08030202040F0204" pitchFamily="18" charset="-122"/>
                  </a:rPr>
                  <a:t> mi </a:t>
                </a:r>
                <a:r>
                  <a:rPr lang="en-GB" sz="640" dirty="0" err="1">
                    <a:solidFill>
                      <a:schemeClr val="tx1"/>
                    </a:solidFill>
                    <a:latin typeface="腾讯体 W7" panose="020C08030202040F0204" pitchFamily="18" charset="-122"/>
                  </a:rPr>
                  <a:t>ut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diam</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ultricies</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hendrerit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pellentesque</a:t>
                </a:r>
                <a:r>
                  <a:rPr lang="en-GB" sz="640" dirty="0">
                    <a:solidFill>
                      <a:schemeClr val="tx1"/>
                    </a:solidFill>
                    <a:latin typeface="腾讯体 W7" panose="020C08030202040F0204" pitchFamily="18" charset="-122"/>
                  </a:rPr>
                  <a:t> a, </a:t>
                </a:r>
                <a:r>
                  <a:rPr lang="en-GB" sz="640" dirty="0" err="1">
                    <a:solidFill>
                      <a:schemeClr val="tx1"/>
                    </a:solidFill>
                    <a:latin typeface="腾讯体 W7" panose="020C08030202040F0204" pitchFamily="18" charset="-122"/>
                  </a:rPr>
                  <a:t>eros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Aenean</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massa</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varius</a:t>
                </a:r>
                <a:r>
                  <a:rPr lang="en-GB" sz="640" dirty="0">
                    <a:solidFill>
                      <a:schemeClr val="tx1"/>
                    </a:solidFill>
                    <a:latin typeface="腾讯体 W7" panose="020C08030202040F0204" pitchFamily="18" charset="-122"/>
                  </a:rPr>
                  <a:t> tempus. </a:t>
                </a:r>
                <a:endParaRPr lang="en-GB" sz="640" dirty="0">
                  <a:solidFill>
                    <a:schemeClr val="tx1"/>
                  </a:solidFill>
                  <a:latin typeface="腾讯体 W7" panose="020C08030202040F0204" pitchFamily="18" charset="-122"/>
                </a:endParaRPr>
              </a:p>
            </p:txBody>
          </p:sp>
          <p:sp>
            <p:nvSpPr>
              <p:cNvPr id="76" name="Rectangle 75"/>
              <p:cNvSpPr/>
              <p:nvPr/>
            </p:nvSpPr>
            <p:spPr bwMode="ltGray">
              <a:xfrm>
                <a:off x="4487556" y="7938988"/>
                <a:ext cx="1584000" cy="766800"/>
              </a:xfrm>
              <a:prstGeom prst="rect">
                <a:avLst/>
              </a:prstGeom>
              <a:solidFill>
                <a:schemeClr val="accent5"/>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GB" sz="1400" b="1" dirty="0" smtClean="0">
                    <a:solidFill>
                      <a:schemeClr val="bg1"/>
                    </a:solidFill>
                    <a:latin typeface="腾讯体 W7" panose="020C08030202040F0204" pitchFamily="18" charset="-122"/>
                  </a:rPr>
                  <a:t>7. xxx</a:t>
                </a:r>
                <a:endParaRPr lang="en-GB" sz="1400" b="1" dirty="0" smtClean="0">
                  <a:solidFill>
                    <a:schemeClr val="bg1"/>
                  </a:solidFill>
                  <a:latin typeface="腾讯体 W7" panose="020C08030202040F0204" pitchFamily="18" charset="-122"/>
                </a:endParaRPr>
              </a:p>
            </p:txBody>
          </p:sp>
        </p:grpSp>
        <p:grpSp>
          <p:nvGrpSpPr>
            <p:cNvPr id="20" name="Group 19"/>
            <p:cNvGrpSpPr/>
            <p:nvPr/>
          </p:nvGrpSpPr>
          <p:grpSpPr>
            <a:xfrm rot="10800000">
              <a:off x="9292" y="170"/>
              <a:ext cx="1611" cy="2467"/>
              <a:chOff x="6203556" y="7938988"/>
              <a:chExt cx="1584000" cy="2520280"/>
            </a:xfrm>
          </p:grpSpPr>
          <p:sp>
            <p:nvSpPr>
              <p:cNvPr id="73" name="Rectangle 72"/>
              <p:cNvSpPr/>
              <p:nvPr/>
            </p:nvSpPr>
            <p:spPr bwMode="ltGray">
              <a:xfrm>
                <a:off x="6203556" y="8659067"/>
                <a:ext cx="1584000" cy="1800201"/>
              </a:xfrm>
              <a:prstGeom prst="rect">
                <a:avLst/>
              </a:prstGeom>
              <a:solidFill>
                <a:schemeClr val="bg2"/>
              </a:solidFill>
              <a:ln w="31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consectetuer</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ullamcorper</a:t>
                </a:r>
                <a:r>
                  <a:rPr lang="en-GB" sz="640" dirty="0">
                    <a:solidFill>
                      <a:schemeClr val="tx1"/>
                    </a:solidFill>
                    <a:latin typeface="腾讯体 W7" panose="020C08030202040F0204" pitchFamily="18" charset="-122"/>
                  </a:rPr>
                  <a:t> quam. </a:t>
                </a:r>
                <a:r>
                  <a:rPr lang="en-GB" sz="640" dirty="0" err="1">
                    <a:solidFill>
                      <a:schemeClr val="tx1"/>
                    </a:solidFill>
                    <a:latin typeface="腾讯体 W7" panose="020C08030202040F0204" pitchFamily="18" charset="-122"/>
                  </a:rPr>
                  <a:t>Morbi</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tincidunt</a:t>
                </a:r>
                <a:r>
                  <a:rPr lang="en-GB" sz="640" dirty="0">
                    <a:solidFill>
                      <a:schemeClr val="tx1"/>
                    </a:solidFill>
                    <a:latin typeface="腾讯体 W7" panose="020C08030202040F0204" pitchFamily="18" charset="-122"/>
                  </a:rPr>
                  <a:t> mi </a:t>
                </a:r>
                <a:r>
                  <a:rPr lang="en-GB" sz="640" dirty="0" err="1">
                    <a:solidFill>
                      <a:schemeClr val="tx1"/>
                    </a:solidFill>
                    <a:latin typeface="腾讯体 W7" panose="020C08030202040F0204" pitchFamily="18" charset="-122"/>
                  </a:rPr>
                  <a:t>ut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diam</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ultricies</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hendrerit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pellentesque</a:t>
                </a:r>
                <a:r>
                  <a:rPr lang="en-GB" sz="640" dirty="0">
                    <a:solidFill>
                      <a:schemeClr val="tx1"/>
                    </a:solidFill>
                    <a:latin typeface="腾讯体 W7" panose="020C08030202040F0204" pitchFamily="18" charset="-122"/>
                  </a:rPr>
                  <a:t> a, </a:t>
                </a:r>
                <a:r>
                  <a:rPr lang="en-GB" sz="640" dirty="0" err="1">
                    <a:solidFill>
                      <a:schemeClr val="tx1"/>
                    </a:solidFill>
                    <a:latin typeface="腾讯体 W7" panose="020C08030202040F0204" pitchFamily="18" charset="-122"/>
                  </a:rPr>
                  <a:t>eros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Aenean</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massa</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varius</a:t>
                </a:r>
                <a:r>
                  <a:rPr lang="en-GB" sz="640" dirty="0">
                    <a:solidFill>
                      <a:schemeClr val="tx1"/>
                    </a:solidFill>
                    <a:latin typeface="腾讯体 W7" panose="020C08030202040F0204" pitchFamily="18" charset="-122"/>
                  </a:rPr>
                  <a:t> tempus. </a:t>
                </a:r>
                <a:endParaRPr lang="en-GB" sz="640" dirty="0">
                  <a:solidFill>
                    <a:schemeClr val="tx1"/>
                  </a:solidFill>
                  <a:latin typeface="腾讯体 W7" panose="020C08030202040F0204" pitchFamily="18" charset="-122"/>
                </a:endParaRPr>
              </a:p>
            </p:txBody>
          </p:sp>
          <p:sp>
            <p:nvSpPr>
              <p:cNvPr id="74" name="Rectangle 73"/>
              <p:cNvSpPr/>
              <p:nvPr/>
            </p:nvSpPr>
            <p:spPr bwMode="ltGray">
              <a:xfrm>
                <a:off x="6203556" y="7938988"/>
                <a:ext cx="1584000" cy="766800"/>
              </a:xfrm>
              <a:prstGeom prst="rect">
                <a:avLst/>
              </a:prstGeom>
              <a:solidFill>
                <a:schemeClr val="accent4"/>
              </a:solidFill>
              <a:ln w="31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1400" b="1" dirty="0" smtClean="0">
                    <a:solidFill>
                      <a:schemeClr val="bg1"/>
                    </a:solidFill>
                    <a:latin typeface="腾讯体 W7" panose="020C08030202040F0204" pitchFamily="18" charset="-122"/>
                  </a:rPr>
                  <a:t>6.xxx</a:t>
                </a:r>
                <a:endParaRPr lang="en-GB" sz="1400" b="1" dirty="0" smtClean="0">
                  <a:solidFill>
                    <a:schemeClr val="bg1"/>
                  </a:solidFill>
                  <a:latin typeface="腾讯体 W7" panose="020C08030202040F0204" pitchFamily="18" charset="-122"/>
                </a:endParaRPr>
              </a:p>
            </p:txBody>
          </p:sp>
        </p:grpSp>
        <p:grpSp>
          <p:nvGrpSpPr>
            <p:cNvPr id="21" name="Group 20"/>
            <p:cNvGrpSpPr/>
            <p:nvPr/>
          </p:nvGrpSpPr>
          <p:grpSpPr>
            <a:xfrm rot="10800000">
              <a:off x="6618" y="6055"/>
              <a:ext cx="2564" cy="1552"/>
              <a:chOff x="7938988" y="6336700"/>
              <a:chExt cx="2520280" cy="1585144"/>
            </a:xfrm>
          </p:grpSpPr>
          <p:sp>
            <p:nvSpPr>
              <p:cNvPr id="71" name="Rectangle 70"/>
              <p:cNvSpPr/>
              <p:nvPr/>
            </p:nvSpPr>
            <p:spPr bwMode="ltGray">
              <a:xfrm rot="16200000">
                <a:off x="8766456" y="6229032"/>
                <a:ext cx="1584000" cy="1801624"/>
              </a:xfrm>
              <a:prstGeom prst="rect">
                <a:avLst/>
              </a:prstGeom>
              <a:solidFill>
                <a:schemeClr val="bg2"/>
              </a:solidFill>
              <a:ln w="31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consectetuer</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ullamcorper</a:t>
                </a:r>
                <a:r>
                  <a:rPr lang="en-GB" sz="640" dirty="0">
                    <a:solidFill>
                      <a:schemeClr val="tx1"/>
                    </a:solidFill>
                    <a:latin typeface="腾讯体 W7" panose="020C08030202040F0204" pitchFamily="18" charset="-122"/>
                  </a:rPr>
                  <a:t> quam. </a:t>
                </a:r>
                <a:r>
                  <a:rPr lang="en-GB" sz="640" dirty="0" err="1">
                    <a:solidFill>
                      <a:schemeClr val="tx1"/>
                    </a:solidFill>
                    <a:latin typeface="腾讯体 W7" panose="020C08030202040F0204" pitchFamily="18" charset="-122"/>
                  </a:rPr>
                  <a:t>Morbi</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tincidunt</a:t>
                </a:r>
                <a:r>
                  <a:rPr lang="en-GB" sz="640" dirty="0">
                    <a:solidFill>
                      <a:schemeClr val="tx1"/>
                    </a:solidFill>
                    <a:latin typeface="腾讯体 W7" panose="020C08030202040F0204" pitchFamily="18" charset="-122"/>
                  </a:rPr>
                  <a:t> mi </a:t>
                </a:r>
                <a:r>
                  <a:rPr lang="en-GB" sz="640" dirty="0" err="1">
                    <a:solidFill>
                      <a:schemeClr val="tx1"/>
                    </a:solidFill>
                    <a:latin typeface="腾讯体 W7" panose="020C08030202040F0204" pitchFamily="18" charset="-122"/>
                  </a:rPr>
                  <a:t>ut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diam</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ultricies</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hendrerit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pellentesque</a:t>
                </a:r>
                <a:r>
                  <a:rPr lang="en-GB" sz="640" dirty="0">
                    <a:solidFill>
                      <a:schemeClr val="tx1"/>
                    </a:solidFill>
                    <a:latin typeface="腾讯体 W7" panose="020C08030202040F0204" pitchFamily="18" charset="-122"/>
                  </a:rPr>
                  <a:t> a, </a:t>
                </a:r>
                <a:r>
                  <a:rPr lang="en-GB" sz="640" dirty="0" err="1">
                    <a:solidFill>
                      <a:schemeClr val="tx1"/>
                    </a:solidFill>
                    <a:latin typeface="腾讯体 W7" panose="020C08030202040F0204" pitchFamily="18" charset="-122"/>
                  </a:rPr>
                  <a:t>eros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Aenean</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massa</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varius</a:t>
                </a:r>
                <a:r>
                  <a:rPr lang="en-GB" sz="640" dirty="0">
                    <a:solidFill>
                      <a:schemeClr val="tx1"/>
                    </a:solidFill>
                    <a:latin typeface="腾讯体 W7" panose="020C08030202040F0204" pitchFamily="18" charset="-122"/>
                  </a:rPr>
                  <a:t> tempus. </a:t>
                </a:r>
                <a:endParaRPr lang="en-GB" sz="640" dirty="0">
                  <a:solidFill>
                    <a:schemeClr val="tx1"/>
                  </a:solidFill>
                  <a:latin typeface="腾讯体 W7" panose="020C08030202040F0204" pitchFamily="18" charset="-122"/>
                </a:endParaRPr>
              </a:p>
            </p:txBody>
          </p:sp>
          <p:sp>
            <p:nvSpPr>
              <p:cNvPr id="72" name="Rectangle 71"/>
              <p:cNvSpPr/>
              <p:nvPr/>
            </p:nvSpPr>
            <p:spPr bwMode="ltGray">
              <a:xfrm rot="16200000">
                <a:off x="7530388" y="6745300"/>
                <a:ext cx="1584000" cy="766800"/>
              </a:xfrm>
              <a:prstGeom prst="rect">
                <a:avLst/>
              </a:prstGeom>
              <a:solidFill>
                <a:schemeClr val="accent3"/>
              </a:solidFill>
              <a:ln w="31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1400" b="1" dirty="0" smtClean="0">
                    <a:solidFill>
                      <a:schemeClr val="bg1"/>
                    </a:solidFill>
                    <a:latin typeface="腾讯体 W7" panose="020C08030202040F0204" pitchFamily="18" charset="-122"/>
                  </a:rPr>
                  <a:t>4. xxx</a:t>
                </a:r>
                <a:endParaRPr lang="en-GB" sz="1400" b="1" dirty="0" smtClean="0">
                  <a:solidFill>
                    <a:schemeClr val="bg1"/>
                  </a:solidFill>
                  <a:latin typeface="腾讯体 W7" panose="020C08030202040F0204" pitchFamily="18" charset="-122"/>
                </a:endParaRPr>
              </a:p>
            </p:txBody>
          </p:sp>
        </p:grpSp>
        <p:grpSp>
          <p:nvGrpSpPr>
            <p:cNvPr id="22" name="Group 21"/>
            <p:cNvGrpSpPr/>
            <p:nvPr/>
          </p:nvGrpSpPr>
          <p:grpSpPr>
            <a:xfrm rot="10800000">
              <a:off x="6618" y="4399"/>
              <a:ext cx="2564" cy="1551"/>
              <a:chOff x="7938989" y="4621844"/>
              <a:chExt cx="2520278" cy="1584001"/>
            </a:xfrm>
          </p:grpSpPr>
          <p:sp>
            <p:nvSpPr>
              <p:cNvPr id="69" name="Rectangle 68"/>
              <p:cNvSpPr/>
              <p:nvPr/>
            </p:nvSpPr>
            <p:spPr bwMode="ltGray">
              <a:xfrm rot="16200000">
                <a:off x="8766455" y="4513033"/>
                <a:ext cx="1584000" cy="1801624"/>
              </a:xfrm>
              <a:prstGeom prst="rect">
                <a:avLst/>
              </a:prstGeom>
              <a:solidFill>
                <a:schemeClr val="bg2"/>
              </a:solidFill>
              <a:ln w="31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consectetuer</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ullamcorper</a:t>
                </a:r>
                <a:r>
                  <a:rPr lang="en-GB" sz="640" dirty="0">
                    <a:solidFill>
                      <a:schemeClr val="tx1"/>
                    </a:solidFill>
                    <a:latin typeface="腾讯体 W7" panose="020C08030202040F0204" pitchFamily="18" charset="-122"/>
                  </a:rPr>
                  <a:t> quam. </a:t>
                </a:r>
                <a:r>
                  <a:rPr lang="en-GB" sz="640" dirty="0" err="1">
                    <a:solidFill>
                      <a:schemeClr val="tx1"/>
                    </a:solidFill>
                    <a:latin typeface="腾讯体 W7" panose="020C08030202040F0204" pitchFamily="18" charset="-122"/>
                  </a:rPr>
                  <a:t>Morbi</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tincidunt</a:t>
                </a:r>
                <a:r>
                  <a:rPr lang="en-GB" sz="640" dirty="0">
                    <a:solidFill>
                      <a:schemeClr val="tx1"/>
                    </a:solidFill>
                    <a:latin typeface="腾讯体 W7" panose="020C08030202040F0204" pitchFamily="18" charset="-122"/>
                  </a:rPr>
                  <a:t> mi </a:t>
                </a:r>
                <a:r>
                  <a:rPr lang="en-GB" sz="640" dirty="0" err="1">
                    <a:solidFill>
                      <a:schemeClr val="tx1"/>
                    </a:solidFill>
                    <a:latin typeface="腾讯体 W7" panose="020C08030202040F0204" pitchFamily="18" charset="-122"/>
                  </a:rPr>
                  <a:t>ut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diam</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ultricies</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hendrerit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pellentesque</a:t>
                </a:r>
                <a:r>
                  <a:rPr lang="en-GB" sz="640" dirty="0">
                    <a:solidFill>
                      <a:schemeClr val="tx1"/>
                    </a:solidFill>
                    <a:latin typeface="腾讯体 W7" panose="020C08030202040F0204" pitchFamily="18" charset="-122"/>
                  </a:rPr>
                  <a:t> a, </a:t>
                </a:r>
                <a:r>
                  <a:rPr lang="en-GB" sz="640" dirty="0" err="1">
                    <a:solidFill>
                      <a:schemeClr val="tx1"/>
                    </a:solidFill>
                    <a:latin typeface="腾讯体 W7" panose="020C08030202040F0204" pitchFamily="18" charset="-122"/>
                  </a:rPr>
                  <a:t>eros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Aenean</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massa</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varius</a:t>
                </a:r>
                <a:r>
                  <a:rPr lang="en-GB" sz="640" dirty="0">
                    <a:solidFill>
                      <a:schemeClr val="tx1"/>
                    </a:solidFill>
                    <a:latin typeface="腾讯体 W7" panose="020C08030202040F0204" pitchFamily="18" charset="-122"/>
                  </a:rPr>
                  <a:t> tempus. </a:t>
                </a:r>
                <a:endParaRPr lang="en-GB" sz="640" dirty="0">
                  <a:solidFill>
                    <a:schemeClr val="tx1"/>
                  </a:solidFill>
                  <a:latin typeface="腾讯体 W7" panose="020C08030202040F0204" pitchFamily="18" charset="-122"/>
                </a:endParaRPr>
              </a:p>
            </p:txBody>
          </p:sp>
          <p:sp>
            <p:nvSpPr>
              <p:cNvPr id="70" name="Rectangle 69"/>
              <p:cNvSpPr/>
              <p:nvPr/>
            </p:nvSpPr>
            <p:spPr bwMode="ltGray">
              <a:xfrm rot="16200000">
                <a:off x="7530389" y="5030444"/>
                <a:ext cx="1584000" cy="766800"/>
              </a:xfrm>
              <a:prstGeom prst="rect">
                <a:avLst/>
              </a:prstGeom>
              <a:solidFill>
                <a:schemeClr val="accent3"/>
              </a:solidFill>
              <a:ln w="31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1400" b="1" dirty="0" smtClean="0">
                    <a:solidFill>
                      <a:schemeClr val="bg1"/>
                    </a:solidFill>
                    <a:latin typeface="腾讯体 W7" panose="020C08030202040F0204" pitchFamily="18" charset="-122"/>
                  </a:rPr>
                  <a:t>5. xxx</a:t>
                </a:r>
                <a:endParaRPr lang="en-GB" sz="1400" b="1" dirty="0" smtClean="0">
                  <a:solidFill>
                    <a:schemeClr val="bg1"/>
                  </a:solidFill>
                  <a:latin typeface="腾讯体 W7" panose="020C08030202040F0204" pitchFamily="18" charset="-122"/>
                </a:endParaRPr>
              </a:p>
            </p:txBody>
          </p:sp>
        </p:grpSp>
        <p:grpSp>
          <p:nvGrpSpPr>
            <p:cNvPr id="24" name="Group 23"/>
            <p:cNvGrpSpPr/>
            <p:nvPr/>
          </p:nvGrpSpPr>
          <p:grpSpPr>
            <a:xfrm rot="10800000">
              <a:off x="11014" y="7712"/>
              <a:ext cx="1611" cy="2440"/>
              <a:chOff x="4619556" y="261615"/>
              <a:chExt cx="1584000" cy="2492797"/>
            </a:xfrm>
          </p:grpSpPr>
          <p:sp>
            <p:nvSpPr>
              <p:cNvPr id="65" name="Rectangle 64"/>
              <p:cNvSpPr/>
              <p:nvPr/>
            </p:nvSpPr>
            <p:spPr bwMode="ltGray">
              <a:xfrm rot="10800000">
                <a:off x="4619556" y="261615"/>
                <a:ext cx="1584000" cy="1728190"/>
              </a:xfrm>
              <a:prstGeom prst="rect">
                <a:avLst/>
              </a:prstGeom>
              <a:solidFill>
                <a:schemeClr val="bg2"/>
              </a:solid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consectetuer</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ullamcorper</a:t>
                </a:r>
                <a:r>
                  <a:rPr lang="en-GB" sz="640" dirty="0">
                    <a:solidFill>
                      <a:schemeClr val="tx1"/>
                    </a:solidFill>
                    <a:latin typeface="腾讯体 W7" panose="020C08030202040F0204" pitchFamily="18" charset="-122"/>
                  </a:rPr>
                  <a:t> quam. </a:t>
                </a:r>
                <a:r>
                  <a:rPr lang="en-GB" sz="640" dirty="0" err="1">
                    <a:solidFill>
                      <a:schemeClr val="tx1"/>
                    </a:solidFill>
                    <a:latin typeface="腾讯体 W7" panose="020C08030202040F0204" pitchFamily="18" charset="-122"/>
                  </a:rPr>
                  <a:t>Morbi</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tincidunt</a:t>
                </a:r>
                <a:r>
                  <a:rPr lang="en-GB" sz="640" dirty="0">
                    <a:solidFill>
                      <a:schemeClr val="tx1"/>
                    </a:solidFill>
                    <a:latin typeface="腾讯体 W7" panose="020C08030202040F0204" pitchFamily="18" charset="-122"/>
                  </a:rPr>
                  <a:t> mi </a:t>
                </a:r>
                <a:r>
                  <a:rPr lang="en-GB" sz="640" dirty="0" err="1">
                    <a:solidFill>
                      <a:schemeClr val="tx1"/>
                    </a:solidFill>
                    <a:latin typeface="腾讯体 W7" panose="020C08030202040F0204" pitchFamily="18" charset="-122"/>
                  </a:rPr>
                  <a:t>ut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diam</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ultricies</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hendrerit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pellentesque</a:t>
                </a:r>
                <a:r>
                  <a:rPr lang="en-GB" sz="640" dirty="0">
                    <a:solidFill>
                      <a:schemeClr val="tx1"/>
                    </a:solidFill>
                    <a:latin typeface="腾讯体 W7" panose="020C08030202040F0204" pitchFamily="18" charset="-122"/>
                  </a:rPr>
                  <a:t> a, </a:t>
                </a:r>
                <a:r>
                  <a:rPr lang="en-GB" sz="640" dirty="0" err="1">
                    <a:solidFill>
                      <a:schemeClr val="tx1"/>
                    </a:solidFill>
                    <a:latin typeface="腾讯体 W7" panose="020C08030202040F0204" pitchFamily="18" charset="-122"/>
                  </a:rPr>
                  <a:t>eros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Aenean</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massa</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varius</a:t>
                </a:r>
                <a:r>
                  <a:rPr lang="en-GB" sz="640" dirty="0">
                    <a:solidFill>
                      <a:schemeClr val="tx1"/>
                    </a:solidFill>
                    <a:latin typeface="腾讯体 W7" panose="020C08030202040F0204" pitchFamily="18" charset="-122"/>
                  </a:rPr>
                  <a:t> tempus. </a:t>
                </a:r>
                <a:endParaRPr lang="en-GB" sz="640" dirty="0" smtClean="0">
                  <a:solidFill>
                    <a:schemeClr val="tx1"/>
                  </a:solidFill>
                  <a:latin typeface="腾讯体 W7" panose="020C08030202040F0204" pitchFamily="18" charset="-122"/>
                </a:endParaRPr>
              </a:p>
            </p:txBody>
          </p:sp>
          <p:sp>
            <p:nvSpPr>
              <p:cNvPr id="66" name="Rectangle 65"/>
              <p:cNvSpPr/>
              <p:nvPr/>
            </p:nvSpPr>
            <p:spPr bwMode="ltGray">
              <a:xfrm rot="10800000">
                <a:off x="4619556" y="1987612"/>
                <a:ext cx="1584000" cy="766800"/>
              </a:xfrm>
              <a:prstGeom prst="rect">
                <a:avLst/>
              </a:prstGeom>
              <a:solidFill>
                <a:schemeClr val="tx2"/>
              </a:solid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1400" b="1" dirty="0" smtClean="0">
                    <a:solidFill>
                      <a:schemeClr val="bg1"/>
                    </a:solidFill>
                    <a:latin typeface="腾讯体 W7" panose="020C08030202040F0204" pitchFamily="18" charset="-122"/>
                  </a:rPr>
                  <a:t> 2.xxx</a:t>
                </a:r>
                <a:endParaRPr lang="en-GB" sz="1400" b="1" dirty="0" smtClean="0">
                  <a:solidFill>
                    <a:schemeClr val="bg1"/>
                  </a:solidFill>
                  <a:latin typeface="腾讯体 W7" panose="020C08030202040F0204" pitchFamily="18" charset="-122"/>
                </a:endParaRPr>
              </a:p>
            </p:txBody>
          </p:sp>
        </p:grpSp>
        <p:grpSp>
          <p:nvGrpSpPr>
            <p:cNvPr id="25" name="Group 24"/>
            <p:cNvGrpSpPr/>
            <p:nvPr/>
          </p:nvGrpSpPr>
          <p:grpSpPr>
            <a:xfrm rot="10800000">
              <a:off x="9292" y="7712"/>
              <a:ext cx="1611" cy="2440"/>
              <a:chOff x="2903556" y="261615"/>
              <a:chExt cx="1584000" cy="2492797"/>
            </a:xfrm>
          </p:grpSpPr>
          <p:sp>
            <p:nvSpPr>
              <p:cNvPr id="63" name="Rectangle 62"/>
              <p:cNvSpPr/>
              <p:nvPr/>
            </p:nvSpPr>
            <p:spPr bwMode="ltGray">
              <a:xfrm rot="10800000">
                <a:off x="2903556" y="261615"/>
                <a:ext cx="1584000" cy="1728190"/>
              </a:xfrm>
              <a:prstGeom prst="rect">
                <a:avLst/>
              </a:prstGeom>
              <a:solidFill>
                <a:schemeClr val="bg2"/>
              </a:solid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consectetuer</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ullamcorper</a:t>
                </a:r>
                <a:r>
                  <a:rPr lang="en-GB" sz="640" dirty="0">
                    <a:solidFill>
                      <a:schemeClr val="tx1"/>
                    </a:solidFill>
                    <a:latin typeface="腾讯体 W7" panose="020C08030202040F0204" pitchFamily="18" charset="-122"/>
                  </a:rPr>
                  <a:t> quam. </a:t>
                </a:r>
                <a:r>
                  <a:rPr lang="en-GB" sz="640" dirty="0" err="1">
                    <a:solidFill>
                      <a:schemeClr val="tx1"/>
                    </a:solidFill>
                    <a:latin typeface="腾讯体 W7" panose="020C08030202040F0204" pitchFamily="18" charset="-122"/>
                  </a:rPr>
                  <a:t>Morbi</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tincidunt</a:t>
                </a:r>
                <a:r>
                  <a:rPr lang="en-GB" sz="640" dirty="0">
                    <a:solidFill>
                      <a:schemeClr val="tx1"/>
                    </a:solidFill>
                    <a:latin typeface="腾讯体 W7" panose="020C08030202040F0204" pitchFamily="18" charset="-122"/>
                  </a:rPr>
                  <a:t> mi </a:t>
                </a:r>
                <a:r>
                  <a:rPr lang="en-GB" sz="640" dirty="0" err="1">
                    <a:solidFill>
                      <a:schemeClr val="tx1"/>
                    </a:solidFill>
                    <a:latin typeface="腾讯体 W7" panose="020C08030202040F0204" pitchFamily="18" charset="-122"/>
                  </a:rPr>
                  <a:t>ut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diam</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ultricies</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hendrerit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pellentesque</a:t>
                </a:r>
                <a:r>
                  <a:rPr lang="en-GB" sz="640" dirty="0">
                    <a:solidFill>
                      <a:schemeClr val="tx1"/>
                    </a:solidFill>
                    <a:latin typeface="腾讯体 W7" panose="020C08030202040F0204" pitchFamily="18" charset="-122"/>
                  </a:rPr>
                  <a:t> a, </a:t>
                </a:r>
                <a:r>
                  <a:rPr lang="en-GB" sz="640" dirty="0" err="1">
                    <a:solidFill>
                      <a:schemeClr val="tx1"/>
                    </a:solidFill>
                    <a:latin typeface="腾讯体 W7" panose="020C08030202040F0204" pitchFamily="18" charset="-122"/>
                  </a:rPr>
                  <a:t>eros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Aenean</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massa</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varius</a:t>
                </a:r>
                <a:r>
                  <a:rPr lang="en-GB" sz="640" dirty="0">
                    <a:solidFill>
                      <a:schemeClr val="tx1"/>
                    </a:solidFill>
                    <a:latin typeface="腾讯体 W7" panose="020C08030202040F0204" pitchFamily="18" charset="-122"/>
                  </a:rPr>
                  <a:t> tempus. </a:t>
                </a:r>
                <a:endParaRPr lang="en-GB" sz="640" dirty="0">
                  <a:solidFill>
                    <a:schemeClr val="tx1"/>
                  </a:solidFill>
                  <a:latin typeface="腾讯体 W7" panose="020C08030202040F0204" pitchFamily="18" charset="-122"/>
                </a:endParaRPr>
              </a:p>
            </p:txBody>
          </p:sp>
          <p:sp>
            <p:nvSpPr>
              <p:cNvPr id="64" name="Rectangle 63"/>
              <p:cNvSpPr/>
              <p:nvPr/>
            </p:nvSpPr>
            <p:spPr bwMode="ltGray">
              <a:xfrm rot="10800000">
                <a:off x="2903556" y="1987612"/>
                <a:ext cx="1584000" cy="766800"/>
              </a:xfrm>
              <a:prstGeom prst="rect">
                <a:avLst/>
              </a:prstGeom>
              <a:solidFill>
                <a:schemeClr val="tx2"/>
              </a:solid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GB" sz="1400" b="1" dirty="0" smtClean="0">
                    <a:solidFill>
                      <a:schemeClr val="bg1"/>
                    </a:solidFill>
                    <a:latin typeface="腾讯体 W7" panose="020C08030202040F0204" pitchFamily="18" charset="-122"/>
                  </a:rPr>
                  <a:t>3.xxx</a:t>
                </a:r>
                <a:endParaRPr lang="en-GB" sz="1400" b="1" dirty="0" smtClean="0">
                  <a:solidFill>
                    <a:schemeClr val="bg1"/>
                  </a:solidFill>
                  <a:latin typeface="腾讯体 W7" panose="020C08030202040F0204" pitchFamily="18" charset="-122"/>
                </a:endParaRPr>
              </a:p>
            </p:txBody>
          </p:sp>
        </p:grpSp>
        <p:grpSp>
          <p:nvGrpSpPr>
            <p:cNvPr id="26" name="Group 25"/>
            <p:cNvGrpSpPr/>
            <p:nvPr/>
          </p:nvGrpSpPr>
          <p:grpSpPr>
            <a:xfrm rot="10800000">
              <a:off x="14455" y="2742"/>
              <a:ext cx="2564" cy="1552"/>
              <a:chOff x="234132" y="2772700"/>
              <a:chExt cx="2520281" cy="1585144"/>
            </a:xfrm>
          </p:grpSpPr>
          <p:sp>
            <p:nvSpPr>
              <p:cNvPr id="61" name="Rectangle 60"/>
              <p:cNvSpPr/>
              <p:nvPr/>
            </p:nvSpPr>
            <p:spPr bwMode="ltGray">
              <a:xfrm rot="5400000">
                <a:off x="341520" y="2665312"/>
                <a:ext cx="1584000" cy="1798776"/>
              </a:xfrm>
              <a:prstGeom prst="rect">
                <a:avLst/>
              </a:prstGeom>
              <a:solidFill>
                <a:schemeClr val="bg2"/>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consectetuer</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ullamcorper</a:t>
                </a:r>
                <a:r>
                  <a:rPr lang="en-GB" sz="640" dirty="0">
                    <a:solidFill>
                      <a:schemeClr val="tx1"/>
                    </a:solidFill>
                    <a:latin typeface="腾讯体 W7" panose="020C08030202040F0204" pitchFamily="18" charset="-122"/>
                  </a:rPr>
                  <a:t> quam. </a:t>
                </a:r>
                <a:r>
                  <a:rPr lang="en-GB" sz="640" dirty="0" err="1">
                    <a:solidFill>
                      <a:schemeClr val="tx1"/>
                    </a:solidFill>
                    <a:latin typeface="腾讯体 W7" panose="020C08030202040F0204" pitchFamily="18" charset="-122"/>
                  </a:rPr>
                  <a:t>Morbi</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tincidunt</a:t>
                </a:r>
                <a:r>
                  <a:rPr lang="en-GB" sz="640" dirty="0">
                    <a:solidFill>
                      <a:schemeClr val="tx1"/>
                    </a:solidFill>
                    <a:latin typeface="腾讯体 W7" panose="020C08030202040F0204" pitchFamily="18" charset="-122"/>
                  </a:rPr>
                  <a:t> mi </a:t>
                </a:r>
                <a:r>
                  <a:rPr lang="en-GB" sz="640" dirty="0" err="1">
                    <a:solidFill>
                      <a:schemeClr val="tx1"/>
                    </a:solidFill>
                    <a:latin typeface="腾讯体 W7" panose="020C08030202040F0204" pitchFamily="18" charset="-122"/>
                  </a:rPr>
                  <a:t>ut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diam</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ultricies</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hendrerit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pellentesque</a:t>
                </a:r>
                <a:r>
                  <a:rPr lang="en-GB" sz="640" dirty="0">
                    <a:solidFill>
                      <a:schemeClr val="tx1"/>
                    </a:solidFill>
                    <a:latin typeface="腾讯体 W7" panose="020C08030202040F0204" pitchFamily="18" charset="-122"/>
                  </a:rPr>
                  <a:t> a, </a:t>
                </a:r>
                <a:r>
                  <a:rPr lang="en-GB" sz="640" dirty="0" err="1">
                    <a:solidFill>
                      <a:schemeClr val="tx1"/>
                    </a:solidFill>
                    <a:latin typeface="腾讯体 W7" panose="020C08030202040F0204" pitchFamily="18" charset="-122"/>
                  </a:rPr>
                  <a:t>eros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Aenean</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massa</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varius</a:t>
                </a:r>
                <a:r>
                  <a:rPr lang="en-GB" sz="640" dirty="0">
                    <a:solidFill>
                      <a:schemeClr val="tx1"/>
                    </a:solidFill>
                    <a:latin typeface="腾讯体 W7" panose="020C08030202040F0204" pitchFamily="18" charset="-122"/>
                  </a:rPr>
                  <a:t> tempus. </a:t>
                </a:r>
                <a:endParaRPr lang="en-GB" sz="640" dirty="0">
                  <a:solidFill>
                    <a:schemeClr val="tx1"/>
                  </a:solidFill>
                  <a:latin typeface="腾讯体 W7" panose="020C08030202040F0204" pitchFamily="18" charset="-122"/>
                </a:endParaRPr>
              </a:p>
            </p:txBody>
          </p:sp>
          <p:sp>
            <p:nvSpPr>
              <p:cNvPr id="62" name="Rectangle 61"/>
              <p:cNvSpPr/>
              <p:nvPr/>
            </p:nvSpPr>
            <p:spPr bwMode="ltGray">
              <a:xfrm rot="5400000">
                <a:off x="1579013" y="3182444"/>
                <a:ext cx="1584000" cy="766800"/>
              </a:xfrm>
              <a:prstGeom prst="rect">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640" b="1" dirty="0" smtClean="0">
                    <a:solidFill>
                      <a:schemeClr val="bg1"/>
                    </a:solidFill>
                    <a:latin typeface="腾讯体 W7" panose="020C08030202040F0204" pitchFamily="18" charset="-122"/>
                  </a:rPr>
                  <a:t>9. xxx</a:t>
                </a:r>
                <a:endParaRPr lang="en-GB" sz="640" b="1" dirty="0" smtClean="0">
                  <a:solidFill>
                    <a:schemeClr val="bg1"/>
                  </a:solidFill>
                  <a:latin typeface="腾讯体 W7" panose="020C08030202040F0204" pitchFamily="18" charset="-122"/>
                </a:endParaRPr>
              </a:p>
            </p:txBody>
          </p:sp>
        </p:grpSp>
        <p:grpSp>
          <p:nvGrpSpPr>
            <p:cNvPr id="27" name="Group 26"/>
            <p:cNvGrpSpPr/>
            <p:nvPr/>
          </p:nvGrpSpPr>
          <p:grpSpPr>
            <a:xfrm rot="10800000">
              <a:off x="14455" y="4399"/>
              <a:ext cx="2564" cy="1763"/>
              <a:chOff x="234132" y="4488700"/>
              <a:chExt cx="2520280" cy="1585144"/>
            </a:xfrm>
          </p:grpSpPr>
          <p:sp>
            <p:nvSpPr>
              <p:cNvPr id="59" name="Rectangle 58"/>
              <p:cNvSpPr/>
              <p:nvPr/>
            </p:nvSpPr>
            <p:spPr bwMode="ltGray">
              <a:xfrm rot="5400000">
                <a:off x="341520" y="4381312"/>
                <a:ext cx="1584000" cy="1798776"/>
              </a:xfrm>
              <a:prstGeom prst="rect">
                <a:avLst/>
              </a:prstGeom>
              <a:solidFill>
                <a:schemeClr val="bg2"/>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consectetuer</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ullamcorper</a:t>
                </a:r>
                <a:r>
                  <a:rPr lang="en-GB" sz="640" dirty="0">
                    <a:solidFill>
                      <a:schemeClr val="tx1"/>
                    </a:solidFill>
                    <a:latin typeface="腾讯体 W7" panose="020C08030202040F0204" pitchFamily="18" charset="-122"/>
                  </a:rPr>
                  <a:t> quam. </a:t>
                </a:r>
                <a:r>
                  <a:rPr lang="en-GB" sz="640" dirty="0" err="1">
                    <a:solidFill>
                      <a:schemeClr val="tx1"/>
                    </a:solidFill>
                    <a:latin typeface="腾讯体 W7" panose="020C08030202040F0204" pitchFamily="18" charset="-122"/>
                  </a:rPr>
                  <a:t>Morbi</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tincidunt</a:t>
                </a:r>
                <a:r>
                  <a:rPr lang="en-GB" sz="640" dirty="0">
                    <a:solidFill>
                      <a:schemeClr val="tx1"/>
                    </a:solidFill>
                    <a:latin typeface="腾讯体 W7" panose="020C08030202040F0204" pitchFamily="18" charset="-122"/>
                  </a:rPr>
                  <a:t> mi </a:t>
                </a:r>
                <a:r>
                  <a:rPr lang="en-GB" sz="640" dirty="0" err="1">
                    <a:solidFill>
                      <a:schemeClr val="tx1"/>
                    </a:solidFill>
                    <a:latin typeface="腾讯体 W7" panose="020C08030202040F0204" pitchFamily="18" charset="-122"/>
                  </a:rPr>
                  <a:t>ut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diam</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ultricies</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hendrerit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pellentesque</a:t>
                </a:r>
                <a:r>
                  <a:rPr lang="en-GB" sz="640" dirty="0">
                    <a:solidFill>
                      <a:schemeClr val="tx1"/>
                    </a:solidFill>
                    <a:latin typeface="腾讯体 W7" panose="020C08030202040F0204" pitchFamily="18" charset="-122"/>
                  </a:rPr>
                  <a:t> a, </a:t>
                </a:r>
                <a:r>
                  <a:rPr lang="en-GB" sz="640" dirty="0" err="1">
                    <a:solidFill>
                      <a:schemeClr val="tx1"/>
                    </a:solidFill>
                    <a:latin typeface="腾讯体 W7" panose="020C08030202040F0204" pitchFamily="18" charset="-122"/>
                  </a:rPr>
                  <a:t>eros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Aenean</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massa</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varius</a:t>
                </a:r>
                <a:r>
                  <a:rPr lang="en-GB" sz="640" dirty="0">
                    <a:solidFill>
                      <a:schemeClr val="tx1"/>
                    </a:solidFill>
                    <a:latin typeface="腾讯体 W7" panose="020C08030202040F0204" pitchFamily="18" charset="-122"/>
                  </a:rPr>
                  <a:t> tempus. </a:t>
                </a:r>
                <a:endParaRPr lang="en-GB" sz="640" dirty="0">
                  <a:solidFill>
                    <a:schemeClr val="tx1"/>
                  </a:solidFill>
                  <a:latin typeface="腾讯体 W7" panose="020C08030202040F0204" pitchFamily="18" charset="-122"/>
                </a:endParaRPr>
              </a:p>
            </p:txBody>
          </p:sp>
          <p:sp>
            <p:nvSpPr>
              <p:cNvPr id="60" name="Rectangle 59"/>
              <p:cNvSpPr/>
              <p:nvPr/>
            </p:nvSpPr>
            <p:spPr bwMode="ltGray">
              <a:xfrm rot="5400000">
                <a:off x="1579012" y="4898444"/>
                <a:ext cx="1584000" cy="766800"/>
              </a:xfrm>
              <a:prstGeom prst="rect">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t"/>
              <a:lstStyle/>
              <a:p>
                <a:pPr indent="-274320"/>
                <a:r>
                  <a:rPr lang="en-GB" sz="640" b="1" dirty="0" smtClean="0">
                    <a:solidFill>
                      <a:schemeClr val="bg1"/>
                    </a:solidFill>
                    <a:latin typeface="腾讯体 W7" panose="020C08030202040F0204" pitchFamily="18" charset="-122"/>
                  </a:rPr>
                  <a:t>10. xxx</a:t>
                </a:r>
                <a:endParaRPr lang="en-GB" sz="640" b="1" dirty="0" smtClean="0">
                  <a:solidFill>
                    <a:schemeClr val="bg1"/>
                  </a:solidFill>
                  <a:latin typeface="腾讯体 W7" panose="020C08030202040F0204" pitchFamily="18" charset="-122"/>
                </a:endParaRPr>
              </a:p>
            </p:txBody>
          </p:sp>
        </p:grpSp>
        <p:sp>
          <p:nvSpPr>
            <p:cNvPr id="28" name="Oval 27"/>
            <p:cNvSpPr/>
            <p:nvPr/>
          </p:nvSpPr>
          <p:spPr bwMode="ltGray">
            <a:xfrm rot="16200000">
              <a:off x="13965" y="9126"/>
              <a:ext cx="1588" cy="274"/>
            </a:xfrm>
            <a:prstGeom prst="ellipse">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000" b="1" dirty="0" smtClean="0">
                  <a:solidFill>
                    <a:schemeClr val="tx1"/>
                  </a:solidFill>
                  <a:latin typeface="腾讯体 W7" panose="020C08030202040F0204" pitchFamily="18" charset="-122"/>
                </a:rPr>
                <a:t>2011</a:t>
              </a:r>
              <a:endParaRPr lang="en-GB" sz="1000" b="1" dirty="0" smtClean="0">
                <a:solidFill>
                  <a:schemeClr val="tx1"/>
                </a:solidFill>
                <a:latin typeface="腾讯体 W7" panose="020C08030202040F0204" pitchFamily="18" charset="-122"/>
              </a:endParaRPr>
            </a:p>
          </p:txBody>
        </p:sp>
        <p:sp>
          <p:nvSpPr>
            <p:cNvPr id="29" name="Oval 28"/>
            <p:cNvSpPr/>
            <p:nvPr/>
          </p:nvSpPr>
          <p:spPr bwMode="ltGray">
            <a:xfrm rot="10800000">
              <a:off x="15222" y="6250"/>
              <a:ext cx="1650" cy="264"/>
            </a:xfrm>
            <a:prstGeom prst="ellipse">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000" b="1" dirty="0" smtClean="0">
                  <a:solidFill>
                    <a:schemeClr val="tx1"/>
                  </a:solidFill>
                  <a:latin typeface="腾讯体 W7" panose="020C08030202040F0204" pitchFamily="18" charset="-122"/>
                </a:rPr>
                <a:t>2016</a:t>
              </a:r>
              <a:endParaRPr lang="en-GB" sz="1000" b="1" dirty="0" smtClean="0">
                <a:solidFill>
                  <a:schemeClr val="tx1"/>
                </a:solidFill>
                <a:latin typeface="腾讯体 W7" panose="020C08030202040F0204" pitchFamily="18" charset="-122"/>
              </a:endParaRPr>
            </a:p>
          </p:txBody>
        </p:sp>
        <p:sp>
          <p:nvSpPr>
            <p:cNvPr id="30" name="Rounded Rectangle 29"/>
            <p:cNvSpPr/>
            <p:nvPr/>
          </p:nvSpPr>
          <p:spPr bwMode="ltGray">
            <a:xfrm rot="16200000">
              <a:off x="9527" y="2829"/>
              <a:ext cx="4546" cy="4713"/>
            </a:xfrm>
            <a:prstGeom prst="roundRect">
              <a:avLst>
                <a:gd name="adj" fmla="val 8462"/>
              </a:avLst>
            </a:prstGeom>
            <a:noFill/>
            <a:ln w="28575">
              <a:solidFill>
                <a:srgbClr val="1450B8"/>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000" dirty="0" err="1" smtClean="0">
                <a:solidFill>
                  <a:schemeClr val="bg1"/>
                </a:solidFill>
                <a:latin typeface="腾讯体 W7" panose="020C08030202040F0204" pitchFamily="18" charset="-122"/>
              </a:endParaRPr>
            </a:p>
          </p:txBody>
        </p:sp>
        <p:grpSp>
          <p:nvGrpSpPr>
            <p:cNvPr id="31" name="Group 30"/>
            <p:cNvGrpSpPr/>
            <p:nvPr/>
          </p:nvGrpSpPr>
          <p:grpSpPr>
            <a:xfrm rot="10800000">
              <a:off x="9872" y="3404"/>
              <a:ext cx="3593" cy="3460"/>
              <a:chOff x="6103063" y="2268463"/>
              <a:chExt cx="4143052" cy="4144936"/>
            </a:xfrm>
          </p:grpSpPr>
          <p:sp>
            <p:nvSpPr>
              <p:cNvPr id="47" name="Pentagon 46"/>
              <p:cNvSpPr/>
              <p:nvPr/>
            </p:nvSpPr>
            <p:spPr bwMode="ltGray">
              <a:xfrm>
                <a:off x="6103063" y="2273229"/>
                <a:ext cx="2168680" cy="648000"/>
              </a:xfrm>
              <a:prstGeom prst="homePlate">
                <a:avLst>
                  <a:gd name="adj" fmla="val 43042"/>
                </a:avLst>
              </a:prstGeom>
              <a:solidFill>
                <a:schemeClr val="tx2"/>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760" dirty="0" err="1" smtClean="0">
                  <a:solidFill>
                    <a:schemeClr val="bg1"/>
                  </a:solidFill>
                  <a:latin typeface="腾讯体 W7" panose="020C08030202040F0204" pitchFamily="18" charset="-122"/>
                </a:endParaRPr>
              </a:p>
            </p:txBody>
          </p:sp>
          <p:sp>
            <p:nvSpPr>
              <p:cNvPr id="48" name="Freeform 28"/>
              <p:cNvSpPr/>
              <p:nvPr/>
            </p:nvSpPr>
            <p:spPr bwMode="gray">
              <a:xfrm>
                <a:off x="6103064" y="3694170"/>
                <a:ext cx="1287517" cy="2349112"/>
              </a:xfrm>
              <a:custGeom>
                <a:avLst/>
                <a:gdLst>
                  <a:gd name="T0" fmla="*/ 2344 w 233"/>
                  <a:gd name="T1" fmla="*/ 2810 h 425"/>
                  <a:gd name="T2" fmla="*/ 1256 w 233"/>
                  <a:gd name="T3" fmla="*/ 609 h 425"/>
                  <a:gd name="T4" fmla="*/ 834 w 233"/>
                  <a:gd name="T5" fmla="*/ 0 h 425"/>
                  <a:gd name="T6" fmla="*/ 101 w 233"/>
                  <a:gd name="T7" fmla="*/ 266 h 425"/>
                  <a:gd name="T8" fmla="*/ 0 w 233"/>
                  <a:gd name="T9" fmla="*/ 1001 h 425"/>
                  <a:gd name="T10" fmla="*/ 1630 w 233"/>
                  <a:gd name="T11" fmla="*/ 3641 h 425"/>
                  <a:gd name="T12" fmla="*/ 1548 w 233"/>
                  <a:gd name="T13" fmla="*/ 2965 h 425"/>
                  <a:gd name="T14" fmla="*/ 2344 w 233"/>
                  <a:gd name="T15" fmla="*/ 2810 h 425"/>
                  <a:gd name="T16" fmla="*/ 0 60000 65536"/>
                  <a:gd name="T17" fmla="*/ 0 60000 65536"/>
                  <a:gd name="T18" fmla="*/ 0 60000 65536"/>
                  <a:gd name="T19" fmla="*/ 0 60000 65536"/>
                  <a:gd name="T20" fmla="*/ 0 60000 65536"/>
                  <a:gd name="T21" fmla="*/ 0 60000 65536"/>
                  <a:gd name="T22" fmla="*/ 0 60000 65536"/>
                  <a:gd name="T23" fmla="*/ 0 60000 65536"/>
                  <a:gd name="T24" fmla="*/ 0 w 233"/>
                  <a:gd name="T25" fmla="*/ 0 h 425"/>
                  <a:gd name="T26" fmla="*/ 233 w 233"/>
                  <a:gd name="T27" fmla="*/ 425 h 425"/>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233" h="425">
                    <a:moveTo>
                      <a:pt x="233" y="328"/>
                    </a:moveTo>
                    <a:cubicBezTo>
                      <a:pt x="147" y="270"/>
                      <a:pt x="107" y="168"/>
                      <a:pt x="125" y="71"/>
                    </a:cubicBezTo>
                    <a:cubicBezTo>
                      <a:pt x="83" y="0"/>
                      <a:pt x="83" y="0"/>
                      <a:pt x="83" y="0"/>
                    </a:cubicBezTo>
                    <a:cubicBezTo>
                      <a:pt x="10" y="31"/>
                      <a:pt x="10" y="31"/>
                      <a:pt x="10" y="31"/>
                    </a:cubicBezTo>
                    <a:cubicBezTo>
                      <a:pt x="4" y="59"/>
                      <a:pt x="0" y="88"/>
                      <a:pt x="0" y="117"/>
                    </a:cubicBezTo>
                    <a:cubicBezTo>
                      <a:pt x="0" y="245"/>
                      <a:pt x="64" y="358"/>
                      <a:pt x="162" y="425"/>
                    </a:cubicBezTo>
                    <a:cubicBezTo>
                      <a:pt x="154" y="346"/>
                      <a:pt x="154" y="346"/>
                      <a:pt x="154" y="346"/>
                    </a:cubicBezTo>
                    <a:lnTo>
                      <a:pt x="233" y="328"/>
                    </a:lnTo>
                    <a:close/>
                  </a:path>
                </a:pathLst>
              </a:custGeom>
              <a:solidFill>
                <a:srgbClr val="1450B8"/>
              </a:solidFill>
              <a:ln w="9525" cap="flat" cmpd="sng">
                <a:solidFill>
                  <a:srgbClr val="FFFFFF"/>
                </a:solidFill>
                <a:prstDash val="solid"/>
                <a:round/>
                <a:headEnd type="none" w="med" len="med"/>
                <a:tailEnd type="none" w="med" len="me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760" b="0" i="0" u="none" strike="noStrike" kern="0" cap="none" spc="0" normalizeH="0" baseline="0" noProof="0" smtClean="0">
                  <a:ln>
                    <a:noFill/>
                  </a:ln>
                  <a:solidFill>
                    <a:sysClr val="windowText" lastClr="000000"/>
                  </a:solidFill>
                  <a:effectLst/>
                  <a:uLnTx/>
                  <a:uFillTx/>
                  <a:latin typeface="+mj-lt"/>
                </a:endParaRPr>
              </a:p>
            </p:txBody>
          </p:sp>
          <p:sp>
            <p:nvSpPr>
              <p:cNvPr id="49" name="Freeform 29"/>
              <p:cNvSpPr/>
              <p:nvPr/>
            </p:nvSpPr>
            <p:spPr bwMode="gray">
              <a:xfrm>
                <a:off x="8122322" y="2268463"/>
                <a:ext cx="1963507" cy="1650421"/>
              </a:xfrm>
              <a:custGeom>
                <a:avLst/>
                <a:gdLst>
                  <a:gd name="T0" fmla="*/ 0 w 355"/>
                  <a:gd name="T1" fmla="*/ 1041 h 298"/>
                  <a:gd name="T2" fmla="*/ 1381 w 355"/>
                  <a:gd name="T3" fmla="*/ 1334 h 298"/>
                  <a:gd name="T4" fmla="*/ 2410 w 355"/>
                  <a:gd name="T5" fmla="*/ 2279 h 298"/>
                  <a:gd name="T6" fmla="*/ 3175 w 355"/>
                  <a:gd name="T7" fmla="*/ 2563 h 298"/>
                  <a:gd name="T8" fmla="*/ 3578 w 355"/>
                  <a:gd name="T9" fmla="*/ 1980 h 298"/>
                  <a:gd name="T10" fmla="*/ 102 w 355"/>
                  <a:gd name="T11" fmla="*/ 0 h 298"/>
                  <a:gd name="T12" fmla="*/ 0 w 355"/>
                  <a:gd name="T13" fmla="*/ 0 h 298"/>
                  <a:gd name="T14" fmla="*/ 533 w 355"/>
                  <a:gd name="T15" fmla="*/ 516 h 298"/>
                  <a:gd name="T16" fmla="*/ 0 w 355"/>
                  <a:gd name="T17" fmla="*/ 1041 h 2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355"/>
                  <a:gd name="T28" fmla="*/ 0 h 298"/>
                  <a:gd name="T29" fmla="*/ 355 w 355"/>
                  <a:gd name="T30" fmla="*/ 298 h 298"/>
                  <a:gd name="connsiteX0" fmla="*/ 0 w 10000"/>
                  <a:gd name="connsiteY0" fmla="*/ 3955 h 10000"/>
                  <a:gd name="connsiteX1" fmla="*/ 3859 w 10000"/>
                  <a:gd name="connsiteY1" fmla="*/ 5201 h 10000"/>
                  <a:gd name="connsiteX2" fmla="*/ 6732 w 10000"/>
                  <a:gd name="connsiteY2" fmla="*/ 8893 h 10000"/>
                  <a:gd name="connsiteX3" fmla="*/ 8873 w 10000"/>
                  <a:gd name="connsiteY3" fmla="*/ 10000 h 10000"/>
                  <a:gd name="connsiteX4" fmla="*/ 10000 w 10000"/>
                  <a:gd name="connsiteY4" fmla="*/ 7718 h 10000"/>
                  <a:gd name="connsiteX5" fmla="*/ 282 w 10000"/>
                  <a:gd name="connsiteY5" fmla="*/ 0 h 10000"/>
                  <a:gd name="connsiteX6" fmla="*/ 0 w 10000"/>
                  <a:gd name="connsiteY6" fmla="*/ 0 h 10000"/>
                  <a:gd name="connsiteX7" fmla="*/ 1493 w 10000"/>
                  <a:gd name="connsiteY7" fmla="*/ 2013 h 10000"/>
                  <a:gd name="connsiteX8" fmla="*/ 0 w 10000"/>
                  <a:gd name="connsiteY8" fmla="*/ 3955 h 10000"/>
                  <a:gd name="connsiteX0-1" fmla="*/ 0 w 10000"/>
                  <a:gd name="connsiteY0-2" fmla="*/ 3955 h 10000"/>
                  <a:gd name="connsiteX1-3" fmla="*/ 3859 w 10000"/>
                  <a:gd name="connsiteY1-4" fmla="*/ 5201 h 10000"/>
                  <a:gd name="connsiteX2-5" fmla="*/ 6732 w 10000"/>
                  <a:gd name="connsiteY2-6" fmla="*/ 8893 h 10000"/>
                  <a:gd name="connsiteX3-7" fmla="*/ 8873 w 10000"/>
                  <a:gd name="connsiteY3-8" fmla="*/ 10000 h 10000"/>
                  <a:gd name="connsiteX4-9" fmla="*/ 10000 w 10000"/>
                  <a:gd name="connsiteY4-10" fmla="*/ 7718 h 10000"/>
                  <a:gd name="connsiteX5-11" fmla="*/ 282 w 10000"/>
                  <a:gd name="connsiteY5-12" fmla="*/ 0 h 10000"/>
                  <a:gd name="connsiteX6-13" fmla="*/ 0 w 10000"/>
                  <a:gd name="connsiteY6-14" fmla="*/ 0 h 10000"/>
                  <a:gd name="connsiteX7-15" fmla="*/ 1493 w 10000"/>
                  <a:gd name="connsiteY7-16" fmla="*/ 2013 h 10000"/>
                  <a:gd name="connsiteX8-17" fmla="*/ 0 w 10000"/>
                  <a:gd name="connsiteY8-18" fmla="*/ 3955 h 10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Lst>
                <a:rect l="l" t="t" r="r" b="b"/>
                <a:pathLst>
                  <a:path w="10000" h="10000">
                    <a:moveTo>
                      <a:pt x="0" y="3955"/>
                    </a:moveTo>
                    <a:cubicBezTo>
                      <a:pt x="1308" y="4026"/>
                      <a:pt x="2648" y="4362"/>
                      <a:pt x="3859" y="5201"/>
                    </a:cubicBezTo>
                    <a:cubicBezTo>
                      <a:pt x="5155" y="6074"/>
                      <a:pt x="6113" y="7383"/>
                      <a:pt x="6732" y="8893"/>
                    </a:cubicBezTo>
                    <a:lnTo>
                      <a:pt x="8873" y="10000"/>
                    </a:lnTo>
                    <a:lnTo>
                      <a:pt x="10000" y="7718"/>
                    </a:lnTo>
                    <a:cubicBezTo>
                      <a:pt x="8423" y="3188"/>
                      <a:pt x="4648" y="0"/>
                      <a:pt x="282" y="0"/>
                    </a:cubicBezTo>
                    <a:lnTo>
                      <a:pt x="0" y="0"/>
                    </a:lnTo>
                    <a:lnTo>
                      <a:pt x="1493" y="2013"/>
                    </a:lnTo>
                    <a:lnTo>
                      <a:pt x="0" y="3955"/>
                    </a:lnTo>
                    <a:close/>
                  </a:path>
                </a:pathLst>
              </a:custGeom>
              <a:solidFill>
                <a:schemeClr val="accent5"/>
              </a:solidFill>
              <a:ln w="9525" cap="flat" cmpd="sng">
                <a:solidFill>
                  <a:srgbClr val="FFFFFF"/>
                </a:solidFill>
                <a:prstDash val="solid"/>
                <a:round/>
                <a:headEnd type="none" w="med" len="med"/>
                <a:tailEnd type="none" w="med" len="me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760" b="0" i="0" u="none" strike="noStrike" kern="0" cap="none" spc="0" normalizeH="0" baseline="0" noProof="0" smtClean="0">
                  <a:ln>
                    <a:noFill/>
                  </a:ln>
                  <a:solidFill>
                    <a:sysClr val="windowText" lastClr="000000"/>
                  </a:solidFill>
                  <a:effectLst/>
                  <a:uLnTx/>
                  <a:uFillTx/>
                  <a:latin typeface="+mj-lt"/>
                </a:endParaRPr>
              </a:p>
            </p:txBody>
          </p:sp>
          <p:sp>
            <p:nvSpPr>
              <p:cNvPr id="50" name="Freeform 30"/>
              <p:cNvSpPr/>
              <p:nvPr/>
            </p:nvSpPr>
            <p:spPr bwMode="gray">
              <a:xfrm>
                <a:off x="9099720" y="3652626"/>
                <a:ext cx="1146395" cy="2258471"/>
              </a:xfrm>
              <a:custGeom>
                <a:avLst/>
                <a:gdLst>
                  <a:gd name="T0" fmla="*/ 2092 w 207"/>
                  <a:gd name="T1" fmla="*/ 1064 h 408"/>
                  <a:gd name="T2" fmla="*/ 1879 w 207"/>
                  <a:gd name="T3" fmla="*/ 0 h 408"/>
                  <a:gd name="T4" fmla="*/ 1465 w 207"/>
                  <a:gd name="T5" fmla="*/ 592 h 408"/>
                  <a:gd name="T6" fmla="*/ 718 w 207"/>
                  <a:gd name="T7" fmla="*/ 317 h 408"/>
                  <a:gd name="T8" fmla="*/ 524 w 207"/>
                  <a:gd name="T9" fmla="*/ 2157 h 408"/>
                  <a:gd name="T10" fmla="*/ 79 w 207"/>
                  <a:gd name="T11" fmla="*/ 2647 h 408"/>
                  <a:gd name="T12" fmla="*/ 0 w 207"/>
                  <a:gd name="T13" fmla="*/ 3359 h 408"/>
                  <a:gd name="T14" fmla="*/ 779 w 207"/>
                  <a:gd name="T15" fmla="*/ 3506 h 408"/>
                  <a:gd name="T16" fmla="*/ 2092 w 207"/>
                  <a:gd name="T17" fmla="*/ 1064 h 40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07"/>
                  <a:gd name="T28" fmla="*/ 0 h 408"/>
                  <a:gd name="T29" fmla="*/ 207 w 207"/>
                  <a:gd name="T30" fmla="*/ 408 h 408"/>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07" h="408">
                    <a:moveTo>
                      <a:pt x="207" y="124"/>
                    </a:moveTo>
                    <a:cubicBezTo>
                      <a:pt x="207" y="81"/>
                      <a:pt x="200" y="39"/>
                      <a:pt x="186" y="0"/>
                    </a:cubicBezTo>
                    <a:cubicBezTo>
                      <a:pt x="145" y="69"/>
                      <a:pt x="145" y="69"/>
                      <a:pt x="145" y="69"/>
                    </a:cubicBezTo>
                    <a:cubicBezTo>
                      <a:pt x="71" y="37"/>
                      <a:pt x="71" y="37"/>
                      <a:pt x="71" y="37"/>
                    </a:cubicBezTo>
                    <a:cubicBezTo>
                      <a:pt x="96" y="105"/>
                      <a:pt x="92" y="183"/>
                      <a:pt x="52" y="251"/>
                    </a:cubicBezTo>
                    <a:cubicBezTo>
                      <a:pt x="40" y="273"/>
                      <a:pt x="25" y="292"/>
                      <a:pt x="8" y="308"/>
                    </a:cubicBezTo>
                    <a:cubicBezTo>
                      <a:pt x="0" y="391"/>
                      <a:pt x="0" y="391"/>
                      <a:pt x="0" y="391"/>
                    </a:cubicBezTo>
                    <a:cubicBezTo>
                      <a:pt x="77" y="408"/>
                      <a:pt x="77" y="408"/>
                      <a:pt x="77" y="408"/>
                    </a:cubicBezTo>
                    <a:cubicBezTo>
                      <a:pt x="157" y="340"/>
                      <a:pt x="207" y="238"/>
                      <a:pt x="207" y="124"/>
                    </a:cubicBezTo>
                    <a:close/>
                  </a:path>
                </a:pathLst>
              </a:custGeom>
              <a:solidFill>
                <a:schemeClr val="accent4"/>
              </a:solidFill>
              <a:ln w="9525" cap="flat" cmpd="sng">
                <a:solidFill>
                  <a:srgbClr val="FFFFFF"/>
                </a:solidFill>
                <a:prstDash val="solid"/>
                <a:round/>
                <a:headEnd type="none" w="med" len="med"/>
                <a:tailEnd type="none" w="med" len="me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760" b="0" i="0" u="none" strike="noStrike" kern="0" cap="none" spc="0" normalizeH="0" baseline="0" noProof="0" smtClean="0">
                  <a:ln>
                    <a:noFill/>
                  </a:ln>
                  <a:solidFill>
                    <a:sysClr val="windowText" lastClr="000000"/>
                  </a:solidFill>
                  <a:effectLst/>
                  <a:uLnTx/>
                  <a:uFillTx/>
                  <a:latin typeface="+mj-lt"/>
                </a:endParaRPr>
              </a:p>
            </p:txBody>
          </p:sp>
          <p:sp>
            <p:nvSpPr>
              <p:cNvPr id="51" name="Freeform 31"/>
              <p:cNvSpPr/>
              <p:nvPr/>
            </p:nvSpPr>
            <p:spPr bwMode="gray">
              <a:xfrm>
                <a:off x="7057813" y="5444674"/>
                <a:ext cx="2374676" cy="968725"/>
              </a:xfrm>
              <a:custGeom>
                <a:avLst/>
                <a:gdLst>
                  <a:gd name="T0" fmla="*/ 3617 w 430"/>
                  <a:gd name="T1" fmla="*/ 0 h 175"/>
                  <a:gd name="T2" fmla="*/ 824 w 430"/>
                  <a:gd name="T3" fmla="*/ 196 h 175"/>
                  <a:gd name="T4" fmla="*/ 0 w 430"/>
                  <a:gd name="T5" fmla="*/ 361 h 175"/>
                  <a:gd name="T6" fmla="*/ 79 w 430"/>
                  <a:gd name="T7" fmla="*/ 1032 h 175"/>
                  <a:gd name="T8" fmla="*/ 2038 w 430"/>
                  <a:gd name="T9" fmla="*/ 1504 h 175"/>
                  <a:gd name="T10" fmla="*/ 4320 w 430"/>
                  <a:gd name="T11" fmla="*/ 841 h 175"/>
                  <a:gd name="T12" fmla="*/ 3537 w 430"/>
                  <a:gd name="T13" fmla="*/ 689 h 175"/>
                  <a:gd name="T14" fmla="*/ 3617 w 430"/>
                  <a:gd name="T15" fmla="*/ 0 h 175"/>
                  <a:gd name="T16" fmla="*/ 0 60000 65536"/>
                  <a:gd name="T17" fmla="*/ 0 60000 65536"/>
                  <a:gd name="T18" fmla="*/ 0 60000 65536"/>
                  <a:gd name="T19" fmla="*/ 0 60000 65536"/>
                  <a:gd name="T20" fmla="*/ 0 60000 65536"/>
                  <a:gd name="T21" fmla="*/ 0 60000 65536"/>
                  <a:gd name="T22" fmla="*/ 0 60000 65536"/>
                  <a:gd name="T23" fmla="*/ 0 60000 65536"/>
                  <a:gd name="T24" fmla="*/ 0 w 430"/>
                  <a:gd name="T25" fmla="*/ 0 h 175"/>
                  <a:gd name="T26" fmla="*/ 430 w 430"/>
                  <a:gd name="T27" fmla="*/ 175 h 175"/>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430" h="175">
                    <a:moveTo>
                      <a:pt x="360" y="0"/>
                    </a:moveTo>
                    <a:cubicBezTo>
                      <a:pt x="282" y="61"/>
                      <a:pt x="173" y="73"/>
                      <a:pt x="82" y="23"/>
                    </a:cubicBezTo>
                    <a:cubicBezTo>
                      <a:pt x="0" y="42"/>
                      <a:pt x="0" y="42"/>
                      <a:pt x="0" y="42"/>
                    </a:cubicBezTo>
                    <a:cubicBezTo>
                      <a:pt x="8" y="120"/>
                      <a:pt x="8" y="120"/>
                      <a:pt x="8" y="120"/>
                    </a:cubicBezTo>
                    <a:cubicBezTo>
                      <a:pt x="64" y="155"/>
                      <a:pt x="131" y="175"/>
                      <a:pt x="203" y="175"/>
                    </a:cubicBezTo>
                    <a:cubicBezTo>
                      <a:pt x="288" y="175"/>
                      <a:pt x="367" y="146"/>
                      <a:pt x="430" y="98"/>
                    </a:cubicBezTo>
                    <a:cubicBezTo>
                      <a:pt x="352" y="80"/>
                      <a:pt x="352" y="80"/>
                      <a:pt x="352" y="80"/>
                    </a:cubicBezTo>
                    <a:lnTo>
                      <a:pt x="360" y="0"/>
                    </a:lnTo>
                    <a:close/>
                  </a:path>
                </a:pathLst>
              </a:custGeom>
              <a:solidFill>
                <a:schemeClr val="accent3"/>
              </a:solidFill>
              <a:ln w="9525" cap="flat" cmpd="sng">
                <a:solidFill>
                  <a:srgbClr val="FFFFFF"/>
                </a:solidFill>
                <a:prstDash val="solid"/>
                <a:round/>
                <a:headEnd type="none" w="med" len="med"/>
                <a:tailEnd type="none" w="med" len="me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760" b="0" i="0" u="none" strike="noStrike" kern="0" cap="none" spc="0" normalizeH="0" baseline="0" noProof="0" smtClean="0">
                  <a:ln>
                    <a:noFill/>
                  </a:ln>
                  <a:solidFill>
                    <a:sysClr val="windowText" lastClr="000000"/>
                  </a:solidFill>
                  <a:effectLst/>
                  <a:uLnTx/>
                  <a:uFillTx/>
                  <a:latin typeface="+mj-lt"/>
                </a:endParaRPr>
              </a:p>
            </p:txBody>
          </p:sp>
          <p:sp>
            <p:nvSpPr>
              <p:cNvPr id="52" name="Rectangle 36"/>
              <p:cNvSpPr>
                <a:spLocks noChangeArrowheads="1"/>
              </p:cNvSpPr>
              <p:nvPr/>
            </p:nvSpPr>
            <p:spPr bwMode="auto">
              <a:xfrm rot="10800000">
                <a:off x="6443448" y="2495526"/>
                <a:ext cx="1314517" cy="298292"/>
              </a:xfrm>
              <a:prstGeom prst="rect">
                <a:avLst/>
              </a:prstGeom>
              <a:noFill/>
              <a:ln w="9525">
                <a:noFill/>
                <a:miter lim="800000"/>
              </a:ln>
            </p:spPr>
            <p:txBody>
              <a:bodyPr vert="horz" wrap="square" lIns="0" tIns="0" rIns="0" bIns="0" numCol="1" anchor="t" anchorCtr="0" compatLnSpc="1">
                <a:spAutoFit/>
              </a:bodyPr>
              <a:lstStyle/>
              <a:p>
                <a:pPr algn="ctr"/>
                <a:r>
                  <a:rPr lang="en-GB" sz="1030" b="1" dirty="0" smtClean="0">
                    <a:solidFill>
                      <a:schemeClr val="bg1"/>
                    </a:solidFill>
                    <a:latin typeface="腾讯体 W7" panose="020C08030202040F0204" pitchFamily="18" charset="-122"/>
                  </a:rPr>
                  <a:t>1. xxx</a:t>
                </a:r>
                <a:endParaRPr lang="en-GB" sz="1030" b="1" dirty="0" smtClean="0">
                  <a:solidFill>
                    <a:schemeClr val="bg1"/>
                  </a:solidFill>
                  <a:latin typeface="腾讯体 W7" panose="020C08030202040F0204" pitchFamily="18" charset="-122"/>
                </a:endParaRPr>
              </a:p>
            </p:txBody>
          </p:sp>
          <p:sp>
            <p:nvSpPr>
              <p:cNvPr id="53" name="TextBox 52"/>
              <p:cNvSpPr txBox="1"/>
              <p:nvPr/>
            </p:nvSpPr>
            <p:spPr>
              <a:xfrm rot="4362611">
                <a:off x="6101529" y="4049966"/>
                <a:ext cx="2019598" cy="1230885"/>
              </a:xfrm>
              <a:prstGeom prst="rect">
                <a:avLst/>
              </a:prstGeom>
              <a:noFill/>
            </p:spPr>
            <p:txBody>
              <a:bodyPr wrap="none" lIns="0" tIns="0" rIns="0" bIns="0" rtlCol="0">
                <a:prstTxWarp prst="textArchDown">
                  <a:avLst/>
                </a:prstTxWarp>
                <a:noAutofit/>
              </a:bodyPr>
              <a:lstStyle/>
              <a:p>
                <a:pPr algn="ctr"/>
                <a:r>
                  <a:rPr lang="en-GB" sz="1030" b="1" dirty="0" smtClean="0">
                    <a:solidFill>
                      <a:schemeClr val="bg1"/>
                    </a:solidFill>
                    <a:latin typeface="腾讯体 W7" panose="020C08030202040F0204" pitchFamily="18" charset="-122"/>
                  </a:rPr>
                  <a:t>5. </a:t>
                </a:r>
                <a:r>
                  <a:rPr lang="en-GB" sz="1030" b="1" dirty="0" err="1" smtClean="0">
                    <a:solidFill>
                      <a:schemeClr val="bg1"/>
                    </a:solidFill>
                    <a:latin typeface="腾讯体 W7" panose="020C08030202040F0204" pitchFamily="18" charset="-122"/>
                  </a:rPr>
                  <a:t>Oxxx</a:t>
                </a:r>
                <a:endParaRPr lang="en-GB" sz="1030" b="1" dirty="0" err="1" smtClean="0">
                  <a:solidFill>
                    <a:schemeClr val="bg1"/>
                  </a:solidFill>
                  <a:latin typeface="腾讯体 W7" panose="020C08030202040F0204" pitchFamily="18" charset="-122"/>
                </a:endParaRPr>
              </a:p>
            </p:txBody>
          </p:sp>
          <p:sp>
            <p:nvSpPr>
              <p:cNvPr id="54" name="TextBox 53"/>
              <p:cNvSpPr txBox="1"/>
              <p:nvPr/>
            </p:nvSpPr>
            <p:spPr>
              <a:xfrm rot="17442704">
                <a:off x="8295284" y="4111161"/>
                <a:ext cx="2019597" cy="1230886"/>
              </a:xfrm>
              <a:prstGeom prst="rect">
                <a:avLst/>
              </a:prstGeom>
              <a:noFill/>
            </p:spPr>
            <p:txBody>
              <a:bodyPr wrap="none" lIns="0" tIns="0" rIns="0" bIns="0" rtlCol="0">
                <a:prstTxWarp prst="textArchDown">
                  <a:avLst/>
                </a:prstTxWarp>
                <a:noAutofit/>
              </a:bodyPr>
              <a:lstStyle/>
              <a:p>
                <a:pPr algn="ctr">
                  <a:lnSpc>
                    <a:spcPts val="1800"/>
                  </a:lnSpc>
                  <a:spcAft>
                    <a:spcPts val="900"/>
                  </a:spcAft>
                </a:pPr>
                <a:r>
                  <a:rPr lang="en-GB" sz="1030" b="1" dirty="0" smtClean="0">
                    <a:solidFill>
                      <a:schemeClr val="bg1"/>
                    </a:solidFill>
                    <a:latin typeface="腾讯体 W7" panose="020C08030202040F0204" pitchFamily="18" charset="-122"/>
                  </a:rPr>
                  <a:t>3. </a:t>
                </a:r>
                <a:r>
                  <a:rPr lang="en-GB" sz="1030" b="1" dirty="0" err="1" smtClean="0">
                    <a:solidFill>
                      <a:schemeClr val="bg1"/>
                    </a:solidFill>
                    <a:latin typeface="腾讯体 W7" panose="020C08030202040F0204" pitchFamily="18" charset="-122"/>
                  </a:rPr>
                  <a:t>xxxxx</a:t>
                </a:r>
                <a:endParaRPr lang="en-GB" sz="1030" b="1" dirty="0" err="1" smtClean="0">
                  <a:solidFill>
                    <a:schemeClr val="bg1"/>
                  </a:solidFill>
                  <a:latin typeface="腾讯体 W7" panose="020C08030202040F0204" pitchFamily="18" charset="-122"/>
                </a:endParaRPr>
              </a:p>
            </p:txBody>
          </p:sp>
          <p:sp>
            <p:nvSpPr>
              <p:cNvPr id="55" name="TextBox 54"/>
              <p:cNvSpPr txBox="1"/>
              <p:nvPr/>
            </p:nvSpPr>
            <p:spPr>
              <a:xfrm>
                <a:off x="7071846" y="4834942"/>
                <a:ext cx="2123530" cy="1230885"/>
              </a:xfrm>
              <a:prstGeom prst="rect">
                <a:avLst/>
              </a:prstGeom>
              <a:noFill/>
            </p:spPr>
            <p:txBody>
              <a:bodyPr wrap="none" lIns="0" tIns="0" rIns="0" bIns="0" rtlCol="0">
                <a:prstTxWarp prst="textArchDown">
                  <a:avLst/>
                </a:prstTxWarp>
                <a:noAutofit/>
              </a:bodyPr>
              <a:lstStyle/>
              <a:p>
                <a:pPr algn="ctr"/>
                <a:r>
                  <a:rPr lang="en-GB" sz="1030" b="1" dirty="0" smtClean="0">
                    <a:solidFill>
                      <a:schemeClr val="bg1"/>
                    </a:solidFill>
                    <a:latin typeface="腾讯体 W7" panose="020C08030202040F0204" pitchFamily="18" charset="-122"/>
                  </a:rPr>
                  <a:t>4. </a:t>
                </a:r>
                <a:r>
                  <a:rPr lang="en-GB" sz="1030" b="1" dirty="0" err="1" smtClean="0">
                    <a:solidFill>
                      <a:schemeClr val="bg1"/>
                    </a:solidFill>
                    <a:latin typeface="腾讯体 W7" panose="020C08030202040F0204" pitchFamily="18" charset="-122"/>
                  </a:rPr>
                  <a:t>xxxxx</a:t>
                </a:r>
                <a:endParaRPr lang="en-GB" sz="1030" b="1" dirty="0" err="1" smtClean="0">
                  <a:solidFill>
                    <a:schemeClr val="bg1"/>
                  </a:solidFill>
                  <a:latin typeface="腾讯体 W7" panose="020C08030202040F0204" pitchFamily="18" charset="-122"/>
                </a:endParaRPr>
              </a:p>
            </p:txBody>
          </p:sp>
          <p:sp>
            <p:nvSpPr>
              <p:cNvPr id="56" name="Oval 55"/>
              <p:cNvSpPr/>
              <p:nvPr/>
            </p:nvSpPr>
            <p:spPr bwMode="gray">
              <a:xfrm>
                <a:off x="6935843" y="3107427"/>
                <a:ext cx="2448000" cy="2448000"/>
              </a:xfrm>
              <a:prstGeom prst="ellipse">
                <a:avLst/>
              </a:prstGeom>
              <a:noFill/>
              <a:ln w="12700">
                <a:solidFill>
                  <a:schemeClr val="accent1"/>
                </a:solidFill>
                <a:prstDash val="dash"/>
                <a:round/>
              </a:ln>
            </p:spPr>
            <p:txBody>
              <a:bodyPr rtlCol="0" anchor="ctr"/>
              <a:lstStyle/>
              <a:p>
                <a:pPr algn="ctr"/>
                <a:endParaRPr lang="en-GB" sz="760"/>
              </a:p>
            </p:txBody>
          </p:sp>
          <p:sp>
            <p:nvSpPr>
              <p:cNvPr id="57" name="Rectangle 56"/>
              <p:cNvSpPr/>
              <p:nvPr/>
            </p:nvSpPr>
            <p:spPr bwMode="ltGray">
              <a:xfrm rot="10800000">
                <a:off x="7027771" y="4060581"/>
                <a:ext cx="2196765" cy="536500"/>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1600" b="1" dirty="0" smtClean="0">
                    <a:solidFill>
                      <a:schemeClr val="tx2"/>
                    </a:solidFill>
                    <a:latin typeface="腾讯体 W7" panose="020C08030202040F0204" pitchFamily="18" charset="-122"/>
                  </a:rPr>
                  <a:t>xxx</a:t>
                </a:r>
                <a:endParaRPr lang="en-GB" sz="1600" b="1" dirty="0" smtClean="0">
                  <a:solidFill>
                    <a:schemeClr val="tx2"/>
                  </a:solidFill>
                  <a:latin typeface="腾讯体 W7" panose="020C08030202040F0204" pitchFamily="18" charset="-122"/>
                </a:endParaRPr>
              </a:p>
            </p:txBody>
          </p:sp>
          <p:sp>
            <p:nvSpPr>
              <p:cNvPr id="58" name="TextBox 57"/>
              <p:cNvSpPr txBox="1"/>
              <p:nvPr/>
            </p:nvSpPr>
            <p:spPr>
              <a:xfrm rot="13190554">
                <a:off x="7826560" y="2832311"/>
                <a:ext cx="2019598" cy="1230885"/>
              </a:xfrm>
              <a:prstGeom prst="rect">
                <a:avLst/>
              </a:prstGeom>
              <a:noFill/>
            </p:spPr>
            <p:txBody>
              <a:bodyPr wrap="none" lIns="0" tIns="0" rIns="0" bIns="0" rtlCol="0">
                <a:prstTxWarp prst="textArchDown">
                  <a:avLst/>
                </a:prstTxWarp>
                <a:noAutofit/>
              </a:bodyPr>
              <a:lstStyle/>
              <a:p>
                <a:pPr algn="ctr"/>
                <a:r>
                  <a:rPr lang="en-GB" sz="1030" b="1" dirty="0" smtClean="0">
                    <a:solidFill>
                      <a:schemeClr val="bg1"/>
                    </a:solidFill>
                    <a:latin typeface="腾讯体 W7" panose="020C08030202040F0204" pitchFamily="18" charset="-122"/>
                  </a:rPr>
                  <a:t>2. </a:t>
                </a:r>
                <a:r>
                  <a:rPr lang="en-GB" sz="1030" b="1" dirty="0" err="1" smtClean="0">
                    <a:solidFill>
                      <a:schemeClr val="bg1"/>
                    </a:solidFill>
                    <a:latin typeface="腾讯体 W7" panose="020C08030202040F0204" pitchFamily="18" charset="-122"/>
                  </a:rPr>
                  <a:t>xxxx</a:t>
                </a:r>
                <a:endParaRPr lang="en-GB" sz="1030" b="1" dirty="0" err="1" smtClean="0">
                  <a:solidFill>
                    <a:schemeClr val="bg1"/>
                  </a:solidFill>
                  <a:latin typeface="腾讯体 W7" panose="020C08030202040F0204" pitchFamily="18" charset="-122"/>
                </a:endParaRPr>
              </a:p>
            </p:txBody>
          </p:sp>
        </p:grpSp>
        <p:sp>
          <p:nvSpPr>
            <p:cNvPr id="32" name="Rectangle 31"/>
            <p:cNvSpPr/>
            <p:nvPr/>
          </p:nvSpPr>
          <p:spPr bwMode="ltGray">
            <a:xfrm rot="10800000">
              <a:off x="13871" y="5597"/>
              <a:ext cx="513" cy="1903"/>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000" dirty="0" err="1" smtClean="0">
                <a:solidFill>
                  <a:schemeClr val="bg1"/>
                </a:solidFill>
                <a:latin typeface="腾讯体 W7" panose="020C08030202040F0204" pitchFamily="18" charset="-122"/>
              </a:endParaRPr>
            </a:p>
          </p:txBody>
        </p:sp>
        <p:sp>
          <p:nvSpPr>
            <p:cNvPr id="33" name="Rectangle 32"/>
            <p:cNvSpPr/>
            <p:nvPr/>
          </p:nvSpPr>
          <p:spPr>
            <a:xfrm>
              <a:off x="12024" y="7250"/>
              <a:ext cx="1927" cy="386"/>
            </a:xfrm>
            <a:prstGeom prst="rect">
              <a:avLst/>
            </a:prstGeom>
            <a:solidFill>
              <a:schemeClr val="bg2"/>
            </a:solidFill>
          </p:spPr>
          <p:txBody>
            <a:bodyPr wrap="square" lIns="32653">
              <a:spAutoFit/>
            </a:bodyPr>
            <a:lstStyle/>
            <a:p>
              <a:pPr indent="-274320" algn="ctr">
                <a:spcAft>
                  <a:spcPts val="900"/>
                </a:spcAft>
              </a:pPr>
              <a:r>
                <a:rPr lang="en-GB" sz="1000" dirty="0" err="1" smtClean="0">
                  <a:solidFill>
                    <a:srgbClr val="1450B8"/>
                  </a:solidFill>
                  <a:latin typeface="腾讯体 W7" panose="020C08030202040F0204" pitchFamily="18" charset="-122"/>
                </a:rPr>
                <a:t>xxxxxxxxxxxxxxxx</a:t>
              </a:r>
              <a:endParaRPr lang="en-GB" sz="1000" dirty="0" err="1" smtClean="0">
                <a:solidFill>
                  <a:srgbClr val="1450B8"/>
                </a:solidFill>
                <a:latin typeface="腾讯体 W7" panose="020C08030202040F0204" pitchFamily="18" charset="-122"/>
              </a:endParaRPr>
            </a:p>
          </p:txBody>
        </p:sp>
        <p:sp>
          <p:nvSpPr>
            <p:cNvPr id="34" name="Isosceles Triangle 33"/>
            <p:cNvSpPr/>
            <p:nvPr/>
          </p:nvSpPr>
          <p:spPr bwMode="ltGray">
            <a:xfrm rot="5400000">
              <a:off x="13958" y="7313"/>
              <a:ext cx="352" cy="293"/>
            </a:xfrm>
            <a:prstGeom prst="triangl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000" dirty="0" err="1" smtClean="0">
                <a:solidFill>
                  <a:schemeClr val="bg1"/>
                </a:solidFill>
                <a:latin typeface="腾讯体 W7" panose="020C08030202040F0204" pitchFamily="18" charset="-122"/>
              </a:endParaRPr>
            </a:p>
          </p:txBody>
        </p:sp>
        <p:sp>
          <p:nvSpPr>
            <p:cNvPr id="35" name="Isosceles Triangle 34"/>
            <p:cNvSpPr/>
            <p:nvPr/>
          </p:nvSpPr>
          <p:spPr bwMode="ltGray">
            <a:xfrm rot="10800000">
              <a:off x="13954" y="5879"/>
              <a:ext cx="366" cy="282"/>
            </a:xfrm>
            <a:prstGeom prst="triangl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000" dirty="0" err="1" smtClean="0">
                <a:solidFill>
                  <a:schemeClr val="bg1"/>
                </a:solidFill>
                <a:latin typeface="腾讯体 W7" panose="020C08030202040F0204" pitchFamily="18" charset="-122"/>
              </a:endParaRPr>
            </a:p>
          </p:txBody>
        </p:sp>
        <p:sp>
          <p:nvSpPr>
            <p:cNvPr id="36" name="Rectangle 35"/>
            <p:cNvSpPr/>
            <p:nvPr/>
          </p:nvSpPr>
          <p:spPr>
            <a:xfrm rot="16200000">
              <a:off x="13143" y="4645"/>
              <a:ext cx="1957" cy="628"/>
            </a:xfrm>
            <a:prstGeom prst="rect">
              <a:avLst/>
            </a:prstGeom>
            <a:solidFill>
              <a:schemeClr val="bg2"/>
            </a:solidFill>
          </p:spPr>
          <p:txBody>
            <a:bodyPr wrap="square" lIns="32653">
              <a:spAutoFit/>
            </a:bodyPr>
            <a:lstStyle/>
            <a:p>
              <a:pPr indent="-274320" algn="ctr">
                <a:spcAft>
                  <a:spcPts val="900"/>
                </a:spcAft>
              </a:pPr>
              <a:r>
                <a:rPr lang="en-GB" sz="1000" dirty="0" err="1" smtClean="0">
                  <a:solidFill>
                    <a:srgbClr val="1450B8"/>
                  </a:solidFill>
                  <a:latin typeface="腾讯体 W7" panose="020C08030202040F0204" pitchFamily="18" charset="-122"/>
                </a:rPr>
                <a:t>xxxxxxxxxxxxxxxxx</a:t>
              </a:r>
              <a:endParaRPr lang="en-GB" sz="1000" dirty="0" err="1" smtClean="0">
                <a:solidFill>
                  <a:srgbClr val="1450B8"/>
                </a:solidFill>
                <a:latin typeface="腾讯体 W7" panose="020C08030202040F0204" pitchFamily="18" charset="-122"/>
              </a:endParaRPr>
            </a:p>
          </p:txBody>
        </p:sp>
        <p:sp>
          <p:nvSpPr>
            <p:cNvPr id="37" name="Rounded Rectangle 36"/>
            <p:cNvSpPr/>
            <p:nvPr/>
          </p:nvSpPr>
          <p:spPr bwMode="ltGray">
            <a:xfrm>
              <a:off x="15702" y="8769"/>
              <a:ext cx="1318" cy="388"/>
            </a:xfrm>
            <a:prstGeom prst="round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lang="en-GB" sz="550" dirty="0" smtClean="0">
                  <a:solidFill>
                    <a:schemeClr val="tx1"/>
                  </a:solidFill>
                  <a:latin typeface="腾讯体 W7" panose="020C08030202040F0204" pitchFamily="18" charset="-122"/>
                </a:rPr>
                <a:t>xxx</a:t>
              </a:r>
              <a:endParaRPr lang="en-GB" sz="550" dirty="0" smtClean="0">
                <a:solidFill>
                  <a:schemeClr val="tx1"/>
                </a:solidFill>
                <a:latin typeface="腾讯体 W7" panose="020C08030202040F0204" pitchFamily="18" charset="-122"/>
              </a:endParaRPr>
            </a:p>
          </p:txBody>
        </p:sp>
        <p:sp>
          <p:nvSpPr>
            <p:cNvPr id="38" name="Rounded Rectangle 37"/>
            <p:cNvSpPr/>
            <p:nvPr/>
          </p:nvSpPr>
          <p:spPr bwMode="ltGray">
            <a:xfrm>
              <a:off x="15702" y="7712"/>
              <a:ext cx="1318" cy="388"/>
            </a:xfrm>
            <a:prstGeom prst="round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lang="en-GB" sz="550" dirty="0" smtClean="0">
                  <a:solidFill>
                    <a:schemeClr val="tx1"/>
                  </a:solidFill>
                  <a:latin typeface="腾讯体 W7" panose="020C08030202040F0204" pitchFamily="18" charset="-122"/>
                </a:rPr>
                <a:t>xxx</a:t>
              </a:r>
              <a:endParaRPr lang="en-GB" sz="550" dirty="0" smtClean="0">
                <a:solidFill>
                  <a:schemeClr val="tx1"/>
                </a:solidFill>
                <a:latin typeface="腾讯体 W7" panose="020C08030202040F0204" pitchFamily="18" charset="-122"/>
              </a:endParaRPr>
            </a:p>
          </p:txBody>
        </p:sp>
        <p:sp>
          <p:nvSpPr>
            <p:cNvPr id="39" name="Rounded Rectangle 38"/>
            <p:cNvSpPr/>
            <p:nvPr/>
          </p:nvSpPr>
          <p:spPr bwMode="ltGray">
            <a:xfrm>
              <a:off x="15702" y="9791"/>
              <a:ext cx="1318" cy="388"/>
            </a:xfrm>
            <a:prstGeom prst="round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lang="en-GB" sz="550" dirty="0" smtClean="0">
                  <a:solidFill>
                    <a:schemeClr val="tx1"/>
                  </a:solidFill>
                  <a:latin typeface="腾讯体 W7" panose="020C08030202040F0204" pitchFamily="18" charset="-122"/>
                </a:rPr>
                <a:t>xxx</a:t>
              </a:r>
              <a:endParaRPr lang="en-GB" sz="550" dirty="0" smtClean="0">
                <a:solidFill>
                  <a:schemeClr val="tx1"/>
                </a:solidFill>
                <a:latin typeface="腾讯体 W7" panose="020C08030202040F0204" pitchFamily="18" charset="-122"/>
              </a:endParaRPr>
            </a:p>
          </p:txBody>
        </p:sp>
        <p:sp>
          <p:nvSpPr>
            <p:cNvPr id="40" name="Rounded Rectangle 39"/>
            <p:cNvSpPr/>
            <p:nvPr/>
          </p:nvSpPr>
          <p:spPr bwMode="ltGray">
            <a:xfrm>
              <a:off x="15702" y="8241"/>
              <a:ext cx="1318" cy="388"/>
            </a:xfrm>
            <a:prstGeom prst="round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lang="en-GB" sz="550" dirty="0" smtClean="0">
                  <a:solidFill>
                    <a:schemeClr val="tx1"/>
                  </a:solidFill>
                  <a:latin typeface="腾讯体 W7" panose="020C08030202040F0204" pitchFamily="18" charset="-122"/>
                </a:rPr>
                <a:t>xxx</a:t>
              </a:r>
              <a:endParaRPr lang="en-GB" sz="550" dirty="0" smtClean="0">
                <a:solidFill>
                  <a:schemeClr val="tx1"/>
                </a:solidFill>
                <a:latin typeface="腾讯体 W7" panose="020C08030202040F0204" pitchFamily="18" charset="-122"/>
              </a:endParaRPr>
            </a:p>
          </p:txBody>
        </p:sp>
        <p:sp>
          <p:nvSpPr>
            <p:cNvPr id="41" name="Rounded Rectangle 40"/>
            <p:cNvSpPr/>
            <p:nvPr/>
          </p:nvSpPr>
          <p:spPr bwMode="ltGray">
            <a:xfrm>
              <a:off x="15702" y="9298"/>
              <a:ext cx="1318" cy="388"/>
            </a:xfrm>
            <a:prstGeom prst="round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lang="en-GB" sz="550" dirty="0" smtClean="0">
                  <a:solidFill>
                    <a:schemeClr val="tx1"/>
                  </a:solidFill>
                  <a:latin typeface="腾讯体 W7" panose="020C08030202040F0204" pitchFamily="18" charset="-122"/>
                </a:rPr>
                <a:t>xxx</a:t>
              </a:r>
              <a:endParaRPr lang="en-GB" sz="550" dirty="0" smtClean="0">
                <a:solidFill>
                  <a:schemeClr val="tx1"/>
                </a:solidFill>
                <a:latin typeface="腾讯体 W7" panose="020C08030202040F0204" pitchFamily="18" charset="-122"/>
              </a:endParaRPr>
            </a:p>
          </p:txBody>
        </p:sp>
        <p:sp>
          <p:nvSpPr>
            <p:cNvPr id="42" name="Rectangle 41"/>
            <p:cNvSpPr/>
            <p:nvPr/>
          </p:nvSpPr>
          <p:spPr bwMode="ltGray">
            <a:xfrm>
              <a:off x="15226" y="9827"/>
              <a:ext cx="366" cy="352"/>
            </a:xfrm>
            <a:prstGeom prst="rect">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indent="-274320" algn="ctr" defTabSz="914400"/>
              <a:endParaRPr lang="en-GB" sz="640" b="1" dirty="0" smtClean="0">
                <a:solidFill>
                  <a:srgbClr val="FFFFFF"/>
                </a:solidFill>
                <a:latin typeface="腾讯体 W7" panose="020C08030202040F0204" pitchFamily="18" charset="-122"/>
              </a:endParaRPr>
            </a:p>
          </p:txBody>
        </p:sp>
        <p:sp>
          <p:nvSpPr>
            <p:cNvPr id="43" name="Rectangle 42"/>
            <p:cNvSpPr/>
            <p:nvPr/>
          </p:nvSpPr>
          <p:spPr bwMode="ltGray">
            <a:xfrm>
              <a:off x="15226" y="7712"/>
              <a:ext cx="366" cy="352"/>
            </a:xfrm>
            <a:prstGeom prst="rect">
              <a:avLst/>
            </a:prstGeom>
            <a:solidFill>
              <a:schemeClr val="accent1"/>
            </a:solid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indent="-274320" algn="ctr" defTabSz="914400"/>
              <a:endParaRPr lang="en-GB" sz="640" b="1" dirty="0" smtClean="0">
                <a:solidFill>
                  <a:srgbClr val="FFFFFF"/>
                </a:solidFill>
                <a:latin typeface="腾讯体 W7" panose="020C08030202040F0204" pitchFamily="18" charset="-122"/>
              </a:endParaRPr>
            </a:p>
          </p:txBody>
        </p:sp>
        <p:sp>
          <p:nvSpPr>
            <p:cNvPr id="44" name="Rectangle 43"/>
            <p:cNvSpPr/>
            <p:nvPr/>
          </p:nvSpPr>
          <p:spPr bwMode="ltGray">
            <a:xfrm>
              <a:off x="15226" y="8241"/>
              <a:ext cx="366" cy="352"/>
            </a:xfrm>
            <a:prstGeom prst="rect">
              <a:avLst/>
            </a:prstGeom>
            <a:solidFill>
              <a:schemeClr val="accent3"/>
            </a:solidFill>
            <a:ln w="31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indent="-274320" algn="ctr" defTabSz="914400"/>
              <a:endParaRPr lang="en-GB" sz="640" b="1" dirty="0" smtClean="0">
                <a:solidFill>
                  <a:srgbClr val="FFFFFF"/>
                </a:solidFill>
                <a:latin typeface="腾讯体 W7" panose="020C08030202040F0204" pitchFamily="18" charset="-122"/>
              </a:endParaRPr>
            </a:p>
          </p:txBody>
        </p:sp>
        <p:sp>
          <p:nvSpPr>
            <p:cNvPr id="45" name="Rectangle 44"/>
            <p:cNvSpPr/>
            <p:nvPr/>
          </p:nvSpPr>
          <p:spPr bwMode="ltGray">
            <a:xfrm>
              <a:off x="15226" y="8769"/>
              <a:ext cx="366" cy="352"/>
            </a:xfrm>
            <a:prstGeom prst="rect">
              <a:avLst/>
            </a:prstGeom>
            <a:solidFill>
              <a:schemeClr val="accent4"/>
            </a:solidFill>
            <a:ln w="31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indent="-274320" algn="ctr" defTabSz="914400"/>
              <a:endParaRPr lang="en-GB" sz="640" b="1" dirty="0" smtClean="0">
                <a:solidFill>
                  <a:srgbClr val="FFFFFF"/>
                </a:solidFill>
                <a:latin typeface="腾讯体 W7" panose="020C08030202040F0204" pitchFamily="18" charset="-122"/>
              </a:endParaRPr>
            </a:p>
          </p:txBody>
        </p:sp>
        <p:sp>
          <p:nvSpPr>
            <p:cNvPr id="46" name="Rectangle 45"/>
            <p:cNvSpPr/>
            <p:nvPr/>
          </p:nvSpPr>
          <p:spPr bwMode="ltGray">
            <a:xfrm>
              <a:off x="15226" y="9298"/>
              <a:ext cx="366" cy="352"/>
            </a:xfrm>
            <a:prstGeom prst="rect">
              <a:avLst/>
            </a:prstGeom>
            <a:solidFill>
              <a:schemeClr val="accent5"/>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indent="-274320" algn="ctr" defTabSz="914400"/>
              <a:endParaRPr lang="en-GB" sz="640" b="1" dirty="0" smtClean="0">
                <a:solidFill>
                  <a:srgbClr val="FFFFFF"/>
                </a:solidFill>
                <a:latin typeface="腾讯体 W7" panose="020C08030202040F0204" pitchFamily="18" charset="-122"/>
              </a:endParaRPr>
            </a:p>
          </p:txBody>
        </p:sp>
        <p:grpSp>
          <p:nvGrpSpPr>
            <p:cNvPr id="3" name="Group 2"/>
            <p:cNvGrpSpPr/>
            <p:nvPr/>
          </p:nvGrpSpPr>
          <p:grpSpPr>
            <a:xfrm rot="0">
              <a:off x="12875" y="7722"/>
              <a:ext cx="1611" cy="2440"/>
              <a:chOff x="1386260" y="5520286"/>
              <a:chExt cx="1003943" cy="1579941"/>
            </a:xfrm>
          </p:grpSpPr>
          <p:sp>
            <p:nvSpPr>
              <p:cNvPr id="82" name="Rectangle 81"/>
              <p:cNvSpPr/>
              <p:nvPr/>
            </p:nvSpPr>
            <p:spPr bwMode="ltGray">
              <a:xfrm>
                <a:off x="1386260" y="6004896"/>
                <a:ext cx="1003943" cy="1095331"/>
              </a:xfrm>
              <a:prstGeom prst="rect">
                <a:avLst/>
              </a:prstGeom>
              <a:solidFill>
                <a:schemeClr val="bg2"/>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consectetuer</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ullamcorper</a:t>
                </a:r>
                <a:r>
                  <a:rPr lang="en-GB" sz="640" dirty="0">
                    <a:solidFill>
                      <a:schemeClr val="tx1"/>
                    </a:solidFill>
                    <a:latin typeface="腾讯体 W7" panose="020C08030202040F0204" pitchFamily="18" charset="-122"/>
                  </a:rPr>
                  <a:t> quam. </a:t>
                </a:r>
                <a:r>
                  <a:rPr lang="en-GB" sz="640" dirty="0" err="1">
                    <a:solidFill>
                      <a:schemeClr val="tx1"/>
                    </a:solidFill>
                    <a:latin typeface="腾讯体 W7" panose="020C08030202040F0204" pitchFamily="18" charset="-122"/>
                  </a:rPr>
                  <a:t>Morbi</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tincidunt</a:t>
                </a:r>
                <a:r>
                  <a:rPr lang="en-GB" sz="640" dirty="0">
                    <a:solidFill>
                      <a:schemeClr val="tx1"/>
                    </a:solidFill>
                    <a:latin typeface="腾讯体 W7" panose="020C08030202040F0204" pitchFamily="18" charset="-122"/>
                  </a:rPr>
                  <a:t> mi </a:t>
                </a:r>
                <a:r>
                  <a:rPr lang="en-GB" sz="640" dirty="0" err="1">
                    <a:solidFill>
                      <a:schemeClr val="tx1"/>
                    </a:solidFill>
                    <a:latin typeface="腾讯体 W7" panose="020C08030202040F0204" pitchFamily="18" charset="-122"/>
                  </a:rPr>
                  <a:t>ut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diam</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ultricies</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hendrerit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pellentesque</a:t>
                </a:r>
                <a:r>
                  <a:rPr lang="en-GB" sz="640" dirty="0">
                    <a:solidFill>
                      <a:schemeClr val="tx1"/>
                    </a:solidFill>
                    <a:latin typeface="腾讯体 W7" panose="020C08030202040F0204" pitchFamily="18" charset="-122"/>
                  </a:rPr>
                  <a:t> a, </a:t>
                </a:r>
                <a:r>
                  <a:rPr lang="en-GB" sz="640" dirty="0" err="1">
                    <a:solidFill>
                      <a:schemeClr val="tx1"/>
                    </a:solidFill>
                    <a:latin typeface="腾讯体 W7" panose="020C08030202040F0204" pitchFamily="18" charset="-122"/>
                  </a:rPr>
                  <a:t>eros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Aenean</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massa</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varius</a:t>
                </a:r>
                <a:r>
                  <a:rPr lang="en-GB" sz="640" dirty="0">
                    <a:solidFill>
                      <a:schemeClr val="tx1"/>
                    </a:solidFill>
                    <a:latin typeface="腾讯体 W7" panose="020C08030202040F0204" pitchFamily="18" charset="-122"/>
                  </a:rPr>
                  <a:t> tempus. </a:t>
                </a:r>
                <a:endParaRPr lang="en-GB" sz="640" dirty="0" smtClean="0">
                  <a:solidFill>
                    <a:schemeClr val="tx1"/>
                  </a:solidFill>
                  <a:latin typeface="腾讯体 W7" panose="020C08030202040F0204" pitchFamily="18" charset="-122"/>
                </a:endParaRPr>
              </a:p>
            </p:txBody>
          </p:sp>
          <p:sp>
            <p:nvSpPr>
              <p:cNvPr id="84" name="Rectangle 83"/>
              <p:cNvSpPr/>
              <p:nvPr/>
            </p:nvSpPr>
            <p:spPr bwMode="ltGray">
              <a:xfrm>
                <a:off x="1386260" y="5520286"/>
                <a:ext cx="1003943" cy="486000"/>
              </a:xfrm>
              <a:prstGeom prst="rect">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1400" b="1" dirty="0" smtClean="0">
                    <a:solidFill>
                      <a:schemeClr val="bg1"/>
                    </a:solidFill>
                    <a:latin typeface="腾讯体 W7" panose="020C08030202040F0204" pitchFamily="18" charset="-122"/>
                  </a:rPr>
                  <a:t> 1.xxx</a:t>
                </a:r>
                <a:endParaRPr lang="en-GB" sz="1400" b="1" dirty="0" smtClean="0">
                  <a:solidFill>
                    <a:schemeClr val="bg1"/>
                  </a:solidFill>
                  <a:latin typeface="腾讯体 W7" panose="020C08030202040F0204" pitchFamily="18" charset="-122"/>
                </a:endParaRPr>
              </a:p>
            </p:txBody>
          </p:sp>
        </p:grpSp>
      </p:grpSp>
    </p:spTree>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Phases</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8" name="组合 7"/>
          <p:cNvGrpSpPr/>
          <p:nvPr/>
        </p:nvGrpSpPr>
        <p:grpSpPr>
          <a:xfrm>
            <a:off x="1052195" y="1314450"/>
            <a:ext cx="10297160" cy="4937125"/>
            <a:chOff x="1657" y="2070"/>
            <a:chExt cx="16216" cy="7775"/>
          </a:xfrm>
        </p:grpSpPr>
        <p:grpSp>
          <p:nvGrpSpPr>
            <p:cNvPr id="6" name="Group 5"/>
            <p:cNvGrpSpPr/>
            <p:nvPr/>
          </p:nvGrpSpPr>
          <p:grpSpPr>
            <a:xfrm rot="0">
              <a:off x="1657" y="2070"/>
              <a:ext cx="13368" cy="1097"/>
              <a:chOff x="557889" y="2151534"/>
              <a:chExt cx="7015857" cy="592138"/>
            </a:xfrm>
          </p:grpSpPr>
          <p:sp>
            <p:nvSpPr>
              <p:cNvPr id="62" name="Freeform 17"/>
              <p:cNvSpPr/>
              <p:nvPr/>
            </p:nvSpPr>
            <p:spPr bwMode="auto">
              <a:xfrm>
                <a:off x="6262471" y="2151534"/>
                <a:ext cx="1311275" cy="592138"/>
              </a:xfrm>
              <a:custGeom>
                <a:avLst/>
                <a:gdLst/>
                <a:ahLst/>
                <a:cxnLst>
                  <a:cxn ang="0">
                    <a:pos x="669" y="0"/>
                  </a:cxn>
                  <a:cxn ang="0">
                    <a:pos x="0" y="0"/>
                  </a:cxn>
                  <a:cxn ang="0">
                    <a:pos x="0" y="25"/>
                  </a:cxn>
                  <a:cxn ang="0">
                    <a:pos x="590" y="25"/>
                  </a:cxn>
                  <a:cxn ang="0">
                    <a:pos x="721" y="186"/>
                  </a:cxn>
                  <a:cxn ang="0">
                    <a:pos x="571"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71" y="373"/>
                    </a:lnTo>
                    <a:lnTo>
                      <a:pt x="669" y="373"/>
                    </a:lnTo>
                    <a:lnTo>
                      <a:pt x="826" y="186"/>
                    </a:lnTo>
                    <a:lnTo>
                      <a:pt x="669" y="0"/>
                    </a:lnTo>
                    <a:close/>
                  </a:path>
                </a:pathLst>
              </a:custGeom>
              <a:solidFill>
                <a:srgbClr val="1450B8"/>
              </a:solidFill>
              <a:ln w="9525">
                <a:noFill/>
                <a:round/>
              </a:ln>
            </p:spPr>
            <p:txBody>
              <a:bodyPr vert="horz" wrap="square" lIns="82938" tIns="41469" rIns="82938" bIns="41469" numCol="1" anchor="t" anchorCtr="0" compatLnSpc="1"/>
              <a:lstStyle/>
              <a:p>
                <a:endParaRPr lang="en-US" sz="2800" dirty="0">
                  <a:latin typeface="+mj-lt"/>
                </a:endParaRPr>
              </a:p>
            </p:txBody>
          </p:sp>
          <p:sp>
            <p:nvSpPr>
              <p:cNvPr id="63" name="TextBox 62"/>
              <p:cNvSpPr txBox="1"/>
              <p:nvPr/>
            </p:nvSpPr>
            <p:spPr>
              <a:xfrm>
                <a:off x="6262471" y="2216788"/>
                <a:ext cx="1309687" cy="526884"/>
              </a:xfrm>
              <a:prstGeom prst="rect">
                <a:avLst/>
              </a:prstGeom>
              <a:noFill/>
            </p:spPr>
            <p:txBody>
              <a:bodyPr wrap="square" lIns="0" tIns="41469" rIns="0" bIns="0" rtlCol="0">
                <a:noAutofit/>
              </a:bodyPr>
              <a:lstStyle/>
              <a:p>
                <a:pPr indent="-274320">
                  <a:spcAft>
                    <a:spcPts val="300"/>
                  </a:spcAft>
                </a:pPr>
                <a:r>
                  <a:rPr lang="en-US" sz="1070" b="1" dirty="0" smtClean="0">
                    <a:latin typeface="+mj-lt"/>
                  </a:rPr>
                  <a:t>Phase name</a:t>
                </a:r>
                <a:endParaRPr lang="en-US" sz="1070" b="1" dirty="0" smtClean="0">
                  <a:latin typeface="+mj-lt"/>
                </a:endParaRPr>
              </a:p>
              <a:p>
                <a:pPr indent="-274320">
                  <a:spcAft>
                    <a:spcPts val="300"/>
                  </a:spcAft>
                </a:pPr>
                <a:r>
                  <a:rPr lang="en-US" sz="1070" dirty="0" smtClean="0">
                    <a:latin typeface="+mj-lt"/>
                  </a:rPr>
                  <a:t>Short description</a:t>
                </a:r>
                <a:endParaRPr lang="en-US" sz="1070" dirty="0" smtClean="0">
                  <a:latin typeface="+mj-lt"/>
                </a:endParaRPr>
              </a:p>
            </p:txBody>
          </p:sp>
          <p:sp>
            <p:nvSpPr>
              <p:cNvPr id="65" name="Freeform 12"/>
              <p:cNvSpPr/>
              <p:nvPr/>
            </p:nvSpPr>
            <p:spPr bwMode="auto">
              <a:xfrm>
                <a:off x="4836326" y="2151534"/>
                <a:ext cx="1311275" cy="592138"/>
              </a:xfrm>
              <a:custGeom>
                <a:avLst/>
                <a:gdLst/>
                <a:ahLst/>
                <a:cxnLst>
                  <a:cxn ang="0">
                    <a:pos x="669" y="0"/>
                  </a:cxn>
                  <a:cxn ang="0">
                    <a:pos x="0" y="0"/>
                  </a:cxn>
                  <a:cxn ang="0">
                    <a:pos x="0" y="25"/>
                  </a:cxn>
                  <a:cxn ang="0">
                    <a:pos x="590" y="25"/>
                  </a:cxn>
                  <a:cxn ang="0">
                    <a:pos x="721" y="186"/>
                  </a:cxn>
                  <a:cxn ang="0">
                    <a:pos x="570"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70" y="373"/>
                    </a:lnTo>
                    <a:lnTo>
                      <a:pt x="669" y="373"/>
                    </a:lnTo>
                    <a:lnTo>
                      <a:pt x="826" y="186"/>
                    </a:lnTo>
                    <a:lnTo>
                      <a:pt x="669" y="0"/>
                    </a:lnTo>
                    <a:close/>
                  </a:path>
                </a:pathLst>
              </a:custGeom>
              <a:solidFill>
                <a:schemeClr val="accent1"/>
              </a:solidFill>
              <a:ln w="9525">
                <a:noFill/>
                <a:round/>
              </a:ln>
            </p:spPr>
            <p:txBody>
              <a:bodyPr vert="horz" wrap="square" lIns="82938" tIns="41469" rIns="82938" bIns="41469" numCol="1" anchor="t" anchorCtr="0" compatLnSpc="1"/>
              <a:lstStyle/>
              <a:p>
                <a:endParaRPr lang="en-US" sz="2800" dirty="0">
                  <a:latin typeface="+mj-lt"/>
                </a:endParaRPr>
              </a:p>
            </p:txBody>
          </p:sp>
          <p:sp>
            <p:nvSpPr>
              <p:cNvPr id="66" name="TextBox 65"/>
              <p:cNvSpPr txBox="1"/>
              <p:nvPr/>
            </p:nvSpPr>
            <p:spPr>
              <a:xfrm>
                <a:off x="4836326" y="2216788"/>
                <a:ext cx="1309687" cy="526884"/>
              </a:xfrm>
              <a:prstGeom prst="rect">
                <a:avLst/>
              </a:prstGeom>
              <a:noFill/>
            </p:spPr>
            <p:txBody>
              <a:bodyPr wrap="square" lIns="0" tIns="41469" rIns="0" bIns="0" rtlCol="0">
                <a:noAutofit/>
              </a:bodyPr>
              <a:lstStyle/>
              <a:p>
                <a:pPr indent="-274320">
                  <a:spcAft>
                    <a:spcPts val="300"/>
                  </a:spcAft>
                </a:pPr>
                <a:r>
                  <a:rPr lang="en-US" sz="1070" b="1" dirty="0" smtClean="0">
                    <a:latin typeface="+mj-lt"/>
                  </a:rPr>
                  <a:t>Phase name</a:t>
                </a:r>
                <a:endParaRPr lang="en-US" sz="1070" b="1" dirty="0" smtClean="0">
                  <a:latin typeface="+mj-lt"/>
                </a:endParaRPr>
              </a:p>
              <a:p>
                <a:pPr indent="-274320">
                  <a:spcAft>
                    <a:spcPts val="300"/>
                  </a:spcAft>
                </a:pPr>
                <a:r>
                  <a:rPr lang="en-US" sz="1070" dirty="0" smtClean="0">
                    <a:latin typeface="+mj-lt"/>
                  </a:rPr>
                  <a:t>Short description</a:t>
                </a:r>
                <a:endParaRPr lang="en-US" sz="1070" dirty="0" smtClean="0">
                  <a:latin typeface="+mj-lt"/>
                </a:endParaRPr>
              </a:p>
            </p:txBody>
          </p:sp>
          <p:sp>
            <p:nvSpPr>
              <p:cNvPr id="68" name="Freeform 14"/>
              <p:cNvSpPr/>
              <p:nvPr/>
            </p:nvSpPr>
            <p:spPr bwMode="auto">
              <a:xfrm>
                <a:off x="3411768" y="2151534"/>
                <a:ext cx="1309688" cy="592138"/>
              </a:xfrm>
              <a:custGeom>
                <a:avLst/>
                <a:gdLst/>
                <a:ahLst/>
                <a:cxnLst>
                  <a:cxn ang="0">
                    <a:pos x="667" y="0"/>
                  </a:cxn>
                  <a:cxn ang="0">
                    <a:pos x="0" y="0"/>
                  </a:cxn>
                  <a:cxn ang="0">
                    <a:pos x="0" y="25"/>
                  </a:cxn>
                  <a:cxn ang="0">
                    <a:pos x="589" y="25"/>
                  </a:cxn>
                  <a:cxn ang="0">
                    <a:pos x="721" y="186"/>
                  </a:cxn>
                  <a:cxn ang="0">
                    <a:pos x="569" y="373"/>
                  </a:cxn>
                  <a:cxn ang="0">
                    <a:pos x="667" y="373"/>
                  </a:cxn>
                  <a:cxn ang="0">
                    <a:pos x="825" y="186"/>
                  </a:cxn>
                  <a:cxn ang="0">
                    <a:pos x="667" y="0"/>
                  </a:cxn>
                </a:cxnLst>
                <a:rect l="0" t="0" r="r" b="b"/>
                <a:pathLst>
                  <a:path w="825" h="373">
                    <a:moveTo>
                      <a:pt x="667" y="0"/>
                    </a:moveTo>
                    <a:lnTo>
                      <a:pt x="0" y="0"/>
                    </a:lnTo>
                    <a:lnTo>
                      <a:pt x="0" y="25"/>
                    </a:lnTo>
                    <a:lnTo>
                      <a:pt x="589" y="25"/>
                    </a:lnTo>
                    <a:lnTo>
                      <a:pt x="721" y="186"/>
                    </a:lnTo>
                    <a:lnTo>
                      <a:pt x="569" y="373"/>
                    </a:lnTo>
                    <a:lnTo>
                      <a:pt x="667" y="373"/>
                    </a:lnTo>
                    <a:lnTo>
                      <a:pt x="825" y="186"/>
                    </a:lnTo>
                    <a:lnTo>
                      <a:pt x="667" y="0"/>
                    </a:lnTo>
                    <a:close/>
                  </a:path>
                </a:pathLst>
              </a:custGeom>
              <a:solidFill>
                <a:schemeClr val="accent3"/>
              </a:solidFill>
              <a:ln w="9525">
                <a:noFill/>
                <a:round/>
              </a:ln>
            </p:spPr>
            <p:txBody>
              <a:bodyPr vert="horz" wrap="square" lIns="82938" tIns="41469" rIns="82938" bIns="41469" numCol="1" anchor="t" anchorCtr="0" compatLnSpc="1"/>
              <a:lstStyle/>
              <a:p>
                <a:endParaRPr lang="en-US" sz="2800" dirty="0">
                  <a:latin typeface="+mj-lt"/>
                </a:endParaRPr>
              </a:p>
            </p:txBody>
          </p:sp>
          <p:sp>
            <p:nvSpPr>
              <p:cNvPr id="69" name="TextBox 68"/>
              <p:cNvSpPr txBox="1"/>
              <p:nvPr/>
            </p:nvSpPr>
            <p:spPr>
              <a:xfrm>
                <a:off x="3411768" y="2216788"/>
                <a:ext cx="1309687" cy="526884"/>
              </a:xfrm>
              <a:prstGeom prst="rect">
                <a:avLst/>
              </a:prstGeom>
              <a:noFill/>
            </p:spPr>
            <p:txBody>
              <a:bodyPr wrap="square" lIns="0" tIns="41469" rIns="0" bIns="0" rtlCol="0">
                <a:noAutofit/>
              </a:bodyPr>
              <a:lstStyle/>
              <a:p>
                <a:pPr indent="-274320">
                  <a:spcAft>
                    <a:spcPts val="300"/>
                  </a:spcAft>
                </a:pPr>
                <a:r>
                  <a:rPr lang="en-US" sz="1070" b="1" dirty="0" smtClean="0">
                    <a:latin typeface="+mj-lt"/>
                  </a:rPr>
                  <a:t>Phase name</a:t>
                </a:r>
                <a:endParaRPr lang="en-US" sz="1070" b="1" dirty="0" smtClean="0">
                  <a:latin typeface="+mj-lt"/>
                </a:endParaRPr>
              </a:p>
              <a:p>
                <a:pPr indent="-274320">
                  <a:spcAft>
                    <a:spcPts val="300"/>
                  </a:spcAft>
                </a:pPr>
                <a:r>
                  <a:rPr lang="en-US" sz="1070" dirty="0" smtClean="0">
                    <a:latin typeface="+mj-lt"/>
                  </a:rPr>
                  <a:t>Short description</a:t>
                </a:r>
                <a:endParaRPr lang="en-US" sz="1070" dirty="0" smtClean="0">
                  <a:latin typeface="+mj-lt"/>
                </a:endParaRPr>
              </a:p>
            </p:txBody>
          </p:sp>
          <p:sp>
            <p:nvSpPr>
              <p:cNvPr id="71" name="Freeform 15"/>
              <p:cNvSpPr/>
              <p:nvPr/>
            </p:nvSpPr>
            <p:spPr bwMode="auto">
              <a:xfrm>
                <a:off x="1985622" y="2151534"/>
                <a:ext cx="1311275" cy="592138"/>
              </a:xfrm>
              <a:custGeom>
                <a:avLst/>
                <a:gdLst/>
                <a:ahLst/>
                <a:cxnLst>
                  <a:cxn ang="0">
                    <a:pos x="669" y="0"/>
                  </a:cxn>
                  <a:cxn ang="0">
                    <a:pos x="0" y="0"/>
                  </a:cxn>
                  <a:cxn ang="0">
                    <a:pos x="0" y="25"/>
                  </a:cxn>
                  <a:cxn ang="0">
                    <a:pos x="590" y="25"/>
                  </a:cxn>
                  <a:cxn ang="0">
                    <a:pos x="721" y="186"/>
                  </a:cxn>
                  <a:cxn ang="0">
                    <a:pos x="569"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69" y="373"/>
                    </a:lnTo>
                    <a:lnTo>
                      <a:pt x="669" y="373"/>
                    </a:lnTo>
                    <a:lnTo>
                      <a:pt x="826" y="186"/>
                    </a:lnTo>
                    <a:lnTo>
                      <a:pt x="669" y="0"/>
                    </a:lnTo>
                    <a:close/>
                  </a:path>
                </a:pathLst>
              </a:custGeom>
              <a:solidFill>
                <a:schemeClr val="accent5"/>
              </a:solidFill>
              <a:ln w="9525">
                <a:noFill/>
                <a:round/>
              </a:ln>
            </p:spPr>
            <p:txBody>
              <a:bodyPr vert="horz" wrap="square" lIns="82938" tIns="41469" rIns="82938" bIns="41469" numCol="1" anchor="t" anchorCtr="0" compatLnSpc="1"/>
              <a:lstStyle/>
              <a:p>
                <a:endParaRPr lang="en-US" sz="2800" dirty="0">
                  <a:latin typeface="+mj-lt"/>
                </a:endParaRPr>
              </a:p>
            </p:txBody>
          </p:sp>
          <p:sp>
            <p:nvSpPr>
              <p:cNvPr id="72" name="TextBox 71"/>
              <p:cNvSpPr txBox="1"/>
              <p:nvPr/>
            </p:nvSpPr>
            <p:spPr>
              <a:xfrm>
                <a:off x="1985622" y="2216788"/>
                <a:ext cx="1309687" cy="526884"/>
              </a:xfrm>
              <a:prstGeom prst="rect">
                <a:avLst/>
              </a:prstGeom>
              <a:noFill/>
            </p:spPr>
            <p:txBody>
              <a:bodyPr wrap="square" lIns="0" tIns="41469" rIns="0" bIns="0" rtlCol="0">
                <a:noAutofit/>
              </a:bodyPr>
              <a:lstStyle/>
              <a:p>
                <a:pPr indent="-274320">
                  <a:spcAft>
                    <a:spcPts val="300"/>
                  </a:spcAft>
                </a:pPr>
                <a:r>
                  <a:rPr lang="en-US" sz="1070" b="1" dirty="0" smtClean="0">
                    <a:latin typeface="+mj-lt"/>
                  </a:rPr>
                  <a:t>Phase name</a:t>
                </a:r>
                <a:endParaRPr lang="en-US" sz="1070" b="1" dirty="0" smtClean="0">
                  <a:latin typeface="+mj-lt"/>
                </a:endParaRPr>
              </a:p>
              <a:p>
                <a:pPr indent="-274320">
                  <a:spcAft>
                    <a:spcPts val="300"/>
                  </a:spcAft>
                </a:pPr>
                <a:r>
                  <a:rPr lang="en-US" sz="1070" dirty="0" smtClean="0">
                    <a:latin typeface="+mj-lt"/>
                  </a:rPr>
                  <a:t>Short description</a:t>
                </a:r>
                <a:endParaRPr lang="en-US" sz="1070" dirty="0" smtClean="0">
                  <a:latin typeface="+mj-lt"/>
                </a:endParaRPr>
              </a:p>
            </p:txBody>
          </p:sp>
          <p:sp>
            <p:nvSpPr>
              <p:cNvPr id="74" name="Freeform 16"/>
              <p:cNvSpPr/>
              <p:nvPr/>
            </p:nvSpPr>
            <p:spPr bwMode="auto">
              <a:xfrm>
                <a:off x="557889" y="2151534"/>
                <a:ext cx="1312863" cy="592138"/>
              </a:xfrm>
              <a:custGeom>
                <a:avLst/>
                <a:gdLst/>
                <a:ahLst/>
                <a:cxnLst>
                  <a:cxn ang="0">
                    <a:pos x="669" y="0"/>
                  </a:cxn>
                  <a:cxn ang="0">
                    <a:pos x="0" y="0"/>
                  </a:cxn>
                  <a:cxn ang="0">
                    <a:pos x="0" y="25"/>
                  </a:cxn>
                  <a:cxn ang="0">
                    <a:pos x="591" y="25"/>
                  </a:cxn>
                  <a:cxn ang="0">
                    <a:pos x="721" y="186"/>
                  </a:cxn>
                  <a:cxn ang="0">
                    <a:pos x="569" y="373"/>
                  </a:cxn>
                  <a:cxn ang="0">
                    <a:pos x="669" y="373"/>
                  </a:cxn>
                  <a:cxn ang="0">
                    <a:pos x="827" y="186"/>
                  </a:cxn>
                  <a:cxn ang="0">
                    <a:pos x="669" y="0"/>
                  </a:cxn>
                </a:cxnLst>
                <a:rect l="0" t="0" r="r" b="b"/>
                <a:pathLst>
                  <a:path w="827" h="373">
                    <a:moveTo>
                      <a:pt x="669" y="0"/>
                    </a:moveTo>
                    <a:lnTo>
                      <a:pt x="0" y="0"/>
                    </a:lnTo>
                    <a:lnTo>
                      <a:pt x="0" y="25"/>
                    </a:lnTo>
                    <a:lnTo>
                      <a:pt x="591" y="25"/>
                    </a:lnTo>
                    <a:lnTo>
                      <a:pt x="721" y="186"/>
                    </a:lnTo>
                    <a:lnTo>
                      <a:pt x="569" y="373"/>
                    </a:lnTo>
                    <a:lnTo>
                      <a:pt x="669" y="373"/>
                    </a:lnTo>
                    <a:lnTo>
                      <a:pt x="827" y="186"/>
                    </a:lnTo>
                    <a:lnTo>
                      <a:pt x="669" y="0"/>
                    </a:lnTo>
                    <a:close/>
                  </a:path>
                </a:pathLst>
              </a:custGeom>
              <a:solidFill>
                <a:schemeClr val="accent4"/>
              </a:solidFill>
              <a:ln w="9525">
                <a:noFill/>
                <a:round/>
              </a:ln>
            </p:spPr>
            <p:txBody>
              <a:bodyPr vert="horz" wrap="square" lIns="82938" tIns="41469" rIns="82938" bIns="41469" numCol="1" anchor="t" anchorCtr="0" compatLnSpc="1"/>
              <a:lstStyle/>
              <a:p>
                <a:endParaRPr lang="en-US" sz="2800" dirty="0">
                  <a:latin typeface="+mj-lt"/>
                </a:endParaRPr>
              </a:p>
            </p:txBody>
          </p:sp>
          <p:sp>
            <p:nvSpPr>
              <p:cNvPr id="75" name="TextBox 74"/>
              <p:cNvSpPr txBox="1"/>
              <p:nvPr/>
            </p:nvSpPr>
            <p:spPr>
              <a:xfrm>
                <a:off x="557889" y="2216788"/>
                <a:ext cx="1309687" cy="526884"/>
              </a:xfrm>
              <a:prstGeom prst="rect">
                <a:avLst/>
              </a:prstGeom>
              <a:noFill/>
            </p:spPr>
            <p:txBody>
              <a:bodyPr wrap="square" lIns="0" tIns="41469" rIns="0" bIns="0" rtlCol="0">
                <a:noAutofit/>
              </a:bodyPr>
              <a:lstStyle/>
              <a:p>
                <a:pPr indent="-274320">
                  <a:spcAft>
                    <a:spcPts val="300"/>
                  </a:spcAft>
                </a:pPr>
                <a:r>
                  <a:rPr lang="en-US" sz="1070" b="1" dirty="0" smtClean="0">
                    <a:latin typeface="+mj-lt"/>
                  </a:rPr>
                  <a:t>Phase name</a:t>
                </a:r>
                <a:endParaRPr lang="en-US" sz="1070" b="1" dirty="0" smtClean="0">
                  <a:latin typeface="+mj-lt"/>
                </a:endParaRPr>
              </a:p>
              <a:p>
                <a:pPr indent="-274320">
                  <a:spcAft>
                    <a:spcPts val="300"/>
                  </a:spcAft>
                </a:pPr>
                <a:r>
                  <a:rPr lang="en-US" sz="1070" dirty="0" smtClean="0">
                    <a:latin typeface="+mj-lt"/>
                  </a:rPr>
                  <a:t>Short description</a:t>
                </a:r>
                <a:endParaRPr lang="en-US" sz="1070" dirty="0" smtClean="0">
                  <a:latin typeface="+mj-lt"/>
                </a:endParaRPr>
              </a:p>
            </p:txBody>
          </p:sp>
        </p:grpSp>
        <p:grpSp>
          <p:nvGrpSpPr>
            <p:cNvPr id="5" name="Group 4"/>
            <p:cNvGrpSpPr/>
            <p:nvPr/>
          </p:nvGrpSpPr>
          <p:grpSpPr>
            <a:xfrm rot="0">
              <a:off x="1691" y="3686"/>
              <a:ext cx="16089" cy="1826"/>
              <a:chOff x="575517" y="3564607"/>
              <a:chExt cx="8443591" cy="985955"/>
            </a:xfrm>
          </p:grpSpPr>
          <p:sp>
            <p:nvSpPr>
              <p:cNvPr id="79" name="Freeform 19"/>
              <p:cNvSpPr/>
              <p:nvPr/>
            </p:nvSpPr>
            <p:spPr bwMode="auto">
              <a:xfrm>
                <a:off x="7706245" y="3963187"/>
                <a:ext cx="1312863" cy="587375"/>
              </a:xfrm>
              <a:custGeom>
                <a:avLst/>
                <a:gdLst/>
                <a:ahLst/>
                <a:cxnLst>
                  <a:cxn ang="0">
                    <a:pos x="669" y="0"/>
                  </a:cxn>
                  <a:cxn ang="0">
                    <a:pos x="0" y="0"/>
                  </a:cxn>
                  <a:cxn ang="0">
                    <a:pos x="0" y="25"/>
                  </a:cxn>
                  <a:cxn ang="0">
                    <a:pos x="591" y="25"/>
                  </a:cxn>
                  <a:cxn ang="0">
                    <a:pos x="721" y="186"/>
                  </a:cxn>
                  <a:cxn ang="0">
                    <a:pos x="569" y="370"/>
                  </a:cxn>
                  <a:cxn ang="0">
                    <a:pos x="669" y="370"/>
                  </a:cxn>
                  <a:cxn ang="0">
                    <a:pos x="827" y="186"/>
                  </a:cxn>
                  <a:cxn ang="0">
                    <a:pos x="669" y="0"/>
                  </a:cxn>
                </a:cxnLst>
                <a:rect l="0" t="0" r="r" b="b"/>
                <a:pathLst>
                  <a:path w="827" h="370">
                    <a:moveTo>
                      <a:pt x="669" y="0"/>
                    </a:moveTo>
                    <a:lnTo>
                      <a:pt x="0" y="0"/>
                    </a:lnTo>
                    <a:lnTo>
                      <a:pt x="0" y="25"/>
                    </a:lnTo>
                    <a:lnTo>
                      <a:pt x="591" y="25"/>
                    </a:lnTo>
                    <a:lnTo>
                      <a:pt x="721" y="186"/>
                    </a:lnTo>
                    <a:lnTo>
                      <a:pt x="569" y="370"/>
                    </a:lnTo>
                    <a:lnTo>
                      <a:pt x="669" y="370"/>
                    </a:lnTo>
                    <a:lnTo>
                      <a:pt x="827" y="186"/>
                    </a:lnTo>
                    <a:lnTo>
                      <a:pt x="669" y="0"/>
                    </a:lnTo>
                    <a:close/>
                  </a:path>
                </a:pathLst>
              </a:custGeom>
              <a:solidFill>
                <a:srgbClr val="1450B8"/>
              </a:solidFill>
              <a:ln w="9525">
                <a:noFill/>
                <a:round/>
              </a:ln>
            </p:spPr>
            <p:txBody>
              <a:bodyPr vert="horz" wrap="square" lIns="82938" tIns="41469" rIns="82938" bIns="41469" numCol="1" anchor="t" anchorCtr="0" compatLnSpc="1"/>
              <a:lstStyle/>
              <a:p>
                <a:endParaRPr lang="en-US" sz="2800" dirty="0">
                  <a:latin typeface="+mj-lt"/>
                </a:endParaRPr>
              </a:p>
            </p:txBody>
          </p:sp>
          <p:sp>
            <p:nvSpPr>
              <p:cNvPr id="78" name="TextBox 77"/>
              <p:cNvSpPr txBox="1"/>
              <p:nvPr/>
            </p:nvSpPr>
            <p:spPr>
              <a:xfrm>
                <a:off x="7706245" y="4026711"/>
                <a:ext cx="1309687" cy="523851"/>
              </a:xfrm>
              <a:prstGeom prst="rect">
                <a:avLst/>
              </a:prstGeom>
              <a:noFill/>
            </p:spPr>
            <p:txBody>
              <a:bodyPr wrap="square" lIns="0" tIns="41469" rIns="0" bIns="0" rtlCol="0">
                <a:noAutofit/>
              </a:bodyPr>
              <a:lstStyle/>
              <a:p>
                <a:pPr indent="-274320">
                  <a:spcAft>
                    <a:spcPts val="300"/>
                  </a:spcAft>
                </a:pPr>
                <a:r>
                  <a:rPr lang="en-US" sz="1070" b="1" dirty="0" smtClean="0">
                    <a:latin typeface="+mj-lt"/>
                  </a:rPr>
                  <a:t>Phase name</a:t>
                </a:r>
                <a:endParaRPr lang="en-US" sz="1070" b="1" dirty="0" smtClean="0">
                  <a:latin typeface="+mj-lt"/>
                </a:endParaRPr>
              </a:p>
              <a:p>
                <a:pPr indent="-274320">
                  <a:spcAft>
                    <a:spcPts val="300"/>
                  </a:spcAft>
                </a:pPr>
                <a:r>
                  <a:rPr lang="en-US" sz="1070" dirty="0" smtClean="0">
                    <a:latin typeface="+mj-lt"/>
                  </a:rPr>
                  <a:t>Short description</a:t>
                </a:r>
                <a:endParaRPr lang="en-US" sz="1070" dirty="0" smtClean="0">
                  <a:latin typeface="+mj-lt"/>
                </a:endParaRPr>
              </a:p>
            </p:txBody>
          </p:sp>
          <p:sp>
            <p:nvSpPr>
              <p:cNvPr id="85" name="Freeform 22"/>
              <p:cNvSpPr/>
              <p:nvPr/>
            </p:nvSpPr>
            <p:spPr bwMode="auto">
              <a:xfrm>
                <a:off x="6280099" y="3963187"/>
                <a:ext cx="1311275" cy="587375"/>
              </a:xfrm>
              <a:custGeom>
                <a:avLst/>
                <a:gdLst/>
                <a:ahLst/>
                <a:cxnLst>
                  <a:cxn ang="0">
                    <a:pos x="669" y="0"/>
                  </a:cxn>
                  <a:cxn ang="0">
                    <a:pos x="0" y="0"/>
                  </a:cxn>
                  <a:cxn ang="0">
                    <a:pos x="0" y="25"/>
                  </a:cxn>
                  <a:cxn ang="0">
                    <a:pos x="590" y="25"/>
                  </a:cxn>
                  <a:cxn ang="0">
                    <a:pos x="721" y="186"/>
                  </a:cxn>
                  <a:cxn ang="0">
                    <a:pos x="571" y="370"/>
                  </a:cxn>
                  <a:cxn ang="0">
                    <a:pos x="669" y="370"/>
                  </a:cxn>
                  <a:cxn ang="0">
                    <a:pos x="826" y="186"/>
                  </a:cxn>
                  <a:cxn ang="0">
                    <a:pos x="669" y="0"/>
                  </a:cxn>
                </a:cxnLst>
                <a:rect l="0" t="0" r="r" b="b"/>
                <a:pathLst>
                  <a:path w="826" h="370">
                    <a:moveTo>
                      <a:pt x="669" y="0"/>
                    </a:moveTo>
                    <a:lnTo>
                      <a:pt x="0" y="0"/>
                    </a:lnTo>
                    <a:lnTo>
                      <a:pt x="0" y="25"/>
                    </a:lnTo>
                    <a:lnTo>
                      <a:pt x="590" y="25"/>
                    </a:lnTo>
                    <a:lnTo>
                      <a:pt x="721" y="186"/>
                    </a:lnTo>
                    <a:lnTo>
                      <a:pt x="571" y="370"/>
                    </a:lnTo>
                    <a:lnTo>
                      <a:pt x="669" y="370"/>
                    </a:lnTo>
                    <a:lnTo>
                      <a:pt x="826" y="186"/>
                    </a:lnTo>
                    <a:lnTo>
                      <a:pt x="669" y="0"/>
                    </a:lnTo>
                    <a:close/>
                  </a:path>
                </a:pathLst>
              </a:custGeom>
              <a:solidFill>
                <a:schemeClr val="accent1"/>
              </a:solidFill>
              <a:ln w="9525">
                <a:noFill/>
                <a:round/>
              </a:ln>
            </p:spPr>
            <p:txBody>
              <a:bodyPr vert="horz" wrap="square" lIns="82938" tIns="41469" rIns="82938" bIns="41469" numCol="1" anchor="t" anchorCtr="0" compatLnSpc="1"/>
              <a:lstStyle/>
              <a:p>
                <a:endParaRPr lang="en-US" sz="2800" dirty="0">
                  <a:latin typeface="+mj-lt"/>
                </a:endParaRPr>
              </a:p>
            </p:txBody>
          </p:sp>
          <p:sp>
            <p:nvSpPr>
              <p:cNvPr id="83" name="TextBox 82"/>
              <p:cNvSpPr txBox="1"/>
              <p:nvPr/>
            </p:nvSpPr>
            <p:spPr>
              <a:xfrm>
                <a:off x="6280099" y="4026711"/>
                <a:ext cx="1309687" cy="523851"/>
              </a:xfrm>
              <a:prstGeom prst="rect">
                <a:avLst/>
              </a:prstGeom>
              <a:noFill/>
            </p:spPr>
            <p:txBody>
              <a:bodyPr wrap="square" lIns="0" tIns="41469" rIns="0" bIns="0" rtlCol="0">
                <a:noAutofit/>
              </a:bodyPr>
              <a:lstStyle/>
              <a:p>
                <a:pPr indent="-274320">
                  <a:spcAft>
                    <a:spcPts val="300"/>
                  </a:spcAft>
                </a:pPr>
                <a:r>
                  <a:rPr lang="en-US" sz="1070" b="1" dirty="0" smtClean="0">
                    <a:latin typeface="+mj-lt"/>
                  </a:rPr>
                  <a:t>Phase name</a:t>
                </a:r>
                <a:endParaRPr lang="en-US" sz="1070" b="1" dirty="0" smtClean="0">
                  <a:latin typeface="+mj-lt"/>
                </a:endParaRPr>
              </a:p>
              <a:p>
                <a:pPr indent="-274320">
                  <a:spcAft>
                    <a:spcPts val="300"/>
                  </a:spcAft>
                </a:pPr>
                <a:r>
                  <a:rPr lang="en-US" sz="1070" dirty="0" smtClean="0">
                    <a:latin typeface="+mj-lt"/>
                  </a:rPr>
                  <a:t>Short description</a:t>
                </a:r>
                <a:endParaRPr lang="en-US" sz="1070" dirty="0" smtClean="0">
                  <a:latin typeface="+mj-lt"/>
                </a:endParaRPr>
              </a:p>
            </p:txBody>
          </p:sp>
          <p:sp>
            <p:nvSpPr>
              <p:cNvPr id="90" name="Freeform 18"/>
              <p:cNvSpPr/>
              <p:nvPr/>
            </p:nvSpPr>
            <p:spPr bwMode="auto">
              <a:xfrm>
                <a:off x="4853954" y="3963187"/>
                <a:ext cx="1311275" cy="587375"/>
              </a:xfrm>
              <a:custGeom>
                <a:avLst/>
                <a:gdLst/>
                <a:ahLst/>
                <a:cxnLst>
                  <a:cxn ang="0">
                    <a:pos x="669" y="0"/>
                  </a:cxn>
                  <a:cxn ang="0">
                    <a:pos x="0" y="0"/>
                  </a:cxn>
                  <a:cxn ang="0">
                    <a:pos x="0" y="25"/>
                  </a:cxn>
                  <a:cxn ang="0">
                    <a:pos x="590" y="25"/>
                  </a:cxn>
                  <a:cxn ang="0">
                    <a:pos x="721" y="186"/>
                  </a:cxn>
                  <a:cxn ang="0">
                    <a:pos x="570" y="370"/>
                  </a:cxn>
                  <a:cxn ang="0">
                    <a:pos x="669" y="370"/>
                  </a:cxn>
                  <a:cxn ang="0">
                    <a:pos x="826" y="186"/>
                  </a:cxn>
                  <a:cxn ang="0">
                    <a:pos x="669" y="0"/>
                  </a:cxn>
                </a:cxnLst>
                <a:rect l="0" t="0" r="r" b="b"/>
                <a:pathLst>
                  <a:path w="826" h="370">
                    <a:moveTo>
                      <a:pt x="669" y="0"/>
                    </a:moveTo>
                    <a:lnTo>
                      <a:pt x="0" y="0"/>
                    </a:lnTo>
                    <a:lnTo>
                      <a:pt x="0" y="25"/>
                    </a:lnTo>
                    <a:lnTo>
                      <a:pt x="590" y="25"/>
                    </a:lnTo>
                    <a:lnTo>
                      <a:pt x="721" y="186"/>
                    </a:lnTo>
                    <a:lnTo>
                      <a:pt x="570" y="370"/>
                    </a:lnTo>
                    <a:lnTo>
                      <a:pt x="669" y="370"/>
                    </a:lnTo>
                    <a:lnTo>
                      <a:pt x="826" y="186"/>
                    </a:lnTo>
                    <a:lnTo>
                      <a:pt x="669" y="0"/>
                    </a:lnTo>
                    <a:close/>
                  </a:path>
                </a:pathLst>
              </a:custGeom>
              <a:solidFill>
                <a:schemeClr val="accent3"/>
              </a:solidFill>
              <a:ln w="9525">
                <a:noFill/>
                <a:round/>
              </a:ln>
            </p:spPr>
            <p:txBody>
              <a:bodyPr vert="horz" wrap="square" lIns="82938" tIns="41469" rIns="82938" bIns="41469" numCol="1" anchor="t" anchorCtr="0" compatLnSpc="1"/>
              <a:lstStyle/>
              <a:p>
                <a:endParaRPr lang="en-US" sz="2800" dirty="0">
                  <a:latin typeface="+mj-lt"/>
                </a:endParaRPr>
              </a:p>
            </p:txBody>
          </p:sp>
          <p:sp>
            <p:nvSpPr>
              <p:cNvPr id="88" name="TextBox 87"/>
              <p:cNvSpPr txBox="1"/>
              <p:nvPr/>
            </p:nvSpPr>
            <p:spPr>
              <a:xfrm>
                <a:off x="4853954" y="4026711"/>
                <a:ext cx="1309687" cy="523851"/>
              </a:xfrm>
              <a:prstGeom prst="rect">
                <a:avLst/>
              </a:prstGeom>
              <a:noFill/>
            </p:spPr>
            <p:txBody>
              <a:bodyPr wrap="square" lIns="0" tIns="41469" rIns="0" bIns="0" rtlCol="0">
                <a:noAutofit/>
              </a:bodyPr>
              <a:lstStyle/>
              <a:p>
                <a:pPr indent="-274320">
                  <a:spcAft>
                    <a:spcPts val="300"/>
                  </a:spcAft>
                </a:pPr>
                <a:r>
                  <a:rPr lang="en-US" sz="1070" b="1" dirty="0" smtClean="0">
                    <a:latin typeface="+mj-lt"/>
                  </a:rPr>
                  <a:t>Phase name</a:t>
                </a:r>
                <a:endParaRPr lang="en-US" sz="1070" b="1" dirty="0" smtClean="0">
                  <a:latin typeface="+mj-lt"/>
                </a:endParaRPr>
              </a:p>
              <a:p>
                <a:pPr indent="-274320">
                  <a:spcAft>
                    <a:spcPts val="300"/>
                  </a:spcAft>
                </a:pPr>
                <a:r>
                  <a:rPr lang="en-US" sz="1070" dirty="0" smtClean="0">
                    <a:latin typeface="+mj-lt"/>
                  </a:rPr>
                  <a:t>Short description</a:t>
                </a:r>
                <a:endParaRPr lang="en-US" sz="1070" dirty="0" smtClean="0">
                  <a:latin typeface="+mj-lt"/>
                </a:endParaRPr>
              </a:p>
            </p:txBody>
          </p:sp>
          <p:sp>
            <p:nvSpPr>
              <p:cNvPr id="95" name="Freeform 20"/>
              <p:cNvSpPr/>
              <p:nvPr/>
            </p:nvSpPr>
            <p:spPr bwMode="auto">
              <a:xfrm>
                <a:off x="3429396" y="3963187"/>
                <a:ext cx="1309688" cy="587375"/>
              </a:xfrm>
              <a:custGeom>
                <a:avLst/>
                <a:gdLst/>
                <a:ahLst/>
                <a:cxnLst>
                  <a:cxn ang="0">
                    <a:pos x="667" y="0"/>
                  </a:cxn>
                  <a:cxn ang="0">
                    <a:pos x="0" y="0"/>
                  </a:cxn>
                  <a:cxn ang="0">
                    <a:pos x="0" y="25"/>
                  </a:cxn>
                  <a:cxn ang="0">
                    <a:pos x="589" y="25"/>
                  </a:cxn>
                  <a:cxn ang="0">
                    <a:pos x="721" y="186"/>
                  </a:cxn>
                  <a:cxn ang="0">
                    <a:pos x="569" y="370"/>
                  </a:cxn>
                  <a:cxn ang="0">
                    <a:pos x="667" y="370"/>
                  </a:cxn>
                  <a:cxn ang="0">
                    <a:pos x="825" y="186"/>
                  </a:cxn>
                  <a:cxn ang="0">
                    <a:pos x="667" y="0"/>
                  </a:cxn>
                </a:cxnLst>
                <a:rect l="0" t="0" r="r" b="b"/>
                <a:pathLst>
                  <a:path w="825" h="370">
                    <a:moveTo>
                      <a:pt x="667" y="0"/>
                    </a:moveTo>
                    <a:lnTo>
                      <a:pt x="0" y="0"/>
                    </a:lnTo>
                    <a:lnTo>
                      <a:pt x="0" y="25"/>
                    </a:lnTo>
                    <a:lnTo>
                      <a:pt x="589" y="25"/>
                    </a:lnTo>
                    <a:lnTo>
                      <a:pt x="721" y="186"/>
                    </a:lnTo>
                    <a:lnTo>
                      <a:pt x="569" y="370"/>
                    </a:lnTo>
                    <a:lnTo>
                      <a:pt x="667" y="370"/>
                    </a:lnTo>
                    <a:lnTo>
                      <a:pt x="825" y="186"/>
                    </a:lnTo>
                    <a:lnTo>
                      <a:pt x="667" y="0"/>
                    </a:lnTo>
                    <a:close/>
                  </a:path>
                </a:pathLst>
              </a:custGeom>
              <a:solidFill>
                <a:schemeClr val="accent5"/>
              </a:solidFill>
              <a:ln w="9525">
                <a:noFill/>
                <a:round/>
              </a:ln>
            </p:spPr>
            <p:txBody>
              <a:bodyPr vert="horz" wrap="square" lIns="82938" tIns="41469" rIns="82938" bIns="41469" numCol="1" anchor="t" anchorCtr="0" compatLnSpc="1"/>
              <a:lstStyle/>
              <a:p>
                <a:endParaRPr lang="en-US" sz="2800" dirty="0">
                  <a:latin typeface="+mj-lt"/>
                </a:endParaRPr>
              </a:p>
            </p:txBody>
          </p:sp>
          <p:sp>
            <p:nvSpPr>
              <p:cNvPr id="93" name="TextBox 92"/>
              <p:cNvSpPr txBox="1"/>
              <p:nvPr/>
            </p:nvSpPr>
            <p:spPr>
              <a:xfrm>
                <a:off x="3429396" y="4026711"/>
                <a:ext cx="1309687" cy="523851"/>
              </a:xfrm>
              <a:prstGeom prst="rect">
                <a:avLst/>
              </a:prstGeom>
              <a:noFill/>
            </p:spPr>
            <p:txBody>
              <a:bodyPr wrap="square" lIns="0" tIns="41469" rIns="0" bIns="0" rtlCol="0">
                <a:noAutofit/>
              </a:bodyPr>
              <a:lstStyle/>
              <a:p>
                <a:pPr indent="-274320">
                  <a:spcAft>
                    <a:spcPts val="300"/>
                  </a:spcAft>
                </a:pPr>
                <a:r>
                  <a:rPr lang="en-US" sz="1070" b="1" dirty="0" smtClean="0">
                    <a:latin typeface="+mj-lt"/>
                  </a:rPr>
                  <a:t>Phase name</a:t>
                </a:r>
                <a:endParaRPr lang="en-US" sz="1070" b="1" dirty="0" smtClean="0">
                  <a:latin typeface="+mj-lt"/>
                </a:endParaRPr>
              </a:p>
              <a:p>
                <a:pPr indent="-274320">
                  <a:spcAft>
                    <a:spcPts val="300"/>
                  </a:spcAft>
                </a:pPr>
                <a:r>
                  <a:rPr lang="en-US" sz="1070" dirty="0" smtClean="0">
                    <a:latin typeface="+mj-lt"/>
                  </a:rPr>
                  <a:t>Short description</a:t>
                </a:r>
                <a:endParaRPr lang="en-US" sz="1070" dirty="0" smtClean="0">
                  <a:latin typeface="+mj-lt"/>
                </a:endParaRPr>
              </a:p>
            </p:txBody>
          </p:sp>
          <p:sp>
            <p:nvSpPr>
              <p:cNvPr id="100" name="Freeform 21"/>
              <p:cNvSpPr/>
              <p:nvPr/>
            </p:nvSpPr>
            <p:spPr bwMode="auto">
              <a:xfrm>
                <a:off x="2003250" y="3963187"/>
                <a:ext cx="1311275" cy="587375"/>
              </a:xfrm>
              <a:custGeom>
                <a:avLst/>
                <a:gdLst/>
                <a:ahLst/>
                <a:cxnLst>
                  <a:cxn ang="0">
                    <a:pos x="669" y="0"/>
                  </a:cxn>
                  <a:cxn ang="0">
                    <a:pos x="0" y="0"/>
                  </a:cxn>
                  <a:cxn ang="0">
                    <a:pos x="0" y="25"/>
                  </a:cxn>
                  <a:cxn ang="0">
                    <a:pos x="590" y="25"/>
                  </a:cxn>
                  <a:cxn ang="0">
                    <a:pos x="721" y="186"/>
                  </a:cxn>
                  <a:cxn ang="0">
                    <a:pos x="569" y="370"/>
                  </a:cxn>
                  <a:cxn ang="0">
                    <a:pos x="669" y="370"/>
                  </a:cxn>
                  <a:cxn ang="0">
                    <a:pos x="826" y="186"/>
                  </a:cxn>
                  <a:cxn ang="0">
                    <a:pos x="669" y="0"/>
                  </a:cxn>
                </a:cxnLst>
                <a:rect l="0" t="0" r="r" b="b"/>
                <a:pathLst>
                  <a:path w="826" h="370">
                    <a:moveTo>
                      <a:pt x="669" y="0"/>
                    </a:moveTo>
                    <a:lnTo>
                      <a:pt x="0" y="0"/>
                    </a:lnTo>
                    <a:lnTo>
                      <a:pt x="0" y="25"/>
                    </a:lnTo>
                    <a:lnTo>
                      <a:pt x="590" y="25"/>
                    </a:lnTo>
                    <a:lnTo>
                      <a:pt x="721" y="186"/>
                    </a:lnTo>
                    <a:lnTo>
                      <a:pt x="569" y="370"/>
                    </a:lnTo>
                    <a:lnTo>
                      <a:pt x="669" y="370"/>
                    </a:lnTo>
                    <a:lnTo>
                      <a:pt x="826" y="186"/>
                    </a:lnTo>
                    <a:lnTo>
                      <a:pt x="669" y="0"/>
                    </a:lnTo>
                    <a:close/>
                  </a:path>
                </a:pathLst>
              </a:custGeom>
              <a:solidFill>
                <a:schemeClr val="accent6"/>
              </a:solidFill>
              <a:ln w="9525">
                <a:noFill/>
                <a:round/>
              </a:ln>
            </p:spPr>
            <p:txBody>
              <a:bodyPr vert="horz" wrap="square" lIns="82938" tIns="41469" rIns="82938" bIns="41469" numCol="1" anchor="t" anchorCtr="0" compatLnSpc="1"/>
              <a:lstStyle/>
              <a:p>
                <a:endParaRPr lang="en-US" sz="2800" dirty="0">
                  <a:latin typeface="+mj-lt"/>
                </a:endParaRPr>
              </a:p>
            </p:txBody>
          </p:sp>
          <p:sp>
            <p:nvSpPr>
              <p:cNvPr id="98" name="TextBox 97"/>
              <p:cNvSpPr txBox="1"/>
              <p:nvPr/>
            </p:nvSpPr>
            <p:spPr>
              <a:xfrm>
                <a:off x="2003250" y="4026711"/>
                <a:ext cx="1309687" cy="523851"/>
              </a:xfrm>
              <a:prstGeom prst="rect">
                <a:avLst/>
              </a:prstGeom>
              <a:noFill/>
            </p:spPr>
            <p:txBody>
              <a:bodyPr wrap="square" lIns="0" tIns="41469" rIns="0" bIns="0" rtlCol="0">
                <a:noAutofit/>
              </a:bodyPr>
              <a:lstStyle/>
              <a:p>
                <a:pPr indent="-274320">
                  <a:spcAft>
                    <a:spcPts val="300"/>
                  </a:spcAft>
                </a:pPr>
                <a:r>
                  <a:rPr lang="en-US" sz="1070" b="1" dirty="0" smtClean="0">
                    <a:latin typeface="+mj-lt"/>
                  </a:rPr>
                  <a:t>Phase name</a:t>
                </a:r>
                <a:endParaRPr lang="en-US" sz="1070" b="1" dirty="0" smtClean="0">
                  <a:latin typeface="+mj-lt"/>
                </a:endParaRPr>
              </a:p>
              <a:p>
                <a:pPr indent="-274320">
                  <a:spcAft>
                    <a:spcPts val="300"/>
                  </a:spcAft>
                </a:pPr>
                <a:r>
                  <a:rPr lang="en-US" sz="1070" dirty="0" smtClean="0">
                    <a:latin typeface="+mj-lt"/>
                  </a:rPr>
                  <a:t>Short description</a:t>
                </a:r>
                <a:endParaRPr lang="en-US" sz="1070" dirty="0" smtClean="0">
                  <a:latin typeface="+mj-lt"/>
                </a:endParaRPr>
              </a:p>
            </p:txBody>
          </p:sp>
          <p:sp>
            <p:nvSpPr>
              <p:cNvPr id="104" name="Freeform 5"/>
              <p:cNvSpPr/>
              <p:nvPr/>
            </p:nvSpPr>
            <p:spPr bwMode="auto">
              <a:xfrm>
                <a:off x="575517" y="3963187"/>
                <a:ext cx="1312863" cy="587375"/>
              </a:xfrm>
              <a:custGeom>
                <a:avLst/>
                <a:gdLst/>
                <a:ahLst/>
                <a:cxnLst>
                  <a:cxn ang="0">
                    <a:pos x="669" y="0"/>
                  </a:cxn>
                  <a:cxn ang="0">
                    <a:pos x="0" y="0"/>
                  </a:cxn>
                  <a:cxn ang="0">
                    <a:pos x="0" y="25"/>
                  </a:cxn>
                  <a:cxn ang="0">
                    <a:pos x="591" y="25"/>
                  </a:cxn>
                  <a:cxn ang="0">
                    <a:pos x="721" y="186"/>
                  </a:cxn>
                  <a:cxn ang="0">
                    <a:pos x="569" y="370"/>
                  </a:cxn>
                  <a:cxn ang="0">
                    <a:pos x="669" y="370"/>
                  </a:cxn>
                  <a:cxn ang="0">
                    <a:pos x="827" y="186"/>
                  </a:cxn>
                  <a:cxn ang="0">
                    <a:pos x="669" y="0"/>
                  </a:cxn>
                </a:cxnLst>
                <a:rect l="0" t="0" r="r" b="b"/>
                <a:pathLst>
                  <a:path w="827" h="370">
                    <a:moveTo>
                      <a:pt x="669" y="0"/>
                    </a:moveTo>
                    <a:lnTo>
                      <a:pt x="0" y="0"/>
                    </a:lnTo>
                    <a:lnTo>
                      <a:pt x="0" y="25"/>
                    </a:lnTo>
                    <a:lnTo>
                      <a:pt x="591" y="25"/>
                    </a:lnTo>
                    <a:lnTo>
                      <a:pt x="721" y="186"/>
                    </a:lnTo>
                    <a:lnTo>
                      <a:pt x="569" y="370"/>
                    </a:lnTo>
                    <a:lnTo>
                      <a:pt x="669" y="370"/>
                    </a:lnTo>
                    <a:lnTo>
                      <a:pt x="827" y="186"/>
                    </a:lnTo>
                    <a:lnTo>
                      <a:pt x="669" y="0"/>
                    </a:lnTo>
                    <a:close/>
                  </a:path>
                </a:pathLst>
              </a:custGeom>
              <a:solidFill>
                <a:schemeClr val="accent4"/>
              </a:solidFill>
              <a:ln w="9525">
                <a:noFill/>
                <a:round/>
              </a:ln>
            </p:spPr>
            <p:txBody>
              <a:bodyPr vert="horz" wrap="square" lIns="82938" tIns="41469" rIns="82938" bIns="41469" numCol="1" anchor="t" anchorCtr="0" compatLnSpc="1"/>
              <a:lstStyle/>
              <a:p>
                <a:endParaRPr lang="en-US" sz="2800" dirty="0">
                  <a:latin typeface="+mj-lt"/>
                </a:endParaRPr>
              </a:p>
            </p:txBody>
          </p:sp>
          <p:sp>
            <p:nvSpPr>
              <p:cNvPr id="103" name="TextBox 102"/>
              <p:cNvSpPr txBox="1"/>
              <p:nvPr/>
            </p:nvSpPr>
            <p:spPr>
              <a:xfrm>
                <a:off x="575517" y="4026711"/>
                <a:ext cx="1309687" cy="523851"/>
              </a:xfrm>
              <a:prstGeom prst="rect">
                <a:avLst/>
              </a:prstGeom>
              <a:noFill/>
            </p:spPr>
            <p:txBody>
              <a:bodyPr wrap="square" lIns="0" tIns="41469" rIns="0" bIns="0" rtlCol="0">
                <a:noAutofit/>
              </a:bodyPr>
              <a:lstStyle/>
              <a:p>
                <a:pPr indent="-274320">
                  <a:spcAft>
                    <a:spcPts val="300"/>
                  </a:spcAft>
                </a:pPr>
                <a:r>
                  <a:rPr lang="en-US" sz="1070" b="1" dirty="0" smtClean="0">
                    <a:latin typeface="+mj-lt"/>
                  </a:rPr>
                  <a:t>Phase name</a:t>
                </a:r>
                <a:endParaRPr lang="en-US" sz="1070" b="1" dirty="0" smtClean="0">
                  <a:latin typeface="+mj-lt"/>
                </a:endParaRPr>
              </a:p>
              <a:p>
                <a:pPr indent="-274320">
                  <a:spcAft>
                    <a:spcPts val="300"/>
                  </a:spcAft>
                </a:pPr>
                <a:r>
                  <a:rPr lang="en-US" sz="1070" dirty="0" smtClean="0">
                    <a:latin typeface="+mj-lt"/>
                  </a:rPr>
                  <a:t>Short description</a:t>
                </a:r>
                <a:endParaRPr lang="en-US" sz="1070" dirty="0" smtClean="0">
                  <a:latin typeface="+mj-lt"/>
                </a:endParaRPr>
              </a:p>
            </p:txBody>
          </p:sp>
          <p:sp>
            <p:nvSpPr>
              <p:cNvPr id="137" name="TextBox 136"/>
              <p:cNvSpPr txBox="1"/>
              <p:nvPr/>
            </p:nvSpPr>
            <p:spPr>
              <a:xfrm>
                <a:off x="575517" y="3564607"/>
                <a:ext cx="322115" cy="444852"/>
              </a:xfrm>
              <a:prstGeom prst="rect">
                <a:avLst/>
              </a:prstGeom>
              <a:noFill/>
            </p:spPr>
            <p:txBody>
              <a:bodyPr wrap="none" lIns="0" tIns="0" rIns="0" bIns="0" rtlCol="0">
                <a:noAutofit/>
              </a:bodyPr>
              <a:lstStyle/>
              <a:p>
                <a:pPr>
                  <a:spcAft>
                    <a:spcPts val="900"/>
                  </a:spcAft>
                </a:pPr>
                <a:r>
                  <a:rPr lang="en-GB" sz="3600" b="1" dirty="0" smtClean="0">
                    <a:solidFill>
                      <a:schemeClr val="accent4"/>
                    </a:solidFill>
                    <a:latin typeface="腾讯体 W7" panose="020C08030202040F0204" pitchFamily="18" charset="-122"/>
                  </a:rPr>
                  <a:t>1</a:t>
                </a:r>
                <a:endParaRPr lang="en-GB" sz="3600" b="1" dirty="0" smtClean="0">
                  <a:solidFill>
                    <a:schemeClr val="accent4"/>
                  </a:solidFill>
                  <a:latin typeface="腾讯体 W7" panose="020C08030202040F0204" pitchFamily="18" charset="-122"/>
                </a:endParaRPr>
              </a:p>
            </p:txBody>
          </p:sp>
          <p:sp>
            <p:nvSpPr>
              <p:cNvPr id="139" name="TextBox 138"/>
              <p:cNvSpPr txBox="1"/>
              <p:nvPr/>
            </p:nvSpPr>
            <p:spPr>
              <a:xfrm>
                <a:off x="2000249" y="3564607"/>
                <a:ext cx="322115" cy="444852"/>
              </a:xfrm>
              <a:prstGeom prst="rect">
                <a:avLst/>
              </a:prstGeom>
              <a:noFill/>
            </p:spPr>
            <p:txBody>
              <a:bodyPr wrap="none" lIns="0" tIns="0" rIns="0" bIns="0" rtlCol="0">
                <a:noAutofit/>
              </a:bodyPr>
              <a:lstStyle/>
              <a:p>
                <a:pPr>
                  <a:spcAft>
                    <a:spcPts val="900"/>
                  </a:spcAft>
                </a:pPr>
                <a:r>
                  <a:rPr lang="en-GB" sz="3600" b="1" dirty="0" smtClean="0">
                    <a:solidFill>
                      <a:schemeClr val="accent6"/>
                    </a:solidFill>
                    <a:latin typeface="腾讯体 W7" panose="020C08030202040F0204" pitchFamily="18" charset="-122"/>
                  </a:rPr>
                  <a:t>2</a:t>
                </a:r>
                <a:endParaRPr lang="en-GB" sz="3600" b="1" dirty="0" smtClean="0">
                  <a:solidFill>
                    <a:schemeClr val="accent6"/>
                  </a:solidFill>
                  <a:latin typeface="腾讯体 W7" panose="020C08030202040F0204" pitchFamily="18" charset="-122"/>
                </a:endParaRPr>
              </a:p>
            </p:txBody>
          </p:sp>
          <p:sp>
            <p:nvSpPr>
              <p:cNvPr id="140" name="TextBox 139"/>
              <p:cNvSpPr txBox="1"/>
              <p:nvPr/>
            </p:nvSpPr>
            <p:spPr>
              <a:xfrm>
                <a:off x="3440409" y="3564607"/>
                <a:ext cx="322115" cy="444852"/>
              </a:xfrm>
              <a:prstGeom prst="rect">
                <a:avLst/>
              </a:prstGeom>
              <a:noFill/>
            </p:spPr>
            <p:txBody>
              <a:bodyPr wrap="none" lIns="0" tIns="0" rIns="0" bIns="0" rtlCol="0">
                <a:noAutofit/>
              </a:bodyPr>
              <a:lstStyle/>
              <a:p>
                <a:pPr>
                  <a:spcAft>
                    <a:spcPts val="900"/>
                  </a:spcAft>
                </a:pPr>
                <a:r>
                  <a:rPr lang="en-GB" sz="3200" b="1" dirty="0" smtClean="0">
                    <a:solidFill>
                      <a:schemeClr val="accent5"/>
                    </a:solidFill>
                    <a:latin typeface="腾讯体 W7" panose="020C08030202040F0204" pitchFamily="18" charset="-122"/>
                  </a:rPr>
                  <a:t>3</a:t>
                </a:r>
                <a:endParaRPr lang="en-GB" sz="3200" b="1" dirty="0" smtClean="0">
                  <a:solidFill>
                    <a:schemeClr val="accent5"/>
                  </a:solidFill>
                  <a:latin typeface="腾讯体 W7" panose="020C08030202040F0204" pitchFamily="18" charset="-122"/>
                </a:endParaRPr>
              </a:p>
            </p:txBody>
          </p:sp>
          <p:sp>
            <p:nvSpPr>
              <p:cNvPr id="141" name="TextBox 140"/>
              <p:cNvSpPr txBox="1"/>
              <p:nvPr/>
            </p:nvSpPr>
            <p:spPr>
              <a:xfrm>
                <a:off x="4880569" y="3564607"/>
                <a:ext cx="322115" cy="444852"/>
              </a:xfrm>
              <a:prstGeom prst="rect">
                <a:avLst/>
              </a:prstGeom>
              <a:noFill/>
            </p:spPr>
            <p:txBody>
              <a:bodyPr wrap="none" lIns="0" tIns="0" rIns="0" bIns="0" rtlCol="0">
                <a:noAutofit/>
              </a:bodyPr>
              <a:lstStyle/>
              <a:p>
                <a:pPr>
                  <a:spcAft>
                    <a:spcPts val="900"/>
                  </a:spcAft>
                </a:pPr>
                <a:r>
                  <a:rPr lang="en-GB" sz="3200" b="1" dirty="0" smtClean="0">
                    <a:solidFill>
                      <a:schemeClr val="accent3"/>
                    </a:solidFill>
                    <a:latin typeface="腾讯体 W7" panose="020C08030202040F0204" pitchFamily="18" charset="-122"/>
                  </a:rPr>
                  <a:t>4</a:t>
                </a:r>
                <a:endParaRPr lang="en-GB" sz="3200" b="1" dirty="0" smtClean="0">
                  <a:solidFill>
                    <a:schemeClr val="accent3"/>
                  </a:solidFill>
                  <a:latin typeface="腾讯体 W7" panose="020C08030202040F0204" pitchFamily="18" charset="-122"/>
                </a:endParaRPr>
              </a:p>
            </p:txBody>
          </p:sp>
          <p:sp>
            <p:nvSpPr>
              <p:cNvPr id="143" name="TextBox 142"/>
              <p:cNvSpPr txBox="1"/>
              <p:nvPr/>
            </p:nvSpPr>
            <p:spPr>
              <a:xfrm>
                <a:off x="6282804" y="3564607"/>
                <a:ext cx="322115" cy="444852"/>
              </a:xfrm>
              <a:prstGeom prst="rect">
                <a:avLst/>
              </a:prstGeom>
              <a:noFill/>
            </p:spPr>
            <p:txBody>
              <a:bodyPr wrap="none" lIns="0" tIns="0" rIns="0" bIns="0" rtlCol="0">
                <a:noAutofit/>
              </a:bodyPr>
              <a:lstStyle/>
              <a:p>
                <a:pPr>
                  <a:spcAft>
                    <a:spcPts val="900"/>
                  </a:spcAft>
                </a:pPr>
                <a:r>
                  <a:rPr lang="en-GB" sz="3200" b="1" dirty="0" smtClean="0">
                    <a:solidFill>
                      <a:schemeClr val="accent1"/>
                    </a:solidFill>
                    <a:latin typeface="腾讯体 W7" panose="020C08030202040F0204" pitchFamily="18" charset="-122"/>
                  </a:rPr>
                  <a:t>5</a:t>
                </a:r>
                <a:endParaRPr lang="en-GB" sz="3200" b="1" dirty="0" smtClean="0">
                  <a:solidFill>
                    <a:schemeClr val="accent1"/>
                  </a:solidFill>
                  <a:latin typeface="腾讯体 W7" panose="020C08030202040F0204" pitchFamily="18" charset="-122"/>
                </a:endParaRPr>
              </a:p>
            </p:txBody>
          </p:sp>
          <p:sp>
            <p:nvSpPr>
              <p:cNvPr id="144" name="TextBox 143"/>
              <p:cNvSpPr txBox="1"/>
              <p:nvPr/>
            </p:nvSpPr>
            <p:spPr>
              <a:xfrm>
                <a:off x="7688881" y="3623811"/>
                <a:ext cx="322115" cy="444852"/>
              </a:xfrm>
              <a:prstGeom prst="rect">
                <a:avLst/>
              </a:prstGeom>
              <a:noFill/>
            </p:spPr>
            <p:txBody>
              <a:bodyPr wrap="none" lIns="0" tIns="0" rIns="0" bIns="0" rtlCol="0">
                <a:noAutofit/>
              </a:bodyPr>
              <a:lstStyle/>
              <a:p>
                <a:pPr>
                  <a:spcAft>
                    <a:spcPts val="900"/>
                  </a:spcAft>
                </a:pPr>
                <a:r>
                  <a:rPr lang="en-GB" sz="3200" b="1" dirty="0" smtClean="0">
                    <a:solidFill>
                      <a:srgbClr val="1450B8"/>
                    </a:solidFill>
                    <a:latin typeface="腾讯体 W7" panose="020C08030202040F0204" pitchFamily="18" charset="-122"/>
                  </a:rPr>
                  <a:t>6</a:t>
                </a:r>
                <a:endParaRPr lang="en-GB" sz="3200" b="1" dirty="0" smtClean="0">
                  <a:solidFill>
                    <a:srgbClr val="1450B8"/>
                  </a:solidFill>
                  <a:latin typeface="腾讯体 W7" panose="020C08030202040F0204" pitchFamily="18" charset="-122"/>
                </a:endParaRPr>
              </a:p>
            </p:txBody>
          </p:sp>
        </p:grpSp>
        <p:grpSp>
          <p:nvGrpSpPr>
            <p:cNvPr id="4" name="Group 3"/>
            <p:cNvGrpSpPr/>
            <p:nvPr/>
          </p:nvGrpSpPr>
          <p:grpSpPr>
            <a:xfrm rot="0">
              <a:off x="1691" y="8015"/>
              <a:ext cx="16089" cy="1831"/>
              <a:chOff x="575517" y="4661522"/>
              <a:chExt cx="8443591" cy="988409"/>
            </a:xfrm>
          </p:grpSpPr>
          <p:sp>
            <p:nvSpPr>
              <p:cNvPr id="109" name="Freeform 6"/>
              <p:cNvSpPr/>
              <p:nvPr/>
            </p:nvSpPr>
            <p:spPr bwMode="auto">
              <a:xfrm>
                <a:off x="575517" y="5054618"/>
                <a:ext cx="1312863" cy="592138"/>
              </a:xfrm>
              <a:custGeom>
                <a:avLst/>
                <a:gdLst/>
                <a:ahLst/>
                <a:cxnLst>
                  <a:cxn ang="0">
                    <a:pos x="669" y="0"/>
                  </a:cxn>
                  <a:cxn ang="0">
                    <a:pos x="0" y="0"/>
                  </a:cxn>
                  <a:cxn ang="0">
                    <a:pos x="0" y="25"/>
                  </a:cxn>
                  <a:cxn ang="0">
                    <a:pos x="591" y="25"/>
                  </a:cxn>
                  <a:cxn ang="0">
                    <a:pos x="721" y="186"/>
                  </a:cxn>
                  <a:cxn ang="0">
                    <a:pos x="569" y="373"/>
                  </a:cxn>
                  <a:cxn ang="0">
                    <a:pos x="669" y="373"/>
                  </a:cxn>
                  <a:cxn ang="0">
                    <a:pos x="827" y="186"/>
                  </a:cxn>
                  <a:cxn ang="0">
                    <a:pos x="669" y="0"/>
                  </a:cxn>
                </a:cxnLst>
                <a:rect l="0" t="0" r="r" b="b"/>
                <a:pathLst>
                  <a:path w="827" h="373">
                    <a:moveTo>
                      <a:pt x="669" y="0"/>
                    </a:moveTo>
                    <a:lnTo>
                      <a:pt x="0" y="0"/>
                    </a:lnTo>
                    <a:lnTo>
                      <a:pt x="0" y="25"/>
                    </a:lnTo>
                    <a:lnTo>
                      <a:pt x="591" y="25"/>
                    </a:lnTo>
                    <a:lnTo>
                      <a:pt x="721" y="186"/>
                    </a:lnTo>
                    <a:lnTo>
                      <a:pt x="569" y="373"/>
                    </a:lnTo>
                    <a:lnTo>
                      <a:pt x="669" y="373"/>
                    </a:lnTo>
                    <a:lnTo>
                      <a:pt x="827" y="186"/>
                    </a:lnTo>
                    <a:lnTo>
                      <a:pt x="669" y="0"/>
                    </a:lnTo>
                    <a:close/>
                  </a:path>
                </a:pathLst>
              </a:custGeom>
              <a:solidFill>
                <a:schemeClr val="accent4"/>
              </a:solidFill>
              <a:ln w="9525">
                <a:noFill/>
                <a:round/>
              </a:ln>
            </p:spPr>
            <p:txBody>
              <a:bodyPr vert="horz" wrap="square" lIns="82938" tIns="41469" rIns="82938" bIns="41469" numCol="1" anchor="t" anchorCtr="0" compatLnSpc="1"/>
              <a:lstStyle/>
              <a:p>
                <a:endParaRPr lang="en-US" sz="2800" dirty="0">
                  <a:latin typeface="+mj-lt"/>
                </a:endParaRPr>
              </a:p>
            </p:txBody>
          </p:sp>
          <p:sp>
            <p:nvSpPr>
              <p:cNvPr id="108" name="TextBox 107"/>
              <p:cNvSpPr txBox="1"/>
              <p:nvPr/>
            </p:nvSpPr>
            <p:spPr>
              <a:xfrm>
                <a:off x="575517" y="5129534"/>
                <a:ext cx="1309687" cy="514047"/>
              </a:xfrm>
              <a:prstGeom prst="rect">
                <a:avLst/>
              </a:prstGeom>
              <a:noFill/>
            </p:spPr>
            <p:txBody>
              <a:bodyPr wrap="square" lIns="0" tIns="41469" rIns="0" bIns="0" rtlCol="0" anchor="t" anchorCtr="0">
                <a:noAutofit/>
              </a:bodyPr>
              <a:lstStyle/>
              <a:p>
                <a:pPr indent="-274320">
                  <a:spcAft>
                    <a:spcPts val="300"/>
                  </a:spcAft>
                </a:pPr>
                <a:r>
                  <a:rPr lang="en-US" sz="1070" b="1" dirty="0" smtClean="0">
                    <a:latin typeface="+mj-lt"/>
                  </a:rPr>
                  <a:t>Phase name</a:t>
                </a:r>
                <a:endParaRPr lang="en-US" sz="1070" b="1" dirty="0" smtClean="0">
                  <a:latin typeface="+mj-lt"/>
                </a:endParaRPr>
              </a:p>
            </p:txBody>
          </p:sp>
          <p:sp>
            <p:nvSpPr>
              <p:cNvPr id="114" name="Freeform 26"/>
              <p:cNvSpPr/>
              <p:nvPr/>
            </p:nvSpPr>
            <p:spPr bwMode="auto">
              <a:xfrm>
                <a:off x="2003250" y="5054618"/>
                <a:ext cx="1311275" cy="592138"/>
              </a:xfrm>
              <a:custGeom>
                <a:avLst/>
                <a:gdLst/>
                <a:ahLst/>
                <a:cxnLst>
                  <a:cxn ang="0">
                    <a:pos x="669" y="0"/>
                  </a:cxn>
                  <a:cxn ang="0">
                    <a:pos x="0" y="0"/>
                  </a:cxn>
                  <a:cxn ang="0">
                    <a:pos x="0" y="25"/>
                  </a:cxn>
                  <a:cxn ang="0">
                    <a:pos x="590" y="25"/>
                  </a:cxn>
                  <a:cxn ang="0">
                    <a:pos x="721" y="186"/>
                  </a:cxn>
                  <a:cxn ang="0">
                    <a:pos x="569"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69" y="373"/>
                    </a:lnTo>
                    <a:lnTo>
                      <a:pt x="669" y="373"/>
                    </a:lnTo>
                    <a:lnTo>
                      <a:pt x="826" y="186"/>
                    </a:lnTo>
                    <a:lnTo>
                      <a:pt x="669" y="0"/>
                    </a:lnTo>
                    <a:close/>
                  </a:path>
                </a:pathLst>
              </a:custGeom>
              <a:solidFill>
                <a:schemeClr val="accent6"/>
              </a:solidFill>
              <a:ln w="9525">
                <a:noFill/>
                <a:round/>
              </a:ln>
            </p:spPr>
            <p:txBody>
              <a:bodyPr vert="horz" wrap="square" lIns="82938" tIns="41469" rIns="82938" bIns="41469" numCol="1" anchor="t" anchorCtr="0" compatLnSpc="1"/>
              <a:lstStyle/>
              <a:p>
                <a:endParaRPr lang="en-US" sz="2800" dirty="0">
                  <a:latin typeface="+mj-lt"/>
                </a:endParaRPr>
              </a:p>
            </p:txBody>
          </p:sp>
          <p:sp>
            <p:nvSpPr>
              <p:cNvPr id="113" name="TextBox 112"/>
              <p:cNvSpPr txBox="1"/>
              <p:nvPr/>
            </p:nvSpPr>
            <p:spPr>
              <a:xfrm>
                <a:off x="2004838" y="5129534"/>
                <a:ext cx="1309687" cy="514047"/>
              </a:xfrm>
              <a:prstGeom prst="rect">
                <a:avLst/>
              </a:prstGeom>
              <a:noFill/>
            </p:spPr>
            <p:txBody>
              <a:bodyPr wrap="square" lIns="0" tIns="41469" rIns="0" bIns="0" rtlCol="0" anchor="t" anchorCtr="0">
                <a:noAutofit/>
              </a:bodyPr>
              <a:lstStyle/>
              <a:p>
                <a:pPr indent="-274320">
                  <a:spcAft>
                    <a:spcPts val="300"/>
                  </a:spcAft>
                </a:pPr>
                <a:r>
                  <a:rPr lang="en-US" sz="1070" b="1" dirty="0" smtClean="0">
                    <a:latin typeface="+mj-lt"/>
                  </a:rPr>
                  <a:t>Phase name</a:t>
                </a:r>
                <a:endParaRPr lang="en-US" sz="1070" b="1" dirty="0" smtClean="0">
                  <a:latin typeface="+mj-lt"/>
                </a:endParaRPr>
              </a:p>
            </p:txBody>
          </p:sp>
          <p:sp>
            <p:nvSpPr>
              <p:cNvPr id="119" name="Freeform 25"/>
              <p:cNvSpPr/>
              <p:nvPr/>
            </p:nvSpPr>
            <p:spPr bwMode="auto">
              <a:xfrm>
                <a:off x="3429396" y="5057793"/>
                <a:ext cx="1309688" cy="592138"/>
              </a:xfrm>
              <a:custGeom>
                <a:avLst/>
                <a:gdLst/>
                <a:ahLst/>
                <a:cxnLst>
                  <a:cxn ang="0">
                    <a:pos x="667" y="0"/>
                  </a:cxn>
                  <a:cxn ang="0">
                    <a:pos x="0" y="0"/>
                  </a:cxn>
                  <a:cxn ang="0">
                    <a:pos x="0" y="25"/>
                  </a:cxn>
                  <a:cxn ang="0">
                    <a:pos x="589" y="25"/>
                  </a:cxn>
                  <a:cxn ang="0">
                    <a:pos x="721" y="186"/>
                  </a:cxn>
                  <a:cxn ang="0">
                    <a:pos x="569" y="373"/>
                  </a:cxn>
                  <a:cxn ang="0">
                    <a:pos x="667" y="373"/>
                  </a:cxn>
                  <a:cxn ang="0">
                    <a:pos x="825" y="186"/>
                  </a:cxn>
                  <a:cxn ang="0">
                    <a:pos x="667" y="0"/>
                  </a:cxn>
                </a:cxnLst>
                <a:rect l="0" t="0" r="r" b="b"/>
                <a:pathLst>
                  <a:path w="825" h="373">
                    <a:moveTo>
                      <a:pt x="667" y="0"/>
                    </a:moveTo>
                    <a:lnTo>
                      <a:pt x="0" y="0"/>
                    </a:lnTo>
                    <a:lnTo>
                      <a:pt x="0" y="25"/>
                    </a:lnTo>
                    <a:lnTo>
                      <a:pt x="589" y="25"/>
                    </a:lnTo>
                    <a:lnTo>
                      <a:pt x="721" y="186"/>
                    </a:lnTo>
                    <a:lnTo>
                      <a:pt x="569" y="373"/>
                    </a:lnTo>
                    <a:lnTo>
                      <a:pt x="667" y="373"/>
                    </a:lnTo>
                    <a:lnTo>
                      <a:pt x="825" y="186"/>
                    </a:lnTo>
                    <a:lnTo>
                      <a:pt x="667" y="0"/>
                    </a:lnTo>
                    <a:close/>
                  </a:path>
                </a:pathLst>
              </a:custGeom>
              <a:solidFill>
                <a:schemeClr val="accent5"/>
              </a:solidFill>
              <a:ln w="9525">
                <a:noFill/>
                <a:round/>
              </a:ln>
            </p:spPr>
            <p:txBody>
              <a:bodyPr vert="horz" wrap="square" lIns="82938" tIns="41469" rIns="82938" bIns="41469" numCol="1" anchor="t" anchorCtr="0" compatLnSpc="1"/>
              <a:lstStyle/>
              <a:p>
                <a:endParaRPr lang="en-US" sz="2800" dirty="0">
                  <a:latin typeface="+mj-lt"/>
                </a:endParaRPr>
              </a:p>
            </p:txBody>
          </p:sp>
          <p:sp>
            <p:nvSpPr>
              <p:cNvPr id="118" name="TextBox 117"/>
              <p:cNvSpPr txBox="1"/>
              <p:nvPr/>
            </p:nvSpPr>
            <p:spPr>
              <a:xfrm>
                <a:off x="3429395" y="5132709"/>
                <a:ext cx="1309687" cy="514047"/>
              </a:xfrm>
              <a:prstGeom prst="rect">
                <a:avLst/>
              </a:prstGeom>
              <a:noFill/>
            </p:spPr>
            <p:txBody>
              <a:bodyPr wrap="square" lIns="0" tIns="41469" rIns="0" bIns="0" rtlCol="0" anchor="t" anchorCtr="0">
                <a:noAutofit/>
              </a:bodyPr>
              <a:lstStyle/>
              <a:p>
                <a:pPr indent="-274320">
                  <a:spcAft>
                    <a:spcPts val="300"/>
                  </a:spcAft>
                </a:pPr>
                <a:r>
                  <a:rPr lang="en-US" sz="1070" b="1" dirty="0" smtClean="0">
                    <a:latin typeface="+mj-lt"/>
                  </a:rPr>
                  <a:t>Phase name</a:t>
                </a:r>
                <a:endParaRPr lang="en-US" sz="1070" b="1" dirty="0" smtClean="0">
                  <a:latin typeface="+mj-lt"/>
                </a:endParaRPr>
              </a:p>
            </p:txBody>
          </p:sp>
          <p:sp>
            <p:nvSpPr>
              <p:cNvPr id="124" name="Freeform 23"/>
              <p:cNvSpPr/>
              <p:nvPr/>
            </p:nvSpPr>
            <p:spPr bwMode="auto">
              <a:xfrm>
                <a:off x="4853954" y="5054618"/>
                <a:ext cx="1311275" cy="592138"/>
              </a:xfrm>
              <a:custGeom>
                <a:avLst/>
                <a:gdLst/>
                <a:ahLst/>
                <a:cxnLst>
                  <a:cxn ang="0">
                    <a:pos x="669" y="0"/>
                  </a:cxn>
                  <a:cxn ang="0">
                    <a:pos x="0" y="0"/>
                  </a:cxn>
                  <a:cxn ang="0">
                    <a:pos x="0" y="25"/>
                  </a:cxn>
                  <a:cxn ang="0">
                    <a:pos x="590" y="25"/>
                  </a:cxn>
                  <a:cxn ang="0">
                    <a:pos x="721" y="186"/>
                  </a:cxn>
                  <a:cxn ang="0">
                    <a:pos x="570"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70" y="373"/>
                    </a:lnTo>
                    <a:lnTo>
                      <a:pt x="669" y="373"/>
                    </a:lnTo>
                    <a:lnTo>
                      <a:pt x="826" y="186"/>
                    </a:lnTo>
                    <a:lnTo>
                      <a:pt x="669" y="0"/>
                    </a:lnTo>
                    <a:close/>
                  </a:path>
                </a:pathLst>
              </a:custGeom>
              <a:solidFill>
                <a:schemeClr val="accent3"/>
              </a:solidFill>
              <a:ln w="9525">
                <a:noFill/>
                <a:round/>
              </a:ln>
            </p:spPr>
            <p:txBody>
              <a:bodyPr vert="horz" wrap="square" lIns="82938" tIns="41469" rIns="82938" bIns="41469" numCol="1" anchor="t" anchorCtr="0" compatLnSpc="1"/>
              <a:lstStyle/>
              <a:p>
                <a:endParaRPr lang="en-US" sz="2800" dirty="0">
                  <a:latin typeface="+mj-lt"/>
                </a:endParaRPr>
              </a:p>
            </p:txBody>
          </p:sp>
          <p:sp>
            <p:nvSpPr>
              <p:cNvPr id="123" name="TextBox 122"/>
              <p:cNvSpPr txBox="1"/>
              <p:nvPr/>
            </p:nvSpPr>
            <p:spPr>
              <a:xfrm>
                <a:off x="4853954" y="5129534"/>
                <a:ext cx="1309687" cy="514047"/>
              </a:xfrm>
              <a:prstGeom prst="rect">
                <a:avLst/>
              </a:prstGeom>
              <a:noFill/>
            </p:spPr>
            <p:txBody>
              <a:bodyPr wrap="square" lIns="0" tIns="41469" rIns="0" bIns="0" rtlCol="0" anchor="t" anchorCtr="0">
                <a:noAutofit/>
              </a:bodyPr>
              <a:lstStyle/>
              <a:p>
                <a:pPr indent="-274320">
                  <a:spcAft>
                    <a:spcPts val="300"/>
                  </a:spcAft>
                </a:pPr>
                <a:r>
                  <a:rPr lang="en-US" sz="1070" b="1" dirty="0" smtClean="0">
                    <a:latin typeface="+mj-lt"/>
                  </a:rPr>
                  <a:t>Phase name</a:t>
                </a:r>
                <a:endParaRPr lang="en-US" sz="1070" b="1" dirty="0" smtClean="0">
                  <a:latin typeface="+mj-lt"/>
                </a:endParaRPr>
              </a:p>
            </p:txBody>
          </p:sp>
          <p:sp>
            <p:nvSpPr>
              <p:cNvPr id="129" name="Freeform 27"/>
              <p:cNvSpPr/>
              <p:nvPr/>
            </p:nvSpPr>
            <p:spPr bwMode="auto">
              <a:xfrm>
                <a:off x="6280099" y="5054618"/>
                <a:ext cx="1311275" cy="592138"/>
              </a:xfrm>
              <a:custGeom>
                <a:avLst/>
                <a:gdLst/>
                <a:ahLst/>
                <a:cxnLst>
                  <a:cxn ang="0">
                    <a:pos x="669" y="0"/>
                  </a:cxn>
                  <a:cxn ang="0">
                    <a:pos x="0" y="0"/>
                  </a:cxn>
                  <a:cxn ang="0">
                    <a:pos x="0" y="25"/>
                  </a:cxn>
                  <a:cxn ang="0">
                    <a:pos x="590" y="25"/>
                  </a:cxn>
                  <a:cxn ang="0">
                    <a:pos x="721" y="186"/>
                  </a:cxn>
                  <a:cxn ang="0">
                    <a:pos x="571"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71" y="373"/>
                    </a:lnTo>
                    <a:lnTo>
                      <a:pt x="669" y="373"/>
                    </a:lnTo>
                    <a:lnTo>
                      <a:pt x="826" y="186"/>
                    </a:lnTo>
                    <a:lnTo>
                      <a:pt x="669" y="0"/>
                    </a:lnTo>
                    <a:close/>
                  </a:path>
                </a:pathLst>
              </a:custGeom>
              <a:solidFill>
                <a:schemeClr val="tx2"/>
              </a:solidFill>
              <a:ln w="9525">
                <a:noFill/>
                <a:round/>
              </a:ln>
            </p:spPr>
            <p:txBody>
              <a:bodyPr vert="horz" wrap="square" lIns="82938" tIns="41469" rIns="82938" bIns="41469" numCol="1" anchor="t" anchorCtr="0" compatLnSpc="1"/>
              <a:lstStyle/>
              <a:p>
                <a:endParaRPr lang="en-US" sz="2800" dirty="0">
                  <a:latin typeface="+mj-lt"/>
                </a:endParaRPr>
              </a:p>
            </p:txBody>
          </p:sp>
          <p:sp>
            <p:nvSpPr>
              <p:cNvPr id="128" name="TextBox 83"/>
              <p:cNvSpPr txBox="1"/>
              <p:nvPr/>
            </p:nvSpPr>
            <p:spPr>
              <a:xfrm>
                <a:off x="6280099" y="5129534"/>
                <a:ext cx="1309687" cy="514047"/>
              </a:xfrm>
              <a:prstGeom prst="rect">
                <a:avLst/>
              </a:prstGeom>
              <a:noFill/>
            </p:spPr>
            <p:txBody>
              <a:bodyPr wrap="square" lIns="0" tIns="41469" rIns="0" bIns="0" rtlCol="0" anchor="t" anchorCtr="0">
                <a:noAutofit/>
              </a:bodyPr>
              <a:lstStyle/>
              <a:p>
                <a:pPr indent="-274320">
                  <a:spcAft>
                    <a:spcPts val="300"/>
                  </a:spcAft>
                </a:pPr>
                <a:r>
                  <a:rPr lang="en-US" sz="1070" b="1" dirty="0" smtClean="0">
                    <a:latin typeface="+mj-lt"/>
                  </a:rPr>
                  <a:t>Phase name</a:t>
                </a:r>
                <a:endParaRPr lang="en-US" sz="1070" b="1" dirty="0" smtClean="0">
                  <a:latin typeface="+mj-lt"/>
                </a:endParaRPr>
              </a:p>
            </p:txBody>
          </p:sp>
          <p:sp>
            <p:nvSpPr>
              <p:cNvPr id="134" name="Freeform 24"/>
              <p:cNvSpPr/>
              <p:nvPr/>
            </p:nvSpPr>
            <p:spPr bwMode="auto">
              <a:xfrm>
                <a:off x="7706245" y="5054618"/>
                <a:ext cx="1312863" cy="592138"/>
              </a:xfrm>
              <a:custGeom>
                <a:avLst/>
                <a:gdLst/>
                <a:ahLst/>
                <a:cxnLst>
                  <a:cxn ang="0">
                    <a:pos x="669" y="0"/>
                  </a:cxn>
                  <a:cxn ang="0">
                    <a:pos x="0" y="0"/>
                  </a:cxn>
                  <a:cxn ang="0">
                    <a:pos x="0" y="25"/>
                  </a:cxn>
                  <a:cxn ang="0">
                    <a:pos x="591" y="25"/>
                  </a:cxn>
                  <a:cxn ang="0">
                    <a:pos x="721" y="186"/>
                  </a:cxn>
                  <a:cxn ang="0">
                    <a:pos x="569" y="373"/>
                  </a:cxn>
                  <a:cxn ang="0">
                    <a:pos x="669" y="373"/>
                  </a:cxn>
                  <a:cxn ang="0">
                    <a:pos x="827" y="186"/>
                  </a:cxn>
                  <a:cxn ang="0">
                    <a:pos x="669" y="0"/>
                  </a:cxn>
                </a:cxnLst>
                <a:rect l="0" t="0" r="r" b="b"/>
                <a:pathLst>
                  <a:path w="827" h="373">
                    <a:moveTo>
                      <a:pt x="669" y="0"/>
                    </a:moveTo>
                    <a:lnTo>
                      <a:pt x="0" y="0"/>
                    </a:lnTo>
                    <a:lnTo>
                      <a:pt x="0" y="25"/>
                    </a:lnTo>
                    <a:lnTo>
                      <a:pt x="591" y="25"/>
                    </a:lnTo>
                    <a:lnTo>
                      <a:pt x="721" y="186"/>
                    </a:lnTo>
                    <a:lnTo>
                      <a:pt x="569" y="373"/>
                    </a:lnTo>
                    <a:lnTo>
                      <a:pt x="669" y="373"/>
                    </a:lnTo>
                    <a:lnTo>
                      <a:pt x="827" y="186"/>
                    </a:lnTo>
                    <a:lnTo>
                      <a:pt x="669" y="0"/>
                    </a:lnTo>
                    <a:close/>
                  </a:path>
                </a:pathLst>
              </a:custGeom>
              <a:solidFill>
                <a:srgbClr val="1450B8"/>
              </a:solidFill>
              <a:ln w="9525">
                <a:noFill/>
                <a:round/>
              </a:ln>
            </p:spPr>
            <p:txBody>
              <a:bodyPr vert="horz" wrap="square" lIns="82938" tIns="41469" rIns="82938" bIns="41469" numCol="1" anchor="t" anchorCtr="0" compatLnSpc="1"/>
              <a:lstStyle/>
              <a:p>
                <a:endParaRPr lang="en-US" sz="2800" dirty="0">
                  <a:latin typeface="+mj-lt"/>
                </a:endParaRPr>
              </a:p>
            </p:txBody>
          </p:sp>
          <p:sp>
            <p:nvSpPr>
              <p:cNvPr id="133" name="TextBox 84"/>
              <p:cNvSpPr txBox="1"/>
              <p:nvPr/>
            </p:nvSpPr>
            <p:spPr>
              <a:xfrm>
                <a:off x="7706245" y="5129534"/>
                <a:ext cx="1309687" cy="514047"/>
              </a:xfrm>
              <a:prstGeom prst="rect">
                <a:avLst/>
              </a:prstGeom>
              <a:noFill/>
            </p:spPr>
            <p:txBody>
              <a:bodyPr wrap="square" lIns="0" tIns="41469" rIns="0" bIns="0" rtlCol="0" anchor="t" anchorCtr="0">
                <a:noAutofit/>
              </a:bodyPr>
              <a:lstStyle/>
              <a:p>
                <a:pPr indent="-274320">
                  <a:spcAft>
                    <a:spcPts val="300"/>
                  </a:spcAft>
                </a:pPr>
                <a:r>
                  <a:rPr lang="en-US" sz="1070" b="1" dirty="0" smtClean="0">
                    <a:latin typeface="+mj-lt"/>
                  </a:rPr>
                  <a:t>Phase name</a:t>
                </a:r>
                <a:endParaRPr lang="en-US" sz="1070" b="1" dirty="0" smtClean="0">
                  <a:latin typeface="+mj-lt"/>
                </a:endParaRPr>
              </a:p>
            </p:txBody>
          </p:sp>
          <p:sp>
            <p:nvSpPr>
              <p:cNvPr id="145" name="TextBox 144"/>
              <p:cNvSpPr txBox="1"/>
              <p:nvPr/>
            </p:nvSpPr>
            <p:spPr>
              <a:xfrm>
                <a:off x="575517" y="4661522"/>
                <a:ext cx="322115" cy="444852"/>
              </a:xfrm>
              <a:prstGeom prst="rect">
                <a:avLst/>
              </a:prstGeom>
              <a:noFill/>
            </p:spPr>
            <p:txBody>
              <a:bodyPr wrap="none" lIns="0" tIns="0" rIns="0" bIns="0" rtlCol="0">
                <a:noAutofit/>
              </a:bodyPr>
              <a:lstStyle/>
              <a:p>
                <a:pPr>
                  <a:spcAft>
                    <a:spcPts val="900"/>
                  </a:spcAft>
                </a:pPr>
                <a:r>
                  <a:rPr lang="en-GB" sz="3600" b="1" dirty="0" smtClean="0">
                    <a:solidFill>
                      <a:schemeClr val="accent4"/>
                    </a:solidFill>
                    <a:latin typeface="腾讯体 W7" panose="020C08030202040F0204" pitchFamily="18" charset="-122"/>
                  </a:rPr>
                  <a:t>1</a:t>
                </a:r>
                <a:endParaRPr lang="en-GB" sz="3600" b="1" dirty="0" smtClean="0">
                  <a:solidFill>
                    <a:schemeClr val="accent4"/>
                  </a:solidFill>
                  <a:latin typeface="腾讯体 W7" panose="020C08030202040F0204" pitchFamily="18" charset="-122"/>
                </a:endParaRPr>
              </a:p>
            </p:txBody>
          </p:sp>
          <p:sp>
            <p:nvSpPr>
              <p:cNvPr id="146" name="TextBox 145"/>
              <p:cNvSpPr txBox="1"/>
              <p:nvPr/>
            </p:nvSpPr>
            <p:spPr>
              <a:xfrm>
                <a:off x="2000249" y="4661522"/>
                <a:ext cx="322115" cy="444852"/>
              </a:xfrm>
              <a:prstGeom prst="rect">
                <a:avLst/>
              </a:prstGeom>
              <a:noFill/>
            </p:spPr>
            <p:txBody>
              <a:bodyPr wrap="none" lIns="0" tIns="0" rIns="0" bIns="0" rtlCol="0">
                <a:noAutofit/>
              </a:bodyPr>
              <a:lstStyle/>
              <a:p>
                <a:pPr>
                  <a:spcAft>
                    <a:spcPts val="900"/>
                  </a:spcAft>
                </a:pPr>
                <a:r>
                  <a:rPr lang="en-GB" sz="3600" b="1" dirty="0" smtClean="0">
                    <a:solidFill>
                      <a:schemeClr val="accent6"/>
                    </a:solidFill>
                    <a:latin typeface="腾讯体 W7" panose="020C08030202040F0204" pitchFamily="18" charset="-122"/>
                  </a:rPr>
                  <a:t>2</a:t>
                </a:r>
                <a:endParaRPr lang="en-GB" sz="3600" b="1" dirty="0" smtClean="0">
                  <a:solidFill>
                    <a:schemeClr val="accent6"/>
                  </a:solidFill>
                  <a:latin typeface="腾讯体 W7" panose="020C08030202040F0204" pitchFamily="18" charset="-122"/>
                </a:endParaRPr>
              </a:p>
            </p:txBody>
          </p:sp>
          <p:sp>
            <p:nvSpPr>
              <p:cNvPr id="147" name="TextBox 146"/>
              <p:cNvSpPr txBox="1"/>
              <p:nvPr/>
            </p:nvSpPr>
            <p:spPr>
              <a:xfrm>
                <a:off x="3440409" y="4661522"/>
                <a:ext cx="322115" cy="444852"/>
              </a:xfrm>
              <a:prstGeom prst="rect">
                <a:avLst/>
              </a:prstGeom>
              <a:noFill/>
            </p:spPr>
            <p:txBody>
              <a:bodyPr wrap="none" lIns="0" tIns="0" rIns="0" bIns="0" rtlCol="0">
                <a:noAutofit/>
              </a:bodyPr>
              <a:lstStyle/>
              <a:p>
                <a:pPr>
                  <a:spcAft>
                    <a:spcPts val="900"/>
                  </a:spcAft>
                </a:pPr>
                <a:r>
                  <a:rPr lang="en-GB" sz="3200" b="1" dirty="0" smtClean="0">
                    <a:solidFill>
                      <a:schemeClr val="accent5"/>
                    </a:solidFill>
                    <a:latin typeface="腾讯体 W7" panose="020C08030202040F0204" pitchFamily="18" charset="-122"/>
                  </a:rPr>
                  <a:t>3</a:t>
                </a:r>
                <a:endParaRPr lang="en-GB" sz="3200" b="1" dirty="0" smtClean="0">
                  <a:solidFill>
                    <a:schemeClr val="accent5"/>
                  </a:solidFill>
                  <a:latin typeface="腾讯体 W7" panose="020C08030202040F0204" pitchFamily="18" charset="-122"/>
                </a:endParaRPr>
              </a:p>
            </p:txBody>
          </p:sp>
          <p:sp>
            <p:nvSpPr>
              <p:cNvPr id="148" name="TextBox 147"/>
              <p:cNvSpPr txBox="1"/>
              <p:nvPr/>
            </p:nvSpPr>
            <p:spPr>
              <a:xfrm>
                <a:off x="4880569" y="4661522"/>
                <a:ext cx="322115" cy="444852"/>
              </a:xfrm>
              <a:prstGeom prst="rect">
                <a:avLst/>
              </a:prstGeom>
              <a:noFill/>
            </p:spPr>
            <p:txBody>
              <a:bodyPr wrap="none" lIns="0" tIns="0" rIns="0" bIns="0" rtlCol="0">
                <a:noAutofit/>
              </a:bodyPr>
              <a:lstStyle/>
              <a:p>
                <a:pPr>
                  <a:spcAft>
                    <a:spcPts val="900"/>
                  </a:spcAft>
                </a:pPr>
                <a:r>
                  <a:rPr lang="en-GB" sz="3200" b="1" dirty="0" smtClean="0">
                    <a:solidFill>
                      <a:schemeClr val="accent3"/>
                    </a:solidFill>
                    <a:latin typeface="腾讯体 W7" panose="020C08030202040F0204" pitchFamily="18" charset="-122"/>
                  </a:rPr>
                  <a:t>4</a:t>
                </a:r>
                <a:endParaRPr lang="en-GB" sz="3200" b="1" dirty="0" smtClean="0">
                  <a:solidFill>
                    <a:schemeClr val="accent3"/>
                  </a:solidFill>
                  <a:latin typeface="腾讯体 W7" panose="020C08030202040F0204" pitchFamily="18" charset="-122"/>
                </a:endParaRPr>
              </a:p>
            </p:txBody>
          </p:sp>
          <p:sp>
            <p:nvSpPr>
              <p:cNvPr id="149" name="TextBox 148"/>
              <p:cNvSpPr txBox="1"/>
              <p:nvPr/>
            </p:nvSpPr>
            <p:spPr>
              <a:xfrm>
                <a:off x="6282804" y="4661522"/>
                <a:ext cx="322115" cy="444852"/>
              </a:xfrm>
              <a:prstGeom prst="rect">
                <a:avLst/>
              </a:prstGeom>
              <a:noFill/>
            </p:spPr>
            <p:txBody>
              <a:bodyPr wrap="none" lIns="0" tIns="0" rIns="0" bIns="0" rtlCol="0">
                <a:noAutofit/>
              </a:bodyPr>
              <a:lstStyle/>
              <a:p>
                <a:pPr>
                  <a:spcAft>
                    <a:spcPts val="900"/>
                  </a:spcAft>
                </a:pPr>
                <a:r>
                  <a:rPr lang="en-GB" sz="3200" b="1" dirty="0" smtClean="0">
                    <a:solidFill>
                      <a:schemeClr val="accent1"/>
                    </a:solidFill>
                    <a:latin typeface="腾讯体 W7" panose="020C08030202040F0204" pitchFamily="18" charset="-122"/>
                  </a:rPr>
                  <a:t>5</a:t>
                </a:r>
                <a:endParaRPr lang="en-GB" sz="3200" b="1" dirty="0" smtClean="0">
                  <a:solidFill>
                    <a:schemeClr val="accent1"/>
                  </a:solidFill>
                  <a:latin typeface="腾讯体 W7" panose="020C08030202040F0204" pitchFamily="18" charset="-122"/>
                </a:endParaRPr>
              </a:p>
            </p:txBody>
          </p:sp>
          <p:sp>
            <p:nvSpPr>
              <p:cNvPr id="150" name="TextBox 149"/>
              <p:cNvSpPr txBox="1"/>
              <p:nvPr/>
            </p:nvSpPr>
            <p:spPr>
              <a:xfrm>
                <a:off x="7688881" y="4720726"/>
                <a:ext cx="322115" cy="444852"/>
              </a:xfrm>
              <a:prstGeom prst="rect">
                <a:avLst/>
              </a:prstGeom>
              <a:noFill/>
            </p:spPr>
            <p:txBody>
              <a:bodyPr wrap="none" lIns="0" tIns="0" rIns="0" bIns="0" rtlCol="0">
                <a:noAutofit/>
              </a:bodyPr>
              <a:lstStyle/>
              <a:p>
                <a:pPr>
                  <a:spcAft>
                    <a:spcPts val="900"/>
                  </a:spcAft>
                </a:pPr>
                <a:r>
                  <a:rPr lang="en-GB" sz="3200" b="1" dirty="0" smtClean="0">
                    <a:solidFill>
                      <a:srgbClr val="1450B8"/>
                    </a:solidFill>
                    <a:latin typeface="腾讯体 W7" panose="020C08030202040F0204" pitchFamily="18" charset="-122"/>
                  </a:rPr>
                  <a:t>6</a:t>
                </a:r>
                <a:endParaRPr lang="en-GB" sz="3200" b="1" dirty="0" smtClean="0">
                  <a:solidFill>
                    <a:srgbClr val="1450B8"/>
                  </a:solidFill>
                  <a:latin typeface="腾讯体 W7" panose="020C08030202040F0204" pitchFamily="18" charset="-122"/>
                </a:endParaRPr>
              </a:p>
            </p:txBody>
          </p:sp>
        </p:grpSp>
        <p:cxnSp>
          <p:nvCxnSpPr>
            <p:cNvPr id="10" name="Straight Connector 9"/>
            <p:cNvCxnSpPr/>
            <p:nvPr/>
          </p:nvCxnSpPr>
          <p:spPr>
            <a:xfrm>
              <a:off x="1657" y="3567"/>
              <a:ext cx="16216" cy="0"/>
            </a:xfrm>
            <a:prstGeom prst="line">
              <a:avLst/>
            </a:prstGeom>
            <a:ln>
              <a:solidFill>
                <a:srgbClr val="1450B8"/>
              </a:solidFill>
              <a:prstDash val="dash"/>
            </a:ln>
          </p:spPr>
          <p:style>
            <a:lnRef idx="1">
              <a:schemeClr val="accent1"/>
            </a:lnRef>
            <a:fillRef idx="0">
              <a:schemeClr val="accent1"/>
            </a:fillRef>
            <a:effectRef idx="0">
              <a:schemeClr val="accent1"/>
            </a:effectRef>
            <a:fontRef idx="minor">
              <a:schemeClr val="tx1"/>
            </a:fontRef>
          </p:style>
        </p:cxnSp>
        <p:cxnSp>
          <p:nvCxnSpPr>
            <p:cNvPr id="59" name="Straight Connector 58"/>
            <p:cNvCxnSpPr/>
            <p:nvPr/>
          </p:nvCxnSpPr>
          <p:spPr>
            <a:xfrm>
              <a:off x="1657" y="8053"/>
              <a:ext cx="16216" cy="0"/>
            </a:xfrm>
            <a:prstGeom prst="line">
              <a:avLst/>
            </a:prstGeom>
            <a:ln>
              <a:solidFill>
                <a:srgbClr val="1450B8"/>
              </a:solidFill>
              <a:prstDash val="dash"/>
            </a:ln>
          </p:spPr>
          <p:style>
            <a:lnRef idx="1">
              <a:schemeClr val="accent1"/>
            </a:lnRef>
            <a:fillRef idx="0">
              <a:schemeClr val="accent1"/>
            </a:fillRef>
            <a:effectRef idx="0">
              <a:schemeClr val="accent1"/>
            </a:effectRef>
            <a:fontRef idx="minor">
              <a:schemeClr val="tx1"/>
            </a:fontRef>
          </p:style>
        </p:cxnSp>
        <p:sp>
          <p:nvSpPr>
            <p:cNvPr id="60" name="Rectangle 10"/>
            <p:cNvSpPr>
              <a:spLocks noChangeArrowheads="1"/>
            </p:cNvSpPr>
            <p:nvPr/>
          </p:nvSpPr>
          <p:spPr bwMode="auto">
            <a:xfrm>
              <a:off x="4414" y="5706"/>
              <a:ext cx="2063" cy="2244"/>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1030" kern="0" dirty="0" err="1" smtClean="0">
                  <a:latin typeface="腾讯体 W7" panose="020C08030202040F0204" pitchFamily="18" charset="-122"/>
                  <a:cs typeface="腾讯体 W3" panose="020C04030202040F0204" pitchFamily="34" charset="-122"/>
                </a:rPr>
                <a:t>Mauris</a:t>
              </a:r>
              <a:r>
                <a:rPr lang="en-GB" sz="1030" kern="0" dirty="0" smtClean="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consectetuer</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ullamcorper</a:t>
              </a:r>
              <a:r>
                <a:rPr lang="en-GB" sz="1030" kern="0" dirty="0">
                  <a:latin typeface="腾讯体 W7" panose="020C08030202040F0204" pitchFamily="18" charset="-122"/>
                  <a:cs typeface="腾讯体 W3" panose="020C04030202040F0204" pitchFamily="34" charset="-122"/>
                </a:rPr>
                <a:t> quam. </a:t>
              </a:r>
              <a:r>
                <a:rPr lang="en-GB" sz="1030" kern="0" dirty="0" err="1">
                  <a:latin typeface="腾讯体 W7" panose="020C08030202040F0204" pitchFamily="18" charset="-122"/>
                  <a:cs typeface="腾讯体 W3" panose="020C04030202040F0204" pitchFamily="34" charset="-122"/>
                </a:rPr>
                <a:t>Morbi</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tincidunt</a:t>
              </a:r>
              <a:r>
                <a:rPr lang="en-GB" sz="1030" kern="0" dirty="0">
                  <a:latin typeface="腾讯体 W7" panose="020C08030202040F0204" pitchFamily="18" charset="-122"/>
                  <a:cs typeface="腾讯体 W3" panose="020C04030202040F0204" pitchFamily="34" charset="-122"/>
                </a:rPr>
                <a:t> mi </a:t>
              </a:r>
              <a:r>
                <a:rPr lang="en-GB" sz="1030" kern="0" dirty="0" err="1">
                  <a:latin typeface="腾讯体 W7" panose="020C08030202040F0204" pitchFamily="18" charset="-122"/>
                  <a:cs typeface="腾讯体 W3" panose="020C04030202040F0204" pitchFamily="34" charset="-122"/>
                </a:rPr>
                <a:t>ut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diam</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ultricies</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hendrerit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pellentesque</a:t>
              </a:r>
              <a:r>
                <a:rPr lang="en-GB" sz="1030" kern="0" dirty="0">
                  <a:latin typeface="腾讯体 W7" panose="020C08030202040F0204" pitchFamily="18" charset="-122"/>
                  <a:cs typeface="腾讯体 W3" panose="020C04030202040F0204" pitchFamily="34" charset="-122"/>
                </a:rPr>
                <a:t> a, </a:t>
              </a:r>
              <a:r>
                <a:rPr lang="en-GB" sz="1030" kern="0" dirty="0" err="1">
                  <a:latin typeface="腾讯体 W7" panose="020C08030202040F0204" pitchFamily="18" charset="-122"/>
                  <a:cs typeface="腾讯体 W3" panose="020C04030202040F0204" pitchFamily="34" charset="-122"/>
                </a:rPr>
                <a:t>eros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Aenean</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mauris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massa</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varius</a:t>
              </a:r>
              <a:r>
                <a:rPr lang="en-GB" sz="1030" kern="0" dirty="0">
                  <a:latin typeface="腾讯体 W7" panose="020C08030202040F0204" pitchFamily="18" charset="-122"/>
                  <a:cs typeface="腾讯体 W3" panose="020C04030202040F0204" pitchFamily="34" charset="-122"/>
                </a:rPr>
                <a:t> tempus. </a:t>
              </a:r>
              <a:endParaRPr lang="en-GB" sz="1030" kern="0" dirty="0">
                <a:latin typeface="腾讯体 W7" panose="020C08030202040F0204" pitchFamily="18" charset="-122"/>
                <a:cs typeface="腾讯体 W3" panose="020C04030202040F0204" pitchFamily="34" charset="-122"/>
              </a:endParaRPr>
            </a:p>
          </p:txBody>
        </p:sp>
        <p:sp>
          <p:nvSpPr>
            <p:cNvPr id="61" name="Rectangle 10"/>
            <p:cNvSpPr>
              <a:spLocks noChangeArrowheads="1"/>
            </p:cNvSpPr>
            <p:nvPr/>
          </p:nvSpPr>
          <p:spPr bwMode="auto">
            <a:xfrm>
              <a:off x="1691" y="5706"/>
              <a:ext cx="2063" cy="2244"/>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1030" kern="0" dirty="0" err="1" smtClean="0">
                  <a:latin typeface="腾讯体 W7" panose="020C08030202040F0204" pitchFamily="18" charset="-122"/>
                  <a:cs typeface="腾讯体 W3" panose="020C04030202040F0204" pitchFamily="34" charset="-122"/>
                </a:rPr>
                <a:t>Mauris</a:t>
              </a:r>
              <a:r>
                <a:rPr lang="en-GB" sz="1030" kern="0" dirty="0" smtClean="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consectetuer</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ullamcorper</a:t>
              </a:r>
              <a:r>
                <a:rPr lang="en-GB" sz="1030" kern="0" dirty="0">
                  <a:latin typeface="腾讯体 W7" panose="020C08030202040F0204" pitchFamily="18" charset="-122"/>
                  <a:cs typeface="腾讯体 W3" panose="020C04030202040F0204" pitchFamily="34" charset="-122"/>
                </a:rPr>
                <a:t> quam. </a:t>
              </a:r>
              <a:r>
                <a:rPr lang="en-GB" sz="1030" kern="0" dirty="0" err="1">
                  <a:latin typeface="腾讯体 W7" panose="020C08030202040F0204" pitchFamily="18" charset="-122"/>
                  <a:cs typeface="腾讯体 W3" panose="020C04030202040F0204" pitchFamily="34" charset="-122"/>
                </a:rPr>
                <a:t>Morbi</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tincidunt</a:t>
              </a:r>
              <a:r>
                <a:rPr lang="en-GB" sz="1030" kern="0" dirty="0">
                  <a:latin typeface="腾讯体 W7" panose="020C08030202040F0204" pitchFamily="18" charset="-122"/>
                  <a:cs typeface="腾讯体 W3" panose="020C04030202040F0204" pitchFamily="34" charset="-122"/>
                </a:rPr>
                <a:t> mi </a:t>
              </a:r>
              <a:r>
                <a:rPr lang="en-GB" sz="1030" kern="0" dirty="0" err="1">
                  <a:latin typeface="腾讯体 W7" panose="020C08030202040F0204" pitchFamily="18" charset="-122"/>
                  <a:cs typeface="腾讯体 W3" panose="020C04030202040F0204" pitchFamily="34" charset="-122"/>
                </a:rPr>
                <a:t>ut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diam</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ultricies</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hendrerit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pellentesque</a:t>
              </a:r>
              <a:r>
                <a:rPr lang="en-GB" sz="1030" kern="0" dirty="0">
                  <a:latin typeface="腾讯体 W7" panose="020C08030202040F0204" pitchFamily="18" charset="-122"/>
                  <a:cs typeface="腾讯体 W3" panose="020C04030202040F0204" pitchFamily="34" charset="-122"/>
                </a:rPr>
                <a:t> a, </a:t>
              </a:r>
              <a:r>
                <a:rPr lang="en-GB" sz="1030" kern="0" dirty="0" err="1">
                  <a:latin typeface="腾讯体 W7" panose="020C08030202040F0204" pitchFamily="18" charset="-122"/>
                  <a:cs typeface="腾讯体 W3" panose="020C04030202040F0204" pitchFamily="34" charset="-122"/>
                </a:rPr>
                <a:t>eros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Aenean</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mauris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massa</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varius</a:t>
              </a:r>
              <a:r>
                <a:rPr lang="en-GB" sz="1030" kern="0" dirty="0">
                  <a:latin typeface="腾讯体 W7" panose="020C08030202040F0204" pitchFamily="18" charset="-122"/>
                  <a:cs typeface="腾讯体 W3" panose="020C04030202040F0204" pitchFamily="34" charset="-122"/>
                </a:rPr>
                <a:t> tempus. </a:t>
              </a:r>
              <a:endParaRPr lang="en-GB" sz="1030" kern="0" dirty="0">
                <a:latin typeface="腾讯体 W7" panose="020C08030202040F0204" pitchFamily="18" charset="-122"/>
                <a:cs typeface="腾讯体 W3" panose="020C04030202040F0204" pitchFamily="34" charset="-122"/>
              </a:endParaRPr>
            </a:p>
          </p:txBody>
        </p:sp>
        <p:sp>
          <p:nvSpPr>
            <p:cNvPr id="64" name="Rectangle 10"/>
            <p:cNvSpPr>
              <a:spLocks noChangeArrowheads="1"/>
            </p:cNvSpPr>
            <p:nvPr/>
          </p:nvSpPr>
          <p:spPr bwMode="auto">
            <a:xfrm>
              <a:off x="9872" y="5706"/>
              <a:ext cx="2063" cy="2244"/>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1030" kern="0" dirty="0" err="1" smtClean="0">
                  <a:latin typeface="腾讯体 W7" panose="020C08030202040F0204" pitchFamily="18" charset="-122"/>
                  <a:cs typeface="腾讯体 W3" panose="020C04030202040F0204" pitchFamily="34" charset="-122"/>
                </a:rPr>
                <a:t>Mauris</a:t>
              </a:r>
              <a:r>
                <a:rPr lang="en-GB" sz="1030" kern="0" dirty="0" smtClean="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consectetuer</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ullamcorper</a:t>
              </a:r>
              <a:r>
                <a:rPr lang="en-GB" sz="1030" kern="0" dirty="0">
                  <a:latin typeface="腾讯体 W7" panose="020C08030202040F0204" pitchFamily="18" charset="-122"/>
                  <a:cs typeface="腾讯体 W3" panose="020C04030202040F0204" pitchFamily="34" charset="-122"/>
                </a:rPr>
                <a:t> quam. </a:t>
              </a:r>
              <a:r>
                <a:rPr lang="en-GB" sz="1030" kern="0" dirty="0" err="1">
                  <a:latin typeface="腾讯体 W7" panose="020C08030202040F0204" pitchFamily="18" charset="-122"/>
                  <a:cs typeface="腾讯体 W3" panose="020C04030202040F0204" pitchFamily="34" charset="-122"/>
                </a:rPr>
                <a:t>Morbi</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tincidunt</a:t>
              </a:r>
              <a:r>
                <a:rPr lang="en-GB" sz="1030" kern="0" dirty="0">
                  <a:latin typeface="腾讯体 W7" panose="020C08030202040F0204" pitchFamily="18" charset="-122"/>
                  <a:cs typeface="腾讯体 W3" panose="020C04030202040F0204" pitchFamily="34" charset="-122"/>
                </a:rPr>
                <a:t> mi </a:t>
              </a:r>
              <a:r>
                <a:rPr lang="en-GB" sz="1030" kern="0" dirty="0" err="1">
                  <a:latin typeface="腾讯体 W7" panose="020C08030202040F0204" pitchFamily="18" charset="-122"/>
                  <a:cs typeface="腾讯体 W3" panose="020C04030202040F0204" pitchFamily="34" charset="-122"/>
                </a:rPr>
                <a:t>ut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diam</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ultricies</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hendrerit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pellentesque</a:t>
              </a:r>
              <a:r>
                <a:rPr lang="en-GB" sz="1030" kern="0" dirty="0">
                  <a:latin typeface="腾讯体 W7" panose="020C08030202040F0204" pitchFamily="18" charset="-122"/>
                  <a:cs typeface="腾讯体 W3" panose="020C04030202040F0204" pitchFamily="34" charset="-122"/>
                </a:rPr>
                <a:t> a, </a:t>
              </a:r>
              <a:r>
                <a:rPr lang="en-GB" sz="1030" kern="0" dirty="0" err="1">
                  <a:latin typeface="腾讯体 W7" panose="020C08030202040F0204" pitchFamily="18" charset="-122"/>
                  <a:cs typeface="腾讯体 W3" panose="020C04030202040F0204" pitchFamily="34" charset="-122"/>
                </a:rPr>
                <a:t>eros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Aenean</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mauris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massa</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varius</a:t>
              </a:r>
              <a:r>
                <a:rPr lang="en-GB" sz="1030" kern="0" dirty="0">
                  <a:latin typeface="腾讯体 W7" panose="020C08030202040F0204" pitchFamily="18" charset="-122"/>
                  <a:cs typeface="腾讯体 W3" panose="020C04030202040F0204" pitchFamily="34" charset="-122"/>
                </a:rPr>
                <a:t> tempus. </a:t>
              </a:r>
              <a:endParaRPr lang="en-GB" sz="1030" kern="0" dirty="0">
                <a:latin typeface="腾讯体 W7" panose="020C08030202040F0204" pitchFamily="18" charset="-122"/>
                <a:cs typeface="腾讯体 W3" panose="020C04030202040F0204" pitchFamily="34" charset="-122"/>
              </a:endParaRPr>
            </a:p>
          </p:txBody>
        </p:sp>
        <p:sp>
          <p:nvSpPr>
            <p:cNvPr id="67" name="Rectangle 10"/>
            <p:cNvSpPr>
              <a:spLocks noChangeArrowheads="1"/>
            </p:cNvSpPr>
            <p:nvPr/>
          </p:nvSpPr>
          <p:spPr bwMode="auto">
            <a:xfrm>
              <a:off x="7148" y="5706"/>
              <a:ext cx="2063" cy="2244"/>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1030" kern="0" dirty="0" err="1" smtClean="0">
                  <a:latin typeface="腾讯体 W7" panose="020C08030202040F0204" pitchFamily="18" charset="-122"/>
                  <a:cs typeface="腾讯体 W3" panose="020C04030202040F0204" pitchFamily="34" charset="-122"/>
                </a:rPr>
                <a:t>Mauris</a:t>
              </a:r>
              <a:r>
                <a:rPr lang="en-GB" sz="1030" kern="0" dirty="0" smtClean="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consectetuer</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ullamcorper</a:t>
              </a:r>
              <a:r>
                <a:rPr lang="en-GB" sz="1030" kern="0" dirty="0">
                  <a:latin typeface="腾讯体 W7" panose="020C08030202040F0204" pitchFamily="18" charset="-122"/>
                  <a:cs typeface="腾讯体 W3" panose="020C04030202040F0204" pitchFamily="34" charset="-122"/>
                </a:rPr>
                <a:t> quam. </a:t>
              </a:r>
              <a:r>
                <a:rPr lang="en-GB" sz="1030" kern="0" dirty="0" err="1">
                  <a:latin typeface="腾讯体 W7" panose="020C08030202040F0204" pitchFamily="18" charset="-122"/>
                  <a:cs typeface="腾讯体 W3" panose="020C04030202040F0204" pitchFamily="34" charset="-122"/>
                </a:rPr>
                <a:t>Morbi</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tincidunt</a:t>
              </a:r>
              <a:r>
                <a:rPr lang="en-GB" sz="1030" kern="0" dirty="0">
                  <a:latin typeface="腾讯体 W7" panose="020C08030202040F0204" pitchFamily="18" charset="-122"/>
                  <a:cs typeface="腾讯体 W3" panose="020C04030202040F0204" pitchFamily="34" charset="-122"/>
                </a:rPr>
                <a:t> mi </a:t>
              </a:r>
              <a:r>
                <a:rPr lang="en-GB" sz="1030" kern="0" dirty="0" err="1">
                  <a:latin typeface="腾讯体 W7" panose="020C08030202040F0204" pitchFamily="18" charset="-122"/>
                  <a:cs typeface="腾讯体 W3" panose="020C04030202040F0204" pitchFamily="34" charset="-122"/>
                </a:rPr>
                <a:t>ut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diam</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ultricies</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hendrerit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pellentesque</a:t>
              </a:r>
              <a:r>
                <a:rPr lang="en-GB" sz="1030" kern="0" dirty="0">
                  <a:latin typeface="腾讯体 W7" panose="020C08030202040F0204" pitchFamily="18" charset="-122"/>
                  <a:cs typeface="腾讯体 W3" panose="020C04030202040F0204" pitchFamily="34" charset="-122"/>
                </a:rPr>
                <a:t> a, </a:t>
              </a:r>
              <a:r>
                <a:rPr lang="en-GB" sz="1030" kern="0" dirty="0" err="1">
                  <a:latin typeface="腾讯体 W7" panose="020C08030202040F0204" pitchFamily="18" charset="-122"/>
                  <a:cs typeface="腾讯体 W3" panose="020C04030202040F0204" pitchFamily="34" charset="-122"/>
                </a:rPr>
                <a:t>eros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Aenean</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mauris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massa</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varius</a:t>
              </a:r>
              <a:r>
                <a:rPr lang="en-GB" sz="1030" kern="0" dirty="0">
                  <a:latin typeface="腾讯体 W7" panose="020C08030202040F0204" pitchFamily="18" charset="-122"/>
                  <a:cs typeface="腾讯体 W3" panose="020C04030202040F0204" pitchFamily="34" charset="-122"/>
                </a:rPr>
                <a:t> tempus. </a:t>
              </a:r>
              <a:endParaRPr lang="en-GB" sz="1030" kern="0" dirty="0">
                <a:latin typeface="腾讯体 W7" panose="020C08030202040F0204" pitchFamily="18" charset="-122"/>
                <a:cs typeface="腾讯体 W3" panose="020C04030202040F0204" pitchFamily="34" charset="-122"/>
              </a:endParaRPr>
            </a:p>
          </p:txBody>
        </p:sp>
        <p:sp>
          <p:nvSpPr>
            <p:cNvPr id="70" name="Rectangle 10"/>
            <p:cNvSpPr>
              <a:spLocks noChangeArrowheads="1"/>
            </p:cNvSpPr>
            <p:nvPr/>
          </p:nvSpPr>
          <p:spPr bwMode="auto">
            <a:xfrm>
              <a:off x="15289" y="5706"/>
              <a:ext cx="2063" cy="2244"/>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1030" kern="0" dirty="0" err="1" smtClean="0">
                  <a:latin typeface="腾讯体 W7" panose="020C08030202040F0204" pitchFamily="18" charset="-122"/>
                  <a:cs typeface="腾讯体 W3" panose="020C04030202040F0204" pitchFamily="34" charset="-122"/>
                </a:rPr>
                <a:t>Mauris</a:t>
              </a:r>
              <a:r>
                <a:rPr lang="en-GB" sz="1030" kern="0" dirty="0" smtClean="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consectetuer</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ullamcorper</a:t>
              </a:r>
              <a:r>
                <a:rPr lang="en-GB" sz="1030" kern="0" dirty="0">
                  <a:latin typeface="腾讯体 W7" panose="020C08030202040F0204" pitchFamily="18" charset="-122"/>
                  <a:cs typeface="腾讯体 W3" panose="020C04030202040F0204" pitchFamily="34" charset="-122"/>
                </a:rPr>
                <a:t> quam. </a:t>
              </a:r>
              <a:r>
                <a:rPr lang="en-GB" sz="1030" kern="0" dirty="0" err="1">
                  <a:latin typeface="腾讯体 W7" panose="020C08030202040F0204" pitchFamily="18" charset="-122"/>
                  <a:cs typeface="腾讯体 W3" panose="020C04030202040F0204" pitchFamily="34" charset="-122"/>
                </a:rPr>
                <a:t>Morbi</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tincidunt</a:t>
              </a:r>
              <a:r>
                <a:rPr lang="en-GB" sz="1030" kern="0" dirty="0">
                  <a:latin typeface="腾讯体 W7" panose="020C08030202040F0204" pitchFamily="18" charset="-122"/>
                  <a:cs typeface="腾讯体 W3" panose="020C04030202040F0204" pitchFamily="34" charset="-122"/>
                </a:rPr>
                <a:t> mi </a:t>
              </a:r>
              <a:r>
                <a:rPr lang="en-GB" sz="1030" kern="0" dirty="0" err="1">
                  <a:latin typeface="腾讯体 W7" panose="020C08030202040F0204" pitchFamily="18" charset="-122"/>
                  <a:cs typeface="腾讯体 W3" panose="020C04030202040F0204" pitchFamily="34" charset="-122"/>
                </a:rPr>
                <a:t>ut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diam</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ultricies</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hendrerit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pellentesque</a:t>
              </a:r>
              <a:r>
                <a:rPr lang="en-GB" sz="1030" kern="0" dirty="0">
                  <a:latin typeface="腾讯体 W7" panose="020C08030202040F0204" pitchFamily="18" charset="-122"/>
                  <a:cs typeface="腾讯体 W3" panose="020C04030202040F0204" pitchFamily="34" charset="-122"/>
                </a:rPr>
                <a:t> a, </a:t>
              </a:r>
              <a:r>
                <a:rPr lang="en-GB" sz="1030" kern="0" dirty="0" err="1">
                  <a:latin typeface="腾讯体 W7" panose="020C08030202040F0204" pitchFamily="18" charset="-122"/>
                  <a:cs typeface="腾讯体 W3" panose="020C04030202040F0204" pitchFamily="34" charset="-122"/>
                </a:rPr>
                <a:t>eros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Aenean</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mauris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massa</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varius</a:t>
              </a:r>
              <a:r>
                <a:rPr lang="en-GB" sz="1030" kern="0" dirty="0">
                  <a:latin typeface="腾讯体 W7" panose="020C08030202040F0204" pitchFamily="18" charset="-122"/>
                  <a:cs typeface="腾讯体 W3" panose="020C04030202040F0204" pitchFamily="34" charset="-122"/>
                </a:rPr>
                <a:t> tempus. </a:t>
              </a:r>
              <a:endParaRPr lang="en-GB" sz="1030" kern="0" dirty="0">
                <a:latin typeface="腾讯体 W7" panose="020C08030202040F0204" pitchFamily="18" charset="-122"/>
                <a:cs typeface="腾讯体 W3" panose="020C04030202040F0204" pitchFamily="34" charset="-122"/>
              </a:endParaRPr>
            </a:p>
          </p:txBody>
        </p:sp>
        <p:sp>
          <p:nvSpPr>
            <p:cNvPr id="73" name="Rectangle 10"/>
            <p:cNvSpPr>
              <a:spLocks noChangeArrowheads="1"/>
            </p:cNvSpPr>
            <p:nvPr/>
          </p:nvSpPr>
          <p:spPr bwMode="auto">
            <a:xfrm>
              <a:off x="12566" y="5706"/>
              <a:ext cx="2063" cy="2244"/>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1030" kern="0" dirty="0" err="1" smtClean="0">
                  <a:latin typeface="腾讯体 W7" panose="020C08030202040F0204" pitchFamily="18" charset="-122"/>
                  <a:cs typeface="腾讯体 W3" panose="020C04030202040F0204" pitchFamily="34" charset="-122"/>
                </a:rPr>
                <a:t>Mauris</a:t>
              </a:r>
              <a:r>
                <a:rPr lang="en-GB" sz="1030" kern="0" dirty="0" smtClean="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consectetuer</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ullamcorper</a:t>
              </a:r>
              <a:r>
                <a:rPr lang="en-GB" sz="1030" kern="0" dirty="0">
                  <a:latin typeface="腾讯体 W7" panose="020C08030202040F0204" pitchFamily="18" charset="-122"/>
                  <a:cs typeface="腾讯体 W3" panose="020C04030202040F0204" pitchFamily="34" charset="-122"/>
                </a:rPr>
                <a:t> quam. </a:t>
              </a:r>
              <a:r>
                <a:rPr lang="en-GB" sz="1030" kern="0" dirty="0" err="1">
                  <a:latin typeface="腾讯体 W7" panose="020C08030202040F0204" pitchFamily="18" charset="-122"/>
                  <a:cs typeface="腾讯体 W3" panose="020C04030202040F0204" pitchFamily="34" charset="-122"/>
                </a:rPr>
                <a:t>Morbi</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tincidunt</a:t>
              </a:r>
              <a:r>
                <a:rPr lang="en-GB" sz="1030" kern="0" dirty="0">
                  <a:latin typeface="腾讯体 W7" panose="020C08030202040F0204" pitchFamily="18" charset="-122"/>
                  <a:cs typeface="腾讯体 W3" panose="020C04030202040F0204" pitchFamily="34" charset="-122"/>
                </a:rPr>
                <a:t> mi </a:t>
              </a:r>
              <a:r>
                <a:rPr lang="en-GB" sz="1030" kern="0" dirty="0" err="1">
                  <a:latin typeface="腾讯体 W7" panose="020C08030202040F0204" pitchFamily="18" charset="-122"/>
                  <a:cs typeface="腾讯体 W3" panose="020C04030202040F0204" pitchFamily="34" charset="-122"/>
                </a:rPr>
                <a:t>ut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diam</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ultricies</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hendrerit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pellentesque</a:t>
              </a:r>
              <a:r>
                <a:rPr lang="en-GB" sz="1030" kern="0" dirty="0">
                  <a:latin typeface="腾讯体 W7" panose="020C08030202040F0204" pitchFamily="18" charset="-122"/>
                  <a:cs typeface="腾讯体 W3" panose="020C04030202040F0204" pitchFamily="34" charset="-122"/>
                </a:rPr>
                <a:t> a, </a:t>
              </a:r>
              <a:r>
                <a:rPr lang="en-GB" sz="1030" kern="0" dirty="0" err="1">
                  <a:latin typeface="腾讯体 W7" panose="020C08030202040F0204" pitchFamily="18" charset="-122"/>
                  <a:cs typeface="腾讯体 W3" panose="020C04030202040F0204" pitchFamily="34" charset="-122"/>
                </a:rPr>
                <a:t>eros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Aenean</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mauris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massa</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varius</a:t>
              </a:r>
              <a:r>
                <a:rPr lang="en-GB" sz="1030" kern="0" dirty="0">
                  <a:latin typeface="腾讯体 W7" panose="020C08030202040F0204" pitchFamily="18" charset="-122"/>
                  <a:cs typeface="腾讯体 W3" panose="020C04030202040F0204" pitchFamily="34" charset="-122"/>
                </a:rPr>
                <a:t> tempus. </a:t>
              </a:r>
              <a:endParaRPr lang="en-GB" sz="1030" kern="0" dirty="0">
                <a:latin typeface="腾讯体 W7" panose="020C08030202040F0204" pitchFamily="18" charset="-122"/>
                <a:cs typeface="腾讯体 W3" panose="020C04030202040F0204" pitchFamily="34" charset="-122"/>
              </a:endParaRPr>
            </a:p>
          </p:txBody>
        </p:sp>
      </p:grpSp>
    </p:spTree>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smtClean="0"/>
              <a:t>Directional Phase</a:t>
            </a:r>
            <a:endParaRPr lang="en-US" dirty="0"/>
          </a:p>
        </p:txBody>
      </p:sp>
      <p:sp>
        <p:nvSpPr>
          <p:cNvPr id="4" name="Slide Number Placeholder 1"/>
          <p:cNvSpPr txBox="1"/>
          <p:nvPr/>
        </p:nvSpPr>
        <p:spPr>
          <a:xfrm>
            <a:off x="8328786" y="6457670"/>
            <a:ext cx="2544136" cy="301765"/>
          </a:xfrm>
          <a:prstGeom prst="rect">
            <a:avLst/>
          </a:prstGeom>
        </p:spPr>
        <p:txBody>
          <a:bodyPr vert="horz" lIns="0" tIns="0" rIns="0" bIns="0" rtlCol="0" anchor="b">
            <a:noAutofit/>
          </a:bodyPr>
          <a:lstStyle>
            <a:lvl1pPr marL="0" marR="0" indent="-228600" algn="l" defTabSz="1018540" rtl="0" eaLnBrk="1" fontAlgn="auto" latinLnBrk="0" hangingPunct="1">
              <a:lnSpc>
                <a:spcPct val="100000"/>
              </a:lnSpc>
              <a:spcBef>
                <a:spcPts val="0"/>
              </a:spcBef>
              <a:spcAft>
                <a:spcPts val="600"/>
              </a:spcAft>
              <a:buClr>
                <a:schemeClr val="tx1"/>
              </a:buClr>
              <a:buSzTx/>
              <a:buFontTx/>
              <a:buNone/>
              <a:defRPr sz="900" kern="1200">
                <a:solidFill>
                  <a:schemeClr val="tx1"/>
                </a:solidFill>
                <a:latin typeface="腾讯体 W3" panose="020C04030202040F0204" pitchFamily="34" charset="-122"/>
                <a:ea typeface="+mn-ea"/>
                <a:cs typeface="腾讯体 W3" panose="020C04030202040F0204" pitchFamily="34" charset="-122"/>
              </a:defRPr>
            </a:lvl1pPr>
            <a:lvl2pPr marL="228600" indent="-228600" algn="l" defTabSz="1018540" rtl="0" eaLnBrk="1" latinLnBrk="0" hangingPunct="1">
              <a:lnSpc>
                <a:spcPct val="100000"/>
              </a:lnSpc>
              <a:spcBef>
                <a:spcPts val="0"/>
              </a:spcBef>
              <a:spcAft>
                <a:spcPts val="600"/>
              </a:spcAft>
              <a:buClr>
                <a:schemeClr val="tx1"/>
              </a:buClr>
              <a:buFont typeface="腾讯体 W7" panose="020C08030202040F0204" pitchFamily="18" charset="-122"/>
              <a:buChar char="•"/>
              <a:defRPr sz="1100" kern="1200">
                <a:solidFill>
                  <a:schemeClr val="tx1"/>
                </a:solidFill>
                <a:latin typeface="腾讯体 W7" panose="020C08030202040F0204" pitchFamily="18" charset="-122"/>
                <a:ea typeface="+mn-ea"/>
                <a:cs typeface="+mn-cs"/>
              </a:defRPr>
            </a:lvl2pPr>
            <a:lvl3pPr marL="457200" indent="-228600" algn="l" defTabSz="1018540" rtl="0" eaLnBrk="1" latinLnBrk="0" hangingPunct="1">
              <a:lnSpc>
                <a:spcPct val="100000"/>
              </a:lnSpc>
              <a:spcBef>
                <a:spcPts val="0"/>
              </a:spcBef>
              <a:spcAft>
                <a:spcPts val="600"/>
              </a:spcAft>
              <a:buClr>
                <a:schemeClr val="tx1"/>
              </a:buClr>
              <a:buFont typeface="腾讯体 W7" panose="020C08030202040F0204" pitchFamily="18" charset="-122"/>
              <a:buChar char="-"/>
              <a:defRPr sz="1100" kern="1200">
                <a:solidFill>
                  <a:schemeClr val="tx1"/>
                </a:solidFill>
                <a:latin typeface="腾讯体 W7" panose="020C08030202040F0204" pitchFamily="18" charset="-122"/>
                <a:ea typeface="+mn-ea"/>
                <a:cs typeface="+mn-cs"/>
              </a:defRPr>
            </a:lvl3pPr>
            <a:lvl4pPr marL="685800" indent="-228600" algn="l" defTabSz="1018540" rtl="0" eaLnBrk="1" latinLnBrk="0" hangingPunct="1">
              <a:lnSpc>
                <a:spcPct val="100000"/>
              </a:lnSpc>
              <a:spcBef>
                <a:spcPts val="0"/>
              </a:spcBef>
              <a:spcAft>
                <a:spcPts val="600"/>
              </a:spcAft>
              <a:buClr>
                <a:schemeClr val="tx1"/>
              </a:buClr>
              <a:buFont typeface="腾讯体 W7" panose="020C08030202040F0204" pitchFamily="18" charset="-122"/>
              <a:buChar char="◦"/>
              <a:defRPr sz="1100" kern="1200">
                <a:solidFill>
                  <a:schemeClr val="tx1"/>
                </a:solidFill>
                <a:latin typeface="腾讯体 W7" panose="020C08030202040F0204" pitchFamily="18" charset="-122"/>
                <a:ea typeface="+mn-ea"/>
                <a:cs typeface="+mn-cs"/>
              </a:defRPr>
            </a:lvl4pPr>
            <a:lvl5pPr marL="914400" indent="-228600" algn="l" defTabSz="1018540" rtl="0" eaLnBrk="1" latinLnBrk="0" hangingPunct="1">
              <a:lnSpc>
                <a:spcPct val="100000"/>
              </a:lnSpc>
              <a:spcBef>
                <a:spcPts val="0"/>
              </a:spcBef>
              <a:spcAft>
                <a:spcPts val="600"/>
              </a:spcAft>
              <a:buClr>
                <a:schemeClr val="tx1"/>
              </a:buClr>
              <a:buFont typeface="腾讯体 W7" panose="020C08030202040F0204" pitchFamily="18" charset="-122"/>
              <a:buChar char="›"/>
              <a:defRPr sz="1100" kern="1200" baseline="0">
                <a:solidFill>
                  <a:schemeClr val="tx1"/>
                </a:solidFill>
                <a:latin typeface="腾讯体 W7" panose="020C08030202040F0204" pitchFamily="18" charset="-122"/>
                <a:ea typeface="+mn-ea"/>
                <a:cs typeface="+mn-cs"/>
              </a:defRPr>
            </a:lvl5pPr>
            <a:lvl6pPr marL="228600" marR="0" indent="-228600" algn="l" defTabSz="1018540" rtl="0" eaLnBrk="1" fontAlgn="auto" latinLnBrk="0" hangingPunct="1">
              <a:lnSpc>
                <a:spcPct val="100000"/>
              </a:lnSpc>
              <a:spcBef>
                <a:spcPts val="0"/>
              </a:spcBef>
              <a:spcAft>
                <a:spcPts val="600"/>
              </a:spcAft>
              <a:buClr>
                <a:schemeClr val="tx1"/>
              </a:buClr>
              <a:buSzPct val="100000"/>
              <a:buFont typeface="+mj-lt"/>
              <a:buAutoNum type="arabicPeriod"/>
              <a:defRPr sz="1100" kern="1200" baseline="0">
                <a:solidFill>
                  <a:schemeClr val="tx1"/>
                </a:solidFill>
                <a:latin typeface="腾讯体 W7" panose="020C08030202040F0204" pitchFamily="18" charset="-122"/>
                <a:ea typeface="+mn-ea"/>
                <a:cs typeface="+mn-cs"/>
              </a:defRPr>
            </a:lvl6pPr>
            <a:lvl7pPr marL="457200" indent="-228600" algn="l" defTabSz="1018540" rtl="0" eaLnBrk="1" latinLnBrk="0" hangingPunct="1">
              <a:lnSpc>
                <a:spcPct val="100000"/>
              </a:lnSpc>
              <a:spcBef>
                <a:spcPts val="0"/>
              </a:spcBef>
              <a:spcAft>
                <a:spcPts val="600"/>
              </a:spcAft>
              <a:buSzPct val="100000"/>
              <a:buFont typeface="+mj-lt"/>
              <a:buAutoNum type="alphaLcPeriod"/>
              <a:defRPr sz="1100" kern="1200" baseline="0">
                <a:solidFill>
                  <a:schemeClr val="tx1"/>
                </a:solidFill>
                <a:latin typeface="腾讯体 W7" panose="020C08030202040F0204" pitchFamily="18" charset="-122"/>
                <a:ea typeface="+mn-ea"/>
                <a:cs typeface="+mn-cs"/>
              </a:defRPr>
            </a:lvl7pPr>
            <a:lvl8pPr marL="685800" indent="-228600" algn="l" defTabSz="1018540" rtl="0" eaLnBrk="1" latinLnBrk="0" hangingPunct="1">
              <a:lnSpc>
                <a:spcPct val="100000"/>
              </a:lnSpc>
              <a:spcBef>
                <a:spcPts val="0"/>
              </a:spcBef>
              <a:spcAft>
                <a:spcPts val="600"/>
              </a:spcAft>
              <a:buSzPct val="100000"/>
              <a:buFont typeface="+mj-lt"/>
              <a:buAutoNum type="romanLcPeriod"/>
              <a:defRPr sz="1100" kern="1200" baseline="0">
                <a:solidFill>
                  <a:schemeClr val="tx1"/>
                </a:solidFill>
                <a:latin typeface="腾讯体 W7" panose="020C08030202040F0204" pitchFamily="18" charset="-122"/>
                <a:ea typeface="+mn-ea"/>
                <a:cs typeface="+mn-cs"/>
              </a:defRPr>
            </a:lvl8pPr>
            <a:lvl9pPr marL="0" indent="-228600" algn="l" defTabSz="1018540" rtl="0" eaLnBrk="1" latinLnBrk="0" hangingPunct="1">
              <a:lnSpc>
                <a:spcPct val="100000"/>
              </a:lnSpc>
              <a:spcBef>
                <a:spcPts val="0"/>
              </a:spcBef>
              <a:spcAft>
                <a:spcPts val="600"/>
              </a:spcAft>
              <a:buFont typeface="腾讯体 W3" panose="020C04030202040F0204" pitchFamily="34" charset="-122"/>
              <a:buNone/>
              <a:defRPr sz="1100" b="1" kern="1200" baseline="0">
                <a:solidFill>
                  <a:schemeClr val="tx2"/>
                </a:solidFill>
                <a:latin typeface="腾讯体 W7" panose="020C08030202040F0204" pitchFamily="18" charset="-122"/>
                <a:ea typeface="+mn-ea"/>
                <a:cs typeface="+mn-cs"/>
              </a:defRPr>
            </a:lvl9pPr>
          </a:lstStyle>
          <a:p>
            <a:fld id="{9EBD5762-3BDC-484D-9503-7EA6D5A9A8CE}" type="slidenum">
              <a:rPr lang="en-US" sz="815" smtClean="0"/>
            </a:fld>
            <a:endParaRPr lang="en-US" sz="815" dirty="0"/>
          </a:p>
        </p:txBody>
      </p:sp>
      <p:sp>
        <p:nvSpPr>
          <p:cNvPr id="6" name="Rectangle 5"/>
          <p:cNvSpPr/>
          <p:nvPr/>
        </p:nvSpPr>
        <p:spPr>
          <a:xfrm>
            <a:off x="1245009" y="3831588"/>
            <a:ext cx="6501742" cy="181205"/>
          </a:xfrm>
          <a:prstGeom prst="rect">
            <a:avLst/>
          </a:prstGeom>
          <a:solidFill>
            <a:srgbClr val="0C30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7" name="Rectangle 6"/>
          <p:cNvSpPr/>
          <p:nvPr/>
        </p:nvSpPr>
        <p:spPr>
          <a:xfrm>
            <a:off x="1245010" y="3487263"/>
            <a:ext cx="4027136" cy="183285"/>
          </a:xfrm>
          <a:prstGeom prst="rect">
            <a:avLst/>
          </a:prstGeom>
          <a:solidFill>
            <a:srgbClr val="0C30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9" name="TextBox 8"/>
          <p:cNvSpPr txBox="1"/>
          <p:nvPr/>
        </p:nvSpPr>
        <p:spPr>
          <a:xfrm>
            <a:off x="5205629" y="5377439"/>
            <a:ext cx="2534140" cy="642620"/>
          </a:xfrm>
          <a:prstGeom prst="rect">
            <a:avLst/>
          </a:prstGeom>
          <a:noFill/>
        </p:spPr>
        <p:txBody>
          <a:bodyPr wrap="square" rtlCol="0">
            <a:spAutoFit/>
          </a:bodyPr>
          <a:lstStyle/>
          <a:p>
            <a:r>
              <a:rPr lang="en-US" sz="715" b="1" dirty="0">
                <a:solidFill>
                  <a:srgbClr val="0C306E"/>
                </a:solidFill>
              </a:rPr>
              <a:t>Vendor Discovery Process: </a:t>
            </a:r>
            <a:r>
              <a:rPr lang="en-US" sz="715" dirty="0"/>
              <a:t>established a repeatable process to perform vendor discovery using information from Accounts Payable (AP) to identify and stratify vendors engaged by Costco. </a:t>
            </a:r>
            <a:endParaRPr lang="en-US" sz="715" dirty="0"/>
          </a:p>
          <a:p>
            <a:endParaRPr lang="en-US" sz="715" dirty="0"/>
          </a:p>
        </p:txBody>
      </p:sp>
      <p:sp>
        <p:nvSpPr>
          <p:cNvPr id="10" name="TextBox 9"/>
          <p:cNvSpPr txBox="1"/>
          <p:nvPr/>
        </p:nvSpPr>
        <p:spPr>
          <a:xfrm>
            <a:off x="2468457" y="4429504"/>
            <a:ext cx="2579308" cy="1468755"/>
          </a:xfrm>
          <a:prstGeom prst="rect">
            <a:avLst/>
          </a:prstGeom>
          <a:noFill/>
        </p:spPr>
        <p:txBody>
          <a:bodyPr wrap="square" rtlCol="0">
            <a:spAutoFit/>
          </a:bodyPr>
          <a:lstStyle/>
          <a:p>
            <a:r>
              <a:rPr lang="en-US" sz="850" b="1" dirty="0">
                <a:solidFill>
                  <a:srgbClr val="0C306E"/>
                </a:solidFill>
              </a:rPr>
              <a:t>Vendor Risk Management Standards</a:t>
            </a:r>
            <a:endParaRPr lang="en-US" sz="850" b="1" dirty="0">
              <a:solidFill>
                <a:srgbClr val="0C306E"/>
              </a:solidFill>
            </a:endParaRPr>
          </a:p>
          <a:p>
            <a:r>
              <a:rPr lang="en-US" sz="850" dirty="0">
                <a:solidFill>
                  <a:srgbClr val="000000"/>
                </a:solidFill>
              </a:rPr>
              <a:t>The Standard establishes operational requirements and controls to manage the identification, evaluation, assessment, monitoring, and reporting of risks posed by third parties to</a:t>
            </a:r>
            <a:r>
              <a:rPr lang="en-US" sz="850" dirty="0"/>
              <a:t> BMGFs </a:t>
            </a:r>
            <a:r>
              <a:rPr lang="en-US" sz="850" dirty="0">
                <a:solidFill>
                  <a:srgbClr val="000000"/>
                </a:solidFill>
              </a:rPr>
              <a:t>informational assets for the duration of business relationships with any third party. </a:t>
            </a:r>
            <a:endParaRPr lang="en-US" sz="850" dirty="0">
              <a:solidFill>
                <a:srgbClr val="000000"/>
              </a:solidFill>
            </a:endParaRPr>
          </a:p>
          <a:p>
            <a:endParaRPr lang="en-US" sz="715" dirty="0">
              <a:solidFill>
                <a:srgbClr val="000000"/>
              </a:solidFill>
            </a:endParaRPr>
          </a:p>
          <a:p>
            <a:endParaRPr lang="en-US" sz="715" dirty="0">
              <a:solidFill>
                <a:srgbClr val="000000"/>
              </a:solidFill>
            </a:endParaRPr>
          </a:p>
          <a:p>
            <a:endParaRPr lang="en-US" sz="715" b="1" dirty="0">
              <a:solidFill>
                <a:srgbClr val="000000"/>
              </a:solidFill>
            </a:endParaRPr>
          </a:p>
        </p:txBody>
      </p:sp>
      <p:sp>
        <p:nvSpPr>
          <p:cNvPr id="11" name="Rectangle 10"/>
          <p:cNvSpPr/>
          <p:nvPr/>
        </p:nvSpPr>
        <p:spPr>
          <a:xfrm>
            <a:off x="1246385" y="4186364"/>
            <a:ext cx="3642988" cy="183285"/>
          </a:xfrm>
          <a:prstGeom prst="rect">
            <a:avLst/>
          </a:prstGeom>
          <a:solidFill>
            <a:srgbClr val="0C30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2" name="Right Arrow 11"/>
          <p:cNvSpPr/>
          <p:nvPr/>
        </p:nvSpPr>
        <p:spPr>
          <a:xfrm rot="18673202">
            <a:off x="5114264" y="3222327"/>
            <a:ext cx="571905" cy="338995"/>
          </a:xfrm>
          <a:prstGeom prst="rightArrow">
            <a:avLst/>
          </a:prstGeom>
          <a:solidFill>
            <a:srgbClr val="0C30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3" name="Right Arrow 12"/>
          <p:cNvSpPr/>
          <p:nvPr/>
        </p:nvSpPr>
        <p:spPr>
          <a:xfrm>
            <a:off x="7616781" y="3739962"/>
            <a:ext cx="1062489" cy="364458"/>
          </a:xfrm>
          <a:prstGeom prst="rightArrow">
            <a:avLst/>
          </a:prstGeom>
          <a:solidFill>
            <a:srgbClr val="0C30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4" name="Right Arrow 13"/>
          <p:cNvSpPr/>
          <p:nvPr/>
        </p:nvSpPr>
        <p:spPr>
          <a:xfrm rot="2435785">
            <a:off x="4784317" y="4225352"/>
            <a:ext cx="429180" cy="338995"/>
          </a:xfrm>
          <a:prstGeom prst="rightArrow">
            <a:avLst/>
          </a:prstGeom>
          <a:solidFill>
            <a:srgbClr val="0C30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Content Placeholder 2"/>
          <p:cNvSpPr txBox="1"/>
          <p:nvPr/>
        </p:nvSpPr>
        <p:spPr bwMode="auto">
          <a:xfrm>
            <a:off x="1708629" y="1500074"/>
            <a:ext cx="3099896" cy="260985"/>
          </a:xfrm>
          <a:prstGeom prst="rect">
            <a:avLst/>
          </a:prstGeom>
          <a:noFill/>
          <a:ln w="9525">
            <a:noFill/>
            <a:miter lim="800000"/>
          </a:ln>
        </p:spPr>
        <p:txBody>
          <a:bodyPr vert="horz" wrap="square" lIns="0" tIns="0" rIns="0" bIns="0" numCol="1" anchor="t" anchorCtr="0" compatLnSpc="1">
            <a:spAutoFit/>
          </a:bodyPr>
          <a:lstStyle>
            <a:lvl1pPr marL="0" indent="0" algn="l" rtl="0" eaLnBrk="0" fontAlgn="base" hangingPunct="0">
              <a:spcBef>
                <a:spcPct val="0"/>
              </a:spcBef>
              <a:spcAft>
                <a:spcPts val="540"/>
              </a:spcAft>
              <a:buClr>
                <a:schemeClr val="tx1"/>
              </a:buClr>
              <a:defRPr sz="1100" kern="1200">
                <a:solidFill>
                  <a:schemeClr val="tx1"/>
                </a:solidFill>
                <a:latin typeface="腾讯体 W7" panose="020C08030202040F0204" pitchFamily="18" charset="-122"/>
                <a:ea typeface="+mn-ea"/>
                <a:cs typeface="+mn-cs"/>
              </a:defRPr>
            </a:lvl1pPr>
            <a:lvl2pPr marL="271145" indent="-271145" algn="l" rtl="0" eaLnBrk="0" fontAlgn="base" hangingPunct="0">
              <a:spcBef>
                <a:spcPct val="0"/>
              </a:spcBef>
              <a:spcAft>
                <a:spcPts val="540"/>
              </a:spcAft>
              <a:buClr>
                <a:schemeClr val="tx1"/>
              </a:buClr>
              <a:buFont typeface="腾讯体 W7" panose="020C08030202040F0204" pitchFamily="18" charset="-122"/>
              <a:buChar char="•"/>
              <a:defRPr sz="1100" kern="1200">
                <a:solidFill>
                  <a:schemeClr val="tx1"/>
                </a:solidFill>
                <a:latin typeface="腾讯体 W7" panose="020C08030202040F0204" pitchFamily="18" charset="-122"/>
                <a:ea typeface="+mn-ea"/>
                <a:cs typeface="+mn-cs"/>
              </a:defRPr>
            </a:lvl2pPr>
            <a:lvl3pPr marL="543560" indent="-271145" algn="l" rtl="0" eaLnBrk="0" fontAlgn="base" hangingPunct="0">
              <a:spcBef>
                <a:spcPct val="0"/>
              </a:spcBef>
              <a:spcAft>
                <a:spcPts val="540"/>
              </a:spcAft>
              <a:buClr>
                <a:schemeClr val="tx1"/>
              </a:buClr>
              <a:buFont typeface="腾讯体 W7" panose="020C08030202040F0204" pitchFamily="18" charset="-122"/>
              <a:buChar char="−"/>
              <a:defRPr sz="1100" kern="1200">
                <a:solidFill>
                  <a:schemeClr val="tx1"/>
                </a:solidFill>
                <a:latin typeface="腾讯体 W7" panose="020C08030202040F0204" pitchFamily="18" charset="-122"/>
                <a:ea typeface="+mn-ea"/>
                <a:cs typeface="+mn-cs"/>
              </a:defRPr>
            </a:lvl3pPr>
            <a:lvl4pPr marL="815975" indent="-271145" algn="l" rtl="0" eaLnBrk="0" fontAlgn="base" hangingPunct="0">
              <a:spcBef>
                <a:spcPct val="0"/>
              </a:spcBef>
              <a:spcAft>
                <a:spcPts val="540"/>
              </a:spcAft>
              <a:buClr>
                <a:schemeClr val="tx1"/>
              </a:buClr>
              <a:buFont typeface="腾讯体 W3" panose="020C04030202040F0204" pitchFamily="34" charset="-122"/>
              <a:buChar char="•"/>
              <a:defRPr sz="1100" kern="1200">
                <a:solidFill>
                  <a:schemeClr val="tx1"/>
                </a:solidFill>
                <a:latin typeface="腾讯体 W7" panose="020C08030202040F0204" pitchFamily="18" charset="-122"/>
                <a:ea typeface="+mn-ea"/>
                <a:cs typeface="+mn-cs"/>
              </a:defRPr>
            </a:lvl4pPr>
            <a:lvl5pPr marL="1088390" indent="-271145" algn="l" rtl="0" eaLnBrk="0" fontAlgn="base" hangingPunct="0">
              <a:spcBef>
                <a:spcPct val="0"/>
              </a:spcBef>
              <a:spcAft>
                <a:spcPts val="540"/>
              </a:spcAft>
              <a:buClr>
                <a:schemeClr val="tx1"/>
              </a:buClr>
              <a:buFont typeface="腾讯体 W7" panose="020C08030202040F0204" pitchFamily="18" charset="-122"/>
              <a:buChar char="−"/>
              <a:defRPr sz="1100" kern="1200">
                <a:solidFill>
                  <a:schemeClr val="tx1"/>
                </a:solidFill>
                <a:latin typeface="腾讯体 W7" panose="020C08030202040F0204" pitchFamily="18" charset="-122"/>
                <a:ea typeface="+mn-ea"/>
                <a:cs typeface="+mn-cs"/>
              </a:defRPr>
            </a:lvl5pPr>
            <a:lvl6pPr marL="272415" marR="0" indent="-272415" algn="l" defTabSz="907415" rtl="0" eaLnBrk="1" fontAlgn="auto" latinLnBrk="0" hangingPunct="1">
              <a:lnSpc>
                <a:spcPct val="100000"/>
              </a:lnSpc>
              <a:spcBef>
                <a:spcPts val="0"/>
              </a:spcBef>
              <a:spcAft>
                <a:spcPts val="900"/>
              </a:spcAft>
              <a:buClr>
                <a:schemeClr val="tx1"/>
              </a:buClr>
              <a:buSzPct val="100000"/>
              <a:buFont typeface="+mj-lt"/>
              <a:buAutoNum type="arabicPeriod"/>
              <a:defRPr sz="2000" kern="1200" baseline="0">
                <a:solidFill>
                  <a:schemeClr val="tx1"/>
                </a:solidFill>
                <a:latin typeface="腾讯体 W7" panose="020C08030202040F0204" pitchFamily="18" charset="-122"/>
                <a:ea typeface="+mn-ea"/>
                <a:cs typeface="+mn-cs"/>
              </a:defRPr>
            </a:lvl6pPr>
            <a:lvl7pPr marL="544195" indent="-272415" algn="l" defTabSz="907415" rtl="0" eaLnBrk="1" latinLnBrk="0" hangingPunct="1">
              <a:lnSpc>
                <a:spcPct val="100000"/>
              </a:lnSpc>
              <a:spcBef>
                <a:spcPts val="0"/>
              </a:spcBef>
              <a:spcAft>
                <a:spcPts val="900"/>
              </a:spcAft>
              <a:buSzPct val="100000"/>
              <a:buFont typeface="+mj-lt"/>
              <a:buAutoNum type="alphaLcPeriod"/>
              <a:defRPr sz="2000" kern="1200" baseline="0">
                <a:solidFill>
                  <a:schemeClr val="tx1"/>
                </a:solidFill>
                <a:latin typeface="腾讯体 W7" panose="020C08030202040F0204" pitchFamily="18" charset="-122"/>
                <a:ea typeface="+mn-ea"/>
                <a:cs typeface="+mn-cs"/>
              </a:defRPr>
            </a:lvl7pPr>
            <a:lvl8pPr marL="816610" indent="-272415" algn="l" defTabSz="907415" rtl="0" eaLnBrk="1" latinLnBrk="0" hangingPunct="1">
              <a:lnSpc>
                <a:spcPct val="100000"/>
              </a:lnSpc>
              <a:spcBef>
                <a:spcPts val="0"/>
              </a:spcBef>
              <a:spcAft>
                <a:spcPts val="900"/>
              </a:spcAft>
              <a:buSzPct val="100000"/>
              <a:buFont typeface="+mj-lt"/>
              <a:buAutoNum type="romanLcPeriod"/>
              <a:defRPr sz="2000" kern="1200" baseline="0">
                <a:solidFill>
                  <a:schemeClr val="tx1"/>
                </a:solidFill>
                <a:latin typeface="腾讯体 W7" panose="020C08030202040F0204" pitchFamily="18" charset="-122"/>
                <a:ea typeface="+mn-ea"/>
                <a:cs typeface="+mn-cs"/>
              </a:defRPr>
            </a:lvl8pPr>
            <a:lvl9pPr marL="0" indent="-272415" algn="l" defTabSz="907415" rtl="0" eaLnBrk="1" latinLnBrk="0" hangingPunct="1">
              <a:lnSpc>
                <a:spcPct val="100000"/>
              </a:lnSpc>
              <a:spcBef>
                <a:spcPts val="0"/>
              </a:spcBef>
              <a:spcAft>
                <a:spcPts val="900"/>
              </a:spcAft>
              <a:buFont typeface="腾讯体 W3" panose="020C04030202040F0204" pitchFamily="34" charset="-122"/>
              <a:buNone/>
              <a:defRPr sz="2000" b="1" kern="1200" baseline="0">
                <a:solidFill>
                  <a:schemeClr val="tx2"/>
                </a:solidFill>
                <a:latin typeface="腾讯体 W7" panose="020C08030202040F0204" pitchFamily="18" charset="-122"/>
                <a:ea typeface="+mn-ea"/>
                <a:cs typeface="+mn-cs"/>
              </a:defRPr>
            </a:lvl9pPr>
          </a:lstStyle>
          <a:p>
            <a:pPr>
              <a:spcAft>
                <a:spcPts val="350"/>
              </a:spcAft>
            </a:pPr>
            <a:r>
              <a:rPr lang="en-US" sz="850" b="1" dirty="0">
                <a:solidFill>
                  <a:srgbClr val="0C306E"/>
                </a:solidFill>
              </a:rPr>
              <a:t>The main components addressed by Third Party  Risk policies include, but are not limited to: </a:t>
            </a:r>
            <a:endParaRPr lang="en-US" sz="850" b="1" dirty="0">
              <a:solidFill>
                <a:srgbClr val="0C306E"/>
              </a:solidFill>
            </a:endParaRPr>
          </a:p>
        </p:txBody>
      </p:sp>
      <p:pic>
        <p:nvPicPr>
          <p:cNvPr id="17" name="Picture 5"/>
          <p:cNvPicPr>
            <a:picLocks noChangeAspect="1" noChangeArrowheads="1"/>
          </p:cNvPicPr>
          <p:nvPr/>
        </p:nvPicPr>
        <p:blipFill>
          <a:blip r:embed="rId1" cstate="print"/>
          <a:stretch>
            <a:fillRect/>
          </a:stretch>
        </p:blipFill>
        <p:spPr bwMode="auto">
          <a:xfrm>
            <a:off x="5084294" y="1471093"/>
            <a:ext cx="1298537" cy="1500016"/>
          </a:xfrm>
          <a:prstGeom prst="rect">
            <a:avLst/>
          </a:prstGeom>
          <a:noFill/>
          <a:ln w="9525">
            <a:noFill/>
            <a:miter lim="800000"/>
            <a:headEnd/>
            <a:tailEnd/>
          </a:ln>
          <a:effectLst/>
        </p:spPr>
      </p:pic>
      <p:sp>
        <p:nvSpPr>
          <p:cNvPr id="18" name="Rectangle 17"/>
          <p:cNvSpPr/>
          <p:nvPr/>
        </p:nvSpPr>
        <p:spPr>
          <a:xfrm>
            <a:off x="7960343" y="1858584"/>
            <a:ext cx="2961743" cy="1268095"/>
          </a:xfrm>
          <a:prstGeom prst="rect">
            <a:avLst/>
          </a:prstGeom>
        </p:spPr>
        <p:txBody>
          <a:bodyPr wrap="square">
            <a:spAutoFit/>
          </a:bodyPr>
          <a:lstStyle/>
          <a:p>
            <a:r>
              <a:rPr lang="en-US" sz="850" b="1" dirty="0">
                <a:solidFill>
                  <a:srgbClr val="0C306E"/>
                </a:solidFill>
              </a:rPr>
              <a:t>Vendor Risk Management Procedures</a:t>
            </a:r>
            <a:endParaRPr lang="en-US" sz="850" b="1" dirty="0">
              <a:solidFill>
                <a:srgbClr val="0C306E"/>
              </a:solidFill>
            </a:endParaRPr>
          </a:p>
          <a:p>
            <a:r>
              <a:rPr lang="en-US" sz="850" dirty="0"/>
              <a:t>Procedures consist of </a:t>
            </a:r>
            <a:r>
              <a:rPr lang="en-US" sz="850" b="1" dirty="0"/>
              <a:t>step by step instructions</a:t>
            </a:r>
            <a:r>
              <a:rPr lang="en-US" sz="850" dirty="0"/>
              <a:t> to assist stakeholders in implementing various program requirements including but not limited to: </a:t>
            </a:r>
            <a:endParaRPr lang="en-US" sz="850" dirty="0"/>
          </a:p>
          <a:p>
            <a:pPr marL="200660" indent="-200660">
              <a:buFont typeface="腾讯体 W3" panose="020C04030202040F0204" pitchFamily="34" charset="-122"/>
              <a:buChar char="•"/>
            </a:pPr>
            <a:r>
              <a:rPr lang="en-US" sz="850" dirty="0"/>
              <a:t>Policies</a:t>
            </a:r>
            <a:endParaRPr lang="en-US" sz="850" dirty="0"/>
          </a:p>
          <a:p>
            <a:pPr marL="200660" indent="-200660">
              <a:buFont typeface="腾讯体 W3" panose="020C04030202040F0204" pitchFamily="34" charset="-122"/>
              <a:buChar char="•"/>
            </a:pPr>
            <a:r>
              <a:rPr lang="en-US" sz="850" dirty="0"/>
              <a:t>Standards </a:t>
            </a:r>
            <a:endParaRPr lang="en-US" sz="850" dirty="0"/>
          </a:p>
          <a:p>
            <a:pPr marL="200660" indent="-200660">
              <a:buFont typeface="腾讯体 W3" panose="020C04030202040F0204" pitchFamily="34" charset="-122"/>
              <a:buChar char="•"/>
            </a:pPr>
            <a:r>
              <a:rPr lang="en-US" sz="850" dirty="0"/>
              <a:t>Guidelines</a:t>
            </a:r>
            <a:endParaRPr lang="en-US" sz="850" dirty="0"/>
          </a:p>
          <a:p>
            <a:pPr marL="200660" indent="-200660">
              <a:buFont typeface="腾讯体 W3" panose="020C04030202040F0204" pitchFamily="34" charset="-122"/>
              <a:buChar char="•"/>
            </a:pPr>
            <a:r>
              <a:rPr lang="en-US" sz="850" dirty="0"/>
              <a:t>Controls</a:t>
            </a:r>
            <a:endParaRPr lang="en-US" sz="850" dirty="0"/>
          </a:p>
          <a:p>
            <a:pPr marL="200660" indent="-200660">
              <a:buFont typeface="腾讯体 W3" panose="020C04030202040F0204" pitchFamily="34" charset="-122"/>
              <a:buChar char="•"/>
            </a:pPr>
            <a:r>
              <a:rPr lang="en-US" sz="850" dirty="0"/>
              <a:t>Processes</a:t>
            </a:r>
            <a:endParaRPr lang="en-US" sz="850" dirty="0"/>
          </a:p>
        </p:txBody>
      </p:sp>
      <p:pic>
        <p:nvPicPr>
          <p:cNvPr id="19"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25480" y="4109331"/>
            <a:ext cx="1040997" cy="12010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0" name="Rectangle 19"/>
          <p:cNvSpPr/>
          <p:nvPr/>
        </p:nvSpPr>
        <p:spPr bwMode="ltGray">
          <a:xfrm>
            <a:off x="8767992" y="3143923"/>
            <a:ext cx="744932" cy="1153358"/>
          </a:xfrm>
          <a:prstGeom prst="rect">
            <a:avLst/>
          </a:prstGeom>
          <a:solidFill>
            <a:schemeClr val="bg1"/>
          </a:solidFill>
          <a:ln w="3175">
            <a:solidFill>
              <a:schemeClr val="bg1">
                <a:lumMod val="65000"/>
              </a:schemeClr>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20" dirty="0">
              <a:solidFill>
                <a:schemeClr val="bg1"/>
              </a:solidFill>
              <a:latin typeface="腾讯体 W7" panose="020C08030202040F0204" pitchFamily="18" charset="-122"/>
            </a:endParaRPr>
          </a:p>
        </p:txBody>
      </p:sp>
      <p:grpSp>
        <p:nvGrpSpPr>
          <p:cNvPr id="21" name="Group 20"/>
          <p:cNvGrpSpPr/>
          <p:nvPr/>
        </p:nvGrpSpPr>
        <p:grpSpPr>
          <a:xfrm>
            <a:off x="9851637" y="3751587"/>
            <a:ext cx="749301" cy="1168924"/>
            <a:chOff x="1026804" y="4320537"/>
            <a:chExt cx="596250" cy="775125"/>
          </a:xfrm>
        </p:grpSpPr>
        <p:sp>
          <p:nvSpPr>
            <p:cNvPr id="22" name="Rectangle 21"/>
            <p:cNvSpPr/>
            <p:nvPr/>
          </p:nvSpPr>
          <p:spPr bwMode="ltGray">
            <a:xfrm>
              <a:off x="1026804" y="4320537"/>
              <a:ext cx="596250" cy="775125"/>
            </a:xfrm>
            <a:prstGeom prst="rect">
              <a:avLst/>
            </a:prstGeom>
            <a:solidFill>
              <a:schemeClr val="bg1"/>
            </a:solidFill>
            <a:ln w="3175">
              <a:solidFill>
                <a:schemeClr val="bg1">
                  <a:lumMod val="65000"/>
                </a:schemeClr>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20" dirty="0">
                <a:solidFill>
                  <a:schemeClr val="bg1"/>
                </a:solidFill>
                <a:latin typeface="腾讯体 W7" panose="020C08030202040F0204" pitchFamily="18" charset="-122"/>
              </a:endParaRPr>
            </a:p>
          </p:txBody>
        </p:sp>
        <p:pic>
          <p:nvPicPr>
            <p:cNvPr id="23" name="Picture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26804" y="4320537"/>
              <a:ext cx="588016" cy="758952"/>
            </a:xfrm>
            <a:prstGeom prst="rect">
              <a:avLst/>
            </a:prstGeom>
            <a:ln>
              <a:solidFill>
                <a:schemeClr val="bg1">
                  <a:lumMod val="75000"/>
                </a:schemeClr>
              </a:solidFill>
            </a:ln>
          </p:spPr>
        </p:pic>
      </p:grpSp>
      <p:grpSp>
        <p:nvGrpSpPr>
          <p:cNvPr id="24" name="Group 23"/>
          <p:cNvGrpSpPr/>
          <p:nvPr/>
        </p:nvGrpSpPr>
        <p:grpSpPr>
          <a:xfrm>
            <a:off x="9248487" y="3516112"/>
            <a:ext cx="760695" cy="1147080"/>
            <a:chOff x="1219200" y="5733030"/>
            <a:chExt cx="609600" cy="792480"/>
          </a:xfrm>
        </p:grpSpPr>
        <p:sp>
          <p:nvSpPr>
            <p:cNvPr id="25" name="Rectangle 24"/>
            <p:cNvSpPr/>
            <p:nvPr/>
          </p:nvSpPr>
          <p:spPr bwMode="ltGray">
            <a:xfrm>
              <a:off x="1219200" y="5733030"/>
              <a:ext cx="609600" cy="792480"/>
            </a:xfrm>
            <a:prstGeom prst="rect">
              <a:avLst/>
            </a:prstGeom>
            <a:solidFill>
              <a:schemeClr val="bg1"/>
            </a:solidFill>
            <a:ln w="3175">
              <a:solidFill>
                <a:schemeClr val="bg1">
                  <a:lumMod val="65000"/>
                </a:schemeClr>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20" dirty="0">
                <a:solidFill>
                  <a:schemeClr val="bg1"/>
                </a:solidFill>
                <a:latin typeface="腾讯体 W7" panose="020C08030202040F0204" pitchFamily="18" charset="-122"/>
              </a:endParaRPr>
            </a:p>
          </p:txBody>
        </p:sp>
        <p:pic>
          <p:nvPicPr>
            <p:cNvPr id="26" name="Picture 25" descr="pwc-consumer-finance-vendor-risk-management.emf"/>
            <p:cNvPicPr>
              <a:picLocks noChangeAspect="1"/>
            </p:cNvPicPr>
            <p:nvPr/>
          </p:nvPicPr>
          <p:blipFill>
            <a:blip r:embed="rId4"/>
            <a:stretch>
              <a:fillRect/>
            </a:stretch>
          </p:blipFill>
          <p:spPr>
            <a:xfrm>
              <a:off x="1291590" y="5767785"/>
              <a:ext cx="490728" cy="722568"/>
            </a:xfrm>
            <a:prstGeom prst="rect">
              <a:avLst/>
            </a:prstGeom>
          </p:spPr>
        </p:pic>
      </p:gr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Options</a:t>
            </a:r>
            <a:endParaRPr lang="en-GB" b="0" i="0" dirty="0"/>
          </a:p>
        </p:txBody>
      </p:sp>
      <p:sp>
        <p:nvSpPr>
          <p:cNvPr id="98" name="Slide Number Placeholder 6"/>
          <p:cNvSpPr>
            <a:spLocks noGrp="1"/>
          </p:cNvSpPr>
          <p:nvPr>
            <p:ph type="sldNum" sz="quarter" idx="4"/>
          </p:nvPr>
        </p:nvSpPr>
        <p:spPr>
          <a:xfrm>
            <a:off x="8814724" y="6387623"/>
            <a:ext cx="1616538" cy="134476"/>
          </a:xfrm>
        </p:spPr>
        <p:txBody>
          <a:bodyPr/>
          <a:lstStyle/>
          <a:p>
            <a:fld id="{FEBD7F86-1881-4698-8703-FB80B0800997}" type="slidenum">
              <a:rPr lang="en-GB" sz="905" smtClean="0"/>
            </a:fld>
            <a:endParaRPr lang="en-GB" sz="905"/>
          </a:p>
        </p:txBody>
      </p:sp>
      <p:grpSp>
        <p:nvGrpSpPr>
          <p:cNvPr id="3" name="Group 2"/>
          <p:cNvGrpSpPr/>
          <p:nvPr/>
        </p:nvGrpSpPr>
        <p:grpSpPr>
          <a:xfrm>
            <a:off x="3716873" y="1539578"/>
            <a:ext cx="4790997" cy="4800000"/>
            <a:chOff x="2723712" y="1697385"/>
            <a:chExt cx="5282074" cy="5292000"/>
          </a:xfrm>
        </p:grpSpPr>
        <p:grpSp>
          <p:nvGrpSpPr>
            <p:cNvPr id="17" name="Group 16"/>
            <p:cNvGrpSpPr/>
            <p:nvPr/>
          </p:nvGrpSpPr>
          <p:grpSpPr>
            <a:xfrm>
              <a:off x="2723712" y="1697385"/>
              <a:ext cx="1008001" cy="5292000"/>
              <a:chOff x="2723712" y="1697385"/>
              <a:chExt cx="1008001" cy="5292000"/>
            </a:xfrm>
          </p:grpSpPr>
          <p:grpSp>
            <p:nvGrpSpPr>
              <p:cNvPr id="8" name="Group 7"/>
              <p:cNvGrpSpPr/>
              <p:nvPr/>
            </p:nvGrpSpPr>
            <p:grpSpPr>
              <a:xfrm>
                <a:off x="2723712" y="1697385"/>
                <a:ext cx="1008001" cy="5292000"/>
                <a:chOff x="2723712" y="1697385"/>
                <a:chExt cx="1008001" cy="5292000"/>
              </a:xfrm>
            </p:grpSpPr>
            <p:sp>
              <p:nvSpPr>
                <p:cNvPr id="566" name="Round Same Side Corner Rectangle 565"/>
                <p:cNvSpPr/>
                <p:nvPr/>
              </p:nvSpPr>
              <p:spPr bwMode="ltGray">
                <a:xfrm rot="16200000">
                  <a:off x="581712" y="3839385"/>
                  <a:ext cx="5292000" cy="1008000"/>
                </a:xfrm>
                <a:prstGeom prst="round2SameRect">
                  <a:avLst>
                    <a:gd name="adj1" fmla="val 0"/>
                    <a:gd name="adj2" fmla="val 0"/>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568" name="Freeform 102"/>
                <p:cNvSpPr/>
                <p:nvPr/>
              </p:nvSpPr>
              <p:spPr bwMode="auto">
                <a:xfrm rot="10800000">
                  <a:off x="2996086" y="2524220"/>
                  <a:ext cx="735627" cy="1477008"/>
                </a:xfrm>
                <a:custGeom>
                  <a:avLst/>
                  <a:gdLst>
                    <a:gd name="T0" fmla="*/ 0 w 1288"/>
                    <a:gd name="T1" fmla="*/ 2564 h 2564"/>
                    <a:gd name="T2" fmla="*/ 0 w 1288"/>
                    <a:gd name="T3" fmla="*/ 0 h 2564"/>
                    <a:gd name="T4" fmla="*/ 148 w 1288"/>
                    <a:gd name="T5" fmla="*/ 8 h 2564"/>
                    <a:gd name="T6" fmla="*/ 272 w 1288"/>
                    <a:gd name="T7" fmla="*/ 24 h 2564"/>
                    <a:gd name="T8" fmla="*/ 388 w 1288"/>
                    <a:gd name="T9" fmla="*/ 60 h 2564"/>
                    <a:gd name="T10" fmla="*/ 476 w 1288"/>
                    <a:gd name="T11" fmla="*/ 88 h 2564"/>
                    <a:gd name="T12" fmla="*/ 604 w 1288"/>
                    <a:gd name="T13" fmla="*/ 148 h 2564"/>
                    <a:gd name="T14" fmla="*/ 684 w 1288"/>
                    <a:gd name="T15" fmla="*/ 192 h 2564"/>
                    <a:gd name="T16" fmla="*/ 760 w 1288"/>
                    <a:gd name="T17" fmla="*/ 244 h 2564"/>
                    <a:gd name="T18" fmla="*/ 856 w 1288"/>
                    <a:gd name="T19" fmla="*/ 320 h 2564"/>
                    <a:gd name="T20" fmla="*/ 956 w 1288"/>
                    <a:gd name="T21" fmla="*/ 424 h 2564"/>
                    <a:gd name="T22" fmla="*/ 1016 w 1288"/>
                    <a:gd name="T23" fmla="*/ 496 h 2564"/>
                    <a:gd name="T24" fmla="*/ 1064 w 1288"/>
                    <a:gd name="T25" fmla="*/ 560 h 2564"/>
                    <a:gd name="T26" fmla="*/ 1108 w 1288"/>
                    <a:gd name="T27" fmla="*/ 628 h 2564"/>
                    <a:gd name="T28" fmla="*/ 1156 w 1288"/>
                    <a:gd name="T29" fmla="*/ 720 h 2564"/>
                    <a:gd name="T30" fmla="*/ 1208 w 1288"/>
                    <a:gd name="T31" fmla="*/ 836 h 2564"/>
                    <a:gd name="T32" fmla="*/ 1236 w 1288"/>
                    <a:gd name="T33" fmla="*/ 916 h 2564"/>
                    <a:gd name="T34" fmla="*/ 1260 w 1288"/>
                    <a:gd name="T35" fmla="*/ 1028 h 2564"/>
                    <a:gd name="T36" fmla="*/ 1280 w 1288"/>
                    <a:gd name="T37" fmla="*/ 1148 h 2564"/>
                    <a:gd name="T38" fmla="*/ 1288 w 1288"/>
                    <a:gd name="T39" fmla="*/ 1252 h 2564"/>
                    <a:gd name="T40" fmla="*/ 1284 w 1288"/>
                    <a:gd name="T41" fmla="*/ 1344 h 2564"/>
                    <a:gd name="T42" fmla="*/ 1268 w 1288"/>
                    <a:gd name="T43" fmla="*/ 1512 h 2564"/>
                    <a:gd name="T44" fmla="*/ 1244 w 1288"/>
                    <a:gd name="T45" fmla="*/ 1624 h 2564"/>
                    <a:gd name="T46" fmla="*/ 1208 w 1288"/>
                    <a:gd name="T47" fmla="*/ 1728 h 2564"/>
                    <a:gd name="T48" fmla="*/ 1160 w 1288"/>
                    <a:gd name="T49" fmla="*/ 1836 h 2564"/>
                    <a:gd name="T50" fmla="*/ 1088 w 1288"/>
                    <a:gd name="T51" fmla="*/ 1968 h 2564"/>
                    <a:gd name="T52" fmla="*/ 1008 w 1288"/>
                    <a:gd name="T53" fmla="*/ 2075 h 2564"/>
                    <a:gd name="T54" fmla="*/ 932 w 1288"/>
                    <a:gd name="T55" fmla="*/ 2164 h 2564"/>
                    <a:gd name="T56" fmla="*/ 876 w 1288"/>
                    <a:gd name="T57" fmla="*/ 2216 h 2564"/>
                    <a:gd name="T58" fmla="*/ 788 w 1288"/>
                    <a:gd name="T59" fmla="*/ 2296 h 2564"/>
                    <a:gd name="T60" fmla="*/ 672 w 1288"/>
                    <a:gd name="T61" fmla="*/ 2372 h 2564"/>
                    <a:gd name="T62" fmla="*/ 592 w 1288"/>
                    <a:gd name="T63" fmla="*/ 2420 h 2564"/>
                    <a:gd name="T64" fmla="*/ 492 w 1288"/>
                    <a:gd name="T65" fmla="*/ 2464 h 2564"/>
                    <a:gd name="T66" fmla="*/ 396 w 1288"/>
                    <a:gd name="T67" fmla="*/ 2495 h 2564"/>
                    <a:gd name="T68" fmla="*/ 284 w 1288"/>
                    <a:gd name="T69" fmla="*/ 2528 h 2564"/>
                    <a:gd name="T70" fmla="*/ 192 w 1288"/>
                    <a:gd name="T71" fmla="*/ 2548 h 2564"/>
                    <a:gd name="T72" fmla="*/ 56 w 1288"/>
                    <a:gd name="T73" fmla="*/ 2560 h 2564"/>
                    <a:gd name="T74" fmla="*/ 0 w 1288"/>
                    <a:gd name="T75" fmla="*/ 2564 h 2564"/>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288"/>
                    <a:gd name="T115" fmla="*/ 0 h 2564"/>
                    <a:gd name="T116" fmla="*/ 1288 w 1288"/>
                    <a:gd name="T117" fmla="*/ 2564 h 2564"/>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288" h="2564">
                      <a:moveTo>
                        <a:pt x="0" y="2564"/>
                      </a:moveTo>
                      <a:lnTo>
                        <a:pt x="0" y="0"/>
                      </a:lnTo>
                      <a:lnTo>
                        <a:pt x="148" y="8"/>
                      </a:lnTo>
                      <a:lnTo>
                        <a:pt x="272" y="24"/>
                      </a:lnTo>
                      <a:lnTo>
                        <a:pt x="388" y="60"/>
                      </a:lnTo>
                      <a:lnTo>
                        <a:pt x="476" y="88"/>
                      </a:lnTo>
                      <a:lnTo>
                        <a:pt x="604" y="148"/>
                      </a:lnTo>
                      <a:lnTo>
                        <a:pt x="684" y="192"/>
                      </a:lnTo>
                      <a:lnTo>
                        <a:pt x="760" y="244"/>
                      </a:lnTo>
                      <a:lnTo>
                        <a:pt x="856" y="320"/>
                      </a:lnTo>
                      <a:lnTo>
                        <a:pt x="956" y="424"/>
                      </a:lnTo>
                      <a:lnTo>
                        <a:pt x="1016" y="496"/>
                      </a:lnTo>
                      <a:lnTo>
                        <a:pt x="1064" y="560"/>
                      </a:lnTo>
                      <a:lnTo>
                        <a:pt x="1108" y="628"/>
                      </a:lnTo>
                      <a:lnTo>
                        <a:pt x="1156" y="720"/>
                      </a:lnTo>
                      <a:lnTo>
                        <a:pt x="1208" y="836"/>
                      </a:lnTo>
                      <a:lnTo>
                        <a:pt x="1236" y="916"/>
                      </a:lnTo>
                      <a:lnTo>
                        <a:pt x="1260" y="1028"/>
                      </a:lnTo>
                      <a:lnTo>
                        <a:pt x="1280" y="1148"/>
                      </a:lnTo>
                      <a:lnTo>
                        <a:pt x="1288" y="1252"/>
                      </a:lnTo>
                      <a:lnTo>
                        <a:pt x="1284" y="1344"/>
                      </a:lnTo>
                      <a:lnTo>
                        <a:pt x="1268" y="1512"/>
                      </a:lnTo>
                      <a:lnTo>
                        <a:pt x="1244" y="1624"/>
                      </a:lnTo>
                      <a:lnTo>
                        <a:pt x="1208" y="1728"/>
                      </a:lnTo>
                      <a:lnTo>
                        <a:pt x="1160" y="1836"/>
                      </a:lnTo>
                      <a:lnTo>
                        <a:pt x="1088" y="1968"/>
                      </a:lnTo>
                      <a:lnTo>
                        <a:pt x="1008" y="2075"/>
                      </a:lnTo>
                      <a:lnTo>
                        <a:pt x="932" y="2164"/>
                      </a:lnTo>
                      <a:lnTo>
                        <a:pt x="876" y="2216"/>
                      </a:lnTo>
                      <a:lnTo>
                        <a:pt x="788" y="2296"/>
                      </a:lnTo>
                      <a:lnTo>
                        <a:pt x="672" y="2372"/>
                      </a:lnTo>
                      <a:lnTo>
                        <a:pt x="592" y="2420"/>
                      </a:lnTo>
                      <a:lnTo>
                        <a:pt x="492" y="2464"/>
                      </a:lnTo>
                      <a:lnTo>
                        <a:pt x="396" y="2495"/>
                      </a:lnTo>
                      <a:lnTo>
                        <a:pt x="284" y="2528"/>
                      </a:lnTo>
                      <a:lnTo>
                        <a:pt x="192" y="2548"/>
                      </a:lnTo>
                      <a:lnTo>
                        <a:pt x="56" y="2560"/>
                      </a:lnTo>
                      <a:lnTo>
                        <a:pt x="0" y="2564"/>
                      </a:lnTo>
                      <a:close/>
                    </a:path>
                  </a:pathLst>
                </a:custGeom>
                <a:solidFill>
                  <a:srgbClr val="1450B8"/>
                </a:solidFill>
                <a:ln w="1588" cap="rnd">
                  <a:no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dirty="0" smtClean="0">
                    <a:ln>
                      <a:noFill/>
                    </a:ln>
                    <a:solidFill>
                      <a:sysClr val="windowText" lastClr="000000"/>
                    </a:solidFill>
                    <a:effectLst/>
                    <a:uLnTx/>
                    <a:uFillTx/>
                  </a:endParaRPr>
                </a:p>
              </p:txBody>
            </p:sp>
          </p:grpSp>
          <p:sp>
            <p:nvSpPr>
              <p:cNvPr id="7" name="Oval 6"/>
              <p:cNvSpPr/>
              <p:nvPr/>
            </p:nvSpPr>
            <p:spPr bwMode="ltGray">
              <a:xfrm>
                <a:off x="2939680" y="6251240"/>
                <a:ext cx="576064" cy="576064"/>
              </a:xfrm>
              <a:prstGeom prst="ellips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grpSp>
          <p:nvGrpSpPr>
            <p:cNvPr id="16" name="Group 15"/>
            <p:cNvGrpSpPr/>
            <p:nvPr/>
          </p:nvGrpSpPr>
          <p:grpSpPr>
            <a:xfrm>
              <a:off x="3792230" y="1697385"/>
              <a:ext cx="1008000" cy="5291703"/>
              <a:chOff x="3792230" y="1697385"/>
              <a:chExt cx="1008000" cy="5291703"/>
            </a:xfrm>
          </p:grpSpPr>
          <p:grpSp>
            <p:nvGrpSpPr>
              <p:cNvPr id="9" name="Group 8"/>
              <p:cNvGrpSpPr/>
              <p:nvPr/>
            </p:nvGrpSpPr>
            <p:grpSpPr>
              <a:xfrm>
                <a:off x="3792230" y="1697385"/>
                <a:ext cx="1008000" cy="5291703"/>
                <a:chOff x="3792230" y="1697385"/>
                <a:chExt cx="1008000" cy="5291703"/>
              </a:xfrm>
            </p:grpSpPr>
            <p:sp>
              <p:nvSpPr>
                <p:cNvPr id="4" name="Rectangle 3"/>
                <p:cNvSpPr/>
                <p:nvPr/>
              </p:nvSpPr>
              <p:spPr bwMode="ltGray">
                <a:xfrm>
                  <a:off x="3792230" y="1697385"/>
                  <a:ext cx="1008000" cy="5291703"/>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569" name="Freeform 102"/>
                <p:cNvSpPr/>
                <p:nvPr/>
              </p:nvSpPr>
              <p:spPr bwMode="auto">
                <a:xfrm rot="10800000">
                  <a:off x="4064603" y="2524220"/>
                  <a:ext cx="735627" cy="1477008"/>
                </a:xfrm>
                <a:custGeom>
                  <a:avLst/>
                  <a:gdLst>
                    <a:gd name="T0" fmla="*/ 0 w 1288"/>
                    <a:gd name="T1" fmla="*/ 2564 h 2564"/>
                    <a:gd name="T2" fmla="*/ 0 w 1288"/>
                    <a:gd name="T3" fmla="*/ 0 h 2564"/>
                    <a:gd name="T4" fmla="*/ 148 w 1288"/>
                    <a:gd name="T5" fmla="*/ 8 h 2564"/>
                    <a:gd name="T6" fmla="*/ 272 w 1288"/>
                    <a:gd name="T7" fmla="*/ 24 h 2564"/>
                    <a:gd name="T8" fmla="*/ 388 w 1288"/>
                    <a:gd name="T9" fmla="*/ 60 h 2564"/>
                    <a:gd name="T10" fmla="*/ 476 w 1288"/>
                    <a:gd name="T11" fmla="*/ 88 h 2564"/>
                    <a:gd name="T12" fmla="*/ 604 w 1288"/>
                    <a:gd name="T13" fmla="*/ 148 h 2564"/>
                    <a:gd name="T14" fmla="*/ 684 w 1288"/>
                    <a:gd name="T15" fmla="*/ 192 h 2564"/>
                    <a:gd name="T16" fmla="*/ 760 w 1288"/>
                    <a:gd name="T17" fmla="*/ 244 h 2564"/>
                    <a:gd name="T18" fmla="*/ 856 w 1288"/>
                    <a:gd name="T19" fmla="*/ 320 h 2564"/>
                    <a:gd name="T20" fmla="*/ 956 w 1288"/>
                    <a:gd name="T21" fmla="*/ 424 h 2564"/>
                    <a:gd name="T22" fmla="*/ 1016 w 1288"/>
                    <a:gd name="T23" fmla="*/ 496 h 2564"/>
                    <a:gd name="T24" fmla="*/ 1064 w 1288"/>
                    <a:gd name="T25" fmla="*/ 560 h 2564"/>
                    <a:gd name="T26" fmla="*/ 1108 w 1288"/>
                    <a:gd name="T27" fmla="*/ 628 h 2564"/>
                    <a:gd name="T28" fmla="*/ 1156 w 1288"/>
                    <a:gd name="T29" fmla="*/ 720 h 2564"/>
                    <a:gd name="T30" fmla="*/ 1208 w 1288"/>
                    <a:gd name="T31" fmla="*/ 836 h 2564"/>
                    <a:gd name="T32" fmla="*/ 1236 w 1288"/>
                    <a:gd name="T33" fmla="*/ 916 h 2564"/>
                    <a:gd name="T34" fmla="*/ 1260 w 1288"/>
                    <a:gd name="T35" fmla="*/ 1028 h 2564"/>
                    <a:gd name="T36" fmla="*/ 1280 w 1288"/>
                    <a:gd name="T37" fmla="*/ 1148 h 2564"/>
                    <a:gd name="T38" fmla="*/ 1288 w 1288"/>
                    <a:gd name="T39" fmla="*/ 1252 h 2564"/>
                    <a:gd name="T40" fmla="*/ 1284 w 1288"/>
                    <a:gd name="T41" fmla="*/ 1344 h 2564"/>
                    <a:gd name="T42" fmla="*/ 1268 w 1288"/>
                    <a:gd name="T43" fmla="*/ 1512 h 2564"/>
                    <a:gd name="T44" fmla="*/ 1244 w 1288"/>
                    <a:gd name="T45" fmla="*/ 1624 h 2564"/>
                    <a:gd name="T46" fmla="*/ 1208 w 1288"/>
                    <a:gd name="T47" fmla="*/ 1728 h 2564"/>
                    <a:gd name="T48" fmla="*/ 1160 w 1288"/>
                    <a:gd name="T49" fmla="*/ 1836 h 2564"/>
                    <a:gd name="T50" fmla="*/ 1088 w 1288"/>
                    <a:gd name="T51" fmla="*/ 1968 h 2564"/>
                    <a:gd name="T52" fmla="*/ 1008 w 1288"/>
                    <a:gd name="T53" fmla="*/ 2075 h 2564"/>
                    <a:gd name="T54" fmla="*/ 932 w 1288"/>
                    <a:gd name="T55" fmla="*/ 2164 h 2564"/>
                    <a:gd name="T56" fmla="*/ 876 w 1288"/>
                    <a:gd name="T57" fmla="*/ 2216 h 2564"/>
                    <a:gd name="T58" fmla="*/ 788 w 1288"/>
                    <a:gd name="T59" fmla="*/ 2296 h 2564"/>
                    <a:gd name="T60" fmla="*/ 672 w 1288"/>
                    <a:gd name="T61" fmla="*/ 2372 h 2564"/>
                    <a:gd name="T62" fmla="*/ 592 w 1288"/>
                    <a:gd name="T63" fmla="*/ 2420 h 2564"/>
                    <a:gd name="T64" fmla="*/ 492 w 1288"/>
                    <a:gd name="T65" fmla="*/ 2464 h 2564"/>
                    <a:gd name="T66" fmla="*/ 396 w 1288"/>
                    <a:gd name="T67" fmla="*/ 2495 h 2564"/>
                    <a:gd name="T68" fmla="*/ 284 w 1288"/>
                    <a:gd name="T69" fmla="*/ 2528 h 2564"/>
                    <a:gd name="T70" fmla="*/ 192 w 1288"/>
                    <a:gd name="T71" fmla="*/ 2548 h 2564"/>
                    <a:gd name="T72" fmla="*/ 56 w 1288"/>
                    <a:gd name="T73" fmla="*/ 2560 h 2564"/>
                    <a:gd name="T74" fmla="*/ 0 w 1288"/>
                    <a:gd name="T75" fmla="*/ 2564 h 2564"/>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288"/>
                    <a:gd name="T115" fmla="*/ 0 h 2564"/>
                    <a:gd name="T116" fmla="*/ 1288 w 1288"/>
                    <a:gd name="T117" fmla="*/ 2564 h 2564"/>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288" h="2564">
                      <a:moveTo>
                        <a:pt x="0" y="2564"/>
                      </a:moveTo>
                      <a:lnTo>
                        <a:pt x="0" y="0"/>
                      </a:lnTo>
                      <a:lnTo>
                        <a:pt x="148" y="8"/>
                      </a:lnTo>
                      <a:lnTo>
                        <a:pt x="272" y="24"/>
                      </a:lnTo>
                      <a:lnTo>
                        <a:pt x="388" y="60"/>
                      </a:lnTo>
                      <a:lnTo>
                        <a:pt x="476" y="88"/>
                      </a:lnTo>
                      <a:lnTo>
                        <a:pt x="604" y="148"/>
                      </a:lnTo>
                      <a:lnTo>
                        <a:pt x="684" y="192"/>
                      </a:lnTo>
                      <a:lnTo>
                        <a:pt x="760" y="244"/>
                      </a:lnTo>
                      <a:lnTo>
                        <a:pt x="856" y="320"/>
                      </a:lnTo>
                      <a:lnTo>
                        <a:pt x="956" y="424"/>
                      </a:lnTo>
                      <a:lnTo>
                        <a:pt x="1016" y="496"/>
                      </a:lnTo>
                      <a:lnTo>
                        <a:pt x="1064" y="560"/>
                      </a:lnTo>
                      <a:lnTo>
                        <a:pt x="1108" y="628"/>
                      </a:lnTo>
                      <a:lnTo>
                        <a:pt x="1156" y="720"/>
                      </a:lnTo>
                      <a:lnTo>
                        <a:pt x="1208" y="836"/>
                      </a:lnTo>
                      <a:lnTo>
                        <a:pt x="1236" y="916"/>
                      </a:lnTo>
                      <a:lnTo>
                        <a:pt x="1260" y="1028"/>
                      </a:lnTo>
                      <a:lnTo>
                        <a:pt x="1280" y="1148"/>
                      </a:lnTo>
                      <a:lnTo>
                        <a:pt x="1288" y="1252"/>
                      </a:lnTo>
                      <a:lnTo>
                        <a:pt x="1284" y="1344"/>
                      </a:lnTo>
                      <a:lnTo>
                        <a:pt x="1268" y="1512"/>
                      </a:lnTo>
                      <a:lnTo>
                        <a:pt x="1244" y="1624"/>
                      </a:lnTo>
                      <a:lnTo>
                        <a:pt x="1208" y="1728"/>
                      </a:lnTo>
                      <a:lnTo>
                        <a:pt x="1160" y="1836"/>
                      </a:lnTo>
                      <a:lnTo>
                        <a:pt x="1088" y="1968"/>
                      </a:lnTo>
                      <a:lnTo>
                        <a:pt x="1008" y="2075"/>
                      </a:lnTo>
                      <a:lnTo>
                        <a:pt x="932" y="2164"/>
                      </a:lnTo>
                      <a:lnTo>
                        <a:pt x="876" y="2216"/>
                      </a:lnTo>
                      <a:lnTo>
                        <a:pt x="788" y="2296"/>
                      </a:lnTo>
                      <a:lnTo>
                        <a:pt x="672" y="2372"/>
                      </a:lnTo>
                      <a:lnTo>
                        <a:pt x="592" y="2420"/>
                      </a:lnTo>
                      <a:lnTo>
                        <a:pt x="492" y="2464"/>
                      </a:lnTo>
                      <a:lnTo>
                        <a:pt x="396" y="2495"/>
                      </a:lnTo>
                      <a:lnTo>
                        <a:pt x="284" y="2528"/>
                      </a:lnTo>
                      <a:lnTo>
                        <a:pt x="192" y="2548"/>
                      </a:lnTo>
                      <a:lnTo>
                        <a:pt x="56" y="2560"/>
                      </a:lnTo>
                      <a:lnTo>
                        <a:pt x="0" y="2564"/>
                      </a:lnTo>
                      <a:close/>
                    </a:path>
                  </a:pathLst>
                </a:custGeom>
                <a:solidFill>
                  <a:schemeClr val="accent1"/>
                </a:solidFill>
                <a:ln w="1588" cap="rnd">
                  <a:no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dirty="0" smtClean="0">
                    <a:ln>
                      <a:noFill/>
                    </a:ln>
                    <a:solidFill>
                      <a:sysClr val="windowText" lastClr="000000"/>
                    </a:solidFill>
                    <a:effectLst/>
                    <a:uLnTx/>
                    <a:uFillTx/>
                  </a:endParaRPr>
                </a:p>
              </p:txBody>
            </p:sp>
          </p:grpSp>
          <p:sp>
            <p:nvSpPr>
              <p:cNvPr id="574" name="Oval 573"/>
              <p:cNvSpPr/>
              <p:nvPr/>
            </p:nvSpPr>
            <p:spPr bwMode="ltGray">
              <a:xfrm>
                <a:off x="4008198" y="6251240"/>
                <a:ext cx="576064" cy="576064"/>
              </a:xfrm>
              <a:prstGeom prst="ellips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grpSp>
          <p:nvGrpSpPr>
            <p:cNvPr id="15" name="Group 14"/>
            <p:cNvGrpSpPr/>
            <p:nvPr/>
          </p:nvGrpSpPr>
          <p:grpSpPr>
            <a:xfrm>
              <a:off x="4860748" y="1697385"/>
              <a:ext cx="1008000" cy="5291703"/>
              <a:chOff x="4860748" y="1697385"/>
              <a:chExt cx="1008000" cy="5291703"/>
            </a:xfrm>
          </p:grpSpPr>
          <p:grpSp>
            <p:nvGrpSpPr>
              <p:cNvPr id="10" name="Group 9"/>
              <p:cNvGrpSpPr/>
              <p:nvPr/>
            </p:nvGrpSpPr>
            <p:grpSpPr>
              <a:xfrm>
                <a:off x="4860748" y="1697385"/>
                <a:ext cx="1008000" cy="5291703"/>
                <a:chOff x="4860748" y="1697385"/>
                <a:chExt cx="1008000" cy="5291703"/>
              </a:xfrm>
            </p:grpSpPr>
            <p:sp>
              <p:nvSpPr>
                <p:cNvPr id="563" name="Rectangle 562"/>
                <p:cNvSpPr/>
                <p:nvPr/>
              </p:nvSpPr>
              <p:spPr bwMode="ltGray">
                <a:xfrm>
                  <a:off x="4860748" y="1697385"/>
                  <a:ext cx="1008000" cy="5291703"/>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570" name="Freeform 102"/>
                <p:cNvSpPr/>
                <p:nvPr/>
              </p:nvSpPr>
              <p:spPr bwMode="auto">
                <a:xfrm rot="10800000">
                  <a:off x="5133121" y="2524220"/>
                  <a:ext cx="735627" cy="1477008"/>
                </a:xfrm>
                <a:custGeom>
                  <a:avLst/>
                  <a:gdLst>
                    <a:gd name="T0" fmla="*/ 0 w 1288"/>
                    <a:gd name="T1" fmla="*/ 2564 h 2564"/>
                    <a:gd name="T2" fmla="*/ 0 w 1288"/>
                    <a:gd name="T3" fmla="*/ 0 h 2564"/>
                    <a:gd name="T4" fmla="*/ 148 w 1288"/>
                    <a:gd name="T5" fmla="*/ 8 h 2564"/>
                    <a:gd name="T6" fmla="*/ 272 w 1288"/>
                    <a:gd name="T7" fmla="*/ 24 h 2564"/>
                    <a:gd name="T8" fmla="*/ 388 w 1288"/>
                    <a:gd name="T9" fmla="*/ 60 h 2564"/>
                    <a:gd name="T10" fmla="*/ 476 w 1288"/>
                    <a:gd name="T11" fmla="*/ 88 h 2564"/>
                    <a:gd name="T12" fmla="*/ 604 w 1288"/>
                    <a:gd name="T13" fmla="*/ 148 h 2564"/>
                    <a:gd name="T14" fmla="*/ 684 w 1288"/>
                    <a:gd name="T15" fmla="*/ 192 h 2564"/>
                    <a:gd name="T16" fmla="*/ 760 w 1288"/>
                    <a:gd name="T17" fmla="*/ 244 h 2564"/>
                    <a:gd name="T18" fmla="*/ 856 w 1288"/>
                    <a:gd name="T19" fmla="*/ 320 h 2564"/>
                    <a:gd name="T20" fmla="*/ 956 w 1288"/>
                    <a:gd name="T21" fmla="*/ 424 h 2564"/>
                    <a:gd name="T22" fmla="*/ 1016 w 1288"/>
                    <a:gd name="T23" fmla="*/ 496 h 2564"/>
                    <a:gd name="T24" fmla="*/ 1064 w 1288"/>
                    <a:gd name="T25" fmla="*/ 560 h 2564"/>
                    <a:gd name="T26" fmla="*/ 1108 w 1288"/>
                    <a:gd name="T27" fmla="*/ 628 h 2564"/>
                    <a:gd name="T28" fmla="*/ 1156 w 1288"/>
                    <a:gd name="T29" fmla="*/ 720 h 2564"/>
                    <a:gd name="T30" fmla="*/ 1208 w 1288"/>
                    <a:gd name="T31" fmla="*/ 836 h 2564"/>
                    <a:gd name="T32" fmla="*/ 1236 w 1288"/>
                    <a:gd name="T33" fmla="*/ 916 h 2564"/>
                    <a:gd name="T34" fmla="*/ 1260 w 1288"/>
                    <a:gd name="T35" fmla="*/ 1028 h 2564"/>
                    <a:gd name="T36" fmla="*/ 1280 w 1288"/>
                    <a:gd name="T37" fmla="*/ 1148 h 2564"/>
                    <a:gd name="T38" fmla="*/ 1288 w 1288"/>
                    <a:gd name="T39" fmla="*/ 1252 h 2564"/>
                    <a:gd name="T40" fmla="*/ 1284 w 1288"/>
                    <a:gd name="T41" fmla="*/ 1344 h 2564"/>
                    <a:gd name="T42" fmla="*/ 1268 w 1288"/>
                    <a:gd name="T43" fmla="*/ 1512 h 2564"/>
                    <a:gd name="T44" fmla="*/ 1244 w 1288"/>
                    <a:gd name="T45" fmla="*/ 1624 h 2564"/>
                    <a:gd name="T46" fmla="*/ 1208 w 1288"/>
                    <a:gd name="T47" fmla="*/ 1728 h 2564"/>
                    <a:gd name="T48" fmla="*/ 1160 w 1288"/>
                    <a:gd name="T49" fmla="*/ 1836 h 2564"/>
                    <a:gd name="T50" fmla="*/ 1088 w 1288"/>
                    <a:gd name="T51" fmla="*/ 1968 h 2564"/>
                    <a:gd name="T52" fmla="*/ 1008 w 1288"/>
                    <a:gd name="T53" fmla="*/ 2075 h 2564"/>
                    <a:gd name="T54" fmla="*/ 932 w 1288"/>
                    <a:gd name="T55" fmla="*/ 2164 h 2564"/>
                    <a:gd name="T56" fmla="*/ 876 w 1288"/>
                    <a:gd name="T57" fmla="*/ 2216 h 2564"/>
                    <a:gd name="T58" fmla="*/ 788 w 1288"/>
                    <a:gd name="T59" fmla="*/ 2296 h 2564"/>
                    <a:gd name="T60" fmla="*/ 672 w 1288"/>
                    <a:gd name="T61" fmla="*/ 2372 h 2564"/>
                    <a:gd name="T62" fmla="*/ 592 w 1288"/>
                    <a:gd name="T63" fmla="*/ 2420 h 2564"/>
                    <a:gd name="T64" fmla="*/ 492 w 1288"/>
                    <a:gd name="T65" fmla="*/ 2464 h 2564"/>
                    <a:gd name="T66" fmla="*/ 396 w 1288"/>
                    <a:gd name="T67" fmla="*/ 2495 h 2564"/>
                    <a:gd name="T68" fmla="*/ 284 w 1288"/>
                    <a:gd name="T69" fmla="*/ 2528 h 2564"/>
                    <a:gd name="T70" fmla="*/ 192 w 1288"/>
                    <a:gd name="T71" fmla="*/ 2548 h 2564"/>
                    <a:gd name="T72" fmla="*/ 56 w 1288"/>
                    <a:gd name="T73" fmla="*/ 2560 h 2564"/>
                    <a:gd name="T74" fmla="*/ 0 w 1288"/>
                    <a:gd name="T75" fmla="*/ 2564 h 2564"/>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288"/>
                    <a:gd name="T115" fmla="*/ 0 h 2564"/>
                    <a:gd name="T116" fmla="*/ 1288 w 1288"/>
                    <a:gd name="T117" fmla="*/ 2564 h 2564"/>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288" h="2564">
                      <a:moveTo>
                        <a:pt x="0" y="2564"/>
                      </a:moveTo>
                      <a:lnTo>
                        <a:pt x="0" y="0"/>
                      </a:lnTo>
                      <a:lnTo>
                        <a:pt x="148" y="8"/>
                      </a:lnTo>
                      <a:lnTo>
                        <a:pt x="272" y="24"/>
                      </a:lnTo>
                      <a:lnTo>
                        <a:pt x="388" y="60"/>
                      </a:lnTo>
                      <a:lnTo>
                        <a:pt x="476" y="88"/>
                      </a:lnTo>
                      <a:lnTo>
                        <a:pt x="604" y="148"/>
                      </a:lnTo>
                      <a:lnTo>
                        <a:pt x="684" y="192"/>
                      </a:lnTo>
                      <a:lnTo>
                        <a:pt x="760" y="244"/>
                      </a:lnTo>
                      <a:lnTo>
                        <a:pt x="856" y="320"/>
                      </a:lnTo>
                      <a:lnTo>
                        <a:pt x="956" y="424"/>
                      </a:lnTo>
                      <a:lnTo>
                        <a:pt x="1016" y="496"/>
                      </a:lnTo>
                      <a:lnTo>
                        <a:pt x="1064" y="560"/>
                      </a:lnTo>
                      <a:lnTo>
                        <a:pt x="1108" y="628"/>
                      </a:lnTo>
                      <a:lnTo>
                        <a:pt x="1156" y="720"/>
                      </a:lnTo>
                      <a:lnTo>
                        <a:pt x="1208" y="836"/>
                      </a:lnTo>
                      <a:lnTo>
                        <a:pt x="1236" y="916"/>
                      </a:lnTo>
                      <a:lnTo>
                        <a:pt x="1260" y="1028"/>
                      </a:lnTo>
                      <a:lnTo>
                        <a:pt x="1280" y="1148"/>
                      </a:lnTo>
                      <a:lnTo>
                        <a:pt x="1288" y="1252"/>
                      </a:lnTo>
                      <a:lnTo>
                        <a:pt x="1284" y="1344"/>
                      </a:lnTo>
                      <a:lnTo>
                        <a:pt x="1268" y="1512"/>
                      </a:lnTo>
                      <a:lnTo>
                        <a:pt x="1244" y="1624"/>
                      </a:lnTo>
                      <a:lnTo>
                        <a:pt x="1208" y="1728"/>
                      </a:lnTo>
                      <a:lnTo>
                        <a:pt x="1160" y="1836"/>
                      </a:lnTo>
                      <a:lnTo>
                        <a:pt x="1088" y="1968"/>
                      </a:lnTo>
                      <a:lnTo>
                        <a:pt x="1008" y="2075"/>
                      </a:lnTo>
                      <a:lnTo>
                        <a:pt x="932" y="2164"/>
                      </a:lnTo>
                      <a:lnTo>
                        <a:pt x="876" y="2216"/>
                      </a:lnTo>
                      <a:lnTo>
                        <a:pt x="788" y="2296"/>
                      </a:lnTo>
                      <a:lnTo>
                        <a:pt x="672" y="2372"/>
                      </a:lnTo>
                      <a:lnTo>
                        <a:pt x="592" y="2420"/>
                      </a:lnTo>
                      <a:lnTo>
                        <a:pt x="492" y="2464"/>
                      </a:lnTo>
                      <a:lnTo>
                        <a:pt x="396" y="2495"/>
                      </a:lnTo>
                      <a:lnTo>
                        <a:pt x="284" y="2528"/>
                      </a:lnTo>
                      <a:lnTo>
                        <a:pt x="192" y="2548"/>
                      </a:lnTo>
                      <a:lnTo>
                        <a:pt x="56" y="2560"/>
                      </a:lnTo>
                      <a:lnTo>
                        <a:pt x="0" y="2564"/>
                      </a:lnTo>
                      <a:close/>
                    </a:path>
                  </a:pathLst>
                </a:custGeom>
                <a:solidFill>
                  <a:schemeClr val="accent4"/>
                </a:solidFill>
                <a:ln w="1588" cap="rnd">
                  <a:no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dirty="0" smtClean="0">
                    <a:ln>
                      <a:noFill/>
                    </a:ln>
                    <a:solidFill>
                      <a:sysClr val="windowText" lastClr="000000"/>
                    </a:solidFill>
                    <a:effectLst/>
                    <a:uLnTx/>
                    <a:uFillTx/>
                  </a:endParaRPr>
                </a:p>
              </p:txBody>
            </p:sp>
          </p:grpSp>
          <p:sp>
            <p:nvSpPr>
              <p:cNvPr id="575" name="Oval 574"/>
              <p:cNvSpPr/>
              <p:nvPr/>
            </p:nvSpPr>
            <p:spPr bwMode="ltGray">
              <a:xfrm>
                <a:off x="5076716" y="6251240"/>
                <a:ext cx="576064" cy="576064"/>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grpSp>
          <p:nvGrpSpPr>
            <p:cNvPr id="13" name="Group 12"/>
            <p:cNvGrpSpPr/>
            <p:nvPr/>
          </p:nvGrpSpPr>
          <p:grpSpPr>
            <a:xfrm>
              <a:off x="5929266" y="1697385"/>
              <a:ext cx="1008000" cy="5291703"/>
              <a:chOff x="5929266" y="1697385"/>
              <a:chExt cx="1008000" cy="5291703"/>
            </a:xfrm>
          </p:grpSpPr>
          <p:grpSp>
            <p:nvGrpSpPr>
              <p:cNvPr id="11" name="Group 10"/>
              <p:cNvGrpSpPr/>
              <p:nvPr/>
            </p:nvGrpSpPr>
            <p:grpSpPr>
              <a:xfrm>
                <a:off x="5929266" y="1697385"/>
                <a:ext cx="1008000" cy="5291703"/>
                <a:chOff x="5929266" y="1697385"/>
                <a:chExt cx="1008000" cy="5291703"/>
              </a:xfrm>
            </p:grpSpPr>
            <p:sp>
              <p:nvSpPr>
                <p:cNvPr id="564" name="Rectangle 563"/>
                <p:cNvSpPr/>
                <p:nvPr/>
              </p:nvSpPr>
              <p:spPr bwMode="ltGray">
                <a:xfrm>
                  <a:off x="5929266" y="1697385"/>
                  <a:ext cx="1008000" cy="5291703"/>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571" name="Freeform 102"/>
                <p:cNvSpPr/>
                <p:nvPr/>
              </p:nvSpPr>
              <p:spPr bwMode="auto">
                <a:xfrm rot="10800000">
                  <a:off x="6201639" y="2524220"/>
                  <a:ext cx="735627" cy="1477008"/>
                </a:xfrm>
                <a:custGeom>
                  <a:avLst/>
                  <a:gdLst>
                    <a:gd name="T0" fmla="*/ 0 w 1288"/>
                    <a:gd name="T1" fmla="*/ 2564 h 2564"/>
                    <a:gd name="T2" fmla="*/ 0 w 1288"/>
                    <a:gd name="T3" fmla="*/ 0 h 2564"/>
                    <a:gd name="T4" fmla="*/ 148 w 1288"/>
                    <a:gd name="T5" fmla="*/ 8 h 2564"/>
                    <a:gd name="T6" fmla="*/ 272 w 1288"/>
                    <a:gd name="T7" fmla="*/ 24 h 2564"/>
                    <a:gd name="T8" fmla="*/ 388 w 1288"/>
                    <a:gd name="T9" fmla="*/ 60 h 2564"/>
                    <a:gd name="T10" fmla="*/ 476 w 1288"/>
                    <a:gd name="T11" fmla="*/ 88 h 2564"/>
                    <a:gd name="T12" fmla="*/ 604 w 1288"/>
                    <a:gd name="T13" fmla="*/ 148 h 2564"/>
                    <a:gd name="T14" fmla="*/ 684 w 1288"/>
                    <a:gd name="T15" fmla="*/ 192 h 2564"/>
                    <a:gd name="T16" fmla="*/ 760 w 1288"/>
                    <a:gd name="T17" fmla="*/ 244 h 2564"/>
                    <a:gd name="T18" fmla="*/ 856 w 1288"/>
                    <a:gd name="T19" fmla="*/ 320 h 2564"/>
                    <a:gd name="T20" fmla="*/ 956 w 1288"/>
                    <a:gd name="T21" fmla="*/ 424 h 2564"/>
                    <a:gd name="T22" fmla="*/ 1016 w 1288"/>
                    <a:gd name="T23" fmla="*/ 496 h 2564"/>
                    <a:gd name="T24" fmla="*/ 1064 w 1288"/>
                    <a:gd name="T25" fmla="*/ 560 h 2564"/>
                    <a:gd name="T26" fmla="*/ 1108 w 1288"/>
                    <a:gd name="T27" fmla="*/ 628 h 2564"/>
                    <a:gd name="T28" fmla="*/ 1156 w 1288"/>
                    <a:gd name="T29" fmla="*/ 720 h 2564"/>
                    <a:gd name="T30" fmla="*/ 1208 w 1288"/>
                    <a:gd name="T31" fmla="*/ 836 h 2564"/>
                    <a:gd name="T32" fmla="*/ 1236 w 1288"/>
                    <a:gd name="T33" fmla="*/ 916 h 2564"/>
                    <a:gd name="T34" fmla="*/ 1260 w 1288"/>
                    <a:gd name="T35" fmla="*/ 1028 h 2564"/>
                    <a:gd name="T36" fmla="*/ 1280 w 1288"/>
                    <a:gd name="T37" fmla="*/ 1148 h 2564"/>
                    <a:gd name="T38" fmla="*/ 1288 w 1288"/>
                    <a:gd name="T39" fmla="*/ 1252 h 2564"/>
                    <a:gd name="T40" fmla="*/ 1284 w 1288"/>
                    <a:gd name="T41" fmla="*/ 1344 h 2564"/>
                    <a:gd name="T42" fmla="*/ 1268 w 1288"/>
                    <a:gd name="T43" fmla="*/ 1512 h 2564"/>
                    <a:gd name="T44" fmla="*/ 1244 w 1288"/>
                    <a:gd name="T45" fmla="*/ 1624 h 2564"/>
                    <a:gd name="T46" fmla="*/ 1208 w 1288"/>
                    <a:gd name="T47" fmla="*/ 1728 h 2564"/>
                    <a:gd name="T48" fmla="*/ 1160 w 1288"/>
                    <a:gd name="T49" fmla="*/ 1836 h 2564"/>
                    <a:gd name="T50" fmla="*/ 1088 w 1288"/>
                    <a:gd name="T51" fmla="*/ 1968 h 2564"/>
                    <a:gd name="T52" fmla="*/ 1008 w 1288"/>
                    <a:gd name="T53" fmla="*/ 2075 h 2564"/>
                    <a:gd name="T54" fmla="*/ 932 w 1288"/>
                    <a:gd name="T55" fmla="*/ 2164 h 2564"/>
                    <a:gd name="T56" fmla="*/ 876 w 1288"/>
                    <a:gd name="T57" fmla="*/ 2216 h 2564"/>
                    <a:gd name="T58" fmla="*/ 788 w 1288"/>
                    <a:gd name="T59" fmla="*/ 2296 h 2564"/>
                    <a:gd name="T60" fmla="*/ 672 w 1288"/>
                    <a:gd name="T61" fmla="*/ 2372 h 2564"/>
                    <a:gd name="T62" fmla="*/ 592 w 1288"/>
                    <a:gd name="T63" fmla="*/ 2420 h 2564"/>
                    <a:gd name="T64" fmla="*/ 492 w 1288"/>
                    <a:gd name="T65" fmla="*/ 2464 h 2564"/>
                    <a:gd name="T66" fmla="*/ 396 w 1288"/>
                    <a:gd name="T67" fmla="*/ 2495 h 2564"/>
                    <a:gd name="T68" fmla="*/ 284 w 1288"/>
                    <a:gd name="T69" fmla="*/ 2528 h 2564"/>
                    <a:gd name="T70" fmla="*/ 192 w 1288"/>
                    <a:gd name="T71" fmla="*/ 2548 h 2564"/>
                    <a:gd name="T72" fmla="*/ 56 w 1288"/>
                    <a:gd name="T73" fmla="*/ 2560 h 2564"/>
                    <a:gd name="T74" fmla="*/ 0 w 1288"/>
                    <a:gd name="T75" fmla="*/ 2564 h 2564"/>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288"/>
                    <a:gd name="T115" fmla="*/ 0 h 2564"/>
                    <a:gd name="T116" fmla="*/ 1288 w 1288"/>
                    <a:gd name="T117" fmla="*/ 2564 h 2564"/>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288" h="2564">
                      <a:moveTo>
                        <a:pt x="0" y="2564"/>
                      </a:moveTo>
                      <a:lnTo>
                        <a:pt x="0" y="0"/>
                      </a:lnTo>
                      <a:lnTo>
                        <a:pt x="148" y="8"/>
                      </a:lnTo>
                      <a:lnTo>
                        <a:pt x="272" y="24"/>
                      </a:lnTo>
                      <a:lnTo>
                        <a:pt x="388" y="60"/>
                      </a:lnTo>
                      <a:lnTo>
                        <a:pt x="476" y="88"/>
                      </a:lnTo>
                      <a:lnTo>
                        <a:pt x="604" y="148"/>
                      </a:lnTo>
                      <a:lnTo>
                        <a:pt x="684" y="192"/>
                      </a:lnTo>
                      <a:lnTo>
                        <a:pt x="760" y="244"/>
                      </a:lnTo>
                      <a:lnTo>
                        <a:pt x="856" y="320"/>
                      </a:lnTo>
                      <a:lnTo>
                        <a:pt x="956" y="424"/>
                      </a:lnTo>
                      <a:lnTo>
                        <a:pt x="1016" y="496"/>
                      </a:lnTo>
                      <a:lnTo>
                        <a:pt x="1064" y="560"/>
                      </a:lnTo>
                      <a:lnTo>
                        <a:pt x="1108" y="628"/>
                      </a:lnTo>
                      <a:lnTo>
                        <a:pt x="1156" y="720"/>
                      </a:lnTo>
                      <a:lnTo>
                        <a:pt x="1208" y="836"/>
                      </a:lnTo>
                      <a:lnTo>
                        <a:pt x="1236" y="916"/>
                      </a:lnTo>
                      <a:lnTo>
                        <a:pt x="1260" y="1028"/>
                      </a:lnTo>
                      <a:lnTo>
                        <a:pt x="1280" y="1148"/>
                      </a:lnTo>
                      <a:lnTo>
                        <a:pt x="1288" y="1252"/>
                      </a:lnTo>
                      <a:lnTo>
                        <a:pt x="1284" y="1344"/>
                      </a:lnTo>
                      <a:lnTo>
                        <a:pt x="1268" y="1512"/>
                      </a:lnTo>
                      <a:lnTo>
                        <a:pt x="1244" y="1624"/>
                      </a:lnTo>
                      <a:lnTo>
                        <a:pt x="1208" y="1728"/>
                      </a:lnTo>
                      <a:lnTo>
                        <a:pt x="1160" y="1836"/>
                      </a:lnTo>
                      <a:lnTo>
                        <a:pt x="1088" y="1968"/>
                      </a:lnTo>
                      <a:lnTo>
                        <a:pt x="1008" y="2075"/>
                      </a:lnTo>
                      <a:lnTo>
                        <a:pt x="932" y="2164"/>
                      </a:lnTo>
                      <a:lnTo>
                        <a:pt x="876" y="2216"/>
                      </a:lnTo>
                      <a:lnTo>
                        <a:pt x="788" y="2296"/>
                      </a:lnTo>
                      <a:lnTo>
                        <a:pt x="672" y="2372"/>
                      </a:lnTo>
                      <a:lnTo>
                        <a:pt x="592" y="2420"/>
                      </a:lnTo>
                      <a:lnTo>
                        <a:pt x="492" y="2464"/>
                      </a:lnTo>
                      <a:lnTo>
                        <a:pt x="396" y="2495"/>
                      </a:lnTo>
                      <a:lnTo>
                        <a:pt x="284" y="2528"/>
                      </a:lnTo>
                      <a:lnTo>
                        <a:pt x="192" y="2548"/>
                      </a:lnTo>
                      <a:lnTo>
                        <a:pt x="56" y="2560"/>
                      </a:lnTo>
                      <a:lnTo>
                        <a:pt x="0" y="2564"/>
                      </a:lnTo>
                      <a:close/>
                    </a:path>
                  </a:pathLst>
                </a:custGeom>
                <a:solidFill>
                  <a:schemeClr val="accent5"/>
                </a:solidFill>
                <a:ln w="1588" cap="rnd">
                  <a:no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dirty="0" smtClean="0">
                    <a:ln>
                      <a:noFill/>
                    </a:ln>
                    <a:solidFill>
                      <a:sysClr val="windowText" lastClr="000000"/>
                    </a:solidFill>
                    <a:effectLst/>
                    <a:uLnTx/>
                    <a:uFillTx/>
                  </a:endParaRPr>
                </a:p>
              </p:txBody>
            </p:sp>
          </p:grpSp>
          <p:sp>
            <p:nvSpPr>
              <p:cNvPr id="576" name="Oval 575"/>
              <p:cNvSpPr/>
              <p:nvPr/>
            </p:nvSpPr>
            <p:spPr bwMode="ltGray">
              <a:xfrm>
                <a:off x="6145234" y="6251240"/>
                <a:ext cx="576064" cy="576064"/>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grpSp>
          <p:nvGrpSpPr>
            <p:cNvPr id="14" name="Group 13"/>
            <p:cNvGrpSpPr/>
            <p:nvPr/>
          </p:nvGrpSpPr>
          <p:grpSpPr>
            <a:xfrm>
              <a:off x="6997785" y="1697385"/>
              <a:ext cx="1008001" cy="5292000"/>
              <a:chOff x="6997785" y="1697385"/>
              <a:chExt cx="1008001" cy="5292000"/>
            </a:xfrm>
          </p:grpSpPr>
          <p:grpSp>
            <p:nvGrpSpPr>
              <p:cNvPr id="12" name="Group 11"/>
              <p:cNvGrpSpPr/>
              <p:nvPr/>
            </p:nvGrpSpPr>
            <p:grpSpPr>
              <a:xfrm>
                <a:off x="6997785" y="1697385"/>
                <a:ext cx="1008001" cy="5292000"/>
                <a:chOff x="6997785" y="1697385"/>
                <a:chExt cx="1008001" cy="5292000"/>
              </a:xfrm>
            </p:grpSpPr>
            <p:sp>
              <p:nvSpPr>
                <p:cNvPr id="5" name="Round Same Side Corner Rectangle 4"/>
                <p:cNvSpPr/>
                <p:nvPr/>
              </p:nvSpPr>
              <p:spPr bwMode="ltGray">
                <a:xfrm rot="5400000">
                  <a:off x="4855785" y="3839385"/>
                  <a:ext cx="5292000" cy="1008000"/>
                </a:xfrm>
                <a:prstGeom prst="round2SameRect">
                  <a:avLst>
                    <a:gd name="adj1" fmla="val 0"/>
                    <a:gd name="adj2" fmla="val 0"/>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572" name="Freeform 102"/>
                <p:cNvSpPr/>
                <p:nvPr/>
              </p:nvSpPr>
              <p:spPr bwMode="auto">
                <a:xfrm rot="10800000">
                  <a:off x="7270159" y="2524220"/>
                  <a:ext cx="735627" cy="1477008"/>
                </a:xfrm>
                <a:custGeom>
                  <a:avLst/>
                  <a:gdLst>
                    <a:gd name="T0" fmla="*/ 0 w 1288"/>
                    <a:gd name="T1" fmla="*/ 2564 h 2564"/>
                    <a:gd name="T2" fmla="*/ 0 w 1288"/>
                    <a:gd name="T3" fmla="*/ 0 h 2564"/>
                    <a:gd name="T4" fmla="*/ 148 w 1288"/>
                    <a:gd name="T5" fmla="*/ 8 h 2564"/>
                    <a:gd name="T6" fmla="*/ 272 w 1288"/>
                    <a:gd name="T7" fmla="*/ 24 h 2564"/>
                    <a:gd name="T8" fmla="*/ 388 w 1288"/>
                    <a:gd name="T9" fmla="*/ 60 h 2564"/>
                    <a:gd name="T10" fmla="*/ 476 w 1288"/>
                    <a:gd name="T11" fmla="*/ 88 h 2564"/>
                    <a:gd name="T12" fmla="*/ 604 w 1288"/>
                    <a:gd name="T13" fmla="*/ 148 h 2564"/>
                    <a:gd name="T14" fmla="*/ 684 w 1288"/>
                    <a:gd name="T15" fmla="*/ 192 h 2564"/>
                    <a:gd name="T16" fmla="*/ 760 w 1288"/>
                    <a:gd name="T17" fmla="*/ 244 h 2564"/>
                    <a:gd name="T18" fmla="*/ 856 w 1288"/>
                    <a:gd name="T19" fmla="*/ 320 h 2564"/>
                    <a:gd name="T20" fmla="*/ 956 w 1288"/>
                    <a:gd name="T21" fmla="*/ 424 h 2564"/>
                    <a:gd name="T22" fmla="*/ 1016 w 1288"/>
                    <a:gd name="T23" fmla="*/ 496 h 2564"/>
                    <a:gd name="T24" fmla="*/ 1064 w 1288"/>
                    <a:gd name="T25" fmla="*/ 560 h 2564"/>
                    <a:gd name="T26" fmla="*/ 1108 w 1288"/>
                    <a:gd name="T27" fmla="*/ 628 h 2564"/>
                    <a:gd name="T28" fmla="*/ 1156 w 1288"/>
                    <a:gd name="T29" fmla="*/ 720 h 2564"/>
                    <a:gd name="T30" fmla="*/ 1208 w 1288"/>
                    <a:gd name="T31" fmla="*/ 836 h 2564"/>
                    <a:gd name="T32" fmla="*/ 1236 w 1288"/>
                    <a:gd name="T33" fmla="*/ 916 h 2564"/>
                    <a:gd name="T34" fmla="*/ 1260 w 1288"/>
                    <a:gd name="T35" fmla="*/ 1028 h 2564"/>
                    <a:gd name="T36" fmla="*/ 1280 w 1288"/>
                    <a:gd name="T37" fmla="*/ 1148 h 2564"/>
                    <a:gd name="T38" fmla="*/ 1288 w 1288"/>
                    <a:gd name="T39" fmla="*/ 1252 h 2564"/>
                    <a:gd name="T40" fmla="*/ 1284 w 1288"/>
                    <a:gd name="T41" fmla="*/ 1344 h 2564"/>
                    <a:gd name="T42" fmla="*/ 1268 w 1288"/>
                    <a:gd name="T43" fmla="*/ 1512 h 2564"/>
                    <a:gd name="T44" fmla="*/ 1244 w 1288"/>
                    <a:gd name="T45" fmla="*/ 1624 h 2564"/>
                    <a:gd name="T46" fmla="*/ 1208 w 1288"/>
                    <a:gd name="T47" fmla="*/ 1728 h 2564"/>
                    <a:gd name="T48" fmla="*/ 1160 w 1288"/>
                    <a:gd name="T49" fmla="*/ 1836 h 2564"/>
                    <a:gd name="T50" fmla="*/ 1088 w 1288"/>
                    <a:gd name="T51" fmla="*/ 1968 h 2564"/>
                    <a:gd name="T52" fmla="*/ 1008 w 1288"/>
                    <a:gd name="T53" fmla="*/ 2075 h 2564"/>
                    <a:gd name="T54" fmla="*/ 932 w 1288"/>
                    <a:gd name="T55" fmla="*/ 2164 h 2564"/>
                    <a:gd name="T56" fmla="*/ 876 w 1288"/>
                    <a:gd name="T57" fmla="*/ 2216 h 2564"/>
                    <a:gd name="T58" fmla="*/ 788 w 1288"/>
                    <a:gd name="T59" fmla="*/ 2296 h 2564"/>
                    <a:gd name="T60" fmla="*/ 672 w 1288"/>
                    <a:gd name="T61" fmla="*/ 2372 h 2564"/>
                    <a:gd name="T62" fmla="*/ 592 w 1288"/>
                    <a:gd name="T63" fmla="*/ 2420 h 2564"/>
                    <a:gd name="T64" fmla="*/ 492 w 1288"/>
                    <a:gd name="T65" fmla="*/ 2464 h 2564"/>
                    <a:gd name="T66" fmla="*/ 396 w 1288"/>
                    <a:gd name="T67" fmla="*/ 2495 h 2564"/>
                    <a:gd name="T68" fmla="*/ 284 w 1288"/>
                    <a:gd name="T69" fmla="*/ 2528 h 2564"/>
                    <a:gd name="T70" fmla="*/ 192 w 1288"/>
                    <a:gd name="T71" fmla="*/ 2548 h 2564"/>
                    <a:gd name="T72" fmla="*/ 56 w 1288"/>
                    <a:gd name="T73" fmla="*/ 2560 h 2564"/>
                    <a:gd name="T74" fmla="*/ 0 w 1288"/>
                    <a:gd name="T75" fmla="*/ 2564 h 2564"/>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288"/>
                    <a:gd name="T115" fmla="*/ 0 h 2564"/>
                    <a:gd name="T116" fmla="*/ 1288 w 1288"/>
                    <a:gd name="T117" fmla="*/ 2564 h 2564"/>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288" h="2564">
                      <a:moveTo>
                        <a:pt x="0" y="2564"/>
                      </a:moveTo>
                      <a:lnTo>
                        <a:pt x="0" y="0"/>
                      </a:lnTo>
                      <a:lnTo>
                        <a:pt x="148" y="8"/>
                      </a:lnTo>
                      <a:lnTo>
                        <a:pt x="272" y="24"/>
                      </a:lnTo>
                      <a:lnTo>
                        <a:pt x="388" y="60"/>
                      </a:lnTo>
                      <a:lnTo>
                        <a:pt x="476" y="88"/>
                      </a:lnTo>
                      <a:lnTo>
                        <a:pt x="604" y="148"/>
                      </a:lnTo>
                      <a:lnTo>
                        <a:pt x="684" y="192"/>
                      </a:lnTo>
                      <a:lnTo>
                        <a:pt x="760" y="244"/>
                      </a:lnTo>
                      <a:lnTo>
                        <a:pt x="856" y="320"/>
                      </a:lnTo>
                      <a:lnTo>
                        <a:pt x="956" y="424"/>
                      </a:lnTo>
                      <a:lnTo>
                        <a:pt x="1016" y="496"/>
                      </a:lnTo>
                      <a:lnTo>
                        <a:pt x="1064" y="560"/>
                      </a:lnTo>
                      <a:lnTo>
                        <a:pt x="1108" y="628"/>
                      </a:lnTo>
                      <a:lnTo>
                        <a:pt x="1156" y="720"/>
                      </a:lnTo>
                      <a:lnTo>
                        <a:pt x="1208" y="836"/>
                      </a:lnTo>
                      <a:lnTo>
                        <a:pt x="1236" y="916"/>
                      </a:lnTo>
                      <a:lnTo>
                        <a:pt x="1260" y="1028"/>
                      </a:lnTo>
                      <a:lnTo>
                        <a:pt x="1280" y="1148"/>
                      </a:lnTo>
                      <a:lnTo>
                        <a:pt x="1288" y="1252"/>
                      </a:lnTo>
                      <a:lnTo>
                        <a:pt x="1284" y="1344"/>
                      </a:lnTo>
                      <a:lnTo>
                        <a:pt x="1268" y="1512"/>
                      </a:lnTo>
                      <a:lnTo>
                        <a:pt x="1244" y="1624"/>
                      </a:lnTo>
                      <a:lnTo>
                        <a:pt x="1208" y="1728"/>
                      </a:lnTo>
                      <a:lnTo>
                        <a:pt x="1160" y="1836"/>
                      </a:lnTo>
                      <a:lnTo>
                        <a:pt x="1088" y="1968"/>
                      </a:lnTo>
                      <a:lnTo>
                        <a:pt x="1008" y="2075"/>
                      </a:lnTo>
                      <a:lnTo>
                        <a:pt x="932" y="2164"/>
                      </a:lnTo>
                      <a:lnTo>
                        <a:pt x="876" y="2216"/>
                      </a:lnTo>
                      <a:lnTo>
                        <a:pt x="788" y="2296"/>
                      </a:lnTo>
                      <a:lnTo>
                        <a:pt x="672" y="2372"/>
                      </a:lnTo>
                      <a:lnTo>
                        <a:pt x="592" y="2420"/>
                      </a:lnTo>
                      <a:lnTo>
                        <a:pt x="492" y="2464"/>
                      </a:lnTo>
                      <a:lnTo>
                        <a:pt x="396" y="2495"/>
                      </a:lnTo>
                      <a:lnTo>
                        <a:pt x="284" y="2528"/>
                      </a:lnTo>
                      <a:lnTo>
                        <a:pt x="192" y="2548"/>
                      </a:lnTo>
                      <a:lnTo>
                        <a:pt x="56" y="2560"/>
                      </a:lnTo>
                      <a:lnTo>
                        <a:pt x="0" y="2564"/>
                      </a:lnTo>
                      <a:close/>
                    </a:path>
                  </a:pathLst>
                </a:custGeom>
                <a:solidFill>
                  <a:schemeClr val="accent3"/>
                </a:solidFill>
                <a:ln w="1588" cap="rnd">
                  <a:no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dirty="0" smtClean="0">
                    <a:ln>
                      <a:noFill/>
                    </a:ln>
                    <a:solidFill>
                      <a:sysClr val="windowText" lastClr="000000"/>
                    </a:solidFill>
                    <a:effectLst/>
                    <a:uLnTx/>
                    <a:uFillTx/>
                  </a:endParaRPr>
                </a:p>
              </p:txBody>
            </p:sp>
          </p:grpSp>
          <p:sp>
            <p:nvSpPr>
              <p:cNvPr id="577" name="Oval 576"/>
              <p:cNvSpPr/>
              <p:nvPr/>
            </p:nvSpPr>
            <p:spPr bwMode="ltGray">
              <a:xfrm>
                <a:off x="7213753" y="6251240"/>
                <a:ext cx="576064" cy="576064"/>
              </a:xfrm>
              <a:prstGeom prst="ellipse">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grpSp>
        <p:sp>
          <p:nvSpPr>
            <p:cNvPr id="828" name="Rectangle 61"/>
            <p:cNvSpPr>
              <a:spLocks noChangeArrowheads="1"/>
            </p:cNvSpPr>
            <p:nvPr/>
          </p:nvSpPr>
          <p:spPr bwMode="auto">
            <a:xfrm>
              <a:off x="3275338" y="2670435"/>
              <a:ext cx="380148" cy="1015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5985" b="1" u="none" strike="noStrike" cap="none" normalizeH="0" baseline="0" dirty="0" smtClean="0">
                  <a:ln>
                    <a:noFill/>
                  </a:ln>
                  <a:solidFill>
                    <a:srgbClr val="FFFFFF"/>
                  </a:solidFill>
                  <a:effectLst/>
                  <a:latin typeface="+mj-lt"/>
                  <a:cs typeface="腾讯体 W3" panose="020C04030202040F0204" pitchFamily="34" charset="-122"/>
                </a:rPr>
                <a:t>1</a:t>
              </a:r>
              <a:endParaRPr kumimoji="0" lang="en-US" altLang="en-US" sz="1450" b="0" i="0" u="none" strike="noStrike" cap="none" normalizeH="0" baseline="0" dirty="0" smtClean="0">
                <a:ln>
                  <a:noFill/>
                </a:ln>
                <a:solidFill>
                  <a:schemeClr val="tx1"/>
                </a:solidFill>
                <a:effectLst/>
                <a:latin typeface="+mj-lt"/>
                <a:cs typeface="腾讯体 W3" panose="020C04030202040F0204" pitchFamily="34" charset="-122"/>
              </a:endParaRPr>
            </a:p>
          </p:txBody>
        </p:sp>
        <p:sp>
          <p:nvSpPr>
            <p:cNvPr id="833" name="Rectangle 66"/>
            <p:cNvSpPr>
              <a:spLocks noChangeArrowheads="1"/>
            </p:cNvSpPr>
            <p:nvPr/>
          </p:nvSpPr>
          <p:spPr bwMode="auto">
            <a:xfrm>
              <a:off x="4235461" y="2670435"/>
              <a:ext cx="499162" cy="1015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5985" b="1" u="none" strike="noStrike" cap="none" normalizeH="0" baseline="0" dirty="0" smtClean="0">
                  <a:ln>
                    <a:noFill/>
                  </a:ln>
                  <a:solidFill>
                    <a:srgbClr val="FFFFFF"/>
                  </a:solidFill>
                  <a:effectLst/>
                  <a:latin typeface="+mj-lt"/>
                  <a:cs typeface="腾讯体 W3" panose="020C04030202040F0204" pitchFamily="34" charset="-122"/>
                </a:rPr>
                <a:t>2</a:t>
              </a:r>
              <a:endParaRPr kumimoji="0" lang="en-US" altLang="en-US" sz="1450" b="0" i="0" u="none" strike="noStrike" cap="none" normalizeH="0" baseline="0" dirty="0" smtClean="0">
                <a:ln>
                  <a:noFill/>
                </a:ln>
                <a:solidFill>
                  <a:schemeClr val="tx1"/>
                </a:solidFill>
                <a:effectLst/>
                <a:latin typeface="+mj-lt"/>
                <a:cs typeface="腾讯体 W3" panose="020C04030202040F0204" pitchFamily="34" charset="-122"/>
              </a:endParaRPr>
            </a:p>
          </p:txBody>
        </p:sp>
        <p:sp>
          <p:nvSpPr>
            <p:cNvPr id="838" name="Rectangle 71"/>
            <p:cNvSpPr>
              <a:spLocks noChangeArrowheads="1"/>
            </p:cNvSpPr>
            <p:nvPr/>
          </p:nvSpPr>
          <p:spPr bwMode="auto">
            <a:xfrm>
              <a:off x="5375258" y="2670435"/>
              <a:ext cx="421453" cy="922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5440" b="1" u="none" strike="noStrike" cap="none" normalizeH="0" baseline="0" smtClean="0">
                  <a:ln>
                    <a:noFill/>
                  </a:ln>
                  <a:solidFill>
                    <a:srgbClr val="FFFFFF"/>
                  </a:solidFill>
                  <a:effectLst/>
                  <a:latin typeface="+mj-lt"/>
                  <a:cs typeface="腾讯体 W3" panose="020C04030202040F0204" pitchFamily="34" charset="-122"/>
                </a:rPr>
                <a:t>3</a:t>
              </a:r>
              <a:endParaRPr kumimoji="0" lang="en-US" altLang="en-US" sz="1270" b="0" i="0" u="none" strike="noStrike" cap="none" normalizeH="0" baseline="0" smtClean="0">
                <a:ln>
                  <a:noFill/>
                </a:ln>
                <a:solidFill>
                  <a:schemeClr val="tx1"/>
                </a:solidFill>
                <a:effectLst/>
                <a:latin typeface="+mj-lt"/>
                <a:cs typeface="腾讯体 W3" panose="020C04030202040F0204" pitchFamily="34" charset="-122"/>
              </a:endParaRPr>
            </a:p>
          </p:txBody>
        </p:sp>
        <p:sp>
          <p:nvSpPr>
            <p:cNvPr id="843" name="Rectangle 76"/>
            <p:cNvSpPr>
              <a:spLocks noChangeArrowheads="1"/>
            </p:cNvSpPr>
            <p:nvPr/>
          </p:nvSpPr>
          <p:spPr bwMode="auto">
            <a:xfrm>
              <a:off x="6415766" y="2670435"/>
              <a:ext cx="492862" cy="922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5440" b="1" u="none" strike="noStrike" cap="none" normalizeH="0" baseline="0" smtClean="0">
                  <a:ln>
                    <a:noFill/>
                  </a:ln>
                  <a:solidFill>
                    <a:srgbClr val="FFFFFF"/>
                  </a:solidFill>
                  <a:effectLst/>
                  <a:latin typeface="+mj-lt"/>
                  <a:cs typeface="腾讯体 W3" panose="020C04030202040F0204" pitchFamily="34" charset="-122"/>
                </a:rPr>
                <a:t>4</a:t>
              </a:r>
              <a:endParaRPr kumimoji="0" lang="en-US" altLang="en-US" sz="1270" b="0" i="0" u="none" strike="noStrike" cap="none" normalizeH="0" baseline="0" smtClean="0">
                <a:ln>
                  <a:noFill/>
                </a:ln>
                <a:solidFill>
                  <a:schemeClr val="tx1"/>
                </a:solidFill>
                <a:effectLst/>
                <a:latin typeface="+mj-lt"/>
                <a:cs typeface="腾讯体 W3" panose="020C04030202040F0204" pitchFamily="34" charset="-122"/>
              </a:endParaRPr>
            </a:p>
          </p:txBody>
        </p:sp>
        <p:sp>
          <p:nvSpPr>
            <p:cNvPr id="848" name="Rectangle 81"/>
            <p:cNvSpPr>
              <a:spLocks noChangeArrowheads="1"/>
            </p:cNvSpPr>
            <p:nvPr/>
          </p:nvSpPr>
          <p:spPr bwMode="auto">
            <a:xfrm>
              <a:off x="7476627" y="2670435"/>
              <a:ext cx="432654" cy="922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5440" b="1" u="none" strike="noStrike" cap="none" normalizeH="0" baseline="0" dirty="0" smtClean="0">
                  <a:ln>
                    <a:noFill/>
                  </a:ln>
                  <a:solidFill>
                    <a:srgbClr val="FFFFFF"/>
                  </a:solidFill>
                  <a:effectLst/>
                  <a:latin typeface="+mj-lt"/>
                  <a:cs typeface="腾讯体 W3" panose="020C04030202040F0204" pitchFamily="34" charset="-122"/>
                </a:rPr>
                <a:t>5</a:t>
              </a:r>
              <a:endParaRPr kumimoji="0" lang="en-US" altLang="en-US" sz="1270" b="0" i="0" u="none" strike="noStrike" cap="none" normalizeH="0" baseline="0" dirty="0" smtClean="0">
                <a:ln>
                  <a:noFill/>
                </a:ln>
                <a:solidFill>
                  <a:schemeClr val="tx1"/>
                </a:solidFill>
                <a:effectLst/>
                <a:latin typeface="+mj-lt"/>
                <a:cs typeface="腾讯体 W3" panose="020C04030202040F0204" pitchFamily="34" charset="-122"/>
              </a:endParaRPr>
            </a:p>
          </p:txBody>
        </p:sp>
        <p:sp>
          <p:nvSpPr>
            <p:cNvPr id="589" name="Rectangle 10"/>
            <p:cNvSpPr>
              <a:spLocks noChangeArrowheads="1"/>
            </p:cNvSpPr>
            <p:nvPr/>
          </p:nvSpPr>
          <p:spPr bwMode="auto">
            <a:xfrm>
              <a:off x="2883322" y="4272974"/>
              <a:ext cx="720080" cy="188393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smtClean="0">
                  <a:solidFill>
                    <a:srgbClr val="1450B8"/>
                  </a:solidFill>
                  <a:latin typeface="腾讯体 W7" panose="020C08030202040F0204" pitchFamily="18" charset="-122"/>
                  <a:cs typeface="腾讯体 W3" panose="020C04030202040F0204" pitchFamily="34" charset="-122"/>
                </a:rPr>
                <a:t>Heading</a:t>
              </a:r>
              <a:endParaRPr lang="en-GB" sz="725" b="1" kern="0" dirty="0" smtClean="0">
                <a:solidFill>
                  <a:srgbClr val="1450B8"/>
                </a:solidFill>
                <a:latin typeface="腾讯体 W7" panose="020C08030202040F0204" pitchFamily="18" charset="-122"/>
                <a:cs typeface="腾讯体 W3" panose="020C04030202040F0204" pitchFamily="34" charset="-122"/>
              </a:endParaRPr>
            </a:p>
            <a:p>
              <a:pPr defTabSz="798830" eaLnBrk="0" hangingPunct="0">
                <a:spcAft>
                  <a:spcPts val="200"/>
                </a:spcAft>
                <a:defRPr/>
              </a:pP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ultricies</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hendrerit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pellentesque</a:t>
              </a:r>
              <a:r>
                <a:rPr lang="en-GB" sz="725" kern="0" dirty="0">
                  <a:latin typeface="腾讯体 W7" panose="020C08030202040F0204" pitchFamily="18" charset="-122"/>
                  <a:cs typeface="腾讯体 W3" panose="020C04030202040F0204" pitchFamily="34" charset="-122"/>
                </a:rPr>
                <a:t> a, </a:t>
              </a:r>
              <a:r>
                <a:rPr lang="en-GB" sz="725" kern="0" dirty="0" err="1">
                  <a:latin typeface="腾讯体 W7" panose="020C08030202040F0204" pitchFamily="18" charset="-122"/>
                  <a:cs typeface="腾讯体 W3" panose="020C04030202040F0204" pitchFamily="34" charset="-122"/>
                </a:rPr>
                <a:t>eros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Aenean</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massa</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varius</a:t>
              </a:r>
              <a:r>
                <a:rPr lang="en-GB" sz="725" kern="0" dirty="0">
                  <a:latin typeface="腾讯体 W7" panose="020C08030202040F0204" pitchFamily="18" charset="-122"/>
                  <a:cs typeface="腾讯体 W3" panose="020C04030202040F0204" pitchFamily="34" charset="-122"/>
                </a:rPr>
                <a:t> tempus. </a:t>
              </a:r>
              <a:endParaRPr lang="en-GB" sz="725" kern="0" dirty="0">
                <a:latin typeface="腾讯体 W7" panose="020C08030202040F0204" pitchFamily="18" charset="-122"/>
                <a:cs typeface="腾讯体 W3" panose="020C04030202040F0204" pitchFamily="34" charset="-122"/>
              </a:endParaRPr>
            </a:p>
          </p:txBody>
        </p:sp>
        <p:sp>
          <p:nvSpPr>
            <p:cNvPr id="590" name="Rectangle 10"/>
            <p:cNvSpPr>
              <a:spLocks noChangeArrowheads="1"/>
            </p:cNvSpPr>
            <p:nvPr/>
          </p:nvSpPr>
          <p:spPr bwMode="auto">
            <a:xfrm>
              <a:off x="3942101" y="4272974"/>
              <a:ext cx="720080" cy="188393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smtClean="0">
                  <a:solidFill>
                    <a:schemeClr val="tx2"/>
                  </a:solidFill>
                  <a:latin typeface="腾讯体 W7" panose="020C08030202040F0204" pitchFamily="18" charset="-122"/>
                  <a:cs typeface="腾讯体 W3" panose="020C04030202040F0204" pitchFamily="34" charset="-122"/>
                </a:rPr>
                <a:t>Heading</a:t>
              </a:r>
              <a:endParaRPr lang="en-GB" sz="725" b="1" kern="0" dirty="0" smtClean="0">
                <a:solidFill>
                  <a:schemeClr val="tx2"/>
                </a:solidFill>
                <a:latin typeface="腾讯体 W7" panose="020C08030202040F0204" pitchFamily="18" charset="-122"/>
                <a:cs typeface="腾讯体 W3" panose="020C04030202040F0204" pitchFamily="34" charset="-122"/>
              </a:endParaRPr>
            </a:p>
            <a:p>
              <a:pPr defTabSz="798830" eaLnBrk="0" hangingPunct="0">
                <a:spcAft>
                  <a:spcPts val="200"/>
                </a:spcAft>
                <a:defRPr/>
              </a:pP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ultricies</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hendrerit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pellentesque</a:t>
              </a:r>
              <a:r>
                <a:rPr lang="en-GB" sz="725" kern="0" dirty="0">
                  <a:latin typeface="腾讯体 W7" panose="020C08030202040F0204" pitchFamily="18" charset="-122"/>
                  <a:cs typeface="腾讯体 W3" panose="020C04030202040F0204" pitchFamily="34" charset="-122"/>
                </a:rPr>
                <a:t> a, </a:t>
              </a:r>
              <a:r>
                <a:rPr lang="en-GB" sz="725" kern="0" dirty="0" err="1">
                  <a:latin typeface="腾讯体 W7" panose="020C08030202040F0204" pitchFamily="18" charset="-122"/>
                  <a:cs typeface="腾讯体 W3" panose="020C04030202040F0204" pitchFamily="34" charset="-122"/>
                </a:rPr>
                <a:t>eros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Aenean</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massa</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varius</a:t>
              </a:r>
              <a:r>
                <a:rPr lang="en-GB" sz="725" kern="0" dirty="0">
                  <a:latin typeface="腾讯体 W7" panose="020C08030202040F0204" pitchFamily="18" charset="-122"/>
                  <a:cs typeface="腾讯体 W3" panose="020C04030202040F0204" pitchFamily="34" charset="-122"/>
                </a:rPr>
                <a:t> tempus. </a:t>
              </a:r>
              <a:endParaRPr lang="en-GB" sz="725" kern="0" dirty="0">
                <a:latin typeface="腾讯体 W7" panose="020C08030202040F0204" pitchFamily="18" charset="-122"/>
                <a:cs typeface="腾讯体 W3" panose="020C04030202040F0204" pitchFamily="34" charset="-122"/>
              </a:endParaRPr>
            </a:p>
          </p:txBody>
        </p:sp>
        <p:sp>
          <p:nvSpPr>
            <p:cNvPr id="591" name="Rectangle 10"/>
            <p:cNvSpPr>
              <a:spLocks noChangeArrowheads="1"/>
            </p:cNvSpPr>
            <p:nvPr/>
          </p:nvSpPr>
          <p:spPr bwMode="auto">
            <a:xfrm>
              <a:off x="5008901" y="4272974"/>
              <a:ext cx="720080" cy="188393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smtClean="0">
                  <a:solidFill>
                    <a:schemeClr val="accent4"/>
                  </a:solidFill>
                  <a:latin typeface="腾讯体 W7" panose="020C08030202040F0204" pitchFamily="18" charset="-122"/>
                  <a:cs typeface="腾讯体 W3" panose="020C04030202040F0204" pitchFamily="34" charset="-122"/>
                </a:rPr>
                <a:t>Heading</a:t>
              </a:r>
              <a:endParaRPr lang="en-GB" sz="725" b="1" kern="0" dirty="0" smtClean="0">
                <a:solidFill>
                  <a:schemeClr val="accent4"/>
                </a:solidFill>
                <a:latin typeface="腾讯体 W7" panose="020C08030202040F0204" pitchFamily="18" charset="-122"/>
                <a:cs typeface="腾讯体 W3" panose="020C04030202040F0204" pitchFamily="34" charset="-122"/>
              </a:endParaRPr>
            </a:p>
            <a:p>
              <a:pPr defTabSz="798830" eaLnBrk="0" hangingPunct="0">
                <a:spcAft>
                  <a:spcPts val="200"/>
                </a:spcAft>
                <a:defRPr/>
              </a:pP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ultricies</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hendrerit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pellentesque</a:t>
              </a:r>
              <a:r>
                <a:rPr lang="en-GB" sz="725" kern="0" dirty="0">
                  <a:latin typeface="腾讯体 W7" panose="020C08030202040F0204" pitchFamily="18" charset="-122"/>
                  <a:cs typeface="腾讯体 W3" panose="020C04030202040F0204" pitchFamily="34" charset="-122"/>
                </a:rPr>
                <a:t> a, </a:t>
              </a:r>
              <a:r>
                <a:rPr lang="en-GB" sz="725" kern="0" dirty="0" err="1">
                  <a:latin typeface="腾讯体 W7" panose="020C08030202040F0204" pitchFamily="18" charset="-122"/>
                  <a:cs typeface="腾讯体 W3" panose="020C04030202040F0204" pitchFamily="34" charset="-122"/>
                </a:rPr>
                <a:t>eros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Aenean</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massa</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varius</a:t>
              </a:r>
              <a:r>
                <a:rPr lang="en-GB" sz="725" kern="0" dirty="0">
                  <a:latin typeface="腾讯体 W7" panose="020C08030202040F0204" pitchFamily="18" charset="-122"/>
                  <a:cs typeface="腾讯体 W3" panose="020C04030202040F0204" pitchFamily="34" charset="-122"/>
                </a:rPr>
                <a:t> tempus. </a:t>
              </a:r>
              <a:endParaRPr lang="en-GB" sz="725" kern="0" dirty="0">
                <a:latin typeface="腾讯体 W7" panose="020C08030202040F0204" pitchFamily="18" charset="-122"/>
                <a:cs typeface="腾讯体 W3" panose="020C04030202040F0204" pitchFamily="34" charset="-122"/>
              </a:endParaRPr>
            </a:p>
          </p:txBody>
        </p:sp>
        <p:sp>
          <p:nvSpPr>
            <p:cNvPr id="592" name="Rectangle 10"/>
            <p:cNvSpPr>
              <a:spLocks noChangeArrowheads="1"/>
            </p:cNvSpPr>
            <p:nvPr/>
          </p:nvSpPr>
          <p:spPr bwMode="auto">
            <a:xfrm>
              <a:off x="6075701" y="4272974"/>
              <a:ext cx="720080" cy="188393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smtClean="0">
                  <a:solidFill>
                    <a:schemeClr val="accent5"/>
                  </a:solidFill>
                  <a:latin typeface="腾讯体 W7" panose="020C08030202040F0204" pitchFamily="18" charset="-122"/>
                  <a:cs typeface="腾讯体 W3" panose="020C04030202040F0204" pitchFamily="34" charset="-122"/>
                </a:rPr>
                <a:t>Heading</a:t>
              </a:r>
              <a:endParaRPr lang="en-GB" sz="725" b="1" kern="0" dirty="0" smtClean="0">
                <a:solidFill>
                  <a:schemeClr val="accent5"/>
                </a:solidFill>
                <a:latin typeface="腾讯体 W7" panose="020C08030202040F0204" pitchFamily="18" charset="-122"/>
                <a:cs typeface="腾讯体 W3" panose="020C04030202040F0204" pitchFamily="34" charset="-122"/>
              </a:endParaRPr>
            </a:p>
            <a:p>
              <a:pPr defTabSz="798830" eaLnBrk="0" hangingPunct="0">
                <a:spcAft>
                  <a:spcPts val="200"/>
                </a:spcAft>
                <a:defRPr/>
              </a:pP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ultricies</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hendrerit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pellentesque</a:t>
              </a:r>
              <a:r>
                <a:rPr lang="en-GB" sz="725" kern="0" dirty="0">
                  <a:latin typeface="腾讯体 W7" panose="020C08030202040F0204" pitchFamily="18" charset="-122"/>
                  <a:cs typeface="腾讯体 W3" panose="020C04030202040F0204" pitchFamily="34" charset="-122"/>
                </a:rPr>
                <a:t> a, </a:t>
              </a:r>
              <a:r>
                <a:rPr lang="en-GB" sz="725" kern="0" dirty="0" err="1">
                  <a:latin typeface="腾讯体 W7" panose="020C08030202040F0204" pitchFamily="18" charset="-122"/>
                  <a:cs typeface="腾讯体 W3" panose="020C04030202040F0204" pitchFamily="34" charset="-122"/>
                </a:rPr>
                <a:t>eros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Aenean</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massa</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varius</a:t>
              </a:r>
              <a:r>
                <a:rPr lang="en-GB" sz="725" kern="0" dirty="0">
                  <a:latin typeface="腾讯体 W7" panose="020C08030202040F0204" pitchFamily="18" charset="-122"/>
                  <a:cs typeface="腾讯体 W3" panose="020C04030202040F0204" pitchFamily="34" charset="-122"/>
                </a:rPr>
                <a:t> tempus. </a:t>
              </a:r>
              <a:endParaRPr lang="en-GB" sz="725" kern="0" dirty="0">
                <a:latin typeface="腾讯体 W7" panose="020C08030202040F0204" pitchFamily="18" charset="-122"/>
                <a:cs typeface="腾讯体 W3" panose="020C04030202040F0204" pitchFamily="34" charset="-122"/>
              </a:endParaRPr>
            </a:p>
          </p:txBody>
        </p:sp>
        <p:sp>
          <p:nvSpPr>
            <p:cNvPr id="593" name="Rectangle 10"/>
            <p:cNvSpPr>
              <a:spLocks noChangeArrowheads="1"/>
            </p:cNvSpPr>
            <p:nvPr/>
          </p:nvSpPr>
          <p:spPr bwMode="auto">
            <a:xfrm>
              <a:off x="7126459" y="4272974"/>
              <a:ext cx="720080" cy="188393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smtClean="0">
                  <a:solidFill>
                    <a:schemeClr val="accent3"/>
                  </a:solidFill>
                  <a:latin typeface="腾讯体 W7" panose="020C08030202040F0204" pitchFamily="18" charset="-122"/>
                  <a:cs typeface="腾讯体 W3" panose="020C04030202040F0204" pitchFamily="34" charset="-122"/>
                </a:rPr>
                <a:t>Heading</a:t>
              </a:r>
              <a:endParaRPr lang="en-GB" sz="725" b="1" kern="0" dirty="0" smtClean="0">
                <a:solidFill>
                  <a:schemeClr val="accent3"/>
                </a:solidFill>
                <a:latin typeface="腾讯体 W7" panose="020C08030202040F0204" pitchFamily="18" charset="-122"/>
                <a:cs typeface="腾讯体 W3" panose="020C04030202040F0204" pitchFamily="34" charset="-122"/>
              </a:endParaRPr>
            </a:p>
            <a:p>
              <a:pPr defTabSz="798830" eaLnBrk="0" hangingPunct="0">
                <a:spcAft>
                  <a:spcPts val="200"/>
                </a:spcAft>
                <a:defRPr/>
              </a:pP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ultricies</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hendrerit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pellentesque</a:t>
              </a:r>
              <a:r>
                <a:rPr lang="en-GB" sz="725" kern="0" dirty="0">
                  <a:latin typeface="腾讯体 W7" panose="020C08030202040F0204" pitchFamily="18" charset="-122"/>
                  <a:cs typeface="腾讯体 W3" panose="020C04030202040F0204" pitchFamily="34" charset="-122"/>
                </a:rPr>
                <a:t> a, </a:t>
              </a:r>
              <a:r>
                <a:rPr lang="en-GB" sz="725" kern="0" dirty="0" err="1">
                  <a:latin typeface="腾讯体 W7" panose="020C08030202040F0204" pitchFamily="18" charset="-122"/>
                  <a:cs typeface="腾讯体 W3" panose="020C04030202040F0204" pitchFamily="34" charset="-122"/>
                </a:rPr>
                <a:t>eros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Aenean</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massa</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varius</a:t>
              </a:r>
              <a:r>
                <a:rPr lang="en-GB" sz="725" kern="0" dirty="0">
                  <a:latin typeface="腾讯体 W7" panose="020C08030202040F0204" pitchFamily="18" charset="-122"/>
                  <a:cs typeface="腾讯体 W3" panose="020C04030202040F0204" pitchFamily="34" charset="-122"/>
                </a:rPr>
                <a:t> tempus. </a:t>
              </a:r>
              <a:endParaRPr lang="en-GB" sz="725" kern="0" dirty="0">
                <a:latin typeface="腾讯体 W7" panose="020C08030202040F0204" pitchFamily="18" charset="-122"/>
                <a:cs typeface="腾讯体 W3" panose="020C04030202040F0204" pitchFamily="34" charset="-122"/>
              </a:endParaRPr>
            </a:p>
          </p:txBody>
        </p:sp>
        <p:sp>
          <p:nvSpPr>
            <p:cNvPr id="594" name="Freeform 4889"/>
            <p:cNvSpPr>
              <a:spLocks noEditPoints="1"/>
            </p:cNvSpPr>
            <p:nvPr/>
          </p:nvSpPr>
          <p:spPr bwMode="auto">
            <a:xfrm>
              <a:off x="5257953" y="6357795"/>
              <a:ext cx="205933" cy="362744"/>
            </a:xfrm>
            <a:custGeom>
              <a:avLst/>
              <a:gdLst>
                <a:gd name="T0" fmla="*/ 12 w 218"/>
                <a:gd name="T1" fmla="*/ 62 h 384"/>
                <a:gd name="T2" fmla="*/ 6 w 218"/>
                <a:gd name="T3" fmla="*/ 46 h 384"/>
                <a:gd name="T4" fmla="*/ 124 w 218"/>
                <a:gd name="T5" fmla="*/ 0 h 384"/>
                <a:gd name="T6" fmla="*/ 142 w 218"/>
                <a:gd name="T7" fmla="*/ 6 h 384"/>
                <a:gd name="T8" fmla="*/ 144 w 218"/>
                <a:gd name="T9" fmla="*/ 24 h 384"/>
                <a:gd name="T10" fmla="*/ 26 w 218"/>
                <a:gd name="T11" fmla="*/ 64 h 384"/>
                <a:gd name="T12" fmla="*/ 22 w 218"/>
                <a:gd name="T13" fmla="*/ 118 h 384"/>
                <a:gd name="T14" fmla="*/ 218 w 218"/>
                <a:gd name="T15" fmla="*/ 54 h 384"/>
                <a:gd name="T16" fmla="*/ 216 w 218"/>
                <a:gd name="T17" fmla="*/ 36 h 384"/>
                <a:gd name="T18" fmla="*/ 12 w 218"/>
                <a:gd name="T19" fmla="*/ 86 h 384"/>
                <a:gd name="T20" fmla="*/ 2 w 218"/>
                <a:gd name="T21" fmla="*/ 100 h 384"/>
                <a:gd name="T22" fmla="*/ 8 w 218"/>
                <a:gd name="T23" fmla="*/ 116 h 384"/>
                <a:gd name="T24" fmla="*/ 68 w 218"/>
                <a:gd name="T25" fmla="*/ 236 h 384"/>
                <a:gd name="T26" fmla="*/ 84 w 218"/>
                <a:gd name="T27" fmla="*/ 218 h 384"/>
                <a:gd name="T28" fmla="*/ 68 w 218"/>
                <a:gd name="T29" fmla="*/ 172 h 384"/>
                <a:gd name="T30" fmla="*/ 212 w 218"/>
                <a:gd name="T31" fmla="*/ 114 h 384"/>
                <a:gd name="T32" fmla="*/ 218 w 218"/>
                <a:gd name="T33" fmla="*/ 96 h 384"/>
                <a:gd name="T34" fmla="*/ 198 w 218"/>
                <a:gd name="T35" fmla="*/ 84 h 384"/>
                <a:gd name="T36" fmla="*/ 4 w 218"/>
                <a:gd name="T37" fmla="*/ 146 h 384"/>
                <a:gd name="T38" fmla="*/ 2 w 218"/>
                <a:gd name="T39" fmla="*/ 160 h 384"/>
                <a:gd name="T40" fmla="*/ 12 w 218"/>
                <a:gd name="T41" fmla="*/ 172 h 384"/>
                <a:gd name="T42" fmla="*/ 44 w 218"/>
                <a:gd name="T43" fmla="*/ 198 h 384"/>
                <a:gd name="T44" fmla="*/ 52 w 218"/>
                <a:gd name="T45" fmla="*/ 224 h 384"/>
                <a:gd name="T46" fmla="*/ 148 w 218"/>
                <a:gd name="T47" fmla="*/ 236 h 384"/>
                <a:gd name="T48" fmla="*/ 164 w 218"/>
                <a:gd name="T49" fmla="*/ 224 h 384"/>
                <a:gd name="T50" fmla="*/ 172 w 218"/>
                <a:gd name="T51" fmla="*/ 198 h 384"/>
                <a:gd name="T52" fmla="*/ 204 w 218"/>
                <a:gd name="T53" fmla="*/ 172 h 384"/>
                <a:gd name="T54" fmla="*/ 216 w 218"/>
                <a:gd name="T55" fmla="*/ 156 h 384"/>
                <a:gd name="T56" fmla="*/ 206 w 218"/>
                <a:gd name="T57" fmla="*/ 140 h 384"/>
                <a:gd name="T58" fmla="*/ 182 w 218"/>
                <a:gd name="T59" fmla="*/ 144 h 384"/>
                <a:gd name="T60" fmla="*/ 142 w 218"/>
                <a:gd name="T61" fmla="*/ 182 h 384"/>
                <a:gd name="T62" fmla="*/ 132 w 218"/>
                <a:gd name="T63" fmla="*/ 218 h 384"/>
                <a:gd name="T64" fmla="*/ 148 w 218"/>
                <a:gd name="T65" fmla="*/ 236 h 384"/>
                <a:gd name="T66" fmla="*/ 150 w 218"/>
                <a:gd name="T67" fmla="*/ 354 h 384"/>
                <a:gd name="T68" fmla="*/ 152 w 218"/>
                <a:gd name="T69" fmla="*/ 344 h 384"/>
                <a:gd name="T70" fmla="*/ 76 w 218"/>
                <a:gd name="T71" fmla="*/ 340 h 384"/>
                <a:gd name="T72" fmla="*/ 68 w 218"/>
                <a:gd name="T73" fmla="*/ 344 h 384"/>
                <a:gd name="T74" fmla="*/ 70 w 218"/>
                <a:gd name="T75" fmla="*/ 354 h 384"/>
                <a:gd name="T76" fmla="*/ 128 w 218"/>
                <a:gd name="T77" fmla="*/ 384 h 384"/>
                <a:gd name="T78" fmla="*/ 136 w 218"/>
                <a:gd name="T79" fmla="*/ 380 h 384"/>
                <a:gd name="T80" fmla="*/ 134 w 218"/>
                <a:gd name="T81" fmla="*/ 370 h 384"/>
                <a:gd name="T82" fmla="*/ 92 w 218"/>
                <a:gd name="T83" fmla="*/ 368 h 384"/>
                <a:gd name="T84" fmla="*/ 82 w 218"/>
                <a:gd name="T85" fmla="*/ 376 h 384"/>
                <a:gd name="T86" fmla="*/ 88 w 218"/>
                <a:gd name="T87" fmla="*/ 384 h 384"/>
                <a:gd name="T88" fmla="*/ 48 w 218"/>
                <a:gd name="T89" fmla="*/ 248 h 384"/>
                <a:gd name="T90" fmla="*/ 40 w 218"/>
                <a:gd name="T91" fmla="*/ 254 h 384"/>
                <a:gd name="T92" fmla="*/ 40 w 218"/>
                <a:gd name="T93" fmla="*/ 310 h 384"/>
                <a:gd name="T94" fmla="*/ 60 w 218"/>
                <a:gd name="T95" fmla="*/ 328 h 384"/>
                <a:gd name="T96" fmla="*/ 160 w 218"/>
                <a:gd name="T97" fmla="*/ 328 h 384"/>
                <a:gd name="T98" fmla="*/ 180 w 218"/>
                <a:gd name="T99" fmla="*/ 310 h 384"/>
                <a:gd name="T100" fmla="*/ 178 w 218"/>
                <a:gd name="T101" fmla="*/ 254 h 384"/>
                <a:gd name="T102" fmla="*/ 172 w 218"/>
                <a:gd name="T103" fmla="*/ 248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18" h="384">
                  <a:moveTo>
                    <a:pt x="22" y="66"/>
                  </a:moveTo>
                  <a:lnTo>
                    <a:pt x="22" y="66"/>
                  </a:lnTo>
                  <a:lnTo>
                    <a:pt x="16" y="64"/>
                  </a:lnTo>
                  <a:lnTo>
                    <a:pt x="12" y="62"/>
                  </a:lnTo>
                  <a:lnTo>
                    <a:pt x="8" y="58"/>
                  </a:lnTo>
                  <a:lnTo>
                    <a:pt x="6" y="54"/>
                  </a:lnTo>
                  <a:lnTo>
                    <a:pt x="6" y="54"/>
                  </a:lnTo>
                  <a:lnTo>
                    <a:pt x="6" y="46"/>
                  </a:lnTo>
                  <a:lnTo>
                    <a:pt x="8" y="40"/>
                  </a:lnTo>
                  <a:lnTo>
                    <a:pt x="12" y="36"/>
                  </a:lnTo>
                  <a:lnTo>
                    <a:pt x="18" y="32"/>
                  </a:lnTo>
                  <a:lnTo>
                    <a:pt x="124" y="0"/>
                  </a:lnTo>
                  <a:lnTo>
                    <a:pt x="124" y="0"/>
                  </a:lnTo>
                  <a:lnTo>
                    <a:pt x="130" y="0"/>
                  </a:lnTo>
                  <a:lnTo>
                    <a:pt x="136" y="2"/>
                  </a:lnTo>
                  <a:lnTo>
                    <a:pt x="142" y="6"/>
                  </a:lnTo>
                  <a:lnTo>
                    <a:pt x="146" y="12"/>
                  </a:lnTo>
                  <a:lnTo>
                    <a:pt x="146" y="12"/>
                  </a:lnTo>
                  <a:lnTo>
                    <a:pt x="146" y="18"/>
                  </a:lnTo>
                  <a:lnTo>
                    <a:pt x="144" y="24"/>
                  </a:lnTo>
                  <a:lnTo>
                    <a:pt x="140" y="28"/>
                  </a:lnTo>
                  <a:lnTo>
                    <a:pt x="134" y="32"/>
                  </a:lnTo>
                  <a:lnTo>
                    <a:pt x="26" y="64"/>
                  </a:lnTo>
                  <a:lnTo>
                    <a:pt x="26" y="64"/>
                  </a:lnTo>
                  <a:lnTo>
                    <a:pt x="22" y="66"/>
                  </a:lnTo>
                  <a:close/>
                  <a:moveTo>
                    <a:pt x="18" y="118"/>
                  </a:moveTo>
                  <a:lnTo>
                    <a:pt x="18" y="118"/>
                  </a:lnTo>
                  <a:lnTo>
                    <a:pt x="22" y="118"/>
                  </a:lnTo>
                  <a:lnTo>
                    <a:pt x="208" y="64"/>
                  </a:lnTo>
                  <a:lnTo>
                    <a:pt x="208" y="64"/>
                  </a:lnTo>
                  <a:lnTo>
                    <a:pt x="212" y="60"/>
                  </a:lnTo>
                  <a:lnTo>
                    <a:pt x="218" y="54"/>
                  </a:lnTo>
                  <a:lnTo>
                    <a:pt x="218" y="48"/>
                  </a:lnTo>
                  <a:lnTo>
                    <a:pt x="218" y="42"/>
                  </a:lnTo>
                  <a:lnTo>
                    <a:pt x="218" y="42"/>
                  </a:lnTo>
                  <a:lnTo>
                    <a:pt x="216" y="36"/>
                  </a:lnTo>
                  <a:lnTo>
                    <a:pt x="210" y="32"/>
                  </a:lnTo>
                  <a:lnTo>
                    <a:pt x="204" y="30"/>
                  </a:lnTo>
                  <a:lnTo>
                    <a:pt x="198" y="30"/>
                  </a:lnTo>
                  <a:lnTo>
                    <a:pt x="12" y="86"/>
                  </a:lnTo>
                  <a:lnTo>
                    <a:pt x="12" y="86"/>
                  </a:lnTo>
                  <a:lnTo>
                    <a:pt x="8" y="90"/>
                  </a:lnTo>
                  <a:lnTo>
                    <a:pt x="2" y="94"/>
                  </a:lnTo>
                  <a:lnTo>
                    <a:pt x="2" y="100"/>
                  </a:lnTo>
                  <a:lnTo>
                    <a:pt x="2" y="106"/>
                  </a:lnTo>
                  <a:lnTo>
                    <a:pt x="2" y="106"/>
                  </a:lnTo>
                  <a:lnTo>
                    <a:pt x="4" y="112"/>
                  </a:lnTo>
                  <a:lnTo>
                    <a:pt x="8" y="116"/>
                  </a:lnTo>
                  <a:lnTo>
                    <a:pt x="12" y="118"/>
                  </a:lnTo>
                  <a:lnTo>
                    <a:pt x="18" y="118"/>
                  </a:lnTo>
                  <a:close/>
                  <a:moveTo>
                    <a:pt x="68" y="236"/>
                  </a:moveTo>
                  <a:lnTo>
                    <a:pt x="68" y="236"/>
                  </a:lnTo>
                  <a:lnTo>
                    <a:pt x="74" y="234"/>
                  </a:lnTo>
                  <a:lnTo>
                    <a:pt x="80" y="230"/>
                  </a:lnTo>
                  <a:lnTo>
                    <a:pt x="84" y="224"/>
                  </a:lnTo>
                  <a:lnTo>
                    <a:pt x="84" y="218"/>
                  </a:lnTo>
                  <a:lnTo>
                    <a:pt x="84" y="218"/>
                  </a:lnTo>
                  <a:lnTo>
                    <a:pt x="82" y="200"/>
                  </a:lnTo>
                  <a:lnTo>
                    <a:pt x="76" y="184"/>
                  </a:lnTo>
                  <a:lnTo>
                    <a:pt x="68" y="172"/>
                  </a:lnTo>
                  <a:lnTo>
                    <a:pt x="58" y="162"/>
                  </a:lnTo>
                  <a:lnTo>
                    <a:pt x="208" y="116"/>
                  </a:lnTo>
                  <a:lnTo>
                    <a:pt x="208" y="116"/>
                  </a:lnTo>
                  <a:lnTo>
                    <a:pt x="212" y="114"/>
                  </a:lnTo>
                  <a:lnTo>
                    <a:pt x="218" y="108"/>
                  </a:lnTo>
                  <a:lnTo>
                    <a:pt x="218" y="102"/>
                  </a:lnTo>
                  <a:lnTo>
                    <a:pt x="218" y="96"/>
                  </a:lnTo>
                  <a:lnTo>
                    <a:pt x="218" y="96"/>
                  </a:lnTo>
                  <a:lnTo>
                    <a:pt x="216" y="90"/>
                  </a:lnTo>
                  <a:lnTo>
                    <a:pt x="210" y="86"/>
                  </a:lnTo>
                  <a:lnTo>
                    <a:pt x="204" y="84"/>
                  </a:lnTo>
                  <a:lnTo>
                    <a:pt x="198" y="84"/>
                  </a:lnTo>
                  <a:lnTo>
                    <a:pt x="12" y="140"/>
                  </a:lnTo>
                  <a:lnTo>
                    <a:pt x="12" y="140"/>
                  </a:lnTo>
                  <a:lnTo>
                    <a:pt x="8" y="142"/>
                  </a:lnTo>
                  <a:lnTo>
                    <a:pt x="4" y="146"/>
                  </a:lnTo>
                  <a:lnTo>
                    <a:pt x="2" y="150"/>
                  </a:lnTo>
                  <a:lnTo>
                    <a:pt x="0" y="156"/>
                  </a:lnTo>
                  <a:lnTo>
                    <a:pt x="0" y="156"/>
                  </a:lnTo>
                  <a:lnTo>
                    <a:pt x="2" y="160"/>
                  </a:lnTo>
                  <a:lnTo>
                    <a:pt x="4" y="166"/>
                  </a:lnTo>
                  <a:lnTo>
                    <a:pt x="8" y="168"/>
                  </a:lnTo>
                  <a:lnTo>
                    <a:pt x="12" y="172"/>
                  </a:lnTo>
                  <a:lnTo>
                    <a:pt x="12" y="172"/>
                  </a:lnTo>
                  <a:lnTo>
                    <a:pt x="18" y="174"/>
                  </a:lnTo>
                  <a:lnTo>
                    <a:pt x="32" y="182"/>
                  </a:lnTo>
                  <a:lnTo>
                    <a:pt x="38" y="190"/>
                  </a:lnTo>
                  <a:lnTo>
                    <a:pt x="44" y="198"/>
                  </a:lnTo>
                  <a:lnTo>
                    <a:pt x="50" y="206"/>
                  </a:lnTo>
                  <a:lnTo>
                    <a:pt x="50" y="218"/>
                  </a:lnTo>
                  <a:lnTo>
                    <a:pt x="50" y="218"/>
                  </a:lnTo>
                  <a:lnTo>
                    <a:pt x="52" y="224"/>
                  </a:lnTo>
                  <a:lnTo>
                    <a:pt x="56" y="230"/>
                  </a:lnTo>
                  <a:lnTo>
                    <a:pt x="62" y="234"/>
                  </a:lnTo>
                  <a:lnTo>
                    <a:pt x="68" y="236"/>
                  </a:lnTo>
                  <a:close/>
                  <a:moveTo>
                    <a:pt x="148" y="236"/>
                  </a:moveTo>
                  <a:lnTo>
                    <a:pt x="148" y="236"/>
                  </a:lnTo>
                  <a:lnTo>
                    <a:pt x="156" y="234"/>
                  </a:lnTo>
                  <a:lnTo>
                    <a:pt x="160" y="230"/>
                  </a:lnTo>
                  <a:lnTo>
                    <a:pt x="164" y="224"/>
                  </a:lnTo>
                  <a:lnTo>
                    <a:pt x="166" y="218"/>
                  </a:lnTo>
                  <a:lnTo>
                    <a:pt x="166" y="218"/>
                  </a:lnTo>
                  <a:lnTo>
                    <a:pt x="168" y="206"/>
                  </a:lnTo>
                  <a:lnTo>
                    <a:pt x="172" y="198"/>
                  </a:lnTo>
                  <a:lnTo>
                    <a:pt x="178" y="190"/>
                  </a:lnTo>
                  <a:lnTo>
                    <a:pt x="184" y="182"/>
                  </a:lnTo>
                  <a:lnTo>
                    <a:pt x="198" y="174"/>
                  </a:lnTo>
                  <a:lnTo>
                    <a:pt x="204" y="172"/>
                  </a:lnTo>
                  <a:lnTo>
                    <a:pt x="204" y="172"/>
                  </a:lnTo>
                  <a:lnTo>
                    <a:pt x="210" y="168"/>
                  </a:lnTo>
                  <a:lnTo>
                    <a:pt x="214" y="162"/>
                  </a:lnTo>
                  <a:lnTo>
                    <a:pt x="216" y="156"/>
                  </a:lnTo>
                  <a:lnTo>
                    <a:pt x="214" y="150"/>
                  </a:lnTo>
                  <a:lnTo>
                    <a:pt x="214" y="150"/>
                  </a:lnTo>
                  <a:lnTo>
                    <a:pt x="212" y="144"/>
                  </a:lnTo>
                  <a:lnTo>
                    <a:pt x="206" y="140"/>
                  </a:lnTo>
                  <a:lnTo>
                    <a:pt x="200" y="138"/>
                  </a:lnTo>
                  <a:lnTo>
                    <a:pt x="194" y="140"/>
                  </a:lnTo>
                  <a:lnTo>
                    <a:pt x="194" y="140"/>
                  </a:lnTo>
                  <a:lnTo>
                    <a:pt x="182" y="144"/>
                  </a:lnTo>
                  <a:lnTo>
                    <a:pt x="172" y="150"/>
                  </a:lnTo>
                  <a:lnTo>
                    <a:pt x="162" y="158"/>
                  </a:lnTo>
                  <a:lnTo>
                    <a:pt x="150" y="168"/>
                  </a:lnTo>
                  <a:lnTo>
                    <a:pt x="142" y="182"/>
                  </a:lnTo>
                  <a:lnTo>
                    <a:pt x="134" y="198"/>
                  </a:lnTo>
                  <a:lnTo>
                    <a:pt x="132" y="208"/>
                  </a:lnTo>
                  <a:lnTo>
                    <a:pt x="132" y="218"/>
                  </a:lnTo>
                  <a:lnTo>
                    <a:pt x="132" y="218"/>
                  </a:lnTo>
                  <a:lnTo>
                    <a:pt x="134" y="224"/>
                  </a:lnTo>
                  <a:lnTo>
                    <a:pt x="136" y="230"/>
                  </a:lnTo>
                  <a:lnTo>
                    <a:pt x="142" y="234"/>
                  </a:lnTo>
                  <a:lnTo>
                    <a:pt x="148" y="236"/>
                  </a:lnTo>
                  <a:close/>
                  <a:moveTo>
                    <a:pt x="144" y="356"/>
                  </a:moveTo>
                  <a:lnTo>
                    <a:pt x="144" y="356"/>
                  </a:lnTo>
                  <a:lnTo>
                    <a:pt x="148" y="356"/>
                  </a:lnTo>
                  <a:lnTo>
                    <a:pt x="150" y="354"/>
                  </a:lnTo>
                  <a:lnTo>
                    <a:pt x="152" y="350"/>
                  </a:lnTo>
                  <a:lnTo>
                    <a:pt x="152" y="348"/>
                  </a:lnTo>
                  <a:lnTo>
                    <a:pt x="152" y="348"/>
                  </a:lnTo>
                  <a:lnTo>
                    <a:pt x="152" y="344"/>
                  </a:lnTo>
                  <a:lnTo>
                    <a:pt x="150" y="342"/>
                  </a:lnTo>
                  <a:lnTo>
                    <a:pt x="148" y="340"/>
                  </a:lnTo>
                  <a:lnTo>
                    <a:pt x="144" y="340"/>
                  </a:lnTo>
                  <a:lnTo>
                    <a:pt x="76" y="340"/>
                  </a:lnTo>
                  <a:lnTo>
                    <a:pt x="76" y="340"/>
                  </a:lnTo>
                  <a:lnTo>
                    <a:pt x="72" y="340"/>
                  </a:lnTo>
                  <a:lnTo>
                    <a:pt x="70" y="342"/>
                  </a:lnTo>
                  <a:lnTo>
                    <a:pt x="68" y="344"/>
                  </a:lnTo>
                  <a:lnTo>
                    <a:pt x="68" y="348"/>
                  </a:lnTo>
                  <a:lnTo>
                    <a:pt x="68" y="348"/>
                  </a:lnTo>
                  <a:lnTo>
                    <a:pt x="68" y="350"/>
                  </a:lnTo>
                  <a:lnTo>
                    <a:pt x="70" y="354"/>
                  </a:lnTo>
                  <a:lnTo>
                    <a:pt x="72" y="356"/>
                  </a:lnTo>
                  <a:lnTo>
                    <a:pt x="76" y="356"/>
                  </a:lnTo>
                  <a:lnTo>
                    <a:pt x="144" y="356"/>
                  </a:lnTo>
                  <a:close/>
                  <a:moveTo>
                    <a:pt x="128" y="384"/>
                  </a:moveTo>
                  <a:lnTo>
                    <a:pt x="128" y="384"/>
                  </a:lnTo>
                  <a:lnTo>
                    <a:pt x="132" y="384"/>
                  </a:lnTo>
                  <a:lnTo>
                    <a:pt x="134" y="382"/>
                  </a:lnTo>
                  <a:lnTo>
                    <a:pt x="136" y="380"/>
                  </a:lnTo>
                  <a:lnTo>
                    <a:pt x="138" y="376"/>
                  </a:lnTo>
                  <a:lnTo>
                    <a:pt x="138" y="376"/>
                  </a:lnTo>
                  <a:lnTo>
                    <a:pt x="136" y="374"/>
                  </a:lnTo>
                  <a:lnTo>
                    <a:pt x="134" y="370"/>
                  </a:lnTo>
                  <a:lnTo>
                    <a:pt x="132" y="368"/>
                  </a:lnTo>
                  <a:lnTo>
                    <a:pt x="128" y="368"/>
                  </a:lnTo>
                  <a:lnTo>
                    <a:pt x="92" y="368"/>
                  </a:lnTo>
                  <a:lnTo>
                    <a:pt x="92" y="368"/>
                  </a:lnTo>
                  <a:lnTo>
                    <a:pt x="88" y="368"/>
                  </a:lnTo>
                  <a:lnTo>
                    <a:pt x="86" y="370"/>
                  </a:lnTo>
                  <a:lnTo>
                    <a:pt x="84" y="374"/>
                  </a:lnTo>
                  <a:lnTo>
                    <a:pt x="82" y="376"/>
                  </a:lnTo>
                  <a:lnTo>
                    <a:pt x="82" y="376"/>
                  </a:lnTo>
                  <a:lnTo>
                    <a:pt x="84" y="380"/>
                  </a:lnTo>
                  <a:lnTo>
                    <a:pt x="86" y="382"/>
                  </a:lnTo>
                  <a:lnTo>
                    <a:pt x="88" y="384"/>
                  </a:lnTo>
                  <a:lnTo>
                    <a:pt x="92" y="384"/>
                  </a:lnTo>
                  <a:lnTo>
                    <a:pt x="128" y="384"/>
                  </a:lnTo>
                  <a:close/>
                  <a:moveTo>
                    <a:pt x="172" y="248"/>
                  </a:moveTo>
                  <a:lnTo>
                    <a:pt x="48" y="248"/>
                  </a:lnTo>
                  <a:lnTo>
                    <a:pt x="48" y="248"/>
                  </a:lnTo>
                  <a:lnTo>
                    <a:pt x="46" y="250"/>
                  </a:lnTo>
                  <a:lnTo>
                    <a:pt x="42" y="250"/>
                  </a:lnTo>
                  <a:lnTo>
                    <a:pt x="40" y="254"/>
                  </a:lnTo>
                  <a:lnTo>
                    <a:pt x="40" y="256"/>
                  </a:lnTo>
                  <a:lnTo>
                    <a:pt x="40" y="306"/>
                  </a:lnTo>
                  <a:lnTo>
                    <a:pt x="40" y="306"/>
                  </a:lnTo>
                  <a:lnTo>
                    <a:pt x="40" y="310"/>
                  </a:lnTo>
                  <a:lnTo>
                    <a:pt x="42" y="312"/>
                  </a:lnTo>
                  <a:lnTo>
                    <a:pt x="56" y="326"/>
                  </a:lnTo>
                  <a:lnTo>
                    <a:pt x="56" y="326"/>
                  </a:lnTo>
                  <a:lnTo>
                    <a:pt x="60" y="328"/>
                  </a:lnTo>
                  <a:lnTo>
                    <a:pt x="62" y="328"/>
                  </a:lnTo>
                  <a:lnTo>
                    <a:pt x="158" y="328"/>
                  </a:lnTo>
                  <a:lnTo>
                    <a:pt x="158" y="328"/>
                  </a:lnTo>
                  <a:lnTo>
                    <a:pt x="160" y="328"/>
                  </a:lnTo>
                  <a:lnTo>
                    <a:pt x="164" y="326"/>
                  </a:lnTo>
                  <a:lnTo>
                    <a:pt x="178" y="312"/>
                  </a:lnTo>
                  <a:lnTo>
                    <a:pt x="178" y="312"/>
                  </a:lnTo>
                  <a:lnTo>
                    <a:pt x="180" y="310"/>
                  </a:lnTo>
                  <a:lnTo>
                    <a:pt x="180" y="306"/>
                  </a:lnTo>
                  <a:lnTo>
                    <a:pt x="180" y="256"/>
                  </a:lnTo>
                  <a:lnTo>
                    <a:pt x="180" y="256"/>
                  </a:lnTo>
                  <a:lnTo>
                    <a:pt x="178" y="254"/>
                  </a:lnTo>
                  <a:lnTo>
                    <a:pt x="178" y="250"/>
                  </a:lnTo>
                  <a:lnTo>
                    <a:pt x="174" y="250"/>
                  </a:lnTo>
                  <a:lnTo>
                    <a:pt x="172" y="248"/>
                  </a:lnTo>
                  <a:lnTo>
                    <a:pt x="172" y="248"/>
                  </a:lnTo>
                  <a:close/>
                </a:path>
              </a:pathLst>
            </a:custGeom>
            <a:solidFill>
              <a:schemeClr val="bg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95" name="Freeform 5003"/>
            <p:cNvSpPr>
              <a:spLocks noEditPoints="1"/>
            </p:cNvSpPr>
            <p:nvPr/>
          </p:nvSpPr>
          <p:spPr bwMode="auto">
            <a:xfrm>
              <a:off x="3110120" y="6346607"/>
              <a:ext cx="223061" cy="378406"/>
            </a:xfrm>
            <a:custGeom>
              <a:avLst/>
              <a:gdLst>
                <a:gd name="T0" fmla="*/ 28 w 224"/>
                <a:gd name="T1" fmla="*/ 0 h 380"/>
                <a:gd name="T2" fmla="*/ 16 w 224"/>
                <a:gd name="T3" fmla="*/ 2 h 380"/>
                <a:gd name="T4" fmla="*/ 2 w 224"/>
                <a:gd name="T5" fmla="*/ 16 h 380"/>
                <a:gd name="T6" fmla="*/ 0 w 224"/>
                <a:gd name="T7" fmla="*/ 352 h 380"/>
                <a:gd name="T8" fmla="*/ 2 w 224"/>
                <a:gd name="T9" fmla="*/ 364 h 380"/>
                <a:gd name="T10" fmla="*/ 16 w 224"/>
                <a:gd name="T11" fmla="*/ 378 h 380"/>
                <a:gd name="T12" fmla="*/ 196 w 224"/>
                <a:gd name="T13" fmla="*/ 380 h 380"/>
                <a:gd name="T14" fmla="*/ 208 w 224"/>
                <a:gd name="T15" fmla="*/ 378 h 380"/>
                <a:gd name="T16" fmla="*/ 222 w 224"/>
                <a:gd name="T17" fmla="*/ 364 h 380"/>
                <a:gd name="T18" fmla="*/ 224 w 224"/>
                <a:gd name="T19" fmla="*/ 28 h 380"/>
                <a:gd name="T20" fmla="*/ 222 w 224"/>
                <a:gd name="T21" fmla="*/ 16 h 380"/>
                <a:gd name="T22" fmla="*/ 208 w 224"/>
                <a:gd name="T23" fmla="*/ 2 h 380"/>
                <a:gd name="T24" fmla="*/ 196 w 224"/>
                <a:gd name="T25" fmla="*/ 0 h 380"/>
                <a:gd name="T26" fmla="*/ 130 w 224"/>
                <a:gd name="T27" fmla="*/ 26 h 380"/>
                <a:gd name="T28" fmla="*/ 134 w 224"/>
                <a:gd name="T29" fmla="*/ 28 h 380"/>
                <a:gd name="T30" fmla="*/ 138 w 224"/>
                <a:gd name="T31" fmla="*/ 32 h 380"/>
                <a:gd name="T32" fmla="*/ 138 w 224"/>
                <a:gd name="T33" fmla="*/ 34 h 380"/>
                <a:gd name="T34" fmla="*/ 136 w 224"/>
                <a:gd name="T35" fmla="*/ 40 h 380"/>
                <a:gd name="T36" fmla="*/ 130 w 224"/>
                <a:gd name="T37" fmla="*/ 42 h 380"/>
                <a:gd name="T38" fmla="*/ 94 w 224"/>
                <a:gd name="T39" fmla="*/ 42 h 380"/>
                <a:gd name="T40" fmla="*/ 88 w 224"/>
                <a:gd name="T41" fmla="*/ 40 h 380"/>
                <a:gd name="T42" fmla="*/ 86 w 224"/>
                <a:gd name="T43" fmla="*/ 34 h 380"/>
                <a:gd name="T44" fmla="*/ 86 w 224"/>
                <a:gd name="T45" fmla="*/ 32 h 380"/>
                <a:gd name="T46" fmla="*/ 90 w 224"/>
                <a:gd name="T47" fmla="*/ 28 h 380"/>
                <a:gd name="T48" fmla="*/ 94 w 224"/>
                <a:gd name="T49" fmla="*/ 26 h 380"/>
                <a:gd name="T50" fmla="*/ 112 w 224"/>
                <a:gd name="T51" fmla="*/ 362 h 380"/>
                <a:gd name="T52" fmla="*/ 98 w 224"/>
                <a:gd name="T53" fmla="*/ 356 h 380"/>
                <a:gd name="T54" fmla="*/ 94 w 224"/>
                <a:gd name="T55" fmla="*/ 344 h 380"/>
                <a:gd name="T56" fmla="*/ 94 w 224"/>
                <a:gd name="T57" fmla="*/ 336 h 380"/>
                <a:gd name="T58" fmla="*/ 104 w 224"/>
                <a:gd name="T59" fmla="*/ 326 h 380"/>
                <a:gd name="T60" fmla="*/ 112 w 224"/>
                <a:gd name="T61" fmla="*/ 324 h 380"/>
                <a:gd name="T62" fmla="*/ 126 w 224"/>
                <a:gd name="T63" fmla="*/ 330 h 380"/>
                <a:gd name="T64" fmla="*/ 130 w 224"/>
                <a:gd name="T65" fmla="*/ 344 h 380"/>
                <a:gd name="T66" fmla="*/ 130 w 224"/>
                <a:gd name="T67" fmla="*/ 350 h 380"/>
                <a:gd name="T68" fmla="*/ 120 w 224"/>
                <a:gd name="T69" fmla="*/ 360 h 380"/>
                <a:gd name="T70" fmla="*/ 112 w 224"/>
                <a:gd name="T71" fmla="*/ 362 h 380"/>
                <a:gd name="T72" fmla="*/ 28 w 224"/>
                <a:gd name="T73" fmla="*/ 308 h 380"/>
                <a:gd name="T74" fmla="*/ 196 w 224"/>
                <a:gd name="T75" fmla="*/ 60 h 3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24" h="380">
                  <a:moveTo>
                    <a:pt x="196" y="0"/>
                  </a:moveTo>
                  <a:lnTo>
                    <a:pt x="28" y="0"/>
                  </a:lnTo>
                  <a:lnTo>
                    <a:pt x="28" y="0"/>
                  </a:lnTo>
                  <a:lnTo>
                    <a:pt x="16" y="2"/>
                  </a:lnTo>
                  <a:lnTo>
                    <a:pt x="8" y="8"/>
                  </a:lnTo>
                  <a:lnTo>
                    <a:pt x="2" y="16"/>
                  </a:lnTo>
                  <a:lnTo>
                    <a:pt x="0" y="28"/>
                  </a:lnTo>
                  <a:lnTo>
                    <a:pt x="0" y="352"/>
                  </a:lnTo>
                  <a:lnTo>
                    <a:pt x="0" y="352"/>
                  </a:lnTo>
                  <a:lnTo>
                    <a:pt x="2" y="364"/>
                  </a:lnTo>
                  <a:lnTo>
                    <a:pt x="8" y="372"/>
                  </a:lnTo>
                  <a:lnTo>
                    <a:pt x="16" y="378"/>
                  </a:lnTo>
                  <a:lnTo>
                    <a:pt x="28" y="380"/>
                  </a:lnTo>
                  <a:lnTo>
                    <a:pt x="196" y="380"/>
                  </a:lnTo>
                  <a:lnTo>
                    <a:pt x="196" y="380"/>
                  </a:lnTo>
                  <a:lnTo>
                    <a:pt x="208" y="378"/>
                  </a:lnTo>
                  <a:lnTo>
                    <a:pt x="216" y="372"/>
                  </a:lnTo>
                  <a:lnTo>
                    <a:pt x="222" y="364"/>
                  </a:lnTo>
                  <a:lnTo>
                    <a:pt x="224" y="352"/>
                  </a:lnTo>
                  <a:lnTo>
                    <a:pt x="224" y="28"/>
                  </a:lnTo>
                  <a:lnTo>
                    <a:pt x="224" y="28"/>
                  </a:lnTo>
                  <a:lnTo>
                    <a:pt x="222" y="16"/>
                  </a:lnTo>
                  <a:lnTo>
                    <a:pt x="216" y="8"/>
                  </a:lnTo>
                  <a:lnTo>
                    <a:pt x="208" y="2"/>
                  </a:lnTo>
                  <a:lnTo>
                    <a:pt x="196" y="0"/>
                  </a:lnTo>
                  <a:lnTo>
                    <a:pt x="196" y="0"/>
                  </a:lnTo>
                  <a:close/>
                  <a:moveTo>
                    <a:pt x="94" y="26"/>
                  </a:moveTo>
                  <a:lnTo>
                    <a:pt x="130" y="26"/>
                  </a:lnTo>
                  <a:lnTo>
                    <a:pt x="130" y="26"/>
                  </a:lnTo>
                  <a:lnTo>
                    <a:pt x="134" y="28"/>
                  </a:lnTo>
                  <a:lnTo>
                    <a:pt x="136" y="28"/>
                  </a:lnTo>
                  <a:lnTo>
                    <a:pt x="138" y="32"/>
                  </a:lnTo>
                  <a:lnTo>
                    <a:pt x="138" y="34"/>
                  </a:lnTo>
                  <a:lnTo>
                    <a:pt x="138" y="34"/>
                  </a:lnTo>
                  <a:lnTo>
                    <a:pt x="138" y="38"/>
                  </a:lnTo>
                  <a:lnTo>
                    <a:pt x="136" y="40"/>
                  </a:lnTo>
                  <a:lnTo>
                    <a:pt x="134" y="42"/>
                  </a:lnTo>
                  <a:lnTo>
                    <a:pt x="130" y="42"/>
                  </a:lnTo>
                  <a:lnTo>
                    <a:pt x="94" y="42"/>
                  </a:lnTo>
                  <a:lnTo>
                    <a:pt x="94" y="42"/>
                  </a:lnTo>
                  <a:lnTo>
                    <a:pt x="90" y="42"/>
                  </a:lnTo>
                  <a:lnTo>
                    <a:pt x="88" y="40"/>
                  </a:lnTo>
                  <a:lnTo>
                    <a:pt x="86" y="38"/>
                  </a:lnTo>
                  <a:lnTo>
                    <a:pt x="86" y="34"/>
                  </a:lnTo>
                  <a:lnTo>
                    <a:pt x="86" y="34"/>
                  </a:lnTo>
                  <a:lnTo>
                    <a:pt x="86" y="32"/>
                  </a:lnTo>
                  <a:lnTo>
                    <a:pt x="88" y="28"/>
                  </a:lnTo>
                  <a:lnTo>
                    <a:pt x="90" y="28"/>
                  </a:lnTo>
                  <a:lnTo>
                    <a:pt x="94" y="26"/>
                  </a:lnTo>
                  <a:lnTo>
                    <a:pt x="94" y="26"/>
                  </a:lnTo>
                  <a:close/>
                  <a:moveTo>
                    <a:pt x="112" y="362"/>
                  </a:moveTo>
                  <a:lnTo>
                    <a:pt x="112" y="362"/>
                  </a:lnTo>
                  <a:lnTo>
                    <a:pt x="104" y="360"/>
                  </a:lnTo>
                  <a:lnTo>
                    <a:pt x="98" y="356"/>
                  </a:lnTo>
                  <a:lnTo>
                    <a:pt x="94" y="350"/>
                  </a:lnTo>
                  <a:lnTo>
                    <a:pt x="94" y="344"/>
                  </a:lnTo>
                  <a:lnTo>
                    <a:pt x="94" y="344"/>
                  </a:lnTo>
                  <a:lnTo>
                    <a:pt x="94" y="336"/>
                  </a:lnTo>
                  <a:lnTo>
                    <a:pt x="98" y="330"/>
                  </a:lnTo>
                  <a:lnTo>
                    <a:pt x="104" y="326"/>
                  </a:lnTo>
                  <a:lnTo>
                    <a:pt x="112" y="324"/>
                  </a:lnTo>
                  <a:lnTo>
                    <a:pt x="112" y="324"/>
                  </a:lnTo>
                  <a:lnTo>
                    <a:pt x="120" y="326"/>
                  </a:lnTo>
                  <a:lnTo>
                    <a:pt x="126" y="330"/>
                  </a:lnTo>
                  <a:lnTo>
                    <a:pt x="130" y="336"/>
                  </a:lnTo>
                  <a:lnTo>
                    <a:pt x="130" y="344"/>
                  </a:lnTo>
                  <a:lnTo>
                    <a:pt x="130" y="344"/>
                  </a:lnTo>
                  <a:lnTo>
                    <a:pt x="130" y="350"/>
                  </a:lnTo>
                  <a:lnTo>
                    <a:pt x="126" y="356"/>
                  </a:lnTo>
                  <a:lnTo>
                    <a:pt x="120" y="360"/>
                  </a:lnTo>
                  <a:lnTo>
                    <a:pt x="112" y="362"/>
                  </a:lnTo>
                  <a:lnTo>
                    <a:pt x="112" y="362"/>
                  </a:lnTo>
                  <a:close/>
                  <a:moveTo>
                    <a:pt x="196" y="308"/>
                  </a:moveTo>
                  <a:lnTo>
                    <a:pt x="28" y="308"/>
                  </a:lnTo>
                  <a:lnTo>
                    <a:pt x="28" y="60"/>
                  </a:lnTo>
                  <a:lnTo>
                    <a:pt x="196" y="60"/>
                  </a:lnTo>
                  <a:lnTo>
                    <a:pt x="196" y="308"/>
                  </a:lnTo>
                  <a:close/>
                </a:path>
              </a:pathLst>
            </a:custGeom>
            <a:solidFill>
              <a:schemeClr val="bg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96" name="Freeform 4849"/>
            <p:cNvSpPr>
              <a:spLocks noEditPoints="1"/>
            </p:cNvSpPr>
            <p:nvPr/>
          </p:nvSpPr>
          <p:spPr bwMode="auto">
            <a:xfrm>
              <a:off x="4139503" y="6406690"/>
              <a:ext cx="320501" cy="259170"/>
            </a:xfrm>
            <a:custGeom>
              <a:avLst/>
              <a:gdLst>
                <a:gd name="T0" fmla="*/ 0 w 324"/>
                <a:gd name="T1" fmla="*/ 136 h 262"/>
                <a:gd name="T2" fmla="*/ 0 w 324"/>
                <a:gd name="T3" fmla="*/ 132 h 262"/>
                <a:gd name="T4" fmla="*/ 6 w 324"/>
                <a:gd name="T5" fmla="*/ 126 h 262"/>
                <a:gd name="T6" fmla="*/ 46 w 324"/>
                <a:gd name="T7" fmla="*/ 126 h 262"/>
                <a:gd name="T8" fmla="*/ 50 w 324"/>
                <a:gd name="T9" fmla="*/ 126 h 262"/>
                <a:gd name="T10" fmla="*/ 56 w 324"/>
                <a:gd name="T11" fmla="*/ 132 h 262"/>
                <a:gd name="T12" fmla="*/ 56 w 324"/>
                <a:gd name="T13" fmla="*/ 212 h 262"/>
                <a:gd name="T14" fmla="*/ 56 w 324"/>
                <a:gd name="T15" fmla="*/ 216 h 262"/>
                <a:gd name="T16" fmla="*/ 50 w 324"/>
                <a:gd name="T17" fmla="*/ 220 h 262"/>
                <a:gd name="T18" fmla="*/ 10 w 324"/>
                <a:gd name="T19" fmla="*/ 222 h 262"/>
                <a:gd name="T20" fmla="*/ 6 w 324"/>
                <a:gd name="T21" fmla="*/ 220 h 262"/>
                <a:gd name="T22" fmla="*/ 0 w 324"/>
                <a:gd name="T23" fmla="*/ 216 h 262"/>
                <a:gd name="T24" fmla="*/ 0 w 324"/>
                <a:gd name="T25" fmla="*/ 212 h 262"/>
                <a:gd name="T26" fmla="*/ 136 w 324"/>
                <a:gd name="T27" fmla="*/ 222 h 262"/>
                <a:gd name="T28" fmla="*/ 140 w 324"/>
                <a:gd name="T29" fmla="*/ 220 h 262"/>
                <a:gd name="T30" fmla="*/ 144 w 324"/>
                <a:gd name="T31" fmla="*/ 216 h 262"/>
                <a:gd name="T32" fmla="*/ 146 w 324"/>
                <a:gd name="T33" fmla="*/ 58 h 262"/>
                <a:gd name="T34" fmla="*/ 144 w 324"/>
                <a:gd name="T35" fmla="*/ 54 h 262"/>
                <a:gd name="T36" fmla="*/ 140 w 324"/>
                <a:gd name="T37" fmla="*/ 50 h 262"/>
                <a:gd name="T38" fmla="*/ 100 w 324"/>
                <a:gd name="T39" fmla="*/ 48 h 262"/>
                <a:gd name="T40" fmla="*/ 96 w 324"/>
                <a:gd name="T41" fmla="*/ 50 h 262"/>
                <a:gd name="T42" fmla="*/ 90 w 324"/>
                <a:gd name="T43" fmla="*/ 54 h 262"/>
                <a:gd name="T44" fmla="*/ 90 w 324"/>
                <a:gd name="T45" fmla="*/ 212 h 262"/>
                <a:gd name="T46" fmla="*/ 90 w 324"/>
                <a:gd name="T47" fmla="*/ 216 h 262"/>
                <a:gd name="T48" fmla="*/ 96 w 324"/>
                <a:gd name="T49" fmla="*/ 220 h 262"/>
                <a:gd name="T50" fmla="*/ 100 w 324"/>
                <a:gd name="T51" fmla="*/ 222 h 262"/>
                <a:gd name="T52" fmla="*/ 224 w 324"/>
                <a:gd name="T53" fmla="*/ 222 h 262"/>
                <a:gd name="T54" fmla="*/ 228 w 324"/>
                <a:gd name="T55" fmla="*/ 220 h 262"/>
                <a:gd name="T56" fmla="*/ 234 w 324"/>
                <a:gd name="T57" fmla="*/ 216 h 262"/>
                <a:gd name="T58" fmla="*/ 234 w 324"/>
                <a:gd name="T59" fmla="*/ 86 h 262"/>
                <a:gd name="T60" fmla="*/ 234 w 324"/>
                <a:gd name="T61" fmla="*/ 82 h 262"/>
                <a:gd name="T62" fmla="*/ 228 w 324"/>
                <a:gd name="T63" fmla="*/ 76 h 262"/>
                <a:gd name="T64" fmla="*/ 188 w 324"/>
                <a:gd name="T65" fmla="*/ 76 h 262"/>
                <a:gd name="T66" fmla="*/ 184 w 324"/>
                <a:gd name="T67" fmla="*/ 76 h 262"/>
                <a:gd name="T68" fmla="*/ 180 w 324"/>
                <a:gd name="T69" fmla="*/ 82 h 262"/>
                <a:gd name="T70" fmla="*/ 178 w 324"/>
                <a:gd name="T71" fmla="*/ 212 h 262"/>
                <a:gd name="T72" fmla="*/ 180 w 324"/>
                <a:gd name="T73" fmla="*/ 216 h 262"/>
                <a:gd name="T74" fmla="*/ 184 w 324"/>
                <a:gd name="T75" fmla="*/ 220 h 262"/>
                <a:gd name="T76" fmla="*/ 188 w 324"/>
                <a:gd name="T77" fmla="*/ 222 h 262"/>
                <a:gd name="T78" fmla="*/ 278 w 324"/>
                <a:gd name="T79" fmla="*/ 0 h 262"/>
                <a:gd name="T80" fmla="*/ 274 w 324"/>
                <a:gd name="T81" fmla="*/ 0 h 262"/>
                <a:gd name="T82" fmla="*/ 268 w 324"/>
                <a:gd name="T83" fmla="*/ 6 h 262"/>
                <a:gd name="T84" fmla="*/ 268 w 324"/>
                <a:gd name="T85" fmla="*/ 212 h 262"/>
                <a:gd name="T86" fmla="*/ 268 w 324"/>
                <a:gd name="T87" fmla="*/ 216 h 262"/>
                <a:gd name="T88" fmla="*/ 274 w 324"/>
                <a:gd name="T89" fmla="*/ 220 h 262"/>
                <a:gd name="T90" fmla="*/ 314 w 324"/>
                <a:gd name="T91" fmla="*/ 222 h 262"/>
                <a:gd name="T92" fmla="*/ 318 w 324"/>
                <a:gd name="T93" fmla="*/ 220 h 262"/>
                <a:gd name="T94" fmla="*/ 324 w 324"/>
                <a:gd name="T95" fmla="*/ 216 h 262"/>
                <a:gd name="T96" fmla="*/ 324 w 324"/>
                <a:gd name="T97" fmla="*/ 10 h 262"/>
                <a:gd name="T98" fmla="*/ 324 w 324"/>
                <a:gd name="T99" fmla="*/ 6 h 262"/>
                <a:gd name="T100" fmla="*/ 318 w 324"/>
                <a:gd name="T101" fmla="*/ 0 h 262"/>
                <a:gd name="T102" fmla="*/ 314 w 324"/>
                <a:gd name="T103" fmla="*/ 0 h 262"/>
                <a:gd name="T104" fmla="*/ 0 w 324"/>
                <a:gd name="T105" fmla="*/ 242 h 262"/>
                <a:gd name="T106" fmla="*/ 324 w 324"/>
                <a:gd name="T107" fmla="*/ 262 h 2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324" h="262">
                  <a:moveTo>
                    <a:pt x="0" y="212"/>
                  </a:moveTo>
                  <a:lnTo>
                    <a:pt x="0" y="136"/>
                  </a:lnTo>
                  <a:lnTo>
                    <a:pt x="0" y="136"/>
                  </a:lnTo>
                  <a:lnTo>
                    <a:pt x="0" y="132"/>
                  </a:lnTo>
                  <a:lnTo>
                    <a:pt x="2" y="128"/>
                  </a:lnTo>
                  <a:lnTo>
                    <a:pt x="6" y="126"/>
                  </a:lnTo>
                  <a:lnTo>
                    <a:pt x="10" y="126"/>
                  </a:lnTo>
                  <a:lnTo>
                    <a:pt x="46" y="126"/>
                  </a:lnTo>
                  <a:lnTo>
                    <a:pt x="46" y="126"/>
                  </a:lnTo>
                  <a:lnTo>
                    <a:pt x="50" y="126"/>
                  </a:lnTo>
                  <a:lnTo>
                    <a:pt x="54" y="128"/>
                  </a:lnTo>
                  <a:lnTo>
                    <a:pt x="56" y="132"/>
                  </a:lnTo>
                  <a:lnTo>
                    <a:pt x="56" y="136"/>
                  </a:lnTo>
                  <a:lnTo>
                    <a:pt x="56" y="212"/>
                  </a:lnTo>
                  <a:lnTo>
                    <a:pt x="56" y="212"/>
                  </a:lnTo>
                  <a:lnTo>
                    <a:pt x="56" y="216"/>
                  </a:lnTo>
                  <a:lnTo>
                    <a:pt x="54" y="218"/>
                  </a:lnTo>
                  <a:lnTo>
                    <a:pt x="50" y="220"/>
                  </a:lnTo>
                  <a:lnTo>
                    <a:pt x="46" y="222"/>
                  </a:lnTo>
                  <a:lnTo>
                    <a:pt x="10" y="222"/>
                  </a:lnTo>
                  <a:lnTo>
                    <a:pt x="10" y="222"/>
                  </a:lnTo>
                  <a:lnTo>
                    <a:pt x="6" y="220"/>
                  </a:lnTo>
                  <a:lnTo>
                    <a:pt x="2" y="218"/>
                  </a:lnTo>
                  <a:lnTo>
                    <a:pt x="0" y="216"/>
                  </a:lnTo>
                  <a:lnTo>
                    <a:pt x="0" y="212"/>
                  </a:lnTo>
                  <a:lnTo>
                    <a:pt x="0" y="212"/>
                  </a:lnTo>
                  <a:close/>
                  <a:moveTo>
                    <a:pt x="100" y="222"/>
                  </a:moveTo>
                  <a:lnTo>
                    <a:pt x="136" y="222"/>
                  </a:lnTo>
                  <a:lnTo>
                    <a:pt x="136" y="222"/>
                  </a:lnTo>
                  <a:lnTo>
                    <a:pt x="140" y="220"/>
                  </a:lnTo>
                  <a:lnTo>
                    <a:pt x="142" y="218"/>
                  </a:lnTo>
                  <a:lnTo>
                    <a:pt x="144" y="216"/>
                  </a:lnTo>
                  <a:lnTo>
                    <a:pt x="146" y="212"/>
                  </a:lnTo>
                  <a:lnTo>
                    <a:pt x="146" y="58"/>
                  </a:lnTo>
                  <a:lnTo>
                    <a:pt x="146" y="58"/>
                  </a:lnTo>
                  <a:lnTo>
                    <a:pt x="144" y="54"/>
                  </a:lnTo>
                  <a:lnTo>
                    <a:pt x="142" y="52"/>
                  </a:lnTo>
                  <a:lnTo>
                    <a:pt x="140" y="50"/>
                  </a:lnTo>
                  <a:lnTo>
                    <a:pt x="136" y="48"/>
                  </a:lnTo>
                  <a:lnTo>
                    <a:pt x="100" y="48"/>
                  </a:lnTo>
                  <a:lnTo>
                    <a:pt x="100" y="48"/>
                  </a:lnTo>
                  <a:lnTo>
                    <a:pt x="96" y="50"/>
                  </a:lnTo>
                  <a:lnTo>
                    <a:pt x="92" y="52"/>
                  </a:lnTo>
                  <a:lnTo>
                    <a:pt x="90" y="54"/>
                  </a:lnTo>
                  <a:lnTo>
                    <a:pt x="90" y="58"/>
                  </a:lnTo>
                  <a:lnTo>
                    <a:pt x="90" y="212"/>
                  </a:lnTo>
                  <a:lnTo>
                    <a:pt x="90" y="212"/>
                  </a:lnTo>
                  <a:lnTo>
                    <a:pt x="90" y="216"/>
                  </a:lnTo>
                  <a:lnTo>
                    <a:pt x="92" y="218"/>
                  </a:lnTo>
                  <a:lnTo>
                    <a:pt x="96" y="220"/>
                  </a:lnTo>
                  <a:lnTo>
                    <a:pt x="100" y="222"/>
                  </a:lnTo>
                  <a:lnTo>
                    <a:pt x="100" y="222"/>
                  </a:lnTo>
                  <a:close/>
                  <a:moveTo>
                    <a:pt x="188" y="222"/>
                  </a:moveTo>
                  <a:lnTo>
                    <a:pt x="224" y="222"/>
                  </a:lnTo>
                  <a:lnTo>
                    <a:pt x="224" y="222"/>
                  </a:lnTo>
                  <a:lnTo>
                    <a:pt x="228" y="220"/>
                  </a:lnTo>
                  <a:lnTo>
                    <a:pt x="232" y="218"/>
                  </a:lnTo>
                  <a:lnTo>
                    <a:pt x="234" y="216"/>
                  </a:lnTo>
                  <a:lnTo>
                    <a:pt x="234" y="212"/>
                  </a:lnTo>
                  <a:lnTo>
                    <a:pt x="234" y="86"/>
                  </a:lnTo>
                  <a:lnTo>
                    <a:pt x="234" y="86"/>
                  </a:lnTo>
                  <a:lnTo>
                    <a:pt x="234" y="82"/>
                  </a:lnTo>
                  <a:lnTo>
                    <a:pt x="232" y="78"/>
                  </a:lnTo>
                  <a:lnTo>
                    <a:pt x="228" y="76"/>
                  </a:lnTo>
                  <a:lnTo>
                    <a:pt x="224" y="76"/>
                  </a:lnTo>
                  <a:lnTo>
                    <a:pt x="188" y="76"/>
                  </a:lnTo>
                  <a:lnTo>
                    <a:pt x="188" y="76"/>
                  </a:lnTo>
                  <a:lnTo>
                    <a:pt x="184" y="76"/>
                  </a:lnTo>
                  <a:lnTo>
                    <a:pt x="182" y="78"/>
                  </a:lnTo>
                  <a:lnTo>
                    <a:pt x="180" y="82"/>
                  </a:lnTo>
                  <a:lnTo>
                    <a:pt x="178" y="86"/>
                  </a:lnTo>
                  <a:lnTo>
                    <a:pt x="178" y="212"/>
                  </a:lnTo>
                  <a:lnTo>
                    <a:pt x="178" y="212"/>
                  </a:lnTo>
                  <a:lnTo>
                    <a:pt x="180" y="216"/>
                  </a:lnTo>
                  <a:lnTo>
                    <a:pt x="182" y="218"/>
                  </a:lnTo>
                  <a:lnTo>
                    <a:pt x="184" y="220"/>
                  </a:lnTo>
                  <a:lnTo>
                    <a:pt x="188" y="222"/>
                  </a:lnTo>
                  <a:lnTo>
                    <a:pt x="188" y="222"/>
                  </a:lnTo>
                  <a:close/>
                  <a:moveTo>
                    <a:pt x="314" y="0"/>
                  </a:moveTo>
                  <a:lnTo>
                    <a:pt x="278" y="0"/>
                  </a:lnTo>
                  <a:lnTo>
                    <a:pt x="278" y="0"/>
                  </a:lnTo>
                  <a:lnTo>
                    <a:pt x="274" y="0"/>
                  </a:lnTo>
                  <a:lnTo>
                    <a:pt x="270" y="2"/>
                  </a:lnTo>
                  <a:lnTo>
                    <a:pt x="268" y="6"/>
                  </a:lnTo>
                  <a:lnTo>
                    <a:pt x="268" y="10"/>
                  </a:lnTo>
                  <a:lnTo>
                    <a:pt x="268" y="212"/>
                  </a:lnTo>
                  <a:lnTo>
                    <a:pt x="268" y="212"/>
                  </a:lnTo>
                  <a:lnTo>
                    <a:pt x="268" y="216"/>
                  </a:lnTo>
                  <a:lnTo>
                    <a:pt x="270" y="218"/>
                  </a:lnTo>
                  <a:lnTo>
                    <a:pt x="274" y="220"/>
                  </a:lnTo>
                  <a:lnTo>
                    <a:pt x="278" y="222"/>
                  </a:lnTo>
                  <a:lnTo>
                    <a:pt x="314" y="222"/>
                  </a:lnTo>
                  <a:lnTo>
                    <a:pt x="314" y="222"/>
                  </a:lnTo>
                  <a:lnTo>
                    <a:pt x="318" y="220"/>
                  </a:lnTo>
                  <a:lnTo>
                    <a:pt x="322" y="218"/>
                  </a:lnTo>
                  <a:lnTo>
                    <a:pt x="324" y="216"/>
                  </a:lnTo>
                  <a:lnTo>
                    <a:pt x="324" y="212"/>
                  </a:lnTo>
                  <a:lnTo>
                    <a:pt x="324" y="10"/>
                  </a:lnTo>
                  <a:lnTo>
                    <a:pt x="324" y="10"/>
                  </a:lnTo>
                  <a:lnTo>
                    <a:pt x="324" y="6"/>
                  </a:lnTo>
                  <a:lnTo>
                    <a:pt x="322" y="2"/>
                  </a:lnTo>
                  <a:lnTo>
                    <a:pt x="318" y="0"/>
                  </a:lnTo>
                  <a:lnTo>
                    <a:pt x="314" y="0"/>
                  </a:lnTo>
                  <a:lnTo>
                    <a:pt x="314" y="0"/>
                  </a:lnTo>
                  <a:close/>
                  <a:moveTo>
                    <a:pt x="324" y="242"/>
                  </a:moveTo>
                  <a:lnTo>
                    <a:pt x="0" y="242"/>
                  </a:lnTo>
                  <a:lnTo>
                    <a:pt x="0" y="262"/>
                  </a:lnTo>
                  <a:lnTo>
                    <a:pt x="324" y="262"/>
                  </a:lnTo>
                  <a:lnTo>
                    <a:pt x="324" y="242"/>
                  </a:lnTo>
                  <a:close/>
                </a:path>
              </a:pathLst>
            </a:custGeom>
            <a:solidFill>
              <a:schemeClr val="bg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97" name="Freeform 4984"/>
            <p:cNvSpPr>
              <a:spLocks noEditPoints="1"/>
            </p:cNvSpPr>
            <p:nvPr/>
          </p:nvSpPr>
          <p:spPr bwMode="auto">
            <a:xfrm>
              <a:off x="7350556" y="6365816"/>
              <a:ext cx="305330" cy="290063"/>
            </a:xfrm>
            <a:custGeom>
              <a:avLst/>
              <a:gdLst>
                <a:gd name="T0" fmla="*/ 312 w 360"/>
                <a:gd name="T1" fmla="*/ 150 h 342"/>
                <a:gd name="T2" fmla="*/ 302 w 360"/>
                <a:gd name="T3" fmla="*/ 156 h 342"/>
                <a:gd name="T4" fmla="*/ 294 w 360"/>
                <a:gd name="T5" fmla="*/ 148 h 342"/>
                <a:gd name="T6" fmla="*/ 250 w 360"/>
                <a:gd name="T7" fmla="*/ 92 h 342"/>
                <a:gd name="T8" fmla="*/ 180 w 360"/>
                <a:gd name="T9" fmla="*/ 70 h 342"/>
                <a:gd name="T10" fmla="*/ 126 w 360"/>
                <a:gd name="T11" fmla="*/ 82 h 342"/>
                <a:gd name="T12" fmla="*/ 74 w 360"/>
                <a:gd name="T13" fmla="*/ 132 h 342"/>
                <a:gd name="T14" fmla="*/ 58 w 360"/>
                <a:gd name="T15" fmla="*/ 156 h 342"/>
                <a:gd name="T16" fmla="*/ 50 w 360"/>
                <a:gd name="T17" fmla="*/ 152 h 342"/>
                <a:gd name="T18" fmla="*/ 48 w 360"/>
                <a:gd name="T19" fmla="*/ 142 h 342"/>
                <a:gd name="T20" fmla="*/ 100 w 360"/>
                <a:gd name="T21" fmla="*/ 74 h 342"/>
                <a:gd name="T22" fmla="*/ 180 w 360"/>
                <a:gd name="T23" fmla="*/ 50 h 342"/>
                <a:gd name="T24" fmla="*/ 242 w 360"/>
                <a:gd name="T25" fmla="*/ 64 h 342"/>
                <a:gd name="T26" fmla="*/ 304 w 360"/>
                <a:gd name="T27" fmla="*/ 122 h 342"/>
                <a:gd name="T28" fmla="*/ 102 w 360"/>
                <a:gd name="T29" fmla="*/ 172 h 342"/>
                <a:gd name="T30" fmla="*/ 114 w 360"/>
                <a:gd name="T31" fmla="*/ 166 h 342"/>
                <a:gd name="T32" fmla="*/ 132 w 360"/>
                <a:gd name="T33" fmla="*/ 138 h 342"/>
                <a:gd name="T34" fmla="*/ 170 w 360"/>
                <a:gd name="T35" fmla="*/ 120 h 342"/>
                <a:gd name="T36" fmla="*/ 202 w 360"/>
                <a:gd name="T37" fmla="*/ 122 h 342"/>
                <a:gd name="T38" fmla="*/ 236 w 360"/>
                <a:gd name="T39" fmla="*/ 146 h 342"/>
                <a:gd name="T40" fmla="*/ 248 w 360"/>
                <a:gd name="T41" fmla="*/ 170 h 342"/>
                <a:gd name="T42" fmla="*/ 258 w 360"/>
                <a:gd name="T43" fmla="*/ 172 h 342"/>
                <a:gd name="T44" fmla="*/ 264 w 360"/>
                <a:gd name="T45" fmla="*/ 158 h 342"/>
                <a:gd name="T46" fmla="*/ 242 w 360"/>
                <a:gd name="T47" fmla="*/ 124 h 342"/>
                <a:gd name="T48" fmla="*/ 194 w 360"/>
                <a:gd name="T49" fmla="*/ 100 h 342"/>
                <a:gd name="T50" fmla="*/ 152 w 360"/>
                <a:gd name="T51" fmla="*/ 104 h 342"/>
                <a:gd name="T52" fmla="*/ 108 w 360"/>
                <a:gd name="T53" fmla="*/ 134 h 342"/>
                <a:gd name="T54" fmla="*/ 94 w 360"/>
                <a:gd name="T55" fmla="*/ 162 h 342"/>
                <a:gd name="T56" fmla="*/ 102 w 360"/>
                <a:gd name="T57" fmla="*/ 172 h 342"/>
                <a:gd name="T58" fmla="*/ 330 w 360"/>
                <a:gd name="T59" fmla="*/ 74 h 342"/>
                <a:gd name="T60" fmla="*/ 238 w 360"/>
                <a:gd name="T61" fmla="*/ 8 h 342"/>
                <a:gd name="T62" fmla="*/ 150 w 360"/>
                <a:gd name="T63" fmla="*/ 2 h 342"/>
                <a:gd name="T64" fmla="*/ 48 w 360"/>
                <a:gd name="T65" fmla="*/ 52 h 342"/>
                <a:gd name="T66" fmla="*/ 2 w 360"/>
                <a:gd name="T67" fmla="*/ 124 h 342"/>
                <a:gd name="T68" fmla="*/ 8 w 360"/>
                <a:gd name="T69" fmla="*/ 138 h 342"/>
                <a:gd name="T70" fmla="*/ 16 w 360"/>
                <a:gd name="T71" fmla="*/ 136 h 342"/>
                <a:gd name="T72" fmla="*/ 46 w 360"/>
                <a:gd name="T73" fmla="*/ 86 h 342"/>
                <a:gd name="T74" fmla="*/ 128 w 360"/>
                <a:gd name="T75" fmla="*/ 28 h 342"/>
                <a:gd name="T76" fmla="*/ 206 w 360"/>
                <a:gd name="T77" fmla="*/ 22 h 342"/>
                <a:gd name="T78" fmla="*/ 298 w 360"/>
                <a:gd name="T79" fmla="*/ 66 h 342"/>
                <a:gd name="T80" fmla="*/ 340 w 360"/>
                <a:gd name="T81" fmla="*/ 132 h 342"/>
                <a:gd name="T82" fmla="*/ 352 w 360"/>
                <a:gd name="T83" fmla="*/ 138 h 342"/>
                <a:gd name="T84" fmla="*/ 360 w 360"/>
                <a:gd name="T85" fmla="*/ 128 h 342"/>
                <a:gd name="T86" fmla="*/ 272 w 360"/>
                <a:gd name="T87" fmla="*/ 280 h 342"/>
                <a:gd name="T88" fmla="*/ 190 w 360"/>
                <a:gd name="T89" fmla="*/ 214 h 342"/>
                <a:gd name="T90" fmla="*/ 204 w 360"/>
                <a:gd name="T91" fmla="*/ 198 h 342"/>
                <a:gd name="T92" fmla="*/ 198 w 360"/>
                <a:gd name="T93" fmla="*/ 172 h 342"/>
                <a:gd name="T94" fmla="*/ 170 w 360"/>
                <a:gd name="T95" fmla="*/ 166 h 342"/>
                <a:gd name="T96" fmla="*/ 154 w 360"/>
                <a:gd name="T97" fmla="*/ 190 h 342"/>
                <a:gd name="T98" fmla="*/ 170 w 360"/>
                <a:gd name="T99" fmla="*/ 214 h 342"/>
                <a:gd name="T100" fmla="*/ 92 w 360"/>
                <a:gd name="T101" fmla="*/ 276 h 342"/>
                <a:gd name="T102" fmla="*/ 74 w 360"/>
                <a:gd name="T103" fmla="*/ 334 h 342"/>
                <a:gd name="T104" fmla="*/ 84 w 360"/>
                <a:gd name="T105" fmla="*/ 342 h 342"/>
                <a:gd name="T106" fmla="*/ 284 w 360"/>
                <a:gd name="T107" fmla="*/ 338 h 342"/>
                <a:gd name="T108" fmla="*/ 272 w 360"/>
                <a:gd name="T109" fmla="*/ 280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60" h="342">
                  <a:moveTo>
                    <a:pt x="312" y="142"/>
                  </a:moveTo>
                  <a:lnTo>
                    <a:pt x="312" y="142"/>
                  </a:lnTo>
                  <a:lnTo>
                    <a:pt x="312" y="146"/>
                  </a:lnTo>
                  <a:lnTo>
                    <a:pt x="312" y="150"/>
                  </a:lnTo>
                  <a:lnTo>
                    <a:pt x="310" y="152"/>
                  </a:lnTo>
                  <a:lnTo>
                    <a:pt x="306" y="154"/>
                  </a:lnTo>
                  <a:lnTo>
                    <a:pt x="306" y="154"/>
                  </a:lnTo>
                  <a:lnTo>
                    <a:pt x="302" y="156"/>
                  </a:lnTo>
                  <a:lnTo>
                    <a:pt x="298" y="154"/>
                  </a:lnTo>
                  <a:lnTo>
                    <a:pt x="296" y="152"/>
                  </a:lnTo>
                  <a:lnTo>
                    <a:pt x="294" y="148"/>
                  </a:lnTo>
                  <a:lnTo>
                    <a:pt x="294" y="148"/>
                  </a:lnTo>
                  <a:lnTo>
                    <a:pt x="286" y="132"/>
                  </a:lnTo>
                  <a:lnTo>
                    <a:pt x="276" y="116"/>
                  </a:lnTo>
                  <a:lnTo>
                    <a:pt x="264" y="102"/>
                  </a:lnTo>
                  <a:lnTo>
                    <a:pt x="250" y="92"/>
                  </a:lnTo>
                  <a:lnTo>
                    <a:pt x="234" y="82"/>
                  </a:lnTo>
                  <a:lnTo>
                    <a:pt x="216" y="74"/>
                  </a:lnTo>
                  <a:lnTo>
                    <a:pt x="198" y="70"/>
                  </a:lnTo>
                  <a:lnTo>
                    <a:pt x="180" y="70"/>
                  </a:lnTo>
                  <a:lnTo>
                    <a:pt x="180" y="70"/>
                  </a:lnTo>
                  <a:lnTo>
                    <a:pt x="162" y="70"/>
                  </a:lnTo>
                  <a:lnTo>
                    <a:pt x="144" y="74"/>
                  </a:lnTo>
                  <a:lnTo>
                    <a:pt x="126" y="82"/>
                  </a:lnTo>
                  <a:lnTo>
                    <a:pt x="110" y="92"/>
                  </a:lnTo>
                  <a:lnTo>
                    <a:pt x="96" y="102"/>
                  </a:lnTo>
                  <a:lnTo>
                    <a:pt x="84" y="116"/>
                  </a:lnTo>
                  <a:lnTo>
                    <a:pt x="74" y="132"/>
                  </a:lnTo>
                  <a:lnTo>
                    <a:pt x="66" y="148"/>
                  </a:lnTo>
                  <a:lnTo>
                    <a:pt x="66" y="148"/>
                  </a:lnTo>
                  <a:lnTo>
                    <a:pt x="62" y="154"/>
                  </a:lnTo>
                  <a:lnTo>
                    <a:pt x="58" y="156"/>
                  </a:lnTo>
                  <a:lnTo>
                    <a:pt x="58" y="156"/>
                  </a:lnTo>
                  <a:lnTo>
                    <a:pt x="54" y="154"/>
                  </a:lnTo>
                  <a:lnTo>
                    <a:pt x="54" y="154"/>
                  </a:lnTo>
                  <a:lnTo>
                    <a:pt x="50" y="152"/>
                  </a:lnTo>
                  <a:lnTo>
                    <a:pt x="48" y="150"/>
                  </a:lnTo>
                  <a:lnTo>
                    <a:pt x="48" y="146"/>
                  </a:lnTo>
                  <a:lnTo>
                    <a:pt x="48" y="142"/>
                  </a:lnTo>
                  <a:lnTo>
                    <a:pt x="48" y="142"/>
                  </a:lnTo>
                  <a:lnTo>
                    <a:pt x="56" y="122"/>
                  </a:lnTo>
                  <a:lnTo>
                    <a:pt x="68" y="104"/>
                  </a:lnTo>
                  <a:lnTo>
                    <a:pt x="82" y="88"/>
                  </a:lnTo>
                  <a:lnTo>
                    <a:pt x="100" y="74"/>
                  </a:lnTo>
                  <a:lnTo>
                    <a:pt x="118" y="64"/>
                  </a:lnTo>
                  <a:lnTo>
                    <a:pt x="138" y="56"/>
                  </a:lnTo>
                  <a:lnTo>
                    <a:pt x="158" y="50"/>
                  </a:lnTo>
                  <a:lnTo>
                    <a:pt x="180" y="50"/>
                  </a:lnTo>
                  <a:lnTo>
                    <a:pt x="180" y="50"/>
                  </a:lnTo>
                  <a:lnTo>
                    <a:pt x="202" y="50"/>
                  </a:lnTo>
                  <a:lnTo>
                    <a:pt x="222" y="56"/>
                  </a:lnTo>
                  <a:lnTo>
                    <a:pt x="242" y="64"/>
                  </a:lnTo>
                  <a:lnTo>
                    <a:pt x="260" y="74"/>
                  </a:lnTo>
                  <a:lnTo>
                    <a:pt x="278" y="88"/>
                  </a:lnTo>
                  <a:lnTo>
                    <a:pt x="292" y="104"/>
                  </a:lnTo>
                  <a:lnTo>
                    <a:pt x="304" y="122"/>
                  </a:lnTo>
                  <a:lnTo>
                    <a:pt x="312" y="142"/>
                  </a:lnTo>
                  <a:lnTo>
                    <a:pt x="312" y="142"/>
                  </a:lnTo>
                  <a:close/>
                  <a:moveTo>
                    <a:pt x="102" y="172"/>
                  </a:moveTo>
                  <a:lnTo>
                    <a:pt x="102" y="172"/>
                  </a:lnTo>
                  <a:lnTo>
                    <a:pt x="104" y="172"/>
                  </a:lnTo>
                  <a:lnTo>
                    <a:pt x="104" y="172"/>
                  </a:lnTo>
                  <a:lnTo>
                    <a:pt x="110" y="170"/>
                  </a:lnTo>
                  <a:lnTo>
                    <a:pt x="114" y="166"/>
                  </a:lnTo>
                  <a:lnTo>
                    <a:pt x="114" y="166"/>
                  </a:lnTo>
                  <a:lnTo>
                    <a:pt x="118" y="156"/>
                  </a:lnTo>
                  <a:lnTo>
                    <a:pt x="124" y="146"/>
                  </a:lnTo>
                  <a:lnTo>
                    <a:pt x="132" y="138"/>
                  </a:lnTo>
                  <a:lnTo>
                    <a:pt x="140" y="132"/>
                  </a:lnTo>
                  <a:lnTo>
                    <a:pt x="148" y="126"/>
                  </a:lnTo>
                  <a:lnTo>
                    <a:pt x="158" y="122"/>
                  </a:lnTo>
                  <a:lnTo>
                    <a:pt x="170" y="120"/>
                  </a:lnTo>
                  <a:lnTo>
                    <a:pt x="180" y="120"/>
                  </a:lnTo>
                  <a:lnTo>
                    <a:pt x="180" y="120"/>
                  </a:lnTo>
                  <a:lnTo>
                    <a:pt x="190" y="120"/>
                  </a:lnTo>
                  <a:lnTo>
                    <a:pt x="202" y="122"/>
                  </a:lnTo>
                  <a:lnTo>
                    <a:pt x="212" y="126"/>
                  </a:lnTo>
                  <a:lnTo>
                    <a:pt x="220" y="132"/>
                  </a:lnTo>
                  <a:lnTo>
                    <a:pt x="228" y="138"/>
                  </a:lnTo>
                  <a:lnTo>
                    <a:pt x="236" y="146"/>
                  </a:lnTo>
                  <a:lnTo>
                    <a:pt x="242" y="156"/>
                  </a:lnTo>
                  <a:lnTo>
                    <a:pt x="246" y="166"/>
                  </a:lnTo>
                  <a:lnTo>
                    <a:pt x="246" y="166"/>
                  </a:lnTo>
                  <a:lnTo>
                    <a:pt x="248" y="170"/>
                  </a:lnTo>
                  <a:lnTo>
                    <a:pt x="252" y="172"/>
                  </a:lnTo>
                  <a:lnTo>
                    <a:pt x="256" y="172"/>
                  </a:lnTo>
                  <a:lnTo>
                    <a:pt x="258" y="172"/>
                  </a:lnTo>
                  <a:lnTo>
                    <a:pt x="258" y="172"/>
                  </a:lnTo>
                  <a:lnTo>
                    <a:pt x="262" y="170"/>
                  </a:lnTo>
                  <a:lnTo>
                    <a:pt x="264" y="166"/>
                  </a:lnTo>
                  <a:lnTo>
                    <a:pt x="266" y="162"/>
                  </a:lnTo>
                  <a:lnTo>
                    <a:pt x="264" y="158"/>
                  </a:lnTo>
                  <a:lnTo>
                    <a:pt x="264" y="158"/>
                  </a:lnTo>
                  <a:lnTo>
                    <a:pt x="260" y="146"/>
                  </a:lnTo>
                  <a:lnTo>
                    <a:pt x="252" y="134"/>
                  </a:lnTo>
                  <a:lnTo>
                    <a:pt x="242" y="124"/>
                  </a:lnTo>
                  <a:lnTo>
                    <a:pt x="232" y="116"/>
                  </a:lnTo>
                  <a:lnTo>
                    <a:pt x="220" y="108"/>
                  </a:lnTo>
                  <a:lnTo>
                    <a:pt x="208" y="104"/>
                  </a:lnTo>
                  <a:lnTo>
                    <a:pt x="194" y="100"/>
                  </a:lnTo>
                  <a:lnTo>
                    <a:pt x="180" y="100"/>
                  </a:lnTo>
                  <a:lnTo>
                    <a:pt x="180" y="100"/>
                  </a:lnTo>
                  <a:lnTo>
                    <a:pt x="166" y="100"/>
                  </a:lnTo>
                  <a:lnTo>
                    <a:pt x="152" y="104"/>
                  </a:lnTo>
                  <a:lnTo>
                    <a:pt x="140" y="108"/>
                  </a:lnTo>
                  <a:lnTo>
                    <a:pt x="128" y="116"/>
                  </a:lnTo>
                  <a:lnTo>
                    <a:pt x="118" y="124"/>
                  </a:lnTo>
                  <a:lnTo>
                    <a:pt x="108" y="134"/>
                  </a:lnTo>
                  <a:lnTo>
                    <a:pt x="100" y="146"/>
                  </a:lnTo>
                  <a:lnTo>
                    <a:pt x="96" y="158"/>
                  </a:lnTo>
                  <a:lnTo>
                    <a:pt x="96" y="158"/>
                  </a:lnTo>
                  <a:lnTo>
                    <a:pt x="94" y="162"/>
                  </a:lnTo>
                  <a:lnTo>
                    <a:pt x="96" y="166"/>
                  </a:lnTo>
                  <a:lnTo>
                    <a:pt x="98" y="170"/>
                  </a:lnTo>
                  <a:lnTo>
                    <a:pt x="102" y="172"/>
                  </a:lnTo>
                  <a:lnTo>
                    <a:pt x="102" y="172"/>
                  </a:lnTo>
                  <a:close/>
                  <a:moveTo>
                    <a:pt x="358" y="124"/>
                  </a:moveTo>
                  <a:lnTo>
                    <a:pt x="358" y="124"/>
                  </a:lnTo>
                  <a:lnTo>
                    <a:pt x="346" y="98"/>
                  </a:lnTo>
                  <a:lnTo>
                    <a:pt x="330" y="74"/>
                  </a:lnTo>
                  <a:lnTo>
                    <a:pt x="312" y="52"/>
                  </a:lnTo>
                  <a:lnTo>
                    <a:pt x="288" y="34"/>
                  </a:lnTo>
                  <a:lnTo>
                    <a:pt x="264" y="20"/>
                  </a:lnTo>
                  <a:lnTo>
                    <a:pt x="238" y="8"/>
                  </a:lnTo>
                  <a:lnTo>
                    <a:pt x="210" y="2"/>
                  </a:lnTo>
                  <a:lnTo>
                    <a:pt x="180" y="0"/>
                  </a:lnTo>
                  <a:lnTo>
                    <a:pt x="180" y="0"/>
                  </a:lnTo>
                  <a:lnTo>
                    <a:pt x="150" y="2"/>
                  </a:lnTo>
                  <a:lnTo>
                    <a:pt x="122" y="8"/>
                  </a:lnTo>
                  <a:lnTo>
                    <a:pt x="96" y="20"/>
                  </a:lnTo>
                  <a:lnTo>
                    <a:pt x="72" y="34"/>
                  </a:lnTo>
                  <a:lnTo>
                    <a:pt x="48" y="52"/>
                  </a:lnTo>
                  <a:lnTo>
                    <a:pt x="30" y="74"/>
                  </a:lnTo>
                  <a:lnTo>
                    <a:pt x="14" y="98"/>
                  </a:lnTo>
                  <a:lnTo>
                    <a:pt x="2" y="124"/>
                  </a:lnTo>
                  <a:lnTo>
                    <a:pt x="2" y="124"/>
                  </a:lnTo>
                  <a:lnTo>
                    <a:pt x="0" y="128"/>
                  </a:lnTo>
                  <a:lnTo>
                    <a:pt x="2" y="132"/>
                  </a:lnTo>
                  <a:lnTo>
                    <a:pt x="4" y="136"/>
                  </a:lnTo>
                  <a:lnTo>
                    <a:pt x="8" y="138"/>
                  </a:lnTo>
                  <a:lnTo>
                    <a:pt x="8" y="138"/>
                  </a:lnTo>
                  <a:lnTo>
                    <a:pt x="10" y="138"/>
                  </a:lnTo>
                  <a:lnTo>
                    <a:pt x="10" y="138"/>
                  </a:lnTo>
                  <a:lnTo>
                    <a:pt x="16" y="136"/>
                  </a:lnTo>
                  <a:lnTo>
                    <a:pt x="20" y="132"/>
                  </a:lnTo>
                  <a:lnTo>
                    <a:pt x="20" y="132"/>
                  </a:lnTo>
                  <a:lnTo>
                    <a:pt x="32" y="108"/>
                  </a:lnTo>
                  <a:lnTo>
                    <a:pt x="46" y="86"/>
                  </a:lnTo>
                  <a:lnTo>
                    <a:pt x="62" y="66"/>
                  </a:lnTo>
                  <a:lnTo>
                    <a:pt x="82" y="50"/>
                  </a:lnTo>
                  <a:lnTo>
                    <a:pt x="104" y="38"/>
                  </a:lnTo>
                  <a:lnTo>
                    <a:pt x="128" y="28"/>
                  </a:lnTo>
                  <a:lnTo>
                    <a:pt x="154" y="22"/>
                  </a:lnTo>
                  <a:lnTo>
                    <a:pt x="180" y="20"/>
                  </a:lnTo>
                  <a:lnTo>
                    <a:pt x="180" y="20"/>
                  </a:lnTo>
                  <a:lnTo>
                    <a:pt x="206" y="22"/>
                  </a:lnTo>
                  <a:lnTo>
                    <a:pt x="232" y="28"/>
                  </a:lnTo>
                  <a:lnTo>
                    <a:pt x="256" y="38"/>
                  </a:lnTo>
                  <a:lnTo>
                    <a:pt x="278" y="50"/>
                  </a:lnTo>
                  <a:lnTo>
                    <a:pt x="298" y="66"/>
                  </a:lnTo>
                  <a:lnTo>
                    <a:pt x="314" y="86"/>
                  </a:lnTo>
                  <a:lnTo>
                    <a:pt x="328" y="108"/>
                  </a:lnTo>
                  <a:lnTo>
                    <a:pt x="340" y="132"/>
                  </a:lnTo>
                  <a:lnTo>
                    <a:pt x="340" y="132"/>
                  </a:lnTo>
                  <a:lnTo>
                    <a:pt x="342" y="136"/>
                  </a:lnTo>
                  <a:lnTo>
                    <a:pt x="344" y="138"/>
                  </a:lnTo>
                  <a:lnTo>
                    <a:pt x="348" y="138"/>
                  </a:lnTo>
                  <a:lnTo>
                    <a:pt x="352" y="138"/>
                  </a:lnTo>
                  <a:lnTo>
                    <a:pt x="352" y="138"/>
                  </a:lnTo>
                  <a:lnTo>
                    <a:pt x="356" y="136"/>
                  </a:lnTo>
                  <a:lnTo>
                    <a:pt x="358" y="132"/>
                  </a:lnTo>
                  <a:lnTo>
                    <a:pt x="360" y="128"/>
                  </a:lnTo>
                  <a:lnTo>
                    <a:pt x="358" y="124"/>
                  </a:lnTo>
                  <a:lnTo>
                    <a:pt x="358" y="124"/>
                  </a:lnTo>
                  <a:close/>
                  <a:moveTo>
                    <a:pt x="272" y="280"/>
                  </a:moveTo>
                  <a:lnTo>
                    <a:pt x="272" y="280"/>
                  </a:lnTo>
                  <a:lnTo>
                    <a:pt x="268" y="276"/>
                  </a:lnTo>
                  <a:lnTo>
                    <a:pt x="262" y="274"/>
                  </a:lnTo>
                  <a:lnTo>
                    <a:pt x="190" y="274"/>
                  </a:lnTo>
                  <a:lnTo>
                    <a:pt x="190" y="214"/>
                  </a:lnTo>
                  <a:lnTo>
                    <a:pt x="190" y="214"/>
                  </a:lnTo>
                  <a:lnTo>
                    <a:pt x="196" y="210"/>
                  </a:lnTo>
                  <a:lnTo>
                    <a:pt x="202" y="204"/>
                  </a:lnTo>
                  <a:lnTo>
                    <a:pt x="204" y="198"/>
                  </a:lnTo>
                  <a:lnTo>
                    <a:pt x="206" y="190"/>
                  </a:lnTo>
                  <a:lnTo>
                    <a:pt x="206" y="190"/>
                  </a:lnTo>
                  <a:lnTo>
                    <a:pt x="204" y="180"/>
                  </a:lnTo>
                  <a:lnTo>
                    <a:pt x="198" y="172"/>
                  </a:lnTo>
                  <a:lnTo>
                    <a:pt x="190" y="166"/>
                  </a:lnTo>
                  <a:lnTo>
                    <a:pt x="180" y="164"/>
                  </a:lnTo>
                  <a:lnTo>
                    <a:pt x="180" y="164"/>
                  </a:lnTo>
                  <a:lnTo>
                    <a:pt x="170" y="166"/>
                  </a:lnTo>
                  <a:lnTo>
                    <a:pt x="162" y="172"/>
                  </a:lnTo>
                  <a:lnTo>
                    <a:pt x="156" y="180"/>
                  </a:lnTo>
                  <a:lnTo>
                    <a:pt x="154" y="190"/>
                  </a:lnTo>
                  <a:lnTo>
                    <a:pt x="154" y="190"/>
                  </a:lnTo>
                  <a:lnTo>
                    <a:pt x="156" y="198"/>
                  </a:lnTo>
                  <a:lnTo>
                    <a:pt x="158" y="204"/>
                  </a:lnTo>
                  <a:lnTo>
                    <a:pt x="164" y="210"/>
                  </a:lnTo>
                  <a:lnTo>
                    <a:pt x="170" y="214"/>
                  </a:lnTo>
                  <a:lnTo>
                    <a:pt x="170" y="274"/>
                  </a:lnTo>
                  <a:lnTo>
                    <a:pt x="98" y="274"/>
                  </a:lnTo>
                  <a:lnTo>
                    <a:pt x="98" y="274"/>
                  </a:lnTo>
                  <a:lnTo>
                    <a:pt x="92" y="276"/>
                  </a:lnTo>
                  <a:lnTo>
                    <a:pt x="88" y="280"/>
                  </a:lnTo>
                  <a:lnTo>
                    <a:pt x="74" y="328"/>
                  </a:lnTo>
                  <a:lnTo>
                    <a:pt x="74" y="328"/>
                  </a:lnTo>
                  <a:lnTo>
                    <a:pt x="74" y="334"/>
                  </a:lnTo>
                  <a:lnTo>
                    <a:pt x="76" y="338"/>
                  </a:lnTo>
                  <a:lnTo>
                    <a:pt x="76" y="338"/>
                  </a:lnTo>
                  <a:lnTo>
                    <a:pt x="78" y="340"/>
                  </a:lnTo>
                  <a:lnTo>
                    <a:pt x="84" y="342"/>
                  </a:lnTo>
                  <a:lnTo>
                    <a:pt x="276" y="342"/>
                  </a:lnTo>
                  <a:lnTo>
                    <a:pt x="276" y="342"/>
                  </a:lnTo>
                  <a:lnTo>
                    <a:pt x="282" y="340"/>
                  </a:lnTo>
                  <a:lnTo>
                    <a:pt x="284" y="338"/>
                  </a:lnTo>
                  <a:lnTo>
                    <a:pt x="284" y="338"/>
                  </a:lnTo>
                  <a:lnTo>
                    <a:pt x="286" y="334"/>
                  </a:lnTo>
                  <a:lnTo>
                    <a:pt x="286" y="328"/>
                  </a:lnTo>
                  <a:lnTo>
                    <a:pt x="272" y="280"/>
                  </a:lnTo>
                  <a:close/>
                </a:path>
              </a:pathLst>
            </a:custGeom>
            <a:solidFill>
              <a:schemeClr val="bg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98" name="Freeform 4985"/>
            <p:cNvSpPr>
              <a:spLocks noEditPoints="1"/>
            </p:cNvSpPr>
            <p:nvPr/>
          </p:nvSpPr>
          <p:spPr bwMode="auto">
            <a:xfrm>
              <a:off x="6279691" y="6407523"/>
              <a:ext cx="300690" cy="274380"/>
            </a:xfrm>
            <a:custGeom>
              <a:avLst/>
              <a:gdLst>
                <a:gd name="T0" fmla="*/ 282 w 320"/>
                <a:gd name="T1" fmla="*/ 112 h 292"/>
                <a:gd name="T2" fmla="*/ 294 w 320"/>
                <a:gd name="T3" fmla="*/ 114 h 292"/>
                <a:gd name="T4" fmla="*/ 308 w 320"/>
                <a:gd name="T5" fmla="*/ 120 h 292"/>
                <a:gd name="T6" fmla="*/ 320 w 320"/>
                <a:gd name="T7" fmla="*/ 138 h 292"/>
                <a:gd name="T8" fmla="*/ 320 w 320"/>
                <a:gd name="T9" fmla="*/ 196 h 292"/>
                <a:gd name="T10" fmla="*/ 320 w 320"/>
                <a:gd name="T11" fmla="*/ 202 h 292"/>
                <a:gd name="T12" fmla="*/ 316 w 320"/>
                <a:gd name="T13" fmla="*/ 214 h 292"/>
                <a:gd name="T14" fmla="*/ 304 w 320"/>
                <a:gd name="T15" fmla="*/ 228 h 292"/>
                <a:gd name="T16" fmla="*/ 282 w 320"/>
                <a:gd name="T17" fmla="*/ 234 h 292"/>
                <a:gd name="T18" fmla="*/ 252 w 320"/>
                <a:gd name="T19" fmla="*/ 234 h 292"/>
                <a:gd name="T20" fmla="*/ 260 w 320"/>
                <a:gd name="T21" fmla="*/ 264 h 292"/>
                <a:gd name="T22" fmla="*/ 272 w 320"/>
                <a:gd name="T23" fmla="*/ 286 h 292"/>
                <a:gd name="T24" fmla="*/ 278 w 320"/>
                <a:gd name="T25" fmla="*/ 292 h 292"/>
                <a:gd name="T26" fmla="*/ 254 w 320"/>
                <a:gd name="T27" fmla="*/ 278 h 292"/>
                <a:gd name="T28" fmla="*/ 234 w 320"/>
                <a:gd name="T29" fmla="*/ 260 h 292"/>
                <a:gd name="T30" fmla="*/ 218 w 320"/>
                <a:gd name="T31" fmla="*/ 234 h 292"/>
                <a:gd name="T32" fmla="*/ 198 w 320"/>
                <a:gd name="T33" fmla="*/ 234 h 292"/>
                <a:gd name="T34" fmla="*/ 186 w 320"/>
                <a:gd name="T35" fmla="*/ 232 h 292"/>
                <a:gd name="T36" fmla="*/ 172 w 320"/>
                <a:gd name="T37" fmla="*/ 224 h 292"/>
                <a:gd name="T38" fmla="*/ 162 w 320"/>
                <a:gd name="T39" fmla="*/ 208 h 292"/>
                <a:gd name="T40" fmla="*/ 160 w 320"/>
                <a:gd name="T41" fmla="*/ 150 h 292"/>
                <a:gd name="T42" fmla="*/ 160 w 320"/>
                <a:gd name="T43" fmla="*/ 144 h 292"/>
                <a:gd name="T44" fmla="*/ 164 w 320"/>
                <a:gd name="T45" fmla="*/ 130 h 292"/>
                <a:gd name="T46" fmla="*/ 176 w 320"/>
                <a:gd name="T47" fmla="*/ 118 h 292"/>
                <a:gd name="T48" fmla="*/ 198 w 320"/>
                <a:gd name="T49" fmla="*/ 112 h 292"/>
                <a:gd name="T50" fmla="*/ 140 w 320"/>
                <a:gd name="T51" fmla="*/ 150 h 292"/>
                <a:gd name="T52" fmla="*/ 142 w 320"/>
                <a:gd name="T53" fmla="*/ 142 h 292"/>
                <a:gd name="T54" fmla="*/ 148 w 320"/>
                <a:gd name="T55" fmla="*/ 122 h 292"/>
                <a:gd name="T56" fmla="*/ 162 w 320"/>
                <a:gd name="T57" fmla="*/ 104 h 292"/>
                <a:gd name="T58" fmla="*/ 184 w 320"/>
                <a:gd name="T59" fmla="*/ 94 h 292"/>
                <a:gd name="T60" fmla="*/ 282 w 320"/>
                <a:gd name="T61" fmla="*/ 92 h 292"/>
                <a:gd name="T62" fmla="*/ 288 w 320"/>
                <a:gd name="T63" fmla="*/ 94 h 292"/>
                <a:gd name="T64" fmla="*/ 288 w 320"/>
                <a:gd name="T65" fmla="*/ 52 h 292"/>
                <a:gd name="T66" fmla="*/ 286 w 320"/>
                <a:gd name="T67" fmla="*/ 36 h 292"/>
                <a:gd name="T68" fmla="*/ 276 w 320"/>
                <a:gd name="T69" fmla="*/ 16 h 292"/>
                <a:gd name="T70" fmla="*/ 254 w 320"/>
                <a:gd name="T71" fmla="*/ 2 h 292"/>
                <a:gd name="T72" fmla="*/ 236 w 320"/>
                <a:gd name="T73" fmla="*/ 0 h 292"/>
                <a:gd name="T74" fmla="*/ 52 w 320"/>
                <a:gd name="T75" fmla="*/ 0 h 292"/>
                <a:gd name="T76" fmla="*/ 34 w 320"/>
                <a:gd name="T77" fmla="*/ 2 h 292"/>
                <a:gd name="T78" fmla="*/ 16 w 320"/>
                <a:gd name="T79" fmla="*/ 12 h 292"/>
                <a:gd name="T80" fmla="*/ 2 w 320"/>
                <a:gd name="T81" fmla="*/ 34 h 292"/>
                <a:gd name="T82" fmla="*/ 0 w 320"/>
                <a:gd name="T83" fmla="*/ 52 h 292"/>
                <a:gd name="T84" fmla="*/ 0 w 320"/>
                <a:gd name="T85" fmla="*/ 112 h 292"/>
                <a:gd name="T86" fmla="*/ 2 w 320"/>
                <a:gd name="T87" fmla="*/ 130 h 292"/>
                <a:gd name="T88" fmla="*/ 12 w 320"/>
                <a:gd name="T89" fmla="*/ 148 h 292"/>
                <a:gd name="T90" fmla="*/ 34 w 320"/>
                <a:gd name="T91" fmla="*/ 162 h 292"/>
                <a:gd name="T92" fmla="*/ 52 w 320"/>
                <a:gd name="T93" fmla="*/ 164 h 292"/>
                <a:gd name="T94" fmla="*/ 64 w 320"/>
                <a:gd name="T95" fmla="*/ 164 h 292"/>
                <a:gd name="T96" fmla="*/ 54 w 320"/>
                <a:gd name="T97" fmla="*/ 206 h 292"/>
                <a:gd name="T98" fmla="*/ 44 w 320"/>
                <a:gd name="T99" fmla="*/ 226 h 292"/>
                <a:gd name="T100" fmla="*/ 30 w 320"/>
                <a:gd name="T101" fmla="*/ 244 h 292"/>
                <a:gd name="T102" fmla="*/ 40 w 320"/>
                <a:gd name="T103" fmla="*/ 240 h 292"/>
                <a:gd name="T104" fmla="*/ 62 w 320"/>
                <a:gd name="T105" fmla="*/ 226 h 292"/>
                <a:gd name="T106" fmla="*/ 90 w 320"/>
                <a:gd name="T107" fmla="*/ 200 h 292"/>
                <a:gd name="T108" fmla="*/ 110 w 320"/>
                <a:gd name="T109" fmla="*/ 164 h 292"/>
                <a:gd name="T110" fmla="*/ 140 w 320"/>
                <a:gd name="T111" fmla="*/ 150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320" h="292">
                  <a:moveTo>
                    <a:pt x="282" y="112"/>
                  </a:moveTo>
                  <a:lnTo>
                    <a:pt x="282" y="112"/>
                  </a:lnTo>
                  <a:lnTo>
                    <a:pt x="288" y="112"/>
                  </a:lnTo>
                  <a:lnTo>
                    <a:pt x="294" y="114"/>
                  </a:lnTo>
                  <a:lnTo>
                    <a:pt x="302" y="116"/>
                  </a:lnTo>
                  <a:lnTo>
                    <a:pt x="308" y="120"/>
                  </a:lnTo>
                  <a:lnTo>
                    <a:pt x="314" y="128"/>
                  </a:lnTo>
                  <a:lnTo>
                    <a:pt x="320" y="138"/>
                  </a:lnTo>
                  <a:lnTo>
                    <a:pt x="320" y="150"/>
                  </a:lnTo>
                  <a:lnTo>
                    <a:pt x="320" y="196"/>
                  </a:lnTo>
                  <a:lnTo>
                    <a:pt x="320" y="196"/>
                  </a:lnTo>
                  <a:lnTo>
                    <a:pt x="320" y="202"/>
                  </a:lnTo>
                  <a:lnTo>
                    <a:pt x="318" y="208"/>
                  </a:lnTo>
                  <a:lnTo>
                    <a:pt x="316" y="214"/>
                  </a:lnTo>
                  <a:lnTo>
                    <a:pt x="312" y="222"/>
                  </a:lnTo>
                  <a:lnTo>
                    <a:pt x="304" y="228"/>
                  </a:lnTo>
                  <a:lnTo>
                    <a:pt x="294" y="232"/>
                  </a:lnTo>
                  <a:lnTo>
                    <a:pt x="282" y="234"/>
                  </a:lnTo>
                  <a:lnTo>
                    <a:pt x="252" y="234"/>
                  </a:lnTo>
                  <a:lnTo>
                    <a:pt x="252" y="234"/>
                  </a:lnTo>
                  <a:lnTo>
                    <a:pt x="256" y="248"/>
                  </a:lnTo>
                  <a:lnTo>
                    <a:pt x="260" y="264"/>
                  </a:lnTo>
                  <a:lnTo>
                    <a:pt x="268" y="280"/>
                  </a:lnTo>
                  <a:lnTo>
                    <a:pt x="272" y="286"/>
                  </a:lnTo>
                  <a:lnTo>
                    <a:pt x="278" y="292"/>
                  </a:lnTo>
                  <a:lnTo>
                    <a:pt x="278" y="292"/>
                  </a:lnTo>
                  <a:lnTo>
                    <a:pt x="272" y="290"/>
                  </a:lnTo>
                  <a:lnTo>
                    <a:pt x="254" y="278"/>
                  </a:lnTo>
                  <a:lnTo>
                    <a:pt x="244" y="270"/>
                  </a:lnTo>
                  <a:lnTo>
                    <a:pt x="234" y="260"/>
                  </a:lnTo>
                  <a:lnTo>
                    <a:pt x="226" y="248"/>
                  </a:lnTo>
                  <a:lnTo>
                    <a:pt x="218" y="234"/>
                  </a:lnTo>
                  <a:lnTo>
                    <a:pt x="198" y="234"/>
                  </a:lnTo>
                  <a:lnTo>
                    <a:pt x="198" y="234"/>
                  </a:lnTo>
                  <a:lnTo>
                    <a:pt x="192" y="234"/>
                  </a:lnTo>
                  <a:lnTo>
                    <a:pt x="186" y="232"/>
                  </a:lnTo>
                  <a:lnTo>
                    <a:pt x="180" y="230"/>
                  </a:lnTo>
                  <a:lnTo>
                    <a:pt x="172" y="224"/>
                  </a:lnTo>
                  <a:lnTo>
                    <a:pt x="166" y="218"/>
                  </a:lnTo>
                  <a:lnTo>
                    <a:pt x="162" y="208"/>
                  </a:lnTo>
                  <a:lnTo>
                    <a:pt x="160" y="196"/>
                  </a:lnTo>
                  <a:lnTo>
                    <a:pt x="160" y="150"/>
                  </a:lnTo>
                  <a:lnTo>
                    <a:pt x="160" y="150"/>
                  </a:lnTo>
                  <a:lnTo>
                    <a:pt x="160" y="144"/>
                  </a:lnTo>
                  <a:lnTo>
                    <a:pt x="162" y="138"/>
                  </a:lnTo>
                  <a:lnTo>
                    <a:pt x="164" y="130"/>
                  </a:lnTo>
                  <a:lnTo>
                    <a:pt x="170" y="124"/>
                  </a:lnTo>
                  <a:lnTo>
                    <a:pt x="176" y="118"/>
                  </a:lnTo>
                  <a:lnTo>
                    <a:pt x="186" y="114"/>
                  </a:lnTo>
                  <a:lnTo>
                    <a:pt x="198" y="112"/>
                  </a:lnTo>
                  <a:lnTo>
                    <a:pt x="282" y="112"/>
                  </a:lnTo>
                  <a:close/>
                  <a:moveTo>
                    <a:pt x="140" y="150"/>
                  </a:moveTo>
                  <a:lnTo>
                    <a:pt x="140" y="150"/>
                  </a:lnTo>
                  <a:lnTo>
                    <a:pt x="142" y="142"/>
                  </a:lnTo>
                  <a:lnTo>
                    <a:pt x="144" y="132"/>
                  </a:lnTo>
                  <a:lnTo>
                    <a:pt x="148" y="122"/>
                  </a:lnTo>
                  <a:lnTo>
                    <a:pt x="154" y="112"/>
                  </a:lnTo>
                  <a:lnTo>
                    <a:pt x="162" y="104"/>
                  </a:lnTo>
                  <a:lnTo>
                    <a:pt x="172" y="98"/>
                  </a:lnTo>
                  <a:lnTo>
                    <a:pt x="184" y="94"/>
                  </a:lnTo>
                  <a:lnTo>
                    <a:pt x="198" y="92"/>
                  </a:lnTo>
                  <a:lnTo>
                    <a:pt x="282" y="92"/>
                  </a:lnTo>
                  <a:lnTo>
                    <a:pt x="282" y="92"/>
                  </a:lnTo>
                  <a:lnTo>
                    <a:pt x="288" y="94"/>
                  </a:lnTo>
                  <a:lnTo>
                    <a:pt x="288" y="52"/>
                  </a:lnTo>
                  <a:lnTo>
                    <a:pt x="288" y="52"/>
                  </a:lnTo>
                  <a:lnTo>
                    <a:pt x="288" y="44"/>
                  </a:lnTo>
                  <a:lnTo>
                    <a:pt x="286" y="36"/>
                  </a:lnTo>
                  <a:lnTo>
                    <a:pt x="282" y="26"/>
                  </a:lnTo>
                  <a:lnTo>
                    <a:pt x="276" y="16"/>
                  </a:lnTo>
                  <a:lnTo>
                    <a:pt x="266" y="8"/>
                  </a:lnTo>
                  <a:lnTo>
                    <a:pt x="254" y="2"/>
                  </a:lnTo>
                  <a:lnTo>
                    <a:pt x="246" y="0"/>
                  </a:lnTo>
                  <a:lnTo>
                    <a:pt x="236" y="0"/>
                  </a:lnTo>
                  <a:lnTo>
                    <a:pt x="52" y="0"/>
                  </a:lnTo>
                  <a:lnTo>
                    <a:pt x="52" y="0"/>
                  </a:lnTo>
                  <a:lnTo>
                    <a:pt x="44" y="0"/>
                  </a:lnTo>
                  <a:lnTo>
                    <a:pt x="34" y="2"/>
                  </a:lnTo>
                  <a:lnTo>
                    <a:pt x="26" y="6"/>
                  </a:lnTo>
                  <a:lnTo>
                    <a:pt x="16" y="12"/>
                  </a:lnTo>
                  <a:lnTo>
                    <a:pt x="8" y="22"/>
                  </a:lnTo>
                  <a:lnTo>
                    <a:pt x="2" y="34"/>
                  </a:lnTo>
                  <a:lnTo>
                    <a:pt x="0" y="42"/>
                  </a:lnTo>
                  <a:lnTo>
                    <a:pt x="0" y="52"/>
                  </a:lnTo>
                  <a:lnTo>
                    <a:pt x="0" y="112"/>
                  </a:lnTo>
                  <a:lnTo>
                    <a:pt x="0" y="112"/>
                  </a:lnTo>
                  <a:lnTo>
                    <a:pt x="0" y="120"/>
                  </a:lnTo>
                  <a:lnTo>
                    <a:pt x="2" y="130"/>
                  </a:lnTo>
                  <a:lnTo>
                    <a:pt x="6" y="138"/>
                  </a:lnTo>
                  <a:lnTo>
                    <a:pt x="12" y="148"/>
                  </a:lnTo>
                  <a:lnTo>
                    <a:pt x="22" y="156"/>
                  </a:lnTo>
                  <a:lnTo>
                    <a:pt x="34" y="162"/>
                  </a:lnTo>
                  <a:lnTo>
                    <a:pt x="42" y="164"/>
                  </a:lnTo>
                  <a:lnTo>
                    <a:pt x="52" y="164"/>
                  </a:lnTo>
                  <a:lnTo>
                    <a:pt x="64" y="164"/>
                  </a:lnTo>
                  <a:lnTo>
                    <a:pt x="64" y="164"/>
                  </a:lnTo>
                  <a:lnTo>
                    <a:pt x="60" y="186"/>
                  </a:lnTo>
                  <a:lnTo>
                    <a:pt x="54" y="206"/>
                  </a:lnTo>
                  <a:lnTo>
                    <a:pt x="50" y="218"/>
                  </a:lnTo>
                  <a:lnTo>
                    <a:pt x="44" y="226"/>
                  </a:lnTo>
                  <a:lnTo>
                    <a:pt x="38" y="236"/>
                  </a:lnTo>
                  <a:lnTo>
                    <a:pt x="30" y="244"/>
                  </a:lnTo>
                  <a:lnTo>
                    <a:pt x="30" y="244"/>
                  </a:lnTo>
                  <a:lnTo>
                    <a:pt x="40" y="240"/>
                  </a:lnTo>
                  <a:lnTo>
                    <a:pt x="50" y="234"/>
                  </a:lnTo>
                  <a:lnTo>
                    <a:pt x="62" y="226"/>
                  </a:lnTo>
                  <a:lnTo>
                    <a:pt x="76" y="214"/>
                  </a:lnTo>
                  <a:lnTo>
                    <a:pt x="90" y="200"/>
                  </a:lnTo>
                  <a:lnTo>
                    <a:pt x="102" y="184"/>
                  </a:lnTo>
                  <a:lnTo>
                    <a:pt x="110" y="164"/>
                  </a:lnTo>
                  <a:lnTo>
                    <a:pt x="140" y="164"/>
                  </a:lnTo>
                  <a:lnTo>
                    <a:pt x="140" y="150"/>
                  </a:lnTo>
                  <a:close/>
                </a:path>
              </a:pathLst>
            </a:custGeom>
            <a:solidFill>
              <a:schemeClr val="bg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99" name="Rectangle 10"/>
            <p:cNvSpPr>
              <a:spLocks noChangeArrowheads="1"/>
            </p:cNvSpPr>
            <p:nvPr/>
          </p:nvSpPr>
          <p:spPr bwMode="auto">
            <a:xfrm rot="16200000">
              <a:off x="2518523" y="2087670"/>
              <a:ext cx="719208"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smtClean="0">
                  <a:latin typeface="腾讯体 W7" panose="020C08030202040F0204" pitchFamily="18" charset="-122"/>
                  <a:cs typeface="腾讯体 W3" panose="020C04030202040F0204" pitchFamily="34" charset="-122"/>
                </a:rPr>
                <a:t>&lt; Text here </a:t>
              </a:r>
              <a:endParaRPr lang="en-GB" sz="905" kern="0" dirty="0">
                <a:latin typeface="腾讯体 W7" panose="020C08030202040F0204" pitchFamily="18" charset="-122"/>
                <a:cs typeface="腾讯体 W3" panose="020C04030202040F0204" pitchFamily="34" charset="-122"/>
              </a:endParaRPr>
            </a:p>
          </p:txBody>
        </p:sp>
        <p:sp>
          <p:nvSpPr>
            <p:cNvPr id="600" name="Rectangle 10"/>
            <p:cNvSpPr>
              <a:spLocks noChangeArrowheads="1"/>
            </p:cNvSpPr>
            <p:nvPr/>
          </p:nvSpPr>
          <p:spPr bwMode="auto">
            <a:xfrm rot="16200000">
              <a:off x="3577304" y="2087670"/>
              <a:ext cx="719208"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smtClean="0">
                  <a:latin typeface="腾讯体 W7" panose="020C08030202040F0204" pitchFamily="18" charset="-122"/>
                  <a:cs typeface="腾讯体 W3" panose="020C04030202040F0204" pitchFamily="34" charset="-122"/>
                </a:rPr>
                <a:t>&lt; Text here </a:t>
              </a:r>
              <a:endParaRPr lang="en-GB" sz="905" kern="0" dirty="0">
                <a:latin typeface="腾讯体 W7" panose="020C08030202040F0204" pitchFamily="18" charset="-122"/>
                <a:cs typeface="腾讯体 W3" panose="020C04030202040F0204" pitchFamily="34" charset="-122"/>
              </a:endParaRPr>
            </a:p>
          </p:txBody>
        </p:sp>
        <p:sp>
          <p:nvSpPr>
            <p:cNvPr id="601" name="Rectangle 10"/>
            <p:cNvSpPr>
              <a:spLocks noChangeArrowheads="1"/>
            </p:cNvSpPr>
            <p:nvPr/>
          </p:nvSpPr>
          <p:spPr bwMode="auto">
            <a:xfrm rot="16200000">
              <a:off x="4644105" y="2087671"/>
              <a:ext cx="719208"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smtClean="0">
                  <a:latin typeface="腾讯体 W7" panose="020C08030202040F0204" pitchFamily="18" charset="-122"/>
                  <a:cs typeface="腾讯体 W3" panose="020C04030202040F0204" pitchFamily="34" charset="-122"/>
                </a:rPr>
                <a:t>&lt; Text here </a:t>
              </a:r>
              <a:endParaRPr lang="en-GB" sz="905" kern="0" dirty="0">
                <a:latin typeface="腾讯体 W7" panose="020C08030202040F0204" pitchFamily="18" charset="-122"/>
                <a:cs typeface="腾讯体 W3" panose="020C04030202040F0204" pitchFamily="34" charset="-122"/>
              </a:endParaRPr>
            </a:p>
          </p:txBody>
        </p:sp>
        <p:sp>
          <p:nvSpPr>
            <p:cNvPr id="602" name="Rectangle 10"/>
            <p:cNvSpPr>
              <a:spLocks noChangeArrowheads="1"/>
            </p:cNvSpPr>
            <p:nvPr/>
          </p:nvSpPr>
          <p:spPr bwMode="auto">
            <a:xfrm rot="16200000">
              <a:off x="5702884" y="2087670"/>
              <a:ext cx="719208"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smtClean="0">
                  <a:latin typeface="腾讯体 W7" panose="020C08030202040F0204" pitchFamily="18" charset="-122"/>
                  <a:cs typeface="腾讯体 W3" panose="020C04030202040F0204" pitchFamily="34" charset="-122"/>
                </a:rPr>
                <a:t>&lt; Text here </a:t>
              </a:r>
              <a:endParaRPr lang="en-GB" sz="905" kern="0" dirty="0">
                <a:latin typeface="腾讯体 W7" panose="020C08030202040F0204" pitchFamily="18" charset="-122"/>
                <a:cs typeface="腾讯体 W3" panose="020C04030202040F0204" pitchFamily="34" charset="-122"/>
              </a:endParaRPr>
            </a:p>
          </p:txBody>
        </p:sp>
        <p:sp>
          <p:nvSpPr>
            <p:cNvPr id="603" name="Rectangle 10"/>
            <p:cNvSpPr>
              <a:spLocks noChangeArrowheads="1"/>
            </p:cNvSpPr>
            <p:nvPr/>
          </p:nvSpPr>
          <p:spPr bwMode="auto">
            <a:xfrm rot="16200000">
              <a:off x="6761664" y="2087670"/>
              <a:ext cx="719208"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smtClean="0">
                  <a:latin typeface="腾讯体 W7" panose="020C08030202040F0204" pitchFamily="18" charset="-122"/>
                  <a:cs typeface="腾讯体 W3" panose="020C04030202040F0204" pitchFamily="34" charset="-122"/>
                </a:rPr>
                <a:t>&lt; Text here </a:t>
              </a:r>
              <a:endParaRPr lang="en-GB" sz="905" kern="0" dirty="0">
                <a:latin typeface="腾讯体 W7" panose="020C08030202040F0204" pitchFamily="18" charset="-122"/>
                <a:cs typeface="腾讯体 W3" panose="020C04030202040F0204" pitchFamily="34" charset="-122"/>
              </a:endParaRPr>
            </a:p>
          </p:txBody>
        </p:sp>
        <p:sp>
          <p:nvSpPr>
            <p:cNvPr id="604" name="Rectangle 10"/>
            <p:cNvSpPr>
              <a:spLocks noChangeArrowheads="1"/>
            </p:cNvSpPr>
            <p:nvPr/>
          </p:nvSpPr>
          <p:spPr bwMode="auto">
            <a:xfrm>
              <a:off x="3186460" y="2772519"/>
              <a:ext cx="467994"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smtClean="0">
                  <a:solidFill>
                    <a:schemeClr val="bg2"/>
                  </a:solidFill>
                  <a:latin typeface="腾讯体 W7" panose="020C08030202040F0204" pitchFamily="18" charset="-122"/>
                  <a:cs typeface="腾讯体 W3" panose="020C04030202040F0204" pitchFamily="34" charset="-122"/>
                </a:rPr>
                <a:t>Option</a:t>
              </a:r>
              <a:endParaRPr lang="en-GB" sz="905" kern="0" dirty="0">
                <a:solidFill>
                  <a:schemeClr val="bg2"/>
                </a:solidFill>
                <a:latin typeface="腾讯体 W7" panose="020C08030202040F0204" pitchFamily="18" charset="-122"/>
                <a:cs typeface="腾讯体 W3" panose="020C04030202040F0204" pitchFamily="34" charset="-122"/>
              </a:endParaRPr>
            </a:p>
          </p:txBody>
        </p:sp>
        <p:sp>
          <p:nvSpPr>
            <p:cNvPr id="605" name="Rectangle 10"/>
            <p:cNvSpPr>
              <a:spLocks noChangeArrowheads="1"/>
            </p:cNvSpPr>
            <p:nvPr/>
          </p:nvSpPr>
          <p:spPr bwMode="auto">
            <a:xfrm>
              <a:off x="4261281" y="2772519"/>
              <a:ext cx="467994"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smtClean="0">
                  <a:solidFill>
                    <a:schemeClr val="bg2"/>
                  </a:solidFill>
                  <a:latin typeface="腾讯体 W7" panose="020C08030202040F0204" pitchFamily="18" charset="-122"/>
                  <a:cs typeface="腾讯体 W3" panose="020C04030202040F0204" pitchFamily="34" charset="-122"/>
                </a:rPr>
                <a:t>Option</a:t>
              </a:r>
              <a:endParaRPr lang="en-GB" sz="905" kern="0" dirty="0">
                <a:solidFill>
                  <a:schemeClr val="bg2"/>
                </a:solidFill>
                <a:latin typeface="腾讯体 W7" panose="020C08030202040F0204" pitchFamily="18" charset="-122"/>
                <a:cs typeface="腾讯体 W3" panose="020C04030202040F0204" pitchFamily="34" charset="-122"/>
              </a:endParaRPr>
            </a:p>
          </p:txBody>
        </p:sp>
        <p:sp>
          <p:nvSpPr>
            <p:cNvPr id="606" name="Rectangle 10"/>
            <p:cNvSpPr>
              <a:spLocks noChangeArrowheads="1"/>
            </p:cNvSpPr>
            <p:nvPr/>
          </p:nvSpPr>
          <p:spPr bwMode="auto">
            <a:xfrm>
              <a:off x="5320060" y="2772519"/>
              <a:ext cx="467994"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smtClean="0">
                  <a:solidFill>
                    <a:schemeClr val="bg2"/>
                  </a:solidFill>
                  <a:latin typeface="腾讯体 W7" panose="020C08030202040F0204" pitchFamily="18" charset="-122"/>
                  <a:cs typeface="腾讯体 W3" panose="020C04030202040F0204" pitchFamily="34" charset="-122"/>
                </a:rPr>
                <a:t>Option</a:t>
              </a:r>
              <a:endParaRPr lang="en-GB" sz="905" kern="0" dirty="0">
                <a:solidFill>
                  <a:schemeClr val="bg2"/>
                </a:solidFill>
                <a:latin typeface="腾讯体 W7" panose="020C08030202040F0204" pitchFamily="18" charset="-122"/>
                <a:cs typeface="腾讯体 W3" panose="020C04030202040F0204" pitchFamily="34" charset="-122"/>
              </a:endParaRPr>
            </a:p>
          </p:txBody>
        </p:sp>
        <p:sp>
          <p:nvSpPr>
            <p:cNvPr id="607" name="Rectangle 10"/>
            <p:cNvSpPr>
              <a:spLocks noChangeArrowheads="1"/>
            </p:cNvSpPr>
            <p:nvPr/>
          </p:nvSpPr>
          <p:spPr bwMode="auto">
            <a:xfrm>
              <a:off x="6410923" y="2772519"/>
              <a:ext cx="467994"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smtClean="0">
                  <a:solidFill>
                    <a:schemeClr val="bg2"/>
                  </a:solidFill>
                  <a:latin typeface="腾讯体 W7" panose="020C08030202040F0204" pitchFamily="18" charset="-122"/>
                  <a:cs typeface="腾讯体 W3" panose="020C04030202040F0204" pitchFamily="34" charset="-122"/>
                </a:rPr>
                <a:t>Option</a:t>
              </a:r>
              <a:endParaRPr lang="en-GB" sz="905" kern="0" dirty="0">
                <a:solidFill>
                  <a:schemeClr val="bg2"/>
                </a:solidFill>
                <a:latin typeface="腾讯体 W7" panose="020C08030202040F0204" pitchFamily="18" charset="-122"/>
                <a:cs typeface="腾讯体 W3" panose="020C04030202040F0204" pitchFamily="34" charset="-122"/>
              </a:endParaRPr>
            </a:p>
          </p:txBody>
        </p:sp>
        <p:sp>
          <p:nvSpPr>
            <p:cNvPr id="635" name="Rectangle 10"/>
            <p:cNvSpPr>
              <a:spLocks noChangeArrowheads="1"/>
            </p:cNvSpPr>
            <p:nvPr/>
          </p:nvSpPr>
          <p:spPr bwMode="auto">
            <a:xfrm>
              <a:off x="7453660" y="2772519"/>
              <a:ext cx="467994"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smtClean="0">
                  <a:solidFill>
                    <a:schemeClr val="bg2"/>
                  </a:solidFill>
                  <a:latin typeface="腾讯体 W7" panose="020C08030202040F0204" pitchFamily="18" charset="-122"/>
                  <a:cs typeface="腾讯体 W3" panose="020C04030202040F0204" pitchFamily="34" charset="-122"/>
                </a:rPr>
                <a:t>Option</a:t>
              </a:r>
              <a:endParaRPr lang="en-GB" sz="905" kern="0" dirty="0">
                <a:solidFill>
                  <a:schemeClr val="bg2"/>
                </a:solidFill>
                <a:latin typeface="腾讯体 W7" panose="020C08030202040F0204" pitchFamily="18" charset="-122"/>
                <a:cs typeface="腾讯体 W3" panose="020C04030202040F0204" pitchFamily="34" charset="-122"/>
              </a:endParaRPr>
            </a:p>
          </p:txBody>
        </p:sp>
      </p:grpSp>
    </p:spTree>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Phases</a:t>
            </a:r>
            <a:endParaRPr lang="en-GB" b="0" i="0" dirty="0"/>
          </a:p>
        </p:txBody>
      </p:sp>
      <p:sp>
        <p:nvSpPr>
          <p:cNvPr id="98" name="Slide Number Placeholder 6"/>
          <p:cNvSpPr>
            <a:spLocks noGrp="1"/>
          </p:cNvSpPr>
          <p:nvPr>
            <p:ph type="sldNum" sz="quarter" idx="4"/>
          </p:nvPr>
        </p:nvSpPr>
        <p:spPr>
          <a:xfrm>
            <a:off x="8814724" y="6387623"/>
            <a:ext cx="1616538" cy="134476"/>
          </a:xfrm>
        </p:spPr>
        <p:txBody>
          <a:bodyPr/>
          <a:lstStyle/>
          <a:p>
            <a:fld id="{FEBD7F86-1881-4698-8703-FB80B0800997}" type="slidenum">
              <a:rPr lang="en-GB" sz="905" smtClean="0"/>
            </a:fld>
            <a:endParaRPr lang="en-GB" sz="905"/>
          </a:p>
        </p:txBody>
      </p:sp>
      <p:grpSp>
        <p:nvGrpSpPr>
          <p:cNvPr id="9" name="Group 8"/>
          <p:cNvGrpSpPr/>
          <p:nvPr/>
        </p:nvGrpSpPr>
        <p:grpSpPr>
          <a:xfrm>
            <a:off x="1633855" y="1665605"/>
            <a:ext cx="8354695" cy="4480180"/>
            <a:chOff x="577638" y="1801611"/>
            <a:chExt cx="6606429" cy="5112033"/>
          </a:xfrm>
        </p:grpSpPr>
        <p:grpSp>
          <p:nvGrpSpPr>
            <p:cNvPr id="8" name="Group 7"/>
            <p:cNvGrpSpPr/>
            <p:nvPr/>
          </p:nvGrpSpPr>
          <p:grpSpPr>
            <a:xfrm>
              <a:off x="577638" y="1801611"/>
              <a:ext cx="6606429" cy="1722626"/>
              <a:chOff x="577638" y="1801611"/>
              <a:chExt cx="6606429" cy="1722626"/>
            </a:xfrm>
          </p:grpSpPr>
          <p:sp>
            <p:nvSpPr>
              <p:cNvPr id="562" name="Rectangle 11"/>
              <p:cNvSpPr/>
              <p:nvPr/>
            </p:nvSpPr>
            <p:spPr>
              <a:xfrm>
                <a:off x="5094384" y="1873842"/>
                <a:ext cx="2089683" cy="1592978"/>
              </a:xfrm>
              <a:custGeom>
                <a:avLst/>
                <a:gdLst>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0 w 2447701"/>
                  <a:gd name="connsiteY4" fmla="*/ 0 h 1733550"/>
                  <a:gd name="connsiteX0-1" fmla="*/ 7938 w 2455639"/>
                  <a:gd name="connsiteY0-2" fmla="*/ 0 h 1733550"/>
                  <a:gd name="connsiteX1-3" fmla="*/ 2455639 w 2455639"/>
                  <a:gd name="connsiteY1-4" fmla="*/ 0 h 1733550"/>
                  <a:gd name="connsiteX2-5" fmla="*/ 2455639 w 2455639"/>
                  <a:gd name="connsiteY2-6" fmla="*/ 1733550 h 1733550"/>
                  <a:gd name="connsiteX3-7" fmla="*/ 7938 w 2455639"/>
                  <a:gd name="connsiteY3-8" fmla="*/ 1733550 h 1733550"/>
                  <a:gd name="connsiteX4-9" fmla="*/ 0 w 2455639"/>
                  <a:gd name="connsiteY4-10" fmla="*/ 885825 h 1733550"/>
                  <a:gd name="connsiteX5" fmla="*/ 7938 w 2455639"/>
                  <a:gd name="connsiteY5" fmla="*/ 0 h 1733550"/>
                  <a:gd name="connsiteX0-11" fmla="*/ 0 w 2447701"/>
                  <a:gd name="connsiteY0-12" fmla="*/ 0 h 1733550"/>
                  <a:gd name="connsiteX1-13" fmla="*/ 2447701 w 2447701"/>
                  <a:gd name="connsiteY1-14" fmla="*/ 0 h 1733550"/>
                  <a:gd name="connsiteX2-15" fmla="*/ 2447701 w 2447701"/>
                  <a:gd name="connsiteY2-16" fmla="*/ 1733550 h 1733550"/>
                  <a:gd name="connsiteX3-17" fmla="*/ 0 w 2447701"/>
                  <a:gd name="connsiteY3-18" fmla="*/ 1733550 h 1733550"/>
                  <a:gd name="connsiteX4-19" fmla="*/ 487362 w 2447701"/>
                  <a:gd name="connsiteY4-20" fmla="*/ 885825 h 1733550"/>
                  <a:gd name="connsiteX5-21" fmla="*/ 0 w 2447701"/>
                  <a:gd name="connsiteY5-22" fmla="*/ 0 h 1733550"/>
                  <a:gd name="connsiteX0-23" fmla="*/ 0 w 2447701"/>
                  <a:gd name="connsiteY0-24" fmla="*/ 0 h 1733550"/>
                  <a:gd name="connsiteX1-25" fmla="*/ 2447701 w 2447701"/>
                  <a:gd name="connsiteY1-26" fmla="*/ 0 h 1733550"/>
                  <a:gd name="connsiteX2-27" fmla="*/ 2447701 w 2447701"/>
                  <a:gd name="connsiteY2-28" fmla="*/ 1733550 h 1733550"/>
                  <a:gd name="connsiteX3-29" fmla="*/ 0 w 2447701"/>
                  <a:gd name="connsiteY3-30" fmla="*/ 1733550 h 1733550"/>
                  <a:gd name="connsiteX4-31" fmla="*/ 658812 w 2447701"/>
                  <a:gd name="connsiteY4-32" fmla="*/ 885825 h 1733550"/>
                  <a:gd name="connsiteX5-33" fmla="*/ 0 w 2447701"/>
                  <a:gd name="connsiteY5-34" fmla="*/ 0 h 1733550"/>
                  <a:gd name="connsiteX0-35" fmla="*/ 0 w 2447701"/>
                  <a:gd name="connsiteY0-36" fmla="*/ 0 h 1733550"/>
                  <a:gd name="connsiteX1-37" fmla="*/ 2447701 w 2447701"/>
                  <a:gd name="connsiteY1-38" fmla="*/ 0 h 1733550"/>
                  <a:gd name="connsiteX2-39" fmla="*/ 2447701 w 2447701"/>
                  <a:gd name="connsiteY2-40" fmla="*/ 1733550 h 1733550"/>
                  <a:gd name="connsiteX3-41" fmla="*/ 0 w 2447701"/>
                  <a:gd name="connsiteY3-42" fmla="*/ 1733550 h 1733550"/>
                  <a:gd name="connsiteX4-43" fmla="*/ 1058862 w 2447701"/>
                  <a:gd name="connsiteY4-44" fmla="*/ 885825 h 1733550"/>
                  <a:gd name="connsiteX5-45" fmla="*/ 0 w 2447701"/>
                  <a:gd name="connsiteY5-46" fmla="*/ 0 h 1733550"/>
                  <a:gd name="connsiteX0-47" fmla="*/ 0 w 2447701"/>
                  <a:gd name="connsiteY0-48" fmla="*/ 0 h 1733550"/>
                  <a:gd name="connsiteX1-49" fmla="*/ 2447701 w 2447701"/>
                  <a:gd name="connsiteY1-50" fmla="*/ 0 h 1733550"/>
                  <a:gd name="connsiteX2-51" fmla="*/ 2447701 w 2447701"/>
                  <a:gd name="connsiteY2-52" fmla="*/ 1733550 h 1733550"/>
                  <a:gd name="connsiteX3-53" fmla="*/ 0 w 2447701"/>
                  <a:gd name="connsiteY3-54" fmla="*/ 1733550 h 1733550"/>
                  <a:gd name="connsiteX4-55" fmla="*/ 1058862 w 2447701"/>
                  <a:gd name="connsiteY4-56" fmla="*/ 885825 h 1733550"/>
                  <a:gd name="connsiteX5-57" fmla="*/ 0 w 2447701"/>
                  <a:gd name="connsiteY5-58" fmla="*/ 0 h 1733550"/>
                  <a:gd name="connsiteX0-59" fmla="*/ 0 w 2447701"/>
                  <a:gd name="connsiteY0-60" fmla="*/ 0 h 1743075"/>
                  <a:gd name="connsiteX1-61" fmla="*/ 2447701 w 2447701"/>
                  <a:gd name="connsiteY1-62" fmla="*/ 0 h 1743075"/>
                  <a:gd name="connsiteX2-63" fmla="*/ 2447701 w 2447701"/>
                  <a:gd name="connsiteY2-64" fmla="*/ 1733550 h 1743075"/>
                  <a:gd name="connsiteX3-65" fmla="*/ 209550 w 2447701"/>
                  <a:gd name="connsiteY3-66" fmla="*/ 1743075 h 1743075"/>
                  <a:gd name="connsiteX4-67" fmla="*/ 1058862 w 2447701"/>
                  <a:gd name="connsiteY4-68" fmla="*/ 885825 h 1743075"/>
                  <a:gd name="connsiteX5-69" fmla="*/ 0 w 2447701"/>
                  <a:gd name="connsiteY5-70" fmla="*/ 0 h 1743075"/>
                  <a:gd name="connsiteX0-71" fmla="*/ 0 w 2304826"/>
                  <a:gd name="connsiteY0-72" fmla="*/ 19050 h 1743075"/>
                  <a:gd name="connsiteX1-73" fmla="*/ 2304826 w 2304826"/>
                  <a:gd name="connsiteY1-74" fmla="*/ 0 h 1743075"/>
                  <a:gd name="connsiteX2-75" fmla="*/ 2304826 w 2304826"/>
                  <a:gd name="connsiteY2-76" fmla="*/ 1733550 h 1743075"/>
                  <a:gd name="connsiteX3-77" fmla="*/ 66675 w 2304826"/>
                  <a:gd name="connsiteY3-78" fmla="*/ 1743075 h 1743075"/>
                  <a:gd name="connsiteX4-79" fmla="*/ 915987 w 2304826"/>
                  <a:gd name="connsiteY4-80" fmla="*/ 885825 h 1743075"/>
                  <a:gd name="connsiteX5-81" fmla="*/ 0 w 2304826"/>
                  <a:gd name="connsiteY5-82" fmla="*/ 19050 h 1743075"/>
                  <a:gd name="connsiteX0-83" fmla="*/ 28575 w 2238151"/>
                  <a:gd name="connsiteY0-84" fmla="*/ 19050 h 1743075"/>
                  <a:gd name="connsiteX1-85" fmla="*/ 2238151 w 2238151"/>
                  <a:gd name="connsiteY1-86" fmla="*/ 0 h 1743075"/>
                  <a:gd name="connsiteX2-87" fmla="*/ 2238151 w 2238151"/>
                  <a:gd name="connsiteY2-88" fmla="*/ 1733550 h 1743075"/>
                  <a:gd name="connsiteX3-89" fmla="*/ 0 w 2238151"/>
                  <a:gd name="connsiteY3-90" fmla="*/ 1743075 h 1743075"/>
                  <a:gd name="connsiteX4-91" fmla="*/ 849312 w 2238151"/>
                  <a:gd name="connsiteY4-92" fmla="*/ 885825 h 1743075"/>
                  <a:gd name="connsiteX5-93" fmla="*/ 28575 w 2238151"/>
                  <a:gd name="connsiteY5-94" fmla="*/ 19050 h 1743075"/>
                  <a:gd name="connsiteX0-95" fmla="*/ 28575 w 2238151"/>
                  <a:gd name="connsiteY0-96" fmla="*/ 19050 h 1743075"/>
                  <a:gd name="connsiteX1-97" fmla="*/ 2238151 w 2238151"/>
                  <a:gd name="connsiteY1-98" fmla="*/ 0 h 1743075"/>
                  <a:gd name="connsiteX2-99" fmla="*/ 2238151 w 2238151"/>
                  <a:gd name="connsiteY2-100" fmla="*/ 1733550 h 1743075"/>
                  <a:gd name="connsiteX3-101" fmla="*/ 0 w 2238151"/>
                  <a:gd name="connsiteY3-102" fmla="*/ 1743075 h 1743075"/>
                  <a:gd name="connsiteX4-103" fmla="*/ 849312 w 2238151"/>
                  <a:gd name="connsiteY4-104" fmla="*/ 885825 h 1743075"/>
                  <a:gd name="connsiteX5-105" fmla="*/ 28575 w 2238151"/>
                  <a:gd name="connsiteY5-106" fmla="*/ 19050 h 1743075"/>
                  <a:gd name="connsiteX0-107" fmla="*/ 0 w 2247676"/>
                  <a:gd name="connsiteY0-108" fmla="*/ 19050 h 1743075"/>
                  <a:gd name="connsiteX1-109" fmla="*/ 2247676 w 2247676"/>
                  <a:gd name="connsiteY1-110" fmla="*/ 0 h 1743075"/>
                  <a:gd name="connsiteX2-111" fmla="*/ 2247676 w 2247676"/>
                  <a:gd name="connsiteY2-112" fmla="*/ 1733550 h 1743075"/>
                  <a:gd name="connsiteX3-113" fmla="*/ 9525 w 2247676"/>
                  <a:gd name="connsiteY3-114" fmla="*/ 1743075 h 1743075"/>
                  <a:gd name="connsiteX4-115" fmla="*/ 858837 w 2247676"/>
                  <a:gd name="connsiteY4-116" fmla="*/ 885825 h 1743075"/>
                  <a:gd name="connsiteX5-117" fmla="*/ 0 w 2247676"/>
                  <a:gd name="connsiteY5-118" fmla="*/ 19050 h 1743075"/>
                  <a:gd name="connsiteX0-119" fmla="*/ 47625 w 2295301"/>
                  <a:gd name="connsiteY0-120" fmla="*/ 19050 h 1752600"/>
                  <a:gd name="connsiteX1-121" fmla="*/ 2295301 w 2295301"/>
                  <a:gd name="connsiteY1-122" fmla="*/ 0 h 1752600"/>
                  <a:gd name="connsiteX2-123" fmla="*/ 2295301 w 2295301"/>
                  <a:gd name="connsiteY2-124" fmla="*/ 1733550 h 1752600"/>
                  <a:gd name="connsiteX3-125" fmla="*/ 0 w 2295301"/>
                  <a:gd name="connsiteY3-126" fmla="*/ 1752600 h 1752600"/>
                  <a:gd name="connsiteX4-127" fmla="*/ 906462 w 2295301"/>
                  <a:gd name="connsiteY4-128" fmla="*/ 885825 h 1752600"/>
                  <a:gd name="connsiteX5-129" fmla="*/ 47625 w 2295301"/>
                  <a:gd name="connsiteY5-130" fmla="*/ 19050 h 1752600"/>
                  <a:gd name="connsiteX0-131" fmla="*/ 28575 w 2276251"/>
                  <a:gd name="connsiteY0-132" fmla="*/ 19050 h 1752600"/>
                  <a:gd name="connsiteX1-133" fmla="*/ 2276251 w 2276251"/>
                  <a:gd name="connsiteY1-134" fmla="*/ 0 h 1752600"/>
                  <a:gd name="connsiteX2-135" fmla="*/ 2276251 w 2276251"/>
                  <a:gd name="connsiteY2-136" fmla="*/ 1733550 h 1752600"/>
                  <a:gd name="connsiteX3-137" fmla="*/ 0 w 2276251"/>
                  <a:gd name="connsiteY3-138" fmla="*/ 1752600 h 1752600"/>
                  <a:gd name="connsiteX4-139" fmla="*/ 887412 w 2276251"/>
                  <a:gd name="connsiteY4-140" fmla="*/ 885825 h 1752600"/>
                  <a:gd name="connsiteX5-141" fmla="*/ 28575 w 2276251"/>
                  <a:gd name="connsiteY5-142" fmla="*/ 19050 h 1752600"/>
                  <a:gd name="connsiteX0-143" fmla="*/ 9525 w 2276251"/>
                  <a:gd name="connsiteY0-144" fmla="*/ 0 h 1752600"/>
                  <a:gd name="connsiteX1-145" fmla="*/ 2276251 w 2276251"/>
                  <a:gd name="connsiteY1-146" fmla="*/ 0 h 1752600"/>
                  <a:gd name="connsiteX2-147" fmla="*/ 2276251 w 2276251"/>
                  <a:gd name="connsiteY2-148" fmla="*/ 1733550 h 1752600"/>
                  <a:gd name="connsiteX3-149" fmla="*/ 0 w 2276251"/>
                  <a:gd name="connsiteY3-150" fmla="*/ 1752600 h 1752600"/>
                  <a:gd name="connsiteX4-151" fmla="*/ 887412 w 2276251"/>
                  <a:gd name="connsiteY4-152" fmla="*/ 885825 h 1752600"/>
                  <a:gd name="connsiteX5-153" fmla="*/ 9525 w 2276251"/>
                  <a:gd name="connsiteY5-154" fmla="*/ 0 h 1752600"/>
                  <a:gd name="connsiteX0-155" fmla="*/ 9525 w 2276251"/>
                  <a:gd name="connsiteY0-156" fmla="*/ 0 h 1743075"/>
                  <a:gd name="connsiteX1-157" fmla="*/ 2276251 w 2276251"/>
                  <a:gd name="connsiteY1-158" fmla="*/ 0 h 1743075"/>
                  <a:gd name="connsiteX2-159" fmla="*/ 2276251 w 2276251"/>
                  <a:gd name="connsiteY2-160" fmla="*/ 1733550 h 1743075"/>
                  <a:gd name="connsiteX3-161" fmla="*/ 0 w 2276251"/>
                  <a:gd name="connsiteY3-162" fmla="*/ 1743075 h 1743075"/>
                  <a:gd name="connsiteX4-163" fmla="*/ 887412 w 2276251"/>
                  <a:gd name="connsiteY4-164" fmla="*/ 885825 h 1743075"/>
                  <a:gd name="connsiteX5-165" fmla="*/ 9525 w 2276251"/>
                  <a:gd name="connsiteY5-166" fmla="*/ 0 h 1743075"/>
                  <a:gd name="connsiteX0-167" fmla="*/ 9525 w 2276251"/>
                  <a:gd name="connsiteY0-168" fmla="*/ 0 h 1743075"/>
                  <a:gd name="connsiteX1-169" fmla="*/ 2276251 w 2276251"/>
                  <a:gd name="connsiteY1-170" fmla="*/ 0 h 1743075"/>
                  <a:gd name="connsiteX2-171" fmla="*/ 2276251 w 2276251"/>
                  <a:gd name="connsiteY2-172" fmla="*/ 1733550 h 1743075"/>
                  <a:gd name="connsiteX3-173" fmla="*/ 0 w 2276251"/>
                  <a:gd name="connsiteY3-174" fmla="*/ 1743075 h 1743075"/>
                  <a:gd name="connsiteX4-175" fmla="*/ 877887 w 2276251"/>
                  <a:gd name="connsiteY4-176" fmla="*/ 857250 h 1743075"/>
                  <a:gd name="connsiteX5-177" fmla="*/ 9525 w 2276251"/>
                  <a:gd name="connsiteY5-178" fmla="*/ 0 h 1743075"/>
                  <a:gd name="connsiteX0-179" fmla="*/ 9525 w 2276251"/>
                  <a:gd name="connsiteY0-180" fmla="*/ 0 h 1743075"/>
                  <a:gd name="connsiteX1-181" fmla="*/ 2276251 w 2276251"/>
                  <a:gd name="connsiteY1-182" fmla="*/ 0 h 1743075"/>
                  <a:gd name="connsiteX2-183" fmla="*/ 2276251 w 2276251"/>
                  <a:gd name="connsiteY2-184" fmla="*/ 1733550 h 1743075"/>
                  <a:gd name="connsiteX3-185" fmla="*/ 0 w 2276251"/>
                  <a:gd name="connsiteY3-186" fmla="*/ 1743075 h 1743075"/>
                  <a:gd name="connsiteX4-187" fmla="*/ 896937 w 2276251"/>
                  <a:gd name="connsiteY4-188" fmla="*/ 866775 h 1743075"/>
                  <a:gd name="connsiteX5-189" fmla="*/ 9525 w 2276251"/>
                  <a:gd name="connsiteY5-190" fmla="*/ 0 h 174307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2276251" h="1743075">
                    <a:moveTo>
                      <a:pt x="9525" y="0"/>
                    </a:moveTo>
                    <a:lnTo>
                      <a:pt x="2276251" y="0"/>
                    </a:lnTo>
                    <a:lnTo>
                      <a:pt x="2276251" y="1733550"/>
                    </a:lnTo>
                    <a:lnTo>
                      <a:pt x="0" y="1743075"/>
                    </a:lnTo>
                    <a:lnTo>
                      <a:pt x="896937" y="866775"/>
                    </a:lnTo>
                    <a:lnTo>
                      <a:pt x="9525" y="0"/>
                    </a:lnTo>
                    <a:close/>
                  </a:path>
                </a:pathLst>
              </a:cu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latin typeface="+mj-lt"/>
                </a:endParaRPr>
              </a:p>
            </p:txBody>
          </p:sp>
          <p:sp>
            <p:nvSpPr>
              <p:cNvPr id="563" name="Pentagon 562"/>
              <p:cNvSpPr/>
              <p:nvPr/>
            </p:nvSpPr>
            <p:spPr>
              <a:xfrm>
                <a:off x="1585145" y="1873842"/>
                <a:ext cx="2313710" cy="1591463"/>
              </a:xfrm>
              <a:prstGeom prst="homePlat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grpSp>
            <p:nvGrpSpPr>
              <p:cNvPr id="3" name="Group 2"/>
              <p:cNvGrpSpPr/>
              <p:nvPr/>
            </p:nvGrpSpPr>
            <p:grpSpPr>
              <a:xfrm>
                <a:off x="577638" y="1801611"/>
                <a:ext cx="1722627" cy="1722626"/>
                <a:chOff x="577638" y="1801611"/>
                <a:chExt cx="1722627" cy="1722626"/>
              </a:xfrm>
            </p:grpSpPr>
            <p:sp>
              <p:nvSpPr>
                <p:cNvPr id="564" name="Oval 563"/>
                <p:cNvSpPr/>
                <p:nvPr/>
              </p:nvSpPr>
              <p:spPr>
                <a:xfrm>
                  <a:off x="577638" y="1801611"/>
                  <a:ext cx="1722627" cy="1722626"/>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65" name="Oval 564"/>
                <p:cNvSpPr/>
                <p:nvPr/>
              </p:nvSpPr>
              <p:spPr>
                <a:xfrm>
                  <a:off x="648457" y="1873842"/>
                  <a:ext cx="1591463" cy="1591463"/>
                </a:xfrm>
                <a:prstGeom prst="ellipse">
                  <a:avLst/>
                </a:prstGeom>
                <a:solidFill>
                  <a:schemeClr val="bg1"/>
                </a:solidFill>
                <a:ln>
                  <a:solidFill>
                    <a:srgbClr val="E5E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66" name="Oval 565"/>
                <p:cNvSpPr/>
                <p:nvPr/>
              </p:nvSpPr>
              <p:spPr>
                <a:xfrm>
                  <a:off x="859186" y="2084571"/>
                  <a:ext cx="1170005" cy="1170005"/>
                </a:xfrm>
                <a:prstGeom prst="ellipse">
                  <a:avLst/>
                </a:prstGeom>
                <a:solidFill>
                  <a:srgbClr val="E5E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67" name="Right Arrow 566"/>
                <p:cNvSpPr/>
                <p:nvPr/>
              </p:nvSpPr>
              <p:spPr>
                <a:xfrm>
                  <a:off x="1119121" y="2207987"/>
                  <a:ext cx="761418" cy="936289"/>
                </a:xfrm>
                <a:prstGeom prst="rightArrow">
                  <a:avLst>
                    <a:gd name="adj1" fmla="val 50000"/>
                    <a:gd name="adj2" fmla="val 70468"/>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68" name="TextBox 567"/>
                <p:cNvSpPr txBox="1"/>
                <p:nvPr/>
              </p:nvSpPr>
              <p:spPr>
                <a:xfrm>
                  <a:off x="872998" y="2382687"/>
                  <a:ext cx="1177359" cy="581094"/>
                </a:xfrm>
                <a:prstGeom prst="rect">
                  <a:avLst/>
                </a:prstGeom>
                <a:noFill/>
              </p:spPr>
              <p:txBody>
                <a:bodyPr wrap="square" rtlCol="0">
                  <a:spAutoFit/>
                </a:bodyPr>
                <a:lstStyle/>
                <a:p>
                  <a:pPr algn="ctr"/>
                  <a:r>
                    <a:rPr lang="en-GB" sz="2720" b="1" dirty="0" smtClean="0">
                      <a:solidFill>
                        <a:schemeClr val="bg1"/>
                      </a:solidFill>
                      <a:latin typeface="+mj-lt"/>
                    </a:rPr>
                    <a:t>A</a:t>
                  </a:r>
                  <a:endParaRPr lang="en-GB" sz="2720" b="1" dirty="0">
                    <a:solidFill>
                      <a:schemeClr val="bg1"/>
                    </a:solidFill>
                    <a:latin typeface="+mj-lt"/>
                  </a:endParaRPr>
                </a:p>
              </p:txBody>
            </p:sp>
          </p:grpSp>
          <p:sp>
            <p:nvSpPr>
              <p:cNvPr id="569" name="TextBox 568"/>
              <p:cNvSpPr txBox="1"/>
              <p:nvPr/>
            </p:nvSpPr>
            <p:spPr>
              <a:xfrm>
                <a:off x="2363603" y="1998230"/>
                <a:ext cx="991044" cy="294894"/>
              </a:xfrm>
              <a:prstGeom prst="rect">
                <a:avLst/>
              </a:prstGeom>
              <a:noFill/>
            </p:spPr>
            <p:txBody>
              <a:bodyPr wrap="square" rtlCol="0">
                <a:spAutoFit/>
              </a:bodyPr>
              <a:lstStyle/>
              <a:p>
                <a:r>
                  <a:rPr lang="en-GB" sz="1090" b="1" dirty="0" smtClean="0">
                    <a:solidFill>
                      <a:schemeClr val="bg1"/>
                    </a:solidFill>
                    <a:latin typeface="+mj-lt"/>
                  </a:rPr>
                  <a:t>Step 1</a:t>
                </a:r>
                <a:endParaRPr lang="en-GB" sz="1090" b="1" dirty="0">
                  <a:solidFill>
                    <a:schemeClr val="bg1"/>
                  </a:solidFill>
                  <a:latin typeface="+mj-lt"/>
                </a:endParaRPr>
              </a:p>
            </p:txBody>
          </p:sp>
          <p:sp>
            <p:nvSpPr>
              <p:cNvPr id="570" name="TextBox 569"/>
              <p:cNvSpPr txBox="1"/>
              <p:nvPr/>
            </p:nvSpPr>
            <p:spPr>
              <a:xfrm>
                <a:off x="2363602" y="2243070"/>
                <a:ext cx="1029969" cy="901348"/>
              </a:xfrm>
              <a:prstGeom prst="rect">
                <a:avLst/>
              </a:prstGeom>
              <a:noFill/>
            </p:spPr>
            <p:txBody>
              <a:bodyPr wrap="square" rtlCol="0">
                <a:spAutoFit/>
              </a:bodyPr>
              <a:lstStyle/>
              <a:p>
                <a:r>
                  <a:rPr lang="en-GB" sz="905" dirty="0" smtClean="0">
                    <a:solidFill>
                      <a:schemeClr val="bg1"/>
                    </a:solidFill>
                    <a:latin typeface="+mj-lt"/>
                  </a:rPr>
                  <a:t>Text goes 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endParaRPr lang="en-GB" sz="905" dirty="0">
                  <a:solidFill>
                    <a:schemeClr val="bg1"/>
                  </a:solidFill>
                  <a:latin typeface="+mj-lt"/>
                </a:endParaRPr>
              </a:p>
            </p:txBody>
          </p:sp>
          <p:sp>
            <p:nvSpPr>
              <p:cNvPr id="571" name="Chevron 570"/>
              <p:cNvSpPr/>
              <p:nvPr/>
            </p:nvSpPr>
            <p:spPr>
              <a:xfrm>
                <a:off x="3217707" y="1873842"/>
                <a:ext cx="2578134" cy="1591463"/>
              </a:xfrm>
              <a:prstGeom prst="chevron">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solidFill>
                    <a:schemeClr val="tx1"/>
                  </a:solidFill>
                  <a:latin typeface="+mj-lt"/>
                </a:endParaRPr>
              </a:p>
            </p:txBody>
          </p:sp>
          <p:sp>
            <p:nvSpPr>
              <p:cNvPr id="572" name="TextBox 571"/>
              <p:cNvSpPr txBox="1"/>
              <p:nvPr/>
            </p:nvSpPr>
            <p:spPr>
              <a:xfrm>
                <a:off x="4068363" y="1977842"/>
                <a:ext cx="991044" cy="264316"/>
              </a:xfrm>
              <a:prstGeom prst="rect">
                <a:avLst/>
              </a:prstGeom>
              <a:noFill/>
            </p:spPr>
            <p:txBody>
              <a:bodyPr wrap="square" rtlCol="0">
                <a:spAutoFit/>
              </a:bodyPr>
              <a:lstStyle/>
              <a:p>
                <a:r>
                  <a:rPr lang="en-GB" sz="1090" b="1" dirty="0" smtClean="0">
                    <a:solidFill>
                      <a:schemeClr val="bg1"/>
                    </a:solidFill>
                    <a:latin typeface="+mj-lt"/>
                  </a:rPr>
                  <a:t>Step 2</a:t>
                </a:r>
                <a:endParaRPr lang="en-GB" sz="1090" b="1" dirty="0">
                  <a:solidFill>
                    <a:schemeClr val="bg1"/>
                  </a:solidFill>
                  <a:latin typeface="+mj-lt"/>
                </a:endParaRPr>
              </a:p>
            </p:txBody>
          </p:sp>
          <p:sp>
            <p:nvSpPr>
              <p:cNvPr id="573" name="TextBox 572"/>
              <p:cNvSpPr txBox="1"/>
              <p:nvPr/>
            </p:nvSpPr>
            <p:spPr>
              <a:xfrm>
                <a:off x="4068363" y="2197294"/>
                <a:ext cx="1169573" cy="807884"/>
              </a:xfrm>
              <a:prstGeom prst="rect">
                <a:avLst/>
              </a:prstGeom>
              <a:noFill/>
            </p:spPr>
            <p:txBody>
              <a:bodyPr wrap="square" rtlCol="0">
                <a:spAutoFit/>
              </a:bodyPr>
              <a:lstStyle/>
              <a:p>
                <a:r>
                  <a:rPr lang="en-GB" sz="905" dirty="0" smtClean="0">
                    <a:solidFill>
                      <a:schemeClr val="bg1"/>
                    </a:solidFill>
                    <a:latin typeface="+mj-lt"/>
                  </a:rPr>
                  <a:t>Text goes 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endParaRPr lang="en-GB" sz="905" dirty="0">
                  <a:solidFill>
                    <a:schemeClr val="bg1"/>
                  </a:solidFill>
                  <a:latin typeface="+mj-lt"/>
                </a:endParaRPr>
              </a:p>
            </p:txBody>
          </p:sp>
          <p:sp>
            <p:nvSpPr>
              <p:cNvPr id="574" name="TextBox 573"/>
              <p:cNvSpPr txBox="1"/>
              <p:nvPr/>
            </p:nvSpPr>
            <p:spPr>
              <a:xfrm>
                <a:off x="5957133" y="1977842"/>
                <a:ext cx="991044" cy="264316"/>
              </a:xfrm>
              <a:prstGeom prst="rect">
                <a:avLst/>
              </a:prstGeom>
              <a:noFill/>
            </p:spPr>
            <p:txBody>
              <a:bodyPr wrap="square" rtlCol="0">
                <a:spAutoFit/>
              </a:bodyPr>
              <a:lstStyle/>
              <a:p>
                <a:r>
                  <a:rPr lang="en-GB" sz="1090" b="1" dirty="0" smtClean="0">
                    <a:solidFill>
                      <a:schemeClr val="bg1"/>
                    </a:solidFill>
                    <a:latin typeface="+mj-lt"/>
                  </a:rPr>
                  <a:t>Step 3</a:t>
                </a:r>
                <a:endParaRPr lang="en-GB" sz="1090" b="1" dirty="0">
                  <a:solidFill>
                    <a:schemeClr val="bg1"/>
                  </a:solidFill>
                  <a:latin typeface="+mj-lt"/>
                </a:endParaRPr>
              </a:p>
            </p:txBody>
          </p:sp>
          <p:sp>
            <p:nvSpPr>
              <p:cNvPr id="575" name="TextBox 574"/>
              <p:cNvSpPr txBox="1"/>
              <p:nvPr/>
            </p:nvSpPr>
            <p:spPr>
              <a:xfrm>
                <a:off x="5957133" y="2197294"/>
                <a:ext cx="1169573" cy="807884"/>
              </a:xfrm>
              <a:prstGeom prst="rect">
                <a:avLst/>
              </a:prstGeom>
              <a:noFill/>
            </p:spPr>
            <p:txBody>
              <a:bodyPr wrap="square" rtlCol="0">
                <a:spAutoFit/>
              </a:bodyPr>
              <a:lstStyle/>
              <a:p>
                <a:r>
                  <a:rPr lang="en-GB" sz="905" dirty="0" smtClean="0">
                    <a:solidFill>
                      <a:schemeClr val="bg1"/>
                    </a:solidFill>
                    <a:latin typeface="+mj-lt"/>
                  </a:rPr>
                  <a:t>Text goes 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endParaRPr lang="en-GB" sz="905" dirty="0">
                  <a:solidFill>
                    <a:schemeClr val="bg1"/>
                  </a:solidFill>
                  <a:latin typeface="+mj-lt"/>
                </a:endParaRPr>
              </a:p>
            </p:txBody>
          </p:sp>
        </p:grpSp>
        <p:grpSp>
          <p:nvGrpSpPr>
            <p:cNvPr id="7" name="Group 6"/>
            <p:cNvGrpSpPr/>
            <p:nvPr/>
          </p:nvGrpSpPr>
          <p:grpSpPr>
            <a:xfrm>
              <a:off x="577638" y="3492304"/>
              <a:ext cx="6606429" cy="1722626"/>
              <a:chOff x="577638" y="3492304"/>
              <a:chExt cx="6606429" cy="1722626"/>
            </a:xfrm>
          </p:grpSpPr>
          <p:sp>
            <p:nvSpPr>
              <p:cNvPr id="576" name="Rectangle 11"/>
              <p:cNvSpPr/>
              <p:nvPr/>
            </p:nvSpPr>
            <p:spPr>
              <a:xfrm>
                <a:off x="5094384" y="3564535"/>
                <a:ext cx="2089683" cy="1592978"/>
              </a:xfrm>
              <a:custGeom>
                <a:avLst/>
                <a:gdLst>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0 w 2447701"/>
                  <a:gd name="connsiteY4" fmla="*/ 0 h 1733550"/>
                  <a:gd name="connsiteX0-1" fmla="*/ 7938 w 2455639"/>
                  <a:gd name="connsiteY0-2" fmla="*/ 0 h 1733550"/>
                  <a:gd name="connsiteX1-3" fmla="*/ 2455639 w 2455639"/>
                  <a:gd name="connsiteY1-4" fmla="*/ 0 h 1733550"/>
                  <a:gd name="connsiteX2-5" fmla="*/ 2455639 w 2455639"/>
                  <a:gd name="connsiteY2-6" fmla="*/ 1733550 h 1733550"/>
                  <a:gd name="connsiteX3-7" fmla="*/ 7938 w 2455639"/>
                  <a:gd name="connsiteY3-8" fmla="*/ 1733550 h 1733550"/>
                  <a:gd name="connsiteX4-9" fmla="*/ 0 w 2455639"/>
                  <a:gd name="connsiteY4-10" fmla="*/ 885825 h 1733550"/>
                  <a:gd name="connsiteX5" fmla="*/ 7938 w 2455639"/>
                  <a:gd name="connsiteY5" fmla="*/ 0 h 1733550"/>
                  <a:gd name="connsiteX0-11" fmla="*/ 0 w 2447701"/>
                  <a:gd name="connsiteY0-12" fmla="*/ 0 h 1733550"/>
                  <a:gd name="connsiteX1-13" fmla="*/ 2447701 w 2447701"/>
                  <a:gd name="connsiteY1-14" fmla="*/ 0 h 1733550"/>
                  <a:gd name="connsiteX2-15" fmla="*/ 2447701 w 2447701"/>
                  <a:gd name="connsiteY2-16" fmla="*/ 1733550 h 1733550"/>
                  <a:gd name="connsiteX3-17" fmla="*/ 0 w 2447701"/>
                  <a:gd name="connsiteY3-18" fmla="*/ 1733550 h 1733550"/>
                  <a:gd name="connsiteX4-19" fmla="*/ 487362 w 2447701"/>
                  <a:gd name="connsiteY4-20" fmla="*/ 885825 h 1733550"/>
                  <a:gd name="connsiteX5-21" fmla="*/ 0 w 2447701"/>
                  <a:gd name="connsiteY5-22" fmla="*/ 0 h 1733550"/>
                  <a:gd name="connsiteX0-23" fmla="*/ 0 w 2447701"/>
                  <a:gd name="connsiteY0-24" fmla="*/ 0 h 1733550"/>
                  <a:gd name="connsiteX1-25" fmla="*/ 2447701 w 2447701"/>
                  <a:gd name="connsiteY1-26" fmla="*/ 0 h 1733550"/>
                  <a:gd name="connsiteX2-27" fmla="*/ 2447701 w 2447701"/>
                  <a:gd name="connsiteY2-28" fmla="*/ 1733550 h 1733550"/>
                  <a:gd name="connsiteX3-29" fmla="*/ 0 w 2447701"/>
                  <a:gd name="connsiteY3-30" fmla="*/ 1733550 h 1733550"/>
                  <a:gd name="connsiteX4-31" fmla="*/ 658812 w 2447701"/>
                  <a:gd name="connsiteY4-32" fmla="*/ 885825 h 1733550"/>
                  <a:gd name="connsiteX5-33" fmla="*/ 0 w 2447701"/>
                  <a:gd name="connsiteY5-34" fmla="*/ 0 h 1733550"/>
                  <a:gd name="connsiteX0-35" fmla="*/ 0 w 2447701"/>
                  <a:gd name="connsiteY0-36" fmla="*/ 0 h 1733550"/>
                  <a:gd name="connsiteX1-37" fmla="*/ 2447701 w 2447701"/>
                  <a:gd name="connsiteY1-38" fmla="*/ 0 h 1733550"/>
                  <a:gd name="connsiteX2-39" fmla="*/ 2447701 w 2447701"/>
                  <a:gd name="connsiteY2-40" fmla="*/ 1733550 h 1733550"/>
                  <a:gd name="connsiteX3-41" fmla="*/ 0 w 2447701"/>
                  <a:gd name="connsiteY3-42" fmla="*/ 1733550 h 1733550"/>
                  <a:gd name="connsiteX4-43" fmla="*/ 1058862 w 2447701"/>
                  <a:gd name="connsiteY4-44" fmla="*/ 885825 h 1733550"/>
                  <a:gd name="connsiteX5-45" fmla="*/ 0 w 2447701"/>
                  <a:gd name="connsiteY5-46" fmla="*/ 0 h 1733550"/>
                  <a:gd name="connsiteX0-47" fmla="*/ 0 w 2447701"/>
                  <a:gd name="connsiteY0-48" fmla="*/ 0 h 1733550"/>
                  <a:gd name="connsiteX1-49" fmla="*/ 2447701 w 2447701"/>
                  <a:gd name="connsiteY1-50" fmla="*/ 0 h 1733550"/>
                  <a:gd name="connsiteX2-51" fmla="*/ 2447701 w 2447701"/>
                  <a:gd name="connsiteY2-52" fmla="*/ 1733550 h 1733550"/>
                  <a:gd name="connsiteX3-53" fmla="*/ 0 w 2447701"/>
                  <a:gd name="connsiteY3-54" fmla="*/ 1733550 h 1733550"/>
                  <a:gd name="connsiteX4-55" fmla="*/ 1058862 w 2447701"/>
                  <a:gd name="connsiteY4-56" fmla="*/ 885825 h 1733550"/>
                  <a:gd name="connsiteX5-57" fmla="*/ 0 w 2447701"/>
                  <a:gd name="connsiteY5-58" fmla="*/ 0 h 1733550"/>
                  <a:gd name="connsiteX0-59" fmla="*/ 0 w 2447701"/>
                  <a:gd name="connsiteY0-60" fmla="*/ 0 h 1743075"/>
                  <a:gd name="connsiteX1-61" fmla="*/ 2447701 w 2447701"/>
                  <a:gd name="connsiteY1-62" fmla="*/ 0 h 1743075"/>
                  <a:gd name="connsiteX2-63" fmla="*/ 2447701 w 2447701"/>
                  <a:gd name="connsiteY2-64" fmla="*/ 1733550 h 1743075"/>
                  <a:gd name="connsiteX3-65" fmla="*/ 209550 w 2447701"/>
                  <a:gd name="connsiteY3-66" fmla="*/ 1743075 h 1743075"/>
                  <a:gd name="connsiteX4-67" fmla="*/ 1058862 w 2447701"/>
                  <a:gd name="connsiteY4-68" fmla="*/ 885825 h 1743075"/>
                  <a:gd name="connsiteX5-69" fmla="*/ 0 w 2447701"/>
                  <a:gd name="connsiteY5-70" fmla="*/ 0 h 1743075"/>
                  <a:gd name="connsiteX0-71" fmla="*/ 0 w 2304826"/>
                  <a:gd name="connsiteY0-72" fmla="*/ 19050 h 1743075"/>
                  <a:gd name="connsiteX1-73" fmla="*/ 2304826 w 2304826"/>
                  <a:gd name="connsiteY1-74" fmla="*/ 0 h 1743075"/>
                  <a:gd name="connsiteX2-75" fmla="*/ 2304826 w 2304826"/>
                  <a:gd name="connsiteY2-76" fmla="*/ 1733550 h 1743075"/>
                  <a:gd name="connsiteX3-77" fmla="*/ 66675 w 2304826"/>
                  <a:gd name="connsiteY3-78" fmla="*/ 1743075 h 1743075"/>
                  <a:gd name="connsiteX4-79" fmla="*/ 915987 w 2304826"/>
                  <a:gd name="connsiteY4-80" fmla="*/ 885825 h 1743075"/>
                  <a:gd name="connsiteX5-81" fmla="*/ 0 w 2304826"/>
                  <a:gd name="connsiteY5-82" fmla="*/ 19050 h 1743075"/>
                  <a:gd name="connsiteX0-83" fmla="*/ 28575 w 2238151"/>
                  <a:gd name="connsiteY0-84" fmla="*/ 19050 h 1743075"/>
                  <a:gd name="connsiteX1-85" fmla="*/ 2238151 w 2238151"/>
                  <a:gd name="connsiteY1-86" fmla="*/ 0 h 1743075"/>
                  <a:gd name="connsiteX2-87" fmla="*/ 2238151 w 2238151"/>
                  <a:gd name="connsiteY2-88" fmla="*/ 1733550 h 1743075"/>
                  <a:gd name="connsiteX3-89" fmla="*/ 0 w 2238151"/>
                  <a:gd name="connsiteY3-90" fmla="*/ 1743075 h 1743075"/>
                  <a:gd name="connsiteX4-91" fmla="*/ 849312 w 2238151"/>
                  <a:gd name="connsiteY4-92" fmla="*/ 885825 h 1743075"/>
                  <a:gd name="connsiteX5-93" fmla="*/ 28575 w 2238151"/>
                  <a:gd name="connsiteY5-94" fmla="*/ 19050 h 1743075"/>
                  <a:gd name="connsiteX0-95" fmla="*/ 28575 w 2238151"/>
                  <a:gd name="connsiteY0-96" fmla="*/ 19050 h 1743075"/>
                  <a:gd name="connsiteX1-97" fmla="*/ 2238151 w 2238151"/>
                  <a:gd name="connsiteY1-98" fmla="*/ 0 h 1743075"/>
                  <a:gd name="connsiteX2-99" fmla="*/ 2238151 w 2238151"/>
                  <a:gd name="connsiteY2-100" fmla="*/ 1733550 h 1743075"/>
                  <a:gd name="connsiteX3-101" fmla="*/ 0 w 2238151"/>
                  <a:gd name="connsiteY3-102" fmla="*/ 1743075 h 1743075"/>
                  <a:gd name="connsiteX4-103" fmla="*/ 849312 w 2238151"/>
                  <a:gd name="connsiteY4-104" fmla="*/ 885825 h 1743075"/>
                  <a:gd name="connsiteX5-105" fmla="*/ 28575 w 2238151"/>
                  <a:gd name="connsiteY5-106" fmla="*/ 19050 h 1743075"/>
                  <a:gd name="connsiteX0-107" fmla="*/ 0 w 2247676"/>
                  <a:gd name="connsiteY0-108" fmla="*/ 19050 h 1743075"/>
                  <a:gd name="connsiteX1-109" fmla="*/ 2247676 w 2247676"/>
                  <a:gd name="connsiteY1-110" fmla="*/ 0 h 1743075"/>
                  <a:gd name="connsiteX2-111" fmla="*/ 2247676 w 2247676"/>
                  <a:gd name="connsiteY2-112" fmla="*/ 1733550 h 1743075"/>
                  <a:gd name="connsiteX3-113" fmla="*/ 9525 w 2247676"/>
                  <a:gd name="connsiteY3-114" fmla="*/ 1743075 h 1743075"/>
                  <a:gd name="connsiteX4-115" fmla="*/ 858837 w 2247676"/>
                  <a:gd name="connsiteY4-116" fmla="*/ 885825 h 1743075"/>
                  <a:gd name="connsiteX5-117" fmla="*/ 0 w 2247676"/>
                  <a:gd name="connsiteY5-118" fmla="*/ 19050 h 1743075"/>
                  <a:gd name="connsiteX0-119" fmla="*/ 47625 w 2295301"/>
                  <a:gd name="connsiteY0-120" fmla="*/ 19050 h 1752600"/>
                  <a:gd name="connsiteX1-121" fmla="*/ 2295301 w 2295301"/>
                  <a:gd name="connsiteY1-122" fmla="*/ 0 h 1752600"/>
                  <a:gd name="connsiteX2-123" fmla="*/ 2295301 w 2295301"/>
                  <a:gd name="connsiteY2-124" fmla="*/ 1733550 h 1752600"/>
                  <a:gd name="connsiteX3-125" fmla="*/ 0 w 2295301"/>
                  <a:gd name="connsiteY3-126" fmla="*/ 1752600 h 1752600"/>
                  <a:gd name="connsiteX4-127" fmla="*/ 906462 w 2295301"/>
                  <a:gd name="connsiteY4-128" fmla="*/ 885825 h 1752600"/>
                  <a:gd name="connsiteX5-129" fmla="*/ 47625 w 2295301"/>
                  <a:gd name="connsiteY5-130" fmla="*/ 19050 h 1752600"/>
                  <a:gd name="connsiteX0-131" fmla="*/ 28575 w 2276251"/>
                  <a:gd name="connsiteY0-132" fmla="*/ 19050 h 1752600"/>
                  <a:gd name="connsiteX1-133" fmla="*/ 2276251 w 2276251"/>
                  <a:gd name="connsiteY1-134" fmla="*/ 0 h 1752600"/>
                  <a:gd name="connsiteX2-135" fmla="*/ 2276251 w 2276251"/>
                  <a:gd name="connsiteY2-136" fmla="*/ 1733550 h 1752600"/>
                  <a:gd name="connsiteX3-137" fmla="*/ 0 w 2276251"/>
                  <a:gd name="connsiteY3-138" fmla="*/ 1752600 h 1752600"/>
                  <a:gd name="connsiteX4-139" fmla="*/ 887412 w 2276251"/>
                  <a:gd name="connsiteY4-140" fmla="*/ 885825 h 1752600"/>
                  <a:gd name="connsiteX5-141" fmla="*/ 28575 w 2276251"/>
                  <a:gd name="connsiteY5-142" fmla="*/ 19050 h 1752600"/>
                  <a:gd name="connsiteX0-143" fmla="*/ 9525 w 2276251"/>
                  <a:gd name="connsiteY0-144" fmla="*/ 0 h 1752600"/>
                  <a:gd name="connsiteX1-145" fmla="*/ 2276251 w 2276251"/>
                  <a:gd name="connsiteY1-146" fmla="*/ 0 h 1752600"/>
                  <a:gd name="connsiteX2-147" fmla="*/ 2276251 w 2276251"/>
                  <a:gd name="connsiteY2-148" fmla="*/ 1733550 h 1752600"/>
                  <a:gd name="connsiteX3-149" fmla="*/ 0 w 2276251"/>
                  <a:gd name="connsiteY3-150" fmla="*/ 1752600 h 1752600"/>
                  <a:gd name="connsiteX4-151" fmla="*/ 887412 w 2276251"/>
                  <a:gd name="connsiteY4-152" fmla="*/ 885825 h 1752600"/>
                  <a:gd name="connsiteX5-153" fmla="*/ 9525 w 2276251"/>
                  <a:gd name="connsiteY5-154" fmla="*/ 0 h 1752600"/>
                  <a:gd name="connsiteX0-155" fmla="*/ 9525 w 2276251"/>
                  <a:gd name="connsiteY0-156" fmla="*/ 0 h 1743075"/>
                  <a:gd name="connsiteX1-157" fmla="*/ 2276251 w 2276251"/>
                  <a:gd name="connsiteY1-158" fmla="*/ 0 h 1743075"/>
                  <a:gd name="connsiteX2-159" fmla="*/ 2276251 w 2276251"/>
                  <a:gd name="connsiteY2-160" fmla="*/ 1733550 h 1743075"/>
                  <a:gd name="connsiteX3-161" fmla="*/ 0 w 2276251"/>
                  <a:gd name="connsiteY3-162" fmla="*/ 1743075 h 1743075"/>
                  <a:gd name="connsiteX4-163" fmla="*/ 887412 w 2276251"/>
                  <a:gd name="connsiteY4-164" fmla="*/ 885825 h 1743075"/>
                  <a:gd name="connsiteX5-165" fmla="*/ 9525 w 2276251"/>
                  <a:gd name="connsiteY5-166" fmla="*/ 0 h 1743075"/>
                  <a:gd name="connsiteX0-167" fmla="*/ 9525 w 2276251"/>
                  <a:gd name="connsiteY0-168" fmla="*/ 0 h 1743075"/>
                  <a:gd name="connsiteX1-169" fmla="*/ 2276251 w 2276251"/>
                  <a:gd name="connsiteY1-170" fmla="*/ 0 h 1743075"/>
                  <a:gd name="connsiteX2-171" fmla="*/ 2276251 w 2276251"/>
                  <a:gd name="connsiteY2-172" fmla="*/ 1733550 h 1743075"/>
                  <a:gd name="connsiteX3-173" fmla="*/ 0 w 2276251"/>
                  <a:gd name="connsiteY3-174" fmla="*/ 1743075 h 1743075"/>
                  <a:gd name="connsiteX4-175" fmla="*/ 877887 w 2276251"/>
                  <a:gd name="connsiteY4-176" fmla="*/ 857250 h 1743075"/>
                  <a:gd name="connsiteX5-177" fmla="*/ 9525 w 2276251"/>
                  <a:gd name="connsiteY5-178" fmla="*/ 0 h 1743075"/>
                  <a:gd name="connsiteX0-179" fmla="*/ 9525 w 2276251"/>
                  <a:gd name="connsiteY0-180" fmla="*/ 0 h 1743075"/>
                  <a:gd name="connsiteX1-181" fmla="*/ 2276251 w 2276251"/>
                  <a:gd name="connsiteY1-182" fmla="*/ 0 h 1743075"/>
                  <a:gd name="connsiteX2-183" fmla="*/ 2276251 w 2276251"/>
                  <a:gd name="connsiteY2-184" fmla="*/ 1733550 h 1743075"/>
                  <a:gd name="connsiteX3-185" fmla="*/ 0 w 2276251"/>
                  <a:gd name="connsiteY3-186" fmla="*/ 1743075 h 1743075"/>
                  <a:gd name="connsiteX4-187" fmla="*/ 896937 w 2276251"/>
                  <a:gd name="connsiteY4-188" fmla="*/ 866775 h 1743075"/>
                  <a:gd name="connsiteX5-189" fmla="*/ 9525 w 2276251"/>
                  <a:gd name="connsiteY5-190" fmla="*/ 0 h 174307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2276251" h="1743075">
                    <a:moveTo>
                      <a:pt x="9525" y="0"/>
                    </a:moveTo>
                    <a:lnTo>
                      <a:pt x="2276251" y="0"/>
                    </a:lnTo>
                    <a:lnTo>
                      <a:pt x="2276251" y="1733550"/>
                    </a:lnTo>
                    <a:lnTo>
                      <a:pt x="0" y="1743075"/>
                    </a:lnTo>
                    <a:lnTo>
                      <a:pt x="896937" y="866775"/>
                    </a:lnTo>
                    <a:lnTo>
                      <a:pt x="9525" y="0"/>
                    </a:lnTo>
                    <a:close/>
                  </a:path>
                </a:pathLst>
              </a:cu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latin typeface="+mj-lt"/>
                </a:endParaRPr>
              </a:p>
            </p:txBody>
          </p:sp>
          <p:sp>
            <p:nvSpPr>
              <p:cNvPr id="577" name="Pentagon 576"/>
              <p:cNvSpPr/>
              <p:nvPr/>
            </p:nvSpPr>
            <p:spPr>
              <a:xfrm>
                <a:off x="1585145" y="3564535"/>
                <a:ext cx="2313710" cy="1591463"/>
              </a:xfrm>
              <a:prstGeom prst="homePlate">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grpSp>
            <p:nvGrpSpPr>
              <p:cNvPr id="4" name="Group 3"/>
              <p:cNvGrpSpPr/>
              <p:nvPr/>
            </p:nvGrpSpPr>
            <p:grpSpPr>
              <a:xfrm>
                <a:off x="577638" y="3492304"/>
                <a:ext cx="1722627" cy="1722626"/>
                <a:chOff x="577638" y="3492304"/>
                <a:chExt cx="1722627" cy="1722626"/>
              </a:xfrm>
            </p:grpSpPr>
            <p:sp>
              <p:nvSpPr>
                <p:cNvPr id="578" name="Oval 577"/>
                <p:cNvSpPr/>
                <p:nvPr/>
              </p:nvSpPr>
              <p:spPr>
                <a:xfrm>
                  <a:off x="577638" y="3492304"/>
                  <a:ext cx="1722627" cy="1722626"/>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79" name="Oval 578"/>
                <p:cNvSpPr/>
                <p:nvPr/>
              </p:nvSpPr>
              <p:spPr>
                <a:xfrm>
                  <a:off x="648457" y="3564535"/>
                  <a:ext cx="1591463" cy="1591463"/>
                </a:xfrm>
                <a:prstGeom prst="ellipse">
                  <a:avLst/>
                </a:prstGeom>
                <a:solidFill>
                  <a:schemeClr val="bg1"/>
                </a:solidFill>
                <a:ln>
                  <a:solidFill>
                    <a:srgbClr val="E5E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80" name="Oval 579"/>
                <p:cNvSpPr/>
                <p:nvPr/>
              </p:nvSpPr>
              <p:spPr>
                <a:xfrm>
                  <a:off x="859186" y="3775264"/>
                  <a:ext cx="1170005" cy="1170005"/>
                </a:xfrm>
                <a:prstGeom prst="ellipse">
                  <a:avLst/>
                </a:prstGeom>
                <a:solidFill>
                  <a:srgbClr val="E5E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81" name="Right Arrow 580"/>
                <p:cNvSpPr/>
                <p:nvPr/>
              </p:nvSpPr>
              <p:spPr>
                <a:xfrm>
                  <a:off x="1119121" y="3898680"/>
                  <a:ext cx="761418" cy="936289"/>
                </a:xfrm>
                <a:prstGeom prst="rightArrow">
                  <a:avLst>
                    <a:gd name="adj1" fmla="val 50000"/>
                    <a:gd name="adj2" fmla="val 70468"/>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82" name="TextBox 581"/>
                <p:cNvSpPr txBox="1"/>
                <p:nvPr/>
              </p:nvSpPr>
              <p:spPr>
                <a:xfrm>
                  <a:off x="872998" y="4073380"/>
                  <a:ext cx="1177359" cy="581094"/>
                </a:xfrm>
                <a:prstGeom prst="rect">
                  <a:avLst/>
                </a:prstGeom>
                <a:noFill/>
              </p:spPr>
              <p:txBody>
                <a:bodyPr wrap="square" rtlCol="0">
                  <a:spAutoFit/>
                </a:bodyPr>
                <a:lstStyle/>
                <a:p>
                  <a:pPr algn="ctr"/>
                  <a:r>
                    <a:rPr lang="en-GB" sz="2720" b="1" dirty="0" smtClean="0">
                      <a:solidFill>
                        <a:schemeClr val="bg1"/>
                      </a:solidFill>
                      <a:latin typeface="+mj-lt"/>
                    </a:rPr>
                    <a:t>B</a:t>
                  </a:r>
                  <a:endParaRPr lang="en-GB" sz="2720" b="1" dirty="0">
                    <a:solidFill>
                      <a:schemeClr val="bg1"/>
                    </a:solidFill>
                    <a:latin typeface="+mj-lt"/>
                  </a:endParaRPr>
                </a:p>
              </p:txBody>
            </p:sp>
          </p:grpSp>
          <p:sp>
            <p:nvSpPr>
              <p:cNvPr id="583" name="TextBox 582"/>
              <p:cNvSpPr txBox="1"/>
              <p:nvPr/>
            </p:nvSpPr>
            <p:spPr>
              <a:xfrm>
                <a:off x="2363603" y="3688922"/>
                <a:ext cx="991044" cy="294894"/>
              </a:xfrm>
              <a:prstGeom prst="rect">
                <a:avLst/>
              </a:prstGeom>
              <a:noFill/>
            </p:spPr>
            <p:txBody>
              <a:bodyPr wrap="square" rtlCol="0">
                <a:spAutoFit/>
              </a:bodyPr>
              <a:lstStyle/>
              <a:p>
                <a:r>
                  <a:rPr lang="en-GB" sz="1090" b="1" dirty="0" smtClean="0">
                    <a:solidFill>
                      <a:schemeClr val="bg1"/>
                    </a:solidFill>
                    <a:latin typeface="+mj-lt"/>
                  </a:rPr>
                  <a:t>Step 1</a:t>
                </a:r>
                <a:endParaRPr lang="en-GB" sz="1090" b="1" dirty="0">
                  <a:solidFill>
                    <a:schemeClr val="bg1"/>
                  </a:solidFill>
                  <a:latin typeface="+mj-lt"/>
                </a:endParaRPr>
              </a:p>
            </p:txBody>
          </p:sp>
          <p:sp>
            <p:nvSpPr>
              <p:cNvPr id="584" name="TextBox 583"/>
              <p:cNvSpPr txBox="1"/>
              <p:nvPr/>
            </p:nvSpPr>
            <p:spPr>
              <a:xfrm>
                <a:off x="2363603" y="3933763"/>
                <a:ext cx="1029968" cy="901348"/>
              </a:xfrm>
              <a:prstGeom prst="rect">
                <a:avLst/>
              </a:prstGeom>
              <a:noFill/>
            </p:spPr>
            <p:txBody>
              <a:bodyPr wrap="square" rtlCol="0">
                <a:spAutoFit/>
              </a:bodyPr>
              <a:lstStyle/>
              <a:p>
                <a:r>
                  <a:rPr lang="en-GB" sz="905" dirty="0" smtClean="0">
                    <a:solidFill>
                      <a:schemeClr val="bg1"/>
                    </a:solidFill>
                    <a:latin typeface="+mj-lt"/>
                  </a:rPr>
                  <a:t>Text goes 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endParaRPr lang="en-GB" sz="905" dirty="0">
                  <a:solidFill>
                    <a:schemeClr val="bg1"/>
                  </a:solidFill>
                  <a:latin typeface="+mj-lt"/>
                </a:endParaRPr>
              </a:p>
            </p:txBody>
          </p:sp>
          <p:sp>
            <p:nvSpPr>
              <p:cNvPr id="585" name="Chevron 584"/>
              <p:cNvSpPr/>
              <p:nvPr/>
            </p:nvSpPr>
            <p:spPr>
              <a:xfrm>
                <a:off x="3217707" y="3564535"/>
                <a:ext cx="2578134" cy="1591463"/>
              </a:xfrm>
              <a:prstGeom prst="chevron">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solidFill>
                    <a:schemeClr val="tx1"/>
                  </a:solidFill>
                  <a:latin typeface="+mj-lt"/>
                </a:endParaRPr>
              </a:p>
            </p:txBody>
          </p:sp>
          <p:sp>
            <p:nvSpPr>
              <p:cNvPr id="586" name="TextBox 585"/>
              <p:cNvSpPr txBox="1"/>
              <p:nvPr/>
            </p:nvSpPr>
            <p:spPr>
              <a:xfrm>
                <a:off x="4068363" y="3668534"/>
                <a:ext cx="991044" cy="264316"/>
              </a:xfrm>
              <a:prstGeom prst="rect">
                <a:avLst/>
              </a:prstGeom>
              <a:noFill/>
            </p:spPr>
            <p:txBody>
              <a:bodyPr wrap="square" rtlCol="0">
                <a:spAutoFit/>
              </a:bodyPr>
              <a:lstStyle/>
              <a:p>
                <a:r>
                  <a:rPr lang="en-GB" sz="1090" b="1" dirty="0" smtClean="0">
                    <a:solidFill>
                      <a:schemeClr val="bg1"/>
                    </a:solidFill>
                    <a:latin typeface="+mj-lt"/>
                  </a:rPr>
                  <a:t>Step 2</a:t>
                </a:r>
                <a:endParaRPr lang="en-GB" sz="1090" b="1" dirty="0">
                  <a:solidFill>
                    <a:schemeClr val="bg1"/>
                  </a:solidFill>
                  <a:latin typeface="+mj-lt"/>
                </a:endParaRPr>
              </a:p>
            </p:txBody>
          </p:sp>
          <p:sp>
            <p:nvSpPr>
              <p:cNvPr id="587" name="TextBox 586"/>
              <p:cNvSpPr txBox="1"/>
              <p:nvPr/>
            </p:nvSpPr>
            <p:spPr>
              <a:xfrm>
                <a:off x="4068363" y="3887987"/>
                <a:ext cx="1169573" cy="807884"/>
              </a:xfrm>
              <a:prstGeom prst="rect">
                <a:avLst/>
              </a:prstGeom>
              <a:noFill/>
            </p:spPr>
            <p:txBody>
              <a:bodyPr wrap="square" rtlCol="0">
                <a:spAutoFit/>
              </a:bodyPr>
              <a:lstStyle/>
              <a:p>
                <a:r>
                  <a:rPr lang="en-GB" sz="905" dirty="0" smtClean="0">
                    <a:solidFill>
                      <a:schemeClr val="bg1"/>
                    </a:solidFill>
                    <a:latin typeface="+mj-lt"/>
                  </a:rPr>
                  <a:t>Text goes 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endParaRPr lang="en-GB" sz="905" dirty="0">
                  <a:solidFill>
                    <a:schemeClr val="bg1"/>
                  </a:solidFill>
                  <a:latin typeface="+mj-lt"/>
                </a:endParaRPr>
              </a:p>
            </p:txBody>
          </p:sp>
          <p:sp>
            <p:nvSpPr>
              <p:cNvPr id="588" name="TextBox 587"/>
              <p:cNvSpPr txBox="1"/>
              <p:nvPr/>
            </p:nvSpPr>
            <p:spPr>
              <a:xfrm>
                <a:off x="5957133" y="3668534"/>
                <a:ext cx="991044" cy="264316"/>
              </a:xfrm>
              <a:prstGeom prst="rect">
                <a:avLst/>
              </a:prstGeom>
              <a:noFill/>
            </p:spPr>
            <p:txBody>
              <a:bodyPr wrap="square" rtlCol="0">
                <a:spAutoFit/>
              </a:bodyPr>
              <a:lstStyle/>
              <a:p>
                <a:r>
                  <a:rPr lang="en-GB" sz="1090" b="1" dirty="0" smtClean="0">
                    <a:solidFill>
                      <a:schemeClr val="bg1"/>
                    </a:solidFill>
                    <a:latin typeface="+mj-lt"/>
                  </a:rPr>
                  <a:t>Step 3</a:t>
                </a:r>
                <a:endParaRPr lang="en-GB" sz="1090" b="1" dirty="0">
                  <a:solidFill>
                    <a:schemeClr val="bg1"/>
                  </a:solidFill>
                  <a:latin typeface="+mj-lt"/>
                </a:endParaRPr>
              </a:p>
            </p:txBody>
          </p:sp>
          <p:sp>
            <p:nvSpPr>
              <p:cNvPr id="589" name="TextBox 588"/>
              <p:cNvSpPr txBox="1"/>
              <p:nvPr/>
            </p:nvSpPr>
            <p:spPr>
              <a:xfrm>
                <a:off x="5957133" y="3887987"/>
                <a:ext cx="1169573" cy="807884"/>
              </a:xfrm>
              <a:prstGeom prst="rect">
                <a:avLst/>
              </a:prstGeom>
              <a:noFill/>
            </p:spPr>
            <p:txBody>
              <a:bodyPr wrap="square" rtlCol="0">
                <a:spAutoFit/>
              </a:bodyPr>
              <a:lstStyle/>
              <a:p>
                <a:r>
                  <a:rPr lang="en-GB" sz="905" dirty="0" smtClean="0">
                    <a:solidFill>
                      <a:schemeClr val="bg1"/>
                    </a:solidFill>
                    <a:latin typeface="+mj-lt"/>
                  </a:rPr>
                  <a:t>Text goes 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endParaRPr lang="en-GB" sz="905" dirty="0">
                  <a:solidFill>
                    <a:schemeClr val="bg1"/>
                  </a:solidFill>
                  <a:latin typeface="+mj-lt"/>
                </a:endParaRPr>
              </a:p>
            </p:txBody>
          </p:sp>
        </p:grpSp>
        <p:grpSp>
          <p:nvGrpSpPr>
            <p:cNvPr id="6" name="Group 5"/>
            <p:cNvGrpSpPr/>
            <p:nvPr/>
          </p:nvGrpSpPr>
          <p:grpSpPr>
            <a:xfrm>
              <a:off x="577638" y="5191018"/>
              <a:ext cx="6606429" cy="1722626"/>
              <a:chOff x="577638" y="5191018"/>
              <a:chExt cx="6606429" cy="1722626"/>
            </a:xfrm>
          </p:grpSpPr>
          <p:sp>
            <p:nvSpPr>
              <p:cNvPr id="590" name="Rectangle 11"/>
              <p:cNvSpPr/>
              <p:nvPr/>
            </p:nvSpPr>
            <p:spPr>
              <a:xfrm>
                <a:off x="5094384" y="5263249"/>
                <a:ext cx="2089683" cy="1592978"/>
              </a:xfrm>
              <a:custGeom>
                <a:avLst/>
                <a:gdLst>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0 w 2447701"/>
                  <a:gd name="connsiteY4" fmla="*/ 0 h 1733550"/>
                  <a:gd name="connsiteX0-1" fmla="*/ 7938 w 2455639"/>
                  <a:gd name="connsiteY0-2" fmla="*/ 0 h 1733550"/>
                  <a:gd name="connsiteX1-3" fmla="*/ 2455639 w 2455639"/>
                  <a:gd name="connsiteY1-4" fmla="*/ 0 h 1733550"/>
                  <a:gd name="connsiteX2-5" fmla="*/ 2455639 w 2455639"/>
                  <a:gd name="connsiteY2-6" fmla="*/ 1733550 h 1733550"/>
                  <a:gd name="connsiteX3-7" fmla="*/ 7938 w 2455639"/>
                  <a:gd name="connsiteY3-8" fmla="*/ 1733550 h 1733550"/>
                  <a:gd name="connsiteX4-9" fmla="*/ 0 w 2455639"/>
                  <a:gd name="connsiteY4-10" fmla="*/ 885825 h 1733550"/>
                  <a:gd name="connsiteX5" fmla="*/ 7938 w 2455639"/>
                  <a:gd name="connsiteY5" fmla="*/ 0 h 1733550"/>
                  <a:gd name="connsiteX0-11" fmla="*/ 0 w 2447701"/>
                  <a:gd name="connsiteY0-12" fmla="*/ 0 h 1733550"/>
                  <a:gd name="connsiteX1-13" fmla="*/ 2447701 w 2447701"/>
                  <a:gd name="connsiteY1-14" fmla="*/ 0 h 1733550"/>
                  <a:gd name="connsiteX2-15" fmla="*/ 2447701 w 2447701"/>
                  <a:gd name="connsiteY2-16" fmla="*/ 1733550 h 1733550"/>
                  <a:gd name="connsiteX3-17" fmla="*/ 0 w 2447701"/>
                  <a:gd name="connsiteY3-18" fmla="*/ 1733550 h 1733550"/>
                  <a:gd name="connsiteX4-19" fmla="*/ 487362 w 2447701"/>
                  <a:gd name="connsiteY4-20" fmla="*/ 885825 h 1733550"/>
                  <a:gd name="connsiteX5-21" fmla="*/ 0 w 2447701"/>
                  <a:gd name="connsiteY5-22" fmla="*/ 0 h 1733550"/>
                  <a:gd name="connsiteX0-23" fmla="*/ 0 w 2447701"/>
                  <a:gd name="connsiteY0-24" fmla="*/ 0 h 1733550"/>
                  <a:gd name="connsiteX1-25" fmla="*/ 2447701 w 2447701"/>
                  <a:gd name="connsiteY1-26" fmla="*/ 0 h 1733550"/>
                  <a:gd name="connsiteX2-27" fmla="*/ 2447701 w 2447701"/>
                  <a:gd name="connsiteY2-28" fmla="*/ 1733550 h 1733550"/>
                  <a:gd name="connsiteX3-29" fmla="*/ 0 w 2447701"/>
                  <a:gd name="connsiteY3-30" fmla="*/ 1733550 h 1733550"/>
                  <a:gd name="connsiteX4-31" fmla="*/ 658812 w 2447701"/>
                  <a:gd name="connsiteY4-32" fmla="*/ 885825 h 1733550"/>
                  <a:gd name="connsiteX5-33" fmla="*/ 0 w 2447701"/>
                  <a:gd name="connsiteY5-34" fmla="*/ 0 h 1733550"/>
                  <a:gd name="connsiteX0-35" fmla="*/ 0 w 2447701"/>
                  <a:gd name="connsiteY0-36" fmla="*/ 0 h 1733550"/>
                  <a:gd name="connsiteX1-37" fmla="*/ 2447701 w 2447701"/>
                  <a:gd name="connsiteY1-38" fmla="*/ 0 h 1733550"/>
                  <a:gd name="connsiteX2-39" fmla="*/ 2447701 w 2447701"/>
                  <a:gd name="connsiteY2-40" fmla="*/ 1733550 h 1733550"/>
                  <a:gd name="connsiteX3-41" fmla="*/ 0 w 2447701"/>
                  <a:gd name="connsiteY3-42" fmla="*/ 1733550 h 1733550"/>
                  <a:gd name="connsiteX4-43" fmla="*/ 1058862 w 2447701"/>
                  <a:gd name="connsiteY4-44" fmla="*/ 885825 h 1733550"/>
                  <a:gd name="connsiteX5-45" fmla="*/ 0 w 2447701"/>
                  <a:gd name="connsiteY5-46" fmla="*/ 0 h 1733550"/>
                  <a:gd name="connsiteX0-47" fmla="*/ 0 w 2447701"/>
                  <a:gd name="connsiteY0-48" fmla="*/ 0 h 1733550"/>
                  <a:gd name="connsiteX1-49" fmla="*/ 2447701 w 2447701"/>
                  <a:gd name="connsiteY1-50" fmla="*/ 0 h 1733550"/>
                  <a:gd name="connsiteX2-51" fmla="*/ 2447701 w 2447701"/>
                  <a:gd name="connsiteY2-52" fmla="*/ 1733550 h 1733550"/>
                  <a:gd name="connsiteX3-53" fmla="*/ 0 w 2447701"/>
                  <a:gd name="connsiteY3-54" fmla="*/ 1733550 h 1733550"/>
                  <a:gd name="connsiteX4-55" fmla="*/ 1058862 w 2447701"/>
                  <a:gd name="connsiteY4-56" fmla="*/ 885825 h 1733550"/>
                  <a:gd name="connsiteX5-57" fmla="*/ 0 w 2447701"/>
                  <a:gd name="connsiteY5-58" fmla="*/ 0 h 1733550"/>
                  <a:gd name="connsiteX0-59" fmla="*/ 0 w 2447701"/>
                  <a:gd name="connsiteY0-60" fmla="*/ 0 h 1743075"/>
                  <a:gd name="connsiteX1-61" fmla="*/ 2447701 w 2447701"/>
                  <a:gd name="connsiteY1-62" fmla="*/ 0 h 1743075"/>
                  <a:gd name="connsiteX2-63" fmla="*/ 2447701 w 2447701"/>
                  <a:gd name="connsiteY2-64" fmla="*/ 1733550 h 1743075"/>
                  <a:gd name="connsiteX3-65" fmla="*/ 209550 w 2447701"/>
                  <a:gd name="connsiteY3-66" fmla="*/ 1743075 h 1743075"/>
                  <a:gd name="connsiteX4-67" fmla="*/ 1058862 w 2447701"/>
                  <a:gd name="connsiteY4-68" fmla="*/ 885825 h 1743075"/>
                  <a:gd name="connsiteX5-69" fmla="*/ 0 w 2447701"/>
                  <a:gd name="connsiteY5-70" fmla="*/ 0 h 1743075"/>
                  <a:gd name="connsiteX0-71" fmla="*/ 0 w 2304826"/>
                  <a:gd name="connsiteY0-72" fmla="*/ 19050 h 1743075"/>
                  <a:gd name="connsiteX1-73" fmla="*/ 2304826 w 2304826"/>
                  <a:gd name="connsiteY1-74" fmla="*/ 0 h 1743075"/>
                  <a:gd name="connsiteX2-75" fmla="*/ 2304826 w 2304826"/>
                  <a:gd name="connsiteY2-76" fmla="*/ 1733550 h 1743075"/>
                  <a:gd name="connsiteX3-77" fmla="*/ 66675 w 2304826"/>
                  <a:gd name="connsiteY3-78" fmla="*/ 1743075 h 1743075"/>
                  <a:gd name="connsiteX4-79" fmla="*/ 915987 w 2304826"/>
                  <a:gd name="connsiteY4-80" fmla="*/ 885825 h 1743075"/>
                  <a:gd name="connsiteX5-81" fmla="*/ 0 w 2304826"/>
                  <a:gd name="connsiteY5-82" fmla="*/ 19050 h 1743075"/>
                  <a:gd name="connsiteX0-83" fmla="*/ 28575 w 2238151"/>
                  <a:gd name="connsiteY0-84" fmla="*/ 19050 h 1743075"/>
                  <a:gd name="connsiteX1-85" fmla="*/ 2238151 w 2238151"/>
                  <a:gd name="connsiteY1-86" fmla="*/ 0 h 1743075"/>
                  <a:gd name="connsiteX2-87" fmla="*/ 2238151 w 2238151"/>
                  <a:gd name="connsiteY2-88" fmla="*/ 1733550 h 1743075"/>
                  <a:gd name="connsiteX3-89" fmla="*/ 0 w 2238151"/>
                  <a:gd name="connsiteY3-90" fmla="*/ 1743075 h 1743075"/>
                  <a:gd name="connsiteX4-91" fmla="*/ 849312 w 2238151"/>
                  <a:gd name="connsiteY4-92" fmla="*/ 885825 h 1743075"/>
                  <a:gd name="connsiteX5-93" fmla="*/ 28575 w 2238151"/>
                  <a:gd name="connsiteY5-94" fmla="*/ 19050 h 1743075"/>
                  <a:gd name="connsiteX0-95" fmla="*/ 28575 w 2238151"/>
                  <a:gd name="connsiteY0-96" fmla="*/ 19050 h 1743075"/>
                  <a:gd name="connsiteX1-97" fmla="*/ 2238151 w 2238151"/>
                  <a:gd name="connsiteY1-98" fmla="*/ 0 h 1743075"/>
                  <a:gd name="connsiteX2-99" fmla="*/ 2238151 w 2238151"/>
                  <a:gd name="connsiteY2-100" fmla="*/ 1733550 h 1743075"/>
                  <a:gd name="connsiteX3-101" fmla="*/ 0 w 2238151"/>
                  <a:gd name="connsiteY3-102" fmla="*/ 1743075 h 1743075"/>
                  <a:gd name="connsiteX4-103" fmla="*/ 849312 w 2238151"/>
                  <a:gd name="connsiteY4-104" fmla="*/ 885825 h 1743075"/>
                  <a:gd name="connsiteX5-105" fmla="*/ 28575 w 2238151"/>
                  <a:gd name="connsiteY5-106" fmla="*/ 19050 h 1743075"/>
                  <a:gd name="connsiteX0-107" fmla="*/ 0 w 2247676"/>
                  <a:gd name="connsiteY0-108" fmla="*/ 19050 h 1743075"/>
                  <a:gd name="connsiteX1-109" fmla="*/ 2247676 w 2247676"/>
                  <a:gd name="connsiteY1-110" fmla="*/ 0 h 1743075"/>
                  <a:gd name="connsiteX2-111" fmla="*/ 2247676 w 2247676"/>
                  <a:gd name="connsiteY2-112" fmla="*/ 1733550 h 1743075"/>
                  <a:gd name="connsiteX3-113" fmla="*/ 9525 w 2247676"/>
                  <a:gd name="connsiteY3-114" fmla="*/ 1743075 h 1743075"/>
                  <a:gd name="connsiteX4-115" fmla="*/ 858837 w 2247676"/>
                  <a:gd name="connsiteY4-116" fmla="*/ 885825 h 1743075"/>
                  <a:gd name="connsiteX5-117" fmla="*/ 0 w 2247676"/>
                  <a:gd name="connsiteY5-118" fmla="*/ 19050 h 1743075"/>
                  <a:gd name="connsiteX0-119" fmla="*/ 47625 w 2295301"/>
                  <a:gd name="connsiteY0-120" fmla="*/ 19050 h 1752600"/>
                  <a:gd name="connsiteX1-121" fmla="*/ 2295301 w 2295301"/>
                  <a:gd name="connsiteY1-122" fmla="*/ 0 h 1752600"/>
                  <a:gd name="connsiteX2-123" fmla="*/ 2295301 w 2295301"/>
                  <a:gd name="connsiteY2-124" fmla="*/ 1733550 h 1752600"/>
                  <a:gd name="connsiteX3-125" fmla="*/ 0 w 2295301"/>
                  <a:gd name="connsiteY3-126" fmla="*/ 1752600 h 1752600"/>
                  <a:gd name="connsiteX4-127" fmla="*/ 906462 w 2295301"/>
                  <a:gd name="connsiteY4-128" fmla="*/ 885825 h 1752600"/>
                  <a:gd name="connsiteX5-129" fmla="*/ 47625 w 2295301"/>
                  <a:gd name="connsiteY5-130" fmla="*/ 19050 h 1752600"/>
                  <a:gd name="connsiteX0-131" fmla="*/ 28575 w 2276251"/>
                  <a:gd name="connsiteY0-132" fmla="*/ 19050 h 1752600"/>
                  <a:gd name="connsiteX1-133" fmla="*/ 2276251 w 2276251"/>
                  <a:gd name="connsiteY1-134" fmla="*/ 0 h 1752600"/>
                  <a:gd name="connsiteX2-135" fmla="*/ 2276251 w 2276251"/>
                  <a:gd name="connsiteY2-136" fmla="*/ 1733550 h 1752600"/>
                  <a:gd name="connsiteX3-137" fmla="*/ 0 w 2276251"/>
                  <a:gd name="connsiteY3-138" fmla="*/ 1752600 h 1752600"/>
                  <a:gd name="connsiteX4-139" fmla="*/ 887412 w 2276251"/>
                  <a:gd name="connsiteY4-140" fmla="*/ 885825 h 1752600"/>
                  <a:gd name="connsiteX5-141" fmla="*/ 28575 w 2276251"/>
                  <a:gd name="connsiteY5-142" fmla="*/ 19050 h 1752600"/>
                  <a:gd name="connsiteX0-143" fmla="*/ 9525 w 2276251"/>
                  <a:gd name="connsiteY0-144" fmla="*/ 0 h 1752600"/>
                  <a:gd name="connsiteX1-145" fmla="*/ 2276251 w 2276251"/>
                  <a:gd name="connsiteY1-146" fmla="*/ 0 h 1752600"/>
                  <a:gd name="connsiteX2-147" fmla="*/ 2276251 w 2276251"/>
                  <a:gd name="connsiteY2-148" fmla="*/ 1733550 h 1752600"/>
                  <a:gd name="connsiteX3-149" fmla="*/ 0 w 2276251"/>
                  <a:gd name="connsiteY3-150" fmla="*/ 1752600 h 1752600"/>
                  <a:gd name="connsiteX4-151" fmla="*/ 887412 w 2276251"/>
                  <a:gd name="connsiteY4-152" fmla="*/ 885825 h 1752600"/>
                  <a:gd name="connsiteX5-153" fmla="*/ 9525 w 2276251"/>
                  <a:gd name="connsiteY5-154" fmla="*/ 0 h 1752600"/>
                  <a:gd name="connsiteX0-155" fmla="*/ 9525 w 2276251"/>
                  <a:gd name="connsiteY0-156" fmla="*/ 0 h 1743075"/>
                  <a:gd name="connsiteX1-157" fmla="*/ 2276251 w 2276251"/>
                  <a:gd name="connsiteY1-158" fmla="*/ 0 h 1743075"/>
                  <a:gd name="connsiteX2-159" fmla="*/ 2276251 w 2276251"/>
                  <a:gd name="connsiteY2-160" fmla="*/ 1733550 h 1743075"/>
                  <a:gd name="connsiteX3-161" fmla="*/ 0 w 2276251"/>
                  <a:gd name="connsiteY3-162" fmla="*/ 1743075 h 1743075"/>
                  <a:gd name="connsiteX4-163" fmla="*/ 887412 w 2276251"/>
                  <a:gd name="connsiteY4-164" fmla="*/ 885825 h 1743075"/>
                  <a:gd name="connsiteX5-165" fmla="*/ 9525 w 2276251"/>
                  <a:gd name="connsiteY5-166" fmla="*/ 0 h 1743075"/>
                  <a:gd name="connsiteX0-167" fmla="*/ 9525 w 2276251"/>
                  <a:gd name="connsiteY0-168" fmla="*/ 0 h 1743075"/>
                  <a:gd name="connsiteX1-169" fmla="*/ 2276251 w 2276251"/>
                  <a:gd name="connsiteY1-170" fmla="*/ 0 h 1743075"/>
                  <a:gd name="connsiteX2-171" fmla="*/ 2276251 w 2276251"/>
                  <a:gd name="connsiteY2-172" fmla="*/ 1733550 h 1743075"/>
                  <a:gd name="connsiteX3-173" fmla="*/ 0 w 2276251"/>
                  <a:gd name="connsiteY3-174" fmla="*/ 1743075 h 1743075"/>
                  <a:gd name="connsiteX4-175" fmla="*/ 877887 w 2276251"/>
                  <a:gd name="connsiteY4-176" fmla="*/ 857250 h 1743075"/>
                  <a:gd name="connsiteX5-177" fmla="*/ 9525 w 2276251"/>
                  <a:gd name="connsiteY5-178" fmla="*/ 0 h 1743075"/>
                  <a:gd name="connsiteX0-179" fmla="*/ 9525 w 2276251"/>
                  <a:gd name="connsiteY0-180" fmla="*/ 0 h 1743075"/>
                  <a:gd name="connsiteX1-181" fmla="*/ 2276251 w 2276251"/>
                  <a:gd name="connsiteY1-182" fmla="*/ 0 h 1743075"/>
                  <a:gd name="connsiteX2-183" fmla="*/ 2276251 w 2276251"/>
                  <a:gd name="connsiteY2-184" fmla="*/ 1733550 h 1743075"/>
                  <a:gd name="connsiteX3-185" fmla="*/ 0 w 2276251"/>
                  <a:gd name="connsiteY3-186" fmla="*/ 1743075 h 1743075"/>
                  <a:gd name="connsiteX4-187" fmla="*/ 896937 w 2276251"/>
                  <a:gd name="connsiteY4-188" fmla="*/ 866775 h 1743075"/>
                  <a:gd name="connsiteX5-189" fmla="*/ 9525 w 2276251"/>
                  <a:gd name="connsiteY5-190" fmla="*/ 0 h 174307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2276251" h="1743075">
                    <a:moveTo>
                      <a:pt x="9525" y="0"/>
                    </a:moveTo>
                    <a:lnTo>
                      <a:pt x="2276251" y="0"/>
                    </a:lnTo>
                    <a:lnTo>
                      <a:pt x="2276251" y="1733550"/>
                    </a:lnTo>
                    <a:lnTo>
                      <a:pt x="0" y="1743075"/>
                    </a:lnTo>
                    <a:lnTo>
                      <a:pt x="896937" y="866775"/>
                    </a:lnTo>
                    <a:lnTo>
                      <a:pt x="9525" y="0"/>
                    </a:lnTo>
                    <a:close/>
                  </a:path>
                </a:pathLst>
              </a:custGeom>
              <a:solidFill>
                <a:srgbClr val="1450B8"/>
              </a:solidFill>
              <a:ln>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latin typeface="+mj-lt"/>
                </a:endParaRPr>
              </a:p>
            </p:txBody>
          </p:sp>
          <p:sp>
            <p:nvSpPr>
              <p:cNvPr id="591" name="Pentagon 590"/>
              <p:cNvSpPr/>
              <p:nvPr/>
            </p:nvSpPr>
            <p:spPr>
              <a:xfrm>
                <a:off x="1585145" y="5263249"/>
                <a:ext cx="2313710" cy="1591463"/>
              </a:xfrm>
              <a:prstGeom prst="homePlate">
                <a:avLst/>
              </a:prstGeom>
              <a:solidFill>
                <a:srgbClr val="1450B8"/>
              </a:solidFill>
              <a:ln>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92" name="Oval 591"/>
              <p:cNvSpPr/>
              <p:nvPr/>
            </p:nvSpPr>
            <p:spPr>
              <a:xfrm>
                <a:off x="577638" y="5191018"/>
                <a:ext cx="1722627" cy="1722626"/>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grpSp>
            <p:nvGrpSpPr>
              <p:cNvPr id="5" name="Group 4"/>
              <p:cNvGrpSpPr/>
              <p:nvPr/>
            </p:nvGrpSpPr>
            <p:grpSpPr>
              <a:xfrm>
                <a:off x="648457" y="5263249"/>
                <a:ext cx="1591463" cy="1591463"/>
                <a:chOff x="648457" y="5263249"/>
                <a:chExt cx="1591463" cy="1591463"/>
              </a:xfrm>
            </p:grpSpPr>
            <p:sp>
              <p:nvSpPr>
                <p:cNvPr id="593" name="Oval 592"/>
                <p:cNvSpPr/>
                <p:nvPr/>
              </p:nvSpPr>
              <p:spPr>
                <a:xfrm>
                  <a:off x="648457" y="5263249"/>
                  <a:ext cx="1591463" cy="1591463"/>
                </a:xfrm>
                <a:prstGeom prst="ellipse">
                  <a:avLst/>
                </a:prstGeom>
                <a:solidFill>
                  <a:schemeClr val="bg1"/>
                </a:solidFill>
                <a:ln>
                  <a:solidFill>
                    <a:srgbClr val="E5E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94" name="Oval 593"/>
                <p:cNvSpPr/>
                <p:nvPr/>
              </p:nvSpPr>
              <p:spPr>
                <a:xfrm>
                  <a:off x="859186" y="5473978"/>
                  <a:ext cx="1170005" cy="1170005"/>
                </a:xfrm>
                <a:prstGeom prst="ellipse">
                  <a:avLst/>
                </a:prstGeom>
                <a:solidFill>
                  <a:srgbClr val="E5E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95" name="Right Arrow 594"/>
                <p:cNvSpPr/>
                <p:nvPr/>
              </p:nvSpPr>
              <p:spPr>
                <a:xfrm>
                  <a:off x="1119121" y="5597394"/>
                  <a:ext cx="761418" cy="936289"/>
                </a:xfrm>
                <a:prstGeom prst="rightArrow">
                  <a:avLst>
                    <a:gd name="adj1" fmla="val 50000"/>
                    <a:gd name="adj2" fmla="val 70468"/>
                  </a:avLst>
                </a:prstGeom>
                <a:solidFill>
                  <a:srgbClr val="1450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96" name="TextBox 595"/>
                <p:cNvSpPr txBox="1"/>
                <p:nvPr/>
              </p:nvSpPr>
              <p:spPr>
                <a:xfrm>
                  <a:off x="864254" y="5789582"/>
                  <a:ext cx="1177359" cy="581094"/>
                </a:xfrm>
                <a:prstGeom prst="rect">
                  <a:avLst/>
                </a:prstGeom>
                <a:noFill/>
              </p:spPr>
              <p:txBody>
                <a:bodyPr wrap="square" rtlCol="0">
                  <a:spAutoFit/>
                </a:bodyPr>
                <a:lstStyle/>
                <a:p>
                  <a:pPr algn="ctr"/>
                  <a:r>
                    <a:rPr lang="en-GB" sz="2720" b="1" dirty="0" smtClean="0">
                      <a:solidFill>
                        <a:schemeClr val="bg1"/>
                      </a:solidFill>
                      <a:latin typeface="+mj-lt"/>
                    </a:rPr>
                    <a:t>C</a:t>
                  </a:r>
                  <a:endParaRPr lang="en-GB" sz="2720" b="1" dirty="0">
                    <a:solidFill>
                      <a:schemeClr val="bg1"/>
                    </a:solidFill>
                    <a:latin typeface="+mj-lt"/>
                  </a:endParaRPr>
                </a:p>
              </p:txBody>
            </p:sp>
          </p:grpSp>
          <p:sp>
            <p:nvSpPr>
              <p:cNvPr id="597" name="TextBox 596"/>
              <p:cNvSpPr txBox="1"/>
              <p:nvPr/>
            </p:nvSpPr>
            <p:spPr>
              <a:xfrm>
                <a:off x="2363603" y="5387636"/>
                <a:ext cx="991044" cy="294894"/>
              </a:xfrm>
              <a:prstGeom prst="rect">
                <a:avLst/>
              </a:prstGeom>
              <a:noFill/>
            </p:spPr>
            <p:txBody>
              <a:bodyPr wrap="square" rtlCol="0">
                <a:spAutoFit/>
              </a:bodyPr>
              <a:lstStyle/>
              <a:p>
                <a:r>
                  <a:rPr lang="en-GB" sz="1090" b="1" dirty="0" smtClean="0">
                    <a:solidFill>
                      <a:schemeClr val="bg1"/>
                    </a:solidFill>
                    <a:latin typeface="+mj-lt"/>
                  </a:rPr>
                  <a:t>Step 1</a:t>
                </a:r>
                <a:endParaRPr lang="en-GB" sz="1090" b="1" dirty="0">
                  <a:solidFill>
                    <a:schemeClr val="bg1"/>
                  </a:solidFill>
                  <a:latin typeface="+mj-lt"/>
                </a:endParaRPr>
              </a:p>
            </p:txBody>
          </p:sp>
          <p:sp>
            <p:nvSpPr>
              <p:cNvPr id="598" name="TextBox 597"/>
              <p:cNvSpPr txBox="1"/>
              <p:nvPr/>
            </p:nvSpPr>
            <p:spPr>
              <a:xfrm>
                <a:off x="2363603" y="5632477"/>
                <a:ext cx="1029968" cy="901348"/>
              </a:xfrm>
              <a:prstGeom prst="rect">
                <a:avLst/>
              </a:prstGeom>
              <a:noFill/>
            </p:spPr>
            <p:txBody>
              <a:bodyPr wrap="square" rtlCol="0">
                <a:spAutoFit/>
              </a:bodyPr>
              <a:lstStyle/>
              <a:p>
                <a:r>
                  <a:rPr lang="en-GB" sz="905" dirty="0" smtClean="0">
                    <a:solidFill>
                      <a:schemeClr val="bg1"/>
                    </a:solidFill>
                    <a:latin typeface="+mj-lt"/>
                  </a:rPr>
                  <a:t>Text goes 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endParaRPr lang="en-GB" sz="905" dirty="0">
                  <a:solidFill>
                    <a:schemeClr val="bg1"/>
                  </a:solidFill>
                  <a:latin typeface="+mj-lt"/>
                </a:endParaRPr>
              </a:p>
            </p:txBody>
          </p:sp>
          <p:sp>
            <p:nvSpPr>
              <p:cNvPr id="599" name="Chevron 598"/>
              <p:cNvSpPr/>
              <p:nvPr/>
            </p:nvSpPr>
            <p:spPr>
              <a:xfrm>
                <a:off x="3217707" y="5263249"/>
                <a:ext cx="2578134" cy="1591463"/>
              </a:xfrm>
              <a:prstGeom prst="chevron">
                <a:avLst/>
              </a:prstGeom>
              <a:solidFill>
                <a:srgbClr val="1450B8"/>
              </a:solidFill>
              <a:ln>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solidFill>
                    <a:schemeClr val="tx1"/>
                  </a:solidFill>
                  <a:latin typeface="+mj-lt"/>
                </a:endParaRPr>
              </a:p>
            </p:txBody>
          </p:sp>
          <p:sp>
            <p:nvSpPr>
              <p:cNvPr id="600" name="TextBox 599"/>
              <p:cNvSpPr txBox="1"/>
              <p:nvPr/>
            </p:nvSpPr>
            <p:spPr>
              <a:xfrm>
                <a:off x="4068363" y="5387636"/>
                <a:ext cx="991044" cy="294894"/>
              </a:xfrm>
              <a:prstGeom prst="rect">
                <a:avLst/>
              </a:prstGeom>
              <a:noFill/>
            </p:spPr>
            <p:txBody>
              <a:bodyPr wrap="square" rtlCol="0">
                <a:spAutoFit/>
              </a:bodyPr>
              <a:lstStyle/>
              <a:p>
                <a:r>
                  <a:rPr lang="en-GB" sz="1090" b="1" dirty="0" smtClean="0">
                    <a:solidFill>
                      <a:schemeClr val="bg1"/>
                    </a:solidFill>
                    <a:latin typeface="+mj-lt"/>
                  </a:rPr>
                  <a:t>Step 2</a:t>
                </a:r>
                <a:endParaRPr lang="en-GB" sz="1090" b="1" dirty="0">
                  <a:solidFill>
                    <a:schemeClr val="bg1"/>
                  </a:solidFill>
                  <a:latin typeface="+mj-lt"/>
                </a:endParaRPr>
              </a:p>
            </p:txBody>
          </p:sp>
          <p:sp>
            <p:nvSpPr>
              <p:cNvPr id="601" name="TextBox 600"/>
              <p:cNvSpPr txBox="1"/>
              <p:nvPr/>
            </p:nvSpPr>
            <p:spPr>
              <a:xfrm>
                <a:off x="4068363" y="5632477"/>
                <a:ext cx="1169573" cy="901348"/>
              </a:xfrm>
              <a:prstGeom prst="rect">
                <a:avLst/>
              </a:prstGeom>
              <a:noFill/>
            </p:spPr>
            <p:txBody>
              <a:bodyPr wrap="square" rtlCol="0">
                <a:spAutoFit/>
              </a:bodyPr>
              <a:lstStyle/>
              <a:p>
                <a:r>
                  <a:rPr lang="en-GB" sz="905" dirty="0" smtClean="0">
                    <a:solidFill>
                      <a:schemeClr val="bg1"/>
                    </a:solidFill>
                    <a:latin typeface="+mj-lt"/>
                  </a:rPr>
                  <a:t>Text goes 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endParaRPr lang="en-GB" sz="905" dirty="0">
                  <a:solidFill>
                    <a:schemeClr val="bg1"/>
                  </a:solidFill>
                  <a:latin typeface="+mj-lt"/>
                </a:endParaRPr>
              </a:p>
            </p:txBody>
          </p:sp>
          <p:sp>
            <p:nvSpPr>
              <p:cNvPr id="602" name="TextBox 601"/>
              <p:cNvSpPr txBox="1"/>
              <p:nvPr/>
            </p:nvSpPr>
            <p:spPr>
              <a:xfrm>
                <a:off x="5957133" y="5387636"/>
                <a:ext cx="991044" cy="294894"/>
              </a:xfrm>
              <a:prstGeom prst="rect">
                <a:avLst/>
              </a:prstGeom>
              <a:noFill/>
            </p:spPr>
            <p:txBody>
              <a:bodyPr wrap="square" rtlCol="0">
                <a:spAutoFit/>
              </a:bodyPr>
              <a:lstStyle/>
              <a:p>
                <a:r>
                  <a:rPr lang="en-GB" sz="1090" b="1" dirty="0" smtClean="0">
                    <a:solidFill>
                      <a:schemeClr val="bg1"/>
                    </a:solidFill>
                    <a:latin typeface="+mj-lt"/>
                  </a:rPr>
                  <a:t>Step 3</a:t>
                </a:r>
                <a:endParaRPr lang="en-GB" sz="1090" b="1" dirty="0">
                  <a:solidFill>
                    <a:schemeClr val="bg1"/>
                  </a:solidFill>
                  <a:latin typeface="+mj-lt"/>
                </a:endParaRPr>
              </a:p>
            </p:txBody>
          </p:sp>
          <p:sp>
            <p:nvSpPr>
              <p:cNvPr id="603" name="TextBox 602"/>
              <p:cNvSpPr txBox="1"/>
              <p:nvPr/>
            </p:nvSpPr>
            <p:spPr>
              <a:xfrm>
                <a:off x="5957133" y="5632477"/>
                <a:ext cx="1169573" cy="901348"/>
              </a:xfrm>
              <a:prstGeom prst="rect">
                <a:avLst/>
              </a:prstGeom>
              <a:noFill/>
            </p:spPr>
            <p:txBody>
              <a:bodyPr wrap="square" rtlCol="0">
                <a:spAutoFit/>
              </a:bodyPr>
              <a:lstStyle/>
              <a:p>
                <a:r>
                  <a:rPr lang="en-GB" sz="905" dirty="0" smtClean="0">
                    <a:solidFill>
                      <a:schemeClr val="bg1"/>
                    </a:solidFill>
                    <a:latin typeface="+mj-lt"/>
                  </a:rPr>
                  <a:t>Text goes 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r>
                  <a:rPr lang="en-GB" sz="905" dirty="0">
                    <a:solidFill>
                      <a:schemeClr val="bg1"/>
                    </a:solidFill>
                    <a:latin typeface="+mj-lt"/>
                  </a:rPr>
                  <a:t> goes </a:t>
                </a:r>
                <a:r>
                  <a:rPr lang="en-GB" sz="905" dirty="0" smtClean="0">
                    <a:solidFill>
                      <a:schemeClr val="bg1"/>
                    </a:solidFill>
                    <a:latin typeface="+mj-lt"/>
                  </a:rPr>
                  <a:t>here.</a:t>
                </a:r>
                <a:endParaRPr lang="en-GB" sz="905" dirty="0">
                  <a:solidFill>
                    <a:schemeClr val="bg1"/>
                  </a:solidFill>
                  <a:latin typeface="+mj-lt"/>
                </a:endParaRPr>
              </a:p>
            </p:txBody>
          </p:sp>
        </p:grpSp>
      </p:grpSp>
    </p:spTree>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smtClean="0"/>
              <a:t>Process Flow Chart</a:t>
            </a:r>
            <a:endParaRPr lang="en-US" dirty="0"/>
          </a:p>
        </p:txBody>
      </p:sp>
      <p:sp>
        <p:nvSpPr>
          <p:cNvPr id="152" name="AutoShape 90"/>
          <p:cNvSpPr>
            <a:spLocks noChangeArrowheads="1"/>
          </p:cNvSpPr>
          <p:nvPr/>
        </p:nvSpPr>
        <p:spPr bwMode="auto">
          <a:xfrm>
            <a:off x="6332018" y="3430965"/>
            <a:ext cx="66857" cy="815732"/>
          </a:xfrm>
          <a:prstGeom prst="roundRect">
            <a:avLst>
              <a:gd name="adj" fmla="val 0"/>
            </a:avLst>
          </a:prstGeom>
          <a:solidFill>
            <a:schemeClr val="accent2"/>
          </a:solidFill>
          <a:ln w="12700">
            <a:solidFill>
              <a:schemeClr val="accent2"/>
            </a:solid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153" name="Freeform 152"/>
          <p:cNvSpPr/>
          <p:nvPr/>
        </p:nvSpPr>
        <p:spPr bwMode="auto">
          <a:xfrm>
            <a:off x="6151937" y="3436332"/>
            <a:ext cx="183317" cy="804998"/>
          </a:xfrm>
          <a:custGeom>
            <a:avLst/>
            <a:gdLst>
              <a:gd name="T0" fmla="*/ 0 w 241"/>
              <a:gd name="T1" fmla="*/ 4 h 1705"/>
              <a:gd name="T2" fmla="*/ 0 w 241"/>
              <a:gd name="T3" fmla="*/ 59 h 1705"/>
              <a:gd name="T4" fmla="*/ 59 w 241"/>
              <a:gd name="T5" fmla="*/ 64 h 1705"/>
              <a:gd name="T6" fmla="*/ 59 w 241"/>
              <a:gd name="T7" fmla="*/ 0 h 1705"/>
              <a:gd name="T8" fmla="*/ 0 w 241"/>
              <a:gd name="T9" fmla="*/ 4 h 1705"/>
              <a:gd name="T10" fmla="*/ 0 60000 65536"/>
              <a:gd name="T11" fmla="*/ 0 60000 65536"/>
              <a:gd name="T12" fmla="*/ 0 60000 65536"/>
              <a:gd name="T13" fmla="*/ 0 60000 65536"/>
              <a:gd name="T14" fmla="*/ 0 60000 65536"/>
              <a:gd name="T15" fmla="*/ 0 w 241"/>
              <a:gd name="T16" fmla="*/ 0 h 1705"/>
              <a:gd name="T17" fmla="*/ 241 w 241"/>
              <a:gd name="T18" fmla="*/ 1705 h 1705"/>
            </a:gdLst>
            <a:ahLst/>
            <a:cxnLst>
              <a:cxn ang="T10">
                <a:pos x="T0" y="T1"/>
              </a:cxn>
              <a:cxn ang="T11">
                <a:pos x="T2" y="T3"/>
              </a:cxn>
              <a:cxn ang="T12">
                <a:pos x="T4" y="T5"/>
              </a:cxn>
              <a:cxn ang="T13">
                <a:pos x="T6" y="T7"/>
              </a:cxn>
              <a:cxn ang="T14">
                <a:pos x="T8" y="T9"/>
              </a:cxn>
            </a:cxnLst>
            <a:rect l="T15" t="T16" r="T17" b="T18"/>
            <a:pathLst>
              <a:path w="241" h="1705">
                <a:moveTo>
                  <a:pt x="0" y="120"/>
                </a:moveTo>
                <a:lnTo>
                  <a:pt x="0" y="1576"/>
                </a:lnTo>
                <a:lnTo>
                  <a:pt x="240" y="1704"/>
                </a:lnTo>
                <a:lnTo>
                  <a:pt x="240" y="0"/>
                </a:lnTo>
                <a:lnTo>
                  <a:pt x="0" y="120"/>
                </a:lnTo>
                <a:close/>
              </a:path>
            </a:pathLst>
          </a:custGeom>
          <a:noFill/>
          <a:ln w="28575" cmpd="sng">
            <a:solidFill>
              <a:schemeClr val="tx2"/>
            </a:solid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54" name="Freeform 153"/>
          <p:cNvSpPr/>
          <p:nvPr/>
        </p:nvSpPr>
        <p:spPr bwMode="auto">
          <a:xfrm>
            <a:off x="6151937" y="3455653"/>
            <a:ext cx="183317" cy="56886"/>
          </a:xfrm>
          <a:custGeom>
            <a:avLst/>
            <a:gdLst>
              <a:gd name="T0" fmla="*/ 0 w 241"/>
              <a:gd name="T1" fmla="*/ 4 h 121"/>
              <a:gd name="T2" fmla="*/ 59 w 241"/>
              <a:gd name="T3" fmla="*/ 0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12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55" name="Freeform 154"/>
          <p:cNvSpPr/>
          <p:nvPr/>
        </p:nvSpPr>
        <p:spPr bwMode="auto">
          <a:xfrm>
            <a:off x="6151937" y="3478192"/>
            <a:ext cx="176847" cy="52593"/>
          </a:xfrm>
          <a:custGeom>
            <a:avLst/>
            <a:gdLst>
              <a:gd name="T0" fmla="*/ 0 w 233"/>
              <a:gd name="T1" fmla="*/ 4 h 113"/>
              <a:gd name="T2" fmla="*/ 57 w 233"/>
              <a:gd name="T3" fmla="*/ 0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11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56" name="Freeform 155"/>
          <p:cNvSpPr/>
          <p:nvPr/>
        </p:nvSpPr>
        <p:spPr bwMode="auto">
          <a:xfrm>
            <a:off x="6151937" y="3500732"/>
            <a:ext cx="176847" cy="49373"/>
          </a:xfrm>
          <a:custGeom>
            <a:avLst/>
            <a:gdLst>
              <a:gd name="T0" fmla="*/ 0 w 233"/>
              <a:gd name="T1" fmla="*/ 4 h 105"/>
              <a:gd name="T2" fmla="*/ 57 w 233"/>
              <a:gd name="T3" fmla="*/ 0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10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57" name="Freeform 156"/>
          <p:cNvSpPr/>
          <p:nvPr/>
        </p:nvSpPr>
        <p:spPr bwMode="auto">
          <a:xfrm>
            <a:off x="6151937" y="3523273"/>
            <a:ext cx="176847" cy="46153"/>
          </a:xfrm>
          <a:custGeom>
            <a:avLst/>
            <a:gdLst>
              <a:gd name="T0" fmla="*/ 0 w 233"/>
              <a:gd name="T1" fmla="*/ 4 h 97"/>
              <a:gd name="T2" fmla="*/ 57 w 233"/>
              <a:gd name="T3" fmla="*/ 0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9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58" name="Freeform 157"/>
          <p:cNvSpPr/>
          <p:nvPr/>
        </p:nvSpPr>
        <p:spPr bwMode="auto">
          <a:xfrm>
            <a:off x="6151937" y="3545812"/>
            <a:ext cx="176847" cy="42933"/>
          </a:xfrm>
          <a:custGeom>
            <a:avLst/>
            <a:gdLst>
              <a:gd name="T0" fmla="*/ 0 w 233"/>
              <a:gd name="T1" fmla="*/ 4 h 89"/>
              <a:gd name="T2" fmla="*/ 57 w 233"/>
              <a:gd name="T3" fmla="*/ 0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8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59" name="Freeform 158"/>
          <p:cNvSpPr/>
          <p:nvPr/>
        </p:nvSpPr>
        <p:spPr bwMode="auto">
          <a:xfrm>
            <a:off x="6151937" y="3568352"/>
            <a:ext cx="183317" cy="38639"/>
          </a:xfrm>
          <a:custGeom>
            <a:avLst/>
            <a:gdLst>
              <a:gd name="T0" fmla="*/ 0 w 241"/>
              <a:gd name="T1" fmla="*/ 3 h 81"/>
              <a:gd name="T2" fmla="*/ 59 w 241"/>
              <a:gd name="T3" fmla="*/ 0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8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0" name="Freeform 159"/>
          <p:cNvSpPr/>
          <p:nvPr/>
        </p:nvSpPr>
        <p:spPr bwMode="auto">
          <a:xfrm>
            <a:off x="6151937" y="3591965"/>
            <a:ext cx="176847" cy="34346"/>
          </a:xfrm>
          <a:custGeom>
            <a:avLst/>
            <a:gdLst>
              <a:gd name="T0" fmla="*/ 0 w 233"/>
              <a:gd name="T1" fmla="*/ 3 h 73"/>
              <a:gd name="T2" fmla="*/ 57 w 233"/>
              <a:gd name="T3" fmla="*/ 0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7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1" name="Freeform 160"/>
          <p:cNvSpPr/>
          <p:nvPr/>
        </p:nvSpPr>
        <p:spPr bwMode="auto">
          <a:xfrm>
            <a:off x="6151937" y="3614505"/>
            <a:ext cx="176847" cy="30053"/>
          </a:xfrm>
          <a:custGeom>
            <a:avLst/>
            <a:gdLst>
              <a:gd name="T0" fmla="*/ 0 w 233"/>
              <a:gd name="T1" fmla="*/ 2 h 65"/>
              <a:gd name="T2" fmla="*/ 57 w 233"/>
              <a:gd name="T3" fmla="*/ 0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6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2" name="Freeform 161"/>
          <p:cNvSpPr/>
          <p:nvPr/>
        </p:nvSpPr>
        <p:spPr bwMode="auto">
          <a:xfrm>
            <a:off x="6151937" y="3635972"/>
            <a:ext cx="176847" cy="27907"/>
          </a:xfrm>
          <a:custGeom>
            <a:avLst/>
            <a:gdLst>
              <a:gd name="T0" fmla="*/ 0 w 233"/>
              <a:gd name="T1" fmla="*/ 2 h 57"/>
              <a:gd name="T2" fmla="*/ 57 w 233"/>
              <a:gd name="T3" fmla="*/ 0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5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3" name="Freeform 162"/>
          <p:cNvSpPr/>
          <p:nvPr/>
        </p:nvSpPr>
        <p:spPr bwMode="auto">
          <a:xfrm>
            <a:off x="6151937" y="3659585"/>
            <a:ext cx="183317" cy="22540"/>
          </a:xfrm>
          <a:custGeom>
            <a:avLst/>
            <a:gdLst>
              <a:gd name="T0" fmla="*/ 0 w 241"/>
              <a:gd name="T1" fmla="*/ 2 h 49"/>
              <a:gd name="T2" fmla="*/ 59 w 241"/>
              <a:gd name="T3" fmla="*/ 0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48"/>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4" name="Freeform 163"/>
          <p:cNvSpPr/>
          <p:nvPr/>
        </p:nvSpPr>
        <p:spPr bwMode="auto">
          <a:xfrm>
            <a:off x="6151937" y="3682125"/>
            <a:ext cx="183317" cy="19320"/>
          </a:xfrm>
          <a:custGeom>
            <a:avLst/>
            <a:gdLst>
              <a:gd name="T0" fmla="*/ 0 w 241"/>
              <a:gd name="T1" fmla="*/ 2 h 41"/>
              <a:gd name="T2" fmla="*/ 59 w 241"/>
              <a:gd name="T3" fmla="*/ 0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4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5" name="Freeform 164"/>
          <p:cNvSpPr/>
          <p:nvPr/>
        </p:nvSpPr>
        <p:spPr bwMode="auto">
          <a:xfrm>
            <a:off x="6151937" y="3704665"/>
            <a:ext cx="183317" cy="15027"/>
          </a:xfrm>
          <a:custGeom>
            <a:avLst/>
            <a:gdLst>
              <a:gd name="T0" fmla="*/ 0 w 241"/>
              <a:gd name="T1" fmla="*/ 1 h 33"/>
              <a:gd name="T2" fmla="*/ 59 w 241"/>
              <a:gd name="T3" fmla="*/ 0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32"/>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6" name="Freeform 165"/>
          <p:cNvSpPr/>
          <p:nvPr/>
        </p:nvSpPr>
        <p:spPr bwMode="auto">
          <a:xfrm>
            <a:off x="6151937" y="3727205"/>
            <a:ext cx="176847" cy="12880"/>
          </a:xfrm>
          <a:custGeom>
            <a:avLst/>
            <a:gdLst>
              <a:gd name="T0" fmla="*/ 0 w 233"/>
              <a:gd name="T1" fmla="*/ 1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7" name="Freeform 166"/>
          <p:cNvSpPr/>
          <p:nvPr/>
        </p:nvSpPr>
        <p:spPr bwMode="auto">
          <a:xfrm>
            <a:off x="6151937" y="3746524"/>
            <a:ext cx="176847" cy="15027"/>
          </a:xfrm>
          <a:custGeom>
            <a:avLst/>
            <a:gdLst>
              <a:gd name="T0" fmla="*/ 0 w 233"/>
              <a:gd name="T1" fmla="*/ 1 h 33"/>
              <a:gd name="T2" fmla="*/ 57 w 233"/>
              <a:gd name="T3" fmla="*/ 0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3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8" name="Freeform 167"/>
          <p:cNvSpPr/>
          <p:nvPr/>
        </p:nvSpPr>
        <p:spPr bwMode="auto">
          <a:xfrm>
            <a:off x="6151937" y="3769064"/>
            <a:ext cx="176847" cy="11807"/>
          </a:xfrm>
          <a:custGeom>
            <a:avLst/>
            <a:gdLst>
              <a:gd name="T0" fmla="*/ 0 w 233"/>
              <a:gd name="T1" fmla="*/ 1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9" name="Freeform 168"/>
          <p:cNvSpPr/>
          <p:nvPr/>
        </p:nvSpPr>
        <p:spPr bwMode="auto">
          <a:xfrm>
            <a:off x="6151937" y="3791605"/>
            <a:ext cx="176847" cy="7513"/>
          </a:xfrm>
          <a:custGeom>
            <a:avLst/>
            <a:gdLst>
              <a:gd name="T0" fmla="*/ 0 w 233"/>
              <a:gd name="T1" fmla="*/ 0 h 17"/>
              <a:gd name="T2" fmla="*/ 57 w 233"/>
              <a:gd name="T3" fmla="*/ 0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1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0" name="Freeform 169"/>
          <p:cNvSpPr/>
          <p:nvPr/>
        </p:nvSpPr>
        <p:spPr bwMode="auto">
          <a:xfrm>
            <a:off x="6151937" y="3814144"/>
            <a:ext cx="176847" cy="5367"/>
          </a:xfrm>
          <a:custGeom>
            <a:avLst/>
            <a:gdLst>
              <a:gd name="T0" fmla="*/ 0 w 233"/>
              <a:gd name="T1" fmla="*/ 1 h 9"/>
              <a:gd name="T2" fmla="*/ 57 w 233"/>
              <a:gd name="T3" fmla="*/ 0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1" name="Freeform 170"/>
          <p:cNvSpPr/>
          <p:nvPr/>
        </p:nvSpPr>
        <p:spPr bwMode="auto">
          <a:xfrm>
            <a:off x="6151937" y="3836684"/>
            <a:ext cx="176847" cy="1074"/>
          </a:xfrm>
          <a:custGeom>
            <a:avLst/>
            <a:gdLst>
              <a:gd name="T0" fmla="*/ 0 w 233"/>
              <a:gd name="T1" fmla="*/ 0 h 1"/>
              <a:gd name="T2" fmla="*/ 57 w 233"/>
              <a:gd name="T3" fmla="*/ 0 h 1"/>
              <a:gd name="T4" fmla="*/ 0 60000 65536"/>
              <a:gd name="T5" fmla="*/ 0 60000 65536"/>
              <a:gd name="T6" fmla="*/ 0 w 233"/>
              <a:gd name="T7" fmla="*/ 0 h 1"/>
              <a:gd name="T8" fmla="*/ 233 w 233"/>
              <a:gd name="T9" fmla="*/ 1 h 1"/>
            </a:gdLst>
            <a:ahLst/>
            <a:cxnLst>
              <a:cxn ang="T4">
                <a:pos x="T0" y="T1"/>
              </a:cxn>
              <a:cxn ang="T5">
                <a:pos x="T2" y="T3"/>
              </a:cxn>
            </a:cxnLst>
            <a:rect l="T6" t="T7" r="T8" b="T9"/>
            <a:pathLst>
              <a:path w="233" h="1">
                <a:moveTo>
                  <a:pt x="0" y="0"/>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2" name="Freeform 171"/>
          <p:cNvSpPr/>
          <p:nvPr/>
        </p:nvSpPr>
        <p:spPr bwMode="auto">
          <a:xfrm>
            <a:off x="6151937" y="4161904"/>
            <a:ext cx="183317" cy="56886"/>
          </a:xfrm>
          <a:custGeom>
            <a:avLst/>
            <a:gdLst>
              <a:gd name="T0" fmla="*/ 0 w 241"/>
              <a:gd name="T1" fmla="*/ 0 h 121"/>
              <a:gd name="T2" fmla="*/ 59 w 241"/>
              <a:gd name="T3" fmla="*/ 4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0"/>
                </a:moveTo>
                <a:lnTo>
                  <a:pt x="240" y="12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3" name="Freeform 172"/>
          <p:cNvSpPr/>
          <p:nvPr/>
        </p:nvSpPr>
        <p:spPr bwMode="auto">
          <a:xfrm>
            <a:off x="6151937" y="4142584"/>
            <a:ext cx="176847" cy="53666"/>
          </a:xfrm>
          <a:custGeom>
            <a:avLst/>
            <a:gdLst>
              <a:gd name="T0" fmla="*/ 0 w 233"/>
              <a:gd name="T1" fmla="*/ 0 h 113"/>
              <a:gd name="T2" fmla="*/ 57 w 233"/>
              <a:gd name="T3" fmla="*/ 4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0"/>
                </a:moveTo>
                <a:lnTo>
                  <a:pt x="232" y="11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4" name="Freeform 173"/>
          <p:cNvSpPr/>
          <p:nvPr/>
        </p:nvSpPr>
        <p:spPr bwMode="auto">
          <a:xfrm>
            <a:off x="6151937" y="4123263"/>
            <a:ext cx="176847" cy="50446"/>
          </a:xfrm>
          <a:custGeom>
            <a:avLst/>
            <a:gdLst>
              <a:gd name="T0" fmla="*/ 0 w 233"/>
              <a:gd name="T1" fmla="*/ 0 h 105"/>
              <a:gd name="T2" fmla="*/ 57 w 233"/>
              <a:gd name="T3" fmla="*/ 4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0"/>
                </a:moveTo>
                <a:lnTo>
                  <a:pt x="232" y="1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5" name="Freeform 174"/>
          <p:cNvSpPr/>
          <p:nvPr/>
        </p:nvSpPr>
        <p:spPr bwMode="auto">
          <a:xfrm>
            <a:off x="6151937" y="4105017"/>
            <a:ext cx="176847" cy="46153"/>
          </a:xfrm>
          <a:custGeom>
            <a:avLst/>
            <a:gdLst>
              <a:gd name="T0" fmla="*/ 0 w 233"/>
              <a:gd name="T1" fmla="*/ 0 h 97"/>
              <a:gd name="T2" fmla="*/ 57 w 233"/>
              <a:gd name="T3" fmla="*/ 4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0"/>
                </a:moveTo>
                <a:lnTo>
                  <a:pt x="232" y="9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6" name="Freeform 175"/>
          <p:cNvSpPr/>
          <p:nvPr/>
        </p:nvSpPr>
        <p:spPr bwMode="auto">
          <a:xfrm>
            <a:off x="6151937" y="4085698"/>
            <a:ext cx="176847" cy="41860"/>
          </a:xfrm>
          <a:custGeom>
            <a:avLst/>
            <a:gdLst>
              <a:gd name="T0" fmla="*/ 0 w 233"/>
              <a:gd name="T1" fmla="*/ 0 h 89"/>
              <a:gd name="T2" fmla="*/ 57 w 233"/>
              <a:gd name="T3" fmla="*/ 3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0"/>
                </a:moveTo>
                <a:lnTo>
                  <a:pt x="232" y="8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7" name="Freeform 176"/>
          <p:cNvSpPr/>
          <p:nvPr/>
        </p:nvSpPr>
        <p:spPr bwMode="auto">
          <a:xfrm>
            <a:off x="6151937" y="4067451"/>
            <a:ext cx="183317" cy="38639"/>
          </a:xfrm>
          <a:custGeom>
            <a:avLst/>
            <a:gdLst>
              <a:gd name="T0" fmla="*/ 0 w 241"/>
              <a:gd name="T1" fmla="*/ 0 h 81"/>
              <a:gd name="T2" fmla="*/ 59 w 241"/>
              <a:gd name="T3" fmla="*/ 3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0"/>
                </a:moveTo>
                <a:lnTo>
                  <a:pt x="240" y="8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8" name="Freeform 177"/>
          <p:cNvSpPr/>
          <p:nvPr/>
        </p:nvSpPr>
        <p:spPr bwMode="auto">
          <a:xfrm>
            <a:off x="6151937" y="4048131"/>
            <a:ext cx="176847" cy="34346"/>
          </a:xfrm>
          <a:custGeom>
            <a:avLst/>
            <a:gdLst>
              <a:gd name="T0" fmla="*/ 0 w 233"/>
              <a:gd name="T1" fmla="*/ 0 h 73"/>
              <a:gd name="T2" fmla="*/ 57 w 233"/>
              <a:gd name="T3" fmla="*/ 3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0"/>
                </a:moveTo>
                <a:lnTo>
                  <a:pt x="232" y="7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9" name="Freeform 178"/>
          <p:cNvSpPr/>
          <p:nvPr/>
        </p:nvSpPr>
        <p:spPr bwMode="auto">
          <a:xfrm>
            <a:off x="6151937" y="4029884"/>
            <a:ext cx="176847" cy="30053"/>
          </a:xfrm>
          <a:custGeom>
            <a:avLst/>
            <a:gdLst>
              <a:gd name="T0" fmla="*/ 0 w 233"/>
              <a:gd name="T1" fmla="*/ 0 h 65"/>
              <a:gd name="T2" fmla="*/ 57 w 233"/>
              <a:gd name="T3" fmla="*/ 2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0"/>
                </a:moveTo>
                <a:lnTo>
                  <a:pt x="232" y="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0" name="Freeform 179"/>
          <p:cNvSpPr/>
          <p:nvPr/>
        </p:nvSpPr>
        <p:spPr bwMode="auto">
          <a:xfrm>
            <a:off x="6151937" y="4010564"/>
            <a:ext cx="176847" cy="27907"/>
          </a:xfrm>
          <a:custGeom>
            <a:avLst/>
            <a:gdLst>
              <a:gd name="T0" fmla="*/ 0 w 233"/>
              <a:gd name="T1" fmla="*/ 0 h 57"/>
              <a:gd name="T2" fmla="*/ 57 w 233"/>
              <a:gd name="T3" fmla="*/ 2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0"/>
                </a:moveTo>
                <a:lnTo>
                  <a:pt x="232" y="5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1" name="Freeform 180"/>
          <p:cNvSpPr/>
          <p:nvPr/>
        </p:nvSpPr>
        <p:spPr bwMode="auto">
          <a:xfrm>
            <a:off x="6151937" y="3992317"/>
            <a:ext cx="183317" cy="22540"/>
          </a:xfrm>
          <a:custGeom>
            <a:avLst/>
            <a:gdLst>
              <a:gd name="T0" fmla="*/ 0 w 241"/>
              <a:gd name="T1" fmla="*/ 0 h 49"/>
              <a:gd name="T2" fmla="*/ 59 w 241"/>
              <a:gd name="T3" fmla="*/ 2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0"/>
                </a:moveTo>
                <a:lnTo>
                  <a:pt x="240" y="4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2" name="Freeform 181"/>
          <p:cNvSpPr/>
          <p:nvPr/>
        </p:nvSpPr>
        <p:spPr bwMode="auto">
          <a:xfrm>
            <a:off x="6151937" y="3972997"/>
            <a:ext cx="183317" cy="19320"/>
          </a:xfrm>
          <a:custGeom>
            <a:avLst/>
            <a:gdLst>
              <a:gd name="T0" fmla="*/ 0 w 241"/>
              <a:gd name="T1" fmla="*/ 0 h 41"/>
              <a:gd name="T2" fmla="*/ 59 w 241"/>
              <a:gd name="T3" fmla="*/ 2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0"/>
                </a:moveTo>
                <a:lnTo>
                  <a:pt x="240" y="4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3" name="Freeform 182"/>
          <p:cNvSpPr/>
          <p:nvPr/>
        </p:nvSpPr>
        <p:spPr bwMode="auto">
          <a:xfrm>
            <a:off x="6151937" y="3953678"/>
            <a:ext cx="183317" cy="15027"/>
          </a:xfrm>
          <a:custGeom>
            <a:avLst/>
            <a:gdLst>
              <a:gd name="T0" fmla="*/ 0 w 241"/>
              <a:gd name="T1" fmla="*/ 0 h 33"/>
              <a:gd name="T2" fmla="*/ 59 w 241"/>
              <a:gd name="T3" fmla="*/ 1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0"/>
                </a:moveTo>
                <a:lnTo>
                  <a:pt x="240" y="3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4" name="Freeform 183"/>
          <p:cNvSpPr/>
          <p:nvPr/>
        </p:nvSpPr>
        <p:spPr bwMode="auto">
          <a:xfrm>
            <a:off x="6151937" y="3934357"/>
            <a:ext cx="176847" cy="12880"/>
          </a:xfrm>
          <a:custGeom>
            <a:avLst/>
            <a:gdLst>
              <a:gd name="T0" fmla="*/ 0 w 233"/>
              <a:gd name="T1" fmla="*/ 0 h 25"/>
              <a:gd name="T2" fmla="*/ 57 w 233"/>
              <a:gd name="T3" fmla="*/ 1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5" name="Freeform 184"/>
          <p:cNvSpPr/>
          <p:nvPr/>
        </p:nvSpPr>
        <p:spPr bwMode="auto">
          <a:xfrm>
            <a:off x="6151937" y="3912892"/>
            <a:ext cx="176847" cy="16100"/>
          </a:xfrm>
          <a:custGeom>
            <a:avLst/>
            <a:gdLst>
              <a:gd name="T0" fmla="*/ 0 w 233"/>
              <a:gd name="T1" fmla="*/ 0 h 33"/>
              <a:gd name="T2" fmla="*/ 57 w 233"/>
              <a:gd name="T3" fmla="*/ 1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0"/>
                </a:moveTo>
                <a:lnTo>
                  <a:pt x="232" y="3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6" name="Freeform 185"/>
          <p:cNvSpPr/>
          <p:nvPr/>
        </p:nvSpPr>
        <p:spPr bwMode="auto">
          <a:xfrm>
            <a:off x="6151937" y="3893571"/>
            <a:ext cx="176847" cy="11807"/>
          </a:xfrm>
          <a:custGeom>
            <a:avLst/>
            <a:gdLst>
              <a:gd name="T0" fmla="*/ 0 w 233"/>
              <a:gd name="T1" fmla="*/ 0 h 25"/>
              <a:gd name="T2" fmla="*/ 57 w 233"/>
              <a:gd name="T3" fmla="*/ 1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7" name="Freeform 186"/>
          <p:cNvSpPr/>
          <p:nvPr/>
        </p:nvSpPr>
        <p:spPr bwMode="auto">
          <a:xfrm>
            <a:off x="6151937" y="3874251"/>
            <a:ext cx="176847" cy="8587"/>
          </a:xfrm>
          <a:custGeom>
            <a:avLst/>
            <a:gdLst>
              <a:gd name="T0" fmla="*/ 0 w 233"/>
              <a:gd name="T1" fmla="*/ 0 h 17"/>
              <a:gd name="T2" fmla="*/ 57 w 233"/>
              <a:gd name="T3" fmla="*/ 1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0"/>
                </a:moveTo>
                <a:lnTo>
                  <a:pt x="232" y="1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8" name="Freeform 187"/>
          <p:cNvSpPr/>
          <p:nvPr/>
        </p:nvSpPr>
        <p:spPr bwMode="auto">
          <a:xfrm>
            <a:off x="6151937" y="3856005"/>
            <a:ext cx="176847" cy="3220"/>
          </a:xfrm>
          <a:custGeom>
            <a:avLst/>
            <a:gdLst>
              <a:gd name="T0" fmla="*/ 0 w 233"/>
              <a:gd name="T1" fmla="*/ 0 h 9"/>
              <a:gd name="T2" fmla="*/ 57 w 233"/>
              <a:gd name="T3" fmla="*/ 0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0"/>
                </a:moveTo>
                <a:lnTo>
                  <a:pt x="232" y="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9" name="Freeform 188"/>
          <p:cNvSpPr/>
          <p:nvPr/>
        </p:nvSpPr>
        <p:spPr bwMode="auto">
          <a:xfrm>
            <a:off x="6188600" y="3482485"/>
            <a:ext cx="0" cy="709471"/>
          </a:xfrm>
          <a:custGeom>
            <a:avLst/>
            <a:gdLst>
              <a:gd name="T0" fmla="*/ 0 w 1"/>
              <a:gd name="T1" fmla="*/ 0 h 1505"/>
              <a:gd name="T2" fmla="*/ 0 w 1"/>
              <a:gd name="T3" fmla="*/ 56 h 1505"/>
              <a:gd name="T4" fmla="*/ 0 60000 65536"/>
              <a:gd name="T5" fmla="*/ 0 60000 65536"/>
              <a:gd name="T6" fmla="*/ 0 w 1"/>
              <a:gd name="T7" fmla="*/ 0 h 1505"/>
              <a:gd name="T8" fmla="*/ 0 w 1"/>
              <a:gd name="T9" fmla="*/ 1505 h 1505"/>
            </a:gdLst>
            <a:ahLst/>
            <a:cxnLst>
              <a:cxn ang="T4">
                <a:pos x="T0" y="T1"/>
              </a:cxn>
              <a:cxn ang="T5">
                <a:pos x="T2" y="T3"/>
              </a:cxn>
            </a:cxnLst>
            <a:rect l="T6" t="T7" r="T8" b="T9"/>
            <a:pathLst>
              <a:path w="1" h="1505">
                <a:moveTo>
                  <a:pt x="0" y="0"/>
                </a:moveTo>
                <a:lnTo>
                  <a:pt x="0" y="15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90" name="Freeform 189"/>
          <p:cNvSpPr/>
          <p:nvPr/>
        </p:nvSpPr>
        <p:spPr bwMode="auto">
          <a:xfrm>
            <a:off x="6225263" y="3470678"/>
            <a:ext cx="1078" cy="733085"/>
          </a:xfrm>
          <a:custGeom>
            <a:avLst/>
            <a:gdLst>
              <a:gd name="T0" fmla="*/ 0 w 1"/>
              <a:gd name="T1" fmla="*/ 0 h 1553"/>
              <a:gd name="T2" fmla="*/ 0 w 1"/>
              <a:gd name="T3" fmla="*/ 58 h 1553"/>
              <a:gd name="T4" fmla="*/ 0 60000 65536"/>
              <a:gd name="T5" fmla="*/ 0 60000 65536"/>
              <a:gd name="T6" fmla="*/ 0 w 1"/>
              <a:gd name="T7" fmla="*/ 0 h 1553"/>
              <a:gd name="T8" fmla="*/ 1 w 1"/>
              <a:gd name="T9" fmla="*/ 1553 h 1553"/>
            </a:gdLst>
            <a:ahLst/>
            <a:cxnLst>
              <a:cxn ang="T4">
                <a:pos x="T0" y="T1"/>
              </a:cxn>
              <a:cxn ang="T5">
                <a:pos x="T2" y="T3"/>
              </a:cxn>
            </a:cxnLst>
            <a:rect l="T6" t="T7" r="T8" b="T9"/>
            <a:pathLst>
              <a:path w="1" h="1553">
                <a:moveTo>
                  <a:pt x="0" y="0"/>
                </a:moveTo>
                <a:lnTo>
                  <a:pt x="0" y="155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91" name="Freeform 190"/>
          <p:cNvSpPr/>
          <p:nvPr/>
        </p:nvSpPr>
        <p:spPr bwMode="auto">
          <a:xfrm>
            <a:off x="6261927" y="3455653"/>
            <a:ext cx="0" cy="759918"/>
          </a:xfrm>
          <a:custGeom>
            <a:avLst/>
            <a:gdLst>
              <a:gd name="T0" fmla="*/ 0 w 1"/>
              <a:gd name="T1" fmla="*/ 0 h 1609"/>
              <a:gd name="T2" fmla="*/ 0 w 1"/>
              <a:gd name="T3" fmla="*/ 60 h 1609"/>
              <a:gd name="T4" fmla="*/ 0 60000 65536"/>
              <a:gd name="T5" fmla="*/ 0 60000 65536"/>
              <a:gd name="T6" fmla="*/ 0 w 1"/>
              <a:gd name="T7" fmla="*/ 0 h 1609"/>
              <a:gd name="T8" fmla="*/ 0 w 1"/>
              <a:gd name="T9" fmla="*/ 1609 h 1609"/>
            </a:gdLst>
            <a:ahLst/>
            <a:cxnLst>
              <a:cxn ang="T4">
                <a:pos x="T0" y="T1"/>
              </a:cxn>
              <a:cxn ang="T5">
                <a:pos x="T2" y="T3"/>
              </a:cxn>
            </a:cxnLst>
            <a:rect l="T6" t="T7" r="T8" b="T9"/>
            <a:pathLst>
              <a:path w="1" h="1609">
                <a:moveTo>
                  <a:pt x="0" y="0"/>
                </a:moveTo>
                <a:lnTo>
                  <a:pt x="0" y="160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92" name="Freeform 191"/>
          <p:cNvSpPr/>
          <p:nvPr/>
        </p:nvSpPr>
        <p:spPr bwMode="auto">
          <a:xfrm>
            <a:off x="6292120" y="3448139"/>
            <a:ext cx="1078" cy="785678"/>
          </a:xfrm>
          <a:custGeom>
            <a:avLst/>
            <a:gdLst>
              <a:gd name="T0" fmla="*/ 0 w 1"/>
              <a:gd name="T1" fmla="*/ 0 h 1665"/>
              <a:gd name="T2" fmla="*/ 0 w 1"/>
              <a:gd name="T3" fmla="*/ 62 h 1665"/>
              <a:gd name="T4" fmla="*/ 0 60000 65536"/>
              <a:gd name="T5" fmla="*/ 0 60000 65536"/>
              <a:gd name="T6" fmla="*/ 0 w 1"/>
              <a:gd name="T7" fmla="*/ 0 h 1665"/>
              <a:gd name="T8" fmla="*/ 1 w 1"/>
              <a:gd name="T9" fmla="*/ 1665 h 1665"/>
            </a:gdLst>
            <a:ahLst/>
            <a:cxnLst>
              <a:cxn ang="T4">
                <a:pos x="T0" y="T1"/>
              </a:cxn>
              <a:cxn ang="T5">
                <a:pos x="T2" y="T3"/>
              </a:cxn>
            </a:cxnLst>
            <a:rect l="T6" t="T7" r="T8" b="T9"/>
            <a:pathLst>
              <a:path w="1" h="1665">
                <a:moveTo>
                  <a:pt x="0" y="0"/>
                </a:moveTo>
                <a:lnTo>
                  <a:pt x="0" y="16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93" name="Oval 192"/>
          <p:cNvSpPr>
            <a:spLocks noChangeArrowheads="1"/>
          </p:cNvSpPr>
          <p:nvPr/>
        </p:nvSpPr>
        <p:spPr bwMode="auto">
          <a:xfrm flipH="1">
            <a:off x="2526785" y="2951418"/>
            <a:ext cx="375478" cy="1855788"/>
          </a:xfrm>
          <a:prstGeom prst="ellipse">
            <a:avLst/>
          </a:prstGeom>
          <a:solidFill>
            <a:schemeClr val="tx2"/>
          </a:solidFill>
          <a:ln w="9525">
            <a:no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194" name="Oval 193"/>
          <p:cNvSpPr>
            <a:spLocks noChangeArrowheads="1"/>
          </p:cNvSpPr>
          <p:nvPr/>
        </p:nvSpPr>
        <p:spPr bwMode="white">
          <a:xfrm>
            <a:off x="4326506" y="3610212"/>
            <a:ext cx="216746" cy="589258"/>
          </a:xfrm>
          <a:prstGeom prst="ellipse">
            <a:avLst/>
          </a:prstGeom>
          <a:solidFill>
            <a:schemeClr val="bg1"/>
          </a:solidFill>
          <a:ln w="9525">
            <a:no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195" name="Oval 194"/>
          <p:cNvSpPr>
            <a:spLocks noChangeArrowheads="1"/>
          </p:cNvSpPr>
          <p:nvPr/>
        </p:nvSpPr>
        <p:spPr bwMode="white">
          <a:xfrm>
            <a:off x="5597535" y="3517906"/>
            <a:ext cx="199493" cy="642924"/>
          </a:xfrm>
          <a:prstGeom prst="ellipse">
            <a:avLst/>
          </a:prstGeom>
          <a:solidFill>
            <a:schemeClr val="bg1"/>
          </a:solidFill>
          <a:ln w="12700">
            <a:no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196" name="Oval 195"/>
          <p:cNvSpPr>
            <a:spLocks noChangeArrowheads="1"/>
          </p:cNvSpPr>
          <p:nvPr/>
        </p:nvSpPr>
        <p:spPr bwMode="white">
          <a:xfrm>
            <a:off x="5992344" y="3564058"/>
            <a:ext cx="249095" cy="558132"/>
          </a:xfrm>
          <a:prstGeom prst="ellipse">
            <a:avLst/>
          </a:prstGeom>
          <a:solidFill>
            <a:schemeClr val="bg1"/>
          </a:solidFill>
          <a:ln w="9525">
            <a:no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197" name="AutoShape 143"/>
          <p:cNvSpPr>
            <a:spLocks noChangeArrowheads="1"/>
          </p:cNvSpPr>
          <p:nvPr/>
        </p:nvSpPr>
        <p:spPr bwMode="auto">
          <a:xfrm>
            <a:off x="3935306" y="3006583"/>
            <a:ext cx="66857" cy="1718266"/>
          </a:xfrm>
          <a:prstGeom prst="roundRect">
            <a:avLst>
              <a:gd name="adj" fmla="val 0"/>
            </a:avLst>
          </a:prstGeom>
          <a:solidFill>
            <a:schemeClr val="accent2"/>
          </a:solidFill>
          <a:ln w="12700">
            <a:solidFill>
              <a:schemeClr val="accent2"/>
            </a:solid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198" name="Freeform 197"/>
          <p:cNvSpPr/>
          <p:nvPr/>
        </p:nvSpPr>
        <p:spPr bwMode="auto">
          <a:xfrm>
            <a:off x="3755224" y="3018980"/>
            <a:ext cx="183317" cy="1694711"/>
          </a:xfrm>
          <a:custGeom>
            <a:avLst/>
            <a:gdLst>
              <a:gd name="T0" fmla="*/ 0 w 241"/>
              <a:gd name="T1" fmla="*/ 50 h 1705"/>
              <a:gd name="T2" fmla="*/ 0 w 241"/>
              <a:gd name="T3" fmla="*/ 651 h 1705"/>
              <a:gd name="T4" fmla="*/ 59 w 241"/>
              <a:gd name="T5" fmla="*/ 704 h 1705"/>
              <a:gd name="T6" fmla="*/ 59 w 241"/>
              <a:gd name="T7" fmla="*/ 0 h 1705"/>
              <a:gd name="T8" fmla="*/ 0 w 241"/>
              <a:gd name="T9" fmla="*/ 50 h 1705"/>
              <a:gd name="T10" fmla="*/ 0 60000 65536"/>
              <a:gd name="T11" fmla="*/ 0 60000 65536"/>
              <a:gd name="T12" fmla="*/ 0 60000 65536"/>
              <a:gd name="T13" fmla="*/ 0 60000 65536"/>
              <a:gd name="T14" fmla="*/ 0 60000 65536"/>
              <a:gd name="T15" fmla="*/ 0 w 241"/>
              <a:gd name="T16" fmla="*/ 0 h 1705"/>
              <a:gd name="T17" fmla="*/ 241 w 241"/>
              <a:gd name="T18" fmla="*/ 1705 h 1705"/>
            </a:gdLst>
            <a:ahLst/>
            <a:cxnLst>
              <a:cxn ang="T10">
                <a:pos x="T0" y="T1"/>
              </a:cxn>
              <a:cxn ang="T11">
                <a:pos x="T2" y="T3"/>
              </a:cxn>
              <a:cxn ang="T12">
                <a:pos x="T4" y="T5"/>
              </a:cxn>
              <a:cxn ang="T13">
                <a:pos x="T6" y="T7"/>
              </a:cxn>
              <a:cxn ang="T14">
                <a:pos x="T8" y="T9"/>
              </a:cxn>
            </a:cxnLst>
            <a:rect l="T15" t="T16" r="T17" b="T18"/>
            <a:pathLst>
              <a:path w="241" h="1705">
                <a:moveTo>
                  <a:pt x="0" y="120"/>
                </a:moveTo>
                <a:lnTo>
                  <a:pt x="0" y="1576"/>
                </a:lnTo>
                <a:lnTo>
                  <a:pt x="240" y="1704"/>
                </a:lnTo>
                <a:lnTo>
                  <a:pt x="240" y="0"/>
                </a:lnTo>
                <a:lnTo>
                  <a:pt x="0" y="120"/>
                </a:lnTo>
                <a:close/>
              </a:path>
            </a:pathLst>
          </a:custGeom>
          <a:noFill/>
          <a:ln w="28575" cmpd="sng">
            <a:solidFill>
              <a:schemeClr val="tx2"/>
            </a:solid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99" name="Freeform 198"/>
          <p:cNvSpPr/>
          <p:nvPr/>
        </p:nvSpPr>
        <p:spPr bwMode="auto">
          <a:xfrm>
            <a:off x="3755224" y="3057412"/>
            <a:ext cx="183317" cy="120254"/>
          </a:xfrm>
          <a:custGeom>
            <a:avLst/>
            <a:gdLst>
              <a:gd name="T0" fmla="*/ 0 w 241"/>
              <a:gd name="T1" fmla="*/ 50 h 121"/>
              <a:gd name="T2" fmla="*/ 59 w 241"/>
              <a:gd name="T3" fmla="*/ 0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120"/>
                </a:moveTo>
                <a:lnTo>
                  <a:pt x="240" y="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0" name="Freeform 199"/>
          <p:cNvSpPr/>
          <p:nvPr/>
        </p:nvSpPr>
        <p:spPr bwMode="auto">
          <a:xfrm>
            <a:off x="3755224" y="3107001"/>
            <a:ext cx="176847" cy="110336"/>
          </a:xfrm>
          <a:custGeom>
            <a:avLst/>
            <a:gdLst>
              <a:gd name="T0" fmla="*/ 0 w 233"/>
              <a:gd name="T1" fmla="*/ 43 h 113"/>
              <a:gd name="T2" fmla="*/ 57 w 233"/>
              <a:gd name="T3" fmla="*/ 0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11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1" name="Freeform 200"/>
          <p:cNvSpPr/>
          <p:nvPr/>
        </p:nvSpPr>
        <p:spPr bwMode="auto">
          <a:xfrm>
            <a:off x="3755224" y="3154111"/>
            <a:ext cx="176847" cy="104137"/>
          </a:xfrm>
          <a:custGeom>
            <a:avLst/>
            <a:gdLst>
              <a:gd name="T0" fmla="*/ 0 w 233"/>
              <a:gd name="T1" fmla="*/ 42 h 105"/>
              <a:gd name="T2" fmla="*/ 57 w 233"/>
              <a:gd name="T3" fmla="*/ 0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10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2" name="Freeform 201"/>
          <p:cNvSpPr/>
          <p:nvPr/>
        </p:nvSpPr>
        <p:spPr bwMode="auto">
          <a:xfrm>
            <a:off x="3755224" y="3201221"/>
            <a:ext cx="176847" cy="96699"/>
          </a:xfrm>
          <a:custGeom>
            <a:avLst/>
            <a:gdLst>
              <a:gd name="T0" fmla="*/ 0 w 233"/>
              <a:gd name="T1" fmla="*/ 40 h 97"/>
              <a:gd name="T2" fmla="*/ 57 w 233"/>
              <a:gd name="T3" fmla="*/ 0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9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3" name="Freeform 202"/>
          <p:cNvSpPr/>
          <p:nvPr/>
        </p:nvSpPr>
        <p:spPr bwMode="auto">
          <a:xfrm>
            <a:off x="3755224" y="3248331"/>
            <a:ext cx="176847" cy="89261"/>
          </a:xfrm>
          <a:custGeom>
            <a:avLst/>
            <a:gdLst>
              <a:gd name="T0" fmla="*/ 0 w 233"/>
              <a:gd name="T1" fmla="*/ 37 h 89"/>
              <a:gd name="T2" fmla="*/ 57 w 233"/>
              <a:gd name="T3" fmla="*/ 0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8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4" name="Freeform 203"/>
          <p:cNvSpPr/>
          <p:nvPr/>
        </p:nvSpPr>
        <p:spPr bwMode="auto">
          <a:xfrm>
            <a:off x="3755224" y="3296679"/>
            <a:ext cx="183317" cy="81822"/>
          </a:xfrm>
          <a:custGeom>
            <a:avLst/>
            <a:gdLst>
              <a:gd name="T0" fmla="*/ 0 w 241"/>
              <a:gd name="T1" fmla="*/ 35 h 81"/>
              <a:gd name="T2" fmla="*/ 59 w 241"/>
              <a:gd name="T3" fmla="*/ 0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80"/>
                </a:moveTo>
                <a:lnTo>
                  <a:pt x="240" y="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5" name="Freeform 204"/>
          <p:cNvSpPr/>
          <p:nvPr/>
        </p:nvSpPr>
        <p:spPr bwMode="auto">
          <a:xfrm>
            <a:off x="3755224" y="3345029"/>
            <a:ext cx="176847" cy="71905"/>
          </a:xfrm>
          <a:custGeom>
            <a:avLst/>
            <a:gdLst>
              <a:gd name="T0" fmla="*/ 0 w 233"/>
              <a:gd name="T1" fmla="*/ 29 h 73"/>
              <a:gd name="T2" fmla="*/ 57 w 233"/>
              <a:gd name="T3" fmla="*/ 0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7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6" name="Freeform 205"/>
          <p:cNvSpPr/>
          <p:nvPr/>
        </p:nvSpPr>
        <p:spPr bwMode="auto">
          <a:xfrm>
            <a:off x="3755224" y="3393379"/>
            <a:ext cx="176847" cy="63226"/>
          </a:xfrm>
          <a:custGeom>
            <a:avLst/>
            <a:gdLst>
              <a:gd name="T0" fmla="*/ 0 w 233"/>
              <a:gd name="T1" fmla="*/ 24 h 65"/>
              <a:gd name="T2" fmla="*/ 57 w 233"/>
              <a:gd name="T3" fmla="*/ 0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6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7" name="Freeform 206"/>
          <p:cNvSpPr/>
          <p:nvPr/>
        </p:nvSpPr>
        <p:spPr bwMode="auto">
          <a:xfrm>
            <a:off x="3755224" y="3440489"/>
            <a:ext cx="176847" cy="55788"/>
          </a:xfrm>
          <a:custGeom>
            <a:avLst/>
            <a:gdLst>
              <a:gd name="T0" fmla="*/ 0 w 233"/>
              <a:gd name="T1" fmla="*/ 22 h 57"/>
              <a:gd name="T2" fmla="*/ 57 w 233"/>
              <a:gd name="T3" fmla="*/ 0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5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8" name="Freeform 207"/>
          <p:cNvSpPr/>
          <p:nvPr/>
        </p:nvSpPr>
        <p:spPr bwMode="auto">
          <a:xfrm>
            <a:off x="3755224" y="3487598"/>
            <a:ext cx="183317" cy="49589"/>
          </a:xfrm>
          <a:custGeom>
            <a:avLst/>
            <a:gdLst>
              <a:gd name="T0" fmla="*/ 0 w 241"/>
              <a:gd name="T1" fmla="*/ 21 h 49"/>
              <a:gd name="T2" fmla="*/ 59 w 241"/>
              <a:gd name="T3" fmla="*/ 0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48"/>
                </a:moveTo>
                <a:lnTo>
                  <a:pt x="240" y="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9" name="Freeform 208"/>
          <p:cNvSpPr/>
          <p:nvPr/>
        </p:nvSpPr>
        <p:spPr bwMode="auto">
          <a:xfrm>
            <a:off x="3755224" y="3534707"/>
            <a:ext cx="183317" cy="42151"/>
          </a:xfrm>
          <a:custGeom>
            <a:avLst/>
            <a:gdLst>
              <a:gd name="T0" fmla="*/ 0 w 241"/>
              <a:gd name="T1" fmla="*/ 18 h 41"/>
              <a:gd name="T2" fmla="*/ 59 w 241"/>
              <a:gd name="T3" fmla="*/ 0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40"/>
                </a:moveTo>
                <a:lnTo>
                  <a:pt x="240" y="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0" name="Freeform 209"/>
          <p:cNvSpPr/>
          <p:nvPr/>
        </p:nvSpPr>
        <p:spPr bwMode="auto">
          <a:xfrm>
            <a:off x="3755224" y="3584297"/>
            <a:ext cx="183317" cy="32233"/>
          </a:xfrm>
          <a:custGeom>
            <a:avLst/>
            <a:gdLst>
              <a:gd name="T0" fmla="*/ 0 w 241"/>
              <a:gd name="T1" fmla="*/ 13 h 33"/>
              <a:gd name="T2" fmla="*/ 59 w 241"/>
              <a:gd name="T3" fmla="*/ 0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32"/>
                </a:moveTo>
                <a:lnTo>
                  <a:pt x="240" y="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1" name="Freeform 210"/>
          <p:cNvSpPr/>
          <p:nvPr/>
        </p:nvSpPr>
        <p:spPr bwMode="auto">
          <a:xfrm>
            <a:off x="3755224" y="3631407"/>
            <a:ext cx="176847" cy="23555"/>
          </a:xfrm>
          <a:custGeom>
            <a:avLst/>
            <a:gdLst>
              <a:gd name="T0" fmla="*/ 0 w 233"/>
              <a:gd name="T1" fmla="*/ 8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2" name="Freeform 211"/>
          <p:cNvSpPr/>
          <p:nvPr/>
        </p:nvSpPr>
        <p:spPr bwMode="auto">
          <a:xfrm>
            <a:off x="3755224" y="3671078"/>
            <a:ext cx="176847" cy="33472"/>
          </a:xfrm>
          <a:custGeom>
            <a:avLst/>
            <a:gdLst>
              <a:gd name="T0" fmla="*/ 0 w 233"/>
              <a:gd name="T1" fmla="*/ 14 h 33"/>
              <a:gd name="T2" fmla="*/ 57 w 233"/>
              <a:gd name="T3" fmla="*/ 0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3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3" name="Freeform 212"/>
          <p:cNvSpPr/>
          <p:nvPr/>
        </p:nvSpPr>
        <p:spPr bwMode="auto">
          <a:xfrm>
            <a:off x="3755224" y="3719429"/>
            <a:ext cx="176847" cy="23555"/>
          </a:xfrm>
          <a:custGeom>
            <a:avLst/>
            <a:gdLst>
              <a:gd name="T0" fmla="*/ 0 w 233"/>
              <a:gd name="T1" fmla="*/ 8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4" name="Freeform 213"/>
          <p:cNvSpPr/>
          <p:nvPr/>
        </p:nvSpPr>
        <p:spPr bwMode="auto">
          <a:xfrm>
            <a:off x="3755224" y="3766538"/>
            <a:ext cx="176847" cy="16117"/>
          </a:xfrm>
          <a:custGeom>
            <a:avLst/>
            <a:gdLst>
              <a:gd name="T0" fmla="*/ 0 w 233"/>
              <a:gd name="T1" fmla="*/ 5 h 17"/>
              <a:gd name="T2" fmla="*/ 57 w 233"/>
              <a:gd name="T3" fmla="*/ 0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1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5" name="Freeform 214"/>
          <p:cNvSpPr/>
          <p:nvPr/>
        </p:nvSpPr>
        <p:spPr bwMode="auto">
          <a:xfrm>
            <a:off x="3755224" y="3813647"/>
            <a:ext cx="176847" cy="8678"/>
          </a:xfrm>
          <a:custGeom>
            <a:avLst/>
            <a:gdLst>
              <a:gd name="T0" fmla="*/ 0 w 233"/>
              <a:gd name="T1" fmla="*/ 3 h 9"/>
              <a:gd name="T2" fmla="*/ 57 w 233"/>
              <a:gd name="T3" fmla="*/ 0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6" name="Freeform 215"/>
          <p:cNvSpPr/>
          <p:nvPr/>
        </p:nvSpPr>
        <p:spPr bwMode="auto">
          <a:xfrm>
            <a:off x="3755224" y="3860757"/>
            <a:ext cx="176847" cy="2479"/>
          </a:xfrm>
          <a:custGeom>
            <a:avLst/>
            <a:gdLst>
              <a:gd name="T0" fmla="*/ 0 w 233"/>
              <a:gd name="T1" fmla="*/ 0 h 1"/>
              <a:gd name="T2" fmla="*/ 57 w 233"/>
              <a:gd name="T3" fmla="*/ 0 h 1"/>
              <a:gd name="T4" fmla="*/ 0 60000 65536"/>
              <a:gd name="T5" fmla="*/ 0 60000 65536"/>
              <a:gd name="T6" fmla="*/ 0 w 233"/>
              <a:gd name="T7" fmla="*/ 0 h 1"/>
              <a:gd name="T8" fmla="*/ 233 w 233"/>
              <a:gd name="T9" fmla="*/ 1 h 1"/>
            </a:gdLst>
            <a:ahLst/>
            <a:cxnLst>
              <a:cxn ang="T4">
                <a:pos x="T0" y="T1"/>
              </a:cxn>
              <a:cxn ang="T5">
                <a:pos x="T2" y="T3"/>
              </a:cxn>
            </a:cxnLst>
            <a:rect l="T6" t="T7" r="T8" b="T9"/>
            <a:pathLst>
              <a:path w="233" h="1">
                <a:moveTo>
                  <a:pt x="0" y="0"/>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7" name="Freeform 216"/>
          <p:cNvSpPr/>
          <p:nvPr/>
        </p:nvSpPr>
        <p:spPr bwMode="auto">
          <a:xfrm>
            <a:off x="3755224" y="4546328"/>
            <a:ext cx="183317" cy="120254"/>
          </a:xfrm>
          <a:custGeom>
            <a:avLst/>
            <a:gdLst>
              <a:gd name="T0" fmla="*/ 0 w 241"/>
              <a:gd name="T1" fmla="*/ 0 h 121"/>
              <a:gd name="T2" fmla="*/ 59 w 241"/>
              <a:gd name="T3" fmla="*/ 50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0"/>
                </a:moveTo>
                <a:lnTo>
                  <a:pt x="240" y="12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8" name="Freeform 217"/>
          <p:cNvSpPr/>
          <p:nvPr/>
        </p:nvSpPr>
        <p:spPr bwMode="auto">
          <a:xfrm>
            <a:off x="3755224" y="4506656"/>
            <a:ext cx="176847" cy="112815"/>
          </a:xfrm>
          <a:custGeom>
            <a:avLst/>
            <a:gdLst>
              <a:gd name="T0" fmla="*/ 0 w 233"/>
              <a:gd name="T1" fmla="*/ 0 h 113"/>
              <a:gd name="T2" fmla="*/ 57 w 233"/>
              <a:gd name="T3" fmla="*/ 47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0"/>
                </a:moveTo>
                <a:lnTo>
                  <a:pt x="232" y="11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9" name="Freeform 218"/>
          <p:cNvSpPr/>
          <p:nvPr/>
        </p:nvSpPr>
        <p:spPr bwMode="auto">
          <a:xfrm>
            <a:off x="3755224" y="4465746"/>
            <a:ext cx="176847" cy="104137"/>
          </a:xfrm>
          <a:custGeom>
            <a:avLst/>
            <a:gdLst>
              <a:gd name="T0" fmla="*/ 0 w 233"/>
              <a:gd name="T1" fmla="*/ 0 h 105"/>
              <a:gd name="T2" fmla="*/ 57 w 233"/>
              <a:gd name="T3" fmla="*/ 42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0"/>
                </a:moveTo>
                <a:lnTo>
                  <a:pt x="232" y="1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0" name="Freeform 219"/>
          <p:cNvSpPr/>
          <p:nvPr/>
        </p:nvSpPr>
        <p:spPr bwMode="auto">
          <a:xfrm>
            <a:off x="3755224" y="4426073"/>
            <a:ext cx="176847" cy="96699"/>
          </a:xfrm>
          <a:custGeom>
            <a:avLst/>
            <a:gdLst>
              <a:gd name="T0" fmla="*/ 0 w 233"/>
              <a:gd name="T1" fmla="*/ 0 h 97"/>
              <a:gd name="T2" fmla="*/ 57 w 233"/>
              <a:gd name="T3" fmla="*/ 40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0"/>
                </a:moveTo>
                <a:lnTo>
                  <a:pt x="232" y="9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1" name="Freeform 220"/>
          <p:cNvSpPr/>
          <p:nvPr/>
        </p:nvSpPr>
        <p:spPr bwMode="auto">
          <a:xfrm>
            <a:off x="3755224" y="4386403"/>
            <a:ext cx="176847" cy="89261"/>
          </a:xfrm>
          <a:custGeom>
            <a:avLst/>
            <a:gdLst>
              <a:gd name="T0" fmla="*/ 0 w 233"/>
              <a:gd name="T1" fmla="*/ 0 h 89"/>
              <a:gd name="T2" fmla="*/ 57 w 233"/>
              <a:gd name="T3" fmla="*/ 37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0"/>
                </a:moveTo>
                <a:lnTo>
                  <a:pt x="232" y="8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2" name="Freeform 221"/>
          <p:cNvSpPr/>
          <p:nvPr/>
        </p:nvSpPr>
        <p:spPr bwMode="auto">
          <a:xfrm>
            <a:off x="3755224" y="4347971"/>
            <a:ext cx="183317" cy="79342"/>
          </a:xfrm>
          <a:custGeom>
            <a:avLst/>
            <a:gdLst>
              <a:gd name="T0" fmla="*/ 0 w 241"/>
              <a:gd name="T1" fmla="*/ 0 h 81"/>
              <a:gd name="T2" fmla="*/ 59 w 241"/>
              <a:gd name="T3" fmla="*/ 32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0"/>
                </a:moveTo>
                <a:lnTo>
                  <a:pt x="240" y="8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3" name="Freeform 222"/>
          <p:cNvSpPr/>
          <p:nvPr/>
        </p:nvSpPr>
        <p:spPr bwMode="auto">
          <a:xfrm>
            <a:off x="3755224" y="4307060"/>
            <a:ext cx="176847" cy="73144"/>
          </a:xfrm>
          <a:custGeom>
            <a:avLst/>
            <a:gdLst>
              <a:gd name="T0" fmla="*/ 0 w 233"/>
              <a:gd name="T1" fmla="*/ 0 h 73"/>
              <a:gd name="T2" fmla="*/ 57 w 233"/>
              <a:gd name="T3" fmla="*/ 31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0"/>
                </a:moveTo>
                <a:lnTo>
                  <a:pt x="232" y="7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4" name="Freeform 223"/>
          <p:cNvSpPr/>
          <p:nvPr/>
        </p:nvSpPr>
        <p:spPr bwMode="auto">
          <a:xfrm>
            <a:off x="3755224" y="4267389"/>
            <a:ext cx="176847" cy="64466"/>
          </a:xfrm>
          <a:custGeom>
            <a:avLst/>
            <a:gdLst>
              <a:gd name="T0" fmla="*/ 0 w 233"/>
              <a:gd name="T1" fmla="*/ 0 h 65"/>
              <a:gd name="T2" fmla="*/ 57 w 233"/>
              <a:gd name="T3" fmla="*/ 26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0"/>
                </a:moveTo>
                <a:lnTo>
                  <a:pt x="232" y="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5" name="Freeform 224"/>
          <p:cNvSpPr/>
          <p:nvPr/>
        </p:nvSpPr>
        <p:spPr bwMode="auto">
          <a:xfrm>
            <a:off x="3755224" y="4227717"/>
            <a:ext cx="176847" cy="55788"/>
          </a:xfrm>
          <a:custGeom>
            <a:avLst/>
            <a:gdLst>
              <a:gd name="T0" fmla="*/ 0 w 233"/>
              <a:gd name="T1" fmla="*/ 0 h 57"/>
              <a:gd name="T2" fmla="*/ 57 w 233"/>
              <a:gd name="T3" fmla="*/ 22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0"/>
                </a:moveTo>
                <a:lnTo>
                  <a:pt x="232" y="5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6" name="Freeform 225"/>
          <p:cNvSpPr/>
          <p:nvPr/>
        </p:nvSpPr>
        <p:spPr bwMode="auto">
          <a:xfrm>
            <a:off x="3755224" y="4186806"/>
            <a:ext cx="183317" cy="49589"/>
          </a:xfrm>
          <a:custGeom>
            <a:avLst/>
            <a:gdLst>
              <a:gd name="T0" fmla="*/ 0 w 241"/>
              <a:gd name="T1" fmla="*/ 0 h 49"/>
              <a:gd name="T2" fmla="*/ 59 w 241"/>
              <a:gd name="T3" fmla="*/ 21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0"/>
                </a:moveTo>
                <a:lnTo>
                  <a:pt x="240" y="48"/>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7" name="Freeform 226"/>
          <p:cNvSpPr/>
          <p:nvPr/>
        </p:nvSpPr>
        <p:spPr bwMode="auto">
          <a:xfrm>
            <a:off x="3755224" y="4147135"/>
            <a:ext cx="183317" cy="42151"/>
          </a:xfrm>
          <a:custGeom>
            <a:avLst/>
            <a:gdLst>
              <a:gd name="T0" fmla="*/ 0 w 241"/>
              <a:gd name="T1" fmla="*/ 0 h 41"/>
              <a:gd name="T2" fmla="*/ 59 w 241"/>
              <a:gd name="T3" fmla="*/ 18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0"/>
                </a:moveTo>
                <a:lnTo>
                  <a:pt x="240" y="4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8" name="Freeform 227"/>
          <p:cNvSpPr/>
          <p:nvPr/>
        </p:nvSpPr>
        <p:spPr bwMode="auto">
          <a:xfrm>
            <a:off x="3755224" y="4108703"/>
            <a:ext cx="183317" cy="33472"/>
          </a:xfrm>
          <a:custGeom>
            <a:avLst/>
            <a:gdLst>
              <a:gd name="T0" fmla="*/ 0 w 241"/>
              <a:gd name="T1" fmla="*/ 0 h 33"/>
              <a:gd name="T2" fmla="*/ 59 w 241"/>
              <a:gd name="T3" fmla="*/ 14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0"/>
                </a:moveTo>
                <a:lnTo>
                  <a:pt x="240" y="32"/>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9" name="Freeform 228"/>
          <p:cNvSpPr/>
          <p:nvPr/>
        </p:nvSpPr>
        <p:spPr bwMode="auto">
          <a:xfrm>
            <a:off x="3755224" y="4069032"/>
            <a:ext cx="176847" cy="23555"/>
          </a:xfrm>
          <a:custGeom>
            <a:avLst/>
            <a:gdLst>
              <a:gd name="T0" fmla="*/ 0 w 233"/>
              <a:gd name="T1" fmla="*/ 0 h 25"/>
              <a:gd name="T2" fmla="*/ 57 w 233"/>
              <a:gd name="T3" fmla="*/ 8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0" name="Freeform 229"/>
          <p:cNvSpPr/>
          <p:nvPr/>
        </p:nvSpPr>
        <p:spPr bwMode="auto">
          <a:xfrm>
            <a:off x="3755224" y="4021922"/>
            <a:ext cx="176847" cy="32233"/>
          </a:xfrm>
          <a:custGeom>
            <a:avLst/>
            <a:gdLst>
              <a:gd name="T0" fmla="*/ 0 w 233"/>
              <a:gd name="T1" fmla="*/ 0 h 33"/>
              <a:gd name="T2" fmla="*/ 57 w 233"/>
              <a:gd name="T3" fmla="*/ 13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0"/>
                </a:moveTo>
                <a:lnTo>
                  <a:pt x="232" y="3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1" name="Freeform 230"/>
          <p:cNvSpPr/>
          <p:nvPr/>
        </p:nvSpPr>
        <p:spPr bwMode="auto">
          <a:xfrm>
            <a:off x="3755224" y="3981010"/>
            <a:ext cx="176847" cy="23555"/>
          </a:xfrm>
          <a:custGeom>
            <a:avLst/>
            <a:gdLst>
              <a:gd name="T0" fmla="*/ 0 w 233"/>
              <a:gd name="T1" fmla="*/ 0 h 25"/>
              <a:gd name="T2" fmla="*/ 57 w 233"/>
              <a:gd name="T3" fmla="*/ 8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2" name="Freeform 231"/>
          <p:cNvSpPr/>
          <p:nvPr/>
        </p:nvSpPr>
        <p:spPr bwMode="auto">
          <a:xfrm>
            <a:off x="3755224" y="3941340"/>
            <a:ext cx="176847" cy="16117"/>
          </a:xfrm>
          <a:custGeom>
            <a:avLst/>
            <a:gdLst>
              <a:gd name="T0" fmla="*/ 0 w 233"/>
              <a:gd name="T1" fmla="*/ 0 h 17"/>
              <a:gd name="T2" fmla="*/ 57 w 233"/>
              <a:gd name="T3" fmla="*/ 5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0"/>
                </a:moveTo>
                <a:lnTo>
                  <a:pt x="232" y="1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3" name="Freeform 232"/>
          <p:cNvSpPr/>
          <p:nvPr/>
        </p:nvSpPr>
        <p:spPr bwMode="auto">
          <a:xfrm>
            <a:off x="3755224" y="3901668"/>
            <a:ext cx="176847" cy="8678"/>
          </a:xfrm>
          <a:custGeom>
            <a:avLst/>
            <a:gdLst>
              <a:gd name="T0" fmla="*/ 0 w 233"/>
              <a:gd name="T1" fmla="*/ 0 h 9"/>
              <a:gd name="T2" fmla="*/ 57 w 233"/>
              <a:gd name="T3" fmla="*/ 3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0"/>
                </a:moveTo>
                <a:lnTo>
                  <a:pt x="232" y="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4" name="Freeform 233"/>
          <p:cNvSpPr/>
          <p:nvPr/>
        </p:nvSpPr>
        <p:spPr bwMode="auto">
          <a:xfrm>
            <a:off x="3791888" y="3114440"/>
            <a:ext cx="0" cy="1495115"/>
          </a:xfrm>
          <a:custGeom>
            <a:avLst/>
            <a:gdLst>
              <a:gd name="T0" fmla="*/ 0 w 1"/>
              <a:gd name="T1" fmla="*/ 0 h 1505"/>
              <a:gd name="T2" fmla="*/ 0 w 1"/>
              <a:gd name="T3" fmla="*/ 620 h 1505"/>
              <a:gd name="T4" fmla="*/ 0 60000 65536"/>
              <a:gd name="T5" fmla="*/ 0 60000 65536"/>
              <a:gd name="T6" fmla="*/ 0 w 1"/>
              <a:gd name="T7" fmla="*/ 0 h 1505"/>
              <a:gd name="T8" fmla="*/ 0 w 1"/>
              <a:gd name="T9" fmla="*/ 1505 h 1505"/>
            </a:gdLst>
            <a:ahLst/>
            <a:cxnLst>
              <a:cxn ang="T4">
                <a:pos x="T0" y="T1"/>
              </a:cxn>
              <a:cxn ang="T5">
                <a:pos x="T2" y="T3"/>
              </a:cxn>
            </a:cxnLst>
            <a:rect l="T6" t="T7" r="T8" b="T9"/>
            <a:pathLst>
              <a:path w="1" h="1505">
                <a:moveTo>
                  <a:pt x="0" y="0"/>
                </a:moveTo>
                <a:lnTo>
                  <a:pt x="0" y="15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5" name="Freeform 234"/>
          <p:cNvSpPr/>
          <p:nvPr/>
        </p:nvSpPr>
        <p:spPr bwMode="auto">
          <a:xfrm>
            <a:off x="3828551" y="3090885"/>
            <a:ext cx="1078" cy="1543464"/>
          </a:xfrm>
          <a:custGeom>
            <a:avLst/>
            <a:gdLst>
              <a:gd name="T0" fmla="*/ 0 w 1"/>
              <a:gd name="T1" fmla="*/ 0 h 1553"/>
              <a:gd name="T2" fmla="*/ 0 w 1"/>
              <a:gd name="T3" fmla="*/ 641 h 1553"/>
              <a:gd name="T4" fmla="*/ 0 60000 65536"/>
              <a:gd name="T5" fmla="*/ 0 60000 65536"/>
              <a:gd name="T6" fmla="*/ 0 w 1"/>
              <a:gd name="T7" fmla="*/ 0 h 1553"/>
              <a:gd name="T8" fmla="*/ 1 w 1"/>
              <a:gd name="T9" fmla="*/ 1553 h 1553"/>
            </a:gdLst>
            <a:ahLst/>
            <a:cxnLst>
              <a:cxn ang="T4">
                <a:pos x="T0" y="T1"/>
              </a:cxn>
              <a:cxn ang="T5">
                <a:pos x="T2" y="T3"/>
              </a:cxn>
            </a:cxnLst>
            <a:rect l="T6" t="T7" r="T8" b="T9"/>
            <a:pathLst>
              <a:path w="1" h="1553">
                <a:moveTo>
                  <a:pt x="0" y="0"/>
                </a:moveTo>
                <a:lnTo>
                  <a:pt x="0" y="155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6" name="Freeform 235"/>
          <p:cNvSpPr/>
          <p:nvPr/>
        </p:nvSpPr>
        <p:spPr bwMode="auto">
          <a:xfrm>
            <a:off x="3865215" y="3057412"/>
            <a:ext cx="0" cy="1600492"/>
          </a:xfrm>
          <a:custGeom>
            <a:avLst/>
            <a:gdLst>
              <a:gd name="T0" fmla="*/ 0 w 1"/>
              <a:gd name="T1" fmla="*/ 0 h 1609"/>
              <a:gd name="T2" fmla="*/ 0 w 1"/>
              <a:gd name="T3" fmla="*/ 666 h 1609"/>
              <a:gd name="T4" fmla="*/ 0 60000 65536"/>
              <a:gd name="T5" fmla="*/ 0 60000 65536"/>
              <a:gd name="T6" fmla="*/ 0 w 1"/>
              <a:gd name="T7" fmla="*/ 0 h 1609"/>
              <a:gd name="T8" fmla="*/ 0 w 1"/>
              <a:gd name="T9" fmla="*/ 1609 h 1609"/>
            </a:gdLst>
            <a:ahLst/>
            <a:cxnLst>
              <a:cxn ang="T4">
                <a:pos x="T0" y="T1"/>
              </a:cxn>
              <a:cxn ang="T5">
                <a:pos x="T2" y="T3"/>
              </a:cxn>
            </a:cxnLst>
            <a:rect l="T6" t="T7" r="T8" b="T9"/>
            <a:pathLst>
              <a:path w="1" h="1609">
                <a:moveTo>
                  <a:pt x="0" y="0"/>
                </a:moveTo>
                <a:lnTo>
                  <a:pt x="0" y="160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7" name="Freeform 236"/>
          <p:cNvSpPr/>
          <p:nvPr/>
        </p:nvSpPr>
        <p:spPr bwMode="auto">
          <a:xfrm>
            <a:off x="3895408" y="3038816"/>
            <a:ext cx="1078" cy="1655039"/>
          </a:xfrm>
          <a:custGeom>
            <a:avLst/>
            <a:gdLst>
              <a:gd name="T0" fmla="*/ 0 w 1"/>
              <a:gd name="T1" fmla="*/ 0 h 1665"/>
              <a:gd name="T2" fmla="*/ 0 w 1"/>
              <a:gd name="T3" fmla="*/ 688 h 1665"/>
              <a:gd name="T4" fmla="*/ 0 60000 65536"/>
              <a:gd name="T5" fmla="*/ 0 60000 65536"/>
              <a:gd name="T6" fmla="*/ 0 w 1"/>
              <a:gd name="T7" fmla="*/ 0 h 1665"/>
              <a:gd name="T8" fmla="*/ 1 w 1"/>
              <a:gd name="T9" fmla="*/ 1665 h 1665"/>
            </a:gdLst>
            <a:ahLst/>
            <a:cxnLst>
              <a:cxn ang="T4">
                <a:pos x="T0" y="T1"/>
              </a:cxn>
              <a:cxn ang="T5">
                <a:pos x="T2" y="T3"/>
              </a:cxn>
            </a:cxnLst>
            <a:rect l="T6" t="T7" r="T8" b="T9"/>
            <a:pathLst>
              <a:path w="1" h="1665">
                <a:moveTo>
                  <a:pt x="0" y="0"/>
                </a:moveTo>
                <a:lnTo>
                  <a:pt x="0" y="16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8" name="AutoShape 185"/>
          <p:cNvSpPr>
            <a:spLocks noChangeArrowheads="1"/>
          </p:cNvSpPr>
          <p:nvPr/>
        </p:nvSpPr>
        <p:spPr bwMode="auto">
          <a:xfrm>
            <a:off x="5400737" y="3216299"/>
            <a:ext cx="66857" cy="1332003"/>
          </a:xfrm>
          <a:prstGeom prst="roundRect">
            <a:avLst>
              <a:gd name="adj" fmla="val 0"/>
            </a:avLst>
          </a:prstGeom>
          <a:solidFill>
            <a:schemeClr val="accent2"/>
          </a:solidFill>
          <a:ln w="12700">
            <a:solidFill>
              <a:schemeClr val="accent2"/>
            </a:solid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239" name="Freeform 238"/>
          <p:cNvSpPr/>
          <p:nvPr/>
        </p:nvSpPr>
        <p:spPr bwMode="auto">
          <a:xfrm>
            <a:off x="5220655" y="3225959"/>
            <a:ext cx="183317" cy="1313756"/>
          </a:xfrm>
          <a:custGeom>
            <a:avLst/>
            <a:gdLst>
              <a:gd name="T0" fmla="*/ 0 w 241"/>
              <a:gd name="T1" fmla="*/ 32 h 1705"/>
              <a:gd name="T2" fmla="*/ 0 w 241"/>
              <a:gd name="T3" fmla="*/ 419 h 1705"/>
              <a:gd name="T4" fmla="*/ 59 w 241"/>
              <a:gd name="T5" fmla="*/ 452 h 1705"/>
              <a:gd name="T6" fmla="*/ 59 w 241"/>
              <a:gd name="T7" fmla="*/ 0 h 1705"/>
              <a:gd name="T8" fmla="*/ 0 w 241"/>
              <a:gd name="T9" fmla="*/ 32 h 1705"/>
              <a:gd name="T10" fmla="*/ 0 60000 65536"/>
              <a:gd name="T11" fmla="*/ 0 60000 65536"/>
              <a:gd name="T12" fmla="*/ 0 60000 65536"/>
              <a:gd name="T13" fmla="*/ 0 60000 65536"/>
              <a:gd name="T14" fmla="*/ 0 60000 65536"/>
              <a:gd name="T15" fmla="*/ 0 w 241"/>
              <a:gd name="T16" fmla="*/ 0 h 1705"/>
              <a:gd name="T17" fmla="*/ 241 w 241"/>
              <a:gd name="T18" fmla="*/ 1705 h 1705"/>
            </a:gdLst>
            <a:ahLst/>
            <a:cxnLst>
              <a:cxn ang="T10">
                <a:pos x="T0" y="T1"/>
              </a:cxn>
              <a:cxn ang="T11">
                <a:pos x="T2" y="T3"/>
              </a:cxn>
              <a:cxn ang="T12">
                <a:pos x="T4" y="T5"/>
              </a:cxn>
              <a:cxn ang="T13">
                <a:pos x="T6" y="T7"/>
              </a:cxn>
              <a:cxn ang="T14">
                <a:pos x="T8" y="T9"/>
              </a:cxn>
            </a:cxnLst>
            <a:rect l="T15" t="T16" r="T17" b="T18"/>
            <a:pathLst>
              <a:path w="241" h="1705">
                <a:moveTo>
                  <a:pt x="0" y="120"/>
                </a:moveTo>
                <a:lnTo>
                  <a:pt x="0" y="1576"/>
                </a:lnTo>
                <a:lnTo>
                  <a:pt x="240" y="1704"/>
                </a:lnTo>
                <a:lnTo>
                  <a:pt x="240" y="0"/>
                </a:lnTo>
                <a:lnTo>
                  <a:pt x="0" y="120"/>
                </a:lnTo>
                <a:close/>
              </a:path>
            </a:pathLst>
          </a:custGeom>
          <a:noFill/>
          <a:ln w="28575" cmpd="sng">
            <a:solidFill>
              <a:schemeClr val="tx2"/>
            </a:solid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0" name="Freeform 239"/>
          <p:cNvSpPr/>
          <p:nvPr/>
        </p:nvSpPr>
        <p:spPr bwMode="auto">
          <a:xfrm>
            <a:off x="5220655" y="3256012"/>
            <a:ext cx="183317" cy="93380"/>
          </a:xfrm>
          <a:custGeom>
            <a:avLst/>
            <a:gdLst>
              <a:gd name="T0" fmla="*/ 0 w 241"/>
              <a:gd name="T1" fmla="*/ 32 h 121"/>
              <a:gd name="T2" fmla="*/ 59 w 241"/>
              <a:gd name="T3" fmla="*/ 0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12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1" name="Freeform 240"/>
          <p:cNvSpPr/>
          <p:nvPr/>
        </p:nvSpPr>
        <p:spPr bwMode="auto">
          <a:xfrm>
            <a:off x="5220655" y="3293579"/>
            <a:ext cx="176847" cy="86940"/>
          </a:xfrm>
          <a:custGeom>
            <a:avLst/>
            <a:gdLst>
              <a:gd name="T0" fmla="*/ 0 w 233"/>
              <a:gd name="T1" fmla="*/ 29 h 113"/>
              <a:gd name="T2" fmla="*/ 57 w 233"/>
              <a:gd name="T3" fmla="*/ 0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11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2" name="Freeform 241"/>
          <p:cNvSpPr/>
          <p:nvPr/>
        </p:nvSpPr>
        <p:spPr bwMode="auto">
          <a:xfrm>
            <a:off x="5220655" y="3331146"/>
            <a:ext cx="176847" cy="80500"/>
          </a:xfrm>
          <a:custGeom>
            <a:avLst/>
            <a:gdLst>
              <a:gd name="T0" fmla="*/ 0 w 233"/>
              <a:gd name="T1" fmla="*/ 27 h 105"/>
              <a:gd name="T2" fmla="*/ 57 w 233"/>
              <a:gd name="T3" fmla="*/ 0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10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3" name="Freeform 242"/>
          <p:cNvSpPr/>
          <p:nvPr/>
        </p:nvSpPr>
        <p:spPr bwMode="auto">
          <a:xfrm>
            <a:off x="5220655" y="3367638"/>
            <a:ext cx="176847" cy="75133"/>
          </a:xfrm>
          <a:custGeom>
            <a:avLst/>
            <a:gdLst>
              <a:gd name="T0" fmla="*/ 0 w 233"/>
              <a:gd name="T1" fmla="*/ 26 h 97"/>
              <a:gd name="T2" fmla="*/ 57 w 233"/>
              <a:gd name="T3" fmla="*/ 0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9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4" name="Freeform 243"/>
          <p:cNvSpPr/>
          <p:nvPr/>
        </p:nvSpPr>
        <p:spPr bwMode="auto">
          <a:xfrm>
            <a:off x="5220655" y="3404132"/>
            <a:ext cx="176847" cy="69767"/>
          </a:xfrm>
          <a:custGeom>
            <a:avLst/>
            <a:gdLst>
              <a:gd name="T0" fmla="*/ 0 w 233"/>
              <a:gd name="T1" fmla="*/ 25 h 89"/>
              <a:gd name="T2" fmla="*/ 57 w 233"/>
              <a:gd name="T3" fmla="*/ 0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8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5" name="Freeform 244"/>
          <p:cNvSpPr/>
          <p:nvPr/>
        </p:nvSpPr>
        <p:spPr bwMode="auto">
          <a:xfrm>
            <a:off x="5220655" y="3440625"/>
            <a:ext cx="183317" cy="63326"/>
          </a:xfrm>
          <a:custGeom>
            <a:avLst/>
            <a:gdLst>
              <a:gd name="T0" fmla="*/ 0 w 241"/>
              <a:gd name="T1" fmla="*/ 23 h 81"/>
              <a:gd name="T2" fmla="*/ 59 w 241"/>
              <a:gd name="T3" fmla="*/ 0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8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6" name="Freeform 245"/>
          <p:cNvSpPr/>
          <p:nvPr/>
        </p:nvSpPr>
        <p:spPr bwMode="auto">
          <a:xfrm>
            <a:off x="5220655" y="3479265"/>
            <a:ext cx="176847" cy="54740"/>
          </a:xfrm>
          <a:custGeom>
            <a:avLst/>
            <a:gdLst>
              <a:gd name="T0" fmla="*/ 0 w 233"/>
              <a:gd name="T1" fmla="*/ 17 h 73"/>
              <a:gd name="T2" fmla="*/ 57 w 233"/>
              <a:gd name="T3" fmla="*/ 0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7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7" name="Freeform 246"/>
          <p:cNvSpPr/>
          <p:nvPr/>
        </p:nvSpPr>
        <p:spPr bwMode="auto">
          <a:xfrm>
            <a:off x="5220655" y="3515759"/>
            <a:ext cx="176847" cy="49373"/>
          </a:xfrm>
          <a:custGeom>
            <a:avLst/>
            <a:gdLst>
              <a:gd name="T0" fmla="*/ 0 w 233"/>
              <a:gd name="T1" fmla="*/ 16 h 65"/>
              <a:gd name="T2" fmla="*/ 57 w 233"/>
              <a:gd name="T3" fmla="*/ 0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6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8" name="Freeform 247"/>
          <p:cNvSpPr/>
          <p:nvPr/>
        </p:nvSpPr>
        <p:spPr bwMode="auto">
          <a:xfrm>
            <a:off x="5220655" y="3552251"/>
            <a:ext cx="176847" cy="44006"/>
          </a:xfrm>
          <a:custGeom>
            <a:avLst/>
            <a:gdLst>
              <a:gd name="T0" fmla="*/ 0 w 233"/>
              <a:gd name="T1" fmla="*/ 15 h 57"/>
              <a:gd name="T2" fmla="*/ 57 w 233"/>
              <a:gd name="T3" fmla="*/ 0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5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9" name="Freeform 248"/>
          <p:cNvSpPr/>
          <p:nvPr/>
        </p:nvSpPr>
        <p:spPr bwMode="auto">
          <a:xfrm>
            <a:off x="5220655" y="3588745"/>
            <a:ext cx="183317" cy="38639"/>
          </a:xfrm>
          <a:custGeom>
            <a:avLst/>
            <a:gdLst>
              <a:gd name="T0" fmla="*/ 0 w 241"/>
              <a:gd name="T1" fmla="*/ 14 h 49"/>
              <a:gd name="T2" fmla="*/ 59 w 241"/>
              <a:gd name="T3" fmla="*/ 0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48"/>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0" name="Freeform 249"/>
          <p:cNvSpPr/>
          <p:nvPr/>
        </p:nvSpPr>
        <p:spPr bwMode="auto">
          <a:xfrm>
            <a:off x="5220655" y="3626311"/>
            <a:ext cx="183317" cy="32200"/>
          </a:xfrm>
          <a:custGeom>
            <a:avLst/>
            <a:gdLst>
              <a:gd name="T0" fmla="*/ 0 w 241"/>
              <a:gd name="T1" fmla="*/ 11 h 41"/>
              <a:gd name="T2" fmla="*/ 59 w 241"/>
              <a:gd name="T3" fmla="*/ 0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4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1" name="Freeform 250"/>
          <p:cNvSpPr/>
          <p:nvPr/>
        </p:nvSpPr>
        <p:spPr bwMode="auto">
          <a:xfrm>
            <a:off x="5220655" y="3663878"/>
            <a:ext cx="183317" cy="25760"/>
          </a:xfrm>
          <a:custGeom>
            <a:avLst/>
            <a:gdLst>
              <a:gd name="T0" fmla="*/ 0 w 241"/>
              <a:gd name="T1" fmla="*/ 9 h 33"/>
              <a:gd name="T2" fmla="*/ 59 w 241"/>
              <a:gd name="T3" fmla="*/ 0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32"/>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2" name="Freeform 251"/>
          <p:cNvSpPr/>
          <p:nvPr/>
        </p:nvSpPr>
        <p:spPr bwMode="auto">
          <a:xfrm>
            <a:off x="5220655" y="3700371"/>
            <a:ext cx="176847" cy="19320"/>
          </a:xfrm>
          <a:custGeom>
            <a:avLst/>
            <a:gdLst>
              <a:gd name="T0" fmla="*/ 0 w 233"/>
              <a:gd name="T1" fmla="*/ 6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3" name="Freeform 252"/>
          <p:cNvSpPr/>
          <p:nvPr/>
        </p:nvSpPr>
        <p:spPr bwMode="auto">
          <a:xfrm>
            <a:off x="5220655" y="3731498"/>
            <a:ext cx="176847" cy="25760"/>
          </a:xfrm>
          <a:custGeom>
            <a:avLst/>
            <a:gdLst>
              <a:gd name="T0" fmla="*/ 0 w 233"/>
              <a:gd name="T1" fmla="*/ 9 h 33"/>
              <a:gd name="T2" fmla="*/ 57 w 233"/>
              <a:gd name="T3" fmla="*/ 0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3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4" name="Freeform 253"/>
          <p:cNvSpPr/>
          <p:nvPr/>
        </p:nvSpPr>
        <p:spPr bwMode="auto">
          <a:xfrm>
            <a:off x="5220655" y="3769064"/>
            <a:ext cx="176847" cy="18247"/>
          </a:xfrm>
          <a:custGeom>
            <a:avLst/>
            <a:gdLst>
              <a:gd name="T0" fmla="*/ 0 w 233"/>
              <a:gd name="T1" fmla="*/ 5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5" name="Freeform 254"/>
          <p:cNvSpPr/>
          <p:nvPr/>
        </p:nvSpPr>
        <p:spPr bwMode="auto">
          <a:xfrm>
            <a:off x="5220655" y="3805557"/>
            <a:ext cx="176847" cy="12880"/>
          </a:xfrm>
          <a:custGeom>
            <a:avLst/>
            <a:gdLst>
              <a:gd name="T0" fmla="*/ 0 w 233"/>
              <a:gd name="T1" fmla="*/ 4 h 17"/>
              <a:gd name="T2" fmla="*/ 57 w 233"/>
              <a:gd name="T3" fmla="*/ 0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1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6" name="Freeform 255"/>
          <p:cNvSpPr/>
          <p:nvPr/>
        </p:nvSpPr>
        <p:spPr bwMode="auto">
          <a:xfrm>
            <a:off x="5220655" y="3842050"/>
            <a:ext cx="176847" cy="7513"/>
          </a:xfrm>
          <a:custGeom>
            <a:avLst/>
            <a:gdLst>
              <a:gd name="T0" fmla="*/ 0 w 233"/>
              <a:gd name="T1" fmla="*/ 3 h 9"/>
              <a:gd name="T2" fmla="*/ 57 w 233"/>
              <a:gd name="T3" fmla="*/ 0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7" name="Freeform 256"/>
          <p:cNvSpPr/>
          <p:nvPr/>
        </p:nvSpPr>
        <p:spPr bwMode="auto">
          <a:xfrm>
            <a:off x="5220655" y="3878543"/>
            <a:ext cx="176847" cy="2147"/>
          </a:xfrm>
          <a:custGeom>
            <a:avLst/>
            <a:gdLst>
              <a:gd name="T0" fmla="*/ 0 w 233"/>
              <a:gd name="T1" fmla="*/ 0 h 1"/>
              <a:gd name="T2" fmla="*/ 57 w 233"/>
              <a:gd name="T3" fmla="*/ 0 h 1"/>
              <a:gd name="T4" fmla="*/ 0 60000 65536"/>
              <a:gd name="T5" fmla="*/ 0 60000 65536"/>
              <a:gd name="T6" fmla="*/ 0 w 233"/>
              <a:gd name="T7" fmla="*/ 0 h 1"/>
              <a:gd name="T8" fmla="*/ 233 w 233"/>
              <a:gd name="T9" fmla="*/ 1 h 1"/>
            </a:gdLst>
            <a:ahLst/>
            <a:cxnLst>
              <a:cxn ang="T4">
                <a:pos x="T0" y="T1"/>
              </a:cxn>
              <a:cxn ang="T5">
                <a:pos x="T2" y="T3"/>
              </a:cxn>
            </a:cxnLst>
            <a:rect l="T6" t="T7" r="T8" b="T9"/>
            <a:pathLst>
              <a:path w="233" h="1">
                <a:moveTo>
                  <a:pt x="0" y="0"/>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8" name="Freeform 257"/>
          <p:cNvSpPr/>
          <p:nvPr/>
        </p:nvSpPr>
        <p:spPr bwMode="auto">
          <a:xfrm>
            <a:off x="5220655" y="4409842"/>
            <a:ext cx="183317" cy="93380"/>
          </a:xfrm>
          <a:custGeom>
            <a:avLst/>
            <a:gdLst>
              <a:gd name="T0" fmla="*/ 0 w 241"/>
              <a:gd name="T1" fmla="*/ 0 h 121"/>
              <a:gd name="T2" fmla="*/ 59 w 241"/>
              <a:gd name="T3" fmla="*/ 32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0"/>
                </a:moveTo>
                <a:lnTo>
                  <a:pt x="240" y="12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9" name="Freeform 258"/>
          <p:cNvSpPr/>
          <p:nvPr/>
        </p:nvSpPr>
        <p:spPr bwMode="auto">
          <a:xfrm>
            <a:off x="5220655" y="4378716"/>
            <a:ext cx="176847" cy="88014"/>
          </a:xfrm>
          <a:custGeom>
            <a:avLst/>
            <a:gdLst>
              <a:gd name="T0" fmla="*/ 0 w 233"/>
              <a:gd name="T1" fmla="*/ 0 h 113"/>
              <a:gd name="T2" fmla="*/ 57 w 233"/>
              <a:gd name="T3" fmla="*/ 31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0"/>
                </a:moveTo>
                <a:lnTo>
                  <a:pt x="232" y="11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0" name="Freeform 259"/>
          <p:cNvSpPr/>
          <p:nvPr/>
        </p:nvSpPr>
        <p:spPr bwMode="auto">
          <a:xfrm>
            <a:off x="5220655" y="4347589"/>
            <a:ext cx="176847" cy="80500"/>
          </a:xfrm>
          <a:custGeom>
            <a:avLst/>
            <a:gdLst>
              <a:gd name="T0" fmla="*/ 0 w 233"/>
              <a:gd name="T1" fmla="*/ 0 h 105"/>
              <a:gd name="T2" fmla="*/ 57 w 233"/>
              <a:gd name="T3" fmla="*/ 27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0"/>
                </a:moveTo>
                <a:lnTo>
                  <a:pt x="232" y="1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1" name="Freeform 260"/>
          <p:cNvSpPr/>
          <p:nvPr/>
        </p:nvSpPr>
        <p:spPr bwMode="auto">
          <a:xfrm>
            <a:off x="5220655" y="4316463"/>
            <a:ext cx="176847" cy="75133"/>
          </a:xfrm>
          <a:custGeom>
            <a:avLst/>
            <a:gdLst>
              <a:gd name="T0" fmla="*/ 0 w 233"/>
              <a:gd name="T1" fmla="*/ 0 h 97"/>
              <a:gd name="T2" fmla="*/ 57 w 233"/>
              <a:gd name="T3" fmla="*/ 26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0"/>
                </a:moveTo>
                <a:lnTo>
                  <a:pt x="232" y="9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2" name="Freeform 261"/>
          <p:cNvSpPr/>
          <p:nvPr/>
        </p:nvSpPr>
        <p:spPr bwMode="auto">
          <a:xfrm>
            <a:off x="5220655" y="4285336"/>
            <a:ext cx="176847" cy="69767"/>
          </a:xfrm>
          <a:custGeom>
            <a:avLst/>
            <a:gdLst>
              <a:gd name="T0" fmla="*/ 0 w 233"/>
              <a:gd name="T1" fmla="*/ 0 h 89"/>
              <a:gd name="T2" fmla="*/ 57 w 233"/>
              <a:gd name="T3" fmla="*/ 25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0"/>
                </a:moveTo>
                <a:lnTo>
                  <a:pt x="232" y="8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3" name="Freeform 262"/>
          <p:cNvSpPr/>
          <p:nvPr/>
        </p:nvSpPr>
        <p:spPr bwMode="auto">
          <a:xfrm>
            <a:off x="5220655" y="4256356"/>
            <a:ext cx="183317" cy="61179"/>
          </a:xfrm>
          <a:custGeom>
            <a:avLst/>
            <a:gdLst>
              <a:gd name="T0" fmla="*/ 0 w 241"/>
              <a:gd name="T1" fmla="*/ 0 h 81"/>
              <a:gd name="T2" fmla="*/ 59 w 241"/>
              <a:gd name="T3" fmla="*/ 19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0"/>
                </a:moveTo>
                <a:lnTo>
                  <a:pt x="240" y="8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4" name="Freeform 263"/>
          <p:cNvSpPr/>
          <p:nvPr/>
        </p:nvSpPr>
        <p:spPr bwMode="auto">
          <a:xfrm>
            <a:off x="5220655" y="4225230"/>
            <a:ext cx="176847" cy="55813"/>
          </a:xfrm>
          <a:custGeom>
            <a:avLst/>
            <a:gdLst>
              <a:gd name="T0" fmla="*/ 0 w 233"/>
              <a:gd name="T1" fmla="*/ 0 h 73"/>
              <a:gd name="T2" fmla="*/ 57 w 233"/>
              <a:gd name="T3" fmla="*/ 19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0"/>
                </a:moveTo>
                <a:lnTo>
                  <a:pt x="232" y="7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5" name="Freeform 264"/>
          <p:cNvSpPr/>
          <p:nvPr/>
        </p:nvSpPr>
        <p:spPr bwMode="auto">
          <a:xfrm>
            <a:off x="5220655" y="4194102"/>
            <a:ext cx="176847" cy="49373"/>
          </a:xfrm>
          <a:custGeom>
            <a:avLst/>
            <a:gdLst>
              <a:gd name="T0" fmla="*/ 0 w 233"/>
              <a:gd name="T1" fmla="*/ 0 h 65"/>
              <a:gd name="T2" fmla="*/ 57 w 233"/>
              <a:gd name="T3" fmla="*/ 16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0"/>
                </a:moveTo>
                <a:lnTo>
                  <a:pt x="232" y="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6" name="Freeform 265"/>
          <p:cNvSpPr/>
          <p:nvPr/>
        </p:nvSpPr>
        <p:spPr bwMode="auto">
          <a:xfrm>
            <a:off x="5220655" y="4162976"/>
            <a:ext cx="176847" cy="44006"/>
          </a:xfrm>
          <a:custGeom>
            <a:avLst/>
            <a:gdLst>
              <a:gd name="T0" fmla="*/ 0 w 233"/>
              <a:gd name="T1" fmla="*/ 0 h 57"/>
              <a:gd name="T2" fmla="*/ 57 w 233"/>
              <a:gd name="T3" fmla="*/ 15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0"/>
                </a:moveTo>
                <a:lnTo>
                  <a:pt x="232" y="5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7" name="Freeform 266"/>
          <p:cNvSpPr/>
          <p:nvPr/>
        </p:nvSpPr>
        <p:spPr bwMode="auto">
          <a:xfrm>
            <a:off x="5220655" y="4131849"/>
            <a:ext cx="183317" cy="37566"/>
          </a:xfrm>
          <a:custGeom>
            <a:avLst/>
            <a:gdLst>
              <a:gd name="T0" fmla="*/ 0 w 241"/>
              <a:gd name="T1" fmla="*/ 0 h 49"/>
              <a:gd name="T2" fmla="*/ 59 w 241"/>
              <a:gd name="T3" fmla="*/ 12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0"/>
                </a:moveTo>
                <a:lnTo>
                  <a:pt x="240" y="4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8" name="Freeform 267"/>
          <p:cNvSpPr/>
          <p:nvPr/>
        </p:nvSpPr>
        <p:spPr bwMode="auto">
          <a:xfrm>
            <a:off x="5220655" y="4100723"/>
            <a:ext cx="183317" cy="32200"/>
          </a:xfrm>
          <a:custGeom>
            <a:avLst/>
            <a:gdLst>
              <a:gd name="T0" fmla="*/ 0 w 241"/>
              <a:gd name="T1" fmla="*/ 0 h 41"/>
              <a:gd name="T2" fmla="*/ 59 w 241"/>
              <a:gd name="T3" fmla="*/ 11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0"/>
                </a:moveTo>
                <a:lnTo>
                  <a:pt x="240" y="4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9" name="Freeform 268"/>
          <p:cNvSpPr/>
          <p:nvPr/>
        </p:nvSpPr>
        <p:spPr bwMode="auto">
          <a:xfrm>
            <a:off x="5220655" y="4070670"/>
            <a:ext cx="183317" cy="25760"/>
          </a:xfrm>
          <a:custGeom>
            <a:avLst/>
            <a:gdLst>
              <a:gd name="T0" fmla="*/ 0 w 241"/>
              <a:gd name="T1" fmla="*/ 0 h 33"/>
              <a:gd name="T2" fmla="*/ 59 w 241"/>
              <a:gd name="T3" fmla="*/ 9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0"/>
                </a:moveTo>
                <a:lnTo>
                  <a:pt x="240" y="3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0" name="Freeform 269"/>
          <p:cNvSpPr/>
          <p:nvPr/>
        </p:nvSpPr>
        <p:spPr bwMode="auto">
          <a:xfrm>
            <a:off x="5220655" y="4039544"/>
            <a:ext cx="176847" cy="18247"/>
          </a:xfrm>
          <a:custGeom>
            <a:avLst/>
            <a:gdLst>
              <a:gd name="T0" fmla="*/ 0 w 233"/>
              <a:gd name="T1" fmla="*/ 0 h 25"/>
              <a:gd name="T2" fmla="*/ 57 w 233"/>
              <a:gd name="T3" fmla="*/ 5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1" name="Freeform 270"/>
          <p:cNvSpPr/>
          <p:nvPr/>
        </p:nvSpPr>
        <p:spPr bwMode="auto">
          <a:xfrm>
            <a:off x="5220655" y="4003050"/>
            <a:ext cx="176847" cy="25760"/>
          </a:xfrm>
          <a:custGeom>
            <a:avLst/>
            <a:gdLst>
              <a:gd name="T0" fmla="*/ 0 w 233"/>
              <a:gd name="T1" fmla="*/ 0 h 33"/>
              <a:gd name="T2" fmla="*/ 57 w 233"/>
              <a:gd name="T3" fmla="*/ 9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0"/>
                </a:moveTo>
                <a:lnTo>
                  <a:pt x="232" y="3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2" name="Freeform 271"/>
          <p:cNvSpPr/>
          <p:nvPr/>
        </p:nvSpPr>
        <p:spPr bwMode="auto">
          <a:xfrm>
            <a:off x="5220655" y="3971924"/>
            <a:ext cx="176847" cy="18247"/>
          </a:xfrm>
          <a:custGeom>
            <a:avLst/>
            <a:gdLst>
              <a:gd name="T0" fmla="*/ 0 w 233"/>
              <a:gd name="T1" fmla="*/ 0 h 25"/>
              <a:gd name="T2" fmla="*/ 57 w 233"/>
              <a:gd name="T3" fmla="*/ 5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3" name="Freeform 272"/>
          <p:cNvSpPr/>
          <p:nvPr/>
        </p:nvSpPr>
        <p:spPr bwMode="auto">
          <a:xfrm>
            <a:off x="5220655" y="3940797"/>
            <a:ext cx="176847" cy="12880"/>
          </a:xfrm>
          <a:custGeom>
            <a:avLst/>
            <a:gdLst>
              <a:gd name="T0" fmla="*/ 0 w 233"/>
              <a:gd name="T1" fmla="*/ 0 h 17"/>
              <a:gd name="T2" fmla="*/ 57 w 233"/>
              <a:gd name="T3" fmla="*/ 4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0"/>
                </a:moveTo>
                <a:lnTo>
                  <a:pt x="232" y="1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4" name="Freeform 273"/>
          <p:cNvSpPr/>
          <p:nvPr/>
        </p:nvSpPr>
        <p:spPr bwMode="auto">
          <a:xfrm>
            <a:off x="5220655" y="3909670"/>
            <a:ext cx="176847" cy="7513"/>
          </a:xfrm>
          <a:custGeom>
            <a:avLst/>
            <a:gdLst>
              <a:gd name="T0" fmla="*/ 0 w 233"/>
              <a:gd name="T1" fmla="*/ 0 h 9"/>
              <a:gd name="T2" fmla="*/ 57 w 233"/>
              <a:gd name="T3" fmla="*/ 3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0"/>
                </a:moveTo>
                <a:lnTo>
                  <a:pt x="232" y="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5" name="Freeform 274"/>
          <p:cNvSpPr/>
          <p:nvPr/>
        </p:nvSpPr>
        <p:spPr bwMode="auto">
          <a:xfrm>
            <a:off x="5257318" y="3300018"/>
            <a:ext cx="0" cy="1159196"/>
          </a:xfrm>
          <a:custGeom>
            <a:avLst/>
            <a:gdLst>
              <a:gd name="T0" fmla="*/ 0 w 1"/>
              <a:gd name="T1" fmla="*/ 0 h 1505"/>
              <a:gd name="T2" fmla="*/ 0 w 1"/>
              <a:gd name="T3" fmla="*/ 398 h 1505"/>
              <a:gd name="T4" fmla="*/ 0 60000 65536"/>
              <a:gd name="T5" fmla="*/ 0 60000 65536"/>
              <a:gd name="T6" fmla="*/ 0 w 1"/>
              <a:gd name="T7" fmla="*/ 0 h 1505"/>
              <a:gd name="T8" fmla="*/ 0 w 1"/>
              <a:gd name="T9" fmla="*/ 1505 h 1505"/>
            </a:gdLst>
            <a:ahLst/>
            <a:cxnLst>
              <a:cxn ang="T4">
                <a:pos x="T0" y="T1"/>
              </a:cxn>
              <a:cxn ang="T5">
                <a:pos x="T2" y="T3"/>
              </a:cxn>
            </a:cxnLst>
            <a:rect l="T6" t="T7" r="T8" b="T9"/>
            <a:pathLst>
              <a:path w="1" h="1505">
                <a:moveTo>
                  <a:pt x="0" y="0"/>
                </a:moveTo>
                <a:lnTo>
                  <a:pt x="0" y="15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6" name="Freeform 275"/>
          <p:cNvSpPr/>
          <p:nvPr/>
        </p:nvSpPr>
        <p:spPr bwMode="auto">
          <a:xfrm>
            <a:off x="5293982" y="3281771"/>
            <a:ext cx="1078" cy="1195690"/>
          </a:xfrm>
          <a:custGeom>
            <a:avLst/>
            <a:gdLst>
              <a:gd name="T0" fmla="*/ 0 w 1"/>
              <a:gd name="T1" fmla="*/ 0 h 1553"/>
              <a:gd name="T2" fmla="*/ 0 w 1"/>
              <a:gd name="T3" fmla="*/ 410 h 1553"/>
              <a:gd name="T4" fmla="*/ 0 60000 65536"/>
              <a:gd name="T5" fmla="*/ 0 60000 65536"/>
              <a:gd name="T6" fmla="*/ 0 w 1"/>
              <a:gd name="T7" fmla="*/ 0 h 1553"/>
              <a:gd name="T8" fmla="*/ 1 w 1"/>
              <a:gd name="T9" fmla="*/ 1553 h 1553"/>
            </a:gdLst>
            <a:ahLst/>
            <a:cxnLst>
              <a:cxn ang="T4">
                <a:pos x="T0" y="T1"/>
              </a:cxn>
              <a:cxn ang="T5">
                <a:pos x="T2" y="T3"/>
              </a:cxn>
            </a:cxnLst>
            <a:rect l="T6" t="T7" r="T8" b="T9"/>
            <a:pathLst>
              <a:path w="1" h="1553">
                <a:moveTo>
                  <a:pt x="0" y="0"/>
                </a:moveTo>
                <a:lnTo>
                  <a:pt x="0" y="155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7" name="Freeform 276"/>
          <p:cNvSpPr/>
          <p:nvPr/>
        </p:nvSpPr>
        <p:spPr bwMode="auto">
          <a:xfrm>
            <a:off x="5330645" y="3256012"/>
            <a:ext cx="0" cy="1239696"/>
          </a:xfrm>
          <a:custGeom>
            <a:avLst/>
            <a:gdLst>
              <a:gd name="T0" fmla="*/ 0 w 1"/>
              <a:gd name="T1" fmla="*/ 0 h 1609"/>
              <a:gd name="T2" fmla="*/ 0 w 1"/>
              <a:gd name="T3" fmla="*/ 426 h 1609"/>
              <a:gd name="T4" fmla="*/ 0 60000 65536"/>
              <a:gd name="T5" fmla="*/ 0 60000 65536"/>
              <a:gd name="T6" fmla="*/ 0 w 1"/>
              <a:gd name="T7" fmla="*/ 0 h 1609"/>
              <a:gd name="T8" fmla="*/ 0 w 1"/>
              <a:gd name="T9" fmla="*/ 1609 h 1609"/>
            </a:gdLst>
            <a:ahLst/>
            <a:cxnLst>
              <a:cxn ang="T4">
                <a:pos x="T0" y="T1"/>
              </a:cxn>
              <a:cxn ang="T5">
                <a:pos x="T2" y="T3"/>
              </a:cxn>
            </a:cxnLst>
            <a:rect l="T6" t="T7" r="T8" b="T9"/>
            <a:pathLst>
              <a:path w="1" h="1609">
                <a:moveTo>
                  <a:pt x="0" y="0"/>
                </a:moveTo>
                <a:lnTo>
                  <a:pt x="0" y="160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8" name="Freeform 277"/>
          <p:cNvSpPr/>
          <p:nvPr/>
        </p:nvSpPr>
        <p:spPr bwMode="auto">
          <a:xfrm>
            <a:off x="5360838" y="3244206"/>
            <a:ext cx="1078" cy="1282629"/>
          </a:xfrm>
          <a:custGeom>
            <a:avLst/>
            <a:gdLst>
              <a:gd name="T0" fmla="*/ 0 w 1"/>
              <a:gd name="T1" fmla="*/ 0 h 1665"/>
              <a:gd name="T2" fmla="*/ 0 w 1"/>
              <a:gd name="T3" fmla="*/ 441 h 1665"/>
              <a:gd name="T4" fmla="*/ 0 60000 65536"/>
              <a:gd name="T5" fmla="*/ 0 60000 65536"/>
              <a:gd name="T6" fmla="*/ 0 w 1"/>
              <a:gd name="T7" fmla="*/ 0 h 1665"/>
              <a:gd name="T8" fmla="*/ 1 w 1"/>
              <a:gd name="T9" fmla="*/ 1665 h 1665"/>
            </a:gdLst>
            <a:ahLst/>
            <a:cxnLst>
              <a:cxn ang="T4">
                <a:pos x="T0" y="T1"/>
              </a:cxn>
              <a:cxn ang="T5">
                <a:pos x="T2" y="T3"/>
              </a:cxn>
            </a:cxnLst>
            <a:rect l="T6" t="T7" r="T8" b="T9"/>
            <a:pathLst>
              <a:path w="1" h="1665">
                <a:moveTo>
                  <a:pt x="0" y="0"/>
                </a:moveTo>
                <a:lnTo>
                  <a:pt x="0" y="16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9" name="Oval 278"/>
          <p:cNvSpPr>
            <a:spLocks noChangeArrowheads="1"/>
          </p:cNvSpPr>
          <p:nvPr/>
        </p:nvSpPr>
        <p:spPr bwMode="white">
          <a:xfrm>
            <a:off x="5097724" y="3436332"/>
            <a:ext cx="249095" cy="796411"/>
          </a:xfrm>
          <a:prstGeom prst="ellipse">
            <a:avLst/>
          </a:prstGeom>
          <a:solidFill>
            <a:schemeClr val="bg1"/>
          </a:solidFill>
          <a:ln w="12700">
            <a:no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280" name="Oval 279"/>
          <p:cNvSpPr>
            <a:spLocks noChangeArrowheads="1"/>
          </p:cNvSpPr>
          <p:nvPr/>
        </p:nvSpPr>
        <p:spPr bwMode="white">
          <a:xfrm>
            <a:off x="3574200" y="3259814"/>
            <a:ext cx="243705" cy="1187791"/>
          </a:xfrm>
          <a:prstGeom prst="ellipse">
            <a:avLst/>
          </a:prstGeom>
          <a:solidFill>
            <a:schemeClr val="bg1"/>
          </a:solidFill>
          <a:ln w="12700">
            <a:no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281" name="Freeform 280"/>
          <p:cNvSpPr/>
          <p:nvPr/>
        </p:nvSpPr>
        <p:spPr bwMode="auto">
          <a:xfrm rot="21455081" flipV="1">
            <a:off x="2839809" y="4261515"/>
            <a:ext cx="3455407" cy="406797"/>
          </a:xfrm>
          <a:custGeom>
            <a:avLst/>
            <a:gdLst>
              <a:gd name="T0" fmla="*/ 0 w 3130"/>
              <a:gd name="T1" fmla="*/ 0 h 593"/>
              <a:gd name="T2" fmla="*/ 290 w 3130"/>
              <a:gd name="T3" fmla="*/ 118 h 593"/>
              <a:gd name="T4" fmla="*/ 711 w 3130"/>
              <a:gd name="T5" fmla="*/ 205 h 593"/>
              <a:gd name="T6" fmla="*/ 1227 w 3130"/>
              <a:gd name="T7" fmla="*/ 284 h 593"/>
              <a:gd name="T8" fmla="*/ 1622 w 3130"/>
              <a:gd name="T9" fmla="*/ 320 h 593"/>
              <a:gd name="T10" fmla="*/ 2058 w 3130"/>
              <a:gd name="T11" fmla="*/ 344 h 593"/>
              <a:gd name="T12" fmla="*/ 2285 w 3130"/>
              <a:gd name="T13" fmla="*/ 351 h 593"/>
              <a:gd name="T14" fmla="*/ 0 60000 65536"/>
              <a:gd name="T15" fmla="*/ 0 60000 65536"/>
              <a:gd name="T16" fmla="*/ 0 60000 65536"/>
              <a:gd name="T17" fmla="*/ 0 60000 65536"/>
              <a:gd name="T18" fmla="*/ 0 60000 65536"/>
              <a:gd name="T19" fmla="*/ 0 60000 65536"/>
              <a:gd name="T20" fmla="*/ 0 60000 65536"/>
              <a:gd name="T21" fmla="*/ 0 w 3130"/>
              <a:gd name="T22" fmla="*/ 0 h 593"/>
              <a:gd name="T23" fmla="*/ 3130 w 3130"/>
              <a:gd name="T24" fmla="*/ 593 h 593"/>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3130" h="593">
                <a:moveTo>
                  <a:pt x="0" y="0"/>
                </a:moveTo>
                <a:cubicBezTo>
                  <a:pt x="66" y="33"/>
                  <a:pt x="236" y="140"/>
                  <a:pt x="398" y="198"/>
                </a:cubicBezTo>
                <a:cubicBezTo>
                  <a:pt x="560" y="256"/>
                  <a:pt x="758" y="303"/>
                  <a:pt x="974" y="348"/>
                </a:cubicBezTo>
                <a:cubicBezTo>
                  <a:pt x="1190" y="393"/>
                  <a:pt x="1473" y="450"/>
                  <a:pt x="1681" y="480"/>
                </a:cubicBezTo>
                <a:cubicBezTo>
                  <a:pt x="1889" y="510"/>
                  <a:pt x="2033" y="523"/>
                  <a:pt x="2223" y="540"/>
                </a:cubicBezTo>
                <a:cubicBezTo>
                  <a:pt x="2412" y="557"/>
                  <a:pt x="2668" y="573"/>
                  <a:pt x="2819" y="582"/>
                </a:cubicBezTo>
                <a:cubicBezTo>
                  <a:pt x="2970" y="591"/>
                  <a:pt x="3078" y="591"/>
                  <a:pt x="3130" y="593"/>
                </a:cubicBezTo>
              </a:path>
            </a:pathLst>
          </a:custGeom>
          <a:noFill/>
          <a:ln w="12700" cmpd="sng">
            <a:solidFill>
              <a:schemeClr val="tx2"/>
            </a:solidFill>
            <a:roun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82" name="Freeform 281"/>
          <p:cNvSpPr/>
          <p:nvPr/>
        </p:nvSpPr>
        <p:spPr bwMode="auto">
          <a:xfrm rot="171666">
            <a:off x="2789548" y="3088059"/>
            <a:ext cx="3422888" cy="408652"/>
          </a:xfrm>
          <a:custGeom>
            <a:avLst/>
            <a:gdLst>
              <a:gd name="T0" fmla="*/ 0 w 3130"/>
              <a:gd name="T1" fmla="*/ 0 h 593"/>
              <a:gd name="T2" fmla="*/ 282 w 3130"/>
              <a:gd name="T3" fmla="*/ 59 h 593"/>
              <a:gd name="T4" fmla="*/ 690 w 3130"/>
              <a:gd name="T5" fmla="*/ 103 h 593"/>
              <a:gd name="T6" fmla="*/ 1191 w 3130"/>
              <a:gd name="T7" fmla="*/ 143 h 593"/>
              <a:gd name="T8" fmla="*/ 1576 w 3130"/>
              <a:gd name="T9" fmla="*/ 161 h 593"/>
              <a:gd name="T10" fmla="*/ 1998 w 3130"/>
              <a:gd name="T11" fmla="*/ 174 h 593"/>
              <a:gd name="T12" fmla="*/ 2219 w 3130"/>
              <a:gd name="T13" fmla="*/ 177 h 593"/>
              <a:gd name="T14" fmla="*/ 0 60000 65536"/>
              <a:gd name="T15" fmla="*/ 0 60000 65536"/>
              <a:gd name="T16" fmla="*/ 0 60000 65536"/>
              <a:gd name="T17" fmla="*/ 0 60000 65536"/>
              <a:gd name="T18" fmla="*/ 0 60000 65536"/>
              <a:gd name="T19" fmla="*/ 0 60000 65536"/>
              <a:gd name="T20" fmla="*/ 0 60000 65536"/>
              <a:gd name="T21" fmla="*/ 0 w 3130"/>
              <a:gd name="T22" fmla="*/ 0 h 593"/>
              <a:gd name="T23" fmla="*/ 3130 w 3130"/>
              <a:gd name="T24" fmla="*/ 593 h 593"/>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3130" h="593">
                <a:moveTo>
                  <a:pt x="0" y="0"/>
                </a:moveTo>
                <a:cubicBezTo>
                  <a:pt x="66" y="33"/>
                  <a:pt x="236" y="140"/>
                  <a:pt x="398" y="198"/>
                </a:cubicBezTo>
                <a:cubicBezTo>
                  <a:pt x="560" y="256"/>
                  <a:pt x="758" y="303"/>
                  <a:pt x="974" y="348"/>
                </a:cubicBezTo>
                <a:cubicBezTo>
                  <a:pt x="1190" y="393"/>
                  <a:pt x="1473" y="450"/>
                  <a:pt x="1681" y="480"/>
                </a:cubicBezTo>
                <a:cubicBezTo>
                  <a:pt x="1889" y="510"/>
                  <a:pt x="2033" y="523"/>
                  <a:pt x="2223" y="540"/>
                </a:cubicBezTo>
                <a:cubicBezTo>
                  <a:pt x="2412" y="557"/>
                  <a:pt x="2668" y="573"/>
                  <a:pt x="2819" y="582"/>
                </a:cubicBezTo>
                <a:cubicBezTo>
                  <a:pt x="2970" y="591"/>
                  <a:pt x="3078" y="591"/>
                  <a:pt x="3130" y="593"/>
                </a:cubicBezTo>
              </a:path>
            </a:pathLst>
          </a:custGeom>
          <a:noFill/>
          <a:ln w="12700" cmpd="sng">
            <a:solidFill>
              <a:schemeClr val="tx2"/>
            </a:solidFill>
            <a:roun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83" name="Isosceles Triangle 282"/>
          <p:cNvSpPr/>
          <p:nvPr/>
        </p:nvSpPr>
        <p:spPr bwMode="ltGray">
          <a:xfrm rot="5400000">
            <a:off x="2040732" y="3751711"/>
            <a:ext cx="974095" cy="267834"/>
          </a:xfrm>
          <a:prstGeom prst="triangle">
            <a:avLst/>
          </a:prstGeom>
          <a:solidFill>
            <a:schemeClr val="tx2">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defTabSz="1014730"/>
            <a:endParaRPr lang="en-US" sz="815" dirty="0" smtClean="0">
              <a:solidFill>
                <a:srgbClr val="FFFFFF"/>
              </a:solidFill>
              <a:latin typeface="+mj-lt"/>
            </a:endParaRPr>
          </a:p>
        </p:txBody>
      </p:sp>
      <p:sp>
        <p:nvSpPr>
          <p:cNvPr id="284" name="Right Brace 283"/>
          <p:cNvSpPr/>
          <p:nvPr/>
        </p:nvSpPr>
        <p:spPr>
          <a:xfrm rot="10800000">
            <a:off x="7507090" y="3185921"/>
            <a:ext cx="247127" cy="1326901"/>
          </a:xfrm>
          <a:prstGeom prst="rightBrace">
            <a:avLst/>
          </a:prstGeom>
          <a:noFill/>
          <a:ln w="12700">
            <a:solidFill>
              <a:schemeClr val="accent1"/>
            </a:solidFill>
          </a:ln>
        </p:spPr>
        <p:style>
          <a:lnRef idx="1">
            <a:schemeClr val="accent1"/>
          </a:lnRef>
          <a:fillRef idx="0">
            <a:schemeClr val="accent1"/>
          </a:fillRef>
          <a:effectRef idx="0">
            <a:schemeClr val="accent1"/>
          </a:effectRef>
          <a:fontRef idx="minor">
            <a:schemeClr val="tx1"/>
          </a:fontRef>
        </p:style>
        <p:txBody>
          <a:bodyPr lIns="92011" tIns="46008" rIns="92011" bIns="46008"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cs typeface="腾讯体 W3" panose="020C04030202040F0204" pitchFamily="34" charset="-122"/>
            </a:endParaRPr>
          </a:p>
        </p:txBody>
      </p:sp>
      <p:sp>
        <p:nvSpPr>
          <p:cNvPr id="285" name="Right Arrow Callout 284"/>
          <p:cNvSpPr/>
          <p:nvPr/>
        </p:nvSpPr>
        <p:spPr>
          <a:xfrm>
            <a:off x="6420761" y="3398758"/>
            <a:ext cx="1086328" cy="884746"/>
          </a:xfrm>
          <a:prstGeom prst="rightArrowCallout">
            <a:avLst>
              <a:gd name="adj1" fmla="val 22964"/>
              <a:gd name="adj2" fmla="val 22964"/>
              <a:gd name="adj3" fmla="val 18893"/>
              <a:gd name="adj4" fmla="val 79945"/>
            </a:avLst>
          </a:prstGeom>
          <a:solidFill>
            <a:schemeClr val="bg2"/>
          </a:solidFill>
          <a:ln w="6350">
            <a:solidFill>
              <a:schemeClr val="accent1"/>
            </a:solidFill>
          </a:ln>
        </p:spPr>
        <p:txBody>
          <a:bodyPr vert="horz" wrap="square" lIns="41469" tIns="24881" rIns="41469" bIns="24881" rtlCol="0" anchor="ct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905" dirty="0">
              <a:latin typeface="+mj-lt"/>
            </a:endParaRPr>
          </a:p>
        </p:txBody>
      </p:sp>
      <p:sp>
        <p:nvSpPr>
          <p:cNvPr id="286" name="Right Arrow 285"/>
          <p:cNvSpPr/>
          <p:nvPr/>
        </p:nvSpPr>
        <p:spPr>
          <a:xfrm>
            <a:off x="8685839" y="3883063"/>
            <a:ext cx="193555" cy="166201"/>
          </a:xfrm>
          <a:prstGeom prst="rightArrow">
            <a:avLst/>
          </a:prstGeom>
          <a:solidFill>
            <a:schemeClr val="tx2">
              <a:lumMod val="60000"/>
              <a:lumOff val="40000"/>
            </a:schemeClr>
          </a:solidFill>
          <a:ln w="6350">
            <a:noFill/>
          </a:ln>
        </p:spPr>
        <p:txBody>
          <a:bodyPr vert="horz" wrap="square" lIns="82938" tIns="41469" rIns="82938" bIns="41469" rtlCol="0" anchor="ct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815" dirty="0" smtClean="0">
              <a:latin typeface="+mj-lt"/>
            </a:endParaRPr>
          </a:p>
        </p:txBody>
      </p:sp>
      <p:sp>
        <p:nvSpPr>
          <p:cNvPr id="287" name="TextBox 307"/>
          <p:cNvSpPr txBox="1"/>
          <p:nvPr/>
        </p:nvSpPr>
        <p:spPr>
          <a:xfrm>
            <a:off x="8906333" y="3361946"/>
            <a:ext cx="405130" cy="167005"/>
          </a:xfrm>
          <a:prstGeom prst="rect">
            <a:avLst/>
          </a:prstGeom>
          <a:noFill/>
        </p:spPr>
        <p:txBody>
          <a:bodyPr wrap="non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274320"/>
            <a:r>
              <a:rPr lang="en-US" sz="1090" dirty="0" smtClean="0">
                <a:latin typeface="+mj-lt"/>
                <a:cs typeface="腾讯体 W3" panose="020C04030202040F0204" pitchFamily="34" charset="-122"/>
              </a:rPr>
              <a:t>rating</a:t>
            </a:r>
            <a:endParaRPr lang="en-US" sz="1090" dirty="0" smtClean="0">
              <a:latin typeface="+mj-lt"/>
              <a:cs typeface="腾讯体 W3" panose="020C04030202040F0204" pitchFamily="34" charset="-122"/>
            </a:endParaRPr>
          </a:p>
        </p:txBody>
      </p:sp>
      <p:sp>
        <p:nvSpPr>
          <p:cNvPr id="288" name="TextBox 308"/>
          <p:cNvSpPr txBox="1"/>
          <p:nvPr/>
        </p:nvSpPr>
        <p:spPr>
          <a:xfrm>
            <a:off x="8259323" y="3154111"/>
            <a:ext cx="850265" cy="167005"/>
          </a:xfrm>
          <a:prstGeom prst="rect">
            <a:avLst/>
          </a:prstGeom>
          <a:noFill/>
        </p:spPr>
        <p:txBody>
          <a:bodyPr wrap="non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274320"/>
            <a:r>
              <a:rPr lang="en-US" sz="1090" dirty="0" smtClean="0">
                <a:latin typeface="+mj-lt"/>
                <a:cs typeface="腾讯体 W3" panose="020C04030202040F0204" pitchFamily="34" charset="-122"/>
              </a:rPr>
              <a:t>Inherent risk</a:t>
            </a:r>
            <a:endParaRPr lang="en-US" sz="1090" dirty="0" smtClean="0">
              <a:latin typeface="+mj-lt"/>
              <a:cs typeface="腾讯体 W3" panose="020C04030202040F0204" pitchFamily="34" charset="-122"/>
            </a:endParaRPr>
          </a:p>
        </p:txBody>
      </p:sp>
      <p:grpSp>
        <p:nvGrpSpPr>
          <p:cNvPr id="289" name="Group 288"/>
          <p:cNvGrpSpPr/>
          <p:nvPr/>
        </p:nvGrpSpPr>
        <p:grpSpPr>
          <a:xfrm>
            <a:off x="8942446" y="3714346"/>
            <a:ext cx="387135" cy="470053"/>
            <a:chOff x="7896534" y="3246838"/>
            <a:chExt cx="426816" cy="659431"/>
          </a:xfrm>
        </p:grpSpPr>
        <p:sp>
          <p:nvSpPr>
            <p:cNvPr id="290" name="Freeform 289"/>
            <p:cNvSpPr/>
            <p:nvPr/>
          </p:nvSpPr>
          <p:spPr>
            <a:xfrm>
              <a:off x="8056590" y="3246838"/>
              <a:ext cx="106704" cy="156475"/>
            </a:xfrm>
            <a:custGeom>
              <a:avLst/>
              <a:gdLst>
                <a:gd name="connsiteX0" fmla="*/ 0 w 491970"/>
                <a:gd name="connsiteY0" fmla="*/ 540060 h 540060"/>
                <a:gd name="connsiteX1" fmla="*/ 245985 w 491970"/>
                <a:gd name="connsiteY1" fmla="*/ 0 h 540060"/>
                <a:gd name="connsiteX2" fmla="*/ 245985 w 491970"/>
                <a:gd name="connsiteY2" fmla="*/ 0 h 540060"/>
                <a:gd name="connsiteX3" fmla="*/ 491970 w 491970"/>
                <a:gd name="connsiteY3" fmla="*/ 540060 h 540060"/>
                <a:gd name="connsiteX4" fmla="*/ 0 w 491970"/>
                <a:gd name="connsiteY4" fmla="*/ 540060 h 540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1970" h="540060">
                  <a:moveTo>
                    <a:pt x="0" y="540060"/>
                  </a:moveTo>
                  <a:lnTo>
                    <a:pt x="245985" y="0"/>
                  </a:lnTo>
                  <a:lnTo>
                    <a:pt x="245985" y="0"/>
                  </a:lnTo>
                  <a:lnTo>
                    <a:pt x="491970" y="540060"/>
                  </a:lnTo>
                  <a:lnTo>
                    <a:pt x="0" y="540060"/>
                  </a:lnTo>
                  <a:close/>
                </a:path>
              </a:pathLst>
            </a:custGeom>
            <a:solidFill>
              <a:schemeClr val="accent6"/>
            </a:solidFill>
            <a:ln>
              <a:noFill/>
            </a:ln>
            <a:effectLst/>
          </p:spPr>
          <p:style>
            <a:lnRef idx="1">
              <a:schemeClr val="accent4"/>
            </a:lnRef>
            <a:fillRef idx="2">
              <a:schemeClr val="accent4"/>
            </a:fillRef>
            <a:effectRef idx="1">
              <a:schemeClr val="accent4"/>
            </a:effectRef>
            <a:fontRef idx="minor">
              <a:schemeClr val="dk1"/>
            </a:fontRef>
          </p:style>
          <p:txBody>
            <a:bodyPr spcFirstLastPara="0" vert="horz" wrap="square" lIns="13823" tIns="13823" rIns="13823" bIns="13823" numCol="1" spcCol="1270" anchor="ctr" anchorCtr="0">
              <a:noAutofit/>
            </a:bodyP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defTabSz="594360">
                <a:lnSpc>
                  <a:spcPct val="90000"/>
                </a:lnSpc>
                <a:spcBef>
                  <a:spcPct val="0"/>
                </a:spcBef>
                <a:spcAft>
                  <a:spcPct val="35000"/>
                </a:spcAft>
              </a:pPr>
              <a:endParaRPr lang="en-GB" sz="815" b="1" dirty="0">
                <a:solidFill>
                  <a:schemeClr val="tx1"/>
                </a:solidFill>
                <a:latin typeface="+mj-lt"/>
              </a:endParaRPr>
            </a:p>
          </p:txBody>
        </p:sp>
        <p:sp>
          <p:nvSpPr>
            <p:cNvPr id="291" name="Freeform 290"/>
            <p:cNvSpPr/>
            <p:nvPr/>
          </p:nvSpPr>
          <p:spPr>
            <a:xfrm>
              <a:off x="8003238" y="3414490"/>
              <a:ext cx="213408" cy="156475"/>
            </a:xfrm>
            <a:custGeom>
              <a:avLst/>
              <a:gdLst>
                <a:gd name="connsiteX0" fmla="*/ 0 w 983940"/>
                <a:gd name="connsiteY0" fmla="*/ 540060 h 540060"/>
                <a:gd name="connsiteX1" fmla="*/ 245987 w 983940"/>
                <a:gd name="connsiteY1" fmla="*/ 0 h 540060"/>
                <a:gd name="connsiteX2" fmla="*/ 737953 w 983940"/>
                <a:gd name="connsiteY2" fmla="*/ 0 h 540060"/>
                <a:gd name="connsiteX3" fmla="*/ 983940 w 983940"/>
                <a:gd name="connsiteY3" fmla="*/ 540060 h 540060"/>
                <a:gd name="connsiteX4" fmla="*/ 0 w 983940"/>
                <a:gd name="connsiteY4" fmla="*/ 540060 h 540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83940" h="540060">
                  <a:moveTo>
                    <a:pt x="0" y="540060"/>
                  </a:moveTo>
                  <a:lnTo>
                    <a:pt x="245987" y="0"/>
                  </a:lnTo>
                  <a:lnTo>
                    <a:pt x="737953" y="0"/>
                  </a:lnTo>
                  <a:lnTo>
                    <a:pt x="983940" y="540060"/>
                  </a:lnTo>
                  <a:lnTo>
                    <a:pt x="0" y="540060"/>
                  </a:lnTo>
                  <a:close/>
                </a:path>
              </a:pathLst>
            </a:custGeom>
            <a:solidFill>
              <a:schemeClr val="accent6">
                <a:lumMod val="60000"/>
                <a:lumOff val="40000"/>
              </a:schemeClr>
            </a:solidFill>
            <a:ln>
              <a:noFill/>
            </a:ln>
            <a:effectLst/>
          </p:spPr>
          <p:style>
            <a:lnRef idx="1">
              <a:schemeClr val="accent3"/>
            </a:lnRef>
            <a:fillRef idx="2">
              <a:schemeClr val="accent3"/>
            </a:fillRef>
            <a:effectRef idx="1">
              <a:schemeClr val="accent3"/>
            </a:effectRef>
            <a:fontRef idx="minor">
              <a:schemeClr val="dk1"/>
            </a:fontRef>
          </p:style>
          <p:txBody>
            <a:bodyPr spcFirstLastPara="0" vert="horz" wrap="square" lIns="170003" tIns="13823" rIns="170004" bIns="13823" numCol="1" spcCol="1270" anchor="ctr" anchorCtr="0">
              <a:noAutofit/>
            </a:bodyP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defTabSz="594360">
                <a:lnSpc>
                  <a:spcPct val="90000"/>
                </a:lnSpc>
                <a:spcBef>
                  <a:spcPct val="0"/>
                </a:spcBef>
                <a:spcAft>
                  <a:spcPct val="35000"/>
                </a:spcAft>
              </a:pPr>
              <a:endParaRPr lang="en-GB" sz="815" b="1" dirty="0">
                <a:solidFill>
                  <a:schemeClr val="tx1"/>
                </a:solidFill>
                <a:latin typeface="+mj-lt"/>
              </a:endParaRPr>
            </a:p>
          </p:txBody>
        </p:sp>
        <p:sp>
          <p:nvSpPr>
            <p:cNvPr id="292" name="Freeform 291"/>
            <p:cNvSpPr/>
            <p:nvPr/>
          </p:nvSpPr>
          <p:spPr>
            <a:xfrm>
              <a:off x="7949886" y="3582142"/>
              <a:ext cx="320112" cy="156475"/>
            </a:xfrm>
            <a:custGeom>
              <a:avLst/>
              <a:gdLst>
                <a:gd name="connsiteX0" fmla="*/ 0 w 1475910"/>
                <a:gd name="connsiteY0" fmla="*/ 540060 h 540060"/>
                <a:gd name="connsiteX1" fmla="*/ 245987 w 1475910"/>
                <a:gd name="connsiteY1" fmla="*/ 0 h 540060"/>
                <a:gd name="connsiteX2" fmla="*/ 1229923 w 1475910"/>
                <a:gd name="connsiteY2" fmla="*/ 0 h 540060"/>
                <a:gd name="connsiteX3" fmla="*/ 1475910 w 1475910"/>
                <a:gd name="connsiteY3" fmla="*/ 540060 h 540060"/>
                <a:gd name="connsiteX4" fmla="*/ 0 w 1475910"/>
                <a:gd name="connsiteY4" fmla="*/ 540060 h 540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75910" h="540060">
                  <a:moveTo>
                    <a:pt x="0" y="540060"/>
                  </a:moveTo>
                  <a:lnTo>
                    <a:pt x="245987" y="0"/>
                  </a:lnTo>
                  <a:lnTo>
                    <a:pt x="1229923" y="0"/>
                  </a:lnTo>
                  <a:lnTo>
                    <a:pt x="1475910" y="540060"/>
                  </a:lnTo>
                  <a:lnTo>
                    <a:pt x="0" y="540060"/>
                  </a:lnTo>
                  <a:close/>
                </a:path>
              </a:pathLst>
            </a:custGeom>
            <a:solidFill>
              <a:schemeClr val="accent6">
                <a:lumMod val="40000"/>
                <a:lumOff val="60000"/>
              </a:schemeClr>
            </a:solidFill>
            <a:ln>
              <a:noFill/>
            </a:ln>
            <a:effectLst/>
          </p:spPr>
          <p:style>
            <a:lnRef idx="1">
              <a:schemeClr val="accent5"/>
            </a:lnRef>
            <a:fillRef idx="2">
              <a:schemeClr val="accent5"/>
            </a:fillRef>
            <a:effectRef idx="1">
              <a:schemeClr val="accent5"/>
            </a:effectRef>
            <a:fontRef idx="minor">
              <a:schemeClr val="dk1"/>
            </a:fontRef>
          </p:style>
          <p:txBody>
            <a:bodyPr spcFirstLastPara="0" vert="horz" wrap="square" lIns="248095" tIns="13823" rIns="248094" bIns="13823" numCol="1" spcCol="1270" anchor="ctr" anchorCtr="0">
              <a:noAutofit/>
            </a:bodyP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defTabSz="594360">
                <a:lnSpc>
                  <a:spcPct val="90000"/>
                </a:lnSpc>
                <a:spcBef>
                  <a:spcPct val="0"/>
                </a:spcBef>
                <a:spcAft>
                  <a:spcPct val="35000"/>
                </a:spcAft>
              </a:pPr>
              <a:endParaRPr lang="en-GB" sz="815" b="1" dirty="0">
                <a:solidFill>
                  <a:schemeClr val="tx1"/>
                </a:solidFill>
                <a:latin typeface="+mj-lt"/>
              </a:endParaRPr>
            </a:p>
          </p:txBody>
        </p:sp>
        <p:sp>
          <p:nvSpPr>
            <p:cNvPr id="293" name="Freeform 292"/>
            <p:cNvSpPr/>
            <p:nvPr/>
          </p:nvSpPr>
          <p:spPr>
            <a:xfrm>
              <a:off x="7896534" y="3749794"/>
              <a:ext cx="426816" cy="156475"/>
            </a:xfrm>
            <a:custGeom>
              <a:avLst/>
              <a:gdLst>
                <a:gd name="connsiteX0" fmla="*/ 0 w 1967880"/>
                <a:gd name="connsiteY0" fmla="*/ 540060 h 540060"/>
                <a:gd name="connsiteX1" fmla="*/ 245987 w 1967880"/>
                <a:gd name="connsiteY1" fmla="*/ 0 h 540060"/>
                <a:gd name="connsiteX2" fmla="*/ 1721893 w 1967880"/>
                <a:gd name="connsiteY2" fmla="*/ 0 h 540060"/>
                <a:gd name="connsiteX3" fmla="*/ 1967880 w 1967880"/>
                <a:gd name="connsiteY3" fmla="*/ 540060 h 540060"/>
                <a:gd name="connsiteX4" fmla="*/ 0 w 1967880"/>
                <a:gd name="connsiteY4" fmla="*/ 540060 h 540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7880" h="540060">
                  <a:moveTo>
                    <a:pt x="0" y="540060"/>
                  </a:moveTo>
                  <a:lnTo>
                    <a:pt x="245987" y="0"/>
                  </a:lnTo>
                  <a:lnTo>
                    <a:pt x="1721893" y="0"/>
                  </a:lnTo>
                  <a:lnTo>
                    <a:pt x="1967880" y="540060"/>
                  </a:lnTo>
                  <a:lnTo>
                    <a:pt x="0" y="540060"/>
                  </a:lnTo>
                  <a:close/>
                </a:path>
              </a:pathLst>
            </a:custGeom>
            <a:solidFill>
              <a:schemeClr val="accent6">
                <a:lumMod val="20000"/>
                <a:lumOff val="80000"/>
              </a:schemeClr>
            </a:solidFill>
            <a:ln>
              <a:noFill/>
            </a:ln>
            <a:effectLst/>
          </p:spPr>
          <p:style>
            <a:lnRef idx="1">
              <a:schemeClr val="accent5"/>
            </a:lnRef>
            <a:fillRef idx="2">
              <a:schemeClr val="accent5"/>
            </a:fillRef>
            <a:effectRef idx="1">
              <a:schemeClr val="accent5"/>
            </a:effectRef>
            <a:fontRef idx="minor">
              <a:schemeClr val="dk1"/>
            </a:fontRef>
          </p:style>
          <p:txBody>
            <a:bodyPr spcFirstLastPara="0" vert="horz" wrap="square" lIns="326184" tIns="13823" rIns="326185" bIns="13823" numCol="1" spcCol="1270" anchor="ctr" anchorCtr="0">
              <a:noAutofit/>
            </a:bodyP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defTabSz="594360">
                <a:lnSpc>
                  <a:spcPct val="90000"/>
                </a:lnSpc>
                <a:spcBef>
                  <a:spcPct val="0"/>
                </a:spcBef>
                <a:spcAft>
                  <a:spcPct val="35000"/>
                </a:spcAft>
              </a:pPr>
              <a:endParaRPr lang="en-GB" sz="815" b="1" dirty="0">
                <a:solidFill>
                  <a:schemeClr val="tx1"/>
                </a:solidFill>
                <a:latin typeface="+mj-lt"/>
              </a:endParaRPr>
            </a:p>
          </p:txBody>
        </p:sp>
      </p:grpSp>
      <p:pic>
        <p:nvPicPr>
          <p:cNvPr id="294" name="Picture 293"/>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8095926" y="3676758"/>
            <a:ext cx="483964" cy="522712"/>
          </a:xfrm>
          <a:prstGeom prst="rect">
            <a:avLst/>
          </a:prstGeom>
        </p:spPr>
      </p:pic>
      <p:sp>
        <p:nvSpPr>
          <p:cNvPr id="298" name="Rectangle 297"/>
          <p:cNvSpPr>
            <a:spLocks noChangeArrowheads="1"/>
          </p:cNvSpPr>
          <p:nvPr/>
        </p:nvSpPr>
        <p:spPr bwMode="auto">
          <a:xfrm>
            <a:off x="1861517" y="2842579"/>
            <a:ext cx="417195" cy="2056106"/>
          </a:xfrm>
          <a:prstGeom prst="rect">
            <a:avLst/>
          </a:prstGeom>
          <a:noFill/>
          <a:ln w="9525">
            <a:solidFill>
              <a:schemeClr val="accent1"/>
            </a:solidFill>
            <a:miter lim="800000"/>
          </a:ln>
        </p:spPr>
        <p:txBody>
          <a:bodyPr vert="vert270" wrap="square" lIns="41469" tIns="24881" rIns="41469" bIns="24881" anchor="ctr" anchorCtr="1">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r>
              <a:rPr lang="en-US" sz="1090" dirty="0">
                <a:solidFill>
                  <a:srgbClr val="000000"/>
                </a:solidFill>
                <a:latin typeface="+mj-lt"/>
              </a:rPr>
              <a:t>Total </a:t>
            </a:r>
            <a:r>
              <a:rPr lang="en-US" sz="1090" dirty="0" smtClean="0">
                <a:solidFill>
                  <a:srgbClr val="000000"/>
                </a:solidFill>
                <a:latin typeface="+mj-lt"/>
              </a:rPr>
              <a:t>Third Party Inventory from multiple data sources</a:t>
            </a:r>
            <a:endParaRPr lang="en-US" sz="1090" dirty="0">
              <a:solidFill>
                <a:srgbClr val="000000"/>
              </a:solidFill>
              <a:latin typeface="+mj-lt"/>
            </a:endParaRPr>
          </a:p>
        </p:txBody>
      </p:sp>
      <p:sp>
        <p:nvSpPr>
          <p:cNvPr id="299" name="TextBox 308"/>
          <p:cNvSpPr txBox="1"/>
          <p:nvPr/>
        </p:nvSpPr>
        <p:spPr>
          <a:xfrm>
            <a:off x="8120597" y="3360771"/>
            <a:ext cx="796925" cy="167005"/>
          </a:xfrm>
          <a:prstGeom prst="rect">
            <a:avLst/>
          </a:prstGeom>
          <a:noFill/>
        </p:spPr>
        <p:txBody>
          <a:bodyPr wrap="non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274320"/>
            <a:r>
              <a:rPr lang="en-US" sz="1090" dirty="0" smtClean="0">
                <a:latin typeface="+mj-lt"/>
                <a:cs typeface="腾讯体 W3" panose="020C04030202040F0204" pitchFamily="34" charset="-122"/>
              </a:rPr>
              <a:t>assessment</a:t>
            </a:r>
            <a:endParaRPr lang="en-US" sz="1090" dirty="0" smtClean="0">
              <a:latin typeface="+mj-lt"/>
              <a:cs typeface="腾讯体 W3" panose="020C04030202040F0204" pitchFamily="34" charset="-122"/>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 name="AutoShape 4"/>
          <p:cNvSpPr>
            <a:spLocks noChangeArrowheads="1"/>
          </p:cNvSpPr>
          <p:nvPr/>
        </p:nvSpPr>
        <p:spPr bwMode="auto">
          <a:xfrm rot="16200000" flipV="1">
            <a:off x="6792551" y="3614135"/>
            <a:ext cx="1240953" cy="495515"/>
          </a:xfrm>
          <a:prstGeom prst="upArrow">
            <a:avLst>
              <a:gd name="adj1" fmla="val 45825"/>
              <a:gd name="adj2" fmla="val 62102"/>
            </a:avLst>
          </a:prstGeom>
          <a:solidFill>
            <a:schemeClr val="tx2"/>
          </a:solidFill>
          <a:ln w="6350">
            <a:noFill/>
            <a:miter lim="800000"/>
            <a:headEnd type="none" w="sm" len="sm"/>
            <a:tailEnd type="none" w="sm" len="sm"/>
          </a:ln>
        </p:spPr>
        <p:txBody>
          <a:bodyPr wrap="none"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US" sz="1635" b="0" i="0" u="none" strike="noStrike" kern="0" cap="none" spc="0" normalizeH="0" baseline="0" noProof="0" smtClean="0">
              <a:ln>
                <a:noFill/>
              </a:ln>
              <a:solidFill>
                <a:sysClr val="windowText" lastClr="000000"/>
              </a:solidFill>
              <a:effectLst/>
              <a:uLnTx/>
              <a:uFillTx/>
              <a:latin typeface="+mj-lt"/>
            </a:endParaRPr>
          </a:p>
        </p:txBody>
      </p:sp>
      <p:sp>
        <p:nvSpPr>
          <p:cNvPr id="23" name="Oval 22"/>
          <p:cNvSpPr/>
          <p:nvPr/>
        </p:nvSpPr>
        <p:spPr bwMode="gray">
          <a:xfrm>
            <a:off x="6935931" y="3437355"/>
            <a:ext cx="262185" cy="887641"/>
          </a:xfrm>
          <a:prstGeom prst="ellipse">
            <a:avLst/>
          </a:prstGeom>
          <a:solidFill>
            <a:schemeClr val="bg2"/>
          </a:solidFill>
          <a:ln w="9525">
            <a:noFill/>
            <a:round/>
          </a:ln>
        </p:spPr>
        <p:txBody>
          <a:bodyPr rtlCol="0" anchor="ctr"/>
          <a:lstStyle/>
          <a:p>
            <a:pPr algn="ctr"/>
            <a:endParaRPr lang="en-GB" sz="1815"/>
          </a:p>
        </p:txBody>
      </p:sp>
      <p:sp>
        <p:nvSpPr>
          <p:cNvPr id="2" name="Title 1"/>
          <p:cNvSpPr>
            <a:spLocks noGrp="1"/>
          </p:cNvSpPr>
          <p:nvPr>
            <p:ph type="title"/>
          </p:nvPr>
        </p:nvSpPr>
        <p:spPr/>
        <p:txBody>
          <a:bodyPr/>
          <a:lstStyle/>
          <a:p>
            <a:r>
              <a:rPr lang="en-GB" dirty="0" smtClean="0"/>
              <a:t>Process charts</a:t>
            </a:r>
            <a:br>
              <a:rPr lang="en-GB" dirty="0" smtClean="0"/>
            </a:br>
            <a:r>
              <a:rPr lang="en-GB" b="0" i="0" dirty="0" smtClean="0"/>
              <a:t>Funnel</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320" name="Freeform 6"/>
          <p:cNvSpPr/>
          <p:nvPr/>
        </p:nvSpPr>
        <p:spPr bwMode="auto">
          <a:xfrm>
            <a:off x="3804991" y="2100530"/>
            <a:ext cx="3294033" cy="3660250"/>
          </a:xfrm>
          <a:custGeom>
            <a:avLst/>
            <a:gdLst/>
            <a:ahLst/>
            <a:cxnLst>
              <a:cxn ang="0">
                <a:pos x="1" y="2539"/>
              </a:cxn>
              <a:cxn ang="0">
                <a:pos x="924" y="1824"/>
              </a:cxn>
              <a:cxn ang="0">
                <a:pos x="1900" y="1824"/>
              </a:cxn>
              <a:cxn ang="0">
                <a:pos x="2134" y="1231"/>
              </a:cxn>
              <a:cxn ang="0">
                <a:pos x="1900" y="630"/>
              </a:cxn>
              <a:cxn ang="0">
                <a:pos x="815" y="630"/>
              </a:cxn>
              <a:cxn ang="0">
                <a:pos x="0" y="0"/>
              </a:cxn>
              <a:cxn ang="0">
                <a:pos x="1" y="2539"/>
              </a:cxn>
            </a:cxnLst>
            <a:rect l="0" t="0" r="r" b="b"/>
            <a:pathLst>
              <a:path w="2134" h="2539">
                <a:moveTo>
                  <a:pt x="1" y="2539"/>
                </a:moveTo>
                <a:lnTo>
                  <a:pt x="924" y="1824"/>
                </a:lnTo>
                <a:lnTo>
                  <a:pt x="1900" y="1824"/>
                </a:lnTo>
                <a:cubicBezTo>
                  <a:pt x="2102" y="1725"/>
                  <a:pt x="2134" y="1430"/>
                  <a:pt x="2134" y="1231"/>
                </a:cubicBezTo>
                <a:cubicBezTo>
                  <a:pt x="2134" y="1032"/>
                  <a:pt x="2093" y="729"/>
                  <a:pt x="1900" y="630"/>
                </a:cubicBezTo>
                <a:lnTo>
                  <a:pt x="815" y="630"/>
                </a:lnTo>
                <a:lnTo>
                  <a:pt x="0" y="0"/>
                </a:lnTo>
                <a:lnTo>
                  <a:pt x="1" y="2539"/>
                </a:lnTo>
                <a:close/>
              </a:path>
            </a:pathLst>
          </a:custGeom>
          <a:solidFill>
            <a:srgbClr val="E5EFFF"/>
          </a:solidFill>
          <a:ln w="6350" cap="flat" cmpd="sng">
            <a:solidFill>
              <a:srgbClr val="1450B8"/>
            </a:solidFill>
            <a:prstDash val="solid"/>
            <a:round/>
            <a:headEnd type="none" w="sm" len="sm"/>
            <a:tailEnd type="none" w="sm" len="sm"/>
          </a:ln>
          <a:effectLst/>
        </p:spPr>
        <p:txBody>
          <a:bodyPr wrap="square" lIns="114285" tIns="42448" rIns="81632" bIns="42448" anchor="ctr">
            <a:noAutofit/>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latin typeface="+mj-lt"/>
            </a:endParaRPr>
          </a:p>
        </p:txBody>
      </p:sp>
      <p:grpSp>
        <p:nvGrpSpPr>
          <p:cNvPr id="3" name="Group 21"/>
          <p:cNvGrpSpPr/>
          <p:nvPr/>
        </p:nvGrpSpPr>
        <p:grpSpPr>
          <a:xfrm>
            <a:off x="7701842" y="1989657"/>
            <a:ext cx="2729420" cy="4247962"/>
            <a:chOff x="7117142" y="2049581"/>
            <a:chExt cx="2800350" cy="4683378"/>
          </a:xfrm>
        </p:grpSpPr>
        <p:sp>
          <p:nvSpPr>
            <p:cNvPr id="322" name="Rectangle 8"/>
            <p:cNvSpPr>
              <a:spLocks noChangeArrowheads="1"/>
            </p:cNvSpPr>
            <p:nvPr/>
          </p:nvSpPr>
          <p:spPr bwMode="auto">
            <a:xfrm>
              <a:off x="7117142" y="2049581"/>
              <a:ext cx="2800350" cy="4683378"/>
            </a:xfrm>
            <a:prstGeom prst="rect">
              <a:avLst/>
            </a:prstGeom>
            <a:solidFill>
              <a:schemeClr val="tx2"/>
            </a:solidFill>
            <a:ln w="6350">
              <a:noFill/>
              <a:miter lim="800000"/>
              <a:headEnd type="none" w="sm" len="sm"/>
              <a:tailEnd type="none" w="sm" len="sm"/>
            </a:ln>
          </p:spPr>
          <p:txBody>
            <a:bodyPr lIns="114285" tIns="75102" rIns="81632" bIns="42448"/>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1635" b="1" i="0" u="none" strike="noStrike" kern="0" cap="none" spc="0" normalizeH="0" baseline="0" noProof="0" smtClean="0">
                  <a:ln>
                    <a:noFill/>
                  </a:ln>
                  <a:solidFill>
                    <a:schemeClr val="bg2"/>
                  </a:solidFill>
                  <a:effectLst/>
                  <a:uLnTx/>
                  <a:uFillTx/>
                  <a:latin typeface="+mj-lt"/>
                </a:rPr>
                <a:t>OUTPUTS</a:t>
              </a:r>
              <a:endParaRPr kumimoji="0" lang="en-US" sz="1635" b="1" i="0" u="none" strike="noStrike" kern="0" cap="none" spc="0" normalizeH="0" baseline="0" noProof="0" smtClean="0">
                <a:ln>
                  <a:noFill/>
                </a:ln>
                <a:solidFill>
                  <a:schemeClr val="bg2"/>
                </a:solidFill>
                <a:effectLst/>
                <a:uLnTx/>
                <a:uFillTx/>
                <a:latin typeface="+mj-lt"/>
              </a:endParaRPr>
            </a:p>
            <a:p>
              <a:pPr marL="0" marR="0" lvl="0" indent="0" algn="ctr" defTabSz="762000" eaLnBrk="0" fontAlgn="auto" latinLnBrk="0" hangingPunct="0">
                <a:lnSpc>
                  <a:spcPct val="100000"/>
                </a:lnSpc>
                <a:spcBef>
                  <a:spcPts val="0"/>
                </a:spcBef>
                <a:spcAft>
                  <a:spcPts val="0"/>
                </a:spcAft>
                <a:buClrTx/>
                <a:buSzTx/>
                <a:buFontTx/>
                <a:buNone/>
                <a:defRPr/>
              </a:pPr>
              <a:endParaRPr kumimoji="0" lang="en-GB" sz="1635" b="1" i="0" u="none" strike="noStrike" kern="0" cap="none" spc="0" normalizeH="0" baseline="0" noProof="0" smtClean="0">
                <a:ln>
                  <a:noFill/>
                </a:ln>
                <a:solidFill>
                  <a:sysClr val="windowText" lastClr="000000"/>
                </a:solidFill>
                <a:effectLst/>
                <a:uLnTx/>
                <a:uFillTx/>
                <a:latin typeface="+mj-lt"/>
              </a:endParaRPr>
            </a:p>
          </p:txBody>
        </p:sp>
        <p:sp>
          <p:nvSpPr>
            <p:cNvPr id="323" name="Rectangle 9"/>
            <p:cNvSpPr>
              <a:spLocks noChangeArrowheads="1"/>
            </p:cNvSpPr>
            <p:nvPr/>
          </p:nvSpPr>
          <p:spPr bwMode="auto">
            <a:xfrm>
              <a:off x="7325041" y="2483800"/>
              <a:ext cx="2403475" cy="327475"/>
            </a:xfrm>
            <a:prstGeom prst="rect">
              <a:avLst/>
            </a:prstGeom>
            <a:solidFill>
              <a:schemeClr val="tx2">
                <a:lumMod val="40000"/>
                <a:lumOff val="60000"/>
              </a:schemeClr>
            </a:solidFill>
            <a:ln w="6350">
              <a:noFill/>
              <a:miter lim="800000"/>
            </a:ln>
          </p:spPr>
          <p:txBody>
            <a:bodyPr lIns="0" tIns="0" rIns="0" bIns="0"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effectLst/>
                  <a:uLnTx/>
                  <a:uFillTx/>
                  <a:latin typeface="+mj-lt"/>
                </a:rPr>
                <a:t>xxx</a:t>
              </a:r>
              <a:endParaRPr kumimoji="0" lang="en-US" sz="815" b="1" i="0" u="none" strike="noStrike" kern="0" cap="none" spc="0" normalizeH="0" baseline="0" noProof="0" dirty="0" smtClean="0">
                <a:ln>
                  <a:noFill/>
                </a:ln>
                <a:effectLst/>
                <a:uLnTx/>
                <a:uFillTx/>
                <a:latin typeface="+mj-lt"/>
              </a:endParaRPr>
            </a:p>
          </p:txBody>
        </p:sp>
        <p:sp>
          <p:nvSpPr>
            <p:cNvPr id="324" name="Rectangle 10"/>
            <p:cNvSpPr>
              <a:spLocks noChangeArrowheads="1"/>
            </p:cNvSpPr>
            <p:nvPr/>
          </p:nvSpPr>
          <p:spPr bwMode="auto">
            <a:xfrm>
              <a:off x="7325041" y="2846942"/>
              <a:ext cx="2403475" cy="1835150"/>
            </a:xfrm>
            <a:prstGeom prst="rect">
              <a:avLst/>
            </a:prstGeom>
            <a:solidFill>
              <a:srgbClr val="FFFFFF"/>
            </a:solidFill>
            <a:ln w="6350">
              <a:noFill/>
              <a:miter lim="800000"/>
            </a:ln>
          </p:spPr>
          <p:txBody>
            <a:bodyPr lIns="48979" tIns="81632" rIns="81632" bIns="81632"/>
            <a:lstStyle/>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smtClean="0">
                  <a:ln>
                    <a:noFill/>
                  </a:ln>
                  <a:solidFill>
                    <a:sysClr val="windowText" lastClr="000000"/>
                  </a:solidFill>
                  <a:effectLst/>
                  <a:uLnTx/>
                  <a:uFillTx/>
                  <a:latin typeface="+mj-lt"/>
                </a:rPr>
                <a:t>Xxx</a:t>
              </a:r>
              <a:endParaRPr kumimoji="0" lang="en-GB" sz="815" b="0" i="0" u="none" strike="noStrike" kern="0" cap="none" spc="0" normalizeH="0" baseline="0" noProof="0" dirty="0" smtClean="0">
                <a:ln>
                  <a:noFill/>
                </a:ln>
                <a:solidFill>
                  <a:sysClr val="windowText" lastClr="000000"/>
                </a:solidFill>
                <a:effectLst/>
                <a:uLnTx/>
                <a:uFillTx/>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smtClean="0">
                  <a:ln>
                    <a:noFill/>
                  </a:ln>
                  <a:solidFill>
                    <a:sysClr val="windowText" lastClr="000000"/>
                  </a:solidFill>
                  <a:effectLst/>
                  <a:uLnTx/>
                  <a:uFillTx/>
                  <a:latin typeface="+mj-lt"/>
                </a:rPr>
                <a:t>Xxx</a:t>
              </a:r>
              <a:endParaRPr kumimoji="0" lang="en-GB" sz="815" b="0" i="0" u="none" strike="noStrike" kern="0" cap="none" spc="0" normalizeH="0" baseline="0" noProof="0" dirty="0" smtClean="0">
                <a:ln>
                  <a:noFill/>
                </a:ln>
                <a:solidFill>
                  <a:sysClr val="windowText" lastClr="000000"/>
                </a:solidFill>
                <a:effectLst/>
                <a:uLnTx/>
                <a:uFillTx/>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smtClean="0">
                  <a:ln>
                    <a:noFill/>
                  </a:ln>
                  <a:solidFill>
                    <a:sysClr val="windowText" lastClr="000000"/>
                  </a:solidFill>
                  <a:effectLst/>
                  <a:uLnTx/>
                  <a:uFillTx/>
                  <a:latin typeface="+mj-lt"/>
                </a:rPr>
                <a:t>Xxx</a:t>
              </a:r>
              <a:endParaRPr kumimoji="0" lang="en-GB" sz="815" b="0" i="0" u="none" strike="noStrike" kern="0" cap="none" spc="0" normalizeH="0" baseline="0" noProof="0" dirty="0" smtClean="0">
                <a:ln>
                  <a:noFill/>
                </a:ln>
                <a:solidFill>
                  <a:sysClr val="windowText" lastClr="000000"/>
                </a:solidFill>
                <a:effectLst/>
                <a:uLnTx/>
                <a:uFillTx/>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smtClean="0">
                  <a:ln>
                    <a:noFill/>
                  </a:ln>
                  <a:solidFill>
                    <a:sysClr val="windowText" lastClr="000000"/>
                  </a:solidFill>
                  <a:effectLst/>
                  <a:uLnTx/>
                  <a:uFillTx/>
                  <a:latin typeface="+mj-lt"/>
                </a:rPr>
                <a:t>Xxx</a:t>
              </a:r>
              <a:endParaRPr kumimoji="0" lang="en-GB" sz="815" b="0" i="0" u="none" strike="noStrike" kern="0" cap="none" spc="0" normalizeH="0" baseline="0" noProof="0" dirty="0" smtClean="0">
                <a:ln>
                  <a:noFill/>
                </a:ln>
                <a:solidFill>
                  <a:sysClr val="windowText" lastClr="000000"/>
                </a:solidFill>
                <a:effectLst/>
                <a:uLnTx/>
                <a:uFillTx/>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smtClean="0">
                  <a:ln>
                    <a:noFill/>
                  </a:ln>
                  <a:solidFill>
                    <a:sysClr val="windowText" lastClr="000000"/>
                  </a:solidFill>
                  <a:effectLst/>
                  <a:uLnTx/>
                  <a:uFillTx/>
                  <a:latin typeface="+mj-lt"/>
                </a:rPr>
                <a:t>Xxx</a:t>
              </a:r>
              <a:endParaRPr kumimoji="0" lang="en-GB" sz="815" b="0" i="0" u="none" strike="noStrike" kern="0" cap="none" spc="0" normalizeH="0" baseline="0" noProof="0" dirty="0" smtClean="0">
                <a:ln>
                  <a:noFill/>
                </a:ln>
                <a:solidFill>
                  <a:sysClr val="windowText" lastClr="000000"/>
                </a:solidFill>
                <a:effectLst/>
                <a:uLnTx/>
                <a:uFillTx/>
                <a:latin typeface="+mj-lt"/>
              </a:endParaRPr>
            </a:p>
          </p:txBody>
        </p:sp>
        <p:sp>
          <p:nvSpPr>
            <p:cNvPr id="325" name="Rectangle 11"/>
            <p:cNvSpPr>
              <a:spLocks noChangeArrowheads="1"/>
            </p:cNvSpPr>
            <p:nvPr/>
          </p:nvSpPr>
          <p:spPr bwMode="auto">
            <a:xfrm>
              <a:off x="7325041" y="4828739"/>
              <a:ext cx="2403475" cy="327474"/>
            </a:xfrm>
            <a:prstGeom prst="rect">
              <a:avLst/>
            </a:prstGeom>
            <a:solidFill>
              <a:schemeClr val="tx2">
                <a:lumMod val="40000"/>
                <a:lumOff val="60000"/>
              </a:schemeClr>
            </a:solidFill>
            <a:ln w="6350">
              <a:noFill/>
              <a:miter lim="800000"/>
            </a:ln>
          </p:spPr>
          <p:txBody>
            <a:bodyPr lIns="0" tIns="0" rIns="0" bIns="0"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effectLst/>
                  <a:uLnTx/>
                  <a:uFillTx/>
                  <a:latin typeface="+mj-lt"/>
                </a:rPr>
                <a:t>xxx</a:t>
              </a:r>
              <a:endParaRPr kumimoji="0" lang="en-US" sz="815" b="1" i="0" u="none" strike="noStrike" kern="0" cap="none" spc="0" normalizeH="0" baseline="0" noProof="0" dirty="0" smtClean="0">
                <a:ln>
                  <a:noFill/>
                </a:ln>
                <a:effectLst/>
                <a:uLnTx/>
                <a:uFillTx/>
                <a:latin typeface="+mj-lt"/>
              </a:endParaRPr>
            </a:p>
          </p:txBody>
        </p:sp>
        <p:sp>
          <p:nvSpPr>
            <p:cNvPr id="326" name="Rectangle 12"/>
            <p:cNvSpPr>
              <a:spLocks noChangeArrowheads="1"/>
            </p:cNvSpPr>
            <p:nvPr/>
          </p:nvSpPr>
          <p:spPr bwMode="auto">
            <a:xfrm>
              <a:off x="7325041" y="5185103"/>
              <a:ext cx="2403475" cy="1369607"/>
            </a:xfrm>
            <a:prstGeom prst="rect">
              <a:avLst/>
            </a:prstGeom>
            <a:solidFill>
              <a:srgbClr val="FFFFFF"/>
            </a:solidFill>
            <a:ln w="6350">
              <a:noFill/>
              <a:miter lim="800000"/>
            </a:ln>
          </p:spPr>
          <p:txBody>
            <a:bodyPr lIns="48979" tIns="81632" rIns="81632" bIns="81632"/>
            <a:lstStyle/>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smtClean="0">
                  <a:solidFill>
                    <a:sysClr val="windowText" lastClr="000000"/>
                  </a:solidFill>
                  <a:latin typeface="+mj-lt"/>
                </a:rPr>
                <a:t>Xxx</a:t>
              </a:r>
              <a:endParaRPr lang="en-GB" sz="815" kern="0" dirty="0" smtClean="0">
                <a:solidFill>
                  <a:sysClr val="windowText" lastClr="000000"/>
                </a:solidFill>
                <a:latin typeface="+mj-lt"/>
              </a:endParaRPr>
            </a:p>
          </p:txBody>
        </p:sp>
      </p:grpSp>
      <p:sp>
        <p:nvSpPr>
          <p:cNvPr id="327" name="Rectangle 13"/>
          <p:cNvSpPr>
            <a:spLocks noChangeArrowheads="1"/>
          </p:cNvSpPr>
          <p:nvPr/>
        </p:nvSpPr>
        <p:spPr bwMode="auto">
          <a:xfrm>
            <a:off x="4094610" y="3151318"/>
            <a:ext cx="2808475" cy="1388153"/>
          </a:xfrm>
          <a:prstGeom prst="rect">
            <a:avLst/>
          </a:prstGeom>
          <a:noFill/>
          <a:ln w="6350">
            <a:noFill/>
            <a:miter lim="800000"/>
          </a:ln>
        </p:spPr>
        <p:txBody>
          <a:bodyPr lIns="114285" tIns="81632" rIns="81632" bIns="81632"/>
          <a:lstStyle/>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smtClean="0">
                <a:solidFill>
                  <a:sysClr val="windowText" lastClr="000000"/>
                </a:solidFill>
                <a:latin typeface="+mj-lt"/>
              </a:rPr>
              <a:t>Xxx</a:t>
            </a:r>
            <a:endParaRPr lang="en-GB" sz="1000" kern="0" dirty="0" smtClean="0">
              <a:solidFill>
                <a:sysClr val="windowText" lastClr="000000"/>
              </a:solidFill>
              <a:latin typeface="+mj-lt"/>
            </a:endParaRPr>
          </a:p>
        </p:txBody>
      </p:sp>
      <p:sp>
        <p:nvSpPr>
          <p:cNvPr id="328" name="Oval 14"/>
          <p:cNvSpPr>
            <a:spLocks noChangeArrowheads="1"/>
          </p:cNvSpPr>
          <p:nvPr/>
        </p:nvSpPr>
        <p:spPr bwMode="auto">
          <a:xfrm rot="16200000">
            <a:off x="1962060" y="3693622"/>
            <a:ext cx="3660249" cy="474066"/>
          </a:xfrm>
          <a:prstGeom prst="ellipse">
            <a:avLst/>
          </a:prstGeom>
          <a:solidFill>
            <a:srgbClr val="808B9E"/>
          </a:solidFill>
          <a:ln w="6350">
            <a:solidFill>
              <a:srgbClr val="1450B8"/>
            </a:solidFill>
            <a:round/>
            <a:headEnd type="none" w="sm" len="sm"/>
            <a:tailEnd type="none" w="sm" len="sm"/>
          </a:ln>
          <a:effectLst/>
        </p:spPr>
        <p:txBody>
          <a:bodyPr lIns="114285" tIns="42448" rIns="81632" bIns="42448" anchor="ctr">
            <a:spAutoFit/>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latin typeface="+mj-lt"/>
            </a:endParaRPr>
          </a:p>
        </p:txBody>
      </p:sp>
      <p:sp>
        <p:nvSpPr>
          <p:cNvPr id="329" name="Rectangle 15"/>
          <p:cNvSpPr>
            <a:spLocks noChangeArrowheads="1"/>
          </p:cNvSpPr>
          <p:nvPr/>
        </p:nvSpPr>
        <p:spPr bwMode="auto">
          <a:xfrm>
            <a:off x="1720004" y="2225802"/>
            <a:ext cx="914400" cy="335280"/>
          </a:xfrm>
          <a:prstGeom prst="rect">
            <a:avLst/>
          </a:prstGeom>
          <a:noFill/>
          <a:ln w="6350">
            <a:noFill/>
            <a:miter lim="800000"/>
            <a:headEnd type="none" w="sm" len="sm"/>
            <a:tailEnd type="none" w="sm" len="sm"/>
          </a:ln>
        </p:spPr>
        <p:txBody>
          <a:bodyPr wrap="none" lIns="114285" tIns="42448" rIns="81632" bIns="42448">
            <a:spAutoFit/>
          </a:bodyPr>
          <a:lstStyle/>
          <a:p>
            <a:pPr marL="0" marR="0" lvl="0" indent="0" defTabSz="762000" eaLnBrk="0" fontAlgn="auto" latinLnBrk="0" hangingPunct="0">
              <a:lnSpc>
                <a:spcPct val="100000"/>
              </a:lnSpc>
              <a:spcBef>
                <a:spcPts val="0"/>
              </a:spcBef>
              <a:spcAft>
                <a:spcPts val="0"/>
              </a:spcAft>
              <a:buClrTx/>
              <a:buSzTx/>
              <a:buFontTx/>
              <a:buNone/>
              <a:defRPr/>
            </a:pPr>
            <a:r>
              <a:rPr kumimoji="0" lang="en-GB" sz="1635" b="1" u="none" strike="noStrike" kern="0" cap="none" spc="0" normalizeH="0" baseline="0" noProof="0" smtClean="0">
                <a:ln>
                  <a:noFill/>
                </a:ln>
                <a:solidFill>
                  <a:schemeClr val="tx2"/>
                </a:solidFill>
                <a:effectLst/>
                <a:uLnTx/>
                <a:uFillTx/>
                <a:latin typeface="+mj-lt"/>
              </a:rPr>
              <a:t>INPUTS</a:t>
            </a:r>
            <a:endParaRPr kumimoji="0" lang="en-GB" sz="1635" b="1" u="none" strike="noStrike" kern="0" cap="none" spc="0" normalizeH="0" baseline="0" noProof="0" smtClean="0">
              <a:ln>
                <a:noFill/>
              </a:ln>
              <a:solidFill>
                <a:schemeClr val="tx2"/>
              </a:solidFill>
              <a:effectLst/>
              <a:uLnTx/>
              <a:uFillTx/>
              <a:latin typeface="+mj-lt"/>
            </a:endParaRPr>
          </a:p>
        </p:txBody>
      </p:sp>
      <p:sp>
        <p:nvSpPr>
          <p:cNvPr id="330" name="Rectangle 16"/>
          <p:cNvSpPr>
            <a:spLocks noChangeArrowheads="1"/>
          </p:cNvSpPr>
          <p:nvPr/>
        </p:nvSpPr>
        <p:spPr bwMode="auto">
          <a:xfrm>
            <a:off x="1799198" y="3085429"/>
            <a:ext cx="1892041" cy="326859"/>
          </a:xfrm>
          <a:prstGeom prst="rect">
            <a:avLst/>
          </a:prstGeom>
          <a:solidFill>
            <a:schemeClr val="tx2"/>
          </a:solidFill>
          <a:ln w="6350">
            <a:solidFill>
              <a:schemeClr val="accent1"/>
            </a:solidFill>
            <a:miter lim="800000"/>
          </a:ln>
        </p:spPr>
        <p:txBody>
          <a:bodyPr lIns="48979" tIns="48979" rIns="48979" bIns="48979"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solidFill>
                  <a:schemeClr val="bg2"/>
                </a:solidFill>
                <a:effectLst/>
                <a:uLnTx/>
                <a:uFillTx/>
                <a:latin typeface="+mj-lt"/>
              </a:rPr>
              <a:t>xxx</a:t>
            </a:r>
            <a:endParaRPr kumimoji="0" lang="en-US" sz="815" b="1" i="0" u="none" strike="noStrike" kern="0" cap="none" spc="0" normalizeH="0" baseline="0" noProof="0" dirty="0" smtClean="0">
              <a:ln>
                <a:noFill/>
              </a:ln>
              <a:solidFill>
                <a:schemeClr val="bg2"/>
              </a:solidFill>
              <a:effectLst/>
              <a:uLnTx/>
              <a:uFillTx/>
              <a:latin typeface="+mj-lt"/>
            </a:endParaRPr>
          </a:p>
        </p:txBody>
      </p:sp>
      <p:sp>
        <p:nvSpPr>
          <p:cNvPr id="331" name="Rectangle 17"/>
          <p:cNvSpPr>
            <a:spLocks noChangeArrowheads="1"/>
          </p:cNvSpPr>
          <p:nvPr/>
        </p:nvSpPr>
        <p:spPr bwMode="auto">
          <a:xfrm>
            <a:off x="1799198" y="2585780"/>
            <a:ext cx="1892041" cy="326860"/>
          </a:xfrm>
          <a:prstGeom prst="rect">
            <a:avLst/>
          </a:prstGeom>
          <a:solidFill>
            <a:schemeClr val="tx2"/>
          </a:solidFill>
          <a:ln w="6350">
            <a:solidFill>
              <a:schemeClr val="accent1"/>
            </a:solidFill>
            <a:miter lim="800000"/>
          </a:ln>
        </p:spPr>
        <p:txBody>
          <a:bodyPr lIns="48979" tIns="48979" rIns="48979" bIns="48979"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solidFill>
                  <a:schemeClr val="bg2"/>
                </a:solidFill>
                <a:effectLst/>
                <a:uLnTx/>
                <a:uFillTx/>
                <a:latin typeface="+mj-lt"/>
              </a:rPr>
              <a:t>xxx</a:t>
            </a:r>
            <a:endParaRPr kumimoji="0" lang="en-US" sz="815" b="1" i="0" u="none" strike="noStrike" kern="0" cap="none" spc="0" normalizeH="0" baseline="0" noProof="0" dirty="0" smtClean="0">
              <a:ln>
                <a:noFill/>
              </a:ln>
              <a:solidFill>
                <a:schemeClr val="bg2"/>
              </a:solidFill>
              <a:effectLst/>
              <a:uLnTx/>
              <a:uFillTx/>
              <a:latin typeface="+mj-lt"/>
            </a:endParaRPr>
          </a:p>
        </p:txBody>
      </p:sp>
      <p:sp>
        <p:nvSpPr>
          <p:cNvPr id="332" name="Rectangle 18"/>
          <p:cNvSpPr>
            <a:spLocks noChangeArrowheads="1"/>
          </p:cNvSpPr>
          <p:nvPr/>
        </p:nvSpPr>
        <p:spPr bwMode="auto">
          <a:xfrm>
            <a:off x="1799198" y="4086165"/>
            <a:ext cx="1892041" cy="326860"/>
          </a:xfrm>
          <a:prstGeom prst="rect">
            <a:avLst/>
          </a:prstGeom>
          <a:solidFill>
            <a:schemeClr val="tx2"/>
          </a:solidFill>
          <a:ln w="6350">
            <a:solidFill>
              <a:schemeClr val="accent1"/>
            </a:solidFill>
            <a:miter lim="800000"/>
          </a:ln>
        </p:spPr>
        <p:txBody>
          <a:bodyPr lIns="48979" tIns="48979" rIns="48979" bIns="48979"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solidFill>
                  <a:schemeClr val="bg2"/>
                </a:solidFill>
                <a:effectLst/>
                <a:uLnTx/>
                <a:uFillTx/>
                <a:latin typeface="+mj-lt"/>
              </a:rPr>
              <a:t>xxx</a:t>
            </a:r>
            <a:endParaRPr kumimoji="0" lang="en-US" sz="815" b="1" i="0" u="none" strike="noStrike" kern="0" cap="none" spc="0" normalizeH="0" baseline="0" noProof="0" dirty="0" smtClean="0">
              <a:ln>
                <a:noFill/>
              </a:ln>
              <a:solidFill>
                <a:schemeClr val="bg2"/>
              </a:solidFill>
              <a:effectLst/>
              <a:uLnTx/>
              <a:uFillTx/>
              <a:latin typeface="+mj-lt"/>
            </a:endParaRPr>
          </a:p>
        </p:txBody>
      </p:sp>
      <p:sp>
        <p:nvSpPr>
          <p:cNvPr id="333" name="Rectangle 19"/>
          <p:cNvSpPr>
            <a:spLocks noChangeArrowheads="1"/>
          </p:cNvSpPr>
          <p:nvPr/>
        </p:nvSpPr>
        <p:spPr bwMode="auto">
          <a:xfrm>
            <a:off x="1799198" y="3586517"/>
            <a:ext cx="1892041" cy="326859"/>
          </a:xfrm>
          <a:prstGeom prst="rect">
            <a:avLst/>
          </a:prstGeom>
          <a:solidFill>
            <a:schemeClr val="tx2"/>
          </a:solidFill>
          <a:ln w="6350">
            <a:solidFill>
              <a:schemeClr val="accent1"/>
            </a:solidFill>
            <a:miter lim="800000"/>
          </a:ln>
        </p:spPr>
        <p:txBody>
          <a:bodyPr lIns="48979" tIns="48979" rIns="48979" bIns="48979"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solidFill>
                  <a:schemeClr val="bg2"/>
                </a:solidFill>
                <a:effectLst/>
                <a:uLnTx/>
                <a:uFillTx/>
                <a:latin typeface="+mj-lt"/>
              </a:rPr>
              <a:t>xxx</a:t>
            </a:r>
            <a:endParaRPr kumimoji="0" lang="en-US" sz="815" b="1" i="0" u="none" strike="noStrike" kern="0" cap="none" spc="0" normalizeH="0" baseline="0" noProof="0" dirty="0" smtClean="0">
              <a:ln>
                <a:noFill/>
              </a:ln>
              <a:solidFill>
                <a:schemeClr val="bg2"/>
              </a:solidFill>
              <a:effectLst/>
              <a:uLnTx/>
              <a:uFillTx/>
              <a:latin typeface="+mj-lt"/>
            </a:endParaRPr>
          </a:p>
        </p:txBody>
      </p:sp>
      <p:sp>
        <p:nvSpPr>
          <p:cNvPr id="334" name="Rectangle 20"/>
          <p:cNvSpPr>
            <a:spLocks noChangeArrowheads="1"/>
          </p:cNvSpPr>
          <p:nvPr/>
        </p:nvSpPr>
        <p:spPr bwMode="auto">
          <a:xfrm>
            <a:off x="1799198" y="4587254"/>
            <a:ext cx="1892041" cy="326860"/>
          </a:xfrm>
          <a:prstGeom prst="rect">
            <a:avLst/>
          </a:prstGeom>
          <a:solidFill>
            <a:schemeClr val="tx2"/>
          </a:solidFill>
          <a:ln w="6350">
            <a:solidFill>
              <a:schemeClr val="accent1"/>
            </a:solidFill>
            <a:miter lim="800000"/>
          </a:ln>
        </p:spPr>
        <p:txBody>
          <a:bodyPr lIns="48979" tIns="48979" rIns="48979" bIns="48979"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solidFill>
                  <a:schemeClr val="bg2"/>
                </a:solidFill>
                <a:effectLst/>
                <a:uLnTx/>
                <a:uFillTx/>
                <a:latin typeface="+mj-lt"/>
              </a:rPr>
              <a:t>xxx</a:t>
            </a:r>
            <a:endParaRPr kumimoji="0" lang="en-US" sz="815" b="1" i="0" u="none" strike="noStrike" kern="0" cap="none" spc="0" normalizeH="0" baseline="0" noProof="0" dirty="0" smtClean="0">
              <a:ln>
                <a:noFill/>
              </a:ln>
              <a:solidFill>
                <a:schemeClr val="bg2"/>
              </a:solidFill>
              <a:effectLst/>
              <a:uLnTx/>
              <a:uFillTx/>
              <a:latin typeface="+mj-lt"/>
            </a:endParaRPr>
          </a:p>
        </p:txBody>
      </p:sp>
      <p:sp>
        <p:nvSpPr>
          <p:cNvPr id="335" name="Rectangle 21"/>
          <p:cNvSpPr>
            <a:spLocks noChangeArrowheads="1"/>
          </p:cNvSpPr>
          <p:nvPr/>
        </p:nvSpPr>
        <p:spPr bwMode="auto">
          <a:xfrm>
            <a:off x="1799198" y="5088342"/>
            <a:ext cx="1892041" cy="326860"/>
          </a:xfrm>
          <a:prstGeom prst="rect">
            <a:avLst/>
          </a:prstGeom>
          <a:solidFill>
            <a:schemeClr val="tx2"/>
          </a:solidFill>
          <a:ln w="6350">
            <a:solidFill>
              <a:schemeClr val="accent1"/>
            </a:solidFill>
            <a:miter lim="800000"/>
          </a:ln>
        </p:spPr>
        <p:txBody>
          <a:bodyPr lIns="48979" tIns="48979" rIns="48979" bIns="48979"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smtClean="0">
                <a:ln>
                  <a:noFill/>
                </a:ln>
                <a:solidFill>
                  <a:schemeClr val="bg2"/>
                </a:solidFill>
                <a:effectLst/>
                <a:uLnTx/>
                <a:uFillTx/>
                <a:latin typeface="+mj-lt"/>
              </a:rPr>
              <a:t>xxx</a:t>
            </a:r>
            <a:endParaRPr kumimoji="0" lang="en-US" sz="815" b="1" i="0" u="none" strike="noStrike" kern="0" cap="none" spc="0" normalizeH="0" baseline="0" noProof="0" dirty="0" smtClean="0">
              <a:ln>
                <a:noFill/>
              </a:ln>
              <a:solidFill>
                <a:schemeClr val="bg2"/>
              </a:solidFill>
              <a:effectLst/>
              <a:uLnTx/>
              <a:uFillTx/>
              <a:latin typeface="+mj-lt"/>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4294967295"/>
          </p:nvPr>
        </p:nvSpPr>
        <p:spPr>
          <a:xfrm>
            <a:off x="646545" y="5849718"/>
            <a:ext cx="5541818" cy="672381"/>
          </a:xfrm>
        </p:spPr>
        <p:txBody>
          <a:bodyPr/>
          <a:lstStyle/>
          <a:p>
            <a:endParaRPr lang="en-US"/>
          </a:p>
        </p:txBody>
      </p:sp>
      <p:sp>
        <p:nvSpPr>
          <p:cNvPr id="3" name="Title 2"/>
          <p:cNvSpPr>
            <a:spLocks noGrp="1"/>
          </p:cNvSpPr>
          <p:nvPr>
            <p:ph type="title"/>
          </p:nvPr>
        </p:nvSpPr>
        <p:spPr>
          <a:xfrm>
            <a:off x="551787" y="980805"/>
            <a:ext cx="8670523" cy="806858"/>
          </a:xfrm>
        </p:spPr>
        <p:txBody>
          <a:bodyPr/>
          <a:lstStyle/>
          <a:p>
            <a:r>
              <a:rPr lang="en-US" dirty="0"/>
              <a:t>Directional Funnel </a:t>
            </a:r>
            <a:endParaRPr lang="en-US" dirty="0"/>
          </a:p>
        </p:txBody>
      </p:sp>
      <p:grpSp>
        <p:nvGrpSpPr>
          <p:cNvPr id="77" name="组合 76"/>
          <p:cNvGrpSpPr/>
          <p:nvPr/>
        </p:nvGrpSpPr>
        <p:grpSpPr>
          <a:xfrm>
            <a:off x="2747645" y="980440"/>
            <a:ext cx="7714615" cy="5726549"/>
            <a:chOff x="3649" y="1536"/>
            <a:chExt cx="12379" cy="9139"/>
          </a:xfrm>
        </p:grpSpPr>
        <p:cxnSp>
          <p:nvCxnSpPr>
            <p:cNvPr id="4" name="Straight Connector 3"/>
            <p:cNvCxnSpPr/>
            <p:nvPr/>
          </p:nvCxnSpPr>
          <p:spPr>
            <a:xfrm flipH="1">
              <a:off x="13249" y="2746"/>
              <a:ext cx="2779" cy="0"/>
            </a:xfrm>
            <a:prstGeom prst="line">
              <a:avLst/>
            </a:prstGeom>
            <a:ln w="9525">
              <a:solidFill>
                <a:srgbClr val="9E1E1A"/>
              </a:solidFill>
            </a:ln>
            <a:effectLst/>
          </p:spPr>
          <p:style>
            <a:lnRef idx="2">
              <a:schemeClr val="accent1"/>
            </a:lnRef>
            <a:fillRef idx="0">
              <a:schemeClr val="accent1"/>
            </a:fillRef>
            <a:effectRef idx="1">
              <a:schemeClr val="accent1"/>
            </a:effectRef>
            <a:fontRef idx="minor">
              <a:schemeClr val="tx1"/>
            </a:fontRef>
          </p:style>
        </p:cxnSp>
        <p:cxnSp>
          <p:nvCxnSpPr>
            <p:cNvPr id="5" name="Straight Connector 4"/>
            <p:cNvCxnSpPr/>
            <p:nvPr/>
          </p:nvCxnSpPr>
          <p:spPr>
            <a:xfrm flipH="1">
              <a:off x="12849" y="4387"/>
              <a:ext cx="3179" cy="0"/>
            </a:xfrm>
            <a:prstGeom prst="line">
              <a:avLst/>
            </a:prstGeom>
            <a:ln w="9525">
              <a:solidFill>
                <a:srgbClr val="9E1E1A"/>
              </a:solidFill>
            </a:ln>
            <a:effectLst/>
          </p:spPr>
          <p:style>
            <a:lnRef idx="2">
              <a:schemeClr val="accent1"/>
            </a:lnRef>
            <a:fillRef idx="0">
              <a:schemeClr val="accent1"/>
            </a:fillRef>
            <a:effectRef idx="1">
              <a:schemeClr val="accent1"/>
            </a:effectRef>
            <a:fontRef idx="minor">
              <a:schemeClr val="tx1"/>
            </a:fontRef>
          </p:style>
        </p:cxnSp>
        <p:cxnSp>
          <p:nvCxnSpPr>
            <p:cNvPr id="6" name="Straight Connector 5"/>
            <p:cNvCxnSpPr/>
            <p:nvPr/>
          </p:nvCxnSpPr>
          <p:spPr>
            <a:xfrm flipH="1">
              <a:off x="11481" y="6197"/>
              <a:ext cx="4547" cy="0"/>
            </a:xfrm>
            <a:prstGeom prst="line">
              <a:avLst/>
            </a:prstGeom>
            <a:ln w="9525">
              <a:solidFill>
                <a:srgbClr val="9E1E1A"/>
              </a:solidFill>
            </a:ln>
            <a:effectLst/>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8923" y="5166"/>
              <a:ext cx="3198" cy="1743"/>
            </a:xfrm>
            <a:prstGeom prst="ellipse">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8" name="Oval 7"/>
            <p:cNvSpPr/>
            <p:nvPr/>
          </p:nvSpPr>
          <p:spPr>
            <a:xfrm>
              <a:off x="7857" y="3515"/>
              <a:ext cx="5330" cy="1743"/>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9" name="Oval 8"/>
            <p:cNvSpPr/>
            <p:nvPr/>
          </p:nvSpPr>
          <p:spPr>
            <a:xfrm>
              <a:off x="7430" y="1772"/>
              <a:ext cx="6183" cy="1950"/>
            </a:xfrm>
            <a:prstGeom prst="ellipse">
              <a:avLst/>
            </a:prstGeom>
            <a:solidFill>
              <a:schemeClr val="bg1">
                <a:lumMod val="75000"/>
              </a:schemeClr>
            </a:solidFill>
            <a:ln>
              <a:solidFill>
                <a:schemeClr val="accent6">
                  <a:lumMod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0" name="bk object 16"/>
            <p:cNvSpPr/>
            <p:nvPr/>
          </p:nvSpPr>
          <p:spPr>
            <a:xfrm>
              <a:off x="7101" y="1536"/>
              <a:ext cx="6893" cy="5805"/>
            </a:xfrm>
            <a:custGeom>
              <a:avLst/>
              <a:gdLst/>
              <a:ahLst/>
              <a:cxnLst/>
              <a:rect l="l" t="t" r="r" b="b"/>
              <a:pathLst>
                <a:path w="2463800" h="2143759">
                  <a:moveTo>
                    <a:pt x="1228874" y="0"/>
                  </a:moveTo>
                  <a:lnTo>
                    <a:pt x="1294224" y="587"/>
                  </a:lnTo>
                  <a:lnTo>
                    <a:pt x="1359212" y="2331"/>
                  </a:lnTo>
                  <a:lnTo>
                    <a:pt x="1423699" y="5202"/>
                  </a:lnTo>
                  <a:lnTo>
                    <a:pt x="1487543" y="9169"/>
                  </a:lnTo>
                  <a:lnTo>
                    <a:pt x="1550604" y="14205"/>
                  </a:lnTo>
                  <a:lnTo>
                    <a:pt x="1612742" y="20280"/>
                  </a:lnTo>
                  <a:lnTo>
                    <a:pt x="1673814" y="27364"/>
                  </a:lnTo>
                  <a:lnTo>
                    <a:pt x="1733682" y="35428"/>
                  </a:lnTo>
                  <a:lnTo>
                    <a:pt x="1792203" y="44443"/>
                  </a:lnTo>
                  <a:lnTo>
                    <a:pt x="1849238" y="54379"/>
                  </a:lnTo>
                  <a:lnTo>
                    <a:pt x="1904645" y="65208"/>
                  </a:lnTo>
                  <a:lnTo>
                    <a:pt x="1958284" y="76899"/>
                  </a:lnTo>
                  <a:lnTo>
                    <a:pt x="2010014" y="89424"/>
                  </a:lnTo>
                  <a:lnTo>
                    <a:pt x="2059694" y="102753"/>
                  </a:lnTo>
                  <a:lnTo>
                    <a:pt x="2107184" y="116856"/>
                  </a:lnTo>
                  <a:lnTo>
                    <a:pt x="2152342" y="131706"/>
                  </a:lnTo>
                  <a:lnTo>
                    <a:pt x="2195029" y="147271"/>
                  </a:lnTo>
                  <a:lnTo>
                    <a:pt x="2235103" y="163523"/>
                  </a:lnTo>
                  <a:lnTo>
                    <a:pt x="2272424" y="180433"/>
                  </a:lnTo>
                  <a:lnTo>
                    <a:pt x="2306850" y="197971"/>
                  </a:lnTo>
                  <a:lnTo>
                    <a:pt x="2366459" y="234814"/>
                  </a:lnTo>
                  <a:lnTo>
                    <a:pt x="2412802" y="273818"/>
                  </a:lnTo>
                  <a:lnTo>
                    <a:pt x="2444754" y="314749"/>
                  </a:lnTo>
                  <a:lnTo>
                    <a:pt x="2461189" y="357371"/>
                  </a:lnTo>
                  <a:lnTo>
                    <a:pt x="2463236" y="379243"/>
                  </a:lnTo>
                  <a:lnTo>
                    <a:pt x="2460981" y="401451"/>
                  </a:lnTo>
                  <a:lnTo>
                    <a:pt x="2447733" y="440530"/>
                  </a:lnTo>
                  <a:lnTo>
                    <a:pt x="2430888" y="482945"/>
                  </a:lnTo>
                  <a:lnTo>
                    <a:pt x="2409237" y="536727"/>
                  </a:lnTo>
                  <a:lnTo>
                    <a:pt x="2383002" y="600661"/>
                  </a:lnTo>
                  <a:lnTo>
                    <a:pt x="2368235" y="636056"/>
                  </a:lnTo>
                  <a:lnTo>
                    <a:pt x="2352406" y="673535"/>
                  </a:lnTo>
                  <a:lnTo>
                    <a:pt x="2335541" y="712945"/>
                  </a:lnTo>
                  <a:lnTo>
                    <a:pt x="2317669" y="754135"/>
                  </a:lnTo>
                  <a:lnTo>
                    <a:pt x="2298817" y="796954"/>
                  </a:lnTo>
                  <a:lnTo>
                    <a:pt x="2279014" y="841249"/>
                  </a:lnTo>
                  <a:lnTo>
                    <a:pt x="2258286" y="886869"/>
                  </a:lnTo>
                  <a:lnTo>
                    <a:pt x="2236662" y="933662"/>
                  </a:lnTo>
                  <a:lnTo>
                    <a:pt x="2214169" y="981478"/>
                  </a:lnTo>
                  <a:lnTo>
                    <a:pt x="2190836" y="1030163"/>
                  </a:lnTo>
                  <a:lnTo>
                    <a:pt x="2166689" y="1079567"/>
                  </a:lnTo>
                  <a:lnTo>
                    <a:pt x="2141756" y="1129537"/>
                  </a:lnTo>
                  <a:lnTo>
                    <a:pt x="2116066" y="1179923"/>
                  </a:lnTo>
                  <a:lnTo>
                    <a:pt x="2089646" y="1230572"/>
                  </a:lnTo>
                  <a:lnTo>
                    <a:pt x="2062523" y="1281333"/>
                  </a:lnTo>
                  <a:lnTo>
                    <a:pt x="2034726" y="1332054"/>
                  </a:lnTo>
                  <a:lnTo>
                    <a:pt x="2006282" y="1382583"/>
                  </a:lnTo>
                  <a:lnTo>
                    <a:pt x="1977218" y="1432769"/>
                  </a:lnTo>
                  <a:lnTo>
                    <a:pt x="1947564" y="1482461"/>
                  </a:lnTo>
                  <a:lnTo>
                    <a:pt x="1917345" y="1531506"/>
                  </a:lnTo>
                  <a:lnTo>
                    <a:pt x="1886591" y="1579753"/>
                  </a:lnTo>
                  <a:lnTo>
                    <a:pt x="1855328" y="1627050"/>
                  </a:lnTo>
                  <a:lnTo>
                    <a:pt x="1823585" y="1673246"/>
                  </a:lnTo>
                  <a:lnTo>
                    <a:pt x="1791389" y="1718189"/>
                  </a:lnTo>
                  <a:lnTo>
                    <a:pt x="1758768" y="1761727"/>
                  </a:lnTo>
                  <a:lnTo>
                    <a:pt x="1725749" y="1803709"/>
                  </a:lnTo>
                  <a:lnTo>
                    <a:pt x="1692361" y="1843982"/>
                  </a:lnTo>
                  <a:lnTo>
                    <a:pt x="1658631" y="1882397"/>
                  </a:lnTo>
                  <a:lnTo>
                    <a:pt x="1624587" y="1918799"/>
                  </a:lnTo>
                  <a:lnTo>
                    <a:pt x="1590256" y="1953039"/>
                  </a:lnTo>
                  <a:lnTo>
                    <a:pt x="1555667" y="1984964"/>
                  </a:lnTo>
                  <a:lnTo>
                    <a:pt x="1520847" y="2014423"/>
                  </a:lnTo>
                  <a:lnTo>
                    <a:pt x="1485823" y="2041264"/>
                  </a:lnTo>
                  <a:lnTo>
                    <a:pt x="1450624" y="2065336"/>
                  </a:lnTo>
                  <a:lnTo>
                    <a:pt x="1415277" y="2086486"/>
                  </a:lnTo>
                  <a:lnTo>
                    <a:pt x="1379809" y="2104564"/>
                  </a:lnTo>
                  <a:lnTo>
                    <a:pt x="1344250" y="2119417"/>
                  </a:lnTo>
                  <a:lnTo>
                    <a:pt x="1272965" y="2138842"/>
                  </a:lnTo>
                  <a:lnTo>
                    <a:pt x="1202301" y="2143458"/>
                  </a:lnTo>
                  <a:lnTo>
                    <a:pt x="1167187" y="2139939"/>
                  </a:lnTo>
                  <a:lnTo>
                    <a:pt x="1096732" y="2121910"/>
                  </a:lnTo>
                  <a:lnTo>
                    <a:pt x="1026199" y="2090241"/>
                  </a:lnTo>
                  <a:lnTo>
                    <a:pt x="990986" y="2069670"/>
                  </a:lnTo>
                  <a:lnTo>
                    <a:pt x="955856" y="2046143"/>
                  </a:lnTo>
                  <a:lnTo>
                    <a:pt x="920840" y="2019814"/>
                  </a:lnTo>
                  <a:lnTo>
                    <a:pt x="885972" y="1990833"/>
                  </a:lnTo>
                  <a:lnTo>
                    <a:pt x="851287" y="1959352"/>
                  </a:lnTo>
                  <a:lnTo>
                    <a:pt x="816818" y="1925523"/>
                  </a:lnTo>
                  <a:lnTo>
                    <a:pt x="782598" y="1889497"/>
                  </a:lnTo>
                  <a:lnTo>
                    <a:pt x="748661" y="1851427"/>
                  </a:lnTo>
                  <a:lnTo>
                    <a:pt x="715041" y="1811464"/>
                  </a:lnTo>
                  <a:lnTo>
                    <a:pt x="681771" y="1769760"/>
                  </a:lnTo>
                  <a:lnTo>
                    <a:pt x="648886" y="1726467"/>
                  </a:lnTo>
                  <a:lnTo>
                    <a:pt x="616418" y="1681735"/>
                  </a:lnTo>
                  <a:lnTo>
                    <a:pt x="584402" y="1635718"/>
                  </a:lnTo>
                  <a:lnTo>
                    <a:pt x="552870" y="1588567"/>
                  </a:lnTo>
                  <a:lnTo>
                    <a:pt x="521857" y="1540434"/>
                  </a:lnTo>
                  <a:lnTo>
                    <a:pt x="491397" y="1491469"/>
                  </a:lnTo>
                  <a:lnTo>
                    <a:pt x="461522" y="1441826"/>
                  </a:lnTo>
                  <a:lnTo>
                    <a:pt x="432267" y="1391656"/>
                  </a:lnTo>
                  <a:lnTo>
                    <a:pt x="403665" y="1341110"/>
                  </a:lnTo>
                  <a:lnTo>
                    <a:pt x="375750" y="1290341"/>
                  </a:lnTo>
                  <a:lnTo>
                    <a:pt x="348555" y="1239500"/>
                  </a:lnTo>
                  <a:lnTo>
                    <a:pt x="322115" y="1188738"/>
                  </a:lnTo>
                  <a:lnTo>
                    <a:pt x="296462" y="1138208"/>
                  </a:lnTo>
                  <a:lnTo>
                    <a:pt x="271630" y="1088062"/>
                  </a:lnTo>
                  <a:lnTo>
                    <a:pt x="247654" y="1038450"/>
                  </a:lnTo>
                  <a:lnTo>
                    <a:pt x="224566" y="989526"/>
                  </a:lnTo>
                  <a:lnTo>
                    <a:pt x="202401" y="941440"/>
                  </a:lnTo>
                  <a:lnTo>
                    <a:pt x="181192" y="894344"/>
                  </a:lnTo>
                  <a:lnTo>
                    <a:pt x="160972" y="848390"/>
                  </a:lnTo>
                  <a:lnTo>
                    <a:pt x="141775" y="803730"/>
                  </a:lnTo>
                  <a:lnTo>
                    <a:pt x="123636" y="760516"/>
                  </a:lnTo>
                  <a:lnTo>
                    <a:pt x="106587" y="718899"/>
                  </a:lnTo>
                  <a:lnTo>
                    <a:pt x="90662" y="679031"/>
                  </a:lnTo>
                  <a:lnTo>
                    <a:pt x="75895" y="641063"/>
                  </a:lnTo>
                  <a:lnTo>
                    <a:pt x="62319" y="605149"/>
                  </a:lnTo>
                  <a:lnTo>
                    <a:pt x="38877" y="540084"/>
                  </a:lnTo>
                  <a:lnTo>
                    <a:pt x="20604" y="485050"/>
                  </a:lnTo>
                  <a:lnTo>
                    <a:pt x="7770" y="441262"/>
                  </a:lnTo>
                  <a:lnTo>
                    <a:pt x="0" y="399916"/>
                  </a:lnTo>
                  <a:lnTo>
                    <a:pt x="542" y="376376"/>
                  </a:lnTo>
                  <a:lnTo>
                    <a:pt x="13211" y="330892"/>
                  </a:lnTo>
                  <a:lnTo>
                    <a:pt x="40527" y="287664"/>
                  </a:lnTo>
                  <a:lnTo>
                    <a:pt x="81539" y="246846"/>
                  </a:lnTo>
                  <a:lnTo>
                    <a:pt x="135291" y="208590"/>
                  </a:lnTo>
                  <a:lnTo>
                    <a:pt x="200829" y="173048"/>
                  </a:lnTo>
                  <a:lnTo>
                    <a:pt x="237720" y="156343"/>
                  </a:lnTo>
                  <a:lnTo>
                    <a:pt x="277200" y="140373"/>
                  </a:lnTo>
                  <a:lnTo>
                    <a:pt x="319149" y="125159"/>
                  </a:lnTo>
                  <a:lnTo>
                    <a:pt x="363449" y="110719"/>
                  </a:lnTo>
                  <a:lnTo>
                    <a:pt x="409979" y="97072"/>
                  </a:lnTo>
                  <a:lnTo>
                    <a:pt x="458621" y="84238"/>
                  </a:lnTo>
                  <a:lnTo>
                    <a:pt x="509256" y="72235"/>
                  </a:lnTo>
                  <a:lnTo>
                    <a:pt x="561764" y="61082"/>
                  </a:lnTo>
                  <a:lnTo>
                    <a:pt x="616026" y="50799"/>
                  </a:lnTo>
                  <a:lnTo>
                    <a:pt x="671923" y="41405"/>
                  </a:lnTo>
                  <a:lnTo>
                    <a:pt x="729335" y="32919"/>
                  </a:lnTo>
                  <a:lnTo>
                    <a:pt x="788143" y="25359"/>
                  </a:lnTo>
                  <a:lnTo>
                    <a:pt x="848228" y="18746"/>
                  </a:lnTo>
                  <a:lnTo>
                    <a:pt x="909470" y="13097"/>
                  </a:lnTo>
                  <a:lnTo>
                    <a:pt x="971752" y="8433"/>
                  </a:lnTo>
                  <a:lnTo>
                    <a:pt x="1034952" y="4772"/>
                  </a:lnTo>
                  <a:lnTo>
                    <a:pt x="1098952" y="2133"/>
                  </a:lnTo>
                  <a:lnTo>
                    <a:pt x="1163632" y="536"/>
                  </a:lnTo>
                  <a:lnTo>
                    <a:pt x="1228874" y="0"/>
                  </a:lnTo>
                  <a:close/>
                </a:path>
              </a:pathLst>
            </a:custGeom>
            <a:ln w="9385">
              <a:solidFill>
                <a:srgbClr val="58110E"/>
              </a:solidFill>
            </a:ln>
          </p:spPr>
          <p:txBody>
            <a:bodyPr wrap="square" lIns="0" tIns="0" rIns="0" bIns="0" rtlCol="0"/>
            <a:lstStyle/>
            <a:p>
              <a:endParaRPr sz="4400" baseline="-25000">
                <a:latin typeface="腾讯体 W3" panose="020C04030202040F0204" pitchFamily="34" charset="-122"/>
              </a:endParaRPr>
            </a:p>
          </p:txBody>
        </p:sp>
        <p:sp>
          <p:nvSpPr>
            <p:cNvPr id="11" name="Oval 10"/>
            <p:cNvSpPr/>
            <p:nvPr/>
          </p:nvSpPr>
          <p:spPr>
            <a:xfrm>
              <a:off x="7857" y="1658"/>
              <a:ext cx="1410" cy="1316"/>
            </a:xfrm>
            <a:prstGeom prst="ellipse">
              <a:avLst/>
            </a:prstGeom>
            <a:solidFill>
              <a:schemeClr val="accent4"/>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2" name="Oval 11"/>
            <p:cNvSpPr/>
            <p:nvPr/>
          </p:nvSpPr>
          <p:spPr>
            <a:xfrm>
              <a:off x="9136" y="2277"/>
              <a:ext cx="1410" cy="1316"/>
            </a:xfrm>
            <a:prstGeom prst="ellipse">
              <a:avLst/>
            </a:prstGeom>
            <a:solidFill>
              <a:schemeClr val="accent4"/>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3" name="Oval 12"/>
            <p:cNvSpPr/>
            <p:nvPr/>
          </p:nvSpPr>
          <p:spPr>
            <a:xfrm>
              <a:off x="10202" y="1658"/>
              <a:ext cx="1410" cy="1316"/>
            </a:xfrm>
            <a:prstGeom prst="ellipse">
              <a:avLst/>
            </a:prstGeom>
            <a:solidFill>
              <a:schemeClr val="accent4"/>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4" name="Oval 13"/>
            <p:cNvSpPr/>
            <p:nvPr/>
          </p:nvSpPr>
          <p:spPr>
            <a:xfrm>
              <a:off x="11694" y="2070"/>
              <a:ext cx="1410" cy="1316"/>
            </a:xfrm>
            <a:prstGeom prst="ellipse">
              <a:avLst/>
            </a:prstGeom>
            <a:solidFill>
              <a:schemeClr val="accent4"/>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5" name="Oval 14"/>
            <p:cNvSpPr>
              <a:spLocks noChangeAspect="1"/>
            </p:cNvSpPr>
            <p:nvPr/>
          </p:nvSpPr>
          <p:spPr>
            <a:xfrm>
              <a:off x="8070" y="3721"/>
              <a:ext cx="1253" cy="1170"/>
            </a:xfrm>
            <a:prstGeom prst="ellipse">
              <a:avLst/>
            </a:prstGeom>
            <a:solidFill>
              <a:schemeClr val="accent4">
                <a:lumMod val="60000"/>
                <a:lumOff val="4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6" name="Oval 15"/>
            <p:cNvSpPr>
              <a:spLocks noChangeAspect="1"/>
            </p:cNvSpPr>
            <p:nvPr/>
          </p:nvSpPr>
          <p:spPr>
            <a:xfrm>
              <a:off x="9161" y="3996"/>
              <a:ext cx="1253" cy="1170"/>
            </a:xfrm>
            <a:prstGeom prst="ellipse">
              <a:avLst/>
            </a:prstGeom>
            <a:solidFill>
              <a:schemeClr val="accent4">
                <a:lumMod val="60000"/>
                <a:lumOff val="4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7" name="Oval 16"/>
            <p:cNvSpPr>
              <a:spLocks noChangeAspect="1"/>
            </p:cNvSpPr>
            <p:nvPr/>
          </p:nvSpPr>
          <p:spPr>
            <a:xfrm>
              <a:off x="10415" y="3721"/>
              <a:ext cx="1253" cy="1170"/>
            </a:xfrm>
            <a:prstGeom prst="ellipse">
              <a:avLst/>
            </a:prstGeom>
            <a:solidFill>
              <a:schemeClr val="accent4">
                <a:lumMod val="60000"/>
                <a:lumOff val="4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8" name="Oval 17"/>
            <p:cNvSpPr>
              <a:spLocks noChangeAspect="1"/>
            </p:cNvSpPr>
            <p:nvPr/>
          </p:nvSpPr>
          <p:spPr>
            <a:xfrm>
              <a:off x="11481" y="3789"/>
              <a:ext cx="1253" cy="1170"/>
            </a:xfrm>
            <a:prstGeom prst="ellipse">
              <a:avLst/>
            </a:prstGeom>
            <a:solidFill>
              <a:schemeClr val="accent4">
                <a:lumMod val="60000"/>
                <a:lumOff val="4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9" name="Oval 18"/>
            <p:cNvSpPr>
              <a:spLocks noChangeAspect="1"/>
            </p:cNvSpPr>
            <p:nvPr/>
          </p:nvSpPr>
          <p:spPr>
            <a:xfrm>
              <a:off x="8954" y="5440"/>
              <a:ext cx="1108" cy="1072"/>
            </a:xfrm>
            <a:prstGeom prst="ellipse">
              <a:avLst/>
            </a:prstGeom>
            <a:solidFill>
              <a:schemeClr val="accent4">
                <a:lumMod val="40000"/>
                <a:lumOff val="6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20" name="Oval 19"/>
            <p:cNvSpPr>
              <a:spLocks noChangeAspect="1"/>
            </p:cNvSpPr>
            <p:nvPr/>
          </p:nvSpPr>
          <p:spPr>
            <a:xfrm>
              <a:off x="9989" y="5785"/>
              <a:ext cx="1108" cy="1072"/>
            </a:xfrm>
            <a:prstGeom prst="ellipse">
              <a:avLst/>
            </a:prstGeom>
            <a:solidFill>
              <a:schemeClr val="accent4">
                <a:lumMod val="40000"/>
                <a:lumOff val="6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21" name="Oval 20"/>
            <p:cNvSpPr>
              <a:spLocks noChangeAspect="1"/>
            </p:cNvSpPr>
            <p:nvPr/>
          </p:nvSpPr>
          <p:spPr>
            <a:xfrm>
              <a:off x="11055" y="5372"/>
              <a:ext cx="1108" cy="1072"/>
            </a:xfrm>
            <a:prstGeom prst="ellipse">
              <a:avLst/>
            </a:prstGeom>
            <a:solidFill>
              <a:schemeClr val="accent4">
                <a:lumMod val="40000"/>
                <a:lumOff val="6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22" name="object 15"/>
            <p:cNvSpPr/>
            <p:nvPr/>
          </p:nvSpPr>
          <p:spPr>
            <a:xfrm>
              <a:off x="3649" y="5991"/>
              <a:ext cx="3351" cy="4269"/>
            </a:xfrm>
            <a:custGeom>
              <a:avLst/>
              <a:gdLst/>
              <a:ahLst/>
              <a:cxnLst/>
              <a:rect l="l" t="t" r="r" b="b"/>
              <a:pathLst>
                <a:path w="1197610" h="1821815">
                  <a:moveTo>
                    <a:pt x="0" y="0"/>
                  </a:moveTo>
                  <a:lnTo>
                    <a:pt x="1197546" y="0"/>
                  </a:lnTo>
                  <a:lnTo>
                    <a:pt x="1197546" y="1821649"/>
                  </a:lnTo>
                  <a:lnTo>
                    <a:pt x="0" y="1821649"/>
                  </a:lnTo>
                  <a:lnTo>
                    <a:pt x="0" y="0"/>
                  </a:lnTo>
                  <a:close/>
                </a:path>
              </a:pathLst>
            </a:custGeom>
            <a:ln w="9042">
              <a:solidFill>
                <a:schemeClr val="accent4"/>
              </a:solidFill>
            </a:ln>
          </p:spPr>
          <p:txBody>
            <a:bodyPr wrap="square" lIns="0" tIns="0" rIns="0" bIns="0" rtlCol="0"/>
            <a:lstStyle/>
            <a:p>
              <a:endParaRPr sz="4400" baseline="-25000">
                <a:latin typeface="腾讯体 W3" panose="020C04030202040F0204" pitchFamily="34" charset="-122"/>
              </a:endParaRPr>
            </a:p>
          </p:txBody>
        </p:sp>
        <p:sp>
          <p:nvSpPr>
            <p:cNvPr id="23" name="object 24"/>
            <p:cNvSpPr/>
            <p:nvPr/>
          </p:nvSpPr>
          <p:spPr>
            <a:xfrm>
              <a:off x="9541" y="7482"/>
              <a:ext cx="2015" cy="879"/>
            </a:xfrm>
            <a:custGeom>
              <a:avLst/>
              <a:gdLst/>
              <a:ahLst/>
              <a:cxnLst/>
              <a:rect l="l" t="t" r="r" b="b"/>
              <a:pathLst>
                <a:path w="720089" h="324484">
                  <a:moveTo>
                    <a:pt x="720001" y="142747"/>
                  </a:moveTo>
                  <a:lnTo>
                    <a:pt x="0" y="142747"/>
                  </a:lnTo>
                  <a:lnTo>
                    <a:pt x="359994" y="324002"/>
                  </a:lnTo>
                  <a:lnTo>
                    <a:pt x="720001" y="142747"/>
                  </a:lnTo>
                  <a:close/>
                </a:path>
                <a:path w="720089" h="324484">
                  <a:moveTo>
                    <a:pt x="592683" y="0"/>
                  </a:moveTo>
                  <a:lnTo>
                    <a:pt x="127317" y="0"/>
                  </a:lnTo>
                  <a:lnTo>
                    <a:pt x="127317" y="142747"/>
                  </a:lnTo>
                  <a:lnTo>
                    <a:pt x="592683" y="142747"/>
                  </a:lnTo>
                  <a:lnTo>
                    <a:pt x="592683" y="0"/>
                  </a:lnTo>
                  <a:close/>
                </a:path>
              </a:pathLst>
            </a:custGeom>
            <a:solidFill>
              <a:srgbClr val="00A3F5"/>
            </a:solidFill>
            <a:ln w="3175" cmpd="sng">
              <a:solidFill>
                <a:schemeClr val="accent4"/>
              </a:solidFill>
            </a:ln>
          </p:spPr>
          <p:txBody>
            <a:bodyPr wrap="square" lIns="0" tIns="0" rIns="0" bIns="0" rtlCol="0"/>
            <a:lstStyle/>
            <a:p>
              <a:endParaRPr sz="4400" baseline="-25000">
                <a:latin typeface="腾讯体 W3" panose="020C04030202040F0204" pitchFamily="34" charset="-122"/>
              </a:endParaRPr>
            </a:p>
          </p:txBody>
        </p:sp>
        <p:sp>
          <p:nvSpPr>
            <p:cNvPr id="24" name="object 38"/>
            <p:cNvSpPr txBox="1"/>
            <p:nvPr/>
          </p:nvSpPr>
          <p:spPr>
            <a:xfrm>
              <a:off x="3827" y="6871"/>
              <a:ext cx="2976" cy="487"/>
            </a:xfrm>
            <a:prstGeom prst="rect">
              <a:avLst/>
            </a:prstGeom>
            <a:solidFill>
              <a:schemeClr val="accent4"/>
            </a:solidFill>
          </p:spPr>
          <p:txBody>
            <a:bodyPr vert="horz" wrap="square" lIns="0" tIns="0" rIns="0" bIns="0" rtlCol="0" anchor="ctr" anchorCtr="0">
              <a:noAutofit/>
            </a:bodyPr>
            <a:lstStyle/>
            <a:p>
              <a:pPr algn="ctr">
                <a:lnSpc>
                  <a:spcPct val="100000"/>
                </a:lnSpc>
              </a:pPr>
              <a:r>
                <a:rPr sz="1800" b="1" baseline="-25000" dirty="0">
                  <a:solidFill>
                    <a:srgbClr val="FFFFFF"/>
                  </a:solidFill>
                  <a:latin typeface="腾讯体 W3" panose="020C04030202040F0204" pitchFamily="34" charset="-122"/>
                  <a:cs typeface="腾讯体 W3" panose="020C04030202040F0204" pitchFamily="34" charset="-122"/>
                </a:rPr>
                <a:t>Klanten</a:t>
              </a:r>
              <a:endParaRPr sz="1800" b="1" baseline="-25000" dirty="0">
                <a:solidFill>
                  <a:srgbClr val="FFFFFF"/>
                </a:solidFill>
                <a:latin typeface="腾讯体 W3" panose="020C04030202040F0204" pitchFamily="34" charset="-122"/>
                <a:cs typeface="腾讯体 W3" panose="020C04030202040F0204" pitchFamily="34" charset="-122"/>
              </a:endParaRPr>
            </a:p>
          </p:txBody>
        </p:sp>
        <p:sp>
          <p:nvSpPr>
            <p:cNvPr id="25" name="object 39"/>
            <p:cNvSpPr txBox="1"/>
            <p:nvPr/>
          </p:nvSpPr>
          <p:spPr>
            <a:xfrm>
              <a:off x="3827" y="6197"/>
              <a:ext cx="2976" cy="487"/>
            </a:xfrm>
            <a:prstGeom prst="rect">
              <a:avLst/>
            </a:prstGeom>
            <a:solidFill>
              <a:schemeClr val="accent4"/>
            </a:solidFill>
          </p:spPr>
          <p:txBody>
            <a:bodyPr vert="horz" wrap="square" lIns="0" tIns="0" rIns="0" bIns="0" rtlCol="0" anchor="ctr" anchorCtr="0">
              <a:noAutofit/>
            </a:bodyPr>
            <a:lstStyle/>
            <a:p>
              <a:pPr algn="ctr">
                <a:lnSpc>
                  <a:spcPct val="100000"/>
                </a:lnSpc>
              </a:pPr>
              <a:r>
                <a:rPr sz="1800" b="1" baseline="-25000" dirty="0">
                  <a:solidFill>
                    <a:srgbClr val="FFFFFF"/>
                  </a:solidFill>
                  <a:latin typeface="腾讯体 W3" panose="020C04030202040F0204" pitchFamily="34" charset="-122"/>
                  <a:cs typeface="腾讯体 W3" panose="020C04030202040F0204" pitchFamily="34" charset="-122"/>
                </a:rPr>
                <a:t>Leden</a:t>
              </a:r>
              <a:endParaRPr sz="1800" b="1" baseline="-25000" dirty="0">
                <a:solidFill>
                  <a:srgbClr val="FFFFFF"/>
                </a:solidFill>
                <a:latin typeface="腾讯体 W3" panose="020C04030202040F0204" pitchFamily="34" charset="-122"/>
                <a:cs typeface="腾讯体 W3" panose="020C04030202040F0204" pitchFamily="34" charset="-122"/>
              </a:endParaRPr>
            </a:p>
          </p:txBody>
        </p:sp>
        <p:sp>
          <p:nvSpPr>
            <p:cNvPr id="26" name="object 40"/>
            <p:cNvSpPr txBox="1"/>
            <p:nvPr/>
          </p:nvSpPr>
          <p:spPr>
            <a:xfrm>
              <a:off x="3827" y="7546"/>
              <a:ext cx="2976" cy="487"/>
            </a:xfrm>
            <a:prstGeom prst="rect">
              <a:avLst/>
            </a:prstGeom>
            <a:solidFill>
              <a:schemeClr val="accent4"/>
            </a:solidFill>
          </p:spPr>
          <p:txBody>
            <a:bodyPr vert="horz" wrap="square" lIns="0" tIns="0" rIns="0" bIns="0" rtlCol="0" anchor="ctr" anchorCtr="0">
              <a:noAutofit/>
            </a:bodyPr>
            <a:lstStyle/>
            <a:p>
              <a:pPr algn="ctr">
                <a:lnSpc>
                  <a:spcPct val="100000"/>
                </a:lnSpc>
              </a:pPr>
              <a:r>
                <a:rPr sz="1800" b="1" baseline="-25000" dirty="0">
                  <a:solidFill>
                    <a:srgbClr val="FFFFFF"/>
                  </a:solidFill>
                  <a:latin typeface="腾讯体 W3" panose="020C04030202040F0204" pitchFamily="34" charset="-122"/>
                  <a:cs typeface="腾讯体 W3" panose="020C04030202040F0204" pitchFamily="34" charset="-122"/>
                </a:rPr>
                <a:t>Strategische partners</a:t>
              </a:r>
              <a:endParaRPr sz="1800" b="1" baseline="-25000" dirty="0">
                <a:solidFill>
                  <a:srgbClr val="FFFFFF"/>
                </a:solidFill>
                <a:latin typeface="腾讯体 W3" panose="020C04030202040F0204" pitchFamily="34" charset="-122"/>
                <a:cs typeface="腾讯体 W3" panose="020C04030202040F0204" pitchFamily="34" charset="-122"/>
              </a:endParaRPr>
            </a:p>
          </p:txBody>
        </p:sp>
        <p:sp>
          <p:nvSpPr>
            <p:cNvPr id="27" name="object 41"/>
            <p:cNvSpPr txBox="1"/>
            <p:nvPr/>
          </p:nvSpPr>
          <p:spPr>
            <a:xfrm>
              <a:off x="7011" y="6966"/>
              <a:ext cx="784" cy="286"/>
            </a:xfrm>
            <a:prstGeom prst="rect">
              <a:avLst/>
            </a:prstGeom>
          </p:spPr>
          <p:txBody>
            <a:bodyPr vert="horz" wrap="square" lIns="0" tIns="0" rIns="0" bIns="0" rtlCol="0">
              <a:spAutoFit/>
            </a:bodyPr>
            <a:lstStyle/>
            <a:p>
              <a:pPr marL="8890">
                <a:tabLst>
                  <a:tab pos="187960" algn="l"/>
                </a:tabLst>
              </a:pPr>
              <a:r>
                <a:rPr sz="1800" b="1" u="sng" baseline="-25000" dirty="0">
                  <a:solidFill>
                    <a:srgbClr val="FFFFFF"/>
                  </a:solidFill>
                  <a:latin typeface="腾讯体 W3" panose="020C04030202040F0204" pitchFamily="34" charset="-122"/>
                  <a:cs typeface="腾讯体 W3" panose="020C04030202040F0204" pitchFamily="34" charset="-122"/>
                </a:rPr>
                <a:t> 	</a:t>
              </a:r>
              <a:endParaRPr sz="1800" b="1" u="sng" baseline="-25000" dirty="0">
                <a:solidFill>
                  <a:srgbClr val="FFFFFF"/>
                </a:solidFill>
                <a:latin typeface="腾讯体 W3" panose="020C04030202040F0204" pitchFamily="34" charset="-122"/>
                <a:cs typeface="腾讯体 W3" panose="020C04030202040F0204" pitchFamily="34" charset="-122"/>
              </a:endParaRPr>
            </a:p>
          </p:txBody>
        </p:sp>
        <p:sp>
          <p:nvSpPr>
            <p:cNvPr id="28" name="object 42"/>
            <p:cNvSpPr txBox="1"/>
            <p:nvPr/>
          </p:nvSpPr>
          <p:spPr>
            <a:xfrm>
              <a:off x="3827" y="8220"/>
              <a:ext cx="2976" cy="487"/>
            </a:xfrm>
            <a:prstGeom prst="rect">
              <a:avLst/>
            </a:prstGeom>
            <a:solidFill>
              <a:schemeClr val="accent4"/>
            </a:solidFill>
          </p:spPr>
          <p:txBody>
            <a:bodyPr vert="horz" wrap="square" lIns="0" tIns="0" rIns="0" bIns="0" rtlCol="0" anchor="ctr" anchorCtr="0">
              <a:noAutofit/>
            </a:bodyPr>
            <a:lstStyle/>
            <a:p>
              <a:pPr algn="ctr">
                <a:lnSpc>
                  <a:spcPct val="100000"/>
                </a:lnSpc>
              </a:pPr>
              <a:r>
                <a:rPr sz="1800" b="1" baseline="-25000" dirty="0">
                  <a:solidFill>
                    <a:srgbClr val="FFFFFF"/>
                  </a:solidFill>
                  <a:latin typeface="腾讯体 W3" panose="020C04030202040F0204" pitchFamily="34" charset="-122"/>
                  <a:cs typeface="腾讯体 W3" panose="020C04030202040F0204" pitchFamily="34" charset="-122"/>
                </a:rPr>
                <a:t>Media</a:t>
              </a:r>
              <a:endParaRPr sz="1800" b="1" baseline="-25000" dirty="0">
                <a:solidFill>
                  <a:srgbClr val="FFFFFF"/>
                </a:solidFill>
                <a:latin typeface="腾讯体 W3" panose="020C04030202040F0204" pitchFamily="34" charset="-122"/>
                <a:cs typeface="腾讯体 W3" panose="020C04030202040F0204" pitchFamily="34" charset="-122"/>
              </a:endParaRPr>
            </a:p>
          </p:txBody>
        </p:sp>
        <p:sp>
          <p:nvSpPr>
            <p:cNvPr id="29" name="object 44"/>
            <p:cNvSpPr txBox="1"/>
            <p:nvPr/>
          </p:nvSpPr>
          <p:spPr>
            <a:xfrm>
              <a:off x="3827" y="8895"/>
              <a:ext cx="2976" cy="487"/>
            </a:xfrm>
            <a:prstGeom prst="rect">
              <a:avLst/>
            </a:prstGeom>
            <a:solidFill>
              <a:schemeClr val="accent4"/>
            </a:solidFill>
          </p:spPr>
          <p:txBody>
            <a:bodyPr vert="horz" wrap="square" lIns="0" tIns="0" rIns="0" bIns="0" rtlCol="0" anchor="ctr" anchorCtr="0">
              <a:noAutofit/>
            </a:bodyPr>
            <a:lstStyle/>
            <a:p>
              <a:pPr algn="ctr">
                <a:lnSpc>
                  <a:spcPct val="100000"/>
                </a:lnSpc>
              </a:pPr>
              <a:r>
                <a:rPr sz="1800" b="1" baseline="-25000" dirty="0">
                  <a:solidFill>
                    <a:srgbClr val="FFFFFF"/>
                  </a:solidFill>
                  <a:latin typeface="腾讯体 W3" panose="020C04030202040F0204" pitchFamily="34" charset="-122"/>
                  <a:cs typeface="腾讯体 W3" panose="020C04030202040F0204" pitchFamily="34" charset="-122"/>
                </a:rPr>
                <a:t>Toezichthouders</a:t>
              </a:r>
              <a:endParaRPr sz="1800" b="1" baseline="-25000" dirty="0">
                <a:solidFill>
                  <a:srgbClr val="FFFFFF"/>
                </a:solidFill>
                <a:latin typeface="腾讯体 W3" panose="020C04030202040F0204" pitchFamily="34" charset="-122"/>
                <a:cs typeface="腾讯体 W3" panose="020C04030202040F0204" pitchFamily="34" charset="-122"/>
              </a:endParaRPr>
            </a:p>
          </p:txBody>
        </p:sp>
        <p:sp>
          <p:nvSpPr>
            <p:cNvPr id="30" name="object 45"/>
            <p:cNvSpPr txBox="1"/>
            <p:nvPr/>
          </p:nvSpPr>
          <p:spPr>
            <a:xfrm>
              <a:off x="3827" y="9569"/>
              <a:ext cx="2976" cy="487"/>
            </a:xfrm>
            <a:prstGeom prst="rect">
              <a:avLst/>
            </a:prstGeom>
            <a:solidFill>
              <a:schemeClr val="accent4"/>
            </a:solidFill>
          </p:spPr>
          <p:txBody>
            <a:bodyPr vert="horz" wrap="square" lIns="0" tIns="0" rIns="0" bIns="0" rtlCol="0" anchor="ctr" anchorCtr="0">
              <a:noAutofit/>
            </a:bodyPr>
            <a:lstStyle/>
            <a:p>
              <a:pPr algn="ctr">
                <a:lnSpc>
                  <a:spcPct val="100000"/>
                </a:lnSpc>
              </a:pPr>
              <a:r>
                <a:rPr sz="1800" b="1" baseline="-25000" dirty="0">
                  <a:solidFill>
                    <a:srgbClr val="FFFFFF"/>
                  </a:solidFill>
                  <a:latin typeface="腾讯体 W3" panose="020C04030202040F0204" pitchFamily="34" charset="-122"/>
                  <a:cs typeface="腾讯体 W3" panose="020C04030202040F0204" pitchFamily="34" charset="-122"/>
                </a:rPr>
                <a:t>Overheid</a:t>
              </a:r>
              <a:endParaRPr sz="1800" b="1" baseline="-25000" dirty="0">
                <a:solidFill>
                  <a:srgbClr val="FFFFFF"/>
                </a:solidFill>
                <a:latin typeface="腾讯体 W3" panose="020C04030202040F0204" pitchFamily="34" charset="-122"/>
                <a:cs typeface="腾讯体 W3" panose="020C04030202040F0204" pitchFamily="34" charset="-122"/>
              </a:endParaRPr>
            </a:p>
          </p:txBody>
        </p:sp>
        <p:sp>
          <p:nvSpPr>
            <p:cNvPr id="31" name="object 46"/>
            <p:cNvSpPr txBox="1"/>
            <p:nvPr/>
          </p:nvSpPr>
          <p:spPr>
            <a:xfrm>
              <a:off x="7991" y="2210"/>
              <a:ext cx="1215" cy="424"/>
            </a:xfrm>
            <a:prstGeom prst="rect">
              <a:avLst/>
            </a:prstGeom>
          </p:spPr>
          <p:txBody>
            <a:bodyPr vert="horz" wrap="square" lIns="0" tIns="0" rIns="0" bIns="0" rtlCol="0" anchor="ctr" anchorCtr="0">
              <a:noAutofit/>
            </a:bodyPr>
            <a:lstStyle/>
            <a:p>
              <a:pPr marR="3810" indent="-19050"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Consumen­  tengedrag</a:t>
              </a:r>
              <a:endParaRPr sz="1600" baseline="-25000" dirty="0">
                <a:solidFill>
                  <a:srgbClr val="FFFFFF"/>
                </a:solidFill>
                <a:latin typeface="腾讯体 W3" panose="020C04030202040F0204" pitchFamily="34" charset="-122"/>
                <a:cs typeface="腾讯体 W3" panose="020C04030202040F0204" pitchFamily="34" charset="-122"/>
              </a:endParaRPr>
            </a:p>
          </p:txBody>
        </p:sp>
        <p:sp>
          <p:nvSpPr>
            <p:cNvPr id="32" name="object 47"/>
            <p:cNvSpPr txBox="1"/>
            <p:nvPr/>
          </p:nvSpPr>
          <p:spPr>
            <a:xfrm>
              <a:off x="11963" y="2517"/>
              <a:ext cx="872" cy="424"/>
            </a:xfrm>
            <a:prstGeom prst="rect">
              <a:avLst/>
            </a:prstGeom>
          </p:spPr>
          <p:txBody>
            <a:bodyPr vert="horz" wrap="square" lIns="0" tIns="0" rIns="0" bIns="0" rtlCol="0" anchor="ctr" anchorCtr="0">
              <a:noAutofit/>
            </a:bodyPr>
            <a:lstStyle/>
            <a:p>
              <a:pPr marR="3810" indent="-41910"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Techno-  logie</a:t>
              </a:r>
              <a:endParaRPr sz="1600" baseline="-25000" dirty="0">
                <a:solidFill>
                  <a:srgbClr val="FFFFFF"/>
                </a:solidFill>
                <a:latin typeface="腾讯体 W3" panose="020C04030202040F0204" pitchFamily="34" charset="-122"/>
                <a:cs typeface="腾讯体 W3" panose="020C04030202040F0204" pitchFamily="34" charset="-122"/>
              </a:endParaRPr>
            </a:p>
          </p:txBody>
        </p:sp>
        <p:sp>
          <p:nvSpPr>
            <p:cNvPr id="33" name="object 48"/>
            <p:cNvSpPr txBox="1"/>
            <p:nvPr/>
          </p:nvSpPr>
          <p:spPr>
            <a:xfrm>
              <a:off x="14172" y="3979"/>
              <a:ext cx="1856" cy="286"/>
            </a:xfrm>
            <a:prstGeom prst="rect">
              <a:avLst/>
            </a:prstGeom>
          </p:spPr>
          <p:txBody>
            <a:bodyPr vert="horz" wrap="square" lIns="0" tIns="0" rIns="0" bIns="0" rtlCol="0">
              <a:spAutoFit/>
            </a:bodyPr>
            <a:lstStyle/>
            <a:p>
              <a:pPr algn="r">
                <a:lnSpc>
                  <a:spcPct val="100000"/>
                </a:lnSpc>
              </a:pPr>
              <a:r>
                <a:rPr sz="1800" spc="4" baseline="-25000" dirty="0">
                  <a:solidFill>
                    <a:srgbClr val="24272E"/>
                  </a:solidFill>
                  <a:cs typeface="腾讯体 W3" panose="020C04030202040F0204" pitchFamily="34" charset="-122"/>
                </a:rPr>
                <a:t>Sectorspecifiek</a:t>
              </a:r>
              <a:endParaRPr sz="1800" spc="4" baseline="-25000" dirty="0">
                <a:solidFill>
                  <a:srgbClr val="24272E"/>
                </a:solidFill>
                <a:cs typeface="腾讯体 W3" panose="020C04030202040F0204" pitchFamily="34" charset="-122"/>
              </a:endParaRPr>
            </a:p>
          </p:txBody>
        </p:sp>
        <p:sp>
          <p:nvSpPr>
            <p:cNvPr id="34" name="object 49"/>
            <p:cNvSpPr txBox="1"/>
            <p:nvPr/>
          </p:nvSpPr>
          <p:spPr>
            <a:xfrm>
              <a:off x="14551" y="2344"/>
              <a:ext cx="1476" cy="286"/>
            </a:xfrm>
            <a:prstGeom prst="rect">
              <a:avLst/>
            </a:prstGeom>
          </p:spPr>
          <p:txBody>
            <a:bodyPr vert="horz" wrap="square" lIns="0" tIns="0" rIns="0" bIns="0" rtlCol="0">
              <a:spAutoFit/>
            </a:bodyPr>
            <a:lstStyle/>
            <a:p>
              <a:pPr algn="r">
                <a:lnSpc>
                  <a:spcPct val="100000"/>
                </a:lnSpc>
              </a:pPr>
              <a:r>
                <a:rPr sz="1800" spc="4" baseline="-25000" dirty="0">
                  <a:solidFill>
                    <a:srgbClr val="24272E"/>
                  </a:solidFill>
                  <a:cs typeface="腾讯体 W3" panose="020C04030202040F0204" pitchFamily="34" charset="-122"/>
                </a:rPr>
                <a:t>Algemeen</a:t>
              </a:r>
              <a:endParaRPr sz="1800" spc="4" baseline="-25000" dirty="0">
                <a:solidFill>
                  <a:srgbClr val="24272E"/>
                </a:solidFill>
                <a:cs typeface="腾讯体 W3" panose="020C04030202040F0204" pitchFamily="34" charset="-122"/>
              </a:endParaRPr>
            </a:p>
          </p:txBody>
        </p:sp>
        <p:sp>
          <p:nvSpPr>
            <p:cNvPr id="35" name="object 50"/>
            <p:cNvSpPr txBox="1"/>
            <p:nvPr/>
          </p:nvSpPr>
          <p:spPr>
            <a:xfrm>
              <a:off x="13304" y="5682"/>
              <a:ext cx="2720" cy="286"/>
            </a:xfrm>
            <a:prstGeom prst="rect">
              <a:avLst/>
            </a:prstGeom>
          </p:spPr>
          <p:txBody>
            <a:bodyPr vert="horz" wrap="square" lIns="0" tIns="0" rIns="0" bIns="0" rtlCol="0">
              <a:spAutoFit/>
            </a:bodyPr>
            <a:lstStyle/>
            <a:p>
              <a:pPr algn="r">
                <a:lnSpc>
                  <a:spcPct val="100000"/>
                </a:lnSpc>
              </a:pPr>
              <a:r>
                <a:rPr sz="1800" spc="4" baseline="-25000" dirty="0">
                  <a:solidFill>
                    <a:srgbClr val="24272E"/>
                  </a:solidFill>
                  <a:cs typeface="腾讯体 W3" panose="020C04030202040F0204" pitchFamily="34" charset="-122"/>
                </a:rPr>
                <a:t>Organisatiespecifiek</a:t>
              </a:r>
              <a:endParaRPr sz="1800" spc="4" baseline="-25000" dirty="0">
                <a:solidFill>
                  <a:srgbClr val="24272E"/>
                </a:solidFill>
                <a:cs typeface="腾讯体 W3" panose="020C04030202040F0204" pitchFamily="34" charset="-122"/>
              </a:endParaRPr>
            </a:p>
          </p:txBody>
        </p:sp>
        <p:sp>
          <p:nvSpPr>
            <p:cNvPr id="36" name="object 53"/>
            <p:cNvSpPr txBox="1"/>
            <p:nvPr/>
          </p:nvSpPr>
          <p:spPr>
            <a:xfrm>
              <a:off x="8252" y="3990"/>
              <a:ext cx="888" cy="632"/>
            </a:xfrm>
            <a:prstGeom prst="rect">
              <a:avLst/>
            </a:prstGeom>
          </p:spPr>
          <p:txBody>
            <a:bodyPr vert="horz" wrap="square" lIns="0" tIns="0" rIns="0" bIns="0" rtlCol="0" anchor="ctr" anchorCtr="0">
              <a:noAutofit/>
            </a:bodyPr>
            <a:lstStyle/>
            <a:p>
              <a:pPr marR="3810" indent="0"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Wet­ en  regelge­  ving</a:t>
              </a:r>
              <a:endParaRPr sz="1600" baseline="-25000" dirty="0">
                <a:solidFill>
                  <a:srgbClr val="FFFFFF"/>
                </a:solidFill>
                <a:latin typeface="腾讯体 W3" panose="020C04030202040F0204" pitchFamily="34" charset="-122"/>
                <a:cs typeface="腾讯体 W3" panose="020C04030202040F0204" pitchFamily="34" charset="-122"/>
              </a:endParaRPr>
            </a:p>
          </p:txBody>
        </p:sp>
        <p:sp>
          <p:nvSpPr>
            <p:cNvPr id="37" name="object 54"/>
            <p:cNvSpPr txBox="1"/>
            <p:nvPr/>
          </p:nvSpPr>
          <p:spPr>
            <a:xfrm>
              <a:off x="9232" y="4456"/>
              <a:ext cx="1112" cy="250"/>
            </a:xfrm>
            <a:prstGeom prst="rect">
              <a:avLst/>
            </a:prstGeom>
          </p:spPr>
          <p:txBody>
            <a:bodyPr vert="horz" wrap="square" lIns="0" tIns="0" rIns="0" bIns="0" rtlCol="0" anchor="ctr" anchorCtr="0">
              <a:noAutofit/>
            </a:bodyPr>
            <a:lstStyle/>
            <a:p>
              <a:pPr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Resultaten</a:t>
              </a:r>
              <a:endParaRPr sz="1600" baseline="-25000" dirty="0">
                <a:solidFill>
                  <a:srgbClr val="FFFFFF"/>
                </a:solidFill>
                <a:latin typeface="腾讯体 W3" panose="020C04030202040F0204" pitchFamily="34" charset="-122"/>
                <a:cs typeface="腾讯体 W3" panose="020C04030202040F0204" pitchFamily="34" charset="-122"/>
              </a:endParaRPr>
            </a:p>
          </p:txBody>
        </p:sp>
        <p:sp>
          <p:nvSpPr>
            <p:cNvPr id="38" name="object 55"/>
            <p:cNvSpPr txBox="1"/>
            <p:nvPr/>
          </p:nvSpPr>
          <p:spPr>
            <a:xfrm>
              <a:off x="10596" y="4094"/>
              <a:ext cx="892" cy="424"/>
            </a:xfrm>
            <a:prstGeom prst="rect">
              <a:avLst/>
            </a:prstGeom>
          </p:spPr>
          <p:txBody>
            <a:bodyPr vert="horz" wrap="square" lIns="0" tIns="0" rIns="0" bIns="0" rtlCol="0" anchor="ctr" anchorCtr="0">
              <a:noAutofit/>
            </a:bodyPr>
            <a:lstStyle/>
            <a:p>
              <a:pPr marR="3810" indent="-27305"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Verdien­  model</a:t>
              </a:r>
              <a:endParaRPr sz="1600" baseline="-25000" dirty="0">
                <a:solidFill>
                  <a:srgbClr val="FFFFFF"/>
                </a:solidFill>
                <a:latin typeface="腾讯体 W3" panose="020C04030202040F0204" pitchFamily="34" charset="-122"/>
                <a:cs typeface="腾讯体 W3" panose="020C04030202040F0204" pitchFamily="34" charset="-122"/>
              </a:endParaRPr>
            </a:p>
          </p:txBody>
        </p:sp>
        <p:sp>
          <p:nvSpPr>
            <p:cNvPr id="39" name="object 56"/>
            <p:cNvSpPr txBox="1"/>
            <p:nvPr/>
          </p:nvSpPr>
          <p:spPr>
            <a:xfrm>
              <a:off x="11635" y="4163"/>
              <a:ext cx="945" cy="424"/>
            </a:xfrm>
            <a:prstGeom prst="rect">
              <a:avLst/>
            </a:prstGeom>
          </p:spPr>
          <p:txBody>
            <a:bodyPr vert="horz" wrap="square" lIns="0" tIns="0" rIns="0" bIns="0" rtlCol="0" anchor="ctr" anchorCtr="0">
              <a:noAutofit/>
            </a:bodyPr>
            <a:lstStyle/>
            <a:p>
              <a:pPr marR="3810" indent="-41910"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Loyaliteit  leden</a:t>
              </a:r>
              <a:endParaRPr sz="1600" baseline="-25000" dirty="0">
                <a:solidFill>
                  <a:srgbClr val="FFFFFF"/>
                </a:solidFill>
                <a:latin typeface="腾讯体 W3" panose="020C04030202040F0204" pitchFamily="34" charset="-122"/>
                <a:cs typeface="腾讯体 W3" panose="020C04030202040F0204" pitchFamily="34" charset="-122"/>
              </a:endParaRPr>
            </a:p>
          </p:txBody>
        </p:sp>
        <p:sp>
          <p:nvSpPr>
            <p:cNvPr id="40" name="object 57"/>
            <p:cNvSpPr txBox="1"/>
            <p:nvPr/>
          </p:nvSpPr>
          <p:spPr>
            <a:xfrm>
              <a:off x="9032" y="5851"/>
              <a:ext cx="951" cy="250"/>
            </a:xfrm>
            <a:prstGeom prst="rect">
              <a:avLst/>
            </a:prstGeom>
          </p:spPr>
          <p:txBody>
            <a:bodyPr vert="horz" wrap="square" lIns="0" tIns="0" rIns="0" bIns="0" rtlCol="0" anchor="ctr" anchorCtr="0">
              <a:noAutofit/>
            </a:bodyPr>
            <a:lstStyle/>
            <a:p>
              <a:pPr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Strategie</a:t>
              </a:r>
              <a:endParaRPr sz="1600" baseline="-25000" dirty="0">
                <a:solidFill>
                  <a:srgbClr val="FFFFFF"/>
                </a:solidFill>
                <a:latin typeface="腾讯体 W3" panose="020C04030202040F0204" pitchFamily="34" charset="-122"/>
                <a:cs typeface="腾讯体 W3" panose="020C04030202040F0204" pitchFamily="34" charset="-122"/>
              </a:endParaRPr>
            </a:p>
          </p:txBody>
        </p:sp>
        <p:sp>
          <p:nvSpPr>
            <p:cNvPr id="41" name="object 58"/>
            <p:cNvSpPr txBox="1"/>
            <p:nvPr/>
          </p:nvSpPr>
          <p:spPr>
            <a:xfrm>
              <a:off x="10128" y="6196"/>
              <a:ext cx="830" cy="250"/>
            </a:xfrm>
            <a:prstGeom prst="rect">
              <a:avLst/>
            </a:prstGeom>
          </p:spPr>
          <p:txBody>
            <a:bodyPr vert="horz" wrap="square" lIns="0" tIns="0" rIns="0" bIns="0" rtlCol="0" anchor="ctr" anchorCtr="0">
              <a:noAutofit/>
            </a:bodyPr>
            <a:lstStyle/>
            <a:p>
              <a:pPr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Risico’s</a:t>
              </a:r>
              <a:endParaRPr sz="1600" baseline="-25000" dirty="0">
                <a:solidFill>
                  <a:srgbClr val="FFFFFF"/>
                </a:solidFill>
                <a:latin typeface="腾讯体 W3" panose="020C04030202040F0204" pitchFamily="34" charset="-122"/>
                <a:cs typeface="腾讯体 W3" panose="020C04030202040F0204" pitchFamily="34" charset="-122"/>
              </a:endParaRPr>
            </a:p>
          </p:txBody>
        </p:sp>
        <p:sp>
          <p:nvSpPr>
            <p:cNvPr id="42" name="object 59"/>
            <p:cNvSpPr txBox="1"/>
            <p:nvPr/>
          </p:nvSpPr>
          <p:spPr>
            <a:xfrm>
              <a:off x="11194" y="5783"/>
              <a:ext cx="830" cy="250"/>
            </a:xfrm>
            <a:prstGeom prst="rect">
              <a:avLst/>
            </a:prstGeom>
          </p:spPr>
          <p:txBody>
            <a:bodyPr vert="horz" wrap="square" lIns="0" tIns="0" rIns="0" bIns="0" rtlCol="0" anchor="ctr" anchorCtr="0">
              <a:noAutofit/>
            </a:bodyPr>
            <a:lstStyle/>
            <a:p>
              <a:pPr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Risico’s</a:t>
              </a:r>
              <a:endParaRPr sz="1600" baseline="-25000" dirty="0">
                <a:solidFill>
                  <a:srgbClr val="FFFFFF"/>
                </a:solidFill>
                <a:latin typeface="腾讯体 W3" panose="020C04030202040F0204" pitchFamily="34" charset="-122"/>
                <a:cs typeface="腾讯体 W3" panose="020C04030202040F0204" pitchFamily="34" charset="-122"/>
              </a:endParaRPr>
            </a:p>
          </p:txBody>
        </p:sp>
        <p:sp>
          <p:nvSpPr>
            <p:cNvPr id="43" name="object 60"/>
            <p:cNvSpPr txBox="1"/>
            <p:nvPr/>
          </p:nvSpPr>
          <p:spPr>
            <a:xfrm>
              <a:off x="9731" y="8438"/>
              <a:ext cx="1635" cy="292"/>
            </a:xfrm>
            <a:prstGeom prst="rect">
              <a:avLst/>
            </a:prstGeom>
          </p:spPr>
          <p:txBody>
            <a:bodyPr vert="horz" wrap="square" lIns="0" tIns="0" rIns="0" bIns="0" rtlCol="0" anchor="ctr" anchorCtr="0">
              <a:noAutofit/>
            </a:bodyPr>
            <a:lstStyle/>
            <a:p>
              <a:pPr algn="ctr">
                <a:lnSpc>
                  <a:spcPct val="100000"/>
                </a:lnSpc>
              </a:pPr>
              <a:r>
                <a:rPr sz="1800" b="1" baseline="-25000" dirty="0">
                  <a:solidFill>
                    <a:srgbClr val="24272E"/>
                  </a:solidFill>
                  <a:latin typeface="腾讯体 W3" panose="020C04030202040F0204" pitchFamily="34" charset="-122"/>
                  <a:cs typeface="腾讯体 W3" panose="020C04030202040F0204" pitchFamily="34" charset="-122"/>
                </a:rPr>
                <a:t>Risicomatrix</a:t>
              </a:r>
              <a:endParaRPr sz="1800" b="1" baseline="-25000" dirty="0">
                <a:solidFill>
                  <a:srgbClr val="24272E"/>
                </a:solidFill>
                <a:latin typeface="腾讯体 W3" panose="020C04030202040F0204" pitchFamily="34" charset="-122"/>
                <a:cs typeface="腾讯体 W3" panose="020C04030202040F0204" pitchFamily="34" charset="-122"/>
              </a:endParaRPr>
            </a:p>
          </p:txBody>
        </p:sp>
        <p:grpSp>
          <p:nvGrpSpPr>
            <p:cNvPr id="44" name="Group 43"/>
            <p:cNvGrpSpPr/>
            <p:nvPr/>
          </p:nvGrpSpPr>
          <p:grpSpPr>
            <a:xfrm rot="0">
              <a:off x="8774" y="8828"/>
              <a:ext cx="3260" cy="1847"/>
              <a:chOff x="3350420" y="6108700"/>
              <a:chExt cx="1165074" cy="682033"/>
            </a:xfrm>
          </p:grpSpPr>
          <p:sp>
            <p:nvSpPr>
              <p:cNvPr id="45" name="object 31"/>
              <p:cNvSpPr/>
              <p:nvPr/>
            </p:nvSpPr>
            <p:spPr>
              <a:xfrm>
                <a:off x="3505200" y="6108700"/>
                <a:ext cx="1010285" cy="531495"/>
              </a:xfrm>
              <a:custGeom>
                <a:avLst/>
                <a:gdLst/>
                <a:ahLst/>
                <a:cxnLst/>
                <a:rect l="l" t="t" r="r" b="b"/>
                <a:pathLst>
                  <a:path w="889635" h="531495">
                    <a:moveTo>
                      <a:pt x="0" y="531215"/>
                    </a:moveTo>
                    <a:lnTo>
                      <a:pt x="889126" y="531215"/>
                    </a:lnTo>
                    <a:lnTo>
                      <a:pt x="889126" y="0"/>
                    </a:lnTo>
                    <a:lnTo>
                      <a:pt x="0" y="0"/>
                    </a:lnTo>
                    <a:lnTo>
                      <a:pt x="0" y="531215"/>
                    </a:lnTo>
                    <a:close/>
                  </a:path>
                </a:pathLst>
              </a:custGeom>
              <a:solidFill>
                <a:schemeClr val="accent4">
                  <a:lumMod val="20000"/>
                  <a:lumOff val="80000"/>
                </a:schemeClr>
              </a:solidFill>
            </p:spPr>
            <p:txBody>
              <a:bodyPr wrap="square" lIns="0" tIns="0" rIns="0" bIns="0" rtlCol="0"/>
              <a:lstStyle/>
              <a:p>
                <a:endParaRPr sz="4400" baseline="-25000">
                  <a:latin typeface="腾讯体 W3" panose="020C04030202040F0204" pitchFamily="34" charset="-122"/>
                </a:endParaRPr>
              </a:p>
            </p:txBody>
          </p:sp>
          <p:sp>
            <p:nvSpPr>
              <p:cNvPr id="46" name="object 32"/>
              <p:cNvSpPr/>
              <p:nvPr/>
            </p:nvSpPr>
            <p:spPr>
              <a:xfrm>
                <a:off x="3867785" y="6108702"/>
                <a:ext cx="647563" cy="448309"/>
              </a:xfrm>
              <a:custGeom>
                <a:avLst/>
                <a:gdLst/>
                <a:ahLst/>
                <a:cxnLst/>
                <a:rect l="l" t="t" r="r" b="b"/>
                <a:pathLst>
                  <a:path w="570229" h="448309">
                    <a:moveTo>
                      <a:pt x="569861" y="0"/>
                    </a:moveTo>
                    <a:lnTo>
                      <a:pt x="0" y="0"/>
                    </a:lnTo>
                    <a:lnTo>
                      <a:pt x="8116" y="53861"/>
                    </a:lnTo>
                    <a:lnTo>
                      <a:pt x="20556" y="104013"/>
                    </a:lnTo>
                    <a:lnTo>
                      <a:pt x="37269" y="150497"/>
                    </a:lnTo>
                    <a:lnTo>
                      <a:pt x="58207" y="193354"/>
                    </a:lnTo>
                    <a:lnTo>
                      <a:pt x="83320" y="232626"/>
                    </a:lnTo>
                    <a:lnTo>
                      <a:pt x="112560" y="268354"/>
                    </a:lnTo>
                    <a:lnTo>
                      <a:pt x="145877" y="300582"/>
                    </a:lnTo>
                    <a:lnTo>
                      <a:pt x="183222" y="329349"/>
                    </a:lnTo>
                    <a:lnTo>
                      <a:pt x="231150" y="359038"/>
                    </a:lnTo>
                    <a:lnTo>
                      <a:pt x="279195" y="384380"/>
                    </a:lnTo>
                    <a:lnTo>
                      <a:pt x="327356" y="405424"/>
                    </a:lnTo>
                    <a:lnTo>
                      <a:pt x="375632" y="422217"/>
                    </a:lnTo>
                    <a:lnTo>
                      <a:pt x="424022" y="434810"/>
                    </a:lnTo>
                    <a:lnTo>
                      <a:pt x="472525" y="443252"/>
                    </a:lnTo>
                    <a:lnTo>
                      <a:pt x="521138" y="447592"/>
                    </a:lnTo>
                    <a:lnTo>
                      <a:pt x="569861" y="447878"/>
                    </a:lnTo>
                    <a:lnTo>
                      <a:pt x="569861" y="0"/>
                    </a:lnTo>
                    <a:close/>
                  </a:path>
                </a:pathLst>
              </a:custGeom>
              <a:solidFill>
                <a:schemeClr val="accent4">
                  <a:lumMod val="40000"/>
                  <a:lumOff val="60000"/>
                </a:schemeClr>
              </a:solidFill>
            </p:spPr>
            <p:txBody>
              <a:bodyPr wrap="square" lIns="0" tIns="0" rIns="0" bIns="0" rtlCol="0"/>
              <a:lstStyle/>
              <a:p>
                <a:endParaRPr sz="4400" baseline="-25000">
                  <a:latin typeface="腾讯体 W3" panose="020C04030202040F0204" pitchFamily="34" charset="-122"/>
                </a:endParaRPr>
              </a:p>
            </p:txBody>
          </p:sp>
          <p:sp>
            <p:nvSpPr>
              <p:cNvPr id="47" name="object 33"/>
              <p:cNvSpPr/>
              <p:nvPr/>
            </p:nvSpPr>
            <p:spPr>
              <a:xfrm>
                <a:off x="4106621" y="6108702"/>
                <a:ext cx="408873" cy="191135"/>
              </a:xfrm>
              <a:custGeom>
                <a:avLst/>
                <a:gdLst/>
                <a:ahLst/>
                <a:cxnLst/>
                <a:rect l="l" t="t" r="r" b="b"/>
                <a:pathLst>
                  <a:path w="360045" h="191134">
                    <a:moveTo>
                      <a:pt x="359537" y="0"/>
                    </a:moveTo>
                    <a:lnTo>
                      <a:pt x="0" y="0"/>
                    </a:lnTo>
                    <a:lnTo>
                      <a:pt x="12964" y="44238"/>
                    </a:lnTo>
                    <a:lnTo>
                      <a:pt x="36718" y="82237"/>
                    </a:lnTo>
                    <a:lnTo>
                      <a:pt x="71012" y="114137"/>
                    </a:lnTo>
                    <a:lnTo>
                      <a:pt x="115595" y="140081"/>
                    </a:lnTo>
                    <a:lnTo>
                      <a:pt x="164003" y="159401"/>
                    </a:lnTo>
                    <a:lnTo>
                      <a:pt x="212603" y="174017"/>
                    </a:lnTo>
                    <a:lnTo>
                      <a:pt x="261394" y="184017"/>
                    </a:lnTo>
                    <a:lnTo>
                      <a:pt x="310373" y="189486"/>
                    </a:lnTo>
                    <a:lnTo>
                      <a:pt x="359537" y="190512"/>
                    </a:lnTo>
                    <a:lnTo>
                      <a:pt x="359537" y="0"/>
                    </a:lnTo>
                    <a:close/>
                  </a:path>
                </a:pathLst>
              </a:custGeom>
              <a:solidFill>
                <a:schemeClr val="accent4">
                  <a:lumMod val="60000"/>
                  <a:lumOff val="40000"/>
                </a:schemeClr>
              </a:solidFill>
            </p:spPr>
            <p:txBody>
              <a:bodyPr wrap="square" lIns="0" tIns="0" rIns="0" bIns="0" rtlCol="0"/>
              <a:lstStyle/>
              <a:p>
                <a:endParaRPr sz="4400" baseline="-25000">
                  <a:latin typeface="腾讯体 W3" panose="020C04030202040F0204" pitchFamily="34" charset="-122"/>
                </a:endParaRPr>
              </a:p>
            </p:txBody>
          </p:sp>
          <p:sp>
            <p:nvSpPr>
              <p:cNvPr id="48" name="object 34"/>
              <p:cNvSpPr/>
              <p:nvPr/>
            </p:nvSpPr>
            <p:spPr>
              <a:xfrm>
                <a:off x="3472561" y="6136273"/>
                <a:ext cx="635" cy="504825"/>
              </a:xfrm>
              <a:custGeom>
                <a:avLst/>
                <a:gdLst/>
                <a:ahLst/>
                <a:cxnLst/>
                <a:rect l="l" t="t" r="r" b="b"/>
                <a:pathLst>
                  <a:path w="635" h="504825">
                    <a:moveTo>
                      <a:pt x="0" y="504240"/>
                    </a:moveTo>
                    <a:lnTo>
                      <a:pt x="419" y="0"/>
                    </a:lnTo>
                  </a:path>
                </a:pathLst>
              </a:custGeom>
              <a:ln w="9042">
                <a:solidFill>
                  <a:schemeClr val="accent6">
                    <a:lumMod val="75000"/>
                  </a:schemeClr>
                </a:solidFill>
              </a:ln>
            </p:spPr>
            <p:txBody>
              <a:bodyPr wrap="square" lIns="0" tIns="0" rIns="0" bIns="0" rtlCol="0"/>
              <a:lstStyle/>
              <a:p>
                <a:endParaRPr sz="4400" baseline="-25000">
                  <a:latin typeface="腾讯体 W3" panose="020C04030202040F0204" pitchFamily="34" charset="-122"/>
                </a:endParaRPr>
              </a:p>
            </p:txBody>
          </p:sp>
          <p:sp>
            <p:nvSpPr>
              <p:cNvPr id="49" name="object 35"/>
              <p:cNvSpPr/>
              <p:nvPr/>
            </p:nvSpPr>
            <p:spPr>
              <a:xfrm>
                <a:off x="3460014" y="6113832"/>
                <a:ext cx="27305" cy="26034"/>
              </a:xfrm>
              <a:custGeom>
                <a:avLst/>
                <a:gdLst/>
                <a:ahLst/>
                <a:cxnLst/>
                <a:rect l="l" t="t" r="r" b="b"/>
                <a:pathLst>
                  <a:path w="27304" h="26034">
                    <a:moveTo>
                      <a:pt x="12966" y="0"/>
                    </a:moveTo>
                    <a:lnTo>
                      <a:pt x="0" y="26009"/>
                    </a:lnTo>
                    <a:lnTo>
                      <a:pt x="26911" y="26009"/>
                    </a:lnTo>
                    <a:lnTo>
                      <a:pt x="12966" y="0"/>
                    </a:lnTo>
                    <a:close/>
                  </a:path>
                </a:pathLst>
              </a:custGeom>
              <a:solidFill>
                <a:schemeClr val="accent6">
                  <a:lumMod val="75000"/>
                </a:schemeClr>
              </a:solidFill>
            </p:spPr>
            <p:txBody>
              <a:bodyPr wrap="square" lIns="0" tIns="0" rIns="0" bIns="0" rtlCol="0"/>
              <a:lstStyle/>
              <a:p>
                <a:endParaRPr sz="4400" baseline="-25000">
                  <a:latin typeface="腾讯体 W3" panose="020C04030202040F0204" pitchFamily="34" charset="-122"/>
                </a:endParaRPr>
              </a:p>
            </p:txBody>
          </p:sp>
          <p:sp>
            <p:nvSpPr>
              <p:cNvPr id="50" name="object 36"/>
              <p:cNvSpPr/>
              <p:nvPr/>
            </p:nvSpPr>
            <p:spPr>
              <a:xfrm>
                <a:off x="3507753" y="6672636"/>
                <a:ext cx="987930" cy="635"/>
              </a:xfrm>
              <a:custGeom>
                <a:avLst/>
                <a:gdLst/>
                <a:ahLst/>
                <a:cxnLst/>
                <a:rect l="l" t="t" r="r" b="b"/>
                <a:pathLst>
                  <a:path w="869950" h="634">
                    <a:moveTo>
                      <a:pt x="0" y="0"/>
                    </a:moveTo>
                    <a:lnTo>
                      <a:pt x="869848" y="50"/>
                    </a:lnTo>
                  </a:path>
                </a:pathLst>
              </a:custGeom>
              <a:ln w="9042">
                <a:solidFill>
                  <a:schemeClr val="accent6">
                    <a:lumMod val="75000"/>
                  </a:schemeClr>
                </a:solidFill>
              </a:ln>
            </p:spPr>
            <p:txBody>
              <a:bodyPr wrap="square" lIns="0" tIns="0" rIns="0" bIns="0" rtlCol="0"/>
              <a:lstStyle/>
              <a:p>
                <a:endParaRPr sz="4400" baseline="-25000">
                  <a:latin typeface="腾讯体 W3" panose="020C04030202040F0204" pitchFamily="34" charset="-122"/>
                </a:endParaRPr>
              </a:p>
            </p:txBody>
          </p:sp>
          <p:sp>
            <p:nvSpPr>
              <p:cNvPr id="51" name="object 37"/>
              <p:cNvSpPr/>
              <p:nvPr/>
            </p:nvSpPr>
            <p:spPr>
              <a:xfrm>
                <a:off x="4486559" y="6659321"/>
                <a:ext cx="26670" cy="27940"/>
              </a:xfrm>
              <a:custGeom>
                <a:avLst/>
                <a:gdLst/>
                <a:ahLst/>
                <a:cxnLst/>
                <a:rect l="l" t="t" r="r" b="b"/>
                <a:pathLst>
                  <a:path w="26670" h="27940">
                    <a:moveTo>
                      <a:pt x="0" y="0"/>
                    </a:moveTo>
                    <a:lnTo>
                      <a:pt x="0" y="27495"/>
                    </a:lnTo>
                    <a:lnTo>
                      <a:pt x="26542" y="13233"/>
                    </a:lnTo>
                    <a:lnTo>
                      <a:pt x="0" y="0"/>
                    </a:lnTo>
                    <a:close/>
                  </a:path>
                </a:pathLst>
              </a:custGeom>
              <a:solidFill>
                <a:schemeClr val="accent6">
                  <a:lumMod val="75000"/>
                </a:schemeClr>
              </a:solidFill>
            </p:spPr>
            <p:txBody>
              <a:bodyPr wrap="square" lIns="0" tIns="0" rIns="0" bIns="0" rtlCol="0"/>
              <a:lstStyle/>
              <a:p>
                <a:endParaRPr sz="4400" baseline="-25000">
                  <a:latin typeface="腾讯体 W3" panose="020C04030202040F0204" pitchFamily="34" charset="-122"/>
                </a:endParaRPr>
              </a:p>
            </p:txBody>
          </p:sp>
          <p:sp>
            <p:nvSpPr>
              <p:cNvPr id="52" name="object 51"/>
              <p:cNvSpPr txBox="1"/>
              <p:nvPr/>
            </p:nvSpPr>
            <p:spPr>
              <a:xfrm>
                <a:off x="3892573" y="6685186"/>
                <a:ext cx="480682" cy="105547"/>
              </a:xfrm>
              <a:prstGeom prst="rect">
                <a:avLst/>
              </a:prstGeom>
            </p:spPr>
            <p:txBody>
              <a:bodyPr vert="horz" wrap="square" lIns="0" tIns="0" rIns="0" bIns="0" rtlCol="0">
                <a:spAutoFit/>
              </a:bodyPr>
              <a:lstStyle/>
              <a:p>
                <a:pPr marL="8890"/>
                <a:r>
                  <a:rPr sz="1800" baseline="-25000" dirty="0">
                    <a:solidFill>
                      <a:srgbClr val="808B9E"/>
                    </a:solidFill>
                    <a:latin typeface="腾讯体 W3" panose="020C04030202040F0204" pitchFamily="34" charset="-122"/>
                    <a:cs typeface="腾讯体 W3" panose="020C04030202040F0204" pitchFamily="34" charset="-122"/>
                  </a:rPr>
                  <a:t>I</a:t>
                </a:r>
                <a:r>
                  <a:rPr sz="1800" spc="4" baseline="-25000" dirty="0">
                    <a:solidFill>
                      <a:srgbClr val="808B9E"/>
                    </a:solidFill>
                    <a:latin typeface="腾讯体 W3" panose="020C04030202040F0204" pitchFamily="34" charset="-122"/>
                    <a:cs typeface="腾讯体 W3" panose="020C04030202040F0204" pitchFamily="34" charset="-122"/>
                  </a:rPr>
                  <a:t>mpac</a:t>
                </a:r>
                <a:r>
                  <a:rPr sz="1800" baseline="-25000" dirty="0">
                    <a:solidFill>
                      <a:srgbClr val="808B9E"/>
                    </a:solidFill>
                    <a:latin typeface="腾讯体 W3" panose="020C04030202040F0204" pitchFamily="34" charset="-122"/>
                    <a:cs typeface="腾讯体 W3" panose="020C04030202040F0204" pitchFamily="34" charset="-122"/>
                  </a:rPr>
                  <a:t>t</a:t>
                </a:r>
                <a:endParaRPr sz="1800" baseline="-25000" dirty="0">
                  <a:solidFill>
                    <a:srgbClr val="808B9E"/>
                  </a:solidFill>
                  <a:latin typeface="腾讯体 W3" panose="020C04030202040F0204" pitchFamily="34" charset="-122"/>
                  <a:cs typeface="腾讯体 W3" panose="020C04030202040F0204" pitchFamily="34" charset="-122"/>
                </a:endParaRPr>
              </a:p>
            </p:txBody>
          </p:sp>
          <p:sp>
            <p:nvSpPr>
              <p:cNvPr id="53" name="object 52"/>
              <p:cNvSpPr txBox="1"/>
              <p:nvPr/>
            </p:nvSpPr>
            <p:spPr>
              <a:xfrm>
                <a:off x="3350420" y="6284158"/>
                <a:ext cx="38600" cy="229870"/>
              </a:xfrm>
              <a:prstGeom prst="rect">
                <a:avLst/>
              </a:prstGeom>
            </p:spPr>
            <p:txBody>
              <a:bodyPr vert="vert270" wrap="square" lIns="0" tIns="0" rIns="0" bIns="0" rtlCol="0">
                <a:spAutoFit/>
              </a:bodyPr>
              <a:lstStyle/>
              <a:p>
                <a:pPr marL="8890">
                  <a:lnSpc>
                    <a:spcPts val="525"/>
                  </a:lnSpc>
                </a:pPr>
                <a:r>
                  <a:rPr sz="1800" spc="4" baseline="-25000" dirty="0">
                    <a:solidFill>
                      <a:srgbClr val="808B9E"/>
                    </a:solidFill>
                    <a:latin typeface="腾讯体 W3" panose="020C04030202040F0204" pitchFamily="34" charset="-122"/>
                    <a:cs typeface="腾讯体 W3" panose="020C04030202040F0204" pitchFamily="34" charset="-122"/>
                  </a:rPr>
                  <a:t>Kan</a:t>
                </a:r>
                <a:r>
                  <a:rPr sz="1800" baseline="-25000" dirty="0">
                    <a:solidFill>
                      <a:srgbClr val="808B9E"/>
                    </a:solidFill>
                    <a:latin typeface="腾讯体 W3" panose="020C04030202040F0204" pitchFamily="34" charset="-122"/>
                    <a:cs typeface="腾讯体 W3" panose="020C04030202040F0204" pitchFamily="34" charset="-122"/>
                  </a:rPr>
                  <a:t>s</a:t>
                </a:r>
                <a:endParaRPr sz="1800" baseline="-25000" dirty="0">
                  <a:solidFill>
                    <a:srgbClr val="808B9E"/>
                  </a:solidFill>
                  <a:latin typeface="腾讯体 W3" panose="020C04030202040F0204" pitchFamily="34" charset="-122"/>
                  <a:cs typeface="腾讯体 W3" panose="020C04030202040F0204" pitchFamily="34" charset="-122"/>
                </a:endParaRPr>
              </a:p>
            </p:txBody>
          </p:sp>
          <p:sp>
            <p:nvSpPr>
              <p:cNvPr id="54" name="object 63"/>
              <p:cNvSpPr/>
              <p:nvPr/>
            </p:nvSpPr>
            <p:spPr>
              <a:xfrm>
                <a:off x="3738671" y="6483798"/>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0C306E"/>
              </a:solidFill>
            </p:spPr>
            <p:txBody>
              <a:bodyPr wrap="square" lIns="0" tIns="0" rIns="0" bIns="0" rtlCol="0"/>
              <a:lstStyle/>
              <a:p>
                <a:endParaRPr sz="4400" baseline="-25000">
                  <a:latin typeface="腾讯体 W3" panose="020C04030202040F0204" pitchFamily="34" charset="-122"/>
                </a:endParaRPr>
              </a:p>
            </p:txBody>
          </p:sp>
          <p:sp>
            <p:nvSpPr>
              <p:cNvPr id="55" name="object 64"/>
              <p:cNvSpPr/>
              <p:nvPr/>
            </p:nvSpPr>
            <p:spPr>
              <a:xfrm>
                <a:off x="3738671" y="6483798"/>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sp>
            <p:nvSpPr>
              <p:cNvPr id="56" name="object 65"/>
              <p:cNvSpPr/>
              <p:nvPr/>
            </p:nvSpPr>
            <p:spPr>
              <a:xfrm>
                <a:off x="3914801" y="6547063"/>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0C306E"/>
              </a:solidFill>
            </p:spPr>
            <p:txBody>
              <a:bodyPr wrap="square" lIns="0" tIns="0" rIns="0" bIns="0" rtlCol="0"/>
              <a:lstStyle/>
              <a:p>
                <a:endParaRPr sz="4400" baseline="-25000">
                  <a:latin typeface="腾讯体 W3" panose="020C04030202040F0204" pitchFamily="34" charset="-122"/>
                </a:endParaRPr>
              </a:p>
            </p:txBody>
          </p:sp>
          <p:sp>
            <p:nvSpPr>
              <p:cNvPr id="57" name="object 66"/>
              <p:cNvSpPr/>
              <p:nvPr/>
            </p:nvSpPr>
            <p:spPr>
              <a:xfrm>
                <a:off x="3914801" y="6547063"/>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sp>
            <p:nvSpPr>
              <p:cNvPr id="58" name="object 67"/>
              <p:cNvSpPr/>
              <p:nvPr/>
            </p:nvSpPr>
            <p:spPr>
              <a:xfrm>
                <a:off x="4096062" y="6415387"/>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99BEFF"/>
              </a:solidFill>
            </p:spPr>
            <p:txBody>
              <a:bodyPr wrap="square" lIns="0" tIns="0" rIns="0" bIns="0" rtlCol="0"/>
              <a:lstStyle/>
              <a:p>
                <a:endParaRPr sz="4400" baseline="-25000">
                  <a:latin typeface="腾讯体 W3" panose="020C04030202040F0204" pitchFamily="34" charset="-122"/>
                </a:endParaRPr>
              </a:p>
            </p:txBody>
          </p:sp>
          <p:sp>
            <p:nvSpPr>
              <p:cNvPr id="59" name="object 68"/>
              <p:cNvSpPr/>
              <p:nvPr/>
            </p:nvSpPr>
            <p:spPr>
              <a:xfrm>
                <a:off x="4096062" y="6415387"/>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sp>
            <p:nvSpPr>
              <p:cNvPr id="60" name="object 69"/>
              <p:cNvSpPr/>
              <p:nvPr/>
            </p:nvSpPr>
            <p:spPr>
              <a:xfrm>
                <a:off x="4120572" y="6300827"/>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99BEFF"/>
              </a:solidFill>
            </p:spPr>
            <p:txBody>
              <a:bodyPr wrap="square" lIns="0" tIns="0" rIns="0" bIns="0" rtlCol="0"/>
              <a:lstStyle/>
              <a:p>
                <a:endParaRPr sz="4400" baseline="-25000">
                  <a:latin typeface="腾讯体 W3" panose="020C04030202040F0204" pitchFamily="34" charset="-122"/>
                </a:endParaRPr>
              </a:p>
            </p:txBody>
          </p:sp>
          <p:sp>
            <p:nvSpPr>
              <p:cNvPr id="61" name="object 70"/>
              <p:cNvSpPr/>
              <p:nvPr/>
            </p:nvSpPr>
            <p:spPr>
              <a:xfrm>
                <a:off x="4120572" y="6300827"/>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sp>
            <p:nvSpPr>
              <p:cNvPr id="62" name="object 71"/>
              <p:cNvSpPr/>
              <p:nvPr/>
            </p:nvSpPr>
            <p:spPr>
              <a:xfrm>
                <a:off x="3865212" y="6222159"/>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99BEFF"/>
              </a:solidFill>
            </p:spPr>
            <p:txBody>
              <a:bodyPr wrap="square" lIns="0" tIns="0" rIns="0" bIns="0" rtlCol="0"/>
              <a:lstStyle/>
              <a:p>
                <a:endParaRPr sz="4400" baseline="-25000">
                  <a:latin typeface="腾讯体 W3" panose="020C04030202040F0204" pitchFamily="34" charset="-122"/>
                </a:endParaRPr>
              </a:p>
            </p:txBody>
          </p:sp>
          <p:sp>
            <p:nvSpPr>
              <p:cNvPr id="63" name="object 72"/>
              <p:cNvSpPr/>
              <p:nvPr/>
            </p:nvSpPr>
            <p:spPr>
              <a:xfrm>
                <a:off x="3865212" y="6222159"/>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sp>
            <p:nvSpPr>
              <p:cNvPr id="64" name="object 73"/>
              <p:cNvSpPr/>
              <p:nvPr/>
            </p:nvSpPr>
            <p:spPr>
              <a:xfrm>
                <a:off x="4362822" y="6432490"/>
                <a:ext cx="64135" cy="64135"/>
              </a:xfrm>
              <a:custGeom>
                <a:avLst/>
                <a:gdLst/>
                <a:ahLst/>
                <a:cxnLst/>
                <a:rect l="l" t="t" r="r" b="b"/>
                <a:pathLst>
                  <a:path w="64135" h="64134">
                    <a:moveTo>
                      <a:pt x="31889" y="0"/>
                    </a:moveTo>
                    <a:lnTo>
                      <a:pt x="19491" y="2507"/>
                    </a:lnTo>
                    <a:lnTo>
                      <a:pt x="9353" y="9342"/>
                    </a:lnTo>
                    <a:lnTo>
                      <a:pt x="2511" y="19475"/>
                    </a:lnTo>
                    <a:lnTo>
                      <a:pt x="0" y="31877"/>
                    </a:lnTo>
                    <a:lnTo>
                      <a:pt x="2511" y="44280"/>
                    </a:lnTo>
                    <a:lnTo>
                      <a:pt x="9353" y="54417"/>
                    </a:lnTo>
                    <a:lnTo>
                      <a:pt x="19491" y="61257"/>
                    </a:lnTo>
                    <a:lnTo>
                      <a:pt x="31889" y="63766"/>
                    </a:lnTo>
                    <a:lnTo>
                      <a:pt x="44287" y="61257"/>
                    </a:lnTo>
                    <a:lnTo>
                      <a:pt x="54425" y="54417"/>
                    </a:lnTo>
                    <a:lnTo>
                      <a:pt x="61268" y="44280"/>
                    </a:lnTo>
                    <a:lnTo>
                      <a:pt x="63779" y="31877"/>
                    </a:lnTo>
                    <a:lnTo>
                      <a:pt x="61268" y="19475"/>
                    </a:lnTo>
                    <a:lnTo>
                      <a:pt x="54425" y="9342"/>
                    </a:lnTo>
                    <a:lnTo>
                      <a:pt x="44287" y="2507"/>
                    </a:lnTo>
                    <a:lnTo>
                      <a:pt x="31889" y="0"/>
                    </a:lnTo>
                    <a:close/>
                  </a:path>
                </a:pathLst>
              </a:custGeom>
              <a:solidFill>
                <a:srgbClr val="2972F4"/>
              </a:solidFill>
            </p:spPr>
            <p:txBody>
              <a:bodyPr wrap="square" lIns="0" tIns="0" rIns="0" bIns="0" rtlCol="0"/>
              <a:lstStyle/>
              <a:p>
                <a:endParaRPr sz="4400" baseline="-25000">
                  <a:latin typeface="腾讯体 W3" panose="020C04030202040F0204" pitchFamily="34" charset="-122"/>
                </a:endParaRPr>
              </a:p>
            </p:txBody>
          </p:sp>
          <p:sp>
            <p:nvSpPr>
              <p:cNvPr id="65" name="object 74"/>
              <p:cNvSpPr/>
              <p:nvPr/>
            </p:nvSpPr>
            <p:spPr>
              <a:xfrm>
                <a:off x="4362822" y="6432490"/>
                <a:ext cx="64135" cy="64135"/>
              </a:xfrm>
              <a:custGeom>
                <a:avLst/>
                <a:gdLst/>
                <a:ahLst/>
                <a:cxnLst/>
                <a:rect l="l" t="t" r="r" b="b"/>
                <a:pathLst>
                  <a:path w="64135" h="64134">
                    <a:moveTo>
                      <a:pt x="31889" y="63766"/>
                    </a:moveTo>
                    <a:lnTo>
                      <a:pt x="44287" y="61257"/>
                    </a:lnTo>
                    <a:lnTo>
                      <a:pt x="54425" y="54417"/>
                    </a:lnTo>
                    <a:lnTo>
                      <a:pt x="61268" y="44280"/>
                    </a:lnTo>
                    <a:lnTo>
                      <a:pt x="63779" y="31877"/>
                    </a:lnTo>
                    <a:lnTo>
                      <a:pt x="61268" y="19475"/>
                    </a:lnTo>
                    <a:lnTo>
                      <a:pt x="54425" y="9342"/>
                    </a:lnTo>
                    <a:lnTo>
                      <a:pt x="44287" y="2507"/>
                    </a:lnTo>
                    <a:lnTo>
                      <a:pt x="31889" y="0"/>
                    </a:lnTo>
                    <a:lnTo>
                      <a:pt x="19491" y="2507"/>
                    </a:lnTo>
                    <a:lnTo>
                      <a:pt x="9353" y="9342"/>
                    </a:lnTo>
                    <a:lnTo>
                      <a:pt x="2511" y="19475"/>
                    </a:lnTo>
                    <a:lnTo>
                      <a:pt x="0" y="31877"/>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sp>
            <p:nvSpPr>
              <p:cNvPr id="66" name="object 75"/>
              <p:cNvSpPr/>
              <p:nvPr/>
            </p:nvSpPr>
            <p:spPr>
              <a:xfrm>
                <a:off x="4323491" y="6242685"/>
                <a:ext cx="64135" cy="64135"/>
              </a:xfrm>
              <a:custGeom>
                <a:avLst/>
                <a:gdLst/>
                <a:ahLst/>
                <a:cxnLst/>
                <a:rect l="l" t="t" r="r" b="b"/>
                <a:pathLst>
                  <a:path w="64135" h="64134">
                    <a:moveTo>
                      <a:pt x="31889" y="0"/>
                    </a:moveTo>
                    <a:lnTo>
                      <a:pt x="19491" y="2507"/>
                    </a:lnTo>
                    <a:lnTo>
                      <a:pt x="9353" y="9342"/>
                    </a:lnTo>
                    <a:lnTo>
                      <a:pt x="2511" y="19475"/>
                    </a:lnTo>
                    <a:lnTo>
                      <a:pt x="0" y="31877"/>
                    </a:lnTo>
                    <a:lnTo>
                      <a:pt x="2511" y="44280"/>
                    </a:lnTo>
                    <a:lnTo>
                      <a:pt x="9353" y="54417"/>
                    </a:lnTo>
                    <a:lnTo>
                      <a:pt x="19491" y="61257"/>
                    </a:lnTo>
                    <a:lnTo>
                      <a:pt x="31889" y="63766"/>
                    </a:lnTo>
                    <a:lnTo>
                      <a:pt x="44287" y="61257"/>
                    </a:lnTo>
                    <a:lnTo>
                      <a:pt x="54425" y="54417"/>
                    </a:lnTo>
                    <a:lnTo>
                      <a:pt x="61268" y="44280"/>
                    </a:lnTo>
                    <a:lnTo>
                      <a:pt x="63779" y="31877"/>
                    </a:lnTo>
                    <a:lnTo>
                      <a:pt x="61268" y="19475"/>
                    </a:lnTo>
                    <a:lnTo>
                      <a:pt x="54425" y="9342"/>
                    </a:lnTo>
                    <a:lnTo>
                      <a:pt x="44287" y="2507"/>
                    </a:lnTo>
                    <a:lnTo>
                      <a:pt x="31889" y="0"/>
                    </a:lnTo>
                    <a:close/>
                  </a:path>
                </a:pathLst>
              </a:custGeom>
              <a:solidFill>
                <a:srgbClr val="2972F4"/>
              </a:solidFill>
            </p:spPr>
            <p:txBody>
              <a:bodyPr wrap="square" lIns="0" tIns="0" rIns="0" bIns="0" rtlCol="0"/>
              <a:lstStyle/>
              <a:p>
                <a:endParaRPr sz="4400" baseline="-25000">
                  <a:latin typeface="腾讯体 W3" panose="020C04030202040F0204" pitchFamily="34" charset="-122"/>
                </a:endParaRPr>
              </a:p>
            </p:txBody>
          </p:sp>
          <p:sp>
            <p:nvSpPr>
              <p:cNvPr id="67" name="object 76"/>
              <p:cNvSpPr/>
              <p:nvPr/>
            </p:nvSpPr>
            <p:spPr>
              <a:xfrm>
                <a:off x="4323491" y="6242685"/>
                <a:ext cx="64135" cy="64135"/>
              </a:xfrm>
              <a:custGeom>
                <a:avLst/>
                <a:gdLst/>
                <a:ahLst/>
                <a:cxnLst/>
                <a:rect l="l" t="t" r="r" b="b"/>
                <a:pathLst>
                  <a:path w="64135" h="64134">
                    <a:moveTo>
                      <a:pt x="31889" y="63766"/>
                    </a:moveTo>
                    <a:lnTo>
                      <a:pt x="44287" y="61257"/>
                    </a:lnTo>
                    <a:lnTo>
                      <a:pt x="54425" y="54417"/>
                    </a:lnTo>
                    <a:lnTo>
                      <a:pt x="61268" y="44280"/>
                    </a:lnTo>
                    <a:lnTo>
                      <a:pt x="63779" y="31877"/>
                    </a:lnTo>
                    <a:lnTo>
                      <a:pt x="61268" y="19475"/>
                    </a:lnTo>
                    <a:lnTo>
                      <a:pt x="54425" y="9342"/>
                    </a:lnTo>
                    <a:lnTo>
                      <a:pt x="44287" y="2507"/>
                    </a:lnTo>
                    <a:lnTo>
                      <a:pt x="31889" y="0"/>
                    </a:lnTo>
                    <a:lnTo>
                      <a:pt x="19491" y="2507"/>
                    </a:lnTo>
                    <a:lnTo>
                      <a:pt x="9353" y="9342"/>
                    </a:lnTo>
                    <a:lnTo>
                      <a:pt x="2511" y="19475"/>
                    </a:lnTo>
                    <a:lnTo>
                      <a:pt x="0" y="31877"/>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sp>
            <p:nvSpPr>
              <p:cNvPr id="68" name="object 77"/>
              <p:cNvSpPr/>
              <p:nvPr/>
            </p:nvSpPr>
            <p:spPr>
              <a:xfrm>
                <a:off x="4265352" y="6141791"/>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2972F4"/>
              </a:solidFill>
            </p:spPr>
            <p:txBody>
              <a:bodyPr wrap="square" lIns="0" tIns="0" rIns="0" bIns="0" rtlCol="0"/>
              <a:lstStyle/>
              <a:p>
                <a:endParaRPr sz="4400" baseline="-25000">
                  <a:latin typeface="腾讯体 W3" panose="020C04030202040F0204" pitchFamily="34" charset="-122"/>
                </a:endParaRPr>
              </a:p>
            </p:txBody>
          </p:sp>
          <p:sp>
            <p:nvSpPr>
              <p:cNvPr id="69" name="object 78"/>
              <p:cNvSpPr/>
              <p:nvPr/>
            </p:nvSpPr>
            <p:spPr>
              <a:xfrm>
                <a:off x="4265352" y="6141791"/>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grpSp>
        <p:sp>
          <p:nvSpPr>
            <p:cNvPr id="70" name="object 79"/>
            <p:cNvSpPr txBox="1"/>
            <p:nvPr/>
          </p:nvSpPr>
          <p:spPr>
            <a:xfrm>
              <a:off x="9475" y="2723"/>
              <a:ext cx="732" cy="424"/>
            </a:xfrm>
            <a:prstGeom prst="rect">
              <a:avLst/>
            </a:prstGeom>
          </p:spPr>
          <p:txBody>
            <a:bodyPr vert="horz" wrap="square" lIns="0" tIns="0" rIns="0" bIns="0" rtlCol="0" anchor="ctr" anchorCtr="0">
              <a:noAutofit/>
            </a:bodyPr>
            <a:lstStyle/>
            <a:p>
              <a:pPr marR="3810" indent="3175"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Mega-  Trends</a:t>
              </a:r>
              <a:endParaRPr sz="1600" baseline="-25000" dirty="0">
                <a:solidFill>
                  <a:srgbClr val="FFFFFF"/>
                </a:solidFill>
                <a:latin typeface="腾讯体 W3" panose="020C04030202040F0204" pitchFamily="34" charset="-122"/>
                <a:cs typeface="腾讯体 W3" panose="020C04030202040F0204" pitchFamily="34" charset="-122"/>
              </a:endParaRPr>
            </a:p>
          </p:txBody>
        </p:sp>
        <p:sp>
          <p:nvSpPr>
            <p:cNvPr id="71" name="object 80"/>
            <p:cNvSpPr txBox="1"/>
            <p:nvPr/>
          </p:nvSpPr>
          <p:spPr>
            <a:xfrm>
              <a:off x="10518" y="2000"/>
              <a:ext cx="915" cy="632"/>
            </a:xfrm>
            <a:prstGeom prst="rect">
              <a:avLst/>
            </a:prstGeom>
          </p:spPr>
          <p:txBody>
            <a:bodyPr vert="horz" wrap="square" lIns="0" tIns="0" rIns="0" bIns="0" rtlCol="0" anchor="ctr" anchorCtr="0">
              <a:noAutofit/>
            </a:bodyPr>
            <a:lstStyle/>
            <a:p>
              <a:pPr marR="3810" indent="-635"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Econo­  misch  klimaat</a:t>
              </a:r>
              <a:endParaRPr sz="1600" baseline="-25000" dirty="0">
                <a:solidFill>
                  <a:srgbClr val="FFFFFF"/>
                </a:solidFill>
                <a:latin typeface="腾讯体 W3" panose="020C04030202040F0204" pitchFamily="34" charset="-122"/>
                <a:cs typeface="腾讯体 W3" panose="020C04030202040F0204" pitchFamily="34" charset="-122"/>
              </a:endParaRPr>
            </a:p>
          </p:txBody>
        </p:sp>
        <p:cxnSp>
          <p:nvCxnSpPr>
            <p:cNvPr id="72" name="Straight Connector 71"/>
            <p:cNvCxnSpPr/>
            <p:nvPr/>
          </p:nvCxnSpPr>
          <p:spPr>
            <a:xfrm flipH="1">
              <a:off x="7004" y="7229"/>
              <a:ext cx="853" cy="0"/>
            </a:xfrm>
            <a:prstGeom prst="line">
              <a:avLst/>
            </a:prstGeom>
            <a:ln w="9525">
              <a:solidFill>
                <a:schemeClr val="accent4"/>
              </a:solidFill>
            </a:ln>
            <a:effectLst/>
          </p:spPr>
          <p:style>
            <a:lnRef idx="2">
              <a:schemeClr val="accent1"/>
            </a:lnRef>
            <a:fillRef idx="0">
              <a:schemeClr val="accent1"/>
            </a:fillRef>
            <a:effectRef idx="1">
              <a:schemeClr val="accent1"/>
            </a:effectRef>
            <a:fontRef idx="minor">
              <a:schemeClr val="tx1"/>
            </a:fontRef>
          </p:style>
        </p:cxnSp>
        <p:grpSp>
          <p:nvGrpSpPr>
            <p:cNvPr id="73" name="Group 72"/>
            <p:cNvGrpSpPr/>
            <p:nvPr/>
          </p:nvGrpSpPr>
          <p:grpSpPr>
            <a:xfrm rot="0">
              <a:off x="7594" y="7023"/>
              <a:ext cx="5908" cy="389"/>
              <a:chOff x="3038281" y="5346700"/>
              <a:chExt cx="2111569" cy="143722"/>
            </a:xfrm>
          </p:grpSpPr>
          <p:sp>
            <p:nvSpPr>
              <p:cNvPr id="74" name="object 61"/>
              <p:cNvSpPr txBox="1"/>
              <p:nvPr/>
            </p:nvSpPr>
            <p:spPr>
              <a:xfrm>
                <a:off x="3038281" y="5346700"/>
                <a:ext cx="1044769" cy="143722"/>
              </a:xfrm>
              <a:prstGeom prst="rect">
                <a:avLst/>
              </a:prstGeom>
              <a:solidFill>
                <a:schemeClr val="bg1">
                  <a:lumMod val="50000"/>
                </a:schemeClr>
              </a:solidFill>
            </p:spPr>
            <p:txBody>
              <a:bodyPr vert="horz" wrap="square" lIns="0" tIns="0" rIns="0" bIns="0" rtlCol="0" anchor="ctr" anchorCtr="0">
                <a:noAutofit/>
              </a:bodyPr>
              <a:lstStyle/>
              <a:p>
                <a:pPr algn="ctr">
                  <a:lnSpc>
                    <a:spcPct val="100000"/>
                  </a:lnSpc>
                </a:pPr>
                <a:r>
                  <a:rPr sz="1800" b="1" baseline="-25000" dirty="0">
                    <a:solidFill>
                      <a:srgbClr val="FFFFFF"/>
                    </a:solidFill>
                    <a:latin typeface="腾讯体 W3" panose="020C04030202040F0204" pitchFamily="34" charset="-122"/>
                    <a:cs typeface="腾讯体 W3" panose="020C04030202040F0204" pitchFamily="34" charset="-122"/>
                  </a:rPr>
                  <a:t>Stakeholders</a:t>
                </a:r>
                <a:endParaRPr sz="1800" b="1" baseline="-25000" dirty="0">
                  <a:solidFill>
                    <a:srgbClr val="FFFFFF"/>
                  </a:solidFill>
                  <a:latin typeface="腾讯体 W3" panose="020C04030202040F0204" pitchFamily="34" charset="-122"/>
                  <a:cs typeface="腾讯体 W3" panose="020C04030202040F0204" pitchFamily="34" charset="-122"/>
                </a:endParaRPr>
              </a:p>
            </p:txBody>
          </p:sp>
          <p:sp>
            <p:nvSpPr>
              <p:cNvPr id="75" name="object 61"/>
              <p:cNvSpPr txBox="1"/>
              <p:nvPr/>
            </p:nvSpPr>
            <p:spPr>
              <a:xfrm>
                <a:off x="4105081" y="5346700"/>
                <a:ext cx="1044769" cy="143722"/>
              </a:xfrm>
              <a:prstGeom prst="rect">
                <a:avLst/>
              </a:prstGeom>
              <a:solidFill>
                <a:schemeClr val="bg1">
                  <a:lumMod val="50000"/>
                </a:schemeClr>
              </a:solidFill>
            </p:spPr>
            <p:txBody>
              <a:bodyPr vert="horz" wrap="square" lIns="0" tIns="0" rIns="0" bIns="0" rtlCol="0" anchor="ctr" anchorCtr="0">
                <a:noAutofit/>
              </a:bodyPr>
              <a:lstStyle/>
              <a:p>
                <a:pPr algn="ctr">
                  <a:lnSpc>
                    <a:spcPct val="100000"/>
                  </a:lnSpc>
                </a:pPr>
                <a:r>
                  <a:rPr lang="en-US" sz="1800" b="1" baseline="-25000" dirty="0">
                    <a:solidFill>
                      <a:srgbClr val="FFFFFF"/>
                    </a:solidFill>
                    <a:latin typeface="腾讯体 W3" panose="020C04030202040F0204" pitchFamily="34" charset="-122"/>
                    <a:cs typeface="腾讯体 W3" panose="020C04030202040F0204" pitchFamily="34" charset="-122"/>
                  </a:rPr>
                  <a:t>Business</a:t>
                </a:r>
                <a:endParaRPr lang="en-US" sz="1800" b="1" baseline="-25000" dirty="0">
                  <a:solidFill>
                    <a:srgbClr val="FFFFFF"/>
                  </a:solidFill>
                  <a:latin typeface="腾讯体 W3" panose="020C04030202040F0204" pitchFamily="34" charset="-122"/>
                  <a:cs typeface="腾讯体 W3" panose="020C04030202040F0204" pitchFamily="34" charset="-122"/>
                </a:endParaRPr>
              </a:p>
            </p:txBody>
          </p:sp>
        </p:grpSp>
      </p:gr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551913" y="959241"/>
            <a:ext cx="8670523" cy="806858"/>
          </a:xfrm>
        </p:spPr>
        <p:txBody>
          <a:bodyPr/>
          <a:lstStyle/>
          <a:p>
            <a:r>
              <a:rPr lang="en-US" dirty="0" smtClean="0"/>
              <a:t>Directional Funnel </a:t>
            </a:r>
            <a:endParaRPr lang="en-US" dirty="0"/>
          </a:p>
        </p:txBody>
      </p:sp>
      <p:sp>
        <p:nvSpPr>
          <p:cNvPr id="4" name="Rounded Rectangle 3"/>
          <p:cNvSpPr/>
          <p:nvPr/>
        </p:nvSpPr>
        <p:spPr>
          <a:xfrm>
            <a:off x="3624231" y="2016560"/>
            <a:ext cx="1859990" cy="2159263"/>
          </a:xfrm>
          <a:prstGeom prst="roundRect">
            <a:avLst/>
          </a:prstGeom>
          <a:solidFill>
            <a:schemeClr val="bg2">
              <a:lumMod val="75000"/>
            </a:schemeClr>
          </a:solidFill>
          <a:ln>
            <a:solidFill>
              <a:schemeClr val="bg1"/>
            </a:solidFill>
          </a:ln>
        </p:spPr>
        <p:style>
          <a:lnRef idx="1">
            <a:schemeClr val="accent1"/>
          </a:lnRef>
          <a:fillRef idx="2">
            <a:schemeClr val="accent1"/>
          </a:fillRef>
          <a:effectRef idx="1">
            <a:schemeClr val="accent1"/>
          </a:effectRef>
          <a:fontRef idx="minor">
            <a:schemeClr val="dk1"/>
          </a:fontRef>
        </p:style>
        <p:txBody>
          <a:bodyPr rtlCol="0" anchor="t"/>
          <a:lstStyle/>
          <a:p>
            <a:pPr algn="ctr" defTabSz="756285"/>
            <a:r>
              <a:rPr lang="en-US" sz="800" dirty="0">
                <a:solidFill>
                  <a:srgbClr val="FFFFFF"/>
                </a:solidFill>
              </a:rPr>
              <a:t>Vendor Discovery</a:t>
            </a:r>
            <a:endParaRPr lang="en-US" sz="800" dirty="0">
              <a:solidFill>
                <a:srgbClr val="FFFFFF"/>
              </a:solidFill>
            </a:endParaRPr>
          </a:p>
        </p:txBody>
      </p:sp>
      <p:sp>
        <p:nvSpPr>
          <p:cNvPr id="5" name="Rounded Rectangle 4"/>
          <p:cNvSpPr/>
          <p:nvPr/>
        </p:nvSpPr>
        <p:spPr>
          <a:xfrm>
            <a:off x="3797399" y="2341801"/>
            <a:ext cx="1543644" cy="266878"/>
          </a:xfrm>
          <a:prstGeom prst="roundRect">
            <a:avLst/>
          </a:prstGeom>
          <a:solidFill>
            <a:schemeClr val="bg1"/>
          </a:solidFill>
          <a:ln>
            <a:solidFill>
              <a:schemeClr val="tx1">
                <a:lumMod val="50000"/>
                <a:lumOff val="50000"/>
              </a:schemeClr>
            </a:solidFill>
          </a:ln>
        </p:spPr>
        <p:style>
          <a:lnRef idx="1">
            <a:schemeClr val="dk1"/>
          </a:lnRef>
          <a:fillRef idx="2">
            <a:schemeClr val="dk1"/>
          </a:fillRef>
          <a:effectRef idx="1">
            <a:schemeClr val="dk1"/>
          </a:effectRef>
          <a:fontRef idx="minor">
            <a:schemeClr val="dk1"/>
          </a:fontRef>
        </p:style>
        <p:txBody>
          <a:bodyPr rtlCol="0" anchor="ctr" anchorCtr="0"/>
          <a:lstStyle/>
          <a:p>
            <a:pPr algn="ctr" defTabSz="756285"/>
            <a:endParaRPr lang="en-US" sz="800" dirty="0">
              <a:solidFill>
                <a:srgbClr val="000000"/>
              </a:solidFill>
            </a:endParaRPr>
          </a:p>
        </p:txBody>
      </p:sp>
      <p:sp>
        <p:nvSpPr>
          <p:cNvPr id="6" name="Rounded Rectangle 5"/>
          <p:cNvSpPr/>
          <p:nvPr/>
        </p:nvSpPr>
        <p:spPr>
          <a:xfrm>
            <a:off x="3797399" y="2644157"/>
            <a:ext cx="1543644" cy="298722"/>
          </a:xfrm>
          <a:prstGeom prst="roundRect">
            <a:avLst/>
          </a:prstGeom>
          <a:solidFill>
            <a:schemeClr val="bg1"/>
          </a:solidFill>
          <a:ln>
            <a:solidFill>
              <a:schemeClr val="tx1">
                <a:lumMod val="50000"/>
                <a:lumOff val="50000"/>
              </a:schemeClr>
            </a:solidFill>
          </a:ln>
        </p:spPr>
        <p:style>
          <a:lnRef idx="1">
            <a:schemeClr val="dk1"/>
          </a:lnRef>
          <a:fillRef idx="2">
            <a:schemeClr val="dk1"/>
          </a:fillRef>
          <a:effectRef idx="1">
            <a:schemeClr val="dk1"/>
          </a:effectRef>
          <a:fontRef idx="minor">
            <a:schemeClr val="dk1"/>
          </a:fontRef>
        </p:style>
        <p:txBody>
          <a:bodyPr rtlCol="0" anchor="ctr" anchorCtr="0"/>
          <a:lstStyle/>
          <a:p>
            <a:pPr algn="ctr" defTabSz="756285"/>
            <a:endParaRPr lang="en-US" sz="800" dirty="0">
              <a:solidFill>
                <a:srgbClr val="000000"/>
              </a:solidFill>
            </a:endParaRPr>
          </a:p>
        </p:txBody>
      </p:sp>
      <p:sp>
        <p:nvSpPr>
          <p:cNvPr id="7" name="Rounded Rectangle 6"/>
          <p:cNvSpPr/>
          <p:nvPr/>
        </p:nvSpPr>
        <p:spPr>
          <a:xfrm>
            <a:off x="3797399" y="3327119"/>
            <a:ext cx="1543644" cy="722969"/>
          </a:xfrm>
          <a:prstGeom prst="roundRect">
            <a:avLst/>
          </a:prstGeom>
          <a:solidFill>
            <a:schemeClr val="bg1"/>
          </a:solidFill>
          <a:ln>
            <a:solidFill>
              <a:schemeClr val="tx1">
                <a:lumMod val="50000"/>
                <a:lumOff val="50000"/>
              </a:schemeClr>
            </a:solidFill>
          </a:ln>
        </p:spPr>
        <p:style>
          <a:lnRef idx="1">
            <a:schemeClr val="dk1"/>
          </a:lnRef>
          <a:fillRef idx="2">
            <a:schemeClr val="dk1"/>
          </a:fillRef>
          <a:effectRef idx="1">
            <a:schemeClr val="dk1"/>
          </a:effectRef>
          <a:fontRef idx="minor">
            <a:schemeClr val="dk1"/>
          </a:fontRef>
        </p:style>
        <p:txBody>
          <a:bodyPr rtlCol="0" anchor="ctr" anchorCtr="0"/>
          <a:lstStyle/>
          <a:p>
            <a:pPr algn="ctr" defTabSz="756285"/>
            <a:endParaRPr lang="en-US" sz="800" dirty="0">
              <a:solidFill>
                <a:srgbClr val="000000"/>
              </a:solidFill>
            </a:endParaRPr>
          </a:p>
        </p:txBody>
      </p:sp>
      <p:sp>
        <p:nvSpPr>
          <p:cNvPr id="8" name="Rounded Rectangle 7"/>
          <p:cNvSpPr/>
          <p:nvPr/>
        </p:nvSpPr>
        <p:spPr>
          <a:xfrm>
            <a:off x="3797399" y="2978355"/>
            <a:ext cx="1543644" cy="313287"/>
          </a:xfrm>
          <a:prstGeom prst="roundRect">
            <a:avLst/>
          </a:prstGeom>
          <a:solidFill>
            <a:schemeClr val="bg1"/>
          </a:solidFill>
          <a:ln>
            <a:solidFill>
              <a:schemeClr val="tx1">
                <a:lumMod val="50000"/>
                <a:lumOff val="50000"/>
              </a:schemeClr>
            </a:solidFill>
          </a:ln>
        </p:spPr>
        <p:style>
          <a:lnRef idx="1">
            <a:schemeClr val="dk1"/>
          </a:lnRef>
          <a:fillRef idx="2">
            <a:schemeClr val="dk1"/>
          </a:fillRef>
          <a:effectRef idx="1">
            <a:schemeClr val="dk1"/>
          </a:effectRef>
          <a:fontRef idx="minor">
            <a:schemeClr val="dk1"/>
          </a:fontRef>
        </p:style>
        <p:txBody>
          <a:bodyPr rtlCol="0" anchor="ctr" anchorCtr="0"/>
          <a:lstStyle/>
          <a:p>
            <a:pPr algn="ctr" defTabSz="756285"/>
            <a:endParaRPr lang="en-US" sz="800" dirty="0">
              <a:solidFill>
                <a:srgbClr val="000000"/>
              </a:solidFill>
            </a:endParaRPr>
          </a:p>
        </p:txBody>
      </p:sp>
      <p:sp>
        <p:nvSpPr>
          <p:cNvPr id="9" name="Rounded Rectangle 8"/>
          <p:cNvSpPr/>
          <p:nvPr/>
        </p:nvSpPr>
        <p:spPr>
          <a:xfrm>
            <a:off x="6629736" y="2017052"/>
            <a:ext cx="1832671" cy="2158771"/>
          </a:xfrm>
          <a:prstGeom prst="roundRect">
            <a:avLst/>
          </a:prstGeom>
          <a:solidFill>
            <a:schemeClr val="bg2">
              <a:lumMod val="50000"/>
            </a:schemeClr>
          </a:solidFill>
          <a:ln>
            <a:solidFill>
              <a:schemeClr val="bg1"/>
            </a:solidFill>
          </a:ln>
        </p:spPr>
        <p:style>
          <a:lnRef idx="1">
            <a:schemeClr val="accent6"/>
          </a:lnRef>
          <a:fillRef idx="2">
            <a:schemeClr val="accent6"/>
          </a:fillRef>
          <a:effectRef idx="1">
            <a:schemeClr val="accent6"/>
          </a:effectRef>
          <a:fontRef idx="minor">
            <a:schemeClr val="dk1"/>
          </a:fontRef>
        </p:style>
        <p:txBody>
          <a:bodyPr rtlCol="0" anchor="t"/>
          <a:lstStyle/>
          <a:p>
            <a:pPr algn="ctr" defTabSz="756285"/>
            <a:r>
              <a:rPr lang="en-US" sz="800" dirty="0">
                <a:solidFill>
                  <a:srgbClr val="FFFFFF"/>
                </a:solidFill>
              </a:rPr>
              <a:t>Existing Vendor lists from prior program</a:t>
            </a:r>
            <a:endParaRPr lang="en-US" sz="800" dirty="0">
              <a:solidFill>
                <a:srgbClr val="FFFFFF"/>
              </a:solidFill>
            </a:endParaRPr>
          </a:p>
        </p:txBody>
      </p:sp>
      <p:sp>
        <p:nvSpPr>
          <p:cNvPr id="10" name="Rounded Rectangle 9"/>
          <p:cNvSpPr/>
          <p:nvPr/>
        </p:nvSpPr>
        <p:spPr>
          <a:xfrm>
            <a:off x="6766544" y="2410218"/>
            <a:ext cx="1561682" cy="249127"/>
          </a:xfrm>
          <a:prstGeom prst="roundRect">
            <a:avLst/>
          </a:prstGeom>
          <a:solidFill>
            <a:schemeClr val="bg1">
              <a:lumMod val="95000"/>
            </a:schemeClr>
          </a:solidFill>
          <a:ln>
            <a:solidFill>
              <a:schemeClr val="tx1">
                <a:lumMod val="50000"/>
                <a:lumOff val="50000"/>
              </a:schemeClr>
            </a:solidFill>
          </a:ln>
        </p:spPr>
        <p:style>
          <a:lnRef idx="1">
            <a:schemeClr val="accent6"/>
          </a:lnRef>
          <a:fillRef idx="2">
            <a:schemeClr val="accent6"/>
          </a:fillRef>
          <a:effectRef idx="1">
            <a:schemeClr val="accent6"/>
          </a:effectRef>
          <a:fontRef idx="minor">
            <a:schemeClr val="dk1"/>
          </a:fontRef>
        </p:style>
        <p:txBody>
          <a:bodyPr rtlCol="0" anchor="ctr" anchorCtr="0"/>
          <a:lstStyle/>
          <a:p>
            <a:pPr algn="ctr" defTabSz="756285"/>
            <a:r>
              <a:rPr lang="en-US" sz="800" dirty="0" smtClean="0">
                <a:solidFill>
                  <a:srgbClr val="000000"/>
                </a:solidFill>
              </a:rPr>
              <a:t>)</a:t>
            </a:r>
            <a:endParaRPr lang="en-US" sz="800" dirty="0">
              <a:solidFill>
                <a:srgbClr val="000000"/>
              </a:solidFill>
            </a:endParaRPr>
          </a:p>
        </p:txBody>
      </p:sp>
      <p:sp>
        <p:nvSpPr>
          <p:cNvPr id="11" name="Rounded Rectangle 10"/>
          <p:cNvSpPr/>
          <p:nvPr/>
        </p:nvSpPr>
        <p:spPr>
          <a:xfrm>
            <a:off x="6766544" y="3729590"/>
            <a:ext cx="1561682" cy="249127"/>
          </a:xfrm>
          <a:prstGeom prst="roundRect">
            <a:avLst/>
          </a:prstGeom>
          <a:solidFill>
            <a:schemeClr val="bg1">
              <a:lumMod val="95000"/>
            </a:schemeClr>
          </a:solidFill>
          <a:ln>
            <a:solidFill>
              <a:schemeClr val="tx1">
                <a:lumMod val="50000"/>
                <a:lumOff val="50000"/>
              </a:schemeClr>
            </a:solidFill>
          </a:ln>
        </p:spPr>
        <p:style>
          <a:lnRef idx="1">
            <a:schemeClr val="accent6"/>
          </a:lnRef>
          <a:fillRef idx="2">
            <a:schemeClr val="accent6"/>
          </a:fillRef>
          <a:effectRef idx="1">
            <a:schemeClr val="accent6"/>
          </a:effectRef>
          <a:fontRef idx="minor">
            <a:schemeClr val="dk1"/>
          </a:fontRef>
        </p:style>
        <p:txBody>
          <a:bodyPr rtlCol="0" anchor="ctr" anchorCtr="0"/>
          <a:lstStyle/>
          <a:p>
            <a:pPr algn="ctr" defTabSz="756285"/>
            <a:endParaRPr lang="en-US" sz="800" dirty="0">
              <a:solidFill>
                <a:srgbClr val="000000"/>
              </a:solidFill>
            </a:endParaRPr>
          </a:p>
        </p:txBody>
      </p:sp>
      <p:sp>
        <p:nvSpPr>
          <p:cNvPr id="12" name="Rounded Rectangle 11"/>
          <p:cNvSpPr/>
          <p:nvPr/>
        </p:nvSpPr>
        <p:spPr>
          <a:xfrm>
            <a:off x="6766544" y="3399748"/>
            <a:ext cx="1561682" cy="249127"/>
          </a:xfrm>
          <a:prstGeom prst="roundRect">
            <a:avLst/>
          </a:prstGeom>
          <a:solidFill>
            <a:schemeClr val="bg1"/>
          </a:solidFill>
          <a:ln>
            <a:solidFill>
              <a:schemeClr val="tx1">
                <a:lumMod val="50000"/>
                <a:lumOff val="50000"/>
              </a:schemeClr>
            </a:solidFill>
          </a:ln>
        </p:spPr>
        <p:style>
          <a:lnRef idx="1">
            <a:schemeClr val="accent6"/>
          </a:lnRef>
          <a:fillRef idx="2">
            <a:schemeClr val="accent6"/>
          </a:fillRef>
          <a:effectRef idx="1">
            <a:schemeClr val="accent6"/>
          </a:effectRef>
          <a:fontRef idx="minor">
            <a:schemeClr val="dk1"/>
          </a:fontRef>
        </p:style>
        <p:txBody>
          <a:bodyPr rtlCol="0" anchor="ctr" anchorCtr="0"/>
          <a:lstStyle/>
          <a:p>
            <a:pPr algn="ctr" defTabSz="756285"/>
            <a:endParaRPr lang="en-US" sz="800" dirty="0">
              <a:solidFill>
                <a:srgbClr val="000000"/>
              </a:solidFill>
            </a:endParaRPr>
          </a:p>
        </p:txBody>
      </p:sp>
      <p:sp>
        <p:nvSpPr>
          <p:cNvPr id="13" name="Rounded Rectangle 12"/>
          <p:cNvSpPr/>
          <p:nvPr/>
        </p:nvSpPr>
        <p:spPr>
          <a:xfrm>
            <a:off x="6766544" y="2740061"/>
            <a:ext cx="1561682" cy="249127"/>
          </a:xfrm>
          <a:prstGeom prst="roundRect">
            <a:avLst/>
          </a:prstGeom>
          <a:solidFill>
            <a:schemeClr val="bg1"/>
          </a:solidFill>
          <a:ln>
            <a:solidFill>
              <a:schemeClr val="tx1">
                <a:lumMod val="50000"/>
                <a:lumOff val="50000"/>
              </a:schemeClr>
            </a:solidFill>
          </a:ln>
        </p:spPr>
        <p:style>
          <a:lnRef idx="1">
            <a:schemeClr val="accent6"/>
          </a:lnRef>
          <a:fillRef idx="2">
            <a:schemeClr val="accent6"/>
          </a:fillRef>
          <a:effectRef idx="1">
            <a:schemeClr val="accent6"/>
          </a:effectRef>
          <a:fontRef idx="minor">
            <a:schemeClr val="dk1"/>
          </a:fontRef>
        </p:style>
        <p:txBody>
          <a:bodyPr rtlCol="0" anchor="ctr" anchorCtr="0"/>
          <a:lstStyle/>
          <a:p>
            <a:pPr algn="ctr" defTabSz="756285"/>
            <a:endParaRPr lang="en-US" sz="800" dirty="0">
              <a:solidFill>
                <a:srgbClr val="000000"/>
              </a:solidFill>
            </a:endParaRPr>
          </a:p>
        </p:txBody>
      </p:sp>
      <p:sp>
        <p:nvSpPr>
          <p:cNvPr id="14" name="Rounded Rectangle 13"/>
          <p:cNvSpPr/>
          <p:nvPr/>
        </p:nvSpPr>
        <p:spPr>
          <a:xfrm>
            <a:off x="6766544" y="3069904"/>
            <a:ext cx="1561682" cy="249127"/>
          </a:xfrm>
          <a:prstGeom prst="roundRect">
            <a:avLst/>
          </a:prstGeom>
          <a:solidFill>
            <a:schemeClr val="bg1"/>
          </a:solidFill>
          <a:ln>
            <a:solidFill>
              <a:schemeClr val="tx1">
                <a:lumMod val="50000"/>
                <a:lumOff val="50000"/>
              </a:schemeClr>
            </a:solidFill>
          </a:ln>
        </p:spPr>
        <p:style>
          <a:lnRef idx="1">
            <a:schemeClr val="accent6"/>
          </a:lnRef>
          <a:fillRef idx="2">
            <a:schemeClr val="accent6"/>
          </a:fillRef>
          <a:effectRef idx="1">
            <a:schemeClr val="accent6"/>
          </a:effectRef>
          <a:fontRef idx="minor">
            <a:schemeClr val="dk1"/>
          </a:fontRef>
        </p:style>
        <p:txBody>
          <a:bodyPr rtlCol="0" anchor="ctr" anchorCtr="0"/>
          <a:lstStyle/>
          <a:p>
            <a:pPr algn="ctr" defTabSz="756285"/>
            <a:endParaRPr lang="en-US" sz="800" dirty="0">
              <a:solidFill>
                <a:srgbClr val="000000"/>
              </a:solidFill>
            </a:endParaRPr>
          </a:p>
        </p:txBody>
      </p:sp>
      <p:pic>
        <p:nvPicPr>
          <p:cNvPr id="15" name="Picture 14"/>
          <p:cNvPicPr>
            <a:picLocks noChangeAspect="1"/>
          </p:cNvPicPr>
          <p:nvPr/>
        </p:nvPicPr>
        <p:blipFill>
          <a:blip r:embed="rId1">
            <a:duotone>
              <a:schemeClr val="accent5">
                <a:shade val="45000"/>
                <a:satMod val="135000"/>
              </a:schemeClr>
              <a:prstClr val="white"/>
            </a:duotone>
          </a:blip>
          <a:stretch>
            <a:fillRect/>
          </a:stretch>
        </p:blipFill>
        <p:spPr>
          <a:xfrm>
            <a:off x="6116663" y="2626817"/>
            <a:ext cx="513074" cy="404079"/>
          </a:xfrm>
          <a:prstGeom prst="rect">
            <a:avLst/>
          </a:prstGeom>
          <a:solidFill>
            <a:schemeClr val="bg1">
              <a:lumMod val="50000"/>
            </a:schemeClr>
          </a:solidFill>
        </p:spPr>
      </p:pic>
      <p:pic>
        <p:nvPicPr>
          <p:cNvPr id="16" name="Picture 15"/>
          <p:cNvPicPr>
            <a:picLocks noChangeAspect="1"/>
          </p:cNvPicPr>
          <p:nvPr/>
        </p:nvPicPr>
        <p:blipFill>
          <a:blip r:embed="rId2">
            <a:duotone>
              <a:schemeClr val="accent5">
                <a:shade val="45000"/>
                <a:satMod val="135000"/>
              </a:schemeClr>
              <a:prstClr val="white"/>
            </a:duotone>
          </a:blip>
          <a:stretch>
            <a:fillRect/>
          </a:stretch>
        </p:blipFill>
        <p:spPr>
          <a:xfrm>
            <a:off x="5501840" y="2651031"/>
            <a:ext cx="482328" cy="379865"/>
          </a:xfrm>
          <a:prstGeom prst="rect">
            <a:avLst/>
          </a:prstGeom>
          <a:solidFill>
            <a:schemeClr val="bg1">
              <a:lumMod val="50000"/>
            </a:schemeClr>
          </a:solidFill>
        </p:spPr>
      </p:pic>
      <p:sp>
        <p:nvSpPr>
          <p:cNvPr id="18" name="Oval 17"/>
          <p:cNvSpPr/>
          <p:nvPr/>
        </p:nvSpPr>
        <p:spPr>
          <a:xfrm>
            <a:off x="5673725" y="3046730"/>
            <a:ext cx="406400" cy="406400"/>
          </a:xfrm>
          <a:prstGeom prst="ellipse">
            <a:avLst/>
          </a:pr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sp>
      <p:sp>
        <p:nvSpPr>
          <p:cNvPr id="19" name="Oval 4"/>
          <p:cNvSpPr/>
          <p:nvPr/>
        </p:nvSpPr>
        <p:spPr>
          <a:xfrm>
            <a:off x="5732780" y="3106420"/>
            <a:ext cx="287020" cy="287020"/>
          </a:xfrm>
          <a:prstGeom prst="rect">
            <a:avLst/>
          </a:prstGeom>
          <a:solidFill>
            <a:schemeClr val="bg2">
              <a:lumMod val="75000"/>
            </a:schemeClr>
          </a:solidFill>
        </p:spPr>
        <p:style>
          <a:lnRef idx="0">
            <a:scrgbClr r="0" g="0" b="0"/>
          </a:lnRef>
          <a:fillRef idx="0">
            <a:scrgbClr r="0" g="0" b="0"/>
          </a:fillRef>
          <a:effectRef idx="0">
            <a:scrgbClr r="0" g="0" b="0"/>
          </a:effectRef>
          <a:fontRef idx="minor">
            <a:schemeClr val="lt1"/>
          </a:fontRef>
        </p:style>
        <p:txBody>
          <a:bodyPr spcFirstLastPara="0" vert="horz" wrap="square" lIns="7619" tIns="7619" rIns="7619" bIns="7619" numCol="1" spcCol="1270" anchor="ctr" anchorCtr="0">
            <a:noAutofit/>
          </a:bodyPr>
          <a:lstStyle/>
          <a:p>
            <a:pPr algn="ctr" defTabSz="294005">
              <a:lnSpc>
                <a:spcPct val="90000"/>
              </a:lnSpc>
              <a:spcBef>
                <a:spcPct val="0"/>
              </a:spcBef>
              <a:spcAft>
                <a:spcPct val="35000"/>
              </a:spcAft>
            </a:pPr>
            <a:r>
              <a:rPr lang="en-US" sz="600" dirty="0">
                <a:solidFill>
                  <a:srgbClr val="000000"/>
                </a:solidFill>
              </a:rPr>
              <a:t>Vendor</a:t>
            </a:r>
            <a:endParaRPr lang="en-US" sz="600" dirty="0">
              <a:solidFill>
                <a:srgbClr val="000000"/>
              </a:solidFill>
            </a:endParaRPr>
          </a:p>
        </p:txBody>
      </p:sp>
      <p:sp>
        <p:nvSpPr>
          <p:cNvPr id="21" name="Oval 20"/>
          <p:cNvSpPr/>
          <p:nvPr/>
        </p:nvSpPr>
        <p:spPr>
          <a:xfrm>
            <a:off x="6050280" y="3313430"/>
            <a:ext cx="406400" cy="406400"/>
          </a:xfrm>
          <a:prstGeom prst="ellipse">
            <a:avLst/>
          </a:prstGeom>
          <a:solidFill>
            <a:schemeClr val="bg2">
              <a:lumMod val="5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sp>
      <p:sp>
        <p:nvSpPr>
          <p:cNvPr id="22" name="Oval 4"/>
          <p:cNvSpPr/>
          <p:nvPr/>
        </p:nvSpPr>
        <p:spPr>
          <a:xfrm>
            <a:off x="6109335" y="3372485"/>
            <a:ext cx="287020" cy="287020"/>
          </a:xfrm>
          <a:prstGeom prst="rect">
            <a:avLst/>
          </a:prstGeom>
          <a:solidFill>
            <a:schemeClr val="bg2">
              <a:lumMod val="50000"/>
            </a:schemeClr>
          </a:solidFill>
        </p:spPr>
        <p:style>
          <a:lnRef idx="0">
            <a:scrgbClr r="0" g="0" b="0"/>
          </a:lnRef>
          <a:fillRef idx="0">
            <a:scrgbClr r="0" g="0" b="0"/>
          </a:fillRef>
          <a:effectRef idx="0">
            <a:scrgbClr r="0" g="0" b="0"/>
          </a:effectRef>
          <a:fontRef idx="minor">
            <a:schemeClr val="lt1"/>
          </a:fontRef>
        </p:style>
        <p:txBody>
          <a:bodyPr spcFirstLastPara="0" vert="horz" wrap="square" lIns="7619" tIns="7619" rIns="7619" bIns="7619" numCol="1" spcCol="1270" anchor="ctr" anchorCtr="0">
            <a:noAutofit/>
          </a:bodyPr>
          <a:lstStyle/>
          <a:p>
            <a:pPr algn="ctr" defTabSz="294005">
              <a:lnSpc>
                <a:spcPct val="90000"/>
              </a:lnSpc>
              <a:spcBef>
                <a:spcPct val="0"/>
              </a:spcBef>
              <a:spcAft>
                <a:spcPct val="35000"/>
              </a:spcAft>
            </a:pPr>
            <a:r>
              <a:rPr lang="en-US" sz="600" dirty="0">
                <a:solidFill>
                  <a:srgbClr val="FFFFFF"/>
                </a:solidFill>
              </a:rPr>
              <a:t>Vendor</a:t>
            </a:r>
            <a:endParaRPr lang="en-US" sz="600" dirty="0">
              <a:solidFill>
                <a:srgbClr val="FFFFFF"/>
              </a:solidFill>
            </a:endParaRPr>
          </a:p>
        </p:txBody>
      </p:sp>
      <p:sp>
        <p:nvSpPr>
          <p:cNvPr id="24" name="Oval 23"/>
          <p:cNvSpPr/>
          <p:nvPr/>
        </p:nvSpPr>
        <p:spPr>
          <a:xfrm>
            <a:off x="5659120" y="3566160"/>
            <a:ext cx="406400" cy="406400"/>
          </a:xfrm>
          <a:prstGeom prst="ellipse">
            <a:avLst/>
          </a:pr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sp>
      <p:sp>
        <p:nvSpPr>
          <p:cNvPr id="25" name="Oval 4"/>
          <p:cNvSpPr/>
          <p:nvPr/>
        </p:nvSpPr>
        <p:spPr>
          <a:xfrm>
            <a:off x="5718810" y="3625215"/>
            <a:ext cx="287020" cy="287020"/>
          </a:xfrm>
          <a:prstGeom prst="rect">
            <a:avLst/>
          </a:prstGeom>
          <a:solidFill>
            <a:schemeClr val="bg2">
              <a:lumMod val="75000"/>
            </a:schemeClr>
          </a:solidFill>
        </p:spPr>
        <p:style>
          <a:lnRef idx="0">
            <a:scrgbClr r="0" g="0" b="0"/>
          </a:lnRef>
          <a:fillRef idx="0">
            <a:scrgbClr r="0" g="0" b="0"/>
          </a:fillRef>
          <a:effectRef idx="0">
            <a:scrgbClr r="0" g="0" b="0"/>
          </a:effectRef>
          <a:fontRef idx="minor">
            <a:schemeClr val="lt1"/>
          </a:fontRef>
        </p:style>
        <p:txBody>
          <a:bodyPr spcFirstLastPara="0" vert="horz" wrap="square" lIns="7619" tIns="7619" rIns="7619" bIns="7619" numCol="1" spcCol="1270" anchor="ctr" anchorCtr="0">
            <a:noAutofit/>
          </a:bodyPr>
          <a:lstStyle/>
          <a:p>
            <a:pPr algn="ctr" defTabSz="294005">
              <a:lnSpc>
                <a:spcPct val="90000"/>
              </a:lnSpc>
              <a:spcBef>
                <a:spcPct val="0"/>
              </a:spcBef>
              <a:spcAft>
                <a:spcPct val="35000"/>
              </a:spcAft>
            </a:pPr>
            <a:r>
              <a:rPr lang="en-US" sz="600" dirty="0">
                <a:solidFill>
                  <a:srgbClr val="000000"/>
                </a:solidFill>
              </a:rPr>
              <a:t>Vendor</a:t>
            </a:r>
            <a:endParaRPr lang="en-US" sz="600" dirty="0">
              <a:solidFill>
                <a:srgbClr val="000000"/>
              </a:solidFill>
            </a:endParaRPr>
          </a:p>
        </p:txBody>
      </p:sp>
      <p:sp>
        <p:nvSpPr>
          <p:cNvPr id="26" name="TextBox 25"/>
          <p:cNvSpPr txBox="1"/>
          <p:nvPr/>
        </p:nvSpPr>
        <p:spPr>
          <a:xfrm>
            <a:off x="3645962" y="1802801"/>
            <a:ext cx="1828165" cy="229870"/>
          </a:xfrm>
          <a:prstGeom prst="rect">
            <a:avLst/>
          </a:prstGeom>
          <a:noFill/>
        </p:spPr>
        <p:txBody>
          <a:bodyPr wrap="none" rtlCol="0">
            <a:spAutoFit/>
          </a:bodyPr>
          <a:lstStyle/>
          <a:p>
            <a:pPr algn="ctr" defTabSz="756285"/>
            <a:r>
              <a:rPr lang="en-US" sz="900" b="1" dirty="0">
                <a:solidFill>
                  <a:srgbClr val="000000"/>
                </a:solidFill>
              </a:rPr>
              <a:t>Long-term Strategic Approach</a:t>
            </a:r>
            <a:endParaRPr lang="en-US" sz="900" b="1" dirty="0">
              <a:solidFill>
                <a:srgbClr val="000000"/>
              </a:solidFill>
            </a:endParaRPr>
          </a:p>
        </p:txBody>
      </p:sp>
      <p:sp>
        <p:nvSpPr>
          <p:cNvPr id="27" name="TextBox 26"/>
          <p:cNvSpPr txBox="1"/>
          <p:nvPr/>
        </p:nvSpPr>
        <p:spPr>
          <a:xfrm>
            <a:off x="6735417" y="1802801"/>
            <a:ext cx="1642745" cy="229870"/>
          </a:xfrm>
          <a:prstGeom prst="rect">
            <a:avLst/>
          </a:prstGeom>
          <a:noFill/>
        </p:spPr>
        <p:txBody>
          <a:bodyPr wrap="none" rtlCol="0">
            <a:spAutoFit/>
          </a:bodyPr>
          <a:lstStyle/>
          <a:p>
            <a:pPr algn="ctr" defTabSz="756285"/>
            <a:r>
              <a:rPr lang="en-US" sz="900" b="1" dirty="0">
                <a:solidFill>
                  <a:srgbClr val="000000"/>
                </a:solidFill>
              </a:rPr>
              <a:t>Onetime Tactical Approach</a:t>
            </a:r>
            <a:endParaRPr lang="en-US" sz="900" b="1" dirty="0">
              <a:solidFill>
                <a:srgbClr val="000000"/>
              </a:solidFill>
            </a:endParaRPr>
          </a:p>
        </p:txBody>
      </p:sp>
      <p:graphicFrame>
        <p:nvGraphicFramePr>
          <p:cNvPr id="28" name="Table 27"/>
          <p:cNvGraphicFramePr>
            <a:graphicFrameLocks noGrp="1"/>
          </p:cNvGraphicFramePr>
          <p:nvPr/>
        </p:nvGraphicFramePr>
        <p:xfrm>
          <a:off x="5672922" y="5042385"/>
          <a:ext cx="782955" cy="518795"/>
        </p:xfrm>
        <a:graphic>
          <a:graphicData uri="http://schemas.openxmlformats.org/drawingml/2006/table">
            <a:tbl>
              <a:tblPr firstRow="1" bandRow="1">
                <a:tableStyleId>{2D5ABB26-0587-4C30-8999-92F81FD0307C}</a:tableStyleId>
              </a:tblPr>
              <a:tblGrid>
                <a:gridCol w="782955"/>
              </a:tblGrid>
              <a:tr h="518795">
                <a:tc>
                  <a:txBody>
                    <a:bodyPr/>
                    <a:lstStyle/>
                    <a:p>
                      <a:pPr algn="ctr"/>
                      <a:r>
                        <a:rPr lang="en-US" sz="725" dirty="0" smtClean="0"/>
                        <a:t>Vendors to be Assessed</a:t>
                      </a:r>
                      <a:endParaRPr lang="en-US" sz="725" dirty="0" smtClean="0"/>
                    </a:p>
                  </a:txBody>
                  <a:tcPr marL="68583" marR="68583" marT="34291" marB="34291"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solidFill>
                      <a:schemeClr val="bg1">
                        <a:lumMod val="95000"/>
                      </a:schemeClr>
                    </a:solidFill>
                  </a:tcPr>
                </a:tc>
              </a:tr>
            </a:tbl>
          </a:graphicData>
        </a:graphic>
      </p:graphicFrame>
      <p:sp>
        <p:nvSpPr>
          <p:cNvPr id="29" name="Left Brace 28"/>
          <p:cNvSpPr/>
          <p:nvPr/>
        </p:nvSpPr>
        <p:spPr>
          <a:xfrm>
            <a:off x="4080503" y="3565901"/>
            <a:ext cx="111972" cy="346726"/>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0" name="Right Brace 29"/>
          <p:cNvSpPr/>
          <p:nvPr/>
        </p:nvSpPr>
        <p:spPr>
          <a:xfrm>
            <a:off x="4929624" y="3565901"/>
            <a:ext cx="109741" cy="34672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2" name="Oval 31"/>
          <p:cNvSpPr/>
          <p:nvPr/>
        </p:nvSpPr>
        <p:spPr>
          <a:xfrm>
            <a:off x="5464175" y="3891280"/>
            <a:ext cx="1164590" cy="404495"/>
          </a:xfrm>
          <a:prstGeom prst="ellipse">
            <a:avLst/>
          </a:prstGeom>
        </p:spPr>
        <p:style>
          <a:lnRef idx="0">
            <a:schemeClr val="accent1">
              <a:hueOff val="0"/>
              <a:satOff val="0"/>
              <a:lumOff val="0"/>
              <a:alphaOff val="0"/>
            </a:schemeClr>
          </a:lnRef>
          <a:fillRef idx="1">
            <a:schemeClr val="accent1">
              <a:tint val="50000"/>
              <a:alpha val="40000"/>
              <a:hueOff val="0"/>
              <a:satOff val="0"/>
              <a:lumOff val="0"/>
              <a:alphaOff val="0"/>
            </a:schemeClr>
          </a:fillRef>
          <a:effectRef idx="0">
            <a:schemeClr val="accent1">
              <a:tint val="50000"/>
              <a:alpha val="40000"/>
              <a:hueOff val="0"/>
              <a:satOff val="0"/>
              <a:lumOff val="0"/>
              <a:alphaOff val="0"/>
            </a:schemeClr>
          </a:effectRef>
          <a:fontRef idx="minor">
            <a:schemeClr val="lt1">
              <a:hueOff val="0"/>
              <a:satOff val="0"/>
              <a:lumOff val="0"/>
              <a:alphaOff val="0"/>
            </a:schemeClr>
          </a:fontRef>
        </p:style>
      </p:sp>
      <p:sp>
        <p:nvSpPr>
          <p:cNvPr id="33" name="Down Arrow 32"/>
          <p:cNvSpPr/>
          <p:nvPr/>
        </p:nvSpPr>
        <p:spPr>
          <a:xfrm>
            <a:off x="5935345" y="4881880"/>
            <a:ext cx="225425" cy="144145"/>
          </a:xfrm>
          <a:prstGeom prst="downArrow">
            <a:avLst/>
          </a:prstGeom>
        </p:spPr>
        <p:style>
          <a:lnRef idx="2">
            <a:schemeClr val="lt1">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dk1">
              <a:hueOff val="0"/>
              <a:satOff val="0"/>
              <a:lumOff val="0"/>
              <a:alphaOff val="0"/>
            </a:schemeClr>
          </a:fontRef>
        </p:style>
      </p:sp>
      <p:sp>
        <p:nvSpPr>
          <p:cNvPr id="34" name="Freeform 33"/>
          <p:cNvSpPr/>
          <p:nvPr/>
        </p:nvSpPr>
        <p:spPr>
          <a:xfrm>
            <a:off x="5521960" y="5052060"/>
            <a:ext cx="1083310" cy="270510"/>
          </a:xfrm>
          <a:custGeom>
            <a:avLst/>
            <a:gdLst>
              <a:gd name="connsiteX0" fmla="*/ 0 w 1083193"/>
              <a:gd name="connsiteY0" fmla="*/ 0 h 270798"/>
              <a:gd name="connsiteX1" fmla="*/ 1083193 w 1083193"/>
              <a:gd name="connsiteY1" fmla="*/ 0 h 270798"/>
              <a:gd name="connsiteX2" fmla="*/ 1083193 w 1083193"/>
              <a:gd name="connsiteY2" fmla="*/ 270798 h 270798"/>
              <a:gd name="connsiteX3" fmla="*/ 0 w 1083193"/>
              <a:gd name="connsiteY3" fmla="*/ 270798 h 270798"/>
              <a:gd name="connsiteX4" fmla="*/ 0 w 1083193"/>
              <a:gd name="connsiteY4" fmla="*/ 0 h 270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3193" h="270798">
                <a:moveTo>
                  <a:pt x="0" y="0"/>
                </a:moveTo>
                <a:lnTo>
                  <a:pt x="1083193" y="0"/>
                </a:lnTo>
                <a:lnTo>
                  <a:pt x="1083193" y="270798"/>
                </a:lnTo>
                <a:lnTo>
                  <a:pt x="0" y="270798"/>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99571" tIns="99571" rIns="99571" bIns="99571" numCol="1" spcCol="1270" anchor="ctr" anchorCtr="0">
            <a:noAutofit/>
          </a:bodyPr>
          <a:lstStyle/>
          <a:p>
            <a:pPr algn="ctr" defTabSz="685800">
              <a:lnSpc>
                <a:spcPct val="90000"/>
              </a:lnSpc>
              <a:spcBef>
                <a:spcPct val="0"/>
              </a:spcBef>
              <a:spcAft>
                <a:spcPct val="35000"/>
              </a:spcAft>
            </a:pPr>
            <a:r>
              <a:rPr lang="en-US" sz="1400" b="1" dirty="0">
                <a:solidFill>
                  <a:schemeClr val="tx1"/>
                </a:solidFill>
              </a:rPr>
              <a:t> </a:t>
            </a:r>
            <a:endParaRPr lang="en-US" sz="1400" b="1" dirty="0">
              <a:solidFill>
                <a:schemeClr val="tx1"/>
              </a:solidFill>
            </a:endParaRPr>
          </a:p>
        </p:txBody>
      </p:sp>
      <p:sp>
        <p:nvSpPr>
          <p:cNvPr id="35" name="Freeform 34"/>
          <p:cNvSpPr/>
          <p:nvPr/>
        </p:nvSpPr>
        <p:spPr>
          <a:xfrm>
            <a:off x="5887720" y="4326890"/>
            <a:ext cx="406400" cy="406400"/>
          </a:xfrm>
          <a:custGeom>
            <a:avLst/>
            <a:gdLst>
              <a:gd name="connsiteX0" fmla="*/ 0 w 406197"/>
              <a:gd name="connsiteY0" fmla="*/ 203099 h 406197"/>
              <a:gd name="connsiteX1" fmla="*/ 203099 w 406197"/>
              <a:gd name="connsiteY1" fmla="*/ 0 h 406197"/>
              <a:gd name="connsiteX2" fmla="*/ 406198 w 406197"/>
              <a:gd name="connsiteY2" fmla="*/ 203099 h 406197"/>
              <a:gd name="connsiteX3" fmla="*/ 203099 w 406197"/>
              <a:gd name="connsiteY3" fmla="*/ 406198 h 406197"/>
              <a:gd name="connsiteX4" fmla="*/ 0 w 406197"/>
              <a:gd name="connsiteY4" fmla="*/ 203099 h 4061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6197" h="406197">
                <a:moveTo>
                  <a:pt x="0" y="203099"/>
                </a:moveTo>
                <a:cubicBezTo>
                  <a:pt x="0" y="90931"/>
                  <a:pt x="90931" y="0"/>
                  <a:pt x="203099" y="0"/>
                </a:cubicBezTo>
                <a:cubicBezTo>
                  <a:pt x="315267" y="0"/>
                  <a:pt x="406198" y="90931"/>
                  <a:pt x="406198" y="203099"/>
                </a:cubicBezTo>
                <a:cubicBezTo>
                  <a:pt x="406198" y="315267"/>
                  <a:pt x="315267" y="406198"/>
                  <a:pt x="203099" y="406198"/>
                </a:cubicBezTo>
                <a:cubicBezTo>
                  <a:pt x="90931" y="406198"/>
                  <a:pt x="0" y="315267"/>
                  <a:pt x="0" y="203099"/>
                </a:cubicBezTo>
                <a:close/>
              </a:path>
            </a:pathLst>
          </a:custGeom>
          <a:solidFill>
            <a:schemeClr val="bg2">
              <a:lumMod val="75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67108" tIns="67108" rIns="67108" bIns="67108" numCol="1" spcCol="1270" anchor="ctr" anchorCtr="0">
            <a:noAutofit/>
          </a:bodyPr>
          <a:lstStyle/>
          <a:p>
            <a:pPr algn="ctr" defTabSz="294005">
              <a:lnSpc>
                <a:spcPct val="90000"/>
              </a:lnSpc>
              <a:spcBef>
                <a:spcPct val="0"/>
              </a:spcBef>
              <a:spcAft>
                <a:spcPct val="35000"/>
              </a:spcAft>
            </a:pPr>
            <a:r>
              <a:rPr lang="en-US" sz="600" dirty="0">
                <a:solidFill>
                  <a:schemeClr val="tx1"/>
                </a:solidFill>
              </a:rPr>
              <a:t>Vendor</a:t>
            </a:r>
            <a:endParaRPr lang="en-US" sz="600" dirty="0">
              <a:solidFill>
                <a:schemeClr val="tx1"/>
              </a:solidFill>
            </a:endParaRPr>
          </a:p>
        </p:txBody>
      </p:sp>
      <p:sp>
        <p:nvSpPr>
          <p:cNvPr id="36" name="Freeform 35"/>
          <p:cNvSpPr/>
          <p:nvPr/>
        </p:nvSpPr>
        <p:spPr>
          <a:xfrm>
            <a:off x="5596890" y="4022090"/>
            <a:ext cx="406400" cy="406400"/>
          </a:xfrm>
          <a:custGeom>
            <a:avLst/>
            <a:gdLst>
              <a:gd name="connsiteX0" fmla="*/ 0 w 406197"/>
              <a:gd name="connsiteY0" fmla="*/ 203099 h 406197"/>
              <a:gd name="connsiteX1" fmla="*/ 203099 w 406197"/>
              <a:gd name="connsiteY1" fmla="*/ 0 h 406197"/>
              <a:gd name="connsiteX2" fmla="*/ 406198 w 406197"/>
              <a:gd name="connsiteY2" fmla="*/ 203099 h 406197"/>
              <a:gd name="connsiteX3" fmla="*/ 203099 w 406197"/>
              <a:gd name="connsiteY3" fmla="*/ 406198 h 406197"/>
              <a:gd name="connsiteX4" fmla="*/ 0 w 406197"/>
              <a:gd name="connsiteY4" fmla="*/ 203099 h 4061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6197" h="406197">
                <a:moveTo>
                  <a:pt x="0" y="203099"/>
                </a:moveTo>
                <a:cubicBezTo>
                  <a:pt x="0" y="90931"/>
                  <a:pt x="90931" y="0"/>
                  <a:pt x="203099" y="0"/>
                </a:cubicBezTo>
                <a:cubicBezTo>
                  <a:pt x="315267" y="0"/>
                  <a:pt x="406198" y="90931"/>
                  <a:pt x="406198" y="203099"/>
                </a:cubicBezTo>
                <a:cubicBezTo>
                  <a:pt x="406198" y="315267"/>
                  <a:pt x="315267" y="406198"/>
                  <a:pt x="203099" y="406198"/>
                </a:cubicBezTo>
                <a:cubicBezTo>
                  <a:pt x="90931" y="406198"/>
                  <a:pt x="0" y="315267"/>
                  <a:pt x="0" y="203099"/>
                </a:cubicBezTo>
                <a:close/>
              </a:path>
            </a:pathLst>
          </a:custGeom>
          <a:solidFill>
            <a:schemeClr val="bg2">
              <a:lumMod val="75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67108" tIns="67108" rIns="67108" bIns="67108" numCol="1" spcCol="1270" anchor="ctr" anchorCtr="0">
            <a:noAutofit/>
          </a:bodyPr>
          <a:lstStyle/>
          <a:p>
            <a:pPr algn="ctr" defTabSz="294005">
              <a:lnSpc>
                <a:spcPct val="90000"/>
              </a:lnSpc>
              <a:spcBef>
                <a:spcPct val="0"/>
              </a:spcBef>
              <a:spcAft>
                <a:spcPct val="35000"/>
              </a:spcAft>
            </a:pPr>
            <a:r>
              <a:rPr lang="en-US" sz="600" dirty="0">
                <a:solidFill>
                  <a:schemeClr val="tx1"/>
                </a:solidFill>
              </a:rPr>
              <a:t>Vendor</a:t>
            </a:r>
            <a:endParaRPr lang="en-US" sz="600" dirty="0">
              <a:solidFill>
                <a:schemeClr val="tx1"/>
              </a:solidFill>
            </a:endParaRPr>
          </a:p>
        </p:txBody>
      </p:sp>
      <p:sp>
        <p:nvSpPr>
          <p:cNvPr id="37" name="Freeform 36"/>
          <p:cNvSpPr/>
          <p:nvPr/>
        </p:nvSpPr>
        <p:spPr>
          <a:xfrm>
            <a:off x="6012180" y="3924300"/>
            <a:ext cx="406400" cy="406400"/>
          </a:xfrm>
          <a:custGeom>
            <a:avLst/>
            <a:gdLst>
              <a:gd name="connsiteX0" fmla="*/ 0 w 406197"/>
              <a:gd name="connsiteY0" fmla="*/ 203099 h 406197"/>
              <a:gd name="connsiteX1" fmla="*/ 203099 w 406197"/>
              <a:gd name="connsiteY1" fmla="*/ 0 h 406197"/>
              <a:gd name="connsiteX2" fmla="*/ 406198 w 406197"/>
              <a:gd name="connsiteY2" fmla="*/ 203099 h 406197"/>
              <a:gd name="connsiteX3" fmla="*/ 203099 w 406197"/>
              <a:gd name="connsiteY3" fmla="*/ 406198 h 406197"/>
              <a:gd name="connsiteX4" fmla="*/ 0 w 406197"/>
              <a:gd name="connsiteY4" fmla="*/ 203099 h 4061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6197" h="406197">
                <a:moveTo>
                  <a:pt x="0" y="203099"/>
                </a:moveTo>
                <a:cubicBezTo>
                  <a:pt x="0" y="90931"/>
                  <a:pt x="90931" y="0"/>
                  <a:pt x="203099" y="0"/>
                </a:cubicBezTo>
                <a:cubicBezTo>
                  <a:pt x="315267" y="0"/>
                  <a:pt x="406198" y="90931"/>
                  <a:pt x="406198" y="203099"/>
                </a:cubicBezTo>
                <a:cubicBezTo>
                  <a:pt x="406198" y="315267"/>
                  <a:pt x="315267" y="406198"/>
                  <a:pt x="203099" y="406198"/>
                </a:cubicBezTo>
                <a:cubicBezTo>
                  <a:pt x="90931" y="406198"/>
                  <a:pt x="0" y="315267"/>
                  <a:pt x="0" y="203099"/>
                </a:cubicBezTo>
                <a:close/>
              </a:path>
            </a:pathLst>
          </a:custGeom>
          <a:solidFill>
            <a:schemeClr val="bg2">
              <a:lumMod val="5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67108" tIns="67108" rIns="67108" bIns="67108" numCol="1" spcCol="1270" anchor="ctr" anchorCtr="0">
            <a:noAutofit/>
          </a:bodyPr>
          <a:lstStyle/>
          <a:p>
            <a:pPr algn="ctr" defTabSz="294005">
              <a:lnSpc>
                <a:spcPct val="90000"/>
              </a:lnSpc>
              <a:spcBef>
                <a:spcPct val="0"/>
              </a:spcBef>
              <a:spcAft>
                <a:spcPct val="35000"/>
              </a:spcAft>
            </a:pPr>
            <a:r>
              <a:rPr lang="en-US" sz="600" dirty="0"/>
              <a:t>Vendor </a:t>
            </a:r>
            <a:br>
              <a:rPr lang="en-US" sz="600" dirty="0"/>
            </a:br>
            <a:endParaRPr lang="en-US" sz="600" dirty="0"/>
          </a:p>
        </p:txBody>
      </p:sp>
      <p:sp>
        <p:nvSpPr>
          <p:cNvPr id="38" name="Shape 37"/>
          <p:cNvSpPr/>
          <p:nvPr/>
        </p:nvSpPr>
        <p:spPr>
          <a:xfrm>
            <a:off x="5416550" y="3841750"/>
            <a:ext cx="1263650" cy="1010920"/>
          </a:xfrm>
          <a:prstGeom prst="funnel">
            <a:avLst/>
          </a:prstGeom>
        </p:spPr>
        <p:style>
          <a:lnRef idx="1">
            <a:schemeClr val="accent1">
              <a:hueOff val="0"/>
              <a:satOff val="0"/>
              <a:lumOff val="0"/>
              <a:alphaOff val="0"/>
            </a:schemeClr>
          </a:lnRef>
          <a:fillRef idx="1">
            <a:schemeClr val="lt1">
              <a:alpha val="40000"/>
              <a:hueOff val="0"/>
              <a:satOff val="0"/>
              <a:lumOff val="0"/>
              <a:alphaOff val="0"/>
            </a:schemeClr>
          </a:fillRef>
          <a:effectRef idx="0">
            <a:schemeClr val="lt1">
              <a:alpha val="40000"/>
              <a:hueOff val="0"/>
              <a:satOff val="0"/>
              <a:lumOff val="0"/>
              <a:alphaOff val="0"/>
            </a:schemeClr>
          </a:effectRef>
          <a:fontRef idx="minor">
            <a:schemeClr val="dk1">
              <a:hueOff val="0"/>
              <a:satOff val="0"/>
              <a:lumOff val="0"/>
              <a:alphaOff val="0"/>
            </a:schemeClr>
          </a:fontRef>
        </p:style>
      </p:sp>
      <p:sp>
        <p:nvSpPr>
          <p:cNvPr id="39" name="TextBox 38"/>
          <p:cNvSpPr txBox="1"/>
          <p:nvPr/>
        </p:nvSpPr>
        <p:spPr>
          <a:xfrm>
            <a:off x="6717421" y="4498881"/>
            <a:ext cx="2127469" cy="706755"/>
          </a:xfrm>
          <a:prstGeom prst="rect">
            <a:avLst/>
          </a:prstGeom>
          <a:noFill/>
        </p:spPr>
        <p:txBody>
          <a:bodyPr wrap="square" rtlCol="0">
            <a:spAutoFit/>
          </a:bodyPr>
          <a:lstStyle/>
          <a:p>
            <a:r>
              <a:rPr lang="en-US" sz="800" dirty="0"/>
              <a:t>Note: Onetime tactical approach is used to leverage existing vendor information for performing assessments. Vendor discovery process would be applicable only for Long-term Strategic Approach</a:t>
            </a:r>
            <a:endParaRPr lang="en-US" sz="800" dirty="0"/>
          </a:p>
        </p:txBody>
      </p:sp>
      <p:sp>
        <p:nvSpPr>
          <p:cNvPr id="40" name="Rectangle 39"/>
          <p:cNvSpPr/>
          <p:nvPr/>
        </p:nvSpPr>
        <p:spPr>
          <a:xfrm>
            <a:off x="6470044" y="1751804"/>
            <a:ext cx="2127469" cy="2619534"/>
          </a:xfrm>
          <a:prstGeom prst="rect">
            <a:avLst/>
          </a:prstGeom>
          <a:solidFill>
            <a:schemeClr val="accent1">
              <a:alpha val="1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p:cNvSpPr/>
          <p:nvPr/>
        </p:nvSpPr>
        <p:spPr>
          <a:xfrm>
            <a:off x="6562259" y="4566853"/>
            <a:ext cx="144365" cy="153752"/>
          </a:xfrm>
          <a:prstGeom prst="rect">
            <a:avLst/>
          </a:prstGeom>
          <a:solidFill>
            <a:schemeClr val="accent1">
              <a:alpha val="1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Road map</a:t>
            </a: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54" name="Group 53"/>
          <p:cNvGrpSpPr/>
          <p:nvPr/>
        </p:nvGrpSpPr>
        <p:grpSpPr>
          <a:xfrm>
            <a:off x="1585010" y="2178285"/>
            <a:ext cx="9082927" cy="3601823"/>
            <a:chOff x="14068" y="1492581"/>
            <a:chExt cx="10013927" cy="3971010"/>
          </a:xfrm>
        </p:grpSpPr>
        <p:cxnSp>
          <p:nvCxnSpPr>
            <p:cNvPr id="55" name="Straight Connector 54"/>
            <p:cNvCxnSpPr/>
            <p:nvPr/>
          </p:nvCxnSpPr>
          <p:spPr>
            <a:xfrm>
              <a:off x="14068" y="4363790"/>
              <a:ext cx="2847975" cy="0"/>
            </a:xfrm>
            <a:prstGeom prst="line">
              <a:avLst/>
            </a:prstGeom>
            <a:noFill/>
            <a:ln w="165100" cap="flat" cmpd="sng" algn="ctr">
              <a:solidFill>
                <a:srgbClr val="1450B8"/>
              </a:solidFill>
              <a:prstDash val="solid"/>
            </a:ln>
            <a:effectLst/>
          </p:spPr>
        </p:cxnSp>
        <p:sp>
          <p:nvSpPr>
            <p:cNvPr id="56" name="Arc 55"/>
            <p:cNvSpPr/>
            <p:nvPr/>
          </p:nvSpPr>
          <p:spPr>
            <a:xfrm rot="5400000">
              <a:off x="2433969" y="3556636"/>
              <a:ext cx="808953" cy="808953"/>
            </a:xfrm>
            <a:prstGeom prst="arc">
              <a:avLst/>
            </a:prstGeom>
            <a:noFill/>
            <a:ln w="165100" cap="flat" cmpd="sng" algn="ctr">
              <a:solidFill>
                <a:srgbClr val="1450B8"/>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000000"/>
                </a:solidFill>
                <a:effectLst/>
                <a:uLnTx/>
                <a:uFillTx/>
                <a:latin typeface="腾讯体 W3" panose="020C04030202040F0204" pitchFamily="34" charset="-122"/>
                <a:ea typeface="+mn-ea"/>
                <a:cs typeface="+mn-cs"/>
              </a:endParaRPr>
            </a:p>
          </p:txBody>
        </p:sp>
        <p:cxnSp>
          <p:nvCxnSpPr>
            <p:cNvPr id="57" name="Straight Connector 56"/>
            <p:cNvCxnSpPr/>
            <p:nvPr/>
          </p:nvCxnSpPr>
          <p:spPr>
            <a:xfrm>
              <a:off x="3242923" y="2686185"/>
              <a:ext cx="0" cy="1285200"/>
            </a:xfrm>
            <a:prstGeom prst="line">
              <a:avLst/>
            </a:prstGeom>
            <a:noFill/>
            <a:ln w="165100" cap="flat" cmpd="sng" algn="ctr">
              <a:solidFill>
                <a:schemeClr val="accent5"/>
              </a:solidFill>
              <a:prstDash val="solid"/>
            </a:ln>
            <a:effectLst/>
          </p:spPr>
        </p:cxnSp>
        <p:sp>
          <p:nvSpPr>
            <p:cNvPr id="58" name="Arc 57"/>
            <p:cNvSpPr/>
            <p:nvPr/>
          </p:nvSpPr>
          <p:spPr>
            <a:xfrm rot="16200000">
              <a:off x="3242923" y="1492581"/>
              <a:ext cx="2395878" cy="2395878"/>
            </a:xfrm>
            <a:prstGeom prst="arc">
              <a:avLst>
                <a:gd name="adj1" fmla="val 16200000"/>
                <a:gd name="adj2" fmla="val 87034"/>
              </a:avLst>
            </a:prstGeom>
            <a:noFill/>
            <a:ln w="165100" cap="flat" cmpd="sng" algn="ctr">
              <a:solidFill>
                <a:schemeClr val="accent5"/>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000000"/>
                </a:solidFill>
                <a:effectLst/>
                <a:uLnTx/>
                <a:uFillTx/>
                <a:latin typeface="腾讯体 W3" panose="020C04030202040F0204" pitchFamily="34" charset="-122"/>
                <a:ea typeface="+mn-ea"/>
                <a:cs typeface="+mn-cs"/>
              </a:endParaRPr>
            </a:p>
          </p:txBody>
        </p:sp>
        <p:sp>
          <p:nvSpPr>
            <p:cNvPr id="59" name="Arc 58"/>
            <p:cNvSpPr/>
            <p:nvPr/>
          </p:nvSpPr>
          <p:spPr>
            <a:xfrm>
              <a:off x="3242923" y="1492581"/>
              <a:ext cx="2395878" cy="2395878"/>
            </a:xfrm>
            <a:prstGeom prst="arc">
              <a:avLst/>
            </a:prstGeom>
            <a:noFill/>
            <a:ln w="165100" cap="flat" cmpd="sng" algn="ctr">
              <a:solidFill>
                <a:schemeClr val="accent5"/>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000000"/>
                </a:solidFill>
                <a:effectLst/>
                <a:uLnTx/>
                <a:uFillTx/>
                <a:latin typeface="腾讯体 W3" panose="020C04030202040F0204" pitchFamily="34" charset="-122"/>
                <a:ea typeface="+mn-ea"/>
                <a:cs typeface="+mn-cs"/>
              </a:endParaRPr>
            </a:p>
          </p:txBody>
        </p:sp>
        <p:cxnSp>
          <p:nvCxnSpPr>
            <p:cNvPr id="60" name="Straight Connector 59"/>
            <p:cNvCxnSpPr/>
            <p:nvPr/>
          </p:nvCxnSpPr>
          <p:spPr>
            <a:xfrm flipH="1">
              <a:off x="5629276" y="2673994"/>
              <a:ext cx="9526" cy="1075647"/>
            </a:xfrm>
            <a:prstGeom prst="line">
              <a:avLst/>
            </a:prstGeom>
            <a:noFill/>
            <a:ln w="165100" cap="flat" cmpd="sng" algn="ctr">
              <a:solidFill>
                <a:schemeClr val="accent5"/>
              </a:solidFill>
              <a:prstDash val="solid"/>
            </a:ln>
            <a:effectLst/>
          </p:spPr>
        </p:cxnSp>
        <p:sp>
          <p:nvSpPr>
            <p:cNvPr id="61" name="Arc 60"/>
            <p:cNvSpPr/>
            <p:nvPr/>
          </p:nvSpPr>
          <p:spPr>
            <a:xfrm rot="10800000">
              <a:off x="5629276" y="3332163"/>
              <a:ext cx="808953" cy="808953"/>
            </a:xfrm>
            <a:prstGeom prst="arc">
              <a:avLst/>
            </a:prstGeom>
            <a:noFill/>
            <a:ln w="165100" cap="flat" cmpd="sng" algn="ctr">
              <a:solidFill>
                <a:srgbClr val="1450B8"/>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000000"/>
                </a:solidFill>
                <a:effectLst/>
                <a:uLnTx/>
                <a:uFillTx/>
                <a:latin typeface="腾讯体 W3" panose="020C04030202040F0204" pitchFamily="34" charset="-122"/>
                <a:ea typeface="+mn-ea"/>
                <a:cs typeface="+mn-cs"/>
              </a:endParaRPr>
            </a:p>
          </p:txBody>
        </p:sp>
        <p:sp>
          <p:nvSpPr>
            <p:cNvPr id="64" name="Arc 63"/>
            <p:cNvSpPr/>
            <p:nvPr/>
          </p:nvSpPr>
          <p:spPr>
            <a:xfrm>
              <a:off x="6449278" y="4142425"/>
              <a:ext cx="557547" cy="557547"/>
            </a:xfrm>
            <a:prstGeom prst="arc">
              <a:avLst>
                <a:gd name="adj1" fmla="val 16200000"/>
                <a:gd name="adj2" fmla="val 229608"/>
              </a:avLst>
            </a:prstGeom>
            <a:noFill/>
            <a:ln w="165100" cap="flat" cmpd="sng" algn="ctr">
              <a:solidFill>
                <a:schemeClr val="accent5"/>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000000"/>
                </a:solidFill>
                <a:effectLst/>
                <a:uLnTx/>
                <a:uFillTx/>
                <a:latin typeface="腾讯体 W3" panose="020C04030202040F0204" pitchFamily="34" charset="-122"/>
                <a:ea typeface="+mn-ea"/>
                <a:cs typeface="+mn-cs"/>
              </a:endParaRPr>
            </a:p>
          </p:txBody>
        </p:sp>
        <p:cxnSp>
          <p:nvCxnSpPr>
            <p:cNvPr id="67" name="Straight Connector 66"/>
            <p:cNvCxnSpPr/>
            <p:nvPr/>
          </p:nvCxnSpPr>
          <p:spPr>
            <a:xfrm flipV="1">
              <a:off x="6016613" y="4141116"/>
              <a:ext cx="730728" cy="1"/>
            </a:xfrm>
            <a:prstGeom prst="line">
              <a:avLst/>
            </a:prstGeom>
            <a:noFill/>
            <a:ln w="165100" cap="flat" cmpd="sng" algn="ctr">
              <a:solidFill>
                <a:srgbClr val="1450B8"/>
              </a:solidFill>
              <a:prstDash val="solid"/>
            </a:ln>
            <a:effectLst/>
          </p:spPr>
        </p:cxnSp>
        <p:cxnSp>
          <p:nvCxnSpPr>
            <p:cNvPr id="70" name="Straight Connector 69"/>
            <p:cNvCxnSpPr/>
            <p:nvPr/>
          </p:nvCxnSpPr>
          <p:spPr>
            <a:xfrm flipH="1">
              <a:off x="6995774" y="4413263"/>
              <a:ext cx="9530" cy="481419"/>
            </a:xfrm>
            <a:prstGeom prst="line">
              <a:avLst/>
            </a:prstGeom>
            <a:noFill/>
            <a:ln w="165100" cap="flat" cmpd="sng" algn="ctr">
              <a:solidFill>
                <a:schemeClr val="accent3"/>
              </a:solidFill>
              <a:prstDash val="solid"/>
            </a:ln>
            <a:effectLst/>
          </p:spPr>
        </p:cxnSp>
        <p:grpSp>
          <p:nvGrpSpPr>
            <p:cNvPr id="73" name="Group 72"/>
            <p:cNvGrpSpPr/>
            <p:nvPr/>
          </p:nvGrpSpPr>
          <p:grpSpPr>
            <a:xfrm rot="10800000">
              <a:off x="6995774" y="4308438"/>
              <a:ext cx="1155153" cy="1155153"/>
              <a:chOff x="3233397" y="4638675"/>
              <a:chExt cx="2395878" cy="2395878"/>
            </a:xfrm>
          </p:grpSpPr>
          <p:sp>
            <p:nvSpPr>
              <p:cNvPr id="87" name="Arc 86"/>
              <p:cNvSpPr/>
              <p:nvPr/>
            </p:nvSpPr>
            <p:spPr>
              <a:xfrm rot="16200000">
                <a:off x="3233397" y="4638675"/>
                <a:ext cx="2395878" cy="2395878"/>
              </a:xfrm>
              <a:prstGeom prst="arc">
                <a:avLst/>
              </a:prstGeom>
              <a:noFill/>
              <a:ln w="165100" cap="flat" cmpd="sng" algn="ctr">
                <a:solidFill>
                  <a:schemeClr val="tx1">
                    <a:lumMod val="25000"/>
                    <a:lumOff val="75000"/>
                  </a:schemeClr>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000000"/>
                  </a:solidFill>
                  <a:effectLst/>
                  <a:uLnTx/>
                  <a:uFillTx/>
                  <a:latin typeface="腾讯体 W3" panose="020C04030202040F0204" pitchFamily="34" charset="-122"/>
                  <a:ea typeface="+mn-ea"/>
                  <a:cs typeface="+mn-cs"/>
                </a:endParaRPr>
              </a:p>
            </p:txBody>
          </p:sp>
          <p:sp>
            <p:nvSpPr>
              <p:cNvPr id="89" name="Arc 88"/>
              <p:cNvSpPr/>
              <p:nvPr/>
            </p:nvSpPr>
            <p:spPr>
              <a:xfrm>
                <a:off x="3233397" y="4638675"/>
                <a:ext cx="2395878" cy="2395878"/>
              </a:xfrm>
              <a:prstGeom prst="arc">
                <a:avLst>
                  <a:gd name="adj1" fmla="val 16071089"/>
                  <a:gd name="adj2" fmla="val 0"/>
                </a:avLst>
              </a:prstGeom>
              <a:noFill/>
              <a:ln w="165100" cap="flat" cmpd="sng" algn="ctr">
                <a:solidFill>
                  <a:schemeClr val="accent3"/>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000000"/>
                  </a:solidFill>
                  <a:effectLst/>
                  <a:uLnTx/>
                  <a:uFillTx/>
                  <a:latin typeface="腾讯体 W3" panose="020C04030202040F0204" pitchFamily="34" charset="-122"/>
                  <a:ea typeface="+mn-ea"/>
                  <a:cs typeface="+mn-cs"/>
                </a:endParaRPr>
              </a:p>
            </p:txBody>
          </p:sp>
        </p:grpSp>
        <p:cxnSp>
          <p:nvCxnSpPr>
            <p:cNvPr id="76" name="Straight Connector 75"/>
            <p:cNvCxnSpPr/>
            <p:nvPr/>
          </p:nvCxnSpPr>
          <p:spPr>
            <a:xfrm>
              <a:off x="8150928" y="2422022"/>
              <a:ext cx="0" cy="2472661"/>
            </a:xfrm>
            <a:prstGeom prst="line">
              <a:avLst/>
            </a:prstGeom>
            <a:noFill/>
            <a:ln w="165100" cap="flat" cmpd="sng" algn="ctr">
              <a:solidFill>
                <a:schemeClr val="accent3"/>
              </a:solidFill>
              <a:prstDash val="solid"/>
            </a:ln>
            <a:effectLst/>
          </p:spPr>
        </p:cxnSp>
        <p:grpSp>
          <p:nvGrpSpPr>
            <p:cNvPr id="77" name="Group 76"/>
            <p:cNvGrpSpPr/>
            <p:nvPr/>
          </p:nvGrpSpPr>
          <p:grpSpPr>
            <a:xfrm>
              <a:off x="8150928" y="1892300"/>
              <a:ext cx="1068114" cy="1068114"/>
              <a:chOff x="3233397" y="4638675"/>
              <a:chExt cx="2395878" cy="2395878"/>
            </a:xfrm>
          </p:grpSpPr>
          <p:sp>
            <p:nvSpPr>
              <p:cNvPr id="84" name="Arc 83"/>
              <p:cNvSpPr/>
              <p:nvPr/>
            </p:nvSpPr>
            <p:spPr>
              <a:xfrm rot="16200000">
                <a:off x="3233397" y="4638675"/>
                <a:ext cx="2395878" cy="2395878"/>
              </a:xfrm>
              <a:prstGeom prst="arc">
                <a:avLst>
                  <a:gd name="adj1" fmla="val 16200000"/>
                  <a:gd name="adj2" fmla="val 165900"/>
                </a:avLst>
              </a:prstGeom>
              <a:noFill/>
              <a:ln w="165100" cap="flat" cmpd="sng" algn="ctr">
                <a:solidFill>
                  <a:schemeClr val="accent3"/>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000000"/>
                  </a:solidFill>
                  <a:effectLst/>
                  <a:uLnTx/>
                  <a:uFillTx/>
                  <a:latin typeface="腾讯体 W3" panose="020C04030202040F0204" pitchFamily="34" charset="-122"/>
                  <a:ea typeface="+mn-ea"/>
                  <a:cs typeface="+mn-cs"/>
                </a:endParaRPr>
              </a:p>
            </p:txBody>
          </p:sp>
          <p:sp>
            <p:nvSpPr>
              <p:cNvPr id="86" name="Arc 85"/>
              <p:cNvSpPr/>
              <p:nvPr/>
            </p:nvSpPr>
            <p:spPr>
              <a:xfrm>
                <a:off x="3233397" y="4638675"/>
                <a:ext cx="2395878" cy="2395878"/>
              </a:xfrm>
              <a:prstGeom prst="arc">
                <a:avLst/>
              </a:prstGeom>
              <a:noFill/>
              <a:ln w="165100" cap="flat" cmpd="sng" algn="ctr">
                <a:solidFill>
                  <a:schemeClr val="accent3"/>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000000"/>
                  </a:solidFill>
                  <a:effectLst/>
                  <a:uLnTx/>
                  <a:uFillTx/>
                  <a:latin typeface="腾讯体 W3" panose="020C04030202040F0204" pitchFamily="34" charset="-122"/>
                  <a:ea typeface="+mn-ea"/>
                  <a:cs typeface="+mn-cs"/>
                </a:endParaRPr>
              </a:p>
            </p:txBody>
          </p:sp>
        </p:grpSp>
        <p:cxnSp>
          <p:nvCxnSpPr>
            <p:cNvPr id="80" name="Straight Connector 79"/>
            <p:cNvCxnSpPr/>
            <p:nvPr/>
          </p:nvCxnSpPr>
          <p:spPr>
            <a:xfrm>
              <a:off x="9219042" y="2413355"/>
              <a:ext cx="0" cy="724831"/>
            </a:xfrm>
            <a:prstGeom prst="line">
              <a:avLst/>
            </a:prstGeom>
            <a:noFill/>
            <a:ln w="165100" cap="flat" cmpd="sng" algn="ctr">
              <a:solidFill>
                <a:schemeClr val="accent3"/>
              </a:solidFill>
              <a:prstDash val="solid"/>
            </a:ln>
            <a:effectLst/>
          </p:spPr>
        </p:cxnSp>
        <p:sp>
          <p:nvSpPr>
            <p:cNvPr id="81" name="Arc 80"/>
            <p:cNvSpPr/>
            <p:nvPr/>
          </p:nvSpPr>
          <p:spPr>
            <a:xfrm rot="10800000">
              <a:off x="9219042" y="2680151"/>
              <a:ext cx="808953" cy="808953"/>
            </a:xfrm>
            <a:prstGeom prst="arc">
              <a:avLst/>
            </a:prstGeom>
            <a:noFill/>
            <a:ln w="165100" cap="flat" cmpd="sng" algn="ctr">
              <a:solidFill>
                <a:schemeClr val="accent3"/>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000000"/>
                </a:solidFill>
                <a:effectLst/>
                <a:uLnTx/>
                <a:uFillTx/>
                <a:latin typeface="腾讯体 W3" panose="020C04030202040F0204" pitchFamily="34" charset="-122"/>
                <a:ea typeface="+mn-ea"/>
                <a:cs typeface="+mn-cs"/>
              </a:endParaRPr>
            </a:p>
          </p:txBody>
        </p:sp>
        <p:cxnSp>
          <p:nvCxnSpPr>
            <p:cNvPr id="82" name="Straight Connector 81"/>
            <p:cNvCxnSpPr/>
            <p:nvPr/>
          </p:nvCxnSpPr>
          <p:spPr>
            <a:xfrm>
              <a:off x="9591675" y="3489104"/>
              <a:ext cx="327025" cy="0"/>
            </a:xfrm>
            <a:prstGeom prst="line">
              <a:avLst/>
            </a:prstGeom>
            <a:noFill/>
            <a:ln w="165100" cap="flat" cmpd="sng" algn="ctr">
              <a:solidFill>
                <a:srgbClr val="9E1E1A"/>
              </a:solidFill>
              <a:prstDash val="solid"/>
            </a:ln>
            <a:effectLst/>
          </p:spPr>
        </p:cxnSp>
      </p:grpSp>
      <p:grpSp>
        <p:nvGrpSpPr>
          <p:cNvPr id="91" name="Group 90"/>
          <p:cNvGrpSpPr/>
          <p:nvPr/>
        </p:nvGrpSpPr>
        <p:grpSpPr>
          <a:xfrm>
            <a:off x="2242511" y="3981328"/>
            <a:ext cx="1010173" cy="463218"/>
            <a:chOff x="1553284" y="3480436"/>
            <a:chExt cx="1113716" cy="510698"/>
          </a:xfrm>
          <a:solidFill>
            <a:srgbClr val="1450B8"/>
          </a:solidFill>
        </p:grpSpPr>
        <p:sp>
          <p:nvSpPr>
            <p:cNvPr id="92" name="Rectangle 91"/>
            <p:cNvSpPr/>
            <p:nvPr/>
          </p:nvSpPr>
          <p:spPr>
            <a:xfrm>
              <a:off x="1695450" y="3480436"/>
              <a:ext cx="971550" cy="474699"/>
            </a:xfrm>
            <a:prstGeom prst="rect">
              <a:avLst/>
            </a:prstGeom>
            <a:grpFill/>
            <a:ln w="6350">
              <a:noFill/>
            </a:ln>
          </p:spPr>
          <p:txBody>
            <a:bodyPr vert="horz" wrap="square" lIns="82938" tIns="41469" rIns="82938" bIns="41469"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smtClean="0">
                  <a:ln>
                    <a:noFill/>
                  </a:ln>
                  <a:solidFill>
                    <a:srgbClr val="FFFFFF"/>
                  </a:solidFill>
                  <a:effectLst/>
                  <a:uLnTx/>
                  <a:uFillTx/>
                  <a:latin typeface="腾讯体 W7" panose="020C08030202040F0204" pitchFamily="18" charset="-122"/>
                </a:rPr>
                <a:t>What to action now</a:t>
              </a:r>
              <a:endParaRPr kumimoji="0" lang="en-GB" sz="905" b="1" u="none" strike="noStrike" kern="0" cap="none" spc="0" normalizeH="0" baseline="0" noProof="0" dirty="0" smtClean="0">
                <a:ln>
                  <a:noFill/>
                </a:ln>
                <a:solidFill>
                  <a:srgbClr val="FFFFFF"/>
                </a:solidFill>
                <a:effectLst/>
                <a:uLnTx/>
                <a:uFillTx/>
                <a:latin typeface="腾讯体 W7" panose="020C08030202040F0204" pitchFamily="18" charset="-122"/>
              </a:endParaRPr>
            </a:p>
          </p:txBody>
        </p:sp>
        <p:sp>
          <p:nvSpPr>
            <p:cNvPr id="94" name="Rectangle 93"/>
            <p:cNvSpPr/>
            <p:nvPr/>
          </p:nvSpPr>
          <p:spPr>
            <a:xfrm>
              <a:off x="1553284" y="3955134"/>
              <a:ext cx="144000" cy="36000"/>
            </a:xfrm>
            <a:prstGeom prst="rect">
              <a:avLst/>
            </a:prstGeom>
            <a:grp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905" b="0" i="0" u="none" strike="noStrike" kern="0" cap="none" spc="0" normalizeH="0" baseline="0" noProof="0" dirty="0" smtClean="0">
                <a:ln>
                  <a:noFill/>
                </a:ln>
                <a:solidFill>
                  <a:srgbClr val="000000"/>
                </a:solidFill>
                <a:effectLst/>
                <a:uLnTx/>
                <a:uFillTx/>
              </a:endParaRPr>
            </a:p>
          </p:txBody>
        </p:sp>
      </p:grpSp>
      <p:grpSp>
        <p:nvGrpSpPr>
          <p:cNvPr id="96" name="Group 95"/>
          <p:cNvGrpSpPr/>
          <p:nvPr/>
        </p:nvGrpSpPr>
        <p:grpSpPr>
          <a:xfrm>
            <a:off x="6814447" y="1992249"/>
            <a:ext cx="1011837" cy="657491"/>
            <a:chOff x="1551450" y="3480436"/>
            <a:chExt cx="1115550" cy="498026"/>
          </a:xfrm>
          <a:solidFill>
            <a:schemeClr val="accent4">
              <a:lumMod val="75000"/>
            </a:schemeClr>
          </a:solidFill>
        </p:grpSpPr>
        <p:sp>
          <p:nvSpPr>
            <p:cNvPr id="97" name="Rectangle 96"/>
            <p:cNvSpPr/>
            <p:nvPr/>
          </p:nvSpPr>
          <p:spPr>
            <a:xfrm>
              <a:off x="1695450" y="3480436"/>
              <a:ext cx="971550" cy="474699"/>
            </a:xfrm>
            <a:prstGeom prst="rect">
              <a:avLst/>
            </a:prstGeom>
            <a:solidFill>
              <a:schemeClr val="accent5"/>
            </a:solidFill>
            <a:ln w="6350">
              <a:noFill/>
            </a:ln>
          </p:spPr>
          <p:txBody>
            <a:bodyPr vert="horz" wrap="square" lIns="82938" tIns="41469" rIns="82938" bIns="41469"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smtClean="0">
                  <a:ln>
                    <a:noFill/>
                  </a:ln>
                  <a:solidFill>
                    <a:srgbClr val="FFFFFF"/>
                  </a:solidFill>
                  <a:effectLst/>
                  <a:uLnTx/>
                  <a:uFillTx/>
                  <a:latin typeface="腾讯体 W7" panose="020C08030202040F0204" pitchFamily="18" charset="-122"/>
                </a:rPr>
                <a:t>What to action in the coming weeks</a:t>
              </a:r>
              <a:endParaRPr kumimoji="0" lang="en-GB" sz="905" b="1" u="none" strike="noStrike" kern="0" cap="none" spc="0" normalizeH="0" baseline="0" noProof="0" dirty="0" smtClean="0">
                <a:ln>
                  <a:noFill/>
                </a:ln>
                <a:solidFill>
                  <a:srgbClr val="FFFFFF"/>
                </a:solidFill>
                <a:effectLst/>
                <a:uLnTx/>
                <a:uFillTx/>
                <a:latin typeface="腾讯体 W7" panose="020C08030202040F0204" pitchFamily="18" charset="-122"/>
              </a:endParaRPr>
            </a:p>
          </p:txBody>
        </p:sp>
        <p:sp>
          <p:nvSpPr>
            <p:cNvPr id="99" name="Rectangle 98"/>
            <p:cNvSpPr/>
            <p:nvPr/>
          </p:nvSpPr>
          <p:spPr>
            <a:xfrm>
              <a:off x="1551450" y="3953728"/>
              <a:ext cx="144000" cy="24734"/>
            </a:xfrm>
            <a:prstGeom prst="rect">
              <a:avLst/>
            </a:prstGeom>
            <a:solidFill>
              <a:schemeClr val="accent5"/>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905" b="0" i="0" u="none" strike="noStrike" kern="0" cap="none" spc="0" normalizeH="0" baseline="0" noProof="0" dirty="0" smtClean="0">
                <a:ln>
                  <a:noFill/>
                </a:ln>
                <a:solidFill>
                  <a:srgbClr val="000000"/>
                </a:solidFill>
                <a:effectLst/>
                <a:uLnTx/>
                <a:uFillTx/>
              </a:endParaRPr>
            </a:p>
          </p:txBody>
        </p:sp>
      </p:grpSp>
      <p:grpSp>
        <p:nvGrpSpPr>
          <p:cNvPr id="101" name="Group 100"/>
          <p:cNvGrpSpPr/>
          <p:nvPr/>
        </p:nvGrpSpPr>
        <p:grpSpPr>
          <a:xfrm>
            <a:off x="6625782" y="5192608"/>
            <a:ext cx="1006123" cy="772208"/>
            <a:chOff x="1557749" y="3480436"/>
            <a:chExt cx="1109251" cy="490830"/>
          </a:xfrm>
          <a:solidFill>
            <a:schemeClr val="accent3"/>
          </a:solidFill>
        </p:grpSpPr>
        <p:sp>
          <p:nvSpPr>
            <p:cNvPr id="102" name="Rectangle 101"/>
            <p:cNvSpPr/>
            <p:nvPr/>
          </p:nvSpPr>
          <p:spPr>
            <a:xfrm>
              <a:off x="1695450" y="3480436"/>
              <a:ext cx="971550" cy="474699"/>
            </a:xfrm>
            <a:prstGeom prst="rect">
              <a:avLst/>
            </a:prstGeom>
            <a:grpFill/>
            <a:ln w="6350">
              <a:noFill/>
            </a:ln>
          </p:spPr>
          <p:txBody>
            <a:bodyPr vert="horz" wrap="square" lIns="82938" tIns="41469" rIns="82938" bIns="41469"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smtClean="0">
                  <a:ln>
                    <a:noFill/>
                  </a:ln>
                  <a:solidFill>
                    <a:srgbClr val="FFFFFF"/>
                  </a:solidFill>
                  <a:effectLst/>
                  <a:uLnTx/>
                  <a:uFillTx/>
                  <a:latin typeface="腾讯体 W7" panose="020C08030202040F0204" pitchFamily="18" charset="-122"/>
                </a:rPr>
                <a:t>What to action in the coming months</a:t>
              </a:r>
              <a:endParaRPr kumimoji="0" lang="en-GB" sz="905" b="1" u="none" strike="noStrike" kern="0" cap="none" spc="0" normalizeH="0" baseline="0" noProof="0" dirty="0" smtClean="0">
                <a:ln>
                  <a:noFill/>
                </a:ln>
                <a:solidFill>
                  <a:srgbClr val="FFFFFF"/>
                </a:solidFill>
                <a:effectLst/>
                <a:uLnTx/>
                <a:uFillTx/>
                <a:latin typeface="腾讯体 W7" panose="020C08030202040F0204" pitchFamily="18" charset="-122"/>
              </a:endParaRPr>
            </a:p>
          </p:txBody>
        </p:sp>
        <p:sp>
          <p:nvSpPr>
            <p:cNvPr id="105" name="Rectangle 104"/>
            <p:cNvSpPr/>
            <p:nvPr/>
          </p:nvSpPr>
          <p:spPr>
            <a:xfrm>
              <a:off x="1557749" y="3950511"/>
              <a:ext cx="144000" cy="20755"/>
            </a:xfrm>
            <a:prstGeom prst="rect">
              <a:avLst/>
            </a:prstGeom>
            <a:grp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905" b="0" i="0" u="none" strike="noStrike" kern="0" cap="none" spc="0" normalizeH="0" baseline="0" noProof="0" dirty="0" smtClean="0">
                <a:ln>
                  <a:noFill/>
                </a:ln>
                <a:solidFill>
                  <a:srgbClr val="000000"/>
                </a:solidFill>
                <a:effectLst/>
                <a:uLnTx/>
                <a:uFillTx/>
              </a:endParaRPr>
            </a:p>
          </p:txBody>
        </p:sp>
      </p:grpSp>
      <p:grpSp>
        <p:nvGrpSpPr>
          <p:cNvPr id="106" name="Group 105"/>
          <p:cNvGrpSpPr/>
          <p:nvPr/>
        </p:nvGrpSpPr>
        <p:grpSpPr>
          <a:xfrm>
            <a:off x="1796707" y="4538638"/>
            <a:ext cx="1374834" cy="1552298"/>
            <a:chOff x="382215" y="4134975"/>
            <a:chExt cx="1515755" cy="1711408"/>
          </a:xfrm>
        </p:grpSpPr>
        <p:grpSp>
          <p:nvGrpSpPr>
            <p:cNvPr id="107" name="Group 106"/>
            <p:cNvGrpSpPr/>
            <p:nvPr/>
          </p:nvGrpSpPr>
          <p:grpSpPr>
            <a:xfrm>
              <a:off x="449190" y="4134975"/>
              <a:ext cx="90000" cy="134400"/>
              <a:chOff x="5123470" y="3581195"/>
              <a:chExt cx="90000" cy="134400"/>
            </a:xfrm>
          </p:grpSpPr>
          <p:sp>
            <p:nvSpPr>
              <p:cNvPr id="111" name="Freeform 110"/>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rgbClr val="1450B8"/>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1450B8"/>
                  </a:solidFill>
                  <a:effectLst/>
                  <a:uLnTx/>
                  <a:uFillTx/>
                </a:endParaRPr>
              </a:p>
            </p:txBody>
          </p:sp>
          <p:sp>
            <p:nvSpPr>
              <p:cNvPr id="112" name="Oval 111"/>
              <p:cNvSpPr/>
              <p:nvPr/>
            </p:nvSpPr>
            <p:spPr>
              <a:xfrm>
                <a:off x="5123470" y="3581195"/>
                <a:ext cx="90000" cy="90000"/>
              </a:xfrm>
              <a:prstGeom prst="ellipse">
                <a:avLst/>
              </a:prstGeom>
              <a:solidFill>
                <a:srgbClr val="1450B8"/>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1450B8"/>
                  </a:solidFill>
                  <a:effectLst/>
                  <a:uLnTx/>
                  <a:uFillTx/>
                </a:endParaRPr>
              </a:p>
            </p:txBody>
          </p:sp>
          <p:sp>
            <p:nvSpPr>
              <p:cNvPr id="115" name="Oval 114"/>
              <p:cNvSpPr/>
              <p:nvPr/>
            </p:nvSpPr>
            <p:spPr>
              <a:xfrm flipV="1">
                <a:off x="5159470" y="3617195"/>
                <a:ext cx="18000" cy="18000"/>
              </a:xfrm>
              <a:prstGeom prst="ellipse">
                <a:avLst/>
              </a:prstGeom>
              <a:solidFill>
                <a:srgbClr val="FFFFFF"/>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1450B8"/>
                  </a:solidFill>
                  <a:effectLst/>
                  <a:uLnTx/>
                  <a:uFillTx/>
                </a:endParaRPr>
              </a:p>
            </p:txBody>
          </p:sp>
        </p:grpSp>
        <p:sp>
          <p:nvSpPr>
            <p:cNvPr id="110" name="Rectangle 109"/>
            <p:cNvSpPr/>
            <p:nvPr/>
          </p:nvSpPr>
          <p:spPr>
            <a:xfrm>
              <a:off x="382215" y="4281170"/>
              <a:ext cx="1515755" cy="1565213"/>
            </a:xfrm>
            <a:prstGeom prst="rect">
              <a:avLst/>
            </a:prstGeom>
            <a:solidFill>
              <a:srgbClr val="FFFFFF">
                <a:alpha val="80000"/>
              </a:srgbClr>
            </a:solidFill>
            <a:ln w="6350">
              <a:noFill/>
            </a:ln>
          </p:spPr>
          <p:txBody>
            <a:bodyPr vert="horz" wrap="square" lIns="82938" tIns="42448" rIns="82938" bIns="42448"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smtClean="0">
                  <a:ln>
                    <a:noFill/>
                  </a:ln>
                  <a:solidFill>
                    <a:srgbClr val="1450B8"/>
                  </a:solidFill>
                  <a:effectLst/>
                  <a:uLnTx/>
                  <a:uFillTx/>
                  <a:latin typeface="腾讯体 W7" panose="020C08030202040F0204" pitchFamily="18" charset="-122"/>
                </a:rPr>
                <a:t>Prioritise</a:t>
              </a:r>
              <a:endParaRPr kumimoji="0" lang="en-GB" sz="905" b="1" u="none" strike="noStrike" kern="0" cap="none" spc="0" normalizeH="0" baseline="0" noProof="0" dirty="0" smtClean="0">
                <a:ln>
                  <a:noFill/>
                </a:ln>
                <a:solidFill>
                  <a:srgbClr val="1450B8"/>
                </a:solidFill>
                <a:effectLst/>
                <a:uLnTx/>
                <a:uFillTx/>
                <a:latin typeface="腾讯体 W7" panose="020C08030202040F0204" pitchFamily="18" charset="-122"/>
              </a:endParaRPr>
            </a:p>
            <a:p>
              <a:pPr lvl="0" defTabSz="864235">
                <a:defRPr/>
              </a:pPr>
              <a:r>
                <a:rPr lang="en-GB" sz="815" kern="0" dirty="0" err="1">
                  <a:solidFill>
                    <a:srgbClr val="1450B8"/>
                  </a:solidFill>
                  <a:latin typeface="腾讯体 W7" panose="020C08030202040F0204" pitchFamily="18" charset="-122"/>
                </a:rPr>
                <a:t>Mauris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consectetuer</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ullamcorper</a:t>
              </a:r>
              <a:r>
                <a:rPr lang="en-GB" sz="815" kern="0" dirty="0">
                  <a:solidFill>
                    <a:srgbClr val="1450B8"/>
                  </a:solidFill>
                  <a:latin typeface="腾讯体 W7" panose="020C08030202040F0204" pitchFamily="18" charset="-122"/>
                </a:rPr>
                <a:t> quam. </a:t>
              </a:r>
              <a:r>
                <a:rPr lang="en-GB" sz="815" kern="0" dirty="0" err="1">
                  <a:solidFill>
                    <a:srgbClr val="1450B8"/>
                  </a:solidFill>
                  <a:latin typeface="腾讯体 W7" panose="020C08030202040F0204" pitchFamily="18" charset="-122"/>
                </a:rPr>
                <a:t>Morbi</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tincidunt</a:t>
              </a:r>
              <a:r>
                <a:rPr lang="en-GB" sz="815" kern="0" dirty="0">
                  <a:solidFill>
                    <a:srgbClr val="1450B8"/>
                  </a:solidFill>
                  <a:latin typeface="腾讯体 W7" panose="020C08030202040F0204" pitchFamily="18" charset="-122"/>
                </a:rPr>
                <a:t> mi </a:t>
              </a:r>
              <a:r>
                <a:rPr lang="en-GB" sz="815" kern="0" dirty="0" err="1">
                  <a:solidFill>
                    <a:srgbClr val="1450B8"/>
                  </a:solidFill>
                  <a:latin typeface="腾讯体 W7" panose="020C08030202040F0204" pitchFamily="18" charset="-122"/>
                </a:rPr>
                <a:t>ut</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diam</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ultricies</a:t>
              </a:r>
              <a:r>
                <a:rPr lang="en-GB" sz="815" kern="0" dirty="0">
                  <a:solidFill>
                    <a:srgbClr val="1450B8"/>
                  </a:solidFill>
                  <a:latin typeface="腾讯体 W7" panose="020C08030202040F0204" pitchFamily="18" charset="-122"/>
                </a:rPr>
                <a:t> non, </a:t>
              </a:r>
              <a:r>
                <a:rPr lang="en-GB" sz="815" kern="0" dirty="0" err="1">
                  <a:solidFill>
                    <a:srgbClr val="1450B8"/>
                  </a:solidFill>
                  <a:latin typeface="腾讯体 W7" panose="020C08030202040F0204" pitchFamily="18" charset="-122"/>
                </a:rPr>
                <a:t>hendrerit</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quis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pellentesque</a:t>
              </a:r>
              <a:r>
                <a:rPr lang="en-GB" sz="815" kern="0" dirty="0">
                  <a:solidFill>
                    <a:srgbClr val="1450B8"/>
                  </a:solidFill>
                  <a:latin typeface="腾讯体 W7" panose="020C08030202040F0204" pitchFamily="18" charset="-122"/>
                </a:rPr>
                <a:t> a, </a:t>
              </a:r>
              <a:r>
                <a:rPr lang="en-GB" sz="815" kern="0" dirty="0" err="1">
                  <a:solidFill>
                    <a:srgbClr val="1450B8"/>
                  </a:solidFill>
                  <a:latin typeface="腾讯体 W7" panose="020C08030202040F0204" pitchFamily="18" charset="-122"/>
                </a:rPr>
                <a:t>eros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Aenean</a:t>
              </a:r>
              <a:r>
                <a:rPr lang="en-GB" sz="815" kern="0" dirty="0">
                  <a:solidFill>
                    <a:srgbClr val="1450B8"/>
                  </a:solidFill>
                  <a:latin typeface="腾讯体 W7" panose="020C08030202040F0204" pitchFamily="18" charset="-122"/>
                </a:rPr>
                <a:t> non </a:t>
              </a:r>
              <a:r>
                <a:rPr lang="en-GB" sz="815" kern="0" dirty="0" err="1">
                  <a:solidFill>
                    <a:srgbClr val="1450B8"/>
                  </a:solidFill>
                  <a:latin typeface="腾讯体 W7" panose="020C08030202040F0204" pitchFamily="18" charset="-122"/>
                </a:rPr>
                <a:t>mauris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quis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massa</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varius</a:t>
              </a:r>
              <a:r>
                <a:rPr lang="en-GB" sz="815" kern="0" dirty="0">
                  <a:solidFill>
                    <a:srgbClr val="1450B8"/>
                  </a:solidFill>
                  <a:latin typeface="腾讯体 W7" panose="020C08030202040F0204" pitchFamily="18" charset="-122"/>
                </a:rPr>
                <a:t> tempus. </a:t>
              </a:r>
              <a:endParaRPr lang="en-GB" sz="815" kern="0" dirty="0">
                <a:solidFill>
                  <a:srgbClr val="1450B8"/>
                </a:solidFill>
                <a:latin typeface="腾讯体 W7" panose="020C08030202040F0204" pitchFamily="18" charset="-122"/>
              </a:endParaRPr>
            </a:p>
            <a:p>
              <a:pPr marL="0" marR="0" lvl="0" indent="0"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1450B8"/>
                </a:solidFill>
                <a:effectLst/>
                <a:uLnTx/>
                <a:uFillTx/>
                <a:latin typeface="腾讯体 W7" panose="020C08030202040F0204" pitchFamily="18" charset="-122"/>
              </a:endParaRPr>
            </a:p>
          </p:txBody>
        </p:sp>
      </p:grpSp>
      <p:grpSp>
        <p:nvGrpSpPr>
          <p:cNvPr id="116" name="Group 115"/>
          <p:cNvGrpSpPr/>
          <p:nvPr/>
        </p:nvGrpSpPr>
        <p:grpSpPr>
          <a:xfrm>
            <a:off x="3500367" y="4538638"/>
            <a:ext cx="1374834" cy="1068795"/>
            <a:chOff x="2111682" y="4134975"/>
            <a:chExt cx="1515755" cy="1178346"/>
          </a:xfrm>
        </p:grpSpPr>
        <p:sp>
          <p:nvSpPr>
            <p:cNvPr id="117" name="Rectangle 116"/>
            <p:cNvSpPr/>
            <p:nvPr/>
          </p:nvSpPr>
          <p:spPr>
            <a:xfrm>
              <a:off x="2111682" y="4281170"/>
              <a:ext cx="1515755" cy="1032151"/>
            </a:xfrm>
            <a:prstGeom prst="rect">
              <a:avLst/>
            </a:prstGeom>
            <a:solidFill>
              <a:srgbClr val="FFFFFF">
                <a:alpha val="80000"/>
              </a:srgbClr>
            </a:solidFill>
            <a:ln w="6350">
              <a:noFill/>
            </a:ln>
          </p:spPr>
          <p:txBody>
            <a:bodyPr vert="horz" wrap="square" lIns="82938" tIns="42448" rIns="82938" bIns="42448"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smtClean="0">
                  <a:ln>
                    <a:noFill/>
                  </a:ln>
                  <a:solidFill>
                    <a:srgbClr val="1450B8"/>
                  </a:solidFill>
                  <a:effectLst/>
                  <a:uLnTx/>
                  <a:uFillTx/>
                  <a:latin typeface="腾讯体 W7" panose="020C08030202040F0204" pitchFamily="18" charset="-122"/>
                </a:rPr>
                <a:t>Analyse</a:t>
              </a:r>
              <a:endParaRPr kumimoji="0" lang="en-GB" sz="905" b="1" u="none" strike="noStrike" kern="0" cap="none" spc="0" normalizeH="0" baseline="0" noProof="0" dirty="0" smtClean="0">
                <a:ln>
                  <a:noFill/>
                </a:ln>
                <a:solidFill>
                  <a:srgbClr val="1450B8"/>
                </a:solidFill>
                <a:effectLst/>
                <a:uLnTx/>
                <a:uFillTx/>
                <a:latin typeface="腾讯体 W7" panose="020C08030202040F0204" pitchFamily="18" charset="-122"/>
              </a:endParaRPr>
            </a:p>
            <a:p>
              <a:pPr lvl="0" defTabSz="864235">
                <a:defRPr/>
              </a:pPr>
              <a:r>
                <a:rPr lang="en-GB" sz="815" kern="0" dirty="0" err="1">
                  <a:solidFill>
                    <a:srgbClr val="1450B8"/>
                  </a:solidFill>
                  <a:latin typeface="腾讯体 W7" panose="020C08030202040F0204" pitchFamily="18" charset="-122"/>
                </a:rPr>
                <a:t>Mauris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consectetuer</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ullamcorper</a:t>
              </a:r>
              <a:r>
                <a:rPr lang="en-GB" sz="815" kern="0" dirty="0">
                  <a:solidFill>
                    <a:srgbClr val="1450B8"/>
                  </a:solidFill>
                  <a:latin typeface="腾讯体 W7" panose="020C08030202040F0204" pitchFamily="18" charset="-122"/>
                </a:rPr>
                <a:t> quam. </a:t>
              </a:r>
              <a:r>
                <a:rPr lang="en-GB" sz="815" kern="0" dirty="0" err="1">
                  <a:solidFill>
                    <a:srgbClr val="1450B8"/>
                  </a:solidFill>
                  <a:latin typeface="腾讯体 W7" panose="020C08030202040F0204" pitchFamily="18" charset="-122"/>
                </a:rPr>
                <a:t>Morbi</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tincidunt</a:t>
              </a:r>
              <a:r>
                <a:rPr lang="en-GB" sz="815" kern="0" dirty="0">
                  <a:solidFill>
                    <a:srgbClr val="1450B8"/>
                  </a:solidFill>
                  <a:latin typeface="腾讯体 W7" panose="020C08030202040F0204" pitchFamily="18" charset="-122"/>
                </a:rPr>
                <a:t> mi </a:t>
              </a:r>
              <a:r>
                <a:rPr lang="en-GB" sz="815" kern="0" dirty="0" err="1">
                  <a:solidFill>
                    <a:srgbClr val="1450B8"/>
                  </a:solidFill>
                  <a:latin typeface="腾讯体 W7" panose="020C08030202040F0204" pitchFamily="18" charset="-122"/>
                </a:rPr>
                <a:t>ut</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diam</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ultricies</a:t>
              </a:r>
              <a:r>
                <a:rPr lang="en-GB" sz="815" kern="0" dirty="0">
                  <a:solidFill>
                    <a:srgbClr val="1450B8"/>
                  </a:solidFill>
                  <a:latin typeface="腾讯体 W7" panose="020C08030202040F0204" pitchFamily="18" charset="-122"/>
                </a:rPr>
                <a:t> non, </a:t>
              </a:r>
              <a:r>
                <a:rPr lang="en-GB" sz="815" kern="0" dirty="0" err="1">
                  <a:solidFill>
                    <a:srgbClr val="1450B8"/>
                  </a:solidFill>
                  <a:latin typeface="腾讯体 W7" panose="020C08030202040F0204" pitchFamily="18" charset="-122"/>
                </a:rPr>
                <a:t>hendrerit</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quis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pellentesque</a:t>
              </a:r>
              <a:r>
                <a:rPr lang="en-GB" sz="815" kern="0" dirty="0">
                  <a:solidFill>
                    <a:srgbClr val="1450B8"/>
                  </a:solidFill>
                  <a:latin typeface="腾讯体 W7" panose="020C08030202040F0204" pitchFamily="18" charset="-122"/>
                </a:rPr>
                <a:t> a, </a:t>
              </a:r>
              <a:r>
                <a:rPr lang="en-GB" sz="815" kern="0" dirty="0" err="1">
                  <a:solidFill>
                    <a:srgbClr val="1450B8"/>
                  </a:solidFill>
                  <a:latin typeface="腾讯体 W7" panose="020C08030202040F0204" pitchFamily="18" charset="-122"/>
                </a:rPr>
                <a:t>eros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Aenean</a:t>
              </a:r>
              <a:r>
                <a:rPr lang="en-GB" sz="815" kern="0" dirty="0">
                  <a:solidFill>
                    <a:srgbClr val="1450B8"/>
                  </a:solidFill>
                  <a:latin typeface="腾讯体 W7" panose="020C08030202040F0204" pitchFamily="18" charset="-122"/>
                </a:rPr>
                <a:t> non </a:t>
              </a:r>
              <a:r>
                <a:rPr lang="en-GB" sz="815" kern="0" dirty="0" err="1">
                  <a:solidFill>
                    <a:srgbClr val="1450B8"/>
                  </a:solidFill>
                  <a:latin typeface="腾讯体 W7" panose="020C08030202040F0204" pitchFamily="18" charset="-122"/>
                </a:rPr>
                <a:t>mauris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quis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massa</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varius</a:t>
              </a:r>
              <a:r>
                <a:rPr lang="en-GB" sz="815" kern="0" dirty="0">
                  <a:solidFill>
                    <a:srgbClr val="1450B8"/>
                  </a:solidFill>
                  <a:latin typeface="腾讯体 W7" panose="020C08030202040F0204" pitchFamily="18" charset="-122"/>
                </a:rPr>
                <a:t> tempus. </a:t>
              </a:r>
              <a:endParaRPr lang="en-GB" sz="815" kern="0" dirty="0">
                <a:solidFill>
                  <a:srgbClr val="1450B8"/>
                </a:solidFill>
                <a:latin typeface="腾讯体 W7" panose="020C08030202040F0204" pitchFamily="18" charset="-122"/>
              </a:endParaRPr>
            </a:p>
          </p:txBody>
        </p:sp>
        <p:grpSp>
          <p:nvGrpSpPr>
            <p:cNvPr id="120" name="Group 119"/>
            <p:cNvGrpSpPr/>
            <p:nvPr/>
          </p:nvGrpSpPr>
          <p:grpSpPr>
            <a:xfrm>
              <a:off x="2166630" y="4134975"/>
              <a:ext cx="90000" cy="134400"/>
              <a:chOff x="5123470" y="3581195"/>
              <a:chExt cx="90000" cy="134400"/>
            </a:xfrm>
          </p:grpSpPr>
          <p:sp>
            <p:nvSpPr>
              <p:cNvPr id="121" name="Freeform 120"/>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rgbClr val="1450B8"/>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1450B8"/>
                  </a:solidFill>
                  <a:effectLst/>
                  <a:uLnTx/>
                  <a:uFillTx/>
                </a:endParaRPr>
              </a:p>
            </p:txBody>
          </p:sp>
          <p:sp>
            <p:nvSpPr>
              <p:cNvPr id="122" name="Oval 121"/>
              <p:cNvSpPr/>
              <p:nvPr/>
            </p:nvSpPr>
            <p:spPr>
              <a:xfrm>
                <a:off x="5123470" y="3581195"/>
                <a:ext cx="90000" cy="90000"/>
              </a:xfrm>
              <a:prstGeom prst="ellipse">
                <a:avLst/>
              </a:prstGeom>
              <a:solidFill>
                <a:srgbClr val="1450B8"/>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1450B8"/>
                  </a:solidFill>
                  <a:effectLst/>
                  <a:uLnTx/>
                  <a:uFillTx/>
                </a:endParaRPr>
              </a:p>
            </p:txBody>
          </p:sp>
          <p:sp>
            <p:nvSpPr>
              <p:cNvPr id="125" name="Oval 124"/>
              <p:cNvSpPr/>
              <p:nvPr/>
            </p:nvSpPr>
            <p:spPr>
              <a:xfrm flipV="1">
                <a:off x="5159470" y="3617195"/>
                <a:ext cx="18000" cy="18000"/>
              </a:xfrm>
              <a:prstGeom prst="ellipse">
                <a:avLst/>
              </a:prstGeom>
              <a:solidFill>
                <a:srgbClr val="FFFFFF"/>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rgbClr val="1450B8"/>
                  </a:solidFill>
                  <a:effectLst/>
                  <a:uLnTx/>
                  <a:uFillTx/>
                </a:endParaRPr>
              </a:p>
            </p:txBody>
          </p:sp>
        </p:grpSp>
      </p:grpSp>
      <p:grpSp>
        <p:nvGrpSpPr>
          <p:cNvPr id="126" name="Group 125"/>
          <p:cNvGrpSpPr/>
          <p:nvPr/>
        </p:nvGrpSpPr>
        <p:grpSpPr>
          <a:xfrm>
            <a:off x="4262112" y="2903068"/>
            <a:ext cx="1374834" cy="1322436"/>
            <a:chOff x="2951505" y="2291655"/>
            <a:chExt cx="1515755" cy="1457986"/>
          </a:xfrm>
        </p:grpSpPr>
        <p:grpSp>
          <p:nvGrpSpPr>
            <p:cNvPr id="127" name="Group 126"/>
            <p:cNvGrpSpPr/>
            <p:nvPr/>
          </p:nvGrpSpPr>
          <p:grpSpPr>
            <a:xfrm>
              <a:off x="3015005" y="2291655"/>
              <a:ext cx="90000" cy="134400"/>
              <a:chOff x="5123470" y="3581195"/>
              <a:chExt cx="90000" cy="134400"/>
            </a:xfrm>
          </p:grpSpPr>
          <p:sp>
            <p:nvSpPr>
              <p:cNvPr id="131" name="Freeform 130"/>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chemeClr val="accent4">
                  <a:lumMod val="75000"/>
                </a:schemeClr>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5"/>
                  </a:solidFill>
                  <a:effectLst/>
                  <a:uLnTx/>
                  <a:uFillTx/>
                </a:endParaRPr>
              </a:p>
            </p:txBody>
          </p:sp>
          <p:sp>
            <p:nvSpPr>
              <p:cNvPr id="132" name="Oval 131"/>
              <p:cNvSpPr/>
              <p:nvPr/>
            </p:nvSpPr>
            <p:spPr>
              <a:xfrm>
                <a:off x="5123470" y="3581195"/>
                <a:ext cx="90000" cy="90000"/>
              </a:xfrm>
              <a:prstGeom prst="ellipse">
                <a:avLst/>
              </a:prstGeom>
              <a:solidFill>
                <a:schemeClr val="accent5"/>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5"/>
                  </a:solidFill>
                  <a:effectLst/>
                  <a:uLnTx/>
                  <a:uFillTx/>
                </a:endParaRPr>
              </a:p>
            </p:txBody>
          </p:sp>
          <p:sp>
            <p:nvSpPr>
              <p:cNvPr id="135" name="Oval 134"/>
              <p:cNvSpPr/>
              <p:nvPr/>
            </p:nvSpPr>
            <p:spPr>
              <a:xfrm flipV="1">
                <a:off x="5159470" y="3617195"/>
                <a:ext cx="18000" cy="18000"/>
              </a:xfrm>
              <a:prstGeom prst="ellipse">
                <a:avLst/>
              </a:prstGeom>
              <a:solidFill>
                <a:srgbClr val="FFFFFF"/>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5"/>
                  </a:solidFill>
                  <a:effectLst/>
                  <a:uLnTx/>
                  <a:uFillTx/>
                </a:endParaRPr>
              </a:p>
            </p:txBody>
          </p:sp>
        </p:grpSp>
        <p:sp>
          <p:nvSpPr>
            <p:cNvPr id="130" name="Rectangle 129"/>
            <p:cNvSpPr/>
            <p:nvPr/>
          </p:nvSpPr>
          <p:spPr>
            <a:xfrm>
              <a:off x="2951505" y="2449513"/>
              <a:ext cx="1515755" cy="1300128"/>
            </a:xfrm>
            <a:prstGeom prst="rect">
              <a:avLst/>
            </a:prstGeom>
            <a:solidFill>
              <a:srgbClr val="FFFFFF">
                <a:alpha val="80000"/>
              </a:srgbClr>
            </a:solidFill>
            <a:ln w="6350">
              <a:noFill/>
            </a:ln>
          </p:spPr>
          <p:txBody>
            <a:bodyPr vert="horz" wrap="square" lIns="82938" tIns="42448" rIns="82938" bIns="42448"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smtClean="0">
                  <a:ln>
                    <a:noFill/>
                  </a:ln>
                  <a:solidFill>
                    <a:schemeClr val="accent5"/>
                  </a:solidFill>
                  <a:effectLst/>
                  <a:uLnTx/>
                  <a:uFillTx/>
                  <a:latin typeface="腾讯体 W7" panose="020C08030202040F0204" pitchFamily="18" charset="-122"/>
                </a:rPr>
                <a:t>Target</a:t>
              </a:r>
              <a:endParaRPr kumimoji="0" lang="en-GB" sz="905" b="1" u="none" strike="noStrike" kern="0" cap="none" spc="0" normalizeH="0" baseline="0" noProof="0" dirty="0" smtClean="0">
                <a:ln>
                  <a:noFill/>
                </a:ln>
                <a:solidFill>
                  <a:schemeClr val="accent5"/>
                </a:solidFill>
                <a:effectLst/>
                <a:uLnTx/>
                <a:uFillTx/>
                <a:latin typeface="腾讯体 W7" panose="020C08030202040F0204" pitchFamily="18" charset="-122"/>
              </a:endParaRPr>
            </a:p>
            <a:p>
              <a:pPr lvl="0" defTabSz="864235">
                <a:defRPr/>
              </a:pPr>
              <a:r>
                <a:rPr lang="en-GB" sz="815" kern="0" dirty="0" err="1">
                  <a:solidFill>
                    <a:schemeClr val="accent5"/>
                  </a:solidFill>
                  <a:latin typeface="腾讯体 W7" panose="020C08030202040F0204" pitchFamily="18" charset="-122"/>
                </a:rPr>
                <a:t>Mauris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consectetuer</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ullamcorper</a:t>
              </a:r>
              <a:r>
                <a:rPr lang="en-GB" sz="815" kern="0" dirty="0">
                  <a:solidFill>
                    <a:schemeClr val="accent5"/>
                  </a:solidFill>
                  <a:latin typeface="腾讯体 W7" panose="020C08030202040F0204" pitchFamily="18" charset="-122"/>
                </a:rPr>
                <a:t> quam. </a:t>
              </a:r>
              <a:r>
                <a:rPr lang="en-GB" sz="815" kern="0" dirty="0" err="1">
                  <a:solidFill>
                    <a:schemeClr val="accent5"/>
                  </a:solidFill>
                  <a:latin typeface="腾讯体 W7" panose="020C08030202040F0204" pitchFamily="18" charset="-122"/>
                </a:rPr>
                <a:t>Morbi</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tincidunt</a:t>
              </a:r>
              <a:r>
                <a:rPr lang="en-GB" sz="815" kern="0" dirty="0">
                  <a:solidFill>
                    <a:schemeClr val="accent5"/>
                  </a:solidFill>
                  <a:latin typeface="腾讯体 W7" panose="020C08030202040F0204" pitchFamily="18" charset="-122"/>
                </a:rPr>
                <a:t> mi </a:t>
              </a:r>
              <a:r>
                <a:rPr lang="en-GB" sz="815" kern="0" dirty="0" err="1">
                  <a:solidFill>
                    <a:schemeClr val="accent5"/>
                  </a:solidFill>
                  <a:latin typeface="腾讯体 W7" panose="020C08030202040F0204" pitchFamily="18" charset="-122"/>
                </a:rPr>
                <a:t>ut</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diam</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ultricies</a:t>
              </a:r>
              <a:r>
                <a:rPr lang="en-GB" sz="815" kern="0" dirty="0">
                  <a:solidFill>
                    <a:schemeClr val="accent5"/>
                  </a:solidFill>
                  <a:latin typeface="腾讯体 W7" panose="020C08030202040F0204" pitchFamily="18" charset="-122"/>
                </a:rPr>
                <a:t> non, </a:t>
              </a:r>
              <a:r>
                <a:rPr lang="en-GB" sz="815" kern="0" dirty="0" err="1">
                  <a:solidFill>
                    <a:schemeClr val="accent5"/>
                  </a:solidFill>
                  <a:latin typeface="腾讯体 W7" panose="020C08030202040F0204" pitchFamily="18" charset="-122"/>
                </a:rPr>
                <a:t>hendrerit</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quis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pellentesque</a:t>
              </a:r>
              <a:r>
                <a:rPr lang="en-GB" sz="815" kern="0" dirty="0">
                  <a:solidFill>
                    <a:schemeClr val="accent5"/>
                  </a:solidFill>
                  <a:latin typeface="腾讯体 W7" panose="020C08030202040F0204" pitchFamily="18" charset="-122"/>
                </a:rPr>
                <a:t> a, </a:t>
              </a:r>
              <a:r>
                <a:rPr lang="en-GB" sz="815" kern="0" dirty="0" err="1">
                  <a:solidFill>
                    <a:schemeClr val="accent5"/>
                  </a:solidFill>
                  <a:latin typeface="腾讯体 W7" panose="020C08030202040F0204" pitchFamily="18" charset="-122"/>
                </a:rPr>
                <a:t>eros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Aenean</a:t>
              </a:r>
              <a:r>
                <a:rPr lang="en-GB" sz="815" kern="0" dirty="0">
                  <a:solidFill>
                    <a:schemeClr val="accent5"/>
                  </a:solidFill>
                  <a:latin typeface="腾讯体 W7" panose="020C08030202040F0204" pitchFamily="18" charset="-122"/>
                </a:rPr>
                <a:t> non </a:t>
              </a:r>
              <a:r>
                <a:rPr lang="en-GB" sz="815" kern="0" dirty="0" err="1">
                  <a:solidFill>
                    <a:schemeClr val="accent5"/>
                  </a:solidFill>
                  <a:latin typeface="腾讯体 W7" panose="020C08030202040F0204" pitchFamily="18" charset="-122"/>
                </a:rPr>
                <a:t>mauris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quis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massa</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varius</a:t>
              </a:r>
              <a:r>
                <a:rPr lang="en-GB" sz="815" kern="0" dirty="0">
                  <a:solidFill>
                    <a:schemeClr val="accent5"/>
                  </a:solidFill>
                  <a:latin typeface="腾讯体 W7" panose="020C08030202040F0204" pitchFamily="18" charset="-122"/>
                </a:rPr>
                <a:t> tempus. </a:t>
              </a:r>
              <a:endParaRPr lang="en-GB" sz="815" kern="0" dirty="0">
                <a:solidFill>
                  <a:schemeClr val="accent5"/>
                </a:solidFill>
                <a:latin typeface="腾讯体 W7" panose="020C08030202040F0204" pitchFamily="18" charset="-122"/>
              </a:endParaRPr>
            </a:p>
          </p:txBody>
        </p:sp>
      </p:grpSp>
      <p:grpSp>
        <p:nvGrpSpPr>
          <p:cNvPr id="136" name="Group 135"/>
          <p:cNvGrpSpPr/>
          <p:nvPr/>
        </p:nvGrpSpPr>
        <p:grpSpPr>
          <a:xfrm>
            <a:off x="6008410" y="2685074"/>
            <a:ext cx="1374834" cy="803199"/>
            <a:chOff x="4876800" y="2165614"/>
            <a:chExt cx="1515755" cy="885527"/>
          </a:xfrm>
        </p:grpSpPr>
        <p:sp>
          <p:nvSpPr>
            <p:cNvPr id="138" name="Rectangle 137"/>
            <p:cNvSpPr/>
            <p:nvPr/>
          </p:nvSpPr>
          <p:spPr>
            <a:xfrm>
              <a:off x="4876800" y="2332611"/>
              <a:ext cx="1515755" cy="718530"/>
            </a:xfrm>
            <a:prstGeom prst="rect">
              <a:avLst/>
            </a:prstGeom>
            <a:solidFill>
              <a:srgbClr val="FFFFFF">
                <a:alpha val="80000"/>
              </a:srgbClr>
            </a:solidFill>
            <a:ln w="6350">
              <a:noFill/>
            </a:ln>
          </p:spPr>
          <p:txBody>
            <a:bodyPr vert="horz" wrap="square" lIns="82938" tIns="42448" rIns="82938" bIns="42448"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smtClean="0">
                  <a:ln>
                    <a:noFill/>
                  </a:ln>
                  <a:solidFill>
                    <a:schemeClr val="accent5"/>
                  </a:solidFill>
                  <a:effectLst/>
                  <a:uLnTx/>
                  <a:uFillTx/>
                  <a:latin typeface="腾讯体 W7" panose="020C08030202040F0204" pitchFamily="18" charset="-122"/>
                </a:rPr>
                <a:t>Communicate</a:t>
              </a:r>
              <a:endParaRPr kumimoji="0" lang="en-GB" sz="905" b="1" u="none" strike="noStrike" kern="0" cap="none" spc="0" normalizeH="0" baseline="0" noProof="0" dirty="0" smtClean="0">
                <a:ln>
                  <a:noFill/>
                </a:ln>
                <a:solidFill>
                  <a:schemeClr val="accent5"/>
                </a:solidFill>
                <a:effectLst/>
                <a:uLnTx/>
                <a:uFillTx/>
                <a:latin typeface="腾讯体 W7" panose="020C08030202040F0204" pitchFamily="18" charset="-122"/>
              </a:endParaRPr>
            </a:p>
            <a:p>
              <a:pPr lvl="0" defTabSz="864235">
                <a:defRPr/>
              </a:pPr>
              <a:r>
                <a:rPr lang="en-GB" sz="815" kern="0" dirty="0" err="1">
                  <a:solidFill>
                    <a:schemeClr val="accent5"/>
                  </a:solidFill>
                  <a:latin typeface="腾讯体 W7" panose="020C08030202040F0204" pitchFamily="18" charset="-122"/>
                </a:rPr>
                <a:t>Mauris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consectetuer</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ullamcorper</a:t>
              </a:r>
              <a:r>
                <a:rPr lang="en-GB" sz="815" kern="0" dirty="0">
                  <a:solidFill>
                    <a:schemeClr val="accent5"/>
                  </a:solidFill>
                  <a:latin typeface="腾讯体 W7" panose="020C08030202040F0204" pitchFamily="18" charset="-122"/>
                </a:rPr>
                <a:t> quam. </a:t>
              </a:r>
              <a:r>
                <a:rPr lang="en-GB" sz="815" kern="0" dirty="0" err="1">
                  <a:solidFill>
                    <a:schemeClr val="accent5"/>
                  </a:solidFill>
                  <a:latin typeface="腾讯体 W7" panose="020C08030202040F0204" pitchFamily="18" charset="-122"/>
                </a:rPr>
                <a:t>Morbi</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tincidunt</a:t>
              </a:r>
              <a:r>
                <a:rPr lang="en-GB" sz="815" kern="0" dirty="0">
                  <a:solidFill>
                    <a:schemeClr val="accent5"/>
                  </a:solidFill>
                  <a:latin typeface="腾讯体 W7" panose="020C08030202040F0204" pitchFamily="18" charset="-122"/>
                </a:rPr>
                <a:t> mi </a:t>
              </a:r>
              <a:r>
                <a:rPr lang="en-GB" sz="815" kern="0" dirty="0" err="1">
                  <a:solidFill>
                    <a:schemeClr val="accent5"/>
                  </a:solidFill>
                  <a:latin typeface="腾讯体 W7" panose="020C08030202040F0204" pitchFamily="18" charset="-122"/>
                </a:rPr>
                <a:t>ut</a:t>
              </a:r>
              <a:r>
                <a:rPr lang="en-GB" sz="815" kern="0" dirty="0">
                  <a:solidFill>
                    <a:schemeClr val="accent5"/>
                  </a:solidFill>
                  <a:latin typeface="腾讯体 W7" panose="020C08030202040F0204" pitchFamily="18" charset="-122"/>
                </a:rPr>
                <a:t> </a:t>
              </a:r>
              <a:r>
                <a:rPr lang="en-GB" sz="815" kern="0" dirty="0" err="1" smtClean="0">
                  <a:solidFill>
                    <a:schemeClr val="accent5"/>
                  </a:solidFill>
                  <a:latin typeface="腾讯体 W7" panose="020C08030202040F0204" pitchFamily="18" charset="-122"/>
                </a:rPr>
                <a:t>diam</a:t>
              </a:r>
              <a:endParaRPr lang="en-GB" sz="815" kern="0" dirty="0">
                <a:solidFill>
                  <a:schemeClr val="accent5"/>
                </a:solidFill>
                <a:latin typeface="腾讯体 W7" panose="020C08030202040F0204" pitchFamily="18" charset="-122"/>
              </a:endParaRPr>
            </a:p>
          </p:txBody>
        </p:sp>
        <p:grpSp>
          <p:nvGrpSpPr>
            <p:cNvPr id="153" name="Group 152"/>
            <p:cNvGrpSpPr/>
            <p:nvPr/>
          </p:nvGrpSpPr>
          <p:grpSpPr>
            <a:xfrm>
              <a:off x="4939200" y="2165614"/>
              <a:ext cx="90000" cy="134400"/>
              <a:chOff x="5123470" y="3581195"/>
              <a:chExt cx="90000" cy="134400"/>
            </a:xfrm>
          </p:grpSpPr>
          <p:sp>
            <p:nvSpPr>
              <p:cNvPr id="154" name="Freeform 153"/>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chemeClr val="accent4">
                  <a:lumMod val="75000"/>
                </a:schemeClr>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5"/>
                  </a:solidFill>
                  <a:effectLst/>
                  <a:uLnTx/>
                  <a:uFillTx/>
                </a:endParaRPr>
              </a:p>
            </p:txBody>
          </p:sp>
          <p:sp>
            <p:nvSpPr>
              <p:cNvPr id="155" name="Oval 154"/>
              <p:cNvSpPr/>
              <p:nvPr/>
            </p:nvSpPr>
            <p:spPr>
              <a:xfrm>
                <a:off x="5123470" y="3581195"/>
                <a:ext cx="90000" cy="90000"/>
              </a:xfrm>
              <a:prstGeom prst="ellipse">
                <a:avLst/>
              </a:prstGeom>
              <a:solidFill>
                <a:schemeClr val="accent5"/>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5"/>
                  </a:solidFill>
                  <a:effectLst/>
                  <a:uLnTx/>
                  <a:uFillTx/>
                </a:endParaRPr>
              </a:p>
            </p:txBody>
          </p:sp>
          <p:sp>
            <p:nvSpPr>
              <p:cNvPr id="156" name="Oval 155"/>
              <p:cNvSpPr/>
              <p:nvPr/>
            </p:nvSpPr>
            <p:spPr>
              <a:xfrm flipV="1">
                <a:off x="5159470" y="3617195"/>
                <a:ext cx="18000" cy="18000"/>
              </a:xfrm>
              <a:prstGeom prst="ellipse">
                <a:avLst/>
              </a:prstGeom>
              <a:solidFill>
                <a:srgbClr val="FFFFFF"/>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5"/>
                  </a:solidFill>
                  <a:effectLst/>
                  <a:uLnTx/>
                  <a:uFillTx/>
                </a:endParaRPr>
              </a:p>
            </p:txBody>
          </p:sp>
        </p:grpSp>
      </p:grpSp>
      <p:grpSp>
        <p:nvGrpSpPr>
          <p:cNvPr id="157" name="Group 156"/>
          <p:cNvGrpSpPr/>
          <p:nvPr/>
        </p:nvGrpSpPr>
        <p:grpSpPr>
          <a:xfrm>
            <a:off x="6342077" y="3835321"/>
            <a:ext cx="1374834" cy="1098650"/>
            <a:chOff x="2951505" y="2291655"/>
            <a:chExt cx="1515755" cy="1211262"/>
          </a:xfrm>
        </p:grpSpPr>
        <p:grpSp>
          <p:nvGrpSpPr>
            <p:cNvPr id="158" name="Group 105"/>
            <p:cNvGrpSpPr/>
            <p:nvPr/>
          </p:nvGrpSpPr>
          <p:grpSpPr>
            <a:xfrm>
              <a:off x="3015005" y="2291655"/>
              <a:ext cx="90000" cy="134400"/>
              <a:chOff x="5123470" y="3581195"/>
              <a:chExt cx="90000" cy="134400"/>
            </a:xfrm>
          </p:grpSpPr>
          <p:sp>
            <p:nvSpPr>
              <p:cNvPr id="160" name="Freeform 159"/>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chemeClr val="accent4">
                  <a:lumMod val="75000"/>
                </a:schemeClr>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5"/>
                  </a:solidFill>
                  <a:effectLst/>
                  <a:uLnTx/>
                  <a:uFillTx/>
                </a:endParaRPr>
              </a:p>
            </p:txBody>
          </p:sp>
          <p:sp>
            <p:nvSpPr>
              <p:cNvPr id="161" name="Oval 160"/>
              <p:cNvSpPr/>
              <p:nvPr/>
            </p:nvSpPr>
            <p:spPr>
              <a:xfrm>
                <a:off x="5123470" y="3581195"/>
                <a:ext cx="90000" cy="90000"/>
              </a:xfrm>
              <a:prstGeom prst="ellipse">
                <a:avLst/>
              </a:prstGeom>
              <a:solidFill>
                <a:schemeClr val="accent5"/>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5"/>
                  </a:solidFill>
                  <a:effectLst/>
                  <a:uLnTx/>
                  <a:uFillTx/>
                </a:endParaRPr>
              </a:p>
            </p:txBody>
          </p:sp>
          <p:sp>
            <p:nvSpPr>
              <p:cNvPr id="162" name="Oval 161"/>
              <p:cNvSpPr/>
              <p:nvPr/>
            </p:nvSpPr>
            <p:spPr>
              <a:xfrm flipV="1">
                <a:off x="5159470" y="3617195"/>
                <a:ext cx="18000" cy="18000"/>
              </a:xfrm>
              <a:prstGeom prst="ellipse">
                <a:avLst/>
              </a:prstGeom>
              <a:solidFill>
                <a:srgbClr val="FFFFFF"/>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5"/>
                  </a:solidFill>
                  <a:effectLst/>
                  <a:uLnTx/>
                  <a:uFillTx/>
                </a:endParaRPr>
              </a:p>
            </p:txBody>
          </p:sp>
        </p:grpSp>
        <p:sp>
          <p:nvSpPr>
            <p:cNvPr id="159" name="Rectangle 158"/>
            <p:cNvSpPr/>
            <p:nvPr/>
          </p:nvSpPr>
          <p:spPr>
            <a:xfrm>
              <a:off x="2951505" y="2449513"/>
              <a:ext cx="1515755" cy="1053404"/>
            </a:xfrm>
            <a:prstGeom prst="rect">
              <a:avLst/>
            </a:prstGeom>
            <a:solidFill>
              <a:srgbClr val="FFFFFF">
                <a:alpha val="80000"/>
              </a:srgbClr>
            </a:solidFill>
            <a:ln w="6350">
              <a:noFill/>
            </a:ln>
          </p:spPr>
          <p:txBody>
            <a:bodyPr vert="horz" wrap="square" lIns="82938" tIns="42448" rIns="82938" bIns="42448"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smtClean="0">
                  <a:ln>
                    <a:noFill/>
                  </a:ln>
                  <a:solidFill>
                    <a:schemeClr val="accent5"/>
                  </a:solidFill>
                  <a:effectLst/>
                  <a:uLnTx/>
                  <a:uFillTx/>
                  <a:latin typeface="腾讯体 W7" panose="020C08030202040F0204" pitchFamily="18" charset="-122"/>
                </a:rPr>
                <a:t>Implement</a:t>
              </a:r>
              <a:endParaRPr kumimoji="0" lang="en-GB" sz="905" b="1" u="none" strike="noStrike" kern="0" cap="none" spc="0" normalizeH="0" baseline="0" noProof="0" dirty="0" smtClean="0">
                <a:ln>
                  <a:noFill/>
                </a:ln>
                <a:solidFill>
                  <a:schemeClr val="accent5"/>
                </a:solidFill>
                <a:effectLst/>
                <a:uLnTx/>
                <a:uFillTx/>
                <a:latin typeface="腾讯体 W7" panose="020C08030202040F0204" pitchFamily="18" charset="-122"/>
              </a:endParaRPr>
            </a:p>
            <a:p>
              <a:pPr lvl="0" defTabSz="864235">
                <a:defRPr/>
              </a:pPr>
              <a:r>
                <a:rPr lang="en-GB" sz="815" kern="0" dirty="0" err="1">
                  <a:solidFill>
                    <a:schemeClr val="accent5"/>
                  </a:solidFill>
                  <a:latin typeface="腾讯体 W7" panose="020C08030202040F0204" pitchFamily="18" charset="-122"/>
                </a:rPr>
                <a:t>Mauris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consectetuer</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ullamcorper</a:t>
              </a:r>
              <a:r>
                <a:rPr lang="en-GB" sz="815" kern="0" dirty="0">
                  <a:solidFill>
                    <a:schemeClr val="accent5"/>
                  </a:solidFill>
                  <a:latin typeface="腾讯体 W7" panose="020C08030202040F0204" pitchFamily="18" charset="-122"/>
                </a:rPr>
                <a:t> quam. </a:t>
              </a:r>
              <a:r>
                <a:rPr lang="en-GB" sz="815" kern="0" dirty="0" err="1">
                  <a:solidFill>
                    <a:schemeClr val="accent5"/>
                  </a:solidFill>
                  <a:latin typeface="腾讯体 W7" panose="020C08030202040F0204" pitchFamily="18" charset="-122"/>
                </a:rPr>
                <a:t>Morbi</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tincidunt</a:t>
              </a:r>
              <a:r>
                <a:rPr lang="en-GB" sz="815" kern="0" dirty="0">
                  <a:solidFill>
                    <a:schemeClr val="accent5"/>
                  </a:solidFill>
                  <a:latin typeface="腾讯体 W7" panose="020C08030202040F0204" pitchFamily="18" charset="-122"/>
                </a:rPr>
                <a:t> mi </a:t>
              </a:r>
              <a:r>
                <a:rPr lang="en-GB" sz="815" kern="0" dirty="0" err="1">
                  <a:solidFill>
                    <a:schemeClr val="accent5"/>
                  </a:solidFill>
                  <a:latin typeface="腾讯体 W7" panose="020C08030202040F0204" pitchFamily="18" charset="-122"/>
                </a:rPr>
                <a:t>ut</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diam</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ultricies</a:t>
              </a:r>
              <a:r>
                <a:rPr lang="en-GB" sz="815" kern="0" dirty="0">
                  <a:solidFill>
                    <a:schemeClr val="accent5"/>
                  </a:solidFill>
                  <a:latin typeface="腾讯体 W7" panose="020C08030202040F0204" pitchFamily="18" charset="-122"/>
                </a:rPr>
                <a:t> non, </a:t>
              </a:r>
              <a:r>
                <a:rPr lang="en-GB" sz="815" kern="0" dirty="0" err="1">
                  <a:solidFill>
                    <a:schemeClr val="accent5"/>
                  </a:solidFill>
                  <a:latin typeface="腾讯体 W7" panose="020C08030202040F0204" pitchFamily="18" charset="-122"/>
                </a:rPr>
                <a:t>hendrerit</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quis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pellentesque</a:t>
              </a:r>
              <a:r>
                <a:rPr lang="en-GB" sz="815" kern="0" dirty="0">
                  <a:solidFill>
                    <a:schemeClr val="accent5"/>
                  </a:solidFill>
                  <a:latin typeface="腾讯体 W7" panose="020C08030202040F0204" pitchFamily="18" charset="-122"/>
                </a:rPr>
                <a:t> a, </a:t>
              </a:r>
              <a:r>
                <a:rPr lang="en-GB" sz="815" kern="0" dirty="0" err="1">
                  <a:solidFill>
                    <a:schemeClr val="accent5"/>
                  </a:solidFill>
                  <a:latin typeface="腾讯体 W7" panose="020C08030202040F0204" pitchFamily="18" charset="-122"/>
                </a:rPr>
                <a:t>eros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Aenean</a:t>
              </a:r>
              <a:r>
                <a:rPr lang="en-GB" sz="815" kern="0" dirty="0">
                  <a:solidFill>
                    <a:schemeClr val="accent5"/>
                  </a:solidFill>
                  <a:latin typeface="腾讯体 W7" panose="020C08030202040F0204" pitchFamily="18" charset="-122"/>
                </a:rPr>
                <a:t> non </a:t>
              </a:r>
              <a:r>
                <a:rPr lang="en-GB" sz="815" kern="0" dirty="0" err="1">
                  <a:solidFill>
                    <a:schemeClr val="accent5"/>
                  </a:solidFill>
                  <a:latin typeface="腾讯体 W7" panose="020C08030202040F0204" pitchFamily="18" charset="-122"/>
                </a:rPr>
                <a:t>mauris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quis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massa</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varius</a:t>
              </a:r>
              <a:r>
                <a:rPr lang="en-GB" sz="815" kern="0" dirty="0">
                  <a:solidFill>
                    <a:schemeClr val="accent5"/>
                  </a:solidFill>
                  <a:latin typeface="腾讯体 W7" panose="020C08030202040F0204" pitchFamily="18" charset="-122"/>
                </a:rPr>
                <a:t> tempus. </a:t>
              </a:r>
              <a:endParaRPr lang="en-GB" sz="815" kern="0" dirty="0">
                <a:solidFill>
                  <a:schemeClr val="accent5"/>
                </a:solidFill>
                <a:latin typeface="腾讯体 W7" panose="020C08030202040F0204" pitchFamily="18" charset="-122"/>
              </a:endParaRPr>
            </a:p>
          </p:txBody>
        </p:sp>
      </p:grpSp>
      <p:grpSp>
        <p:nvGrpSpPr>
          <p:cNvPr id="163" name="Group 162"/>
          <p:cNvGrpSpPr/>
          <p:nvPr/>
        </p:nvGrpSpPr>
        <p:grpSpPr>
          <a:xfrm>
            <a:off x="8277901" y="4934197"/>
            <a:ext cx="2042304" cy="1045060"/>
            <a:chOff x="5309256" y="4890983"/>
            <a:chExt cx="2251641" cy="1152178"/>
          </a:xfrm>
        </p:grpSpPr>
        <p:grpSp>
          <p:nvGrpSpPr>
            <p:cNvPr id="164" name="Group 163"/>
            <p:cNvGrpSpPr/>
            <p:nvPr/>
          </p:nvGrpSpPr>
          <p:grpSpPr>
            <a:xfrm>
              <a:off x="7470897" y="4890983"/>
              <a:ext cx="90000" cy="134400"/>
              <a:chOff x="5123470" y="3581195"/>
              <a:chExt cx="90000" cy="134400"/>
            </a:xfrm>
          </p:grpSpPr>
          <p:sp>
            <p:nvSpPr>
              <p:cNvPr id="166" name="Freeform 165"/>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chemeClr val="accent3"/>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3"/>
                  </a:solidFill>
                  <a:effectLst/>
                  <a:uLnTx/>
                  <a:uFillTx/>
                </a:endParaRPr>
              </a:p>
            </p:txBody>
          </p:sp>
          <p:sp>
            <p:nvSpPr>
              <p:cNvPr id="167" name="Oval 166"/>
              <p:cNvSpPr/>
              <p:nvPr/>
            </p:nvSpPr>
            <p:spPr>
              <a:xfrm>
                <a:off x="5123470" y="3581195"/>
                <a:ext cx="90000" cy="90000"/>
              </a:xfrm>
              <a:prstGeom prst="ellipse">
                <a:avLst/>
              </a:prstGeom>
              <a:solidFill>
                <a:schemeClr val="accent3"/>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3"/>
                  </a:solidFill>
                  <a:effectLst/>
                  <a:uLnTx/>
                  <a:uFillTx/>
                </a:endParaRPr>
              </a:p>
            </p:txBody>
          </p:sp>
          <p:sp>
            <p:nvSpPr>
              <p:cNvPr id="168" name="Oval 167"/>
              <p:cNvSpPr/>
              <p:nvPr/>
            </p:nvSpPr>
            <p:spPr>
              <a:xfrm flipV="1">
                <a:off x="5159470" y="3617195"/>
                <a:ext cx="18000" cy="18000"/>
              </a:xfrm>
              <a:prstGeom prst="ellipse">
                <a:avLst/>
              </a:prstGeom>
              <a:solidFill>
                <a:srgbClr val="FFFFFF"/>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3"/>
                  </a:solidFill>
                  <a:effectLst/>
                  <a:uLnTx/>
                  <a:uFillTx/>
                </a:endParaRPr>
              </a:p>
            </p:txBody>
          </p:sp>
        </p:grpSp>
        <p:sp>
          <p:nvSpPr>
            <p:cNvPr id="165" name="Rectangle 164"/>
            <p:cNvSpPr/>
            <p:nvPr/>
          </p:nvSpPr>
          <p:spPr>
            <a:xfrm>
              <a:off x="5309256" y="5216228"/>
              <a:ext cx="1515755" cy="826933"/>
            </a:xfrm>
            <a:prstGeom prst="rect">
              <a:avLst/>
            </a:prstGeom>
            <a:solidFill>
              <a:srgbClr val="FFFFFF">
                <a:alpha val="80000"/>
              </a:srgbClr>
            </a:solidFill>
            <a:ln w="6350">
              <a:noFill/>
            </a:ln>
          </p:spPr>
          <p:txBody>
            <a:bodyPr vert="horz" wrap="square" lIns="82938" tIns="42448" rIns="82938" bIns="42448"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smtClean="0">
                  <a:ln>
                    <a:noFill/>
                  </a:ln>
                  <a:solidFill>
                    <a:schemeClr val="accent3"/>
                  </a:solidFill>
                  <a:effectLst/>
                  <a:uLnTx/>
                  <a:uFillTx/>
                  <a:latin typeface="腾讯体 W7" panose="020C08030202040F0204" pitchFamily="18" charset="-122"/>
                </a:rPr>
                <a:t>Training</a:t>
              </a:r>
              <a:endParaRPr kumimoji="0" lang="en-GB" sz="905" b="1" u="none" strike="noStrike" kern="0" cap="none" spc="0" normalizeH="0" baseline="0" noProof="0" dirty="0" smtClean="0">
                <a:ln>
                  <a:noFill/>
                </a:ln>
                <a:solidFill>
                  <a:schemeClr val="accent3"/>
                </a:solidFill>
                <a:effectLst/>
                <a:uLnTx/>
                <a:uFillTx/>
                <a:latin typeface="腾讯体 W7" panose="020C08030202040F0204" pitchFamily="18" charset="-122"/>
              </a:endParaRPr>
            </a:p>
            <a:p>
              <a:pPr lvl="0" defTabSz="864235">
                <a:defRPr/>
              </a:pPr>
              <a:r>
                <a:rPr lang="en-GB" sz="815" kern="0" dirty="0" err="1">
                  <a:solidFill>
                    <a:schemeClr val="accent3"/>
                  </a:solidFill>
                  <a:latin typeface="腾讯体 W7" panose="020C08030202040F0204" pitchFamily="18" charset="-122"/>
                </a:rPr>
                <a:t>Mauris</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consectetuer</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ullamcorper</a:t>
              </a:r>
              <a:r>
                <a:rPr lang="en-GB" sz="815" kern="0" dirty="0">
                  <a:solidFill>
                    <a:schemeClr val="accent3"/>
                  </a:solidFill>
                  <a:latin typeface="腾讯体 W7" panose="020C08030202040F0204" pitchFamily="18" charset="-122"/>
                </a:rPr>
                <a:t> quam. </a:t>
              </a:r>
              <a:r>
                <a:rPr lang="en-GB" sz="815" kern="0" dirty="0" err="1">
                  <a:solidFill>
                    <a:schemeClr val="accent3"/>
                  </a:solidFill>
                  <a:latin typeface="腾讯体 W7" panose="020C08030202040F0204" pitchFamily="18" charset="-122"/>
                </a:rPr>
                <a:t>Morbi</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tincidunt</a:t>
              </a:r>
              <a:r>
                <a:rPr lang="en-GB" sz="815" kern="0" dirty="0">
                  <a:solidFill>
                    <a:schemeClr val="accent3"/>
                  </a:solidFill>
                  <a:latin typeface="腾讯体 W7" panose="020C08030202040F0204" pitchFamily="18" charset="-122"/>
                </a:rPr>
                <a:t> mi </a:t>
              </a:r>
              <a:r>
                <a:rPr lang="en-GB" sz="815" kern="0" dirty="0" err="1">
                  <a:solidFill>
                    <a:schemeClr val="accent3"/>
                  </a:solidFill>
                  <a:latin typeface="腾讯体 W7" panose="020C08030202040F0204" pitchFamily="18" charset="-122"/>
                </a:rPr>
                <a:t>ut</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diam</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ultricies</a:t>
              </a:r>
              <a:r>
                <a:rPr lang="en-GB" sz="815" kern="0" dirty="0">
                  <a:solidFill>
                    <a:schemeClr val="accent3"/>
                  </a:solidFill>
                  <a:latin typeface="腾讯体 W7" panose="020C08030202040F0204" pitchFamily="18" charset="-122"/>
                </a:rPr>
                <a:t> non, </a:t>
              </a:r>
              <a:r>
                <a:rPr lang="en-GB" sz="815" kern="0" dirty="0" err="1">
                  <a:solidFill>
                    <a:schemeClr val="accent3"/>
                  </a:solidFill>
                  <a:latin typeface="腾讯体 W7" panose="020C08030202040F0204" pitchFamily="18" charset="-122"/>
                </a:rPr>
                <a:t>hendrerit</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quis</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pellentesque</a:t>
              </a:r>
              <a:r>
                <a:rPr lang="en-GB" sz="815" kern="0" dirty="0">
                  <a:solidFill>
                    <a:schemeClr val="accent3"/>
                  </a:solidFill>
                  <a:latin typeface="腾讯体 W7" panose="020C08030202040F0204" pitchFamily="18" charset="-122"/>
                </a:rPr>
                <a:t> a, </a:t>
              </a:r>
              <a:r>
                <a:rPr lang="en-GB" sz="815" kern="0" dirty="0" err="1">
                  <a:solidFill>
                    <a:schemeClr val="accent3"/>
                  </a:solidFill>
                  <a:latin typeface="腾讯体 W7" panose="020C08030202040F0204" pitchFamily="18" charset="-122"/>
                </a:rPr>
                <a:t>eros</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Aenean</a:t>
              </a:r>
              <a:r>
                <a:rPr lang="en-GB" sz="815" kern="0" dirty="0">
                  <a:solidFill>
                    <a:schemeClr val="accent3"/>
                  </a:solidFill>
                  <a:latin typeface="腾讯体 W7" panose="020C08030202040F0204" pitchFamily="18" charset="-122"/>
                </a:rPr>
                <a:t> non </a:t>
              </a:r>
              <a:r>
                <a:rPr lang="en-GB" sz="815" kern="0" dirty="0" err="1">
                  <a:solidFill>
                    <a:schemeClr val="accent3"/>
                  </a:solidFill>
                  <a:latin typeface="腾讯体 W7" panose="020C08030202040F0204" pitchFamily="18" charset="-122"/>
                </a:rPr>
                <a:t>mauris</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quis</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massa</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varius</a:t>
              </a:r>
              <a:r>
                <a:rPr lang="en-GB" sz="815" kern="0" dirty="0">
                  <a:solidFill>
                    <a:schemeClr val="accent3"/>
                  </a:solidFill>
                  <a:latin typeface="腾讯体 W7" panose="020C08030202040F0204" pitchFamily="18" charset="-122"/>
                </a:rPr>
                <a:t> tempus. </a:t>
              </a:r>
              <a:endParaRPr lang="en-GB" sz="815" kern="0" dirty="0">
                <a:solidFill>
                  <a:schemeClr val="accent3"/>
                </a:solidFill>
                <a:latin typeface="腾讯体 W7" panose="020C08030202040F0204" pitchFamily="18" charset="-122"/>
              </a:endParaRPr>
            </a:p>
          </p:txBody>
        </p:sp>
      </p:grpSp>
      <p:grpSp>
        <p:nvGrpSpPr>
          <p:cNvPr id="169" name="Group 168"/>
          <p:cNvGrpSpPr/>
          <p:nvPr/>
        </p:nvGrpSpPr>
        <p:grpSpPr>
          <a:xfrm>
            <a:off x="8409037" y="2989606"/>
            <a:ext cx="1374834" cy="869800"/>
            <a:chOff x="7428421" y="4890983"/>
            <a:chExt cx="1515755" cy="958954"/>
          </a:xfrm>
        </p:grpSpPr>
        <p:grpSp>
          <p:nvGrpSpPr>
            <p:cNvPr id="170" name="Group 125"/>
            <p:cNvGrpSpPr/>
            <p:nvPr/>
          </p:nvGrpSpPr>
          <p:grpSpPr>
            <a:xfrm>
              <a:off x="7470897" y="4890983"/>
              <a:ext cx="90000" cy="134400"/>
              <a:chOff x="5123470" y="3581195"/>
              <a:chExt cx="90000" cy="134400"/>
            </a:xfrm>
          </p:grpSpPr>
          <p:sp>
            <p:nvSpPr>
              <p:cNvPr id="172" name="Freeform 171"/>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chemeClr val="accent3"/>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3"/>
                  </a:solidFill>
                  <a:effectLst/>
                  <a:uLnTx/>
                  <a:uFillTx/>
                </a:endParaRPr>
              </a:p>
            </p:txBody>
          </p:sp>
          <p:sp>
            <p:nvSpPr>
              <p:cNvPr id="173" name="Oval 172"/>
              <p:cNvSpPr/>
              <p:nvPr/>
            </p:nvSpPr>
            <p:spPr>
              <a:xfrm>
                <a:off x="5123470" y="3581195"/>
                <a:ext cx="90000" cy="90000"/>
              </a:xfrm>
              <a:prstGeom prst="ellipse">
                <a:avLst/>
              </a:prstGeom>
              <a:solidFill>
                <a:schemeClr val="accent3"/>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3"/>
                  </a:solidFill>
                  <a:effectLst/>
                  <a:uLnTx/>
                  <a:uFillTx/>
                </a:endParaRPr>
              </a:p>
            </p:txBody>
          </p:sp>
          <p:sp>
            <p:nvSpPr>
              <p:cNvPr id="174" name="Oval 173"/>
              <p:cNvSpPr/>
              <p:nvPr/>
            </p:nvSpPr>
            <p:spPr>
              <a:xfrm flipV="1">
                <a:off x="5159470" y="3617195"/>
                <a:ext cx="18000" cy="18000"/>
              </a:xfrm>
              <a:prstGeom prst="ellipse">
                <a:avLst/>
              </a:prstGeom>
              <a:solidFill>
                <a:srgbClr val="FFFFFF"/>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smtClean="0">
                  <a:ln>
                    <a:noFill/>
                  </a:ln>
                  <a:solidFill>
                    <a:schemeClr val="accent3"/>
                  </a:solidFill>
                  <a:effectLst/>
                  <a:uLnTx/>
                  <a:uFillTx/>
                </a:endParaRPr>
              </a:p>
            </p:txBody>
          </p:sp>
        </p:grpSp>
        <p:sp>
          <p:nvSpPr>
            <p:cNvPr id="171" name="Rectangle 170"/>
            <p:cNvSpPr/>
            <p:nvPr/>
          </p:nvSpPr>
          <p:spPr>
            <a:xfrm>
              <a:off x="7428421" y="5023004"/>
              <a:ext cx="1515755" cy="826933"/>
            </a:xfrm>
            <a:prstGeom prst="rect">
              <a:avLst/>
            </a:prstGeom>
            <a:solidFill>
              <a:srgbClr val="FFFFFF">
                <a:alpha val="80000"/>
              </a:srgbClr>
            </a:solidFill>
            <a:ln w="6350">
              <a:noFill/>
            </a:ln>
          </p:spPr>
          <p:txBody>
            <a:bodyPr vert="horz" wrap="square" lIns="82938" tIns="42448" rIns="82938" bIns="42448"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smtClean="0">
                  <a:ln>
                    <a:noFill/>
                  </a:ln>
                  <a:solidFill>
                    <a:schemeClr val="accent3"/>
                  </a:solidFill>
                  <a:effectLst/>
                  <a:uLnTx/>
                  <a:uFillTx/>
                  <a:latin typeface="腾讯体 W7" panose="020C08030202040F0204" pitchFamily="18" charset="-122"/>
                </a:rPr>
                <a:t>Develop</a:t>
              </a:r>
              <a:endParaRPr kumimoji="0" lang="en-GB" sz="905" b="1" u="none" strike="noStrike" kern="0" cap="none" spc="0" normalizeH="0" baseline="0" noProof="0" dirty="0" smtClean="0">
                <a:ln>
                  <a:noFill/>
                </a:ln>
                <a:solidFill>
                  <a:schemeClr val="accent3"/>
                </a:solidFill>
                <a:effectLst/>
                <a:uLnTx/>
                <a:uFillTx/>
                <a:latin typeface="腾讯体 W7" panose="020C08030202040F0204" pitchFamily="18" charset="-122"/>
              </a:endParaRPr>
            </a:p>
            <a:p>
              <a:pPr lvl="0" defTabSz="864235">
                <a:defRPr/>
              </a:pPr>
              <a:r>
                <a:rPr lang="en-GB" sz="815" kern="0" dirty="0" err="1">
                  <a:solidFill>
                    <a:schemeClr val="accent3"/>
                  </a:solidFill>
                  <a:latin typeface="腾讯体 W7" panose="020C08030202040F0204" pitchFamily="18" charset="-122"/>
                </a:rPr>
                <a:t>Mauris</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consectetuer</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ullamcorper</a:t>
              </a:r>
              <a:r>
                <a:rPr lang="en-GB" sz="815" kern="0" dirty="0">
                  <a:solidFill>
                    <a:schemeClr val="accent3"/>
                  </a:solidFill>
                  <a:latin typeface="腾讯体 W7" panose="020C08030202040F0204" pitchFamily="18" charset="-122"/>
                </a:rPr>
                <a:t> quam. </a:t>
              </a:r>
              <a:r>
                <a:rPr lang="en-GB" sz="815" kern="0" dirty="0" err="1">
                  <a:solidFill>
                    <a:schemeClr val="accent3"/>
                  </a:solidFill>
                  <a:latin typeface="腾讯体 W7" panose="020C08030202040F0204" pitchFamily="18" charset="-122"/>
                </a:rPr>
                <a:t>Morbi</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tincidunt</a:t>
              </a:r>
              <a:r>
                <a:rPr lang="en-GB" sz="815" kern="0" dirty="0">
                  <a:solidFill>
                    <a:schemeClr val="accent3"/>
                  </a:solidFill>
                  <a:latin typeface="腾讯体 W7" panose="020C08030202040F0204" pitchFamily="18" charset="-122"/>
                </a:rPr>
                <a:t> mi </a:t>
              </a:r>
              <a:r>
                <a:rPr lang="en-GB" sz="815" kern="0" dirty="0" err="1">
                  <a:solidFill>
                    <a:schemeClr val="accent3"/>
                  </a:solidFill>
                  <a:latin typeface="腾讯体 W7" panose="020C08030202040F0204" pitchFamily="18" charset="-122"/>
                </a:rPr>
                <a:t>ut</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diam</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ultricies</a:t>
              </a:r>
              <a:r>
                <a:rPr lang="en-GB" sz="815" kern="0" dirty="0">
                  <a:solidFill>
                    <a:schemeClr val="accent3"/>
                  </a:solidFill>
                  <a:latin typeface="腾讯体 W7" panose="020C08030202040F0204" pitchFamily="18" charset="-122"/>
                </a:rPr>
                <a:t> non, </a:t>
              </a:r>
              <a:r>
                <a:rPr lang="en-GB" sz="815" kern="0" dirty="0" err="1" smtClean="0">
                  <a:solidFill>
                    <a:schemeClr val="accent3"/>
                  </a:solidFill>
                  <a:latin typeface="腾讯体 W7" panose="020C08030202040F0204" pitchFamily="18" charset="-122"/>
                </a:rPr>
                <a:t>hendrerit</a:t>
              </a:r>
              <a:endParaRPr lang="en-GB" sz="815" kern="0" dirty="0">
                <a:solidFill>
                  <a:schemeClr val="accent3"/>
                </a:solidFill>
                <a:latin typeface="腾讯体 W7" panose="020C08030202040F0204" pitchFamily="18" charset="-122"/>
              </a:endParaRPr>
            </a:p>
          </p:txBody>
        </p:sp>
      </p:grpSp>
      <p:sp>
        <p:nvSpPr>
          <p:cNvPr id="175" name="Rectangle 174"/>
          <p:cNvSpPr/>
          <p:nvPr/>
        </p:nvSpPr>
        <p:spPr bwMode="ltGray">
          <a:xfrm>
            <a:off x="10115012" y="3079505"/>
            <a:ext cx="483809" cy="2176724"/>
          </a:xfrm>
          <a:prstGeom prst="rect">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腾讯体 W7" panose="020C08030202040F0204" pitchFamily="18" charset="-122"/>
            </a:endParaRPr>
          </a:p>
        </p:txBody>
      </p:sp>
      <p:sp>
        <p:nvSpPr>
          <p:cNvPr id="176" name="Rectangle 175"/>
          <p:cNvSpPr/>
          <p:nvPr/>
        </p:nvSpPr>
        <p:spPr bwMode="ltGray">
          <a:xfrm>
            <a:off x="1328123" y="3688868"/>
            <a:ext cx="483809" cy="2176724"/>
          </a:xfrm>
          <a:prstGeom prst="rect">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smtClean="0">
              <a:solidFill>
                <a:schemeClr val="bg1"/>
              </a:solidFill>
              <a:latin typeface="腾讯体 W7" panose="020C08030202040F0204" pitchFamily="18" charset="-122"/>
            </a:endParaRPr>
          </a:p>
        </p:txBody>
      </p:sp>
    </p:spTree>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Rectangle 232"/>
          <p:cNvSpPr/>
          <p:nvPr/>
        </p:nvSpPr>
        <p:spPr bwMode="ltGray">
          <a:xfrm>
            <a:off x="6357253" y="855881"/>
            <a:ext cx="4180057" cy="184416"/>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2" name="Title 1"/>
          <p:cNvSpPr>
            <a:spLocks noGrp="1"/>
          </p:cNvSpPr>
          <p:nvPr>
            <p:ph type="title"/>
          </p:nvPr>
        </p:nvSpPr>
        <p:spPr/>
        <p:txBody>
          <a:bodyPr/>
          <a:lstStyle/>
          <a:p>
            <a:r>
              <a:rPr lang="en-GB" dirty="0"/>
              <a:t>Road map</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grpSp>
        <p:nvGrpSpPr>
          <p:cNvPr id="45" name="Group 4"/>
          <p:cNvGrpSpPr>
            <a:grpSpLocks noChangeAspect="1"/>
          </p:cNvGrpSpPr>
          <p:nvPr/>
        </p:nvGrpSpPr>
        <p:grpSpPr bwMode="auto">
          <a:xfrm>
            <a:off x="6357254" y="-7275"/>
            <a:ext cx="4849615" cy="6858288"/>
            <a:chOff x="1684" y="0"/>
            <a:chExt cx="3368" cy="4763"/>
          </a:xfrm>
        </p:grpSpPr>
        <p:sp>
          <p:nvSpPr>
            <p:cNvPr id="46" name="AutoShape 3"/>
            <p:cNvSpPr>
              <a:spLocks noChangeAspect="1" noChangeArrowheads="1" noTextEdit="1"/>
            </p:cNvSpPr>
            <p:nvPr/>
          </p:nvSpPr>
          <p:spPr bwMode="auto">
            <a:xfrm>
              <a:off x="1684" y="0"/>
              <a:ext cx="3368" cy="4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lstStyle/>
            <a:p>
              <a:endParaRPr lang="en-GB" sz="1815"/>
            </a:p>
          </p:txBody>
        </p:sp>
        <p:sp>
          <p:nvSpPr>
            <p:cNvPr id="48" name="Freeform 6"/>
            <p:cNvSpPr/>
            <p:nvPr/>
          </p:nvSpPr>
          <p:spPr bwMode="auto">
            <a:xfrm>
              <a:off x="2326" y="2320"/>
              <a:ext cx="618" cy="616"/>
            </a:xfrm>
            <a:custGeom>
              <a:avLst/>
              <a:gdLst>
                <a:gd name="T0" fmla="*/ 512 w 618"/>
                <a:gd name="T1" fmla="*/ 541 h 616"/>
                <a:gd name="T2" fmla="*/ 554 w 618"/>
                <a:gd name="T3" fmla="*/ 496 h 616"/>
                <a:gd name="T4" fmla="*/ 587 w 618"/>
                <a:gd name="T5" fmla="*/ 444 h 616"/>
                <a:gd name="T6" fmla="*/ 607 w 618"/>
                <a:gd name="T7" fmla="*/ 389 h 616"/>
                <a:gd name="T8" fmla="*/ 616 w 618"/>
                <a:gd name="T9" fmla="*/ 329 h 616"/>
                <a:gd name="T10" fmla="*/ 615 w 618"/>
                <a:gd name="T11" fmla="*/ 270 h 616"/>
                <a:gd name="T12" fmla="*/ 602 w 618"/>
                <a:gd name="T13" fmla="*/ 212 h 616"/>
                <a:gd name="T14" fmla="*/ 578 w 618"/>
                <a:gd name="T15" fmla="*/ 157 h 616"/>
                <a:gd name="T16" fmla="*/ 541 w 618"/>
                <a:gd name="T17" fmla="*/ 106 h 616"/>
                <a:gd name="T18" fmla="*/ 520 w 618"/>
                <a:gd name="T19" fmla="*/ 83 h 616"/>
                <a:gd name="T20" fmla="*/ 471 w 618"/>
                <a:gd name="T21" fmla="*/ 47 h 616"/>
                <a:gd name="T22" fmla="*/ 417 w 618"/>
                <a:gd name="T23" fmla="*/ 20 h 616"/>
                <a:gd name="T24" fmla="*/ 359 w 618"/>
                <a:gd name="T25" fmla="*/ 4 h 616"/>
                <a:gd name="T26" fmla="*/ 301 w 618"/>
                <a:gd name="T27" fmla="*/ 0 h 616"/>
                <a:gd name="T28" fmla="*/ 242 w 618"/>
                <a:gd name="T29" fmla="*/ 7 h 616"/>
                <a:gd name="T30" fmla="*/ 185 w 618"/>
                <a:gd name="T31" fmla="*/ 27 h 616"/>
                <a:gd name="T32" fmla="*/ 131 w 618"/>
                <a:gd name="T33" fmla="*/ 57 h 616"/>
                <a:gd name="T34" fmla="*/ 106 w 618"/>
                <a:gd name="T35" fmla="*/ 76 h 616"/>
                <a:gd name="T36" fmla="*/ 82 w 618"/>
                <a:gd name="T37" fmla="*/ 100 h 616"/>
                <a:gd name="T38" fmla="*/ 59 w 618"/>
                <a:gd name="T39" fmla="*/ 126 h 616"/>
                <a:gd name="T40" fmla="*/ 42 w 618"/>
                <a:gd name="T41" fmla="*/ 154 h 616"/>
                <a:gd name="T42" fmla="*/ 27 w 618"/>
                <a:gd name="T43" fmla="*/ 184 h 616"/>
                <a:gd name="T44" fmla="*/ 15 w 618"/>
                <a:gd name="T45" fmla="*/ 215 h 616"/>
                <a:gd name="T46" fmla="*/ 7 w 618"/>
                <a:gd name="T47" fmla="*/ 246 h 616"/>
                <a:gd name="T48" fmla="*/ 1 w 618"/>
                <a:gd name="T49" fmla="*/ 279 h 616"/>
                <a:gd name="T50" fmla="*/ 0 w 618"/>
                <a:gd name="T51" fmla="*/ 311 h 616"/>
                <a:gd name="T52" fmla="*/ 88 w 618"/>
                <a:gd name="T53" fmla="*/ 311 h 616"/>
                <a:gd name="T54" fmla="*/ 92 w 618"/>
                <a:gd name="T55" fmla="*/ 264 h 616"/>
                <a:gd name="T56" fmla="*/ 106 w 618"/>
                <a:gd name="T57" fmla="*/ 219 h 616"/>
                <a:gd name="T58" fmla="*/ 130 w 618"/>
                <a:gd name="T59" fmla="*/ 178 h 616"/>
                <a:gd name="T60" fmla="*/ 164 w 618"/>
                <a:gd name="T61" fmla="*/ 141 h 616"/>
                <a:gd name="T62" fmla="*/ 181 w 618"/>
                <a:gd name="T63" fmla="*/ 127 h 616"/>
                <a:gd name="T64" fmla="*/ 219 w 618"/>
                <a:gd name="T65" fmla="*/ 106 h 616"/>
                <a:gd name="T66" fmla="*/ 260 w 618"/>
                <a:gd name="T67" fmla="*/ 93 h 616"/>
                <a:gd name="T68" fmla="*/ 303 w 618"/>
                <a:gd name="T69" fmla="*/ 88 h 616"/>
                <a:gd name="T70" fmla="*/ 345 w 618"/>
                <a:gd name="T71" fmla="*/ 90 h 616"/>
                <a:gd name="T72" fmla="*/ 386 w 618"/>
                <a:gd name="T73" fmla="*/ 102 h 616"/>
                <a:gd name="T74" fmla="*/ 426 w 618"/>
                <a:gd name="T75" fmla="*/ 120 h 616"/>
                <a:gd name="T76" fmla="*/ 459 w 618"/>
                <a:gd name="T77" fmla="*/ 147 h 616"/>
                <a:gd name="T78" fmla="*/ 475 w 618"/>
                <a:gd name="T79" fmla="*/ 164 h 616"/>
                <a:gd name="T80" fmla="*/ 502 w 618"/>
                <a:gd name="T81" fmla="*/ 199 h 616"/>
                <a:gd name="T82" fmla="*/ 519 w 618"/>
                <a:gd name="T83" fmla="*/ 240 h 616"/>
                <a:gd name="T84" fmla="*/ 529 w 618"/>
                <a:gd name="T85" fmla="*/ 281 h 616"/>
                <a:gd name="T86" fmla="*/ 530 w 618"/>
                <a:gd name="T87" fmla="*/ 324 h 616"/>
                <a:gd name="T88" fmla="*/ 523 w 618"/>
                <a:gd name="T89" fmla="*/ 366 h 616"/>
                <a:gd name="T90" fmla="*/ 508 w 618"/>
                <a:gd name="T91" fmla="*/ 406 h 616"/>
                <a:gd name="T92" fmla="*/ 485 w 618"/>
                <a:gd name="T93" fmla="*/ 443 h 616"/>
                <a:gd name="T94" fmla="*/ 454 w 618"/>
                <a:gd name="T95" fmla="*/ 475 h 616"/>
                <a:gd name="T96" fmla="*/ 438 w 618"/>
                <a:gd name="T97" fmla="*/ 488 h 616"/>
                <a:gd name="T98" fmla="*/ 404 w 618"/>
                <a:gd name="T99" fmla="*/ 509 h 616"/>
                <a:gd name="T100" fmla="*/ 368 w 618"/>
                <a:gd name="T101" fmla="*/ 522 h 616"/>
                <a:gd name="T102" fmla="*/ 329 w 618"/>
                <a:gd name="T103" fmla="*/ 529 h 616"/>
                <a:gd name="T104" fmla="*/ 311 w 618"/>
                <a:gd name="T105" fmla="*/ 616 h 616"/>
                <a:gd name="T106" fmla="*/ 338 w 618"/>
                <a:gd name="T107" fmla="*/ 616 h 616"/>
                <a:gd name="T108" fmla="*/ 390 w 618"/>
                <a:gd name="T109" fmla="*/ 607 h 616"/>
                <a:gd name="T110" fmla="*/ 441 w 618"/>
                <a:gd name="T111" fmla="*/ 587 h 616"/>
                <a:gd name="T112" fmla="*/ 489 w 618"/>
                <a:gd name="T113" fmla="*/ 558 h 616"/>
                <a:gd name="T114" fmla="*/ 512 w 618"/>
                <a:gd name="T115" fmla="*/ 541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18" h="616">
                  <a:moveTo>
                    <a:pt x="512" y="541"/>
                  </a:moveTo>
                  <a:lnTo>
                    <a:pt x="512" y="541"/>
                  </a:lnTo>
                  <a:lnTo>
                    <a:pt x="534" y="519"/>
                  </a:lnTo>
                  <a:lnTo>
                    <a:pt x="554" y="496"/>
                  </a:lnTo>
                  <a:lnTo>
                    <a:pt x="571" y="471"/>
                  </a:lnTo>
                  <a:lnTo>
                    <a:pt x="587" y="444"/>
                  </a:lnTo>
                  <a:lnTo>
                    <a:pt x="598" y="417"/>
                  </a:lnTo>
                  <a:lnTo>
                    <a:pt x="607" y="389"/>
                  </a:lnTo>
                  <a:lnTo>
                    <a:pt x="614" y="359"/>
                  </a:lnTo>
                  <a:lnTo>
                    <a:pt x="616" y="329"/>
                  </a:lnTo>
                  <a:lnTo>
                    <a:pt x="618" y="300"/>
                  </a:lnTo>
                  <a:lnTo>
                    <a:pt x="615" y="270"/>
                  </a:lnTo>
                  <a:lnTo>
                    <a:pt x="611" y="242"/>
                  </a:lnTo>
                  <a:lnTo>
                    <a:pt x="602" y="212"/>
                  </a:lnTo>
                  <a:lnTo>
                    <a:pt x="591" y="184"/>
                  </a:lnTo>
                  <a:lnTo>
                    <a:pt x="578" y="157"/>
                  </a:lnTo>
                  <a:lnTo>
                    <a:pt x="561" y="131"/>
                  </a:lnTo>
                  <a:lnTo>
                    <a:pt x="541" y="106"/>
                  </a:lnTo>
                  <a:lnTo>
                    <a:pt x="541" y="106"/>
                  </a:lnTo>
                  <a:lnTo>
                    <a:pt x="520" y="83"/>
                  </a:lnTo>
                  <a:lnTo>
                    <a:pt x="496" y="64"/>
                  </a:lnTo>
                  <a:lnTo>
                    <a:pt x="471" y="47"/>
                  </a:lnTo>
                  <a:lnTo>
                    <a:pt x="444" y="31"/>
                  </a:lnTo>
                  <a:lnTo>
                    <a:pt x="417" y="20"/>
                  </a:lnTo>
                  <a:lnTo>
                    <a:pt x="389" y="11"/>
                  </a:lnTo>
                  <a:lnTo>
                    <a:pt x="359" y="4"/>
                  </a:lnTo>
                  <a:lnTo>
                    <a:pt x="331" y="1"/>
                  </a:lnTo>
                  <a:lnTo>
                    <a:pt x="301" y="0"/>
                  </a:lnTo>
                  <a:lnTo>
                    <a:pt x="271" y="3"/>
                  </a:lnTo>
                  <a:lnTo>
                    <a:pt x="242" y="7"/>
                  </a:lnTo>
                  <a:lnTo>
                    <a:pt x="213" y="16"/>
                  </a:lnTo>
                  <a:lnTo>
                    <a:pt x="185" y="27"/>
                  </a:lnTo>
                  <a:lnTo>
                    <a:pt x="157" y="40"/>
                  </a:lnTo>
                  <a:lnTo>
                    <a:pt x="131" y="57"/>
                  </a:lnTo>
                  <a:lnTo>
                    <a:pt x="106" y="76"/>
                  </a:lnTo>
                  <a:lnTo>
                    <a:pt x="106" y="76"/>
                  </a:lnTo>
                  <a:lnTo>
                    <a:pt x="93" y="88"/>
                  </a:lnTo>
                  <a:lnTo>
                    <a:pt x="82" y="100"/>
                  </a:lnTo>
                  <a:lnTo>
                    <a:pt x="71" y="113"/>
                  </a:lnTo>
                  <a:lnTo>
                    <a:pt x="59" y="126"/>
                  </a:lnTo>
                  <a:lnTo>
                    <a:pt x="51" y="140"/>
                  </a:lnTo>
                  <a:lnTo>
                    <a:pt x="42" y="154"/>
                  </a:lnTo>
                  <a:lnTo>
                    <a:pt x="34" y="168"/>
                  </a:lnTo>
                  <a:lnTo>
                    <a:pt x="27" y="184"/>
                  </a:lnTo>
                  <a:lnTo>
                    <a:pt x="21" y="199"/>
                  </a:lnTo>
                  <a:lnTo>
                    <a:pt x="15" y="215"/>
                  </a:lnTo>
                  <a:lnTo>
                    <a:pt x="11" y="230"/>
                  </a:lnTo>
                  <a:lnTo>
                    <a:pt x="7" y="246"/>
                  </a:lnTo>
                  <a:lnTo>
                    <a:pt x="4" y="262"/>
                  </a:lnTo>
                  <a:lnTo>
                    <a:pt x="1" y="279"/>
                  </a:lnTo>
                  <a:lnTo>
                    <a:pt x="1" y="294"/>
                  </a:lnTo>
                  <a:lnTo>
                    <a:pt x="0" y="311"/>
                  </a:lnTo>
                  <a:lnTo>
                    <a:pt x="88" y="311"/>
                  </a:lnTo>
                  <a:lnTo>
                    <a:pt x="88" y="311"/>
                  </a:lnTo>
                  <a:lnTo>
                    <a:pt x="89" y="287"/>
                  </a:lnTo>
                  <a:lnTo>
                    <a:pt x="92" y="264"/>
                  </a:lnTo>
                  <a:lnTo>
                    <a:pt x="99" y="242"/>
                  </a:lnTo>
                  <a:lnTo>
                    <a:pt x="106" y="219"/>
                  </a:lnTo>
                  <a:lnTo>
                    <a:pt x="117" y="198"/>
                  </a:lnTo>
                  <a:lnTo>
                    <a:pt x="130" y="178"/>
                  </a:lnTo>
                  <a:lnTo>
                    <a:pt x="146" y="160"/>
                  </a:lnTo>
                  <a:lnTo>
                    <a:pt x="164" y="141"/>
                  </a:lnTo>
                  <a:lnTo>
                    <a:pt x="164" y="141"/>
                  </a:lnTo>
                  <a:lnTo>
                    <a:pt x="181" y="127"/>
                  </a:lnTo>
                  <a:lnTo>
                    <a:pt x="201" y="116"/>
                  </a:lnTo>
                  <a:lnTo>
                    <a:pt x="219" y="106"/>
                  </a:lnTo>
                  <a:lnTo>
                    <a:pt x="240" y="99"/>
                  </a:lnTo>
                  <a:lnTo>
                    <a:pt x="260" y="93"/>
                  </a:lnTo>
                  <a:lnTo>
                    <a:pt x="281" y="89"/>
                  </a:lnTo>
                  <a:lnTo>
                    <a:pt x="303" y="88"/>
                  </a:lnTo>
                  <a:lnTo>
                    <a:pt x="324" y="88"/>
                  </a:lnTo>
                  <a:lnTo>
                    <a:pt x="345" y="90"/>
                  </a:lnTo>
                  <a:lnTo>
                    <a:pt x="366" y="95"/>
                  </a:lnTo>
                  <a:lnTo>
                    <a:pt x="386" y="102"/>
                  </a:lnTo>
                  <a:lnTo>
                    <a:pt x="406" y="110"/>
                  </a:lnTo>
                  <a:lnTo>
                    <a:pt x="426" y="120"/>
                  </a:lnTo>
                  <a:lnTo>
                    <a:pt x="442" y="133"/>
                  </a:lnTo>
                  <a:lnTo>
                    <a:pt x="459" y="147"/>
                  </a:lnTo>
                  <a:lnTo>
                    <a:pt x="475" y="164"/>
                  </a:lnTo>
                  <a:lnTo>
                    <a:pt x="475" y="164"/>
                  </a:lnTo>
                  <a:lnTo>
                    <a:pt x="489" y="181"/>
                  </a:lnTo>
                  <a:lnTo>
                    <a:pt x="502" y="199"/>
                  </a:lnTo>
                  <a:lnTo>
                    <a:pt x="512" y="219"/>
                  </a:lnTo>
                  <a:lnTo>
                    <a:pt x="519" y="240"/>
                  </a:lnTo>
                  <a:lnTo>
                    <a:pt x="524" y="260"/>
                  </a:lnTo>
                  <a:lnTo>
                    <a:pt x="529" y="281"/>
                  </a:lnTo>
                  <a:lnTo>
                    <a:pt x="530" y="303"/>
                  </a:lnTo>
                  <a:lnTo>
                    <a:pt x="530" y="324"/>
                  </a:lnTo>
                  <a:lnTo>
                    <a:pt x="527" y="345"/>
                  </a:lnTo>
                  <a:lnTo>
                    <a:pt x="523" y="366"/>
                  </a:lnTo>
                  <a:lnTo>
                    <a:pt x="516" y="386"/>
                  </a:lnTo>
                  <a:lnTo>
                    <a:pt x="508" y="406"/>
                  </a:lnTo>
                  <a:lnTo>
                    <a:pt x="498" y="424"/>
                  </a:lnTo>
                  <a:lnTo>
                    <a:pt x="485" y="443"/>
                  </a:lnTo>
                  <a:lnTo>
                    <a:pt x="471" y="459"/>
                  </a:lnTo>
                  <a:lnTo>
                    <a:pt x="454" y="475"/>
                  </a:lnTo>
                  <a:lnTo>
                    <a:pt x="454" y="475"/>
                  </a:lnTo>
                  <a:lnTo>
                    <a:pt x="438" y="488"/>
                  </a:lnTo>
                  <a:lnTo>
                    <a:pt x="421" y="499"/>
                  </a:lnTo>
                  <a:lnTo>
                    <a:pt x="404" y="509"/>
                  </a:lnTo>
                  <a:lnTo>
                    <a:pt x="386" y="516"/>
                  </a:lnTo>
                  <a:lnTo>
                    <a:pt x="368" y="522"/>
                  </a:lnTo>
                  <a:lnTo>
                    <a:pt x="349" y="526"/>
                  </a:lnTo>
                  <a:lnTo>
                    <a:pt x="329" y="529"/>
                  </a:lnTo>
                  <a:lnTo>
                    <a:pt x="311" y="530"/>
                  </a:lnTo>
                  <a:lnTo>
                    <a:pt x="311" y="616"/>
                  </a:lnTo>
                  <a:lnTo>
                    <a:pt x="311" y="616"/>
                  </a:lnTo>
                  <a:lnTo>
                    <a:pt x="338" y="616"/>
                  </a:lnTo>
                  <a:lnTo>
                    <a:pt x="363" y="612"/>
                  </a:lnTo>
                  <a:lnTo>
                    <a:pt x="390" y="607"/>
                  </a:lnTo>
                  <a:lnTo>
                    <a:pt x="416" y="598"/>
                  </a:lnTo>
                  <a:lnTo>
                    <a:pt x="441" y="587"/>
                  </a:lnTo>
                  <a:lnTo>
                    <a:pt x="465" y="574"/>
                  </a:lnTo>
                  <a:lnTo>
                    <a:pt x="489" y="558"/>
                  </a:lnTo>
                  <a:lnTo>
                    <a:pt x="512" y="541"/>
                  </a:lnTo>
                  <a:lnTo>
                    <a:pt x="512" y="541"/>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9" name="Freeform 7"/>
            <p:cNvSpPr/>
            <p:nvPr/>
          </p:nvSpPr>
          <p:spPr bwMode="auto">
            <a:xfrm>
              <a:off x="2095" y="2649"/>
              <a:ext cx="317" cy="311"/>
            </a:xfrm>
            <a:custGeom>
              <a:avLst/>
              <a:gdLst>
                <a:gd name="T0" fmla="*/ 317 w 317"/>
                <a:gd name="T1" fmla="*/ 0 h 311"/>
                <a:gd name="T2" fmla="*/ 317 w 317"/>
                <a:gd name="T3" fmla="*/ 0 h 311"/>
                <a:gd name="T4" fmla="*/ 316 w 317"/>
                <a:gd name="T5" fmla="*/ 27 h 311"/>
                <a:gd name="T6" fmla="*/ 313 w 317"/>
                <a:gd name="T7" fmla="*/ 54 h 311"/>
                <a:gd name="T8" fmla="*/ 307 w 317"/>
                <a:gd name="T9" fmla="*/ 82 h 311"/>
                <a:gd name="T10" fmla="*/ 299 w 317"/>
                <a:gd name="T11" fmla="*/ 108 h 311"/>
                <a:gd name="T12" fmla="*/ 289 w 317"/>
                <a:gd name="T13" fmla="*/ 135 h 311"/>
                <a:gd name="T14" fmla="*/ 275 w 317"/>
                <a:gd name="T15" fmla="*/ 159 h 311"/>
                <a:gd name="T16" fmla="*/ 259 w 317"/>
                <a:gd name="T17" fmla="*/ 183 h 311"/>
                <a:gd name="T18" fmla="*/ 242 w 317"/>
                <a:gd name="T19" fmla="*/ 207 h 311"/>
                <a:gd name="T20" fmla="*/ 242 w 317"/>
                <a:gd name="T21" fmla="*/ 207 h 311"/>
                <a:gd name="T22" fmla="*/ 230 w 317"/>
                <a:gd name="T23" fmla="*/ 220 h 311"/>
                <a:gd name="T24" fmla="*/ 217 w 317"/>
                <a:gd name="T25" fmla="*/ 231 h 311"/>
                <a:gd name="T26" fmla="*/ 204 w 317"/>
                <a:gd name="T27" fmla="*/ 244 h 311"/>
                <a:gd name="T28" fmla="*/ 190 w 317"/>
                <a:gd name="T29" fmla="*/ 253 h 311"/>
                <a:gd name="T30" fmla="*/ 176 w 317"/>
                <a:gd name="T31" fmla="*/ 263 h 311"/>
                <a:gd name="T32" fmla="*/ 160 w 317"/>
                <a:gd name="T33" fmla="*/ 272 h 311"/>
                <a:gd name="T34" fmla="*/ 146 w 317"/>
                <a:gd name="T35" fmla="*/ 280 h 311"/>
                <a:gd name="T36" fmla="*/ 131 w 317"/>
                <a:gd name="T37" fmla="*/ 287 h 311"/>
                <a:gd name="T38" fmla="*/ 115 w 317"/>
                <a:gd name="T39" fmla="*/ 293 h 311"/>
                <a:gd name="T40" fmla="*/ 99 w 317"/>
                <a:gd name="T41" fmla="*/ 299 h 311"/>
                <a:gd name="T42" fmla="*/ 82 w 317"/>
                <a:gd name="T43" fmla="*/ 303 h 311"/>
                <a:gd name="T44" fmla="*/ 67 w 317"/>
                <a:gd name="T45" fmla="*/ 306 h 311"/>
                <a:gd name="T46" fmla="*/ 50 w 317"/>
                <a:gd name="T47" fmla="*/ 309 h 311"/>
                <a:gd name="T48" fmla="*/ 33 w 317"/>
                <a:gd name="T49" fmla="*/ 311 h 311"/>
                <a:gd name="T50" fmla="*/ 17 w 317"/>
                <a:gd name="T51" fmla="*/ 311 h 311"/>
                <a:gd name="T52" fmla="*/ 0 w 317"/>
                <a:gd name="T53" fmla="*/ 311 h 311"/>
                <a:gd name="T54" fmla="*/ 0 w 317"/>
                <a:gd name="T55" fmla="*/ 225 h 311"/>
                <a:gd name="T56" fmla="*/ 0 w 317"/>
                <a:gd name="T57" fmla="*/ 225 h 311"/>
                <a:gd name="T58" fmla="*/ 24 w 317"/>
                <a:gd name="T59" fmla="*/ 224 h 311"/>
                <a:gd name="T60" fmla="*/ 49 w 317"/>
                <a:gd name="T61" fmla="*/ 221 h 311"/>
                <a:gd name="T62" fmla="*/ 73 w 317"/>
                <a:gd name="T63" fmla="*/ 215 h 311"/>
                <a:gd name="T64" fmla="*/ 95 w 317"/>
                <a:gd name="T65" fmla="*/ 207 h 311"/>
                <a:gd name="T66" fmla="*/ 116 w 317"/>
                <a:gd name="T67" fmla="*/ 197 h 311"/>
                <a:gd name="T68" fmla="*/ 138 w 317"/>
                <a:gd name="T69" fmla="*/ 183 h 311"/>
                <a:gd name="T70" fmla="*/ 157 w 317"/>
                <a:gd name="T71" fmla="*/ 167 h 311"/>
                <a:gd name="T72" fmla="*/ 176 w 317"/>
                <a:gd name="T73" fmla="*/ 149 h 311"/>
                <a:gd name="T74" fmla="*/ 176 w 317"/>
                <a:gd name="T75" fmla="*/ 149 h 311"/>
                <a:gd name="T76" fmla="*/ 189 w 317"/>
                <a:gd name="T77" fmla="*/ 132 h 311"/>
                <a:gd name="T78" fmla="*/ 200 w 317"/>
                <a:gd name="T79" fmla="*/ 115 h 311"/>
                <a:gd name="T80" fmla="*/ 210 w 317"/>
                <a:gd name="T81" fmla="*/ 97 h 311"/>
                <a:gd name="T82" fmla="*/ 217 w 317"/>
                <a:gd name="T83" fmla="*/ 78 h 311"/>
                <a:gd name="T84" fmla="*/ 222 w 317"/>
                <a:gd name="T85" fmla="*/ 58 h 311"/>
                <a:gd name="T86" fmla="*/ 227 w 317"/>
                <a:gd name="T87" fmla="*/ 40 h 311"/>
                <a:gd name="T88" fmla="*/ 230 w 317"/>
                <a:gd name="T89" fmla="*/ 20 h 311"/>
                <a:gd name="T90" fmla="*/ 230 w 317"/>
                <a:gd name="T91" fmla="*/ 0 h 311"/>
                <a:gd name="T92" fmla="*/ 317 w 317"/>
                <a:gd name="T93" fmla="*/ 0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1">
                  <a:moveTo>
                    <a:pt x="317" y="0"/>
                  </a:moveTo>
                  <a:lnTo>
                    <a:pt x="317" y="0"/>
                  </a:lnTo>
                  <a:lnTo>
                    <a:pt x="316" y="27"/>
                  </a:lnTo>
                  <a:lnTo>
                    <a:pt x="313" y="54"/>
                  </a:lnTo>
                  <a:lnTo>
                    <a:pt x="307" y="82"/>
                  </a:lnTo>
                  <a:lnTo>
                    <a:pt x="299" y="108"/>
                  </a:lnTo>
                  <a:lnTo>
                    <a:pt x="289" y="135"/>
                  </a:lnTo>
                  <a:lnTo>
                    <a:pt x="275" y="159"/>
                  </a:lnTo>
                  <a:lnTo>
                    <a:pt x="259" y="183"/>
                  </a:lnTo>
                  <a:lnTo>
                    <a:pt x="242" y="207"/>
                  </a:lnTo>
                  <a:lnTo>
                    <a:pt x="242" y="207"/>
                  </a:lnTo>
                  <a:lnTo>
                    <a:pt x="230" y="220"/>
                  </a:lnTo>
                  <a:lnTo>
                    <a:pt x="217" y="231"/>
                  </a:lnTo>
                  <a:lnTo>
                    <a:pt x="204" y="244"/>
                  </a:lnTo>
                  <a:lnTo>
                    <a:pt x="190" y="253"/>
                  </a:lnTo>
                  <a:lnTo>
                    <a:pt x="176" y="263"/>
                  </a:lnTo>
                  <a:lnTo>
                    <a:pt x="160" y="272"/>
                  </a:lnTo>
                  <a:lnTo>
                    <a:pt x="146" y="280"/>
                  </a:lnTo>
                  <a:lnTo>
                    <a:pt x="131" y="287"/>
                  </a:lnTo>
                  <a:lnTo>
                    <a:pt x="115" y="293"/>
                  </a:lnTo>
                  <a:lnTo>
                    <a:pt x="99" y="299"/>
                  </a:lnTo>
                  <a:lnTo>
                    <a:pt x="82" y="303"/>
                  </a:lnTo>
                  <a:lnTo>
                    <a:pt x="67" y="306"/>
                  </a:lnTo>
                  <a:lnTo>
                    <a:pt x="50" y="309"/>
                  </a:lnTo>
                  <a:lnTo>
                    <a:pt x="33" y="311"/>
                  </a:lnTo>
                  <a:lnTo>
                    <a:pt x="17" y="311"/>
                  </a:lnTo>
                  <a:lnTo>
                    <a:pt x="0" y="311"/>
                  </a:lnTo>
                  <a:lnTo>
                    <a:pt x="0" y="225"/>
                  </a:lnTo>
                  <a:lnTo>
                    <a:pt x="0" y="225"/>
                  </a:lnTo>
                  <a:lnTo>
                    <a:pt x="24" y="224"/>
                  </a:lnTo>
                  <a:lnTo>
                    <a:pt x="49" y="221"/>
                  </a:lnTo>
                  <a:lnTo>
                    <a:pt x="73" y="215"/>
                  </a:lnTo>
                  <a:lnTo>
                    <a:pt x="95" y="207"/>
                  </a:lnTo>
                  <a:lnTo>
                    <a:pt x="116" y="197"/>
                  </a:lnTo>
                  <a:lnTo>
                    <a:pt x="138" y="183"/>
                  </a:lnTo>
                  <a:lnTo>
                    <a:pt x="157" y="167"/>
                  </a:lnTo>
                  <a:lnTo>
                    <a:pt x="176" y="149"/>
                  </a:lnTo>
                  <a:lnTo>
                    <a:pt x="176" y="149"/>
                  </a:lnTo>
                  <a:lnTo>
                    <a:pt x="189" y="132"/>
                  </a:lnTo>
                  <a:lnTo>
                    <a:pt x="200" y="115"/>
                  </a:lnTo>
                  <a:lnTo>
                    <a:pt x="210" y="97"/>
                  </a:lnTo>
                  <a:lnTo>
                    <a:pt x="217" y="78"/>
                  </a:lnTo>
                  <a:lnTo>
                    <a:pt x="222" y="58"/>
                  </a:lnTo>
                  <a:lnTo>
                    <a:pt x="227" y="40"/>
                  </a:lnTo>
                  <a:lnTo>
                    <a:pt x="230" y="20"/>
                  </a:lnTo>
                  <a:lnTo>
                    <a:pt x="230" y="0"/>
                  </a:lnTo>
                  <a:lnTo>
                    <a:pt x="317" y="0"/>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0" name="Freeform 8"/>
            <p:cNvSpPr/>
            <p:nvPr/>
          </p:nvSpPr>
          <p:spPr bwMode="auto">
            <a:xfrm>
              <a:off x="1769" y="2343"/>
              <a:ext cx="309" cy="616"/>
            </a:xfrm>
            <a:custGeom>
              <a:avLst/>
              <a:gdLst>
                <a:gd name="T0" fmla="*/ 309 w 309"/>
                <a:gd name="T1" fmla="*/ 0 h 616"/>
                <a:gd name="T2" fmla="*/ 256 w 309"/>
                <a:gd name="T3" fmla="*/ 4 h 616"/>
                <a:gd name="T4" fmla="*/ 202 w 309"/>
                <a:gd name="T5" fmla="*/ 18 h 616"/>
                <a:gd name="T6" fmla="*/ 151 w 309"/>
                <a:gd name="T7" fmla="*/ 42 h 616"/>
                <a:gd name="T8" fmla="*/ 104 w 309"/>
                <a:gd name="T9" fmla="*/ 76 h 616"/>
                <a:gd name="T10" fmla="*/ 82 w 309"/>
                <a:gd name="T11" fmla="*/ 97 h 616"/>
                <a:gd name="T12" fmla="*/ 45 w 309"/>
                <a:gd name="T13" fmla="*/ 147 h 616"/>
                <a:gd name="T14" fmla="*/ 18 w 309"/>
                <a:gd name="T15" fmla="*/ 200 h 616"/>
                <a:gd name="T16" fmla="*/ 3 w 309"/>
                <a:gd name="T17" fmla="*/ 257 h 616"/>
                <a:gd name="T18" fmla="*/ 0 w 309"/>
                <a:gd name="T19" fmla="*/ 316 h 616"/>
                <a:gd name="T20" fmla="*/ 7 w 309"/>
                <a:gd name="T21" fmla="*/ 376 h 616"/>
                <a:gd name="T22" fmla="*/ 25 w 309"/>
                <a:gd name="T23" fmla="*/ 432 h 616"/>
                <a:gd name="T24" fmla="*/ 55 w 309"/>
                <a:gd name="T25" fmla="*/ 486 h 616"/>
                <a:gd name="T26" fmla="*/ 75 w 309"/>
                <a:gd name="T27" fmla="*/ 510 h 616"/>
                <a:gd name="T28" fmla="*/ 99 w 309"/>
                <a:gd name="T29" fmla="*/ 535 h 616"/>
                <a:gd name="T30" fmla="*/ 126 w 309"/>
                <a:gd name="T31" fmla="*/ 557 h 616"/>
                <a:gd name="T32" fmla="*/ 153 w 309"/>
                <a:gd name="T33" fmla="*/ 575 h 616"/>
                <a:gd name="T34" fmla="*/ 182 w 309"/>
                <a:gd name="T35" fmla="*/ 591 h 616"/>
                <a:gd name="T36" fmla="*/ 213 w 309"/>
                <a:gd name="T37" fmla="*/ 602 h 616"/>
                <a:gd name="T38" fmla="*/ 244 w 309"/>
                <a:gd name="T39" fmla="*/ 610 h 616"/>
                <a:gd name="T40" fmla="*/ 277 w 309"/>
                <a:gd name="T41" fmla="*/ 615 h 616"/>
                <a:gd name="T42" fmla="*/ 309 w 309"/>
                <a:gd name="T43" fmla="*/ 616 h 616"/>
                <a:gd name="T44" fmla="*/ 309 w 309"/>
                <a:gd name="T45" fmla="*/ 530 h 616"/>
                <a:gd name="T46" fmla="*/ 263 w 309"/>
                <a:gd name="T47" fmla="*/ 524 h 616"/>
                <a:gd name="T48" fmla="*/ 218 w 309"/>
                <a:gd name="T49" fmla="*/ 510 h 616"/>
                <a:gd name="T50" fmla="*/ 177 w 309"/>
                <a:gd name="T51" fmla="*/ 486 h 616"/>
                <a:gd name="T52" fmla="*/ 141 w 309"/>
                <a:gd name="T53" fmla="*/ 453 h 616"/>
                <a:gd name="T54" fmla="*/ 127 w 309"/>
                <a:gd name="T55" fmla="*/ 435 h 616"/>
                <a:gd name="T56" fmla="*/ 104 w 309"/>
                <a:gd name="T57" fmla="*/ 397 h 616"/>
                <a:gd name="T58" fmla="*/ 92 w 309"/>
                <a:gd name="T59" fmla="*/ 356 h 616"/>
                <a:gd name="T60" fmla="*/ 86 w 309"/>
                <a:gd name="T61" fmla="*/ 313 h 616"/>
                <a:gd name="T62" fmla="*/ 89 w 309"/>
                <a:gd name="T63" fmla="*/ 271 h 616"/>
                <a:gd name="T64" fmla="*/ 100 w 309"/>
                <a:gd name="T65" fmla="*/ 230 h 616"/>
                <a:gd name="T66" fmla="*/ 119 w 309"/>
                <a:gd name="T67" fmla="*/ 192 h 616"/>
                <a:gd name="T68" fmla="*/ 145 w 309"/>
                <a:gd name="T69" fmla="*/ 157 h 616"/>
                <a:gd name="T70" fmla="*/ 162 w 309"/>
                <a:gd name="T71" fmla="*/ 141 h 616"/>
                <a:gd name="T72" fmla="*/ 196 w 309"/>
                <a:gd name="T73" fmla="*/ 117 h 616"/>
                <a:gd name="T74" fmla="*/ 232 w 309"/>
                <a:gd name="T75" fmla="*/ 100 h 616"/>
                <a:gd name="T76" fmla="*/ 270 w 309"/>
                <a:gd name="T77" fmla="*/ 90 h 616"/>
                <a:gd name="T78" fmla="*/ 309 w 309"/>
                <a:gd name="T79" fmla="*/ 87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309" h="616">
                  <a:moveTo>
                    <a:pt x="309" y="0"/>
                  </a:moveTo>
                  <a:lnTo>
                    <a:pt x="309" y="0"/>
                  </a:lnTo>
                  <a:lnTo>
                    <a:pt x="283" y="1"/>
                  </a:lnTo>
                  <a:lnTo>
                    <a:pt x="256" y="4"/>
                  </a:lnTo>
                  <a:lnTo>
                    <a:pt x="229" y="11"/>
                  </a:lnTo>
                  <a:lnTo>
                    <a:pt x="202" y="18"/>
                  </a:lnTo>
                  <a:lnTo>
                    <a:pt x="177" y="29"/>
                  </a:lnTo>
                  <a:lnTo>
                    <a:pt x="151" y="42"/>
                  </a:lnTo>
                  <a:lnTo>
                    <a:pt x="127" y="58"/>
                  </a:lnTo>
                  <a:lnTo>
                    <a:pt x="104" y="76"/>
                  </a:lnTo>
                  <a:lnTo>
                    <a:pt x="104" y="76"/>
                  </a:lnTo>
                  <a:lnTo>
                    <a:pt x="82" y="97"/>
                  </a:lnTo>
                  <a:lnTo>
                    <a:pt x="62" y="121"/>
                  </a:lnTo>
                  <a:lnTo>
                    <a:pt x="45" y="147"/>
                  </a:lnTo>
                  <a:lnTo>
                    <a:pt x="31" y="172"/>
                  </a:lnTo>
                  <a:lnTo>
                    <a:pt x="18" y="200"/>
                  </a:lnTo>
                  <a:lnTo>
                    <a:pt x="10" y="229"/>
                  </a:lnTo>
                  <a:lnTo>
                    <a:pt x="3" y="257"/>
                  </a:lnTo>
                  <a:lnTo>
                    <a:pt x="0" y="287"/>
                  </a:lnTo>
                  <a:lnTo>
                    <a:pt x="0" y="316"/>
                  </a:lnTo>
                  <a:lnTo>
                    <a:pt x="1" y="346"/>
                  </a:lnTo>
                  <a:lnTo>
                    <a:pt x="7" y="376"/>
                  </a:lnTo>
                  <a:lnTo>
                    <a:pt x="14" y="404"/>
                  </a:lnTo>
                  <a:lnTo>
                    <a:pt x="25" y="432"/>
                  </a:lnTo>
                  <a:lnTo>
                    <a:pt x="38" y="459"/>
                  </a:lnTo>
                  <a:lnTo>
                    <a:pt x="55" y="486"/>
                  </a:lnTo>
                  <a:lnTo>
                    <a:pt x="75" y="510"/>
                  </a:lnTo>
                  <a:lnTo>
                    <a:pt x="75" y="510"/>
                  </a:lnTo>
                  <a:lnTo>
                    <a:pt x="86" y="523"/>
                  </a:lnTo>
                  <a:lnTo>
                    <a:pt x="99" y="535"/>
                  </a:lnTo>
                  <a:lnTo>
                    <a:pt x="112" y="547"/>
                  </a:lnTo>
                  <a:lnTo>
                    <a:pt x="126" y="557"/>
                  </a:lnTo>
                  <a:lnTo>
                    <a:pt x="138" y="567"/>
                  </a:lnTo>
                  <a:lnTo>
                    <a:pt x="153" y="575"/>
                  </a:lnTo>
                  <a:lnTo>
                    <a:pt x="168" y="584"/>
                  </a:lnTo>
                  <a:lnTo>
                    <a:pt x="182" y="591"/>
                  </a:lnTo>
                  <a:lnTo>
                    <a:pt x="198" y="596"/>
                  </a:lnTo>
                  <a:lnTo>
                    <a:pt x="213" y="602"/>
                  </a:lnTo>
                  <a:lnTo>
                    <a:pt x="229" y="606"/>
                  </a:lnTo>
                  <a:lnTo>
                    <a:pt x="244" y="610"/>
                  </a:lnTo>
                  <a:lnTo>
                    <a:pt x="261" y="613"/>
                  </a:lnTo>
                  <a:lnTo>
                    <a:pt x="277" y="615"/>
                  </a:lnTo>
                  <a:lnTo>
                    <a:pt x="293" y="616"/>
                  </a:lnTo>
                  <a:lnTo>
                    <a:pt x="309" y="616"/>
                  </a:lnTo>
                  <a:lnTo>
                    <a:pt x="309" y="530"/>
                  </a:lnTo>
                  <a:lnTo>
                    <a:pt x="309" y="530"/>
                  </a:lnTo>
                  <a:lnTo>
                    <a:pt x="285" y="528"/>
                  </a:lnTo>
                  <a:lnTo>
                    <a:pt x="263" y="524"/>
                  </a:lnTo>
                  <a:lnTo>
                    <a:pt x="240" y="518"/>
                  </a:lnTo>
                  <a:lnTo>
                    <a:pt x="218" y="510"/>
                  </a:lnTo>
                  <a:lnTo>
                    <a:pt x="196" y="500"/>
                  </a:lnTo>
                  <a:lnTo>
                    <a:pt x="177" y="486"/>
                  </a:lnTo>
                  <a:lnTo>
                    <a:pt x="158" y="470"/>
                  </a:lnTo>
                  <a:lnTo>
                    <a:pt x="141" y="453"/>
                  </a:lnTo>
                  <a:lnTo>
                    <a:pt x="141" y="453"/>
                  </a:lnTo>
                  <a:lnTo>
                    <a:pt x="127" y="435"/>
                  </a:lnTo>
                  <a:lnTo>
                    <a:pt x="114" y="417"/>
                  </a:lnTo>
                  <a:lnTo>
                    <a:pt x="104" y="397"/>
                  </a:lnTo>
                  <a:lnTo>
                    <a:pt x="97" y="377"/>
                  </a:lnTo>
                  <a:lnTo>
                    <a:pt x="92" y="356"/>
                  </a:lnTo>
                  <a:lnTo>
                    <a:pt x="88" y="335"/>
                  </a:lnTo>
                  <a:lnTo>
                    <a:pt x="86" y="313"/>
                  </a:lnTo>
                  <a:lnTo>
                    <a:pt x="88" y="292"/>
                  </a:lnTo>
                  <a:lnTo>
                    <a:pt x="89" y="271"/>
                  </a:lnTo>
                  <a:lnTo>
                    <a:pt x="93" y="251"/>
                  </a:lnTo>
                  <a:lnTo>
                    <a:pt x="100" y="230"/>
                  </a:lnTo>
                  <a:lnTo>
                    <a:pt x="109" y="210"/>
                  </a:lnTo>
                  <a:lnTo>
                    <a:pt x="119" y="192"/>
                  </a:lnTo>
                  <a:lnTo>
                    <a:pt x="131" y="174"/>
                  </a:lnTo>
                  <a:lnTo>
                    <a:pt x="145" y="157"/>
                  </a:lnTo>
                  <a:lnTo>
                    <a:pt x="162" y="141"/>
                  </a:lnTo>
                  <a:lnTo>
                    <a:pt x="162" y="141"/>
                  </a:lnTo>
                  <a:lnTo>
                    <a:pt x="179" y="128"/>
                  </a:lnTo>
                  <a:lnTo>
                    <a:pt x="196" y="117"/>
                  </a:lnTo>
                  <a:lnTo>
                    <a:pt x="213" y="107"/>
                  </a:lnTo>
                  <a:lnTo>
                    <a:pt x="232" y="100"/>
                  </a:lnTo>
                  <a:lnTo>
                    <a:pt x="252" y="94"/>
                  </a:lnTo>
                  <a:lnTo>
                    <a:pt x="270" y="90"/>
                  </a:lnTo>
                  <a:lnTo>
                    <a:pt x="290" y="87"/>
                  </a:lnTo>
                  <a:lnTo>
                    <a:pt x="309" y="87"/>
                  </a:lnTo>
                  <a:lnTo>
                    <a:pt x="309" y="0"/>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1" name="Freeform 9"/>
            <p:cNvSpPr/>
            <p:nvPr/>
          </p:nvSpPr>
          <p:spPr bwMode="auto">
            <a:xfrm>
              <a:off x="2095" y="2119"/>
              <a:ext cx="317" cy="311"/>
            </a:xfrm>
            <a:custGeom>
              <a:avLst/>
              <a:gdLst>
                <a:gd name="T0" fmla="*/ 317 w 317"/>
                <a:gd name="T1" fmla="*/ 0 h 311"/>
                <a:gd name="T2" fmla="*/ 317 w 317"/>
                <a:gd name="T3" fmla="*/ 0 h 311"/>
                <a:gd name="T4" fmla="*/ 316 w 317"/>
                <a:gd name="T5" fmla="*/ 27 h 311"/>
                <a:gd name="T6" fmla="*/ 313 w 317"/>
                <a:gd name="T7" fmla="*/ 54 h 311"/>
                <a:gd name="T8" fmla="*/ 307 w 317"/>
                <a:gd name="T9" fmla="*/ 81 h 311"/>
                <a:gd name="T10" fmla="*/ 299 w 317"/>
                <a:gd name="T11" fmla="*/ 108 h 311"/>
                <a:gd name="T12" fmla="*/ 289 w 317"/>
                <a:gd name="T13" fmla="*/ 133 h 311"/>
                <a:gd name="T14" fmla="*/ 275 w 317"/>
                <a:gd name="T15" fmla="*/ 159 h 311"/>
                <a:gd name="T16" fmla="*/ 259 w 317"/>
                <a:gd name="T17" fmla="*/ 183 h 311"/>
                <a:gd name="T18" fmla="*/ 242 w 317"/>
                <a:gd name="T19" fmla="*/ 205 h 311"/>
                <a:gd name="T20" fmla="*/ 242 w 317"/>
                <a:gd name="T21" fmla="*/ 205 h 311"/>
                <a:gd name="T22" fmla="*/ 230 w 317"/>
                <a:gd name="T23" fmla="*/ 219 h 311"/>
                <a:gd name="T24" fmla="*/ 217 w 317"/>
                <a:gd name="T25" fmla="*/ 231 h 311"/>
                <a:gd name="T26" fmla="*/ 204 w 317"/>
                <a:gd name="T27" fmla="*/ 242 h 311"/>
                <a:gd name="T28" fmla="*/ 190 w 317"/>
                <a:gd name="T29" fmla="*/ 253 h 311"/>
                <a:gd name="T30" fmla="*/ 176 w 317"/>
                <a:gd name="T31" fmla="*/ 262 h 311"/>
                <a:gd name="T32" fmla="*/ 160 w 317"/>
                <a:gd name="T33" fmla="*/ 272 h 311"/>
                <a:gd name="T34" fmla="*/ 146 w 317"/>
                <a:gd name="T35" fmla="*/ 279 h 311"/>
                <a:gd name="T36" fmla="*/ 131 w 317"/>
                <a:gd name="T37" fmla="*/ 286 h 311"/>
                <a:gd name="T38" fmla="*/ 115 w 317"/>
                <a:gd name="T39" fmla="*/ 291 h 311"/>
                <a:gd name="T40" fmla="*/ 99 w 317"/>
                <a:gd name="T41" fmla="*/ 297 h 311"/>
                <a:gd name="T42" fmla="*/ 82 w 317"/>
                <a:gd name="T43" fmla="*/ 301 h 311"/>
                <a:gd name="T44" fmla="*/ 67 w 317"/>
                <a:gd name="T45" fmla="*/ 306 h 311"/>
                <a:gd name="T46" fmla="*/ 50 w 317"/>
                <a:gd name="T47" fmla="*/ 308 h 311"/>
                <a:gd name="T48" fmla="*/ 33 w 317"/>
                <a:gd name="T49" fmla="*/ 310 h 311"/>
                <a:gd name="T50" fmla="*/ 17 w 317"/>
                <a:gd name="T51" fmla="*/ 311 h 311"/>
                <a:gd name="T52" fmla="*/ 0 w 317"/>
                <a:gd name="T53" fmla="*/ 311 h 311"/>
                <a:gd name="T54" fmla="*/ 0 w 317"/>
                <a:gd name="T55" fmla="*/ 224 h 311"/>
                <a:gd name="T56" fmla="*/ 0 w 317"/>
                <a:gd name="T57" fmla="*/ 224 h 311"/>
                <a:gd name="T58" fmla="*/ 24 w 317"/>
                <a:gd name="T59" fmla="*/ 224 h 311"/>
                <a:gd name="T60" fmla="*/ 49 w 317"/>
                <a:gd name="T61" fmla="*/ 221 h 311"/>
                <a:gd name="T62" fmla="*/ 73 w 317"/>
                <a:gd name="T63" fmla="*/ 215 h 311"/>
                <a:gd name="T64" fmla="*/ 95 w 317"/>
                <a:gd name="T65" fmla="*/ 207 h 311"/>
                <a:gd name="T66" fmla="*/ 116 w 317"/>
                <a:gd name="T67" fmla="*/ 195 h 311"/>
                <a:gd name="T68" fmla="*/ 138 w 317"/>
                <a:gd name="T69" fmla="*/ 183 h 311"/>
                <a:gd name="T70" fmla="*/ 157 w 317"/>
                <a:gd name="T71" fmla="*/ 167 h 311"/>
                <a:gd name="T72" fmla="*/ 176 w 317"/>
                <a:gd name="T73" fmla="*/ 149 h 311"/>
                <a:gd name="T74" fmla="*/ 176 w 317"/>
                <a:gd name="T75" fmla="*/ 149 h 311"/>
                <a:gd name="T76" fmla="*/ 189 w 317"/>
                <a:gd name="T77" fmla="*/ 132 h 311"/>
                <a:gd name="T78" fmla="*/ 200 w 317"/>
                <a:gd name="T79" fmla="*/ 115 h 311"/>
                <a:gd name="T80" fmla="*/ 210 w 317"/>
                <a:gd name="T81" fmla="*/ 96 h 311"/>
                <a:gd name="T82" fmla="*/ 217 w 317"/>
                <a:gd name="T83" fmla="*/ 78 h 311"/>
                <a:gd name="T84" fmla="*/ 222 w 317"/>
                <a:gd name="T85" fmla="*/ 58 h 311"/>
                <a:gd name="T86" fmla="*/ 227 w 317"/>
                <a:gd name="T87" fmla="*/ 38 h 311"/>
                <a:gd name="T88" fmla="*/ 230 w 317"/>
                <a:gd name="T89" fmla="*/ 20 h 311"/>
                <a:gd name="T90" fmla="*/ 230 w 317"/>
                <a:gd name="T91" fmla="*/ 0 h 311"/>
                <a:gd name="T92" fmla="*/ 317 w 317"/>
                <a:gd name="T93" fmla="*/ 0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1">
                  <a:moveTo>
                    <a:pt x="317" y="0"/>
                  </a:moveTo>
                  <a:lnTo>
                    <a:pt x="317" y="0"/>
                  </a:lnTo>
                  <a:lnTo>
                    <a:pt x="316" y="27"/>
                  </a:lnTo>
                  <a:lnTo>
                    <a:pt x="313" y="54"/>
                  </a:lnTo>
                  <a:lnTo>
                    <a:pt x="307" y="81"/>
                  </a:lnTo>
                  <a:lnTo>
                    <a:pt x="299" y="108"/>
                  </a:lnTo>
                  <a:lnTo>
                    <a:pt x="289" y="133"/>
                  </a:lnTo>
                  <a:lnTo>
                    <a:pt x="275" y="159"/>
                  </a:lnTo>
                  <a:lnTo>
                    <a:pt x="259" y="183"/>
                  </a:lnTo>
                  <a:lnTo>
                    <a:pt x="242" y="205"/>
                  </a:lnTo>
                  <a:lnTo>
                    <a:pt x="242" y="205"/>
                  </a:lnTo>
                  <a:lnTo>
                    <a:pt x="230" y="219"/>
                  </a:lnTo>
                  <a:lnTo>
                    <a:pt x="217" y="231"/>
                  </a:lnTo>
                  <a:lnTo>
                    <a:pt x="204" y="242"/>
                  </a:lnTo>
                  <a:lnTo>
                    <a:pt x="190" y="253"/>
                  </a:lnTo>
                  <a:lnTo>
                    <a:pt x="176" y="262"/>
                  </a:lnTo>
                  <a:lnTo>
                    <a:pt x="160" y="272"/>
                  </a:lnTo>
                  <a:lnTo>
                    <a:pt x="146" y="279"/>
                  </a:lnTo>
                  <a:lnTo>
                    <a:pt x="131" y="286"/>
                  </a:lnTo>
                  <a:lnTo>
                    <a:pt x="115" y="291"/>
                  </a:lnTo>
                  <a:lnTo>
                    <a:pt x="99" y="297"/>
                  </a:lnTo>
                  <a:lnTo>
                    <a:pt x="82" y="301"/>
                  </a:lnTo>
                  <a:lnTo>
                    <a:pt x="67" y="306"/>
                  </a:lnTo>
                  <a:lnTo>
                    <a:pt x="50" y="308"/>
                  </a:lnTo>
                  <a:lnTo>
                    <a:pt x="33" y="310"/>
                  </a:lnTo>
                  <a:lnTo>
                    <a:pt x="17" y="311"/>
                  </a:lnTo>
                  <a:lnTo>
                    <a:pt x="0" y="311"/>
                  </a:lnTo>
                  <a:lnTo>
                    <a:pt x="0" y="224"/>
                  </a:lnTo>
                  <a:lnTo>
                    <a:pt x="0" y="224"/>
                  </a:lnTo>
                  <a:lnTo>
                    <a:pt x="24" y="224"/>
                  </a:lnTo>
                  <a:lnTo>
                    <a:pt x="49" y="221"/>
                  </a:lnTo>
                  <a:lnTo>
                    <a:pt x="73" y="215"/>
                  </a:lnTo>
                  <a:lnTo>
                    <a:pt x="95" y="207"/>
                  </a:lnTo>
                  <a:lnTo>
                    <a:pt x="116" y="195"/>
                  </a:lnTo>
                  <a:lnTo>
                    <a:pt x="138" y="183"/>
                  </a:lnTo>
                  <a:lnTo>
                    <a:pt x="157" y="167"/>
                  </a:lnTo>
                  <a:lnTo>
                    <a:pt x="176" y="149"/>
                  </a:lnTo>
                  <a:lnTo>
                    <a:pt x="176" y="149"/>
                  </a:lnTo>
                  <a:lnTo>
                    <a:pt x="189" y="132"/>
                  </a:lnTo>
                  <a:lnTo>
                    <a:pt x="200" y="115"/>
                  </a:lnTo>
                  <a:lnTo>
                    <a:pt x="210" y="96"/>
                  </a:lnTo>
                  <a:lnTo>
                    <a:pt x="217" y="78"/>
                  </a:lnTo>
                  <a:lnTo>
                    <a:pt x="222" y="58"/>
                  </a:lnTo>
                  <a:lnTo>
                    <a:pt x="227" y="38"/>
                  </a:lnTo>
                  <a:lnTo>
                    <a:pt x="230" y="20"/>
                  </a:lnTo>
                  <a:lnTo>
                    <a:pt x="230" y="0"/>
                  </a:lnTo>
                  <a:lnTo>
                    <a:pt x="317" y="0"/>
                  </a:lnTo>
                  <a:close/>
                </a:path>
              </a:pathLst>
            </a:custGeom>
            <a:solidFill>
              <a:schemeClr val="accent5"/>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2" name="Freeform 10"/>
            <p:cNvSpPr/>
            <p:nvPr/>
          </p:nvSpPr>
          <p:spPr bwMode="auto">
            <a:xfrm>
              <a:off x="2095" y="1793"/>
              <a:ext cx="317" cy="312"/>
            </a:xfrm>
            <a:custGeom>
              <a:avLst/>
              <a:gdLst>
                <a:gd name="T0" fmla="*/ 317 w 317"/>
                <a:gd name="T1" fmla="*/ 312 h 312"/>
                <a:gd name="T2" fmla="*/ 317 w 317"/>
                <a:gd name="T3" fmla="*/ 312 h 312"/>
                <a:gd name="T4" fmla="*/ 316 w 317"/>
                <a:gd name="T5" fmla="*/ 284 h 312"/>
                <a:gd name="T6" fmla="*/ 313 w 317"/>
                <a:gd name="T7" fmla="*/ 257 h 312"/>
                <a:gd name="T8" fmla="*/ 307 w 317"/>
                <a:gd name="T9" fmla="*/ 230 h 312"/>
                <a:gd name="T10" fmla="*/ 299 w 317"/>
                <a:gd name="T11" fmla="*/ 203 h 312"/>
                <a:gd name="T12" fmla="*/ 289 w 317"/>
                <a:gd name="T13" fmla="*/ 178 h 312"/>
                <a:gd name="T14" fmla="*/ 275 w 317"/>
                <a:gd name="T15" fmla="*/ 152 h 312"/>
                <a:gd name="T16" fmla="*/ 259 w 317"/>
                <a:gd name="T17" fmla="*/ 128 h 312"/>
                <a:gd name="T18" fmla="*/ 242 w 317"/>
                <a:gd name="T19" fmla="*/ 106 h 312"/>
                <a:gd name="T20" fmla="*/ 242 w 317"/>
                <a:gd name="T21" fmla="*/ 106 h 312"/>
                <a:gd name="T22" fmla="*/ 230 w 317"/>
                <a:gd name="T23" fmla="*/ 93 h 312"/>
                <a:gd name="T24" fmla="*/ 217 w 317"/>
                <a:gd name="T25" fmla="*/ 80 h 312"/>
                <a:gd name="T26" fmla="*/ 204 w 317"/>
                <a:gd name="T27" fmla="*/ 69 h 312"/>
                <a:gd name="T28" fmla="*/ 190 w 317"/>
                <a:gd name="T29" fmla="*/ 59 h 312"/>
                <a:gd name="T30" fmla="*/ 176 w 317"/>
                <a:gd name="T31" fmla="*/ 49 h 312"/>
                <a:gd name="T32" fmla="*/ 160 w 317"/>
                <a:gd name="T33" fmla="*/ 41 h 312"/>
                <a:gd name="T34" fmla="*/ 146 w 317"/>
                <a:gd name="T35" fmla="*/ 32 h 312"/>
                <a:gd name="T36" fmla="*/ 131 w 317"/>
                <a:gd name="T37" fmla="*/ 25 h 312"/>
                <a:gd name="T38" fmla="*/ 115 w 317"/>
                <a:gd name="T39" fmla="*/ 19 h 312"/>
                <a:gd name="T40" fmla="*/ 99 w 317"/>
                <a:gd name="T41" fmla="*/ 14 h 312"/>
                <a:gd name="T42" fmla="*/ 82 w 317"/>
                <a:gd name="T43" fmla="*/ 10 h 312"/>
                <a:gd name="T44" fmla="*/ 67 w 317"/>
                <a:gd name="T45" fmla="*/ 5 h 312"/>
                <a:gd name="T46" fmla="*/ 50 w 317"/>
                <a:gd name="T47" fmla="*/ 2 h 312"/>
                <a:gd name="T48" fmla="*/ 33 w 317"/>
                <a:gd name="T49" fmla="*/ 1 h 312"/>
                <a:gd name="T50" fmla="*/ 17 w 317"/>
                <a:gd name="T51" fmla="*/ 0 h 312"/>
                <a:gd name="T52" fmla="*/ 0 w 317"/>
                <a:gd name="T53" fmla="*/ 0 h 312"/>
                <a:gd name="T54" fmla="*/ 0 w 317"/>
                <a:gd name="T55" fmla="*/ 87 h 312"/>
                <a:gd name="T56" fmla="*/ 0 w 317"/>
                <a:gd name="T57" fmla="*/ 87 h 312"/>
                <a:gd name="T58" fmla="*/ 24 w 317"/>
                <a:gd name="T59" fmla="*/ 87 h 312"/>
                <a:gd name="T60" fmla="*/ 49 w 317"/>
                <a:gd name="T61" fmla="*/ 92 h 312"/>
                <a:gd name="T62" fmla="*/ 73 w 317"/>
                <a:gd name="T63" fmla="*/ 97 h 312"/>
                <a:gd name="T64" fmla="*/ 95 w 317"/>
                <a:gd name="T65" fmla="*/ 104 h 312"/>
                <a:gd name="T66" fmla="*/ 116 w 317"/>
                <a:gd name="T67" fmla="*/ 116 h 312"/>
                <a:gd name="T68" fmla="*/ 138 w 317"/>
                <a:gd name="T69" fmla="*/ 128 h 312"/>
                <a:gd name="T70" fmla="*/ 157 w 317"/>
                <a:gd name="T71" fmla="*/ 145 h 312"/>
                <a:gd name="T72" fmla="*/ 176 w 317"/>
                <a:gd name="T73" fmla="*/ 164 h 312"/>
                <a:gd name="T74" fmla="*/ 176 w 317"/>
                <a:gd name="T75" fmla="*/ 164 h 312"/>
                <a:gd name="T76" fmla="*/ 189 w 317"/>
                <a:gd name="T77" fmla="*/ 179 h 312"/>
                <a:gd name="T78" fmla="*/ 200 w 317"/>
                <a:gd name="T79" fmla="*/ 198 h 312"/>
                <a:gd name="T80" fmla="*/ 210 w 317"/>
                <a:gd name="T81" fmla="*/ 215 h 312"/>
                <a:gd name="T82" fmla="*/ 217 w 317"/>
                <a:gd name="T83" fmla="*/ 234 h 312"/>
                <a:gd name="T84" fmla="*/ 222 w 317"/>
                <a:gd name="T85" fmla="*/ 253 h 312"/>
                <a:gd name="T86" fmla="*/ 227 w 317"/>
                <a:gd name="T87" fmla="*/ 273 h 312"/>
                <a:gd name="T88" fmla="*/ 230 w 317"/>
                <a:gd name="T89" fmla="*/ 292 h 312"/>
                <a:gd name="T90" fmla="*/ 230 w 317"/>
                <a:gd name="T91" fmla="*/ 312 h 312"/>
                <a:gd name="T92" fmla="*/ 317 w 317"/>
                <a:gd name="T93" fmla="*/ 312 h 3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2">
                  <a:moveTo>
                    <a:pt x="317" y="312"/>
                  </a:moveTo>
                  <a:lnTo>
                    <a:pt x="317" y="312"/>
                  </a:lnTo>
                  <a:lnTo>
                    <a:pt x="316" y="284"/>
                  </a:lnTo>
                  <a:lnTo>
                    <a:pt x="313" y="257"/>
                  </a:lnTo>
                  <a:lnTo>
                    <a:pt x="307" y="230"/>
                  </a:lnTo>
                  <a:lnTo>
                    <a:pt x="299" y="203"/>
                  </a:lnTo>
                  <a:lnTo>
                    <a:pt x="289" y="178"/>
                  </a:lnTo>
                  <a:lnTo>
                    <a:pt x="275" y="152"/>
                  </a:lnTo>
                  <a:lnTo>
                    <a:pt x="259" y="128"/>
                  </a:lnTo>
                  <a:lnTo>
                    <a:pt x="242" y="106"/>
                  </a:lnTo>
                  <a:lnTo>
                    <a:pt x="242" y="106"/>
                  </a:lnTo>
                  <a:lnTo>
                    <a:pt x="230" y="93"/>
                  </a:lnTo>
                  <a:lnTo>
                    <a:pt x="217" y="80"/>
                  </a:lnTo>
                  <a:lnTo>
                    <a:pt x="204" y="69"/>
                  </a:lnTo>
                  <a:lnTo>
                    <a:pt x="190" y="59"/>
                  </a:lnTo>
                  <a:lnTo>
                    <a:pt x="176" y="49"/>
                  </a:lnTo>
                  <a:lnTo>
                    <a:pt x="160" y="41"/>
                  </a:lnTo>
                  <a:lnTo>
                    <a:pt x="146" y="32"/>
                  </a:lnTo>
                  <a:lnTo>
                    <a:pt x="131" y="25"/>
                  </a:lnTo>
                  <a:lnTo>
                    <a:pt x="115" y="19"/>
                  </a:lnTo>
                  <a:lnTo>
                    <a:pt x="99" y="14"/>
                  </a:lnTo>
                  <a:lnTo>
                    <a:pt x="82" y="10"/>
                  </a:lnTo>
                  <a:lnTo>
                    <a:pt x="67" y="5"/>
                  </a:lnTo>
                  <a:lnTo>
                    <a:pt x="50" y="2"/>
                  </a:lnTo>
                  <a:lnTo>
                    <a:pt x="33" y="1"/>
                  </a:lnTo>
                  <a:lnTo>
                    <a:pt x="17" y="0"/>
                  </a:lnTo>
                  <a:lnTo>
                    <a:pt x="0" y="0"/>
                  </a:lnTo>
                  <a:lnTo>
                    <a:pt x="0" y="87"/>
                  </a:lnTo>
                  <a:lnTo>
                    <a:pt x="0" y="87"/>
                  </a:lnTo>
                  <a:lnTo>
                    <a:pt x="24" y="87"/>
                  </a:lnTo>
                  <a:lnTo>
                    <a:pt x="49" y="92"/>
                  </a:lnTo>
                  <a:lnTo>
                    <a:pt x="73" y="97"/>
                  </a:lnTo>
                  <a:lnTo>
                    <a:pt x="95" y="104"/>
                  </a:lnTo>
                  <a:lnTo>
                    <a:pt x="116" y="116"/>
                  </a:lnTo>
                  <a:lnTo>
                    <a:pt x="138" y="128"/>
                  </a:lnTo>
                  <a:lnTo>
                    <a:pt x="157" y="145"/>
                  </a:lnTo>
                  <a:lnTo>
                    <a:pt x="176" y="164"/>
                  </a:lnTo>
                  <a:lnTo>
                    <a:pt x="176" y="164"/>
                  </a:lnTo>
                  <a:lnTo>
                    <a:pt x="189" y="179"/>
                  </a:lnTo>
                  <a:lnTo>
                    <a:pt x="200" y="198"/>
                  </a:lnTo>
                  <a:lnTo>
                    <a:pt x="210" y="215"/>
                  </a:lnTo>
                  <a:lnTo>
                    <a:pt x="217" y="234"/>
                  </a:lnTo>
                  <a:lnTo>
                    <a:pt x="222" y="253"/>
                  </a:lnTo>
                  <a:lnTo>
                    <a:pt x="227" y="273"/>
                  </a:lnTo>
                  <a:lnTo>
                    <a:pt x="230" y="292"/>
                  </a:lnTo>
                  <a:lnTo>
                    <a:pt x="230" y="312"/>
                  </a:lnTo>
                  <a:lnTo>
                    <a:pt x="317" y="312"/>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3" name="Freeform 11"/>
            <p:cNvSpPr/>
            <p:nvPr/>
          </p:nvSpPr>
          <p:spPr bwMode="auto">
            <a:xfrm>
              <a:off x="2308" y="746"/>
              <a:ext cx="309" cy="618"/>
            </a:xfrm>
            <a:custGeom>
              <a:avLst/>
              <a:gdLst>
                <a:gd name="T0" fmla="*/ 309 w 309"/>
                <a:gd name="T1" fmla="*/ 618 h 618"/>
                <a:gd name="T2" fmla="*/ 255 w 309"/>
                <a:gd name="T3" fmla="*/ 613 h 618"/>
                <a:gd name="T4" fmla="*/ 202 w 309"/>
                <a:gd name="T5" fmla="*/ 600 h 618"/>
                <a:gd name="T6" fmla="*/ 151 w 309"/>
                <a:gd name="T7" fmla="*/ 576 h 618"/>
                <a:gd name="T8" fmla="*/ 104 w 309"/>
                <a:gd name="T9" fmla="*/ 542 h 618"/>
                <a:gd name="T10" fmla="*/ 82 w 309"/>
                <a:gd name="T11" fmla="*/ 521 h 618"/>
                <a:gd name="T12" fmla="*/ 45 w 309"/>
                <a:gd name="T13" fmla="*/ 471 h 618"/>
                <a:gd name="T14" fmla="*/ 18 w 309"/>
                <a:gd name="T15" fmla="*/ 418 h 618"/>
                <a:gd name="T16" fmla="*/ 4 w 309"/>
                <a:gd name="T17" fmla="*/ 360 h 618"/>
                <a:gd name="T18" fmla="*/ 0 w 309"/>
                <a:gd name="T19" fmla="*/ 302 h 618"/>
                <a:gd name="T20" fmla="*/ 7 w 309"/>
                <a:gd name="T21" fmla="*/ 242 h 618"/>
                <a:gd name="T22" fmla="*/ 25 w 309"/>
                <a:gd name="T23" fmla="*/ 186 h 618"/>
                <a:gd name="T24" fmla="*/ 55 w 309"/>
                <a:gd name="T25" fmla="*/ 132 h 618"/>
                <a:gd name="T26" fmla="*/ 74 w 309"/>
                <a:gd name="T27" fmla="*/ 107 h 618"/>
                <a:gd name="T28" fmla="*/ 99 w 309"/>
                <a:gd name="T29" fmla="*/ 82 h 618"/>
                <a:gd name="T30" fmla="*/ 125 w 309"/>
                <a:gd name="T31" fmla="*/ 60 h 618"/>
                <a:gd name="T32" fmla="*/ 152 w 309"/>
                <a:gd name="T33" fmla="*/ 43 h 618"/>
                <a:gd name="T34" fmla="*/ 182 w 309"/>
                <a:gd name="T35" fmla="*/ 27 h 618"/>
                <a:gd name="T36" fmla="*/ 213 w 309"/>
                <a:gd name="T37" fmla="*/ 16 h 618"/>
                <a:gd name="T38" fmla="*/ 244 w 309"/>
                <a:gd name="T39" fmla="*/ 8 h 618"/>
                <a:gd name="T40" fmla="*/ 277 w 309"/>
                <a:gd name="T41" fmla="*/ 2 h 618"/>
                <a:gd name="T42" fmla="*/ 309 w 309"/>
                <a:gd name="T43" fmla="*/ 88 h 618"/>
                <a:gd name="T44" fmla="*/ 285 w 309"/>
                <a:gd name="T45" fmla="*/ 90 h 618"/>
                <a:gd name="T46" fmla="*/ 240 w 309"/>
                <a:gd name="T47" fmla="*/ 98 h 618"/>
                <a:gd name="T48" fmla="*/ 196 w 309"/>
                <a:gd name="T49" fmla="*/ 118 h 618"/>
                <a:gd name="T50" fmla="*/ 158 w 309"/>
                <a:gd name="T51" fmla="*/ 146 h 618"/>
                <a:gd name="T52" fmla="*/ 141 w 309"/>
                <a:gd name="T53" fmla="*/ 164 h 618"/>
                <a:gd name="T54" fmla="*/ 114 w 309"/>
                <a:gd name="T55" fmla="*/ 201 h 618"/>
                <a:gd name="T56" fmla="*/ 97 w 309"/>
                <a:gd name="T57" fmla="*/ 241 h 618"/>
                <a:gd name="T58" fmla="*/ 87 w 309"/>
                <a:gd name="T59" fmla="*/ 282 h 618"/>
                <a:gd name="T60" fmla="*/ 87 w 309"/>
                <a:gd name="T61" fmla="*/ 324 h 618"/>
                <a:gd name="T62" fmla="*/ 94 w 309"/>
                <a:gd name="T63" fmla="*/ 367 h 618"/>
                <a:gd name="T64" fmla="*/ 108 w 309"/>
                <a:gd name="T65" fmla="*/ 406 h 618"/>
                <a:gd name="T66" fmla="*/ 131 w 309"/>
                <a:gd name="T67" fmla="*/ 443 h 618"/>
                <a:gd name="T68" fmla="*/ 162 w 309"/>
                <a:gd name="T69" fmla="*/ 475 h 618"/>
                <a:gd name="T70" fmla="*/ 179 w 309"/>
                <a:gd name="T71" fmla="*/ 490 h 618"/>
                <a:gd name="T72" fmla="*/ 213 w 309"/>
                <a:gd name="T73" fmla="*/ 509 h 618"/>
                <a:gd name="T74" fmla="*/ 251 w 309"/>
                <a:gd name="T75" fmla="*/ 524 h 618"/>
                <a:gd name="T76" fmla="*/ 289 w 309"/>
                <a:gd name="T77" fmla="*/ 531 h 618"/>
                <a:gd name="T78" fmla="*/ 309 w 309"/>
                <a:gd name="T79" fmla="*/ 618 h 6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309" h="618">
                  <a:moveTo>
                    <a:pt x="309" y="618"/>
                  </a:moveTo>
                  <a:lnTo>
                    <a:pt x="309" y="618"/>
                  </a:lnTo>
                  <a:lnTo>
                    <a:pt x="282" y="617"/>
                  </a:lnTo>
                  <a:lnTo>
                    <a:pt x="255" y="613"/>
                  </a:lnTo>
                  <a:lnTo>
                    <a:pt x="229" y="607"/>
                  </a:lnTo>
                  <a:lnTo>
                    <a:pt x="202" y="600"/>
                  </a:lnTo>
                  <a:lnTo>
                    <a:pt x="176" y="589"/>
                  </a:lnTo>
                  <a:lnTo>
                    <a:pt x="151" y="576"/>
                  </a:lnTo>
                  <a:lnTo>
                    <a:pt x="127" y="560"/>
                  </a:lnTo>
                  <a:lnTo>
                    <a:pt x="104" y="542"/>
                  </a:lnTo>
                  <a:lnTo>
                    <a:pt x="104" y="542"/>
                  </a:lnTo>
                  <a:lnTo>
                    <a:pt x="82" y="521"/>
                  </a:lnTo>
                  <a:lnTo>
                    <a:pt x="62" y="497"/>
                  </a:lnTo>
                  <a:lnTo>
                    <a:pt x="45" y="471"/>
                  </a:lnTo>
                  <a:lnTo>
                    <a:pt x="31" y="444"/>
                  </a:lnTo>
                  <a:lnTo>
                    <a:pt x="18" y="418"/>
                  </a:lnTo>
                  <a:lnTo>
                    <a:pt x="9" y="389"/>
                  </a:lnTo>
                  <a:lnTo>
                    <a:pt x="4" y="360"/>
                  </a:lnTo>
                  <a:lnTo>
                    <a:pt x="0" y="330"/>
                  </a:lnTo>
                  <a:lnTo>
                    <a:pt x="0" y="302"/>
                  </a:lnTo>
                  <a:lnTo>
                    <a:pt x="1" y="272"/>
                  </a:lnTo>
                  <a:lnTo>
                    <a:pt x="7" y="242"/>
                  </a:lnTo>
                  <a:lnTo>
                    <a:pt x="14" y="213"/>
                  </a:lnTo>
                  <a:lnTo>
                    <a:pt x="25" y="186"/>
                  </a:lnTo>
                  <a:lnTo>
                    <a:pt x="39" y="157"/>
                  </a:lnTo>
                  <a:lnTo>
                    <a:pt x="55" y="132"/>
                  </a:lnTo>
                  <a:lnTo>
                    <a:pt x="74" y="107"/>
                  </a:lnTo>
                  <a:lnTo>
                    <a:pt x="74" y="107"/>
                  </a:lnTo>
                  <a:lnTo>
                    <a:pt x="86" y="94"/>
                  </a:lnTo>
                  <a:lnTo>
                    <a:pt x="99" y="82"/>
                  </a:lnTo>
                  <a:lnTo>
                    <a:pt x="111" y="71"/>
                  </a:lnTo>
                  <a:lnTo>
                    <a:pt x="125" y="60"/>
                  </a:lnTo>
                  <a:lnTo>
                    <a:pt x="138" y="51"/>
                  </a:lnTo>
                  <a:lnTo>
                    <a:pt x="152" y="43"/>
                  </a:lnTo>
                  <a:lnTo>
                    <a:pt x="168" y="34"/>
                  </a:lnTo>
                  <a:lnTo>
                    <a:pt x="182" y="27"/>
                  </a:lnTo>
                  <a:lnTo>
                    <a:pt x="197" y="22"/>
                  </a:lnTo>
                  <a:lnTo>
                    <a:pt x="213" y="16"/>
                  </a:lnTo>
                  <a:lnTo>
                    <a:pt x="229" y="12"/>
                  </a:lnTo>
                  <a:lnTo>
                    <a:pt x="244" y="8"/>
                  </a:lnTo>
                  <a:lnTo>
                    <a:pt x="261" y="5"/>
                  </a:lnTo>
                  <a:lnTo>
                    <a:pt x="277" y="2"/>
                  </a:lnTo>
                  <a:lnTo>
                    <a:pt x="309" y="0"/>
                  </a:lnTo>
                  <a:lnTo>
                    <a:pt x="309" y="88"/>
                  </a:lnTo>
                  <a:lnTo>
                    <a:pt x="309" y="88"/>
                  </a:lnTo>
                  <a:lnTo>
                    <a:pt x="285" y="90"/>
                  </a:lnTo>
                  <a:lnTo>
                    <a:pt x="263" y="92"/>
                  </a:lnTo>
                  <a:lnTo>
                    <a:pt x="240" y="98"/>
                  </a:lnTo>
                  <a:lnTo>
                    <a:pt x="217" y="107"/>
                  </a:lnTo>
                  <a:lnTo>
                    <a:pt x="196" y="118"/>
                  </a:lnTo>
                  <a:lnTo>
                    <a:pt x="176" y="131"/>
                  </a:lnTo>
                  <a:lnTo>
                    <a:pt x="158" y="146"/>
                  </a:lnTo>
                  <a:lnTo>
                    <a:pt x="141" y="164"/>
                  </a:lnTo>
                  <a:lnTo>
                    <a:pt x="141" y="164"/>
                  </a:lnTo>
                  <a:lnTo>
                    <a:pt x="127" y="181"/>
                  </a:lnTo>
                  <a:lnTo>
                    <a:pt x="114" y="201"/>
                  </a:lnTo>
                  <a:lnTo>
                    <a:pt x="104" y="220"/>
                  </a:lnTo>
                  <a:lnTo>
                    <a:pt x="97" y="241"/>
                  </a:lnTo>
                  <a:lnTo>
                    <a:pt x="91" y="261"/>
                  </a:lnTo>
                  <a:lnTo>
                    <a:pt x="87" y="282"/>
                  </a:lnTo>
                  <a:lnTo>
                    <a:pt x="86" y="303"/>
                  </a:lnTo>
                  <a:lnTo>
                    <a:pt x="87" y="324"/>
                  </a:lnTo>
                  <a:lnTo>
                    <a:pt x="89" y="345"/>
                  </a:lnTo>
                  <a:lnTo>
                    <a:pt x="94" y="367"/>
                  </a:lnTo>
                  <a:lnTo>
                    <a:pt x="100" y="386"/>
                  </a:lnTo>
                  <a:lnTo>
                    <a:pt x="108" y="406"/>
                  </a:lnTo>
                  <a:lnTo>
                    <a:pt x="120" y="426"/>
                  </a:lnTo>
                  <a:lnTo>
                    <a:pt x="131" y="443"/>
                  </a:lnTo>
                  <a:lnTo>
                    <a:pt x="145" y="460"/>
                  </a:lnTo>
                  <a:lnTo>
                    <a:pt x="162" y="475"/>
                  </a:lnTo>
                  <a:lnTo>
                    <a:pt x="162" y="475"/>
                  </a:lnTo>
                  <a:lnTo>
                    <a:pt x="179" y="490"/>
                  </a:lnTo>
                  <a:lnTo>
                    <a:pt x="196" y="501"/>
                  </a:lnTo>
                  <a:lnTo>
                    <a:pt x="213" y="509"/>
                  </a:lnTo>
                  <a:lnTo>
                    <a:pt x="231" y="518"/>
                  </a:lnTo>
                  <a:lnTo>
                    <a:pt x="251" y="524"/>
                  </a:lnTo>
                  <a:lnTo>
                    <a:pt x="270" y="528"/>
                  </a:lnTo>
                  <a:lnTo>
                    <a:pt x="289" y="531"/>
                  </a:lnTo>
                  <a:lnTo>
                    <a:pt x="309" y="531"/>
                  </a:lnTo>
                  <a:lnTo>
                    <a:pt x="309" y="618"/>
                  </a:lnTo>
                  <a:close/>
                </a:path>
              </a:pathLst>
            </a:custGeom>
            <a:solidFill>
              <a:srgbClr val="58110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4" name="Freeform 12"/>
            <p:cNvSpPr/>
            <p:nvPr/>
          </p:nvSpPr>
          <p:spPr bwMode="auto">
            <a:xfrm>
              <a:off x="2117" y="6"/>
              <a:ext cx="316" cy="311"/>
            </a:xfrm>
            <a:custGeom>
              <a:avLst/>
              <a:gdLst>
                <a:gd name="T0" fmla="*/ 316 w 316"/>
                <a:gd name="T1" fmla="*/ 0 h 311"/>
                <a:gd name="T2" fmla="*/ 316 w 316"/>
                <a:gd name="T3" fmla="*/ 0 h 311"/>
                <a:gd name="T4" fmla="*/ 316 w 316"/>
                <a:gd name="T5" fmla="*/ 27 h 311"/>
                <a:gd name="T6" fmla="*/ 312 w 316"/>
                <a:gd name="T7" fmla="*/ 53 h 311"/>
                <a:gd name="T8" fmla="*/ 306 w 316"/>
                <a:gd name="T9" fmla="*/ 82 h 311"/>
                <a:gd name="T10" fmla="*/ 298 w 316"/>
                <a:gd name="T11" fmla="*/ 107 h 311"/>
                <a:gd name="T12" fmla="*/ 288 w 316"/>
                <a:gd name="T13" fmla="*/ 134 h 311"/>
                <a:gd name="T14" fmla="*/ 275 w 316"/>
                <a:gd name="T15" fmla="*/ 158 h 311"/>
                <a:gd name="T16" fmla="*/ 260 w 316"/>
                <a:gd name="T17" fmla="*/ 182 h 311"/>
                <a:gd name="T18" fmla="*/ 241 w 316"/>
                <a:gd name="T19" fmla="*/ 206 h 311"/>
                <a:gd name="T20" fmla="*/ 241 w 316"/>
                <a:gd name="T21" fmla="*/ 206 h 311"/>
                <a:gd name="T22" fmla="*/ 229 w 316"/>
                <a:gd name="T23" fmla="*/ 219 h 311"/>
                <a:gd name="T24" fmla="*/ 216 w 316"/>
                <a:gd name="T25" fmla="*/ 232 h 311"/>
                <a:gd name="T26" fmla="*/ 203 w 316"/>
                <a:gd name="T27" fmla="*/ 243 h 311"/>
                <a:gd name="T28" fmla="*/ 189 w 316"/>
                <a:gd name="T29" fmla="*/ 253 h 311"/>
                <a:gd name="T30" fmla="*/ 175 w 316"/>
                <a:gd name="T31" fmla="*/ 263 h 311"/>
                <a:gd name="T32" fmla="*/ 161 w 316"/>
                <a:gd name="T33" fmla="*/ 271 h 311"/>
                <a:gd name="T34" fmla="*/ 145 w 316"/>
                <a:gd name="T35" fmla="*/ 280 h 311"/>
                <a:gd name="T36" fmla="*/ 130 w 316"/>
                <a:gd name="T37" fmla="*/ 287 h 311"/>
                <a:gd name="T38" fmla="*/ 114 w 316"/>
                <a:gd name="T39" fmla="*/ 292 h 311"/>
                <a:gd name="T40" fmla="*/ 99 w 316"/>
                <a:gd name="T41" fmla="*/ 298 h 311"/>
                <a:gd name="T42" fmla="*/ 83 w 316"/>
                <a:gd name="T43" fmla="*/ 302 h 311"/>
                <a:gd name="T44" fmla="*/ 66 w 316"/>
                <a:gd name="T45" fmla="*/ 305 h 311"/>
                <a:gd name="T46" fmla="*/ 49 w 316"/>
                <a:gd name="T47" fmla="*/ 308 h 311"/>
                <a:gd name="T48" fmla="*/ 34 w 316"/>
                <a:gd name="T49" fmla="*/ 311 h 311"/>
                <a:gd name="T50" fmla="*/ 17 w 316"/>
                <a:gd name="T51" fmla="*/ 311 h 311"/>
                <a:gd name="T52" fmla="*/ 0 w 316"/>
                <a:gd name="T53" fmla="*/ 311 h 311"/>
                <a:gd name="T54" fmla="*/ 0 w 316"/>
                <a:gd name="T55" fmla="*/ 224 h 311"/>
                <a:gd name="T56" fmla="*/ 0 w 316"/>
                <a:gd name="T57" fmla="*/ 224 h 311"/>
                <a:gd name="T58" fmla="*/ 24 w 316"/>
                <a:gd name="T59" fmla="*/ 223 h 311"/>
                <a:gd name="T60" fmla="*/ 48 w 316"/>
                <a:gd name="T61" fmla="*/ 220 h 311"/>
                <a:gd name="T62" fmla="*/ 72 w 316"/>
                <a:gd name="T63" fmla="*/ 215 h 311"/>
                <a:gd name="T64" fmla="*/ 94 w 316"/>
                <a:gd name="T65" fmla="*/ 206 h 311"/>
                <a:gd name="T66" fmla="*/ 117 w 316"/>
                <a:gd name="T67" fmla="*/ 196 h 311"/>
                <a:gd name="T68" fmla="*/ 138 w 316"/>
                <a:gd name="T69" fmla="*/ 182 h 311"/>
                <a:gd name="T70" fmla="*/ 157 w 316"/>
                <a:gd name="T71" fmla="*/ 166 h 311"/>
                <a:gd name="T72" fmla="*/ 175 w 316"/>
                <a:gd name="T73" fmla="*/ 148 h 311"/>
                <a:gd name="T74" fmla="*/ 175 w 316"/>
                <a:gd name="T75" fmla="*/ 148 h 311"/>
                <a:gd name="T76" fmla="*/ 188 w 316"/>
                <a:gd name="T77" fmla="*/ 131 h 311"/>
                <a:gd name="T78" fmla="*/ 199 w 316"/>
                <a:gd name="T79" fmla="*/ 114 h 311"/>
                <a:gd name="T80" fmla="*/ 209 w 316"/>
                <a:gd name="T81" fmla="*/ 96 h 311"/>
                <a:gd name="T82" fmla="*/ 217 w 316"/>
                <a:gd name="T83" fmla="*/ 77 h 311"/>
                <a:gd name="T84" fmla="*/ 223 w 316"/>
                <a:gd name="T85" fmla="*/ 58 h 311"/>
                <a:gd name="T86" fmla="*/ 227 w 316"/>
                <a:gd name="T87" fmla="*/ 39 h 311"/>
                <a:gd name="T88" fmla="*/ 229 w 316"/>
                <a:gd name="T89" fmla="*/ 19 h 311"/>
                <a:gd name="T90" fmla="*/ 229 w 316"/>
                <a:gd name="T91" fmla="*/ 0 h 311"/>
                <a:gd name="T92" fmla="*/ 316 w 316"/>
                <a:gd name="T93" fmla="*/ 0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6" h="311">
                  <a:moveTo>
                    <a:pt x="316" y="0"/>
                  </a:moveTo>
                  <a:lnTo>
                    <a:pt x="316" y="0"/>
                  </a:lnTo>
                  <a:lnTo>
                    <a:pt x="316" y="27"/>
                  </a:lnTo>
                  <a:lnTo>
                    <a:pt x="312" y="53"/>
                  </a:lnTo>
                  <a:lnTo>
                    <a:pt x="306" y="82"/>
                  </a:lnTo>
                  <a:lnTo>
                    <a:pt x="298" y="107"/>
                  </a:lnTo>
                  <a:lnTo>
                    <a:pt x="288" y="134"/>
                  </a:lnTo>
                  <a:lnTo>
                    <a:pt x="275" y="158"/>
                  </a:lnTo>
                  <a:lnTo>
                    <a:pt x="260" y="182"/>
                  </a:lnTo>
                  <a:lnTo>
                    <a:pt x="241" y="206"/>
                  </a:lnTo>
                  <a:lnTo>
                    <a:pt x="241" y="206"/>
                  </a:lnTo>
                  <a:lnTo>
                    <a:pt x="229" y="219"/>
                  </a:lnTo>
                  <a:lnTo>
                    <a:pt x="216" y="232"/>
                  </a:lnTo>
                  <a:lnTo>
                    <a:pt x="203" y="243"/>
                  </a:lnTo>
                  <a:lnTo>
                    <a:pt x="189" y="253"/>
                  </a:lnTo>
                  <a:lnTo>
                    <a:pt x="175" y="263"/>
                  </a:lnTo>
                  <a:lnTo>
                    <a:pt x="161" y="271"/>
                  </a:lnTo>
                  <a:lnTo>
                    <a:pt x="145" y="280"/>
                  </a:lnTo>
                  <a:lnTo>
                    <a:pt x="130" y="287"/>
                  </a:lnTo>
                  <a:lnTo>
                    <a:pt x="114" y="292"/>
                  </a:lnTo>
                  <a:lnTo>
                    <a:pt x="99" y="298"/>
                  </a:lnTo>
                  <a:lnTo>
                    <a:pt x="83" y="302"/>
                  </a:lnTo>
                  <a:lnTo>
                    <a:pt x="66" y="305"/>
                  </a:lnTo>
                  <a:lnTo>
                    <a:pt x="49" y="308"/>
                  </a:lnTo>
                  <a:lnTo>
                    <a:pt x="34" y="311"/>
                  </a:lnTo>
                  <a:lnTo>
                    <a:pt x="17" y="311"/>
                  </a:lnTo>
                  <a:lnTo>
                    <a:pt x="0" y="311"/>
                  </a:lnTo>
                  <a:lnTo>
                    <a:pt x="0" y="224"/>
                  </a:lnTo>
                  <a:lnTo>
                    <a:pt x="0" y="224"/>
                  </a:lnTo>
                  <a:lnTo>
                    <a:pt x="24" y="223"/>
                  </a:lnTo>
                  <a:lnTo>
                    <a:pt x="48" y="220"/>
                  </a:lnTo>
                  <a:lnTo>
                    <a:pt x="72" y="215"/>
                  </a:lnTo>
                  <a:lnTo>
                    <a:pt x="94" y="206"/>
                  </a:lnTo>
                  <a:lnTo>
                    <a:pt x="117" y="196"/>
                  </a:lnTo>
                  <a:lnTo>
                    <a:pt x="138" y="182"/>
                  </a:lnTo>
                  <a:lnTo>
                    <a:pt x="157" y="166"/>
                  </a:lnTo>
                  <a:lnTo>
                    <a:pt x="175" y="148"/>
                  </a:lnTo>
                  <a:lnTo>
                    <a:pt x="175" y="148"/>
                  </a:lnTo>
                  <a:lnTo>
                    <a:pt x="188" y="131"/>
                  </a:lnTo>
                  <a:lnTo>
                    <a:pt x="199" y="114"/>
                  </a:lnTo>
                  <a:lnTo>
                    <a:pt x="209" y="96"/>
                  </a:lnTo>
                  <a:lnTo>
                    <a:pt x="217" y="77"/>
                  </a:lnTo>
                  <a:lnTo>
                    <a:pt x="223" y="58"/>
                  </a:lnTo>
                  <a:lnTo>
                    <a:pt x="227" y="39"/>
                  </a:lnTo>
                  <a:lnTo>
                    <a:pt x="229" y="19"/>
                  </a:lnTo>
                  <a:lnTo>
                    <a:pt x="229" y="0"/>
                  </a:lnTo>
                  <a:lnTo>
                    <a:pt x="316" y="0"/>
                  </a:lnTo>
                  <a:close/>
                </a:path>
              </a:pathLst>
            </a:custGeom>
            <a:solidFill>
              <a:srgbClr val="58110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5" name="Freeform 13"/>
            <p:cNvSpPr/>
            <p:nvPr/>
          </p:nvSpPr>
          <p:spPr bwMode="auto">
            <a:xfrm>
              <a:off x="1793" y="232"/>
              <a:ext cx="616" cy="616"/>
            </a:xfrm>
            <a:custGeom>
              <a:avLst/>
              <a:gdLst>
                <a:gd name="T0" fmla="*/ 541 w 616"/>
                <a:gd name="T1" fmla="*/ 510 h 616"/>
                <a:gd name="T2" fmla="*/ 496 w 616"/>
                <a:gd name="T3" fmla="*/ 553 h 616"/>
                <a:gd name="T4" fmla="*/ 444 w 616"/>
                <a:gd name="T5" fmla="*/ 585 h 616"/>
                <a:gd name="T6" fmla="*/ 389 w 616"/>
                <a:gd name="T7" fmla="*/ 606 h 616"/>
                <a:gd name="T8" fmla="*/ 329 w 616"/>
                <a:gd name="T9" fmla="*/ 615 h 616"/>
                <a:gd name="T10" fmla="*/ 270 w 616"/>
                <a:gd name="T11" fmla="*/ 613 h 616"/>
                <a:gd name="T12" fmla="*/ 212 w 616"/>
                <a:gd name="T13" fmla="*/ 601 h 616"/>
                <a:gd name="T14" fmla="*/ 157 w 616"/>
                <a:gd name="T15" fmla="*/ 577 h 616"/>
                <a:gd name="T16" fmla="*/ 106 w 616"/>
                <a:gd name="T17" fmla="*/ 540 h 616"/>
                <a:gd name="T18" fmla="*/ 83 w 616"/>
                <a:gd name="T19" fmla="*/ 519 h 616"/>
                <a:gd name="T20" fmla="*/ 45 w 616"/>
                <a:gd name="T21" fmla="*/ 469 h 616"/>
                <a:gd name="T22" fmla="*/ 20 w 616"/>
                <a:gd name="T23" fmla="*/ 416 h 616"/>
                <a:gd name="T24" fmla="*/ 4 w 616"/>
                <a:gd name="T25" fmla="*/ 359 h 616"/>
                <a:gd name="T26" fmla="*/ 0 w 616"/>
                <a:gd name="T27" fmla="*/ 300 h 616"/>
                <a:gd name="T28" fmla="*/ 7 w 616"/>
                <a:gd name="T29" fmla="*/ 240 h 616"/>
                <a:gd name="T30" fmla="*/ 25 w 616"/>
                <a:gd name="T31" fmla="*/ 184 h 616"/>
                <a:gd name="T32" fmla="*/ 56 w 616"/>
                <a:gd name="T33" fmla="*/ 130 h 616"/>
                <a:gd name="T34" fmla="*/ 76 w 616"/>
                <a:gd name="T35" fmla="*/ 106 h 616"/>
                <a:gd name="T36" fmla="*/ 100 w 616"/>
                <a:gd name="T37" fmla="*/ 80 h 616"/>
                <a:gd name="T38" fmla="*/ 126 w 616"/>
                <a:gd name="T39" fmla="*/ 59 h 616"/>
                <a:gd name="T40" fmla="*/ 154 w 616"/>
                <a:gd name="T41" fmla="*/ 41 h 616"/>
                <a:gd name="T42" fmla="*/ 184 w 616"/>
                <a:gd name="T43" fmla="*/ 25 h 616"/>
                <a:gd name="T44" fmla="*/ 215 w 616"/>
                <a:gd name="T45" fmla="*/ 14 h 616"/>
                <a:gd name="T46" fmla="*/ 246 w 616"/>
                <a:gd name="T47" fmla="*/ 6 h 616"/>
                <a:gd name="T48" fmla="*/ 278 w 616"/>
                <a:gd name="T49" fmla="*/ 1 h 616"/>
                <a:gd name="T50" fmla="*/ 310 w 616"/>
                <a:gd name="T51" fmla="*/ 0 h 616"/>
                <a:gd name="T52" fmla="*/ 310 w 616"/>
                <a:gd name="T53" fmla="*/ 86 h 616"/>
                <a:gd name="T54" fmla="*/ 264 w 616"/>
                <a:gd name="T55" fmla="*/ 92 h 616"/>
                <a:gd name="T56" fmla="*/ 219 w 616"/>
                <a:gd name="T57" fmla="*/ 106 h 616"/>
                <a:gd name="T58" fmla="*/ 178 w 616"/>
                <a:gd name="T59" fmla="*/ 130 h 616"/>
                <a:gd name="T60" fmla="*/ 141 w 616"/>
                <a:gd name="T61" fmla="*/ 162 h 616"/>
                <a:gd name="T62" fmla="*/ 127 w 616"/>
                <a:gd name="T63" fmla="*/ 181 h 616"/>
                <a:gd name="T64" fmla="*/ 106 w 616"/>
                <a:gd name="T65" fmla="*/ 219 h 616"/>
                <a:gd name="T66" fmla="*/ 93 w 616"/>
                <a:gd name="T67" fmla="*/ 260 h 616"/>
                <a:gd name="T68" fmla="*/ 88 w 616"/>
                <a:gd name="T69" fmla="*/ 302 h 616"/>
                <a:gd name="T70" fmla="*/ 90 w 616"/>
                <a:gd name="T71" fmla="*/ 345 h 616"/>
                <a:gd name="T72" fmla="*/ 102 w 616"/>
                <a:gd name="T73" fmla="*/ 386 h 616"/>
                <a:gd name="T74" fmla="*/ 120 w 616"/>
                <a:gd name="T75" fmla="*/ 424 h 616"/>
                <a:gd name="T76" fmla="*/ 147 w 616"/>
                <a:gd name="T77" fmla="*/ 459 h 616"/>
                <a:gd name="T78" fmla="*/ 164 w 616"/>
                <a:gd name="T79" fmla="*/ 475 h 616"/>
                <a:gd name="T80" fmla="*/ 199 w 616"/>
                <a:gd name="T81" fmla="*/ 500 h 616"/>
                <a:gd name="T82" fmla="*/ 239 w 616"/>
                <a:gd name="T83" fmla="*/ 519 h 616"/>
                <a:gd name="T84" fmla="*/ 281 w 616"/>
                <a:gd name="T85" fmla="*/ 527 h 616"/>
                <a:gd name="T86" fmla="*/ 324 w 616"/>
                <a:gd name="T87" fmla="*/ 529 h 616"/>
                <a:gd name="T88" fmla="*/ 366 w 616"/>
                <a:gd name="T89" fmla="*/ 522 h 616"/>
                <a:gd name="T90" fmla="*/ 406 w 616"/>
                <a:gd name="T91" fmla="*/ 506 h 616"/>
                <a:gd name="T92" fmla="*/ 442 w 616"/>
                <a:gd name="T93" fmla="*/ 483 h 616"/>
                <a:gd name="T94" fmla="*/ 475 w 616"/>
                <a:gd name="T95" fmla="*/ 454 h 616"/>
                <a:gd name="T96" fmla="*/ 488 w 616"/>
                <a:gd name="T97" fmla="*/ 437 h 616"/>
                <a:gd name="T98" fmla="*/ 509 w 616"/>
                <a:gd name="T99" fmla="*/ 403 h 616"/>
                <a:gd name="T100" fmla="*/ 522 w 616"/>
                <a:gd name="T101" fmla="*/ 366 h 616"/>
                <a:gd name="T102" fmla="*/ 529 w 616"/>
                <a:gd name="T103" fmla="*/ 329 h 616"/>
                <a:gd name="T104" fmla="*/ 616 w 616"/>
                <a:gd name="T105" fmla="*/ 309 h 616"/>
                <a:gd name="T106" fmla="*/ 615 w 616"/>
                <a:gd name="T107" fmla="*/ 336 h 616"/>
                <a:gd name="T108" fmla="*/ 606 w 616"/>
                <a:gd name="T109" fmla="*/ 389 h 616"/>
                <a:gd name="T110" fmla="*/ 587 w 616"/>
                <a:gd name="T111" fmla="*/ 441 h 616"/>
                <a:gd name="T112" fmla="*/ 558 w 616"/>
                <a:gd name="T113" fmla="*/ 488 h 616"/>
                <a:gd name="T114" fmla="*/ 541 w 616"/>
                <a:gd name="T115" fmla="*/ 510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16" h="616">
                  <a:moveTo>
                    <a:pt x="541" y="510"/>
                  </a:moveTo>
                  <a:lnTo>
                    <a:pt x="541" y="510"/>
                  </a:lnTo>
                  <a:lnTo>
                    <a:pt x="519" y="533"/>
                  </a:lnTo>
                  <a:lnTo>
                    <a:pt x="496" y="553"/>
                  </a:lnTo>
                  <a:lnTo>
                    <a:pt x="471" y="571"/>
                  </a:lnTo>
                  <a:lnTo>
                    <a:pt x="444" y="585"/>
                  </a:lnTo>
                  <a:lnTo>
                    <a:pt x="417" y="596"/>
                  </a:lnTo>
                  <a:lnTo>
                    <a:pt x="389" y="606"/>
                  </a:lnTo>
                  <a:lnTo>
                    <a:pt x="359" y="612"/>
                  </a:lnTo>
                  <a:lnTo>
                    <a:pt x="329" y="615"/>
                  </a:lnTo>
                  <a:lnTo>
                    <a:pt x="300" y="616"/>
                  </a:lnTo>
                  <a:lnTo>
                    <a:pt x="270" y="613"/>
                  </a:lnTo>
                  <a:lnTo>
                    <a:pt x="242" y="609"/>
                  </a:lnTo>
                  <a:lnTo>
                    <a:pt x="212" y="601"/>
                  </a:lnTo>
                  <a:lnTo>
                    <a:pt x="184" y="591"/>
                  </a:lnTo>
                  <a:lnTo>
                    <a:pt x="157" y="577"/>
                  </a:lnTo>
                  <a:lnTo>
                    <a:pt x="130" y="560"/>
                  </a:lnTo>
                  <a:lnTo>
                    <a:pt x="106" y="540"/>
                  </a:lnTo>
                  <a:lnTo>
                    <a:pt x="106" y="540"/>
                  </a:lnTo>
                  <a:lnTo>
                    <a:pt x="83" y="519"/>
                  </a:lnTo>
                  <a:lnTo>
                    <a:pt x="64" y="495"/>
                  </a:lnTo>
                  <a:lnTo>
                    <a:pt x="45" y="469"/>
                  </a:lnTo>
                  <a:lnTo>
                    <a:pt x="31" y="444"/>
                  </a:lnTo>
                  <a:lnTo>
                    <a:pt x="20" y="416"/>
                  </a:lnTo>
                  <a:lnTo>
                    <a:pt x="10" y="387"/>
                  </a:lnTo>
                  <a:lnTo>
                    <a:pt x="4" y="359"/>
                  </a:lnTo>
                  <a:lnTo>
                    <a:pt x="1" y="329"/>
                  </a:lnTo>
                  <a:lnTo>
                    <a:pt x="0" y="300"/>
                  </a:lnTo>
                  <a:lnTo>
                    <a:pt x="3" y="270"/>
                  </a:lnTo>
                  <a:lnTo>
                    <a:pt x="7" y="240"/>
                  </a:lnTo>
                  <a:lnTo>
                    <a:pt x="15" y="212"/>
                  </a:lnTo>
                  <a:lnTo>
                    <a:pt x="25" y="184"/>
                  </a:lnTo>
                  <a:lnTo>
                    <a:pt x="39" y="157"/>
                  </a:lnTo>
                  <a:lnTo>
                    <a:pt x="56" y="130"/>
                  </a:lnTo>
                  <a:lnTo>
                    <a:pt x="76" y="106"/>
                  </a:lnTo>
                  <a:lnTo>
                    <a:pt x="76" y="106"/>
                  </a:lnTo>
                  <a:lnTo>
                    <a:pt x="88" y="93"/>
                  </a:lnTo>
                  <a:lnTo>
                    <a:pt x="100" y="80"/>
                  </a:lnTo>
                  <a:lnTo>
                    <a:pt x="113" y="69"/>
                  </a:lnTo>
                  <a:lnTo>
                    <a:pt x="126" y="59"/>
                  </a:lnTo>
                  <a:lnTo>
                    <a:pt x="140" y="49"/>
                  </a:lnTo>
                  <a:lnTo>
                    <a:pt x="154" y="41"/>
                  </a:lnTo>
                  <a:lnTo>
                    <a:pt x="168" y="32"/>
                  </a:lnTo>
                  <a:lnTo>
                    <a:pt x="184" y="25"/>
                  </a:lnTo>
                  <a:lnTo>
                    <a:pt x="199" y="20"/>
                  </a:lnTo>
                  <a:lnTo>
                    <a:pt x="215" y="14"/>
                  </a:lnTo>
                  <a:lnTo>
                    <a:pt x="230" y="10"/>
                  </a:lnTo>
                  <a:lnTo>
                    <a:pt x="246" y="6"/>
                  </a:lnTo>
                  <a:lnTo>
                    <a:pt x="261" y="3"/>
                  </a:lnTo>
                  <a:lnTo>
                    <a:pt x="278" y="1"/>
                  </a:lnTo>
                  <a:lnTo>
                    <a:pt x="294" y="0"/>
                  </a:lnTo>
                  <a:lnTo>
                    <a:pt x="310" y="0"/>
                  </a:lnTo>
                  <a:lnTo>
                    <a:pt x="310" y="86"/>
                  </a:lnTo>
                  <a:lnTo>
                    <a:pt x="310" y="86"/>
                  </a:lnTo>
                  <a:lnTo>
                    <a:pt x="287" y="88"/>
                  </a:lnTo>
                  <a:lnTo>
                    <a:pt x="264" y="92"/>
                  </a:lnTo>
                  <a:lnTo>
                    <a:pt x="242" y="97"/>
                  </a:lnTo>
                  <a:lnTo>
                    <a:pt x="219" y="106"/>
                  </a:lnTo>
                  <a:lnTo>
                    <a:pt x="198" y="116"/>
                  </a:lnTo>
                  <a:lnTo>
                    <a:pt x="178" y="130"/>
                  </a:lnTo>
                  <a:lnTo>
                    <a:pt x="160" y="145"/>
                  </a:lnTo>
                  <a:lnTo>
                    <a:pt x="141" y="162"/>
                  </a:lnTo>
                  <a:lnTo>
                    <a:pt x="141" y="162"/>
                  </a:lnTo>
                  <a:lnTo>
                    <a:pt x="127" y="181"/>
                  </a:lnTo>
                  <a:lnTo>
                    <a:pt x="116" y="199"/>
                  </a:lnTo>
                  <a:lnTo>
                    <a:pt x="106" y="219"/>
                  </a:lnTo>
                  <a:lnTo>
                    <a:pt x="99" y="239"/>
                  </a:lnTo>
                  <a:lnTo>
                    <a:pt x="93" y="260"/>
                  </a:lnTo>
                  <a:lnTo>
                    <a:pt x="89" y="281"/>
                  </a:lnTo>
                  <a:lnTo>
                    <a:pt x="88" y="302"/>
                  </a:lnTo>
                  <a:lnTo>
                    <a:pt x="88" y="324"/>
                  </a:lnTo>
                  <a:lnTo>
                    <a:pt x="90" y="345"/>
                  </a:lnTo>
                  <a:lnTo>
                    <a:pt x="95" y="365"/>
                  </a:lnTo>
                  <a:lnTo>
                    <a:pt x="102" y="386"/>
                  </a:lnTo>
                  <a:lnTo>
                    <a:pt x="110" y="406"/>
                  </a:lnTo>
                  <a:lnTo>
                    <a:pt x="120" y="424"/>
                  </a:lnTo>
                  <a:lnTo>
                    <a:pt x="133" y="442"/>
                  </a:lnTo>
                  <a:lnTo>
                    <a:pt x="147" y="459"/>
                  </a:lnTo>
                  <a:lnTo>
                    <a:pt x="164" y="475"/>
                  </a:lnTo>
                  <a:lnTo>
                    <a:pt x="164" y="475"/>
                  </a:lnTo>
                  <a:lnTo>
                    <a:pt x="181" y="489"/>
                  </a:lnTo>
                  <a:lnTo>
                    <a:pt x="199" y="500"/>
                  </a:lnTo>
                  <a:lnTo>
                    <a:pt x="219" y="510"/>
                  </a:lnTo>
                  <a:lnTo>
                    <a:pt x="239" y="519"/>
                  </a:lnTo>
                  <a:lnTo>
                    <a:pt x="260" y="524"/>
                  </a:lnTo>
                  <a:lnTo>
                    <a:pt x="281" y="527"/>
                  </a:lnTo>
                  <a:lnTo>
                    <a:pt x="302" y="529"/>
                  </a:lnTo>
                  <a:lnTo>
                    <a:pt x="324" y="529"/>
                  </a:lnTo>
                  <a:lnTo>
                    <a:pt x="345" y="526"/>
                  </a:lnTo>
                  <a:lnTo>
                    <a:pt x="366" y="522"/>
                  </a:lnTo>
                  <a:lnTo>
                    <a:pt x="386" y="514"/>
                  </a:lnTo>
                  <a:lnTo>
                    <a:pt x="406" y="506"/>
                  </a:lnTo>
                  <a:lnTo>
                    <a:pt x="424" y="496"/>
                  </a:lnTo>
                  <a:lnTo>
                    <a:pt x="442" y="483"/>
                  </a:lnTo>
                  <a:lnTo>
                    <a:pt x="459" y="469"/>
                  </a:lnTo>
                  <a:lnTo>
                    <a:pt x="475" y="454"/>
                  </a:lnTo>
                  <a:lnTo>
                    <a:pt x="475" y="454"/>
                  </a:lnTo>
                  <a:lnTo>
                    <a:pt x="488" y="437"/>
                  </a:lnTo>
                  <a:lnTo>
                    <a:pt x="499" y="420"/>
                  </a:lnTo>
                  <a:lnTo>
                    <a:pt x="509" y="403"/>
                  </a:lnTo>
                  <a:lnTo>
                    <a:pt x="516" y="384"/>
                  </a:lnTo>
                  <a:lnTo>
                    <a:pt x="522" y="366"/>
                  </a:lnTo>
                  <a:lnTo>
                    <a:pt x="526" y="348"/>
                  </a:lnTo>
                  <a:lnTo>
                    <a:pt x="529" y="329"/>
                  </a:lnTo>
                  <a:lnTo>
                    <a:pt x="530" y="309"/>
                  </a:lnTo>
                  <a:lnTo>
                    <a:pt x="616" y="309"/>
                  </a:lnTo>
                  <a:lnTo>
                    <a:pt x="616" y="309"/>
                  </a:lnTo>
                  <a:lnTo>
                    <a:pt x="615" y="336"/>
                  </a:lnTo>
                  <a:lnTo>
                    <a:pt x="612" y="363"/>
                  </a:lnTo>
                  <a:lnTo>
                    <a:pt x="606" y="389"/>
                  </a:lnTo>
                  <a:lnTo>
                    <a:pt x="598" y="416"/>
                  </a:lnTo>
                  <a:lnTo>
                    <a:pt x="587" y="441"/>
                  </a:lnTo>
                  <a:lnTo>
                    <a:pt x="574" y="465"/>
                  </a:lnTo>
                  <a:lnTo>
                    <a:pt x="558" y="488"/>
                  </a:lnTo>
                  <a:lnTo>
                    <a:pt x="541" y="510"/>
                  </a:lnTo>
                  <a:lnTo>
                    <a:pt x="541" y="510"/>
                  </a:lnTo>
                  <a:close/>
                </a:path>
              </a:pathLst>
            </a:custGeom>
            <a:solidFill>
              <a:srgbClr val="58110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6" name="Freeform 14"/>
            <p:cNvSpPr/>
            <p:nvPr/>
          </p:nvSpPr>
          <p:spPr bwMode="auto">
            <a:xfrm>
              <a:off x="2325" y="218"/>
              <a:ext cx="616" cy="616"/>
            </a:xfrm>
            <a:custGeom>
              <a:avLst/>
              <a:gdLst>
                <a:gd name="T0" fmla="*/ 74 w 616"/>
                <a:gd name="T1" fmla="*/ 106 h 616"/>
                <a:gd name="T2" fmla="*/ 121 w 616"/>
                <a:gd name="T3" fmla="*/ 63 h 616"/>
                <a:gd name="T4" fmla="*/ 172 w 616"/>
                <a:gd name="T5" fmla="*/ 31 h 616"/>
                <a:gd name="T6" fmla="*/ 229 w 616"/>
                <a:gd name="T7" fmla="*/ 10 h 616"/>
                <a:gd name="T8" fmla="*/ 287 w 616"/>
                <a:gd name="T9" fmla="*/ 1 h 616"/>
                <a:gd name="T10" fmla="*/ 346 w 616"/>
                <a:gd name="T11" fmla="*/ 3 h 616"/>
                <a:gd name="T12" fmla="*/ 404 w 616"/>
                <a:gd name="T13" fmla="*/ 15 h 616"/>
                <a:gd name="T14" fmla="*/ 459 w 616"/>
                <a:gd name="T15" fmla="*/ 39 h 616"/>
                <a:gd name="T16" fmla="*/ 510 w 616"/>
                <a:gd name="T17" fmla="*/ 76 h 616"/>
                <a:gd name="T18" fmla="*/ 533 w 616"/>
                <a:gd name="T19" fmla="*/ 97 h 616"/>
                <a:gd name="T20" fmla="*/ 569 w 616"/>
                <a:gd name="T21" fmla="*/ 147 h 616"/>
                <a:gd name="T22" fmla="*/ 596 w 616"/>
                <a:gd name="T23" fmla="*/ 200 h 616"/>
                <a:gd name="T24" fmla="*/ 612 w 616"/>
                <a:gd name="T25" fmla="*/ 257 h 616"/>
                <a:gd name="T26" fmla="*/ 616 w 616"/>
                <a:gd name="T27" fmla="*/ 316 h 616"/>
                <a:gd name="T28" fmla="*/ 609 w 616"/>
                <a:gd name="T29" fmla="*/ 376 h 616"/>
                <a:gd name="T30" fmla="*/ 591 w 616"/>
                <a:gd name="T31" fmla="*/ 432 h 616"/>
                <a:gd name="T32" fmla="*/ 559 w 616"/>
                <a:gd name="T33" fmla="*/ 486 h 616"/>
                <a:gd name="T34" fmla="*/ 540 w 616"/>
                <a:gd name="T35" fmla="*/ 510 h 616"/>
                <a:gd name="T36" fmla="*/ 516 w 616"/>
                <a:gd name="T37" fmla="*/ 536 h 616"/>
                <a:gd name="T38" fmla="*/ 490 w 616"/>
                <a:gd name="T39" fmla="*/ 557 h 616"/>
                <a:gd name="T40" fmla="*/ 462 w 616"/>
                <a:gd name="T41" fmla="*/ 575 h 616"/>
                <a:gd name="T42" fmla="*/ 432 w 616"/>
                <a:gd name="T43" fmla="*/ 591 h 616"/>
                <a:gd name="T44" fmla="*/ 401 w 616"/>
                <a:gd name="T45" fmla="*/ 602 h 616"/>
                <a:gd name="T46" fmla="*/ 370 w 616"/>
                <a:gd name="T47" fmla="*/ 610 h 616"/>
                <a:gd name="T48" fmla="*/ 339 w 616"/>
                <a:gd name="T49" fmla="*/ 615 h 616"/>
                <a:gd name="T50" fmla="*/ 306 w 616"/>
                <a:gd name="T51" fmla="*/ 530 h 616"/>
                <a:gd name="T52" fmla="*/ 329 w 616"/>
                <a:gd name="T53" fmla="*/ 528 h 616"/>
                <a:gd name="T54" fmla="*/ 376 w 616"/>
                <a:gd name="T55" fmla="*/ 519 h 616"/>
                <a:gd name="T56" fmla="*/ 418 w 616"/>
                <a:gd name="T57" fmla="*/ 500 h 616"/>
                <a:gd name="T58" fmla="*/ 456 w 616"/>
                <a:gd name="T59" fmla="*/ 471 h 616"/>
                <a:gd name="T60" fmla="*/ 475 w 616"/>
                <a:gd name="T61" fmla="*/ 454 h 616"/>
                <a:gd name="T62" fmla="*/ 500 w 616"/>
                <a:gd name="T63" fmla="*/ 417 h 616"/>
                <a:gd name="T64" fmla="*/ 517 w 616"/>
                <a:gd name="T65" fmla="*/ 377 h 616"/>
                <a:gd name="T66" fmla="*/ 527 w 616"/>
                <a:gd name="T67" fmla="*/ 335 h 616"/>
                <a:gd name="T68" fmla="*/ 528 w 616"/>
                <a:gd name="T69" fmla="*/ 292 h 616"/>
                <a:gd name="T70" fmla="*/ 521 w 616"/>
                <a:gd name="T71" fmla="*/ 251 h 616"/>
                <a:gd name="T72" fmla="*/ 506 w 616"/>
                <a:gd name="T73" fmla="*/ 210 h 616"/>
                <a:gd name="T74" fmla="*/ 483 w 616"/>
                <a:gd name="T75" fmla="*/ 174 h 616"/>
                <a:gd name="T76" fmla="*/ 452 w 616"/>
                <a:gd name="T77" fmla="*/ 141 h 616"/>
                <a:gd name="T78" fmla="*/ 435 w 616"/>
                <a:gd name="T79" fmla="*/ 127 h 616"/>
                <a:gd name="T80" fmla="*/ 397 w 616"/>
                <a:gd name="T81" fmla="*/ 106 h 616"/>
                <a:gd name="T82" fmla="*/ 356 w 616"/>
                <a:gd name="T83" fmla="*/ 92 h 616"/>
                <a:gd name="T84" fmla="*/ 313 w 616"/>
                <a:gd name="T85" fmla="*/ 87 h 616"/>
                <a:gd name="T86" fmla="*/ 271 w 616"/>
                <a:gd name="T87" fmla="*/ 90 h 616"/>
                <a:gd name="T88" fmla="*/ 230 w 616"/>
                <a:gd name="T89" fmla="*/ 102 h 616"/>
                <a:gd name="T90" fmla="*/ 192 w 616"/>
                <a:gd name="T91" fmla="*/ 120 h 616"/>
                <a:gd name="T92" fmla="*/ 156 w 616"/>
                <a:gd name="T93" fmla="*/ 147 h 616"/>
                <a:gd name="T94" fmla="*/ 141 w 616"/>
                <a:gd name="T95" fmla="*/ 162 h 616"/>
                <a:gd name="T96" fmla="*/ 117 w 616"/>
                <a:gd name="T97" fmla="*/ 196 h 616"/>
                <a:gd name="T98" fmla="*/ 100 w 616"/>
                <a:gd name="T99" fmla="*/ 232 h 616"/>
                <a:gd name="T100" fmla="*/ 90 w 616"/>
                <a:gd name="T101" fmla="*/ 268 h 616"/>
                <a:gd name="T102" fmla="*/ 87 w 616"/>
                <a:gd name="T103" fmla="*/ 307 h 616"/>
                <a:gd name="T104" fmla="*/ 0 w 616"/>
                <a:gd name="T105" fmla="*/ 307 h 616"/>
                <a:gd name="T106" fmla="*/ 4 w 616"/>
                <a:gd name="T107" fmla="*/ 253 h 616"/>
                <a:gd name="T108" fmla="*/ 18 w 616"/>
                <a:gd name="T109" fmla="*/ 200 h 616"/>
                <a:gd name="T110" fmla="*/ 42 w 616"/>
                <a:gd name="T111" fmla="*/ 151 h 616"/>
                <a:gd name="T112" fmla="*/ 74 w 616"/>
                <a:gd name="T113" fmla="*/ 106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16" h="616">
                  <a:moveTo>
                    <a:pt x="74" y="106"/>
                  </a:moveTo>
                  <a:lnTo>
                    <a:pt x="74" y="106"/>
                  </a:lnTo>
                  <a:lnTo>
                    <a:pt x="97" y="83"/>
                  </a:lnTo>
                  <a:lnTo>
                    <a:pt x="121" y="63"/>
                  </a:lnTo>
                  <a:lnTo>
                    <a:pt x="145" y="45"/>
                  </a:lnTo>
                  <a:lnTo>
                    <a:pt x="172" y="31"/>
                  </a:lnTo>
                  <a:lnTo>
                    <a:pt x="199" y="20"/>
                  </a:lnTo>
                  <a:lnTo>
                    <a:pt x="229" y="10"/>
                  </a:lnTo>
                  <a:lnTo>
                    <a:pt x="257" y="4"/>
                  </a:lnTo>
                  <a:lnTo>
                    <a:pt x="287" y="1"/>
                  </a:lnTo>
                  <a:lnTo>
                    <a:pt x="316" y="0"/>
                  </a:lnTo>
                  <a:lnTo>
                    <a:pt x="346" y="3"/>
                  </a:lnTo>
                  <a:lnTo>
                    <a:pt x="374" y="7"/>
                  </a:lnTo>
                  <a:lnTo>
                    <a:pt x="404" y="15"/>
                  </a:lnTo>
                  <a:lnTo>
                    <a:pt x="432" y="27"/>
                  </a:lnTo>
                  <a:lnTo>
                    <a:pt x="459" y="39"/>
                  </a:lnTo>
                  <a:lnTo>
                    <a:pt x="484" y="56"/>
                  </a:lnTo>
                  <a:lnTo>
                    <a:pt x="510" y="76"/>
                  </a:lnTo>
                  <a:lnTo>
                    <a:pt x="510" y="76"/>
                  </a:lnTo>
                  <a:lnTo>
                    <a:pt x="533" y="97"/>
                  </a:lnTo>
                  <a:lnTo>
                    <a:pt x="552" y="121"/>
                  </a:lnTo>
                  <a:lnTo>
                    <a:pt x="569" y="147"/>
                  </a:lnTo>
                  <a:lnTo>
                    <a:pt x="585" y="172"/>
                  </a:lnTo>
                  <a:lnTo>
                    <a:pt x="596" y="200"/>
                  </a:lnTo>
                  <a:lnTo>
                    <a:pt x="606" y="229"/>
                  </a:lnTo>
                  <a:lnTo>
                    <a:pt x="612" y="257"/>
                  </a:lnTo>
                  <a:lnTo>
                    <a:pt x="615" y="287"/>
                  </a:lnTo>
                  <a:lnTo>
                    <a:pt x="616" y="316"/>
                  </a:lnTo>
                  <a:lnTo>
                    <a:pt x="613" y="346"/>
                  </a:lnTo>
                  <a:lnTo>
                    <a:pt x="609" y="376"/>
                  </a:lnTo>
                  <a:lnTo>
                    <a:pt x="600" y="404"/>
                  </a:lnTo>
                  <a:lnTo>
                    <a:pt x="591" y="432"/>
                  </a:lnTo>
                  <a:lnTo>
                    <a:pt x="576" y="459"/>
                  </a:lnTo>
                  <a:lnTo>
                    <a:pt x="559" y="486"/>
                  </a:lnTo>
                  <a:lnTo>
                    <a:pt x="540" y="510"/>
                  </a:lnTo>
                  <a:lnTo>
                    <a:pt x="540" y="510"/>
                  </a:lnTo>
                  <a:lnTo>
                    <a:pt x="528" y="523"/>
                  </a:lnTo>
                  <a:lnTo>
                    <a:pt x="516" y="536"/>
                  </a:lnTo>
                  <a:lnTo>
                    <a:pt x="503" y="547"/>
                  </a:lnTo>
                  <a:lnTo>
                    <a:pt x="490" y="557"/>
                  </a:lnTo>
                  <a:lnTo>
                    <a:pt x="476" y="567"/>
                  </a:lnTo>
                  <a:lnTo>
                    <a:pt x="462" y="575"/>
                  </a:lnTo>
                  <a:lnTo>
                    <a:pt x="448" y="584"/>
                  </a:lnTo>
                  <a:lnTo>
                    <a:pt x="432" y="591"/>
                  </a:lnTo>
                  <a:lnTo>
                    <a:pt x="417" y="596"/>
                  </a:lnTo>
                  <a:lnTo>
                    <a:pt x="401" y="602"/>
                  </a:lnTo>
                  <a:lnTo>
                    <a:pt x="386" y="606"/>
                  </a:lnTo>
                  <a:lnTo>
                    <a:pt x="370" y="610"/>
                  </a:lnTo>
                  <a:lnTo>
                    <a:pt x="354" y="613"/>
                  </a:lnTo>
                  <a:lnTo>
                    <a:pt x="339" y="615"/>
                  </a:lnTo>
                  <a:lnTo>
                    <a:pt x="306" y="616"/>
                  </a:lnTo>
                  <a:lnTo>
                    <a:pt x="306" y="530"/>
                  </a:lnTo>
                  <a:lnTo>
                    <a:pt x="306" y="530"/>
                  </a:lnTo>
                  <a:lnTo>
                    <a:pt x="329" y="528"/>
                  </a:lnTo>
                  <a:lnTo>
                    <a:pt x="353" y="524"/>
                  </a:lnTo>
                  <a:lnTo>
                    <a:pt x="376" y="519"/>
                  </a:lnTo>
                  <a:lnTo>
                    <a:pt x="397" y="510"/>
                  </a:lnTo>
                  <a:lnTo>
                    <a:pt x="418" y="500"/>
                  </a:lnTo>
                  <a:lnTo>
                    <a:pt x="438" y="486"/>
                  </a:lnTo>
                  <a:lnTo>
                    <a:pt x="456" y="471"/>
                  </a:lnTo>
                  <a:lnTo>
                    <a:pt x="475" y="454"/>
                  </a:lnTo>
                  <a:lnTo>
                    <a:pt x="475" y="454"/>
                  </a:lnTo>
                  <a:lnTo>
                    <a:pt x="489" y="435"/>
                  </a:lnTo>
                  <a:lnTo>
                    <a:pt x="500" y="417"/>
                  </a:lnTo>
                  <a:lnTo>
                    <a:pt x="510" y="397"/>
                  </a:lnTo>
                  <a:lnTo>
                    <a:pt x="517" y="377"/>
                  </a:lnTo>
                  <a:lnTo>
                    <a:pt x="523" y="356"/>
                  </a:lnTo>
                  <a:lnTo>
                    <a:pt x="527" y="335"/>
                  </a:lnTo>
                  <a:lnTo>
                    <a:pt x="528" y="314"/>
                  </a:lnTo>
                  <a:lnTo>
                    <a:pt x="528" y="292"/>
                  </a:lnTo>
                  <a:lnTo>
                    <a:pt x="525" y="271"/>
                  </a:lnTo>
                  <a:lnTo>
                    <a:pt x="521" y="251"/>
                  </a:lnTo>
                  <a:lnTo>
                    <a:pt x="514" y="230"/>
                  </a:lnTo>
                  <a:lnTo>
                    <a:pt x="506" y="210"/>
                  </a:lnTo>
                  <a:lnTo>
                    <a:pt x="496" y="192"/>
                  </a:lnTo>
                  <a:lnTo>
                    <a:pt x="483" y="174"/>
                  </a:lnTo>
                  <a:lnTo>
                    <a:pt x="469" y="157"/>
                  </a:lnTo>
                  <a:lnTo>
                    <a:pt x="452" y="141"/>
                  </a:lnTo>
                  <a:lnTo>
                    <a:pt x="452" y="141"/>
                  </a:lnTo>
                  <a:lnTo>
                    <a:pt x="435" y="127"/>
                  </a:lnTo>
                  <a:lnTo>
                    <a:pt x="417" y="116"/>
                  </a:lnTo>
                  <a:lnTo>
                    <a:pt x="397" y="106"/>
                  </a:lnTo>
                  <a:lnTo>
                    <a:pt x="376" y="97"/>
                  </a:lnTo>
                  <a:lnTo>
                    <a:pt x="356" y="92"/>
                  </a:lnTo>
                  <a:lnTo>
                    <a:pt x="335" y="89"/>
                  </a:lnTo>
                  <a:lnTo>
                    <a:pt x="313" y="87"/>
                  </a:lnTo>
                  <a:lnTo>
                    <a:pt x="292" y="87"/>
                  </a:lnTo>
                  <a:lnTo>
                    <a:pt x="271" y="90"/>
                  </a:lnTo>
                  <a:lnTo>
                    <a:pt x="250" y="94"/>
                  </a:lnTo>
                  <a:lnTo>
                    <a:pt x="230" y="102"/>
                  </a:lnTo>
                  <a:lnTo>
                    <a:pt x="210" y="110"/>
                  </a:lnTo>
                  <a:lnTo>
                    <a:pt x="192" y="120"/>
                  </a:lnTo>
                  <a:lnTo>
                    <a:pt x="173" y="133"/>
                  </a:lnTo>
                  <a:lnTo>
                    <a:pt x="156" y="147"/>
                  </a:lnTo>
                  <a:lnTo>
                    <a:pt x="141" y="162"/>
                  </a:lnTo>
                  <a:lnTo>
                    <a:pt x="141" y="162"/>
                  </a:lnTo>
                  <a:lnTo>
                    <a:pt x="128" y="179"/>
                  </a:lnTo>
                  <a:lnTo>
                    <a:pt x="117" y="196"/>
                  </a:lnTo>
                  <a:lnTo>
                    <a:pt x="107" y="213"/>
                  </a:lnTo>
                  <a:lnTo>
                    <a:pt x="100" y="232"/>
                  </a:lnTo>
                  <a:lnTo>
                    <a:pt x="94" y="250"/>
                  </a:lnTo>
                  <a:lnTo>
                    <a:pt x="90" y="268"/>
                  </a:lnTo>
                  <a:lnTo>
                    <a:pt x="87" y="287"/>
                  </a:lnTo>
                  <a:lnTo>
                    <a:pt x="87" y="307"/>
                  </a:lnTo>
                  <a:lnTo>
                    <a:pt x="0" y="307"/>
                  </a:lnTo>
                  <a:lnTo>
                    <a:pt x="0" y="307"/>
                  </a:lnTo>
                  <a:lnTo>
                    <a:pt x="1" y="280"/>
                  </a:lnTo>
                  <a:lnTo>
                    <a:pt x="4" y="253"/>
                  </a:lnTo>
                  <a:lnTo>
                    <a:pt x="9" y="227"/>
                  </a:lnTo>
                  <a:lnTo>
                    <a:pt x="18" y="200"/>
                  </a:lnTo>
                  <a:lnTo>
                    <a:pt x="29" y="176"/>
                  </a:lnTo>
                  <a:lnTo>
                    <a:pt x="42" y="151"/>
                  </a:lnTo>
                  <a:lnTo>
                    <a:pt x="57" y="128"/>
                  </a:lnTo>
                  <a:lnTo>
                    <a:pt x="74" y="106"/>
                  </a:lnTo>
                  <a:lnTo>
                    <a:pt x="74" y="106"/>
                  </a:lnTo>
                  <a:close/>
                </a:path>
              </a:pathLst>
            </a:custGeom>
            <a:solidFill>
              <a:srgbClr val="58110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7" name="Freeform 15"/>
            <p:cNvSpPr/>
            <p:nvPr/>
          </p:nvSpPr>
          <p:spPr bwMode="auto">
            <a:xfrm>
              <a:off x="2090" y="1260"/>
              <a:ext cx="317" cy="311"/>
            </a:xfrm>
            <a:custGeom>
              <a:avLst/>
              <a:gdLst>
                <a:gd name="T0" fmla="*/ 317 w 317"/>
                <a:gd name="T1" fmla="*/ 311 h 311"/>
                <a:gd name="T2" fmla="*/ 317 w 317"/>
                <a:gd name="T3" fmla="*/ 311 h 311"/>
                <a:gd name="T4" fmla="*/ 315 w 317"/>
                <a:gd name="T5" fmla="*/ 284 h 311"/>
                <a:gd name="T6" fmla="*/ 312 w 317"/>
                <a:gd name="T7" fmla="*/ 257 h 311"/>
                <a:gd name="T8" fmla="*/ 307 w 317"/>
                <a:gd name="T9" fmla="*/ 230 h 311"/>
                <a:gd name="T10" fmla="*/ 298 w 317"/>
                <a:gd name="T11" fmla="*/ 203 h 311"/>
                <a:gd name="T12" fmla="*/ 287 w 317"/>
                <a:gd name="T13" fmla="*/ 176 h 311"/>
                <a:gd name="T14" fmla="*/ 274 w 317"/>
                <a:gd name="T15" fmla="*/ 152 h 311"/>
                <a:gd name="T16" fmla="*/ 259 w 317"/>
                <a:gd name="T17" fmla="*/ 128 h 311"/>
                <a:gd name="T18" fmla="*/ 240 w 317"/>
                <a:gd name="T19" fmla="*/ 106 h 311"/>
                <a:gd name="T20" fmla="*/ 240 w 317"/>
                <a:gd name="T21" fmla="*/ 106 h 311"/>
                <a:gd name="T22" fmla="*/ 229 w 317"/>
                <a:gd name="T23" fmla="*/ 92 h 311"/>
                <a:gd name="T24" fmla="*/ 216 w 317"/>
                <a:gd name="T25" fmla="*/ 80 h 311"/>
                <a:gd name="T26" fmla="*/ 202 w 317"/>
                <a:gd name="T27" fmla="*/ 69 h 311"/>
                <a:gd name="T28" fmla="*/ 189 w 317"/>
                <a:gd name="T29" fmla="*/ 58 h 311"/>
                <a:gd name="T30" fmla="*/ 175 w 317"/>
                <a:gd name="T31" fmla="*/ 48 h 311"/>
                <a:gd name="T32" fmla="*/ 160 w 317"/>
                <a:gd name="T33" fmla="*/ 39 h 311"/>
                <a:gd name="T34" fmla="*/ 145 w 317"/>
                <a:gd name="T35" fmla="*/ 31 h 311"/>
                <a:gd name="T36" fmla="*/ 130 w 317"/>
                <a:gd name="T37" fmla="*/ 24 h 311"/>
                <a:gd name="T38" fmla="*/ 114 w 317"/>
                <a:gd name="T39" fmla="*/ 18 h 311"/>
                <a:gd name="T40" fmla="*/ 99 w 317"/>
                <a:gd name="T41" fmla="*/ 12 h 311"/>
                <a:gd name="T42" fmla="*/ 82 w 317"/>
                <a:gd name="T43" fmla="*/ 8 h 311"/>
                <a:gd name="T44" fmla="*/ 66 w 317"/>
                <a:gd name="T45" fmla="*/ 5 h 311"/>
                <a:gd name="T46" fmla="*/ 49 w 317"/>
                <a:gd name="T47" fmla="*/ 2 h 311"/>
                <a:gd name="T48" fmla="*/ 32 w 317"/>
                <a:gd name="T49" fmla="*/ 0 h 311"/>
                <a:gd name="T50" fmla="*/ 15 w 317"/>
                <a:gd name="T51" fmla="*/ 0 h 311"/>
                <a:gd name="T52" fmla="*/ 0 w 317"/>
                <a:gd name="T53" fmla="*/ 0 h 311"/>
                <a:gd name="T54" fmla="*/ 0 w 317"/>
                <a:gd name="T55" fmla="*/ 87 h 311"/>
                <a:gd name="T56" fmla="*/ 0 w 317"/>
                <a:gd name="T57" fmla="*/ 87 h 311"/>
                <a:gd name="T58" fmla="*/ 24 w 317"/>
                <a:gd name="T59" fmla="*/ 87 h 311"/>
                <a:gd name="T60" fmla="*/ 48 w 317"/>
                <a:gd name="T61" fmla="*/ 90 h 311"/>
                <a:gd name="T62" fmla="*/ 72 w 317"/>
                <a:gd name="T63" fmla="*/ 96 h 311"/>
                <a:gd name="T64" fmla="*/ 95 w 317"/>
                <a:gd name="T65" fmla="*/ 104 h 311"/>
                <a:gd name="T66" fmla="*/ 116 w 317"/>
                <a:gd name="T67" fmla="*/ 114 h 311"/>
                <a:gd name="T68" fmla="*/ 137 w 317"/>
                <a:gd name="T69" fmla="*/ 128 h 311"/>
                <a:gd name="T70" fmla="*/ 157 w 317"/>
                <a:gd name="T71" fmla="*/ 144 h 311"/>
                <a:gd name="T72" fmla="*/ 175 w 317"/>
                <a:gd name="T73" fmla="*/ 162 h 311"/>
                <a:gd name="T74" fmla="*/ 175 w 317"/>
                <a:gd name="T75" fmla="*/ 162 h 311"/>
                <a:gd name="T76" fmla="*/ 188 w 317"/>
                <a:gd name="T77" fmla="*/ 179 h 311"/>
                <a:gd name="T78" fmla="*/ 199 w 317"/>
                <a:gd name="T79" fmla="*/ 196 h 311"/>
                <a:gd name="T80" fmla="*/ 209 w 317"/>
                <a:gd name="T81" fmla="*/ 215 h 311"/>
                <a:gd name="T82" fmla="*/ 216 w 317"/>
                <a:gd name="T83" fmla="*/ 233 h 311"/>
                <a:gd name="T84" fmla="*/ 222 w 317"/>
                <a:gd name="T85" fmla="*/ 253 h 311"/>
                <a:gd name="T86" fmla="*/ 226 w 317"/>
                <a:gd name="T87" fmla="*/ 271 h 311"/>
                <a:gd name="T88" fmla="*/ 229 w 317"/>
                <a:gd name="T89" fmla="*/ 291 h 311"/>
                <a:gd name="T90" fmla="*/ 229 w 317"/>
                <a:gd name="T91" fmla="*/ 311 h 311"/>
                <a:gd name="T92" fmla="*/ 317 w 317"/>
                <a:gd name="T93" fmla="*/ 311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1">
                  <a:moveTo>
                    <a:pt x="317" y="311"/>
                  </a:moveTo>
                  <a:lnTo>
                    <a:pt x="317" y="311"/>
                  </a:lnTo>
                  <a:lnTo>
                    <a:pt x="315" y="284"/>
                  </a:lnTo>
                  <a:lnTo>
                    <a:pt x="312" y="257"/>
                  </a:lnTo>
                  <a:lnTo>
                    <a:pt x="307" y="230"/>
                  </a:lnTo>
                  <a:lnTo>
                    <a:pt x="298" y="203"/>
                  </a:lnTo>
                  <a:lnTo>
                    <a:pt x="287" y="176"/>
                  </a:lnTo>
                  <a:lnTo>
                    <a:pt x="274" y="152"/>
                  </a:lnTo>
                  <a:lnTo>
                    <a:pt x="259" y="128"/>
                  </a:lnTo>
                  <a:lnTo>
                    <a:pt x="240" y="106"/>
                  </a:lnTo>
                  <a:lnTo>
                    <a:pt x="240" y="106"/>
                  </a:lnTo>
                  <a:lnTo>
                    <a:pt x="229" y="92"/>
                  </a:lnTo>
                  <a:lnTo>
                    <a:pt x="216" y="80"/>
                  </a:lnTo>
                  <a:lnTo>
                    <a:pt x="202" y="69"/>
                  </a:lnTo>
                  <a:lnTo>
                    <a:pt x="189" y="58"/>
                  </a:lnTo>
                  <a:lnTo>
                    <a:pt x="175" y="48"/>
                  </a:lnTo>
                  <a:lnTo>
                    <a:pt x="160" y="39"/>
                  </a:lnTo>
                  <a:lnTo>
                    <a:pt x="145" y="31"/>
                  </a:lnTo>
                  <a:lnTo>
                    <a:pt x="130" y="24"/>
                  </a:lnTo>
                  <a:lnTo>
                    <a:pt x="114" y="18"/>
                  </a:lnTo>
                  <a:lnTo>
                    <a:pt x="99" y="12"/>
                  </a:lnTo>
                  <a:lnTo>
                    <a:pt x="82" y="8"/>
                  </a:lnTo>
                  <a:lnTo>
                    <a:pt x="66" y="5"/>
                  </a:lnTo>
                  <a:lnTo>
                    <a:pt x="49" y="2"/>
                  </a:lnTo>
                  <a:lnTo>
                    <a:pt x="32" y="0"/>
                  </a:lnTo>
                  <a:lnTo>
                    <a:pt x="15" y="0"/>
                  </a:lnTo>
                  <a:lnTo>
                    <a:pt x="0" y="0"/>
                  </a:lnTo>
                  <a:lnTo>
                    <a:pt x="0" y="87"/>
                  </a:lnTo>
                  <a:lnTo>
                    <a:pt x="0" y="87"/>
                  </a:lnTo>
                  <a:lnTo>
                    <a:pt x="24" y="87"/>
                  </a:lnTo>
                  <a:lnTo>
                    <a:pt x="48" y="90"/>
                  </a:lnTo>
                  <a:lnTo>
                    <a:pt x="72" y="96"/>
                  </a:lnTo>
                  <a:lnTo>
                    <a:pt x="95" y="104"/>
                  </a:lnTo>
                  <a:lnTo>
                    <a:pt x="116" y="114"/>
                  </a:lnTo>
                  <a:lnTo>
                    <a:pt x="137" y="128"/>
                  </a:lnTo>
                  <a:lnTo>
                    <a:pt x="157" y="144"/>
                  </a:lnTo>
                  <a:lnTo>
                    <a:pt x="175" y="162"/>
                  </a:lnTo>
                  <a:lnTo>
                    <a:pt x="175" y="162"/>
                  </a:lnTo>
                  <a:lnTo>
                    <a:pt x="188" y="179"/>
                  </a:lnTo>
                  <a:lnTo>
                    <a:pt x="199" y="196"/>
                  </a:lnTo>
                  <a:lnTo>
                    <a:pt x="209" y="215"/>
                  </a:lnTo>
                  <a:lnTo>
                    <a:pt x="216" y="233"/>
                  </a:lnTo>
                  <a:lnTo>
                    <a:pt x="222" y="253"/>
                  </a:lnTo>
                  <a:lnTo>
                    <a:pt x="226" y="271"/>
                  </a:lnTo>
                  <a:lnTo>
                    <a:pt x="229" y="291"/>
                  </a:lnTo>
                  <a:lnTo>
                    <a:pt x="229" y="311"/>
                  </a:lnTo>
                  <a:lnTo>
                    <a:pt x="317" y="311"/>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8" name="Freeform 16"/>
            <p:cNvSpPr/>
            <p:nvPr/>
          </p:nvSpPr>
          <p:spPr bwMode="auto">
            <a:xfrm>
              <a:off x="2320" y="1277"/>
              <a:ext cx="617" cy="616"/>
            </a:xfrm>
            <a:custGeom>
              <a:avLst/>
              <a:gdLst>
                <a:gd name="T0" fmla="*/ 512 w 617"/>
                <a:gd name="T1" fmla="*/ 75 h 616"/>
                <a:gd name="T2" fmla="*/ 555 w 617"/>
                <a:gd name="T3" fmla="*/ 121 h 616"/>
                <a:gd name="T4" fmla="*/ 586 w 617"/>
                <a:gd name="T5" fmla="*/ 172 h 616"/>
                <a:gd name="T6" fmla="*/ 607 w 617"/>
                <a:gd name="T7" fmla="*/ 229 h 616"/>
                <a:gd name="T8" fmla="*/ 617 w 617"/>
                <a:gd name="T9" fmla="*/ 287 h 616"/>
                <a:gd name="T10" fmla="*/ 615 w 617"/>
                <a:gd name="T11" fmla="*/ 346 h 616"/>
                <a:gd name="T12" fmla="*/ 603 w 617"/>
                <a:gd name="T13" fmla="*/ 404 h 616"/>
                <a:gd name="T14" fmla="*/ 577 w 617"/>
                <a:gd name="T15" fmla="*/ 459 h 616"/>
                <a:gd name="T16" fmla="*/ 542 w 617"/>
                <a:gd name="T17" fmla="*/ 510 h 616"/>
                <a:gd name="T18" fmla="*/ 519 w 617"/>
                <a:gd name="T19" fmla="*/ 533 h 616"/>
                <a:gd name="T20" fmla="*/ 471 w 617"/>
                <a:gd name="T21" fmla="*/ 571 h 616"/>
                <a:gd name="T22" fmla="*/ 417 w 617"/>
                <a:gd name="T23" fmla="*/ 596 h 616"/>
                <a:gd name="T24" fmla="*/ 359 w 617"/>
                <a:gd name="T25" fmla="*/ 612 h 616"/>
                <a:gd name="T26" fmla="*/ 300 w 617"/>
                <a:gd name="T27" fmla="*/ 616 h 616"/>
                <a:gd name="T28" fmla="*/ 242 w 617"/>
                <a:gd name="T29" fmla="*/ 609 h 616"/>
                <a:gd name="T30" fmla="*/ 184 w 617"/>
                <a:gd name="T31" fmla="*/ 591 h 616"/>
                <a:gd name="T32" fmla="*/ 132 w 617"/>
                <a:gd name="T33" fmla="*/ 559 h 616"/>
                <a:gd name="T34" fmla="*/ 106 w 617"/>
                <a:gd name="T35" fmla="*/ 540 h 616"/>
                <a:gd name="T36" fmla="*/ 82 w 617"/>
                <a:gd name="T37" fmla="*/ 516 h 616"/>
                <a:gd name="T38" fmla="*/ 60 w 617"/>
                <a:gd name="T39" fmla="*/ 490 h 616"/>
                <a:gd name="T40" fmla="*/ 41 w 617"/>
                <a:gd name="T41" fmla="*/ 462 h 616"/>
                <a:gd name="T42" fmla="*/ 27 w 617"/>
                <a:gd name="T43" fmla="*/ 432 h 616"/>
                <a:gd name="T44" fmla="*/ 16 w 617"/>
                <a:gd name="T45" fmla="*/ 403 h 616"/>
                <a:gd name="T46" fmla="*/ 7 w 617"/>
                <a:gd name="T47" fmla="*/ 370 h 616"/>
                <a:gd name="T48" fmla="*/ 2 w 617"/>
                <a:gd name="T49" fmla="*/ 339 h 616"/>
                <a:gd name="T50" fmla="*/ 0 w 617"/>
                <a:gd name="T51" fmla="*/ 306 h 616"/>
                <a:gd name="T52" fmla="*/ 88 w 617"/>
                <a:gd name="T53" fmla="*/ 306 h 616"/>
                <a:gd name="T54" fmla="*/ 92 w 617"/>
                <a:gd name="T55" fmla="*/ 352 h 616"/>
                <a:gd name="T56" fmla="*/ 106 w 617"/>
                <a:gd name="T57" fmla="*/ 397 h 616"/>
                <a:gd name="T58" fmla="*/ 130 w 617"/>
                <a:gd name="T59" fmla="*/ 438 h 616"/>
                <a:gd name="T60" fmla="*/ 164 w 617"/>
                <a:gd name="T61" fmla="*/ 475 h 616"/>
                <a:gd name="T62" fmla="*/ 181 w 617"/>
                <a:gd name="T63" fmla="*/ 489 h 616"/>
                <a:gd name="T64" fmla="*/ 219 w 617"/>
                <a:gd name="T65" fmla="*/ 510 h 616"/>
                <a:gd name="T66" fmla="*/ 260 w 617"/>
                <a:gd name="T67" fmla="*/ 524 h 616"/>
                <a:gd name="T68" fmla="*/ 303 w 617"/>
                <a:gd name="T69" fmla="*/ 528 h 616"/>
                <a:gd name="T70" fmla="*/ 345 w 617"/>
                <a:gd name="T71" fmla="*/ 526 h 616"/>
                <a:gd name="T72" fmla="*/ 386 w 617"/>
                <a:gd name="T73" fmla="*/ 514 h 616"/>
                <a:gd name="T74" fmla="*/ 426 w 617"/>
                <a:gd name="T75" fmla="*/ 496 h 616"/>
                <a:gd name="T76" fmla="*/ 460 w 617"/>
                <a:gd name="T77" fmla="*/ 469 h 616"/>
                <a:gd name="T78" fmla="*/ 475 w 617"/>
                <a:gd name="T79" fmla="*/ 453 h 616"/>
                <a:gd name="T80" fmla="*/ 502 w 617"/>
                <a:gd name="T81" fmla="*/ 417 h 616"/>
                <a:gd name="T82" fmla="*/ 519 w 617"/>
                <a:gd name="T83" fmla="*/ 377 h 616"/>
                <a:gd name="T84" fmla="*/ 529 w 617"/>
                <a:gd name="T85" fmla="*/ 335 h 616"/>
                <a:gd name="T86" fmla="*/ 529 w 617"/>
                <a:gd name="T87" fmla="*/ 292 h 616"/>
                <a:gd name="T88" fmla="*/ 523 w 617"/>
                <a:gd name="T89" fmla="*/ 251 h 616"/>
                <a:gd name="T90" fmla="*/ 508 w 617"/>
                <a:gd name="T91" fmla="*/ 210 h 616"/>
                <a:gd name="T92" fmla="*/ 485 w 617"/>
                <a:gd name="T93" fmla="*/ 174 h 616"/>
                <a:gd name="T94" fmla="*/ 454 w 617"/>
                <a:gd name="T95" fmla="*/ 141 h 616"/>
                <a:gd name="T96" fmla="*/ 439 w 617"/>
                <a:gd name="T97" fmla="*/ 128 h 616"/>
                <a:gd name="T98" fmla="*/ 405 w 617"/>
                <a:gd name="T99" fmla="*/ 108 h 616"/>
                <a:gd name="T100" fmla="*/ 368 w 617"/>
                <a:gd name="T101" fmla="*/ 94 h 616"/>
                <a:gd name="T102" fmla="*/ 330 w 617"/>
                <a:gd name="T103" fmla="*/ 87 h 616"/>
                <a:gd name="T104" fmla="*/ 311 w 617"/>
                <a:gd name="T105" fmla="*/ 0 h 616"/>
                <a:gd name="T106" fmla="*/ 338 w 617"/>
                <a:gd name="T107" fmla="*/ 1 h 616"/>
                <a:gd name="T108" fmla="*/ 391 w 617"/>
                <a:gd name="T109" fmla="*/ 10 h 616"/>
                <a:gd name="T110" fmla="*/ 441 w 617"/>
                <a:gd name="T111" fmla="*/ 29 h 616"/>
                <a:gd name="T112" fmla="*/ 489 w 617"/>
                <a:gd name="T113" fmla="*/ 58 h 616"/>
                <a:gd name="T114" fmla="*/ 512 w 617"/>
                <a:gd name="T115" fmla="*/ 75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17" h="616">
                  <a:moveTo>
                    <a:pt x="512" y="75"/>
                  </a:moveTo>
                  <a:lnTo>
                    <a:pt x="512" y="75"/>
                  </a:lnTo>
                  <a:lnTo>
                    <a:pt x="535" y="97"/>
                  </a:lnTo>
                  <a:lnTo>
                    <a:pt x="555" y="121"/>
                  </a:lnTo>
                  <a:lnTo>
                    <a:pt x="572" y="145"/>
                  </a:lnTo>
                  <a:lnTo>
                    <a:pt x="586" y="172"/>
                  </a:lnTo>
                  <a:lnTo>
                    <a:pt x="598" y="200"/>
                  </a:lnTo>
                  <a:lnTo>
                    <a:pt x="607" y="229"/>
                  </a:lnTo>
                  <a:lnTo>
                    <a:pt x="614" y="257"/>
                  </a:lnTo>
                  <a:lnTo>
                    <a:pt x="617" y="287"/>
                  </a:lnTo>
                  <a:lnTo>
                    <a:pt x="617" y="316"/>
                  </a:lnTo>
                  <a:lnTo>
                    <a:pt x="615" y="346"/>
                  </a:lnTo>
                  <a:lnTo>
                    <a:pt x="610" y="376"/>
                  </a:lnTo>
                  <a:lnTo>
                    <a:pt x="603" y="404"/>
                  </a:lnTo>
                  <a:lnTo>
                    <a:pt x="591" y="432"/>
                  </a:lnTo>
                  <a:lnTo>
                    <a:pt x="577" y="459"/>
                  </a:lnTo>
                  <a:lnTo>
                    <a:pt x="562" y="486"/>
                  </a:lnTo>
                  <a:lnTo>
                    <a:pt x="542" y="510"/>
                  </a:lnTo>
                  <a:lnTo>
                    <a:pt x="542" y="510"/>
                  </a:lnTo>
                  <a:lnTo>
                    <a:pt x="519" y="533"/>
                  </a:lnTo>
                  <a:lnTo>
                    <a:pt x="497" y="552"/>
                  </a:lnTo>
                  <a:lnTo>
                    <a:pt x="471" y="571"/>
                  </a:lnTo>
                  <a:lnTo>
                    <a:pt x="444" y="585"/>
                  </a:lnTo>
                  <a:lnTo>
                    <a:pt x="417" y="596"/>
                  </a:lnTo>
                  <a:lnTo>
                    <a:pt x="389" y="606"/>
                  </a:lnTo>
                  <a:lnTo>
                    <a:pt x="359" y="612"/>
                  </a:lnTo>
                  <a:lnTo>
                    <a:pt x="330" y="615"/>
                  </a:lnTo>
                  <a:lnTo>
                    <a:pt x="300" y="616"/>
                  </a:lnTo>
                  <a:lnTo>
                    <a:pt x="272" y="613"/>
                  </a:lnTo>
                  <a:lnTo>
                    <a:pt x="242" y="609"/>
                  </a:lnTo>
                  <a:lnTo>
                    <a:pt x="212" y="600"/>
                  </a:lnTo>
                  <a:lnTo>
                    <a:pt x="184" y="591"/>
                  </a:lnTo>
                  <a:lnTo>
                    <a:pt x="157" y="576"/>
                  </a:lnTo>
                  <a:lnTo>
                    <a:pt x="132" y="559"/>
                  </a:lnTo>
                  <a:lnTo>
                    <a:pt x="106" y="540"/>
                  </a:lnTo>
                  <a:lnTo>
                    <a:pt x="106" y="540"/>
                  </a:lnTo>
                  <a:lnTo>
                    <a:pt x="94" y="528"/>
                  </a:lnTo>
                  <a:lnTo>
                    <a:pt x="82" y="516"/>
                  </a:lnTo>
                  <a:lnTo>
                    <a:pt x="71" y="503"/>
                  </a:lnTo>
                  <a:lnTo>
                    <a:pt x="60" y="490"/>
                  </a:lnTo>
                  <a:lnTo>
                    <a:pt x="51" y="476"/>
                  </a:lnTo>
                  <a:lnTo>
                    <a:pt x="41" y="462"/>
                  </a:lnTo>
                  <a:lnTo>
                    <a:pt x="34" y="448"/>
                  </a:lnTo>
                  <a:lnTo>
                    <a:pt x="27" y="432"/>
                  </a:lnTo>
                  <a:lnTo>
                    <a:pt x="21" y="417"/>
                  </a:lnTo>
                  <a:lnTo>
                    <a:pt x="16" y="403"/>
                  </a:lnTo>
                  <a:lnTo>
                    <a:pt x="10" y="386"/>
                  </a:lnTo>
                  <a:lnTo>
                    <a:pt x="7" y="370"/>
                  </a:lnTo>
                  <a:lnTo>
                    <a:pt x="5" y="354"/>
                  </a:lnTo>
                  <a:lnTo>
                    <a:pt x="2" y="339"/>
                  </a:lnTo>
                  <a:lnTo>
                    <a:pt x="2" y="322"/>
                  </a:lnTo>
                  <a:lnTo>
                    <a:pt x="0" y="306"/>
                  </a:lnTo>
                  <a:lnTo>
                    <a:pt x="88" y="306"/>
                  </a:lnTo>
                  <a:lnTo>
                    <a:pt x="88" y="306"/>
                  </a:lnTo>
                  <a:lnTo>
                    <a:pt x="89" y="329"/>
                  </a:lnTo>
                  <a:lnTo>
                    <a:pt x="92" y="352"/>
                  </a:lnTo>
                  <a:lnTo>
                    <a:pt x="98" y="374"/>
                  </a:lnTo>
                  <a:lnTo>
                    <a:pt x="106" y="397"/>
                  </a:lnTo>
                  <a:lnTo>
                    <a:pt x="118" y="418"/>
                  </a:lnTo>
                  <a:lnTo>
                    <a:pt x="130" y="438"/>
                  </a:lnTo>
                  <a:lnTo>
                    <a:pt x="146" y="458"/>
                  </a:lnTo>
                  <a:lnTo>
                    <a:pt x="164" y="475"/>
                  </a:lnTo>
                  <a:lnTo>
                    <a:pt x="164" y="475"/>
                  </a:lnTo>
                  <a:lnTo>
                    <a:pt x="181" y="489"/>
                  </a:lnTo>
                  <a:lnTo>
                    <a:pt x="201" y="500"/>
                  </a:lnTo>
                  <a:lnTo>
                    <a:pt x="219" y="510"/>
                  </a:lnTo>
                  <a:lnTo>
                    <a:pt x="241" y="518"/>
                  </a:lnTo>
                  <a:lnTo>
                    <a:pt x="260" y="524"/>
                  </a:lnTo>
                  <a:lnTo>
                    <a:pt x="282" y="527"/>
                  </a:lnTo>
                  <a:lnTo>
                    <a:pt x="303" y="528"/>
                  </a:lnTo>
                  <a:lnTo>
                    <a:pt x="324" y="528"/>
                  </a:lnTo>
                  <a:lnTo>
                    <a:pt x="345" y="526"/>
                  </a:lnTo>
                  <a:lnTo>
                    <a:pt x="366" y="521"/>
                  </a:lnTo>
                  <a:lnTo>
                    <a:pt x="386" y="514"/>
                  </a:lnTo>
                  <a:lnTo>
                    <a:pt x="406" y="506"/>
                  </a:lnTo>
                  <a:lnTo>
                    <a:pt x="426" y="496"/>
                  </a:lnTo>
                  <a:lnTo>
                    <a:pt x="443" y="483"/>
                  </a:lnTo>
                  <a:lnTo>
                    <a:pt x="460" y="469"/>
                  </a:lnTo>
                  <a:lnTo>
                    <a:pt x="475" y="453"/>
                  </a:lnTo>
                  <a:lnTo>
                    <a:pt x="475" y="453"/>
                  </a:lnTo>
                  <a:lnTo>
                    <a:pt x="489" y="435"/>
                  </a:lnTo>
                  <a:lnTo>
                    <a:pt x="502" y="417"/>
                  </a:lnTo>
                  <a:lnTo>
                    <a:pt x="512" y="397"/>
                  </a:lnTo>
                  <a:lnTo>
                    <a:pt x="519" y="377"/>
                  </a:lnTo>
                  <a:lnTo>
                    <a:pt x="525" y="356"/>
                  </a:lnTo>
                  <a:lnTo>
                    <a:pt x="529" y="335"/>
                  </a:lnTo>
                  <a:lnTo>
                    <a:pt x="530" y="313"/>
                  </a:lnTo>
                  <a:lnTo>
                    <a:pt x="529" y="292"/>
                  </a:lnTo>
                  <a:lnTo>
                    <a:pt x="528" y="271"/>
                  </a:lnTo>
                  <a:lnTo>
                    <a:pt x="523" y="251"/>
                  </a:lnTo>
                  <a:lnTo>
                    <a:pt x="516" y="230"/>
                  </a:lnTo>
                  <a:lnTo>
                    <a:pt x="508" y="210"/>
                  </a:lnTo>
                  <a:lnTo>
                    <a:pt x="498" y="192"/>
                  </a:lnTo>
                  <a:lnTo>
                    <a:pt x="485" y="174"/>
                  </a:lnTo>
                  <a:lnTo>
                    <a:pt x="471" y="157"/>
                  </a:lnTo>
                  <a:lnTo>
                    <a:pt x="454" y="141"/>
                  </a:lnTo>
                  <a:lnTo>
                    <a:pt x="454" y="141"/>
                  </a:lnTo>
                  <a:lnTo>
                    <a:pt x="439" y="128"/>
                  </a:lnTo>
                  <a:lnTo>
                    <a:pt x="422" y="117"/>
                  </a:lnTo>
                  <a:lnTo>
                    <a:pt x="405" y="108"/>
                  </a:lnTo>
                  <a:lnTo>
                    <a:pt x="386" y="100"/>
                  </a:lnTo>
                  <a:lnTo>
                    <a:pt x="368" y="94"/>
                  </a:lnTo>
                  <a:lnTo>
                    <a:pt x="350" y="90"/>
                  </a:lnTo>
                  <a:lnTo>
                    <a:pt x="330" y="87"/>
                  </a:lnTo>
                  <a:lnTo>
                    <a:pt x="311" y="86"/>
                  </a:lnTo>
                  <a:lnTo>
                    <a:pt x="311" y="0"/>
                  </a:lnTo>
                  <a:lnTo>
                    <a:pt x="311" y="0"/>
                  </a:lnTo>
                  <a:lnTo>
                    <a:pt x="338" y="1"/>
                  </a:lnTo>
                  <a:lnTo>
                    <a:pt x="364" y="4"/>
                  </a:lnTo>
                  <a:lnTo>
                    <a:pt x="391" y="10"/>
                  </a:lnTo>
                  <a:lnTo>
                    <a:pt x="416" y="18"/>
                  </a:lnTo>
                  <a:lnTo>
                    <a:pt x="441" y="29"/>
                  </a:lnTo>
                  <a:lnTo>
                    <a:pt x="465" y="42"/>
                  </a:lnTo>
                  <a:lnTo>
                    <a:pt x="489" y="58"/>
                  </a:lnTo>
                  <a:lnTo>
                    <a:pt x="512" y="75"/>
                  </a:lnTo>
                  <a:lnTo>
                    <a:pt x="512" y="75"/>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9" name="Freeform 17"/>
            <p:cNvSpPr/>
            <p:nvPr/>
          </p:nvSpPr>
          <p:spPr bwMode="auto">
            <a:xfrm>
              <a:off x="1762" y="1261"/>
              <a:ext cx="311" cy="616"/>
            </a:xfrm>
            <a:custGeom>
              <a:avLst/>
              <a:gdLst>
                <a:gd name="T0" fmla="*/ 311 w 311"/>
                <a:gd name="T1" fmla="*/ 616 h 616"/>
                <a:gd name="T2" fmla="*/ 256 w 311"/>
                <a:gd name="T3" fmla="*/ 612 h 616"/>
                <a:gd name="T4" fmla="*/ 203 w 311"/>
                <a:gd name="T5" fmla="*/ 598 h 616"/>
                <a:gd name="T6" fmla="*/ 152 w 311"/>
                <a:gd name="T7" fmla="*/ 574 h 616"/>
                <a:gd name="T8" fmla="*/ 106 w 311"/>
                <a:gd name="T9" fmla="*/ 542 h 616"/>
                <a:gd name="T10" fmla="*/ 83 w 311"/>
                <a:gd name="T11" fmla="*/ 519 h 616"/>
                <a:gd name="T12" fmla="*/ 46 w 311"/>
                <a:gd name="T13" fmla="*/ 469 h 616"/>
                <a:gd name="T14" fmla="*/ 20 w 311"/>
                <a:gd name="T15" fmla="*/ 416 h 616"/>
                <a:gd name="T16" fmla="*/ 4 w 311"/>
                <a:gd name="T17" fmla="*/ 359 h 616"/>
                <a:gd name="T18" fmla="*/ 0 w 311"/>
                <a:gd name="T19" fmla="*/ 300 h 616"/>
                <a:gd name="T20" fmla="*/ 8 w 311"/>
                <a:gd name="T21" fmla="*/ 240 h 616"/>
                <a:gd name="T22" fmla="*/ 27 w 311"/>
                <a:gd name="T23" fmla="*/ 184 h 616"/>
                <a:gd name="T24" fmla="*/ 56 w 311"/>
                <a:gd name="T25" fmla="*/ 130 h 616"/>
                <a:gd name="T26" fmla="*/ 76 w 311"/>
                <a:gd name="T27" fmla="*/ 106 h 616"/>
                <a:gd name="T28" fmla="*/ 100 w 311"/>
                <a:gd name="T29" fmla="*/ 81 h 616"/>
                <a:gd name="T30" fmla="*/ 126 w 311"/>
                <a:gd name="T31" fmla="*/ 59 h 616"/>
                <a:gd name="T32" fmla="*/ 154 w 311"/>
                <a:gd name="T33" fmla="*/ 41 h 616"/>
                <a:gd name="T34" fmla="*/ 184 w 311"/>
                <a:gd name="T35" fmla="*/ 26 h 616"/>
                <a:gd name="T36" fmla="*/ 215 w 311"/>
                <a:gd name="T37" fmla="*/ 14 h 616"/>
                <a:gd name="T38" fmla="*/ 246 w 311"/>
                <a:gd name="T39" fmla="*/ 6 h 616"/>
                <a:gd name="T40" fmla="*/ 278 w 311"/>
                <a:gd name="T41" fmla="*/ 1 h 616"/>
                <a:gd name="T42" fmla="*/ 311 w 311"/>
                <a:gd name="T43" fmla="*/ 0 h 616"/>
                <a:gd name="T44" fmla="*/ 311 w 311"/>
                <a:gd name="T45" fmla="*/ 86 h 616"/>
                <a:gd name="T46" fmla="*/ 264 w 311"/>
                <a:gd name="T47" fmla="*/ 92 h 616"/>
                <a:gd name="T48" fmla="*/ 219 w 311"/>
                <a:gd name="T49" fmla="*/ 106 h 616"/>
                <a:gd name="T50" fmla="*/ 178 w 311"/>
                <a:gd name="T51" fmla="*/ 130 h 616"/>
                <a:gd name="T52" fmla="*/ 141 w 311"/>
                <a:gd name="T53" fmla="*/ 163 h 616"/>
                <a:gd name="T54" fmla="*/ 127 w 311"/>
                <a:gd name="T55" fmla="*/ 181 h 616"/>
                <a:gd name="T56" fmla="*/ 106 w 311"/>
                <a:gd name="T57" fmla="*/ 219 h 616"/>
                <a:gd name="T58" fmla="*/ 93 w 311"/>
                <a:gd name="T59" fmla="*/ 260 h 616"/>
                <a:gd name="T60" fmla="*/ 87 w 311"/>
                <a:gd name="T61" fmla="*/ 303 h 616"/>
                <a:gd name="T62" fmla="*/ 90 w 311"/>
                <a:gd name="T63" fmla="*/ 345 h 616"/>
                <a:gd name="T64" fmla="*/ 102 w 311"/>
                <a:gd name="T65" fmla="*/ 386 h 616"/>
                <a:gd name="T66" fmla="*/ 120 w 311"/>
                <a:gd name="T67" fmla="*/ 424 h 616"/>
                <a:gd name="T68" fmla="*/ 147 w 311"/>
                <a:gd name="T69" fmla="*/ 460 h 616"/>
                <a:gd name="T70" fmla="*/ 164 w 311"/>
                <a:gd name="T71" fmla="*/ 475 h 616"/>
                <a:gd name="T72" fmla="*/ 196 w 311"/>
                <a:gd name="T73" fmla="*/ 499 h 616"/>
                <a:gd name="T74" fmla="*/ 233 w 311"/>
                <a:gd name="T75" fmla="*/ 516 h 616"/>
                <a:gd name="T76" fmla="*/ 271 w 311"/>
                <a:gd name="T77" fmla="*/ 526 h 616"/>
                <a:gd name="T78" fmla="*/ 311 w 311"/>
                <a:gd name="T79" fmla="*/ 529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311" h="616">
                  <a:moveTo>
                    <a:pt x="311" y="616"/>
                  </a:moveTo>
                  <a:lnTo>
                    <a:pt x="311" y="616"/>
                  </a:lnTo>
                  <a:lnTo>
                    <a:pt x="283" y="615"/>
                  </a:lnTo>
                  <a:lnTo>
                    <a:pt x="256" y="612"/>
                  </a:lnTo>
                  <a:lnTo>
                    <a:pt x="229" y="607"/>
                  </a:lnTo>
                  <a:lnTo>
                    <a:pt x="203" y="598"/>
                  </a:lnTo>
                  <a:lnTo>
                    <a:pt x="178" y="588"/>
                  </a:lnTo>
                  <a:lnTo>
                    <a:pt x="152" y="574"/>
                  </a:lnTo>
                  <a:lnTo>
                    <a:pt x="128" y="559"/>
                  </a:lnTo>
                  <a:lnTo>
                    <a:pt x="106" y="542"/>
                  </a:lnTo>
                  <a:lnTo>
                    <a:pt x="106" y="542"/>
                  </a:lnTo>
                  <a:lnTo>
                    <a:pt x="83" y="519"/>
                  </a:lnTo>
                  <a:lnTo>
                    <a:pt x="63" y="495"/>
                  </a:lnTo>
                  <a:lnTo>
                    <a:pt x="46" y="469"/>
                  </a:lnTo>
                  <a:lnTo>
                    <a:pt x="31" y="444"/>
                  </a:lnTo>
                  <a:lnTo>
                    <a:pt x="20" y="416"/>
                  </a:lnTo>
                  <a:lnTo>
                    <a:pt x="11" y="387"/>
                  </a:lnTo>
                  <a:lnTo>
                    <a:pt x="4" y="359"/>
                  </a:lnTo>
                  <a:lnTo>
                    <a:pt x="1" y="329"/>
                  </a:lnTo>
                  <a:lnTo>
                    <a:pt x="0" y="300"/>
                  </a:lnTo>
                  <a:lnTo>
                    <a:pt x="3" y="270"/>
                  </a:lnTo>
                  <a:lnTo>
                    <a:pt x="8" y="240"/>
                  </a:lnTo>
                  <a:lnTo>
                    <a:pt x="15" y="212"/>
                  </a:lnTo>
                  <a:lnTo>
                    <a:pt x="27" y="184"/>
                  </a:lnTo>
                  <a:lnTo>
                    <a:pt x="39" y="157"/>
                  </a:lnTo>
                  <a:lnTo>
                    <a:pt x="56" y="130"/>
                  </a:lnTo>
                  <a:lnTo>
                    <a:pt x="76" y="106"/>
                  </a:lnTo>
                  <a:lnTo>
                    <a:pt x="76" y="106"/>
                  </a:lnTo>
                  <a:lnTo>
                    <a:pt x="87" y="93"/>
                  </a:lnTo>
                  <a:lnTo>
                    <a:pt x="100" y="81"/>
                  </a:lnTo>
                  <a:lnTo>
                    <a:pt x="113" y="69"/>
                  </a:lnTo>
                  <a:lnTo>
                    <a:pt x="126" y="59"/>
                  </a:lnTo>
                  <a:lnTo>
                    <a:pt x="140" y="50"/>
                  </a:lnTo>
                  <a:lnTo>
                    <a:pt x="154" y="41"/>
                  </a:lnTo>
                  <a:lnTo>
                    <a:pt x="168" y="33"/>
                  </a:lnTo>
                  <a:lnTo>
                    <a:pt x="184" y="26"/>
                  </a:lnTo>
                  <a:lnTo>
                    <a:pt x="199" y="20"/>
                  </a:lnTo>
                  <a:lnTo>
                    <a:pt x="215" y="14"/>
                  </a:lnTo>
                  <a:lnTo>
                    <a:pt x="230" y="10"/>
                  </a:lnTo>
                  <a:lnTo>
                    <a:pt x="246" y="6"/>
                  </a:lnTo>
                  <a:lnTo>
                    <a:pt x="261" y="3"/>
                  </a:lnTo>
                  <a:lnTo>
                    <a:pt x="278" y="1"/>
                  </a:lnTo>
                  <a:lnTo>
                    <a:pt x="294" y="0"/>
                  </a:lnTo>
                  <a:lnTo>
                    <a:pt x="311" y="0"/>
                  </a:lnTo>
                  <a:lnTo>
                    <a:pt x="311" y="86"/>
                  </a:lnTo>
                  <a:lnTo>
                    <a:pt x="311" y="86"/>
                  </a:lnTo>
                  <a:lnTo>
                    <a:pt x="287" y="88"/>
                  </a:lnTo>
                  <a:lnTo>
                    <a:pt x="264" y="92"/>
                  </a:lnTo>
                  <a:lnTo>
                    <a:pt x="242" y="98"/>
                  </a:lnTo>
                  <a:lnTo>
                    <a:pt x="219" y="106"/>
                  </a:lnTo>
                  <a:lnTo>
                    <a:pt x="198" y="116"/>
                  </a:lnTo>
                  <a:lnTo>
                    <a:pt x="178" y="130"/>
                  </a:lnTo>
                  <a:lnTo>
                    <a:pt x="160" y="146"/>
                  </a:lnTo>
                  <a:lnTo>
                    <a:pt x="141" y="163"/>
                  </a:lnTo>
                  <a:lnTo>
                    <a:pt x="141" y="163"/>
                  </a:lnTo>
                  <a:lnTo>
                    <a:pt x="127" y="181"/>
                  </a:lnTo>
                  <a:lnTo>
                    <a:pt x="116" y="199"/>
                  </a:lnTo>
                  <a:lnTo>
                    <a:pt x="106" y="219"/>
                  </a:lnTo>
                  <a:lnTo>
                    <a:pt x="99" y="239"/>
                  </a:lnTo>
                  <a:lnTo>
                    <a:pt x="93" y="260"/>
                  </a:lnTo>
                  <a:lnTo>
                    <a:pt x="89" y="281"/>
                  </a:lnTo>
                  <a:lnTo>
                    <a:pt x="87" y="303"/>
                  </a:lnTo>
                  <a:lnTo>
                    <a:pt x="87" y="324"/>
                  </a:lnTo>
                  <a:lnTo>
                    <a:pt x="90" y="345"/>
                  </a:lnTo>
                  <a:lnTo>
                    <a:pt x="95" y="365"/>
                  </a:lnTo>
                  <a:lnTo>
                    <a:pt x="102" y="386"/>
                  </a:lnTo>
                  <a:lnTo>
                    <a:pt x="110" y="406"/>
                  </a:lnTo>
                  <a:lnTo>
                    <a:pt x="120" y="424"/>
                  </a:lnTo>
                  <a:lnTo>
                    <a:pt x="133" y="443"/>
                  </a:lnTo>
                  <a:lnTo>
                    <a:pt x="147" y="460"/>
                  </a:lnTo>
                  <a:lnTo>
                    <a:pt x="164" y="475"/>
                  </a:lnTo>
                  <a:lnTo>
                    <a:pt x="164" y="475"/>
                  </a:lnTo>
                  <a:lnTo>
                    <a:pt x="179" y="488"/>
                  </a:lnTo>
                  <a:lnTo>
                    <a:pt x="196" y="499"/>
                  </a:lnTo>
                  <a:lnTo>
                    <a:pt x="215" y="509"/>
                  </a:lnTo>
                  <a:lnTo>
                    <a:pt x="233" y="516"/>
                  </a:lnTo>
                  <a:lnTo>
                    <a:pt x="251" y="522"/>
                  </a:lnTo>
                  <a:lnTo>
                    <a:pt x="271" y="526"/>
                  </a:lnTo>
                  <a:lnTo>
                    <a:pt x="291" y="529"/>
                  </a:lnTo>
                  <a:lnTo>
                    <a:pt x="311" y="529"/>
                  </a:lnTo>
                  <a:lnTo>
                    <a:pt x="311" y="616"/>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0" name="Freeform 18"/>
            <p:cNvSpPr/>
            <p:nvPr/>
          </p:nvSpPr>
          <p:spPr bwMode="auto">
            <a:xfrm>
              <a:off x="1756" y="4452"/>
              <a:ext cx="317" cy="311"/>
            </a:xfrm>
            <a:custGeom>
              <a:avLst/>
              <a:gdLst>
                <a:gd name="T0" fmla="*/ 0 w 317"/>
                <a:gd name="T1" fmla="*/ 311 h 311"/>
                <a:gd name="T2" fmla="*/ 0 w 317"/>
                <a:gd name="T3" fmla="*/ 311 h 311"/>
                <a:gd name="T4" fmla="*/ 2 w 317"/>
                <a:gd name="T5" fmla="*/ 284 h 311"/>
                <a:gd name="T6" fmla="*/ 4 w 317"/>
                <a:gd name="T7" fmla="*/ 257 h 311"/>
                <a:gd name="T8" fmla="*/ 10 w 317"/>
                <a:gd name="T9" fmla="*/ 229 h 311"/>
                <a:gd name="T10" fmla="*/ 18 w 317"/>
                <a:gd name="T11" fmla="*/ 204 h 311"/>
                <a:gd name="T12" fmla="*/ 30 w 317"/>
                <a:gd name="T13" fmla="*/ 177 h 311"/>
                <a:gd name="T14" fmla="*/ 43 w 317"/>
                <a:gd name="T15" fmla="*/ 153 h 311"/>
                <a:gd name="T16" fmla="*/ 58 w 317"/>
                <a:gd name="T17" fmla="*/ 129 h 311"/>
                <a:gd name="T18" fmla="*/ 76 w 317"/>
                <a:gd name="T19" fmla="*/ 105 h 311"/>
                <a:gd name="T20" fmla="*/ 76 w 317"/>
                <a:gd name="T21" fmla="*/ 105 h 311"/>
                <a:gd name="T22" fmla="*/ 89 w 317"/>
                <a:gd name="T23" fmla="*/ 92 h 311"/>
                <a:gd name="T24" fmla="*/ 102 w 317"/>
                <a:gd name="T25" fmla="*/ 81 h 311"/>
                <a:gd name="T26" fmla="*/ 115 w 317"/>
                <a:gd name="T27" fmla="*/ 68 h 311"/>
                <a:gd name="T28" fmla="*/ 129 w 317"/>
                <a:gd name="T29" fmla="*/ 58 h 311"/>
                <a:gd name="T30" fmla="*/ 143 w 317"/>
                <a:gd name="T31" fmla="*/ 48 h 311"/>
                <a:gd name="T32" fmla="*/ 157 w 317"/>
                <a:gd name="T33" fmla="*/ 40 h 311"/>
                <a:gd name="T34" fmla="*/ 173 w 317"/>
                <a:gd name="T35" fmla="*/ 31 h 311"/>
                <a:gd name="T36" fmla="*/ 187 w 317"/>
                <a:gd name="T37" fmla="*/ 24 h 311"/>
                <a:gd name="T38" fmla="*/ 202 w 317"/>
                <a:gd name="T39" fmla="*/ 18 h 311"/>
                <a:gd name="T40" fmla="*/ 219 w 317"/>
                <a:gd name="T41" fmla="*/ 13 h 311"/>
                <a:gd name="T42" fmla="*/ 235 w 317"/>
                <a:gd name="T43" fmla="*/ 8 h 311"/>
                <a:gd name="T44" fmla="*/ 252 w 317"/>
                <a:gd name="T45" fmla="*/ 6 h 311"/>
                <a:gd name="T46" fmla="*/ 267 w 317"/>
                <a:gd name="T47" fmla="*/ 3 h 311"/>
                <a:gd name="T48" fmla="*/ 284 w 317"/>
                <a:gd name="T49" fmla="*/ 0 h 311"/>
                <a:gd name="T50" fmla="*/ 301 w 317"/>
                <a:gd name="T51" fmla="*/ 0 h 311"/>
                <a:gd name="T52" fmla="*/ 317 w 317"/>
                <a:gd name="T53" fmla="*/ 0 h 311"/>
                <a:gd name="T54" fmla="*/ 317 w 317"/>
                <a:gd name="T55" fmla="*/ 86 h 311"/>
                <a:gd name="T56" fmla="*/ 317 w 317"/>
                <a:gd name="T57" fmla="*/ 86 h 311"/>
                <a:gd name="T58" fmla="*/ 293 w 317"/>
                <a:gd name="T59" fmla="*/ 88 h 311"/>
                <a:gd name="T60" fmla="*/ 269 w 317"/>
                <a:gd name="T61" fmla="*/ 90 h 311"/>
                <a:gd name="T62" fmla="*/ 246 w 317"/>
                <a:gd name="T63" fmla="*/ 96 h 311"/>
                <a:gd name="T64" fmla="*/ 224 w 317"/>
                <a:gd name="T65" fmla="*/ 105 h 311"/>
                <a:gd name="T66" fmla="*/ 201 w 317"/>
                <a:gd name="T67" fmla="*/ 114 h 311"/>
                <a:gd name="T68" fmla="*/ 180 w 317"/>
                <a:gd name="T69" fmla="*/ 129 h 311"/>
                <a:gd name="T70" fmla="*/ 160 w 317"/>
                <a:gd name="T71" fmla="*/ 144 h 311"/>
                <a:gd name="T72" fmla="*/ 143 w 317"/>
                <a:gd name="T73" fmla="*/ 163 h 311"/>
                <a:gd name="T74" fmla="*/ 143 w 317"/>
                <a:gd name="T75" fmla="*/ 163 h 311"/>
                <a:gd name="T76" fmla="*/ 129 w 317"/>
                <a:gd name="T77" fmla="*/ 180 h 311"/>
                <a:gd name="T78" fmla="*/ 117 w 317"/>
                <a:gd name="T79" fmla="*/ 196 h 311"/>
                <a:gd name="T80" fmla="*/ 109 w 317"/>
                <a:gd name="T81" fmla="*/ 215 h 311"/>
                <a:gd name="T82" fmla="*/ 101 w 317"/>
                <a:gd name="T83" fmla="*/ 233 h 311"/>
                <a:gd name="T84" fmla="*/ 95 w 317"/>
                <a:gd name="T85" fmla="*/ 253 h 311"/>
                <a:gd name="T86" fmla="*/ 91 w 317"/>
                <a:gd name="T87" fmla="*/ 271 h 311"/>
                <a:gd name="T88" fmla="*/ 88 w 317"/>
                <a:gd name="T89" fmla="*/ 291 h 311"/>
                <a:gd name="T90" fmla="*/ 88 w 317"/>
                <a:gd name="T91" fmla="*/ 311 h 311"/>
                <a:gd name="T92" fmla="*/ 0 w 317"/>
                <a:gd name="T93" fmla="*/ 311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1">
                  <a:moveTo>
                    <a:pt x="0" y="311"/>
                  </a:moveTo>
                  <a:lnTo>
                    <a:pt x="0" y="311"/>
                  </a:lnTo>
                  <a:lnTo>
                    <a:pt x="2" y="284"/>
                  </a:lnTo>
                  <a:lnTo>
                    <a:pt x="4" y="257"/>
                  </a:lnTo>
                  <a:lnTo>
                    <a:pt x="10" y="229"/>
                  </a:lnTo>
                  <a:lnTo>
                    <a:pt x="18" y="204"/>
                  </a:lnTo>
                  <a:lnTo>
                    <a:pt x="30" y="177"/>
                  </a:lnTo>
                  <a:lnTo>
                    <a:pt x="43" y="153"/>
                  </a:lnTo>
                  <a:lnTo>
                    <a:pt x="58" y="129"/>
                  </a:lnTo>
                  <a:lnTo>
                    <a:pt x="76" y="105"/>
                  </a:lnTo>
                  <a:lnTo>
                    <a:pt x="76" y="105"/>
                  </a:lnTo>
                  <a:lnTo>
                    <a:pt x="89" y="92"/>
                  </a:lnTo>
                  <a:lnTo>
                    <a:pt x="102" y="81"/>
                  </a:lnTo>
                  <a:lnTo>
                    <a:pt x="115" y="68"/>
                  </a:lnTo>
                  <a:lnTo>
                    <a:pt x="129" y="58"/>
                  </a:lnTo>
                  <a:lnTo>
                    <a:pt x="143" y="48"/>
                  </a:lnTo>
                  <a:lnTo>
                    <a:pt x="157" y="40"/>
                  </a:lnTo>
                  <a:lnTo>
                    <a:pt x="173" y="31"/>
                  </a:lnTo>
                  <a:lnTo>
                    <a:pt x="187" y="24"/>
                  </a:lnTo>
                  <a:lnTo>
                    <a:pt x="202" y="18"/>
                  </a:lnTo>
                  <a:lnTo>
                    <a:pt x="219" y="13"/>
                  </a:lnTo>
                  <a:lnTo>
                    <a:pt x="235" y="8"/>
                  </a:lnTo>
                  <a:lnTo>
                    <a:pt x="252" y="6"/>
                  </a:lnTo>
                  <a:lnTo>
                    <a:pt x="267" y="3"/>
                  </a:lnTo>
                  <a:lnTo>
                    <a:pt x="284" y="0"/>
                  </a:lnTo>
                  <a:lnTo>
                    <a:pt x="301" y="0"/>
                  </a:lnTo>
                  <a:lnTo>
                    <a:pt x="317" y="0"/>
                  </a:lnTo>
                  <a:lnTo>
                    <a:pt x="317" y="86"/>
                  </a:lnTo>
                  <a:lnTo>
                    <a:pt x="317" y="86"/>
                  </a:lnTo>
                  <a:lnTo>
                    <a:pt x="293" y="88"/>
                  </a:lnTo>
                  <a:lnTo>
                    <a:pt x="269" y="90"/>
                  </a:lnTo>
                  <a:lnTo>
                    <a:pt x="246" y="96"/>
                  </a:lnTo>
                  <a:lnTo>
                    <a:pt x="224" y="105"/>
                  </a:lnTo>
                  <a:lnTo>
                    <a:pt x="201" y="114"/>
                  </a:lnTo>
                  <a:lnTo>
                    <a:pt x="180" y="129"/>
                  </a:lnTo>
                  <a:lnTo>
                    <a:pt x="160" y="144"/>
                  </a:lnTo>
                  <a:lnTo>
                    <a:pt x="143" y="163"/>
                  </a:lnTo>
                  <a:lnTo>
                    <a:pt x="143" y="163"/>
                  </a:lnTo>
                  <a:lnTo>
                    <a:pt x="129" y="180"/>
                  </a:lnTo>
                  <a:lnTo>
                    <a:pt x="117" y="196"/>
                  </a:lnTo>
                  <a:lnTo>
                    <a:pt x="109" y="215"/>
                  </a:lnTo>
                  <a:lnTo>
                    <a:pt x="101" y="233"/>
                  </a:lnTo>
                  <a:lnTo>
                    <a:pt x="95" y="253"/>
                  </a:lnTo>
                  <a:lnTo>
                    <a:pt x="91" y="271"/>
                  </a:lnTo>
                  <a:lnTo>
                    <a:pt x="88" y="291"/>
                  </a:lnTo>
                  <a:lnTo>
                    <a:pt x="88" y="311"/>
                  </a:lnTo>
                  <a:lnTo>
                    <a:pt x="0" y="311"/>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1" name="Freeform 19"/>
            <p:cNvSpPr/>
            <p:nvPr/>
          </p:nvSpPr>
          <p:spPr bwMode="auto">
            <a:xfrm>
              <a:off x="2093" y="4226"/>
              <a:ext cx="316" cy="311"/>
            </a:xfrm>
            <a:custGeom>
              <a:avLst/>
              <a:gdLst>
                <a:gd name="T0" fmla="*/ 316 w 316"/>
                <a:gd name="T1" fmla="*/ 0 h 311"/>
                <a:gd name="T2" fmla="*/ 316 w 316"/>
                <a:gd name="T3" fmla="*/ 0 h 311"/>
                <a:gd name="T4" fmla="*/ 315 w 316"/>
                <a:gd name="T5" fmla="*/ 27 h 311"/>
                <a:gd name="T6" fmla="*/ 312 w 316"/>
                <a:gd name="T7" fmla="*/ 53 h 311"/>
                <a:gd name="T8" fmla="*/ 306 w 316"/>
                <a:gd name="T9" fmla="*/ 82 h 311"/>
                <a:gd name="T10" fmla="*/ 298 w 316"/>
                <a:gd name="T11" fmla="*/ 107 h 311"/>
                <a:gd name="T12" fmla="*/ 287 w 316"/>
                <a:gd name="T13" fmla="*/ 134 h 311"/>
                <a:gd name="T14" fmla="*/ 274 w 316"/>
                <a:gd name="T15" fmla="*/ 158 h 311"/>
                <a:gd name="T16" fmla="*/ 258 w 316"/>
                <a:gd name="T17" fmla="*/ 182 h 311"/>
                <a:gd name="T18" fmla="*/ 240 w 316"/>
                <a:gd name="T19" fmla="*/ 205 h 311"/>
                <a:gd name="T20" fmla="*/ 240 w 316"/>
                <a:gd name="T21" fmla="*/ 205 h 311"/>
                <a:gd name="T22" fmla="*/ 229 w 316"/>
                <a:gd name="T23" fmla="*/ 219 h 311"/>
                <a:gd name="T24" fmla="*/ 216 w 316"/>
                <a:gd name="T25" fmla="*/ 230 h 311"/>
                <a:gd name="T26" fmla="*/ 202 w 316"/>
                <a:gd name="T27" fmla="*/ 243 h 311"/>
                <a:gd name="T28" fmla="*/ 189 w 316"/>
                <a:gd name="T29" fmla="*/ 253 h 311"/>
                <a:gd name="T30" fmla="*/ 175 w 316"/>
                <a:gd name="T31" fmla="*/ 263 h 311"/>
                <a:gd name="T32" fmla="*/ 159 w 316"/>
                <a:gd name="T33" fmla="*/ 271 h 311"/>
                <a:gd name="T34" fmla="*/ 145 w 316"/>
                <a:gd name="T35" fmla="*/ 280 h 311"/>
                <a:gd name="T36" fmla="*/ 130 w 316"/>
                <a:gd name="T37" fmla="*/ 287 h 311"/>
                <a:gd name="T38" fmla="*/ 114 w 316"/>
                <a:gd name="T39" fmla="*/ 292 h 311"/>
                <a:gd name="T40" fmla="*/ 99 w 316"/>
                <a:gd name="T41" fmla="*/ 298 h 311"/>
                <a:gd name="T42" fmla="*/ 82 w 316"/>
                <a:gd name="T43" fmla="*/ 302 h 311"/>
                <a:gd name="T44" fmla="*/ 66 w 316"/>
                <a:gd name="T45" fmla="*/ 307 h 311"/>
                <a:gd name="T46" fmla="*/ 49 w 316"/>
                <a:gd name="T47" fmla="*/ 308 h 311"/>
                <a:gd name="T48" fmla="*/ 32 w 316"/>
                <a:gd name="T49" fmla="*/ 311 h 311"/>
                <a:gd name="T50" fmla="*/ 15 w 316"/>
                <a:gd name="T51" fmla="*/ 311 h 311"/>
                <a:gd name="T52" fmla="*/ 0 w 316"/>
                <a:gd name="T53" fmla="*/ 311 h 311"/>
                <a:gd name="T54" fmla="*/ 0 w 316"/>
                <a:gd name="T55" fmla="*/ 225 h 311"/>
                <a:gd name="T56" fmla="*/ 0 w 316"/>
                <a:gd name="T57" fmla="*/ 225 h 311"/>
                <a:gd name="T58" fmla="*/ 24 w 316"/>
                <a:gd name="T59" fmla="*/ 223 h 311"/>
                <a:gd name="T60" fmla="*/ 48 w 316"/>
                <a:gd name="T61" fmla="*/ 220 h 311"/>
                <a:gd name="T62" fmla="*/ 72 w 316"/>
                <a:gd name="T63" fmla="*/ 215 h 311"/>
                <a:gd name="T64" fmla="*/ 94 w 316"/>
                <a:gd name="T65" fmla="*/ 206 h 311"/>
                <a:gd name="T66" fmla="*/ 116 w 316"/>
                <a:gd name="T67" fmla="*/ 196 h 311"/>
                <a:gd name="T68" fmla="*/ 137 w 316"/>
                <a:gd name="T69" fmla="*/ 182 h 311"/>
                <a:gd name="T70" fmla="*/ 157 w 316"/>
                <a:gd name="T71" fmla="*/ 167 h 311"/>
                <a:gd name="T72" fmla="*/ 175 w 316"/>
                <a:gd name="T73" fmla="*/ 148 h 311"/>
                <a:gd name="T74" fmla="*/ 175 w 316"/>
                <a:gd name="T75" fmla="*/ 148 h 311"/>
                <a:gd name="T76" fmla="*/ 188 w 316"/>
                <a:gd name="T77" fmla="*/ 131 h 311"/>
                <a:gd name="T78" fmla="*/ 199 w 316"/>
                <a:gd name="T79" fmla="*/ 114 h 311"/>
                <a:gd name="T80" fmla="*/ 209 w 316"/>
                <a:gd name="T81" fmla="*/ 96 h 311"/>
                <a:gd name="T82" fmla="*/ 216 w 316"/>
                <a:gd name="T83" fmla="*/ 78 h 311"/>
                <a:gd name="T84" fmla="*/ 222 w 316"/>
                <a:gd name="T85" fmla="*/ 58 h 311"/>
                <a:gd name="T86" fmla="*/ 226 w 316"/>
                <a:gd name="T87" fmla="*/ 39 h 311"/>
                <a:gd name="T88" fmla="*/ 229 w 316"/>
                <a:gd name="T89" fmla="*/ 20 h 311"/>
                <a:gd name="T90" fmla="*/ 229 w 316"/>
                <a:gd name="T91" fmla="*/ 0 h 311"/>
                <a:gd name="T92" fmla="*/ 316 w 316"/>
                <a:gd name="T93" fmla="*/ 0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6" h="311">
                  <a:moveTo>
                    <a:pt x="316" y="0"/>
                  </a:moveTo>
                  <a:lnTo>
                    <a:pt x="316" y="0"/>
                  </a:lnTo>
                  <a:lnTo>
                    <a:pt x="315" y="27"/>
                  </a:lnTo>
                  <a:lnTo>
                    <a:pt x="312" y="53"/>
                  </a:lnTo>
                  <a:lnTo>
                    <a:pt x="306" y="82"/>
                  </a:lnTo>
                  <a:lnTo>
                    <a:pt x="298" y="107"/>
                  </a:lnTo>
                  <a:lnTo>
                    <a:pt x="287" y="134"/>
                  </a:lnTo>
                  <a:lnTo>
                    <a:pt x="274" y="158"/>
                  </a:lnTo>
                  <a:lnTo>
                    <a:pt x="258" y="182"/>
                  </a:lnTo>
                  <a:lnTo>
                    <a:pt x="240" y="205"/>
                  </a:lnTo>
                  <a:lnTo>
                    <a:pt x="240" y="205"/>
                  </a:lnTo>
                  <a:lnTo>
                    <a:pt x="229" y="219"/>
                  </a:lnTo>
                  <a:lnTo>
                    <a:pt x="216" y="230"/>
                  </a:lnTo>
                  <a:lnTo>
                    <a:pt x="202" y="243"/>
                  </a:lnTo>
                  <a:lnTo>
                    <a:pt x="189" y="253"/>
                  </a:lnTo>
                  <a:lnTo>
                    <a:pt x="175" y="263"/>
                  </a:lnTo>
                  <a:lnTo>
                    <a:pt x="159" y="271"/>
                  </a:lnTo>
                  <a:lnTo>
                    <a:pt x="145" y="280"/>
                  </a:lnTo>
                  <a:lnTo>
                    <a:pt x="130" y="287"/>
                  </a:lnTo>
                  <a:lnTo>
                    <a:pt x="114" y="292"/>
                  </a:lnTo>
                  <a:lnTo>
                    <a:pt x="99" y="298"/>
                  </a:lnTo>
                  <a:lnTo>
                    <a:pt x="82" y="302"/>
                  </a:lnTo>
                  <a:lnTo>
                    <a:pt x="66" y="307"/>
                  </a:lnTo>
                  <a:lnTo>
                    <a:pt x="49" y="308"/>
                  </a:lnTo>
                  <a:lnTo>
                    <a:pt x="32" y="311"/>
                  </a:lnTo>
                  <a:lnTo>
                    <a:pt x="15" y="311"/>
                  </a:lnTo>
                  <a:lnTo>
                    <a:pt x="0" y="311"/>
                  </a:lnTo>
                  <a:lnTo>
                    <a:pt x="0" y="225"/>
                  </a:lnTo>
                  <a:lnTo>
                    <a:pt x="0" y="225"/>
                  </a:lnTo>
                  <a:lnTo>
                    <a:pt x="24" y="223"/>
                  </a:lnTo>
                  <a:lnTo>
                    <a:pt x="48" y="220"/>
                  </a:lnTo>
                  <a:lnTo>
                    <a:pt x="72" y="215"/>
                  </a:lnTo>
                  <a:lnTo>
                    <a:pt x="94" y="206"/>
                  </a:lnTo>
                  <a:lnTo>
                    <a:pt x="116" y="196"/>
                  </a:lnTo>
                  <a:lnTo>
                    <a:pt x="137" y="182"/>
                  </a:lnTo>
                  <a:lnTo>
                    <a:pt x="157" y="167"/>
                  </a:lnTo>
                  <a:lnTo>
                    <a:pt x="175" y="148"/>
                  </a:lnTo>
                  <a:lnTo>
                    <a:pt x="175" y="148"/>
                  </a:lnTo>
                  <a:lnTo>
                    <a:pt x="188" y="131"/>
                  </a:lnTo>
                  <a:lnTo>
                    <a:pt x="199" y="114"/>
                  </a:lnTo>
                  <a:lnTo>
                    <a:pt x="209" y="96"/>
                  </a:lnTo>
                  <a:lnTo>
                    <a:pt x="216" y="78"/>
                  </a:lnTo>
                  <a:lnTo>
                    <a:pt x="222" y="58"/>
                  </a:lnTo>
                  <a:lnTo>
                    <a:pt x="226" y="39"/>
                  </a:lnTo>
                  <a:lnTo>
                    <a:pt x="229" y="20"/>
                  </a:lnTo>
                  <a:lnTo>
                    <a:pt x="229" y="0"/>
                  </a:lnTo>
                  <a:lnTo>
                    <a:pt x="316" y="0"/>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2" name="Freeform 20"/>
            <p:cNvSpPr/>
            <p:nvPr/>
          </p:nvSpPr>
          <p:spPr bwMode="auto">
            <a:xfrm>
              <a:off x="2093" y="3901"/>
              <a:ext cx="316" cy="311"/>
            </a:xfrm>
            <a:custGeom>
              <a:avLst/>
              <a:gdLst>
                <a:gd name="T0" fmla="*/ 316 w 316"/>
                <a:gd name="T1" fmla="*/ 311 h 311"/>
                <a:gd name="T2" fmla="*/ 316 w 316"/>
                <a:gd name="T3" fmla="*/ 311 h 311"/>
                <a:gd name="T4" fmla="*/ 315 w 316"/>
                <a:gd name="T5" fmla="*/ 284 h 311"/>
                <a:gd name="T6" fmla="*/ 312 w 316"/>
                <a:gd name="T7" fmla="*/ 257 h 311"/>
                <a:gd name="T8" fmla="*/ 306 w 316"/>
                <a:gd name="T9" fmla="*/ 230 h 311"/>
                <a:gd name="T10" fmla="*/ 298 w 316"/>
                <a:gd name="T11" fmla="*/ 203 h 311"/>
                <a:gd name="T12" fmla="*/ 287 w 316"/>
                <a:gd name="T13" fmla="*/ 176 h 311"/>
                <a:gd name="T14" fmla="*/ 274 w 316"/>
                <a:gd name="T15" fmla="*/ 152 h 311"/>
                <a:gd name="T16" fmla="*/ 258 w 316"/>
                <a:gd name="T17" fmla="*/ 128 h 311"/>
                <a:gd name="T18" fmla="*/ 240 w 316"/>
                <a:gd name="T19" fmla="*/ 104 h 311"/>
                <a:gd name="T20" fmla="*/ 240 w 316"/>
                <a:gd name="T21" fmla="*/ 104 h 311"/>
                <a:gd name="T22" fmla="*/ 229 w 316"/>
                <a:gd name="T23" fmla="*/ 91 h 311"/>
                <a:gd name="T24" fmla="*/ 216 w 316"/>
                <a:gd name="T25" fmla="*/ 80 h 311"/>
                <a:gd name="T26" fmla="*/ 202 w 316"/>
                <a:gd name="T27" fmla="*/ 67 h 311"/>
                <a:gd name="T28" fmla="*/ 189 w 316"/>
                <a:gd name="T29" fmla="*/ 58 h 311"/>
                <a:gd name="T30" fmla="*/ 175 w 316"/>
                <a:gd name="T31" fmla="*/ 48 h 311"/>
                <a:gd name="T32" fmla="*/ 159 w 316"/>
                <a:gd name="T33" fmla="*/ 39 h 311"/>
                <a:gd name="T34" fmla="*/ 145 w 316"/>
                <a:gd name="T35" fmla="*/ 31 h 311"/>
                <a:gd name="T36" fmla="*/ 130 w 316"/>
                <a:gd name="T37" fmla="*/ 24 h 311"/>
                <a:gd name="T38" fmla="*/ 114 w 316"/>
                <a:gd name="T39" fmla="*/ 18 h 311"/>
                <a:gd name="T40" fmla="*/ 99 w 316"/>
                <a:gd name="T41" fmla="*/ 12 h 311"/>
                <a:gd name="T42" fmla="*/ 82 w 316"/>
                <a:gd name="T43" fmla="*/ 8 h 311"/>
                <a:gd name="T44" fmla="*/ 66 w 316"/>
                <a:gd name="T45" fmla="*/ 4 h 311"/>
                <a:gd name="T46" fmla="*/ 49 w 316"/>
                <a:gd name="T47" fmla="*/ 1 h 311"/>
                <a:gd name="T48" fmla="*/ 32 w 316"/>
                <a:gd name="T49" fmla="*/ 0 h 311"/>
                <a:gd name="T50" fmla="*/ 15 w 316"/>
                <a:gd name="T51" fmla="*/ 0 h 311"/>
                <a:gd name="T52" fmla="*/ 0 w 316"/>
                <a:gd name="T53" fmla="*/ 0 h 311"/>
                <a:gd name="T54" fmla="*/ 0 w 316"/>
                <a:gd name="T55" fmla="*/ 87 h 311"/>
                <a:gd name="T56" fmla="*/ 0 w 316"/>
                <a:gd name="T57" fmla="*/ 87 h 311"/>
                <a:gd name="T58" fmla="*/ 24 w 316"/>
                <a:gd name="T59" fmla="*/ 87 h 311"/>
                <a:gd name="T60" fmla="*/ 48 w 316"/>
                <a:gd name="T61" fmla="*/ 90 h 311"/>
                <a:gd name="T62" fmla="*/ 72 w 316"/>
                <a:gd name="T63" fmla="*/ 96 h 311"/>
                <a:gd name="T64" fmla="*/ 94 w 316"/>
                <a:gd name="T65" fmla="*/ 104 h 311"/>
                <a:gd name="T66" fmla="*/ 116 w 316"/>
                <a:gd name="T67" fmla="*/ 114 h 311"/>
                <a:gd name="T68" fmla="*/ 137 w 316"/>
                <a:gd name="T69" fmla="*/ 128 h 311"/>
                <a:gd name="T70" fmla="*/ 157 w 316"/>
                <a:gd name="T71" fmla="*/ 144 h 311"/>
                <a:gd name="T72" fmla="*/ 175 w 316"/>
                <a:gd name="T73" fmla="*/ 162 h 311"/>
                <a:gd name="T74" fmla="*/ 175 w 316"/>
                <a:gd name="T75" fmla="*/ 162 h 311"/>
                <a:gd name="T76" fmla="*/ 188 w 316"/>
                <a:gd name="T77" fmla="*/ 179 h 311"/>
                <a:gd name="T78" fmla="*/ 199 w 316"/>
                <a:gd name="T79" fmla="*/ 196 h 311"/>
                <a:gd name="T80" fmla="*/ 209 w 316"/>
                <a:gd name="T81" fmla="*/ 214 h 311"/>
                <a:gd name="T82" fmla="*/ 216 w 316"/>
                <a:gd name="T83" fmla="*/ 233 h 311"/>
                <a:gd name="T84" fmla="*/ 222 w 316"/>
                <a:gd name="T85" fmla="*/ 253 h 311"/>
                <a:gd name="T86" fmla="*/ 226 w 316"/>
                <a:gd name="T87" fmla="*/ 271 h 311"/>
                <a:gd name="T88" fmla="*/ 229 w 316"/>
                <a:gd name="T89" fmla="*/ 291 h 311"/>
                <a:gd name="T90" fmla="*/ 229 w 316"/>
                <a:gd name="T91" fmla="*/ 311 h 311"/>
                <a:gd name="T92" fmla="*/ 316 w 316"/>
                <a:gd name="T93" fmla="*/ 311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6" h="311">
                  <a:moveTo>
                    <a:pt x="316" y="311"/>
                  </a:moveTo>
                  <a:lnTo>
                    <a:pt x="316" y="311"/>
                  </a:lnTo>
                  <a:lnTo>
                    <a:pt x="315" y="284"/>
                  </a:lnTo>
                  <a:lnTo>
                    <a:pt x="312" y="257"/>
                  </a:lnTo>
                  <a:lnTo>
                    <a:pt x="306" y="230"/>
                  </a:lnTo>
                  <a:lnTo>
                    <a:pt x="298" y="203"/>
                  </a:lnTo>
                  <a:lnTo>
                    <a:pt x="287" y="176"/>
                  </a:lnTo>
                  <a:lnTo>
                    <a:pt x="274" y="152"/>
                  </a:lnTo>
                  <a:lnTo>
                    <a:pt x="258" y="128"/>
                  </a:lnTo>
                  <a:lnTo>
                    <a:pt x="240" y="104"/>
                  </a:lnTo>
                  <a:lnTo>
                    <a:pt x="240" y="104"/>
                  </a:lnTo>
                  <a:lnTo>
                    <a:pt x="229" y="91"/>
                  </a:lnTo>
                  <a:lnTo>
                    <a:pt x="216" y="80"/>
                  </a:lnTo>
                  <a:lnTo>
                    <a:pt x="202" y="67"/>
                  </a:lnTo>
                  <a:lnTo>
                    <a:pt x="189" y="58"/>
                  </a:lnTo>
                  <a:lnTo>
                    <a:pt x="175" y="48"/>
                  </a:lnTo>
                  <a:lnTo>
                    <a:pt x="159" y="39"/>
                  </a:lnTo>
                  <a:lnTo>
                    <a:pt x="145" y="31"/>
                  </a:lnTo>
                  <a:lnTo>
                    <a:pt x="130" y="24"/>
                  </a:lnTo>
                  <a:lnTo>
                    <a:pt x="114" y="18"/>
                  </a:lnTo>
                  <a:lnTo>
                    <a:pt x="99" y="12"/>
                  </a:lnTo>
                  <a:lnTo>
                    <a:pt x="82" y="8"/>
                  </a:lnTo>
                  <a:lnTo>
                    <a:pt x="66" y="4"/>
                  </a:lnTo>
                  <a:lnTo>
                    <a:pt x="49" y="1"/>
                  </a:lnTo>
                  <a:lnTo>
                    <a:pt x="32" y="0"/>
                  </a:lnTo>
                  <a:lnTo>
                    <a:pt x="15" y="0"/>
                  </a:lnTo>
                  <a:lnTo>
                    <a:pt x="0" y="0"/>
                  </a:lnTo>
                  <a:lnTo>
                    <a:pt x="0" y="87"/>
                  </a:lnTo>
                  <a:lnTo>
                    <a:pt x="0" y="87"/>
                  </a:lnTo>
                  <a:lnTo>
                    <a:pt x="24" y="87"/>
                  </a:lnTo>
                  <a:lnTo>
                    <a:pt x="48" y="90"/>
                  </a:lnTo>
                  <a:lnTo>
                    <a:pt x="72" y="96"/>
                  </a:lnTo>
                  <a:lnTo>
                    <a:pt x="94" y="104"/>
                  </a:lnTo>
                  <a:lnTo>
                    <a:pt x="116" y="114"/>
                  </a:lnTo>
                  <a:lnTo>
                    <a:pt x="137" y="128"/>
                  </a:lnTo>
                  <a:lnTo>
                    <a:pt x="157" y="144"/>
                  </a:lnTo>
                  <a:lnTo>
                    <a:pt x="175" y="162"/>
                  </a:lnTo>
                  <a:lnTo>
                    <a:pt x="175" y="162"/>
                  </a:lnTo>
                  <a:lnTo>
                    <a:pt x="188" y="179"/>
                  </a:lnTo>
                  <a:lnTo>
                    <a:pt x="199" y="196"/>
                  </a:lnTo>
                  <a:lnTo>
                    <a:pt x="209" y="214"/>
                  </a:lnTo>
                  <a:lnTo>
                    <a:pt x="216" y="233"/>
                  </a:lnTo>
                  <a:lnTo>
                    <a:pt x="222" y="253"/>
                  </a:lnTo>
                  <a:lnTo>
                    <a:pt x="226" y="271"/>
                  </a:lnTo>
                  <a:lnTo>
                    <a:pt x="229" y="291"/>
                  </a:lnTo>
                  <a:lnTo>
                    <a:pt x="229" y="311"/>
                  </a:lnTo>
                  <a:lnTo>
                    <a:pt x="316" y="311"/>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3" name="Freeform 21"/>
            <p:cNvSpPr/>
            <p:nvPr/>
          </p:nvSpPr>
          <p:spPr bwMode="auto">
            <a:xfrm>
              <a:off x="2303" y="2854"/>
              <a:ext cx="311" cy="617"/>
            </a:xfrm>
            <a:custGeom>
              <a:avLst/>
              <a:gdLst>
                <a:gd name="T0" fmla="*/ 311 w 311"/>
                <a:gd name="T1" fmla="*/ 617 h 617"/>
                <a:gd name="T2" fmla="*/ 256 w 311"/>
                <a:gd name="T3" fmla="*/ 613 h 617"/>
                <a:gd name="T4" fmla="*/ 204 w 311"/>
                <a:gd name="T5" fmla="*/ 598 h 617"/>
                <a:gd name="T6" fmla="*/ 153 w 311"/>
                <a:gd name="T7" fmla="*/ 574 h 617"/>
                <a:gd name="T8" fmla="*/ 106 w 311"/>
                <a:gd name="T9" fmla="*/ 540 h 617"/>
                <a:gd name="T10" fmla="*/ 84 w 311"/>
                <a:gd name="T11" fmla="*/ 519 h 617"/>
                <a:gd name="T12" fmla="*/ 47 w 311"/>
                <a:gd name="T13" fmla="*/ 470 h 617"/>
                <a:gd name="T14" fmla="*/ 20 w 311"/>
                <a:gd name="T15" fmla="*/ 416 h 617"/>
                <a:gd name="T16" fmla="*/ 5 w 311"/>
                <a:gd name="T17" fmla="*/ 360 h 617"/>
                <a:gd name="T18" fmla="*/ 0 w 311"/>
                <a:gd name="T19" fmla="*/ 300 h 617"/>
                <a:gd name="T20" fmla="*/ 9 w 311"/>
                <a:gd name="T21" fmla="*/ 241 h 617"/>
                <a:gd name="T22" fmla="*/ 27 w 311"/>
                <a:gd name="T23" fmla="*/ 184 h 617"/>
                <a:gd name="T24" fmla="*/ 57 w 311"/>
                <a:gd name="T25" fmla="*/ 130 h 617"/>
                <a:gd name="T26" fmla="*/ 77 w 311"/>
                <a:gd name="T27" fmla="*/ 106 h 617"/>
                <a:gd name="T28" fmla="*/ 101 w 311"/>
                <a:gd name="T29" fmla="*/ 81 h 617"/>
                <a:gd name="T30" fmla="*/ 128 w 311"/>
                <a:gd name="T31" fmla="*/ 60 h 617"/>
                <a:gd name="T32" fmla="*/ 154 w 311"/>
                <a:gd name="T33" fmla="*/ 41 h 617"/>
                <a:gd name="T34" fmla="*/ 184 w 311"/>
                <a:gd name="T35" fmla="*/ 26 h 617"/>
                <a:gd name="T36" fmla="*/ 215 w 311"/>
                <a:gd name="T37" fmla="*/ 15 h 617"/>
                <a:gd name="T38" fmla="*/ 246 w 311"/>
                <a:gd name="T39" fmla="*/ 6 h 617"/>
                <a:gd name="T40" fmla="*/ 279 w 311"/>
                <a:gd name="T41" fmla="*/ 2 h 617"/>
                <a:gd name="T42" fmla="*/ 311 w 311"/>
                <a:gd name="T43" fmla="*/ 0 h 617"/>
                <a:gd name="T44" fmla="*/ 311 w 311"/>
                <a:gd name="T45" fmla="*/ 87 h 617"/>
                <a:gd name="T46" fmla="*/ 265 w 311"/>
                <a:gd name="T47" fmla="*/ 92 h 617"/>
                <a:gd name="T48" fmla="*/ 219 w 311"/>
                <a:gd name="T49" fmla="*/ 106 h 617"/>
                <a:gd name="T50" fmla="*/ 178 w 311"/>
                <a:gd name="T51" fmla="*/ 129 h 617"/>
                <a:gd name="T52" fmla="*/ 142 w 311"/>
                <a:gd name="T53" fmla="*/ 163 h 617"/>
                <a:gd name="T54" fmla="*/ 129 w 311"/>
                <a:gd name="T55" fmla="*/ 181 h 617"/>
                <a:gd name="T56" fmla="*/ 106 w 311"/>
                <a:gd name="T57" fmla="*/ 220 h 617"/>
                <a:gd name="T58" fmla="*/ 94 w 311"/>
                <a:gd name="T59" fmla="*/ 261 h 617"/>
                <a:gd name="T60" fmla="*/ 88 w 311"/>
                <a:gd name="T61" fmla="*/ 303 h 617"/>
                <a:gd name="T62" fmla="*/ 91 w 311"/>
                <a:gd name="T63" fmla="*/ 345 h 617"/>
                <a:gd name="T64" fmla="*/ 102 w 311"/>
                <a:gd name="T65" fmla="*/ 386 h 617"/>
                <a:gd name="T66" fmla="*/ 120 w 311"/>
                <a:gd name="T67" fmla="*/ 425 h 617"/>
                <a:gd name="T68" fmla="*/ 147 w 311"/>
                <a:gd name="T69" fmla="*/ 460 h 617"/>
                <a:gd name="T70" fmla="*/ 164 w 311"/>
                <a:gd name="T71" fmla="*/ 475 h 617"/>
                <a:gd name="T72" fmla="*/ 197 w 311"/>
                <a:gd name="T73" fmla="*/ 499 h 617"/>
                <a:gd name="T74" fmla="*/ 234 w 311"/>
                <a:gd name="T75" fmla="*/ 516 h 617"/>
                <a:gd name="T76" fmla="*/ 272 w 311"/>
                <a:gd name="T77" fmla="*/ 526 h 617"/>
                <a:gd name="T78" fmla="*/ 311 w 311"/>
                <a:gd name="T79" fmla="*/ 529 h 6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311" h="617">
                  <a:moveTo>
                    <a:pt x="311" y="617"/>
                  </a:moveTo>
                  <a:lnTo>
                    <a:pt x="311" y="617"/>
                  </a:lnTo>
                  <a:lnTo>
                    <a:pt x="283" y="615"/>
                  </a:lnTo>
                  <a:lnTo>
                    <a:pt x="256" y="613"/>
                  </a:lnTo>
                  <a:lnTo>
                    <a:pt x="229" y="606"/>
                  </a:lnTo>
                  <a:lnTo>
                    <a:pt x="204" y="598"/>
                  </a:lnTo>
                  <a:lnTo>
                    <a:pt x="178" y="587"/>
                  </a:lnTo>
                  <a:lnTo>
                    <a:pt x="153" y="574"/>
                  </a:lnTo>
                  <a:lnTo>
                    <a:pt x="129" y="559"/>
                  </a:lnTo>
                  <a:lnTo>
                    <a:pt x="106" y="540"/>
                  </a:lnTo>
                  <a:lnTo>
                    <a:pt x="106" y="540"/>
                  </a:lnTo>
                  <a:lnTo>
                    <a:pt x="84" y="519"/>
                  </a:lnTo>
                  <a:lnTo>
                    <a:pt x="64" y="495"/>
                  </a:lnTo>
                  <a:lnTo>
                    <a:pt x="47" y="470"/>
                  </a:lnTo>
                  <a:lnTo>
                    <a:pt x="31" y="444"/>
                  </a:lnTo>
                  <a:lnTo>
                    <a:pt x="20" y="416"/>
                  </a:lnTo>
                  <a:lnTo>
                    <a:pt x="12" y="388"/>
                  </a:lnTo>
                  <a:lnTo>
                    <a:pt x="5" y="360"/>
                  </a:lnTo>
                  <a:lnTo>
                    <a:pt x="2" y="330"/>
                  </a:lnTo>
                  <a:lnTo>
                    <a:pt x="0" y="300"/>
                  </a:lnTo>
                  <a:lnTo>
                    <a:pt x="3" y="270"/>
                  </a:lnTo>
                  <a:lnTo>
                    <a:pt x="9" y="241"/>
                  </a:lnTo>
                  <a:lnTo>
                    <a:pt x="16" y="212"/>
                  </a:lnTo>
                  <a:lnTo>
                    <a:pt x="27" y="184"/>
                  </a:lnTo>
                  <a:lnTo>
                    <a:pt x="40" y="157"/>
                  </a:lnTo>
                  <a:lnTo>
                    <a:pt x="57" y="130"/>
                  </a:lnTo>
                  <a:lnTo>
                    <a:pt x="77" y="106"/>
                  </a:lnTo>
                  <a:lnTo>
                    <a:pt x="77" y="106"/>
                  </a:lnTo>
                  <a:lnTo>
                    <a:pt x="88" y="94"/>
                  </a:lnTo>
                  <a:lnTo>
                    <a:pt x="101" y="81"/>
                  </a:lnTo>
                  <a:lnTo>
                    <a:pt x="113" y="70"/>
                  </a:lnTo>
                  <a:lnTo>
                    <a:pt x="128" y="60"/>
                  </a:lnTo>
                  <a:lnTo>
                    <a:pt x="140" y="50"/>
                  </a:lnTo>
                  <a:lnTo>
                    <a:pt x="154" y="41"/>
                  </a:lnTo>
                  <a:lnTo>
                    <a:pt x="170" y="33"/>
                  </a:lnTo>
                  <a:lnTo>
                    <a:pt x="184" y="26"/>
                  </a:lnTo>
                  <a:lnTo>
                    <a:pt x="200" y="20"/>
                  </a:lnTo>
                  <a:lnTo>
                    <a:pt x="215" y="15"/>
                  </a:lnTo>
                  <a:lnTo>
                    <a:pt x="231" y="10"/>
                  </a:lnTo>
                  <a:lnTo>
                    <a:pt x="246" y="6"/>
                  </a:lnTo>
                  <a:lnTo>
                    <a:pt x="262" y="3"/>
                  </a:lnTo>
                  <a:lnTo>
                    <a:pt x="279" y="2"/>
                  </a:lnTo>
                  <a:lnTo>
                    <a:pt x="294" y="0"/>
                  </a:lnTo>
                  <a:lnTo>
                    <a:pt x="311" y="0"/>
                  </a:lnTo>
                  <a:lnTo>
                    <a:pt x="311" y="87"/>
                  </a:lnTo>
                  <a:lnTo>
                    <a:pt x="311" y="87"/>
                  </a:lnTo>
                  <a:lnTo>
                    <a:pt x="287" y="88"/>
                  </a:lnTo>
                  <a:lnTo>
                    <a:pt x="265" y="92"/>
                  </a:lnTo>
                  <a:lnTo>
                    <a:pt x="242" y="98"/>
                  </a:lnTo>
                  <a:lnTo>
                    <a:pt x="219" y="106"/>
                  </a:lnTo>
                  <a:lnTo>
                    <a:pt x="198" y="116"/>
                  </a:lnTo>
                  <a:lnTo>
                    <a:pt x="178" y="129"/>
                  </a:lnTo>
                  <a:lnTo>
                    <a:pt x="160" y="145"/>
                  </a:lnTo>
                  <a:lnTo>
                    <a:pt x="142" y="163"/>
                  </a:lnTo>
                  <a:lnTo>
                    <a:pt x="142" y="163"/>
                  </a:lnTo>
                  <a:lnTo>
                    <a:pt x="129" y="181"/>
                  </a:lnTo>
                  <a:lnTo>
                    <a:pt x="116" y="200"/>
                  </a:lnTo>
                  <a:lnTo>
                    <a:pt x="106" y="220"/>
                  </a:lnTo>
                  <a:lnTo>
                    <a:pt x="99" y="239"/>
                  </a:lnTo>
                  <a:lnTo>
                    <a:pt x="94" y="261"/>
                  </a:lnTo>
                  <a:lnTo>
                    <a:pt x="89" y="282"/>
                  </a:lnTo>
                  <a:lnTo>
                    <a:pt x="88" y="303"/>
                  </a:lnTo>
                  <a:lnTo>
                    <a:pt x="88" y="324"/>
                  </a:lnTo>
                  <a:lnTo>
                    <a:pt x="91" y="345"/>
                  </a:lnTo>
                  <a:lnTo>
                    <a:pt x="95" y="365"/>
                  </a:lnTo>
                  <a:lnTo>
                    <a:pt x="102" y="386"/>
                  </a:lnTo>
                  <a:lnTo>
                    <a:pt x="111" y="406"/>
                  </a:lnTo>
                  <a:lnTo>
                    <a:pt x="120" y="425"/>
                  </a:lnTo>
                  <a:lnTo>
                    <a:pt x="133" y="443"/>
                  </a:lnTo>
                  <a:lnTo>
                    <a:pt x="147" y="460"/>
                  </a:lnTo>
                  <a:lnTo>
                    <a:pt x="164" y="475"/>
                  </a:lnTo>
                  <a:lnTo>
                    <a:pt x="164" y="475"/>
                  </a:lnTo>
                  <a:lnTo>
                    <a:pt x="180" y="488"/>
                  </a:lnTo>
                  <a:lnTo>
                    <a:pt x="197" y="499"/>
                  </a:lnTo>
                  <a:lnTo>
                    <a:pt x="215" y="508"/>
                  </a:lnTo>
                  <a:lnTo>
                    <a:pt x="234" y="516"/>
                  </a:lnTo>
                  <a:lnTo>
                    <a:pt x="252" y="522"/>
                  </a:lnTo>
                  <a:lnTo>
                    <a:pt x="272" y="526"/>
                  </a:lnTo>
                  <a:lnTo>
                    <a:pt x="292" y="529"/>
                  </a:lnTo>
                  <a:lnTo>
                    <a:pt x="311" y="529"/>
                  </a:lnTo>
                  <a:lnTo>
                    <a:pt x="311" y="617"/>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4" name="Freeform 22"/>
            <p:cNvSpPr/>
            <p:nvPr/>
          </p:nvSpPr>
          <p:spPr bwMode="auto">
            <a:xfrm>
              <a:off x="2087" y="3366"/>
              <a:ext cx="317" cy="313"/>
            </a:xfrm>
            <a:custGeom>
              <a:avLst/>
              <a:gdLst>
                <a:gd name="T0" fmla="*/ 317 w 317"/>
                <a:gd name="T1" fmla="*/ 313 h 313"/>
                <a:gd name="T2" fmla="*/ 317 w 317"/>
                <a:gd name="T3" fmla="*/ 313 h 313"/>
                <a:gd name="T4" fmla="*/ 315 w 317"/>
                <a:gd name="T5" fmla="*/ 284 h 313"/>
                <a:gd name="T6" fmla="*/ 312 w 317"/>
                <a:gd name="T7" fmla="*/ 257 h 313"/>
                <a:gd name="T8" fmla="*/ 307 w 317"/>
                <a:gd name="T9" fmla="*/ 231 h 313"/>
                <a:gd name="T10" fmla="*/ 298 w 317"/>
                <a:gd name="T11" fmla="*/ 204 h 313"/>
                <a:gd name="T12" fmla="*/ 287 w 317"/>
                <a:gd name="T13" fmla="*/ 178 h 313"/>
                <a:gd name="T14" fmla="*/ 274 w 317"/>
                <a:gd name="T15" fmla="*/ 153 h 313"/>
                <a:gd name="T16" fmla="*/ 259 w 317"/>
                <a:gd name="T17" fmla="*/ 129 h 313"/>
                <a:gd name="T18" fmla="*/ 240 w 317"/>
                <a:gd name="T19" fmla="*/ 106 h 313"/>
                <a:gd name="T20" fmla="*/ 240 w 317"/>
                <a:gd name="T21" fmla="*/ 106 h 313"/>
                <a:gd name="T22" fmla="*/ 229 w 317"/>
                <a:gd name="T23" fmla="*/ 94 h 313"/>
                <a:gd name="T24" fmla="*/ 216 w 317"/>
                <a:gd name="T25" fmla="*/ 81 h 313"/>
                <a:gd name="T26" fmla="*/ 202 w 317"/>
                <a:gd name="T27" fmla="*/ 69 h 313"/>
                <a:gd name="T28" fmla="*/ 189 w 317"/>
                <a:gd name="T29" fmla="*/ 58 h 313"/>
                <a:gd name="T30" fmla="*/ 174 w 317"/>
                <a:gd name="T31" fmla="*/ 48 h 313"/>
                <a:gd name="T32" fmla="*/ 160 w 317"/>
                <a:gd name="T33" fmla="*/ 40 h 313"/>
                <a:gd name="T34" fmla="*/ 146 w 317"/>
                <a:gd name="T35" fmla="*/ 33 h 313"/>
                <a:gd name="T36" fmla="*/ 130 w 317"/>
                <a:gd name="T37" fmla="*/ 26 h 313"/>
                <a:gd name="T38" fmla="*/ 115 w 317"/>
                <a:gd name="T39" fmla="*/ 19 h 313"/>
                <a:gd name="T40" fmla="*/ 98 w 317"/>
                <a:gd name="T41" fmla="*/ 13 h 313"/>
                <a:gd name="T42" fmla="*/ 82 w 317"/>
                <a:gd name="T43" fmla="*/ 9 h 313"/>
                <a:gd name="T44" fmla="*/ 66 w 317"/>
                <a:gd name="T45" fmla="*/ 6 h 313"/>
                <a:gd name="T46" fmla="*/ 49 w 317"/>
                <a:gd name="T47" fmla="*/ 3 h 313"/>
                <a:gd name="T48" fmla="*/ 32 w 317"/>
                <a:gd name="T49" fmla="*/ 2 h 313"/>
                <a:gd name="T50" fmla="*/ 16 w 317"/>
                <a:gd name="T51" fmla="*/ 0 h 313"/>
                <a:gd name="T52" fmla="*/ 0 w 317"/>
                <a:gd name="T53" fmla="*/ 0 h 313"/>
                <a:gd name="T54" fmla="*/ 0 w 317"/>
                <a:gd name="T55" fmla="*/ 88 h 313"/>
                <a:gd name="T56" fmla="*/ 0 w 317"/>
                <a:gd name="T57" fmla="*/ 88 h 313"/>
                <a:gd name="T58" fmla="*/ 24 w 317"/>
                <a:gd name="T59" fmla="*/ 88 h 313"/>
                <a:gd name="T60" fmla="*/ 48 w 317"/>
                <a:gd name="T61" fmla="*/ 91 h 313"/>
                <a:gd name="T62" fmla="*/ 71 w 317"/>
                <a:gd name="T63" fmla="*/ 96 h 313"/>
                <a:gd name="T64" fmla="*/ 95 w 317"/>
                <a:gd name="T65" fmla="*/ 105 h 313"/>
                <a:gd name="T66" fmla="*/ 116 w 317"/>
                <a:gd name="T67" fmla="*/ 115 h 313"/>
                <a:gd name="T68" fmla="*/ 137 w 317"/>
                <a:gd name="T69" fmla="*/ 129 h 313"/>
                <a:gd name="T70" fmla="*/ 157 w 317"/>
                <a:gd name="T71" fmla="*/ 144 h 313"/>
                <a:gd name="T72" fmla="*/ 175 w 317"/>
                <a:gd name="T73" fmla="*/ 163 h 313"/>
                <a:gd name="T74" fmla="*/ 175 w 317"/>
                <a:gd name="T75" fmla="*/ 163 h 313"/>
                <a:gd name="T76" fmla="*/ 188 w 317"/>
                <a:gd name="T77" fmla="*/ 180 h 313"/>
                <a:gd name="T78" fmla="*/ 199 w 317"/>
                <a:gd name="T79" fmla="*/ 197 h 313"/>
                <a:gd name="T80" fmla="*/ 209 w 317"/>
                <a:gd name="T81" fmla="*/ 215 h 313"/>
                <a:gd name="T82" fmla="*/ 216 w 317"/>
                <a:gd name="T83" fmla="*/ 233 h 313"/>
                <a:gd name="T84" fmla="*/ 222 w 317"/>
                <a:gd name="T85" fmla="*/ 253 h 313"/>
                <a:gd name="T86" fmla="*/ 226 w 317"/>
                <a:gd name="T87" fmla="*/ 273 h 313"/>
                <a:gd name="T88" fmla="*/ 229 w 317"/>
                <a:gd name="T89" fmla="*/ 293 h 313"/>
                <a:gd name="T90" fmla="*/ 229 w 317"/>
                <a:gd name="T91" fmla="*/ 313 h 313"/>
                <a:gd name="T92" fmla="*/ 317 w 317"/>
                <a:gd name="T93" fmla="*/ 313 h 3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3">
                  <a:moveTo>
                    <a:pt x="317" y="313"/>
                  </a:moveTo>
                  <a:lnTo>
                    <a:pt x="317" y="313"/>
                  </a:lnTo>
                  <a:lnTo>
                    <a:pt x="315" y="284"/>
                  </a:lnTo>
                  <a:lnTo>
                    <a:pt x="312" y="257"/>
                  </a:lnTo>
                  <a:lnTo>
                    <a:pt x="307" y="231"/>
                  </a:lnTo>
                  <a:lnTo>
                    <a:pt x="298" y="204"/>
                  </a:lnTo>
                  <a:lnTo>
                    <a:pt x="287" y="178"/>
                  </a:lnTo>
                  <a:lnTo>
                    <a:pt x="274" y="153"/>
                  </a:lnTo>
                  <a:lnTo>
                    <a:pt x="259" y="129"/>
                  </a:lnTo>
                  <a:lnTo>
                    <a:pt x="240" y="106"/>
                  </a:lnTo>
                  <a:lnTo>
                    <a:pt x="240" y="106"/>
                  </a:lnTo>
                  <a:lnTo>
                    <a:pt x="229" y="94"/>
                  </a:lnTo>
                  <a:lnTo>
                    <a:pt x="216" y="81"/>
                  </a:lnTo>
                  <a:lnTo>
                    <a:pt x="202" y="69"/>
                  </a:lnTo>
                  <a:lnTo>
                    <a:pt x="189" y="58"/>
                  </a:lnTo>
                  <a:lnTo>
                    <a:pt x="174" y="48"/>
                  </a:lnTo>
                  <a:lnTo>
                    <a:pt x="160" y="40"/>
                  </a:lnTo>
                  <a:lnTo>
                    <a:pt x="146" y="33"/>
                  </a:lnTo>
                  <a:lnTo>
                    <a:pt x="130" y="26"/>
                  </a:lnTo>
                  <a:lnTo>
                    <a:pt x="115" y="19"/>
                  </a:lnTo>
                  <a:lnTo>
                    <a:pt x="98" y="13"/>
                  </a:lnTo>
                  <a:lnTo>
                    <a:pt x="82" y="9"/>
                  </a:lnTo>
                  <a:lnTo>
                    <a:pt x="66" y="6"/>
                  </a:lnTo>
                  <a:lnTo>
                    <a:pt x="49" y="3"/>
                  </a:lnTo>
                  <a:lnTo>
                    <a:pt x="32" y="2"/>
                  </a:lnTo>
                  <a:lnTo>
                    <a:pt x="16" y="0"/>
                  </a:lnTo>
                  <a:lnTo>
                    <a:pt x="0" y="0"/>
                  </a:lnTo>
                  <a:lnTo>
                    <a:pt x="0" y="88"/>
                  </a:lnTo>
                  <a:lnTo>
                    <a:pt x="0" y="88"/>
                  </a:lnTo>
                  <a:lnTo>
                    <a:pt x="24" y="88"/>
                  </a:lnTo>
                  <a:lnTo>
                    <a:pt x="48" y="91"/>
                  </a:lnTo>
                  <a:lnTo>
                    <a:pt x="71" y="96"/>
                  </a:lnTo>
                  <a:lnTo>
                    <a:pt x="95" y="105"/>
                  </a:lnTo>
                  <a:lnTo>
                    <a:pt x="116" y="115"/>
                  </a:lnTo>
                  <a:lnTo>
                    <a:pt x="137" y="129"/>
                  </a:lnTo>
                  <a:lnTo>
                    <a:pt x="157" y="144"/>
                  </a:lnTo>
                  <a:lnTo>
                    <a:pt x="175" y="163"/>
                  </a:lnTo>
                  <a:lnTo>
                    <a:pt x="175" y="163"/>
                  </a:lnTo>
                  <a:lnTo>
                    <a:pt x="188" y="180"/>
                  </a:lnTo>
                  <a:lnTo>
                    <a:pt x="199" y="197"/>
                  </a:lnTo>
                  <a:lnTo>
                    <a:pt x="209" y="215"/>
                  </a:lnTo>
                  <a:lnTo>
                    <a:pt x="216" y="233"/>
                  </a:lnTo>
                  <a:lnTo>
                    <a:pt x="222" y="253"/>
                  </a:lnTo>
                  <a:lnTo>
                    <a:pt x="226" y="273"/>
                  </a:lnTo>
                  <a:lnTo>
                    <a:pt x="229" y="293"/>
                  </a:lnTo>
                  <a:lnTo>
                    <a:pt x="229" y="313"/>
                  </a:lnTo>
                  <a:lnTo>
                    <a:pt x="317" y="313"/>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5" name="Freeform 23"/>
            <p:cNvSpPr/>
            <p:nvPr/>
          </p:nvSpPr>
          <p:spPr bwMode="auto">
            <a:xfrm>
              <a:off x="2317" y="3383"/>
              <a:ext cx="617" cy="617"/>
            </a:xfrm>
            <a:custGeom>
              <a:avLst/>
              <a:gdLst>
                <a:gd name="T0" fmla="*/ 511 w 617"/>
                <a:gd name="T1" fmla="*/ 77 h 617"/>
                <a:gd name="T2" fmla="*/ 555 w 617"/>
                <a:gd name="T3" fmla="*/ 122 h 617"/>
                <a:gd name="T4" fmla="*/ 586 w 617"/>
                <a:gd name="T5" fmla="*/ 173 h 617"/>
                <a:gd name="T6" fmla="*/ 607 w 617"/>
                <a:gd name="T7" fmla="*/ 229 h 617"/>
                <a:gd name="T8" fmla="*/ 617 w 617"/>
                <a:gd name="T9" fmla="*/ 287 h 617"/>
                <a:gd name="T10" fmla="*/ 616 w 617"/>
                <a:gd name="T11" fmla="*/ 347 h 617"/>
                <a:gd name="T12" fmla="*/ 603 w 617"/>
                <a:gd name="T13" fmla="*/ 404 h 617"/>
                <a:gd name="T14" fmla="*/ 577 w 617"/>
                <a:gd name="T15" fmla="*/ 460 h 617"/>
                <a:gd name="T16" fmla="*/ 542 w 617"/>
                <a:gd name="T17" fmla="*/ 512 h 617"/>
                <a:gd name="T18" fmla="*/ 519 w 617"/>
                <a:gd name="T19" fmla="*/ 535 h 617"/>
                <a:gd name="T20" fmla="*/ 471 w 617"/>
                <a:gd name="T21" fmla="*/ 571 h 617"/>
                <a:gd name="T22" fmla="*/ 418 w 617"/>
                <a:gd name="T23" fmla="*/ 598 h 617"/>
                <a:gd name="T24" fmla="*/ 360 w 617"/>
                <a:gd name="T25" fmla="*/ 612 h 617"/>
                <a:gd name="T26" fmla="*/ 300 w 617"/>
                <a:gd name="T27" fmla="*/ 617 h 617"/>
                <a:gd name="T28" fmla="*/ 242 w 617"/>
                <a:gd name="T29" fmla="*/ 609 h 617"/>
                <a:gd name="T30" fmla="*/ 184 w 617"/>
                <a:gd name="T31" fmla="*/ 591 h 617"/>
                <a:gd name="T32" fmla="*/ 131 w 617"/>
                <a:gd name="T33" fmla="*/ 560 h 617"/>
                <a:gd name="T34" fmla="*/ 106 w 617"/>
                <a:gd name="T35" fmla="*/ 542 h 617"/>
                <a:gd name="T36" fmla="*/ 81 w 617"/>
                <a:gd name="T37" fmla="*/ 518 h 617"/>
                <a:gd name="T38" fmla="*/ 60 w 617"/>
                <a:gd name="T39" fmla="*/ 491 h 617"/>
                <a:gd name="T40" fmla="*/ 41 w 617"/>
                <a:gd name="T41" fmla="*/ 462 h 617"/>
                <a:gd name="T42" fmla="*/ 27 w 617"/>
                <a:gd name="T43" fmla="*/ 434 h 617"/>
                <a:gd name="T44" fmla="*/ 15 w 617"/>
                <a:gd name="T45" fmla="*/ 403 h 617"/>
                <a:gd name="T46" fmla="*/ 8 w 617"/>
                <a:gd name="T47" fmla="*/ 372 h 617"/>
                <a:gd name="T48" fmla="*/ 2 w 617"/>
                <a:gd name="T49" fmla="*/ 339 h 617"/>
                <a:gd name="T50" fmla="*/ 0 w 617"/>
                <a:gd name="T51" fmla="*/ 307 h 617"/>
                <a:gd name="T52" fmla="*/ 88 w 617"/>
                <a:gd name="T53" fmla="*/ 307 h 617"/>
                <a:gd name="T54" fmla="*/ 92 w 617"/>
                <a:gd name="T55" fmla="*/ 354 h 617"/>
                <a:gd name="T56" fmla="*/ 106 w 617"/>
                <a:gd name="T57" fmla="*/ 397 h 617"/>
                <a:gd name="T58" fmla="*/ 131 w 617"/>
                <a:gd name="T59" fmla="*/ 440 h 617"/>
                <a:gd name="T60" fmla="*/ 163 w 617"/>
                <a:gd name="T61" fmla="*/ 475 h 617"/>
                <a:gd name="T62" fmla="*/ 181 w 617"/>
                <a:gd name="T63" fmla="*/ 489 h 617"/>
                <a:gd name="T64" fmla="*/ 220 w 617"/>
                <a:gd name="T65" fmla="*/ 511 h 617"/>
                <a:gd name="T66" fmla="*/ 261 w 617"/>
                <a:gd name="T67" fmla="*/ 525 h 617"/>
                <a:gd name="T68" fmla="*/ 303 w 617"/>
                <a:gd name="T69" fmla="*/ 530 h 617"/>
                <a:gd name="T70" fmla="*/ 345 w 617"/>
                <a:gd name="T71" fmla="*/ 527 h 617"/>
                <a:gd name="T72" fmla="*/ 386 w 617"/>
                <a:gd name="T73" fmla="*/ 516 h 617"/>
                <a:gd name="T74" fmla="*/ 425 w 617"/>
                <a:gd name="T75" fmla="*/ 496 h 617"/>
                <a:gd name="T76" fmla="*/ 460 w 617"/>
                <a:gd name="T77" fmla="*/ 470 h 617"/>
                <a:gd name="T78" fmla="*/ 476 w 617"/>
                <a:gd name="T79" fmla="*/ 454 h 617"/>
                <a:gd name="T80" fmla="*/ 501 w 617"/>
                <a:gd name="T81" fmla="*/ 417 h 617"/>
                <a:gd name="T82" fmla="*/ 519 w 617"/>
                <a:gd name="T83" fmla="*/ 378 h 617"/>
                <a:gd name="T84" fmla="*/ 528 w 617"/>
                <a:gd name="T85" fmla="*/ 337 h 617"/>
                <a:gd name="T86" fmla="*/ 529 w 617"/>
                <a:gd name="T87" fmla="*/ 294 h 617"/>
                <a:gd name="T88" fmla="*/ 522 w 617"/>
                <a:gd name="T89" fmla="*/ 252 h 617"/>
                <a:gd name="T90" fmla="*/ 508 w 617"/>
                <a:gd name="T91" fmla="*/ 212 h 617"/>
                <a:gd name="T92" fmla="*/ 485 w 617"/>
                <a:gd name="T93" fmla="*/ 174 h 617"/>
                <a:gd name="T94" fmla="*/ 454 w 617"/>
                <a:gd name="T95" fmla="*/ 142 h 617"/>
                <a:gd name="T96" fmla="*/ 439 w 617"/>
                <a:gd name="T97" fmla="*/ 129 h 617"/>
                <a:gd name="T98" fmla="*/ 405 w 617"/>
                <a:gd name="T99" fmla="*/ 109 h 617"/>
                <a:gd name="T100" fmla="*/ 368 w 617"/>
                <a:gd name="T101" fmla="*/ 95 h 617"/>
                <a:gd name="T102" fmla="*/ 330 w 617"/>
                <a:gd name="T103" fmla="*/ 88 h 617"/>
                <a:gd name="T104" fmla="*/ 310 w 617"/>
                <a:gd name="T105" fmla="*/ 0 h 617"/>
                <a:gd name="T106" fmla="*/ 337 w 617"/>
                <a:gd name="T107" fmla="*/ 2 h 617"/>
                <a:gd name="T108" fmla="*/ 391 w 617"/>
                <a:gd name="T109" fmla="*/ 11 h 617"/>
                <a:gd name="T110" fmla="*/ 442 w 617"/>
                <a:gd name="T111" fmla="*/ 30 h 617"/>
                <a:gd name="T112" fmla="*/ 490 w 617"/>
                <a:gd name="T113" fmla="*/ 58 h 617"/>
                <a:gd name="T114" fmla="*/ 511 w 617"/>
                <a:gd name="T115" fmla="*/ 77 h 6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17" h="617">
                  <a:moveTo>
                    <a:pt x="511" y="77"/>
                  </a:moveTo>
                  <a:lnTo>
                    <a:pt x="511" y="77"/>
                  </a:lnTo>
                  <a:lnTo>
                    <a:pt x="535" y="98"/>
                  </a:lnTo>
                  <a:lnTo>
                    <a:pt x="555" y="122"/>
                  </a:lnTo>
                  <a:lnTo>
                    <a:pt x="572" y="147"/>
                  </a:lnTo>
                  <a:lnTo>
                    <a:pt x="586" y="173"/>
                  </a:lnTo>
                  <a:lnTo>
                    <a:pt x="599" y="201"/>
                  </a:lnTo>
                  <a:lnTo>
                    <a:pt x="607" y="229"/>
                  </a:lnTo>
                  <a:lnTo>
                    <a:pt x="613" y="257"/>
                  </a:lnTo>
                  <a:lnTo>
                    <a:pt x="617" y="287"/>
                  </a:lnTo>
                  <a:lnTo>
                    <a:pt x="617" y="317"/>
                  </a:lnTo>
                  <a:lnTo>
                    <a:pt x="616" y="347"/>
                  </a:lnTo>
                  <a:lnTo>
                    <a:pt x="610" y="376"/>
                  </a:lnTo>
                  <a:lnTo>
                    <a:pt x="603" y="404"/>
                  </a:lnTo>
                  <a:lnTo>
                    <a:pt x="591" y="433"/>
                  </a:lnTo>
                  <a:lnTo>
                    <a:pt x="577" y="460"/>
                  </a:lnTo>
                  <a:lnTo>
                    <a:pt x="562" y="486"/>
                  </a:lnTo>
                  <a:lnTo>
                    <a:pt x="542" y="512"/>
                  </a:lnTo>
                  <a:lnTo>
                    <a:pt x="542" y="512"/>
                  </a:lnTo>
                  <a:lnTo>
                    <a:pt x="519" y="535"/>
                  </a:lnTo>
                  <a:lnTo>
                    <a:pt x="495" y="554"/>
                  </a:lnTo>
                  <a:lnTo>
                    <a:pt x="471" y="571"/>
                  </a:lnTo>
                  <a:lnTo>
                    <a:pt x="444" y="585"/>
                  </a:lnTo>
                  <a:lnTo>
                    <a:pt x="418" y="598"/>
                  </a:lnTo>
                  <a:lnTo>
                    <a:pt x="389" y="607"/>
                  </a:lnTo>
                  <a:lnTo>
                    <a:pt x="360" y="612"/>
                  </a:lnTo>
                  <a:lnTo>
                    <a:pt x="330" y="617"/>
                  </a:lnTo>
                  <a:lnTo>
                    <a:pt x="300" y="617"/>
                  </a:lnTo>
                  <a:lnTo>
                    <a:pt x="271" y="615"/>
                  </a:lnTo>
                  <a:lnTo>
                    <a:pt x="242" y="609"/>
                  </a:lnTo>
                  <a:lnTo>
                    <a:pt x="213" y="601"/>
                  </a:lnTo>
                  <a:lnTo>
                    <a:pt x="184" y="591"/>
                  </a:lnTo>
                  <a:lnTo>
                    <a:pt x="157" y="577"/>
                  </a:lnTo>
                  <a:lnTo>
                    <a:pt x="131" y="560"/>
                  </a:lnTo>
                  <a:lnTo>
                    <a:pt x="106" y="542"/>
                  </a:lnTo>
                  <a:lnTo>
                    <a:pt x="106" y="542"/>
                  </a:lnTo>
                  <a:lnTo>
                    <a:pt x="94" y="529"/>
                  </a:lnTo>
                  <a:lnTo>
                    <a:pt x="81" y="518"/>
                  </a:lnTo>
                  <a:lnTo>
                    <a:pt x="70" y="505"/>
                  </a:lnTo>
                  <a:lnTo>
                    <a:pt x="60" y="491"/>
                  </a:lnTo>
                  <a:lnTo>
                    <a:pt x="50" y="477"/>
                  </a:lnTo>
                  <a:lnTo>
                    <a:pt x="41" y="462"/>
                  </a:lnTo>
                  <a:lnTo>
                    <a:pt x="34" y="448"/>
                  </a:lnTo>
                  <a:lnTo>
                    <a:pt x="27" y="434"/>
                  </a:lnTo>
                  <a:lnTo>
                    <a:pt x="20" y="419"/>
                  </a:lnTo>
                  <a:lnTo>
                    <a:pt x="15" y="403"/>
                  </a:lnTo>
                  <a:lnTo>
                    <a:pt x="10" y="388"/>
                  </a:lnTo>
                  <a:lnTo>
                    <a:pt x="8" y="372"/>
                  </a:lnTo>
                  <a:lnTo>
                    <a:pt x="5" y="355"/>
                  </a:lnTo>
                  <a:lnTo>
                    <a:pt x="2" y="339"/>
                  </a:lnTo>
                  <a:lnTo>
                    <a:pt x="0" y="322"/>
                  </a:lnTo>
                  <a:lnTo>
                    <a:pt x="0" y="307"/>
                  </a:lnTo>
                  <a:lnTo>
                    <a:pt x="88" y="307"/>
                  </a:lnTo>
                  <a:lnTo>
                    <a:pt x="88" y="307"/>
                  </a:lnTo>
                  <a:lnTo>
                    <a:pt x="90" y="330"/>
                  </a:lnTo>
                  <a:lnTo>
                    <a:pt x="92" y="354"/>
                  </a:lnTo>
                  <a:lnTo>
                    <a:pt x="98" y="376"/>
                  </a:lnTo>
                  <a:lnTo>
                    <a:pt x="106" y="397"/>
                  </a:lnTo>
                  <a:lnTo>
                    <a:pt x="118" y="419"/>
                  </a:lnTo>
                  <a:lnTo>
                    <a:pt x="131" y="440"/>
                  </a:lnTo>
                  <a:lnTo>
                    <a:pt x="146" y="458"/>
                  </a:lnTo>
                  <a:lnTo>
                    <a:pt x="163" y="475"/>
                  </a:lnTo>
                  <a:lnTo>
                    <a:pt x="163" y="475"/>
                  </a:lnTo>
                  <a:lnTo>
                    <a:pt x="181" y="489"/>
                  </a:lnTo>
                  <a:lnTo>
                    <a:pt x="200" y="502"/>
                  </a:lnTo>
                  <a:lnTo>
                    <a:pt x="220" y="511"/>
                  </a:lnTo>
                  <a:lnTo>
                    <a:pt x="239" y="519"/>
                  </a:lnTo>
                  <a:lnTo>
                    <a:pt x="261" y="525"/>
                  </a:lnTo>
                  <a:lnTo>
                    <a:pt x="282" y="527"/>
                  </a:lnTo>
                  <a:lnTo>
                    <a:pt x="303" y="530"/>
                  </a:lnTo>
                  <a:lnTo>
                    <a:pt x="324" y="529"/>
                  </a:lnTo>
                  <a:lnTo>
                    <a:pt x="345" y="527"/>
                  </a:lnTo>
                  <a:lnTo>
                    <a:pt x="365" y="522"/>
                  </a:lnTo>
                  <a:lnTo>
                    <a:pt x="386" y="516"/>
                  </a:lnTo>
                  <a:lnTo>
                    <a:pt x="406" y="508"/>
                  </a:lnTo>
                  <a:lnTo>
                    <a:pt x="425" y="496"/>
                  </a:lnTo>
                  <a:lnTo>
                    <a:pt x="443" y="485"/>
                  </a:lnTo>
                  <a:lnTo>
                    <a:pt x="460" y="470"/>
                  </a:lnTo>
                  <a:lnTo>
                    <a:pt x="476" y="454"/>
                  </a:lnTo>
                  <a:lnTo>
                    <a:pt x="476" y="454"/>
                  </a:lnTo>
                  <a:lnTo>
                    <a:pt x="490" y="436"/>
                  </a:lnTo>
                  <a:lnTo>
                    <a:pt x="501" y="417"/>
                  </a:lnTo>
                  <a:lnTo>
                    <a:pt x="511" y="397"/>
                  </a:lnTo>
                  <a:lnTo>
                    <a:pt x="519" y="378"/>
                  </a:lnTo>
                  <a:lnTo>
                    <a:pt x="525" y="356"/>
                  </a:lnTo>
                  <a:lnTo>
                    <a:pt x="528" y="337"/>
                  </a:lnTo>
                  <a:lnTo>
                    <a:pt x="531" y="315"/>
                  </a:lnTo>
                  <a:lnTo>
                    <a:pt x="529" y="294"/>
                  </a:lnTo>
                  <a:lnTo>
                    <a:pt x="528" y="273"/>
                  </a:lnTo>
                  <a:lnTo>
                    <a:pt x="522" y="252"/>
                  </a:lnTo>
                  <a:lnTo>
                    <a:pt x="517" y="232"/>
                  </a:lnTo>
                  <a:lnTo>
                    <a:pt x="508" y="212"/>
                  </a:lnTo>
                  <a:lnTo>
                    <a:pt x="498" y="192"/>
                  </a:lnTo>
                  <a:lnTo>
                    <a:pt x="485" y="174"/>
                  </a:lnTo>
                  <a:lnTo>
                    <a:pt x="471" y="157"/>
                  </a:lnTo>
                  <a:lnTo>
                    <a:pt x="454" y="142"/>
                  </a:lnTo>
                  <a:lnTo>
                    <a:pt x="454" y="142"/>
                  </a:lnTo>
                  <a:lnTo>
                    <a:pt x="439" y="129"/>
                  </a:lnTo>
                  <a:lnTo>
                    <a:pt x="422" y="119"/>
                  </a:lnTo>
                  <a:lnTo>
                    <a:pt x="405" y="109"/>
                  </a:lnTo>
                  <a:lnTo>
                    <a:pt x="386" y="102"/>
                  </a:lnTo>
                  <a:lnTo>
                    <a:pt x="368" y="95"/>
                  </a:lnTo>
                  <a:lnTo>
                    <a:pt x="348" y="91"/>
                  </a:lnTo>
                  <a:lnTo>
                    <a:pt x="330" y="88"/>
                  </a:lnTo>
                  <a:lnTo>
                    <a:pt x="310" y="88"/>
                  </a:lnTo>
                  <a:lnTo>
                    <a:pt x="310" y="0"/>
                  </a:lnTo>
                  <a:lnTo>
                    <a:pt x="310" y="0"/>
                  </a:lnTo>
                  <a:lnTo>
                    <a:pt x="337" y="2"/>
                  </a:lnTo>
                  <a:lnTo>
                    <a:pt x="364" y="6"/>
                  </a:lnTo>
                  <a:lnTo>
                    <a:pt x="391" y="11"/>
                  </a:lnTo>
                  <a:lnTo>
                    <a:pt x="416" y="20"/>
                  </a:lnTo>
                  <a:lnTo>
                    <a:pt x="442" y="30"/>
                  </a:lnTo>
                  <a:lnTo>
                    <a:pt x="466" y="43"/>
                  </a:lnTo>
                  <a:lnTo>
                    <a:pt x="490" y="58"/>
                  </a:lnTo>
                  <a:lnTo>
                    <a:pt x="511" y="77"/>
                  </a:lnTo>
                  <a:lnTo>
                    <a:pt x="511" y="77"/>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6" name="Freeform 24"/>
            <p:cNvSpPr/>
            <p:nvPr/>
          </p:nvSpPr>
          <p:spPr bwMode="auto">
            <a:xfrm>
              <a:off x="1759" y="3368"/>
              <a:ext cx="311" cy="616"/>
            </a:xfrm>
            <a:custGeom>
              <a:avLst/>
              <a:gdLst>
                <a:gd name="T0" fmla="*/ 311 w 311"/>
                <a:gd name="T1" fmla="*/ 616 h 616"/>
                <a:gd name="T2" fmla="*/ 256 w 311"/>
                <a:gd name="T3" fmla="*/ 612 h 616"/>
                <a:gd name="T4" fmla="*/ 204 w 311"/>
                <a:gd name="T5" fmla="*/ 598 h 616"/>
                <a:gd name="T6" fmla="*/ 153 w 311"/>
                <a:gd name="T7" fmla="*/ 574 h 616"/>
                <a:gd name="T8" fmla="*/ 106 w 311"/>
                <a:gd name="T9" fmla="*/ 541 h 616"/>
                <a:gd name="T10" fmla="*/ 83 w 311"/>
                <a:gd name="T11" fmla="*/ 518 h 616"/>
                <a:gd name="T12" fmla="*/ 47 w 311"/>
                <a:gd name="T13" fmla="*/ 470 h 616"/>
                <a:gd name="T14" fmla="*/ 20 w 311"/>
                <a:gd name="T15" fmla="*/ 417 h 616"/>
                <a:gd name="T16" fmla="*/ 4 w 311"/>
                <a:gd name="T17" fmla="*/ 359 h 616"/>
                <a:gd name="T18" fmla="*/ 0 w 311"/>
                <a:gd name="T19" fmla="*/ 299 h 616"/>
                <a:gd name="T20" fmla="*/ 7 w 311"/>
                <a:gd name="T21" fmla="*/ 241 h 616"/>
                <a:gd name="T22" fmla="*/ 25 w 311"/>
                <a:gd name="T23" fmla="*/ 183 h 616"/>
                <a:gd name="T24" fmla="*/ 56 w 311"/>
                <a:gd name="T25" fmla="*/ 131 h 616"/>
                <a:gd name="T26" fmla="*/ 76 w 311"/>
                <a:gd name="T27" fmla="*/ 106 h 616"/>
                <a:gd name="T28" fmla="*/ 100 w 311"/>
                <a:gd name="T29" fmla="*/ 82 h 616"/>
                <a:gd name="T30" fmla="*/ 126 w 311"/>
                <a:gd name="T31" fmla="*/ 59 h 616"/>
                <a:gd name="T32" fmla="*/ 154 w 311"/>
                <a:gd name="T33" fmla="*/ 41 h 616"/>
                <a:gd name="T34" fmla="*/ 184 w 311"/>
                <a:gd name="T35" fmla="*/ 26 h 616"/>
                <a:gd name="T36" fmla="*/ 215 w 311"/>
                <a:gd name="T37" fmla="*/ 15 h 616"/>
                <a:gd name="T38" fmla="*/ 246 w 311"/>
                <a:gd name="T39" fmla="*/ 7 h 616"/>
                <a:gd name="T40" fmla="*/ 278 w 311"/>
                <a:gd name="T41" fmla="*/ 1 h 616"/>
                <a:gd name="T42" fmla="*/ 311 w 311"/>
                <a:gd name="T43" fmla="*/ 87 h 616"/>
                <a:gd name="T44" fmla="*/ 287 w 311"/>
                <a:gd name="T45" fmla="*/ 89 h 616"/>
                <a:gd name="T46" fmla="*/ 242 w 311"/>
                <a:gd name="T47" fmla="*/ 97 h 616"/>
                <a:gd name="T48" fmla="*/ 198 w 311"/>
                <a:gd name="T49" fmla="*/ 117 h 616"/>
                <a:gd name="T50" fmla="*/ 160 w 311"/>
                <a:gd name="T51" fmla="*/ 145 h 616"/>
                <a:gd name="T52" fmla="*/ 141 w 311"/>
                <a:gd name="T53" fmla="*/ 162 h 616"/>
                <a:gd name="T54" fmla="*/ 116 w 311"/>
                <a:gd name="T55" fmla="*/ 199 h 616"/>
                <a:gd name="T56" fmla="*/ 99 w 311"/>
                <a:gd name="T57" fmla="*/ 239 h 616"/>
                <a:gd name="T58" fmla="*/ 89 w 311"/>
                <a:gd name="T59" fmla="*/ 281 h 616"/>
                <a:gd name="T60" fmla="*/ 88 w 311"/>
                <a:gd name="T61" fmla="*/ 323 h 616"/>
                <a:gd name="T62" fmla="*/ 95 w 311"/>
                <a:gd name="T63" fmla="*/ 366 h 616"/>
                <a:gd name="T64" fmla="*/ 110 w 311"/>
                <a:gd name="T65" fmla="*/ 405 h 616"/>
                <a:gd name="T66" fmla="*/ 133 w 311"/>
                <a:gd name="T67" fmla="*/ 442 h 616"/>
                <a:gd name="T68" fmla="*/ 164 w 311"/>
                <a:gd name="T69" fmla="*/ 475 h 616"/>
                <a:gd name="T70" fmla="*/ 180 w 311"/>
                <a:gd name="T71" fmla="*/ 487 h 616"/>
                <a:gd name="T72" fmla="*/ 215 w 311"/>
                <a:gd name="T73" fmla="*/ 509 h 616"/>
                <a:gd name="T74" fmla="*/ 252 w 311"/>
                <a:gd name="T75" fmla="*/ 521 h 616"/>
                <a:gd name="T76" fmla="*/ 291 w 311"/>
                <a:gd name="T77" fmla="*/ 528 h 616"/>
                <a:gd name="T78" fmla="*/ 311 w 311"/>
                <a:gd name="T79" fmla="*/ 616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311" h="616">
                  <a:moveTo>
                    <a:pt x="311" y="616"/>
                  </a:moveTo>
                  <a:lnTo>
                    <a:pt x="311" y="616"/>
                  </a:lnTo>
                  <a:lnTo>
                    <a:pt x="283" y="615"/>
                  </a:lnTo>
                  <a:lnTo>
                    <a:pt x="256" y="612"/>
                  </a:lnTo>
                  <a:lnTo>
                    <a:pt x="229" y="606"/>
                  </a:lnTo>
                  <a:lnTo>
                    <a:pt x="204" y="598"/>
                  </a:lnTo>
                  <a:lnTo>
                    <a:pt x="178" y="588"/>
                  </a:lnTo>
                  <a:lnTo>
                    <a:pt x="153" y="574"/>
                  </a:lnTo>
                  <a:lnTo>
                    <a:pt x="129" y="558"/>
                  </a:lnTo>
                  <a:lnTo>
                    <a:pt x="106" y="541"/>
                  </a:lnTo>
                  <a:lnTo>
                    <a:pt x="106" y="541"/>
                  </a:lnTo>
                  <a:lnTo>
                    <a:pt x="83" y="518"/>
                  </a:lnTo>
                  <a:lnTo>
                    <a:pt x="64" y="494"/>
                  </a:lnTo>
                  <a:lnTo>
                    <a:pt x="47" y="470"/>
                  </a:lnTo>
                  <a:lnTo>
                    <a:pt x="31" y="444"/>
                  </a:lnTo>
                  <a:lnTo>
                    <a:pt x="20" y="417"/>
                  </a:lnTo>
                  <a:lnTo>
                    <a:pt x="11" y="388"/>
                  </a:lnTo>
                  <a:lnTo>
                    <a:pt x="4" y="359"/>
                  </a:lnTo>
                  <a:lnTo>
                    <a:pt x="1" y="329"/>
                  </a:lnTo>
                  <a:lnTo>
                    <a:pt x="0" y="299"/>
                  </a:lnTo>
                  <a:lnTo>
                    <a:pt x="3" y="270"/>
                  </a:lnTo>
                  <a:lnTo>
                    <a:pt x="7" y="241"/>
                  </a:lnTo>
                  <a:lnTo>
                    <a:pt x="15" y="212"/>
                  </a:lnTo>
                  <a:lnTo>
                    <a:pt x="25" y="183"/>
                  </a:lnTo>
                  <a:lnTo>
                    <a:pt x="40" y="157"/>
                  </a:lnTo>
                  <a:lnTo>
                    <a:pt x="56" y="131"/>
                  </a:lnTo>
                  <a:lnTo>
                    <a:pt x="76" y="106"/>
                  </a:lnTo>
                  <a:lnTo>
                    <a:pt x="76" y="106"/>
                  </a:lnTo>
                  <a:lnTo>
                    <a:pt x="88" y="93"/>
                  </a:lnTo>
                  <a:lnTo>
                    <a:pt x="100" y="82"/>
                  </a:lnTo>
                  <a:lnTo>
                    <a:pt x="113" y="70"/>
                  </a:lnTo>
                  <a:lnTo>
                    <a:pt x="126" y="59"/>
                  </a:lnTo>
                  <a:lnTo>
                    <a:pt x="140" y="51"/>
                  </a:lnTo>
                  <a:lnTo>
                    <a:pt x="154" y="41"/>
                  </a:lnTo>
                  <a:lnTo>
                    <a:pt x="168" y="34"/>
                  </a:lnTo>
                  <a:lnTo>
                    <a:pt x="184" y="26"/>
                  </a:lnTo>
                  <a:lnTo>
                    <a:pt x="199" y="19"/>
                  </a:lnTo>
                  <a:lnTo>
                    <a:pt x="215" y="15"/>
                  </a:lnTo>
                  <a:lnTo>
                    <a:pt x="230" y="10"/>
                  </a:lnTo>
                  <a:lnTo>
                    <a:pt x="246" y="7"/>
                  </a:lnTo>
                  <a:lnTo>
                    <a:pt x="262" y="4"/>
                  </a:lnTo>
                  <a:lnTo>
                    <a:pt x="278" y="1"/>
                  </a:lnTo>
                  <a:lnTo>
                    <a:pt x="311" y="0"/>
                  </a:lnTo>
                  <a:lnTo>
                    <a:pt x="311" y="87"/>
                  </a:lnTo>
                  <a:lnTo>
                    <a:pt x="311" y="87"/>
                  </a:lnTo>
                  <a:lnTo>
                    <a:pt x="287" y="89"/>
                  </a:lnTo>
                  <a:lnTo>
                    <a:pt x="264" y="92"/>
                  </a:lnTo>
                  <a:lnTo>
                    <a:pt x="242" y="97"/>
                  </a:lnTo>
                  <a:lnTo>
                    <a:pt x="219" y="106"/>
                  </a:lnTo>
                  <a:lnTo>
                    <a:pt x="198" y="117"/>
                  </a:lnTo>
                  <a:lnTo>
                    <a:pt x="178" y="130"/>
                  </a:lnTo>
                  <a:lnTo>
                    <a:pt x="160" y="145"/>
                  </a:lnTo>
                  <a:lnTo>
                    <a:pt x="141" y="162"/>
                  </a:lnTo>
                  <a:lnTo>
                    <a:pt x="141" y="162"/>
                  </a:lnTo>
                  <a:lnTo>
                    <a:pt x="127" y="181"/>
                  </a:lnTo>
                  <a:lnTo>
                    <a:pt x="116" y="199"/>
                  </a:lnTo>
                  <a:lnTo>
                    <a:pt x="106" y="219"/>
                  </a:lnTo>
                  <a:lnTo>
                    <a:pt x="99" y="239"/>
                  </a:lnTo>
                  <a:lnTo>
                    <a:pt x="93" y="260"/>
                  </a:lnTo>
                  <a:lnTo>
                    <a:pt x="89" y="281"/>
                  </a:lnTo>
                  <a:lnTo>
                    <a:pt x="88" y="302"/>
                  </a:lnTo>
                  <a:lnTo>
                    <a:pt x="88" y="323"/>
                  </a:lnTo>
                  <a:lnTo>
                    <a:pt x="90" y="345"/>
                  </a:lnTo>
                  <a:lnTo>
                    <a:pt x="95" y="366"/>
                  </a:lnTo>
                  <a:lnTo>
                    <a:pt x="102" y="386"/>
                  </a:lnTo>
                  <a:lnTo>
                    <a:pt x="110" y="405"/>
                  </a:lnTo>
                  <a:lnTo>
                    <a:pt x="120" y="424"/>
                  </a:lnTo>
                  <a:lnTo>
                    <a:pt x="133" y="442"/>
                  </a:lnTo>
                  <a:lnTo>
                    <a:pt x="147" y="459"/>
                  </a:lnTo>
                  <a:lnTo>
                    <a:pt x="164" y="475"/>
                  </a:lnTo>
                  <a:lnTo>
                    <a:pt x="164" y="475"/>
                  </a:lnTo>
                  <a:lnTo>
                    <a:pt x="180" y="487"/>
                  </a:lnTo>
                  <a:lnTo>
                    <a:pt x="196" y="499"/>
                  </a:lnTo>
                  <a:lnTo>
                    <a:pt x="215" y="509"/>
                  </a:lnTo>
                  <a:lnTo>
                    <a:pt x="233" y="516"/>
                  </a:lnTo>
                  <a:lnTo>
                    <a:pt x="252" y="521"/>
                  </a:lnTo>
                  <a:lnTo>
                    <a:pt x="271" y="526"/>
                  </a:lnTo>
                  <a:lnTo>
                    <a:pt x="291" y="528"/>
                  </a:lnTo>
                  <a:lnTo>
                    <a:pt x="311" y="530"/>
                  </a:lnTo>
                  <a:lnTo>
                    <a:pt x="311" y="616"/>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7" name="Freeform 25"/>
            <p:cNvSpPr/>
            <p:nvPr/>
          </p:nvSpPr>
          <p:spPr bwMode="auto">
            <a:xfrm>
              <a:off x="2826" y="336"/>
              <a:ext cx="1713" cy="290"/>
            </a:xfrm>
            <a:custGeom>
              <a:avLst/>
              <a:gdLst>
                <a:gd name="T0" fmla="*/ 1567 w 1713"/>
                <a:gd name="T1" fmla="*/ 0 h 290"/>
                <a:gd name="T2" fmla="*/ 1583 w 1713"/>
                <a:gd name="T3" fmla="*/ 2 h 290"/>
                <a:gd name="T4" fmla="*/ 1611 w 1713"/>
                <a:gd name="T5" fmla="*/ 8 h 290"/>
                <a:gd name="T6" fmla="*/ 1636 w 1713"/>
                <a:gd name="T7" fmla="*/ 19 h 290"/>
                <a:gd name="T8" fmla="*/ 1659 w 1713"/>
                <a:gd name="T9" fmla="*/ 34 h 290"/>
                <a:gd name="T10" fmla="*/ 1679 w 1713"/>
                <a:gd name="T11" fmla="*/ 54 h 290"/>
                <a:gd name="T12" fmla="*/ 1694 w 1713"/>
                <a:gd name="T13" fmla="*/ 77 h 290"/>
                <a:gd name="T14" fmla="*/ 1706 w 1713"/>
                <a:gd name="T15" fmla="*/ 102 h 290"/>
                <a:gd name="T16" fmla="*/ 1711 w 1713"/>
                <a:gd name="T17" fmla="*/ 131 h 290"/>
                <a:gd name="T18" fmla="*/ 1713 w 1713"/>
                <a:gd name="T19" fmla="*/ 146 h 290"/>
                <a:gd name="T20" fmla="*/ 1711 w 1713"/>
                <a:gd name="T21" fmla="*/ 160 h 290"/>
                <a:gd name="T22" fmla="*/ 1706 w 1713"/>
                <a:gd name="T23" fmla="*/ 189 h 290"/>
                <a:gd name="T24" fmla="*/ 1694 w 1713"/>
                <a:gd name="T25" fmla="*/ 214 h 290"/>
                <a:gd name="T26" fmla="*/ 1679 w 1713"/>
                <a:gd name="T27" fmla="*/ 238 h 290"/>
                <a:gd name="T28" fmla="*/ 1659 w 1713"/>
                <a:gd name="T29" fmla="*/ 258 h 290"/>
                <a:gd name="T30" fmla="*/ 1636 w 1713"/>
                <a:gd name="T31" fmla="*/ 273 h 290"/>
                <a:gd name="T32" fmla="*/ 1611 w 1713"/>
                <a:gd name="T33" fmla="*/ 283 h 290"/>
                <a:gd name="T34" fmla="*/ 1583 w 1713"/>
                <a:gd name="T35" fmla="*/ 290 h 290"/>
                <a:gd name="T36" fmla="*/ 91 w 1713"/>
                <a:gd name="T37" fmla="*/ 290 h 290"/>
                <a:gd name="T38" fmla="*/ 75 w 1713"/>
                <a:gd name="T39" fmla="*/ 290 h 290"/>
                <a:gd name="T40" fmla="*/ 47 w 1713"/>
                <a:gd name="T41" fmla="*/ 283 h 290"/>
                <a:gd name="T42" fmla="*/ 33 w 1713"/>
                <a:gd name="T43" fmla="*/ 279 h 290"/>
                <a:gd name="T44" fmla="*/ 51 w 1713"/>
                <a:gd name="T45" fmla="*/ 228 h 290"/>
                <a:gd name="T46" fmla="*/ 58 w 1713"/>
                <a:gd name="T47" fmla="*/ 173 h 290"/>
                <a:gd name="T48" fmla="*/ 57 w 1713"/>
                <a:gd name="T49" fmla="*/ 152 h 290"/>
                <a:gd name="T50" fmla="*/ 51 w 1713"/>
                <a:gd name="T51" fmla="*/ 114 h 290"/>
                <a:gd name="T52" fmla="*/ 39 w 1713"/>
                <a:gd name="T53" fmla="*/ 77 h 290"/>
                <a:gd name="T54" fmla="*/ 20 w 1713"/>
                <a:gd name="T55" fmla="*/ 43 h 290"/>
                <a:gd name="T56" fmla="*/ 9 w 1713"/>
                <a:gd name="T57" fmla="*/ 26 h 290"/>
                <a:gd name="T58" fmla="*/ 15 w 1713"/>
                <a:gd name="T59" fmla="*/ 20 h 290"/>
                <a:gd name="T60" fmla="*/ 15 w 1713"/>
                <a:gd name="T61" fmla="*/ 16 h 290"/>
                <a:gd name="T62" fmla="*/ 6 w 1713"/>
                <a:gd name="T63" fmla="*/ 8 h 290"/>
                <a:gd name="T64" fmla="*/ 0 w 1713"/>
                <a:gd name="T65" fmla="*/ 3 h 290"/>
                <a:gd name="T66" fmla="*/ 2 w 1713"/>
                <a:gd name="T67" fmla="*/ 2 h 290"/>
                <a:gd name="T68" fmla="*/ 9 w 1713"/>
                <a:gd name="T69" fmla="*/ 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13" h="290">
                  <a:moveTo>
                    <a:pt x="9" y="0"/>
                  </a:moveTo>
                  <a:lnTo>
                    <a:pt x="1567" y="0"/>
                  </a:lnTo>
                  <a:lnTo>
                    <a:pt x="1567" y="0"/>
                  </a:lnTo>
                  <a:lnTo>
                    <a:pt x="1583" y="2"/>
                  </a:lnTo>
                  <a:lnTo>
                    <a:pt x="1597" y="3"/>
                  </a:lnTo>
                  <a:lnTo>
                    <a:pt x="1611" y="8"/>
                  </a:lnTo>
                  <a:lnTo>
                    <a:pt x="1624" y="12"/>
                  </a:lnTo>
                  <a:lnTo>
                    <a:pt x="1636" y="19"/>
                  </a:lnTo>
                  <a:lnTo>
                    <a:pt x="1648" y="26"/>
                  </a:lnTo>
                  <a:lnTo>
                    <a:pt x="1659" y="34"/>
                  </a:lnTo>
                  <a:lnTo>
                    <a:pt x="1670" y="43"/>
                  </a:lnTo>
                  <a:lnTo>
                    <a:pt x="1679" y="54"/>
                  </a:lnTo>
                  <a:lnTo>
                    <a:pt x="1687" y="66"/>
                  </a:lnTo>
                  <a:lnTo>
                    <a:pt x="1694" y="77"/>
                  </a:lnTo>
                  <a:lnTo>
                    <a:pt x="1701" y="90"/>
                  </a:lnTo>
                  <a:lnTo>
                    <a:pt x="1706" y="102"/>
                  </a:lnTo>
                  <a:lnTo>
                    <a:pt x="1710" y="116"/>
                  </a:lnTo>
                  <a:lnTo>
                    <a:pt x="1711" y="131"/>
                  </a:lnTo>
                  <a:lnTo>
                    <a:pt x="1713" y="146"/>
                  </a:lnTo>
                  <a:lnTo>
                    <a:pt x="1713" y="146"/>
                  </a:lnTo>
                  <a:lnTo>
                    <a:pt x="1713" y="146"/>
                  </a:lnTo>
                  <a:lnTo>
                    <a:pt x="1711" y="160"/>
                  </a:lnTo>
                  <a:lnTo>
                    <a:pt x="1710" y="174"/>
                  </a:lnTo>
                  <a:lnTo>
                    <a:pt x="1706" y="189"/>
                  </a:lnTo>
                  <a:lnTo>
                    <a:pt x="1701" y="201"/>
                  </a:lnTo>
                  <a:lnTo>
                    <a:pt x="1694" y="214"/>
                  </a:lnTo>
                  <a:lnTo>
                    <a:pt x="1687" y="227"/>
                  </a:lnTo>
                  <a:lnTo>
                    <a:pt x="1679" y="238"/>
                  </a:lnTo>
                  <a:lnTo>
                    <a:pt x="1670" y="248"/>
                  </a:lnTo>
                  <a:lnTo>
                    <a:pt x="1659" y="258"/>
                  </a:lnTo>
                  <a:lnTo>
                    <a:pt x="1648" y="266"/>
                  </a:lnTo>
                  <a:lnTo>
                    <a:pt x="1636" y="273"/>
                  </a:lnTo>
                  <a:lnTo>
                    <a:pt x="1624" y="279"/>
                  </a:lnTo>
                  <a:lnTo>
                    <a:pt x="1611" y="283"/>
                  </a:lnTo>
                  <a:lnTo>
                    <a:pt x="1597" y="287"/>
                  </a:lnTo>
                  <a:lnTo>
                    <a:pt x="1583" y="290"/>
                  </a:lnTo>
                  <a:lnTo>
                    <a:pt x="1567" y="290"/>
                  </a:lnTo>
                  <a:lnTo>
                    <a:pt x="91" y="290"/>
                  </a:lnTo>
                  <a:lnTo>
                    <a:pt x="91" y="290"/>
                  </a:lnTo>
                  <a:lnTo>
                    <a:pt x="75" y="290"/>
                  </a:lnTo>
                  <a:lnTo>
                    <a:pt x="61" y="287"/>
                  </a:lnTo>
                  <a:lnTo>
                    <a:pt x="47" y="283"/>
                  </a:lnTo>
                  <a:lnTo>
                    <a:pt x="33" y="279"/>
                  </a:lnTo>
                  <a:lnTo>
                    <a:pt x="33" y="279"/>
                  </a:lnTo>
                  <a:lnTo>
                    <a:pt x="44" y="254"/>
                  </a:lnTo>
                  <a:lnTo>
                    <a:pt x="51" y="228"/>
                  </a:lnTo>
                  <a:lnTo>
                    <a:pt x="57" y="200"/>
                  </a:lnTo>
                  <a:lnTo>
                    <a:pt x="58" y="173"/>
                  </a:lnTo>
                  <a:lnTo>
                    <a:pt x="58" y="173"/>
                  </a:lnTo>
                  <a:lnTo>
                    <a:pt x="57" y="152"/>
                  </a:lnTo>
                  <a:lnTo>
                    <a:pt x="56" y="133"/>
                  </a:lnTo>
                  <a:lnTo>
                    <a:pt x="51" y="114"/>
                  </a:lnTo>
                  <a:lnTo>
                    <a:pt x="46" y="95"/>
                  </a:lnTo>
                  <a:lnTo>
                    <a:pt x="39" y="77"/>
                  </a:lnTo>
                  <a:lnTo>
                    <a:pt x="30" y="60"/>
                  </a:lnTo>
                  <a:lnTo>
                    <a:pt x="20" y="43"/>
                  </a:lnTo>
                  <a:lnTo>
                    <a:pt x="9" y="26"/>
                  </a:lnTo>
                  <a:lnTo>
                    <a:pt x="9" y="26"/>
                  </a:lnTo>
                  <a:lnTo>
                    <a:pt x="13" y="23"/>
                  </a:lnTo>
                  <a:lnTo>
                    <a:pt x="15" y="20"/>
                  </a:lnTo>
                  <a:lnTo>
                    <a:pt x="16" y="17"/>
                  </a:lnTo>
                  <a:lnTo>
                    <a:pt x="15" y="16"/>
                  </a:lnTo>
                  <a:lnTo>
                    <a:pt x="12" y="12"/>
                  </a:lnTo>
                  <a:lnTo>
                    <a:pt x="6" y="8"/>
                  </a:lnTo>
                  <a:lnTo>
                    <a:pt x="2" y="5"/>
                  </a:lnTo>
                  <a:lnTo>
                    <a:pt x="0" y="3"/>
                  </a:lnTo>
                  <a:lnTo>
                    <a:pt x="0" y="2"/>
                  </a:lnTo>
                  <a:lnTo>
                    <a:pt x="2" y="2"/>
                  </a:lnTo>
                  <a:lnTo>
                    <a:pt x="9" y="0"/>
                  </a:lnTo>
                  <a:lnTo>
                    <a:pt x="9" y="0"/>
                  </a:lnTo>
                  <a:close/>
                </a:path>
              </a:pathLst>
            </a:custGeom>
            <a:solidFill>
              <a:srgbClr val="58110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8" name="Freeform 26"/>
            <p:cNvSpPr/>
            <p:nvPr/>
          </p:nvSpPr>
          <p:spPr bwMode="auto">
            <a:xfrm>
              <a:off x="2826" y="1395"/>
              <a:ext cx="1713" cy="290"/>
            </a:xfrm>
            <a:custGeom>
              <a:avLst/>
              <a:gdLst>
                <a:gd name="T0" fmla="*/ 1567 w 1713"/>
                <a:gd name="T1" fmla="*/ 0 h 290"/>
                <a:gd name="T2" fmla="*/ 1583 w 1713"/>
                <a:gd name="T3" fmla="*/ 2 h 290"/>
                <a:gd name="T4" fmla="*/ 1611 w 1713"/>
                <a:gd name="T5" fmla="*/ 7 h 290"/>
                <a:gd name="T6" fmla="*/ 1636 w 1713"/>
                <a:gd name="T7" fmla="*/ 19 h 290"/>
                <a:gd name="T8" fmla="*/ 1659 w 1713"/>
                <a:gd name="T9" fmla="*/ 34 h 290"/>
                <a:gd name="T10" fmla="*/ 1679 w 1713"/>
                <a:gd name="T11" fmla="*/ 53 h 290"/>
                <a:gd name="T12" fmla="*/ 1694 w 1713"/>
                <a:gd name="T13" fmla="*/ 77 h 290"/>
                <a:gd name="T14" fmla="*/ 1706 w 1713"/>
                <a:gd name="T15" fmla="*/ 102 h 290"/>
                <a:gd name="T16" fmla="*/ 1711 w 1713"/>
                <a:gd name="T17" fmla="*/ 130 h 290"/>
                <a:gd name="T18" fmla="*/ 1713 w 1713"/>
                <a:gd name="T19" fmla="*/ 146 h 290"/>
                <a:gd name="T20" fmla="*/ 1711 w 1713"/>
                <a:gd name="T21" fmla="*/ 160 h 290"/>
                <a:gd name="T22" fmla="*/ 1706 w 1713"/>
                <a:gd name="T23" fmla="*/ 188 h 290"/>
                <a:gd name="T24" fmla="*/ 1694 w 1713"/>
                <a:gd name="T25" fmla="*/ 214 h 290"/>
                <a:gd name="T26" fmla="*/ 1679 w 1713"/>
                <a:gd name="T27" fmla="*/ 238 h 290"/>
                <a:gd name="T28" fmla="*/ 1659 w 1713"/>
                <a:gd name="T29" fmla="*/ 256 h 290"/>
                <a:gd name="T30" fmla="*/ 1636 w 1713"/>
                <a:gd name="T31" fmla="*/ 272 h 290"/>
                <a:gd name="T32" fmla="*/ 1611 w 1713"/>
                <a:gd name="T33" fmla="*/ 283 h 290"/>
                <a:gd name="T34" fmla="*/ 1583 w 1713"/>
                <a:gd name="T35" fmla="*/ 289 h 290"/>
                <a:gd name="T36" fmla="*/ 91 w 1713"/>
                <a:gd name="T37" fmla="*/ 290 h 290"/>
                <a:gd name="T38" fmla="*/ 75 w 1713"/>
                <a:gd name="T39" fmla="*/ 289 h 290"/>
                <a:gd name="T40" fmla="*/ 47 w 1713"/>
                <a:gd name="T41" fmla="*/ 283 h 290"/>
                <a:gd name="T42" fmla="*/ 33 w 1713"/>
                <a:gd name="T43" fmla="*/ 279 h 290"/>
                <a:gd name="T44" fmla="*/ 51 w 1713"/>
                <a:gd name="T45" fmla="*/ 227 h 290"/>
                <a:gd name="T46" fmla="*/ 58 w 1713"/>
                <a:gd name="T47" fmla="*/ 171 h 290"/>
                <a:gd name="T48" fmla="*/ 57 w 1713"/>
                <a:gd name="T49" fmla="*/ 152 h 290"/>
                <a:gd name="T50" fmla="*/ 51 w 1713"/>
                <a:gd name="T51" fmla="*/ 113 h 290"/>
                <a:gd name="T52" fmla="*/ 39 w 1713"/>
                <a:gd name="T53" fmla="*/ 77 h 290"/>
                <a:gd name="T54" fmla="*/ 20 w 1713"/>
                <a:gd name="T55" fmla="*/ 41 h 290"/>
                <a:gd name="T56" fmla="*/ 9 w 1713"/>
                <a:gd name="T57" fmla="*/ 26 h 290"/>
                <a:gd name="T58" fmla="*/ 15 w 1713"/>
                <a:gd name="T59" fmla="*/ 20 h 290"/>
                <a:gd name="T60" fmla="*/ 15 w 1713"/>
                <a:gd name="T61" fmla="*/ 15 h 290"/>
                <a:gd name="T62" fmla="*/ 6 w 1713"/>
                <a:gd name="T63" fmla="*/ 7 h 290"/>
                <a:gd name="T64" fmla="*/ 0 w 1713"/>
                <a:gd name="T65" fmla="*/ 2 h 290"/>
                <a:gd name="T66" fmla="*/ 2 w 1713"/>
                <a:gd name="T67" fmla="*/ 0 h 290"/>
                <a:gd name="T68" fmla="*/ 9 w 1713"/>
                <a:gd name="T69" fmla="*/ 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13" h="290">
                  <a:moveTo>
                    <a:pt x="9" y="0"/>
                  </a:moveTo>
                  <a:lnTo>
                    <a:pt x="1567" y="0"/>
                  </a:lnTo>
                  <a:lnTo>
                    <a:pt x="1567" y="0"/>
                  </a:lnTo>
                  <a:lnTo>
                    <a:pt x="1583" y="2"/>
                  </a:lnTo>
                  <a:lnTo>
                    <a:pt x="1597" y="3"/>
                  </a:lnTo>
                  <a:lnTo>
                    <a:pt x="1611" y="7"/>
                  </a:lnTo>
                  <a:lnTo>
                    <a:pt x="1624" y="12"/>
                  </a:lnTo>
                  <a:lnTo>
                    <a:pt x="1636" y="19"/>
                  </a:lnTo>
                  <a:lnTo>
                    <a:pt x="1648" y="26"/>
                  </a:lnTo>
                  <a:lnTo>
                    <a:pt x="1659" y="34"/>
                  </a:lnTo>
                  <a:lnTo>
                    <a:pt x="1670" y="43"/>
                  </a:lnTo>
                  <a:lnTo>
                    <a:pt x="1679" y="53"/>
                  </a:lnTo>
                  <a:lnTo>
                    <a:pt x="1687" y="64"/>
                  </a:lnTo>
                  <a:lnTo>
                    <a:pt x="1694" y="77"/>
                  </a:lnTo>
                  <a:lnTo>
                    <a:pt x="1701" y="89"/>
                  </a:lnTo>
                  <a:lnTo>
                    <a:pt x="1706" y="102"/>
                  </a:lnTo>
                  <a:lnTo>
                    <a:pt x="1710" y="116"/>
                  </a:lnTo>
                  <a:lnTo>
                    <a:pt x="1711" y="130"/>
                  </a:lnTo>
                  <a:lnTo>
                    <a:pt x="1713" y="146"/>
                  </a:lnTo>
                  <a:lnTo>
                    <a:pt x="1713" y="146"/>
                  </a:lnTo>
                  <a:lnTo>
                    <a:pt x="1713" y="146"/>
                  </a:lnTo>
                  <a:lnTo>
                    <a:pt x="1711" y="160"/>
                  </a:lnTo>
                  <a:lnTo>
                    <a:pt x="1710" y="174"/>
                  </a:lnTo>
                  <a:lnTo>
                    <a:pt x="1706" y="188"/>
                  </a:lnTo>
                  <a:lnTo>
                    <a:pt x="1701" y="201"/>
                  </a:lnTo>
                  <a:lnTo>
                    <a:pt x="1694" y="214"/>
                  </a:lnTo>
                  <a:lnTo>
                    <a:pt x="1687" y="227"/>
                  </a:lnTo>
                  <a:lnTo>
                    <a:pt x="1679" y="238"/>
                  </a:lnTo>
                  <a:lnTo>
                    <a:pt x="1670" y="248"/>
                  </a:lnTo>
                  <a:lnTo>
                    <a:pt x="1659" y="256"/>
                  </a:lnTo>
                  <a:lnTo>
                    <a:pt x="1648" y="265"/>
                  </a:lnTo>
                  <a:lnTo>
                    <a:pt x="1636" y="272"/>
                  </a:lnTo>
                  <a:lnTo>
                    <a:pt x="1624" y="279"/>
                  </a:lnTo>
                  <a:lnTo>
                    <a:pt x="1611" y="283"/>
                  </a:lnTo>
                  <a:lnTo>
                    <a:pt x="1597" y="287"/>
                  </a:lnTo>
                  <a:lnTo>
                    <a:pt x="1583" y="289"/>
                  </a:lnTo>
                  <a:lnTo>
                    <a:pt x="1567" y="290"/>
                  </a:lnTo>
                  <a:lnTo>
                    <a:pt x="91" y="290"/>
                  </a:lnTo>
                  <a:lnTo>
                    <a:pt x="91" y="290"/>
                  </a:lnTo>
                  <a:lnTo>
                    <a:pt x="75" y="289"/>
                  </a:lnTo>
                  <a:lnTo>
                    <a:pt x="61" y="287"/>
                  </a:lnTo>
                  <a:lnTo>
                    <a:pt x="47" y="283"/>
                  </a:lnTo>
                  <a:lnTo>
                    <a:pt x="33" y="279"/>
                  </a:lnTo>
                  <a:lnTo>
                    <a:pt x="33" y="279"/>
                  </a:lnTo>
                  <a:lnTo>
                    <a:pt x="44" y="253"/>
                  </a:lnTo>
                  <a:lnTo>
                    <a:pt x="51" y="227"/>
                  </a:lnTo>
                  <a:lnTo>
                    <a:pt x="57" y="200"/>
                  </a:lnTo>
                  <a:lnTo>
                    <a:pt x="58" y="171"/>
                  </a:lnTo>
                  <a:lnTo>
                    <a:pt x="58" y="171"/>
                  </a:lnTo>
                  <a:lnTo>
                    <a:pt x="57" y="152"/>
                  </a:lnTo>
                  <a:lnTo>
                    <a:pt x="56" y="132"/>
                  </a:lnTo>
                  <a:lnTo>
                    <a:pt x="51" y="113"/>
                  </a:lnTo>
                  <a:lnTo>
                    <a:pt x="46" y="95"/>
                  </a:lnTo>
                  <a:lnTo>
                    <a:pt x="39" y="77"/>
                  </a:lnTo>
                  <a:lnTo>
                    <a:pt x="30" y="58"/>
                  </a:lnTo>
                  <a:lnTo>
                    <a:pt x="20" y="41"/>
                  </a:lnTo>
                  <a:lnTo>
                    <a:pt x="9" y="26"/>
                  </a:lnTo>
                  <a:lnTo>
                    <a:pt x="9" y="26"/>
                  </a:lnTo>
                  <a:lnTo>
                    <a:pt x="13" y="23"/>
                  </a:lnTo>
                  <a:lnTo>
                    <a:pt x="15" y="20"/>
                  </a:lnTo>
                  <a:lnTo>
                    <a:pt x="16" y="17"/>
                  </a:lnTo>
                  <a:lnTo>
                    <a:pt x="15" y="15"/>
                  </a:lnTo>
                  <a:lnTo>
                    <a:pt x="12" y="10"/>
                  </a:lnTo>
                  <a:lnTo>
                    <a:pt x="6" y="7"/>
                  </a:lnTo>
                  <a:lnTo>
                    <a:pt x="2" y="5"/>
                  </a:lnTo>
                  <a:lnTo>
                    <a:pt x="0" y="2"/>
                  </a:lnTo>
                  <a:lnTo>
                    <a:pt x="0" y="2"/>
                  </a:lnTo>
                  <a:lnTo>
                    <a:pt x="2" y="0"/>
                  </a:lnTo>
                  <a:lnTo>
                    <a:pt x="9" y="0"/>
                  </a:lnTo>
                  <a:lnTo>
                    <a:pt x="9" y="0"/>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9" name="Freeform 27"/>
            <p:cNvSpPr/>
            <p:nvPr/>
          </p:nvSpPr>
          <p:spPr bwMode="auto">
            <a:xfrm>
              <a:off x="2826" y="2454"/>
              <a:ext cx="1713" cy="289"/>
            </a:xfrm>
            <a:custGeom>
              <a:avLst/>
              <a:gdLst>
                <a:gd name="T0" fmla="*/ 1567 w 1713"/>
                <a:gd name="T1" fmla="*/ 0 h 289"/>
                <a:gd name="T2" fmla="*/ 1583 w 1713"/>
                <a:gd name="T3" fmla="*/ 0 h 289"/>
                <a:gd name="T4" fmla="*/ 1611 w 1713"/>
                <a:gd name="T5" fmla="*/ 6 h 289"/>
                <a:gd name="T6" fmla="*/ 1636 w 1713"/>
                <a:gd name="T7" fmla="*/ 17 h 289"/>
                <a:gd name="T8" fmla="*/ 1659 w 1713"/>
                <a:gd name="T9" fmla="*/ 33 h 289"/>
                <a:gd name="T10" fmla="*/ 1679 w 1713"/>
                <a:gd name="T11" fmla="*/ 53 h 289"/>
                <a:gd name="T12" fmla="*/ 1694 w 1713"/>
                <a:gd name="T13" fmla="*/ 75 h 289"/>
                <a:gd name="T14" fmla="*/ 1706 w 1713"/>
                <a:gd name="T15" fmla="*/ 102 h 289"/>
                <a:gd name="T16" fmla="*/ 1711 w 1713"/>
                <a:gd name="T17" fmla="*/ 130 h 289"/>
                <a:gd name="T18" fmla="*/ 1713 w 1713"/>
                <a:gd name="T19" fmla="*/ 145 h 289"/>
                <a:gd name="T20" fmla="*/ 1711 w 1713"/>
                <a:gd name="T21" fmla="*/ 160 h 289"/>
                <a:gd name="T22" fmla="*/ 1706 w 1713"/>
                <a:gd name="T23" fmla="*/ 188 h 289"/>
                <a:gd name="T24" fmla="*/ 1694 w 1713"/>
                <a:gd name="T25" fmla="*/ 214 h 289"/>
                <a:gd name="T26" fmla="*/ 1679 w 1713"/>
                <a:gd name="T27" fmla="*/ 236 h 289"/>
                <a:gd name="T28" fmla="*/ 1659 w 1713"/>
                <a:gd name="T29" fmla="*/ 256 h 289"/>
                <a:gd name="T30" fmla="*/ 1636 w 1713"/>
                <a:gd name="T31" fmla="*/ 272 h 289"/>
                <a:gd name="T32" fmla="*/ 1611 w 1713"/>
                <a:gd name="T33" fmla="*/ 283 h 289"/>
                <a:gd name="T34" fmla="*/ 1583 w 1713"/>
                <a:gd name="T35" fmla="*/ 289 h 289"/>
                <a:gd name="T36" fmla="*/ 91 w 1713"/>
                <a:gd name="T37" fmla="*/ 289 h 289"/>
                <a:gd name="T38" fmla="*/ 75 w 1713"/>
                <a:gd name="T39" fmla="*/ 289 h 289"/>
                <a:gd name="T40" fmla="*/ 47 w 1713"/>
                <a:gd name="T41" fmla="*/ 283 h 289"/>
                <a:gd name="T42" fmla="*/ 33 w 1713"/>
                <a:gd name="T43" fmla="*/ 277 h 289"/>
                <a:gd name="T44" fmla="*/ 51 w 1713"/>
                <a:gd name="T45" fmla="*/ 227 h 289"/>
                <a:gd name="T46" fmla="*/ 58 w 1713"/>
                <a:gd name="T47" fmla="*/ 171 h 289"/>
                <a:gd name="T48" fmla="*/ 57 w 1713"/>
                <a:gd name="T49" fmla="*/ 152 h 289"/>
                <a:gd name="T50" fmla="*/ 51 w 1713"/>
                <a:gd name="T51" fmla="*/ 112 h 289"/>
                <a:gd name="T52" fmla="*/ 39 w 1713"/>
                <a:gd name="T53" fmla="*/ 75 h 289"/>
                <a:gd name="T54" fmla="*/ 20 w 1713"/>
                <a:gd name="T55" fmla="*/ 41 h 289"/>
                <a:gd name="T56" fmla="*/ 9 w 1713"/>
                <a:gd name="T57" fmla="*/ 24 h 289"/>
                <a:gd name="T58" fmla="*/ 15 w 1713"/>
                <a:gd name="T59" fmla="*/ 19 h 289"/>
                <a:gd name="T60" fmla="*/ 15 w 1713"/>
                <a:gd name="T61" fmla="*/ 14 h 289"/>
                <a:gd name="T62" fmla="*/ 6 w 1713"/>
                <a:gd name="T63" fmla="*/ 6 h 289"/>
                <a:gd name="T64" fmla="*/ 0 w 1713"/>
                <a:gd name="T65" fmla="*/ 2 h 289"/>
                <a:gd name="T66" fmla="*/ 2 w 1713"/>
                <a:gd name="T67" fmla="*/ 0 h 289"/>
                <a:gd name="T68" fmla="*/ 9 w 1713"/>
                <a:gd name="T69" fmla="*/ 0 h 2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13" h="289">
                  <a:moveTo>
                    <a:pt x="9" y="0"/>
                  </a:moveTo>
                  <a:lnTo>
                    <a:pt x="1567" y="0"/>
                  </a:lnTo>
                  <a:lnTo>
                    <a:pt x="1567" y="0"/>
                  </a:lnTo>
                  <a:lnTo>
                    <a:pt x="1583" y="0"/>
                  </a:lnTo>
                  <a:lnTo>
                    <a:pt x="1597" y="3"/>
                  </a:lnTo>
                  <a:lnTo>
                    <a:pt x="1611" y="6"/>
                  </a:lnTo>
                  <a:lnTo>
                    <a:pt x="1624" y="12"/>
                  </a:lnTo>
                  <a:lnTo>
                    <a:pt x="1636" y="17"/>
                  </a:lnTo>
                  <a:lnTo>
                    <a:pt x="1648" y="24"/>
                  </a:lnTo>
                  <a:lnTo>
                    <a:pt x="1659" y="33"/>
                  </a:lnTo>
                  <a:lnTo>
                    <a:pt x="1670" y="43"/>
                  </a:lnTo>
                  <a:lnTo>
                    <a:pt x="1679" y="53"/>
                  </a:lnTo>
                  <a:lnTo>
                    <a:pt x="1687" y="64"/>
                  </a:lnTo>
                  <a:lnTo>
                    <a:pt x="1694" y="75"/>
                  </a:lnTo>
                  <a:lnTo>
                    <a:pt x="1701" y="88"/>
                  </a:lnTo>
                  <a:lnTo>
                    <a:pt x="1706" y="102"/>
                  </a:lnTo>
                  <a:lnTo>
                    <a:pt x="1710" y="116"/>
                  </a:lnTo>
                  <a:lnTo>
                    <a:pt x="1711" y="130"/>
                  </a:lnTo>
                  <a:lnTo>
                    <a:pt x="1713" y="145"/>
                  </a:lnTo>
                  <a:lnTo>
                    <a:pt x="1713" y="145"/>
                  </a:lnTo>
                  <a:lnTo>
                    <a:pt x="1713" y="145"/>
                  </a:lnTo>
                  <a:lnTo>
                    <a:pt x="1711" y="160"/>
                  </a:lnTo>
                  <a:lnTo>
                    <a:pt x="1710" y="174"/>
                  </a:lnTo>
                  <a:lnTo>
                    <a:pt x="1706" y="188"/>
                  </a:lnTo>
                  <a:lnTo>
                    <a:pt x="1701" y="201"/>
                  </a:lnTo>
                  <a:lnTo>
                    <a:pt x="1694" y="214"/>
                  </a:lnTo>
                  <a:lnTo>
                    <a:pt x="1687" y="225"/>
                  </a:lnTo>
                  <a:lnTo>
                    <a:pt x="1679" y="236"/>
                  </a:lnTo>
                  <a:lnTo>
                    <a:pt x="1670" y="246"/>
                  </a:lnTo>
                  <a:lnTo>
                    <a:pt x="1659" y="256"/>
                  </a:lnTo>
                  <a:lnTo>
                    <a:pt x="1648" y="265"/>
                  </a:lnTo>
                  <a:lnTo>
                    <a:pt x="1636" y="272"/>
                  </a:lnTo>
                  <a:lnTo>
                    <a:pt x="1624" y="277"/>
                  </a:lnTo>
                  <a:lnTo>
                    <a:pt x="1611" y="283"/>
                  </a:lnTo>
                  <a:lnTo>
                    <a:pt x="1597" y="286"/>
                  </a:lnTo>
                  <a:lnTo>
                    <a:pt x="1583" y="289"/>
                  </a:lnTo>
                  <a:lnTo>
                    <a:pt x="1567" y="289"/>
                  </a:lnTo>
                  <a:lnTo>
                    <a:pt x="91" y="289"/>
                  </a:lnTo>
                  <a:lnTo>
                    <a:pt x="91" y="289"/>
                  </a:lnTo>
                  <a:lnTo>
                    <a:pt x="75" y="289"/>
                  </a:lnTo>
                  <a:lnTo>
                    <a:pt x="61" y="286"/>
                  </a:lnTo>
                  <a:lnTo>
                    <a:pt x="47" y="283"/>
                  </a:lnTo>
                  <a:lnTo>
                    <a:pt x="33" y="277"/>
                  </a:lnTo>
                  <a:lnTo>
                    <a:pt x="33" y="277"/>
                  </a:lnTo>
                  <a:lnTo>
                    <a:pt x="44" y="252"/>
                  </a:lnTo>
                  <a:lnTo>
                    <a:pt x="51" y="227"/>
                  </a:lnTo>
                  <a:lnTo>
                    <a:pt x="57" y="200"/>
                  </a:lnTo>
                  <a:lnTo>
                    <a:pt x="58" y="171"/>
                  </a:lnTo>
                  <a:lnTo>
                    <a:pt x="58" y="171"/>
                  </a:lnTo>
                  <a:lnTo>
                    <a:pt x="57" y="152"/>
                  </a:lnTo>
                  <a:lnTo>
                    <a:pt x="56" y="132"/>
                  </a:lnTo>
                  <a:lnTo>
                    <a:pt x="51" y="112"/>
                  </a:lnTo>
                  <a:lnTo>
                    <a:pt x="46" y="94"/>
                  </a:lnTo>
                  <a:lnTo>
                    <a:pt x="39" y="75"/>
                  </a:lnTo>
                  <a:lnTo>
                    <a:pt x="30" y="58"/>
                  </a:lnTo>
                  <a:lnTo>
                    <a:pt x="20" y="41"/>
                  </a:lnTo>
                  <a:lnTo>
                    <a:pt x="9" y="24"/>
                  </a:lnTo>
                  <a:lnTo>
                    <a:pt x="9" y="24"/>
                  </a:lnTo>
                  <a:lnTo>
                    <a:pt x="13" y="22"/>
                  </a:lnTo>
                  <a:lnTo>
                    <a:pt x="15" y="19"/>
                  </a:lnTo>
                  <a:lnTo>
                    <a:pt x="16" y="17"/>
                  </a:lnTo>
                  <a:lnTo>
                    <a:pt x="15" y="14"/>
                  </a:lnTo>
                  <a:lnTo>
                    <a:pt x="12" y="10"/>
                  </a:lnTo>
                  <a:lnTo>
                    <a:pt x="6" y="6"/>
                  </a:lnTo>
                  <a:lnTo>
                    <a:pt x="2" y="3"/>
                  </a:lnTo>
                  <a:lnTo>
                    <a:pt x="0" y="2"/>
                  </a:lnTo>
                  <a:lnTo>
                    <a:pt x="0" y="0"/>
                  </a:lnTo>
                  <a:lnTo>
                    <a:pt x="2" y="0"/>
                  </a:lnTo>
                  <a:lnTo>
                    <a:pt x="9" y="0"/>
                  </a:lnTo>
                  <a:lnTo>
                    <a:pt x="9" y="0"/>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0" name="Freeform 28"/>
            <p:cNvSpPr/>
            <p:nvPr/>
          </p:nvSpPr>
          <p:spPr bwMode="auto">
            <a:xfrm>
              <a:off x="2826" y="3512"/>
              <a:ext cx="1713" cy="290"/>
            </a:xfrm>
            <a:custGeom>
              <a:avLst/>
              <a:gdLst>
                <a:gd name="T0" fmla="*/ 1567 w 1713"/>
                <a:gd name="T1" fmla="*/ 0 h 290"/>
                <a:gd name="T2" fmla="*/ 1583 w 1713"/>
                <a:gd name="T3" fmla="*/ 1 h 290"/>
                <a:gd name="T4" fmla="*/ 1611 w 1713"/>
                <a:gd name="T5" fmla="*/ 7 h 290"/>
                <a:gd name="T6" fmla="*/ 1636 w 1713"/>
                <a:gd name="T7" fmla="*/ 18 h 290"/>
                <a:gd name="T8" fmla="*/ 1659 w 1713"/>
                <a:gd name="T9" fmla="*/ 34 h 290"/>
                <a:gd name="T10" fmla="*/ 1679 w 1713"/>
                <a:gd name="T11" fmla="*/ 54 h 290"/>
                <a:gd name="T12" fmla="*/ 1694 w 1713"/>
                <a:gd name="T13" fmla="*/ 76 h 290"/>
                <a:gd name="T14" fmla="*/ 1706 w 1713"/>
                <a:gd name="T15" fmla="*/ 103 h 290"/>
                <a:gd name="T16" fmla="*/ 1711 w 1713"/>
                <a:gd name="T17" fmla="*/ 130 h 290"/>
                <a:gd name="T18" fmla="*/ 1713 w 1713"/>
                <a:gd name="T19" fmla="*/ 145 h 290"/>
                <a:gd name="T20" fmla="*/ 1711 w 1713"/>
                <a:gd name="T21" fmla="*/ 160 h 290"/>
                <a:gd name="T22" fmla="*/ 1706 w 1713"/>
                <a:gd name="T23" fmla="*/ 188 h 290"/>
                <a:gd name="T24" fmla="*/ 1694 w 1713"/>
                <a:gd name="T25" fmla="*/ 215 h 290"/>
                <a:gd name="T26" fmla="*/ 1679 w 1713"/>
                <a:gd name="T27" fmla="*/ 237 h 290"/>
                <a:gd name="T28" fmla="*/ 1659 w 1713"/>
                <a:gd name="T29" fmla="*/ 257 h 290"/>
                <a:gd name="T30" fmla="*/ 1636 w 1713"/>
                <a:gd name="T31" fmla="*/ 273 h 290"/>
                <a:gd name="T32" fmla="*/ 1611 w 1713"/>
                <a:gd name="T33" fmla="*/ 284 h 290"/>
                <a:gd name="T34" fmla="*/ 1583 w 1713"/>
                <a:gd name="T35" fmla="*/ 290 h 290"/>
                <a:gd name="T36" fmla="*/ 91 w 1713"/>
                <a:gd name="T37" fmla="*/ 290 h 290"/>
                <a:gd name="T38" fmla="*/ 75 w 1713"/>
                <a:gd name="T39" fmla="*/ 290 h 290"/>
                <a:gd name="T40" fmla="*/ 47 w 1713"/>
                <a:gd name="T41" fmla="*/ 283 h 290"/>
                <a:gd name="T42" fmla="*/ 33 w 1713"/>
                <a:gd name="T43" fmla="*/ 278 h 290"/>
                <a:gd name="T44" fmla="*/ 51 w 1713"/>
                <a:gd name="T45" fmla="*/ 227 h 290"/>
                <a:gd name="T46" fmla="*/ 58 w 1713"/>
                <a:gd name="T47" fmla="*/ 172 h 290"/>
                <a:gd name="T48" fmla="*/ 57 w 1713"/>
                <a:gd name="T49" fmla="*/ 152 h 290"/>
                <a:gd name="T50" fmla="*/ 51 w 1713"/>
                <a:gd name="T51" fmla="*/ 113 h 290"/>
                <a:gd name="T52" fmla="*/ 39 w 1713"/>
                <a:gd name="T53" fmla="*/ 76 h 290"/>
                <a:gd name="T54" fmla="*/ 20 w 1713"/>
                <a:gd name="T55" fmla="*/ 42 h 290"/>
                <a:gd name="T56" fmla="*/ 9 w 1713"/>
                <a:gd name="T57" fmla="*/ 25 h 290"/>
                <a:gd name="T58" fmla="*/ 15 w 1713"/>
                <a:gd name="T59" fmla="*/ 20 h 290"/>
                <a:gd name="T60" fmla="*/ 15 w 1713"/>
                <a:gd name="T61" fmla="*/ 15 h 290"/>
                <a:gd name="T62" fmla="*/ 6 w 1713"/>
                <a:gd name="T63" fmla="*/ 7 h 290"/>
                <a:gd name="T64" fmla="*/ 0 w 1713"/>
                <a:gd name="T65" fmla="*/ 3 h 290"/>
                <a:gd name="T66" fmla="*/ 2 w 1713"/>
                <a:gd name="T67" fmla="*/ 1 h 290"/>
                <a:gd name="T68" fmla="*/ 9 w 1713"/>
                <a:gd name="T69" fmla="*/ 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13" h="290">
                  <a:moveTo>
                    <a:pt x="9" y="0"/>
                  </a:moveTo>
                  <a:lnTo>
                    <a:pt x="1567" y="0"/>
                  </a:lnTo>
                  <a:lnTo>
                    <a:pt x="1567" y="0"/>
                  </a:lnTo>
                  <a:lnTo>
                    <a:pt x="1583" y="1"/>
                  </a:lnTo>
                  <a:lnTo>
                    <a:pt x="1597" y="4"/>
                  </a:lnTo>
                  <a:lnTo>
                    <a:pt x="1611" y="7"/>
                  </a:lnTo>
                  <a:lnTo>
                    <a:pt x="1624" y="11"/>
                  </a:lnTo>
                  <a:lnTo>
                    <a:pt x="1636" y="18"/>
                  </a:lnTo>
                  <a:lnTo>
                    <a:pt x="1648" y="25"/>
                  </a:lnTo>
                  <a:lnTo>
                    <a:pt x="1659" y="34"/>
                  </a:lnTo>
                  <a:lnTo>
                    <a:pt x="1670" y="44"/>
                  </a:lnTo>
                  <a:lnTo>
                    <a:pt x="1679" y="54"/>
                  </a:lnTo>
                  <a:lnTo>
                    <a:pt x="1687" y="65"/>
                  </a:lnTo>
                  <a:lnTo>
                    <a:pt x="1694" y="76"/>
                  </a:lnTo>
                  <a:lnTo>
                    <a:pt x="1701" y="89"/>
                  </a:lnTo>
                  <a:lnTo>
                    <a:pt x="1706" y="103"/>
                  </a:lnTo>
                  <a:lnTo>
                    <a:pt x="1710" y="116"/>
                  </a:lnTo>
                  <a:lnTo>
                    <a:pt x="1711" y="130"/>
                  </a:lnTo>
                  <a:lnTo>
                    <a:pt x="1713" y="145"/>
                  </a:lnTo>
                  <a:lnTo>
                    <a:pt x="1713" y="145"/>
                  </a:lnTo>
                  <a:lnTo>
                    <a:pt x="1713" y="145"/>
                  </a:lnTo>
                  <a:lnTo>
                    <a:pt x="1711" y="160"/>
                  </a:lnTo>
                  <a:lnTo>
                    <a:pt x="1710" y="175"/>
                  </a:lnTo>
                  <a:lnTo>
                    <a:pt x="1706" y="188"/>
                  </a:lnTo>
                  <a:lnTo>
                    <a:pt x="1701" y="202"/>
                  </a:lnTo>
                  <a:lnTo>
                    <a:pt x="1694" y="215"/>
                  </a:lnTo>
                  <a:lnTo>
                    <a:pt x="1687" y="226"/>
                  </a:lnTo>
                  <a:lnTo>
                    <a:pt x="1679" y="237"/>
                  </a:lnTo>
                  <a:lnTo>
                    <a:pt x="1670" y="247"/>
                  </a:lnTo>
                  <a:lnTo>
                    <a:pt x="1659" y="257"/>
                  </a:lnTo>
                  <a:lnTo>
                    <a:pt x="1648" y="266"/>
                  </a:lnTo>
                  <a:lnTo>
                    <a:pt x="1636" y="273"/>
                  </a:lnTo>
                  <a:lnTo>
                    <a:pt x="1624" y="278"/>
                  </a:lnTo>
                  <a:lnTo>
                    <a:pt x="1611" y="284"/>
                  </a:lnTo>
                  <a:lnTo>
                    <a:pt x="1597" y="287"/>
                  </a:lnTo>
                  <a:lnTo>
                    <a:pt x="1583" y="290"/>
                  </a:lnTo>
                  <a:lnTo>
                    <a:pt x="1567" y="290"/>
                  </a:lnTo>
                  <a:lnTo>
                    <a:pt x="91" y="290"/>
                  </a:lnTo>
                  <a:lnTo>
                    <a:pt x="91" y="290"/>
                  </a:lnTo>
                  <a:lnTo>
                    <a:pt x="75" y="290"/>
                  </a:lnTo>
                  <a:lnTo>
                    <a:pt x="61" y="287"/>
                  </a:lnTo>
                  <a:lnTo>
                    <a:pt x="47" y="283"/>
                  </a:lnTo>
                  <a:lnTo>
                    <a:pt x="33" y="278"/>
                  </a:lnTo>
                  <a:lnTo>
                    <a:pt x="33" y="278"/>
                  </a:lnTo>
                  <a:lnTo>
                    <a:pt x="44" y="253"/>
                  </a:lnTo>
                  <a:lnTo>
                    <a:pt x="51" y="227"/>
                  </a:lnTo>
                  <a:lnTo>
                    <a:pt x="57" y="199"/>
                  </a:lnTo>
                  <a:lnTo>
                    <a:pt x="58" y="172"/>
                  </a:lnTo>
                  <a:lnTo>
                    <a:pt x="58" y="172"/>
                  </a:lnTo>
                  <a:lnTo>
                    <a:pt x="57" y="152"/>
                  </a:lnTo>
                  <a:lnTo>
                    <a:pt x="56" y="133"/>
                  </a:lnTo>
                  <a:lnTo>
                    <a:pt x="51" y="113"/>
                  </a:lnTo>
                  <a:lnTo>
                    <a:pt x="46" y="95"/>
                  </a:lnTo>
                  <a:lnTo>
                    <a:pt x="39" y="76"/>
                  </a:lnTo>
                  <a:lnTo>
                    <a:pt x="30" y="59"/>
                  </a:lnTo>
                  <a:lnTo>
                    <a:pt x="20" y="42"/>
                  </a:lnTo>
                  <a:lnTo>
                    <a:pt x="9" y="25"/>
                  </a:lnTo>
                  <a:lnTo>
                    <a:pt x="9" y="25"/>
                  </a:lnTo>
                  <a:lnTo>
                    <a:pt x="13" y="22"/>
                  </a:lnTo>
                  <a:lnTo>
                    <a:pt x="15" y="20"/>
                  </a:lnTo>
                  <a:lnTo>
                    <a:pt x="16" y="17"/>
                  </a:lnTo>
                  <a:lnTo>
                    <a:pt x="15" y="15"/>
                  </a:lnTo>
                  <a:lnTo>
                    <a:pt x="12" y="11"/>
                  </a:lnTo>
                  <a:lnTo>
                    <a:pt x="6" y="7"/>
                  </a:lnTo>
                  <a:lnTo>
                    <a:pt x="2" y="4"/>
                  </a:lnTo>
                  <a:lnTo>
                    <a:pt x="0" y="3"/>
                  </a:lnTo>
                  <a:lnTo>
                    <a:pt x="0" y="1"/>
                  </a:lnTo>
                  <a:lnTo>
                    <a:pt x="2" y="1"/>
                  </a:lnTo>
                  <a:lnTo>
                    <a:pt x="9" y="0"/>
                  </a:lnTo>
                  <a:lnTo>
                    <a:pt x="9" y="0"/>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grpSp>
      <p:grpSp>
        <p:nvGrpSpPr>
          <p:cNvPr id="4" name="Group 3"/>
          <p:cNvGrpSpPr/>
          <p:nvPr/>
        </p:nvGrpSpPr>
        <p:grpSpPr>
          <a:xfrm>
            <a:off x="8249474" y="442917"/>
            <a:ext cx="2287836" cy="5900931"/>
            <a:chOff x="7720905" y="488316"/>
            <a:chExt cx="2522339" cy="6505776"/>
          </a:xfrm>
        </p:grpSpPr>
        <p:sp>
          <p:nvSpPr>
            <p:cNvPr id="71" name="TextBox 70"/>
            <p:cNvSpPr txBox="1"/>
            <p:nvPr/>
          </p:nvSpPr>
          <p:spPr>
            <a:xfrm>
              <a:off x="7720905" y="488316"/>
              <a:ext cx="720676" cy="354012"/>
            </a:xfrm>
            <a:prstGeom prst="rect">
              <a:avLst/>
            </a:prstGeom>
            <a:noFill/>
          </p:spPr>
          <p:txBody>
            <a:bodyPr wrap="square" lIns="0" tIns="0" rIns="0" bIns="0" rtlCol="0">
              <a:noAutofit/>
            </a:bodyPr>
            <a:lstStyle/>
            <a:p>
              <a:pPr>
                <a:spcAft>
                  <a:spcPts val="900"/>
                </a:spcAft>
              </a:pPr>
              <a:r>
                <a:rPr lang="en-GB" sz="2720" b="1" dirty="0" smtClean="0">
                  <a:solidFill>
                    <a:schemeClr val="bg1"/>
                  </a:solidFill>
                  <a:latin typeface="腾讯体 W7" panose="020C08030202040F0204" pitchFamily="18" charset="-122"/>
                </a:rPr>
                <a:t>1</a:t>
              </a:r>
              <a:endParaRPr lang="en-GB" sz="2720" b="1" dirty="0" smtClean="0">
                <a:solidFill>
                  <a:schemeClr val="bg1"/>
                </a:solidFill>
                <a:latin typeface="腾讯体 W7" panose="020C08030202040F0204" pitchFamily="18" charset="-122"/>
              </a:endParaRPr>
            </a:p>
          </p:txBody>
        </p:sp>
        <p:sp>
          <p:nvSpPr>
            <p:cNvPr id="72" name="TextBox 71"/>
            <p:cNvSpPr txBox="1"/>
            <p:nvPr/>
          </p:nvSpPr>
          <p:spPr>
            <a:xfrm>
              <a:off x="8108831" y="637630"/>
              <a:ext cx="2134413" cy="354012"/>
            </a:xfrm>
            <a:prstGeom prst="rect">
              <a:avLst/>
            </a:prstGeom>
            <a:noFill/>
          </p:spPr>
          <p:txBody>
            <a:bodyPr wrap="square" lIns="0" tIns="0" rIns="0" bIns="0" rtlCol="0">
              <a:noAutofit/>
            </a:bodyPr>
            <a:lstStyle/>
            <a:p>
              <a:pPr>
                <a:spcAft>
                  <a:spcPts val="900"/>
                </a:spcAft>
              </a:pPr>
              <a:r>
                <a:rPr lang="en-GB" sz="1270" b="1" dirty="0" smtClean="0">
                  <a:solidFill>
                    <a:schemeClr val="bg1"/>
                  </a:solidFill>
                  <a:latin typeface="腾讯体 W7" panose="020C08030202040F0204" pitchFamily="18" charset="-122"/>
                </a:rPr>
                <a:t>Title goes here</a:t>
              </a:r>
              <a:endParaRPr lang="en-GB" sz="1270" b="1" dirty="0" smtClean="0">
                <a:solidFill>
                  <a:schemeClr val="bg1"/>
                </a:solidFill>
                <a:latin typeface="腾讯体 W7" panose="020C08030202040F0204" pitchFamily="18" charset="-122"/>
              </a:endParaRPr>
            </a:p>
          </p:txBody>
        </p:sp>
        <p:sp>
          <p:nvSpPr>
            <p:cNvPr id="73" name="TextBox 72"/>
            <p:cNvSpPr txBox="1"/>
            <p:nvPr/>
          </p:nvSpPr>
          <p:spPr>
            <a:xfrm>
              <a:off x="7720905" y="2162001"/>
              <a:ext cx="720676" cy="354012"/>
            </a:xfrm>
            <a:prstGeom prst="rect">
              <a:avLst/>
            </a:prstGeom>
            <a:noFill/>
          </p:spPr>
          <p:txBody>
            <a:bodyPr wrap="square" lIns="0" tIns="0" rIns="0" bIns="0" rtlCol="0">
              <a:noAutofit/>
            </a:bodyPr>
            <a:lstStyle/>
            <a:p>
              <a:pPr>
                <a:spcAft>
                  <a:spcPts val="900"/>
                </a:spcAft>
              </a:pPr>
              <a:r>
                <a:rPr lang="en-GB" sz="2720" b="1" dirty="0" smtClean="0">
                  <a:solidFill>
                    <a:schemeClr val="bg1"/>
                  </a:solidFill>
                  <a:latin typeface="腾讯体 W7" panose="020C08030202040F0204" pitchFamily="18" charset="-122"/>
                </a:rPr>
                <a:t>2</a:t>
              </a:r>
              <a:endParaRPr lang="en-GB" sz="2720" b="1" dirty="0" smtClean="0">
                <a:solidFill>
                  <a:schemeClr val="bg1"/>
                </a:solidFill>
                <a:latin typeface="腾讯体 W7" panose="020C08030202040F0204" pitchFamily="18" charset="-122"/>
              </a:endParaRPr>
            </a:p>
          </p:txBody>
        </p:sp>
        <p:sp>
          <p:nvSpPr>
            <p:cNvPr id="74" name="TextBox 73"/>
            <p:cNvSpPr txBox="1"/>
            <p:nvPr/>
          </p:nvSpPr>
          <p:spPr>
            <a:xfrm>
              <a:off x="8108831" y="2327357"/>
              <a:ext cx="2134413" cy="354012"/>
            </a:xfrm>
            <a:prstGeom prst="rect">
              <a:avLst/>
            </a:prstGeom>
            <a:noFill/>
          </p:spPr>
          <p:txBody>
            <a:bodyPr wrap="square" lIns="0" tIns="0" rIns="0" bIns="0" rtlCol="0">
              <a:noAutofit/>
            </a:bodyPr>
            <a:lstStyle/>
            <a:p>
              <a:pPr>
                <a:spcAft>
                  <a:spcPts val="900"/>
                </a:spcAft>
              </a:pPr>
              <a:r>
                <a:rPr lang="en-GB" sz="1270" b="1" dirty="0" smtClean="0">
                  <a:solidFill>
                    <a:schemeClr val="bg1"/>
                  </a:solidFill>
                  <a:latin typeface="腾讯体 W7" panose="020C08030202040F0204" pitchFamily="18" charset="-122"/>
                </a:rPr>
                <a:t>Title goes here</a:t>
              </a:r>
              <a:endParaRPr lang="en-GB" sz="1270" b="1" dirty="0" smtClean="0">
                <a:solidFill>
                  <a:schemeClr val="bg1"/>
                </a:solidFill>
                <a:latin typeface="腾讯体 W7" panose="020C08030202040F0204" pitchFamily="18" charset="-122"/>
              </a:endParaRPr>
            </a:p>
          </p:txBody>
        </p:sp>
        <p:sp>
          <p:nvSpPr>
            <p:cNvPr id="75" name="TextBox 74"/>
            <p:cNvSpPr txBox="1"/>
            <p:nvPr/>
          </p:nvSpPr>
          <p:spPr>
            <a:xfrm>
              <a:off x="7720905" y="3869391"/>
              <a:ext cx="720676" cy="354012"/>
            </a:xfrm>
            <a:prstGeom prst="rect">
              <a:avLst/>
            </a:prstGeom>
            <a:noFill/>
          </p:spPr>
          <p:txBody>
            <a:bodyPr wrap="square" lIns="0" tIns="0" rIns="0" bIns="0" rtlCol="0">
              <a:noAutofit/>
            </a:bodyPr>
            <a:lstStyle/>
            <a:p>
              <a:pPr>
                <a:spcAft>
                  <a:spcPts val="900"/>
                </a:spcAft>
              </a:pPr>
              <a:r>
                <a:rPr lang="en-GB" sz="2360" b="1" dirty="0" smtClean="0">
                  <a:solidFill>
                    <a:schemeClr val="bg1"/>
                  </a:solidFill>
                  <a:latin typeface="腾讯体 W7" panose="020C08030202040F0204" pitchFamily="18" charset="-122"/>
                </a:rPr>
                <a:t>3</a:t>
              </a:r>
              <a:endParaRPr lang="en-GB" sz="2360" b="1" dirty="0" smtClean="0">
                <a:solidFill>
                  <a:schemeClr val="bg1"/>
                </a:solidFill>
                <a:latin typeface="腾讯体 W7" panose="020C08030202040F0204" pitchFamily="18" charset="-122"/>
              </a:endParaRPr>
            </a:p>
          </p:txBody>
        </p:sp>
        <p:sp>
          <p:nvSpPr>
            <p:cNvPr id="76" name="TextBox 75"/>
            <p:cNvSpPr txBox="1"/>
            <p:nvPr/>
          </p:nvSpPr>
          <p:spPr>
            <a:xfrm>
              <a:off x="8108831" y="4002663"/>
              <a:ext cx="2134413" cy="354012"/>
            </a:xfrm>
            <a:prstGeom prst="rect">
              <a:avLst/>
            </a:prstGeom>
            <a:noFill/>
          </p:spPr>
          <p:txBody>
            <a:bodyPr wrap="square" lIns="0" tIns="0" rIns="0" bIns="0" rtlCol="0">
              <a:noAutofit/>
            </a:bodyPr>
            <a:lstStyle/>
            <a:p>
              <a:pPr>
                <a:spcAft>
                  <a:spcPts val="900"/>
                </a:spcAft>
              </a:pPr>
              <a:r>
                <a:rPr lang="en-GB" sz="1270" b="1" dirty="0" smtClean="0">
                  <a:solidFill>
                    <a:schemeClr val="bg1"/>
                  </a:solidFill>
                  <a:latin typeface="腾讯体 W7" panose="020C08030202040F0204" pitchFamily="18" charset="-122"/>
                </a:rPr>
                <a:t>Title goes here</a:t>
              </a:r>
              <a:endParaRPr lang="en-GB" sz="1270" b="1" dirty="0" smtClean="0">
                <a:solidFill>
                  <a:schemeClr val="bg1"/>
                </a:solidFill>
                <a:latin typeface="腾讯体 W7" panose="020C08030202040F0204" pitchFamily="18" charset="-122"/>
              </a:endParaRPr>
            </a:p>
          </p:txBody>
        </p:sp>
        <p:sp>
          <p:nvSpPr>
            <p:cNvPr id="77" name="TextBox 76"/>
            <p:cNvSpPr txBox="1"/>
            <p:nvPr/>
          </p:nvSpPr>
          <p:spPr>
            <a:xfrm>
              <a:off x="7720905" y="5539046"/>
              <a:ext cx="720676" cy="354012"/>
            </a:xfrm>
            <a:prstGeom prst="rect">
              <a:avLst/>
            </a:prstGeom>
            <a:noFill/>
          </p:spPr>
          <p:txBody>
            <a:bodyPr wrap="square" lIns="0" tIns="0" rIns="0" bIns="0" rtlCol="0">
              <a:noAutofit/>
            </a:bodyPr>
            <a:lstStyle/>
            <a:p>
              <a:pPr>
                <a:spcAft>
                  <a:spcPts val="900"/>
                </a:spcAft>
              </a:pPr>
              <a:r>
                <a:rPr lang="en-GB" sz="2360" b="1" dirty="0" smtClean="0">
                  <a:solidFill>
                    <a:schemeClr val="bg1"/>
                  </a:solidFill>
                  <a:latin typeface="腾讯体 W7" panose="020C08030202040F0204" pitchFamily="18" charset="-122"/>
                </a:rPr>
                <a:t>4</a:t>
              </a:r>
              <a:endParaRPr lang="en-GB" sz="2360" b="1" dirty="0" smtClean="0">
                <a:solidFill>
                  <a:schemeClr val="bg1"/>
                </a:solidFill>
                <a:latin typeface="腾讯体 W7" panose="020C08030202040F0204" pitchFamily="18" charset="-122"/>
              </a:endParaRPr>
            </a:p>
          </p:txBody>
        </p:sp>
        <p:sp>
          <p:nvSpPr>
            <p:cNvPr id="78" name="TextBox 77"/>
            <p:cNvSpPr txBox="1"/>
            <p:nvPr/>
          </p:nvSpPr>
          <p:spPr>
            <a:xfrm>
              <a:off x="8108831" y="5680339"/>
              <a:ext cx="2134413" cy="354012"/>
            </a:xfrm>
            <a:prstGeom prst="rect">
              <a:avLst/>
            </a:prstGeom>
            <a:noFill/>
          </p:spPr>
          <p:txBody>
            <a:bodyPr wrap="square" lIns="0" tIns="0" rIns="0" bIns="0" rtlCol="0">
              <a:noAutofit/>
            </a:bodyPr>
            <a:lstStyle/>
            <a:p>
              <a:pPr>
                <a:spcAft>
                  <a:spcPts val="900"/>
                </a:spcAft>
              </a:pPr>
              <a:r>
                <a:rPr lang="en-GB" sz="1270" b="1" dirty="0" smtClean="0">
                  <a:solidFill>
                    <a:schemeClr val="bg1"/>
                  </a:solidFill>
                  <a:latin typeface="腾讯体 W7" panose="020C08030202040F0204" pitchFamily="18" charset="-122"/>
                </a:rPr>
                <a:t>Title goes here</a:t>
              </a:r>
              <a:endParaRPr lang="en-GB" sz="1270" b="1" dirty="0" smtClean="0">
                <a:solidFill>
                  <a:schemeClr val="bg1"/>
                </a:solidFill>
                <a:latin typeface="腾讯体 W7" panose="020C08030202040F0204" pitchFamily="18" charset="-122"/>
              </a:endParaRPr>
            </a:p>
          </p:txBody>
        </p:sp>
        <p:sp>
          <p:nvSpPr>
            <p:cNvPr id="79" name="TextBox 78"/>
            <p:cNvSpPr txBox="1"/>
            <p:nvPr/>
          </p:nvSpPr>
          <p:spPr>
            <a:xfrm>
              <a:off x="7720905" y="1104065"/>
              <a:ext cx="2304256" cy="842963"/>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 </a:t>
              </a:r>
              <a:r>
                <a:rPr lang="en-GB" sz="905" dirty="0">
                  <a:latin typeface="腾讯体 W7" panose="020C08030202040F0204" pitchFamily="18" charset="-122"/>
                </a:rPr>
                <a:t>goes here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endParaRPr lang="en-GB" sz="905" dirty="0" smtClean="0">
                <a:latin typeface="腾讯体 W7" panose="020C08030202040F0204" pitchFamily="18" charset="-122"/>
              </a:endParaRPr>
            </a:p>
            <a:p>
              <a:pPr>
                <a:spcAft>
                  <a:spcPts val="900"/>
                </a:spcAft>
              </a:pPr>
              <a:r>
                <a:rPr lang="en-GB" sz="905" dirty="0">
                  <a:latin typeface="腾讯体 W7" panose="020C08030202040F0204" pitchFamily="18" charset="-122"/>
                </a:rPr>
                <a:t>Text goes here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endParaRPr lang="en-GB" sz="905" dirty="0" smtClean="0">
                <a:latin typeface="腾讯体 W7" panose="020C08030202040F0204" pitchFamily="18" charset="-122"/>
              </a:endParaRPr>
            </a:p>
          </p:txBody>
        </p:sp>
        <p:sp>
          <p:nvSpPr>
            <p:cNvPr id="80" name="TextBox 79"/>
            <p:cNvSpPr txBox="1"/>
            <p:nvPr/>
          </p:nvSpPr>
          <p:spPr>
            <a:xfrm>
              <a:off x="7720905" y="2780282"/>
              <a:ext cx="2304256" cy="842963"/>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 </a:t>
              </a:r>
              <a:r>
                <a:rPr lang="en-GB" sz="905" dirty="0">
                  <a:latin typeface="腾讯体 W7" panose="020C08030202040F0204" pitchFamily="18" charset="-122"/>
                </a:rPr>
                <a:t>goes here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endParaRPr lang="en-GB" sz="905" dirty="0" smtClean="0">
                <a:latin typeface="腾讯体 W7" panose="020C08030202040F0204" pitchFamily="18" charset="-122"/>
              </a:endParaRPr>
            </a:p>
            <a:p>
              <a:pPr>
                <a:spcAft>
                  <a:spcPts val="900"/>
                </a:spcAft>
              </a:pPr>
              <a:r>
                <a:rPr lang="en-GB" sz="905" dirty="0">
                  <a:latin typeface="腾讯体 W7" panose="020C08030202040F0204" pitchFamily="18" charset="-122"/>
                </a:rPr>
                <a:t>Text goes here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endParaRPr lang="en-GB" sz="905" dirty="0" smtClean="0">
                <a:latin typeface="腾讯体 W7" panose="020C08030202040F0204" pitchFamily="18" charset="-122"/>
              </a:endParaRPr>
            </a:p>
          </p:txBody>
        </p:sp>
        <p:sp>
          <p:nvSpPr>
            <p:cNvPr id="81" name="TextBox 80"/>
            <p:cNvSpPr txBox="1"/>
            <p:nvPr/>
          </p:nvSpPr>
          <p:spPr>
            <a:xfrm>
              <a:off x="7720905" y="4474000"/>
              <a:ext cx="2304256" cy="842963"/>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 </a:t>
              </a:r>
              <a:r>
                <a:rPr lang="en-GB" sz="905" dirty="0">
                  <a:latin typeface="腾讯体 W7" panose="020C08030202040F0204" pitchFamily="18" charset="-122"/>
                </a:rPr>
                <a:t>goes here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endParaRPr lang="en-GB" sz="905" dirty="0" smtClean="0">
                <a:latin typeface="腾讯体 W7" panose="020C08030202040F0204" pitchFamily="18" charset="-122"/>
              </a:endParaRPr>
            </a:p>
            <a:p>
              <a:pPr>
                <a:spcAft>
                  <a:spcPts val="900"/>
                </a:spcAft>
              </a:pPr>
              <a:r>
                <a:rPr lang="en-GB" sz="905" dirty="0">
                  <a:latin typeface="腾讯体 W7" panose="020C08030202040F0204" pitchFamily="18" charset="-122"/>
                </a:rPr>
                <a:t>Text goes here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endParaRPr lang="en-GB" sz="905" dirty="0" smtClean="0">
                <a:latin typeface="腾讯体 W7" panose="020C08030202040F0204" pitchFamily="18" charset="-122"/>
              </a:endParaRPr>
            </a:p>
          </p:txBody>
        </p:sp>
        <p:sp>
          <p:nvSpPr>
            <p:cNvPr id="82" name="TextBox 81"/>
            <p:cNvSpPr txBox="1"/>
            <p:nvPr/>
          </p:nvSpPr>
          <p:spPr>
            <a:xfrm>
              <a:off x="7720905" y="6151129"/>
              <a:ext cx="2304256" cy="842963"/>
            </a:xfrm>
            <a:prstGeom prst="rect">
              <a:avLst/>
            </a:prstGeom>
            <a:noFill/>
          </p:spPr>
          <p:txBody>
            <a:bodyPr wrap="square" lIns="0" tIns="0" rIns="0" bIns="0" rtlCol="0">
              <a:noAutofit/>
            </a:bodyPr>
            <a:lstStyle/>
            <a:p>
              <a:pPr>
                <a:spcAft>
                  <a:spcPts val="900"/>
                </a:spcAft>
              </a:pPr>
              <a:r>
                <a:rPr lang="en-GB" sz="905" dirty="0" smtClean="0">
                  <a:latin typeface="腾讯体 W7" panose="020C08030202040F0204" pitchFamily="18" charset="-122"/>
                </a:rPr>
                <a:t>Text </a:t>
              </a:r>
              <a:r>
                <a:rPr lang="en-GB" sz="905" dirty="0">
                  <a:latin typeface="腾讯体 W7" panose="020C08030202040F0204" pitchFamily="18" charset="-122"/>
                </a:rPr>
                <a:t>goes here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endParaRPr lang="en-GB" sz="905" dirty="0" smtClean="0">
                <a:latin typeface="腾讯体 W7" panose="020C08030202040F0204" pitchFamily="18" charset="-122"/>
              </a:endParaRPr>
            </a:p>
            <a:p>
              <a:pPr>
                <a:spcAft>
                  <a:spcPts val="900"/>
                </a:spcAft>
              </a:pPr>
              <a:r>
                <a:rPr lang="en-GB" sz="905" dirty="0">
                  <a:latin typeface="腾讯体 W7" panose="020C08030202040F0204" pitchFamily="18" charset="-122"/>
                </a:rPr>
                <a:t>Text goes here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r>
                <a:rPr lang="en-GB" sz="905" dirty="0">
                  <a:latin typeface="腾讯体 W7" panose="020C08030202040F0204" pitchFamily="18" charset="-122"/>
                </a:rPr>
                <a:t> goes </a:t>
              </a:r>
              <a:r>
                <a:rPr lang="en-GB" sz="905" dirty="0" smtClean="0">
                  <a:latin typeface="腾讯体 W7" panose="020C08030202040F0204" pitchFamily="18" charset="-122"/>
                </a:rPr>
                <a:t>here.</a:t>
              </a:r>
              <a:endParaRPr lang="en-GB" sz="905" dirty="0" smtClean="0">
                <a:latin typeface="腾讯体 W7" panose="020C08030202040F0204" pitchFamily="18" charset="-122"/>
              </a:endParaRPr>
            </a:p>
          </p:txBody>
        </p:sp>
      </p:grpSp>
    </p:spTree>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4418965" y="1346200"/>
            <a:ext cx="6199505" cy="4780280"/>
          </a:xfrm>
          <a:prstGeom prst="rect">
            <a:avLst/>
          </a:prstGeom>
          <a:solidFill>
            <a:schemeClr val="bg2">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Rectangle 4"/>
          <p:cNvSpPr/>
          <p:nvPr/>
        </p:nvSpPr>
        <p:spPr>
          <a:xfrm>
            <a:off x="953135" y="1346200"/>
            <a:ext cx="3481070" cy="4780280"/>
          </a:xfrm>
          <a:prstGeom prst="rect">
            <a:avLst/>
          </a:prstGeom>
          <a:solidFill>
            <a:schemeClr val="accent1">
              <a:lumMod val="60000"/>
              <a:lumOff val="4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20" name="Freeform 13"/>
          <p:cNvSpPr>
            <a:spLocks noChangeAspect="1"/>
          </p:cNvSpPr>
          <p:nvPr/>
        </p:nvSpPr>
        <p:spPr bwMode="auto">
          <a:xfrm rot="10560000" flipH="1">
            <a:off x="-36195" y="2049145"/>
            <a:ext cx="10057765" cy="3578225"/>
          </a:xfrm>
          <a:custGeom>
            <a:avLst/>
            <a:gdLst>
              <a:gd name="T0" fmla="*/ 207 w 552"/>
              <a:gd name="T1" fmla="*/ 193 h 409"/>
              <a:gd name="T2" fmla="*/ 207 w 552"/>
              <a:gd name="T3" fmla="*/ 229 h 409"/>
              <a:gd name="T4" fmla="*/ 289 w 552"/>
              <a:gd name="T5" fmla="*/ 163 h 409"/>
              <a:gd name="T6" fmla="*/ 208 w 552"/>
              <a:gd name="T7" fmla="*/ 84 h 409"/>
              <a:gd name="T8" fmla="*/ 207 w 552"/>
              <a:gd name="T9" fmla="*/ 121 h 409"/>
              <a:gd name="T10" fmla="*/ 39 w 552"/>
              <a:gd name="T11" fmla="*/ 0 h 409"/>
              <a:gd name="T12" fmla="*/ 207 w 552"/>
              <a:gd name="T13" fmla="*/ 193 h 409"/>
              <a:gd name="T14" fmla="*/ 0 60000 65536"/>
              <a:gd name="T15" fmla="*/ 0 60000 65536"/>
              <a:gd name="T16" fmla="*/ 0 60000 65536"/>
              <a:gd name="T17" fmla="*/ 0 60000 65536"/>
              <a:gd name="T18" fmla="*/ 0 60000 65536"/>
              <a:gd name="T19" fmla="*/ 0 60000 65536"/>
              <a:gd name="T20" fmla="*/ 0 60000 65536"/>
              <a:gd name="T21" fmla="*/ 0 w 552"/>
              <a:gd name="T22" fmla="*/ 0 h 409"/>
              <a:gd name="T23" fmla="*/ 552 w 552"/>
              <a:gd name="T24" fmla="*/ 409 h 409"/>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52" h="409">
                <a:moveTo>
                  <a:pt x="396" y="345"/>
                </a:moveTo>
                <a:cubicBezTo>
                  <a:pt x="396" y="377"/>
                  <a:pt x="396" y="409"/>
                  <a:pt x="396" y="409"/>
                </a:cubicBezTo>
                <a:cubicBezTo>
                  <a:pt x="396" y="409"/>
                  <a:pt x="474" y="350"/>
                  <a:pt x="552" y="291"/>
                </a:cubicBezTo>
                <a:cubicBezTo>
                  <a:pt x="552" y="291"/>
                  <a:pt x="474" y="220"/>
                  <a:pt x="397" y="150"/>
                </a:cubicBezTo>
                <a:cubicBezTo>
                  <a:pt x="397" y="150"/>
                  <a:pt x="396" y="183"/>
                  <a:pt x="396" y="217"/>
                </a:cubicBezTo>
                <a:cubicBezTo>
                  <a:pt x="89" y="194"/>
                  <a:pt x="75" y="0"/>
                  <a:pt x="75" y="0"/>
                </a:cubicBezTo>
                <a:cubicBezTo>
                  <a:pt x="75" y="0"/>
                  <a:pt x="0" y="297"/>
                  <a:pt x="396" y="345"/>
                </a:cubicBezTo>
                <a:close/>
              </a:path>
            </a:pathLst>
          </a:custGeom>
          <a:solidFill>
            <a:schemeClr val="bg2">
              <a:lumMod val="85000"/>
            </a:schemeClr>
          </a:solidFill>
          <a:ln w="9525" cap="flat" cmpd="sng">
            <a:noFill/>
            <a:prstDash val="solid"/>
            <a:round/>
          </a:ln>
        </p:spPr>
        <p:txBody>
          <a:bodyPr lIns="50517" tIns="0" rIns="0" bIns="0"/>
          <a:lstStyle/>
          <a:p>
            <a:pPr defTabSz="802005">
              <a:defRPr/>
            </a:pPr>
            <a:endParaRPr lang="en-GB" sz="1435" kern="0" dirty="0">
              <a:solidFill>
                <a:sysClr val="windowText" lastClr="000000"/>
              </a:solidFill>
            </a:endParaRPr>
          </a:p>
        </p:txBody>
      </p:sp>
      <p:sp>
        <p:nvSpPr>
          <p:cNvPr id="3" name="Title 2"/>
          <p:cNvSpPr>
            <a:spLocks noGrp="1"/>
          </p:cNvSpPr>
          <p:nvPr>
            <p:ph type="title"/>
          </p:nvPr>
        </p:nvSpPr>
        <p:spPr>
          <a:xfrm>
            <a:off x="695413" y="981055"/>
            <a:ext cx="8670523" cy="806858"/>
          </a:xfrm>
        </p:spPr>
        <p:txBody>
          <a:bodyPr/>
          <a:lstStyle/>
          <a:p>
            <a:r>
              <a:rPr lang="en-US" dirty="0"/>
              <a:t>Phase Timeline</a:t>
            </a:r>
            <a:endParaRPr lang="en-US" dirty="0"/>
          </a:p>
        </p:txBody>
      </p:sp>
      <p:sp>
        <p:nvSpPr>
          <p:cNvPr id="7" name="Tekstvak 45"/>
          <p:cNvSpPr txBox="1"/>
          <p:nvPr/>
        </p:nvSpPr>
        <p:spPr>
          <a:xfrm>
            <a:off x="1610360" y="5090795"/>
            <a:ext cx="1392555" cy="977900"/>
          </a:xfrm>
          <a:prstGeom prst="rect">
            <a:avLst/>
          </a:prstGeom>
          <a:noFill/>
        </p:spPr>
        <p:txBody>
          <a:bodyPr wrap="square" lIns="0" tIns="0" rIns="0" bIns="0" rtlCol="0">
            <a:noAutofit/>
          </a:bodyPr>
          <a:lstStyle/>
          <a:p>
            <a:r>
              <a:rPr lang="en-GB" sz="1200" b="1" noProof="1">
                <a:solidFill>
                  <a:srgbClr val="1450B8"/>
                </a:solidFill>
                <a:latin typeface="腾讯体 W3" panose="020C04030202040F0204" pitchFamily="34" charset="-122"/>
                <a:cs typeface="腾讯体 W3" panose="020C04030202040F0204" pitchFamily="34" charset="-122"/>
              </a:rPr>
              <a:t>Input</a:t>
            </a:r>
            <a:endParaRPr lang="en-GB" sz="1200" b="1" noProof="1">
              <a:solidFill>
                <a:srgbClr val="1450B8"/>
              </a:solidFill>
              <a:latin typeface="腾讯体 W3" panose="020C04030202040F0204" pitchFamily="34" charset="-122"/>
              <a:cs typeface="腾讯体 W3" panose="020C04030202040F0204" pitchFamily="34" charset="-122"/>
            </a:endParaRPr>
          </a:p>
          <a:p>
            <a:r>
              <a:rPr lang="en-GB" sz="1200" noProof="1">
                <a:latin typeface="腾讯体 W3" panose="020C04030202040F0204" pitchFamily="34" charset="-122"/>
                <a:cs typeface="腾讯体 W3" panose="020C04030202040F0204" pitchFamily="34" charset="-122"/>
              </a:rPr>
              <a:t>What resources have been used for business activities?</a:t>
            </a:r>
            <a:endParaRPr lang="en-GB" sz="1200" noProof="1">
              <a:latin typeface="腾讯体 W3" panose="020C04030202040F0204" pitchFamily="34" charset="-122"/>
              <a:cs typeface="腾讯体 W3" panose="020C04030202040F0204" pitchFamily="34" charset="-122"/>
            </a:endParaRPr>
          </a:p>
        </p:txBody>
      </p:sp>
      <p:sp>
        <p:nvSpPr>
          <p:cNvPr id="8" name="Tekstvak 45"/>
          <p:cNvSpPr txBox="1"/>
          <p:nvPr/>
        </p:nvSpPr>
        <p:spPr>
          <a:xfrm>
            <a:off x="3181985" y="4023360"/>
            <a:ext cx="1047115" cy="1024255"/>
          </a:xfrm>
          <a:prstGeom prst="rect">
            <a:avLst/>
          </a:prstGeom>
          <a:noFill/>
        </p:spPr>
        <p:txBody>
          <a:bodyPr wrap="square" lIns="0" tIns="0" rIns="0" bIns="0" rtlCol="0">
            <a:noAutofit/>
          </a:bodyPr>
          <a:lstStyle/>
          <a:p>
            <a:r>
              <a:rPr lang="en-GB" sz="1200" b="1" noProof="1">
                <a:solidFill>
                  <a:srgbClr val="1450B8"/>
                </a:solidFill>
                <a:latin typeface="腾讯体 W3" panose="020C04030202040F0204" pitchFamily="34" charset="-122"/>
                <a:cs typeface="腾讯体 W3" panose="020C04030202040F0204" pitchFamily="34" charset="-122"/>
              </a:rPr>
              <a:t>Output</a:t>
            </a:r>
            <a:endParaRPr lang="en-GB" sz="1200" b="1" noProof="1">
              <a:solidFill>
                <a:srgbClr val="1450B8"/>
              </a:solidFill>
              <a:latin typeface="腾讯体 W3" panose="020C04030202040F0204" pitchFamily="34" charset="-122"/>
              <a:cs typeface="腾讯体 W3" panose="020C04030202040F0204" pitchFamily="34" charset="-122"/>
            </a:endParaRPr>
          </a:p>
          <a:p>
            <a:r>
              <a:rPr lang="en-GB" sz="1200" noProof="1">
                <a:solidFill>
                  <a:srgbClr val="000000"/>
                </a:solidFill>
                <a:latin typeface="腾讯体 W3" panose="020C04030202040F0204" pitchFamily="34" charset="-122"/>
                <a:cs typeface="腾讯体 W3" panose="020C04030202040F0204" pitchFamily="34" charset="-122"/>
              </a:rPr>
              <a:t>What activities have been done?</a:t>
            </a:r>
            <a:endParaRPr lang="en-GB" sz="1200" noProof="1">
              <a:solidFill>
                <a:srgbClr val="000000"/>
              </a:solidFill>
              <a:latin typeface="腾讯体 W3" panose="020C04030202040F0204" pitchFamily="34" charset="-122"/>
              <a:cs typeface="腾讯体 W3" panose="020C04030202040F0204" pitchFamily="34" charset="-122"/>
            </a:endParaRPr>
          </a:p>
        </p:txBody>
      </p:sp>
      <p:sp>
        <p:nvSpPr>
          <p:cNvPr id="9" name="Tekstvak 45"/>
          <p:cNvSpPr txBox="1"/>
          <p:nvPr/>
        </p:nvSpPr>
        <p:spPr>
          <a:xfrm>
            <a:off x="5055870" y="3369310"/>
            <a:ext cx="1297940" cy="1024255"/>
          </a:xfrm>
          <a:prstGeom prst="rect">
            <a:avLst/>
          </a:prstGeom>
          <a:noFill/>
        </p:spPr>
        <p:txBody>
          <a:bodyPr wrap="square" lIns="0" tIns="0" rIns="0" bIns="0" rtlCol="0">
            <a:noAutofit/>
          </a:bodyPr>
          <a:lstStyle/>
          <a:p>
            <a:r>
              <a:rPr lang="en-GB" sz="1200" b="1" noProof="1">
                <a:solidFill>
                  <a:srgbClr val="1450B8"/>
                </a:solidFill>
                <a:latin typeface="腾讯体 W3" panose="020C04030202040F0204" pitchFamily="34" charset="-122"/>
                <a:cs typeface="腾讯体 W3" panose="020C04030202040F0204" pitchFamily="34" charset="-122"/>
              </a:rPr>
              <a:t>Outcome</a:t>
            </a:r>
            <a:endParaRPr lang="en-GB" sz="1200" b="1" noProof="1">
              <a:solidFill>
                <a:srgbClr val="1450B8"/>
              </a:solidFill>
              <a:latin typeface="腾讯体 W3" panose="020C04030202040F0204" pitchFamily="34" charset="-122"/>
              <a:cs typeface="腾讯体 W3" panose="020C04030202040F0204" pitchFamily="34" charset="-122"/>
            </a:endParaRPr>
          </a:p>
          <a:p>
            <a:r>
              <a:rPr lang="en-GB" sz="1200" noProof="1">
                <a:solidFill>
                  <a:srgbClr val="000000"/>
                </a:solidFill>
                <a:latin typeface="腾讯体 W3" panose="020C04030202040F0204" pitchFamily="34" charset="-122"/>
                <a:cs typeface="腾讯体 W3" panose="020C04030202040F0204" pitchFamily="34" charset="-122"/>
              </a:rPr>
              <a:t>What has been changed as a result of the business activities</a:t>
            </a:r>
            <a:endParaRPr lang="en-GB" sz="1200" noProof="1">
              <a:solidFill>
                <a:srgbClr val="000000"/>
              </a:solidFill>
              <a:latin typeface="腾讯体 W3" panose="020C04030202040F0204" pitchFamily="34" charset="-122"/>
              <a:cs typeface="腾讯体 W3" panose="020C04030202040F0204" pitchFamily="34" charset="-122"/>
            </a:endParaRPr>
          </a:p>
        </p:txBody>
      </p:sp>
      <p:sp>
        <p:nvSpPr>
          <p:cNvPr id="10" name="Tekstvak 45"/>
          <p:cNvSpPr txBox="1"/>
          <p:nvPr/>
        </p:nvSpPr>
        <p:spPr>
          <a:xfrm>
            <a:off x="7125970" y="2956560"/>
            <a:ext cx="1191895" cy="1024255"/>
          </a:xfrm>
          <a:prstGeom prst="rect">
            <a:avLst/>
          </a:prstGeom>
          <a:noFill/>
        </p:spPr>
        <p:txBody>
          <a:bodyPr wrap="square" lIns="0" tIns="0" rIns="0" bIns="0" rtlCol="0">
            <a:noAutofit/>
          </a:bodyPr>
          <a:lstStyle/>
          <a:p>
            <a:r>
              <a:rPr lang="en-GB" sz="1200" b="1" noProof="1">
                <a:solidFill>
                  <a:schemeClr val="accent2"/>
                </a:solidFill>
                <a:latin typeface="腾讯体 W3" panose="020C04030202040F0204" pitchFamily="34" charset="-122"/>
                <a:cs typeface="腾讯体 W3" panose="020C04030202040F0204" pitchFamily="34" charset="-122"/>
              </a:rPr>
              <a:t>Impact</a:t>
            </a:r>
            <a:endParaRPr lang="en-GB" sz="1200" b="1" noProof="1">
              <a:solidFill>
                <a:schemeClr val="accent2"/>
              </a:solidFill>
              <a:latin typeface="腾讯体 W3" panose="020C04030202040F0204" pitchFamily="34" charset="-122"/>
              <a:cs typeface="腾讯体 W3" panose="020C04030202040F0204" pitchFamily="34" charset="-122"/>
            </a:endParaRPr>
          </a:p>
          <a:p>
            <a:r>
              <a:rPr lang="en-GB" sz="1200" noProof="1">
                <a:solidFill>
                  <a:srgbClr val="000000"/>
                </a:solidFill>
                <a:latin typeface="腾讯体 W3" panose="020C04030202040F0204" pitchFamily="34" charset="-122"/>
                <a:cs typeface="腾讯体 W3" panose="020C04030202040F0204" pitchFamily="34" charset="-122"/>
              </a:rPr>
              <a:t>How much of that outcome is attributable to the business?</a:t>
            </a:r>
            <a:endParaRPr lang="en-GB" sz="1200" noProof="1">
              <a:solidFill>
                <a:srgbClr val="000000"/>
              </a:solidFill>
              <a:latin typeface="腾讯体 W3" panose="020C04030202040F0204" pitchFamily="34" charset="-122"/>
              <a:cs typeface="腾讯体 W3" panose="020C04030202040F0204" pitchFamily="34" charset="-122"/>
            </a:endParaRPr>
          </a:p>
        </p:txBody>
      </p:sp>
      <p:sp>
        <p:nvSpPr>
          <p:cNvPr id="11" name="Tekstvak 45"/>
          <p:cNvSpPr txBox="1"/>
          <p:nvPr/>
        </p:nvSpPr>
        <p:spPr>
          <a:xfrm>
            <a:off x="9239885" y="2736850"/>
            <a:ext cx="1263015" cy="1024255"/>
          </a:xfrm>
          <a:prstGeom prst="rect">
            <a:avLst/>
          </a:prstGeom>
          <a:noFill/>
        </p:spPr>
        <p:txBody>
          <a:bodyPr wrap="square" lIns="0" tIns="0" rIns="0" bIns="0" rtlCol="0">
            <a:noAutofit/>
          </a:bodyPr>
          <a:lstStyle/>
          <a:p>
            <a:r>
              <a:rPr lang="en-GB" sz="1200" b="1" noProof="1">
                <a:solidFill>
                  <a:srgbClr val="1450B8"/>
                </a:solidFill>
                <a:latin typeface="腾讯体 W3" panose="020C04030202040F0204" pitchFamily="34" charset="-122"/>
                <a:cs typeface="腾讯体 W3" panose="020C04030202040F0204" pitchFamily="34" charset="-122"/>
              </a:rPr>
              <a:t>Value of impact</a:t>
            </a:r>
            <a:endParaRPr lang="en-GB" sz="1200" b="1" noProof="1">
              <a:solidFill>
                <a:srgbClr val="1450B8"/>
              </a:solidFill>
              <a:latin typeface="腾讯体 W3" panose="020C04030202040F0204" pitchFamily="34" charset="-122"/>
              <a:cs typeface="腾讯体 W3" panose="020C04030202040F0204" pitchFamily="34" charset="-122"/>
            </a:endParaRPr>
          </a:p>
          <a:p>
            <a:r>
              <a:rPr lang="en-GB" sz="1200" noProof="1">
                <a:solidFill>
                  <a:srgbClr val="000000"/>
                </a:solidFill>
                <a:latin typeface="腾讯体 W3" panose="020C04030202040F0204" pitchFamily="34" charset="-122"/>
                <a:cs typeface="腾讯体 W3" panose="020C04030202040F0204" pitchFamily="34" charset="-122"/>
              </a:rPr>
              <a:t>What is the value of impact?</a:t>
            </a:r>
            <a:endParaRPr lang="en-GB" sz="1200" noProof="1">
              <a:solidFill>
                <a:srgbClr val="000000"/>
              </a:solidFill>
              <a:latin typeface="腾讯体 W3" panose="020C04030202040F0204" pitchFamily="34" charset="-122"/>
              <a:cs typeface="腾讯体 W3" panose="020C04030202040F0204" pitchFamily="34" charset="-122"/>
            </a:endParaRPr>
          </a:p>
        </p:txBody>
      </p:sp>
      <p:sp>
        <p:nvSpPr>
          <p:cNvPr id="12" name="Oval 11"/>
          <p:cNvSpPr/>
          <p:nvPr/>
        </p:nvSpPr>
        <p:spPr>
          <a:xfrm>
            <a:off x="1374140" y="5116830"/>
            <a:ext cx="188595" cy="1955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3" name="Oval 12"/>
          <p:cNvSpPr/>
          <p:nvPr/>
        </p:nvSpPr>
        <p:spPr>
          <a:xfrm>
            <a:off x="2861945" y="3975100"/>
            <a:ext cx="274955" cy="28575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4" name="Oval 13"/>
          <p:cNvSpPr/>
          <p:nvPr/>
        </p:nvSpPr>
        <p:spPr>
          <a:xfrm>
            <a:off x="4624070" y="3296920"/>
            <a:ext cx="386080" cy="400685"/>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5" name="Oval 14"/>
          <p:cNvSpPr>
            <a:spLocks noChangeAspect="1"/>
          </p:cNvSpPr>
          <p:nvPr/>
        </p:nvSpPr>
        <p:spPr>
          <a:xfrm>
            <a:off x="6603365" y="2843530"/>
            <a:ext cx="441325" cy="457835"/>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6" name="Oval 15"/>
          <p:cNvSpPr>
            <a:spLocks noChangeAspect="1"/>
          </p:cNvSpPr>
          <p:nvPr/>
        </p:nvSpPr>
        <p:spPr>
          <a:xfrm>
            <a:off x="8643620" y="2572385"/>
            <a:ext cx="551180" cy="572135"/>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7" name="Tekstvak 45"/>
          <p:cNvSpPr txBox="1"/>
          <p:nvPr/>
        </p:nvSpPr>
        <p:spPr>
          <a:xfrm>
            <a:off x="1104900" y="1470025"/>
            <a:ext cx="3144520" cy="977900"/>
          </a:xfrm>
          <a:prstGeom prst="rect">
            <a:avLst/>
          </a:prstGeom>
          <a:noFill/>
        </p:spPr>
        <p:txBody>
          <a:bodyPr wrap="square" lIns="0" tIns="0" rIns="0" bIns="0" rtlCol="0">
            <a:noAutofit/>
          </a:bodyPr>
          <a:lstStyle/>
          <a:p>
            <a:r>
              <a:rPr lang="en-GB" sz="1400" b="1" noProof="1">
                <a:solidFill>
                  <a:srgbClr val="000000"/>
                </a:solidFill>
                <a:latin typeface="腾讯体 W3" panose="020C04030202040F0204" pitchFamily="34" charset="-122"/>
                <a:cs typeface="腾讯体 W3" panose="020C04030202040F0204" pitchFamily="34" charset="-122"/>
              </a:rPr>
              <a:t>Traditional financial &amp; </a:t>
            </a:r>
            <a:endParaRPr lang="en-GB" sz="1400" b="1" noProof="1">
              <a:solidFill>
                <a:srgbClr val="000000"/>
              </a:solidFill>
              <a:latin typeface="腾讯体 W3" panose="020C04030202040F0204" pitchFamily="34" charset="-122"/>
              <a:cs typeface="腾讯体 W3" panose="020C04030202040F0204" pitchFamily="34" charset="-122"/>
            </a:endParaRPr>
          </a:p>
          <a:p>
            <a:r>
              <a:rPr lang="en-GB" sz="1400" b="1" noProof="1">
                <a:solidFill>
                  <a:srgbClr val="000000"/>
                </a:solidFill>
                <a:latin typeface="腾讯体 W3" panose="020C04030202040F0204" pitchFamily="34" charset="-122"/>
                <a:cs typeface="腾讯体 W3" panose="020C04030202040F0204" pitchFamily="34" charset="-122"/>
              </a:rPr>
              <a:t>sustainable reporting</a:t>
            </a:r>
            <a:endParaRPr lang="en-GB" sz="1400" b="1" noProof="1">
              <a:solidFill>
                <a:srgbClr val="000000"/>
              </a:solidFill>
              <a:latin typeface="腾讯体 W3" panose="020C04030202040F0204" pitchFamily="34" charset="-122"/>
              <a:cs typeface="腾讯体 W3" panose="020C04030202040F0204" pitchFamily="34" charset="-122"/>
            </a:endParaRPr>
          </a:p>
        </p:txBody>
      </p:sp>
      <p:sp>
        <p:nvSpPr>
          <p:cNvPr id="18" name="Tekstvak 45"/>
          <p:cNvSpPr txBox="1"/>
          <p:nvPr/>
        </p:nvSpPr>
        <p:spPr>
          <a:xfrm>
            <a:off x="6055360" y="5748655"/>
            <a:ext cx="4421505" cy="298450"/>
          </a:xfrm>
          <a:prstGeom prst="rect">
            <a:avLst/>
          </a:prstGeom>
          <a:noFill/>
        </p:spPr>
        <p:txBody>
          <a:bodyPr wrap="square" lIns="0" tIns="0" rIns="0" bIns="0" rtlCol="0">
            <a:noAutofit/>
          </a:bodyPr>
          <a:lstStyle/>
          <a:p>
            <a:pPr algn="r"/>
            <a:r>
              <a:rPr lang="en-GB" sz="1400" b="1" noProof="1">
                <a:solidFill>
                  <a:srgbClr val="000000"/>
                </a:solidFill>
                <a:latin typeface="腾讯体 W3" panose="020C04030202040F0204" pitchFamily="34" charset="-122"/>
                <a:cs typeface="腾讯体 W3" panose="020C04030202040F0204" pitchFamily="34" charset="-122"/>
              </a:rPr>
              <a:t>Total Impact Measurement &amp; Reporting</a:t>
            </a:r>
            <a:endParaRPr lang="en-GB" sz="1400" b="1" noProof="1">
              <a:solidFill>
                <a:srgbClr val="000000"/>
              </a:solidFill>
              <a:latin typeface="腾讯体 W3" panose="020C04030202040F0204" pitchFamily="34" charset="-122"/>
              <a:cs typeface="腾讯体 W3" panose="020C04030202040F0204" pitchFamily="34" charset="-122"/>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662374" y="930198"/>
            <a:ext cx="8670523" cy="806858"/>
          </a:xfrm>
        </p:spPr>
        <p:txBody>
          <a:bodyPr/>
          <a:lstStyle/>
          <a:p>
            <a:r>
              <a:rPr lang="en-US" dirty="0" smtClean="0"/>
              <a:t>Phase Timeline</a:t>
            </a:r>
            <a:endParaRPr lang="en-US" dirty="0"/>
          </a:p>
        </p:txBody>
      </p:sp>
      <p:sp>
        <p:nvSpPr>
          <p:cNvPr id="4" name="Rectangle 2"/>
          <p:cNvSpPr txBox="1">
            <a:spLocks noChangeArrowheads="1"/>
          </p:cNvSpPr>
          <p:nvPr>
            <p:custDataLst>
              <p:tags r:id="rId1"/>
            </p:custDataLst>
          </p:nvPr>
        </p:nvSpPr>
        <p:spPr>
          <a:xfrm>
            <a:off x="1666816" y="1219251"/>
            <a:ext cx="8359431" cy="228610"/>
          </a:xfrm>
          <a:prstGeom prst="rect">
            <a:avLst/>
          </a:prstGeom>
        </p:spPr>
        <p:txBody>
          <a:bodyPr vert="horz" lIns="0" tIns="0" rIns="0" bIns="0" rtlCol="0" anchor="t" anchorCtr="0">
            <a:noAutofit/>
          </a:bodyPr>
          <a:lstStyle>
            <a:lvl1pPr algn="l" defTabSz="1018540" rtl="0" eaLnBrk="1" latinLnBrk="0" hangingPunct="1">
              <a:lnSpc>
                <a:spcPct val="100000"/>
              </a:lnSpc>
              <a:spcBef>
                <a:spcPct val="0"/>
              </a:spcBef>
              <a:buNone/>
              <a:defRPr sz="2000" b="1" kern="1200">
                <a:solidFill>
                  <a:schemeClr val="tx1"/>
                </a:solidFill>
                <a:latin typeface="+mj-lt"/>
                <a:ea typeface="+mj-ea"/>
                <a:cs typeface="+mj-cs"/>
              </a:defRPr>
            </a:lvl1pPr>
          </a:lstStyle>
          <a:p>
            <a:pPr marL="395605" indent="5080"/>
            <a:r>
              <a:rPr lang="nl-NL" sz="1200" b="0" smtClean="0"/>
              <a:t>Fig. x De weg naar integrated reporting</a:t>
            </a:r>
            <a:endParaRPr lang="nl-NL" sz="1200" b="0" dirty="0"/>
          </a:p>
        </p:txBody>
      </p:sp>
      <p:grpSp>
        <p:nvGrpSpPr>
          <p:cNvPr id="7" name="Group 47"/>
          <p:cNvGrpSpPr/>
          <p:nvPr/>
        </p:nvGrpSpPr>
        <p:grpSpPr>
          <a:xfrm>
            <a:off x="1805826" y="1656998"/>
            <a:ext cx="8068833" cy="4439258"/>
            <a:chOff x="465906" y="1676400"/>
            <a:chExt cx="8068494" cy="4439072"/>
          </a:xfrm>
        </p:grpSpPr>
        <p:sp>
          <p:nvSpPr>
            <p:cNvPr id="8" name="Freeform 7"/>
            <p:cNvSpPr/>
            <p:nvPr/>
          </p:nvSpPr>
          <p:spPr bwMode="auto">
            <a:xfrm>
              <a:off x="799059" y="2264735"/>
              <a:ext cx="7621927" cy="3493234"/>
            </a:xfrm>
            <a:custGeom>
              <a:avLst/>
              <a:gdLst/>
              <a:ahLst/>
              <a:cxnLst>
                <a:cxn ang="0">
                  <a:pos x="0" y="2389"/>
                </a:cxn>
                <a:cxn ang="0">
                  <a:pos x="909" y="2278"/>
                </a:cxn>
                <a:cxn ang="0">
                  <a:pos x="1788" y="1744"/>
                </a:cxn>
                <a:cxn ang="0">
                  <a:pos x="2115" y="1516"/>
                </a:cxn>
                <a:cxn ang="0">
                  <a:pos x="2831" y="1324"/>
                </a:cxn>
                <a:cxn ang="0">
                  <a:pos x="4141" y="1084"/>
                </a:cxn>
                <a:cxn ang="0">
                  <a:pos x="4125" y="4"/>
                </a:cxn>
                <a:cxn ang="0">
                  <a:pos x="3121" y="0"/>
                </a:cxn>
                <a:cxn ang="0">
                  <a:pos x="2649" y="220"/>
                </a:cxn>
                <a:cxn ang="0">
                  <a:pos x="1849" y="812"/>
                </a:cxn>
                <a:cxn ang="0">
                  <a:pos x="1053" y="916"/>
                </a:cxn>
                <a:cxn ang="0">
                  <a:pos x="9" y="1324"/>
                </a:cxn>
              </a:cxnLst>
              <a:rect l="0" t="0" r="r" b="b"/>
              <a:pathLst>
                <a:path w="4145" h="2389">
                  <a:moveTo>
                    <a:pt x="0" y="2389"/>
                  </a:moveTo>
                  <a:cubicBezTo>
                    <a:pt x="163" y="2363"/>
                    <a:pt x="636" y="2356"/>
                    <a:pt x="909" y="2278"/>
                  </a:cubicBezTo>
                  <a:cubicBezTo>
                    <a:pt x="1449" y="2122"/>
                    <a:pt x="1683" y="1846"/>
                    <a:pt x="1788" y="1744"/>
                  </a:cubicBezTo>
                  <a:cubicBezTo>
                    <a:pt x="1849" y="1705"/>
                    <a:pt x="1937" y="1620"/>
                    <a:pt x="2115" y="1516"/>
                  </a:cubicBezTo>
                  <a:cubicBezTo>
                    <a:pt x="2346" y="1396"/>
                    <a:pt x="2568" y="1362"/>
                    <a:pt x="2831" y="1324"/>
                  </a:cubicBezTo>
                  <a:cubicBezTo>
                    <a:pt x="3172" y="1246"/>
                    <a:pt x="3878" y="1240"/>
                    <a:pt x="4141" y="1084"/>
                  </a:cubicBezTo>
                  <a:cubicBezTo>
                    <a:pt x="4141" y="97"/>
                    <a:pt x="4145" y="4"/>
                    <a:pt x="4125" y="4"/>
                  </a:cubicBezTo>
                  <a:cubicBezTo>
                    <a:pt x="3322" y="4"/>
                    <a:pt x="3121" y="0"/>
                    <a:pt x="3121" y="0"/>
                  </a:cubicBezTo>
                  <a:cubicBezTo>
                    <a:pt x="2925" y="72"/>
                    <a:pt x="2789" y="131"/>
                    <a:pt x="2649" y="220"/>
                  </a:cubicBezTo>
                  <a:cubicBezTo>
                    <a:pt x="2397" y="370"/>
                    <a:pt x="2148" y="696"/>
                    <a:pt x="1849" y="812"/>
                  </a:cubicBezTo>
                  <a:cubicBezTo>
                    <a:pt x="1617" y="892"/>
                    <a:pt x="1361" y="850"/>
                    <a:pt x="1053" y="916"/>
                  </a:cubicBezTo>
                  <a:cubicBezTo>
                    <a:pt x="657" y="964"/>
                    <a:pt x="157" y="1260"/>
                    <a:pt x="9" y="1324"/>
                  </a:cubicBezTo>
                </a:path>
              </a:pathLst>
            </a:custGeom>
            <a:solidFill>
              <a:srgbClr val="1450B8"/>
            </a:solidFill>
            <a:ln w="12700" cap="flat">
              <a:solidFill>
                <a:srgbClr val="1450B8"/>
              </a:solidFill>
              <a:prstDash val="solid"/>
              <a:miter lim="800000"/>
            </a:ln>
          </p:spPr>
          <p:txBody>
            <a:bodyPr/>
            <a:lstStyle/>
            <a:p>
              <a:endParaRPr lang="nl-NL" dirty="0">
                <a:solidFill>
                  <a:schemeClr val="accent5">
                    <a:lumMod val="75000"/>
                  </a:schemeClr>
                </a:solidFill>
              </a:endParaRPr>
            </a:p>
          </p:txBody>
        </p:sp>
        <p:sp>
          <p:nvSpPr>
            <p:cNvPr id="9" name="Line 8"/>
            <p:cNvSpPr>
              <a:spLocks noChangeAspect="1" noChangeShapeType="1"/>
            </p:cNvSpPr>
            <p:nvPr/>
          </p:nvSpPr>
          <p:spPr bwMode="auto">
            <a:xfrm>
              <a:off x="758825" y="1979613"/>
              <a:ext cx="0" cy="3808412"/>
            </a:xfrm>
            <a:prstGeom prst="line">
              <a:avLst/>
            </a:prstGeom>
            <a:noFill/>
            <a:ln w="57150">
              <a:solidFill>
                <a:schemeClr val="tx1"/>
              </a:solidFill>
              <a:round/>
              <a:headEnd type="triangle" w="med" len="med"/>
            </a:ln>
            <a:effectLst/>
          </p:spPr>
          <p:txBody>
            <a:bodyPr wrap="none" anchor="ctr"/>
            <a:lstStyle/>
            <a:p>
              <a:endParaRPr lang="nl-NL"/>
            </a:p>
          </p:txBody>
        </p:sp>
        <p:sp>
          <p:nvSpPr>
            <p:cNvPr id="10" name="Rectangle 10"/>
            <p:cNvSpPr>
              <a:spLocks noChangeArrowheads="1"/>
            </p:cNvSpPr>
            <p:nvPr/>
          </p:nvSpPr>
          <p:spPr bwMode="blackWhite">
            <a:xfrm>
              <a:off x="2789238" y="4070350"/>
              <a:ext cx="1630362" cy="503238"/>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a:solidFill>
                    <a:srgbClr val="0C306E"/>
                  </a:solidFill>
                </a:rPr>
                <a:t>Niet-financiële rapportage als merkbepalend communicatie-instrument</a:t>
              </a:r>
              <a:endParaRPr lang="nl-NL" sz="1000" dirty="0">
                <a:solidFill>
                  <a:srgbClr val="0C306E"/>
                </a:solidFill>
              </a:endParaRPr>
            </a:p>
          </p:txBody>
        </p:sp>
        <p:sp>
          <p:nvSpPr>
            <p:cNvPr id="11" name="Rectangle 11"/>
            <p:cNvSpPr>
              <a:spLocks noChangeArrowheads="1"/>
            </p:cNvSpPr>
            <p:nvPr/>
          </p:nvSpPr>
          <p:spPr bwMode="blackWhite">
            <a:xfrm>
              <a:off x="4634806" y="3344863"/>
              <a:ext cx="1685603" cy="625475"/>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a:solidFill>
                    <a:srgbClr val="0C306E"/>
                  </a:solidFill>
                </a:rPr>
                <a:t>Geïntegreerde rapportage als concurrentievoordeel</a:t>
              </a:r>
              <a:endParaRPr lang="nl-NL" sz="1000" dirty="0">
                <a:solidFill>
                  <a:srgbClr val="0C306E"/>
                </a:solidFill>
              </a:endParaRPr>
            </a:p>
          </p:txBody>
        </p:sp>
        <p:sp>
          <p:nvSpPr>
            <p:cNvPr id="12" name="Line 15"/>
            <p:cNvSpPr>
              <a:spLocks noChangeShapeType="1"/>
            </p:cNvSpPr>
            <p:nvPr/>
          </p:nvSpPr>
          <p:spPr bwMode="blackWhite">
            <a:xfrm>
              <a:off x="2671763" y="5788025"/>
              <a:ext cx="1922462" cy="0"/>
            </a:xfrm>
            <a:prstGeom prst="line">
              <a:avLst/>
            </a:prstGeom>
            <a:noFill/>
            <a:ln w="9525">
              <a:solidFill>
                <a:schemeClr val="tx1"/>
              </a:solidFill>
              <a:round/>
              <a:headEnd type="triangle" w="med" len="med"/>
              <a:tailEnd type="triangle" w="med" len="med"/>
            </a:ln>
            <a:effectLst/>
          </p:spPr>
          <p:txBody>
            <a:bodyPr lIns="63502" tIns="0" rIns="64802" bIns="0"/>
            <a:lstStyle/>
            <a:p>
              <a:endParaRPr lang="nl-NL"/>
            </a:p>
          </p:txBody>
        </p:sp>
        <p:sp>
          <p:nvSpPr>
            <p:cNvPr id="13" name="Rectangle 17"/>
            <p:cNvSpPr>
              <a:spLocks noChangeArrowheads="1"/>
            </p:cNvSpPr>
            <p:nvPr/>
          </p:nvSpPr>
          <p:spPr bwMode="blackWhite">
            <a:xfrm>
              <a:off x="2759075" y="5864647"/>
              <a:ext cx="1727200" cy="250825"/>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a:t>Tegemoetkomen aan verwachtingen </a:t>
              </a:r>
              <a:r>
                <a:rPr lang="nl-NL" sz="1000" dirty="0" err="1"/>
                <a:t>stakeholders</a:t>
              </a:r>
              <a:endParaRPr lang="nl-NL" sz="1000" dirty="0"/>
            </a:p>
          </p:txBody>
        </p:sp>
        <p:sp>
          <p:nvSpPr>
            <p:cNvPr id="14" name="Rectangle 18"/>
            <p:cNvSpPr>
              <a:spLocks noChangeArrowheads="1"/>
            </p:cNvSpPr>
            <p:nvPr/>
          </p:nvSpPr>
          <p:spPr bwMode="blackWhite">
            <a:xfrm>
              <a:off x="6651030" y="5864647"/>
              <a:ext cx="1727200" cy="250825"/>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a:t>Creëren van gedeelde waarde</a:t>
              </a:r>
              <a:endParaRPr lang="nl-NL" sz="1000" dirty="0"/>
            </a:p>
          </p:txBody>
        </p:sp>
        <p:sp>
          <p:nvSpPr>
            <p:cNvPr id="15" name="Rectangle 19"/>
            <p:cNvSpPr>
              <a:spLocks noChangeArrowheads="1"/>
            </p:cNvSpPr>
            <p:nvPr/>
          </p:nvSpPr>
          <p:spPr bwMode="blackWhite">
            <a:xfrm>
              <a:off x="854075" y="5849367"/>
              <a:ext cx="1727200" cy="250825"/>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a:t>Risico- en reputatiemanagement</a:t>
              </a:r>
              <a:endParaRPr lang="nl-NL" sz="1000" dirty="0"/>
            </a:p>
          </p:txBody>
        </p:sp>
        <p:sp>
          <p:nvSpPr>
            <p:cNvPr id="16" name="Line 20"/>
            <p:cNvSpPr>
              <a:spLocks noChangeAspect="1" noChangeShapeType="1"/>
            </p:cNvSpPr>
            <p:nvPr/>
          </p:nvSpPr>
          <p:spPr bwMode="auto">
            <a:xfrm rot="10800000" flipH="1">
              <a:off x="2674938" y="2651125"/>
              <a:ext cx="0" cy="3136900"/>
            </a:xfrm>
            <a:prstGeom prst="line">
              <a:avLst/>
            </a:prstGeom>
            <a:noFill/>
            <a:ln w="19050">
              <a:solidFill>
                <a:schemeClr val="tx1"/>
              </a:solidFill>
              <a:prstDash val="dash"/>
              <a:round/>
            </a:ln>
            <a:effectLst/>
          </p:spPr>
          <p:txBody>
            <a:bodyPr wrap="none" anchor="ctr"/>
            <a:lstStyle/>
            <a:p>
              <a:endParaRPr lang="nl-NL"/>
            </a:p>
          </p:txBody>
        </p:sp>
        <p:sp>
          <p:nvSpPr>
            <p:cNvPr id="17" name="Line 21"/>
            <p:cNvSpPr>
              <a:spLocks noChangeAspect="1" noChangeShapeType="1"/>
            </p:cNvSpPr>
            <p:nvPr/>
          </p:nvSpPr>
          <p:spPr bwMode="auto">
            <a:xfrm rot="10800000" flipH="1">
              <a:off x="4591050" y="2251075"/>
              <a:ext cx="0" cy="3524250"/>
            </a:xfrm>
            <a:prstGeom prst="line">
              <a:avLst/>
            </a:prstGeom>
            <a:noFill/>
            <a:ln w="19050">
              <a:solidFill>
                <a:schemeClr val="tx1"/>
              </a:solidFill>
              <a:prstDash val="dash"/>
              <a:round/>
            </a:ln>
            <a:effectLst/>
          </p:spPr>
          <p:txBody>
            <a:bodyPr wrap="none" anchor="ctr"/>
            <a:lstStyle/>
            <a:p>
              <a:endParaRPr lang="nl-NL"/>
            </a:p>
          </p:txBody>
        </p:sp>
        <p:sp>
          <p:nvSpPr>
            <p:cNvPr id="18" name="Rectangle 22"/>
            <p:cNvSpPr>
              <a:spLocks noChangeArrowheads="1"/>
            </p:cNvSpPr>
            <p:nvPr/>
          </p:nvSpPr>
          <p:spPr bwMode="blackWhite">
            <a:xfrm>
              <a:off x="941388" y="4598988"/>
              <a:ext cx="1533178" cy="498475"/>
            </a:xfrm>
            <a:prstGeom prst="rect">
              <a:avLst/>
            </a:prstGeom>
            <a:noFill/>
            <a:ln w="9525">
              <a:noFill/>
              <a:miter lim="800000"/>
            </a:ln>
            <a:effectLst/>
          </p:spPr>
          <p:txBody>
            <a:bodyPr lIns="63502" tIns="0" rIns="64802" bIns="0" anchor="ctr"/>
            <a:lstStyle/>
            <a:p>
              <a:pPr>
                <a:spcBef>
                  <a:spcPct val="0"/>
                </a:spcBef>
                <a:spcAft>
                  <a:spcPct val="0"/>
                </a:spcAft>
              </a:pPr>
              <a:r>
                <a:rPr lang="nl-NL" sz="1000" dirty="0">
                  <a:solidFill>
                    <a:srgbClr val="0C306E"/>
                  </a:solidFill>
                </a:rPr>
                <a:t>Aparte niet-financiële en financiële rapportage</a:t>
              </a:r>
              <a:br>
                <a:rPr lang="nl-NL" sz="1000" dirty="0">
                  <a:solidFill>
                    <a:srgbClr val="0C306E"/>
                  </a:solidFill>
                </a:rPr>
              </a:br>
              <a:r>
                <a:rPr lang="nl-NL" sz="1000" dirty="0">
                  <a:solidFill>
                    <a:srgbClr val="0C306E"/>
                  </a:solidFill>
                </a:rPr>
                <a:t> uit oogpunt van reputatiemanagement</a:t>
              </a:r>
              <a:endParaRPr lang="nl-NL" sz="1000" dirty="0">
                <a:solidFill>
                  <a:srgbClr val="0C306E"/>
                </a:solidFill>
              </a:endParaRPr>
            </a:p>
          </p:txBody>
        </p:sp>
        <p:sp>
          <p:nvSpPr>
            <p:cNvPr id="19" name="Freeform 23"/>
            <p:cNvSpPr/>
            <p:nvPr/>
          </p:nvSpPr>
          <p:spPr bwMode="auto">
            <a:xfrm rot="19425804">
              <a:off x="2203450" y="4469441"/>
              <a:ext cx="771525" cy="266700"/>
            </a:xfrm>
            <a:custGeom>
              <a:avLst/>
              <a:gdLst/>
              <a:ahLst/>
              <a:cxnLst>
                <a:cxn ang="0">
                  <a:pos x="396" y="345"/>
                </a:cxn>
                <a:cxn ang="0">
                  <a:pos x="396" y="409"/>
                </a:cxn>
                <a:cxn ang="0">
                  <a:pos x="552" y="291"/>
                </a:cxn>
                <a:cxn ang="0">
                  <a:pos x="397" y="150"/>
                </a:cxn>
                <a:cxn ang="0">
                  <a:pos x="396" y="217"/>
                </a:cxn>
                <a:cxn ang="0">
                  <a:pos x="75" y="0"/>
                </a:cxn>
                <a:cxn ang="0">
                  <a:pos x="396" y="345"/>
                </a:cxn>
              </a:cxnLst>
              <a:rect l="0" t="0" r="r" b="b"/>
              <a:pathLst>
                <a:path w="552" h="409">
                  <a:moveTo>
                    <a:pt x="396" y="345"/>
                  </a:moveTo>
                  <a:cubicBezTo>
                    <a:pt x="396" y="377"/>
                    <a:pt x="396" y="409"/>
                    <a:pt x="396" y="409"/>
                  </a:cubicBezTo>
                  <a:cubicBezTo>
                    <a:pt x="396" y="409"/>
                    <a:pt x="474" y="350"/>
                    <a:pt x="552" y="291"/>
                  </a:cubicBezTo>
                  <a:cubicBezTo>
                    <a:pt x="552" y="291"/>
                    <a:pt x="474" y="220"/>
                    <a:pt x="397" y="150"/>
                  </a:cubicBezTo>
                  <a:cubicBezTo>
                    <a:pt x="397" y="150"/>
                    <a:pt x="396" y="183"/>
                    <a:pt x="396" y="217"/>
                  </a:cubicBezTo>
                  <a:cubicBezTo>
                    <a:pt x="89" y="194"/>
                    <a:pt x="75" y="0"/>
                    <a:pt x="75" y="0"/>
                  </a:cubicBezTo>
                  <a:cubicBezTo>
                    <a:pt x="75" y="0"/>
                    <a:pt x="0" y="297"/>
                    <a:pt x="396" y="345"/>
                  </a:cubicBezTo>
                  <a:close/>
                </a:path>
              </a:pathLst>
            </a:custGeom>
            <a:solidFill>
              <a:schemeClr val="accent2"/>
            </a:solidFill>
            <a:ln w="9525" cap="flat" cmpd="sng">
              <a:solidFill>
                <a:schemeClr val="tx2"/>
              </a:solidFill>
              <a:prstDash val="solid"/>
              <a:round/>
            </a:ln>
            <a:effectLst/>
          </p:spPr>
          <p:txBody>
            <a:bodyPr lIns="63502" tIns="0" rIns="0" bIns="0"/>
            <a:lstStyle/>
            <a:p>
              <a:endParaRPr lang="nl-NL"/>
            </a:p>
          </p:txBody>
        </p:sp>
        <p:sp>
          <p:nvSpPr>
            <p:cNvPr id="20" name="Freeform 24"/>
            <p:cNvSpPr/>
            <p:nvPr/>
          </p:nvSpPr>
          <p:spPr bwMode="auto">
            <a:xfrm rot="19425804">
              <a:off x="4173538" y="3881438"/>
              <a:ext cx="771525" cy="266700"/>
            </a:xfrm>
            <a:custGeom>
              <a:avLst/>
              <a:gdLst/>
              <a:ahLst/>
              <a:cxnLst>
                <a:cxn ang="0">
                  <a:pos x="396" y="345"/>
                </a:cxn>
                <a:cxn ang="0">
                  <a:pos x="396" y="409"/>
                </a:cxn>
                <a:cxn ang="0">
                  <a:pos x="552" y="291"/>
                </a:cxn>
                <a:cxn ang="0">
                  <a:pos x="397" y="150"/>
                </a:cxn>
                <a:cxn ang="0">
                  <a:pos x="396" y="217"/>
                </a:cxn>
                <a:cxn ang="0">
                  <a:pos x="75" y="0"/>
                </a:cxn>
                <a:cxn ang="0">
                  <a:pos x="396" y="345"/>
                </a:cxn>
              </a:cxnLst>
              <a:rect l="0" t="0" r="r" b="b"/>
              <a:pathLst>
                <a:path w="552" h="409">
                  <a:moveTo>
                    <a:pt x="396" y="345"/>
                  </a:moveTo>
                  <a:cubicBezTo>
                    <a:pt x="396" y="377"/>
                    <a:pt x="396" y="409"/>
                    <a:pt x="396" y="409"/>
                  </a:cubicBezTo>
                  <a:cubicBezTo>
                    <a:pt x="396" y="409"/>
                    <a:pt x="474" y="350"/>
                    <a:pt x="552" y="291"/>
                  </a:cubicBezTo>
                  <a:cubicBezTo>
                    <a:pt x="552" y="291"/>
                    <a:pt x="474" y="220"/>
                    <a:pt x="397" y="150"/>
                  </a:cubicBezTo>
                  <a:cubicBezTo>
                    <a:pt x="397" y="150"/>
                    <a:pt x="396" y="183"/>
                    <a:pt x="396" y="217"/>
                  </a:cubicBezTo>
                  <a:cubicBezTo>
                    <a:pt x="89" y="194"/>
                    <a:pt x="75" y="0"/>
                    <a:pt x="75" y="0"/>
                  </a:cubicBezTo>
                  <a:cubicBezTo>
                    <a:pt x="75" y="0"/>
                    <a:pt x="0" y="297"/>
                    <a:pt x="396" y="345"/>
                  </a:cubicBezTo>
                  <a:close/>
                </a:path>
              </a:pathLst>
            </a:custGeom>
            <a:solidFill>
              <a:schemeClr val="accent2"/>
            </a:solidFill>
            <a:ln w="9525" cap="flat" cmpd="sng">
              <a:solidFill>
                <a:schemeClr val="tx2"/>
              </a:solidFill>
              <a:prstDash val="solid"/>
              <a:round/>
            </a:ln>
            <a:effectLst/>
          </p:spPr>
          <p:txBody>
            <a:bodyPr lIns="63502" tIns="0" rIns="0" bIns="0"/>
            <a:lstStyle/>
            <a:p>
              <a:endParaRPr lang="nl-NL"/>
            </a:p>
          </p:txBody>
        </p:sp>
        <p:sp>
          <p:nvSpPr>
            <p:cNvPr id="21" name="Rectangle 25"/>
            <p:cNvSpPr>
              <a:spLocks noChangeArrowheads="1"/>
            </p:cNvSpPr>
            <p:nvPr/>
          </p:nvSpPr>
          <p:spPr bwMode="blackWhite">
            <a:xfrm>
              <a:off x="838200" y="1676400"/>
              <a:ext cx="1747838" cy="1384877"/>
            </a:xfrm>
            <a:prstGeom prst="rect">
              <a:avLst/>
            </a:prstGeom>
            <a:noFill/>
            <a:ln w="9525" algn="ctr">
              <a:noFill/>
              <a:miter lim="800000"/>
            </a:ln>
            <a:effectLst/>
          </p:spPr>
          <p:txBody>
            <a:bodyPr wrap="square" lIns="63502" tIns="0" rIns="64802" bIns="0">
              <a:spAutoFit/>
            </a:bodyPr>
            <a:lstStyle/>
            <a:p>
              <a:r>
                <a:rPr lang="nl-NL" sz="900" dirty="0">
                  <a:solidFill>
                    <a:srgbClr val="000000"/>
                  </a:solidFill>
                </a:rPr>
                <a:t>Begrijpt </a:t>
              </a:r>
              <a:r>
                <a:rPr lang="nl-NL" sz="900" dirty="0"/>
                <a:t>niet-financiële</a:t>
              </a:r>
              <a:r>
                <a:rPr lang="nl-NL" sz="900" dirty="0">
                  <a:solidFill>
                    <a:srgbClr val="000000"/>
                  </a:solidFill>
                </a:rPr>
                <a:t> risico’s en kansen. Voldoet aan </a:t>
              </a:r>
              <a:r>
                <a:rPr lang="nl-NL" sz="900" dirty="0" err="1">
                  <a:solidFill>
                    <a:srgbClr val="000000"/>
                  </a:solidFill>
                </a:rPr>
                <a:t>duurzaamheidsstandaarden</a:t>
              </a:r>
              <a:r>
                <a:rPr lang="nl-NL" sz="900" dirty="0">
                  <a:solidFill>
                    <a:srgbClr val="000000"/>
                  </a:solidFill>
                </a:rPr>
                <a:t> en certificeringen. Versterkt </a:t>
              </a:r>
              <a:r>
                <a:rPr lang="nl-NL" sz="900" dirty="0"/>
                <a:t>niet-financiële rapportagesystemen</a:t>
              </a:r>
              <a:endParaRPr lang="nl-NL" sz="900" dirty="0"/>
            </a:p>
            <a:p>
              <a:r>
                <a:rPr lang="nl-NL" sz="900" dirty="0">
                  <a:solidFill>
                    <a:srgbClr val="000000"/>
                  </a:solidFill>
                </a:rPr>
                <a:t>en -processen in de organisatie. Verankert een cultuur van duurzame ontwikkeling</a:t>
              </a:r>
              <a:r>
                <a:rPr lang="en-GB" sz="900" dirty="0">
                  <a:solidFill>
                    <a:srgbClr val="000000"/>
                  </a:solidFill>
                </a:rPr>
                <a:t>.</a:t>
              </a:r>
              <a:endParaRPr lang="en-GB" sz="900" dirty="0">
                <a:solidFill>
                  <a:srgbClr val="000000"/>
                </a:solidFill>
              </a:endParaRPr>
            </a:p>
          </p:txBody>
        </p:sp>
        <p:sp>
          <p:nvSpPr>
            <p:cNvPr id="22" name="Rectangle 26"/>
            <p:cNvSpPr>
              <a:spLocks noChangeArrowheads="1"/>
            </p:cNvSpPr>
            <p:nvPr/>
          </p:nvSpPr>
          <p:spPr bwMode="blackWhite">
            <a:xfrm>
              <a:off x="2743200" y="1676400"/>
              <a:ext cx="1828801" cy="1523301"/>
            </a:xfrm>
            <a:prstGeom prst="rect">
              <a:avLst/>
            </a:prstGeom>
            <a:noFill/>
            <a:ln w="9525" algn="ctr">
              <a:noFill/>
              <a:miter lim="800000"/>
            </a:ln>
            <a:effectLst/>
          </p:spPr>
          <p:txBody>
            <a:bodyPr wrap="square" lIns="63502" tIns="0" rIns="64802" bIns="0">
              <a:spAutoFit/>
            </a:bodyPr>
            <a:lstStyle/>
            <a:p>
              <a:r>
                <a:rPr lang="nl-NL" sz="900" dirty="0">
                  <a:solidFill>
                    <a:srgbClr val="000000"/>
                  </a:solidFill>
                </a:rPr>
                <a:t>Stelt specifieke </a:t>
              </a:r>
              <a:r>
                <a:rPr lang="nl-NL" sz="900" dirty="0" err="1">
                  <a:solidFill>
                    <a:srgbClr val="000000"/>
                  </a:solidFill>
                </a:rPr>
                <a:t>stakeholder</a:t>
              </a:r>
              <a:r>
                <a:rPr lang="nl-NL" sz="900" dirty="0">
                  <a:solidFill>
                    <a:srgbClr val="000000"/>
                  </a:solidFill>
                </a:rPr>
                <a:t> onderwerpen aan de orde. Betrekt </a:t>
              </a:r>
              <a:r>
                <a:rPr lang="nl-NL" sz="900" dirty="0" err="1">
                  <a:solidFill>
                    <a:srgbClr val="000000"/>
                  </a:solidFill>
                </a:rPr>
                <a:t>stakeholders</a:t>
              </a:r>
              <a:r>
                <a:rPr lang="nl-NL" sz="900" dirty="0">
                  <a:solidFill>
                    <a:srgbClr val="000000"/>
                  </a:solidFill>
                </a:rPr>
                <a:t> om de waarde van de niet-financiele prestatie te vergroten. Professionaliseert het rapportageproces door de niet-financiele rapportage te integreren in de financiële </a:t>
              </a:r>
              <a:r>
                <a:rPr lang="nl-NL" sz="900" dirty="0" err="1">
                  <a:solidFill>
                    <a:srgbClr val="000000"/>
                  </a:solidFill>
                </a:rPr>
                <a:t>community</a:t>
              </a:r>
              <a:r>
                <a:rPr lang="nl-NL" sz="900" dirty="0">
                  <a:solidFill>
                    <a:srgbClr val="000000"/>
                  </a:solidFill>
                </a:rPr>
                <a:t> in de organisatie.</a:t>
              </a:r>
              <a:endParaRPr lang="nl-NL" sz="900" dirty="0">
                <a:solidFill>
                  <a:srgbClr val="000000"/>
                </a:solidFill>
              </a:endParaRPr>
            </a:p>
            <a:p>
              <a:r>
                <a:rPr lang="en-GB" sz="900" dirty="0">
                  <a:solidFill>
                    <a:srgbClr val="000000"/>
                  </a:solidFill>
                </a:rPr>
                <a:t>.</a:t>
              </a:r>
              <a:endParaRPr lang="en-GB" sz="900" dirty="0">
                <a:solidFill>
                  <a:srgbClr val="000000"/>
                </a:solidFill>
              </a:endParaRPr>
            </a:p>
          </p:txBody>
        </p:sp>
        <p:sp>
          <p:nvSpPr>
            <p:cNvPr id="23" name="Rectangle 27"/>
            <p:cNvSpPr>
              <a:spLocks noChangeArrowheads="1"/>
            </p:cNvSpPr>
            <p:nvPr/>
          </p:nvSpPr>
          <p:spPr bwMode="blackWhite">
            <a:xfrm>
              <a:off x="4648199" y="1676400"/>
              <a:ext cx="1865313" cy="968969"/>
            </a:xfrm>
            <a:prstGeom prst="rect">
              <a:avLst/>
            </a:prstGeom>
            <a:noFill/>
            <a:ln w="9525" algn="ctr">
              <a:noFill/>
              <a:miter lim="800000"/>
            </a:ln>
            <a:effectLst/>
          </p:spPr>
          <p:txBody>
            <a:bodyPr wrap="square" lIns="63502" tIns="0" rIns="64802" bIns="0">
              <a:spAutoFit/>
            </a:bodyPr>
            <a:lstStyle/>
            <a:p>
              <a:r>
                <a:rPr lang="nl-NL" sz="900" dirty="0">
                  <a:solidFill>
                    <a:srgbClr val="000000"/>
                  </a:solidFill>
                </a:rPr>
                <a:t>Interne en externe rapportage zijn nog verder op elkaar afgestemd. Meer focus op strategische </a:t>
              </a:r>
              <a:r>
                <a:rPr lang="nl-NL" sz="900" dirty="0" err="1">
                  <a:solidFill>
                    <a:srgbClr val="000000"/>
                  </a:solidFill>
                </a:rPr>
                <a:t>value</a:t>
              </a:r>
              <a:r>
                <a:rPr lang="nl-NL" sz="900" dirty="0">
                  <a:solidFill>
                    <a:srgbClr val="000000"/>
                  </a:solidFill>
                </a:rPr>
                <a:t> </a:t>
              </a:r>
              <a:r>
                <a:rPr lang="nl-NL" sz="900" dirty="0" err="1">
                  <a:solidFill>
                    <a:srgbClr val="000000"/>
                  </a:solidFill>
                </a:rPr>
                <a:t>drivers</a:t>
              </a:r>
              <a:r>
                <a:rPr lang="nl-NL" sz="900" dirty="0">
                  <a:solidFill>
                    <a:srgbClr val="000000"/>
                  </a:solidFill>
                </a:rPr>
                <a:t> (prestatiemanagement) dan op </a:t>
              </a:r>
              <a:r>
                <a:rPr lang="nl-NL" sz="900" dirty="0" err="1">
                  <a:solidFill>
                    <a:srgbClr val="000000"/>
                  </a:solidFill>
                </a:rPr>
                <a:t>compliance</a:t>
              </a:r>
              <a:r>
                <a:rPr lang="nl-NL" sz="900" dirty="0">
                  <a:solidFill>
                    <a:srgbClr val="000000"/>
                  </a:solidFill>
                </a:rPr>
                <a:t> met (rapportage) standaarden.</a:t>
              </a:r>
              <a:r>
                <a:rPr lang="en-GB" sz="900" dirty="0">
                  <a:solidFill>
                    <a:srgbClr val="000000"/>
                  </a:solidFill>
                </a:rPr>
                <a:t>.</a:t>
              </a:r>
              <a:endParaRPr lang="en-GB" sz="900" dirty="0">
                <a:solidFill>
                  <a:srgbClr val="000000"/>
                </a:solidFill>
              </a:endParaRPr>
            </a:p>
          </p:txBody>
        </p:sp>
        <p:sp>
          <p:nvSpPr>
            <p:cNvPr id="24" name="Line 32"/>
            <p:cNvSpPr>
              <a:spLocks noChangeAspect="1" noChangeShapeType="1"/>
            </p:cNvSpPr>
            <p:nvPr/>
          </p:nvSpPr>
          <p:spPr bwMode="auto">
            <a:xfrm rot="10800000" flipH="1">
              <a:off x="6507163" y="1955800"/>
              <a:ext cx="0" cy="3832225"/>
            </a:xfrm>
            <a:prstGeom prst="line">
              <a:avLst/>
            </a:prstGeom>
            <a:noFill/>
            <a:ln w="19050">
              <a:solidFill>
                <a:schemeClr val="tx1"/>
              </a:solidFill>
              <a:prstDash val="dash"/>
              <a:round/>
            </a:ln>
            <a:effectLst/>
          </p:spPr>
          <p:txBody>
            <a:bodyPr wrap="none" anchor="ctr"/>
            <a:lstStyle/>
            <a:p>
              <a:endParaRPr lang="nl-NL"/>
            </a:p>
          </p:txBody>
        </p:sp>
        <p:sp>
          <p:nvSpPr>
            <p:cNvPr id="25" name="Line 34"/>
            <p:cNvSpPr>
              <a:spLocks noChangeAspect="1" noChangeShapeType="1"/>
            </p:cNvSpPr>
            <p:nvPr/>
          </p:nvSpPr>
          <p:spPr bwMode="auto">
            <a:xfrm rot="10800000" flipH="1">
              <a:off x="8423275" y="1955800"/>
              <a:ext cx="0" cy="3832225"/>
            </a:xfrm>
            <a:prstGeom prst="line">
              <a:avLst/>
            </a:prstGeom>
            <a:noFill/>
            <a:ln w="19050">
              <a:solidFill>
                <a:schemeClr val="tx1"/>
              </a:solidFill>
              <a:prstDash val="dash"/>
              <a:round/>
            </a:ln>
            <a:effectLst/>
          </p:spPr>
          <p:txBody>
            <a:bodyPr wrap="none" anchor="ctr"/>
            <a:lstStyle/>
            <a:p>
              <a:endParaRPr lang="nl-NL"/>
            </a:p>
          </p:txBody>
        </p:sp>
        <p:sp>
          <p:nvSpPr>
            <p:cNvPr id="26" name="Rectangle 35"/>
            <p:cNvSpPr>
              <a:spLocks noChangeArrowheads="1"/>
            </p:cNvSpPr>
            <p:nvPr/>
          </p:nvSpPr>
          <p:spPr bwMode="blackWhite">
            <a:xfrm>
              <a:off x="6534845" y="2695575"/>
              <a:ext cx="1700361" cy="625475"/>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a:solidFill>
                    <a:srgbClr val="0C306E"/>
                  </a:solidFill>
                </a:rPr>
                <a:t>Geïntegreerde rapportage als vanzelfsprekend onderdeel van de bedrijfsvoering</a:t>
              </a:r>
              <a:endParaRPr lang="nl-NL" sz="1000" dirty="0">
                <a:solidFill>
                  <a:srgbClr val="0C306E"/>
                </a:solidFill>
              </a:endParaRPr>
            </a:p>
          </p:txBody>
        </p:sp>
        <p:sp>
          <p:nvSpPr>
            <p:cNvPr id="27" name="Freeform 36"/>
            <p:cNvSpPr/>
            <p:nvPr/>
          </p:nvSpPr>
          <p:spPr bwMode="auto">
            <a:xfrm rot="19425804">
              <a:off x="6040438" y="3317875"/>
              <a:ext cx="771525" cy="266700"/>
            </a:xfrm>
            <a:custGeom>
              <a:avLst/>
              <a:gdLst/>
              <a:ahLst/>
              <a:cxnLst>
                <a:cxn ang="0">
                  <a:pos x="396" y="345"/>
                </a:cxn>
                <a:cxn ang="0">
                  <a:pos x="396" y="409"/>
                </a:cxn>
                <a:cxn ang="0">
                  <a:pos x="552" y="291"/>
                </a:cxn>
                <a:cxn ang="0">
                  <a:pos x="397" y="150"/>
                </a:cxn>
                <a:cxn ang="0">
                  <a:pos x="396" y="217"/>
                </a:cxn>
                <a:cxn ang="0">
                  <a:pos x="75" y="0"/>
                </a:cxn>
                <a:cxn ang="0">
                  <a:pos x="396" y="345"/>
                </a:cxn>
              </a:cxnLst>
              <a:rect l="0" t="0" r="r" b="b"/>
              <a:pathLst>
                <a:path w="552" h="409">
                  <a:moveTo>
                    <a:pt x="396" y="345"/>
                  </a:moveTo>
                  <a:cubicBezTo>
                    <a:pt x="396" y="377"/>
                    <a:pt x="396" y="409"/>
                    <a:pt x="396" y="409"/>
                  </a:cubicBezTo>
                  <a:cubicBezTo>
                    <a:pt x="396" y="409"/>
                    <a:pt x="474" y="350"/>
                    <a:pt x="552" y="291"/>
                  </a:cubicBezTo>
                  <a:cubicBezTo>
                    <a:pt x="552" y="291"/>
                    <a:pt x="474" y="220"/>
                    <a:pt x="397" y="150"/>
                  </a:cubicBezTo>
                  <a:cubicBezTo>
                    <a:pt x="397" y="150"/>
                    <a:pt x="396" y="183"/>
                    <a:pt x="396" y="217"/>
                  </a:cubicBezTo>
                  <a:cubicBezTo>
                    <a:pt x="89" y="194"/>
                    <a:pt x="75" y="0"/>
                    <a:pt x="75" y="0"/>
                  </a:cubicBezTo>
                  <a:cubicBezTo>
                    <a:pt x="75" y="0"/>
                    <a:pt x="0" y="297"/>
                    <a:pt x="396" y="345"/>
                  </a:cubicBezTo>
                  <a:close/>
                </a:path>
              </a:pathLst>
            </a:custGeom>
            <a:solidFill>
              <a:schemeClr val="accent2"/>
            </a:solidFill>
            <a:ln w="9525" cap="flat" cmpd="sng">
              <a:solidFill>
                <a:schemeClr val="tx2"/>
              </a:solidFill>
              <a:prstDash val="solid"/>
              <a:round/>
            </a:ln>
            <a:effectLst/>
          </p:spPr>
          <p:txBody>
            <a:bodyPr lIns="63502" tIns="0" rIns="0" bIns="0"/>
            <a:lstStyle/>
            <a:p>
              <a:endParaRPr lang="nl-NL"/>
            </a:p>
          </p:txBody>
        </p:sp>
        <p:sp>
          <p:nvSpPr>
            <p:cNvPr id="28" name="Line 37"/>
            <p:cNvSpPr>
              <a:spLocks noChangeShapeType="1"/>
            </p:cNvSpPr>
            <p:nvPr/>
          </p:nvSpPr>
          <p:spPr bwMode="blackWhite">
            <a:xfrm>
              <a:off x="4595813" y="5789613"/>
              <a:ext cx="1922462" cy="0"/>
            </a:xfrm>
            <a:prstGeom prst="line">
              <a:avLst/>
            </a:prstGeom>
            <a:noFill/>
            <a:ln w="9525">
              <a:solidFill>
                <a:schemeClr val="tx1"/>
              </a:solidFill>
              <a:round/>
              <a:headEnd type="triangle" w="med" len="med"/>
              <a:tailEnd type="triangle" w="med" len="med"/>
            </a:ln>
            <a:effectLst/>
          </p:spPr>
          <p:txBody>
            <a:bodyPr lIns="63502" tIns="0" rIns="64802" bIns="0"/>
            <a:lstStyle/>
            <a:p>
              <a:endParaRPr lang="nl-NL"/>
            </a:p>
          </p:txBody>
        </p:sp>
        <p:sp>
          <p:nvSpPr>
            <p:cNvPr id="29" name="Line 38"/>
            <p:cNvSpPr>
              <a:spLocks noChangeShapeType="1"/>
            </p:cNvSpPr>
            <p:nvPr/>
          </p:nvSpPr>
          <p:spPr bwMode="blackWhite">
            <a:xfrm>
              <a:off x="6518275" y="5789613"/>
              <a:ext cx="1922463" cy="0"/>
            </a:xfrm>
            <a:prstGeom prst="line">
              <a:avLst/>
            </a:prstGeom>
            <a:noFill/>
            <a:ln w="9525">
              <a:solidFill>
                <a:schemeClr val="tx1"/>
              </a:solidFill>
              <a:round/>
              <a:headEnd type="triangle" w="med" len="med"/>
              <a:tailEnd type="triangle" w="med" len="med"/>
            </a:ln>
            <a:effectLst/>
          </p:spPr>
          <p:txBody>
            <a:bodyPr lIns="63502" tIns="0" rIns="64802" bIns="0"/>
            <a:lstStyle/>
            <a:p>
              <a:endParaRPr lang="nl-NL"/>
            </a:p>
          </p:txBody>
        </p:sp>
        <p:sp>
          <p:nvSpPr>
            <p:cNvPr id="30" name="Line 39"/>
            <p:cNvSpPr>
              <a:spLocks noChangeShapeType="1"/>
            </p:cNvSpPr>
            <p:nvPr/>
          </p:nvSpPr>
          <p:spPr bwMode="blackWhite">
            <a:xfrm>
              <a:off x="762000" y="5788025"/>
              <a:ext cx="1922463" cy="0"/>
            </a:xfrm>
            <a:prstGeom prst="line">
              <a:avLst/>
            </a:prstGeom>
            <a:noFill/>
            <a:ln w="9525">
              <a:solidFill>
                <a:schemeClr val="tx1"/>
              </a:solidFill>
              <a:round/>
              <a:headEnd type="triangle" w="med" len="med"/>
              <a:tailEnd type="triangle" w="med" len="med"/>
            </a:ln>
            <a:effectLst/>
          </p:spPr>
          <p:txBody>
            <a:bodyPr lIns="63502" tIns="0" rIns="64802" bIns="0"/>
            <a:lstStyle/>
            <a:p>
              <a:endParaRPr lang="nl-NL"/>
            </a:p>
          </p:txBody>
        </p:sp>
        <p:sp>
          <p:nvSpPr>
            <p:cNvPr id="31" name="Rectangle 43"/>
            <p:cNvSpPr>
              <a:spLocks noChangeArrowheads="1"/>
            </p:cNvSpPr>
            <p:nvPr/>
          </p:nvSpPr>
          <p:spPr bwMode="blackWhite">
            <a:xfrm>
              <a:off x="4706938" y="5864647"/>
              <a:ext cx="1727200" cy="250825"/>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a:t>Focus op strategische  waardedrijvers</a:t>
              </a:r>
              <a:endParaRPr lang="nl-NL" sz="1000" dirty="0"/>
            </a:p>
          </p:txBody>
        </p:sp>
        <p:sp>
          <p:nvSpPr>
            <p:cNvPr id="32" name="Rectangle 44"/>
            <p:cNvSpPr>
              <a:spLocks noChangeArrowheads="1"/>
            </p:cNvSpPr>
            <p:nvPr/>
          </p:nvSpPr>
          <p:spPr bwMode="blackWhite">
            <a:xfrm>
              <a:off x="6499225" y="1676400"/>
              <a:ext cx="2035175" cy="553697"/>
            </a:xfrm>
            <a:prstGeom prst="rect">
              <a:avLst/>
            </a:prstGeom>
            <a:noFill/>
            <a:ln w="9525" algn="ctr">
              <a:noFill/>
              <a:miter lim="800000"/>
            </a:ln>
            <a:effectLst/>
          </p:spPr>
          <p:txBody>
            <a:bodyPr wrap="square" lIns="63502" tIns="0" rIns="64802" bIns="0">
              <a:spAutoFit/>
            </a:bodyPr>
            <a:lstStyle/>
            <a:p>
              <a:r>
                <a:rPr lang="nl-NL" sz="900" dirty="0"/>
                <a:t>Aansturing door de directie gebeurt op basis van reguliere informatie over financiële en niet-financiële waardedrijvers.</a:t>
              </a:r>
              <a:endParaRPr lang="nl-NL" sz="900" dirty="0">
                <a:solidFill>
                  <a:srgbClr val="000000"/>
                </a:solidFill>
              </a:endParaRPr>
            </a:p>
          </p:txBody>
        </p:sp>
        <p:sp>
          <p:nvSpPr>
            <p:cNvPr id="33" name="Rectangle 46"/>
            <p:cNvSpPr>
              <a:spLocks noChangeArrowheads="1"/>
            </p:cNvSpPr>
            <p:nvPr/>
          </p:nvSpPr>
          <p:spPr bwMode="blackWhite">
            <a:xfrm rot="16200000">
              <a:off x="-420713" y="3629819"/>
              <a:ext cx="1992313" cy="219075"/>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err="1">
                  <a:solidFill>
                    <a:schemeClr val="tx2"/>
                  </a:solidFill>
                </a:rPr>
                <a:t>Maturity</a:t>
              </a:r>
              <a:r>
                <a:rPr lang="nl-NL" sz="1000" dirty="0">
                  <a:solidFill>
                    <a:schemeClr val="tx2"/>
                  </a:solidFill>
                </a:rPr>
                <a:t>  </a:t>
              </a:r>
              <a:r>
                <a:rPr lang="nl-NL" sz="1000" dirty="0" err="1">
                  <a:solidFill>
                    <a:schemeClr val="tx2"/>
                  </a:solidFill>
                </a:rPr>
                <a:t>integrated</a:t>
              </a:r>
              <a:r>
                <a:rPr lang="nl-NL" sz="1000" dirty="0">
                  <a:solidFill>
                    <a:schemeClr val="tx2"/>
                  </a:solidFill>
                </a:rPr>
                <a:t> </a:t>
              </a:r>
              <a:r>
                <a:rPr lang="nl-NL" sz="1000" dirty="0" err="1">
                  <a:solidFill>
                    <a:schemeClr val="tx2"/>
                  </a:solidFill>
                </a:rPr>
                <a:t>reporting</a:t>
              </a:r>
              <a:endParaRPr lang="nl-NL" sz="1000" dirty="0">
                <a:solidFill>
                  <a:schemeClr val="tx2"/>
                </a:solidFill>
              </a:endParaRPr>
            </a:p>
          </p:txBody>
        </p:sp>
        <p:sp>
          <p:nvSpPr>
            <p:cNvPr id="34" name="Rectangle 25"/>
            <p:cNvSpPr>
              <a:spLocks noChangeArrowheads="1"/>
            </p:cNvSpPr>
            <p:nvPr/>
          </p:nvSpPr>
          <p:spPr bwMode="blackWhite">
            <a:xfrm>
              <a:off x="914400" y="5257800"/>
              <a:ext cx="1720850" cy="138424"/>
            </a:xfrm>
            <a:prstGeom prst="rect">
              <a:avLst/>
            </a:prstGeom>
            <a:noFill/>
            <a:ln w="9525" algn="ctr">
              <a:noFill/>
              <a:miter lim="800000"/>
            </a:ln>
            <a:effectLst/>
          </p:spPr>
          <p:txBody>
            <a:bodyPr lIns="63502" tIns="0" rIns="64802" bIns="0">
              <a:spAutoFit/>
            </a:bodyPr>
            <a:lstStyle/>
            <a:p>
              <a:pPr algn="ctr"/>
              <a:r>
                <a:rPr lang="nl-NL" sz="900" dirty="0">
                  <a:solidFill>
                    <a:srgbClr val="000000"/>
                  </a:solidFill>
                </a:rPr>
                <a:t>Traditionele rapportage</a:t>
              </a:r>
              <a:endParaRPr lang="nl-NL" sz="900" dirty="0">
                <a:solidFill>
                  <a:srgbClr val="000000"/>
                </a:solidFill>
              </a:endParaRPr>
            </a:p>
          </p:txBody>
        </p:sp>
        <p:sp>
          <p:nvSpPr>
            <p:cNvPr id="35" name="Rectangle 25"/>
            <p:cNvSpPr>
              <a:spLocks noChangeArrowheads="1"/>
            </p:cNvSpPr>
            <p:nvPr/>
          </p:nvSpPr>
          <p:spPr bwMode="blackWhite">
            <a:xfrm>
              <a:off x="2797175" y="5257800"/>
              <a:ext cx="1720850" cy="138424"/>
            </a:xfrm>
            <a:prstGeom prst="rect">
              <a:avLst/>
            </a:prstGeom>
            <a:noFill/>
            <a:ln w="9525" algn="ctr">
              <a:noFill/>
              <a:miter lim="800000"/>
            </a:ln>
            <a:effectLst/>
          </p:spPr>
          <p:txBody>
            <a:bodyPr lIns="63502" tIns="0" rIns="64802" bIns="0">
              <a:spAutoFit/>
            </a:bodyPr>
            <a:lstStyle/>
            <a:p>
              <a:pPr algn="ctr"/>
              <a:r>
                <a:rPr lang="nl-NL" sz="900" dirty="0">
                  <a:solidFill>
                    <a:srgbClr val="000000"/>
                  </a:solidFill>
                </a:rPr>
                <a:t>Inclusieve rapportage</a:t>
              </a:r>
              <a:endParaRPr lang="nl-NL" sz="900" dirty="0">
                <a:solidFill>
                  <a:srgbClr val="000000"/>
                </a:solidFill>
              </a:endParaRPr>
            </a:p>
          </p:txBody>
        </p:sp>
        <p:sp>
          <p:nvSpPr>
            <p:cNvPr id="36" name="Rectangle 25"/>
            <p:cNvSpPr>
              <a:spLocks noChangeArrowheads="1"/>
            </p:cNvSpPr>
            <p:nvPr/>
          </p:nvSpPr>
          <p:spPr bwMode="blackWhite">
            <a:xfrm>
              <a:off x="4670425" y="5257800"/>
              <a:ext cx="1720850" cy="138424"/>
            </a:xfrm>
            <a:prstGeom prst="rect">
              <a:avLst/>
            </a:prstGeom>
            <a:noFill/>
            <a:ln w="9525" algn="ctr">
              <a:noFill/>
              <a:miter lim="800000"/>
            </a:ln>
            <a:effectLst/>
          </p:spPr>
          <p:txBody>
            <a:bodyPr lIns="63502" tIns="0" rIns="64802" bIns="0">
              <a:spAutoFit/>
            </a:bodyPr>
            <a:lstStyle/>
            <a:p>
              <a:pPr algn="ctr"/>
              <a:r>
                <a:rPr lang="nl-NL" sz="900" dirty="0">
                  <a:solidFill>
                    <a:srgbClr val="000000"/>
                  </a:solidFill>
                </a:rPr>
                <a:t>Geïntegreerde rapportage</a:t>
              </a:r>
              <a:endParaRPr lang="nl-NL" sz="900" dirty="0">
                <a:solidFill>
                  <a:srgbClr val="000000"/>
                </a:solidFill>
              </a:endParaRPr>
            </a:p>
          </p:txBody>
        </p:sp>
        <p:sp>
          <p:nvSpPr>
            <p:cNvPr id="37" name="Rectangle 25"/>
            <p:cNvSpPr>
              <a:spLocks noChangeArrowheads="1"/>
            </p:cNvSpPr>
            <p:nvPr/>
          </p:nvSpPr>
          <p:spPr bwMode="blackWhite">
            <a:xfrm>
              <a:off x="6727825" y="5257800"/>
              <a:ext cx="1720850" cy="138424"/>
            </a:xfrm>
            <a:prstGeom prst="rect">
              <a:avLst/>
            </a:prstGeom>
            <a:noFill/>
            <a:ln w="9525" algn="ctr">
              <a:noFill/>
              <a:miter lim="800000"/>
            </a:ln>
            <a:effectLst/>
          </p:spPr>
          <p:txBody>
            <a:bodyPr lIns="63502" tIns="0" rIns="64802" bIns="0">
              <a:spAutoFit/>
            </a:bodyPr>
            <a:lstStyle/>
            <a:p>
              <a:pPr algn="ctr"/>
              <a:r>
                <a:rPr lang="nl-NL" sz="900" dirty="0">
                  <a:solidFill>
                    <a:srgbClr val="000000"/>
                  </a:solidFill>
                </a:rPr>
                <a:t>Geïntegreerd denken</a:t>
              </a:r>
              <a:endParaRPr lang="nl-NL" sz="900" dirty="0">
                <a:solidFill>
                  <a:srgbClr val="000000"/>
                </a:solidFill>
              </a:endParaRPr>
            </a:p>
          </p:txBody>
        </p:sp>
      </p:gr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4"/>
          </p:nvPr>
        </p:nvSpPr>
        <p:spPr>
          <a:xfrm>
            <a:off x="8610706" y="6399670"/>
            <a:ext cx="1527112" cy="152406"/>
          </a:xfrm>
        </p:spPr>
        <p:txBody>
          <a:bodyPr/>
          <a:lstStyle/>
          <a:p>
            <a:fld id="{9EBD5762-3BDC-484D-9503-7EA6D5A9A8CE}" type="slidenum">
              <a:rPr lang="en-AU" sz="905" smtClean="0"/>
            </a:fld>
            <a:endParaRPr lang="en-AU" sz="905" dirty="0"/>
          </a:p>
        </p:txBody>
      </p:sp>
      <p:sp>
        <p:nvSpPr>
          <p:cNvPr id="7" name="TextBox 58"/>
          <p:cNvSpPr txBox="1">
            <a:spLocks noChangeArrowheads="1"/>
          </p:cNvSpPr>
          <p:nvPr/>
        </p:nvSpPr>
        <p:spPr bwMode="auto">
          <a:xfrm>
            <a:off x="6947419" y="4259919"/>
            <a:ext cx="2303780" cy="506730"/>
          </a:xfrm>
          <a:prstGeom prst="rect">
            <a:avLst/>
          </a:prstGeom>
          <a:noFill/>
          <a:ln>
            <a:noFill/>
          </a:ln>
        </p:spPr>
        <p:txBody>
          <a:bodyPr wrap="none" anchor="ctr">
            <a:spAutoFit/>
          </a:bodyPr>
          <a:lstStyle>
            <a:defPPr>
              <a:defRPr lang="en-US"/>
            </a:defPPr>
            <a:lvl1pPr algn="r" eaLnBrk="1" hangingPunct="1">
              <a:lnSpc>
                <a:spcPct val="90000"/>
              </a:lnSpc>
              <a:defRPr sz="1050" b="0">
                <a:solidFill>
                  <a:srgbClr val="485368"/>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lgn="l">
              <a:defRPr/>
            </a:pPr>
            <a:r>
              <a:rPr lang="en-US" sz="1000" dirty="0">
                <a:solidFill>
                  <a:prstClr val="black"/>
                </a:solidFill>
                <a:latin typeface="腾讯体 W3" panose="020C04030202040F0204" pitchFamily="34" charset="-122"/>
              </a:rPr>
              <a:t>     Relationships &amp; collaboration</a:t>
            </a:r>
            <a:endParaRPr lang="en-US" sz="1000" dirty="0">
              <a:solidFill>
                <a:prstClr val="black"/>
              </a:solidFill>
              <a:latin typeface="腾讯体 W3" panose="020C04030202040F0204" pitchFamily="34" charset="-122"/>
            </a:endParaRPr>
          </a:p>
          <a:p>
            <a:pPr algn="l">
              <a:defRPr/>
            </a:pPr>
            <a:r>
              <a:rPr lang="en-US" sz="1000" dirty="0">
                <a:solidFill>
                  <a:prstClr val="black"/>
                </a:solidFill>
                <a:latin typeface="腾讯体 W3" panose="020C04030202040F0204" pitchFamily="34" charset="-122"/>
              </a:rPr>
              <a:t>   Teams &amp; other working units</a:t>
            </a:r>
            <a:endParaRPr lang="en-US" sz="1000" dirty="0">
              <a:solidFill>
                <a:prstClr val="black"/>
              </a:solidFill>
              <a:latin typeface="腾讯体 W3" panose="020C04030202040F0204" pitchFamily="34" charset="-122"/>
            </a:endParaRPr>
          </a:p>
          <a:p>
            <a:pPr algn="l">
              <a:defRPr/>
            </a:pPr>
            <a:r>
              <a:rPr lang="en-US" sz="1000" dirty="0" err="1">
                <a:solidFill>
                  <a:prstClr val="black"/>
                </a:solidFill>
                <a:latin typeface="腾讯体 W3" panose="020C04030202040F0204" pitchFamily="34" charset="-122"/>
              </a:rPr>
              <a:t>Organisational</a:t>
            </a:r>
            <a:r>
              <a:rPr lang="en-US" sz="1000" dirty="0">
                <a:solidFill>
                  <a:prstClr val="black"/>
                </a:solidFill>
                <a:latin typeface="腾讯体 W3" panose="020C04030202040F0204" pitchFamily="34" charset="-122"/>
              </a:rPr>
              <a:t> influence</a:t>
            </a:r>
            <a:endParaRPr lang="en-US" sz="1000" dirty="0">
              <a:solidFill>
                <a:prstClr val="black"/>
              </a:solidFill>
              <a:latin typeface="腾讯体 W3" panose="020C04030202040F0204" pitchFamily="34" charset="-122"/>
            </a:endParaRPr>
          </a:p>
        </p:txBody>
      </p:sp>
      <p:sp>
        <p:nvSpPr>
          <p:cNvPr id="8" name="TextBox 54"/>
          <p:cNvSpPr txBox="1">
            <a:spLocks noChangeArrowheads="1"/>
          </p:cNvSpPr>
          <p:nvPr/>
        </p:nvSpPr>
        <p:spPr bwMode="auto">
          <a:xfrm>
            <a:off x="3376948" y="4264387"/>
            <a:ext cx="1788795" cy="506730"/>
          </a:xfrm>
          <a:prstGeom prst="rect">
            <a:avLst/>
          </a:prstGeom>
          <a:noFill/>
          <a:ln>
            <a:noFill/>
          </a:ln>
        </p:spPr>
        <p:txBody>
          <a:bodyPr wrap="none" anchor="ctr">
            <a:spAutoFit/>
          </a:bodyPr>
          <a:lstStyle>
            <a:defPPr>
              <a:defRPr lang="en-US"/>
            </a:defPPr>
            <a:lvl1pPr algn="r" eaLnBrk="1" hangingPunct="1">
              <a:lnSpc>
                <a:spcPct val="90000"/>
              </a:lnSpc>
              <a:defRPr sz="1050" b="0">
                <a:solidFill>
                  <a:srgbClr val="485368"/>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defRPr/>
            </a:pPr>
            <a:r>
              <a:rPr lang="en-US" sz="1000" dirty="0" err="1">
                <a:solidFill>
                  <a:prstClr val="black"/>
                </a:solidFill>
                <a:latin typeface="腾讯体 W3" panose="020C04030202040F0204" pitchFamily="34" charset="-122"/>
              </a:rPr>
              <a:t>Organisation</a:t>
            </a:r>
            <a:r>
              <a:rPr lang="en-US" sz="1000" dirty="0">
                <a:solidFill>
                  <a:prstClr val="black"/>
                </a:solidFill>
                <a:latin typeface="腾讯体 W3" panose="020C04030202040F0204" pitchFamily="34" charset="-122"/>
              </a:rPr>
              <a:t> design     </a:t>
            </a:r>
            <a:endParaRPr lang="en-US" sz="1000" dirty="0">
              <a:solidFill>
                <a:prstClr val="black"/>
              </a:solidFill>
              <a:latin typeface="腾讯体 W3" panose="020C04030202040F0204" pitchFamily="34" charset="-122"/>
            </a:endParaRPr>
          </a:p>
          <a:p>
            <a:pPr>
              <a:defRPr/>
            </a:pPr>
            <a:r>
              <a:rPr lang="en-US" sz="1000" dirty="0">
                <a:solidFill>
                  <a:prstClr val="black"/>
                </a:solidFill>
                <a:latin typeface="腾讯体 W3" panose="020C04030202040F0204" pitchFamily="34" charset="-122"/>
              </a:rPr>
              <a:t>Roles &amp; responsibilities   </a:t>
            </a:r>
            <a:endParaRPr lang="en-US" sz="1000" dirty="0">
              <a:solidFill>
                <a:prstClr val="black"/>
              </a:solidFill>
              <a:latin typeface="腾讯体 W3" panose="020C04030202040F0204" pitchFamily="34" charset="-122"/>
            </a:endParaRPr>
          </a:p>
          <a:p>
            <a:pPr>
              <a:defRPr/>
            </a:pPr>
            <a:r>
              <a:rPr lang="en-US" sz="1000" dirty="0">
                <a:solidFill>
                  <a:prstClr val="black"/>
                </a:solidFill>
                <a:latin typeface="腾讯体 W3" panose="020C04030202040F0204" pitchFamily="34" charset="-122"/>
              </a:rPr>
              <a:t>Business processes</a:t>
            </a:r>
            <a:endParaRPr lang="en-US" sz="1000" dirty="0">
              <a:solidFill>
                <a:prstClr val="black"/>
              </a:solidFill>
              <a:latin typeface="腾讯体 W3" panose="020C04030202040F0204" pitchFamily="34" charset="-122"/>
            </a:endParaRPr>
          </a:p>
        </p:txBody>
      </p:sp>
      <p:sp>
        <p:nvSpPr>
          <p:cNvPr id="9" name="TextBox 56"/>
          <p:cNvSpPr txBox="1">
            <a:spLocks noChangeArrowheads="1"/>
          </p:cNvSpPr>
          <p:nvPr/>
        </p:nvSpPr>
        <p:spPr bwMode="auto">
          <a:xfrm>
            <a:off x="7123545" y="3259962"/>
            <a:ext cx="2179320" cy="506730"/>
          </a:xfrm>
          <a:prstGeom prst="rect">
            <a:avLst/>
          </a:prstGeom>
          <a:noFill/>
          <a:ln>
            <a:noFill/>
          </a:ln>
        </p:spPr>
        <p:txBody>
          <a:bodyPr wrap="none" anchor="ctr">
            <a:spAutoFit/>
          </a:bodyPr>
          <a:lstStyle>
            <a:defPPr>
              <a:defRPr lang="en-US"/>
            </a:defPPr>
            <a:lvl1pPr algn="r" eaLnBrk="1" hangingPunct="1">
              <a:lnSpc>
                <a:spcPct val="90000"/>
              </a:lnSpc>
              <a:defRPr sz="1050" b="0">
                <a:solidFill>
                  <a:srgbClr val="485368"/>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lgn="l">
              <a:defRPr/>
            </a:pPr>
            <a:r>
              <a:rPr lang="en-US" sz="1000" dirty="0">
                <a:solidFill>
                  <a:prstClr val="black"/>
                </a:solidFill>
                <a:latin typeface="腾讯体 W3" panose="020C04030202040F0204" pitchFamily="34" charset="-122"/>
              </a:rPr>
              <a:t>Shared vision &amp; objectives</a:t>
            </a:r>
            <a:endParaRPr lang="en-US" sz="1000" dirty="0">
              <a:solidFill>
                <a:prstClr val="black"/>
              </a:solidFill>
              <a:latin typeface="腾讯体 W3" panose="020C04030202040F0204" pitchFamily="34" charset="-122"/>
            </a:endParaRPr>
          </a:p>
          <a:p>
            <a:pPr algn="l">
              <a:defRPr/>
            </a:pPr>
            <a:r>
              <a:rPr lang="en-US" sz="1000" dirty="0">
                <a:solidFill>
                  <a:prstClr val="black"/>
                </a:solidFill>
                <a:latin typeface="腾讯体 W3" panose="020C04030202040F0204" pitchFamily="34" charset="-122"/>
              </a:rPr>
              <a:t>  Individual goals &amp; aspirations</a:t>
            </a:r>
            <a:endParaRPr lang="en-US" sz="1000" dirty="0">
              <a:solidFill>
                <a:prstClr val="black"/>
              </a:solidFill>
              <a:latin typeface="腾讯体 W3" panose="020C04030202040F0204" pitchFamily="34" charset="-122"/>
            </a:endParaRPr>
          </a:p>
          <a:p>
            <a:pPr algn="l">
              <a:defRPr/>
            </a:pPr>
            <a:r>
              <a:rPr lang="en-US" sz="1000" dirty="0">
                <a:solidFill>
                  <a:prstClr val="black"/>
                </a:solidFill>
                <a:latin typeface="腾讯体 W3" panose="020C04030202040F0204" pitchFamily="34" charset="-122"/>
              </a:rPr>
              <a:t>   Sources of pride</a:t>
            </a:r>
            <a:endParaRPr lang="en-US" sz="1000" dirty="0">
              <a:solidFill>
                <a:prstClr val="black"/>
              </a:solidFill>
              <a:latin typeface="腾讯体 W3" panose="020C04030202040F0204" pitchFamily="34" charset="-122"/>
            </a:endParaRPr>
          </a:p>
        </p:txBody>
      </p:sp>
      <p:sp>
        <p:nvSpPr>
          <p:cNvPr id="10" name="AutoShape 8"/>
          <p:cNvSpPr>
            <a:spLocks noChangeArrowheads="1"/>
          </p:cNvSpPr>
          <p:nvPr/>
        </p:nvSpPr>
        <p:spPr bwMode="gray">
          <a:xfrm>
            <a:off x="2904827" y="2167826"/>
            <a:ext cx="1147368" cy="369569"/>
          </a:xfrm>
          <a:prstGeom prst="wedgeRectCallout">
            <a:avLst>
              <a:gd name="adj1" fmla="val 55449"/>
              <a:gd name="adj2" fmla="val 100000"/>
            </a:avLst>
          </a:prstGeom>
          <a:solidFill>
            <a:srgbClr val="1450B8"/>
          </a:solidFill>
          <a:ln w="19050" algn="ctr">
            <a:solidFill>
              <a:srgbClr val="1450B8"/>
            </a:solidFill>
            <a:miter lim="800000"/>
          </a:ln>
          <a:effectLst/>
        </p:spPr>
        <p:txBody>
          <a:bodyPr lIns="36577" tIns="46801" rIns="36577" bIns="46801">
            <a:spAutoFit/>
          </a:bodyPr>
          <a:lstStyle/>
          <a:p>
            <a:pPr eaLnBrk="0" hangingPunct="0">
              <a:lnSpc>
                <a:spcPct val="90000"/>
              </a:lnSpc>
            </a:pPr>
            <a:r>
              <a:rPr lang="en-US" sz="1000" b="1" dirty="0">
                <a:solidFill>
                  <a:schemeClr val="bg1"/>
                </a:solidFill>
              </a:rPr>
              <a:t>“How we make decisions”</a:t>
            </a:r>
            <a:endParaRPr lang="en-US" sz="1000" b="1" dirty="0">
              <a:solidFill>
                <a:schemeClr val="bg1"/>
              </a:solidFill>
            </a:endParaRPr>
          </a:p>
        </p:txBody>
      </p:sp>
      <p:sp>
        <p:nvSpPr>
          <p:cNvPr id="11" name="AutoShape 11"/>
          <p:cNvSpPr>
            <a:spLocks noChangeArrowheads="1"/>
          </p:cNvSpPr>
          <p:nvPr/>
        </p:nvSpPr>
        <p:spPr bwMode="gray">
          <a:xfrm flipH="1">
            <a:off x="8982314" y="4024122"/>
            <a:ext cx="1079626" cy="646430"/>
          </a:xfrm>
          <a:prstGeom prst="wedgeRectCallout">
            <a:avLst>
              <a:gd name="adj1" fmla="val 75991"/>
              <a:gd name="adj2" fmla="val -38631"/>
            </a:avLst>
          </a:prstGeom>
          <a:solidFill>
            <a:srgbClr val="1450B8"/>
          </a:solidFill>
          <a:ln w="19050" algn="ctr">
            <a:solidFill>
              <a:srgbClr val="1450B8"/>
            </a:solidFill>
            <a:miter lim="800000"/>
          </a:ln>
          <a:effectLst/>
        </p:spPr>
        <p:txBody>
          <a:bodyPr wrap="square" lIns="36577" tIns="46801" rIns="36577" bIns="46801">
            <a:spAutoFit/>
          </a:bodyPr>
          <a:lstStyle/>
          <a:p>
            <a:pPr eaLnBrk="0" hangingPunct="0">
              <a:lnSpc>
                <a:spcPct val="90000"/>
              </a:lnSpc>
            </a:pPr>
            <a:r>
              <a:rPr lang="en-US" sz="1000" b="1" dirty="0">
                <a:solidFill>
                  <a:schemeClr val="bg1"/>
                </a:solidFill>
              </a:rPr>
              <a:t>“How our people view the world and their work”</a:t>
            </a:r>
            <a:endParaRPr lang="en-US" sz="1000" b="1" dirty="0">
              <a:solidFill>
                <a:schemeClr val="bg1"/>
              </a:solidFill>
            </a:endParaRPr>
          </a:p>
        </p:txBody>
      </p:sp>
      <p:sp>
        <p:nvSpPr>
          <p:cNvPr id="12" name="AutoShape 7"/>
          <p:cNvSpPr>
            <a:spLocks noChangeArrowheads="1"/>
          </p:cNvSpPr>
          <p:nvPr/>
        </p:nvSpPr>
        <p:spPr bwMode="gray">
          <a:xfrm>
            <a:off x="2117557" y="5008478"/>
            <a:ext cx="1345191" cy="508000"/>
          </a:xfrm>
          <a:prstGeom prst="wedgeRectCallout">
            <a:avLst>
              <a:gd name="adj1" fmla="val 73907"/>
              <a:gd name="adj2" fmla="val -113875"/>
            </a:avLst>
          </a:prstGeom>
          <a:solidFill>
            <a:srgbClr val="00A3F5"/>
          </a:solidFill>
          <a:ln w="19050" algn="ctr">
            <a:solidFill>
              <a:srgbClr val="00A3F5"/>
            </a:solidFill>
            <a:miter lim="800000"/>
          </a:ln>
          <a:effectLst/>
        </p:spPr>
        <p:txBody>
          <a:bodyPr lIns="36577" tIns="46801" rIns="36577" bIns="46801">
            <a:spAutoFit/>
          </a:bodyPr>
          <a:lstStyle/>
          <a:p>
            <a:pPr eaLnBrk="0" hangingPunct="0">
              <a:lnSpc>
                <a:spcPct val="90000"/>
              </a:lnSpc>
            </a:pPr>
            <a:r>
              <a:rPr lang="en-US" sz="1000" b="1" dirty="0">
                <a:solidFill>
                  <a:schemeClr val="bg1"/>
                </a:solidFill>
              </a:rPr>
              <a:t>“How we allocate work and responsibilities”</a:t>
            </a:r>
            <a:endParaRPr lang="en-US" sz="1000" b="1" dirty="0">
              <a:solidFill>
                <a:schemeClr val="bg1"/>
              </a:solidFill>
            </a:endParaRPr>
          </a:p>
        </p:txBody>
      </p:sp>
      <p:sp>
        <p:nvSpPr>
          <p:cNvPr id="13" name="AutoShape 7"/>
          <p:cNvSpPr>
            <a:spLocks noChangeArrowheads="1"/>
          </p:cNvSpPr>
          <p:nvPr/>
        </p:nvSpPr>
        <p:spPr bwMode="gray">
          <a:xfrm flipH="1">
            <a:off x="8711123" y="4947217"/>
            <a:ext cx="1350818" cy="508000"/>
          </a:xfrm>
          <a:prstGeom prst="wedgeRectCallout">
            <a:avLst>
              <a:gd name="adj1" fmla="val 59287"/>
              <a:gd name="adj2" fmla="val -103540"/>
            </a:avLst>
          </a:prstGeom>
          <a:solidFill>
            <a:srgbClr val="00A3F5"/>
          </a:solidFill>
          <a:ln w="19050" algn="ctr">
            <a:solidFill>
              <a:srgbClr val="00A3F5"/>
            </a:solidFill>
            <a:miter lim="800000"/>
          </a:ln>
          <a:effectLst/>
        </p:spPr>
        <p:txBody>
          <a:bodyPr wrap="square" lIns="36577" tIns="46801" rIns="36577" bIns="46801">
            <a:spAutoFit/>
          </a:bodyPr>
          <a:lstStyle/>
          <a:p>
            <a:pPr eaLnBrk="0" hangingPunct="0">
              <a:lnSpc>
                <a:spcPct val="90000"/>
              </a:lnSpc>
            </a:pPr>
            <a:r>
              <a:rPr lang="en-US" sz="1000" b="1" dirty="0">
                <a:solidFill>
                  <a:schemeClr val="bg1"/>
                </a:solidFill>
              </a:rPr>
              <a:t>“How our people connect beyond the lines and boxes”</a:t>
            </a:r>
            <a:endParaRPr lang="en-US" sz="1000" b="1" dirty="0">
              <a:solidFill>
                <a:schemeClr val="bg1"/>
              </a:solidFill>
            </a:endParaRPr>
          </a:p>
        </p:txBody>
      </p:sp>
      <p:sp>
        <p:nvSpPr>
          <p:cNvPr id="14" name="AutoShape 11"/>
          <p:cNvSpPr>
            <a:spLocks noChangeArrowheads="1"/>
          </p:cNvSpPr>
          <p:nvPr/>
        </p:nvSpPr>
        <p:spPr bwMode="gray">
          <a:xfrm>
            <a:off x="2117558" y="3867491"/>
            <a:ext cx="1183010" cy="508000"/>
          </a:xfrm>
          <a:prstGeom prst="wedgeRectCallout">
            <a:avLst>
              <a:gd name="adj1" fmla="val 67715"/>
              <a:gd name="adj2" fmla="val -43469"/>
            </a:avLst>
          </a:prstGeom>
          <a:solidFill>
            <a:srgbClr val="1450B8"/>
          </a:solidFill>
          <a:ln w="19050" algn="ctr">
            <a:solidFill>
              <a:srgbClr val="1450B8"/>
            </a:solidFill>
            <a:miter lim="800000"/>
          </a:ln>
          <a:effectLst/>
        </p:spPr>
        <p:txBody>
          <a:bodyPr lIns="36577" tIns="46801" rIns="36577" bIns="46801">
            <a:spAutoFit/>
          </a:bodyPr>
          <a:lstStyle/>
          <a:p>
            <a:pPr eaLnBrk="0" hangingPunct="0">
              <a:lnSpc>
                <a:spcPct val="90000"/>
              </a:lnSpc>
            </a:pPr>
            <a:r>
              <a:rPr lang="en-US" sz="1000" b="1" dirty="0">
                <a:solidFill>
                  <a:schemeClr val="bg1"/>
                </a:solidFill>
              </a:rPr>
              <a:t>“How we process data and knowledge”</a:t>
            </a:r>
            <a:endParaRPr lang="en-US" sz="1000" b="1" dirty="0">
              <a:solidFill>
                <a:schemeClr val="bg1"/>
              </a:solidFill>
            </a:endParaRPr>
          </a:p>
        </p:txBody>
      </p:sp>
      <p:sp>
        <p:nvSpPr>
          <p:cNvPr id="15" name="AutoShape 12"/>
          <p:cNvSpPr>
            <a:spLocks noChangeArrowheads="1"/>
          </p:cNvSpPr>
          <p:nvPr/>
        </p:nvSpPr>
        <p:spPr bwMode="gray">
          <a:xfrm>
            <a:off x="2117558" y="3109386"/>
            <a:ext cx="1171618" cy="508000"/>
          </a:xfrm>
          <a:prstGeom prst="wedgeRectCallout">
            <a:avLst>
              <a:gd name="adj1" fmla="val 76969"/>
              <a:gd name="adj2" fmla="val 21999"/>
            </a:avLst>
          </a:prstGeom>
          <a:solidFill>
            <a:srgbClr val="2972F4"/>
          </a:solidFill>
          <a:ln w="19050" algn="ctr">
            <a:solidFill>
              <a:srgbClr val="2972F4"/>
            </a:solidFill>
            <a:miter lim="800000"/>
          </a:ln>
          <a:effectLst/>
        </p:spPr>
        <p:txBody>
          <a:bodyPr lIns="36577" tIns="46801" rIns="36577" bIns="46801">
            <a:spAutoFit/>
          </a:bodyPr>
          <a:lstStyle/>
          <a:p>
            <a:pPr eaLnBrk="0" hangingPunct="0">
              <a:lnSpc>
                <a:spcPct val="90000"/>
              </a:lnSpc>
            </a:pPr>
            <a:r>
              <a:rPr lang="en-US" sz="1000" b="1" dirty="0">
                <a:solidFill>
                  <a:schemeClr val="bg1"/>
                </a:solidFill>
              </a:rPr>
              <a:t>“How we encourage people to perform”</a:t>
            </a:r>
            <a:endParaRPr lang="en-US" sz="1000" b="1" dirty="0">
              <a:solidFill>
                <a:schemeClr val="bg1"/>
              </a:solidFill>
            </a:endParaRPr>
          </a:p>
        </p:txBody>
      </p:sp>
      <p:sp>
        <p:nvSpPr>
          <p:cNvPr id="16" name="AutoShape 8"/>
          <p:cNvSpPr>
            <a:spLocks noChangeArrowheads="1"/>
          </p:cNvSpPr>
          <p:nvPr/>
        </p:nvSpPr>
        <p:spPr bwMode="gray">
          <a:xfrm flipH="1">
            <a:off x="8934992" y="2181676"/>
            <a:ext cx="990387" cy="508000"/>
          </a:xfrm>
          <a:prstGeom prst="wedgeRectCallout">
            <a:avLst>
              <a:gd name="adj1" fmla="val 53585"/>
              <a:gd name="adj2" fmla="val 81789"/>
            </a:avLst>
          </a:prstGeom>
          <a:solidFill>
            <a:srgbClr val="1450B8"/>
          </a:solidFill>
          <a:ln w="19050" algn="ctr">
            <a:solidFill>
              <a:srgbClr val="1450B8"/>
            </a:solidFill>
            <a:miter lim="800000"/>
          </a:ln>
          <a:effectLst/>
        </p:spPr>
        <p:txBody>
          <a:bodyPr lIns="36577" tIns="46801" rIns="36577" bIns="46801">
            <a:spAutoFit/>
          </a:bodyPr>
          <a:lstStyle/>
          <a:p>
            <a:pPr eaLnBrk="0" hangingPunct="0">
              <a:lnSpc>
                <a:spcPct val="90000"/>
              </a:lnSpc>
            </a:pPr>
            <a:r>
              <a:rPr lang="en-US" sz="1000" b="1" dirty="0">
                <a:solidFill>
                  <a:schemeClr val="bg1"/>
                </a:solidFill>
              </a:rPr>
              <a:t>“How we do things around here”</a:t>
            </a:r>
            <a:endParaRPr lang="en-US" sz="1000" b="1" dirty="0">
              <a:solidFill>
                <a:schemeClr val="bg1"/>
              </a:solidFill>
            </a:endParaRPr>
          </a:p>
        </p:txBody>
      </p:sp>
      <p:sp>
        <p:nvSpPr>
          <p:cNvPr id="17" name="AutoShape 12"/>
          <p:cNvSpPr>
            <a:spLocks noChangeArrowheads="1"/>
          </p:cNvSpPr>
          <p:nvPr/>
        </p:nvSpPr>
        <p:spPr bwMode="gray">
          <a:xfrm flipH="1">
            <a:off x="9155521" y="3056490"/>
            <a:ext cx="868557" cy="646430"/>
          </a:xfrm>
          <a:prstGeom prst="wedgeRectCallout">
            <a:avLst>
              <a:gd name="adj1" fmla="val 84903"/>
              <a:gd name="adj2" fmla="val -3154"/>
            </a:avLst>
          </a:prstGeom>
          <a:solidFill>
            <a:srgbClr val="2972F4"/>
          </a:solidFill>
          <a:ln w="19050" algn="ctr">
            <a:solidFill>
              <a:srgbClr val="2972F4"/>
            </a:solidFill>
            <a:miter lim="800000"/>
          </a:ln>
          <a:effectLst/>
        </p:spPr>
        <p:txBody>
          <a:bodyPr wrap="square" lIns="36577" tIns="46801" rIns="36577" bIns="46801">
            <a:spAutoFit/>
          </a:bodyPr>
          <a:lstStyle/>
          <a:p>
            <a:pPr eaLnBrk="0" hangingPunct="0">
              <a:lnSpc>
                <a:spcPct val="90000"/>
              </a:lnSpc>
            </a:pPr>
            <a:r>
              <a:rPr lang="en-US" sz="1000" b="1" dirty="0">
                <a:solidFill>
                  <a:schemeClr val="bg1"/>
                </a:solidFill>
              </a:rPr>
              <a:t>“How we inspire people to contribute”</a:t>
            </a:r>
            <a:endParaRPr lang="en-US" sz="1000" b="1" dirty="0">
              <a:solidFill>
                <a:schemeClr val="bg1"/>
              </a:solidFill>
            </a:endParaRPr>
          </a:p>
        </p:txBody>
      </p:sp>
      <p:cxnSp>
        <p:nvCxnSpPr>
          <p:cNvPr id="18" name="Straight Connector 46"/>
          <p:cNvCxnSpPr>
            <a:cxnSpLocks noChangeShapeType="1"/>
          </p:cNvCxnSpPr>
          <p:nvPr/>
        </p:nvCxnSpPr>
        <p:spPr bwMode="auto">
          <a:xfrm>
            <a:off x="7108229" y="3296999"/>
            <a:ext cx="1462608" cy="0"/>
          </a:xfrm>
          <a:prstGeom prst="line">
            <a:avLst/>
          </a:prstGeom>
          <a:noFill/>
          <a:ln w="9525" algn="ctr">
            <a:solidFill>
              <a:srgbClr val="1450B8"/>
            </a:solidFill>
            <a:round/>
          </a:ln>
          <a:extLst>
            <a:ext uri="{909E8E84-426E-40DD-AFC4-6F175D3DCCD1}">
              <a14:hiddenFill xmlns:a14="http://schemas.microsoft.com/office/drawing/2010/main">
                <a:noFill/>
              </a14:hiddenFill>
            </a:ext>
          </a:extLst>
        </p:spPr>
      </p:cxnSp>
      <p:cxnSp>
        <p:nvCxnSpPr>
          <p:cNvPr id="19" name="Straight Connector 47"/>
          <p:cNvCxnSpPr>
            <a:cxnSpLocks noChangeShapeType="1"/>
          </p:cNvCxnSpPr>
          <p:nvPr/>
        </p:nvCxnSpPr>
        <p:spPr bwMode="auto">
          <a:xfrm>
            <a:off x="7196293" y="3741141"/>
            <a:ext cx="1443464" cy="0"/>
          </a:xfrm>
          <a:prstGeom prst="line">
            <a:avLst/>
          </a:prstGeom>
          <a:noFill/>
          <a:ln w="9525" algn="ctr">
            <a:solidFill>
              <a:srgbClr val="2972F4"/>
            </a:solidFill>
            <a:round/>
          </a:ln>
          <a:extLst>
            <a:ext uri="{909E8E84-426E-40DD-AFC4-6F175D3DCCD1}">
              <a14:hiddenFill xmlns:a14="http://schemas.microsoft.com/office/drawing/2010/main">
                <a:noFill/>
              </a14:hiddenFill>
            </a:ext>
          </a:extLst>
        </p:spPr>
      </p:cxnSp>
      <p:cxnSp>
        <p:nvCxnSpPr>
          <p:cNvPr id="20" name="Straight Connector 48"/>
          <p:cNvCxnSpPr>
            <a:cxnSpLocks noChangeShapeType="1"/>
          </p:cNvCxnSpPr>
          <p:nvPr/>
        </p:nvCxnSpPr>
        <p:spPr bwMode="auto">
          <a:xfrm>
            <a:off x="7089086" y="4287385"/>
            <a:ext cx="1481751" cy="0"/>
          </a:xfrm>
          <a:prstGeom prst="line">
            <a:avLst/>
          </a:prstGeom>
          <a:noFill/>
          <a:ln w="9525" algn="ctr">
            <a:solidFill>
              <a:srgbClr val="1450B8"/>
            </a:solidFill>
            <a:round/>
          </a:ln>
          <a:extLst>
            <a:ext uri="{909E8E84-426E-40DD-AFC4-6F175D3DCCD1}">
              <a14:hiddenFill xmlns:a14="http://schemas.microsoft.com/office/drawing/2010/main">
                <a:noFill/>
              </a14:hiddenFill>
            </a:ext>
          </a:extLst>
        </p:spPr>
      </p:cxnSp>
      <p:cxnSp>
        <p:nvCxnSpPr>
          <p:cNvPr id="21" name="Straight Connector 49"/>
          <p:cNvCxnSpPr>
            <a:cxnSpLocks noChangeShapeType="1"/>
          </p:cNvCxnSpPr>
          <p:nvPr/>
        </p:nvCxnSpPr>
        <p:spPr bwMode="auto">
          <a:xfrm>
            <a:off x="6770018" y="4754501"/>
            <a:ext cx="1573621" cy="0"/>
          </a:xfrm>
          <a:prstGeom prst="line">
            <a:avLst/>
          </a:prstGeom>
          <a:noFill/>
          <a:ln w="9525" algn="ctr">
            <a:solidFill>
              <a:srgbClr val="00A3F5"/>
            </a:solidFill>
            <a:round/>
          </a:ln>
          <a:extLst>
            <a:ext uri="{909E8E84-426E-40DD-AFC4-6F175D3DCCD1}">
              <a14:hiddenFill xmlns:a14="http://schemas.microsoft.com/office/drawing/2010/main">
                <a:noFill/>
              </a14:hiddenFill>
            </a:ext>
          </a:extLst>
        </p:spPr>
      </p:cxnSp>
      <p:cxnSp>
        <p:nvCxnSpPr>
          <p:cNvPr id="22" name="Straight Connector 29"/>
          <p:cNvCxnSpPr>
            <a:cxnSpLocks noChangeShapeType="1"/>
          </p:cNvCxnSpPr>
          <p:nvPr/>
        </p:nvCxnSpPr>
        <p:spPr bwMode="auto">
          <a:xfrm flipH="1">
            <a:off x="3614024" y="3296999"/>
            <a:ext cx="1477923" cy="0"/>
          </a:xfrm>
          <a:prstGeom prst="line">
            <a:avLst/>
          </a:prstGeom>
          <a:noFill/>
          <a:ln w="9525" algn="ctr">
            <a:solidFill>
              <a:srgbClr val="1450B8"/>
            </a:solidFill>
            <a:round/>
          </a:ln>
          <a:extLst>
            <a:ext uri="{909E8E84-426E-40DD-AFC4-6F175D3DCCD1}">
              <a14:hiddenFill xmlns:a14="http://schemas.microsoft.com/office/drawing/2010/main">
                <a:noFill/>
              </a14:hiddenFill>
            </a:ext>
          </a:extLst>
        </p:spPr>
      </p:cxnSp>
      <p:cxnSp>
        <p:nvCxnSpPr>
          <p:cNvPr id="23" name="Straight Connector 41"/>
          <p:cNvCxnSpPr>
            <a:cxnSpLocks noChangeShapeType="1"/>
          </p:cNvCxnSpPr>
          <p:nvPr/>
        </p:nvCxnSpPr>
        <p:spPr bwMode="auto">
          <a:xfrm flipH="1">
            <a:off x="3478511" y="3744969"/>
            <a:ext cx="1443465" cy="0"/>
          </a:xfrm>
          <a:prstGeom prst="line">
            <a:avLst/>
          </a:prstGeom>
          <a:noFill/>
          <a:ln w="9525" algn="ctr">
            <a:solidFill>
              <a:srgbClr val="2972F4"/>
            </a:solidFill>
            <a:round/>
          </a:ln>
          <a:extLst>
            <a:ext uri="{909E8E84-426E-40DD-AFC4-6F175D3DCCD1}">
              <a14:hiddenFill xmlns:a14="http://schemas.microsoft.com/office/drawing/2010/main">
                <a:noFill/>
              </a14:hiddenFill>
            </a:ext>
          </a:extLst>
        </p:spPr>
      </p:cxnSp>
      <p:cxnSp>
        <p:nvCxnSpPr>
          <p:cNvPr id="24" name="Straight Connector 42"/>
          <p:cNvCxnSpPr>
            <a:cxnSpLocks noChangeShapeType="1"/>
          </p:cNvCxnSpPr>
          <p:nvPr/>
        </p:nvCxnSpPr>
        <p:spPr bwMode="auto">
          <a:xfrm flipH="1">
            <a:off x="3588384" y="4282279"/>
            <a:ext cx="1434531" cy="0"/>
          </a:xfrm>
          <a:prstGeom prst="line">
            <a:avLst/>
          </a:prstGeom>
          <a:noFill/>
          <a:ln w="9525" algn="ctr">
            <a:solidFill>
              <a:srgbClr val="1450B8"/>
            </a:solidFill>
            <a:round/>
          </a:ln>
          <a:extLst>
            <a:ext uri="{909E8E84-426E-40DD-AFC4-6F175D3DCCD1}">
              <a14:hiddenFill xmlns:a14="http://schemas.microsoft.com/office/drawing/2010/main">
                <a:noFill/>
              </a14:hiddenFill>
            </a:ext>
          </a:extLst>
        </p:spPr>
      </p:cxnSp>
      <p:cxnSp>
        <p:nvCxnSpPr>
          <p:cNvPr id="25" name="Straight Connector 43"/>
          <p:cNvCxnSpPr>
            <a:cxnSpLocks noChangeShapeType="1"/>
          </p:cNvCxnSpPr>
          <p:nvPr/>
        </p:nvCxnSpPr>
        <p:spPr bwMode="auto">
          <a:xfrm flipH="1">
            <a:off x="3844414" y="4754501"/>
            <a:ext cx="1471542" cy="0"/>
          </a:xfrm>
          <a:prstGeom prst="line">
            <a:avLst/>
          </a:prstGeom>
          <a:noFill/>
          <a:ln w="9525" algn="ctr">
            <a:solidFill>
              <a:srgbClr val="00A3F5"/>
            </a:solidFill>
            <a:round/>
          </a:ln>
          <a:extLst>
            <a:ext uri="{909E8E84-426E-40DD-AFC4-6F175D3DCCD1}">
              <a14:hiddenFill xmlns:a14="http://schemas.microsoft.com/office/drawing/2010/main">
                <a:noFill/>
              </a14:hiddenFill>
            </a:ext>
          </a:extLst>
        </p:spPr>
      </p:cxnSp>
      <p:sp>
        <p:nvSpPr>
          <p:cNvPr id="26" name="Freeform 12"/>
          <p:cNvSpPr/>
          <p:nvPr/>
        </p:nvSpPr>
        <p:spPr bwMode="auto">
          <a:xfrm>
            <a:off x="5228122" y="2986863"/>
            <a:ext cx="1745940" cy="239939"/>
          </a:xfrm>
          <a:custGeom>
            <a:avLst/>
            <a:gdLst>
              <a:gd name="T0" fmla="*/ 2147483647 w 1368"/>
              <a:gd name="T1" fmla="*/ 2147483647 h 188"/>
              <a:gd name="T2" fmla="*/ 0 w 1368"/>
              <a:gd name="T3" fmla="*/ 2147483647 h 188"/>
              <a:gd name="T4" fmla="*/ 2147483647 w 1368"/>
              <a:gd name="T5" fmla="*/ 0 h 188"/>
              <a:gd name="T6" fmla="*/ 2147483647 w 1368"/>
              <a:gd name="T7" fmla="*/ 0 h 188"/>
              <a:gd name="T8" fmla="*/ 2147483647 w 1368"/>
              <a:gd name="T9" fmla="*/ 2147483647 h 188"/>
              <a:gd name="T10" fmla="*/ 0 60000 65536"/>
              <a:gd name="T11" fmla="*/ 0 60000 65536"/>
              <a:gd name="T12" fmla="*/ 0 60000 65536"/>
              <a:gd name="T13" fmla="*/ 0 60000 65536"/>
              <a:gd name="T14" fmla="*/ 0 60000 65536"/>
              <a:gd name="T15" fmla="*/ 0 w 1368"/>
              <a:gd name="T16" fmla="*/ 0 h 188"/>
              <a:gd name="T17" fmla="*/ 1368 w 1368"/>
              <a:gd name="T18" fmla="*/ 188 h 188"/>
            </a:gdLst>
            <a:ahLst/>
            <a:cxnLst>
              <a:cxn ang="T10">
                <a:pos x="T0" y="T1"/>
              </a:cxn>
              <a:cxn ang="T11">
                <a:pos x="T2" y="T3"/>
              </a:cxn>
              <a:cxn ang="T12">
                <a:pos x="T4" y="T5"/>
              </a:cxn>
              <a:cxn ang="T13">
                <a:pos x="T6" y="T7"/>
              </a:cxn>
              <a:cxn ang="T14">
                <a:pos x="T8" y="T9"/>
              </a:cxn>
            </a:cxnLst>
            <a:rect l="T15" t="T16" r="T17" b="T18"/>
            <a:pathLst>
              <a:path w="1368" h="188">
                <a:moveTo>
                  <a:pt x="1368" y="188"/>
                </a:moveTo>
                <a:lnTo>
                  <a:pt x="0" y="188"/>
                </a:lnTo>
                <a:lnTo>
                  <a:pt x="99" y="0"/>
                </a:lnTo>
                <a:lnTo>
                  <a:pt x="1174" y="0"/>
                </a:lnTo>
                <a:lnTo>
                  <a:pt x="1368" y="188"/>
                </a:lnTo>
                <a:close/>
              </a:path>
            </a:pathLst>
          </a:custGeom>
          <a:solidFill>
            <a:srgbClr val="1450B8"/>
          </a:solidFill>
          <a:ln>
            <a:solidFill>
              <a:srgbClr val="1450B8"/>
            </a:solidFill>
          </a:ln>
        </p:spPr>
        <p:txBody>
          <a:bodyPr/>
          <a:lstStyle/>
          <a:p>
            <a:pPr algn="ctr" eaLnBrk="0" hangingPunct="0"/>
            <a:endParaRPr lang="en-US" sz="1100" dirty="0">
              <a:solidFill>
                <a:srgbClr val="000000"/>
              </a:solidFill>
            </a:endParaRPr>
          </a:p>
        </p:txBody>
      </p:sp>
      <p:sp>
        <p:nvSpPr>
          <p:cNvPr id="27" name="Freeform 13"/>
          <p:cNvSpPr/>
          <p:nvPr/>
        </p:nvSpPr>
        <p:spPr bwMode="auto">
          <a:xfrm>
            <a:off x="5057099" y="3428454"/>
            <a:ext cx="2126269" cy="238663"/>
          </a:xfrm>
          <a:custGeom>
            <a:avLst/>
            <a:gdLst>
              <a:gd name="T0" fmla="*/ 2147483647 w 1666"/>
              <a:gd name="T1" fmla="*/ 2147483647 h 187"/>
              <a:gd name="T2" fmla="*/ 0 w 1666"/>
              <a:gd name="T3" fmla="*/ 2147483647 h 187"/>
              <a:gd name="T4" fmla="*/ 2147483647 w 1666"/>
              <a:gd name="T5" fmla="*/ 0 h 187"/>
              <a:gd name="T6" fmla="*/ 2147483647 w 1666"/>
              <a:gd name="T7" fmla="*/ 0 h 187"/>
              <a:gd name="T8" fmla="*/ 2147483647 w 1666"/>
              <a:gd name="T9" fmla="*/ 2147483647 h 187"/>
              <a:gd name="T10" fmla="*/ 0 60000 65536"/>
              <a:gd name="T11" fmla="*/ 0 60000 65536"/>
              <a:gd name="T12" fmla="*/ 0 60000 65536"/>
              <a:gd name="T13" fmla="*/ 0 60000 65536"/>
              <a:gd name="T14" fmla="*/ 0 60000 65536"/>
              <a:gd name="T15" fmla="*/ 0 w 1666"/>
              <a:gd name="T16" fmla="*/ 0 h 187"/>
              <a:gd name="T17" fmla="*/ 1666 w 1666"/>
              <a:gd name="T18" fmla="*/ 187 h 187"/>
            </a:gdLst>
            <a:ahLst/>
            <a:cxnLst>
              <a:cxn ang="T10">
                <a:pos x="T0" y="T1"/>
              </a:cxn>
              <a:cxn ang="T11">
                <a:pos x="T2" y="T3"/>
              </a:cxn>
              <a:cxn ang="T12">
                <a:pos x="T4" y="T5"/>
              </a:cxn>
              <a:cxn ang="T13">
                <a:pos x="T6" y="T7"/>
              </a:cxn>
              <a:cxn ang="T14">
                <a:pos x="T8" y="T9"/>
              </a:cxn>
            </a:cxnLst>
            <a:rect l="T15" t="T16" r="T17" b="T18"/>
            <a:pathLst>
              <a:path w="1666" h="187">
                <a:moveTo>
                  <a:pt x="1666" y="187"/>
                </a:moveTo>
                <a:lnTo>
                  <a:pt x="0" y="187"/>
                </a:lnTo>
                <a:lnTo>
                  <a:pt x="102" y="0"/>
                </a:lnTo>
                <a:lnTo>
                  <a:pt x="1666" y="0"/>
                </a:lnTo>
                <a:lnTo>
                  <a:pt x="1666" y="187"/>
                </a:lnTo>
                <a:close/>
              </a:path>
            </a:pathLst>
          </a:custGeom>
          <a:solidFill>
            <a:srgbClr val="2972F4"/>
          </a:solidFill>
          <a:ln>
            <a:solidFill>
              <a:srgbClr val="2972F4"/>
            </a:solidFill>
          </a:ln>
        </p:spPr>
        <p:txBody>
          <a:bodyPr/>
          <a:lstStyle/>
          <a:p>
            <a:endParaRPr lang="en-US" dirty="0">
              <a:solidFill>
                <a:prstClr val="black"/>
              </a:solidFill>
            </a:endParaRPr>
          </a:p>
        </p:txBody>
      </p:sp>
      <p:sp>
        <p:nvSpPr>
          <p:cNvPr id="28" name="Freeform 14"/>
          <p:cNvSpPr/>
          <p:nvPr/>
        </p:nvSpPr>
        <p:spPr bwMode="auto">
          <a:xfrm>
            <a:off x="5023917" y="3867491"/>
            <a:ext cx="2154347" cy="239939"/>
          </a:xfrm>
          <a:custGeom>
            <a:avLst/>
            <a:gdLst>
              <a:gd name="T0" fmla="*/ 2147483647 w 1688"/>
              <a:gd name="T1" fmla="*/ 2147483647 h 188"/>
              <a:gd name="T2" fmla="*/ 2147483647 w 1688"/>
              <a:gd name="T3" fmla="*/ 2147483647 h 188"/>
              <a:gd name="T4" fmla="*/ 0 w 1688"/>
              <a:gd name="T5" fmla="*/ 0 h 188"/>
              <a:gd name="T6" fmla="*/ 2147483647 w 1688"/>
              <a:gd name="T7" fmla="*/ 0 h 188"/>
              <a:gd name="T8" fmla="*/ 2147483647 w 1688"/>
              <a:gd name="T9" fmla="*/ 2147483647 h 188"/>
              <a:gd name="T10" fmla="*/ 0 60000 65536"/>
              <a:gd name="T11" fmla="*/ 0 60000 65536"/>
              <a:gd name="T12" fmla="*/ 0 60000 65536"/>
              <a:gd name="T13" fmla="*/ 0 60000 65536"/>
              <a:gd name="T14" fmla="*/ 0 60000 65536"/>
              <a:gd name="T15" fmla="*/ 0 w 1688"/>
              <a:gd name="T16" fmla="*/ 0 h 188"/>
              <a:gd name="T17" fmla="*/ 1688 w 1688"/>
              <a:gd name="T18" fmla="*/ 188 h 188"/>
            </a:gdLst>
            <a:ahLst/>
            <a:cxnLst>
              <a:cxn ang="T10">
                <a:pos x="T0" y="T1"/>
              </a:cxn>
              <a:cxn ang="T11">
                <a:pos x="T2" y="T3"/>
              </a:cxn>
              <a:cxn ang="T12">
                <a:pos x="T4" y="T5"/>
              </a:cxn>
              <a:cxn ang="T13">
                <a:pos x="T6" y="T7"/>
              </a:cxn>
              <a:cxn ang="T14">
                <a:pos x="T8" y="T9"/>
              </a:cxn>
            </a:cxnLst>
            <a:rect l="T15" t="T16" r="T17" b="T18"/>
            <a:pathLst>
              <a:path w="1688" h="188">
                <a:moveTo>
                  <a:pt x="1688" y="188"/>
                </a:moveTo>
                <a:lnTo>
                  <a:pt x="54" y="188"/>
                </a:lnTo>
                <a:lnTo>
                  <a:pt x="0" y="0"/>
                </a:lnTo>
                <a:lnTo>
                  <a:pt x="1688" y="0"/>
                </a:lnTo>
                <a:lnTo>
                  <a:pt x="1688" y="188"/>
                </a:lnTo>
                <a:close/>
              </a:path>
            </a:pathLst>
          </a:custGeom>
          <a:solidFill>
            <a:srgbClr val="1450B8"/>
          </a:solidFill>
          <a:ln>
            <a:solidFill>
              <a:srgbClr val="1450B8"/>
            </a:solidFill>
          </a:ln>
        </p:spPr>
        <p:txBody>
          <a:bodyPr/>
          <a:lstStyle/>
          <a:p>
            <a:pPr algn="ctr" eaLnBrk="0" hangingPunct="0"/>
            <a:endParaRPr lang="en-US" sz="1100" dirty="0">
              <a:solidFill>
                <a:srgbClr val="000000"/>
              </a:solidFill>
            </a:endParaRPr>
          </a:p>
        </p:txBody>
      </p:sp>
      <p:sp>
        <p:nvSpPr>
          <p:cNvPr id="29" name="Freeform 15"/>
          <p:cNvSpPr/>
          <p:nvPr/>
        </p:nvSpPr>
        <p:spPr bwMode="auto">
          <a:xfrm>
            <a:off x="5174517" y="4310358"/>
            <a:ext cx="1850595" cy="239939"/>
          </a:xfrm>
          <a:custGeom>
            <a:avLst/>
            <a:gdLst>
              <a:gd name="T0" fmla="*/ 2147483647 w 1450"/>
              <a:gd name="T1" fmla="*/ 2147483647 h 188"/>
              <a:gd name="T2" fmla="*/ 2147483647 w 1450"/>
              <a:gd name="T3" fmla="*/ 2147483647 h 188"/>
              <a:gd name="T4" fmla="*/ 0 w 1450"/>
              <a:gd name="T5" fmla="*/ 0 h 188"/>
              <a:gd name="T6" fmla="*/ 2147483647 w 1450"/>
              <a:gd name="T7" fmla="*/ 0 h 188"/>
              <a:gd name="T8" fmla="*/ 2147483647 w 1450"/>
              <a:gd name="T9" fmla="*/ 2147483647 h 188"/>
              <a:gd name="T10" fmla="*/ 0 60000 65536"/>
              <a:gd name="T11" fmla="*/ 0 60000 65536"/>
              <a:gd name="T12" fmla="*/ 0 60000 65536"/>
              <a:gd name="T13" fmla="*/ 0 60000 65536"/>
              <a:gd name="T14" fmla="*/ 0 60000 65536"/>
              <a:gd name="T15" fmla="*/ 0 w 1450"/>
              <a:gd name="T16" fmla="*/ 0 h 188"/>
              <a:gd name="T17" fmla="*/ 1450 w 1450"/>
              <a:gd name="T18" fmla="*/ 188 h 188"/>
            </a:gdLst>
            <a:ahLst/>
            <a:cxnLst>
              <a:cxn ang="T10">
                <a:pos x="T0" y="T1"/>
              </a:cxn>
              <a:cxn ang="T11">
                <a:pos x="T2" y="T3"/>
              </a:cxn>
              <a:cxn ang="T12">
                <a:pos x="T4" y="T5"/>
              </a:cxn>
              <a:cxn ang="T13">
                <a:pos x="T6" y="T7"/>
              </a:cxn>
              <a:cxn ang="T14">
                <a:pos x="T8" y="T9"/>
              </a:cxn>
            </a:cxnLst>
            <a:rect l="T15" t="T16" r="T17" b="T18"/>
            <a:pathLst>
              <a:path w="1450" h="188">
                <a:moveTo>
                  <a:pt x="1301" y="188"/>
                </a:moveTo>
                <a:lnTo>
                  <a:pt x="135" y="188"/>
                </a:lnTo>
                <a:lnTo>
                  <a:pt x="0" y="0"/>
                </a:lnTo>
                <a:lnTo>
                  <a:pt x="1450" y="0"/>
                </a:lnTo>
                <a:lnTo>
                  <a:pt x="1301" y="188"/>
                </a:lnTo>
                <a:close/>
              </a:path>
            </a:pathLst>
          </a:custGeom>
          <a:solidFill>
            <a:srgbClr val="00A3F5"/>
          </a:solidFill>
          <a:ln>
            <a:solidFill>
              <a:srgbClr val="00A3F5"/>
            </a:solidFill>
          </a:ln>
        </p:spPr>
        <p:txBody>
          <a:bodyPr/>
          <a:lstStyle/>
          <a:p>
            <a:endParaRPr lang="en-US" dirty="0">
              <a:solidFill>
                <a:prstClr val="black"/>
              </a:solidFill>
            </a:endParaRPr>
          </a:p>
        </p:txBody>
      </p:sp>
      <p:sp>
        <p:nvSpPr>
          <p:cNvPr id="30" name="Freeform 16"/>
          <p:cNvSpPr/>
          <p:nvPr/>
        </p:nvSpPr>
        <p:spPr bwMode="auto">
          <a:xfrm>
            <a:off x="4979248" y="1981162"/>
            <a:ext cx="1726795" cy="2110953"/>
          </a:xfrm>
          <a:custGeom>
            <a:avLst/>
            <a:gdLst>
              <a:gd name="T0" fmla="*/ 2147483647 w 1221"/>
              <a:gd name="T1" fmla="*/ 0 h 1492"/>
              <a:gd name="T2" fmla="*/ 2147483647 w 1221"/>
              <a:gd name="T3" fmla="*/ 0 h 1492"/>
              <a:gd name="T4" fmla="*/ 2147483647 w 1221"/>
              <a:gd name="T5" fmla="*/ 2147483647 h 1492"/>
              <a:gd name="T6" fmla="*/ 2147483647 w 1221"/>
              <a:gd name="T7" fmla="*/ 2147483647 h 1492"/>
              <a:gd name="T8" fmla="*/ 2147483647 w 1221"/>
              <a:gd name="T9" fmla="*/ 2147483647 h 1492"/>
              <a:gd name="T10" fmla="*/ 2147483647 w 1221"/>
              <a:gd name="T11" fmla="*/ 2147483647 h 1492"/>
              <a:gd name="T12" fmla="*/ 2147483647 w 1221"/>
              <a:gd name="T13" fmla="*/ 2147483647 h 1492"/>
              <a:gd name="T14" fmla="*/ 2147483647 w 1221"/>
              <a:gd name="T15" fmla="*/ 2147483647 h 1492"/>
              <a:gd name="T16" fmla="*/ 2147483647 w 1221"/>
              <a:gd name="T17" fmla="*/ 2147483647 h 1492"/>
              <a:gd name="T18" fmla="*/ 2147483647 w 1221"/>
              <a:gd name="T19" fmla="*/ 2147483647 h 1492"/>
              <a:gd name="T20" fmla="*/ 2147483647 w 1221"/>
              <a:gd name="T21" fmla="*/ 2147483647 h 1492"/>
              <a:gd name="T22" fmla="*/ 2147483647 w 1221"/>
              <a:gd name="T23" fmla="*/ 0 h 149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221"/>
              <a:gd name="T37" fmla="*/ 0 h 1492"/>
              <a:gd name="T38" fmla="*/ 1221 w 1221"/>
              <a:gd name="T39" fmla="*/ 1492 h 149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221" h="1492">
                <a:moveTo>
                  <a:pt x="1221" y="0"/>
                </a:moveTo>
                <a:cubicBezTo>
                  <a:pt x="1221" y="0"/>
                  <a:pt x="1020" y="0"/>
                  <a:pt x="1020" y="0"/>
                </a:cubicBezTo>
                <a:cubicBezTo>
                  <a:pt x="919" y="87"/>
                  <a:pt x="882" y="119"/>
                  <a:pt x="783" y="209"/>
                </a:cubicBezTo>
                <a:cubicBezTo>
                  <a:pt x="579" y="394"/>
                  <a:pt x="347" y="556"/>
                  <a:pt x="180" y="779"/>
                </a:cubicBezTo>
                <a:cubicBezTo>
                  <a:pt x="56" y="945"/>
                  <a:pt x="0" y="1136"/>
                  <a:pt x="21" y="1343"/>
                </a:cubicBezTo>
                <a:cubicBezTo>
                  <a:pt x="25" y="1393"/>
                  <a:pt x="32" y="1444"/>
                  <a:pt x="45" y="1492"/>
                </a:cubicBezTo>
                <a:cubicBezTo>
                  <a:pt x="47" y="1451"/>
                  <a:pt x="49" y="1426"/>
                  <a:pt x="52" y="1402"/>
                </a:cubicBezTo>
                <a:cubicBezTo>
                  <a:pt x="74" y="1216"/>
                  <a:pt x="141" y="1037"/>
                  <a:pt x="249" y="884"/>
                </a:cubicBezTo>
                <a:cubicBezTo>
                  <a:pt x="281" y="839"/>
                  <a:pt x="316" y="796"/>
                  <a:pt x="354" y="756"/>
                </a:cubicBezTo>
                <a:cubicBezTo>
                  <a:pt x="435" y="670"/>
                  <a:pt x="526" y="595"/>
                  <a:pt x="614" y="516"/>
                </a:cubicBezTo>
                <a:cubicBezTo>
                  <a:pt x="771" y="376"/>
                  <a:pt x="938" y="247"/>
                  <a:pt x="1098" y="109"/>
                </a:cubicBezTo>
                <a:cubicBezTo>
                  <a:pt x="1139" y="73"/>
                  <a:pt x="1179" y="34"/>
                  <a:pt x="1221" y="0"/>
                </a:cubicBezTo>
                <a:close/>
              </a:path>
            </a:pathLst>
          </a:custGeom>
          <a:solidFill>
            <a:srgbClr val="C5CAD3"/>
          </a:solidFill>
          <a:ln>
            <a:noFill/>
          </a:ln>
          <a:extLst>
            <a:ext uri="{91240B29-F687-4F45-9708-019B960494DF}">
              <a14:hiddenLine xmlns:a14="http://schemas.microsoft.com/office/drawing/2010/main" w="9525">
                <a:solidFill>
                  <a:srgbClr val="000000"/>
                </a:solidFill>
                <a:round/>
              </a14:hiddenLine>
            </a:ext>
          </a:extLst>
        </p:spPr>
        <p:txBody>
          <a:bodyPr/>
          <a:lstStyle/>
          <a:p>
            <a:endParaRPr lang="en-US" dirty="0">
              <a:solidFill>
                <a:prstClr val="black"/>
              </a:solidFill>
            </a:endParaRPr>
          </a:p>
        </p:txBody>
      </p:sp>
      <p:sp>
        <p:nvSpPr>
          <p:cNvPr id="31" name="Freeform 17"/>
          <p:cNvSpPr/>
          <p:nvPr/>
        </p:nvSpPr>
        <p:spPr bwMode="auto">
          <a:xfrm>
            <a:off x="4953722" y="3580331"/>
            <a:ext cx="1726795" cy="2112229"/>
          </a:xfrm>
          <a:custGeom>
            <a:avLst/>
            <a:gdLst>
              <a:gd name="T0" fmla="*/ 2147483647 w 1221"/>
              <a:gd name="T1" fmla="*/ 2147483647 h 1493"/>
              <a:gd name="T2" fmla="*/ 2147483647 w 1221"/>
              <a:gd name="T3" fmla="*/ 2147483647 h 1493"/>
              <a:gd name="T4" fmla="*/ 2147483647 w 1221"/>
              <a:gd name="T5" fmla="*/ 2147483647 h 1493"/>
              <a:gd name="T6" fmla="*/ 2147483647 w 1221"/>
              <a:gd name="T7" fmla="*/ 2147483647 h 1493"/>
              <a:gd name="T8" fmla="*/ 2147483647 w 1221"/>
              <a:gd name="T9" fmla="*/ 2147483647 h 1493"/>
              <a:gd name="T10" fmla="*/ 2147483647 w 1221"/>
              <a:gd name="T11" fmla="*/ 0 h 1493"/>
              <a:gd name="T12" fmla="*/ 2147483647 w 1221"/>
              <a:gd name="T13" fmla="*/ 2147483647 h 1493"/>
              <a:gd name="T14" fmla="*/ 2147483647 w 1221"/>
              <a:gd name="T15" fmla="*/ 2147483647 h 1493"/>
              <a:gd name="T16" fmla="*/ 2147483647 w 1221"/>
              <a:gd name="T17" fmla="*/ 2147483647 h 1493"/>
              <a:gd name="T18" fmla="*/ 2147483647 w 1221"/>
              <a:gd name="T19" fmla="*/ 2147483647 h 1493"/>
              <a:gd name="T20" fmla="*/ 2147483647 w 1221"/>
              <a:gd name="T21" fmla="*/ 2147483647 h 1493"/>
              <a:gd name="T22" fmla="*/ 2147483647 w 1221"/>
              <a:gd name="T23" fmla="*/ 2147483647 h 149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221"/>
              <a:gd name="T37" fmla="*/ 0 h 1493"/>
              <a:gd name="T38" fmla="*/ 1221 w 1221"/>
              <a:gd name="T39" fmla="*/ 1493 h 1493"/>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221" h="1493">
                <a:moveTo>
                  <a:pt x="1221" y="1493"/>
                </a:moveTo>
                <a:cubicBezTo>
                  <a:pt x="1221" y="1493"/>
                  <a:pt x="1020" y="1493"/>
                  <a:pt x="1020" y="1493"/>
                </a:cubicBezTo>
                <a:cubicBezTo>
                  <a:pt x="919" y="1406"/>
                  <a:pt x="882" y="1373"/>
                  <a:pt x="783" y="1283"/>
                </a:cubicBezTo>
                <a:cubicBezTo>
                  <a:pt x="579" y="1098"/>
                  <a:pt x="347" y="936"/>
                  <a:pt x="180" y="713"/>
                </a:cubicBezTo>
                <a:cubicBezTo>
                  <a:pt x="56" y="547"/>
                  <a:pt x="0" y="356"/>
                  <a:pt x="21" y="149"/>
                </a:cubicBezTo>
                <a:cubicBezTo>
                  <a:pt x="26" y="99"/>
                  <a:pt x="32" y="49"/>
                  <a:pt x="45" y="0"/>
                </a:cubicBezTo>
                <a:cubicBezTo>
                  <a:pt x="47" y="41"/>
                  <a:pt x="49" y="67"/>
                  <a:pt x="52" y="91"/>
                </a:cubicBezTo>
                <a:cubicBezTo>
                  <a:pt x="74" y="276"/>
                  <a:pt x="141" y="456"/>
                  <a:pt x="249" y="608"/>
                </a:cubicBezTo>
                <a:cubicBezTo>
                  <a:pt x="281" y="654"/>
                  <a:pt x="317" y="696"/>
                  <a:pt x="354" y="737"/>
                </a:cubicBezTo>
                <a:cubicBezTo>
                  <a:pt x="435" y="822"/>
                  <a:pt x="526" y="898"/>
                  <a:pt x="614" y="976"/>
                </a:cubicBezTo>
                <a:cubicBezTo>
                  <a:pt x="771" y="1116"/>
                  <a:pt x="938" y="1245"/>
                  <a:pt x="1098" y="1383"/>
                </a:cubicBezTo>
                <a:cubicBezTo>
                  <a:pt x="1139" y="1419"/>
                  <a:pt x="1179" y="1458"/>
                  <a:pt x="1221" y="1493"/>
                </a:cubicBezTo>
                <a:close/>
              </a:path>
            </a:pathLst>
          </a:custGeom>
          <a:solidFill>
            <a:srgbClr val="C5CAD3"/>
          </a:solidFill>
          <a:ln>
            <a:noFill/>
          </a:ln>
          <a:extLst>
            <a:ext uri="{91240B29-F687-4F45-9708-019B960494DF}">
              <a14:hiddenLine xmlns:a14="http://schemas.microsoft.com/office/drawing/2010/main" w="9525">
                <a:solidFill>
                  <a:srgbClr val="000000"/>
                </a:solidFill>
                <a:round/>
              </a14:hiddenLine>
            </a:ext>
          </a:extLst>
        </p:spPr>
        <p:txBody>
          <a:bodyPr/>
          <a:lstStyle/>
          <a:p>
            <a:endParaRPr lang="en-US" dirty="0">
              <a:solidFill>
                <a:prstClr val="black"/>
              </a:solidFill>
            </a:endParaRPr>
          </a:p>
        </p:txBody>
      </p:sp>
      <p:sp>
        <p:nvSpPr>
          <p:cNvPr id="32" name="Rectangle 18"/>
          <p:cNvSpPr>
            <a:spLocks noChangeArrowheads="1"/>
          </p:cNvSpPr>
          <p:nvPr/>
        </p:nvSpPr>
        <p:spPr bwMode="auto">
          <a:xfrm>
            <a:off x="5336880" y="3474787"/>
            <a:ext cx="711835"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MOTIVATORS</a:t>
            </a:r>
            <a:endParaRPr lang="en-US" sz="900" b="1" dirty="0">
              <a:solidFill>
                <a:prstClr val="black"/>
              </a:solidFill>
            </a:endParaRPr>
          </a:p>
        </p:txBody>
      </p:sp>
      <p:sp>
        <p:nvSpPr>
          <p:cNvPr id="33" name="Rectangle 22"/>
          <p:cNvSpPr>
            <a:spLocks noChangeArrowheads="1"/>
          </p:cNvSpPr>
          <p:nvPr/>
        </p:nvSpPr>
        <p:spPr bwMode="auto">
          <a:xfrm>
            <a:off x="6204020" y="3474787"/>
            <a:ext cx="831850"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COMMITMENTS</a:t>
            </a:r>
            <a:endParaRPr lang="en-US" sz="900" b="1" dirty="0">
              <a:solidFill>
                <a:prstClr val="black"/>
              </a:solidFill>
            </a:endParaRPr>
          </a:p>
        </p:txBody>
      </p:sp>
      <p:sp>
        <p:nvSpPr>
          <p:cNvPr id="34" name="Freeform 23"/>
          <p:cNvSpPr/>
          <p:nvPr/>
        </p:nvSpPr>
        <p:spPr bwMode="auto">
          <a:xfrm>
            <a:off x="6122787" y="3386337"/>
            <a:ext cx="43393" cy="322896"/>
          </a:xfrm>
          <a:custGeom>
            <a:avLst/>
            <a:gdLst>
              <a:gd name="T0" fmla="*/ 0 w 31"/>
              <a:gd name="T1" fmla="*/ 0 h 229"/>
              <a:gd name="T2" fmla="*/ 0 w 31"/>
              <a:gd name="T3" fmla="*/ 2147483647 h 229"/>
              <a:gd name="T4" fmla="*/ 2147483647 w 31"/>
              <a:gd name="T5" fmla="*/ 2147483647 h 229"/>
              <a:gd name="T6" fmla="*/ 0 w 31"/>
              <a:gd name="T7" fmla="*/ 2147483647 h 229"/>
              <a:gd name="T8" fmla="*/ 0 w 31"/>
              <a:gd name="T9" fmla="*/ 2147483647 h 229"/>
              <a:gd name="T10" fmla="*/ 0 60000 65536"/>
              <a:gd name="T11" fmla="*/ 0 60000 65536"/>
              <a:gd name="T12" fmla="*/ 0 60000 65536"/>
              <a:gd name="T13" fmla="*/ 0 60000 65536"/>
              <a:gd name="T14" fmla="*/ 0 60000 65536"/>
              <a:gd name="T15" fmla="*/ 0 w 31"/>
              <a:gd name="T16" fmla="*/ 0 h 229"/>
              <a:gd name="T17" fmla="*/ 31 w 31"/>
              <a:gd name="T18" fmla="*/ 229 h 229"/>
            </a:gdLst>
            <a:ahLst/>
            <a:cxnLst>
              <a:cxn ang="T10">
                <a:pos x="T0" y="T1"/>
              </a:cxn>
              <a:cxn ang="T11">
                <a:pos x="T2" y="T3"/>
              </a:cxn>
              <a:cxn ang="T12">
                <a:pos x="T4" y="T5"/>
              </a:cxn>
              <a:cxn ang="T13">
                <a:pos x="T6" y="T7"/>
              </a:cxn>
              <a:cxn ang="T14">
                <a:pos x="T8" y="T9"/>
              </a:cxn>
            </a:cxnLst>
            <a:rect l="T15" t="T16" r="T17" b="T18"/>
            <a:pathLst>
              <a:path w="31" h="229">
                <a:moveTo>
                  <a:pt x="0" y="0"/>
                </a:moveTo>
                <a:cubicBezTo>
                  <a:pt x="0" y="83"/>
                  <a:pt x="0" y="83"/>
                  <a:pt x="0" y="83"/>
                </a:cubicBezTo>
                <a:cubicBezTo>
                  <a:pt x="17" y="83"/>
                  <a:pt x="31" y="96"/>
                  <a:pt x="31" y="113"/>
                </a:cubicBezTo>
                <a:cubicBezTo>
                  <a:pt x="31" y="130"/>
                  <a:pt x="17" y="144"/>
                  <a:pt x="0" y="144"/>
                </a:cubicBezTo>
                <a:cubicBezTo>
                  <a:pt x="0" y="229"/>
                  <a:pt x="0" y="229"/>
                  <a:pt x="0" y="229"/>
                </a:cubicBezTo>
              </a:path>
            </a:pathLst>
          </a:custGeom>
          <a:noFill/>
          <a:ln w="4">
            <a:solidFill>
              <a:srgbClr val="FFFFFF"/>
            </a:solidFill>
            <a:miter lim="800000"/>
          </a:ln>
          <a:extLst>
            <a:ext uri="{909E8E84-426E-40DD-AFC4-6F175D3DCCD1}">
              <a14:hiddenFill xmlns:a14="http://schemas.microsoft.com/office/drawing/2010/main">
                <a:solidFill>
                  <a:srgbClr val="FFFFFF"/>
                </a:solidFill>
              </a14:hiddenFill>
            </a:ext>
          </a:extLst>
        </p:spPr>
        <p:txBody>
          <a:bodyPr/>
          <a:lstStyle/>
          <a:p>
            <a:endParaRPr lang="en-US" dirty="0">
              <a:solidFill>
                <a:prstClr val="black"/>
              </a:solidFill>
            </a:endParaRPr>
          </a:p>
        </p:txBody>
      </p:sp>
      <p:sp>
        <p:nvSpPr>
          <p:cNvPr id="35" name="Freeform 24"/>
          <p:cNvSpPr/>
          <p:nvPr/>
        </p:nvSpPr>
        <p:spPr bwMode="auto">
          <a:xfrm>
            <a:off x="6122787" y="2951127"/>
            <a:ext cx="43393" cy="325449"/>
          </a:xfrm>
          <a:custGeom>
            <a:avLst/>
            <a:gdLst>
              <a:gd name="T0" fmla="*/ 0 w 31"/>
              <a:gd name="T1" fmla="*/ 0 h 230"/>
              <a:gd name="T2" fmla="*/ 0 w 31"/>
              <a:gd name="T3" fmla="*/ 2147483647 h 230"/>
              <a:gd name="T4" fmla="*/ 2147483647 w 31"/>
              <a:gd name="T5" fmla="*/ 2147483647 h 230"/>
              <a:gd name="T6" fmla="*/ 0 w 31"/>
              <a:gd name="T7" fmla="*/ 2147483647 h 230"/>
              <a:gd name="T8" fmla="*/ 0 w 31"/>
              <a:gd name="T9" fmla="*/ 2147483647 h 230"/>
              <a:gd name="T10" fmla="*/ 0 60000 65536"/>
              <a:gd name="T11" fmla="*/ 0 60000 65536"/>
              <a:gd name="T12" fmla="*/ 0 60000 65536"/>
              <a:gd name="T13" fmla="*/ 0 60000 65536"/>
              <a:gd name="T14" fmla="*/ 0 60000 65536"/>
              <a:gd name="T15" fmla="*/ 0 w 31"/>
              <a:gd name="T16" fmla="*/ 0 h 230"/>
              <a:gd name="T17" fmla="*/ 31 w 31"/>
              <a:gd name="T18" fmla="*/ 230 h 230"/>
            </a:gdLst>
            <a:ahLst/>
            <a:cxnLst>
              <a:cxn ang="T10">
                <a:pos x="T0" y="T1"/>
              </a:cxn>
              <a:cxn ang="T11">
                <a:pos x="T2" y="T3"/>
              </a:cxn>
              <a:cxn ang="T12">
                <a:pos x="T4" y="T5"/>
              </a:cxn>
              <a:cxn ang="T13">
                <a:pos x="T6" y="T7"/>
              </a:cxn>
              <a:cxn ang="T14">
                <a:pos x="T8" y="T9"/>
              </a:cxn>
            </a:cxnLst>
            <a:rect l="T15" t="T16" r="T17" b="T18"/>
            <a:pathLst>
              <a:path w="31" h="230">
                <a:moveTo>
                  <a:pt x="0" y="0"/>
                </a:moveTo>
                <a:cubicBezTo>
                  <a:pt x="0" y="83"/>
                  <a:pt x="0" y="83"/>
                  <a:pt x="0" y="83"/>
                </a:cubicBezTo>
                <a:cubicBezTo>
                  <a:pt x="17" y="83"/>
                  <a:pt x="31" y="96"/>
                  <a:pt x="31" y="113"/>
                </a:cubicBezTo>
                <a:cubicBezTo>
                  <a:pt x="31" y="130"/>
                  <a:pt x="17" y="144"/>
                  <a:pt x="0" y="144"/>
                </a:cubicBezTo>
                <a:cubicBezTo>
                  <a:pt x="0" y="230"/>
                  <a:pt x="0" y="230"/>
                  <a:pt x="0" y="230"/>
                </a:cubicBezTo>
              </a:path>
            </a:pathLst>
          </a:custGeom>
          <a:noFill/>
          <a:ln w="4">
            <a:solidFill>
              <a:srgbClr val="FFFFFF"/>
            </a:solidFill>
            <a:miter lim="800000"/>
          </a:ln>
          <a:extLst>
            <a:ext uri="{909E8E84-426E-40DD-AFC4-6F175D3DCCD1}">
              <a14:hiddenFill xmlns:a14="http://schemas.microsoft.com/office/drawing/2010/main">
                <a:solidFill>
                  <a:srgbClr val="FFFFFF"/>
                </a:solidFill>
              </a14:hiddenFill>
            </a:ext>
          </a:extLst>
        </p:spPr>
        <p:txBody>
          <a:bodyPr/>
          <a:lstStyle/>
          <a:p>
            <a:endParaRPr lang="en-US" dirty="0">
              <a:solidFill>
                <a:prstClr val="black"/>
              </a:solidFill>
            </a:endParaRPr>
          </a:p>
        </p:txBody>
      </p:sp>
      <p:sp>
        <p:nvSpPr>
          <p:cNvPr id="36" name="Freeform 25"/>
          <p:cNvSpPr/>
          <p:nvPr/>
        </p:nvSpPr>
        <p:spPr bwMode="auto">
          <a:xfrm>
            <a:off x="6122787" y="3827927"/>
            <a:ext cx="43393" cy="324172"/>
          </a:xfrm>
          <a:custGeom>
            <a:avLst/>
            <a:gdLst>
              <a:gd name="T0" fmla="*/ 0 w 31"/>
              <a:gd name="T1" fmla="*/ 0 h 229"/>
              <a:gd name="T2" fmla="*/ 0 w 31"/>
              <a:gd name="T3" fmla="*/ 2147483647 h 229"/>
              <a:gd name="T4" fmla="*/ 2147483647 w 31"/>
              <a:gd name="T5" fmla="*/ 2147483647 h 229"/>
              <a:gd name="T6" fmla="*/ 0 w 31"/>
              <a:gd name="T7" fmla="*/ 2147483647 h 229"/>
              <a:gd name="T8" fmla="*/ 0 w 31"/>
              <a:gd name="T9" fmla="*/ 2147483647 h 229"/>
              <a:gd name="T10" fmla="*/ 0 60000 65536"/>
              <a:gd name="T11" fmla="*/ 0 60000 65536"/>
              <a:gd name="T12" fmla="*/ 0 60000 65536"/>
              <a:gd name="T13" fmla="*/ 0 60000 65536"/>
              <a:gd name="T14" fmla="*/ 0 60000 65536"/>
              <a:gd name="T15" fmla="*/ 0 w 31"/>
              <a:gd name="T16" fmla="*/ 0 h 229"/>
              <a:gd name="T17" fmla="*/ 31 w 31"/>
              <a:gd name="T18" fmla="*/ 229 h 229"/>
            </a:gdLst>
            <a:ahLst/>
            <a:cxnLst>
              <a:cxn ang="T10">
                <a:pos x="T0" y="T1"/>
              </a:cxn>
              <a:cxn ang="T11">
                <a:pos x="T2" y="T3"/>
              </a:cxn>
              <a:cxn ang="T12">
                <a:pos x="T4" y="T5"/>
              </a:cxn>
              <a:cxn ang="T13">
                <a:pos x="T6" y="T7"/>
              </a:cxn>
              <a:cxn ang="T14">
                <a:pos x="T8" y="T9"/>
              </a:cxn>
            </a:cxnLst>
            <a:rect l="T15" t="T16" r="T17" b="T18"/>
            <a:pathLst>
              <a:path w="31" h="229">
                <a:moveTo>
                  <a:pt x="0" y="0"/>
                </a:moveTo>
                <a:cubicBezTo>
                  <a:pt x="0" y="83"/>
                  <a:pt x="0" y="83"/>
                  <a:pt x="0" y="83"/>
                </a:cubicBezTo>
                <a:cubicBezTo>
                  <a:pt x="17" y="83"/>
                  <a:pt x="31" y="96"/>
                  <a:pt x="31" y="113"/>
                </a:cubicBezTo>
                <a:cubicBezTo>
                  <a:pt x="31" y="130"/>
                  <a:pt x="17" y="144"/>
                  <a:pt x="0" y="144"/>
                </a:cubicBezTo>
                <a:cubicBezTo>
                  <a:pt x="0" y="229"/>
                  <a:pt x="0" y="229"/>
                  <a:pt x="0" y="229"/>
                </a:cubicBezTo>
              </a:path>
            </a:pathLst>
          </a:custGeom>
          <a:noFill/>
          <a:ln w="4">
            <a:solidFill>
              <a:srgbClr val="FFFFFF"/>
            </a:solidFill>
            <a:miter lim="800000"/>
          </a:ln>
          <a:extLst>
            <a:ext uri="{909E8E84-426E-40DD-AFC4-6F175D3DCCD1}">
              <a14:hiddenFill xmlns:a14="http://schemas.microsoft.com/office/drawing/2010/main">
                <a:solidFill>
                  <a:srgbClr val="FFFFFF"/>
                </a:solidFill>
              </a14:hiddenFill>
            </a:ext>
          </a:extLst>
        </p:spPr>
        <p:txBody>
          <a:bodyPr/>
          <a:lstStyle/>
          <a:p>
            <a:endParaRPr lang="en-US" dirty="0">
              <a:solidFill>
                <a:prstClr val="black"/>
              </a:solidFill>
            </a:endParaRPr>
          </a:p>
        </p:txBody>
      </p:sp>
      <p:sp>
        <p:nvSpPr>
          <p:cNvPr id="37" name="Freeform 26"/>
          <p:cNvSpPr/>
          <p:nvPr/>
        </p:nvSpPr>
        <p:spPr bwMode="auto">
          <a:xfrm>
            <a:off x="6122787" y="4266964"/>
            <a:ext cx="43393" cy="324172"/>
          </a:xfrm>
          <a:custGeom>
            <a:avLst/>
            <a:gdLst>
              <a:gd name="T0" fmla="*/ 0 w 31"/>
              <a:gd name="T1" fmla="*/ 0 h 229"/>
              <a:gd name="T2" fmla="*/ 0 w 31"/>
              <a:gd name="T3" fmla="*/ 2147483647 h 229"/>
              <a:gd name="T4" fmla="*/ 2147483647 w 31"/>
              <a:gd name="T5" fmla="*/ 2147483647 h 229"/>
              <a:gd name="T6" fmla="*/ 0 w 31"/>
              <a:gd name="T7" fmla="*/ 2147483647 h 229"/>
              <a:gd name="T8" fmla="*/ 0 w 31"/>
              <a:gd name="T9" fmla="*/ 2147483647 h 229"/>
              <a:gd name="T10" fmla="*/ 0 60000 65536"/>
              <a:gd name="T11" fmla="*/ 0 60000 65536"/>
              <a:gd name="T12" fmla="*/ 0 60000 65536"/>
              <a:gd name="T13" fmla="*/ 0 60000 65536"/>
              <a:gd name="T14" fmla="*/ 0 60000 65536"/>
              <a:gd name="T15" fmla="*/ 0 w 31"/>
              <a:gd name="T16" fmla="*/ 0 h 229"/>
              <a:gd name="T17" fmla="*/ 31 w 31"/>
              <a:gd name="T18" fmla="*/ 229 h 229"/>
            </a:gdLst>
            <a:ahLst/>
            <a:cxnLst>
              <a:cxn ang="T10">
                <a:pos x="T0" y="T1"/>
              </a:cxn>
              <a:cxn ang="T11">
                <a:pos x="T2" y="T3"/>
              </a:cxn>
              <a:cxn ang="T12">
                <a:pos x="T4" y="T5"/>
              </a:cxn>
              <a:cxn ang="T13">
                <a:pos x="T6" y="T7"/>
              </a:cxn>
              <a:cxn ang="T14">
                <a:pos x="T8" y="T9"/>
              </a:cxn>
            </a:cxnLst>
            <a:rect l="T15" t="T16" r="T17" b="T18"/>
            <a:pathLst>
              <a:path w="31" h="229">
                <a:moveTo>
                  <a:pt x="0" y="0"/>
                </a:moveTo>
                <a:cubicBezTo>
                  <a:pt x="0" y="83"/>
                  <a:pt x="0" y="83"/>
                  <a:pt x="0" y="83"/>
                </a:cubicBezTo>
                <a:cubicBezTo>
                  <a:pt x="17" y="83"/>
                  <a:pt x="31" y="96"/>
                  <a:pt x="31" y="113"/>
                </a:cubicBezTo>
                <a:cubicBezTo>
                  <a:pt x="31" y="130"/>
                  <a:pt x="17" y="144"/>
                  <a:pt x="0" y="144"/>
                </a:cubicBezTo>
                <a:cubicBezTo>
                  <a:pt x="0" y="229"/>
                  <a:pt x="0" y="229"/>
                  <a:pt x="0" y="229"/>
                </a:cubicBezTo>
              </a:path>
            </a:pathLst>
          </a:custGeom>
          <a:noFill/>
          <a:ln w="4">
            <a:solidFill>
              <a:schemeClr val="bg1"/>
            </a:solidFill>
            <a:miter lim="800000"/>
          </a:ln>
          <a:extLst>
            <a:ext uri="{909E8E84-426E-40DD-AFC4-6F175D3DCCD1}">
              <a14:hiddenFill xmlns:a14="http://schemas.microsoft.com/office/drawing/2010/main">
                <a:solidFill>
                  <a:srgbClr val="FFFFFF"/>
                </a:solidFill>
              </a14:hiddenFill>
            </a:ext>
          </a:extLst>
        </p:spPr>
        <p:txBody>
          <a:bodyPr/>
          <a:lstStyle/>
          <a:p>
            <a:endParaRPr lang="en-US" dirty="0">
              <a:solidFill>
                <a:prstClr val="black"/>
              </a:solidFill>
            </a:endParaRPr>
          </a:p>
        </p:txBody>
      </p:sp>
      <p:sp>
        <p:nvSpPr>
          <p:cNvPr id="38" name="Freeform 27"/>
          <p:cNvSpPr/>
          <p:nvPr/>
        </p:nvSpPr>
        <p:spPr bwMode="auto">
          <a:xfrm>
            <a:off x="5521663" y="3580331"/>
            <a:ext cx="1726796" cy="2112229"/>
          </a:xfrm>
          <a:custGeom>
            <a:avLst/>
            <a:gdLst>
              <a:gd name="T0" fmla="*/ 0 w 1221"/>
              <a:gd name="T1" fmla="*/ 2147483647 h 1493"/>
              <a:gd name="T2" fmla="*/ 2147483647 w 1221"/>
              <a:gd name="T3" fmla="*/ 2147483647 h 1493"/>
              <a:gd name="T4" fmla="*/ 2147483647 w 1221"/>
              <a:gd name="T5" fmla="*/ 2147483647 h 1493"/>
              <a:gd name="T6" fmla="*/ 2147483647 w 1221"/>
              <a:gd name="T7" fmla="*/ 2147483647 h 1493"/>
              <a:gd name="T8" fmla="*/ 2147483647 w 1221"/>
              <a:gd name="T9" fmla="*/ 2147483647 h 1493"/>
              <a:gd name="T10" fmla="*/ 2147483647 w 1221"/>
              <a:gd name="T11" fmla="*/ 0 h 1493"/>
              <a:gd name="T12" fmla="*/ 2147483647 w 1221"/>
              <a:gd name="T13" fmla="*/ 2147483647 h 1493"/>
              <a:gd name="T14" fmla="*/ 2147483647 w 1221"/>
              <a:gd name="T15" fmla="*/ 2147483647 h 1493"/>
              <a:gd name="T16" fmla="*/ 2147483647 w 1221"/>
              <a:gd name="T17" fmla="*/ 2147483647 h 1493"/>
              <a:gd name="T18" fmla="*/ 2147483647 w 1221"/>
              <a:gd name="T19" fmla="*/ 2147483647 h 1493"/>
              <a:gd name="T20" fmla="*/ 2147483647 w 1221"/>
              <a:gd name="T21" fmla="*/ 2147483647 h 1493"/>
              <a:gd name="T22" fmla="*/ 0 w 1221"/>
              <a:gd name="T23" fmla="*/ 2147483647 h 149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221"/>
              <a:gd name="T37" fmla="*/ 0 h 1493"/>
              <a:gd name="T38" fmla="*/ 1221 w 1221"/>
              <a:gd name="T39" fmla="*/ 1493 h 1493"/>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221" h="1493">
                <a:moveTo>
                  <a:pt x="0" y="1493"/>
                </a:moveTo>
                <a:cubicBezTo>
                  <a:pt x="0" y="1493"/>
                  <a:pt x="202" y="1493"/>
                  <a:pt x="202" y="1493"/>
                </a:cubicBezTo>
                <a:cubicBezTo>
                  <a:pt x="303" y="1406"/>
                  <a:pt x="340" y="1373"/>
                  <a:pt x="439" y="1283"/>
                </a:cubicBezTo>
                <a:cubicBezTo>
                  <a:pt x="643" y="1098"/>
                  <a:pt x="875" y="936"/>
                  <a:pt x="1042" y="713"/>
                </a:cubicBezTo>
                <a:cubicBezTo>
                  <a:pt x="1166" y="547"/>
                  <a:pt x="1221" y="356"/>
                  <a:pt x="1201" y="149"/>
                </a:cubicBezTo>
                <a:cubicBezTo>
                  <a:pt x="1196" y="99"/>
                  <a:pt x="1190" y="49"/>
                  <a:pt x="1177" y="0"/>
                </a:cubicBezTo>
                <a:cubicBezTo>
                  <a:pt x="1175" y="41"/>
                  <a:pt x="1172" y="67"/>
                  <a:pt x="1170" y="91"/>
                </a:cubicBezTo>
                <a:cubicBezTo>
                  <a:pt x="1148" y="276"/>
                  <a:pt x="1081" y="456"/>
                  <a:pt x="973" y="608"/>
                </a:cubicBezTo>
                <a:cubicBezTo>
                  <a:pt x="941" y="654"/>
                  <a:pt x="905" y="696"/>
                  <a:pt x="868" y="737"/>
                </a:cubicBezTo>
                <a:cubicBezTo>
                  <a:pt x="787" y="822"/>
                  <a:pt x="696" y="898"/>
                  <a:pt x="608" y="976"/>
                </a:cubicBezTo>
                <a:cubicBezTo>
                  <a:pt x="451" y="1116"/>
                  <a:pt x="283" y="1245"/>
                  <a:pt x="124" y="1383"/>
                </a:cubicBezTo>
                <a:cubicBezTo>
                  <a:pt x="83" y="1419"/>
                  <a:pt x="43" y="1458"/>
                  <a:pt x="0" y="1493"/>
                </a:cubicBezTo>
                <a:close/>
              </a:path>
            </a:pathLst>
          </a:custGeom>
          <a:solidFill>
            <a:srgbClr val="C5CAD3"/>
          </a:solidFill>
          <a:ln>
            <a:noFill/>
          </a:ln>
          <a:extLst>
            <a:ext uri="{91240B29-F687-4F45-9708-019B960494DF}">
              <a14:hiddenLine xmlns:a14="http://schemas.microsoft.com/office/drawing/2010/main" w="9525">
                <a:solidFill>
                  <a:srgbClr val="000000"/>
                </a:solidFill>
                <a:round/>
              </a14:hiddenLine>
            </a:ext>
          </a:extLst>
        </p:spPr>
        <p:txBody>
          <a:bodyPr/>
          <a:lstStyle/>
          <a:p>
            <a:endParaRPr lang="en-US" dirty="0">
              <a:solidFill>
                <a:prstClr val="black"/>
              </a:solidFill>
            </a:endParaRPr>
          </a:p>
        </p:txBody>
      </p:sp>
      <p:sp>
        <p:nvSpPr>
          <p:cNvPr id="39" name="Freeform 28"/>
          <p:cNvSpPr/>
          <p:nvPr/>
        </p:nvSpPr>
        <p:spPr bwMode="auto">
          <a:xfrm>
            <a:off x="5547188" y="1981162"/>
            <a:ext cx="1726796" cy="2110953"/>
          </a:xfrm>
          <a:custGeom>
            <a:avLst/>
            <a:gdLst>
              <a:gd name="T0" fmla="*/ 0 w 1221"/>
              <a:gd name="T1" fmla="*/ 0 h 1492"/>
              <a:gd name="T2" fmla="*/ 2147483647 w 1221"/>
              <a:gd name="T3" fmla="*/ 0 h 1492"/>
              <a:gd name="T4" fmla="*/ 2147483647 w 1221"/>
              <a:gd name="T5" fmla="*/ 2147483647 h 1492"/>
              <a:gd name="T6" fmla="*/ 2147483647 w 1221"/>
              <a:gd name="T7" fmla="*/ 2147483647 h 1492"/>
              <a:gd name="T8" fmla="*/ 2147483647 w 1221"/>
              <a:gd name="T9" fmla="*/ 2147483647 h 1492"/>
              <a:gd name="T10" fmla="*/ 2147483647 w 1221"/>
              <a:gd name="T11" fmla="*/ 2147483647 h 1492"/>
              <a:gd name="T12" fmla="*/ 2147483647 w 1221"/>
              <a:gd name="T13" fmla="*/ 2147483647 h 1492"/>
              <a:gd name="T14" fmla="*/ 2147483647 w 1221"/>
              <a:gd name="T15" fmla="*/ 2147483647 h 1492"/>
              <a:gd name="T16" fmla="*/ 2147483647 w 1221"/>
              <a:gd name="T17" fmla="*/ 2147483647 h 1492"/>
              <a:gd name="T18" fmla="*/ 2147483647 w 1221"/>
              <a:gd name="T19" fmla="*/ 2147483647 h 1492"/>
              <a:gd name="T20" fmla="*/ 2147483647 w 1221"/>
              <a:gd name="T21" fmla="*/ 2147483647 h 1492"/>
              <a:gd name="T22" fmla="*/ 0 w 1221"/>
              <a:gd name="T23" fmla="*/ 0 h 149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221"/>
              <a:gd name="T37" fmla="*/ 0 h 1492"/>
              <a:gd name="T38" fmla="*/ 1221 w 1221"/>
              <a:gd name="T39" fmla="*/ 1492 h 149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221" h="1492">
                <a:moveTo>
                  <a:pt x="0" y="0"/>
                </a:moveTo>
                <a:cubicBezTo>
                  <a:pt x="0" y="0"/>
                  <a:pt x="202" y="0"/>
                  <a:pt x="202" y="0"/>
                </a:cubicBezTo>
                <a:cubicBezTo>
                  <a:pt x="303" y="87"/>
                  <a:pt x="339" y="119"/>
                  <a:pt x="439" y="209"/>
                </a:cubicBezTo>
                <a:cubicBezTo>
                  <a:pt x="643" y="394"/>
                  <a:pt x="875" y="556"/>
                  <a:pt x="1042" y="779"/>
                </a:cubicBezTo>
                <a:cubicBezTo>
                  <a:pt x="1166" y="945"/>
                  <a:pt x="1221" y="1136"/>
                  <a:pt x="1201" y="1343"/>
                </a:cubicBezTo>
                <a:cubicBezTo>
                  <a:pt x="1196" y="1393"/>
                  <a:pt x="1190" y="1444"/>
                  <a:pt x="1177" y="1492"/>
                </a:cubicBezTo>
                <a:cubicBezTo>
                  <a:pt x="1175" y="1451"/>
                  <a:pt x="1172" y="1426"/>
                  <a:pt x="1170" y="1402"/>
                </a:cubicBezTo>
                <a:cubicBezTo>
                  <a:pt x="1148" y="1216"/>
                  <a:pt x="1081" y="1037"/>
                  <a:pt x="973" y="884"/>
                </a:cubicBezTo>
                <a:cubicBezTo>
                  <a:pt x="941" y="839"/>
                  <a:pt x="905" y="796"/>
                  <a:pt x="867" y="756"/>
                </a:cubicBezTo>
                <a:cubicBezTo>
                  <a:pt x="787" y="670"/>
                  <a:pt x="696" y="595"/>
                  <a:pt x="608" y="516"/>
                </a:cubicBezTo>
                <a:cubicBezTo>
                  <a:pt x="451" y="376"/>
                  <a:pt x="283" y="247"/>
                  <a:pt x="124" y="109"/>
                </a:cubicBezTo>
                <a:cubicBezTo>
                  <a:pt x="83" y="73"/>
                  <a:pt x="43" y="34"/>
                  <a:pt x="0" y="0"/>
                </a:cubicBezTo>
                <a:close/>
              </a:path>
            </a:pathLst>
          </a:custGeom>
          <a:solidFill>
            <a:srgbClr val="C5CAD3"/>
          </a:solidFill>
          <a:ln>
            <a:noFill/>
          </a:ln>
          <a:extLst>
            <a:ext uri="{91240B29-F687-4F45-9708-019B960494DF}">
              <a14:hiddenLine xmlns:a14="http://schemas.microsoft.com/office/drawing/2010/main" w="9525">
                <a:solidFill>
                  <a:srgbClr val="000000"/>
                </a:solidFill>
                <a:round/>
              </a14:hiddenLine>
            </a:ext>
          </a:extLst>
        </p:spPr>
        <p:txBody>
          <a:bodyPr/>
          <a:lstStyle/>
          <a:p>
            <a:endParaRPr lang="en-US" dirty="0">
              <a:solidFill>
                <a:prstClr val="black"/>
              </a:solidFill>
            </a:endParaRPr>
          </a:p>
        </p:txBody>
      </p:sp>
      <p:sp>
        <p:nvSpPr>
          <p:cNvPr id="40" name="Rectangle 29"/>
          <p:cNvSpPr>
            <a:spLocks noChangeArrowheads="1"/>
          </p:cNvSpPr>
          <p:nvPr/>
        </p:nvSpPr>
        <p:spPr bwMode="auto">
          <a:xfrm>
            <a:off x="5388179" y="4361410"/>
            <a:ext cx="620395"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STRUCTURE</a:t>
            </a:r>
            <a:endParaRPr lang="en-US" sz="900" b="1" dirty="0">
              <a:solidFill>
                <a:prstClr val="black"/>
              </a:solidFill>
            </a:endParaRPr>
          </a:p>
        </p:txBody>
      </p:sp>
      <p:sp>
        <p:nvSpPr>
          <p:cNvPr id="41" name="Rectangle 30"/>
          <p:cNvSpPr>
            <a:spLocks noChangeArrowheads="1"/>
          </p:cNvSpPr>
          <p:nvPr/>
        </p:nvSpPr>
        <p:spPr bwMode="auto">
          <a:xfrm>
            <a:off x="6204020" y="4361410"/>
            <a:ext cx="599440"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NETWORKS</a:t>
            </a:r>
            <a:endParaRPr lang="en-US" sz="900" b="1" dirty="0">
              <a:solidFill>
                <a:prstClr val="black"/>
              </a:solidFill>
            </a:endParaRPr>
          </a:p>
        </p:txBody>
      </p:sp>
      <p:sp>
        <p:nvSpPr>
          <p:cNvPr id="42" name="Rectangle 31"/>
          <p:cNvSpPr>
            <a:spLocks noChangeArrowheads="1"/>
          </p:cNvSpPr>
          <p:nvPr/>
        </p:nvSpPr>
        <p:spPr bwMode="auto">
          <a:xfrm>
            <a:off x="5291995" y="3917267"/>
            <a:ext cx="768985"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INFORMATION</a:t>
            </a:r>
            <a:endParaRPr lang="en-US" sz="900" b="1" dirty="0">
              <a:solidFill>
                <a:prstClr val="black"/>
              </a:solidFill>
            </a:endParaRPr>
          </a:p>
        </p:txBody>
      </p:sp>
      <p:sp>
        <p:nvSpPr>
          <p:cNvPr id="43" name="Rectangle 34"/>
          <p:cNvSpPr>
            <a:spLocks noChangeArrowheads="1"/>
          </p:cNvSpPr>
          <p:nvPr/>
        </p:nvSpPr>
        <p:spPr bwMode="auto">
          <a:xfrm>
            <a:off x="6204020" y="3917267"/>
            <a:ext cx="558165"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MINDSETS</a:t>
            </a:r>
            <a:endParaRPr lang="en-US" sz="900" b="1" dirty="0">
              <a:solidFill>
                <a:prstClr val="black"/>
              </a:solidFill>
            </a:endParaRPr>
          </a:p>
        </p:txBody>
      </p:sp>
      <p:sp>
        <p:nvSpPr>
          <p:cNvPr id="44" name="Rectangle 35"/>
          <p:cNvSpPr>
            <a:spLocks noChangeArrowheads="1"/>
          </p:cNvSpPr>
          <p:nvPr/>
        </p:nvSpPr>
        <p:spPr bwMode="auto">
          <a:xfrm>
            <a:off x="5465126" y="3039191"/>
            <a:ext cx="565150"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DECISIONS</a:t>
            </a:r>
            <a:endParaRPr lang="en-US" sz="900" b="1" dirty="0">
              <a:solidFill>
                <a:prstClr val="black"/>
              </a:solidFill>
            </a:endParaRPr>
          </a:p>
        </p:txBody>
      </p:sp>
      <p:sp>
        <p:nvSpPr>
          <p:cNvPr id="45" name="Rectangle 36"/>
          <p:cNvSpPr>
            <a:spLocks noChangeArrowheads="1"/>
          </p:cNvSpPr>
          <p:nvPr/>
        </p:nvSpPr>
        <p:spPr bwMode="auto">
          <a:xfrm>
            <a:off x="6204019" y="3039191"/>
            <a:ext cx="410845"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NORMS</a:t>
            </a:r>
            <a:endParaRPr lang="en-US" sz="900" b="1" dirty="0">
              <a:solidFill>
                <a:prstClr val="black"/>
              </a:solidFill>
            </a:endParaRPr>
          </a:p>
        </p:txBody>
      </p:sp>
      <p:sp>
        <p:nvSpPr>
          <p:cNvPr id="46" name="TextBox 30"/>
          <p:cNvSpPr txBox="1">
            <a:spLocks noChangeArrowheads="1"/>
          </p:cNvSpPr>
          <p:nvPr/>
        </p:nvSpPr>
        <p:spPr bwMode="auto">
          <a:xfrm>
            <a:off x="4521645" y="2367441"/>
            <a:ext cx="1021715"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sz="1200" b="1">
                <a:solidFill>
                  <a:schemeClr val="tx1"/>
                </a:solidFill>
                <a:latin typeface="腾讯体 W3" panose="020C04030202040F0204" pitchFamily="34" charset="-122"/>
              </a:defRPr>
            </a:lvl1pPr>
            <a:lvl2pPr marL="742950" indent="-285750" eaLnBrk="0" hangingPunct="0">
              <a:defRPr sz="1200" b="1">
                <a:solidFill>
                  <a:schemeClr val="tx1"/>
                </a:solidFill>
                <a:latin typeface="腾讯体 W3" panose="020C04030202040F0204" pitchFamily="34" charset="-122"/>
              </a:defRPr>
            </a:lvl2pPr>
            <a:lvl3pPr marL="1143000" indent="-228600" eaLnBrk="0" hangingPunct="0">
              <a:defRPr sz="1200" b="1">
                <a:solidFill>
                  <a:schemeClr val="tx1"/>
                </a:solidFill>
                <a:latin typeface="腾讯体 W3" panose="020C04030202040F0204" pitchFamily="34" charset="-122"/>
              </a:defRPr>
            </a:lvl3pPr>
            <a:lvl4pPr marL="1600200" indent="-228600" eaLnBrk="0" hangingPunct="0">
              <a:defRPr sz="1200" b="1">
                <a:solidFill>
                  <a:schemeClr val="tx1"/>
                </a:solidFill>
                <a:latin typeface="腾讯体 W3" panose="020C04030202040F0204" pitchFamily="34" charset="-122"/>
              </a:defRPr>
            </a:lvl4pPr>
            <a:lvl5pPr marL="2057400" indent="-228600" eaLnBrk="0" hangingPunct="0">
              <a:defRPr sz="1200" b="1">
                <a:solidFill>
                  <a:schemeClr val="tx1"/>
                </a:solidFill>
                <a:latin typeface="腾讯体 W3" panose="020C04030202040F0204" pitchFamily="34" charset="-122"/>
              </a:defRPr>
            </a:lvl5pPr>
            <a:lvl6pPr marL="2514600" indent="-228600" eaLnBrk="0" fontAlgn="base" hangingPunct="0">
              <a:spcBef>
                <a:spcPct val="0"/>
              </a:spcBef>
              <a:spcAft>
                <a:spcPct val="0"/>
              </a:spcAft>
              <a:defRPr sz="1200" b="1">
                <a:solidFill>
                  <a:schemeClr val="tx1"/>
                </a:solidFill>
                <a:latin typeface="腾讯体 W3" panose="020C04030202040F0204" pitchFamily="34" charset="-122"/>
              </a:defRPr>
            </a:lvl6pPr>
            <a:lvl7pPr marL="2971800" indent="-228600" eaLnBrk="0" fontAlgn="base" hangingPunct="0">
              <a:spcBef>
                <a:spcPct val="0"/>
              </a:spcBef>
              <a:spcAft>
                <a:spcPct val="0"/>
              </a:spcAft>
              <a:defRPr sz="1200" b="1">
                <a:solidFill>
                  <a:schemeClr val="tx1"/>
                </a:solidFill>
                <a:latin typeface="腾讯体 W3" panose="020C04030202040F0204" pitchFamily="34" charset="-122"/>
              </a:defRPr>
            </a:lvl7pPr>
            <a:lvl8pPr marL="3429000" indent="-228600" eaLnBrk="0" fontAlgn="base" hangingPunct="0">
              <a:spcBef>
                <a:spcPct val="0"/>
              </a:spcBef>
              <a:spcAft>
                <a:spcPct val="0"/>
              </a:spcAft>
              <a:defRPr sz="1200" b="1">
                <a:solidFill>
                  <a:schemeClr val="tx1"/>
                </a:solidFill>
                <a:latin typeface="腾讯体 W3" panose="020C04030202040F0204" pitchFamily="34" charset="-122"/>
              </a:defRPr>
            </a:lvl8pPr>
            <a:lvl9pPr marL="3886200" indent="-228600" eaLnBrk="0" fontAlgn="base" hangingPunct="0">
              <a:spcBef>
                <a:spcPct val="0"/>
              </a:spcBef>
              <a:spcAft>
                <a:spcPct val="0"/>
              </a:spcAft>
              <a:defRPr sz="1200" b="1">
                <a:solidFill>
                  <a:schemeClr val="tx1"/>
                </a:solidFill>
                <a:latin typeface="腾讯体 W3" panose="020C04030202040F0204" pitchFamily="34" charset="-122"/>
              </a:defRPr>
            </a:lvl9pPr>
          </a:lstStyle>
          <a:p>
            <a:pPr algn="r" eaLnBrk="1" hangingPunct="1"/>
            <a:r>
              <a:rPr lang="en-US" sz="1800" dirty="0">
                <a:solidFill>
                  <a:prstClr val="black"/>
                </a:solidFill>
                <a:latin typeface="Swis721 Md BT" pitchFamily="34" charset="0"/>
              </a:rPr>
              <a:t>FORMAL</a:t>
            </a:r>
            <a:endParaRPr lang="en-US" sz="1800" dirty="0">
              <a:solidFill>
                <a:prstClr val="black"/>
              </a:solidFill>
              <a:latin typeface="Swis721 Md BT" pitchFamily="34" charset="0"/>
            </a:endParaRPr>
          </a:p>
        </p:txBody>
      </p:sp>
      <p:sp>
        <p:nvSpPr>
          <p:cNvPr id="47" name="TextBox 50"/>
          <p:cNvSpPr txBox="1">
            <a:spLocks noChangeArrowheads="1"/>
          </p:cNvSpPr>
          <p:nvPr/>
        </p:nvSpPr>
        <p:spPr bwMode="auto">
          <a:xfrm>
            <a:off x="6709871" y="2367441"/>
            <a:ext cx="127762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sz="1200" b="1">
                <a:solidFill>
                  <a:schemeClr val="tx1"/>
                </a:solidFill>
                <a:latin typeface="腾讯体 W3" panose="020C04030202040F0204" pitchFamily="34" charset="-122"/>
              </a:defRPr>
            </a:lvl1pPr>
            <a:lvl2pPr marL="742950" indent="-285750" eaLnBrk="0" hangingPunct="0">
              <a:defRPr sz="1200" b="1">
                <a:solidFill>
                  <a:schemeClr val="tx1"/>
                </a:solidFill>
                <a:latin typeface="腾讯体 W3" panose="020C04030202040F0204" pitchFamily="34" charset="-122"/>
              </a:defRPr>
            </a:lvl2pPr>
            <a:lvl3pPr marL="1143000" indent="-228600" eaLnBrk="0" hangingPunct="0">
              <a:defRPr sz="1200" b="1">
                <a:solidFill>
                  <a:schemeClr val="tx1"/>
                </a:solidFill>
                <a:latin typeface="腾讯体 W3" panose="020C04030202040F0204" pitchFamily="34" charset="-122"/>
              </a:defRPr>
            </a:lvl3pPr>
            <a:lvl4pPr marL="1600200" indent="-228600" eaLnBrk="0" hangingPunct="0">
              <a:defRPr sz="1200" b="1">
                <a:solidFill>
                  <a:schemeClr val="tx1"/>
                </a:solidFill>
                <a:latin typeface="腾讯体 W3" panose="020C04030202040F0204" pitchFamily="34" charset="-122"/>
              </a:defRPr>
            </a:lvl4pPr>
            <a:lvl5pPr marL="2057400" indent="-228600" eaLnBrk="0" hangingPunct="0">
              <a:defRPr sz="1200" b="1">
                <a:solidFill>
                  <a:schemeClr val="tx1"/>
                </a:solidFill>
                <a:latin typeface="腾讯体 W3" panose="020C04030202040F0204" pitchFamily="34" charset="-122"/>
              </a:defRPr>
            </a:lvl5pPr>
            <a:lvl6pPr marL="2514600" indent="-228600" eaLnBrk="0" fontAlgn="base" hangingPunct="0">
              <a:spcBef>
                <a:spcPct val="0"/>
              </a:spcBef>
              <a:spcAft>
                <a:spcPct val="0"/>
              </a:spcAft>
              <a:defRPr sz="1200" b="1">
                <a:solidFill>
                  <a:schemeClr val="tx1"/>
                </a:solidFill>
                <a:latin typeface="腾讯体 W3" panose="020C04030202040F0204" pitchFamily="34" charset="-122"/>
              </a:defRPr>
            </a:lvl6pPr>
            <a:lvl7pPr marL="2971800" indent="-228600" eaLnBrk="0" fontAlgn="base" hangingPunct="0">
              <a:spcBef>
                <a:spcPct val="0"/>
              </a:spcBef>
              <a:spcAft>
                <a:spcPct val="0"/>
              </a:spcAft>
              <a:defRPr sz="1200" b="1">
                <a:solidFill>
                  <a:schemeClr val="tx1"/>
                </a:solidFill>
                <a:latin typeface="腾讯体 W3" panose="020C04030202040F0204" pitchFamily="34" charset="-122"/>
              </a:defRPr>
            </a:lvl7pPr>
            <a:lvl8pPr marL="3429000" indent="-228600" eaLnBrk="0" fontAlgn="base" hangingPunct="0">
              <a:spcBef>
                <a:spcPct val="0"/>
              </a:spcBef>
              <a:spcAft>
                <a:spcPct val="0"/>
              </a:spcAft>
              <a:defRPr sz="1200" b="1">
                <a:solidFill>
                  <a:schemeClr val="tx1"/>
                </a:solidFill>
                <a:latin typeface="腾讯体 W3" panose="020C04030202040F0204" pitchFamily="34" charset="-122"/>
              </a:defRPr>
            </a:lvl8pPr>
            <a:lvl9pPr marL="3886200" indent="-228600" eaLnBrk="0" fontAlgn="base" hangingPunct="0">
              <a:spcBef>
                <a:spcPct val="0"/>
              </a:spcBef>
              <a:spcAft>
                <a:spcPct val="0"/>
              </a:spcAft>
              <a:defRPr sz="1200" b="1">
                <a:solidFill>
                  <a:schemeClr val="tx1"/>
                </a:solidFill>
                <a:latin typeface="腾讯体 W3" panose="020C04030202040F0204" pitchFamily="34" charset="-122"/>
              </a:defRPr>
            </a:lvl9pPr>
          </a:lstStyle>
          <a:p>
            <a:pPr eaLnBrk="1" hangingPunct="1"/>
            <a:r>
              <a:rPr lang="en-US" sz="1800" dirty="0">
                <a:solidFill>
                  <a:prstClr val="black"/>
                </a:solidFill>
                <a:latin typeface="Swis721 Md BT" pitchFamily="34" charset="0"/>
              </a:rPr>
              <a:t>INFORMAL</a:t>
            </a:r>
            <a:endParaRPr lang="en-US" sz="1800" dirty="0">
              <a:solidFill>
                <a:prstClr val="black"/>
              </a:solidFill>
              <a:latin typeface="Swis721 Md BT" pitchFamily="34" charset="0"/>
            </a:endParaRPr>
          </a:p>
        </p:txBody>
      </p:sp>
      <p:sp>
        <p:nvSpPr>
          <p:cNvPr id="48" name="TextBox 33"/>
          <p:cNvSpPr txBox="1">
            <a:spLocks noChangeArrowheads="1"/>
          </p:cNvSpPr>
          <p:nvPr/>
        </p:nvSpPr>
        <p:spPr bwMode="auto">
          <a:xfrm>
            <a:off x="3614807" y="2667750"/>
            <a:ext cx="1815465" cy="645160"/>
          </a:xfrm>
          <a:prstGeom prst="rect">
            <a:avLst/>
          </a:prstGeom>
          <a:noFill/>
          <a:ln>
            <a:noFill/>
          </a:ln>
        </p:spPr>
        <p:txBody>
          <a:bodyPr wrap="none" anchor="ctr">
            <a:spAutoFit/>
          </a:bodyPr>
          <a:lstStyle>
            <a:lvl1pPr eaLnBrk="0" hangingPunct="0">
              <a:defRPr sz="1200" b="1">
                <a:solidFill>
                  <a:schemeClr val="tx1"/>
                </a:solidFill>
                <a:latin typeface="腾讯体 W3" panose="020C04030202040F0204" pitchFamily="34" charset="-122"/>
              </a:defRPr>
            </a:lvl1pPr>
            <a:lvl2pPr marL="742950" indent="-285750" eaLnBrk="0" hangingPunct="0">
              <a:defRPr sz="1200" b="1">
                <a:solidFill>
                  <a:schemeClr val="tx1"/>
                </a:solidFill>
                <a:latin typeface="腾讯体 W3" panose="020C04030202040F0204" pitchFamily="34" charset="-122"/>
              </a:defRPr>
            </a:lvl2pPr>
            <a:lvl3pPr marL="1143000" indent="-228600" eaLnBrk="0" hangingPunct="0">
              <a:defRPr sz="1200" b="1">
                <a:solidFill>
                  <a:schemeClr val="tx1"/>
                </a:solidFill>
                <a:latin typeface="腾讯体 W3" panose="020C04030202040F0204" pitchFamily="34" charset="-122"/>
              </a:defRPr>
            </a:lvl3pPr>
            <a:lvl4pPr marL="1600200" indent="-228600" eaLnBrk="0" hangingPunct="0">
              <a:defRPr sz="1200" b="1">
                <a:solidFill>
                  <a:schemeClr val="tx1"/>
                </a:solidFill>
                <a:latin typeface="腾讯体 W3" panose="020C04030202040F0204" pitchFamily="34" charset="-122"/>
              </a:defRPr>
            </a:lvl4pPr>
            <a:lvl5pPr marL="2057400" indent="-228600" eaLnBrk="0" hangingPunct="0">
              <a:defRPr sz="1200" b="1">
                <a:solidFill>
                  <a:schemeClr val="tx1"/>
                </a:solidFill>
                <a:latin typeface="腾讯体 W3" panose="020C04030202040F0204" pitchFamily="34" charset="-122"/>
              </a:defRPr>
            </a:lvl5pPr>
            <a:lvl6pPr marL="2514600" indent="-228600" eaLnBrk="0" fontAlgn="base" hangingPunct="0">
              <a:spcBef>
                <a:spcPct val="0"/>
              </a:spcBef>
              <a:spcAft>
                <a:spcPct val="0"/>
              </a:spcAft>
              <a:defRPr sz="1200" b="1">
                <a:solidFill>
                  <a:schemeClr val="tx1"/>
                </a:solidFill>
                <a:latin typeface="腾讯体 W3" panose="020C04030202040F0204" pitchFamily="34" charset="-122"/>
              </a:defRPr>
            </a:lvl6pPr>
            <a:lvl7pPr marL="2971800" indent="-228600" eaLnBrk="0" fontAlgn="base" hangingPunct="0">
              <a:spcBef>
                <a:spcPct val="0"/>
              </a:spcBef>
              <a:spcAft>
                <a:spcPct val="0"/>
              </a:spcAft>
              <a:defRPr sz="1200" b="1">
                <a:solidFill>
                  <a:schemeClr val="tx1"/>
                </a:solidFill>
                <a:latin typeface="腾讯体 W3" panose="020C04030202040F0204" pitchFamily="34" charset="-122"/>
              </a:defRPr>
            </a:lvl7pPr>
            <a:lvl8pPr marL="3429000" indent="-228600" eaLnBrk="0" fontAlgn="base" hangingPunct="0">
              <a:spcBef>
                <a:spcPct val="0"/>
              </a:spcBef>
              <a:spcAft>
                <a:spcPct val="0"/>
              </a:spcAft>
              <a:defRPr sz="1200" b="1">
                <a:solidFill>
                  <a:schemeClr val="tx1"/>
                </a:solidFill>
                <a:latin typeface="腾讯体 W3" panose="020C04030202040F0204" pitchFamily="34" charset="-122"/>
              </a:defRPr>
            </a:lvl8pPr>
            <a:lvl9pPr marL="3886200" indent="-228600" eaLnBrk="0" fontAlgn="base" hangingPunct="0">
              <a:spcBef>
                <a:spcPct val="0"/>
              </a:spcBef>
              <a:spcAft>
                <a:spcPct val="0"/>
              </a:spcAft>
              <a:defRPr sz="1200" b="1">
                <a:solidFill>
                  <a:schemeClr val="tx1"/>
                </a:solidFill>
                <a:latin typeface="腾讯体 W3" panose="020C04030202040F0204" pitchFamily="34" charset="-122"/>
              </a:defRPr>
            </a:lvl9pPr>
          </a:lstStyle>
          <a:p>
            <a:pPr algn="r" eaLnBrk="1" hangingPunct="1">
              <a:lnSpc>
                <a:spcPct val="90000"/>
              </a:lnSpc>
              <a:defRPr/>
            </a:pPr>
            <a:r>
              <a:rPr lang="en-US" sz="1000" b="0" dirty="0">
                <a:solidFill>
                  <a:prstClr val="black"/>
                </a:solidFill>
              </a:rPr>
              <a:t>Governance forums</a:t>
            </a:r>
            <a:endParaRPr lang="en-US" sz="1000" b="0" dirty="0">
              <a:solidFill>
                <a:prstClr val="black"/>
              </a:solidFill>
            </a:endParaRPr>
          </a:p>
          <a:p>
            <a:pPr algn="r" eaLnBrk="1" hangingPunct="1">
              <a:lnSpc>
                <a:spcPct val="90000"/>
              </a:lnSpc>
              <a:defRPr/>
            </a:pPr>
            <a:r>
              <a:rPr lang="en-US" sz="1000" b="0" dirty="0">
                <a:solidFill>
                  <a:prstClr val="black"/>
                </a:solidFill>
              </a:rPr>
              <a:t>Decision rights     </a:t>
            </a:r>
            <a:endParaRPr lang="en-US" sz="1000" b="0" dirty="0">
              <a:solidFill>
                <a:prstClr val="black"/>
              </a:solidFill>
            </a:endParaRPr>
          </a:p>
          <a:p>
            <a:pPr algn="r" eaLnBrk="1" hangingPunct="1">
              <a:lnSpc>
                <a:spcPct val="90000"/>
              </a:lnSpc>
              <a:defRPr/>
            </a:pPr>
            <a:r>
              <a:rPr lang="en-US" sz="1000" b="0" dirty="0">
                <a:solidFill>
                  <a:prstClr val="black"/>
                </a:solidFill>
              </a:rPr>
              <a:t>Decision processes        </a:t>
            </a:r>
            <a:endParaRPr lang="en-US" sz="1000" b="0" dirty="0">
              <a:solidFill>
                <a:prstClr val="black"/>
              </a:solidFill>
            </a:endParaRPr>
          </a:p>
          <a:p>
            <a:pPr algn="r" eaLnBrk="1" hangingPunct="1">
              <a:lnSpc>
                <a:spcPct val="90000"/>
              </a:lnSpc>
              <a:defRPr/>
            </a:pPr>
            <a:r>
              <a:rPr lang="en-US" sz="1000" b="0" dirty="0">
                <a:solidFill>
                  <a:prstClr val="black"/>
                </a:solidFill>
              </a:rPr>
              <a:t>Decision analytics          </a:t>
            </a:r>
            <a:endParaRPr lang="en-US" sz="1000" b="0" dirty="0">
              <a:solidFill>
                <a:prstClr val="black"/>
              </a:solidFill>
            </a:endParaRPr>
          </a:p>
        </p:txBody>
      </p:sp>
      <p:sp>
        <p:nvSpPr>
          <p:cNvPr id="49" name="TextBox 52"/>
          <p:cNvSpPr txBox="1">
            <a:spLocks noChangeArrowheads="1"/>
          </p:cNvSpPr>
          <p:nvPr/>
        </p:nvSpPr>
        <p:spPr bwMode="auto">
          <a:xfrm>
            <a:off x="3592090" y="3263789"/>
            <a:ext cx="1419225" cy="506730"/>
          </a:xfrm>
          <a:prstGeom prst="rect">
            <a:avLst/>
          </a:prstGeom>
          <a:noFill/>
          <a:ln>
            <a:noFill/>
          </a:ln>
        </p:spPr>
        <p:txBody>
          <a:bodyPr wrap="none" anchor="ctr">
            <a:spAutoFit/>
          </a:bodyPr>
          <a:lstStyle>
            <a:defPPr>
              <a:defRPr lang="en-US"/>
            </a:defPPr>
            <a:lvl1pPr algn="r" eaLnBrk="1" hangingPunct="1">
              <a:lnSpc>
                <a:spcPct val="90000"/>
              </a:lnSpc>
              <a:defRPr sz="1050" b="0">
                <a:solidFill>
                  <a:srgbClr val="485368"/>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defRPr/>
            </a:pPr>
            <a:r>
              <a:rPr lang="en-US" sz="1000" dirty="0">
                <a:solidFill>
                  <a:prstClr val="black"/>
                </a:solidFill>
                <a:latin typeface="腾讯体 W3" panose="020C04030202040F0204" pitchFamily="34" charset="-122"/>
              </a:rPr>
              <a:t>Monetary rewards</a:t>
            </a:r>
            <a:endParaRPr lang="en-US" sz="1000" dirty="0">
              <a:solidFill>
                <a:prstClr val="black"/>
              </a:solidFill>
              <a:latin typeface="腾讯体 W3" panose="020C04030202040F0204" pitchFamily="34" charset="-122"/>
            </a:endParaRPr>
          </a:p>
          <a:p>
            <a:pPr>
              <a:defRPr/>
            </a:pPr>
            <a:r>
              <a:rPr lang="en-US" sz="1000" dirty="0">
                <a:solidFill>
                  <a:prstClr val="black"/>
                </a:solidFill>
                <a:latin typeface="腾讯体 W3" panose="020C04030202040F0204" pitchFamily="34" charset="-122"/>
              </a:rPr>
              <a:t>Career models  </a:t>
            </a:r>
            <a:endParaRPr lang="en-US" sz="1000" dirty="0">
              <a:solidFill>
                <a:prstClr val="black"/>
              </a:solidFill>
              <a:latin typeface="腾讯体 W3" panose="020C04030202040F0204" pitchFamily="34" charset="-122"/>
            </a:endParaRPr>
          </a:p>
          <a:p>
            <a:pPr>
              <a:defRPr/>
            </a:pPr>
            <a:r>
              <a:rPr lang="en-US" sz="1000" dirty="0">
                <a:solidFill>
                  <a:prstClr val="black"/>
                </a:solidFill>
                <a:latin typeface="腾讯体 W3" panose="020C04030202040F0204" pitchFamily="34" charset="-122"/>
              </a:rPr>
              <a:t>Talent processes    </a:t>
            </a:r>
            <a:endParaRPr lang="en-US" sz="1000" dirty="0">
              <a:solidFill>
                <a:prstClr val="black"/>
              </a:solidFill>
              <a:latin typeface="腾讯体 W3" panose="020C04030202040F0204" pitchFamily="34" charset="-122"/>
            </a:endParaRPr>
          </a:p>
        </p:txBody>
      </p:sp>
      <p:sp>
        <p:nvSpPr>
          <p:cNvPr id="50" name="TextBox 53"/>
          <p:cNvSpPr txBox="1">
            <a:spLocks noChangeArrowheads="1"/>
          </p:cNvSpPr>
          <p:nvPr/>
        </p:nvSpPr>
        <p:spPr bwMode="auto">
          <a:xfrm>
            <a:off x="3358139" y="3694873"/>
            <a:ext cx="1598295" cy="645160"/>
          </a:xfrm>
          <a:prstGeom prst="rect">
            <a:avLst/>
          </a:prstGeom>
          <a:noFill/>
          <a:ln>
            <a:noFill/>
          </a:ln>
        </p:spPr>
        <p:txBody>
          <a:bodyPr wrap="none" anchor="ctr">
            <a:spAutoFit/>
          </a:bodyPr>
          <a:lstStyle>
            <a:defPPr>
              <a:defRPr lang="en-US"/>
            </a:defPPr>
            <a:lvl1pPr algn="r" eaLnBrk="1" hangingPunct="1">
              <a:lnSpc>
                <a:spcPct val="90000"/>
              </a:lnSpc>
              <a:defRPr sz="1050" b="0">
                <a:solidFill>
                  <a:srgbClr val="485368"/>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defRPr/>
            </a:pPr>
            <a:r>
              <a:rPr lang="en-US" sz="1000" dirty="0">
                <a:solidFill>
                  <a:prstClr val="black"/>
                </a:solidFill>
                <a:latin typeface="腾讯体 W3" panose="020C04030202040F0204" pitchFamily="34" charset="-122"/>
              </a:rPr>
              <a:t>KPIs &amp; metrics  </a:t>
            </a:r>
            <a:endParaRPr lang="en-US" sz="1000" dirty="0">
              <a:solidFill>
                <a:prstClr val="black"/>
              </a:solidFill>
              <a:latin typeface="腾讯体 W3" panose="020C04030202040F0204" pitchFamily="34" charset="-122"/>
            </a:endParaRPr>
          </a:p>
          <a:p>
            <a:pPr>
              <a:defRPr/>
            </a:pPr>
            <a:r>
              <a:rPr lang="en-US" sz="1000" dirty="0">
                <a:solidFill>
                  <a:prstClr val="black"/>
                </a:solidFill>
                <a:latin typeface="腾讯体 W3" panose="020C04030202040F0204" pitchFamily="34" charset="-122"/>
              </a:rPr>
              <a:t>Information flow  </a:t>
            </a:r>
            <a:endParaRPr lang="en-US" sz="1000" dirty="0">
              <a:solidFill>
                <a:prstClr val="black"/>
              </a:solidFill>
              <a:latin typeface="腾讯体 W3" panose="020C04030202040F0204" pitchFamily="34" charset="-122"/>
            </a:endParaRPr>
          </a:p>
          <a:p>
            <a:pPr>
              <a:defRPr/>
            </a:pPr>
            <a:r>
              <a:rPr lang="en-US" sz="1000" dirty="0">
                <a:solidFill>
                  <a:prstClr val="black"/>
                </a:solidFill>
                <a:latin typeface="腾讯体 W3" panose="020C04030202040F0204" pitchFamily="34" charset="-122"/>
              </a:rPr>
              <a:t>Knowledge</a:t>
            </a:r>
            <a:br>
              <a:rPr lang="en-US" sz="1000" dirty="0">
                <a:solidFill>
                  <a:prstClr val="black"/>
                </a:solidFill>
                <a:latin typeface="腾讯体 W3" panose="020C04030202040F0204" pitchFamily="34" charset="-122"/>
              </a:rPr>
            </a:br>
            <a:r>
              <a:rPr lang="en-US" sz="1000" dirty="0">
                <a:solidFill>
                  <a:prstClr val="black"/>
                </a:solidFill>
                <a:latin typeface="腾讯体 W3" panose="020C04030202040F0204" pitchFamily="34" charset="-122"/>
              </a:rPr>
              <a:t>management Systems</a:t>
            </a:r>
            <a:endParaRPr lang="en-US" sz="1000" dirty="0">
              <a:solidFill>
                <a:prstClr val="black"/>
              </a:solidFill>
              <a:latin typeface="腾讯体 W3" panose="020C04030202040F0204" pitchFamily="34" charset="-122"/>
            </a:endParaRPr>
          </a:p>
        </p:txBody>
      </p:sp>
      <p:sp>
        <p:nvSpPr>
          <p:cNvPr id="51" name="TextBox 55"/>
          <p:cNvSpPr txBox="1">
            <a:spLocks noChangeArrowheads="1"/>
          </p:cNvSpPr>
          <p:nvPr/>
        </p:nvSpPr>
        <p:spPr bwMode="auto">
          <a:xfrm>
            <a:off x="6889988" y="2770510"/>
            <a:ext cx="2357120" cy="506730"/>
          </a:xfrm>
          <a:prstGeom prst="rect">
            <a:avLst/>
          </a:prstGeom>
          <a:noFill/>
          <a:ln>
            <a:noFill/>
          </a:ln>
        </p:spPr>
        <p:txBody>
          <a:bodyPr wrap="none" anchor="ctr">
            <a:spAutoFit/>
          </a:bodyPr>
          <a:lstStyle>
            <a:defPPr>
              <a:defRPr lang="en-US"/>
            </a:defPPr>
            <a:lvl1pPr algn="r" eaLnBrk="1" hangingPunct="1">
              <a:lnSpc>
                <a:spcPct val="90000"/>
              </a:lnSpc>
              <a:defRPr sz="1050" b="0">
                <a:solidFill>
                  <a:srgbClr val="485368"/>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lgn="l">
              <a:defRPr/>
            </a:pPr>
            <a:r>
              <a:rPr lang="en-US" sz="1000" dirty="0">
                <a:solidFill>
                  <a:prstClr val="black"/>
                </a:solidFill>
                <a:latin typeface="腾讯体 W3" panose="020C04030202040F0204" pitchFamily="34" charset="-122"/>
              </a:rPr>
              <a:t>Values &amp; standards</a:t>
            </a:r>
            <a:endParaRPr lang="en-US" sz="1000" dirty="0">
              <a:solidFill>
                <a:prstClr val="black"/>
              </a:solidFill>
              <a:latin typeface="腾讯体 W3" panose="020C04030202040F0204" pitchFamily="34" charset="-122"/>
            </a:endParaRPr>
          </a:p>
          <a:p>
            <a:pPr algn="l">
              <a:defRPr/>
            </a:pPr>
            <a:r>
              <a:rPr lang="en-US" sz="1000" dirty="0">
                <a:solidFill>
                  <a:prstClr val="black"/>
                </a:solidFill>
                <a:latin typeface="腾讯体 W3" panose="020C04030202040F0204" pitchFamily="34" charset="-122"/>
              </a:rPr>
              <a:t>   Expectations &amp; unwritten rules</a:t>
            </a:r>
            <a:endParaRPr lang="en-US" sz="1000" dirty="0">
              <a:solidFill>
                <a:prstClr val="black"/>
              </a:solidFill>
              <a:latin typeface="腾讯体 W3" panose="020C04030202040F0204" pitchFamily="34" charset="-122"/>
            </a:endParaRPr>
          </a:p>
          <a:p>
            <a:pPr algn="l">
              <a:defRPr/>
            </a:pPr>
            <a:r>
              <a:rPr lang="en-US" sz="1000" dirty="0">
                <a:solidFill>
                  <a:prstClr val="black"/>
                </a:solidFill>
                <a:latin typeface="腾讯体 W3" panose="020C04030202040F0204" pitchFamily="34" charset="-122"/>
              </a:rPr>
              <a:t>       Behaviors</a:t>
            </a:r>
            <a:endParaRPr lang="en-US" sz="1000" dirty="0">
              <a:solidFill>
                <a:prstClr val="black"/>
              </a:solidFill>
              <a:latin typeface="腾讯体 W3" panose="020C04030202040F0204" pitchFamily="34" charset="-122"/>
            </a:endParaRPr>
          </a:p>
        </p:txBody>
      </p:sp>
      <p:sp>
        <p:nvSpPr>
          <p:cNvPr id="52" name="TextBox 57"/>
          <p:cNvSpPr txBox="1">
            <a:spLocks noChangeArrowheads="1"/>
          </p:cNvSpPr>
          <p:nvPr/>
        </p:nvSpPr>
        <p:spPr bwMode="auto">
          <a:xfrm>
            <a:off x="7169490" y="3767917"/>
            <a:ext cx="2464435" cy="506730"/>
          </a:xfrm>
          <a:prstGeom prst="rect">
            <a:avLst/>
          </a:prstGeom>
          <a:noFill/>
          <a:ln>
            <a:noFill/>
          </a:ln>
        </p:spPr>
        <p:txBody>
          <a:bodyPr wrap="none" anchor="ctr">
            <a:spAutoFit/>
          </a:bodyPr>
          <a:lstStyle>
            <a:defPPr>
              <a:defRPr lang="en-US"/>
            </a:defPPr>
            <a:lvl1pPr algn="r" eaLnBrk="1" hangingPunct="1">
              <a:lnSpc>
                <a:spcPct val="90000"/>
              </a:lnSpc>
              <a:defRPr sz="1050" b="0">
                <a:solidFill>
                  <a:srgbClr val="485368"/>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lgn="l">
              <a:defRPr/>
            </a:pPr>
            <a:r>
              <a:rPr lang="en-US" sz="1000" dirty="0">
                <a:solidFill>
                  <a:prstClr val="black"/>
                </a:solidFill>
                <a:latin typeface="腾讯体 W3" panose="020C04030202040F0204" pitchFamily="34" charset="-122"/>
              </a:rPr>
              <a:t> Identity, shared language &amp; beliefs</a:t>
            </a:r>
            <a:endParaRPr lang="en-US" sz="1000" dirty="0">
              <a:solidFill>
                <a:prstClr val="black"/>
              </a:solidFill>
              <a:latin typeface="腾讯体 W3" panose="020C04030202040F0204" pitchFamily="34" charset="-122"/>
            </a:endParaRPr>
          </a:p>
          <a:p>
            <a:pPr algn="l">
              <a:defRPr/>
            </a:pPr>
            <a:r>
              <a:rPr lang="en-US" sz="1000" dirty="0">
                <a:solidFill>
                  <a:prstClr val="black"/>
                </a:solidFill>
                <a:latin typeface="腾讯体 W3" panose="020C04030202040F0204" pitchFamily="34" charset="-122"/>
              </a:rPr>
              <a:t> Assumptions &amp; biases</a:t>
            </a:r>
            <a:endParaRPr lang="en-US" sz="1000" dirty="0">
              <a:solidFill>
                <a:prstClr val="black"/>
              </a:solidFill>
              <a:latin typeface="腾讯体 W3" panose="020C04030202040F0204" pitchFamily="34" charset="-122"/>
            </a:endParaRPr>
          </a:p>
          <a:p>
            <a:pPr algn="l">
              <a:defRPr/>
            </a:pPr>
            <a:r>
              <a:rPr lang="en-US" sz="1000" dirty="0">
                <a:solidFill>
                  <a:prstClr val="black"/>
                </a:solidFill>
                <a:latin typeface="腾讯体 W3" panose="020C04030202040F0204" pitchFamily="34" charset="-122"/>
              </a:rPr>
              <a:t>Mental methods</a:t>
            </a:r>
            <a:endParaRPr lang="en-US" sz="1000" dirty="0">
              <a:solidFill>
                <a:prstClr val="black"/>
              </a:solidFill>
              <a:latin typeface="腾讯体 W3" panose="020C04030202040F0204" pitchFamily="34" charset="-122"/>
            </a:endParaRPr>
          </a:p>
        </p:txBody>
      </p:sp>
      <p:sp>
        <p:nvSpPr>
          <p:cNvPr id="53" name="TextBox 52"/>
          <p:cNvSpPr txBox="1"/>
          <p:nvPr/>
        </p:nvSpPr>
        <p:spPr>
          <a:xfrm>
            <a:off x="1772221" y="297606"/>
            <a:ext cx="6095774" cy="1200200"/>
          </a:xfrm>
          <a:prstGeom prst="rect">
            <a:avLst/>
          </a:prstGeom>
          <a:noFill/>
        </p:spPr>
        <p:txBody>
          <a:bodyPr wrap="square" lIns="0" tIns="0" rIns="0" bIns="0" rtlCol="0">
            <a:noAutofit/>
          </a:bodyPr>
          <a:lstStyle/>
          <a:p>
            <a:pPr indent="-302260">
              <a:spcAft>
                <a:spcPts val="990"/>
              </a:spcAft>
            </a:pPr>
            <a:r>
              <a:rPr lang="en-GB" sz="2400" b="1" dirty="0" smtClean="0">
                <a:latin typeface="腾讯体 W7" panose="020C08030202040F0204" pitchFamily="18" charset="-122"/>
              </a:rPr>
              <a:t>Org </a:t>
            </a:r>
            <a:r>
              <a:rPr lang="en-GB" sz="2400" b="1" dirty="0">
                <a:latin typeface="腾讯体 W7" panose="020C08030202040F0204" pitchFamily="18" charset="-122"/>
              </a:rPr>
              <a:t>profiler</a:t>
            </a:r>
            <a:endParaRPr lang="en-GB" sz="2400" b="1" dirty="0">
              <a:latin typeface="腾讯体 W7" panose="020C08030202040F0204" pitchFamily="18" charset="-122"/>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Transformation Chart</a:t>
            </a:r>
            <a:br>
              <a:rPr lang="en-GB" dirty="0" smtClean="0"/>
            </a:br>
            <a:endParaRPr lang="en-GB" b="0" i="0"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3" name="Rectangle 2"/>
          <p:cNvSpPr/>
          <p:nvPr/>
        </p:nvSpPr>
        <p:spPr bwMode="ltGray">
          <a:xfrm>
            <a:off x="2242512" y="2449443"/>
            <a:ext cx="3265306" cy="163265"/>
          </a:xfrm>
          <a:prstGeom prst="rect">
            <a:avLst/>
          </a:prstGeom>
          <a:solidFill>
            <a:schemeClr val="accent3"/>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Group consolidation</a:t>
            </a:r>
            <a:endParaRPr lang="en-GB" sz="725" dirty="0" smtClean="0">
              <a:solidFill>
                <a:schemeClr val="bg1"/>
              </a:solidFill>
              <a:latin typeface="腾讯体 W7" panose="020C08030202040F0204" pitchFamily="18" charset="-122"/>
            </a:endParaRPr>
          </a:p>
        </p:txBody>
      </p:sp>
      <p:sp>
        <p:nvSpPr>
          <p:cNvPr id="261" name="Rectangle 260"/>
          <p:cNvSpPr/>
          <p:nvPr/>
        </p:nvSpPr>
        <p:spPr bwMode="ltGray">
          <a:xfrm>
            <a:off x="2242512" y="3559442"/>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a:t>
            </a:r>
            <a:br>
              <a:rPr lang="en-GB" sz="725" dirty="0" smtClean="0">
                <a:solidFill>
                  <a:schemeClr val="bg1"/>
                </a:solidFill>
                <a:latin typeface="腾讯体 W7" panose="020C08030202040F0204" pitchFamily="18" charset="-122"/>
              </a:rPr>
            </a:br>
            <a:r>
              <a:rPr lang="en-GB" sz="725" dirty="0" smtClean="0">
                <a:solidFill>
                  <a:schemeClr val="bg1"/>
                </a:solidFill>
                <a:latin typeface="腾讯体 W7" panose="020C08030202040F0204" pitchFamily="18" charset="-122"/>
              </a:rPr>
              <a:t>1</a:t>
            </a:r>
            <a:endParaRPr lang="en-GB" sz="725" dirty="0" smtClean="0">
              <a:solidFill>
                <a:schemeClr val="bg1"/>
              </a:solidFill>
              <a:latin typeface="腾讯体 W7" panose="020C08030202040F0204" pitchFamily="18" charset="-122"/>
            </a:endParaRPr>
          </a:p>
        </p:txBody>
      </p:sp>
      <p:sp>
        <p:nvSpPr>
          <p:cNvPr id="262" name="Rectangle 261"/>
          <p:cNvSpPr/>
          <p:nvPr/>
        </p:nvSpPr>
        <p:spPr bwMode="ltGray">
          <a:xfrm>
            <a:off x="3058769" y="3559442"/>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a:t>
            </a:r>
            <a:br>
              <a:rPr lang="en-GB" sz="725" dirty="0" smtClean="0">
                <a:solidFill>
                  <a:schemeClr val="bg1"/>
                </a:solidFill>
                <a:latin typeface="腾讯体 W7" panose="020C08030202040F0204" pitchFamily="18" charset="-122"/>
              </a:rPr>
            </a:br>
            <a:r>
              <a:rPr lang="en-GB" sz="725" dirty="0" smtClean="0">
                <a:solidFill>
                  <a:schemeClr val="bg1"/>
                </a:solidFill>
                <a:latin typeface="腾讯体 W7" panose="020C08030202040F0204" pitchFamily="18" charset="-122"/>
              </a:rPr>
              <a:t>2</a:t>
            </a:r>
            <a:endParaRPr lang="en-GB" sz="725" dirty="0" smtClean="0">
              <a:solidFill>
                <a:schemeClr val="bg1"/>
              </a:solidFill>
              <a:latin typeface="腾讯体 W7" panose="020C08030202040F0204" pitchFamily="18" charset="-122"/>
            </a:endParaRPr>
          </a:p>
        </p:txBody>
      </p:sp>
      <p:sp>
        <p:nvSpPr>
          <p:cNvPr id="263" name="Rectangle 262"/>
          <p:cNvSpPr/>
          <p:nvPr/>
        </p:nvSpPr>
        <p:spPr bwMode="ltGray">
          <a:xfrm>
            <a:off x="3875027" y="3559442"/>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a:t>
            </a:r>
            <a:br>
              <a:rPr lang="en-GB" sz="725" dirty="0" smtClean="0">
                <a:solidFill>
                  <a:schemeClr val="bg1"/>
                </a:solidFill>
                <a:latin typeface="腾讯体 W7" panose="020C08030202040F0204" pitchFamily="18" charset="-122"/>
              </a:rPr>
            </a:br>
            <a:r>
              <a:rPr lang="en-GB" sz="725" dirty="0" smtClean="0">
                <a:solidFill>
                  <a:schemeClr val="bg1"/>
                </a:solidFill>
                <a:latin typeface="腾讯体 W7" panose="020C08030202040F0204" pitchFamily="18" charset="-122"/>
              </a:rPr>
              <a:t>3</a:t>
            </a:r>
            <a:endParaRPr lang="en-GB" sz="725" dirty="0" smtClean="0">
              <a:solidFill>
                <a:schemeClr val="bg1"/>
              </a:solidFill>
              <a:latin typeface="腾讯体 W7" panose="020C08030202040F0204" pitchFamily="18" charset="-122"/>
            </a:endParaRPr>
          </a:p>
        </p:txBody>
      </p:sp>
      <p:sp>
        <p:nvSpPr>
          <p:cNvPr id="264" name="Rectangle 263"/>
          <p:cNvSpPr/>
          <p:nvPr/>
        </p:nvSpPr>
        <p:spPr bwMode="ltGray">
          <a:xfrm>
            <a:off x="4691285" y="3559442"/>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a:t>
            </a:r>
            <a:br>
              <a:rPr lang="en-GB" sz="725" dirty="0" smtClean="0">
                <a:solidFill>
                  <a:schemeClr val="bg1"/>
                </a:solidFill>
                <a:latin typeface="腾讯体 W7" panose="020C08030202040F0204" pitchFamily="18" charset="-122"/>
              </a:rPr>
            </a:br>
            <a:r>
              <a:rPr lang="en-GB" sz="725" dirty="0" smtClean="0">
                <a:solidFill>
                  <a:schemeClr val="bg1"/>
                </a:solidFill>
                <a:latin typeface="腾讯体 W7" panose="020C08030202040F0204" pitchFamily="18" charset="-122"/>
              </a:rPr>
              <a:t>4</a:t>
            </a:r>
            <a:endParaRPr lang="en-GB" sz="725" dirty="0" smtClean="0">
              <a:solidFill>
                <a:schemeClr val="bg1"/>
              </a:solidFill>
              <a:latin typeface="腾讯体 W7" panose="020C08030202040F0204" pitchFamily="18" charset="-122"/>
            </a:endParaRPr>
          </a:p>
        </p:txBody>
      </p:sp>
      <p:sp>
        <p:nvSpPr>
          <p:cNvPr id="265" name="Rectangle 264"/>
          <p:cNvSpPr/>
          <p:nvPr/>
        </p:nvSpPr>
        <p:spPr bwMode="ltGray">
          <a:xfrm>
            <a:off x="2242512" y="4095206"/>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a:t>
            </a:r>
            <a:br>
              <a:rPr lang="en-GB" sz="725" dirty="0" smtClean="0">
                <a:solidFill>
                  <a:schemeClr val="bg1"/>
                </a:solidFill>
                <a:latin typeface="腾讯体 W7" panose="020C08030202040F0204" pitchFamily="18" charset="-122"/>
              </a:rPr>
            </a:br>
            <a:r>
              <a:rPr lang="en-GB" sz="725" dirty="0" smtClean="0">
                <a:solidFill>
                  <a:schemeClr val="bg1"/>
                </a:solidFill>
                <a:latin typeface="腾讯体 W7" panose="020C08030202040F0204" pitchFamily="18" charset="-122"/>
              </a:rPr>
              <a:t>5</a:t>
            </a:r>
            <a:endParaRPr lang="en-GB" sz="725" dirty="0" smtClean="0">
              <a:solidFill>
                <a:schemeClr val="bg1"/>
              </a:solidFill>
              <a:latin typeface="腾讯体 W7" panose="020C08030202040F0204" pitchFamily="18" charset="-122"/>
            </a:endParaRPr>
          </a:p>
        </p:txBody>
      </p:sp>
      <p:sp>
        <p:nvSpPr>
          <p:cNvPr id="266" name="Rectangle 265"/>
          <p:cNvSpPr/>
          <p:nvPr/>
        </p:nvSpPr>
        <p:spPr bwMode="ltGray">
          <a:xfrm>
            <a:off x="3058769" y="4095206"/>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a:t>
            </a:r>
            <a:br>
              <a:rPr lang="en-GB" sz="725" dirty="0" smtClean="0">
                <a:solidFill>
                  <a:schemeClr val="bg1"/>
                </a:solidFill>
                <a:latin typeface="腾讯体 W7" panose="020C08030202040F0204" pitchFamily="18" charset="-122"/>
              </a:rPr>
            </a:br>
            <a:r>
              <a:rPr lang="en-GB" sz="725" dirty="0" smtClean="0">
                <a:solidFill>
                  <a:schemeClr val="bg1"/>
                </a:solidFill>
                <a:latin typeface="腾讯体 W7" panose="020C08030202040F0204" pitchFamily="18" charset="-122"/>
              </a:rPr>
              <a:t>6</a:t>
            </a:r>
            <a:endParaRPr lang="en-GB" sz="725" dirty="0" smtClean="0">
              <a:solidFill>
                <a:schemeClr val="bg1"/>
              </a:solidFill>
              <a:latin typeface="腾讯体 W7" panose="020C08030202040F0204" pitchFamily="18" charset="-122"/>
            </a:endParaRPr>
          </a:p>
        </p:txBody>
      </p:sp>
      <p:sp>
        <p:nvSpPr>
          <p:cNvPr id="267" name="Rectangle 266"/>
          <p:cNvSpPr/>
          <p:nvPr/>
        </p:nvSpPr>
        <p:spPr bwMode="ltGray">
          <a:xfrm>
            <a:off x="3875027" y="4095206"/>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a:t>
            </a:r>
            <a:br>
              <a:rPr lang="en-GB" sz="725" dirty="0" smtClean="0">
                <a:solidFill>
                  <a:schemeClr val="bg1"/>
                </a:solidFill>
                <a:latin typeface="腾讯体 W7" panose="020C08030202040F0204" pitchFamily="18" charset="-122"/>
              </a:rPr>
            </a:br>
            <a:r>
              <a:rPr lang="en-GB" sz="725" dirty="0" smtClean="0">
                <a:solidFill>
                  <a:schemeClr val="bg1"/>
                </a:solidFill>
                <a:latin typeface="腾讯体 W7" panose="020C08030202040F0204" pitchFamily="18" charset="-122"/>
              </a:rPr>
              <a:t>7</a:t>
            </a:r>
            <a:endParaRPr lang="en-GB" sz="725" dirty="0" smtClean="0">
              <a:solidFill>
                <a:schemeClr val="bg1"/>
              </a:solidFill>
              <a:latin typeface="腾讯体 W7" panose="020C08030202040F0204" pitchFamily="18" charset="-122"/>
            </a:endParaRPr>
          </a:p>
        </p:txBody>
      </p:sp>
      <p:sp>
        <p:nvSpPr>
          <p:cNvPr id="268" name="Rectangle 267"/>
          <p:cNvSpPr/>
          <p:nvPr/>
        </p:nvSpPr>
        <p:spPr bwMode="ltGray">
          <a:xfrm>
            <a:off x="4691285" y="4095206"/>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a:t>
            </a:r>
            <a:br>
              <a:rPr lang="en-GB" sz="725" dirty="0" smtClean="0">
                <a:solidFill>
                  <a:schemeClr val="bg1"/>
                </a:solidFill>
                <a:latin typeface="腾讯体 W7" panose="020C08030202040F0204" pitchFamily="18" charset="-122"/>
              </a:rPr>
            </a:br>
            <a:r>
              <a:rPr lang="en-GB" sz="725" dirty="0" smtClean="0">
                <a:solidFill>
                  <a:schemeClr val="bg1"/>
                </a:solidFill>
                <a:latin typeface="腾讯体 W7" panose="020C08030202040F0204" pitchFamily="18" charset="-122"/>
              </a:rPr>
              <a:t>8</a:t>
            </a:r>
            <a:endParaRPr lang="en-GB" sz="725" dirty="0" smtClean="0">
              <a:solidFill>
                <a:schemeClr val="bg1"/>
              </a:solidFill>
              <a:latin typeface="腾讯体 W7" panose="020C08030202040F0204" pitchFamily="18" charset="-122"/>
            </a:endParaRPr>
          </a:p>
        </p:txBody>
      </p:sp>
      <p:sp>
        <p:nvSpPr>
          <p:cNvPr id="269" name="Rectangle 268"/>
          <p:cNvSpPr/>
          <p:nvPr/>
        </p:nvSpPr>
        <p:spPr bwMode="ltGray">
          <a:xfrm>
            <a:off x="2242511" y="4633263"/>
            <a:ext cx="1469388" cy="1077551"/>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Shared services centres</a:t>
            </a:r>
            <a:endParaRPr lang="en-GB" sz="725" dirty="0" smtClean="0">
              <a:solidFill>
                <a:schemeClr val="bg1"/>
              </a:solidFill>
              <a:latin typeface="腾讯体 W7" panose="020C08030202040F0204" pitchFamily="18" charset="-122"/>
            </a:endParaRPr>
          </a:p>
        </p:txBody>
      </p:sp>
      <p:sp>
        <p:nvSpPr>
          <p:cNvPr id="270" name="Rectangle 269"/>
          <p:cNvSpPr/>
          <p:nvPr/>
        </p:nvSpPr>
        <p:spPr bwMode="ltGray">
          <a:xfrm>
            <a:off x="3711837" y="4633263"/>
            <a:ext cx="1110327" cy="1077551"/>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Finance systems</a:t>
            </a:r>
            <a:endParaRPr lang="en-GB" sz="725" dirty="0" smtClean="0">
              <a:solidFill>
                <a:schemeClr val="bg1"/>
              </a:solidFill>
              <a:latin typeface="腾讯体 W7" panose="020C08030202040F0204" pitchFamily="18" charset="-122"/>
            </a:endParaRPr>
          </a:p>
        </p:txBody>
      </p:sp>
      <p:sp>
        <p:nvSpPr>
          <p:cNvPr id="271" name="Rectangle 270"/>
          <p:cNvSpPr/>
          <p:nvPr/>
        </p:nvSpPr>
        <p:spPr bwMode="ltGray">
          <a:xfrm>
            <a:off x="4822103" y="4633263"/>
            <a:ext cx="685714" cy="1077551"/>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Common IT infrastructure</a:t>
            </a:r>
            <a:endParaRPr lang="en-GB" sz="725" dirty="0" smtClean="0">
              <a:solidFill>
                <a:schemeClr val="bg1"/>
              </a:solidFill>
              <a:latin typeface="腾讯体 W7" panose="020C08030202040F0204" pitchFamily="18" charset="-122"/>
            </a:endParaRPr>
          </a:p>
        </p:txBody>
      </p:sp>
      <p:graphicFrame>
        <p:nvGraphicFramePr>
          <p:cNvPr id="5" name="Table 4"/>
          <p:cNvGraphicFramePr>
            <a:graphicFrameLocks noGrp="1"/>
          </p:cNvGraphicFramePr>
          <p:nvPr/>
        </p:nvGraphicFramePr>
        <p:xfrm>
          <a:off x="2249277" y="2612708"/>
          <a:ext cx="3276600" cy="946785"/>
        </p:xfrm>
        <a:graphic>
          <a:graphicData uri="http://schemas.openxmlformats.org/drawingml/2006/table">
            <a:tbl>
              <a:tblPr firstRow="1" bandRow="1">
                <a:tableStyleId>{69D073F8-1565-44D7-B386-08B59EADF2EE}</a:tableStyleId>
              </a:tblPr>
              <a:tblGrid>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tblGrid>
              <a:tr h="135255">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r>
              <a:tr h="135255">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r>
              <a:tr h="135255">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r>
              <a:tr h="135255">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r>
              <a:tr h="135255">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r>
              <a:tr h="135255">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r>
              <a:tr h="135255">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r>
            </a:tbl>
          </a:graphicData>
        </a:graphic>
      </p:graphicFrame>
      <p:sp>
        <p:nvSpPr>
          <p:cNvPr id="272" name="Rectangle 271"/>
          <p:cNvSpPr/>
          <p:nvPr/>
        </p:nvSpPr>
        <p:spPr bwMode="ltGray">
          <a:xfrm>
            <a:off x="3421367" y="3087554"/>
            <a:ext cx="911009" cy="130612"/>
          </a:xfrm>
          <a:prstGeom prst="rect">
            <a:avLst/>
          </a:prstGeom>
          <a:solidFill>
            <a:schemeClr val="accent2"/>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Statutory entities</a:t>
            </a:r>
            <a:endParaRPr lang="en-GB" sz="725" dirty="0" smtClean="0">
              <a:solidFill>
                <a:schemeClr val="bg1"/>
              </a:solidFill>
              <a:latin typeface="腾讯体 W7" panose="020C08030202040F0204" pitchFamily="18" charset="-122"/>
            </a:endParaRPr>
          </a:p>
        </p:txBody>
      </p:sp>
      <p:sp>
        <p:nvSpPr>
          <p:cNvPr id="273" name="Rectangle 272"/>
          <p:cNvSpPr/>
          <p:nvPr/>
        </p:nvSpPr>
        <p:spPr>
          <a:xfrm>
            <a:off x="2249277" y="2177210"/>
            <a:ext cx="1295130" cy="231140"/>
          </a:xfrm>
          <a:prstGeom prst="rect">
            <a:avLst/>
          </a:prstGeom>
        </p:spPr>
        <p:txBody>
          <a:bodyPr wrap="square" lIns="0">
            <a:spAutoFit/>
          </a:bodyPr>
          <a:lstStyle/>
          <a:p>
            <a:pPr marL="0" marR="0" lvl="0" indent="0" defTabSz="914400" eaLnBrk="1" fontAlgn="auto" latinLnBrk="0" hangingPunct="1">
              <a:lnSpc>
                <a:spcPct val="100000"/>
              </a:lnSpc>
              <a:spcBef>
                <a:spcPts val="0"/>
              </a:spcBef>
              <a:spcAft>
                <a:spcPts val="0"/>
              </a:spcAft>
              <a:buClrTx/>
              <a:buSzTx/>
              <a:buFontTx/>
              <a:buNone/>
              <a:defRPr/>
            </a:pPr>
            <a:r>
              <a:rPr kumimoji="0" lang="en-GB" sz="905" b="1" i="0" u="none" strike="noStrike" kern="0" cap="none" spc="0" normalizeH="0" baseline="0" noProof="0" dirty="0" smtClean="0">
                <a:ln>
                  <a:noFill/>
                </a:ln>
                <a:solidFill>
                  <a:srgbClr val="000000"/>
                </a:solidFill>
                <a:effectLst/>
                <a:uLnTx/>
                <a:uFillTx/>
                <a:latin typeface="+mj-lt"/>
              </a:rPr>
              <a:t>2012</a:t>
            </a:r>
            <a:endParaRPr kumimoji="0" lang="en-GB" sz="905" b="1" i="0" u="none" strike="noStrike" kern="0" cap="none" spc="0" normalizeH="0" baseline="0" noProof="0" dirty="0" smtClean="0">
              <a:ln>
                <a:noFill/>
              </a:ln>
              <a:solidFill>
                <a:srgbClr val="000000"/>
              </a:solidFill>
              <a:effectLst/>
              <a:uLnTx/>
              <a:uFillTx/>
              <a:latin typeface="+mj-lt"/>
            </a:endParaRPr>
          </a:p>
        </p:txBody>
      </p:sp>
      <p:sp>
        <p:nvSpPr>
          <p:cNvPr id="274" name="Rectangle 273"/>
          <p:cNvSpPr/>
          <p:nvPr/>
        </p:nvSpPr>
        <p:spPr bwMode="ltGray">
          <a:xfrm>
            <a:off x="6687739" y="2449443"/>
            <a:ext cx="1926531" cy="836820"/>
          </a:xfrm>
          <a:prstGeom prst="rect">
            <a:avLst/>
          </a:prstGeom>
          <a:solidFill>
            <a:schemeClr val="accent3"/>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err="1" smtClean="0">
                <a:solidFill>
                  <a:schemeClr val="bg1"/>
                </a:solidFill>
                <a:latin typeface="腾讯体 W7" panose="020C08030202040F0204" pitchFamily="18" charset="-122"/>
              </a:rPr>
              <a:t>Groupwide</a:t>
            </a:r>
            <a:r>
              <a:rPr lang="en-GB" sz="725" dirty="0" smtClean="0">
                <a:solidFill>
                  <a:schemeClr val="bg1"/>
                </a:solidFill>
                <a:latin typeface="腾讯体 W7" panose="020C08030202040F0204" pitchFamily="18" charset="-122"/>
              </a:rPr>
              <a:t> functions</a:t>
            </a:r>
            <a:endParaRPr lang="en-GB" sz="725" dirty="0" smtClean="0">
              <a:solidFill>
                <a:schemeClr val="bg1"/>
              </a:solidFill>
              <a:latin typeface="腾讯体 W7" panose="020C08030202040F0204" pitchFamily="18" charset="-122"/>
            </a:endParaRPr>
          </a:p>
        </p:txBody>
      </p:sp>
      <p:grpSp>
        <p:nvGrpSpPr>
          <p:cNvPr id="6" name="Group 5"/>
          <p:cNvGrpSpPr/>
          <p:nvPr/>
        </p:nvGrpSpPr>
        <p:grpSpPr>
          <a:xfrm>
            <a:off x="6687739" y="3559442"/>
            <a:ext cx="3265323" cy="535764"/>
            <a:chOff x="5460479" y="3924285"/>
            <a:chExt cx="2700075" cy="1179836"/>
          </a:xfrm>
        </p:grpSpPr>
        <p:sp>
          <p:nvSpPr>
            <p:cNvPr id="275" name="Rectangle 274"/>
            <p:cNvSpPr/>
            <p:nvPr/>
          </p:nvSpPr>
          <p:spPr bwMode="ltGray">
            <a:xfrm>
              <a:off x="5460479" y="3924285"/>
              <a:ext cx="900227" cy="589156"/>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1</a:t>
              </a:r>
              <a:endParaRPr lang="en-GB" sz="725" dirty="0" smtClean="0">
                <a:solidFill>
                  <a:schemeClr val="bg1"/>
                </a:solidFill>
                <a:latin typeface="腾讯体 W7" panose="020C08030202040F0204" pitchFamily="18" charset="-122"/>
              </a:endParaRPr>
            </a:p>
          </p:txBody>
        </p:sp>
        <p:sp>
          <p:nvSpPr>
            <p:cNvPr id="276" name="Rectangle 275"/>
            <p:cNvSpPr/>
            <p:nvPr/>
          </p:nvSpPr>
          <p:spPr bwMode="ltGray">
            <a:xfrm>
              <a:off x="6360403" y="3924285"/>
              <a:ext cx="900227" cy="589156"/>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2</a:t>
              </a:r>
              <a:endParaRPr lang="en-GB" sz="725" dirty="0" smtClean="0">
                <a:solidFill>
                  <a:schemeClr val="bg1"/>
                </a:solidFill>
                <a:latin typeface="腾讯体 W7" panose="020C08030202040F0204" pitchFamily="18" charset="-122"/>
              </a:endParaRPr>
            </a:p>
          </p:txBody>
        </p:sp>
        <p:sp>
          <p:nvSpPr>
            <p:cNvPr id="277" name="Rectangle 276"/>
            <p:cNvSpPr/>
            <p:nvPr/>
          </p:nvSpPr>
          <p:spPr bwMode="ltGray">
            <a:xfrm>
              <a:off x="7260327" y="3924285"/>
              <a:ext cx="900227" cy="589156"/>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3</a:t>
              </a:r>
              <a:endParaRPr lang="en-GB" sz="725" dirty="0" smtClean="0">
                <a:solidFill>
                  <a:schemeClr val="bg1"/>
                </a:solidFill>
                <a:latin typeface="腾讯体 W7" panose="020C08030202040F0204" pitchFamily="18" charset="-122"/>
              </a:endParaRPr>
            </a:p>
          </p:txBody>
        </p:sp>
        <p:sp>
          <p:nvSpPr>
            <p:cNvPr id="279" name="Rectangle 278"/>
            <p:cNvSpPr/>
            <p:nvPr/>
          </p:nvSpPr>
          <p:spPr bwMode="ltGray">
            <a:xfrm>
              <a:off x="5460479" y="4514965"/>
              <a:ext cx="900227" cy="589156"/>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4</a:t>
              </a:r>
              <a:endParaRPr lang="en-GB" sz="725" dirty="0" smtClean="0">
                <a:solidFill>
                  <a:schemeClr val="bg1"/>
                </a:solidFill>
                <a:latin typeface="腾讯体 W7" panose="020C08030202040F0204" pitchFamily="18" charset="-122"/>
              </a:endParaRPr>
            </a:p>
          </p:txBody>
        </p:sp>
        <p:sp>
          <p:nvSpPr>
            <p:cNvPr id="280" name="Rectangle 279"/>
            <p:cNvSpPr/>
            <p:nvPr/>
          </p:nvSpPr>
          <p:spPr bwMode="ltGray">
            <a:xfrm>
              <a:off x="6360403" y="4514965"/>
              <a:ext cx="900227" cy="589156"/>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5</a:t>
              </a:r>
              <a:endParaRPr lang="en-GB" sz="725" dirty="0" smtClean="0">
                <a:solidFill>
                  <a:schemeClr val="bg1"/>
                </a:solidFill>
                <a:latin typeface="腾讯体 W7" panose="020C08030202040F0204" pitchFamily="18" charset="-122"/>
              </a:endParaRPr>
            </a:p>
          </p:txBody>
        </p:sp>
        <p:sp>
          <p:nvSpPr>
            <p:cNvPr id="281" name="Rectangle 280"/>
            <p:cNvSpPr/>
            <p:nvPr/>
          </p:nvSpPr>
          <p:spPr bwMode="ltGray">
            <a:xfrm>
              <a:off x="7260327" y="4514965"/>
              <a:ext cx="900227" cy="589156"/>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Component 6</a:t>
              </a:r>
              <a:endParaRPr lang="en-GB" sz="725" dirty="0" smtClean="0">
                <a:solidFill>
                  <a:schemeClr val="bg1"/>
                </a:solidFill>
                <a:latin typeface="腾讯体 W7" panose="020C08030202040F0204" pitchFamily="18" charset="-122"/>
              </a:endParaRPr>
            </a:p>
          </p:txBody>
        </p:sp>
      </p:grpSp>
      <p:grpSp>
        <p:nvGrpSpPr>
          <p:cNvPr id="8" name="Group 7"/>
          <p:cNvGrpSpPr/>
          <p:nvPr/>
        </p:nvGrpSpPr>
        <p:grpSpPr>
          <a:xfrm>
            <a:off x="6687738" y="4093824"/>
            <a:ext cx="3265307" cy="1616990"/>
            <a:chOff x="5460478" y="5108173"/>
            <a:chExt cx="3600001" cy="1188000"/>
          </a:xfrm>
        </p:grpSpPr>
        <p:sp>
          <p:nvSpPr>
            <p:cNvPr id="283" name="Rectangle 282"/>
            <p:cNvSpPr/>
            <p:nvPr/>
          </p:nvSpPr>
          <p:spPr bwMode="ltGray">
            <a:xfrm>
              <a:off x="5460478" y="5108173"/>
              <a:ext cx="1620000" cy="1188000"/>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Shared services centres</a:t>
              </a:r>
              <a:endParaRPr lang="en-GB" sz="725" dirty="0" smtClean="0">
                <a:solidFill>
                  <a:schemeClr val="bg1"/>
                </a:solidFill>
                <a:latin typeface="腾讯体 W7" panose="020C08030202040F0204" pitchFamily="18" charset="-122"/>
              </a:endParaRPr>
            </a:p>
          </p:txBody>
        </p:sp>
        <p:sp>
          <p:nvSpPr>
            <p:cNvPr id="284" name="Rectangle 283"/>
            <p:cNvSpPr/>
            <p:nvPr/>
          </p:nvSpPr>
          <p:spPr bwMode="ltGray">
            <a:xfrm>
              <a:off x="7080410" y="5108173"/>
              <a:ext cx="1224136" cy="1188000"/>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Finance systems</a:t>
              </a:r>
              <a:endParaRPr lang="en-GB" sz="725" dirty="0" smtClean="0">
                <a:solidFill>
                  <a:schemeClr val="bg1"/>
                </a:solidFill>
                <a:latin typeface="腾讯体 W7" panose="020C08030202040F0204" pitchFamily="18" charset="-122"/>
              </a:endParaRPr>
            </a:p>
          </p:txBody>
        </p:sp>
        <p:sp>
          <p:nvSpPr>
            <p:cNvPr id="285" name="Rectangle 284"/>
            <p:cNvSpPr/>
            <p:nvPr/>
          </p:nvSpPr>
          <p:spPr bwMode="ltGray">
            <a:xfrm>
              <a:off x="8304479" y="5108173"/>
              <a:ext cx="756000" cy="1188000"/>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Common IT infrastructure</a:t>
              </a:r>
              <a:endParaRPr lang="en-GB" sz="725" dirty="0" smtClean="0">
                <a:solidFill>
                  <a:schemeClr val="bg1"/>
                </a:solidFill>
                <a:latin typeface="腾讯体 W7" panose="020C08030202040F0204" pitchFamily="18" charset="-122"/>
              </a:endParaRPr>
            </a:p>
          </p:txBody>
        </p:sp>
      </p:grpSp>
      <p:graphicFrame>
        <p:nvGraphicFramePr>
          <p:cNvPr id="286" name="Table 285"/>
          <p:cNvGraphicFramePr>
            <a:graphicFrameLocks noGrp="1"/>
          </p:cNvGraphicFramePr>
          <p:nvPr/>
        </p:nvGraphicFramePr>
        <p:xfrm>
          <a:off x="6694504" y="3293539"/>
          <a:ext cx="3276600" cy="269240"/>
        </p:xfrm>
        <a:graphic>
          <a:graphicData uri="http://schemas.openxmlformats.org/drawingml/2006/table">
            <a:tbl>
              <a:tblPr firstRow="1" bandRow="1">
                <a:tableStyleId>{69D073F8-1565-44D7-B386-08B59EADF2EE}</a:tableStyleId>
              </a:tblPr>
              <a:tblGrid>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gridCol w="136525"/>
              </a:tblGrid>
              <a:tr h="134620">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r>
              <a:tr h="134620">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r>
            </a:tbl>
          </a:graphicData>
        </a:graphic>
      </p:graphicFrame>
      <p:sp>
        <p:nvSpPr>
          <p:cNvPr id="287" name="Rectangle 286"/>
          <p:cNvSpPr/>
          <p:nvPr/>
        </p:nvSpPr>
        <p:spPr bwMode="ltGray">
          <a:xfrm>
            <a:off x="7859189" y="3363715"/>
            <a:ext cx="911009" cy="130612"/>
          </a:xfrm>
          <a:prstGeom prst="rect">
            <a:avLst/>
          </a:prstGeom>
          <a:solidFill>
            <a:schemeClr val="accent2"/>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Statutory entities</a:t>
            </a:r>
            <a:endParaRPr lang="en-GB" sz="725" dirty="0" smtClean="0">
              <a:solidFill>
                <a:schemeClr val="bg1"/>
              </a:solidFill>
              <a:latin typeface="腾讯体 W7" panose="020C08030202040F0204" pitchFamily="18" charset="-122"/>
            </a:endParaRPr>
          </a:p>
        </p:txBody>
      </p:sp>
      <p:sp>
        <p:nvSpPr>
          <p:cNvPr id="288" name="Rectangle 287"/>
          <p:cNvSpPr/>
          <p:nvPr/>
        </p:nvSpPr>
        <p:spPr>
          <a:xfrm>
            <a:off x="6694504" y="2177210"/>
            <a:ext cx="1295130" cy="231140"/>
          </a:xfrm>
          <a:prstGeom prst="rect">
            <a:avLst/>
          </a:prstGeom>
        </p:spPr>
        <p:txBody>
          <a:bodyPr wrap="square" lIns="0">
            <a:spAutoFit/>
          </a:bodyPr>
          <a:lstStyle/>
          <a:p>
            <a:pPr marL="0" marR="0" lvl="0" indent="0" defTabSz="914400" eaLnBrk="1" fontAlgn="auto" latinLnBrk="0" hangingPunct="1">
              <a:lnSpc>
                <a:spcPct val="100000"/>
              </a:lnSpc>
              <a:spcBef>
                <a:spcPts val="0"/>
              </a:spcBef>
              <a:spcAft>
                <a:spcPts val="0"/>
              </a:spcAft>
              <a:buClrTx/>
              <a:buSzTx/>
              <a:buFontTx/>
              <a:buNone/>
              <a:defRPr/>
            </a:pPr>
            <a:r>
              <a:rPr kumimoji="0" lang="en-GB" sz="905" b="1" i="0" u="none" strike="noStrike" kern="0" cap="none" spc="0" normalizeH="0" baseline="0" noProof="0" dirty="0" smtClean="0">
                <a:ln>
                  <a:noFill/>
                </a:ln>
                <a:solidFill>
                  <a:srgbClr val="000000"/>
                </a:solidFill>
                <a:effectLst/>
                <a:uLnTx/>
                <a:uFillTx/>
                <a:latin typeface="+mj-lt"/>
              </a:rPr>
              <a:t>2016</a:t>
            </a:r>
            <a:endParaRPr kumimoji="0" lang="en-GB" sz="905" b="1" i="0" u="none" strike="noStrike" kern="0" cap="none" spc="0" normalizeH="0" baseline="0" noProof="0" dirty="0" smtClean="0">
              <a:ln>
                <a:noFill/>
              </a:ln>
              <a:solidFill>
                <a:srgbClr val="000000"/>
              </a:solidFill>
              <a:effectLst/>
              <a:uLnTx/>
              <a:uFillTx/>
              <a:latin typeface="+mj-lt"/>
            </a:endParaRPr>
          </a:p>
        </p:txBody>
      </p:sp>
      <p:sp>
        <p:nvSpPr>
          <p:cNvPr id="289" name="Rectangle 288"/>
          <p:cNvSpPr/>
          <p:nvPr/>
        </p:nvSpPr>
        <p:spPr bwMode="ltGray">
          <a:xfrm>
            <a:off x="8602836" y="2449442"/>
            <a:ext cx="1350208" cy="836821"/>
          </a:xfrm>
          <a:prstGeom prst="rect">
            <a:avLst/>
          </a:prstGeom>
          <a:solidFill>
            <a:schemeClr val="accent3"/>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smtClean="0">
                <a:solidFill>
                  <a:schemeClr val="bg1"/>
                </a:solidFill>
                <a:latin typeface="腾讯体 W7" panose="020C08030202040F0204" pitchFamily="18" charset="-122"/>
              </a:rPr>
              <a:t>Audit of tax, pensions, impairment</a:t>
            </a:r>
            <a:endParaRPr lang="en-GB" sz="725" dirty="0" smtClean="0">
              <a:solidFill>
                <a:schemeClr val="bg1"/>
              </a:solidFill>
              <a:latin typeface="腾讯体 W7" panose="020C08030202040F0204" pitchFamily="18" charset="-122"/>
            </a:endParaRPr>
          </a:p>
        </p:txBody>
      </p:sp>
      <p:cxnSp>
        <p:nvCxnSpPr>
          <p:cNvPr id="10" name="Straight Arrow Connector 9"/>
          <p:cNvCxnSpPr/>
          <p:nvPr/>
        </p:nvCxnSpPr>
        <p:spPr>
          <a:xfrm>
            <a:off x="5604837" y="4093824"/>
            <a:ext cx="979701" cy="0"/>
          </a:xfrm>
          <a:prstGeom prst="straightConnector1">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Balance chart</a:t>
            </a:r>
            <a:endParaRPr lang="en-GB"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979" name="Line 4"/>
          <p:cNvSpPr>
            <a:spLocks noChangeShapeType="1"/>
          </p:cNvSpPr>
          <p:nvPr/>
        </p:nvSpPr>
        <p:spPr bwMode="auto">
          <a:xfrm>
            <a:off x="2071599" y="5471341"/>
            <a:ext cx="2885866" cy="0"/>
          </a:xfrm>
          <a:prstGeom prst="line">
            <a:avLst/>
          </a:prstGeom>
          <a:noFill/>
          <a:ln w="50800">
            <a:solidFill>
              <a:srgbClr val="1450B8"/>
            </a:solidFill>
            <a:round/>
            <a:headEnd type="none" w="sm" len="sm"/>
            <a:tailEnd type="none" w="sm" len="sm"/>
          </a:ln>
          <a:effectLst/>
        </p:spPr>
        <p:txBody>
          <a:bodyPr wrap="none" lIns="88214" tIns="44107" rIns="88214" bIns="44107" anchor="ctr"/>
          <a:lstStyle/>
          <a:p>
            <a:endParaRPr lang="en-GB" sz="1815"/>
          </a:p>
        </p:txBody>
      </p:sp>
      <p:sp>
        <p:nvSpPr>
          <p:cNvPr id="980" name="Line 5"/>
          <p:cNvSpPr>
            <a:spLocks noChangeShapeType="1"/>
          </p:cNvSpPr>
          <p:nvPr/>
        </p:nvSpPr>
        <p:spPr bwMode="auto">
          <a:xfrm>
            <a:off x="6729849" y="4609700"/>
            <a:ext cx="2885866" cy="0"/>
          </a:xfrm>
          <a:prstGeom prst="line">
            <a:avLst/>
          </a:prstGeom>
          <a:noFill/>
          <a:ln w="50800">
            <a:solidFill>
              <a:srgbClr val="1450B8"/>
            </a:solidFill>
            <a:round/>
            <a:headEnd type="none" w="sm" len="sm"/>
            <a:tailEnd type="none" w="sm" len="sm"/>
          </a:ln>
          <a:effectLst/>
        </p:spPr>
        <p:txBody>
          <a:bodyPr wrap="none" lIns="88214" tIns="44107" rIns="88214" bIns="44107" anchor="ctr"/>
          <a:lstStyle/>
          <a:p>
            <a:endParaRPr lang="en-GB" sz="1815"/>
          </a:p>
        </p:txBody>
      </p:sp>
      <p:sp>
        <p:nvSpPr>
          <p:cNvPr id="981" name="AutoShape 6"/>
          <p:cNvSpPr>
            <a:spLocks noChangeArrowheads="1"/>
          </p:cNvSpPr>
          <p:nvPr/>
        </p:nvSpPr>
        <p:spPr bwMode="auto">
          <a:xfrm flipV="1">
            <a:off x="5505494" y="5443600"/>
            <a:ext cx="595546" cy="535263"/>
          </a:xfrm>
          <a:custGeom>
            <a:avLst/>
            <a:gdLst>
              <a:gd name="G0" fmla="+- 9943 0 0"/>
              <a:gd name="G1" fmla="+- 21600 0 9943"/>
              <a:gd name="G2" fmla="*/ 9943 1 2"/>
              <a:gd name="G3" fmla="+- 21600 0 G2"/>
              <a:gd name="G4" fmla="+/ 9943 21600 2"/>
              <a:gd name="G5" fmla="+/ G1 0 2"/>
              <a:gd name="G6" fmla="*/ 21600 21600 9943"/>
              <a:gd name="G7" fmla="*/ G6 1 2"/>
              <a:gd name="G8" fmla="+- 21600 0 G7"/>
              <a:gd name="G9" fmla="*/ 21600 1 2"/>
              <a:gd name="G10" fmla="+- 9943 0 G9"/>
              <a:gd name="G11" fmla="?: G10 G8 0"/>
              <a:gd name="G12" fmla="?: G10 G7 21600"/>
              <a:gd name="T0" fmla="*/ 16628 w 21600"/>
              <a:gd name="T1" fmla="*/ 10800 h 21600"/>
              <a:gd name="T2" fmla="*/ 10800 w 21600"/>
              <a:gd name="T3" fmla="*/ 21600 h 21600"/>
              <a:gd name="T4" fmla="*/ 4972 w 21600"/>
              <a:gd name="T5" fmla="*/ 10800 h 21600"/>
              <a:gd name="T6" fmla="*/ 10800 w 21600"/>
              <a:gd name="T7" fmla="*/ 0 h 21600"/>
              <a:gd name="T8" fmla="*/ 6772 w 21600"/>
              <a:gd name="T9" fmla="*/ 6772 h 21600"/>
              <a:gd name="T10" fmla="*/ 14828 w 21600"/>
              <a:gd name="T11" fmla="*/ 14828 h 21600"/>
            </a:gdLst>
            <a:ahLst/>
            <a:cxnLst>
              <a:cxn ang="0">
                <a:pos x="T0" y="T1"/>
              </a:cxn>
              <a:cxn ang="0">
                <a:pos x="T2" y="T3"/>
              </a:cxn>
              <a:cxn ang="0">
                <a:pos x="T4" y="T5"/>
              </a:cxn>
              <a:cxn ang="0">
                <a:pos x="T6" y="T7"/>
              </a:cxn>
            </a:cxnLst>
            <a:rect l="T8" t="T9" r="T10" b="T11"/>
            <a:pathLst>
              <a:path w="21600" h="21600">
                <a:moveTo>
                  <a:pt x="0" y="0"/>
                </a:moveTo>
                <a:lnTo>
                  <a:pt x="9943" y="21600"/>
                </a:lnTo>
                <a:lnTo>
                  <a:pt x="11657" y="21600"/>
                </a:lnTo>
                <a:lnTo>
                  <a:pt x="21600" y="0"/>
                </a:lnTo>
                <a:close/>
              </a:path>
            </a:pathLst>
          </a:custGeom>
          <a:solidFill>
            <a:srgbClr val="1450B8"/>
          </a:solidFill>
          <a:ln w="12700">
            <a:noFill/>
            <a:miter lim="800000"/>
          </a:ln>
          <a:effectLst/>
        </p:spPr>
        <p:txBody>
          <a:bodyPr wrap="none" lIns="88214" tIns="44107" rIns="88214" bIns="44107" anchor="ctr"/>
          <a:lstStyle/>
          <a:p>
            <a:endParaRPr lang="en-GB" sz="2800"/>
          </a:p>
        </p:txBody>
      </p:sp>
      <p:sp>
        <p:nvSpPr>
          <p:cNvPr id="982" name="Rectangle 7"/>
          <p:cNvSpPr>
            <a:spLocks noChangeArrowheads="1"/>
          </p:cNvSpPr>
          <p:nvPr/>
        </p:nvSpPr>
        <p:spPr bwMode="auto">
          <a:xfrm>
            <a:off x="2071598" y="2684061"/>
            <a:ext cx="2889034" cy="2664889"/>
          </a:xfrm>
          <a:prstGeom prst="rect">
            <a:avLst/>
          </a:prstGeom>
          <a:solidFill>
            <a:schemeClr val="tx2"/>
          </a:solidFill>
          <a:ln w="9525">
            <a:solidFill>
              <a:schemeClr val="tx2"/>
            </a:solidFill>
            <a:miter lim="800000"/>
          </a:ln>
          <a:effectLst/>
        </p:spPr>
        <p:txBody>
          <a:bodyPr lIns="88214" tIns="44107" rIns="88214" bIns="44107"/>
          <a:lstStyle/>
          <a:p>
            <a:pPr>
              <a:spcBef>
                <a:spcPts val="640"/>
              </a:spcBef>
              <a:buClr>
                <a:schemeClr val="accent2"/>
              </a:buClr>
            </a:pPr>
            <a:r>
              <a:rPr lang="en-GB" sz="1800" b="1" dirty="0" smtClean="0">
                <a:solidFill>
                  <a:schemeClr val="bg2"/>
                </a:solidFill>
                <a:latin typeface="+mj-lt"/>
              </a:rPr>
              <a:t>Text</a:t>
            </a:r>
            <a:endParaRPr lang="en-GB" sz="1800" b="1" dirty="0" smtClean="0">
              <a:solidFill>
                <a:schemeClr val="bg2"/>
              </a:solidFill>
              <a:latin typeface="+mj-lt"/>
            </a:endParaRPr>
          </a:p>
          <a:p>
            <a:pPr marL="250190" lvl="1" indent="-248285">
              <a:spcBef>
                <a:spcPts val="640"/>
              </a:spcBef>
              <a:buClr>
                <a:schemeClr val="bg2"/>
              </a:buClr>
              <a:buFont typeface="腾讯体 W3" panose="020C04030202040F0204" pitchFamily="34" charset="-122"/>
              <a:buChar char="•"/>
            </a:pPr>
            <a:r>
              <a:rPr lang="en-GB" sz="1600" dirty="0" smtClean="0">
                <a:solidFill>
                  <a:schemeClr val="bg2"/>
                </a:solidFill>
                <a:latin typeface="+mj-lt"/>
              </a:rPr>
              <a:t>Text</a:t>
            </a:r>
            <a:endParaRPr lang="en-GB" sz="1600" dirty="0" smtClean="0">
              <a:solidFill>
                <a:schemeClr val="bg2"/>
              </a:solidFill>
              <a:latin typeface="+mj-lt"/>
            </a:endParaRPr>
          </a:p>
          <a:p>
            <a:pPr marL="250190" lvl="1" indent="-248285">
              <a:spcBef>
                <a:spcPts val="640"/>
              </a:spcBef>
              <a:buClr>
                <a:schemeClr val="bg2"/>
              </a:buClr>
              <a:buFont typeface="腾讯体 W3" panose="020C04030202040F0204" pitchFamily="34" charset="-122"/>
              <a:buChar char="•"/>
            </a:pPr>
            <a:r>
              <a:rPr lang="en-GB" sz="1600" dirty="0" smtClean="0">
                <a:solidFill>
                  <a:schemeClr val="bg2"/>
                </a:solidFill>
                <a:latin typeface="+mj-lt"/>
              </a:rPr>
              <a:t>Text</a:t>
            </a:r>
            <a:endParaRPr lang="en-GB" sz="1600" dirty="0" smtClean="0">
              <a:solidFill>
                <a:schemeClr val="bg2"/>
              </a:solidFill>
              <a:latin typeface="+mj-lt"/>
            </a:endParaRPr>
          </a:p>
          <a:p>
            <a:pPr marL="250190" lvl="1" indent="-248285">
              <a:spcBef>
                <a:spcPts val="640"/>
              </a:spcBef>
              <a:buClr>
                <a:schemeClr val="bg2"/>
              </a:buClr>
              <a:buFont typeface="腾讯体 W3" panose="020C04030202040F0204" pitchFamily="34" charset="-122"/>
              <a:buChar char="•"/>
            </a:pPr>
            <a:r>
              <a:rPr lang="en-GB" sz="1600" dirty="0" smtClean="0">
                <a:solidFill>
                  <a:schemeClr val="bg2"/>
                </a:solidFill>
                <a:latin typeface="+mj-lt"/>
              </a:rPr>
              <a:t>Text</a:t>
            </a:r>
            <a:endParaRPr lang="en-GB" sz="1600" dirty="0" smtClean="0">
              <a:solidFill>
                <a:schemeClr val="bg2"/>
              </a:solidFill>
              <a:latin typeface="+mj-lt"/>
            </a:endParaRPr>
          </a:p>
        </p:txBody>
      </p:sp>
      <p:sp>
        <p:nvSpPr>
          <p:cNvPr id="983" name="Rectangle 8"/>
          <p:cNvSpPr>
            <a:spLocks noChangeArrowheads="1"/>
          </p:cNvSpPr>
          <p:nvPr/>
        </p:nvSpPr>
        <p:spPr bwMode="auto">
          <a:xfrm>
            <a:off x="6726680" y="1812415"/>
            <a:ext cx="2889034" cy="2664889"/>
          </a:xfrm>
          <a:prstGeom prst="rect">
            <a:avLst/>
          </a:prstGeom>
          <a:solidFill>
            <a:srgbClr val="1450B8"/>
          </a:solidFill>
          <a:ln w="9525" algn="ctr">
            <a:solidFill>
              <a:schemeClr val="tx2"/>
            </a:solidFill>
            <a:miter lim="800000"/>
          </a:ln>
          <a:effectLst/>
        </p:spPr>
        <p:txBody>
          <a:bodyPr lIns="88214" tIns="44107" rIns="88214" bIns="44107"/>
          <a:lstStyle/>
          <a:p>
            <a:pPr>
              <a:spcBef>
                <a:spcPts val="640"/>
              </a:spcBef>
              <a:buClr>
                <a:schemeClr val="accent2"/>
              </a:buClr>
            </a:pPr>
            <a:r>
              <a:rPr lang="en-GB" sz="1800" b="1" dirty="0" smtClean="0">
                <a:solidFill>
                  <a:schemeClr val="bg2"/>
                </a:solidFill>
                <a:latin typeface="+mj-lt"/>
              </a:rPr>
              <a:t>Text</a:t>
            </a:r>
            <a:endParaRPr lang="en-GB" sz="1800" b="1" dirty="0" smtClean="0">
              <a:solidFill>
                <a:schemeClr val="bg2"/>
              </a:solidFill>
              <a:latin typeface="+mj-lt"/>
            </a:endParaRPr>
          </a:p>
          <a:p>
            <a:pPr marL="250190" lvl="1" indent="-248285">
              <a:spcBef>
                <a:spcPts val="640"/>
              </a:spcBef>
              <a:buClr>
                <a:schemeClr val="bg2"/>
              </a:buClr>
              <a:buFont typeface="腾讯体 W3" panose="020C04030202040F0204" pitchFamily="34" charset="-122"/>
              <a:buChar char="•"/>
            </a:pPr>
            <a:r>
              <a:rPr lang="en-GB" sz="1600" dirty="0" smtClean="0">
                <a:solidFill>
                  <a:schemeClr val="bg2"/>
                </a:solidFill>
                <a:latin typeface="+mj-lt"/>
              </a:rPr>
              <a:t>Text</a:t>
            </a:r>
            <a:endParaRPr lang="en-GB" sz="1600" dirty="0" smtClean="0">
              <a:solidFill>
                <a:schemeClr val="bg2"/>
              </a:solidFill>
              <a:latin typeface="+mj-lt"/>
            </a:endParaRPr>
          </a:p>
          <a:p>
            <a:pPr marL="250190" lvl="1" indent="-248285">
              <a:spcBef>
                <a:spcPts val="640"/>
              </a:spcBef>
              <a:buClr>
                <a:schemeClr val="bg2"/>
              </a:buClr>
              <a:buFont typeface="腾讯体 W3" panose="020C04030202040F0204" pitchFamily="34" charset="-122"/>
              <a:buChar char="•"/>
            </a:pPr>
            <a:r>
              <a:rPr lang="en-GB" sz="1600" dirty="0" smtClean="0">
                <a:solidFill>
                  <a:schemeClr val="bg2"/>
                </a:solidFill>
                <a:latin typeface="+mj-lt"/>
              </a:rPr>
              <a:t>Text</a:t>
            </a:r>
            <a:endParaRPr lang="en-GB" sz="1600" dirty="0" smtClean="0">
              <a:solidFill>
                <a:schemeClr val="bg2"/>
              </a:solidFill>
              <a:latin typeface="+mj-lt"/>
            </a:endParaRPr>
          </a:p>
          <a:p>
            <a:pPr marL="250190" lvl="1" indent="-248285">
              <a:spcBef>
                <a:spcPts val="640"/>
              </a:spcBef>
              <a:buClr>
                <a:schemeClr val="bg2"/>
              </a:buClr>
              <a:buFont typeface="腾讯体 W3" panose="020C04030202040F0204" pitchFamily="34" charset="-122"/>
              <a:buChar char="•"/>
            </a:pPr>
            <a:r>
              <a:rPr lang="en-GB" sz="1600" dirty="0" smtClean="0">
                <a:solidFill>
                  <a:schemeClr val="bg2"/>
                </a:solidFill>
                <a:latin typeface="+mj-lt"/>
              </a:rPr>
              <a:t>Text</a:t>
            </a:r>
            <a:endParaRPr lang="en-GB" sz="1600" dirty="0" smtClean="0">
              <a:solidFill>
                <a:schemeClr val="bg2"/>
              </a:solidFill>
              <a:latin typeface="+mj-lt"/>
            </a:endParaRPr>
          </a:p>
        </p:txBody>
      </p:sp>
      <p:grpSp>
        <p:nvGrpSpPr>
          <p:cNvPr id="984" name="Group 9"/>
          <p:cNvGrpSpPr/>
          <p:nvPr/>
        </p:nvGrpSpPr>
        <p:grpSpPr bwMode="auto">
          <a:xfrm>
            <a:off x="3522452" y="4609700"/>
            <a:ext cx="4639243" cy="1254930"/>
            <a:chOff x="1390" y="2928"/>
            <a:chExt cx="2929" cy="769"/>
          </a:xfrm>
        </p:grpSpPr>
        <p:sp>
          <p:nvSpPr>
            <p:cNvPr id="985" name="Freeform 10"/>
            <p:cNvSpPr/>
            <p:nvPr/>
          </p:nvSpPr>
          <p:spPr bwMode="auto">
            <a:xfrm>
              <a:off x="1390" y="2928"/>
              <a:ext cx="2929" cy="769"/>
            </a:xfrm>
            <a:custGeom>
              <a:avLst/>
              <a:gdLst/>
              <a:ahLst/>
              <a:cxnLst>
                <a:cxn ang="0">
                  <a:pos x="0" y="528"/>
                </a:cxn>
                <a:cxn ang="0">
                  <a:pos x="0" y="768"/>
                </a:cxn>
                <a:cxn ang="0">
                  <a:pos x="2928" y="240"/>
                </a:cxn>
                <a:cxn ang="0">
                  <a:pos x="2928" y="0"/>
                </a:cxn>
              </a:cxnLst>
              <a:rect l="0" t="0" r="r" b="b"/>
              <a:pathLst>
                <a:path w="2929" h="769">
                  <a:moveTo>
                    <a:pt x="0" y="528"/>
                  </a:moveTo>
                  <a:lnTo>
                    <a:pt x="0" y="768"/>
                  </a:lnTo>
                  <a:lnTo>
                    <a:pt x="2928" y="240"/>
                  </a:lnTo>
                  <a:lnTo>
                    <a:pt x="2928" y="0"/>
                  </a:lnTo>
                </a:path>
              </a:pathLst>
            </a:custGeom>
            <a:noFill/>
            <a:ln w="50800" cap="rnd" cmpd="sng">
              <a:solidFill>
                <a:srgbClr val="1450B8"/>
              </a:solidFill>
              <a:prstDash val="solid"/>
              <a:round/>
              <a:headEnd type="none" w="sm" len="sm"/>
              <a:tailEnd type="none" w="sm" len="sm"/>
            </a:ln>
            <a:effectLst/>
          </p:spPr>
          <p:txBody>
            <a:bodyPr/>
            <a:lstStyle/>
            <a:p>
              <a:endParaRPr lang="en-GB" sz="2800"/>
            </a:p>
          </p:txBody>
        </p:sp>
        <p:sp>
          <p:nvSpPr>
            <p:cNvPr id="986" name="Line 11"/>
            <p:cNvSpPr>
              <a:spLocks noChangeShapeType="1"/>
            </p:cNvSpPr>
            <p:nvPr/>
          </p:nvSpPr>
          <p:spPr bwMode="auto">
            <a:xfrm rot="20993914" flipV="1">
              <a:off x="2822" y="3168"/>
              <a:ext cx="0" cy="480"/>
            </a:xfrm>
            <a:prstGeom prst="line">
              <a:avLst/>
            </a:prstGeom>
            <a:noFill/>
            <a:ln w="76200">
              <a:solidFill>
                <a:srgbClr val="1450B8"/>
              </a:solidFill>
              <a:round/>
              <a:tailEnd type="triangle" w="med" len="med"/>
            </a:ln>
            <a:effectLst/>
          </p:spPr>
          <p:txBody>
            <a:bodyPr wrap="none" lIns="81632" tIns="42448" rIns="81632" bIns="42448" anchor="ctr"/>
            <a:lstStyle/>
            <a:p>
              <a:endParaRPr lang="en-GB" sz="1815"/>
            </a:p>
          </p:txBody>
        </p:sp>
      </p:grpSp>
    </p:spTree>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p:cNvSpPr/>
          <p:nvPr/>
        </p:nvSpPr>
        <p:spPr bwMode="ltGray">
          <a:xfrm>
            <a:off x="4209663" y="1660693"/>
            <a:ext cx="3787755" cy="1703137"/>
          </a:xfrm>
          <a:prstGeom prst="roundRect">
            <a:avLst>
              <a:gd name="adj" fmla="val 12116"/>
            </a:avLst>
          </a:prstGeom>
          <a:no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5" name="Rectangle 4"/>
          <p:cNvSpPr/>
          <p:nvPr/>
        </p:nvSpPr>
        <p:spPr bwMode="ltGray">
          <a:xfrm>
            <a:off x="5579876" y="3233204"/>
            <a:ext cx="1879954" cy="261254"/>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6" name="Right Arrow 5"/>
          <p:cNvSpPr/>
          <p:nvPr/>
        </p:nvSpPr>
        <p:spPr bwMode="ltGray">
          <a:xfrm rot="16200000">
            <a:off x="2685228" y="2426639"/>
            <a:ext cx="3036450" cy="2876870"/>
          </a:xfrm>
          <a:prstGeom prst="rightArrow">
            <a:avLst>
              <a:gd name="adj1" fmla="val 100000"/>
              <a:gd name="adj2" fmla="val 20362"/>
            </a:avLst>
          </a:prstGeom>
          <a:solidFill>
            <a:schemeClr val="bg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26" name="Right Arrow 25"/>
          <p:cNvSpPr/>
          <p:nvPr/>
        </p:nvSpPr>
        <p:spPr bwMode="ltGray">
          <a:xfrm rot="16200000">
            <a:off x="6480357" y="3128568"/>
            <a:ext cx="3036450" cy="2876870"/>
          </a:xfrm>
          <a:prstGeom prst="rightArrow">
            <a:avLst>
              <a:gd name="adj1" fmla="val 100000"/>
              <a:gd name="adj2" fmla="val 20362"/>
            </a:avLst>
          </a:prstGeom>
          <a:solidFill>
            <a:schemeClr val="bg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smtClean="0">
              <a:solidFill>
                <a:schemeClr val="bg1"/>
              </a:solidFill>
              <a:latin typeface="腾讯体 W7" panose="020C08030202040F0204" pitchFamily="18" charset="-122"/>
            </a:endParaRPr>
          </a:p>
        </p:txBody>
      </p:sp>
      <p:sp>
        <p:nvSpPr>
          <p:cNvPr id="2" name="Title 1"/>
          <p:cNvSpPr>
            <a:spLocks noGrp="1"/>
          </p:cNvSpPr>
          <p:nvPr>
            <p:ph type="title"/>
          </p:nvPr>
        </p:nvSpPr>
        <p:spPr/>
        <p:txBody>
          <a:bodyPr/>
          <a:lstStyle/>
          <a:p>
            <a:r>
              <a:rPr lang="en-GB" dirty="0" smtClean="0"/>
              <a:t>Balance chart</a:t>
            </a:r>
            <a:endParaRPr lang="en-GB" dirty="0" smtClean="0"/>
          </a:p>
        </p:txBody>
      </p:sp>
      <p:sp>
        <p:nvSpPr>
          <p:cNvPr id="7" name="Slide Number Placeholder 6"/>
          <p:cNvSpPr>
            <a:spLocks noGrp="1"/>
          </p:cNvSpPr>
          <p:nvPr>
            <p:ph type="sldNum" sz="quarter" idx="4"/>
          </p:nvPr>
        </p:nvSpPr>
        <p:spPr/>
        <p:txBody>
          <a:bodyPr/>
          <a:lstStyle/>
          <a:p>
            <a:fld id="{FEBD7F86-1881-4698-8703-FB80B0800997}" type="slidenum">
              <a:rPr lang="en-GB" sz="905" smtClean="0"/>
            </a:fld>
            <a:endParaRPr lang="en-GB" sz="905"/>
          </a:p>
        </p:txBody>
      </p:sp>
      <p:sp>
        <p:nvSpPr>
          <p:cNvPr id="12" name="Rectangle 11"/>
          <p:cNvSpPr>
            <a:spLocks noChangeArrowheads="1"/>
          </p:cNvSpPr>
          <p:nvPr/>
        </p:nvSpPr>
        <p:spPr bwMode="auto">
          <a:xfrm>
            <a:off x="2889242" y="3048777"/>
            <a:ext cx="2637339" cy="2233129"/>
          </a:xfrm>
          <a:prstGeom prst="rect">
            <a:avLst/>
          </a:prstGeom>
          <a:solidFill>
            <a:srgbClr val="1450B8"/>
          </a:solidFill>
          <a:ln w="12700">
            <a:noFill/>
            <a:miter lim="800000"/>
          </a:ln>
        </p:spPr>
        <p:txBody>
          <a:bodyPr/>
          <a:lstStyle>
            <a:defPPr>
              <a:defRPr lang="en-GB"/>
            </a:defPPr>
            <a:lvl1pPr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1pPr>
            <a:lvl2pPr marL="4572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2pPr>
            <a:lvl3pPr marL="9144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3pPr>
            <a:lvl4pPr marL="13716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4pPr>
            <a:lvl5pPr marL="18288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5pPr>
            <a:lvl6pPr marL="22860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6pPr>
            <a:lvl7pPr marL="27432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7pPr>
            <a:lvl8pPr marL="32004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8pPr>
            <a:lvl9pPr marL="36576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9pPr>
          </a:lstStyle>
          <a:p>
            <a:pPr>
              <a:defRPr/>
            </a:pPr>
            <a:endParaRPr lang="en-US" sz="2540"/>
          </a:p>
        </p:txBody>
      </p:sp>
      <p:sp>
        <p:nvSpPr>
          <p:cNvPr id="13" name="Rectangle 12"/>
          <p:cNvSpPr>
            <a:spLocks noChangeArrowheads="1"/>
          </p:cNvSpPr>
          <p:nvPr/>
        </p:nvSpPr>
        <p:spPr bwMode="auto">
          <a:xfrm>
            <a:off x="6679912" y="3740740"/>
            <a:ext cx="2637341" cy="2235625"/>
          </a:xfrm>
          <a:prstGeom prst="rect">
            <a:avLst/>
          </a:prstGeom>
          <a:solidFill>
            <a:srgbClr val="1450B8"/>
          </a:solidFill>
          <a:ln w="12700">
            <a:noFill/>
            <a:miter lim="800000"/>
          </a:ln>
        </p:spPr>
        <p:txBody>
          <a:bodyPr/>
          <a:lstStyle>
            <a:defPPr>
              <a:defRPr lang="en-GB"/>
            </a:defPPr>
            <a:lvl1pPr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1pPr>
            <a:lvl2pPr marL="4572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2pPr>
            <a:lvl3pPr marL="9144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3pPr>
            <a:lvl4pPr marL="13716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4pPr>
            <a:lvl5pPr marL="18288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5pPr>
            <a:lvl6pPr marL="22860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6pPr>
            <a:lvl7pPr marL="27432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7pPr>
            <a:lvl8pPr marL="32004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8pPr>
            <a:lvl9pPr marL="36576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9pPr>
          </a:lstStyle>
          <a:p>
            <a:pPr>
              <a:defRPr/>
            </a:pPr>
            <a:endParaRPr lang="en-US" sz="2540"/>
          </a:p>
        </p:txBody>
      </p:sp>
      <p:grpSp>
        <p:nvGrpSpPr>
          <p:cNvPr id="8" name="Group 7"/>
          <p:cNvGrpSpPr/>
          <p:nvPr/>
        </p:nvGrpSpPr>
        <p:grpSpPr>
          <a:xfrm>
            <a:off x="4274830" y="1710594"/>
            <a:ext cx="326531" cy="326531"/>
            <a:chOff x="3114290" y="1885931"/>
            <a:chExt cx="332854" cy="354863"/>
          </a:xfrm>
        </p:grpSpPr>
        <p:sp>
          <p:nvSpPr>
            <p:cNvPr id="15" name="Oval 14"/>
            <p:cNvSpPr>
              <a:spLocks noChangeArrowheads="1"/>
            </p:cNvSpPr>
            <p:nvPr/>
          </p:nvSpPr>
          <p:spPr bwMode="auto">
            <a:xfrm>
              <a:off x="3114290" y="1885931"/>
              <a:ext cx="332854" cy="354863"/>
            </a:xfrm>
            <a:prstGeom prst="ellipse">
              <a:avLst/>
            </a:prstGeom>
            <a:solidFill>
              <a:schemeClr val="tx2"/>
            </a:solidFill>
            <a:ln w="12700">
              <a:solidFill>
                <a:schemeClr val="accent5"/>
              </a:solidFill>
              <a:round/>
            </a:ln>
          </p:spPr>
          <p:txBody>
            <a:bodyPr/>
            <a:lstStyle>
              <a:defPPr>
                <a:defRPr lang="en-GB"/>
              </a:defPPr>
              <a:lvl1pPr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1pPr>
              <a:lvl2pPr marL="4572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2pPr>
              <a:lvl3pPr marL="9144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3pPr>
              <a:lvl4pPr marL="13716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4pPr>
              <a:lvl5pPr marL="18288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5pPr>
              <a:lvl6pPr marL="22860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6pPr>
              <a:lvl7pPr marL="27432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7pPr>
              <a:lvl8pPr marL="32004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8pPr>
              <a:lvl9pPr marL="36576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9pPr>
            </a:lstStyle>
            <a:p>
              <a:pPr>
                <a:defRPr/>
              </a:pPr>
              <a:endParaRPr lang="en-US" sz="2540"/>
            </a:p>
          </p:txBody>
        </p:sp>
        <p:sp>
          <p:nvSpPr>
            <p:cNvPr id="16" name="Oval 15"/>
            <p:cNvSpPr>
              <a:spLocks noChangeArrowheads="1"/>
            </p:cNvSpPr>
            <p:nvPr/>
          </p:nvSpPr>
          <p:spPr bwMode="auto">
            <a:xfrm>
              <a:off x="3199566" y="1979461"/>
              <a:ext cx="162302" cy="167804"/>
            </a:xfrm>
            <a:prstGeom prst="ellipse">
              <a:avLst/>
            </a:prstGeom>
            <a:solidFill>
              <a:schemeClr val="tx2"/>
            </a:solidFill>
            <a:ln w="38100">
              <a:solidFill>
                <a:schemeClr val="accent5"/>
              </a:solidFill>
              <a:round/>
            </a:ln>
          </p:spPr>
          <p:txBody>
            <a:bodyPr/>
            <a:lstStyle>
              <a:defPPr>
                <a:defRPr lang="en-GB"/>
              </a:defPPr>
              <a:lvl1pPr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1pPr>
              <a:lvl2pPr marL="4572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2pPr>
              <a:lvl3pPr marL="9144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3pPr>
              <a:lvl4pPr marL="13716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4pPr>
              <a:lvl5pPr marL="18288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5pPr>
              <a:lvl6pPr marL="22860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6pPr>
              <a:lvl7pPr marL="27432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7pPr>
              <a:lvl8pPr marL="32004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8pPr>
              <a:lvl9pPr marL="36576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9pPr>
            </a:lstStyle>
            <a:p>
              <a:pPr>
                <a:defRPr/>
              </a:pPr>
              <a:endParaRPr lang="en-US" sz="2540"/>
            </a:p>
          </p:txBody>
        </p:sp>
      </p:grpSp>
      <p:grpSp>
        <p:nvGrpSpPr>
          <p:cNvPr id="9" name="Group 8"/>
          <p:cNvGrpSpPr/>
          <p:nvPr/>
        </p:nvGrpSpPr>
        <p:grpSpPr>
          <a:xfrm>
            <a:off x="7612766" y="1710594"/>
            <a:ext cx="326531" cy="326531"/>
            <a:chOff x="6811456" y="1885931"/>
            <a:chExt cx="338356" cy="354863"/>
          </a:xfrm>
        </p:grpSpPr>
        <p:sp>
          <p:nvSpPr>
            <p:cNvPr id="19" name="Oval 18"/>
            <p:cNvSpPr>
              <a:spLocks noChangeArrowheads="1"/>
            </p:cNvSpPr>
            <p:nvPr/>
          </p:nvSpPr>
          <p:spPr bwMode="auto">
            <a:xfrm>
              <a:off x="6811456" y="1885931"/>
              <a:ext cx="338356" cy="354863"/>
            </a:xfrm>
            <a:prstGeom prst="ellipse">
              <a:avLst/>
            </a:prstGeom>
            <a:solidFill>
              <a:schemeClr val="tx2"/>
            </a:solidFill>
            <a:ln w="12700">
              <a:solidFill>
                <a:schemeClr val="accent5"/>
              </a:solidFill>
              <a:round/>
            </a:ln>
          </p:spPr>
          <p:txBody>
            <a:bodyPr/>
            <a:lstStyle>
              <a:defPPr>
                <a:defRPr lang="en-GB"/>
              </a:defPPr>
              <a:lvl1pPr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1pPr>
              <a:lvl2pPr marL="4572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2pPr>
              <a:lvl3pPr marL="9144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3pPr>
              <a:lvl4pPr marL="13716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4pPr>
              <a:lvl5pPr marL="18288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5pPr>
              <a:lvl6pPr marL="22860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6pPr>
              <a:lvl7pPr marL="27432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7pPr>
              <a:lvl8pPr marL="32004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8pPr>
              <a:lvl9pPr marL="36576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9pPr>
            </a:lstStyle>
            <a:p>
              <a:pPr>
                <a:defRPr/>
              </a:pPr>
              <a:endParaRPr lang="en-US" sz="2540"/>
            </a:p>
          </p:txBody>
        </p:sp>
        <p:sp>
          <p:nvSpPr>
            <p:cNvPr id="20" name="Oval 19"/>
            <p:cNvSpPr>
              <a:spLocks noChangeArrowheads="1"/>
            </p:cNvSpPr>
            <p:nvPr/>
          </p:nvSpPr>
          <p:spPr bwMode="auto">
            <a:xfrm>
              <a:off x="6902234" y="1979461"/>
              <a:ext cx="159550" cy="167804"/>
            </a:xfrm>
            <a:prstGeom prst="ellipse">
              <a:avLst/>
            </a:prstGeom>
            <a:solidFill>
              <a:schemeClr val="tx2"/>
            </a:solidFill>
            <a:ln w="38100">
              <a:solidFill>
                <a:schemeClr val="accent5"/>
              </a:solidFill>
              <a:round/>
            </a:ln>
          </p:spPr>
          <p:txBody>
            <a:bodyPr/>
            <a:lstStyle>
              <a:defPPr>
                <a:defRPr lang="en-GB"/>
              </a:defPPr>
              <a:lvl1pPr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1pPr>
              <a:lvl2pPr marL="4572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2pPr>
              <a:lvl3pPr marL="9144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3pPr>
              <a:lvl4pPr marL="13716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4pPr>
              <a:lvl5pPr marL="18288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5pPr>
              <a:lvl6pPr marL="22860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6pPr>
              <a:lvl7pPr marL="27432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7pPr>
              <a:lvl8pPr marL="32004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8pPr>
              <a:lvl9pPr marL="36576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9pPr>
            </a:lstStyle>
            <a:p>
              <a:pPr>
                <a:defRPr/>
              </a:pPr>
              <a:endParaRPr lang="en-US" sz="2540"/>
            </a:p>
          </p:txBody>
        </p:sp>
      </p:grpSp>
    </p:spTree>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7746" name="Rectangle 2"/>
          <p:cNvSpPr>
            <a:spLocks noGrp="1" noChangeArrowheads="1"/>
          </p:cNvSpPr>
          <p:nvPr>
            <p:ph type="title"/>
          </p:nvPr>
        </p:nvSpPr>
        <p:spPr>
          <a:noFill/>
        </p:spPr>
        <p:txBody>
          <a:bodyPr anchor="t"/>
          <a:lstStyle/>
          <a:p>
            <a:pPr eaLnBrk="1" hangingPunct="1"/>
            <a:r>
              <a:rPr lang="en-AU" dirty="0" smtClean="0">
                <a:solidFill>
                  <a:srgbClr val="0C306E"/>
                </a:solidFill>
              </a:rPr>
              <a:t>Balance</a:t>
            </a:r>
            <a:endParaRPr lang="en-AU" dirty="0" smtClean="0">
              <a:solidFill>
                <a:srgbClr val="0C306E"/>
              </a:solidFill>
            </a:endParaRPr>
          </a:p>
        </p:txBody>
      </p:sp>
      <p:sp>
        <p:nvSpPr>
          <p:cNvPr id="287748" name="Slide Number Placeholder 3"/>
          <p:cNvSpPr>
            <a:spLocks noGrp="1"/>
          </p:cNvSpPr>
          <p:nvPr>
            <p:ph type="sldNum" sz="quarter" idx="4294967295"/>
          </p:nvPr>
        </p:nvSpPr>
        <p:spPr bwMode="auto">
          <a:xfrm>
            <a:off x="8763037" y="6476260"/>
            <a:ext cx="1619657" cy="152608"/>
          </a:xfrm>
          <a:prstGeom prst="rect">
            <a:avLst/>
          </a:prstGeom>
          <a:noFill/>
          <a:ln>
            <a:miter lim="800000"/>
          </a:ln>
        </p:spPr>
        <p:txBody>
          <a:bodyPr vert="horz" wrap="square" numCol="1" compatLnSpc="1"/>
          <a:lstStyle/>
          <a:p>
            <a:pPr defTabSz="993140"/>
            <a:fld id="{F7739440-6BBD-4C2F-BE11-06D2B60411C6}" type="slidenum">
              <a:rPr lang="en-GB" sz="905" smtClean="0"/>
            </a:fld>
            <a:endParaRPr lang="en-GB" sz="905" smtClean="0"/>
          </a:p>
        </p:txBody>
      </p:sp>
      <p:grpSp>
        <p:nvGrpSpPr>
          <p:cNvPr id="2" name="Group 3"/>
          <p:cNvGrpSpPr/>
          <p:nvPr/>
        </p:nvGrpSpPr>
        <p:grpSpPr bwMode="auto">
          <a:xfrm>
            <a:off x="1423472" y="1761262"/>
            <a:ext cx="4376675" cy="1517439"/>
            <a:chOff x="1368" y="1476"/>
            <a:chExt cx="3408" cy="1129"/>
          </a:xfrm>
          <a:solidFill>
            <a:srgbClr val="C7DCFF"/>
          </a:solidFill>
        </p:grpSpPr>
        <p:sp>
          <p:nvSpPr>
            <p:cNvPr id="287779" name="Freeform 4"/>
            <p:cNvSpPr/>
            <p:nvPr/>
          </p:nvSpPr>
          <p:spPr bwMode="auto">
            <a:xfrm>
              <a:off x="2560" y="1500"/>
              <a:ext cx="601" cy="1089"/>
            </a:xfrm>
            <a:custGeom>
              <a:avLst/>
              <a:gdLst>
                <a:gd name="T0" fmla="*/ 208 w 601"/>
                <a:gd name="T1" fmla="*/ 0 h 1089"/>
                <a:gd name="T2" fmla="*/ 600 w 601"/>
                <a:gd name="T3" fmla="*/ 80 h 1089"/>
                <a:gd name="T4" fmla="*/ 392 w 601"/>
                <a:gd name="T5" fmla="*/ 1088 h 1089"/>
                <a:gd name="T6" fmla="*/ 0 w 601"/>
                <a:gd name="T7" fmla="*/ 1008 h 1089"/>
                <a:gd name="T8" fmla="*/ 208 w 601"/>
                <a:gd name="T9" fmla="*/ 0 h 1089"/>
                <a:gd name="T10" fmla="*/ 0 60000 65536"/>
                <a:gd name="T11" fmla="*/ 0 60000 65536"/>
                <a:gd name="T12" fmla="*/ 0 60000 65536"/>
                <a:gd name="T13" fmla="*/ 0 60000 65536"/>
                <a:gd name="T14" fmla="*/ 0 60000 65536"/>
                <a:gd name="T15" fmla="*/ 0 w 601"/>
                <a:gd name="T16" fmla="*/ 0 h 1089"/>
                <a:gd name="T17" fmla="*/ 601 w 601"/>
                <a:gd name="T18" fmla="*/ 1089 h 1089"/>
              </a:gdLst>
              <a:ahLst/>
              <a:cxnLst>
                <a:cxn ang="T10">
                  <a:pos x="T0" y="T1"/>
                </a:cxn>
                <a:cxn ang="T11">
                  <a:pos x="T2" y="T3"/>
                </a:cxn>
                <a:cxn ang="T12">
                  <a:pos x="T4" y="T5"/>
                </a:cxn>
                <a:cxn ang="T13">
                  <a:pos x="T6" y="T7"/>
                </a:cxn>
                <a:cxn ang="T14">
                  <a:pos x="T8" y="T9"/>
                </a:cxn>
              </a:cxnLst>
              <a:rect l="T15" t="T16" r="T17" b="T18"/>
              <a:pathLst>
                <a:path w="601" h="1089">
                  <a:moveTo>
                    <a:pt x="208" y="0"/>
                  </a:moveTo>
                  <a:lnTo>
                    <a:pt x="600" y="80"/>
                  </a:lnTo>
                  <a:lnTo>
                    <a:pt x="392" y="1088"/>
                  </a:lnTo>
                  <a:lnTo>
                    <a:pt x="0" y="1008"/>
                  </a:lnTo>
                  <a:lnTo>
                    <a:pt x="208"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80" name="Rectangle 5"/>
            <p:cNvSpPr>
              <a:spLocks noChangeArrowheads="1"/>
            </p:cNvSpPr>
            <p:nvPr/>
          </p:nvSpPr>
          <p:spPr bwMode="auto">
            <a:xfrm>
              <a:off x="3168" y="1548"/>
              <a:ext cx="400" cy="1024"/>
            </a:xfrm>
            <a:prstGeom prst="rect">
              <a:avLst/>
            </a:prstGeom>
            <a:grpFill/>
            <a:ln w="12700">
              <a:solidFill>
                <a:srgbClr val="0C306E"/>
              </a:solidFill>
              <a:miter lim="800000"/>
            </a:ln>
          </p:spPr>
          <p:txBody>
            <a:bodyPr wrap="none" anchor="ctr"/>
            <a:lstStyle/>
            <a:p>
              <a:pPr>
                <a:defRPr/>
              </a:pPr>
              <a:endParaRPr lang="en-US" sz="1815"/>
            </a:p>
          </p:txBody>
        </p:sp>
        <p:sp>
          <p:nvSpPr>
            <p:cNvPr id="287781" name="Rectangle 6"/>
            <p:cNvSpPr>
              <a:spLocks noChangeArrowheads="1"/>
            </p:cNvSpPr>
            <p:nvPr/>
          </p:nvSpPr>
          <p:spPr bwMode="auto">
            <a:xfrm>
              <a:off x="3768" y="1548"/>
              <a:ext cx="400" cy="1024"/>
            </a:xfrm>
            <a:prstGeom prst="rect">
              <a:avLst/>
            </a:prstGeom>
            <a:grpFill/>
            <a:ln w="12700">
              <a:solidFill>
                <a:srgbClr val="0C306E"/>
              </a:solidFill>
              <a:miter lim="800000"/>
            </a:ln>
          </p:spPr>
          <p:txBody>
            <a:bodyPr wrap="none" anchor="ctr"/>
            <a:lstStyle/>
            <a:p>
              <a:pPr>
                <a:defRPr/>
              </a:pPr>
              <a:endParaRPr lang="en-US" sz="1815"/>
            </a:p>
          </p:txBody>
        </p:sp>
        <p:sp>
          <p:nvSpPr>
            <p:cNvPr id="287782" name="Rectangle 7"/>
            <p:cNvSpPr>
              <a:spLocks noChangeArrowheads="1"/>
            </p:cNvSpPr>
            <p:nvPr/>
          </p:nvSpPr>
          <p:spPr bwMode="auto">
            <a:xfrm>
              <a:off x="4376" y="1548"/>
              <a:ext cx="400" cy="1024"/>
            </a:xfrm>
            <a:prstGeom prst="rect">
              <a:avLst/>
            </a:prstGeom>
            <a:grpFill/>
            <a:ln w="12700">
              <a:solidFill>
                <a:srgbClr val="0C306E"/>
              </a:solidFill>
              <a:miter lim="800000"/>
            </a:ln>
          </p:spPr>
          <p:txBody>
            <a:bodyPr wrap="none" anchor="ctr"/>
            <a:lstStyle/>
            <a:p>
              <a:pPr>
                <a:defRPr/>
              </a:pPr>
              <a:endParaRPr lang="en-US" sz="1815"/>
            </a:p>
          </p:txBody>
        </p:sp>
        <p:sp>
          <p:nvSpPr>
            <p:cNvPr id="287783" name="Freeform 8"/>
            <p:cNvSpPr/>
            <p:nvPr/>
          </p:nvSpPr>
          <p:spPr bwMode="auto">
            <a:xfrm>
              <a:off x="1968" y="1476"/>
              <a:ext cx="785" cy="1121"/>
            </a:xfrm>
            <a:custGeom>
              <a:avLst/>
              <a:gdLst>
                <a:gd name="T0" fmla="*/ 424 w 785"/>
                <a:gd name="T1" fmla="*/ 0 h 1121"/>
                <a:gd name="T2" fmla="*/ 784 w 785"/>
                <a:gd name="T3" fmla="*/ 160 h 1121"/>
                <a:gd name="T4" fmla="*/ 352 w 785"/>
                <a:gd name="T5" fmla="*/ 1120 h 1121"/>
                <a:gd name="T6" fmla="*/ 0 w 785"/>
                <a:gd name="T7" fmla="*/ 968 h 1121"/>
                <a:gd name="T8" fmla="*/ 424 w 785"/>
                <a:gd name="T9" fmla="*/ 0 h 1121"/>
                <a:gd name="T10" fmla="*/ 0 60000 65536"/>
                <a:gd name="T11" fmla="*/ 0 60000 65536"/>
                <a:gd name="T12" fmla="*/ 0 60000 65536"/>
                <a:gd name="T13" fmla="*/ 0 60000 65536"/>
                <a:gd name="T14" fmla="*/ 0 60000 65536"/>
                <a:gd name="T15" fmla="*/ 0 w 785"/>
                <a:gd name="T16" fmla="*/ 0 h 1121"/>
                <a:gd name="T17" fmla="*/ 785 w 785"/>
                <a:gd name="T18" fmla="*/ 1121 h 1121"/>
              </a:gdLst>
              <a:ahLst/>
              <a:cxnLst>
                <a:cxn ang="T10">
                  <a:pos x="T0" y="T1"/>
                </a:cxn>
                <a:cxn ang="T11">
                  <a:pos x="T2" y="T3"/>
                </a:cxn>
                <a:cxn ang="T12">
                  <a:pos x="T4" y="T5"/>
                </a:cxn>
                <a:cxn ang="T13">
                  <a:pos x="T6" y="T7"/>
                </a:cxn>
                <a:cxn ang="T14">
                  <a:pos x="T8" y="T9"/>
                </a:cxn>
              </a:cxnLst>
              <a:rect l="T15" t="T16" r="T17" b="T18"/>
              <a:pathLst>
                <a:path w="785" h="1121">
                  <a:moveTo>
                    <a:pt x="424" y="0"/>
                  </a:moveTo>
                  <a:lnTo>
                    <a:pt x="784" y="160"/>
                  </a:lnTo>
                  <a:lnTo>
                    <a:pt x="352" y="1120"/>
                  </a:lnTo>
                  <a:lnTo>
                    <a:pt x="0" y="968"/>
                  </a:lnTo>
                  <a:lnTo>
                    <a:pt x="424"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84" name="Freeform 9"/>
            <p:cNvSpPr/>
            <p:nvPr/>
          </p:nvSpPr>
          <p:spPr bwMode="auto">
            <a:xfrm>
              <a:off x="1368" y="1508"/>
              <a:ext cx="969" cy="1097"/>
            </a:xfrm>
            <a:custGeom>
              <a:avLst/>
              <a:gdLst>
                <a:gd name="T0" fmla="*/ 664 w 969"/>
                <a:gd name="T1" fmla="*/ 0 h 1097"/>
                <a:gd name="T2" fmla="*/ 968 w 969"/>
                <a:gd name="T3" fmla="*/ 224 h 1097"/>
                <a:gd name="T4" fmla="*/ 304 w 969"/>
                <a:gd name="T5" fmla="*/ 1096 h 1097"/>
                <a:gd name="T6" fmla="*/ 0 w 969"/>
                <a:gd name="T7" fmla="*/ 864 h 1097"/>
                <a:gd name="T8" fmla="*/ 664 w 969"/>
                <a:gd name="T9" fmla="*/ 0 h 1097"/>
                <a:gd name="T10" fmla="*/ 0 60000 65536"/>
                <a:gd name="T11" fmla="*/ 0 60000 65536"/>
                <a:gd name="T12" fmla="*/ 0 60000 65536"/>
                <a:gd name="T13" fmla="*/ 0 60000 65536"/>
                <a:gd name="T14" fmla="*/ 0 60000 65536"/>
                <a:gd name="T15" fmla="*/ 0 w 969"/>
                <a:gd name="T16" fmla="*/ 0 h 1097"/>
                <a:gd name="T17" fmla="*/ 969 w 969"/>
                <a:gd name="T18" fmla="*/ 1097 h 1097"/>
              </a:gdLst>
              <a:ahLst/>
              <a:cxnLst>
                <a:cxn ang="T10">
                  <a:pos x="T0" y="T1"/>
                </a:cxn>
                <a:cxn ang="T11">
                  <a:pos x="T2" y="T3"/>
                </a:cxn>
                <a:cxn ang="T12">
                  <a:pos x="T4" y="T5"/>
                </a:cxn>
                <a:cxn ang="T13">
                  <a:pos x="T6" y="T7"/>
                </a:cxn>
                <a:cxn ang="T14">
                  <a:pos x="T8" y="T9"/>
                </a:cxn>
              </a:cxnLst>
              <a:rect l="T15" t="T16" r="T17" b="T18"/>
              <a:pathLst>
                <a:path w="969" h="1097">
                  <a:moveTo>
                    <a:pt x="664" y="0"/>
                  </a:moveTo>
                  <a:lnTo>
                    <a:pt x="968" y="224"/>
                  </a:lnTo>
                  <a:lnTo>
                    <a:pt x="304" y="1096"/>
                  </a:lnTo>
                  <a:lnTo>
                    <a:pt x="0" y="864"/>
                  </a:lnTo>
                  <a:lnTo>
                    <a:pt x="664"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grpSp>
      <p:grpSp>
        <p:nvGrpSpPr>
          <p:cNvPr id="287750" name="Group 10"/>
          <p:cNvGrpSpPr/>
          <p:nvPr/>
        </p:nvGrpSpPr>
        <p:grpSpPr bwMode="auto">
          <a:xfrm>
            <a:off x="6885673" y="2008885"/>
            <a:ext cx="3436553" cy="1520318"/>
            <a:chOff x="3349" y="1265"/>
            <a:chExt cx="2041" cy="958"/>
          </a:xfrm>
          <a:solidFill>
            <a:srgbClr val="C7DCFF"/>
          </a:solidFill>
        </p:grpSpPr>
        <p:sp>
          <p:nvSpPr>
            <p:cNvPr id="287774" name="Rectangle 11"/>
            <p:cNvSpPr>
              <a:spLocks noChangeArrowheads="1"/>
            </p:cNvSpPr>
            <p:nvPr/>
          </p:nvSpPr>
          <p:spPr bwMode="auto">
            <a:xfrm>
              <a:off x="3349" y="1968"/>
              <a:ext cx="2041" cy="60"/>
            </a:xfrm>
            <a:prstGeom prst="rect">
              <a:avLst/>
            </a:prstGeom>
            <a:grpFill/>
            <a:ln w="12700">
              <a:solidFill>
                <a:srgbClr val="0C306E"/>
              </a:solidFill>
              <a:miter lim="800000"/>
            </a:ln>
          </p:spPr>
          <p:txBody>
            <a:bodyPr wrap="none" anchor="ctr"/>
            <a:lstStyle/>
            <a:p>
              <a:pPr>
                <a:defRPr/>
              </a:pPr>
              <a:endParaRPr lang="en-US" sz="1815"/>
            </a:p>
          </p:txBody>
        </p:sp>
        <p:sp>
          <p:nvSpPr>
            <p:cNvPr id="287775" name="Rectangle 12"/>
            <p:cNvSpPr>
              <a:spLocks noChangeArrowheads="1"/>
            </p:cNvSpPr>
            <p:nvPr/>
          </p:nvSpPr>
          <p:spPr bwMode="auto">
            <a:xfrm>
              <a:off x="3568" y="1265"/>
              <a:ext cx="603" cy="703"/>
            </a:xfrm>
            <a:prstGeom prst="rect">
              <a:avLst/>
            </a:prstGeom>
            <a:grpFill/>
            <a:ln w="12700">
              <a:solidFill>
                <a:srgbClr val="0C306E"/>
              </a:solidFill>
              <a:miter lim="800000"/>
            </a:ln>
          </p:spPr>
          <p:txBody>
            <a:bodyPr wrap="none" anchor="ctr"/>
            <a:lstStyle/>
            <a:p>
              <a:pPr>
                <a:defRPr/>
              </a:pPr>
              <a:endParaRPr lang="en-US" sz="1815"/>
            </a:p>
          </p:txBody>
        </p:sp>
        <p:sp>
          <p:nvSpPr>
            <p:cNvPr id="287776" name="Rectangle 13"/>
            <p:cNvSpPr>
              <a:spLocks noChangeArrowheads="1"/>
            </p:cNvSpPr>
            <p:nvPr/>
          </p:nvSpPr>
          <p:spPr bwMode="auto">
            <a:xfrm>
              <a:off x="4572" y="1265"/>
              <a:ext cx="602" cy="703"/>
            </a:xfrm>
            <a:prstGeom prst="rect">
              <a:avLst/>
            </a:prstGeom>
            <a:grpFill/>
            <a:ln w="12700">
              <a:solidFill>
                <a:srgbClr val="0C306E"/>
              </a:solidFill>
              <a:miter lim="800000"/>
            </a:ln>
          </p:spPr>
          <p:txBody>
            <a:bodyPr wrap="none" anchor="ctr"/>
            <a:lstStyle/>
            <a:p>
              <a:pPr>
                <a:defRPr/>
              </a:pPr>
              <a:endParaRPr lang="en-US" sz="1815"/>
            </a:p>
          </p:txBody>
        </p:sp>
        <p:sp>
          <p:nvSpPr>
            <p:cNvPr id="287777" name="Freeform 14"/>
            <p:cNvSpPr/>
            <p:nvPr/>
          </p:nvSpPr>
          <p:spPr bwMode="auto">
            <a:xfrm>
              <a:off x="4322" y="2033"/>
              <a:ext cx="95" cy="190"/>
            </a:xfrm>
            <a:custGeom>
              <a:avLst/>
              <a:gdLst>
                <a:gd name="T0" fmla="*/ 0 w 217"/>
                <a:gd name="T1" fmla="*/ 83 h 433"/>
                <a:gd name="T2" fmla="*/ 42 w 217"/>
                <a:gd name="T3" fmla="*/ 83 h 433"/>
                <a:gd name="T4" fmla="*/ 21 w 217"/>
                <a:gd name="T5" fmla="*/ 0 h 433"/>
                <a:gd name="T6" fmla="*/ 0 w 217"/>
                <a:gd name="T7" fmla="*/ 83 h 433"/>
                <a:gd name="T8" fmla="*/ 0 60000 65536"/>
                <a:gd name="T9" fmla="*/ 0 60000 65536"/>
                <a:gd name="T10" fmla="*/ 0 60000 65536"/>
                <a:gd name="T11" fmla="*/ 0 60000 65536"/>
                <a:gd name="T12" fmla="*/ 0 w 217"/>
                <a:gd name="T13" fmla="*/ 0 h 433"/>
                <a:gd name="T14" fmla="*/ 217 w 217"/>
                <a:gd name="T15" fmla="*/ 433 h 433"/>
              </a:gdLst>
              <a:ahLst/>
              <a:cxnLst>
                <a:cxn ang="T8">
                  <a:pos x="T0" y="T1"/>
                </a:cxn>
                <a:cxn ang="T9">
                  <a:pos x="T2" y="T3"/>
                </a:cxn>
                <a:cxn ang="T10">
                  <a:pos x="T4" y="T5"/>
                </a:cxn>
                <a:cxn ang="T11">
                  <a:pos x="T6" y="T7"/>
                </a:cxn>
              </a:cxnLst>
              <a:rect l="T12" t="T13" r="T14" b="T15"/>
              <a:pathLst>
                <a:path w="217" h="433">
                  <a:moveTo>
                    <a:pt x="0" y="432"/>
                  </a:moveTo>
                  <a:lnTo>
                    <a:pt x="216" y="432"/>
                  </a:lnTo>
                  <a:lnTo>
                    <a:pt x="108" y="0"/>
                  </a:lnTo>
                  <a:lnTo>
                    <a:pt x="0" y="432"/>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78" name="Arc 15"/>
            <p:cNvSpPr/>
            <p:nvPr/>
          </p:nvSpPr>
          <p:spPr bwMode="auto">
            <a:xfrm>
              <a:off x="4276" y="1883"/>
              <a:ext cx="178" cy="93"/>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0" y="21600"/>
                  </a:moveTo>
                  <a:cubicBezTo>
                    <a:pt x="0" y="9670"/>
                    <a:pt x="9670" y="0"/>
                    <a:pt x="21600" y="0"/>
                  </a:cubicBezTo>
                  <a:cubicBezTo>
                    <a:pt x="33529" y="0"/>
                    <a:pt x="43200" y="9670"/>
                    <a:pt x="43200" y="21600"/>
                  </a:cubicBezTo>
                </a:path>
                <a:path w="43200" h="21600" stroke="0" extrusionOk="0">
                  <a:moveTo>
                    <a:pt x="0" y="21600"/>
                  </a:moveTo>
                  <a:cubicBezTo>
                    <a:pt x="0" y="9670"/>
                    <a:pt x="9670" y="0"/>
                    <a:pt x="21600" y="0"/>
                  </a:cubicBezTo>
                  <a:cubicBezTo>
                    <a:pt x="33529" y="0"/>
                    <a:pt x="43200" y="9670"/>
                    <a:pt x="43200" y="21600"/>
                  </a:cubicBezTo>
                  <a:lnTo>
                    <a:pt x="21600" y="21600"/>
                  </a:lnTo>
                  <a:close/>
                </a:path>
              </a:pathLst>
            </a:custGeom>
            <a:grpFill/>
            <a:ln w="12700" cap="rnd">
              <a:solidFill>
                <a:srgbClr val="0C306E"/>
              </a:solidFill>
              <a:round/>
            </a:ln>
          </p:spPr>
          <p:txBody>
            <a:bodyPr wrap="none" anchor="ctr"/>
            <a:lstStyle/>
            <a:p>
              <a:pPr>
                <a:defRPr/>
              </a:pPr>
              <a:endParaRPr lang="en-GB" sz="1815"/>
            </a:p>
          </p:txBody>
        </p:sp>
      </p:grpSp>
      <p:grpSp>
        <p:nvGrpSpPr>
          <p:cNvPr id="287751" name="Group 16"/>
          <p:cNvGrpSpPr/>
          <p:nvPr/>
        </p:nvGrpSpPr>
        <p:grpSpPr bwMode="auto">
          <a:xfrm>
            <a:off x="1872652" y="3945275"/>
            <a:ext cx="3413517" cy="1772266"/>
            <a:chOff x="3097" y="1864"/>
            <a:chExt cx="2218" cy="1268"/>
          </a:xfrm>
          <a:solidFill>
            <a:srgbClr val="C7DCFF"/>
          </a:solidFill>
        </p:grpSpPr>
        <p:sp>
          <p:nvSpPr>
            <p:cNvPr id="287769" name="Arc 17"/>
            <p:cNvSpPr/>
            <p:nvPr/>
          </p:nvSpPr>
          <p:spPr bwMode="auto">
            <a:xfrm>
              <a:off x="4101" y="2718"/>
              <a:ext cx="196" cy="123"/>
            </a:xfrm>
            <a:custGeom>
              <a:avLst/>
              <a:gdLst>
                <a:gd name="T0" fmla="*/ 0 w 42643"/>
                <a:gd name="T1" fmla="*/ 0 h 26078"/>
                <a:gd name="T2" fmla="*/ 0 w 42643"/>
                <a:gd name="T3" fmla="*/ 0 h 26078"/>
                <a:gd name="T4" fmla="*/ 0 w 42643"/>
                <a:gd name="T5" fmla="*/ 0 h 26078"/>
                <a:gd name="T6" fmla="*/ 0 60000 65536"/>
                <a:gd name="T7" fmla="*/ 0 60000 65536"/>
                <a:gd name="T8" fmla="*/ 0 60000 65536"/>
                <a:gd name="T9" fmla="*/ 0 w 42643"/>
                <a:gd name="T10" fmla="*/ 0 h 26078"/>
                <a:gd name="T11" fmla="*/ 42643 w 42643"/>
                <a:gd name="T12" fmla="*/ 26078 h 26078"/>
              </a:gdLst>
              <a:ahLst/>
              <a:cxnLst>
                <a:cxn ang="T6">
                  <a:pos x="T0" y="T1"/>
                </a:cxn>
                <a:cxn ang="T7">
                  <a:pos x="T2" y="T3"/>
                </a:cxn>
                <a:cxn ang="T8">
                  <a:pos x="T4" y="T5"/>
                </a:cxn>
              </a:cxnLst>
              <a:rect l="T9" t="T10" r="T11" b="T12"/>
              <a:pathLst>
                <a:path w="42643" h="26078" fill="none" extrusionOk="0">
                  <a:moveTo>
                    <a:pt x="0" y="16726"/>
                  </a:moveTo>
                  <a:cubicBezTo>
                    <a:pt x="2268" y="6933"/>
                    <a:pt x="10991" y="-1"/>
                    <a:pt x="21043" y="0"/>
                  </a:cubicBezTo>
                  <a:cubicBezTo>
                    <a:pt x="32972" y="0"/>
                    <a:pt x="42643" y="9670"/>
                    <a:pt x="42643" y="21600"/>
                  </a:cubicBezTo>
                  <a:cubicBezTo>
                    <a:pt x="42643" y="23104"/>
                    <a:pt x="42485" y="24605"/>
                    <a:pt x="42173" y="26077"/>
                  </a:cubicBezTo>
                </a:path>
                <a:path w="42643" h="26078" stroke="0" extrusionOk="0">
                  <a:moveTo>
                    <a:pt x="0" y="16726"/>
                  </a:moveTo>
                  <a:cubicBezTo>
                    <a:pt x="2268" y="6933"/>
                    <a:pt x="10991" y="-1"/>
                    <a:pt x="21043" y="0"/>
                  </a:cubicBezTo>
                  <a:cubicBezTo>
                    <a:pt x="32972" y="0"/>
                    <a:pt x="42643" y="9670"/>
                    <a:pt x="42643" y="21600"/>
                  </a:cubicBezTo>
                  <a:cubicBezTo>
                    <a:pt x="42643" y="23104"/>
                    <a:pt x="42485" y="24605"/>
                    <a:pt x="42173" y="26077"/>
                  </a:cubicBezTo>
                  <a:lnTo>
                    <a:pt x="21043" y="21600"/>
                  </a:lnTo>
                  <a:close/>
                </a:path>
              </a:pathLst>
            </a:custGeom>
            <a:grpFill/>
            <a:ln w="12700" cap="rnd">
              <a:solidFill>
                <a:srgbClr val="0C306E"/>
              </a:solidFill>
              <a:round/>
            </a:ln>
          </p:spPr>
          <p:txBody>
            <a:bodyPr wrap="none" anchor="ctr"/>
            <a:lstStyle/>
            <a:p>
              <a:pPr>
                <a:defRPr/>
              </a:pPr>
              <a:endParaRPr lang="en-GB" sz="1815"/>
            </a:p>
          </p:txBody>
        </p:sp>
        <p:sp>
          <p:nvSpPr>
            <p:cNvPr id="287770" name="Freeform 18"/>
            <p:cNvSpPr/>
            <p:nvPr/>
          </p:nvSpPr>
          <p:spPr bwMode="auto">
            <a:xfrm>
              <a:off x="3255" y="1864"/>
              <a:ext cx="818" cy="898"/>
            </a:xfrm>
            <a:custGeom>
              <a:avLst/>
              <a:gdLst>
                <a:gd name="T0" fmla="*/ 80 w 1697"/>
                <a:gd name="T1" fmla="*/ 0 h 1865"/>
                <a:gd name="T2" fmla="*/ 394 w 1697"/>
                <a:gd name="T3" fmla="*/ 70 h 1865"/>
                <a:gd name="T4" fmla="*/ 314 w 1697"/>
                <a:gd name="T5" fmla="*/ 432 h 1865"/>
                <a:gd name="T6" fmla="*/ 0 w 1697"/>
                <a:gd name="T7" fmla="*/ 362 h 1865"/>
                <a:gd name="T8" fmla="*/ 80 w 1697"/>
                <a:gd name="T9" fmla="*/ 0 h 1865"/>
                <a:gd name="T10" fmla="*/ 0 60000 65536"/>
                <a:gd name="T11" fmla="*/ 0 60000 65536"/>
                <a:gd name="T12" fmla="*/ 0 60000 65536"/>
                <a:gd name="T13" fmla="*/ 0 60000 65536"/>
                <a:gd name="T14" fmla="*/ 0 60000 65536"/>
                <a:gd name="T15" fmla="*/ 0 w 1697"/>
                <a:gd name="T16" fmla="*/ 0 h 1865"/>
                <a:gd name="T17" fmla="*/ 1697 w 1697"/>
                <a:gd name="T18" fmla="*/ 1865 h 1865"/>
              </a:gdLst>
              <a:ahLst/>
              <a:cxnLst>
                <a:cxn ang="T10">
                  <a:pos x="T0" y="T1"/>
                </a:cxn>
                <a:cxn ang="T11">
                  <a:pos x="T2" y="T3"/>
                </a:cxn>
                <a:cxn ang="T12">
                  <a:pos x="T4" y="T5"/>
                </a:cxn>
                <a:cxn ang="T13">
                  <a:pos x="T6" y="T7"/>
                </a:cxn>
                <a:cxn ang="T14">
                  <a:pos x="T8" y="T9"/>
                </a:cxn>
              </a:cxnLst>
              <a:rect l="T15" t="T16" r="T17" b="T18"/>
              <a:pathLst>
                <a:path w="1697" h="1865">
                  <a:moveTo>
                    <a:pt x="344" y="0"/>
                  </a:moveTo>
                  <a:lnTo>
                    <a:pt x="1696" y="304"/>
                  </a:lnTo>
                  <a:lnTo>
                    <a:pt x="1352" y="1864"/>
                  </a:lnTo>
                  <a:lnTo>
                    <a:pt x="0" y="1560"/>
                  </a:lnTo>
                  <a:lnTo>
                    <a:pt x="344"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71" name="Freeform 19"/>
            <p:cNvSpPr/>
            <p:nvPr/>
          </p:nvSpPr>
          <p:spPr bwMode="auto">
            <a:xfrm>
              <a:off x="4339" y="2107"/>
              <a:ext cx="818" cy="898"/>
            </a:xfrm>
            <a:custGeom>
              <a:avLst/>
              <a:gdLst>
                <a:gd name="T0" fmla="*/ 82 w 1697"/>
                <a:gd name="T1" fmla="*/ 0 h 1865"/>
                <a:gd name="T2" fmla="*/ 394 w 1697"/>
                <a:gd name="T3" fmla="*/ 69 h 1865"/>
                <a:gd name="T4" fmla="*/ 314 w 1697"/>
                <a:gd name="T5" fmla="*/ 432 h 1865"/>
                <a:gd name="T6" fmla="*/ 0 w 1697"/>
                <a:gd name="T7" fmla="*/ 362 h 1865"/>
                <a:gd name="T8" fmla="*/ 82 w 1697"/>
                <a:gd name="T9" fmla="*/ 0 h 1865"/>
                <a:gd name="T10" fmla="*/ 0 60000 65536"/>
                <a:gd name="T11" fmla="*/ 0 60000 65536"/>
                <a:gd name="T12" fmla="*/ 0 60000 65536"/>
                <a:gd name="T13" fmla="*/ 0 60000 65536"/>
                <a:gd name="T14" fmla="*/ 0 60000 65536"/>
                <a:gd name="T15" fmla="*/ 0 w 1697"/>
                <a:gd name="T16" fmla="*/ 0 h 1865"/>
                <a:gd name="T17" fmla="*/ 1697 w 1697"/>
                <a:gd name="T18" fmla="*/ 1865 h 1865"/>
              </a:gdLst>
              <a:ahLst/>
              <a:cxnLst>
                <a:cxn ang="T10">
                  <a:pos x="T0" y="T1"/>
                </a:cxn>
                <a:cxn ang="T11">
                  <a:pos x="T2" y="T3"/>
                </a:cxn>
                <a:cxn ang="T12">
                  <a:pos x="T4" y="T5"/>
                </a:cxn>
                <a:cxn ang="T13">
                  <a:pos x="T6" y="T7"/>
                </a:cxn>
                <a:cxn ang="T14">
                  <a:pos x="T8" y="T9"/>
                </a:cxn>
              </a:cxnLst>
              <a:rect l="T15" t="T16" r="T17" b="T18"/>
              <a:pathLst>
                <a:path w="1697" h="1865">
                  <a:moveTo>
                    <a:pt x="352" y="0"/>
                  </a:moveTo>
                  <a:lnTo>
                    <a:pt x="1696" y="296"/>
                  </a:lnTo>
                  <a:lnTo>
                    <a:pt x="1352" y="1864"/>
                  </a:lnTo>
                  <a:lnTo>
                    <a:pt x="0" y="1560"/>
                  </a:lnTo>
                  <a:lnTo>
                    <a:pt x="352"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72" name="Freeform 20"/>
            <p:cNvSpPr/>
            <p:nvPr/>
          </p:nvSpPr>
          <p:spPr bwMode="auto">
            <a:xfrm>
              <a:off x="3097" y="2569"/>
              <a:ext cx="2218" cy="563"/>
            </a:xfrm>
            <a:custGeom>
              <a:avLst/>
              <a:gdLst>
                <a:gd name="T0" fmla="*/ 7 w 4601"/>
                <a:gd name="T1" fmla="*/ 0 h 1169"/>
                <a:gd name="T2" fmla="*/ 1069 w 4601"/>
                <a:gd name="T3" fmla="*/ 241 h 1169"/>
                <a:gd name="T4" fmla="*/ 1063 w 4601"/>
                <a:gd name="T5" fmla="*/ 271 h 1169"/>
                <a:gd name="T6" fmla="*/ 0 w 4601"/>
                <a:gd name="T7" fmla="*/ 31 h 1169"/>
                <a:gd name="T8" fmla="*/ 7 w 4601"/>
                <a:gd name="T9" fmla="*/ 0 h 1169"/>
                <a:gd name="T10" fmla="*/ 0 60000 65536"/>
                <a:gd name="T11" fmla="*/ 0 60000 65536"/>
                <a:gd name="T12" fmla="*/ 0 60000 65536"/>
                <a:gd name="T13" fmla="*/ 0 60000 65536"/>
                <a:gd name="T14" fmla="*/ 0 60000 65536"/>
                <a:gd name="T15" fmla="*/ 0 w 4601"/>
                <a:gd name="T16" fmla="*/ 0 h 1169"/>
                <a:gd name="T17" fmla="*/ 4601 w 4601"/>
                <a:gd name="T18" fmla="*/ 1169 h 1169"/>
              </a:gdLst>
              <a:ahLst/>
              <a:cxnLst>
                <a:cxn ang="T10">
                  <a:pos x="T0" y="T1"/>
                </a:cxn>
                <a:cxn ang="T11">
                  <a:pos x="T2" y="T3"/>
                </a:cxn>
                <a:cxn ang="T12">
                  <a:pos x="T4" y="T5"/>
                </a:cxn>
                <a:cxn ang="T13">
                  <a:pos x="T6" y="T7"/>
                </a:cxn>
                <a:cxn ang="T14">
                  <a:pos x="T8" y="T9"/>
                </a:cxn>
              </a:cxnLst>
              <a:rect l="T15" t="T16" r="T17" b="T18"/>
              <a:pathLst>
                <a:path w="4601" h="1169">
                  <a:moveTo>
                    <a:pt x="32" y="0"/>
                  </a:moveTo>
                  <a:lnTo>
                    <a:pt x="4600" y="1040"/>
                  </a:lnTo>
                  <a:lnTo>
                    <a:pt x="4576" y="1168"/>
                  </a:lnTo>
                  <a:lnTo>
                    <a:pt x="0" y="136"/>
                  </a:lnTo>
                  <a:lnTo>
                    <a:pt x="32"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73" name="Freeform 21"/>
            <p:cNvSpPr/>
            <p:nvPr/>
          </p:nvSpPr>
          <p:spPr bwMode="auto">
            <a:xfrm>
              <a:off x="4150" y="2885"/>
              <a:ext cx="104" cy="212"/>
            </a:xfrm>
            <a:custGeom>
              <a:avLst/>
              <a:gdLst>
                <a:gd name="T0" fmla="*/ 0 w 217"/>
                <a:gd name="T1" fmla="*/ 102 h 441"/>
                <a:gd name="T2" fmla="*/ 50 w 217"/>
                <a:gd name="T3" fmla="*/ 102 h 441"/>
                <a:gd name="T4" fmla="*/ 25 w 217"/>
                <a:gd name="T5" fmla="*/ 0 h 441"/>
                <a:gd name="T6" fmla="*/ 0 w 217"/>
                <a:gd name="T7" fmla="*/ 102 h 441"/>
                <a:gd name="T8" fmla="*/ 0 60000 65536"/>
                <a:gd name="T9" fmla="*/ 0 60000 65536"/>
                <a:gd name="T10" fmla="*/ 0 60000 65536"/>
                <a:gd name="T11" fmla="*/ 0 60000 65536"/>
                <a:gd name="T12" fmla="*/ 0 w 217"/>
                <a:gd name="T13" fmla="*/ 0 h 441"/>
                <a:gd name="T14" fmla="*/ 217 w 217"/>
                <a:gd name="T15" fmla="*/ 441 h 441"/>
              </a:gdLst>
              <a:ahLst/>
              <a:cxnLst>
                <a:cxn ang="T8">
                  <a:pos x="T0" y="T1"/>
                </a:cxn>
                <a:cxn ang="T9">
                  <a:pos x="T2" y="T3"/>
                </a:cxn>
                <a:cxn ang="T10">
                  <a:pos x="T4" y="T5"/>
                </a:cxn>
                <a:cxn ang="T11">
                  <a:pos x="T6" y="T7"/>
                </a:cxn>
              </a:cxnLst>
              <a:rect l="T12" t="T13" r="T14" b="T15"/>
              <a:pathLst>
                <a:path w="217" h="441">
                  <a:moveTo>
                    <a:pt x="0" y="440"/>
                  </a:moveTo>
                  <a:lnTo>
                    <a:pt x="216" y="440"/>
                  </a:lnTo>
                  <a:lnTo>
                    <a:pt x="108" y="0"/>
                  </a:lnTo>
                  <a:lnTo>
                    <a:pt x="0" y="44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grpSp>
      <p:grpSp>
        <p:nvGrpSpPr>
          <p:cNvPr id="287752" name="Group 22"/>
          <p:cNvGrpSpPr/>
          <p:nvPr/>
        </p:nvGrpSpPr>
        <p:grpSpPr bwMode="auto">
          <a:xfrm>
            <a:off x="6838167" y="4152595"/>
            <a:ext cx="3547409" cy="1854327"/>
            <a:chOff x="3321" y="2616"/>
            <a:chExt cx="2106" cy="1168"/>
          </a:xfrm>
          <a:solidFill>
            <a:srgbClr val="C7DCFF"/>
          </a:solidFill>
        </p:grpSpPr>
        <p:sp>
          <p:nvSpPr>
            <p:cNvPr id="287753" name="Freeform 23"/>
            <p:cNvSpPr/>
            <p:nvPr/>
          </p:nvSpPr>
          <p:spPr bwMode="auto">
            <a:xfrm>
              <a:off x="3492" y="2616"/>
              <a:ext cx="757" cy="825"/>
            </a:xfrm>
            <a:custGeom>
              <a:avLst/>
              <a:gdLst>
                <a:gd name="T0" fmla="*/ 68 w 1697"/>
                <a:gd name="T1" fmla="*/ 0 h 1865"/>
                <a:gd name="T2" fmla="*/ 338 w 1697"/>
                <a:gd name="T3" fmla="*/ 59 h 1865"/>
                <a:gd name="T4" fmla="*/ 269 w 1697"/>
                <a:gd name="T5" fmla="*/ 365 h 1865"/>
                <a:gd name="T6" fmla="*/ 0 w 1697"/>
                <a:gd name="T7" fmla="*/ 305 h 1865"/>
                <a:gd name="T8" fmla="*/ 68 w 1697"/>
                <a:gd name="T9" fmla="*/ 0 h 1865"/>
                <a:gd name="T10" fmla="*/ 0 60000 65536"/>
                <a:gd name="T11" fmla="*/ 0 60000 65536"/>
                <a:gd name="T12" fmla="*/ 0 60000 65536"/>
                <a:gd name="T13" fmla="*/ 0 60000 65536"/>
                <a:gd name="T14" fmla="*/ 0 60000 65536"/>
                <a:gd name="T15" fmla="*/ 0 w 1697"/>
                <a:gd name="T16" fmla="*/ 0 h 1865"/>
                <a:gd name="T17" fmla="*/ 1697 w 1697"/>
                <a:gd name="T18" fmla="*/ 1865 h 1865"/>
              </a:gdLst>
              <a:ahLst/>
              <a:cxnLst>
                <a:cxn ang="T10">
                  <a:pos x="T0" y="T1"/>
                </a:cxn>
                <a:cxn ang="T11">
                  <a:pos x="T2" y="T3"/>
                </a:cxn>
                <a:cxn ang="T12">
                  <a:pos x="T4" y="T5"/>
                </a:cxn>
                <a:cxn ang="T13">
                  <a:pos x="T6" y="T7"/>
                </a:cxn>
                <a:cxn ang="T14">
                  <a:pos x="T8" y="T9"/>
                </a:cxn>
              </a:cxnLst>
              <a:rect l="T15" t="T16" r="T17" b="T18"/>
              <a:pathLst>
                <a:path w="1697" h="1865">
                  <a:moveTo>
                    <a:pt x="344" y="0"/>
                  </a:moveTo>
                  <a:lnTo>
                    <a:pt x="1696" y="304"/>
                  </a:lnTo>
                  <a:lnTo>
                    <a:pt x="1352" y="1864"/>
                  </a:lnTo>
                  <a:lnTo>
                    <a:pt x="0" y="1560"/>
                  </a:lnTo>
                  <a:lnTo>
                    <a:pt x="344"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54" name="Freeform 24"/>
            <p:cNvSpPr/>
            <p:nvPr/>
          </p:nvSpPr>
          <p:spPr bwMode="auto">
            <a:xfrm>
              <a:off x="4495" y="2839"/>
              <a:ext cx="756" cy="825"/>
            </a:xfrm>
            <a:custGeom>
              <a:avLst/>
              <a:gdLst>
                <a:gd name="T0" fmla="*/ 68 w 1697"/>
                <a:gd name="T1" fmla="*/ 0 h 1865"/>
                <a:gd name="T2" fmla="*/ 338 w 1697"/>
                <a:gd name="T3" fmla="*/ 59 h 1865"/>
                <a:gd name="T4" fmla="*/ 269 w 1697"/>
                <a:gd name="T5" fmla="*/ 365 h 1865"/>
                <a:gd name="T6" fmla="*/ 0 w 1697"/>
                <a:gd name="T7" fmla="*/ 305 h 1865"/>
                <a:gd name="T8" fmla="*/ 68 w 1697"/>
                <a:gd name="T9" fmla="*/ 0 h 1865"/>
                <a:gd name="T10" fmla="*/ 0 60000 65536"/>
                <a:gd name="T11" fmla="*/ 0 60000 65536"/>
                <a:gd name="T12" fmla="*/ 0 60000 65536"/>
                <a:gd name="T13" fmla="*/ 0 60000 65536"/>
                <a:gd name="T14" fmla="*/ 0 60000 65536"/>
                <a:gd name="T15" fmla="*/ 0 w 1697"/>
                <a:gd name="T16" fmla="*/ 0 h 1865"/>
                <a:gd name="T17" fmla="*/ 1697 w 1697"/>
                <a:gd name="T18" fmla="*/ 1865 h 1865"/>
              </a:gdLst>
              <a:ahLst/>
              <a:cxnLst>
                <a:cxn ang="T10">
                  <a:pos x="T0" y="T1"/>
                </a:cxn>
                <a:cxn ang="T11">
                  <a:pos x="T2" y="T3"/>
                </a:cxn>
                <a:cxn ang="T12">
                  <a:pos x="T4" y="T5"/>
                </a:cxn>
                <a:cxn ang="T13">
                  <a:pos x="T6" y="T7"/>
                </a:cxn>
                <a:cxn ang="T14">
                  <a:pos x="T8" y="T9"/>
                </a:cxn>
              </a:cxnLst>
              <a:rect l="T15" t="T16" r="T17" b="T18"/>
              <a:pathLst>
                <a:path w="1697" h="1865">
                  <a:moveTo>
                    <a:pt x="344" y="0"/>
                  </a:moveTo>
                  <a:lnTo>
                    <a:pt x="1696" y="304"/>
                  </a:lnTo>
                  <a:lnTo>
                    <a:pt x="1352" y="1864"/>
                  </a:lnTo>
                  <a:lnTo>
                    <a:pt x="0" y="1560"/>
                  </a:lnTo>
                  <a:lnTo>
                    <a:pt x="344"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55" name="Freeform 25"/>
            <p:cNvSpPr/>
            <p:nvPr/>
          </p:nvSpPr>
          <p:spPr bwMode="auto">
            <a:xfrm>
              <a:off x="3346" y="3267"/>
              <a:ext cx="2052" cy="517"/>
            </a:xfrm>
            <a:custGeom>
              <a:avLst/>
              <a:gdLst>
                <a:gd name="T0" fmla="*/ 6 w 4601"/>
                <a:gd name="T1" fmla="*/ 0 h 1169"/>
                <a:gd name="T2" fmla="*/ 915 w 4601"/>
                <a:gd name="T3" fmla="*/ 202 h 1169"/>
                <a:gd name="T4" fmla="*/ 908 w 4601"/>
                <a:gd name="T5" fmla="*/ 229 h 1169"/>
                <a:gd name="T6" fmla="*/ 0 w 4601"/>
                <a:gd name="T7" fmla="*/ 25 h 1169"/>
                <a:gd name="T8" fmla="*/ 6 w 4601"/>
                <a:gd name="T9" fmla="*/ 0 h 1169"/>
                <a:gd name="T10" fmla="*/ 0 60000 65536"/>
                <a:gd name="T11" fmla="*/ 0 60000 65536"/>
                <a:gd name="T12" fmla="*/ 0 60000 65536"/>
                <a:gd name="T13" fmla="*/ 0 60000 65536"/>
                <a:gd name="T14" fmla="*/ 0 60000 65536"/>
                <a:gd name="T15" fmla="*/ 0 w 4601"/>
                <a:gd name="T16" fmla="*/ 0 h 1169"/>
                <a:gd name="T17" fmla="*/ 4601 w 4601"/>
                <a:gd name="T18" fmla="*/ 1169 h 1169"/>
              </a:gdLst>
              <a:ahLst/>
              <a:cxnLst>
                <a:cxn ang="T10">
                  <a:pos x="T0" y="T1"/>
                </a:cxn>
                <a:cxn ang="T11">
                  <a:pos x="T2" y="T3"/>
                </a:cxn>
                <a:cxn ang="T12">
                  <a:pos x="T4" y="T5"/>
                </a:cxn>
                <a:cxn ang="T13">
                  <a:pos x="T6" y="T7"/>
                </a:cxn>
                <a:cxn ang="T14">
                  <a:pos x="T8" y="T9"/>
                </a:cxn>
              </a:cxnLst>
              <a:rect l="T15" t="T16" r="T17" b="T18"/>
              <a:pathLst>
                <a:path w="4601" h="1169">
                  <a:moveTo>
                    <a:pt x="32" y="0"/>
                  </a:moveTo>
                  <a:lnTo>
                    <a:pt x="4600" y="1032"/>
                  </a:lnTo>
                  <a:lnTo>
                    <a:pt x="4568" y="1168"/>
                  </a:lnTo>
                  <a:lnTo>
                    <a:pt x="0" y="128"/>
                  </a:lnTo>
                  <a:lnTo>
                    <a:pt x="32"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56" name="Arc 26"/>
            <p:cNvSpPr/>
            <p:nvPr/>
          </p:nvSpPr>
          <p:spPr bwMode="auto">
            <a:xfrm>
              <a:off x="4370" y="3562"/>
              <a:ext cx="1044" cy="156"/>
            </a:xfrm>
            <a:custGeom>
              <a:avLst/>
              <a:gdLst>
                <a:gd name="T0" fmla="*/ 2 w 21600"/>
                <a:gd name="T1" fmla="*/ 0 h 4120"/>
                <a:gd name="T2" fmla="*/ 2 w 21600"/>
                <a:gd name="T3" fmla="*/ 0 h 4120"/>
                <a:gd name="T4" fmla="*/ 0 w 21600"/>
                <a:gd name="T5" fmla="*/ 0 h 4120"/>
                <a:gd name="T6" fmla="*/ 0 60000 65536"/>
                <a:gd name="T7" fmla="*/ 0 60000 65536"/>
                <a:gd name="T8" fmla="*/ 0 60000 65536"/>
                <a:gd name="T9" fmla="*/ 0 w 21600"/>
                <a:gd name="T10" fmla="*/ 0 h 4120"/>
                <a:gd name="T11" fmla="*/ 21600 w 21600"/>
                <a:gd name="T12" fmla="*/ 4120 h 4120"/>
              </a:gdLst>
              <a:ahLst/>
              <a:cxnLst>
                <a:cxn ang="T6">
                  <a:pos x="T0" y="T1"/>
                </a:cxn>
                <a:cxn ang="T7">
                  <a:pos x="T2" y="T3"/>
                </a:cxn>
                <a:cxn ang="T8">
                  <a:pos x="T4" y="T5"/>
                </a:cxn>
              </a:cxnLst>
              <a:rect l="T9" t="T10" r="T11" b="T12"/>
              <a:pathLst>
                <a:path w="21600" h="4120" fill="none" extrusionOk="0">
                  <a:moveTo>
                    <a:pt x="21600" y="0"/>
                  </a:moveTo>
                  <a:cubicBezTo>
                    <a:pt x="21600" y="1382"/>
                    <a:pt x="21467" y="2762"/>
                    <a:pt x="21203" y="4120"/>
                  </a:cubicBezTo>
                </a:path>
                <a:path w="21600" h="4120" stroke="0" extrusionOk="0">
                  <a:moveTo>
                    <a:pt x="21600" y="0"/>
                  </a:moveTo>
                  <a:cubicBezTo>
                    <a:pt x="21600" y="1382"/>
                    <a:pt x="21467" y="2762"/>
                    <a:pt x="21203" y="4120"/>
                  </a:cubicBezTo>
                  <a:lnTo>
                    <a:pt x="0" y="0"/>
                  </a:lnTo>
                  <a:close/>
                </a:path>
              </a:pathLst>
            </a:custGeom>
            <a:grpFill/>
            <a:ln w="12700" cap="rnd">
              <a:solidFill>
                <a:srgbClr val="0C306E"/>
              </a:solidFill>
              <a:round/>
            </a:ln>
          </p:spPr>
          <p:txBody>
            <a:bodyPr wrap="none" anchor="ctr"/>
            <a:lstStyle/>
            <a:p>
              <a:pPr>
                <a:defRPr/>
              </a:pPr>
              <a:endParaRPr lang="en-GB" sz="1815"/>
            </a:p>
          </p:txBody>
        </p:sp>
        <p:sp>
          <p:nvSpPr>
            <p:cNvPr id="287757" name="Freeform 27"/>
            <p:cNvSpPr/>
            <p:nvPr/>
          </p:nvSpPr>
          <p:spPr bwMode="auto">
            <a:xfrm>
              <a:off x="5402" y="3564"/>
              <a:ext cx="21" cy="47"/>
            </a:xfrm>
            <a:custGeom>
              <a:avLst/>
              <a:gdLst>
                <a:gd name="T0" fmla="*/ 0 w 49"/>
                <a:gd name="T1" fmla="*/ 21 h 105"/>
                <a:gd name="T2" fmla="*/ 9 w 49"/>
                <a:gd name="T3" fmla="*/ 21 h 105"/>
                <a:gd name="T4" fmla="*/ 5 w 49"/>
                <a:gd name="T5" fmla="*/ 0 h 105"/>
                <a:gd name="T6" fmla="*/ 0 w 49"/>
                <a:gd name="T7" fmla="*/ 21 h 105"/>
                <a:gd name="T8" fmla="*/ 0 60000 65536"/>
                <a:gd name="T9" fmla="*/ 0 60000 65536"/>
                <a:gd name="T10" fmla="*/ 0 60000 65536"/>
                <a:gd name="T11" fmla="*/ 0 60000 65536"/>
                <a:gd name="T12" fmla="*/ 0 w 49"/>
                <a:gd name="T13" fmla="*/ 0 h 105"/>
                <a:gd name="T14" fmla="*/ 49 w 49"/>
                <a:gd name="T15" fmla="*/ 105 h 105"/>
              </a:gdLst>
              <a:ahLst/>
              <a:cxnLst>
                <a:cxn ang="T8">
                  <a:pos x="T0" y="T1"/>
                </a:cxn>
                <a:cxn ang="T9">
                  <a:pos x="T2" y="T3"/>
                </a:cxn>
                <a:cxn ang="T10">
                  <a:pos x="T4" y="T5"/>
                </a:cxn>
                <a:cxn ang="T11">
                  <a:pos x="T6" y="T7"/>
                </a:cxn>
              </a:cxnLst>
              <a:rect l="T12" t="T13" r="T14" b="T15"/>
              <a:pathLst>
                <a:path w="49" h="105">
                  <a:moveTo>
                    <a:pt x="0" y="104"/>
                  </a:moveTo>
                  <a:lnTo>
                    <a:pt x="48" y="104"/>
                  </a:lnTo>
                  <a:lnTo>
                    <a:pt x="27" y="0"/>
                  </a:lnTo>
                  <a:lnTo>
                    <a:pt x="0" y="104"/>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58" name="Freeform 28"/>
            <p:cNvSpPr/>
            <p:nvPr/>
          </p:nvSpPr>
          <p:spPr bwMode="auto">
            <a:xfrm>
              <a:off x="5402" y="3564"/>
              <a:ext cx="25" cy="52"/>
            </a:xfrm>
            <a:custGeom>
              <a:avLst/>
              <a:gdLst>
                <a:gd name="T0" fmla="*/ 0 w 57"/>
                <a:gd name="T1" fmla="*/ 22 h 113"/>
                <a:gd name="T2" fmla="*/ 0 w 57"/>
                <a:gd name="T3" fmla="*/ 22 h 113"/>
                <a:gd name="T4" fmla="*/ 11 w 57"/>
                <a:gd name="T5" fmla="*/ 22 h 113"/>
                <a:gd name="T6" fmla="*/ 6 w 57"/>
                <a:gd name="T7" fmla="*/ 0 h 113"/>
                <a:gd name="T8" fmla="*/ 0 w 57"/>
                <a:gd name="T9" fmla="*/ 22 h 113"/>
                <a:gd name="T10" fmla="*/ 0 60000 65536"/>
                <a:gd name="T11" fmla="*/ 0 60000 65536"/>
                <a:gd name="T12" fmla="*/ 0 60000 65536"/>
                <a:gd name="T13" fmla="*/ 0 60000 65536"/>
                <a:gd name="T14" fmla="*/ 0 60000 65536"/>
                <a:gd name="T15" fmla="*/ 0 w 57"/>
                <a:gd name="T16" fmla="*/ 0 h 113"/>
                <a:gd name="T17" fmla="*/ 57 w 57"/>
                <a:gd name="T18" fmla="*/ 113 h 113"/>
              </a:gdLst>
              <a:ahLst/>
              <a:cxnLst>
                <a:cxn ang="T10">
                  <a:pos x="T0" y="T1"/>
                </a:cxn>
                <a:cxn ang="T11">
                  <a:pos x="T2" y="T3"/>
                </a:cxn>
                <a:cxn ang="T12">
                  <a:pos x="T4" y="T5"/>
                </a:cxn>
                <a:cxn ang="T13">
                  <a:pos x="T6" y="T7"/>
                </a:cxn>
                <a:cxn ang="T14">
                  <a:pos x="T8" y="T9"/>
                </a:cxn>
              </a:cxnLst>
              <a:rect l="T15" t="T16" r="T17" b="T18"/>
              <a:pathLst>
                <a:path w="57" h="113">
                  <a:moveTo>
                    <a:pt x="0" y="112"/>
                  </a:moveTo>
                  <a:lnTo>
                    <a:pt x="0" y="112"/>
                  </a:lnTo>
                  <a:lnTo>
                    <a:pt x="56" y="112"/>
                  </a:lnTo>
                  <a:lnTo>
                    <a:pt x="32" y="0"/>
                  </a:lnTo>
                  <a:lnTo>
                    <a:pt x="0" y="112"/>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59" name="Freeform 29"/>
            <p:cNvSpPr/>
            <p:nvPr/>
          </p:nvSpPr>
          <p:spPr bwMode="auto">
            <a:xfrm>
              <a:off x="5402" y="3564"/>
              <a:ext cx="25" cy="52"/>
            </a:xfrm>
            <a:custGeom>
              <a:avLst/>
              <a:gdLst>
                <a:gd name="T0" fmla="*/ 0 w 57"/>
                <a:gd name="T1" fmla="*/ 22 h 113"/>
                <a:gd name="T2" fmla="*/ 11 w 57"/>
                <a:gd name="T3" fmla="*/ 22 h 113"/>
                <a:gd name="T4" fmla="*/ 6 w 57"/>
                <a:gd name="T5" fmla="*/ 0 h 113"/>
                <a:gd name="T6" fmla="*/ 0 w 57"/>
                <a:gd name="T7" fmla="*/ 22 h 113"/>
                <a:gd name="T8" fmla="*/ 0 60000 65536"/>
                <a:gd name="T9" fmla="*/ 0 60000 65536"/>
                <a:gd name="T10" fmla="*/ 0 60000 65536"/>
                <a:gd name="T11" fmla="*/ 0 60000 65536"/>
                <a:gd name="T12" fmla="*/ 0 w 57"/>
                <a:gd name="T13" fmla="*/ 0 h 113"/>
                <a:gd name="T14" fmla="*/ 57 w 57"/>
                <a:gd name="T15" fmla="*/ 113 h 113"/>
              </a:gdLst>
              <a:ahLst/>
              <a:cxnLst>
                <a:cxn ang="T8">
                  <a:pos x="T0" y="T1"/>
                </a:cxn>
                <a:cxn ang="T9">
                  <a:pos x="T2" y="T3"/>
                </a:cxn>
                <a:cxn ang="T10">
                  <a:pos x="T4" y="T5"/>
                </a:cxn>
                <a:cxn ang="T11">
                  <a:pos x="T6" y="T7"/>
                </a:cxn>
              </a:cxnLst>
              <a:rect l="T12" t="T13" r="T14" b="T15"/>
              <a:pathLst>
                <a:path w="57" h="113">
                  <a:moveTo>
                    <a:pt x="0" y="112"/>
                  </a:moveTo>
                  <a:lnTo>
                    <a:pt x="56" y="112"/>
                  </a:lnTo>
                  <a:lnTo>
                    <a:pt x="32" y="0"/>
                  </a:lnTo>
                  <a:lnTo>
                    <a:pt x="0" y="112"/>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60" name="Rectangle 30"/>
            <p:cNvSpPr>
              <a:spLocks noChangeArrowheads="1"/>
            </p:cNvSpPr>
            <p:nvPr/>
          </p:nvSpPr>
          <p:spPr bwMode="auto">
            <a:xfrm>
              <a:off x="3551" y="2788"/>
              <a:ext cx="618" cy="706"/>
            </a:xfrm>
            <a:prstGeom prst="rect">
              <a:avLst/>
            </a:prstGeom>
            <a:grpFill/>
            <a:ln w="12700">
              <a:solidFill>
                <a:srgbClr val="0C306E"/>
              </a:solidFill>
              <a:miter lim="800000"/>
            </a:ln>
          </p:spPr>
          <p:txBody>
            <a:bodyPr wrap="none" anchor="ctr"/>
            <a:lstStyle/>
            <a:p>
              <a:pPr>
                <a:defRPr/>
              </a:pPr>
              <a:endParaRPr lang="en-US" sz="1815"/>
            </a:p>
          </p:txBody>
        </p:sp>
        <p:sp>
          <p:nvSpPr>
            <p:cNvPr id="287761" name="Rectangle 31"/>
            <p:cNvSpPr>
              <a:spLocks noChangeArrowheads="1"/>
            </p:cNvSpPr>
            <p:nvPr/>
          </p:nvSpPr>
          <p:spPr bwMode="auto">
            <a:xfrm>
              <a:off x="4579" y="2788"/>
              <a:ext cx="618" cy="706"/>
            </a:xfrm>
            <a:prstGeom prst="rect">
              <a:avLst/>
            </a:prstGeom>
            <a:grpFill/>
            <a:ln w="12700">
              <a:solidFill>
                <a:srgbClr val="0C306E"/>
              </a:solidFill>
              <a:miter lim="800000"/>
            </a:ln>
          </p:spPr>
          <p:txBody>
            <a:bodyPr wrap="none" anchor="ctr"/>
            <a:lstStyle/>
            <a:p>
              <a:pPr>
                <a:defRPr/>
              </a:pPr>
              <a:endParaRPr lang="en-US" sz="1815"/>
            </a:p>
          </p:txBody>
        </p:sp>
        <p:sp>
          <p:nvSpPr>
            <p:cNvPr id="287762" name="Arc 32"/>
            <p:cNvSpPr/>
            <p:nvPr/>
          </p:nvSpPr>
          <p:spPr bwMode="auto">
            <a:xfrm>
              <a:off x="3334" y="3326"/>
              <a:ext cx="1044" cy="155"/>
            </a:xfrm>
            <a:custGeom>
              <a:avLst/>
              <a:gdLst>
                <a:gd name="T0" fmla="*/ 0 w 21600"/>
                <a:gd name="T1" fmla="*/ 0 h 4130"/>
                <a:gd name="T2" fmla="*/ 0 w 21600"/>
                <a:gd name="T3" fmla="*/ 0 h 4130"/>
                <a:gd name="T4" fmla="*/ 2 w 21600"/>
                <a:gd name="T5" fmla="*/ 0 h 4130"/>
                <a:gd name="T6" fmla="*/ 0 60000 65536"/>
                <a:gd name="T7" fmla="*/ 0 60000 65536"/>
                <a:gd name="T8" fmla="*/ 0 60000 65536"/>
                <a:gd name="T9" fmla="*/ 0 w 21600"/>
                <a:gd name="T10" fmla="*/ 0 h 4130"/>
                <a:gd name="T11" fmla="*/ 21600 w 21600"/>
                <a:gd name="T12" fmla="*/ 4130 h 4130"/>
              </a:gdLst>
              <a:ahLst/>
              <a:cxnLst>
                <a:cxn ang="T6">
                  <a:pos x="T0" y="T1"/>
                </a:cxn>
                <a:cxn ang="T7">
                  <a:pos x="T2" y="T3"/>
                </a:cxn>
                <a:cxn ang="T8">
                  <a:pos x="T4" y="T5"/>
                </a:cxn>
              </a:cxnLst>
              <a:rect l="T9" t="T10" r="T11" b="T12"/>
              <a:pathLst>
                <a:path w="21600" h="4130" fill="none" extrusionOk="0">
                  <a:moveTo>
                    <a:pt x="0" y="4130"/>
                  </a:moveTo>
                  <a:cubicBezTo>
                    <a:pt x="0" y="2743"/>
                    <a:pt x="133" y="1360"/>
                    <a:pt x="398" y="-1"/>
                  </a:cubicBezTo>
                </a:path>
                <a:path w="21600" h="4130" stroke="0" extrusionOk="0">
                  <a:moveTo>
                    <a:pt x="0" y="4130"/>
                  </a:moveTo>
                  <a:cubicBezTo>
                    <a:pt x="0" y="2743"/>
                    <a:pt x="133" y="1360"/>
                    <a:pt x="398" y="-1"/>
                  </a:cubicBezTo>
                  <a:lnTo>
                    <a:pt x="21600" y="4130"/>
                  </a:lnTo>
                  <a:close/>
                </a:path>
              </a:pathLst>
            </a:custGeom>
            <a:grpFill/>
            <a:ln w="12700" cap="rnd">
              <a:solidFill>
                <a:srgbClr val="0C306E"/>
              </a:solidFill>
              <a:round/>
            </a:ln>
          </p:spPr>
          <p:txBody>
            <a:bodyPr wrap="none" anchor="ctr"/>
            <a:lstStyle/>
            <a:p>
              <a:pPr>
                <a:defRPr/>
              </a:pPr>
              <a:endParaRPr lang="en-GB" sz="1815"/>
            </a:p>
          </p:txBody>
        </p:sp>
        <p:sp>
          <p:nvSpPr>
            <p:cNvPr id="287763" name="Freeform 33"/>
            <p:cNvSpPr/>
            <p:nvPr/>
          </p:nvSpPr>
          <p:spPr bwMode="auto">
            <a:xfrm>
              <a:off x="3321" y="3430"/>
              <a:ext cx="22" cy="50"/>
            </a:xfrm>
            <a:custGeom>
              <a:avLst/>
              <a:gdLst>
                <a:gd name="T0" fmla="*/ 10 w 49"/>
                <a:gd name="T1" fmla="*/ 0 h 113"/>
                <a:gd name="T2" fmla="*/ 0 w 49"/>
                <a:gd name="T3" fmla="*/ 0 h 113"/>
                <a:gd name="T4" fmla="*/ 5 w 49"/>
                <a:gd name="T5" fmla="*/ 22 h 113"/>
                <a:gd name="T6" fmla="*/ 10 w 49"/>
                <a:gd name="T7" fmla="*/ 0 h 113"/>
                <a:gd name="T8" fmla="*/ 0 60000 65536"/>
                <a:gd name="T9" fmla="*/ 0 60000 65536"/>
                <a:gd name="T10" fmla="*/ 0 60000 65536"/>
                <a:gd name="T11" fmla="*/ 0 60000 65536"/>
                <a:gd name="T12" fmla="*/ 0 w 49"/>
                <a:gd name="T13" fmla="*/ 0 h 113"/>
                <a:gd name="T14" fmla="*/ 49 w 49"/>
                <a:gd name="T15" fmla="*/ 113 h 113"/>
              </a:gdLst>
              <a:ahLst/>
              <a:cxnLst>
                <a:cxn ang="T8">
                  <a:pos x="T0" y="T1"/>
                </a:cxn>
                <a:cxn ang="T9">
                  <a:pos x="T2" y="T3"/>
                </a:cxn>
                <a:cxn ang="T10">
                  <a:pos x="T4" y="T5"/>
                </a:cxn>
                <a:cxn ang="T11">
                  <a:pos x="T6" y="T7"/>
                </a:cxn>
              </a:cxnLst>
              <a:rect l="T12" t="T13" r="T14" b="T15"/>
              <a:pathLst>
                <a:path w="49" h="113">
                  <a:moveTo>
                    <a:pt x="48" y="0"/>
                  </a:moveTo>
                  <a:lnTo>
                    <a:pt x="0" y="0"/>
                  </a:lnTo>
                  <a:lnTo>
                    <a:pt x="27" y="112"/>
                  </a:lnTo>
                  <a:lnTo>
                    <a:pt x="48"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64" name="Freeform 34"/>
            <p:cNvSpPr/>
            <p:nvPr/>
          </p:nvSpPr>
          <p:spPr bwMode="auto">
            <a:xfrm>
              <a:off x="3321" y="3430"/>
              <a:ext cx="25" cy="50"/>
            </a:xfrm>
            <a:custGeom>
              <a:avLst/>
              <a:gdLst>
                <a:gd name="T0" fmla="*/ 11 w 57"/>
                <a:gd name="T1" fmla="*/ 0 h 113"/>
                <a:gd name="T2" fmla="*/ 11 w 57"/>
                <a:gd name="T3" fmla="*/ 0 h 113"/>
                <a:gd name="T4" fmla="*/ 0 w 57"/>
                <a:gd name="T5" fmla="*/ 0 h 113"/>
                <a:gd name="T6" fmla="*/ 6 w 57"/>
                <a:gd name="T7" fmla="*/ 22 h 113"/>
                <a:gd name="T8" fmla="*/ 11 w 57"/>
                <a:gd name="T9" fmla="*/ 0 h 113"/>
                <a:gd name="T10" fmla="*/ 0 60000 65536"/>
                <a:gd name="T11" fmla="*/ 0 60000 65536"/>
                <a:gd name="T12" fmla="*/ 0 60000 65536"/>
                <a:gd name="T13" fmla="*/ 0 60000 65536"/>
                <a:gd name="T14" fmla="*/ 0 60000 65536"/>
                <a:gd name="T15" fmla="*/ 0 w 57"/>
                <a:gd name="T16" fmla="*/ 0 h 113"/>
                <a:gd name="T17" fmla="*/ 57 w 57"/>
                <a:gd name="T18" fmla="*/ 113 h 113"/>
              </a:gdLst>
              <a:ahLst/>
              <a:cxnLst>
                <a:cxn ang="T10">
                  <a:pos x="T0" y="T1"/>
                </a:cxn>
                <a:cxn ang="T11">
                  <a:pos x="T2" y="T3"/>
                </a:cxn>
                <a:cxn ang="T12">
                  <a:pos x="T4" y="T5"/>
                </a:cxn>
                <a:cxn ang="T13">
                  <a:pos x="T6" y="T7"/>
                </a:cxn>
                <a:cxn ang="T14">
                  <a:pos x="T8" y="T9"/>
                </a:cxn>
              </a:cxnLst>
              <a:rect l="T15" t="T16" r="T17" b="T18"/>
              <a:pathLst>
                <a:path w="57" h="113">
                  <a:moveTo>
                    <a:pt x="56" y="0"/>
                  </a:moveTo>
                  <a:lnTo>
                    <a:pt x="56" y="0"/>
                  </a:lnTo>
                  <a:lnTo>
                    <a:pt x="0" y="0"/>
                  </a:lnTo>
                  <a:lnTo>
                    <a:pt x="32" y="112"/>
                  </a:lnTo>
                  <a:lnTo>
                    <a:pt x="56"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65" name="Freeform 35"/>
            <p:cNvSpPr/>
            <p:nvPr/>
          </p:nvSpPr>
          <p:spPr bwMode="auto">
            <a:xfrm>
              <a:off x="3321" y="3430"/>
              <a:ext cx="25" cy="53"/>
            </a:xfrm>
            <a:custGeom>
              <a:avLst/>
              <a:gdLst>
                <a:gd name="T0" fmla="*/ 11 w 57"/>
                <a:gd name="T1" fmla="*/ 0 h 121"/>
                <a:gd name="T2" fmla="*/ 0 w 57"/>
                <a:gd name="T3" fmla="*/ 0 h 121"/>
                <a:gd name="T4" fmla="*/ 6 w 57"/>
                <a:gd name="T5" fmla="*/ 23 h 121"/>
                <a:gd name="T6" fmla="*/ 11 w 57"/>
                <a:gd name="T7" fmla="*/ 0 h 121"/>
                <a:gd name="T8" fmla="*/ 0 60000 65536"/>
                <a:gd name="T9" fmla="*/ 0 60000 65536"/>
                <a:gd name="T10" fmla="*/ 0 60000 65536"/>
                <a:gd name="T11" fmla="*/ 0 60000 65536"/>
                <a:gd name="T12" fmla="*/ 0 w 57"/>
                <a:gd name="T13" fmla="*/ 0 h 121"/>
                <a:gd name="T14" fmla="*/ 57 w 57"/>
                <a:gd name="T15" fmla="*/ 121 h 121"/>
              </a:gdLst>
              <a:ahLst/>
              <a:cxnLst>
                <a:cxn ang="T8">
                  <a:pos x="T0" y="T1"/>
                </a:cxn>
                <a:cxn ang="T9">
                  <a:pos x="T2" y="T3"/>
                </a:cxn>
                <a:cxn ang="T10">
                  <a:pos x="T4" y="T5"/>
                </a:cxn>
                <a:cxn ang="T11">
                  <a:pos x="T6" y="T7"/>
                </a:cxn>
              </a:cxnLst>
              <a:rect l="T12" t="T13" r="T14" b="T15"/>
              <a:pathLst>
                <a:path w="57" h="121">
                  <a:moveTo>
                    <a:pt x="56" y="0"/>
                  </a:moveTo>
                  <a:lnTo>
                    <a:pt x="0" y="0"/>
                  </a:lnTo>
                  <a:lnTo>
                    <a:pt x="32" y="120"/>
                  </a:lnTo>
                  <a:lnTo>
                    <a:pt x="56"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66" name="Freeform 36"/>
            <p:cNvSpPr/>
            <p:nvPr/>
          </p:nvSpPr>
          <p:spPr bwMode="auto">
            <a:xfrm>
              <a:off x="4324" y="3561"/>
              <a:ext cx="97" cy="191"/>
            </a:xfrm>
            <a:custGeom>
              <a:avLst/>
              <a:gdLst>
                <a:gd name="T0" fmla="*/ 0 w 217"/>
                <a:gd name="T1" fmla="*/ 84 h 433"/>
                <a:gd name="T2" fmla="*/ 43 w 217"/>
                <a:gd name="T3" fmla="*/ 84 h 433"/>
                <a:gd name="T4" fmla="*/ 21 w 217"/>
                <a:gd name="T5" fmla="*/ 0 h 433"/>
                <a:gd name="T6" fmla="*/ 0 w 217"/>
                <a:gd name="T7" fmla="*/ 84 h 433"/>
                <a:gd name="T8" fmla="*/ 0 60000 65536"/>
                <a:gd name="T9" fmla="*/ 0 60000 65536"/>
                <a:gd name="T10" fmla="*/ 0 60000 65536"/>
                <a:gd name="T11" fmla="*/ 0 60000 65536"/>
                <a:gd name="T12" fmla="*/ 0 w 217"/>
                <a:gd name="T13" fmla="*/ 0 h 433"/>
                <a:gd name="T14" fmla="*/ 217 w 217"/>
                <a:gd name="T15" fmla="*/ 433 h 433"/>
              </a:gdLst>
              <a:ahLst/>
              <a:cxnLst>
                <a:cxn ang="T8">
                  <a:pos x="T0" y="T1"/>
                </a:cxn>
                <a:cxn ang="T9">
                  <a:pos x="T2" y="T3"/>
                </a:cxn>
                <a:cxn ang="T10">
                  <a:pos x="T4" y="T5"/>
                </a:cxn>
                <a:cxn ang="T11">
                  <a:pos x="T6" y="T7"/>
                </a:cxn>
              </a:cxnLst>
              <a:rect l="T12" t="T13" r="T14" b="T15"/>
              <a:pathLst>
                <a:path w="217" h="433">
                  <a:moveTo>
                    <a:pt x="0" y="432"/>
                  </a:moveTo>
                  <a:lnTo>
                    <a:pt x="216" y="432"/>
                  </a:lnTo>
                  <a:lnTo>
                    <a:pt x="108" y="0"/>
                  </a:lnTo>
                  <a:lnTo>
                    <a:pt x="0" y="432"/>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67" name="Arc 37"/>
            <p:cNvSpPr/>
            <p:nvPr/>
          </p:nvSpPr>
          <p:spPr bwMode="auto">
            <a:xfrm>
              <a:off x="4276" y="3404"/>
              <a:ext cx="182" cy="92"/>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0" y="21600"/>
                  </a:moveTo>
                  <a:cubicBezTo>
                    <a:pt x="0" y="9670"/>
                    <a:pt x="9670" y="0"/>
                    <a:pt x="21600" y="0"/>
                  </a:cubicBezTo>
                  <a:cubicBezTo>
                    <a:pt x="33529" y="0"/>
                    <a:pt x="43200" y="9670"/>
                    <a:pt x="43200" y="21600"/>
                  </a:cubicBezTo>
                </a:path>
                <a:path w="43200" h="21600" stroke="0" extrusionOk="0">
                  <a:moveTo>
                    <a:pt x="0" y="21600"/>
                  </a:moveTo>
                  <a:cubicBezTo>
                    <a:pt x="0" y="9670"/>
                    <a:pt x="9670" y="0"/>
                    <a:pt x="21600" y="0"/>
                  </a:cubicBezTo>
                  <a:cubicBezTo>
                    <a:pt x="33529" y="0"/>
                    <a:pt x="43200" y="9670"/>
                    <a:pt x="43200" y="21600"/>
                  </a:cubicBezTo>
                  <a:lnTo>
                    <a:pt x="21600" y="21600"/>
                  </a:lnTo>
                  <a:close/>
                </a:path>
              </a:pathLst>
            </a:custGeom>
            <a:grpFill/>
            <a:ln w="12700" cap="rnd">
              <a:solidFill>
                <a:srgbClr val="0C306E"/>
              </a:solidFill>
              <a:round/>
            </a:ln>
          </p:spPr>
          <p:txBody>
            <a:bodyPr wrap="none" anchor="ctr"/>
            <a:lstStyle/>
            <a:p>
              <a:pPr>
                <a:defRPr/>
              </a:pPr>
              <a:endParaRPr lang="en-GB" sz="1815"/>
            </a:p>
          </p:txBody>
        </p:sp>
        <p:sp>
          <p:nvSpPr>
            <p:cNvPr id="287768" name="Rectangle 38"/>
            <p:cNvSpPr>
              <a:spLocks noChangeArrowheads="1"/>
            </p:cNvSpPr>
            <p:nvPr/>
          </p:nvSpPr>
          <p:spPr bwMode="auto">
            <a:xfrm>
              <a:off x="3326" y="3495"/>
              <a:ext cx="2091" cy="60"/>
            </a:xfrm>
            <a:prstGeom prst="rect">
              <a:avLst/>
            </a:prstGeom>
            <a:grpFill/>
            <a:ln w="12700">
              <a:solidFill>
                <a:srgbClr val="0C306E"/>
              </a:solidFill>
              <a:miter lim="800000"/>
            </a:ln>
          </p:spPr>
          <p:txBody>
            <a:bodyPr wrap="none" anchor="ctr"/>
            <a:lstStyle/>
            <a:p>
              <a:pPr>
                <a:defRPr/>
              </a:pPr>
              <a:endParaRPr lang="en-US" sz="1815"/>
            </a:p>
          </p:txBody>
        </p:sp>
      </p:grpSp>
      <p:sp>
        <p:nvSpPr>
          <p:cNvPr id="3" name="Footer Placeholder 2"/>
          <p:cNvSpPr>
            <a:spLocks noGrp="1"/>
          </p:cNvSpPr>
          <p:nvPr>
            <p:ph type="ftr" sz="quarter" idx="4294967295"/>
          </p:nvPr>
        </p:nvSpPr>
        <p:spPr>
          <a:xfrm>
            <a:off x="711200" y="6324866"/>
            <a:ext cx="7010400" cy="152406"/>
          </a:xfrm>
          <a:prstGeom prst="rect">
            <a:avLst/>
          </a:prstGeom>
        </p:spPr>
        <p:txBody>
          <a:bodyPr/>
          <a:lstStyle/>
          <a:p>
            <a:endParaRPr lang="en-GB" sz="1000" dirty="0">
              <a:solidFill>
                <a:srgbClr val="000000"/>
              </a:solidFill>
            </a:endParaRPr>
          </a:p>
        </p:txBody>
      </p:sp>
    </p:spTree>
  </p:cSld>
  <p:clrMapOvr>
    <a:masterClrMapping/>
  </p:clrMapOvr>
</p:sld>
</file>

<file path=ppt/tags/tag1.xml><?xml version="1.0" encoding="utf-8"?>
<p:tagLst xmlns:p="http://schemas.openxmlformats.org/presentationml/2006/main">
  <p:tag name="DEFAULTWIDTH" val="703.625"/>
  <p:tag name="DEFAULTHEIGHT" val="72.25"/>
  <p:tag name="DEFAULTTOP" val="63.125"/>
  <p:tag name="DEFAULTLEFT" val="42.375"/>
</p:tagLst>
</file>

<file path=ppt/tags/tag2.xml><?xml version="1.0" encoding="utf-8"?>
<p:tagLst xmlns:p="http://schemas.openxmlformats.org/presentationml/2006/main">
  <p:tag name="DEFAULTWIDTH" val="441.5"/>
  <p:tag name="DEFAULTHEIGHT" val="399.75"/>
  <p:tag name="DEFAULTTOP" val="130.125"/>
  <p:tag name="DEFAULTLEFT" val="173.25"/>
</p:tagLst>
</file>

<file path=ppt/tags/tag3.xml><?xml version="1.0" encoding="utf-8"?>
<p:tagLst xmlns:p="http://schemas.openxmlformats.org/presentationml/2006/main">
  <p:tag name="DEFAULTWIDTH" val="67.5"/>
  <p:tag name="DEFAULTHEIGHT" val="61.125"/>
  <p:tag name="DEFAULTTOP" val="11.5"/>
  <p:tag name="DEFAULTLEFT" val="710.25"/>
</p:tagLst>
</file>

<file path=ppt/tags/tag4.xml><?xml version="1.0" encoding="utf-8"?>
<p:tagLst xmlns:p="http://schemas.openxmlformats.org/presentationml/2006/main">
  <p:tag name="DEFAULTWIDTH" val="67.5"/>
  <p:tag name="DEFAULTHEIGHT" val="58"/>
  <p:tag name="DEFAULTTOP" val="127.875"/>
  <p:tag name="DEFAULTLEFT" val="689.625"/>
</p:tagLst>
</file>

<file path=ppt/tags/tag5.xml><?xml version="1.0" encoding="utf-8"?>
<p:tagLst xmlns:p="http://schemas.openxmlformats.org/presentationml/2006/main">
  <p:tag name="DEFAULTWIDTH" val="115.625"/>
  <p:tag name="DEFAULTHEIGHT" val="453.625"/>
  <p:tag name="DEFAULTTOP" val="79.25"/>
  <p:tag name="DEFAULTLEFT" val="666.125"/>
</p:tagLst>
</file>

<file path=ppt/tags/tag6.xml><?xml version="1.0" encoding="utf-8"?>
<p:tagLst xmlns:p="http://schemas.openxmlformats.org/presentationml/2006/main">
  <p:tag name="DEFAULTWIDTH" val="67.5"/>
  <p:tag name="DEFAULTHEIGHT" val="58.125"/>
  <p:tag name="DEFAULTTOP" val="196"/>
  <p:tag name="DEFAULTLEFT" val="689.625"/>
</p:tagLst>
</file>

<file path=ppt/tags/tag7.xml><?xml version="1.0" encoding="utf-8"?>
<p:tagLst xmlns:p="http://schemas.openxmlformats.org/presentationml/2006/main">
  <p:tag name="DEFAULTWIDTH" val="67.5"/>
  <p:tag name="DEFAULTHEIGHT" val="58"/>
  <p:tag name="DEFAULTTOP" val="266.625"/>
  <p:tag name="DEFAULTLEFT" val="689.625"/>
</p:tagLst>
</file>

<file path=ppt/tags/tag8.xml><?xml version="1.0" encoding="utf-8"?>
<p:tagLst xmlns:p="http://schemas.openxmlformats.org/presentationml/2006/main">
  <p:tag name="DEFAULTWIDTH" val="67.5"/>
  <p:tag name="DEFAULTHEIGHT" val="58.125"/>
  <p:tag name="DEFAULTTOP" val="334.75"/>
  <p:tag name="DEFAULTLEFT" val="689.625"/>
</p:tagLst>
</file>

<file path=ppt/tags/tag9.xml><?xml version="1.0" encoding="utf-8"?>
<p:tagLst xmlns:p="http://schemas.openxmlformats.org/presentationml/2006/main">
  <p:tag name="DEFAULTWIDTH" val="67.5"/>
  <p:tag name="DEFAULTHEIGHT" val="58"/>
  <p:tag name="DEFAULTTOP" val="404.25"/>
  <p:tag name="DEFAULTLEFT" val="689.625"/>
</p:tagLst>
</file>

<file path=ppt/tags/tag10.xml><?xml version="1.0" encoding="utf-8"?>
<p:tagLst xmlns:p="http://schemas.openxmlformats.org/presentationml/2006/main">
  <p:tag name="DEFAULTWIDTH" val="67.5"/>
  <p:tag name="DEFAULTHEIGHT" val="58.125"/>
  <p:tag name="DEFAULTTOP" val="472.5"/>
  <p:tag name="DEFAULTLEFT" val="689.625"/>
</p:tagLst>
</file>

<file path=ppt/tags/tag11.xml><?xml version="1.0" encoding="utf-8"?>
<p:tagLst xmlns:p="http://schemas.openxmlformats.org/presentationml/2006/main">
  <p:tag name="SLIDEELEMTYPE" val="40"/>
</p:tagLst>
</file>

<file path=ppt/tags/tag12.xml><?xml version="1.0" encoding="utf-8"?>
<p:tagLst xmlns:p="http://schemas.openxmlformats.org/presentationml/2006/main">
  <p:tag name="_INSTRUCTOR VIEW19C14C36-AC8E-43BC-9DB6-C2AAF774C7DC|PANE__TAG" val="_"/>
</p:tagLst>
</file>

<file path=ppt/tags/tag13.xml><?xml version="1.0" encoding="utf-8"?>
<p:tagLst xmlns:p="http://schemas.openxmlformats.org/presentationml/2006/main">
  <p:tag name="_INSTRUCTOR VIEW19C14C36-AC8E-43BC-9DB6-C2AAF774C7DC|PANE__TAG" val="_"/>
</p:tagLst>
</file>

<file path=ppt/tags/tag14.xml><?xml version="1.0" encoding="utf-8"?>
<p:tagLst xmlns:p="http://schemas.openxmlformats.org/presentationml/2006/main">
  <p:tag name="_INSTRUCTOR VIEW19C14C36-AC8E-43BC-9DB6-C2AAF774C7DC|PANE__TAG" val="_"/>
</p:tagLst>
</file>

<file path=ppt/tags/tag15.xml><?xml version="1.0" encoding="utf-8"?>
<p:tagLst xmlns:p="http://schemas.openxmlformats.org/presentationml/2006/main">
  <p:tag name="_INSTRUCTOR VIEW19C14C36-AC8E-43BC-9DB6-C2AAF774C7DC|PANE__TAG" val="_"/>
</p:tagLst>
</file>

<file path=ppt/tags/tag16.xml><?xml version="1.0" encoding="utf-8"?>
<p:tagLst xmlns:p="http://schemas.openxmlformats.org/presentationml/2006/main">
  <p:tag name="_INSTRUCTOR VIEW19C14C36-AC8E-43BC-9DB6-C2AAF774C7DC|PANE__TAG" val="_"/>
</p:tagLst>
</file>

<file path=ppt/tags/tag17.xml><?xml version="1.0" encoding="utf-8"?>
<p:tagLst xmlns:p="http://schemas.openxmlformats.org/presentationml/2006/main">
  <p:tag name="_INSTRUCTOR VIEW19C14C36-AC8E-43BC-9DB6-C2AAF774C7DC|PANE__TAG" val="_"/>
</p:tagLst>
</file>

<file path=ppt/tags/tag18.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19.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20.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21.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22.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23.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24.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25.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26.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27.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28.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29.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30.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31.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32.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33.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34.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35.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36.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37.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38.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39.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40.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41.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42.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43.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44.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45.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46.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47.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48.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49.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50.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51.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52.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53.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54.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55.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56.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57.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58.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59.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60.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61.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62.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63.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64.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65.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66.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67.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68.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69.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70.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71.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72.xml><?xml version="1.0" encoding="utf-8"?>
<p:tagLst xmlns:p="http://schemas.openxmlformats.org/presentationml/2006/main">
  <p:tag name="KSO_WM_DIAGRAM_VIRTUALLY_FRAME" val="{&quot;height&quot;:321.8201831913869,&quot;left&quot;:137.0497973467602,&quot;top&quot;:162.85207206242077,&quot;width&quot;:692.1250557965968}"/>
</p:tagLst>
</file>

<file path=ppt/tags/tag73.xml><?xml version="1.0" encoding="utf-8"?>
<p:tagLst xmlns:p="http://schemas.openxmlformats.org/presentationml/2006/main">
  <p:tag name="DEFAULTWIDTH" val="703.75"/>
  <p:tag name="DEFAULTHEIGHT" val="71.5"/>
  <p:tag name="DEFAULTTOP" val="82.25"/>
  <p:tag name="DEFAULTLEFT" val="42.625"/>
</p:tagLst>
</file>

<file path=ppt/tags/tag74.xml><?xml version="1.0" encoding="utf-8"?>
<p:tagLst xmlns:p="http://schemas.openxmlformats.org/presentationml/2006/main">
  <p:tag name="SLIDETYPE" val="101"/>
  <p:tag name="SLIDECOLORNAME" val="Color Palette1"/>
</p:tagLst>
</file>

<file path=ppt/tags/tag75.xml><?xml version="1.0" encoding="utf-8"?>
<p:tagLst xmlns:p="http://schemas.openxmlformats.org/presentationml/2006/main">
  <p:tag name="SMARTOBJECT" val="Grid"/>
  <p:tag name="SMARTISVISIBLE" val="{@GridOn}=Yes"/>
  <p:tag name="SMARTLOCKSHAPE" val="Yes"/>
  <p:tag name="SMARTGRID" val="Yes"/>
</p:tagLst>
</file>

<file path=ppt/tags/tag76.xml><?xml version="1.0" encoding="utf-8"?>
<p:tagLst xmlns:p="http://schemas.openxmlformats.org/presentationml/2006/main">
  <p:tag name="SMARTWRITE" val="{!PageNumber}"/>
  <p:tag name="SMARTLOCKSHAPE" val="Yes"/>
  <p:tag name="SMARTOBJECT" val="Page Number v.3"/>
</p:tagLst>
</file>

<file path=ppt/tags/tag77.xml><?xml version="1.0" encoding="utf-8"?>
<p:tagLst xmlns:p="http://schemas.openxmlformats.org/presentationml/2006/main">
  <p:tag name="SMARTLOCKSHAPE" val="Yes"/>
  <p:tag name="SMARTOBJECT" val="Section Header v.2"/>
  <p:tag name="SMARTISVISIBLE" val="{$SmartDividernumber}!=-1"/>
  <p:tag name="SMARTWRITE" val="{$SmartDividernumber} {$Smart Divider title}"/>
</p:tagLst>
</file>

<file path=ppt/tags/tag78.xml><?xml version="1.0" encoding="utf-8"?>
<p:tagLst xmlns:p="http://schemas.openxmlformats.org/presentationml/2006/main">
  <p:tag name="SMARTDIVIDERTYPE" val="Section"/>
  <p:tag name="SMARTDIVIDERLEVEL" val="0"/>
  <p:tag name="UNLOCK SHAPES" val="YES"/>
</p:tagLst>
</file>

<file path=ppt/tags/tag79.xml><?xml version="1.0" encoding="utf-8"?>
<p:tagLst xmlns:p="http://schemas.openxmlformats.org/presentationml/2006/main">
  <p:tag name="OFFISYNC_SLIDE_GUID" val="f1fbc447-4ddc-43e5-bebb-9374a2dac325"/>
</p:tagLst>
</file>

<file path=ppt/tags/tag80.xml><?xml version="1.0" encoding="utf-8"?>
<p:tagLst xmlns:p="http://schemas.openxmlformats.org/presentationml/2006/main">
  <p:tag name="_INSTRUCTOR VIEW19C14C36-AC8E-43BC-9DB6-C2AAF774C7DC|PANE__TAG" val="_"/>
</p:tagLst>
</file>

<file path=ppt/tags/tag81.xml><?xml version="1.0" encoding="utf-8"?>
<p:tagLst xmlns:p="http://schemas.openxmlformats.org/presentationml/2006/main">
  <p:tag name="_INSTRUCTOR VIEW19C14C36-AC8E-43BC-9DB6-C2AAF774C7DC|PANE__TAG" val="_"/>
</p:tagLst>
</file>

<file path=ppt/tags/tag82.xml><?xml version="1.0" encoding="utf-8"?>
<p:tagLst xmlns:p="http://schemas.openxmlformats.org/presentationml/2006/main">
  <p:tag name="_INSTRUCTOR VIEW19C14C36-AC8E-43BC-9DB6-C2AAF774C7DC|PANE__TAG" val="_"/>
</p:tagLst>
</file>

<file path=ppt/tags/tag83.xml><?xml version="1.0" encoding="utf-8"?>
<p:tagLst xmlns:p="http://schemas.openxmlformats.org/presentationml/2006/main">
  <p:tag name="_INSTRUCTOR VIEW19C14C36-AC8E-43BC-9DB6-C2AAF774C7DC|PANE__TAG" val="_"/>
</p:tagLst>
</file>

<file path=ppt/tags/tag84.xml><?xml version="1.0" encoding="utf-8"?>
<p:tagLst xmlns:p="http://schemas.openxmlformats.org/presentationml/2006/main">
  <p:tag name="_INSTRUCTOR VIEW19C14C36-AC8E-43BC-9DB6-C2AAF774C7DC|PANE__TAG" val="_"/>
</p:tagLst>
</file>

<file path=ppt/tags/tag85.xml><?xml version="1.0" encoding="utf-8"?>
<p:tagLst xmlns:p="http://schemas.openxmlformats.org/presentationml/2006/main">
  <p:tag name="_INSTRUCTOR VIEW19C14C36-AC8E-43BC-9DB6-C2AAF774C7DC|PANE__TAG" val="_"/>
</p:tagLst>
</file>

<file path=ppt/tags/tag86.xml><?xml version="1.0" encoding="utf-8"?>
<p:tagLst xmlns:p="http://schemas.openxmlformats.org/presentationml/2006/main">
  <p:tag name="_INSTRUCTOR VIEW19C14C36-AC8E-43BC-9DB6-C2AAF774C7DC|PANE__TAG" val="_"/>
</p:tagLst>
</file>

<file path=ppt/tags/tag87.xml><?xml version="1.0" encoding="utf-8"?>
<p:tagLst xmlns:p="http://schemas.openxmlformats.org/presentationml/2006/main">
  <p:tag name="_INSTRUCTOR VIEW19C14C36-AC8E-43BC-9DB6-C2AAF774C7DC|PANE__TAG" val="_"/>
</p:tagLst>
</file>

<file path=ppt/tags/tag88.xml><?xml version="1.0" encoding="utf-8"?>
<p:tagLst xmlns:p="http://schemas.openxmlformats.org/presentationml/2006/main">
  <p:tag name="_INSTRUCTOR VIEW19C14C36-AC8E-43BC-9DB6-C2AAF774C7DC|PANE__TAG" val="_"/>
</p:tagLst>
</file>

<file path=ppt/tags/tag89.xml><?xml version="1.0" encoding="utf-8"?>
<p:tagLst xmlns:p="http://schemas.openxmlformats.org/presentationml/2006/main">
  <p:tag name="_INSTRUCTOR VIEW19C14C36-AC8E-43BC-9DB6-C2AAF774C7DC|PANE__TAG" val="_"/>
</p:tagLst>
</file>

<file path=ppt/tags/tag90.xml><?xml version="1.0" encoding="utf-8"?>
<p:tagLst xmlns:p="http://schemas.openxmlformats.org/presentationml/2006/main">
  <p:tag name="KSO_WM_DIAGRAM_VIRTUALLY_FRAME" val="{&quot;height&quot;:417.99635681499785,&quot;left&quot;:269.5,&quot;top&quot;:95.6,&quot;width&quot;:382.52898368108964}"/>
</p:tagLst>
</file>

<file path=ppt/tags/tag91.xml><?xml version="1.0" encoding="utf-8"?>
<p:tagLst xmlns:p="http://schemas.openxmlformats.org/presentationml/2006/main">
  <p:tag name="KSO_WM_DIAGRAM_VIRTUALLY_FRAME" val="{&quot;height&quot;:417.99635681499785,&quot;left&quot;:269.5,&quot;top&quot;:95.6,&quot;width&quot;:382.52898368108964}"/>
</p:tagLst>
</file>

<file path=ppt/tags/tag92.xml><?xml version="1.0" encoding="utf-8"?>
<p:tagLst xmlns:p="http://schemas.openxmlformats.org/presentationml/2006/main">
  <p:tag name="KSO_WM_DIAGRAM_VIRTUALLY_FRAME" val="{&quot;height&quot;:417.99635681499785,&quot;left&quot;:269.5,&quot;top&quot;:95.6,&quot;width&quot;:382.52898368108964}"/>
</p:tagLst>
</file>

<file path=ppt/tags/tag93.xml><?xml version="1.0" encoding="utf-8"?>
<p:tagLst xmlns:p="http://schemas.openxmlformats.org/presentationml/2006/main">
  <p:tag name="KSO_WM_DIAGRAM_VIRTUALLY_FRAME" val="{&quot;height&quot;:417.99635681499785,&quot;left&quot;:269.5,&quot;top&quot;:95.6,&quot;width&quot;:382.52898368108964}"/>
</p:tagLst>
</file>

<file path=ppt/tags/tag94.xml><?xml version="1.0" encoding="utf-8"?>
<p:tagLst xmlns:p="http://schemas.openxmlformats.org/presentationml/2006/main">
  <p:tag name="KSO_WM_DIAGRAM_VIRTUALLY_FRAME" val="{&quot;height&quot;:417.99635681499785,&quot;left&quot;:269.5,&quot;top&quot;:95.6,&quot;width&quot;:382.52898368108964}"/>
</p:tagLst>
</file>

<file path=ppt/tags/tag95.xml><?xml version="1.0" encoding="utf-8"?>
<p:tagLst xmlns:p="http://schemas.openxmlformats.org/presentationml/2006/main">
  <p:tag name="KSO_WM_DIAGRAM_VIRTUALLY_FRAME" val="{&quot;height&quot;:417.99635681499785,&quot;left&quot;:269.5,&quot;top&quot;:95.6,&quot;width&quot;:382.52898368108964}"/>
</p:tagLst>
</file>

<file path=ppt/tags/tag96.xml><?xml version="1.0" encoding="utf-8"?>
<p:tagLst xmlns:p="http://schemas.openxmlformats.org/presentationml/2006/main">
  <p:tag name="KSO_WM_DIAGRAM_VIRTUALLY_FRAME" val="{&quot;height&quot;:417.99635681499785,&quot;left&quot;:269.5,&quot;top&quot;:95.6,&quot;width&quot;:382.52898368108964}"/>
</p:tagLst>
</file>

<file path=ppt/tags/tag97.xml><?xml version="1.0" encoding="utf-8"?>
<p:tagLst xmlns:p="http://schemas.openxmlformats.org/presentationml/2006/main">
  <p:tag name="KSO_WM_DIAGRAM_VIRTUALLY_FRAME" val="{&quot;height&quot;:417.99635681499785,&quot;left&quot;:269.5,&quot;top&quot;:95.6,&quot;width&quot;:382.52898368108964}"/>
</p:tagLst>
</file>

<file path=ppt/tags/tag98.xml><?xml version="1.0" encoding="utf-8"?>
<p:tagLst xmlns:p="http://schemas.openxmlformats.org/presentationml/2006/main">
  <p:tag name="KSO_WM_DIAGRAM_VIRTUALLY_FRAME" val="{&quot;height&quot;:417.99635681499785,&quot;left&quot;:269.5,&quot;top&quot;:95.6,&quot;width&quot;:382.52898368108964}"/>
</p:tagLst>
</file>

<file path=ppt/tags/tag99.xml><?xml version="1.0" encoding="utf-8"?>
<p:tagLst xmlns:p="http://schemas.openxmlformats.org/presentationml/2006/main">
  <p:tag name="KSO_WM_DIAGRAM_VIRTUALLY_FRAME" val="{&quot;height&quot;:417.99635681499785,&quot;left&quot;:269.5,&quot;top&quot;:95.6,&quot;width&quot;:382.52898368108964}"/>
</p:tagLst>
</file>

<file path=ppt/tags/tag100.xml><?xml version="1.0" encoding="utf-8"?>
<p:tagLst xmlns:p="http://schemas.openxmlformats.org/presentationml/2006/main">
  <p:tag name="KSO_WM_DIAGRAM_VIRTUALLY_FRAME" val="{&quot;height&quot;:417.99635681499785,&quot;left&quot;:269.5,&quot;top&quot;:95.6,&quot;width&quot;:382.52898368108964}"/>
</p:tagLst>
</file>

<file path=ppt/tags/tag101.xml><?xml version="1.0" encoding="utf-8"?>
<p:tagLst xmlns:p="http://schemas.openxmlformats.org/presentationml/2006/main">
  <p:tag name="KSO_WM_DIAGRAM_VIRTUALLY_FRAME" val="{&quot;height&quot;:417.99635681499785,&quot;left&quot;:269.5,&quot;top&quot;:95.6,&quot;width&quot;:382.52898368108964}"/>
</p:tagLst>
</file>

<file path=ppt/tags/tag102.xml><?xml version="1.0" encoding="utf-8"?>
<p:tagLst xmlns:p="http://schemas.openxmlformats.org/presentationml/2006/main">
  <p:tag name="KSO_WM_DIAGRAM_VIRTUALLY_FRAME" val="{&quot;height&quot;:417.99635681499785,&quot;left&quot;:269.5,&quot;top&quot;:95.6,&quot;width&quot;:382.52898368108964}"/>
</p:tagLst>
</file>

<file path=ppt/tags/tag103.xml><?xml version="1.0" encoding="utf-8"?>
<p:tagLst xmlns:p="http://schemas.openxmlformats.org/presentationml/2006/main">
  <p:tag name="KSO_WM_DIAGRAM_VIRTUALLY_FRAME" val="{&quot;height&quot;:417.99635681499785,&quot;left&quot;:269.5,&quot;top&quot;:95.6,&quot;width&quot;:382.52898368108964}"/>
</p:tagLst>
</file>

<file path=ppt/tags/tag104.xml><?xml version="1.0" encoding="utf-8"?>
<p:tagLst xmlns:p="http://schemas.openxmlformats.org/presentationml/2006/main">
  <p:tag name="KSO_WM_DIAGRAM_VIRTUALLY_FRAME" val="{&quot;height&quot;:417.99635681499785,&quot;left&quot;:269.5,&quot;top&quot;:95.6,&quot;width&quot;:382.52898368108964}"/>
</p:tagLst>
</file>

<file path=ppt/tags/tag105.xml><?xml version="1.0" encoding="utf-8"?>
<p:tagLst xmlns:p="http://schemas.openxmlformats.org/presentationml/2006/main">
  <p:tag name="KSO_WM_DIAGRAM_VIRTUALLY_FRAME" val="{&quot;height&quot;:417.99635681499785,&quot;left&quot;:269.5,&quot;top&quot;:95.6,&quot;width&quot;:382.52898368108964}"/>
</p:tagLst>
</file>

<file path=ppt/tags/tag106.xml><?xml version="1.0" encoding="utf-8"?>
<p:tagLst xmlns:p="http://schemas.openxmlformats.org/presentationml/2006/main">
  <p:tag name="KSO_WM_DIAGRAM_VIRTUALLY_FRAME" val="{&quot;height&quot;:417.99635681499785,&quot;left&quot;:269.5,&quot;top&quot;:95.6,&quot;width&quot;:382.52898368108964}"/>
</p:tagLst>
</file>

<file path=ppt/tags/tag107.xml><?xml version="1.0" encoding="utf-8"?>
<p:tagLst xmlns:p="http://schemas.openxmlformats.org/presentationml/2006/main">
  <p:tag name="KSO_WM_DIAGRAM_VIRTUALLY_FRAME" val="{&quot;height&quot;:417.99635681499785,&quot;left&quot;:269.5,&quot;top&quot;:95.6,&quot;width&quot;:382.52898368108964}"/>
</p:tagLst>
</file>

<file path=ppt/tags/tag108.xml><?xml version="1.0" encoding="utf-8"?>
<p:tagLst xmlns:p="http://schemas.openxmlformats.org/presentationml/2006/main">
  <p:tag name="KSO_WM_DIAGRAM_VIRTUALLY_FRAME" val="{&quot;height&quot;:417.99635681499785,&quot;left&quot;:269.5,&quot;top&quot;:95.6,&quot;width&quot;:382.52898368108964}"/>
</p:tagLst>
</file>

<file path=ppt/tags/tag109.xml><?xml version="1.0" encoding="utf-8"?>
<p:tagLst xmlns:p="http://schemas.openxmlformats.org/presentationml/2006/main">
  <p:tag name="KSO_WM_DIAGRAM_VIRTUALLY_FRAME" val="{&quot;height&quot;:417.99635681499785,&quot;left&quot;:269.5,&quot;top&quot;:95.6,&quot;width&quot;:382.52898368108964}"/>
</p:tagLst>
</file>

<file path=ppt/tags/tag110.xml><?xml version="1.0" encoding="utf-8"?>
<p:tagLst xmlns:p="http://schemas.openxmlformats.org/presentationml/2006/main">
  <p:tag name="KSO_WM_DIAGRAM_VIRTUALLY_FRAME" val="{&quot;height&quot;:417.99635681499785,&quot;left&quot;:269.5,&quot;top&quot;:95.6,&quot;width&quot;:382.52898368108964}"/>
</p:tagLst>
</file>

<file path=ppt/tags/tag111.xml><?xml version="1.0" encoding="utf-8"?>
<p:tagLst xmlns:p="http://schemas.openxmlformats.org/presentationml/2006/main">
  <p:tag name="KSO_WM_DIAGRAM_VIRTUALLY_FRAME" val="{&quot;height&quot;:417.99635681499785,&quot;left&quot;:269.5,&quot;top&quot;:95.6,&quot;width&quot;:382.52898368108964}"/>
</p:tagLst>
</file>

<file path=ppt/tags/tag112.xml><?xml version="1.0" encoding="utf-8"?>
<p:tagLst xmlns:p="http://schemas.openxmlformats.org/presentationml/2006/main">
  <p:tag name="KSO_WM_DIAGRAM_VIRTUALLY_FRAME" val="{&quot;height&quot;:417.99635681499785,&quot;left&quot;:269.5,&quot;top&quot;:95.6,&quot;width&quot;:382.52898368108964}"/>
</p:tagLst>
</file>

<file path=ppt/tags/tag113.xml><?xml version="1.0" encoding="utf-8"?>
<p:tagLst xmlns:p="http://schemas.openxmlformats.org/presentationml/2006/main">
  <p:tag name="KSO_WM_DIAGRAM_VIRTUALLY_FRAME" val="{&quot;height&quot;:417.99635681499785,&quot;left&quot;:269.5,&quot;top&quot;:95.6,&quot;width&quot;:382.52898368108964}"/>
</p:tagLst>
</file>

<file path=ppt/tags/tag114.xml><?xml version="1.0" encoding="utf-8"?>
<p:tagLst xmlns:p="http://schemas.openxmlformats.org/presentationml/2006/main">
  <p:tag name="KSO_WM_DIAGRAM_VIRTUALLY_FRAME" val="{&quot;height&quot;:417.99635681499785,&quot;left&quot;:269.5,&quot;top&quot;:95.6,&quot;width&quot;:382.52898368108964}"/>
</p:tagLst>
</file>

<file path=ppt/tags/tag115.xml><?xml version="1.0" encoding="utf-8"?>
<p:tagLst xmlns:p="http://schemas.openxmlformats.org/presentationml/2006/main">
  <p:tag name="KSO_WM_DIAGRAM_VIRTUALLY_FRAME" val="{&quot;height&quot;:417.99635681499785,&quot;left&quot;:269.5,&quot;top&quot;:95.6,&quot;width&quot;:382.52898368108964}"/>
</p:tagLst>
</file>

<file path=ppt/tags/tag116.xml><?xml version="1.0" encoding="utf-8"?>
<p:tagLst xmlns:p="http://schemas.openxmlformats.org/presentationml/2006/main">
  <p:tag name="KSO_WM_DIAGRAM_VIRTUALLY_FRAME" val="{&quot;height&quot;:417.99635681499785,&quot;left&quot;:269.5,&quot;top&quot;:95.6,&quot;width&quot;:382.52898368108964}"/>
</p:tagLst>
</file>

<file path=ppt/tags/tag117.xml><?xml version="1.0" encoding="utf-8"?>
<p:tagLst xmlns:p="http://schemas.openxmlformats.org/presentationml/2006/main">
  <p:tag name="KSO_WM_DIAGRAM_VIRTUALLY_FRAME" val="{&quot;height&quot;:417.99635681499785,&quot;left&quot;:269.5,&quot;top&quot;:95.6,&quot;width&quot;:382.52898368108964}"/>
</p:tagLst>
</file>

<file path=ppt/tags/tag118.xml><?xml version="1.0" encoding="utf-8"?>
<p:tagLst xmlns:p="http://schemas.openxmlformats.org/presentationml/2006/main">
  <p:tag name="KSO_WM_DIAGRAM_VIRTUALLY_FRAME" val="{&quot;height&quot;:417.99635681499785,&quot;left&quot;:269.5,&quot;top&quot;:95.6,&quot;width&quot;:382.52898368108964}"/>
</p:tagLst>
</file>

<file path=ppt/tags/tag119.xml><?xml version="1.0" encoding="utf-8"?>
<p:tagLst xmlns:p="http://schemas.openxmlformats.org/presentationml/2006/main">
  <p:tag name="KSO_WM_DIAGRAM_VIRTUALLY_FRAME" val="{&quot;height&quot;:417.99635681499785,&quot;left&quot;:269.5,&quot;top&quot;:95.6,&quot;width&quot;:382.52898368108964}"/>
</p:tagLst>
</file>

<file path=ppt/tags/tag120.xml><?xml version="1.0" encoding="utf-8"?>
<p:tagLst xmlns:p="http://schemas.openxmlformats.org/presentationml/2006/main">
  <p:tag name="KSO_WM_DIAGRAM_VIRTUALLY_FRAME" val="{&quot;height&quot;:417.99635681499785,&quot;left&quot;:269.5,&quot;top&quot;:95.6,&quot;width&quot;:382.52898368108964}"/>
</p:tagLst>
</file>

<file path=ppt/tags/tag121.xml><?xml version="1.0" encoding="utf-8"?>
<p:tagLst xmlns:p="http://schemas.openxmlformats.org/presentationml/2006/main">
  <p:tag name="KSO_WM_DIAGRAM_VIRTUALLY_FRAME" val="{&quot;height&quot;:417.99635681499785,&quot;left&quot;:269.5,&quot;top&quot;:95.6,&quot;width&quot;:382.52898368108964}"/>
</p:tagLst>
</file>

<file path=ppt/tags/tag122.xml><?xml version="1.0" encoding="utf-8"?>
<p:tagLst xmlns:p="http://schemas.openxmlformats.org/presentationml/2006/main">
  <p:tag name="KSO_WM_DIAGRAM_VIRTUALLY_FRAME" val="{&quot;height&quot;:417.99635681499785,&quot;left&quot;:269.5,&quot;top&quot;:95.6,&quot;width&quot;:382.52898368108964}"/>
</p:tagLst>
</file>

<file path=ppt/tags/tag123.xml><?xml version="1.0" encoding="utf-8"?>
<p:tagLst xmlns:p="http://schemas.openxmlformats.org/presentationml/2006/main">
  <p:tag name="KSO_WM_DIAGRAM_VIRTUALLY_FRAME" val="{&quot;height&quot;:417.99635681499785,&quot;left&quot;:269.5,&quot;top&quot;:95.6,&quot;width&quot;:382.52898368108964}"/>
</p:tagLst>
</file>

<file path=ppt/tags/tag124.xml><?xml version="1.0" encoding="utf-8"?>
<p:tagLst xmlns:p="http://schemas.openxmlformats.org/presentationml/2006/main">
  <p:tag name="KSO_WM_DIAGRAM_VIRTUALLY_FRAME" val="{&quot;height&quot;:417.99635681499785,&quot;left&quot;:269.5,&quot;top&quot;:95.6,&quot;width&quot;:382.52898368108964}"/>
</p:tagLst>
</file>

<file path=ppt/tags/tag125.xml><?xml version="1.0" encoding="utf-8"?>
<p:tagLst xmlns:p="http://schemas.openxmlformats.org/presentationml/2006/main">
  <p:tag name="KSO_WM_DIAGRAM_VIRTUALLY_FRAME" val="{&quot;height&quot;:417.99635681499785,&quot;left&quot;:269.5,&quot;top&quot;:95.6,&quot;width&quot;:382.52898368108964}"/>
</p:tagLst>
</file>

<file path=ppt/tags/tag126.xml><?xml version="1.0" encoding="utf-8"?>
<p:tagLst xmlns:p="http://schemas.openxmlformats.org/presentationml/2006/main">
  <p:tag name="KSO_WM_DIAGRAM_VIRTUALLY_FRAME" val="{&quot;height&quot;:417.99635681499785,&quot;left&quot;:269.5,&quot;top&quot;:95.6,&quot;width&quot;:382.52898368108964}"/>
</p:tagLst>
</file>

<file path=ppt/tags/tag127.xml><?xml version="1.0" encoding="utf-8"?>
<p:tagLst xmlns:p="http://schemas.openxmlformats.org/presentationml/2006/main">
  <p:tag name="KSO_WM_DIAGRAM_VIRTUALLY_FRAME" val="{&quot;height&quot;:417.99635681499785,&quot;left&quot;:269.5,&quot;top&quot;:95.6,&quot;width&quot;:382.52898368108964}"/>
</p:tagLst>
</file>

<file path=ppt/tags/tag128.xml><?xml version="1.0" encoding="utf-8"?>
<p:tagLst xmlns:p="http://schemas.openxmlformats.org/presentationml/2006/main">
  <p:tag name="KSO_WM_DIAGRAM_VIRTUALLY_FRAME" val="{&quot;height&quot;:417.99635681499785,&quot;left&quot;:269.5,&quot;top&quot;:95.6,&quot;width&quot;:382.52898368108964}"/>
</p:tagLst>
</file>

<file path=ppt/tags/tag129.xml><?xml version="1.0" encoding="utf-8"?>
<p:tagLst xmlns:p="http://schemas.openxmlformats.org/presentationml/2006/main">
  <p:tag name="KSO_WM_DIAGRAM_VIRTUALLY_FRAME" val="{&quot;height&quot;:417.99635681499785,&quot;left&quot;:269.5,&quot;top&quot;:95.6,&quot;width&quot;:382.52898368108964}"/>
</p:tagLst>
</file>

<file path=ppt/tags/tag130.xml><?xml version="1.0" encoding="utf-8"?>
<p:tagLst xmlns:p="http://schemas.openxmlformats.org/presentationml/2006/main">
  <p:tag name="KSO_WM_DIAGRAM_VIRTUALLY_FRAME" val="{&quot;height&quot;:417.99635681499785,&quot;left&quot;:269.5,&quot;top&quot;:95.6,&quot;width&quot;:382.52898368108964}"/>
</p:tagLst>
</file>

<file path=ppt/tags/tag131.xml><?xml version="1.0" encoding="utf-8"?>
<p:tagLst xmlns:p="http://schemas.openxmlformats.org/presentationml/2006/main">
  <p:tag name="THINKCELLSHAPEDONOTDELETE" val="pr3nV6PoYYEO.qUs96VZ.MQ"/>
</p:tagLst>
</file>

<file path=ppt/tags/tag132.xml><?xml version="1.0" encoding="utf-8"?>
<p:tagLst xmlns:p="http://schemas.openxmlformats.org/presentationml/2006/main">
  <p:tag name="THINKCELLSHAPEDONOTDELETE" val="pT3KI1rQtmkKZGhZgUjTkOQ"/>
</p:tagLst>
</file>

<file path=ppt/tags/tag133.xml><?xml version="1.0" encoding="utf-8"?>
<p:tagLst xmlns:p="http://schemas.openxmlformats.org/presentationml/2006/main">
  <p:tag name="THINKCELLSHAPEDONOTDELETE" val="pqcl0DS3RMk2pJ8AI0.4OAQ"/>
</p:tagLst>
</file>

<file path=ppt/tags/tag134.xml><?xml version="1.0" encoding="utf-8"?>
<p:tagLst xmlns:p="http://schemas.openxmlformats.org/presentationml/2006/main">
  <p:tag name="THINKCELLSHAPEDONOTDELETE" val="pZT76sND3v0.hKpAnjCc6Pg"/>
</p:tagLst>
</file>

<file path=ppt/tags/tag135.xml><?xml version="1.0" encoding="utf-8"?>
<p:tagLst xmlns:p="http://schemas.openxmlformats.org/presentationml/2006/main">
  <p:tag name="THINKCELLSHAPEDONOTDELETE" val="pKmbQrqS_jU.whM3k.pqhYw"/>
</p:tagLst>
</file>

<file path=ppt/tags/tag136.xml><?xml version="1.0" encoding="utf-8"?>
<p:tagLst xmlns:p="http://schemas.openxmlformats.org/presentationml/2006/main">
  <p:tag name="THINKCELLSHAPEDONOTDELETE" val="phLV2Z4Ra_k6nPYhHYwMNlQ"/>
</p:tagLst>
</file>

<file path=ppt/tags/tag137.xml><?xml version="1.0" encoding="utf-8"?>
<p:tagLst xmlns:p="http://schemas.openxmlformats.org/presentationml/2006/main">
  <p:tag name="THINKCELLSHAPEDONOTDELETE" val="p9TrS7q80T0CVPhrbij9lMA"/>
</p:tagLst>
</file>

<file path=ppt/tags/tag138.xml><?xml version="1.0" encoding="utf-8"?>
<p:tagLst xmlns:p="http://schemas.openxmlformats.org/presentationml/2006/main">
  <p:tag name="THINKCELLSHAPEDONOTDELETE" val="p4gmOlDIqAUqBCGqy0yHGdg"/>
</p:tagLst>
</file>

<file path=ppt/tags/tag139.xml><?xml version="1.0" encoding="utf-8"?>
<p:tagLst xmlns:p="http://schemas.openxmlformats.org/presentationml/2006/main">
  <p:tag name="THINKCELLSHAPEDONOTDELETE" val="po0Rw4CPeHEKST0J3oc9QrA"/>
</p:tagLst>
</file>

<file path=ppt/tags/tag140.xml><?xml version="1.0" encoding="utf-8"?>
<p:tagLst xmlns:p="http://schemas.openxmlformats.org/presentationml/2006/main">
  <p:tag name="THINKCELLSHAPEDONOTDELETE" val="p.1nYUiyZcEqqX3LCFmVgNg"/>
</p:tagLst>
</file>

<file path=ppt/tags/tag141.xml><?xml version="1.0" encoding="utf-8"?>
<p:tagLst xmlns:p="http://schemas.openxmlformats.org/presentationml/2006/main">
  <p:tag name="THINKCELLSHAPEDONOTDELETE" val="pvg6NjmPga0.vK37kKykKzg"/>
</p:tagLst>
</file>

<file path=ppt/tags/tag142.xml><?xml version="1.0" encoding="utf-8"?>
<p:tagLst xmlns:p="http://schemas.openxmlformats.org/presentationml/2006/main">
  <p:tag name="THINKCELLSHAPEDONOTDELETE" val="pXhpvVcXsz02w.RscW4hKwQ"/>
</p:tagLst>
</file>

<file path=ppt/tags/tag143.xml><?xml version="1.0" encoding="utf-8"?>
<p:tagLst xmlns:p="http://schemas.openxmlformats.org/presentationml/2006/main">
  <p:tag name="THINKCELLSHAPEDONOTDELETE" val="pnl1Z87gMI0eLYR6VOZRglQ"/>
</p:tagLst>
</file>

<file path=ppt/tags/tag144.xml><?xml version="1.0" encoding="utf-8"?>
<p:tagLst xmlns:p="http://schemas.openxmlformats.org/presentationml/2006/main">
  <p:tag name="THINKCELLSHAPEDONOTDELETE" val="pLkfq.t_cJkO_lVsTksrDZg"/>
</p:tagLst>
</file>

<file path=ppt/tags/tag145.xml><?xml version="1.0" encoding="utf-8"?>
<p:tagLst xmlns:p="http://schemas.openxmlformats.org/presentationml/2006/main">
  <p:tag name="THINKCELLSHAPEDONOTDELETE" val="pZaGROBmUrkSOiS8Z_ra01Q"/>
</p:tagLst>
</file>

<file path=ppt/tags/tag146.xml><?xml version="1.0" encoding="utf-8"?>
<p:tagLst xmlns:p="http://schemas.openxmlformats.org/presentationml/2006/main">
  <p:tag name="THINKCELLSHAPEDONOTDELETE" val="p.SGmO1Pog0en66jTDeMkyw"/>
</p:tagLst>
</file>

<file path=ppt/tags/tag147.xml><?xml version="1.0" encoding="utf-8"?>
<p:tagLst xmlns:p="http://schemas.openxmlformats.org/presentationml/2006/main">
  <p:tag name="THINKCELLSHAPEDONOTDELETE" val="pSHCR7Ln8Xk6aOapRrvSc7w"/>
</p:tagLst>
</file>

<file path=ppt/tags/tag148.xml><?xml version="1.0" encoding="utf-8"?>
<p:tagLst xmlns:p="http://schemas.openxmlformats.org/presentationml/2006/main">
  <p:tag name="THINKCELLSHAPEDONOTDELETE" val="pCwKJZ.oiJUClD_dR8_R7_g"/>
</p:tagLst>
</file>

<file path=ppt/tags/tag149.xml><?xml version="1.0" encoding="utf-8"?>
<p:tagLst xmlns:p="http://schemas.openxmlformats.org/presentationml/2006/main">
  <p:tag name="THINKCELLSHAPEDONOTDELETE" val="pQDAjbGvyPUCvIGWi5LLA8Q"/>
</p:tagLst>
</file>

<file path=ppt/tags/tag150.xml><?xml version="1.0" encoding="utf-8"?>
<p:tagLst xmlns:p="http://schemas.openxmlformats.org/presentationml/2006/main">
  <p:tag name="THINKCELLSHAPEDONOTDELETE" val="p6MlJUoDwLkmShCmNI2R7cQ"/>
</p:tagLst>
</file>

<file path=ppt/tags/tag151.xml><?xml version="1.0" encoding="utf-8"?>
<p:tagLst xmlns:p="http://schemas.openxmlformats.org/presentationml/2006/main">
  <p:tag name="THINKCELLSHAPEDONOTDELETE" val="pxCZckom6Dk.3pmPPOAgUbg"/>
</p:tagLst>
</file>

<file path=ppt/tags/tag152.xml><?xml version="1.0" encoding="utf-8"?>
<p:tagLst xmlns:p="http://schemas.openxmlformats.org/presentationml/2006/main">
  <p:tag name="THINKCELLSHAPEDONOTDELETE" val="pPIe742i0E0.4Nw4.qjWLFQ"/>
</p:tagLst>
</file>

<file path=ppt/tags/tag153.xml><?xml version="1.0" encoding="utf-8"?>
<p:tagLst xmlns:p="http://schemas.openxmlformats.org/presentationml/2006/main">
  <p:tag name="THINKCELLSHAPEDONOTDELETE" val="puQYXhQ6_YUCzFv_.hOCnRQ"/>
</p:tagLst>
</file>

<file path=ppt/tags/tag154.xml><?xml version="1.0" encoding="utf-8"?>
<p:tagLst xmlns:p="http://schemas.openxmlformats.org/presentationml/2006/main">
  <p:tag name="THINKCELLSHAPEDONOTDELETE" val="pTpgLgetf2kaNXeceVjrMCA"/>
</p:tagLst>
</file>

<file path=ppt/tags/tag155.xml><?xml version="1.0" encoding="utf-8"?>
<p:tagLst xmlns:p="http://schemas.openxmlformats.org/presentationml/2006/main">
  <p:tag name="THINKCELLSHAPEDONOTDELETE" val="pTXL061tkQkWw7o_iX9hRuA"/>
</p:tagLst>
</file>

<file path=ppt/tags/tag156.xml><?xml version="1.0" encoding="utf-8"?>
<p:tagLst xmlns:p="http://schemas.openxmlformats.org/presentationml/2006/main">
  <p:tag name="THINKCELLSHAPEDONOTDELETE" val="pRBySvqeasEm.7DFTQtQxMA"/>
</p:tagLst>
</file>

<file path=ppt/tags/tag157.xml><?xml version="1.0" encoding="utf-8"?>
<p:tagLst xmlns:p="http://schemas.openxmlformats.org/presentationml/2006/main">
  <p:tag name="THINKCELLSHAPEDONOTDELETE" val="pruRzmPFQfUqvaxSZx6ZTUQ"/>
</p:tagLst>
</file>

<file path=ppt/tags/tag158.xml><?xml version="1.0" encoding="utf-8"?>
<p:tagLst xmlns:p="http://schemas.openxmlformats.org/presentationml/2006/main">
  <p:tag name="THINKCELLSHAPEDONOTDELETE" val="p.7Zq1lLLL0mw.2otEztW2Q"/>
</p:tagLst>
</file>

<file path=ppt/tags/tag159.xml><?xml version="1.0" encoding="utf-8"?>
<p:tagLst xmlns:p="http://schemas.openxmlformats.org/presentationml/2006/main">
  <p:tag name="THINKCELLSHAPEDONOTDELETE" val="pdC.ppsyeLke68w44y32ULw"/>
</p:tagLst>
</file>

<file path=ppt/tags/tag160.xml><?xml version="1.0" encoding="utf-8"?>
<p:tagLst xmlns:p="http://schemas.openxmlformats.org/presentationml/2006/main">
  <p:tag name="THINKCELLSHAPEDONOTDELETE" val="pKaQiccooMU.OfapViE_u.A"/>
</p:tagLst>
</file>

<file path=ppt/tags/tag161.xml><?xml version="1.0" encoding="utf-8"?>
<p:tagLst xmlns:p="http://schemas.openxmlformats.org/presentationml/2006/main">
  <p:tag name="THINKCELLSHAPEDONOTDELETE" val="p6wu8fiwxgEuJnTO5DPLKng"/>
</p:tagLst>
</file>

<file path=ppt/tags/tag162.xml><?xml version="1.0" encoding="utf-8"?>
<p:tagLst xmlns:p="http://schemas.openxmlformats.org/presentationml/2006/main">
  <p:tag name="THINKCELLSHAPEDONOTDELETE" val="pYCfNuKqqPk6D8KJjf1WAbw"/>
</p:tagLst>
</file>

<file path=ppt/tags/tag163.xml><?xml version="1.0" encoding="utf-8"?>
<p:tagLst xmlns:p="http://schemas.openxmlformats.org/presentationml/2006/main">
  <p:tag name="THINKCELLSHAPEDONOTDELETE" val="pPyxtvN6mDEiX0dPeOD1uwg"/>
</p:tagLst>
</file>

<file path=ppt/tags/tag164.xml><?xml version="1.0" encoding="utf-8"?>
<p:tagLst xmlns:p="http://schemas.openxmlformats.org/presentationml/2006/main">
  <p:tag name="THINKCELLSHAPEDONOTDELETE" val="p0gc08zwpdE.at2ye0rHlpA"/>
</p:tagLst>
</file>

<file path=ppt/tags/tag165.xml><?xml version="1.0" encoding="utf-8"?>
<p:tagLst xmlns:p="http://schemas.openxmlformats.org/presentationml/2006/main">
  <p:tag name="THINKCELLSHAPEDONOTDELETE" val="p8K_6yQ1NikGzlYZMAiWOYQ"/>
</p:tagLst>
</file>

<file path=ppt/tags/tag166.xml><?xml version="1.0" encoding="utf-8"?>
<p:tagLst xmlns:p="http://schemas.openxmlformats.org/presentationml/2006/main">
  <p:tag name="THINKCELLSHAPEDONOTDELETE" val="pTuxC6gDIiUaYJfx6Ri19vA"/>
</p:tagLst>
</file>

<file path=ppt/tags/tag167.xml><?xml version="1.0" encoding="utf-8"?>
<p:tagLst xmlns:p="http://schemas.openxmlformats.org/presentationml/2006/main">
  <p:tag name="THINKCELLSHAPEDONOTDELETE" val="pW_XUOtG3Fkif4r7EgPXZnQ"/>
</p:tagLst>
</file>

<file path=ppt/tags/tag168.xml><?xml version="1.0" encoding="utf-8"?>
<p:tagLst xmlns:p="http://schemas.openxmlformats.org/presentationml/2006/main">
  <p:tag name="_INSTRUCTOR VIEW19C14C36-AC8E-43BC-9DB6-C2AAF774C7DC|PANE__TAG" val="_"/>
</p:tagLst>
</file>

<file path=ppt/theme/theme1.xml><?xml version="1.0" encoding="utf-8"?>
<a:theme xmlns:a="http://schemas.openxmlformats.org/drawingml/2006/main" name="Tencent Blue Theme">
  <a:themeElements>
    <a:clrScheme name="Tencent Blue">
      <a:dk1>
        <a:srgbClr val="24272E"/>
      </a:dk1>
      <a:lt1>
        <a:srgbClr val="FFFFFF"/>
      </a:lt1>
      <a:dk2>
        <a:srgbClr val="1450B8"/>
      </a:dk2>
      <a:lt2>
        <a:srgbClr val="E5EFFF"/>
      </a:lt2>
      <a:accent1>
        <a:srgbClr val="1450B8"/>
      </a:accent1>
      <a:accent2>
        <a:srgbClr val="0C306E"/>
      </a:accent2>
      <a:accent3>
        <a:srgbClr val="99BEFF"/>
      </a:accent3>
      <a:accent4>
        <a:srgbClr val="2972F4"/>
      </a:accent4>
      <a:accent5>
        <a:srgbClr val="1274A5"/>
      </a:accent5>
      <a:accent6>
        <a:srgbClr val="00A3F5"/>
      </a:accent6>
      <a:hlink>
        <a:srgbClr val="2972F4"/>
      </a:hlink>
      <a:folHlink>
        <a:srgbClr val="0C306E"/>
      </a:folHlink>
    </a:clrScheme>
    <a:fontScheme name="Tencent">
      <a:majorFont>
        <a:latin typeface="TencentSans W7"/>
        <a:ea typeface="腾讯体 W7"/>
        <a:cs typeface="TencentSans W7"/>
        <a:font script="Hans" typeface="腾讯体 W7"/>
        <a:font script="Hant" typeface="腾讯体 W7"/>
      </a:majorFont>
      <a:minorFont>
        <a:latin typeface="TencentSans W3"/>
        <a:ea typeface="腾讯体 W3"/>
        <a:cs typeface="TencentSans W3"/>
        <a:font script="Hans" typeface="腾讯体 W3"/>
        <a:font script="Hant" typeface="腾讯体 W3"/>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ltGray">
        <a:solidFill>
          <a:schemeClr val="tx2"/>
        </a:solidFill>
        <a:ln w="3175">
          <a:solidFill>
            <a:schemeClr val="tx2"/>
          </a:solidFill>
        </a:ln>
      </a:spPr>
      <a:bodyPr rtlCol="0" anchor="ctr"/>
      <a:lstStyle>
        <a:defPPr algn="ctr">
          <a:defRPr dirty="0" err="1" smtClean="0">
            <a:solidFill>
              <a:schemeClr val="bg1"/>
            </a:solidFill>
            <a:latin typeface="腾讯体 W7" panose="020C08030202040F0204" pitchFamily="18" charset="-122"/>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rtlCol="0">
        <a:noAutofit/>
      </a:bodyPr>
      <a:lstStyle>
        <a:defPPr>
          <a:spcAft>
            <a:spcPts val="900"/>
          </a:spcAft>
          <a:defRPr sz="2000" dirty="0" smtClean="0">
            <a:latin typeface="腾讯体 W7" panose="020C08030202040F0204" pitchFamily="18" charset="-122"/>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ncent Blue Theme">
  <a:themeElements>
    <a:clrScheme name="Tencent Blue">
      <a:dk1>
        <a:srgbClr val="24272E"/>
      </a:dk1>
      <a:lt1>
        <a:srgbClr val="FFFFFF"/>
      </a:lt1>
      <a:dk2>
        <a:srgbClr val="1450B8"/>
      </a:dk2>
      <a:lt2>
        <a:srgbClr val="E5EFFF"/>
      </a:lt2>
      <a:accent1>
        <a:srgbClr val="1450B8"/>
      </a:accent1>
      <a:accent2>
        <a:srgbClr val="0C306E"/>
      </a:accent2>
      <a:accent3>
        <a:srgbClr val="99BEFF"/>
      </a:accent3>
      <a:accent4>
        <a:srgbClr val="2972F4"/>
      </a:accent4>
      <a:accent5>
        <a:srgbClr val="1274A5"/>
      </a:accent5>
      <a:accent6>
        <a:srgbClr val="00A3F5"/>
      </a:accent6>
      <a:hlink>
        <a:srgbClr val="2972F4"/>
      </a:hlink>
      <a:folHlink>
        <a:srgbClr val="0C306E"/>
      </a:folHlink>
    </a:clrScheme>
    <a:fontScheme name="Tencent">
      <a:majorFont>
        <a:latin typeface="TencentSans W7"/>
        <a:ea typeface="腾讯体 W7"/>
        <a:cs typeface="TencentSans W7"/>
        <a:font script="Hans" typeface="腾讯体 W7"/>
        <a:font script="Hant" typeface="腾讯体 W7"/>
      </a:majorFont>
      <a:minorFont>
        <a:latin typeface="TencentSans W3"/>
        <a:ea typeface="腾讯体 W3"/>
        <a:cs typeface="TencentSans W3"/>
        <a:font script="Hans" typeface="腾讯体 W3"/>
        <a:font script="Hant" typeface="腾讯体 W3"/>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ltGray">
        <a:solidFill>
          <a:schemeClr val="tx2"/>
        </a:solidFill>
        <a:ln w="3175"/>
      </a:spPr>
      <a:bodyPr rtlCol="0" anchor="ctr"/>
      <a:lstStyle>
        <a:defPPr algn="ctr">
          <a:defRPr dirty="0" err="1" smtClean="0">
            <a:solidFill>
              <a:schemeClr val="bg1"/>
            </a:solidFill>
            <a:latin typeface="腾讯体 W7" panose="020C08030202040F0204" pitchFamily="18" charset="-122"/>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indent="-274320">
          <a:spcAft>
            <a:spcPts val="900"/>
          </a:spcAft>
          <a:defRPr sz="2000" dirty="0" err="1" smtClean="0">
            <a:latin typeface="腾讯体 W7" panose="020C08030202040F0204" pitchFamily="18" charset="-122"/>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ncent Blue Theme">
  <a:themeElements>
    <a:clrScheme name="Tencent Blue">
      <a:dk1>
        <a:srgbClr val="24272E"/>
      </a:dk1>
      <a:lt1>
        <a:srgbClr val="FFFFFF"/>
      </a:lt1>
      <a:dk2>
        <a:srgbClr val="1450B8"/>
      </a:dk2>
      <a:lt2>
        <a:srgbClr val="E5EFFF"/>
      </a:lt2>
      <a:accent1>
        <a:srgbClr val="1450B8"/>
      </a:accent1>
      <a:accent2>
        <a:srgbClr val="0C306E"/>
      </a:accent2>
      <a:accent3>
        <a:srgbClr val="99BEFF"/>
      </a:accent3>
      <a:accent4>
        <a:srgbClr val="2972F4"/>
      </a:accent4>
      <a:accent5>
        <a:srgbClr val="1274A5"/>
      </a:accent5>
      <a:accent6>
        <a:srgbClr val="00A3F5"/>
      </a:accent6>
      <a:hlink>
        <a:srgbClr val="2972F4"/>
      </a:hlink>
      <a:folHlink>
        <a:srgbClr val="0C306E"/>
      </a:folHlink>
    </a:clrScheme>
    <a:fontScheme name="Tencent">
      <a:majorFont>
        <a:latin typeface="TencentSans W7"/>
        <a:ea typeface="腾讯体 W7"/>
        <a:cs typeface="TencentSans W7"/>
        <a:font script="Hans" typeface="腾讯体 W7"/>
        <a:font script="Hant" typeface="腾讯体 W7"/>
      </a:majorFont>
      <a:minorFont>
        <a:latin typeface="TencentSans W3"/>
        <a:ea typeface="腾讯体 W3"/>
        <a:cs typeface="TencentSans W3"/>
        <a:font script="Hans" typeface="腾讯体 W3"/>
        <a:font script="Hant" typeface="腾讯体 W3"/>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Tencent Blue Theme">
  <a:themeElements>
    <a:clrScheme name="Tencent Blue">
      <a:dk1>
        <a:srgbClr val="24272E"/>
      </a:dk1>
      <a:lt1>
        <a:srgbClr val="FFFFFF"/>
      </a:lt1>
      <a:dk2>
        <a:srgbClr val="1450B8"/>
      </a:dk2>
      <a:lt2>
        <a:srgbClr val="E5EFFF"/>
      </a:lt2>
      <a:accent1>
        <a:srgbClr val="1450B8"/>
      </a:accent1>
      <a:accent2>
        <a:srgbClr val="0C306E"/>
      </a:accent2>
      <a:accent3>
        <a:srgbClr val="99BEFF"/>
      </a:accent3>
      <a:accent4>
        <a:srgbClr val="2972F4"/>
      </a:accent4>
      <a:accent5>
        <a:srgbClr val="1274A5"/>
      </a:accent5>
      <a:accent6>
        <a:srgbClr val="00A3F5"/>
      </a:accent6>
      <a:hlink>
        <a:srgbClr val="2972F4"/>
      </a:hlink>
      <a:folHlink>
        <a:srgbClr val="0C306E"/>
      </a:folHlink>
    </a:clrScheme>
    <a:fontScheme name="Tencent">
      <a:majorFont>
        <a:latin typeface="TencentSans W7"/>
        <a:ea typeface="腾讯体 W7"/>
        <a:cs typeface="TencentSans W7"/>
        <a:font script="Hans" typeface="腾讯体 W7"/>
        <a:font script="Hant" typeface="腾讯体 W7"/>
      </a:majorFont>
      <a:minorFont>
        <a:latin typeface="TencentSans W3"/>
        <a:ea typeface="腾讯体 W3"/>
        <a:cs typeface="TencentSans W3"/>
        <a:font script="Hans" typeface="腾讯体 W3"/>
        <a:font script="Hant" typeface="腾讯体 W3"/>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Tencent Blue">
    <a:dk1>
      <a:srgbClr val="24272E"/>
    </a:dk1>
    <a:lt1>
      <a:srgbClr val="FFFFFF"/>
    </a:lt1>
    <a:dk2>
      <a:srgbClr val="1450B8"/>
    </a:dk2>
    <a:lt2>
      <a:srgbClr val="ECF2FE"/>
    </a:lt2>
    <a:accent1>
      <a:srgbClr val="1450B8"/>
    </a:accent1>
    <a:accent2>
      <a:srgbClr val="0C306E"/>
    </a:accent2>
    <a:accent3>
      <a:srgbClr val="1274A5"/>
    </a:accent3>
    <a:accent4>
      <a:srgbClr val="1450B8"/>
    </a:accent4>
    <a:accent5>
      <a:srgbClr val="2972F4"/>
    </a:accent5>
    <a:accent6>
      <a:srgbClr val="00A3F5"/>
    </a:accent6>
    <a:hlink>
      <a:srgbClr val="1450B8"/>
    </a:hlink>
    <a:folHlink>
      <a:srgbClr val="0C306E"/>
    </a:folHlink>
  </a:clrScheme>
  <a:fontScheme name="Tencent">
    <a:majorFont>
      <a:latin typeface="TencentSans W7"/>
      <a:ea typeface="腾讯体 W7"/>
      <a:cs typeface="TencentSans W7"/>
      <a:font script="Hans" typeface="腾讯体 W7"/>
      <a:font script="Hant" typeface="腾讯体 W7"/>
    </a:majorFont>
    <a:minorFont>
      <a:latin typeface="TencentSans W3"/>
      <a:ea typeface="腾讯体 W3"/>
      <a:cs typeface="TencentSans W3"/>
      <a:font script="Hans" typeface="腾讯体 W3"/>
      <a:font script="Hant" typeface="腾讯体 W3"/>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41753</Words>
  <Application>WPS 演示</Application>
  <PresentationFormat>Custom</PresentationFormat>
  <Paragraphs>5977</Paragraphs>
  <Slides>89</Slides>
  <Notes>405</Notes>
  <HiddenSlides>0</HiddenSlides>
  <MMClips>0</MMClips>
  <ScaleCrop>false</ScaleCrop>
  <HeadingPairs>
    <vt:vector size="6" baseType="variant">
      <vt:variant>
        <vt:lpstr>已用的字体</vt:lpstr>
      </vt:variant>
      <vt:variant>
        <vt:i4>19</vt:i4>
      </vt:variant>
      <vt:variant>
        <vt:lpstr>主题</vt:lpstr>
      </vt:variant>
      <vt:variant>
        <vt:i4>2</vt:i4>
      </vt:variant>
      <vt:variant>
        <vt:lpstr>幻灯片标题</vt:lpstr>
      </vt:variant>
      <vt:variant>
        <vt:i4>89</vt:i4>
      </vt:variant>
    </vt:vector>
  </HeadingPairs>
  <TitlesOfParts>
    <vt:vector size="110" baseType="lpstr">
      <vt:lpstr>Arial</vt:lpstr>
      <vt:lpstr>宋体</vt:lpstr>
      <vt:lpstr>Wingdings</vt:lpstr>
      <vt:lpstr>腾讯体 W7</vt:lpstr>
      <vt:lpstr>腾讯体 W3</vt:lpstr>
      <vt:lpstr>Verdana</vt:lpstr>
      <vt:lpstr>Univers 45 Light</vt:lpstr>
      <vt:lpstr>Segoe Print</vt:lpstr>
      <vt:lpstr>微软雅黑</vt:lpstr>
      <vt:lpstr>Arial Unicode MS</vt:lpstr>
      <vt:lpstr>DIN-Bold</vt:lpstr>
      <vt:lpstr>Arial Black</vt:lpstr>
      <vt:lpstr>Wingdings</vt:lpstr>
      <vt:lpstr>Times New Roman</vt:lpstr>
      <vt:lpstr>Chicago</vt:lpstr>
      <vt:lpstr>Wingdings 2</vt:lpstr>
      <vt:lpstr>EYInterstate</vt:lpstr>
      <vt:lpstr>Swis721 Lt BT</vt:lpstr>
      <vt:lpstr>Swis721 Md BT</vt:lpstr>
      <vt:lpstr>Tencent Blue Theme</vt:lpstr>
      <vt:lpstr>Tencent Blue Theme</vt:lpstr>
      <vt:lpstr>PowerPoint 演示文稿</vt:lpstr>
      <vt:lpstr>PowerPoint 演示文稿</vt:lpstr>
      <vt:lpstr>Other shapes Hexagon</vt:lpstr>
      <vt:lpstr>Other shapes Hexagon</vt:lpstr>
      <vt:lpstr>Other shapes Hexagon</vt:lpstr>
      <vt:lpstr>Other shapes Octogan</vt:lpstr>
      <vt:lpstr>Other shapes Spider diagram </vt:lpstr>
      <vt:lpstr>Other shapes Radar diagram </vt:lpstr>
      <vt:lpstr>Other shapes Cog wheels</vt:lpstr>
      <vt:lpstr>PowerPoint 演示文稿</vt:lpstr>
      <vt:lpstr>Other shapes Jigsaw puzzle wheel</vt:lpstr>
      <vt:lpstr>Other shapes Jigsaw puzzle pieces</vt:lpstr>
      <vt:lpstr>Puzzle pieces</vt:lpstr>
      <vt:lpstr>Other shapes Jigsaw puzzle pieces</vt:lpstr>
      <vt:lpstr>Other shapes Jigsaw puzzle pieces</vt:lpstr>
      <vt:lpstr>Other shapes Jigsaw puzzle pieces</vt:lpstr>
      <vt:lpstr>Puzzle</vt:lpstr>
      <vt:lpstr>Other shapes Jigsaw puzzle pieces</vt:lpstr>
      <vt:lpstr>Timelines</vt:lpstr>
      <vt:lpstr>Bridge diagram / waterfall chart</vt:lpstr>
      <vt:lpstr>Diagrams Line chart</vt:lpstr>
      <vt:lpstr>Process charts  </vt:lpstr>
      <vt:lpstr>Process Charts</vt:lpstr>
      <vt:lpstr>Process charts  </vt:lpstr>
      <vt:lpstr>Timelines FiT UK History </vt:lpstr>
      <vt:lpstr>Timelines </vt:lpstr>
      <vt:lpstr>Timelines </vt:lpstr>
      <vt:lpstr>Timeline with statuses</vt:lpstr>
      <vt:lpstr>Timelines</vt:lpstr>
      <vt:lpstr>Timeline</vt:lpstr>
      <vt:lpstr>Timeline</vt:lpstr>
      <vt:lpstr>Timeline</vt:lpstr>
      <vt:lpstr>Timelines Gantt chart example</vt:lpstr>
      <vt:lpstr>PowerPoint 演示文稿</vt:lpstr>
      <vt:lpstr>Timelines </vt:lpstr>
      <vt:lpstr>Timelines </vt:lpstr>
      <vt:lpstr>2014 Calendar</vt:lpstr>
      <vt:lpstr>Diagrams, graphs, and process charts</vt:lpstr>
      <vt:lpstr>Infographics in action Sections and percentages</vt:lpstr>
      <vt:lpstr>Diverse Seitendarstellungen</vt:lpstr>
      <vt:lpstr>Infographics in action Doughnut charts</vt:lpstr>
      <vt:lpstr>Graph</vt:lpstr>
      <vt:lpstr>PowerPoint 演示文稿</vt:lpstr>
      <vt:lpstr>Heat Graphs</vt:lpstr>
      <vt:lpstr>Thermometers</vt:lpstr>
      <vt:lpstr>Diagrams Thermometer</vt:lpstr>
      <vt:lpstr>Scoring</vt:lpstr>
      <vt:lpstr>Scoring</vt:lpstr>
      <vt:lpstr>Scoring</vt:lpstr>
      <vt:lpstr>PowerPoint 演示文稿</vt:lpstr>
      <vt:lpstr>Diagrams Bar chart</vt:lpstr>
      <vt:lpstr>Diagrams Bar chart</vt:lpstr>
      <vt:lpstr>Process charts Bottle neck</vt:lpstr>
      <vt:lpstr>Process charts Bottle neck</vt:lpstr>
      <vt:lpstr>Process charts Maze</vt:lpstr>
      <vt:lpstr>Process charts Linear flow</vt:lpstr>
      <vt:lpstr>Process charts Linear flow</vt:lpstr>
      <vt:lpstr>Process charts Linear flow</vt:lpstr>
      <vt:lpstr>Process charts Linear flow</vt:lpstr>
      <vt:lpstr>Process charts Linear flow</vt:lpstr>
      <vt:lpstr>Process charts Linear flow</vt:lpstr>
      <vt:lpstr>Process charts Linear flow</vt:lpstr>
      <vt:lpstr>Process charts List</vt:lpstr>
      <vt:lpstr>Process charts  </vt:lpstr>
      <vt:lpstr>Issue–action–impact Version 1</vt:lpstr>
      <vt:lpstr>Risk management</vt:lpstr>
      <vt:lpstr>Process charts Scale </vt:lpstr>
      <vt:lpstr>Process charts  </vt:lpstr>
      <vt:lpstr>Process charts  </vt:lpstr>
      <vt:lpstr>Process charts  </vt:lpstr>
      <vt:lpstr>Process charts Funnel </vt:lpstr>
      <vt:lpstr>Process charts Monopoly board</vt:lpstr>
      <vt:lpstr>Phases</vt:lpstr>
      <vt:lpstr>Directional Phase</vt:lpstr>
      <vt:lpstr>Options</vt:lpstr>
      <vt:lpstr>Phases</vt:lpstr>
      <vt:lpstr>Process Flow Chart</vt:lpstr>
      <vt:lpstr>Process charts Funnel </vt:lpstr>
      <vt:lpstr>Directional Funnel </vt:lpstr>
      <vt:lpstr>Directional Funnel </vt:lpstr>
      <vt:lpstr>Road map</vt:lpstr>
      <vt:lpstr>Road map </vt:lpstr>
      <vt:lpstr>Phase Timeline</vt:lpstr>
      <vt:lpstr>Phase Timeline</vt:lpstr>
      <vt:lpstr>PowerPoint 演示文稿</vt:lpstr>
      <vt:lpstr>Transformation Chart </vt:lpstr>
      <vt:lpstr>Balance chart</vt:lpstr>
      <vt:lpstr>Balance chart</vt:lpstr>
      <vt:lpstr>Balance</vt:lpstr>
    </vt:vector>
  </TitlesOfParts>
  <Company>PricewaterhouseCoopers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880557_Graphics Elements</dc:title>
  <dc:creator>Lynne Andrews</dc:creator>
  <dc:subject>880557_Editable graphics for PPT</dc:subject>
  <cp:lastModifiedBy>Xu Ang</cp:lastModifiedBy>
  <cp:revision>699</cp:revision>
  <cp:lastPrinted>2014-03-04T15:08:00Z</cp:lastPrinted>
  <dcterms:created xsi:type="dcterms:W3CDTF">2011-01-21T13:45:00Z</dcterms:created>
  <dcterms:modified xsi:type="dcterms:W3CDTF">2026-04-01T10:28:53Z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mplate create by">
    <vt:lpwstr>PwC</vt:lpwstr>
  </property>
  <property fmtid="{D5CDD505-2E9C-101B-9397-08002B2CF9AE}" pid="3" name="TB template version">
    <vt:lpwstr>6</vt:lpwstr>
  </property>
  <property fmtid="{D5CDD505-2E9C-101B-9397-08002B2CF9AE}" pid="4" name="TB template type">
    <vt:lpwstr>Report</vt:lpwstr>
  </property>
  <property fmtid="{D5CDD505-2E9C-101B-9397-08002B2CF9AE}" pid="5" name="Template version">
    <vt:lpwstr>1</vt:lpwstr>
  </property>
  <property fmtid="{D5CDD505-2E9C-101B-9397-08002B2CF9AE}" pid="6" name="Offisync_UniqueId">
    <vt:lpwstr>308064</vt:lpwstr>
  </property>
  <property fmtid="{D5CDD505-2E9C-101B-9397-08002B2CF9AE}" pid="7" name="Offisync_ProviderInitializationData">
    <vt:lpwstr>https://pwc-spark.com</vt:lpwstr>
  </property>
  <property fmtid="{D5CDD505-2E9C-101B-9397-08002B2CF9AE}" pid="8" name="Offisync_UpdateToken">
    <vt:lpwstr>1</vt:lpwstr>
  </property>
  <property fmtid="{D5CDD505-2E9C-101B-9397-08002B2CF9AE}" pid="9" name="Jive_VersionGuid">
    <vt:lpwstr>b3835ac9-755e-4deb-9346-a1e538f72e1c</vt:lpwstr>
  </property>
  <property fmtid="{D5CDD505-2E9C-101B-9397-08002B2CF9AE}" pid="10" name="Jive_LatestUserAccountName">
    <vt:lpwstr>mfield007</vt:lpwstr>
  </property>
  <property fmtid="{D5CDD505-2E9C-101B-9397-08002B2CF9AE}" pid="11" name="Offisync_ServerID">
    <vt:lpwstr>ae74e162-b6db-4989-85f5-e7c79995e2ac</vt:lpwstr>
  </property>
  <property fmtid="{D5CDD505-2E9C-101B-9397-08002B2CF9AE}" pid="12" name="ICV">
    <vt:lpwstr>B6C7AEE392134918A8380361DD8D2F1C_12</vt:lpwstr>
  </property>
  <property fmtid="{D5CDD505-2E9C-101B-9397-08002B2CF9AE}" pid="13" name="KSOProductBuildVer">
    <vt:lpwstr>2052-12.1.0.25225</vt:lpwstr>
  </property>
</Properties>
</file>